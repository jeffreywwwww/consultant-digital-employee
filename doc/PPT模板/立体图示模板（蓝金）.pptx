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40.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73.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72"/>
  </p:notesMasterIdLst>
  <p:sldIdLst>
    <p:sldId id="2147308763" r:id="rId2"/>
    <p:sldId id="654" r:id="rId3"/>
    <p:sldId id="320" r:id="rId4"/>
    <p:sldId id="345" r:id="rId5"/>
    <p:sldId id="322" r:id="rId6"/>
    <p:sldId id="368" r:id="rId7"/>
    <p:sldId id="2147308758" r:id="rId8"/>
    <p:sldId id="336" r:id="rId9"/>
    <p:sldId id="2147308759" r:id="rId10"/>
    <p:sldId id="2147308756" r:id="rId11"/>
    <p:sldId id="2147308762" r:id="rId12"/>
    <p:sldId id="655" r:id="rId13"/>
    <p:sldId id="656" r:id="rId14"/>
    <p:sldId id="658" r:id="rId15"/>
    <p:sldId id="659" r:id="rId16"/>
    <p:sldId id="660" r:id="rId17"/>
    <p:sldId id="662" r:id="rId18"/>
    <p:sldId id="676" r:id="rId19"/>
    <p:sldId id="663" r:id="rId20"/>
    <p:sldId id="667" r:id="rId21"/>
    <p:sldId id="657" r:id="rId22"/>
    <p:sldId id="675" r:id="rId23"/>
    <p:sldId id="665" r:id="rId24"/>
    <p:sldId id="671" r:id="rId25"/>
    <p:sldId id="670" r:id="rId26"/>
    <p:sldId id="677" r:id="rId27"/>
    <p:sldId id="672" r:id="rId28"/>
    <p:sldId id="674" r:id="rId29"/>
    <p:sldId id="673" r:id="rId30"/>
    <p:sldId id="661" r:id="rId31"/>
    <p:sldId id="1052" r:id="rId32"/>
    <p:sldId id="1053" r:id="rId33"/>
    <p:sldId id="1054" r:id="rId34"/>
    <p:sldId id="1055" r:id="rId35"/>
    <p:sldId id="1056" r:id="rId36"/>
    <p:sldId id="1057" r:id="rId37"/>
    <p:sldId id="1058" r:id="rId38"/>
    <p:sldId id="1059" r:id="rId39"/>
    <p:sldId id="1060" r:id="rId40"/>
    <p:sldId id="1061" r:id="rId41"/>
    <p:sldId id="1172" r:id="rId42"/>
    <p:sldId id="1173" r:id="rId43"/>
    <p:sldId id="1174" r:id="rId44"/>
    <p:sldId id="1175" r:id="rId45"/>
    <p:sldId id="1176" r:id="rId46"/>
    <p:sldId id="1222" r:id="rId47"/>
    <p:sldId id="1223" r:id="rId48"/>
    <p:sldId id="1224" r:id="rId49"/>
    <p:sldId id="1225" r:id="rId50"/>
    <p:sldId id="1226" r:id="rId51"/>
    <p:sldId id="1276" r:id="rId52"/>
    <p:sldId id="1366" r:id="rId53"/>
    <p:sldId id="1369" r:id="rId54"/>
    <p:sldId id="1370" r:id="rId55"/>
    <p:sldId id="1078" r:id="rId56"/>
    <p:sldId id="1074" r:id="rId57"/>
    <p:sldId id="1075" r:id="rId58"/>
    <p:sldId id="1076" r:id="rId59"/>
    <p:sldId id="1079" r:id="rId60"/>
    <p:sldId id="1080" r:id="rId61"/>
    <p:sldId id="1077" r:id="rId62"/>
    <p:sldId id="1082" r:id="rId63"/>
    <p:sldId id="1277" r:id="rId64"/>
    <p:sldId id="1278" r:id="rId65"/>
    <p:sldId id="1279" r:id="rId66"/>
    <p:sldId id="1280" r:id="rId67"/>
    <p:sldId id="1281" r:id="rId68"/>
    <p:sldId id="1282" r:id="rId69"/>
    <p:sldId id="1283" r:id="rId70"/>
    <p:sldId id="1284" r:id="rId71"/>
  </p:sldIdLst>
  <p:sldSz cx="12192000" cy="6858000"/>
  <p:notesSz cx="6858000" cy="9144000"/>
  <p:custDataLst>
    <p:tags r:id="rId7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蓝金双色" id="{D6B29F3D-C6F2-40EE-90C7-2C843E959F90}">
          <p14:sldIdLst>
            <p14:sldId id="2147308763"/>
            <p14:sldId id="654"/>
            <p14:sldId id="320"/>
            <p14:sldId id="345"/>
            <p14:sldId id="322"/>
            <p14:sldId id="368"/>
            <p14:sldId id="2147308758"/>
            <p14:sldId id="336"/>
            <p14:sldId id="2147308759"/>
            <p14:sldId id="2147308756"/>
            <p14:sldId id="2147308762"/>
            <p14:sldId id="655"/>
            <p14:sldId id="656"/>
            <p14:sldId id="658"/>
            <p14:sldId id="659"/>
            <p14:sldId id="660"/>
            <p14:sldId id="662"/>
            <p14:sldId id="676"/>
            <p14:sldId id="663"/>
            <p14:sldId id="667"/>
            <p14:sldId id="657"/>
            <p14:sldId id="675"/>
            <p14:sldId id="665"/>
            <p14:sldId id="671"/>
            <p14:sldId id="670"/>
            <p14:sldId id="677"/>
            <p14:sldId id="672"/>
            <p14:sldId id="674"/>
            <p14:sldId id="673"/>
            <p14:sldId id="661"/>
            <p14:sldId id="1052"/>
            <p14:sldId id="1053"/>
            <p14:sldId id="1054"/>
            <p14:sldId id="1055"/>
            <p14:sldId id="1056"/>
            <p14:sldId id="1057"/>
            <p14:sldId id="1058"/>
            <p14:sldId id="1059"/>
            <p14:sldId id="1060"/>
            <p14:sldId id="1061"/>
            <p14:sldId id="1172"/>
            <p14:sldId id="1173"/>
            <p14:sldId id="1174"/>
            <p14:sldId id="1175"/>
            <p14:sldId id="1176"/>
            <p14:sldId id="1222"/>
            <p14:sldId id="1223"/>
            <p14:sldId id="1224"/>
            <p14:sldId id="1225"/>
            <p14:sldId id="1226"/>
            <p14:sldId id="1276"/>
            <p14:sldId id="1366"/>
            <p14:sldId id="1369"/>
            <p14:sldId id="1370"/>
            <p14:sldId id="1078"/>
            <p14:sldId id="1074"/>
            <p14:sldId id="1075"/>
            <p14:sldId id="1076"/>
            <p14:sldId id="1079"/>
            <p14:sldId id="1080"/>
            <p14:sldId id="1077"/>
            <p14:sldId id="1082"/>
            <p14:sldId id="1277"/>
            <p14:sldId id="1278"/>
            <p14:sldId id="1279"/>
            <p14:sldId id="1280"/>
            <p14:sldId id="1281"/>
            <p14:sldId id="1282"/>
            <p14:sldId id="1283"/>
            <p14:sldId id="1284"/>
          </p14:sldIdLst>
        </p14:section>
      </p14:sectionLst>
    </p:ext>
    <p:ext uri="{EFAFB233-063F-42B5-8137-9DF3F51BA10A}">
      <p15:sldGuideLst xmlns:p15="http://schemas.microsoft.com/office/powerpoint/2012/main">
        <p15:guide id="1" pos="416" userDrawn="1">
          <p15:clr>
            <a:srgbClr val="A4A3A4"/>
          </p15:clr>
        </p15:guide>
        <p15:guide id="2" pos="7287" userDrawn="1">
          <p15:clr>
            <a:srgbClr val="A4A3A4"/>
          </p15:clr>
        </p15:guide>
        <p15:guide id="3" orient="horz" pos="640" userDrawn="1">
          <p15:clr>
            <a:srgbClr val="A4A3A4"/>
          </p15:clr>
        </p15:guide>
        <p15:guide id="5" orient="horz" pos="3952" userDrawn="1">
          <p15:clr>
            <a:srgbClr val="A4A3A4"/>
          </p15:clr>
        </p15:guide>
        <p15:guide id="6" orient="horz" pos="38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171B"/>
    <a:srgbClr val="E2BAA3"/>
    <a:srgbClr val="FFAEA3"/>
    <a:srgbClr val="F43E5B"/>
    <a:srgbClr val="3045A6"/>
    <a:srgbClr val="F16108"/>
    <a:srgbClr val="2B3789"/>
    <a:srgbClr val="05DDFF"/>
    <a:srgbClr val="386DF5"/>
    <a:srgbClr val="D964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04" autoAdjust="0"/>
    <p:restoredTop sz="87334" autoAdjust="0"/>
  </p:normalViewPr>
  <p:slideViewPr>
    <p:cSldViewPr snapToGrid="0" showGuides="1">
      <p:cViewPr varScale="1">
        <p:scale>
          <a:sx n="112" d="100"/>
          <a:sy n="112" d="100"/>
        </p:scale>
        <p:origin x="760" y="200"/>
      </p:cViewPr>
      <p:guideLst>
        <p:guide pos="416"/>
        <p:guide pos="7287"/>
        <p:guide orient="horz" pos="640"/>
        <p:guide orient="horz" pos="3952"/>
        <p:guide orient="horz" pos="3861"/>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2754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A61D6D-A13D-49AD-9ADE-C41DBB1EFFEE}" type="datetimeFigureOut">
              <a:rPr lang="zh-CN" altLang="en-US" smtClean="0"/>
              <a:t>2024/6/5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8B5E10-9D57-4740-8829-777D5B4D3418}" type="slidenum">
              <a:rPr lang="zh-CN" altLang="en-US" smtClean="0"/>
              <a:t>‹#›</a:t>
            </a:fld>
            <a:endParaRPr lang="zh-CN" altLang="en-US"/>
          </a:p>
        </p:txBody>
      </p:sp>
    </p:spTree>
    <p:extLst>
      <p:ext uri="{BB962C8B-B14F-4D97-AF65-F5344CB8AC3E}">
        <p14:creationId xmlns:p14="http://schemas.microsoft.com/office/powerpoint/2010/main" val="1763250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18</a:t>
            </a:fld>
            <a:endParaRPr lang="zh-CN" altLang="en-US"/>
          </a:p>
        </p:txBody>
      </p:sp>
    </p:spTree>
    <p:extLst>
      <p:ext uri="{BB962C8B-B14F-4D97-AF65-F5344CB8AC3E}">
        <p14:creationId xmlns:p14="http://schemas.microsoft.com/office/powerpoint/2010/main" val="2202276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22</a:t>
            </a:fld>
            <a:endParaRPr lang="zh-CN" altLang="en-US"/>
          </a:p>
        </p:txBody>
      </p:sp>
    </p:spTree>
    <p:extLst>
      <p:ext uri="{BB962C8B-B14F-4D97-AF65-F5344CB8AC3E}">
        <p14:creationId xmlns:p14="http://schemas.microsoft.com/office/powerpoint/2010/main" val="534861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25</a:t>
            </a:fld>
            <a:endParaRPr lang="zh-CN" altLang="en-US"/>
          </a:p>
        </p:txBody>
      </p:sp>
    </p:spTree>
    <p:extLst>
      <p:ext uri="{BB962C8B-B14F-4D97-AF65-F5344CB8AC3E}">
        <p14:creationId xmlns:p14="http://schemas.microsoft.com/office/powerpoint/2010/main" val="586528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26</a:t>
            </a:fld>
            <a:endParaRPr lang="zh-CN" altLang="en-US"/>
          </a:p>
        </p:txBody>
      </p:sp>
    </p:spTree>
    <p:extLst>
      <p:ext uri="{BB962C8B-B14F-4D97-AF65-F5344CB8AC3E}">
        <p14:creationId xmlns:p14="http://schemas.microsoft.com/office/powerpoint/2010/main" val="613091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27</a:t>
            </a:fld>
            <a:endParaRPr lang="zh-CN" altLang="en-US"/>
          </a:p>
        </p:txBody>
      </p:sp>
    </p:spTree>
    <p:extLst>
      <p:ext uri="{BB962C8B-B14F-4D97-AF65-F5344CB8AC3E}">
        <p14:creationId xmlns:p14="http://schemas.microsoft.com/office/powerpoint/2010/main" val="12191246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28</a:t>
            </a:fld>
            <a:endParaRPr lang="zh-CN" altLang="en-US"/>
          </a:p>
        </p:txBody>
      </p:sp>
    </p:spTree>
    <p:extLst>
      <p:ext uri="{BB962C8B-B14F-4D97-AF65-F5344CB8AC3E}">
        <p14:creationId xmlns:p14="http://schemas.microsoft.com/office/powerpoint/2010/main" val="2414628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29</a:t>
            </a:fld>
            <a:endParaRPr lang="zh-CN" altLang="en-US"/>
          </a:p>
        </p:txBody>
      </p:sp>
    </p:spTree>
    <p:extLst>
      <p:ext uri="{BB962C8B-B14F-4D97-AF65-F5344CB8AC3E}">
        <p14:creationId xmlns:p14="http://schemas.microsoft.com/office/powerpoint/2010/main" val="233895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31</a:t>
            </a:fld>
            <a:endParaRPr lang="zh-CN" altLang="en-US"/>
          </a:p>
        </p:txBody>
      </p:sp>
    </p:spTree>
    <p:extLst>
      <p:ext uri="{BB962C8B-B14F-4D97-AF65-F5344CB8AC3E}">
        <p14:creationId xmlns:p14="http://schemas.microsoft.com/office/powerpoint/2010/main" val="40127383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32</a:t>
            </a:fld>
            <a:endParaRPr lang="zh-CN" altLang="en-US"/>
          </a:p>
        </p:txBody>
      </p:sp>
    </p:spTree>
    <p:extLst>
      <p:ext uri="{BB962C8B-B14F-4D97-AF65-F5344CB8AC3E}">
        <p14:creationId xmlns:p14="http://schemas.microsoft.com/office/powerpoint/2010/main" val="3855121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33</a:t>
            </a:fld>
            <a:endParaRPr lang="zh-CN" altLang="en-US"/>
          </a:p>
        </p:txBody>
      </p:sp>
    </p:spTree>
    <p:extLst>
      <p:ext uri="{BB962C8B-B14F-4D97-AF65-F5344CB8AC3E}">
        <p14:creationId xmlns:p14="http://schemas.microsoft.com/office/powerpoint/2010/main" val="3480127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34</a:t>
            </a:fld>
            <a:endParaRPr lang="zh-CN" altLang="en-US"/>
          </a:p>
        </p:txBody>
      </p:sp>
    </p:spTree>
    <p:extLst>
      <p:ext uri="{BB962C8B-B14F-4D97-AF65-F5344CB8AC3E}">
        <p14:creationId xmlns:p14="http://schemas.microsoft.com/office/powerpoint/2010/main" val="285107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35</a:t>
            </a:fld>
            <a:endParaRPr lang="zh-CN" altLang="en-US"/>
          </a:p>
        </p:txBody>
      </p:sp>
    </p:spTree>
    <p:extLst>
      <p:ext uri="{BB962C8B-B14F-4D97-AF65-F5344CB8AC3E}">
        <p14:creationId xmlns:p14="http://schemas.microsoft.com/office/powerpoint/2010/main" val="9250009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36</a:t>
            </a:fld>
            <a:endParaRPr lang="zh-CN" altLang="en-US"/>
          </a:p>
        </p:txBody>
      </p:sp>
    </p:spTree>
    <p:extLst>
      <p:ext uri="{BB962C8B-B14F-4D97-AF65-F5344CB8AC3E}">
        <p14:creationId xmlns:p14="http://schemas.microsoft.com/office/powerpoint/2010/main" val="2121031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37</a:t>
            </a:fld>
            <a:endParaRPr lang="zh-CN" altLang="en-US"/>
          </a:p>
        </p:txBody>
      </p:sp>
    </p:spTree>
    <p:extLst>
      <p:ext uri="{BB962C8B-B14F-4D97-AF65-F5344CB8AC3E}">
        <p14:creationId xmlns:p14="http://schemas.microsoft.com/office/powerpoint/2010/main" val="823692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38</a:t>
            </a:fld>
            <a:endParaRPr lang="zh-CN" altLang="en-US"/>
          </a:p>
        </p:txBody>
      </p:sp>
    </p:spTree>
    <p:extLst>
      <p:ext uri="{BB962C8B-B14F-4D97-AF65-F5344CB8AC3E}">
        <p14:creationId xmlns:p14="http://schemas.microsoft.com/office/powerpoint/2010/main" val="2906541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39</a:t>
            </a:fld>
            <a:endParaRPr lang="zh-CN" altLang="en-US"/>
          </a:p>
        </p:txBody>
      </p:sp>
    </p:spTree>
    <p:extLst>
      <p:ext uri="{BB962C8B-B14F-4D97-AF65-F5344CB8AC3E}">
        <p14:creationId xmlns:p14="http://schemas.microsoft.com/office/powerpoint/2010/main" val="39154172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40</a:t>
            </a:fld>
            <a:endParaRPr lang="zh-CN" altLang="en-US"/>
          </a:p>
        </p:txBody>
      </p:sp>
    </p:spTree>
    <p:extLst>
      <p:ext uri="{BB962C8B-B14F-4D97-AF65-F5344CB8AC3E}">
        <p14:creationId xmlns:p14="http://schemas.microsoft.com/office/powerpoint/2010/main" val="32722686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41</a:t>
            </a:fld>
            <a:endParaRPr lang="zh-CN" altLang="en-US"/>
          </a:p>
        </p:txBody>
      </p:sp>
    </p:spTree>
    <p:extLst>
      <p:ext uri="{BB962C8B-B14F-4D97-AF65-F5344CB8AC3E}">
        <p14:creationId xmlns:p14="http://schemas.microsoft.com/office/powerpoint/2010/main" val="21887680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42</a:t>
            </a:fld>
            <a:endParaRPr lang="zh-CN" altLang="en-US"/>
          </a:p>
        </p:txBody>
      </p:sp>
    </p:spTree>
    <p:extLst>
      <p:ext uri="{BB962C8B-B14F-4D97-AF65-F5344CB8AC3E}">
        <p14:creationId xmlns:p14="http://schemas.microsoft.com/office/powerpoint/2010/main" val="18815422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43</a:t>
            </a:fld>
            <a:endParaRPr lang="zh-CN" altLang="en-US"/>
          </a:p>
        </p:txBody>
      </p:sp>
    </p:spTree>
    <p:extLst>
      <p:ext uri="{BB962C8B-B14F-4D97-AF65-F5344CB8AC3E}">
        <p14:creationId xmlns:p14="http://schemas.microsoft.com/office/powerpoint/2010/main" val="36527497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44</a:t>
            </a:fld>
            <a:endParaRPr lang="zh-CN" altLang="en-US"/>
          </a:p>
        </p:txBody>
      </p:sp>
    </p:spTree>
    <p:extLst>
      <p:ext uri="{BB962C8B-B14F-4D97-AF65-F5344CB8AC3E}">
        <p14:creationId xmlns:p14="http://schemas.microsoft.com/office/powerpoint/2010/main" val="11556562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45</a:t>
            </a:fld>
            <a:endParaRPr lang="zh-CN" altLang="en-US"/>
          </a:p>
        </p:txBody>
      </p:sp>
    </p:spTree>
    <p:extLst>
      <p:ext uri="{BB962C8B-B14F-4D97-AF65-F5344CB8AC3E}">
        <p14:creationId xmlns:p14="http://schemas.microsoft.com/office/powerpoint/2010/main" val="11997752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46</a:t>
            </a:fld>
            <a:endParaRPr lang="zh-CN" altLang="en-US"/>
          </a:p>
        </p:txBody>
      </p:sp>
    </p:spTree>
    <p:extLst>
      <p:ext uri="{BB962C8B-B14F-4D97-AF65-F5344CB8AC3E}">
        <p14:creationId xmlns:p14="http://schemas.microsoft.com/office/powerpoint/2010/main" val="31386429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47</a:t>
            </a:fld>
            <a:endParaRPr lang="zh-CN" altLang="en-US"/>
          </a:p>
        </p:txBody>
      </p:sp>
    </p:spTree>
    <p:extLst>
      <p:ext uri="{BB962C8B-B14F-4D97-AF65-F5344CB8AC3E}">
        <p14:creationId xmlns:p14="http://schemas.microsoft.com/office/powerpoint/2010/main" val="3561105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48</a:t>
            </a:fld>
            <a:endParaRPr lang="zh-CN" altLang="en-US"/>
          </a:p>
        </p:txBody>
      </p:sp>
    </p:spTree>
    <p:extLst>
      <p:ext uri="{BB962C8B-B14F-4D97-AF65-F5344CB8AC3E}">
        <p14:creationId xmlns:p14="http://schemas.microsoft.com/office/powerpoint/2010/main" val="22531833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49</a:t>
            </a:fld>
            <a:endParaRPr lang="zh-CN" altLang="en-US"/>
          </a:p>
        </p:txBody>
      </p:sp>
    </p:spTree>
    <p:extLst>
      <p:ext uri="{BB962C8B-B14F-4D97-AF65-F5344CB8AC3E}">
        <p14:creationId xmlns:p14="http://schemas.microsoft.com/office/powerpoint/2010/main" val="13896544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50</a:t>
            </a:fld>
            <a:endParaRPr lang="zh-CN" altLang="en-US"/>
          </a:p>
        </p:txBody>
      </p:sp>
    </p:spTree>
    <p:extLst>
      <p:ext uri="{BB962C8B-B14F-4D97-AF65-F5344CB8AC3E}">
        <p14:creationId xmlns:p14="http://schemas.microsoft.com/office/powerpoint/2010/main" val="30163893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51</a:t>
            </a:fld>
            <a:endParaRPr lang="zh-CN" altLang="en-US"/>
          </a:p>
        </p:txBody>
      </p:sp>
    </p:spTree>
    <p:extLst>
      <p:ext uri="{BB962C8B-B14F-4D97-AF65-F5344CB8AC3E}">
        <p14:creationId xmlns:p14="http://schemas.microsoft.com/office/powerpoint/2010/main" val="19396462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52</a:t>
            </a:fld>
            <a:endParaRPr lang="zh-CN" altLang="en-US"/>
          </a:p>
        </p:txBody>
      </p:sp>
    </p:spTree>
    <p:extLst>
      <p:ext uri="{BB962C8B-B14F-4D97-AF65-F5344CB8AC3E}">
        <p14:creationId xmlns:p14="http://schemas.microsoft.com/office/powerpoint/2010/main" val="39306131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53</a:t>
            </a:fld>
            <a:endParaRPr lang="zh-CN" altLang="en-US"/>
          </a:p>
        </p:txBody>
      </p:sp>
    </p:spTree>
    <p:extLst>
      <p:ext uri="{BB962C8B-B14F-4D97-AF65-F5344CB8AC3E}">
        <p14:creationId xmlns:p14="http://schemas.microsoft.com/office/powerpoint/2010/main" val="41815486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54</a:t>
            </a:fld>
            <a:endParaRPr lang="zh-CN" altLang="en-US"/>
          </a:p>
        </p:txBody>
      </p:sp>
    </p:spTree>
    <p:extLst>
      <p:ext uri="{BB962C8B-B14F-4D97-AF65-F5344CB8AC3E}">
        <p14:creationId xmlns:p14="http://schemas.microsoft.com/office/powerpoint/2010/main" val="10236410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55</a:t>
            </a:fld>
            <a:endParaRPr lang="zh-CN" altLang="en-US"/>
          </a:p>
        </p:txBody>
      </p:sp>
    </p:spTree>
    <p:extLst>
      <p:ext uri="{BB962C8B-B14F-4D97-AF65-F5344CB8AC3E}">
        <p14:creationId xmlns:p14="http://schemas.microsoft.com/office/powerpoint/2010/main" val="40118139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56</a:t>
            </a:fld>
            <a:endParaRPr lang="zh-CN" altLang="en-US"/>
          </a:p>
        </p:txBody>
      </p:sp>
    </p:spTree>
    <p:extLst>
      <p:ext uri="{BB962C8B-B14F-4D97-AF65-F5344CB8AC3E}">
        <p14:creationId xmlns:p14="http://schemas.microsoft.com/office/powerpoint/2010/main" val="5443468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57</a:t>
            </a:fld>
            <a:endParaRPr lang="zh-CN" altLang="en-US"/>
          </a:p>
        </p:txBody>
      </p:sp>
    </p:spTree>
    <p:extLst>
      <p:ext uri="{BB962C8B-B14F-4D97-AF65-F5344CB8AC3E}">
        <p14:creationId xmlns:p14="http://schemas.microsoft.com/office/powerpoint/2010/main" val="36847797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58</a:t>
            </a:fld>
            <a:endParaRPr lang="zh-CN" altLang="en-US"/>
          </a:p>
        </p:txBody>
      </p:sp>
    </p:spTree>
    <p:extLst>
      <p:ext uri="{BB962C8B-B14F-4D97-AF65-F5344CB8AC3E}">
        <p14:creationId xmlns:p14="http://schemas.microsoft.com/office/powerpoint/2010/main" val="1545782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59</a:t>
            </a:fld>
            <a:endParaRPr lang="zh-CN" altLang="en-US"/>
          </a:p>
        </p:txBody>
      </p:sp>
    </p:spTree>
    <p:extLst>
      <p:ext uri="{BB962C8B-B14F-4D97-AF65-F5344CB8AC3E}">
        <p14:creationId xmlns:p14="http://schemas.microsoft.com/office/powerpoint/2010/main" val="29676981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60</a:t>
            </a:fld>
            <a:endParaRPr lang="zh-CN" altLang="en-US"/>
          </a:p>
        </p:txBody>
      </p:sp>
    </p:spTree>
    <p:extLst>
      <p:ext uri="{BB962C8B-B14F-4D97-AF65-F5344CB8AC3E}">
        <p14:creationId xmlns:p14="http://schemas.microsoft.com/office/powerpoint/2010/main" val="38149559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61</a:t>
            </a:fld>
            <a:endParaRPr lang="zh-CN" altLang="en-US"/>
          </a:p>
        </p:txBody>
      </p:sp>
    </p:spTree>
    <p:extLst>
      <p:ext uri="{BB962C8B-B14F-4D97-AF65-F5344CB8AC3E}">
        <p14:creationId xmlns:p14="http://schemas.microsoft.com/office/powerpoint/2010/main" val="13669494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62</a:t>
            </a:fld>
            <a:endParaRPr lang="zh-CN" altLang="en-US"/>
          </a:p>
        </p:txBody>
      </p:sp>
    </p:spTree>
    <p:extLst>
      <p:ext uri="{BB962C8B-B14F-4D97-AF65-F5344CB8AC3E}">
        <p14:creationId xmlns:p14="http://schemas.microsoft.com/office/powerpoint/2010/main" val="29886227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63</a:t>
            </a:fld>
            <a:endParaRPr lang="zh-CN" altLang="en-US"/>
          </a:p>
        </p:txBody>
      </p:sp>
    </p:spTree>
    <p:extLst>
      <p:ext uri="{BB962C8B-B14F-4D97-AF65-F5344CB8AC3E}">
        <p14:creationId xmlns:p14="http://schemas.microsoft.com/office/powerpoint/2010/main" val="13840462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64</a:t>
            </a:fld>
            <a:endParaRPr lang="zh-CN" altLang="en-US"/>
          </a:p>
        </p:txBody>
      </p:sp>
    </p:spTree>
    <p:extLst>
      <p:ext uri="{BB962C8B-B14F-4D97-AF65-F5344CB8AC3E}">
        <p14:creationId xmlns:p14="http://schemas.microsoft.com/office/powerpoint/2010/main" val="42446175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65</a:t>
            </a:fld>
            <a:endParaRPr lang="zh-CN" altLang="en-US"/>
          </a:p>
        </p:txBody>
      </p:sp>
    </p:spTree>
    <p:extLst>
      <p:ext uri="{BB962C8B-B14F-4D97-AF65-F5344CB8AC3E}">
        <p14:creationId xmlns:p14="http://schemas.microsoft.com/office/powerpoint/2010/main" val="41580290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05073B"/>
              </a:solidFill>
              <a:effectLst/>
              <a:highlight>
                <a:srgbClr val="FDFDFE"/>
              </a:highlight>
              <a:latin typeface="PingFang-SC-Regular"/>
            </a:endParaRPr>
          </a:p>
        </p:txBody>
      </p:sp>
      <p:sp>
        <p:nvSpPr>
          <p:cNvPr id="4" name="灯片编号占位符 3"/>
          <p:cNvSpPr>
            <a:spLocks noGrp="1"/>
          </p:cNvSpPr>
          <p:nvPr>
            <p:ph type="sldNum" sz="quarter" idx="5"/>
          </p:nvPr>
        </p:nvSpPr>
        <p:spPr/>
        <p:txBody>
          <a:bodyPr/>
          <a:lstStyle/>
          <a:p>
            <a:fld id="{B38B5E10-9D57-4740-8829-777D5B4D3418}" type="slidenum">
              <a:rPr lang="zh-CN" altLang="en-US" smtClean="0"/>
              <a:t>66</a:t>
            </a:fld>
            <a:endParaRPr lang="zh-CN" altLang="en-US"/>
          </a:p>
        </p:txBody>
      </p:sp>
    </p:spTree>
    <p:extLst>
      <p:ext uri="{BB962C8B-B14F-4D97-AF65-F5344CB8AC3E}">
        <p14:creationId xmlns:p14="http://schemas.microsoft.com/office/powerpoint/2010/main" val="9721548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67</a:t>
            </a:fld>
            <a:endParaRPr lang="zh-CN" altLang="en-US"/>
          </a:p>
        </p:txBody>
      </p:sp>
    </p:spTree>
    <p:extLst>
      <p:ext uri="{BB962C8B-B14F-4D97-AF65-F5344CB8AC3E}">
        <p14:creationId xmlns:p14="http://schemas.microsoft.com/office/powerpoint/2010/main" val="1425573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68</a:t>
            </a:fld>
            <a:endParaRPr lang="zh-CN" altLang="en-US"/>
          </a:p>
        </p:txBody>
      </p:sp>
    </p:spTree>
    <p:extLst>
      <p:ext uri="{BB962C8B-B14F-4D97-AF65-F5344CB8AC3E}">
        <p14:creationId xmlns:p14="http://schemas.microsoft.com/office/powerpoint/2010/main" val="4884223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69</a:t>
            </a:fld>
            <a:endParaRPr lang="zh-CN" altLang="en-US"/>
          </a:p>
        </p:txBody>
      </p:sp>
    </p:spTree>
    <p:extLst>
      <p:ext uri="{BB962C8B-B14F-4D97-AF65-F5344CB8AC3E}">
        <p14:creationId xmlns:p14="http://schemas.microsoft.com/office/powerpoint/2010/main" val="41318088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38B5E10-9D57-4740-8829-777D5B4D3418}" type="slidenum">
              <a:rPr lang="zh-CN" altLang="en-US" smtClean="0"/>
              <a:t>70</a:t>
            </a:fld>
            <a:endParaRPr lang="zh-CN" altLang="en-US"/>
          </a:p>
        </p:txBody>
      </p:sp>
    </p:spTree>
    <p:extLst>
      <p:ext uri="{BB962C8B-B14F-4D97-AF65-F5344CB8AC3E}">
        <p14:creationId xmlns:p14="http://schemas.microsoft.com/office/powerpoint/2010/main" val="1749468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5B557DD-AF0D-651C-1F0C-978FEFCE17FE}"/>
              </a:ext>
            </a:extLst>
          </p:cNvPr>
          <p:cNvSpPr txBox="1"/>
          <p:nvPr userDrawn="1"/>
        </p:nvSpPr>
        <p:spPr>
          <a:xfrm>
            <a:off x="8130746" y="625600"/>
            <a:ext cx="3388154" cy="276999"/>
          </a:xfrm>
          <a:prstGeom prst="rect">
            <a:avLst/>
          </a:prstGeom>
          <a:noFill/>
        </p:spPr>
        <p:txBody>
          <a:bodyPr wrap="square" lIns="0" tIns="0" rIns="0" bIns="0" anchor="ctr">
            <a:spAutoFit/>
          </a:bodyPr>
          <a:lstStyle/>
          <a:p>
            <a:pPr algn="r"/>
            <a:r>
              <a:rPr lang="zh-CN" altLang="en-US" sz="1800" b="1" dirty="0">
                <a:solidFill>
                  <a:schemeClr val="bg2"/>
                </a:solidFill>
                <a:latin typeface="+mj-ea"/>
                <a:ea typeface="+mj-ea"/>
              </a:rPr>
              <a:t>架构分析丨逻辑图表丨项目总结</a:t>
            </a:r>
            <a:endParaRPr lang="en-US" altLang="zh-CN" sz="1800" b="1" dirty="0">
              <a:solidFill>
                <a:schemeClr val="bg2"/>
              </a:solidFill>
              <a:latin typeface="+mj-ea"/>
              <a:ea typeface="+mj-ea"/>
            </a:endParaRPr>
          </a:p>
        </p:txBody>
      </p:sp>
      <p:sp>
        <p:nvSpPr>
          <p:cNvPr id="5" name="矩形: 圆角 4">
            <a:extLst>
              <a:ext uri="{FF2B5EF4-FFF2-40B4-BE49-F238E27FC236}">
                <a16:creationId xmlns:a16="http://schemas.microsoft.com/office/drawing/2014/main" id="{B0FD0BB7-F334-F58F-DB80-7E843FB5FF63}"/>
              </a:ext>
            </a:extLst>
          </p:cNvPr>
          <p:cNvSpPr/>
          <p:nvPr userDrawn="1"/>
        </p:nvSpPr>
        <p:spPr>
          <a:xfrm>
            <a:off x="7505796" y="608398"/>
            <a:ext cx="729983" cy="311402"/>
          </a:xfrm>
          <a:prstGeom prst="roundRect">
            <a:avLst>
              <a:gd name="adj" fmla="val 11914"/>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dirty="0">
                <a:solidFill>
                  <a:schemeClr val="tx1"/>
                </a:solidFill>
              </a:rPr>
              <a:t>源文件</a:t>
            </a:r>
          </a:p>
        </p:txBody>
      </p:sp>
    </p:spTree>
    <p:extLst>
      <p:ext uri="{BB962C8B-B14F-4D97-AF65-F5344CB8AC3E}">
        <p14:creationId xmlns:p14="http://schemas.microsoft.com/office/powerpoint/2010/main" val="195809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grpSp>
        <p:nvGrpSpPr>
          <p:cNvPr id="191" name="组合 190">
            <a:extLst>
              <a:ext uri="{FF2B5EF4-FFF2-40B4-BE49-F238E27FC236}">
                <a16:creationId xmlns:a16="http://schemas.microsoft.com/office/drawing/2014/main" id="{0FB2D04B-2AFF-DA77-5C8E-1A84B3806986}"/>
              </a:ext>
            </a:extLst>
          </p:cNvPr>
          <p:cNvGrpSpPr/>
          <p:nvPr userDrawn="1"/>
        </p:nvGrpSpPr>
        <p:grpSpPr>
          <a:xfrm>
            <a:off x="603182" y="816385"/>
            <a:ext cx="10985636" cy="5225230"/>
            <a:chOff x="1144641" y="1656321"/>
            <a:chExt cx="23310743" cy="11087571"/>
          </a:xfrm>
          <a:solidFill>
            <a:schemeClr val="tx2"/>
          </a:solidFill>
        </p:grpSpPr>
        <p:grpSp>
          <p:nvGrpSpPr>
            <p:cNvPr id="31" name="组合 30">
              <a:extLst>
                <a:ext uri="{FF2B5EF4-FFF2-40B4-BE49-F238E27FC236}">
                  <a16:creationId xmlns:a16="http://schemas.microsoft.com/office/drawing/2014/main" id="{7B167A3E-A54B-C8D8-5F90-37608B0F5A55}"/>
                </a:ext>
              </a:extLst>
            </p:cNvPr>
            <p:cNvGrpSpPr/>
            <p:nvPr/>
          </p:nvGrpSpPr>
          <p:grpSpPr>
            <a:xfrm>
              <a:off x="1144641" y="1656321"/>
              <a:ext cx="2687213" cy="2487856"/>
              <a:chOff x="1095028" y="791409"/>
              <a:chExt cx="4360929" cy="4037403"/>
            </a:xfrm>
            <a:grpFill/>
          </p:grpSpPr>
          <p:sp>
            <p:nvSpPr>
              <p:cNvPr id="32" name="矩形 31">
                <a:extLst>
                  <a:ext uri="{FF2B5EF4-FFF2-40B4-BE49-F238E27FC236}">
                    <a16:creationId xmlns:a16="http://schemas.microsoft.com/office/drawing/2014/main" id="{3C25EBFB-E931-E51C-C251-CA38AF6A83DB}"/>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33" name="组合 32">
                <a:extLst>
                  <a:ext uri="{FF2B5EF4-FFF2-40B4-BE49-F238E27FC236}">
                    <a16:creationId xmlns:a16="http://schemas.microsoft.com/office/drawing/2014/main" id="{4F4D129E-C9E2-7B8A-FEB4-B0638DEAAF31}"/>
                  </a:ext>
                </a:extLst>
              </p:cNvPr>
              <p:cNvGrpSpPr/>
              <p:nvPr userDrawn="1"/>
            </p:nvGrpSpPr>
            <p:grpSpPr>
              <a:xfrm>
                <a:off x="1097916" y="791409"/>
                <a:ext cx="4355151" cy="4022829"/>
                <a:chOff x="1397000" y="1624012"/>
                <a:chExt cx="5286376" cy="5286376"/>
              </a:xfrm>
              <a:grpFill/>
            </p:grpSpPr>
            <p:cxnSp>
              <p:nvCxnSpPr>
                <p:cNvPr id="34" name="直接连接符 33">
                  <a:extLst>
                    <a:ext uri="{FF2B5EF4-FFF2-40B4-BE49-F238E27FC236}">
                      <a16:creationId xmlns:a16="http://schemas.microsoft.com/office/drawing/2014/main" id="{A43A9F9C-359D-D1C5-02FF-2135A68A9789}"/>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4B751CC1-3737-1C8E-10C6-D4543E92E7C4}"/>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36" name="组合 35">
              <a:extLst>
                <a:ext uri="{FF2B5EF4-FFF2-40B4-BE49-F238E27FC236}">
                  <a16:creationId xmlns:a16="http://schemas.microsoft.com/office/drawing/2014/main" id="{38D20EEE-7546-41BC-5E6A-22DD15B0CFBA}"/>
                </a:ext>
              </a:extLst>
            </p:cNvPr>
            <p:cNvGrpSpPr/>
            <p:nvPr/>
          </p:nvGrpSpPr>
          <p:grpSpPr>
            <a:xfrm>
              <a:off x="4090860" y="1656321"/>
              <a:ext cx="2687213" cy="2487856"/>
              <a:chOff x="1095028" y="791409"/>
              <a:chExt cx="4360929" cy="4037403"/>
            </a:xfrm>
            <a:grpFill/>
          </p:grpSpPr>
          <p:sp>
            <p:nvSpPr>
              <p:cNvPr id="37" name="矩形 36">
                <a:extLst>
                  <a:ext uri="{FF2B5EF4-FFF2-40B4-BE49-F238E27FC236}">
                    <a16:creationId xmlns:a16="http://schemas.microsoft.com/office/drawing/2014/main" id="{17375EA5-0826-8AB0-B5B1-994AA3B421F2}"/>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38" name="组合 37">
                <a:extLst>
                  <a:ext uri="{FF2B5EF4-FFF2-40B4-BE49-F238E27FC236}">
                    <a16:creationId xmlns:a16="http://schemas.microsoft.com/office/drawing/2014/main" id="{C5D6F27D-9F35-EF90-64B8-C2E5B596AEF6}"/>
                  </a:ext>
                </a:extLst>
              </p:cNvPr>
              <p:cNvGrpSpPr/>
              <p:nvPr userDrawn="1"/>
            </p:nvGrpSpPr>
            <p:grpSpPr>
              <a:xfrm>
                <a:off x="1097916" y="791409"/>
                <a:ext cx="4355151" cy="4022829"/>
                <a:chOff x="1397000" y="1624012"/>
                <a:chExt cx="5286376" cy="5286376"/>
              </a:xfrm>
              <a:grpFill/>
            </p:grpSpPr>
            <p:cxnSp>
              <p:nvCxnSpPr>
                <p:cNvPr id="39" name="直接连接符 38">
                  <a:extLst>
                    <a:ext uri="{FF2B5EF4-FFF2-40B4-BE49-F238E27FC236}">
                      <a16:creationId xmlns:a16="http://schemas.microsoft.com/office/drawing/2014/main" id="{ADA99E98-FD0B-F776-9189-10E78F337547}"/>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B954B429-B622-3664-0C6C-A9979AE92709}"/>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41" name="组合 40">
              <a:extLst>
                <a:ext uri="{FF2B5EF4-FFF2-40B4-BE49-F238E27FC236}">
                  <a16:creationId xmlns:a16="http://schemas.microsoft.com/office/drawing/2014/main" id="{6D3E2ABF-69BD-D293-7E88-B4B89A9CC75C}"/>
                </a:ext>
              </a:extLst>
            </p:cNvPr>
            <p:cNvGrpSpPr/>
            <p:nvPr/>
          </p:nvGrpSpPr>
          <p:grpSpPr>
            <a:xfrm>
              <a:off x="7037078" y="1656321"/>
              <a:ext cx="2687213" cy="2487856"/>
              <a:chOff x="1095028" y="791409"/>
              <a:chExt cx="4360929" cy="4037403"/>
            </a:xfrm>
            <a:grpFill/>
          </p:grpSpPr>
          <p:sp>
            <p:nvSpPr>
              <p:cNvPr id="42" name="矩形 41">
                <a:extLst>
                  <a:ext uri="{FF2B5EF4-FFF2-40B4-BE49-F238E27FC236}">
                    <a16:creationId xmlns:a16="http://schemas.microsoft.com/office/drawing/2014/main" id="{5A56486F-E3CC-3753-AF96-304CB52F04B7}"/>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43" name="组合 42">
                <a:extLst>
                  <a:ext uri="{FF2B5EF4-FFF2-40B4-BE49-F238E27FC236}">
                    <a16:creationId xmlns:a16="http://schemas.microsoft.com/office/drawing/2014/main" id="{1E26388C-32C6-9789-2A36-459EFCCD7DE0}"/>
                  </a:ext>
                </a:extLst>
              </p:cNvPr>
              <p:cNvGrpSpPr/>
              <p:nvPr userDrawn="1"/>
            </p:nvGrpSpPr>
            <p:grpSpPr>
              <a:xfrm>
                <a:off x="1097916" y="791409"/>
                <a:ext cx="4355151" cy="4022829"/>
                <a:chOff x="1397000" y="1624012"/>
                <a:chExt cx="5286376" cy="5286376"/>
              </a:xfrm>
              <a:grpFill/>
            </p:grpSpPr>
            <p:cxnSp>
              <p:nvCxnSpPr>
                <p:cNvPr id="44" name="直接连接符 43">
                  <a:extLst>
                    <a:ext uri="{FF2B5EF4-FFF2-40B4-BE49-F238E27FC236}">
                      <a16:creationId xmlns:a16="http://schemas.microsoft.com/office/drawing/2014/main" id="{B20BE6EF-95F9-5C2A-B64C-4157685F4DB0}"/>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628A0D1-FB16-9104-F961-595D2C0A02FC}"/>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46" name="组合 45">
              <a:extLst>
                <a:ext uri="{FF2B5EF4-FFF2-40B4-BE49-F238E27FC236}">
                  <a16:creationId xmlns:a16="http://schemas.microsoft.com/office/drawing/2014/main" id="{FC8D6793-A3A8-E7F7-953D-657DB780FE27}"/>
                </a:ext>
              </a:extLst>
            </p:cNvPr>
            <p:cNvGrpSpPr/>
            <p:nvPr/>
          </p:nvGrpSpPr>
          <p:grpSpPr>
            <a:xfrm>
              <a:off x="9983297" y="1656321"/>
              <a:ext cx="2687213" cy="2487856"/>
              <a:chOff x="1095028" y="791409"/>
              <a:chExt cx="4360929" cy="4037403"/>
            </a:xfrm>
            <a:grpFill/>
          </p:grpSpPr>
          <p:sp>
            <p:nvSpPr>
              <p:cNvPr id="47" name="矩形 46">
                <a:extLst>
                  <a:ext uri="{FF2B5EF4-FFF2-40B4-BE49-F238E27FC236}">
                    <a16:creationId xmlns:a16="http://schemas.microsoft.com/office/drawing/2014/main" id="{E911D194-A51D-5775-1231-CDE31A50DFB2}"/>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48" name="组合 47">
                <a:extLst>
                  <a:ext uri="{FF2B5EF4-FFF2-40B4-BE49-F238E27FC236}">
                    <a16:creationId xmlns:a16="http://schemas.microsoft.com/office/drawing/2014/main" id="{BBD1896C-4323-2BFB-9FC5-EFF52FE49B34}"/>
                  </a:ext>
                </a:extLst>
              </p:cNvPr>
              <p:cNvGrpSpPr/>
              <p:nvPr userDrawn="1"/>
            </p:nvGrpSpPr>
            <p:grpSpPr>
              <a:xfrm>
                <a:off x="1097916" y="791409"/>
                <a:ext cx="4355151" cy="4022829"/>
                <a:chOff x="1397000" y="1624012"/>
                <a:chExt cx="5286376" cy="5286376"/>
              </a:xfrm>
              <a:grpFill/>
            </p:grpSpPr>
            <p:cxnSp>
              <p:nvCxnSpPr>
                <p:cNvPr id="49" name="直接连接符 48">
                  <a:extLst>
                    <a:ext uri="{FF2B5EF4-FFF2-40B4-BE49-F238E27FC236}">
                      <a16:creationId xmlns:a16="http://schemas.microsoft.com/office/drawing/2014/main" id="{EDE8CA95-82C8-8148-0D9B-CED56971B738}"/>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40A111F2-0317-822B-D442-08740FB42B66}"/>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51" name="组合 50">
              <a:extLst>
                <a:ext uri="{FF2B5EF4-FFF2-40B4-BE49-F238E27FC236}">
                  <a16:creationId xmlns:a16="http://schemas.microsoft.com/office/drawing/2014/main" id="{4F1CB4C2-E39C-A92F-C1B4-3ED0DC17D8BE}"/>
                </a:ext>
              </a:extLst>
            </p:cNvPr>
            <p:cNvGrpSpPr/>
            <p:nvPr/>
          </p:nvGrpSpPr>
          <p:grpSpPr>
            <a:xfrm>
              <a:off x="12929515" y="1656321"/>
              <a:ext cx="2687213" cy="2487856"/>
              <a:chOff x="1095028" y="791409"/>
              <a:chExt cx="4360929" cy="4037403"/>
            </a:xfrm>
            <a:grpFill/>
          </p:grpSpPr>
          <p:sp>
            <p:nvSpPr>
              <p:cNvPr id="52" name="矩形 51">
                <a:extLst>
                  <a:ext uri="{FF2B5EF4-FFF2-40B4-BE49-F238E27FC236}">
                    <a16:creationId xmlns:a16="http://schemas.microsoft.com/office/drawing/2014/main" id="{F41F7F5A-85F1-AE30-B679-770D74842847}"/>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53" name="组合 52">
                <a:extLst>
                  <a:ext uri="{FF2B5EF4-FFF2-40B4-BE49-F238E27FC236}">
                    <a16:creationId xmlns:a16="http://schemas.microsoft.com/office/drawing/2014/main" id="{069034A9-FF11-8593-EA33-FE234A94CEDD}"/>
                  </a:ext>
                </a:extLst>
              </p:cNvPr>
              <p:cNvGrpSpPr/>
              <p:nvPr userDrawn="1"/>
            </p:nvGrpSpPr>
            <p:grpSpPr>
              <a:xfrm>
                <a:off x="1097916" y="791409"/>
                <a:ext cx="4355151" cy="4022829"/>
                <a:chOff x="1397000" y="1624012"/>
                <a:chExt cx="5286376" cy="5286376"/>
              </a:xfrm>
              <a:grpFill/>
            </p:grpSpPr>
            <p:cxnSp>
              <p:nvCxnSpPr>
                <p:cNvPr id="54" name="直接连接符 53">
                  <a:extLst>
                    <a:ext uri="{FF2B5EF4-FFF2-40B4-BE49-F238E27FC236}">
                      <a16:creationId xmlns:a16="http://schemas.microsoft.com/office/drawing/2014/main" id="{42FF959A-413B-7BEB-46EA-939191AE98A3}"/>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E8A2B131-01C4-007F-646E-0FDC2524EA67}"/>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56" name="组合 55">
              <a:extLst>
                <a:ext uri="{FF2B5EF4-FFF2-40B4-BE49-F238E27FC236}">
                  <a16:creationId xmlns:a16="http://schemas.microsoft.com/office/drawing/2014/main" id="{00C7FD8C-782B-B9BC-6D9B-027946929097}"/>
                </a:ext>
              </a:extLst>
            </p:cNvPr>
            <p:cNvGrpSpPr/>
            <p:nvPr/>
          </p:nvGrpSpPr>
          <p:grpSpPr>
            <a:xfrm>
              <a:off x="15875734" y="1656321"/>
              <a:ext cx="2687213" cy="2487856"/>
              <a:chOff x="1095028" y="791409"/>
              <a:chExt cx="4360929" cy="4037403"/>
            </a:xfrm>
            <a:grpFill/>
          </p:grpSpPr>
          <p:sp>
            <p:nvSpPr>
              <p:cNvPr id="57" name="矩形 56">
                <a:extLst>
                  <a:ext uri="{FF2B5EF4-FFF2-40B4-BE49-F238E27FC236}">
                    <a16:creationId xmlns:a16="http://schemas.microsoft.com/office/drawing/2014/main" id="{C0005648-5916-D113-C015-177FA6D266BA}"/>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58" name="组合 57">
                <a:extLst>
                  <a:ext uri="{FF2B5EF4-FFF2-40B4-BE49-F238E27FC236}">
                    <a16:creationId xmlns:a16="http://schemas.microsoft.com/office/drawing/2014/main" id="{62CA8B81-CAEA-B34E-C47E-3D02D36C52E8}"/>
                  </a:ext>
                </a:extLst>
              </p:cNvPr>
              <p:cNvGrpSpPr/>
              <p:nvPr userDrawn="1"/>
            </p:nvGrpSpPr>
            <p:grpSpPr>
              <a:xfrm>
                <a:off x="1097916" y="791409"/>
                <a:ext cx="4355151" cy="4022829"/>
                <a:chOff x="1397000" y="1624012"/>
                <a:chExt cx="5286376" cy="5286376"/>
              </a:xfrm>
              <a:grpFill/>
            </p:grpSpPr>
            <p:cxnSp>
              <p:nvCxnSpPr>
                <p:cNvPr id="59" name="直接连接符 58">
                  <a:extLst>
                    <a:ext uri="{FF2B5EF4-FFF2-40B4-BE49-F238E27FC236}">
                      <a16:creationId xmlns:a16="http://schemas.microsoft.com/office/drawing/2014/main" id="{4C9C09BE-2D17-3A5B-CF63-9F0F018DD23C}"/>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EE77387D-37EF-FA7E-CA8B-AF2DB35D9913}"/>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61" name="组合 60">
              <a:extLst>
                <a:ext uri="{FF2B5EF4-FFF2-40B4-BE49-F238E27FC236}">
                  <a16:creationId xmlns:a16="http://schemas.microsoft.com/office/drawing/2014/main" id="{4E08B1B9-B970-AD2F-FE99-FB1F08E4393F}"/>
                </a:ext>
              </a:extLst>
            </p:cNvPr>
            <p:cNvGrpSpPr/>
            <p:nvPr/>
          </p:nvGrpSpPr>
          <p:grpSpPr>
            <a:xfrm>
              <a:off x="18821952" y="1656321"/>
              <a:ext cx="2687213" cy="2487856"/>
              <a:chOff x="1095028" y="791409"/>
              <a:chExt cx="4360929" cy="4037403"/>
            </a:xfrm>
            <a:grpFill/>
          </p:grpSpPr>
          <p:sp>
            <p:nvSpPr>
              <p:cNvPr id="62" name="矩形 61">
                <a:extLst>
                  <a:ext uri="{FF2B5EF4-FFF2-40B4-BE49-F238E27FC236}">
                    <a16:creationId xmlns:a16="http://schemas.microsoft.com/office/drawing/2014/main" id="{D22BAC65-C14A-30AE-FF17-909FA9C02B5E}"/>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63" name="组合 62">
                <a:extLst>
                  <a:ext uri="{FF2B5EF4-FFF2-40B4-BE49-F238E27FC236}">
                    <a16:creationId xmlns:a16="http://schemas.microsoft.com/office/drawing/2014/main" id="{0D898AF7-612E-E8AA-BDBC-861AF501BF79}"/>
                  </a:ext>
                </a:extLst>
              </p:cNvPr>
              <p:cNvGrpSpPr/>
              <p:nvPr userDrawn="1"/>
            </p:nvGrpSpPr>
            <p:grpSpPr>
              <a:xfrm>
                <a:off x="1097916" y="791409"/>
                <a:ext cx="4355151" cy="4022829"/>
                <a:chOff x="1397000" y="1624012"/>
                <a:chExt cx="5286376" cy="5286376"/>
              </a:xfrm>
              <a:grpFill/>
            </p:grpSpPr>
            <p:cxnSp>
              <p:nvCxnSpPr>
                <p:cNvPr id="64" name="直接连接符 63">
                  <a:extLst>
                    <a:ext uri="{FF2B5EF4-FFF2-40B4-BE49-F238E27FC236}">
                      <a16:creationId xmlns:a16="http://schemas.microsoft.com/office/drawing/2014/main" id="{B1CFCB46-7101-7480-DDCE-72E6ADB07D87}"/>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3C4EF9C3-3418-C7ED-B50C-88EEB94332CF}"/>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66" name="组合 65">
              <a:extLst>
                <a:ext uri="{FF2B5EF4-FFF2-40B4-BE49-F238E27FC236}">
                  <a16:creationId xmlns:a16="http://schemas.microsoft.com/office/drawing/2014/main" id="{78B8E930-1C40-3185-6E22-9CBFED69B087}"/>
                </a:ext>
              </a:extLst>
            </p:cNvPr>
            <p:cNvGrpSpPr/>
            <p:nvPr/>
          </p:nvGrpSpPr>
          <p:grpSpPr>
            <a:xfrm>
              <a:off x="21768171" y="1656321"/>
              <a:ext cx="2687213" cy="2487856"/>
              <a:chOff x="1095028" y="791409"/>
              <a:chExt cx="4360929" cy="4037403"/>
            </a:xfrm>
            <a:grpFill/>
          </p:grpSpPr>
          <p:sp>
            <p:nvSpPr>
              <p:cNvPr id="67" name="矩形 66">
                <a:extLst>
                  <a:ext uri="{FF2B5EF4-FFF2-40B4-BE49-F238E27FC236}">
                    <a16:creationId xmlns:a16="http://schemas.microsoft.com/office/drawing/2014/main" id="{1D640068-6ED0-76E4-0306-517BFADC84BC}"/>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68" name="组合 67">
                <a:extLst>
                  <a:ext uri="{FF2B5EF4-FFF2-40B4-BE49-F238E27FC236}">
                    <a16:creationId xmlns:a16="http://schemas.microsoft.com/office/drawing/2014/main" id="{46D78BE2-765E-8B60-25AE-8CD4888FDEF3}"/>
                  </a:ext>
                </a:extLst>
              </p:cNvPr>
              <p:cNvGrpSpPr/>
              <p:nvPr userDrawn="1"/>
            </p:nvGrpSpPr>
            <p:grpSpPr>
              <a:xfrm>
                <a:off x="1097916" y="791409"/>
                <a:ext cx="4355151" cy="4022829"/>
                <a:chOff x="1397000" y="1624012"/>
                <a:chExt cx="5286376" cy="5286376"/>
              </a:xfrm>
              <a:grpFill/>
            </p:grpSpPr>
            <p:cxnSp>
              <p:nvCxnSpPr>
                <p:cNvPr id="69" name="直接连接符 68">
                  <a:extLst>
                    <a:ext uri="{FF2B5EF4-FFF2-40B4-BE49-F238E27FC236}">
                      <a16:creationId xmlns:a16="http://schemas.microsoft.com/office/drawing/2014/main" id="{F6F8500B-B523-24E3-2FFB-A5E4493BA371}"/>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5062585B-0EFB-88EF-1D4B-E84B080EEB4D}"/>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71" name="组合 70">
              <a:extLst>
                <a:ext uri="{FF2B5EF4-FFF2-40B4-BE49-F238E27FC236}">
                  <a16:creationId xmlns:a16="http://schemas.microsoft.com/office/drawing/2014/main" id="{EB22C347-6A16-758C-EDA5-238ABE458297}"/>
                </a:ext>
              </a:extLst>
            </p:cNvPr>
            <p:cNvGrpSpPr/>
            <p:nvPr/>
          </p:nvGrpSpPr>
          <p:grpSpPr>
            <a:xfrm>
              <a:off x="1144641" y="4522893"/>
              <a:ext cx="2687213" cy="2487856"/>
              <a:chOff x="1095028" y="791409"/>
              <a:chExt cx="4360929" cy="4037403"/>
            </a:xfrm>
            <a:grpFill/>
          </p:grpSpPr>
          <p:sp>
            <p:nvSpPr>
              <p:cNvPr id="72" name="矩形 71">
                <a:extLst>
                  <a:ext uri="{FF2B5EF4-FFF2-40B4-BE49-F238E27FC236}">
                    <a16:creationId xmlns:a16="http://schemas.microsoft.com/office/drawing/2014/main" id="{EADA7C2F-AB18-2CA2-022C-36BDDB562BA1}"/>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73" name="组合 72">
                <a:extLst>
                  <a:ext uri="{FF2B5EF4-FFF2-40B4-BE49-F238E27FC236}">
                    <a16:creationId xmlns:a16="http://schemas.microsoft.com/office/drawing/2014/main" id="{17BF1E4A-8156-3784-2C5D-8F2707396244}"/>
                  </a:ext>
                </a:extLst>
              </p:cNvPr>
              <p:cNvGrpSpPr/>
              <p:nvPr userDrawn="1"/>
            </p:nvGrpSpPr>
            <p:grpSpPr>
              <a:xfrm>
                <a:off x="1097916" y="791409"/>
                <a:ext cx="4355151" cy="4022829"/>
                <a:chOff x="1397000" y="1624012"/>
                <a:chExt cx="5286376" cy="5286376"/>
              </a:xfrm>
              <a:grpFill/>
            </p:grpSpPr>
            <p:cxnSp>
              <p:nvCxnSpPr>
                <p:cNvPr id="74" name="直接连接符 73">
                  <a:extLst>
                    <a:ext uri="{FF2B5EF4-FFF2-40B4-BE49-F238E27FC236}">
                      <a16:creationId xmlns:a16="http://schemas.microsoft.com/office/drawing/2014/main" id="{2625C704-FC93-2481-7C88-596289E1F78D}"/>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A04FC49F-DF34-34C0-6B07-168732846EF7}"/>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76" name="组合 75">
              <a:extLst>
                <a:ext uri="{FF2B5EF4-FFF2-40B4-BE49-F238E27FC236}">
                  <a16:creationId xmlns:a16="http://schemas.microsoft.com/office/drawing/2014/main" id="{22E4C634-057D-7306-E190-FDDF2DB7E714}"/>
                </a:ext>
              </a:extLst>
            </p:cNvPr>
            <p:cNvGrpSpPr/>
            <p:nvPr/>
          </p:nvGrpSpPr>
          <p:grpSpPr>
            <a:xfrm>
              <a:off x="4090860" y="4522893"/>
              <a:ext cx="2687213" cy="2487856"/>
              <a:chOff x="1095028" y="791409"/>
              <a:chExt cx="4360929" cy="4037403"/>
            </a:xfrm>
            <a:grpFill/>
          </p:grpSpPr>
          <p:sp>
            <p:nvSpPr>
              <p:cNvPr id="77" name="矩形 76">
                <a:extLst>
                  <a:ext uri="{FF2B5EF4-FFF2-40B4-BE49-F238E27FC236}">
                    <a16:creationId xmlns:a16="http://schemas.microsoft.com/office/drawing/2014/main" id="{0B0F6EB2-FB2A-A80D-9FF5-A6913CFF7469}"/>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78" name="组合 77">
                <a:extLst>
                  <a:ext uri="{FF2B5EF4-FFF2-40B4-BE49-F238E27FC236}">
                    <a16:creationId xmlns:a16="http://schemas.microsoft.com/office/drawing/2014/main" id="{8FE3DBE9-591C-0016-9EE0-9263B4701F26}"/>
                  </a:ext>
                </a:extLst>
              </p:cNvPr>
              <p:cNvGrpSpPr/>
              <p:nvPr userDrawn="1"/>
            </p:nvGrpSpPr>
            <p:grpSpPr>
              <a:xfrm>
                <a:off x="1097916" y="791409"/>
                <a:ext cx="4355151" cy="4022829"/>
                <a:chOff x="1397000" y="1624012"/>
                <a:chExt cx="5286376" cy="5286376"/>
              </a:xfrm>
              <a:grpFill/>
            </p:grpSpPr>
            <p:cxnSp>
              <p:nvCxnSpPr>
                <p:cNvPr id="79" name="直接连接符 78">
                  <a:extLst>
                    <a:ext uri="{FF2B5EF4-FFF2-40B4-BE49-F238E27FC236}">
                      <a16:creationId xmlns:a16="http://schemas.microsoft.com/office/drawing/2014/main" id="{28F7448C-FFA5-282F-9C83-CDEB436E7671}"/>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D780C457-2DF4-C9D4-3F7A-D10F9E79F7A6}"/>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81" name="组合 80">
              <a:extLst>
                <a:ext uri="{FF2B5EF4-FFF2-40B4-BE49-F238E27FC236}">
                  <a16:creationId xmlns:a16="http://schemas.microsoft.com/office/drawing/2014/main" id="{6C30F8A7-A674-2B8E-7CB5-06070F868E39}"/>
                </a:ext>
              </a:extLst>
            </p:cNvPr>
            <p:cNvGrpSpPr/>
            <p:nvPr/>
          </p:nvGrpSpPr>
          <p:grpSpPr>
            <a:xfrm>
              <a:off x="7037078" y="4522893"/>
              <a:ext cx="2687213" cy="2487856"/>
              <a:chOff x="1095028" y="791409"/>
              <a:chExt cx="4360929" cy="4037403"/>
            </a:xfrm>
            <a:grpFill/>
          </p:grpSpPr>
          <p:sp>
            <p:nvSpPr>
              <p:cNvPr id="82" name="矩形 81">
                <a:extLst>
                  <a:ext uri="{FF2B5EF4-FFF2-40B4-BE49-F238E27FC236}">
                    <a16:creationId xmlns:a16="http://schemas.microsoft.com/office/drawing/2014/main" id="{9FA05800-1A5D-8D47-17B1-203BFF5D5582}"/>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83" name="组合 82">
                <a:extLst>
                  <a:ext uri="{FF2B5EF4-FFF2-40B4-BE49-F238E27FC236}">
                    <a16:creationId xmlns:a16="http://schemas.microsoft.com/office/drawing/2014/main" id="{575FFCA0-7B27-BA43-78CA-43EE09C98E81}"/>
                  </a:ext>
                </a:extLst>
              </p:cNvPr>
              <p:cNvGrpSpPr/>
              <p:nvPr userDrawn="1"/>
            </p:nvGrpSpPr>
            <p:grpSpPr>
              <a:xfrm>
                <a:off x="1097916" y="791409"/>
                <a:ext cx="4355151" cy="4022829"/>
                <a:chOff x="1397000" y="1624012"/>
                <a:chExt cx="5286376" cy="5286376"/>
              </a:xfrm>
              <a:grpFill/>
            </p:grpSpPr>
            <p:cxnSp>
              <p:nvCxnSpPr>
                <p:cNvPr id="84" name="直接连接符 83">
                  <a:extLst>
                    <a:ext uri="{FF2B5EF4-FFF2-40B4-BE49-F238E27FC236}">
                      <a16:creationId xmlns:a16="http://schemas.microsoft.com/office/drawing/2014/main" id="{6D8BA8EE-74D1-A7B7-5924-75F0BF4426A8}"/>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B2E76C50-F5F7-A4F8-C765-E8CCF7FC738C}"/>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86" name="组合 85">
              <a:extLst>
                <a:ext uri="{FF2B5EF4-FFF2-40B4-BE49-F238E27FC236}">
                  <a16:creationId xmlns:a16="http://schemas.microsoft.com/office/drawing/2014/main" id="{2968A382-E014-284E-CE1B-4B770F0DFAD1}"/>
                </a:ext>
              </a:extLst>
            </p:cNvPr>
            <p:cNvGrpSpPr/>
            <p:nvPr/>
          </p:nvGrpSpPr>
          <p:grpSpPr>
            <a:xfrm>
              <a:off x="9983297" y="4522893"/>
              <a:ext cx="2687213" cy="2487856"/>
              <a:chOff x="1095028" y="791409"/>
              <a:chExt cx="4360929" cy="4037403"/>
            </a:xfrm>
            <a:grpFill/>
          </p:grpSpPr>
          <p:sp>
            <p:nvSpPr>
              <p:cNvPr id="87" name="矩形 86">
                <a:extLst>
                  <a:ext uri="{FF2B5EF4-FFF2-40B4-BE49-F238E27FC236}">
                    <a16:creationId xmlns:a16="http://schemas.microsoft.com/office/drawing/2014/main" id="{252BB54C-2D03-F799-CCCB-50D1250CE461}"/>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88" name="组合 87">
                <a:extLst>
                  <a:ext uri="{FF2B5EF4-FFF2-40B4-BE49-F238E27FC236}">
                    <a16:creationId xmlns:a16="http://schemas.microsoft.com/office/drawing/2014/main" id="{616631C1-2E34-E54E-C21B-5CE22E8CFF21}"/>
                  </a:ext>
                </a:extLst>
              </p:cNvPr>
              <p:cNvGrpSpPr/>
              <p:nvPr userDrawn="1"/>
            </p:nvGrpSpPr>
            <p:grpSpPr>
              <a:xfrm>
                <a:off x="1097916" y="791409"/>
                <a:ext cx="4355151" cy="4022829"/>
                <a:chOff x="1397000" y="1624012"/>
                <a:chExt cx="5286376" cy="5286376"/>
              </a:xfrm>
              <a:grpFill/>
            </p:grpSpPr>
            <p:cxnSp>
              <p:nvCxnSpPr>
                <p:cNvPr id="89" name="直接连接符 88">
                  <a:extLst>
                    <a:ext uri="{FF2B5EF4-FFF2-40B4-BE49-F238E27FC236}">
                      <a16:creationId xmlns:a16="http://schemas.microsoft.com/office/drawing/2014/main" id="{72D4A4BC-8E0D-DED5-AD94-97BE01692490}"/>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B20B1BF6-24B4-9363-4126-666042C0159E}"/>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91" name="组合 90">
              <a:extLst>
                <a:ext uri="{FF2B5EF4-FFF2-40B4-BE49-F238E27FC236}">
                  <a16:creationId xmlns:a16="http://schemas.microsoft.com/office/drawing/2014/main" id="{902649DC-DD75-B176-E123-B472F7DFE603}"/>
                </a:ext>
              </a:extLst>
            </p:cNvPr>
            <p:cNvGrpSpPr/>
            <p:nvPr/>
          </p:nvGrpSpPr>
          <p:grpSpPr>
            <a:xfrm>
              <a:off x="12929515" y="4522893"/>
              <a:ext cx="2687213" cy="2487856"/>
              <a:chOff x="1095028" y="791409"/>
              <a:chExt cx="4360929" cy="4037403"/>
            </a:xfrm>
            <a:grpFill/>
          </p:grpSpPr>
          <p:sp>
            <p:nvSpPr>
              <p:cNvPr id="92" name="矩形 91">
                <a:extLst>
                  <a:ext uri="{FF2B5EF4-FFF2-40B4-BE49-F238E27FC236}">
                    <a16:creationId xmlns:a16="http://schemas.microsoft.com/office/drawing/2014/main" id="{60F02B8A-3539-6C23-043F-04D404384FCE}"/>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93" name="组合 92">
                <a:extLst>
                  <a:ext uri="{FF2B5EF4-FFF2-40B4-BE49-F238E27FC236}">
                    <a16:creationId xmlns:a16="http://schemas.microsoft.com/office/drawing/2014/main" id="{07E0E878-AE7D-7DAE-E194-EC03D25001E2}"/>
                  </a:ext>
                </a:extLst>
              </p:cNvPr>
              <p:cNvGrpSpPr/>
              <p:nvPr userDrawn="1"/>
            </p:nvGrpSpPr>
            <p:grpSpPr>
              <a:xfrm>
                <a:off x="1097916" y="791409"/>
                <a:ext cx="4355151" cy="4022829"/>
                <a:chOff x="1397000" y="1624012"/>
                <a:chExt cx="5286376" cy="5286376"/>
              </a:xfrm>
              <a:grpFill/>
            </p:grpSpPr>
            <p:cxnSp>
              <p:nvCxnSpPr>
                <p:cNvPr id="94" name="直接连接符 93">
                  <a:extLst>
                    <a:ext uri="{FF2B5EF4-FFF2-40B4-BE49-F238E27FC236}">
                      <a16:creationId xmlns:a16="http://schemas.microsoft.com/office/drawing/2014/main" id="{52DBB4E9-E01A-B4F3-0519-266D7555D2E0}"/>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B91BA82C-F713-B7A0-2DE4-2710DE0CB14E}"/>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96" name="组合 95">
              <a:extLst>
                <a:ext uri="{FF2B5EF4-FFF2-40B4-BE49-F238E27FC236}">
                  <a16:creationId xmlns:a16="http://schemas.microsoft.com/office/drawing/2014/main" id="{1456BDD7-1789-7EC2-3938-001479A47E75}"/>
                </a:ext>
              </a:extLst>
            </p:cNvPr>
            <p:cNvGrpSpPr/>
            <p:nvPr/>
          </p:nvGrpSpPr>
          <p:grpSpPr>
            <a:xfrm>
              <a:off x="15875734" y="4522893"/>
              <a:ext cx="2687213" cy="2487856"/>
              <a:chOff x="1095028" y="791409"/>
              <a:chExt cx="4360929" cy="4037403"/>
            </a:xfrm>
            <a:grpFill/>
          </p:grpSpPr>
          <p:sp>
            <p:nvSpPr>
              <p:cNvPr id="97" name="矩形 96">
                <a:extLst>
                  <a:ext uri="{FF2B5EF4-FFF2-40B4-BE49-F238E27FC236}">
                    <a16:creationId xmlns:a16="http://schemas.microsoft.com/office/drawing/2014/main" id="{39167C19-E85C-90AF-52F1-138D281FEEFC}"/>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98" name="组合 97">
                <a:extLst>
                  <a:ext uri="{FF2B5EF4-FFF2-40B4-BE49-F238E27FC236}">
                    <a16:creationId xmlns:a16="http://schemas.microsoft.com/office/drawing/2014/main" id="{A7A173E7-D990-B034-88E4-DDA3F76EA335}"/>
                  </a:ext>
                </a:extLst>
              </p:cNvPr>
              <p:cNvGrpSpPr/>
              <p:nvPr userDrawn="1"/>
            </p:nvGrpSpPr>
            <p:grpSpPr>
              <a:xfrm>
                <a:off x="1097916" y="791409"/>
                <a:ext cx="4355151" cy="4022829"/>
                <a:chOff x="1397000" y="1624012"/>
                <a:chExt cx="5286376" cy="5286376"/>
              </a:xfrm>
              <a:grpFill/>
            </p:grpSpPr>
            <p:cxnSp>
              <p:nvCxnSpPr>
                <p:cNvPr id="99" name="直接连接符 98">
                  <a:extLst>
                    <a:ext uri="{FF2B5EF4-FFF2-40B4-BE49-F238E27FC236}">
                      <a16:creationId xmlns:a16="http://schemas.microsoft.com/office/drawing/2014/main" id="{6EF5FBA0-BF72-4BC1-9B7E-8ACF98D0710F}"/>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F12B40D7-3710-BE97-CBFB-E82039C7D905}"/>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01" name="组合 100">
              <a:extLst>
                <a:ext uri="{FF2B5EF4-FFF2-40B4-BE49-F238E27FC236}">
                  <a16:creationId xmlns:a16="http://schemas.microsoft.com/office/drawing/2014/main" id="{46224194-2CDF-E811-6B0F-90227659B19D}"/>
                </a:ext>
              </a:extLst>
            </p:cNvPr>
            <p:cNvGrpSpPr/>
            <p:nvPr/>
          </p:nvGrpSpPr>
          <p:grpSpPr>
            <a:xfrm>
              <a:off x="18821952" y="4522893"/>
              <a:ext cx="2687213" cy="2487856"/>
              <a:chOff x="1095028" y="791409"/>
              <a:chExt cx="4360929" cy="4037403"/>
            </a:xfrm>
            <a:grpFill/>
          </p:grpSpPr>
          <p:sp>
            <p:nvSpPr>
              <p:cNvPr id="102" name="矩形 101">
                <a:extLst>
                  <a:ext uri="{FF2B5EF4-FFF2-40B4-BE49-F238E27FC236}">
                    <a16:creationId xmlns:a16="http://schemas.microsoft.com/office/drawing/2014/main" id="{14D1CC06-2978-BBB5-7A2B-D463007F1074}"/>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03" name="组合 102">
                <a:extLst>
                  <a:ext uri="{FF2B5EF4-FFF2-40B4-BE49-F238E27FC236}">
                    <a16:creationId xmlns:a16="http://schemas.microsoft.com/office/drawing/2014/main" id="{E820BE10-4B54-A10A-1A10-3A41A674FDD6}"/>
                  </a:ext>
                </a:extLst>
              </p:cNvPr>
              <p:cNvGrpSpPr/>
              <p:nvPr userDrawn="1"/>
            </p:nvGrpSpPr>
            <p:grpSpPr>
              <a:xfrm>
                <a:off x="1097916" y="791409"/>
                <a:ext cx="4355151" cy="4022829"/>
                <a:chOff x="1397000" y="1624012"/>
                <a:chExt cx="5286376" cy="5286376"/>
              </a:xfrm>
              <a:grpFill/>
            </p:grpSpPr>
            <p:cxnSp>
              <p:nvCxnSpPr>
                <p:cNvPr id="104" name="直接连接符 103">
                  <a:extLst>
                    <a:ext uri="{FF2B5EF4-FFF2-40B4-BE49-F238E27FC236}">
                      <a16:creationId xmlns:a16="http://schemas.microsoft.com/office/drawing/2014/main" id="{9879F26C-BAB5-B047-F12C-16C8BC977F70}"/>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7CFD2790-02F5-1C07-CAEB-B5DB484C7C01}"/>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06" name="组合 105">
              <a:extLst>
                <a:ext uri="{FF2B5EF4-FFF2-40B4-BE49-F238E27FC236}">
                  <a16:creationId xmlns:a16="http://schemas.microsoft.com/office/drawing/2014/main" id="{6F8CB85E-1B2A-DE8F-3A33-FDF749B1C2DC}"/>
                </a:ext>
              </a:extLst>
            </p:cNvPr>
            <p:cNvGrpSpPr/>
            <p:nvPr/>
          </p:nvGrpSpPr>
          <p:grpSpPr>
            <a:xfrm>
              <a:off x="21768171" y="4522893"/>
              <a:ext cx="2687213" cy="2487856"/>
              <a:chOff x="1095028" y="791409"/>
              <a:chExt cx="4360929" cy="4037403"/>
            </a:xfrm>
            <a:grpFill/>
          </p:grpSpPr>
          <p:sp>
            <p:nvSpPr>
              <p:cNvPr id="107" name="矩形 106">
                <a:extLst>
                  <a:ext uri="{FF2B5EF4-FFF2-40B4-BE49-F238E27FC236}">
                    <a16:creationId xmlns:a16="http://schemas.microsoft.com/office/drawing/2014/main" id="{4FDE5FDE-6208-2BBC-E2DF-21BE84FCB7BF}"/>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08" name="组合 107">
                <a:extLst>
                  <a:ext uri="{FF2B5EF4-FFF2-40B4-BE49-F238E27FC236}">
                    <a16:creationId xmlns:a16="http://schemas.microsoft.com/office/drawing/2014/main" id="{515BC5B3-6DEE-9F3F-E403-CAFF7011C8DC}"/>
                  </a:ext>
                </a:extLst>
              </p:cNvPr>
              <p:cNvGrpSpPr/>
              <p:nvPr userDrawn="1"/>
            </p:nvGrpSpPr>
            <p:grpSpPr>
              <a:xfrm>
                <a:off x="1097916" y="791409"/>
                <a:ext cx="4355151" cy="4022829"/>
                <a:chOff x="1397000" y="1624012"/>
                <a:chExt cx="5286376" cy="5286376"/>
              </a:xfrm>
              <a:grpFill/>
            </p:grpSpPr>
            <p:cxnSp>
              <p:nvCxnSpPr>
                <p:cNvPr id="109" name="直接连接符 108">
                  <a:extLst>
                    <a:ext uri="{FF2B5EF4-FFF2-40B4-BE49-F238E27FC236}">
                      <a16:creationId xmlns:a16="http://schemas.microsoft.com/office/drawing/2014/main" id="{319DC3B4-C857-D0DF-EF53-6C6C65864952}"/>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09869002-D0FE-9616-C5AB-43D817FDB8CD}"/>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11" name="组合 110">
              <a:extLst>
                <a:ext uri="{FF2B5EF4-FFF2-40B4-BE49-F238E27FC236}">
                  <a16:creationId xmlns:a16="http://schemas.microsoft.com/office/drawing/2014/main" id="{E2BA7DD8-318E-BC97-2C0D-BAC1BAB40C87}"/>
                </a:ext>
              </a:extLst>
            </p:cNvPr>
            <p:cNvGrpSpPr/>
            <p:nvPr/>
          </p:nvGrpSpPr>
          <p:grpSpPr>
            <a:xfrm>
              <a:off x="1144641" y="7389465"/>
              <a:ext cx="2687213" cy="2487856"/>
              <a:chOff x="1095028" y="791409"/>
              <a:chExt cx="4360929" cy="4037403"/>
            </a:xfrm>
            <a:grpFill/>
          </p:grpSpPr>
          <p:sp>
            <p:nvSpPr>
              <p:cNvPr id="112" name="矩形 111">
                <a:extLst>
                  <a:ext uri="{FF2B5EF4-FFF2-40B4-BE49-F238E27FC236}">
                    <a16:creationId xmlns:a16="http://schemas.microsoft.com/office/drawing/2014/main" id="{140DD961-586B-EF6F-AC0C-529A5CD2ECAF}"/>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13" name="组合 112">
                <a:extLst>
                  <a:ext uri="{FF2B5EF4-FFF2-40B4-BE49-F238E27FC236}">
                    <a16:creationId xmlns:a16="http://schemas.microsoft.com/office/drawing/2014/main" id="{61F84A3A-6D0A-A888-B340-62EA238EE013}"/>
                  </a:ext>
                </a:extLst>
              </p:cNvPr>
              <p:cNvGrpSpPr/>
              <p:nvPr userDrawn="1"/>
            </p:nvGrpSpPr>
            <p:grpSpPr>
              <a:xfrm>
                <a:off x="1097916" y="791409"/>
                <a:ext cx="4355151" cy="4022829"/>
                <a:chOff x="1397000" y="1624012"/>
                <a:chExt cx="5286376" cy="5286376"/>
              </a:xfrm>
              <a:grpFill/>
            </p:grpSpPr>
            <p:cxnSp>
              <p:nvCxnSpPr>
                <p:cNvPr id="114" name="直接连接符 113">
                  <a:extLst>
                    <a:ext uri="{FF2B5EF4-FFF2-40B4-BE49-F238E27FC236}">
                      <a16:creationId xmlns:a16="http://schemas.microsoft.com/office/drawing/2014/main" id="{4394F24D-F237-BF47-2B85-8E00C858443B}"/>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FFFA4BC3-2C78-DDD3-C533-B18A9B8BA29B}"/>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16" name="组合 115">
              <a:extLst>
                <a:ext uri="{FF2B5EF4-FFF2-40B4-BE49-F238E27FC236}">
                  <a16:creationId xmlns:a16="http://schemas.microsoft.com/office/drawing/2014/main" id="{C16357EE-1C7B-583D-96C5-24D302AC7B4A}"/>
                </a:ext>
              </a:extLst>
            </p:cNvPr>
            <p:cNvGrpSpPr/>
            <p:nvPr/>
          </p:nvGrpSpPr>
          <p:grpSpPr>
            <a:xfrm>
              <a:off x="4090860" y="7389465"/>
              <a:ext cx="2687213" cy="2487856"/>
              <a:chOff x="1095028" y="791409"/>
              <a:chExt cx="4360929" cy="4037403"/>
            </a:xfrm>
            <a:grpFill/>
          </p:grpSpPr>
          <p:sp>
            <p:nvSpPr>
              <p:cNvPr id="117" name="矩形 116">
                <a:extLst>
                  <a:ext uri="{FF2B5EF4-FFF2-40B4-BE49-F238E27FC236}">
                    <a16:creationId xmlns:a16="http://schemas.microsoft.com/office/drawing/2014/main" id="{DD0135A6-C9D4-78BF-8B82-4391B9BB2CEC}"/>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18" name="组合 117">
                <a:extLst>
                  <a:ext uri="{FF2B5EF4-FFF2-40B4-BE49-F238E27FC236}">
                    <a16:creationId xmlns:a16="http://schemas.microsoft.com/office/drawing/2014/main" id="{5F00251D-0271-7653-0CD0-BAAB09D49385}"/>
                  </a:ext>
                </a:extLst>
              </p:cNvPr>
              <p:cNvGrpSpPr/>
              <p:nvPr userDrawn="1"/>
            </p:nvGrpSpPr>
            <p:grpSpPr>
              <a:xfrm>
                <a:off x="1097916" y="791409"/>
                <a:ext cx="4355151" cy="4022829"/>
                <a:chOff x="1397000" y="1624012"/>
                <a:chExt cx="5286376" cy="5286376"/>
              </a:xfrm>
              <a:grpFill/>
            </p:grpSpPr>
            <p:cxnSp>
              <p:nvCxnSpPr>
                <p:cNvPr id="119" name="直接连接符 118">
                  <a:extLst>
                    <a:ext uri="{FF2B5EF4-FFF2-40B4-BE49-F238E27FC236}">
                      <a16:creationId xmlns:a16="http://schemas.microsoft.com/office/drawing/2014/main" id="{042F702B-3F88-8C23-81DA-7638850A9E06}"/>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BA67E5A-920F-44D6-41CB-247CD4A9857F}"/>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21" name="组合 120">
              <a:extLst>
                <a:ext uri="{FF2B5EF4-FFF2-40B4-BE49-F238E27FC236}">
                  <a16:creationId xmlns:a16="http://schemas.microsoft.com/office/drawing/2014/main" id="{A20FF201-8A70-323F-062E-059A0F2A5995}"/>
                </a:ext>
              </a:extLst>
            </p:cNvPr>
            <p:cNvGrpSpPr/>
            <p:nvPr/>
          </p:nvGrpSpPr>
          <p:grpSpPr>
            <a:xfrm>
              <a:off x="7037078" y="7389465"/>
              <a:ext cx="2687213" cy="2487856"/>
              <a:chOff x="1095028" y="791409"/>
              <a:chExt cx="4360929" cy="4037403"/>
            </a:xfrm>
            <a:grpFill/>
          </p:grpSpPr>
          <p:sp>
            <p:nvSpPr>
              <p:cNvPr id="122" name="矩形 121">
                <a:extLst>
                  <a:ext uri="{FF2B5EF4-FFF2-40B4-BE49-F238E27FC236}">
                    <a16:creationId xmlns:a16="http://schemas.microsoft.com/office/drawing/2014/main" id="{692B553B-BA36-AD2F-7337-667F2A293DB3}"/>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23" name="组合 122">
                <a:extLst>
                  <a:ext uri="{FF2B5EF4-FFF2-40B4-BE49-F238E27FC236}">
                    <a16:creationId xmlns:a16="http://schemas.microsoft.com/office/drawing/2014/main" id="{89659605-EECF-5DD0-CBFF-045BFD40D523}"/>
                  </a:ext>
                </a:extLst>
              </p:cNvPr>
              <p:cNvGrpSpPr/>
              <p:nvPr userDrawn="1"/>
            </p:nvGrpSpPr>
            <p:grpSpPr>
              <a:xfrm>
                <a:off x="1097916" y="791409"/>
                <a:ext cx="4355151" cy="4022829"/>
                <a:chOff x="1397000" y="1624012"/>
                <a:chExt cx="5286376" cy="5286376"/>
              </a:xfrm>
              <a:grpFill/>
            </p:grpSpPr>
            <p:cxnSp>
              <p:nvCxnSpPr>
                <p:cNvPr id="124" name="直接连接符 123">
                  <a:extLst>
                    <a:ext uri="{FF2B5EF4-FFF2-40B4-BE49-F238E27FC236}">
                      <a16:creationId xmlns:a16="http://schemas.microsoft.com/office/drawing/2014/main" id="{F81C6A10-AB04-118A-BB7E-43E99DD442CD}"/>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25" name="直接连接符 124">
                  <a:extLst>
                    <a:ext uri="{FF2B5EF4-FFF2-40B4-BE49-F238E27FC236}">
                      <a16:creationId xmlns:a16="http://schemas.microsoft.com/office/drawing/2014/main" id="{8F25FC27-20DD-0B51-4847-0A9F270581FC}"/>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26" name="组合 125">
              <a:extLst>
                <a:ext uri="{FF2B5EF4-FFF2-40B4-BE49-F238E27FC236}">
                  <a16:creationId xmlns:a16="http://schemas.microsoft.com/office/drawing/2014/main" id="{DBB1E41D-0B16-CFCA-B9C8-AA42CDD8CD84}"/>
                </a:ext>
              </a:extLst>
            </p:cNvPr>
            <p:cNvGrpSpPr/>
            <p:nvPr/>
          </p:nvGrpSpPr>
          <p:grpSpPr>
            <a:xfrm>
              <a:off x="9983297" y="7389465"/>
              <a:ext cx="2687213" cy="2487856"/>
              <a:chOff x="1095028" y="791409"/>
              <a:chExt cx="4360929" cy="4037403"/>
            </a:xfrm>
            <a:grpFill/>
          </p:grpSpPr>
          <p:sp>
            <p:nvSpPr>
              <p:cNvPr id="127" name="矩形 126">
                <a:extLst>
                  <a:ext uri="{FF2B5EF4-FFF2-40B4-BE49-F238E27FC236}">
                    <a16:creationId xmlns:a16="http://schemas.microsoft.com/office/drawing/2014/main" id="{EEA4F11D-8E10-1395-1222-983424EACF75}"/>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28" name="组合 127">
                <a:extLst>
                  <a:ext uri="{FF2B5EF4-FFF2-40B4-BE49-F238E27FC236}">
                    <a16:creationId xmlns:a16="http://schemas.microsoft.com/office/drawing/2014/main" id="{F06777AD-AAD4-1F52-ED2E-AB05BE09569A}"/>
                  </a:ext>
                </a:extLst>
              </p:cNvPr>
              <p:cNvGrpSpPr/>
              <p:nvPr userDrawn="1"/>
            </p:nvGrpSpPr>
            <p:grpSpPr>
              <a:xfrm>
                <a:off x="1097916" y="791409"/>
                <a:ext cx="4355151" cy="4022829"/>
                <a:chOff x="1397000" y="1624012"/>
                <a:chExt cx="5286376" cy="5286376"/>
              </a:xfrm>
              <a:grpFill/>
            </p:grpSpPr>
            <p:cxnSp>
              <p:nvCxnSpPr>
                <p:cNvPr id="129" name="直接连接符 128">
                  <a:extLst>
                    <a:ext uri="{FF2B5EF4-FFF2-40B4-BE49-F238E27FC236}">
                      <a16:creationId xmlns:a16="http://schemas.microsoft.com/office/drawing/2014/main" id="{E386B729-AB08-1AD0-28A3-CAF51A21888D}"/>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A9C85BCE-0262-C759-C890-5BFED3B2C745}"/>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31" name="组合 130">
              <a:extLst>
                <a:ext uri="{FF2B5EF4-FFF2-40B4-BE49-F238E27FC236}">
                  <a16:creationId xmlns:a16="http://schemas.microsoft.com/office/drawing/2014/main" id="{FDB04EA0-5802-E7D2-A72B-5D3625BA705C}"/>
                </a:ext>
              </a:extLst>
            </p:cNvPr>
            <p:cNvGrpSpPr/>
            <p:nvPr/>
          </p:nvGrpSpPr>
          <p:grpSpPr>
            <a:xfrm>
              <a:off x="12929515" y="7389465"/>
              <a:ext cx="2687213" cy="2487856"/>
              <a:chOff x="1095028" y="791409"/>
              <a:chExt cx="4360929" cy="4037403"/>
            </a:xfrm>
            <a:grpFill/>
          </p:grpSpPr>
          <p:sp>
            <p:nvSpPr>
              <p:cNvPr id="132" name="矩形 131">
                <a:extLst>
                  <a:ext uri="{FF2B5EF4-FFF2-40B4-BE49-F238E27FC236}">
                    <a16:creationId xmlns:a16="http://schemas.microsoft.com/office/drawing/2014/main" id="{5D6D0E18-BCB9-FD4C-38CE-099B5E7A9377}"/>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33" name="组合 132">
                <a:extLst>
                  <a:ext uri="{FF2B5EF4-FFF2-40B4-BE49-F238E27FC236}">
                    <a16:creationId xmlns:a16="http://schemas.microsoft.com/office/drawing/2014/main" id="{3CE26015-84BA-BC37-769F-27EAF03623ED}"/>
                  </a:ext>
                </a:extLst>
              </p:cNvPr>
              <p:cNvGrpSpPr/>
              <p:nvPr userDrawn="1"/>
            </p:nvGrpSpPr>
            <p:grpSpPr>
              <a:xfrm>
                <a:off x="1097916" y="791409"/>
                <a:ext cx="4355151" cy="4022829"/>
                <a:chOff x="1397000" y="1624012"/>
                <a:chExt cx="5286376" cy="5286376"/>
              </a:xfrm>
              <a:grpFill/>
            </p:grpSpPr>
            <p:cxnSp>
              <p:nvCxnSpPr>
                <p:cNvPr id="134" name="直接连接符 133">
                  <a:extLst>
                    <a:ext uri="{FF2B5EF4-FFF2-40B4-BE49-F238E27FC236}">
                      <a16:creationId xmlns:a16="http://schemas.microsoft.com/office/drawing/2014/main" id="{1B421D20-A6D1-FCCA-C95D-4A1B1E91154F}"/>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02018929-F4C1-0862-EF3A-B629305E9A7D}"/>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36" name="组合 135">
              <a:extLst>
                <a:ext uri="{FF2B5EF4-FFF2-40B4-BE49-F238E27FC236}">
                  <a16:creationId xmlns:a16="http://schemas.microsoft.com/office/drawing/2014/main" id="{E5E65509-4096-E145-E1CF-6A748B595C27}"/>
                </a:ext>
              </a:extLst>
            </p:cNvPr>
            <p:cNvGrpSpPr/>
            <p:nvPr/>
          </p:nvGrpSpPr>
          <p:grpSpPr>
            <a:xfrm>
              <a:off x="15875734" y="7389465"/>
              <a:ext cx="2687213" cy="2487856"/>
              <a:chOff x="1095028" y="791409"/>
              <a:chExt cx="4360929" cy="4037403"/>
            </a:xfrm>
            <a:grpFill/>
          </p:grpSpPr>
          <p:sp>
            <p:nvSpPr>
              <p:cNvPr id="137" name="矩形 136">
                <a:extLst>
                  <a:ext uri="{FF2B5EF4-FFF2-40B4-BE49-F238E27FC236}">
                    <a16:creationId xmlns:a16="http://schemas.microsoft.com/office/drawing/2014/main" id="{12AFC07A-E855-27E6-0E70-AFC182E8DF0C}"/>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38" name="组合 137">
                <a:extLst>
                  <a:ext uri="{FF2B5EF4-FFF2-40B4-BE49-F238E27FC236}">
                    <a16:creationId xmlns:a16="http://schemas.microsoft.com/office/drawing/2014/main" id="{03B576FE-BF38-A73D-1831-8162C36E1ABF}"/>
                  </a:ext>
                </a:extLst>
              </p:cNvPr>
              <p:cNvGrpSpPr/>
              <p:nvPr userDrawn="1"/>
            </p:nvGrpSpPr>
            <p:grpSpPr>
              <a:xfrm>
                <a:off x="1097916" y="791409"/>
                <a:ext cx="4355151" cy="4022829"/>
                <a:chOff x="1397000" y="1624012"/>
                <a:chExt cx="5286376" cy="5286376"/>
              </a:xfrm>
              <a:grpFill/>
            </p:grpSpPr>
            <p:cxnSp>
              <p:nvCxnSpPr>
                <p:cNvPr id="139" name="直接连接符 138">
                  <a:extLst>
                    <a:ext uri="{FF2B5EF4-FFF2-40B4-BE49-F238E27FC236}">
                      <a16:creationId xmlns:a16="http://schemas.microsoft.com/office/drawing/2014/main" id="{19A2CE3A-862D-410E-0D6D-3B7B802DAD2F}"/>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4A2A2736-3DAE-F47A-C4EF-3BD9205FDF51}"/>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41" name="组合 140">
              <a:extLst>
                <a:ext uri="{FF2B5EF4-FFF2-40B4-BE49-F238E27FC236}">
                  <a16:creationId xmlns:a16="http://schemas.microsoft.com/office/drawing/2014/main" id="{EE9520DC-F61F-537C-2259-5D93B9BCAAD1}"/>
                </a:ext>
              </a:extLst>
            </p:cNvPr>
            <p:cNvGrpSpPr/>
            <p:nvPr/>
          </p:nvGrpSpPr>
          <p:grpSpPr>
            <a:xfrm>
              <a:off x="18821952" y="7389465"/>
              <a:ext cx="2687213" cy="2487856"/>
              <a:chOff x="1095028" y="791409"/>
              <a:chExt cx="4360929" cy="4037403"/>
            </a:xfrm>
            <a:grpFill/>
          </p:grpSpPr>
          <p:sp>
            <p:nvSpPr>
              <p:cNvPr id="142" name="矩形 141">
                <a:extLst>
                  <a:ext uri="{FF2B5EF4-FFF2-40B4-BE49-F238E27FC236}">
                    <a16:creationId xmlns:a16="http://schemas.microsoft.com/office/drawing/2014/main" id="{C4F2859F-DBA9-1C28-42A6-6C6537BB3247}"/>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43" name="组合 142">
                <a:extLst>
                  <a:ext uri="{FF2B5EF4-FFF2-40B4-BE49-F238E27FC236}">
                    <a16:creationId xmlns:a16="http://schemas.microsoft.com/office/drawing/2014/main" id="{2EE33703-6783-3594-1EAC-C7639A76944B}"/>
                  </a:ext>
                </a:extLst>
              </p:cNvPr>
              <p:cNvGrpSpPr/>
              <p:nvPr userDrawn="1"/>
            </p:nvGrpSpPr>
            <p:grpSpPr>
              <a:xfrm>
                <a:off x="1097916" y="791409"/>
                <a:ext cx="4355151" cy="4022829"/>
                <a:chOff x="1397000" y="1624012"/>
                <a:chExt cx="5286376" cy="5286376"/>
              </a:xfrm>
              <a:grpFill/>
            </p:grpSpPr>
            <p:cxnSp>
              <p:nvCxnSpPr>
                <p:cNvPr id="144" name="直接连接符 143">
                  <a:extLst>
                    <a:ext uri="{FF2B5EF4-FFF2-40B4-BE49-F238E27FC236}">
                      <a16:creationId xmlns:a16="http://schemas.microsoft.com/office/drawing/2014/main" id="{ACF5BE2B-CF8E-9349-BF59-249731A47B4B}"/>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CE403C2A-8061-C857-64B4-83FC6395EC22}"/>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46" name="组合 145">
              <a:extLst>
                <a:ext uri="{FF2B5EF4-FFF2-40B4-BE49-F238E27FC236}">
                  <a16:creationId xmlns:a16="http://schemas.microsoft.com/office/drawing/2014/main" id="{154F8D8F-E64D-A532-A9BF-73F04C933D6F}"/>
                </a:ext>
              </a:extLst>
            </p:cNvPr>
            <p:cNvGrpSpPr/>
            <p:nvPr/>
          </p:nvGrpSpPr>
          <p:grpSpPr>
            <a:xfrm>
              <a:off x="21768171" y="7389465"/>
              <a:ext cx="2687213" cy="2487856"/>
              <a:chOff x="1095028" y="791409"/>
              <a:chExt cx="4360929" cy="4037403"/>
            </a:xfrm>
            <a:grpFill/>
          </p:grpSpPr>
          <p:sp>
            <p:nvSpPr>
              <p:cNvPr id="147" name="矩形 146">
                <a:extLst>
                  <a:ext uri="{FF2B5EF4-FFF2-40B4-BE49-F238E27FC236}">
                    <a16:creationId xmlns:a16="http://schemas.microsoft.com/office/drawing/2014/main" id="{5981EAF2-B090-52A9-65E5-7B10822B89A6}"/>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48" name="组合 147">
                <a:extLst>
                  <a:ext uri="{FF2B5EF4-FFF2-40B4-BE49-F238E27FC236}">
                    <a16:creationId xmlns:a16="http://schemas.microsoft.com/office/drawing/2014/main" id="{6981D0A1-E03C-605B-84DA-EED3E4EB23B9}"/>
                  </a:ext>
                </a:extLst>
              </p:cNvPr>
              <p:cNvGrpSpPr/>
              <p:nvPr userDrawn="1"/>
            </p:nvGrpSpPr>
            <p:grpSpPr>
              <a:xfrm>
                <a:off x="1097916" y="791409"/>
                <a:ext cx="4355151" cy="4022829"/>
                <a:chOff x="1397000" y="1624012"/>
                <a:chExt cx="5286376" cy="5286376"/>
              </a:xfrm>
              <a:grpFill/>
            </p:grpSpPr>
            <p:cxnSp>
              <p:nvCxnSpPr>
                <p:cNvPr id="149" name="直接连接符 148">
                  <a:extLst>
                    <a:ext uri="{FF2B5EF4-FFF2-40B4-BE49-F238E27FC236}">
                      <a16:creationId xmlns:a16="http://schemas.microsoft.com/office/drawing/2014/main" id="{4AE82548-5CD2-EE73-B91A-23FC47FF588A}"/>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D2456B03-3E96-58D0-4127-9E50DC95061B}"/>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51" name="组合 150">
              <a:extLst>
                <a:ext uri="{FF2B5EF4-FFF2-40B4-BE49-F238E27FC236}">
                  <a16:creationId xmlns:a16="http://schemas.microsoft.com/office/drawing/2014/main" id="{97F47C7B-7540-43BA-C798-DD9234B98254}"/>
                </a:ext>
              </a:extLst>
            </p:cNvPr>
            <p:cNvGrpSpPr/>
            <p:nvPr/>
          </p:nvGrpSpPr>
          <p:grpSpPr>
            <a:xfrm>
              <a:off x="1144641" y="10256036"/>
              <a:ext cx="2687213" cy="2487856"/>
              <a:chOff x="1095028" y="791409"/>
              <a:chExt cx="4360929" cy="4037403"/>
            </a:xfrm>
            <a:grpFill/>
          </p:grpSpPr>
          <p:sp>
            <p:nvSpPr>
              <p:cNvPr id="152" name="矩形 151">
                <a:extLst>
                  <a:ext uri="{FF2B5EF4-FFF2-40B4-BE49-F238E27FC236}">
                    <a16:creationId xmlns:a16="http://schemas.microsoft.com/office/drawing/2014/main" id="{137C93CF-5FB4-33CE-6E71-A5D28FE61BEA}"/>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53" name="组合 152">
                <a:extLst>
                  <a:ext uri="{FF2B5EF4-FFF2-40B4-BE49-F238E27FC236}">
                    <a16:creationId xmlns:a16="http://schemas.microsoft.com/office/drawing/2014/main" id="{10714B61-811B-F6E8-C920-CA8CEA17B61F}"/>
                  </a:ext>
                </a:extLst>
              </p:cNvPr>
              <p:cNvGrpSpPr/>
              <p:nvPr userDrawn="1"/>
            </p:nvGrpSpPr>
            <p:grpSpPr>
              <a:xfrm>
                <a:off x="1097916" y="791409"/>
                <a:ext cx="4355151" cy="4022829"/>
                <a:chOff x="1397000" y="1624012"/>
                <a:chExt cx="5286376" cy="5286376"/>
              </a:xfrm>
              <a:grpFill/>
            </p:grpSpPr>
            <p:cxnSp>
              <p:nvCxnSpPr>
                <p:cNvPr id="154" name="直接连接符 153">
                  <a:extLst>
                    <a:ext uri="{FF2B5EF4-FFF2-40B4-BE49-F238E27FC236}">
                      <a16:creationId xmlns:a16="http://schemas.microsoft.com/office/drawing/2014/main" id="{3B76251C-F558-B1CF-A960-10A0BDA71AAF}"/>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897A8786-2682-4991-0F68-9ED5B57A2110}"/>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56" name="组合 155">
              <a:extLst>
                <a:ext uri="{FF2B5EF4-FFF2-40B4-BE49-F238E27FC236}">
                  <a16:creationId xmlns:a16="http://schemas.microsoft.com/office/drawing/2014/main" id="{48C242B7-8417-33F3-BA7A-4D4CCDF354DE}"/>
                </a:ext>
              </a:extLst>
            </p:cNvPr>
            <p:cNvGrpSpPr/>
            <p:nvPr/>
          </p:nvGrpSpPr>
          <p:grpSpPr>
            <a:xfrm>
              <a:off x="4090860" y="10256036"/>
              <a:ext cx="2687213" cy="2487856"/>
              <a:chOff x="1095028" y="791409"/>
              <a:chExt cx="4360929" cy="4037403"/>
            </a:xfrm>
            <a:grpFill/>
          </p:grpSpPr>
          <p:sp>
            <p:nvSpPr>
              <p:cNvPr id="157" name="矩形 156">
                <a:extLst>
                  <a:ext uri="{FF2B5EF4-FFF2-40B4-BE49-F238E27FC236}">
                    <a16:creationId xmlns:a16="http://schemas.microsoft.com/office/drawing/2014/main" id="{FFC3B68E-4E78-CD2B-13C6-D389D6EF9044}"/>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58" name="组合 157">
                <a:extLst>
                  <a:ext uri="{FF2B5EF4-FFF2-40B4-BE49-F238E27FC236}">
                    <a16:creationId xmlns:a16="http://schemas.microsoft.com/office/drawing/2014/main" id="{3BB669DC-60E8-EFEC-EEB7-FC5B4F39E695}"/>
                  </a:ext>
                </a:extLst>
              </p:cNvPr>
              <p:cNvGrpSpPr/>
              <p:nvPr userDrawn="1"/>
            </p:nvGrpSpPr>
            <p:grpSpPr>
              <a:xfrm>
                <a:off x="1097916" y="791409"/>
                <a:ext cx="4355151" cy="4022829"/>
                <a:chOff x="1397000" y="1624012"/>
                <a:chExt cx="5286376" cy="5286376"/>
              </a:xfrm>
              <a:grpFill/>
            </p:grpSpPr>
            <p:cxnSp>
              <p:nvCxnSpPr>
                <p:cNvPr id="159" name="直接连接符 158">
                  <a:extLst>
                    <a:ext uri="{FF2B5EF4-FFF2-40B4-BE49-F238E27FC236}">
                      <a16:creationId xmlns:a16="http://schemas.microsoft.com/office/drawing/2014/main" id="{B65FD574-2A52-959B-37D5-90E60718B3A5}"/>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60" name="直接连接符 159">
                  <a:extLst>
                    <a:ext uri="{FF2B5EF4-FFF2-40B4-BE49-F238E27FC236}">
                      <a16:creationId xmlns:a16="http://schemas.microsoft.com/office/drawing/2014/main" id="{E5E11A2C-DB30-9C69-51EB-B588DB12C3BA}"/>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61" name="组合 160">
              <a:extLst>
                <a:ext uri="{FF2B5EF4-FFF2-40B4-BE49-F238E27FC236}">
                  <a16:creationId xmlns:a16="http://schemas.microsoft.com/office/drawing/2014/main" id="{D143B33D-2DA8-1405-B401-80C5CDE14C6C}"/>
                </a:ext>
              </a:extLst>
            </p:cNvPr>
            <p:cNvGrpSpPr/>
            <p:nvPr/>
          </p:nvGrpSpPr>
          <p:grpSpPr>
            <a:xfrm>
              <a:off x="7037078" y="10256036"/>
              <a:ext cx="2687213" cy="2487856"/>
              <a:chOff x="1095028" y="791409"/>
              <a:chExt cx="4360929" cy="4037403"/>
            </a:xfrm>
            <a:grpFill/>
          </p:grpSpPr>
          <p:sp>
            <p:nvSpPr>
              <p:cNvPr id="162" name="矩形 161">
                <a:extLst>
                  <a:ext uri="{FF2B5EF4-FFF2-40B4-BE49-F238E27FC236}">
                    <a16:creationId xmlns:a16="http://schemas.microsoft.com/office/drawing/2014/main" id="{88D0AD3C-6054-D5E5-116A-5C373A56B043}"/>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63" name="组合 162">
                <a:extLst>
                  <a:ext uri="{FF2B5EF4-FFF2-40B4-BE49-F238E27FC236}">
                    <a16:creationId xmlns:a16="http://schemas.microsoft.com/office/drawing/2014/main" id="{18222096-04E9-C1F0-FB69-42BC2A02B81A}"/>
                  </a:ext>
                </a:extLst>
              </p:cNvPr>
              <p:cNvGrpSpPr/>
              <p:nvPr userDrawn="1"/>
            </p:nvGrpSpPr>
            <p:grpSpPr>
              <a:xfrm>
                <a:off x="1097916" y="791409"/>
                <a:ext cx="4355151" cy="4022829"/>
                <a:chOff x="1397000" y="1624012"/>
                <a:chExt cx="5286376" cy="5286376"/>
              </a:xfrm>
              <a:grpFill/>
            </p:grpSpPr>
            <p:cxnSp>
              <p:nvCxnSpPr>
                <p:cNvPr id="164" name="直接连接符 163">
                  <a:extLst>
                    <a:ext uri="{FF2B5EF4-FFF2-40B4-BE49-F238E27FC236}">
                      <a16:creationId xmlns:a16="http://schemas.microsoft.com/office/drawing/2014/main" id="{F0DC0D73-35A7-05F3-F9F1-220A871634C3}"/>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3BCE0D05-7384-715D-B744-A519FC27C099}"/>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66" name="组合 165">
              <a:extLst>
                <a:ext uri="{FF2B5EF4-FFF2-40B4-BE49-F238E27FC236}">
                  <a16:creationId xmlns:a16="http://schemas.microsoft.com/office/drawing/2014/main" id="{0BDC4956-4FF6-46F3-9552-FF8BAF49681D}"/>
                </a:ext>
              </a:extLst>
            </p:cNvPr>
            <p:cNvGrpSpPr/>
            <p:nvPr/>
          </p:nvGrpSpPr>
          <p:grpSpPr>
            <a:xfrm>
              <a:off x="9983297" y="10256036"/>
              <a:ext cx="2687213" cy="2487856"/>
              <a:chOff x="1095028" y="791409"/>
              <a:chExt cx="4360929" cy="4037403"/>
            </a:xfrm>
            <a:grpFill/>
          </p:grpSpPr>
          <p:sp>
            <p:nvSpPr>
              <p:cNvPr id="167" name="矩形 166">
                <a:extLst>
                  <a:ext uri="{FF2B5EF4-FFF2-40B4-BE49-F238E27FC236}">
                    <a16:creationId xmlns:a16="http://schemas.microsoft.com/office/drawing/2014/main" id="{F4AF98EE-E8E4-859E-D510-CEA146B67D0C}"/>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68" name="组合 167">
                <a:extLst>
                  <a:ext uri="{FF2B5EF4-FFF2-40B4-BE49-F238E27FC236}">
                    <a16:creationId xmlns:a16="http://schemas.microsoft.com/office/drawing/2014/main" id="{2D2983E6-AED8-A662-D1E5-C361A3C40694}"/>
                  </a:ext>
                </a:extLst>
              </p:cNvPr>
              <p:cNvGrpSpPr/>
              <p:nvPr userDrawn="1"/>
            </p:nvGrpSpPr>
            <p:grpSpPr>
              <a:xfrm>
                <a:off x="1097916" y="791409"/>
                <a:ext cx="4355151" cy="4022829"/>
                <a:chOff x="1397000" y="1624012"/>
                <a:chExt cx="5286376" cy="5286376"/>
              </a:xfrm>
              <a:grpFill/>
            </p:grpSpPr>
            <p:cxnSp>
              <p:nvCxnSpPr>
                <p:cNvPr id="169" name="直接连接符 168">
                  <a:extLst>
                    <a:ext uri="{FF2B5EF4-FFF2-40B4-BE49-F238E27FC236}">
                      <a16:creationId xmlns:a16="http://schemas.microsoft.com/office/drawing/2014/main" id="{51A04EF0-F7E0-BE26-8BAA-69C53B03ACBC}"/>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DD53F7EC-B1E1-746D-8897-C03B0CF6332C}"/>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71" name="组合 170">
              <a:extLst>
                <a:ext uri="{FF2B5EF4-FFF2-40B4-BE49-F238E27FC236}">
                  <a16:creationId xmlns:a16="http://schemas.microsoft.com/office/drawing/2014/main" id="{6F3BAD18-F098-FD1F-046E-D0494FCC54EF}"/>
                </a:ext>
              </a:extLst>
            </p:cNvPr>
            <p:cNvGrpSpPr/>
            <p:nvPr/>
          </p:nvGrpSpPr>
          <p:grpSpPr>
            <a:xfrm>
              <a:off x="12929515" y="10256036"/>
              <a:ext cx="2687213" cy="2487856"/>
              <a:chOff x="1095028" y="791409"/>
              <a:chExt cx="4360929" cy="4037403"/>
            </a:xfrm>
            <a:grpFill/>
          </p:grpSpPr>
          <p:sp>
            <p:nvSpPr>
              <p:cNvPr id="172" name="矩形 171">
                <a:extLst>
                  <a:ext uri="{FF2B5EF4-FFF2-40B4-BE49-F238E27FC236}">
                    <a16:creationId xmlns:a16="http://schemas.microsoft.com/office/drawing/2014/main" id="{3EDB403B-E074-42E6-146A-513F6411C4F0}"/>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3" name="组合 172">
                <a:extLst>
                  <a:ext uri="{FF2B5EF4-FFF2-40B4-BE49-F238E27FC236}">
                    <a16:creationId xmlns:a16="http://schemas.microsoft.com/office/drawing/2014/main" id="{16E10141-C338-94E6-666E-915EDBB81105}"/>
                  </a:ext>
                </a:extLst>
              </p:cNvPr>
              <p:cNvGrpSpPr/>
              <p:nvPr userDrawn="1"/>
            </p:nvGrpSpPr>
            <p:grpSpPr>
              <a:xfrm>
                <a:off x="1097916" y="791409"/>
                <a:ext cx="4355151" cy="4022829"/>
                <a:chOff x="1397000" y="1624012"/>
                <a:chExt cx="5286376" cy="5286376"/>
              </a:xfrm>
              <a:grpFill/>
            </p:grpSpPr>
            <p:cxnSp>
              <p:nvCxnSpPr>
                <p:cNvPr id="174" name="直接连接符 173">
                  <a:extLst>
                    <a:ext uri="{FF2B5EF4-FFF2-40B4-BE49-F238E27FC236}">
                      <a16:creationId xmlns:a16="http://schemas.microsoft.com/office/drawing/2014/main" id="{1EF68245-D8C8-1FD4-A30D-E918E53BB534}"/>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755A20B7-1763-0E65-4AF6-C6F4A9C6A6DE}"/>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76" name="组合 175">
              <a:extLst>
                <a:ext uri="{FF2B5EF4-FFF2-40B4-BE49-F238E27FC236}">
                  <a16:creationId xmlns:a16="http://schemas.microsoft.com/office/drawing/2014/main" id="{56289F50-C375-6F26-9236-D739BE0F7849}"/>
                </a:ext>
              </a:extLst>
            </p:cNvPr>
            <p:cNvGrpSpPr/>
            <p:nvPr/>
          </p:nvGrpSpPr>
          <p:grpSpPr>
            <a:xfrm>
              <a:off x="15875734" y="10256036"/>
              <a:ext cx="2687213" cy="2487856"/>
              <a:chOff x="1095028" y="791409"/>
              <a:chExt cx="4360929" cy="4037403"/>
            </a:xfrm>
            <a:grpFill/>
          </p:grpSpPr>
          <p:sp>
            <p:nvSpPr>
              <p:cNvPr id="177" name="矩形 176">
                <a:extLst>
                  <a:ext uri="{FF2B5EF4-FFF2-40B4-BE49-F238E27FC236}">
                    <a16:creationId xmlns:a16="http://schemas.microsoft.com/office/drawing/2014/main" id="{8D1C50B8-E1EC-E8CB-78C5-24FA7F742509}"/>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8" name="组合 177">
                <a:extLst>
                  <a:ext uri="{FF2B5EF4-FFF2-40B4-BE49-F238E27FC236}">
                    <a16:creationId xmlns:a16="http://schemas.microsoft.com/office/drawing/2014/main" id="{3CDE2F1B-7781-36A8-1CF6-F4E81245ABD2}"/>
                  </a:ext>
                </a:extLst>
              </p:cNvPr>
              <p:cNvGrpSpPr/>
              <p:nvPr userDrawn="1"/>
            </p:nvGrpSpPr>
            <p:grpSpPr>
              <a:xfrm>
                <a:off x="1097916" y="791409"/>
                <a:ext cx="4355151" cy="4022829"/>
                <a:chOff x="1397000" y="1624012"/>
                <a:chExt cx="5286376" cy="5286376"/>
              </a:xfrm>
              <a:grpFill/>
            </p:grpSpPr>
            <p:cxnSp>
              <p:nvCxnSpPr>
                <p:cNvPr id="179" name="直接连接符 178">
                  <a:extLst>
                    <a:ext uri="{FF2B5EF4-FFF2-40B4-BE49-F238E27FC236}">
                      <a16:creationId xmlns:a16="http://schemas.microsoft.com/office/drawing/2014/main" id="{A0CA8DD2-EE0E-394B-F79A-7398B82B386B}"/>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80" name="直接连接符 179">
                  <a:extLst>
                    <a:ext uri="{FF2B5EF4-FFF2-40B4-BE49-F238E27FC236}">
                      <a16:creationId xmlns:a16="http://schemas.microsoft.com/office/drawing/2014/main" id="{D8FC9B76-FDAD-2CF1-4D14-56155A34EF0C}"/>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81" name="组合 180">
              <a:extLst>
                <a:ext uri="{FF2B5EF4-FFF2-40B4-BE49-F238E27FC236}">
                  <a16:creationId xmlns:a16="http://schemas.microsoft.com/office/drawing/2014/main" id="{7E7CE214-93FC-16EF-B598-80B6EB802B29}"/>
                </a:ext>
              </a:extLst>
            </p:cNvPr>
            <p:cNvGrpSpPr/>
            <p:nvPr/>
          </p:nvGrpSpPr>
          <p:grpSpPr>
            <a:xfrm>
              <a:off x="18821952" y="10256036"/>
              <a:ext cx="2687213" cy="2487856"/>
              <a:chOff x="1095028" y="791409"/>
              <a:chExt cx="4360929" cy="4037403"/>
            </a:xfrm>
            <a:grpFill/>
          </p:grpSpPr>
          <p:sp>
            <p:nvSpPr>
              <p:cNvPr id="182" name="矩形 181">
                <a:extLst>
                  <a:ext uri="{FF2B5EF4-FFF2-40B4-BE49-F238E27FC236}">
                    <a16:creationId xmlns:a16="http://schemas.microsoft.com/office/drawing/2014/main" id="{A89037F7-6CA0-F4AB-5D16-AC845EA790C2}"/>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3" name="组合 182">
                <a:extLst>
                  <a:ext uri="{FF2B5EF4-FFF2-40B4-BE49-F238E27FC236}">
                    <a16:creationId xmlns:a16="http://schemas.microsoft.com/office/drawing/2014/main" id="{7D5D2AD7-E041-7FF8-21D1-D39B216A8D03}"/>
                  </a:ext>
                </a:extLst>
              </p:cNvPr>
              <p:cNvGrpSpPr/>
              <p:nvPr userDrawn="1"/>
            </p:nvGrpSpPr>
            <p:grpSpPr>
              <a:xfrm>
                <a:off x="1097916" y="791409"/>
                <a:ext cx="4355151" cy="4022829"/>
                <a:chOff x="1397000" y="1624012"/>
                <a:chExt cx="5286376" cy="5286376"/>
              </a:xfrm>
              <a:grpFill/>
            </p:grpSpPr>
            <p:cxnSp>
              <p:nvCxnSpPr>
                <p:cNvPr id="184" name="直接连接符 183">
                  <a:extLst>
                    <a:ext uri="{FF2B5EF4-FFF2-40B4-BE49-F238E27FC236}">
                      <a16:creationId xmlns:a16="http://schemas.microsoft.com/office/drawing/2014/main" id="{16CE9C8A-0684-6E3E-485F-1D13422C0E2C}"/>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07A7C31D-70DE-F324-ACBA-CEA3BB59880F}"/>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nvGrpSpPr>
            <p:cNvPr id="186" name="组合 185">
              <a:extLst>
                <a:ext uri="{FF2B5EF4-FFF2-40B4-BE49-F238E27FC236}">
                  <a16:creationId xmlns:a16="http://schemas.microsoft.com/office/drawing/2014/main" id="{1A7BAE2D-A313-42B0-CC3D-A7E3748B2A7D}"/>
                </a:ext>
              </a:extLst>
            </p:cNvPr>
            <p:cNvGrpSpPr/>
            <p:nvPr/>
          </p:nvGrpSpPr>
          <p:grpSpPr>
            <a:xfrm>
              <a:off x="21768171" y="10256036"/>
              <a:ext cx="2687213" cy="2487856"/>
              <a:chOff x="1095028" y="791409"/>
              <a:chExt cx="4360929" cy="4037403"/>
            </a:xfrm>
            <a:grpFill/>
          </p:grpSpPr>
          <p:sp>
            <p:nvSpPr>
              <p:cNvPr id="187" name="矩形 186">
                <a:extLst>
                  <a:ext uri="{FF2B5EF4-FFF2-40B4-BE49-F238E27FC236}">
                    <a16:creationId xmlns:a16="http://schemas.microsoft.com/office/drawing/2014/main" id="{C5D33A8E-563C-E3D8-4797-F3945CFFE766}"/>
                  </a:ext>
                </a:extLst>
              </p:cNvPr>
              <p:cNvSpPr/>
              <p:nvPr userDrawn="1"/>
            </p:nvSpPr>
            <p:spPr>
              <a:xfrm>
                <a:off x="1095028" y="800646"/>
                <a:ext cx="4360929" cy="4028166"/>
              </a:xfrm>
              <a:prstGeom prst="rect">
                <a:avLst/>
              </a:prstGeom>
              <a:grpFill/>
              <a:ln w="12700" cap="rnd">
                <a:solidFill>
                  <a:schemeClr val="tx1">
                    <a:lumMod val="85000"/>
                  </a:schemeClr>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8" name="组合 187">
                <a:extLst>
                  <a:ext uri="{FF2B5EF4-FFF2-40B4-BE49-F238E27FC236}">
                    <a16:creationId xmlns:a16="http://schemas.microsoft.com/office/drawing/2014/main" id="{3544D404-768F-5898-14A0-BFF9CE55064F}"/>
                  </a:ext>
                </a:extLst>
              </p:cNvPr>
              <p:cNvGrpSpPr/>
              <p:nvPr userDrawn="1"/>
            </p:nvGrpSpPr>
            <p:grpSpPr>
              <a:xfrm>
                <a:off x="1097916" y="791409"/>
                <a:ext cx="4355151" cy="4022829"/>
                <a:chOff x="1397000" y="1624012"/>
                <a:chExt cx="5286376" cy="5286376"/>
              </a:xfrm>
              <a:grpFill/>
            </p:grpSpPr>
            <p:cxnSp>
              <p:nvCxnSpPr>
                <p:cNvPr id="189" name="直接连接符 188">
                  <a:extLst>
                    <a:ext uri="{FF2B5EF4-FFF2-40B4-BE49-F238E27FC236}">
                      <a16:creationId xmlns:a16="http://schemas.microsoft.com/office/drawing/2014/main" id="{2EFA79A5-97E5-8A56-4A62-6C9D0159FBF2}"/>
                    </a:ext>
                  </a:extLst>
                </p:cNvPr>
                <p:cNvCxnSpPr>
                  <a:cxnSpLocks/>
                </p:cNvCxnSpPr>
                <p:nvPr userDrawn="1"/>
              </p:nvCxnSpPr>
              <p:spPr>
                <a:xfrm rot="5400000">
                  <a:off x="1396999" y="4267200"/>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90" name="直接连接符 189">
                  <a:extLst>
                    <a:ext uri="{FF2B5EF4-FFF2-40B4-BE49-F238E27FC236}">
                      <a16:creationId xmlns:a16="http://schemas.microsoft.com/office/drawing/2014/main" id="{26A0AC68-0845-E53B-4DE1-B38285F12E02}"/>
                    </a:ext>
                  </a:extLst>
                </p:cNvPr>
                <p:cNvCxnSpPr>
                  <a:cxnSpLocks/>
                </p:cNvCxnSpPr>
                <p:nvPr userDrawn="1"/>
              </p:nvCxnSpPr>
              <p:spPr>
                <a:xfrm rot="10800000">
                  <a:off x="1397000" y="4267199"/>
                  <a:ext cx="5286376" cy="0"/>
                </a:xfrm>
                <a:prstGeom prst="line">
                  <a:avLst/>
                </a:prstGeom>
                <a:grpFill/>
                <a:ln w="12700">
                  <a:solidFill>
                    <a:schemeClr val="tx1">
                      <a:lumMod val="85000"/>
                    </a:schemeClr>
                  </a:solidFill>
                  <a:prstDash val="lgDash"/>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3529363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5D1273D-65C1-CEA4-0C34-B2B4616F364E}"/>
              </a:ext>
            </a:extLst>
          </p:cNvPr>
          <p:cNvPicPr>
            <a:picLocks/>
          </p:cNvPicPr>
          <p:nvPr userDrawn="1"/>
        </p:nvPicPr>
        <p:blipFill rotWithShape="1">
          <a:blip r:embed="rId2"/>
          <a:srcRect l="17914" r="17914"/>
          <a:stretch/>
        </p:blipFill>
        <p:spPr>
          <a:xfrm>
            <a:off x="0" y="0"/>
            <a:ext cx="12192000" cy="6858000"/>
          </a:xfrm>
          <a:prstGeom prst="rect">
            <a:avLst/>
          </a:prstGeom>
        </p:spPr>
      </p:pic>
    </p:spTree>
    <p:extLst>
      <p:ext uri="{BB962C8B-B14F-4D97-AF65-F5344CB8AC3E}">
        <p14:creationId xmlns:p14="http://schemas.microsoft.com/office/powerpoint/2010/main" val="20864956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8313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589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3.xml"/><Relationship Id="rId13" Type="http://schemas.openxmlformats.org/officeDocument/2006/relationships/tags" Target="../tags/tag8.xml"/><Relationship Id="rId3" Type="http://schemas.openxmlformats.org/officeDocument/2006/relationships/slideLayout" Target="../slideLayouts/slideLayout3.xml"/><Relationship Id="rId7" Type="http://schemas.openxmlformats.org/officeDocument/2006/relationships/tags" Target="../tags/tag2.xml"/><Relationship Id="rId12"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tags" Target="../tags/tag11.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tags" Target="../tags/tag10.xml"/><Relationship Id="rId10" Type="http://schemas.openxmlformats.org/officeDocument/2006/relationships/tags" Target="../tags/tag5.xml"/><Relationship Id="rId4" Type="http://schemas.openxmlformats.org/officeDocument/2006/relationships/slideLayout" Target="../slideLayouts/slideLayout4.xml"/><Relationship Id="rId9" Type="http://schemas.openxmlformats.org/officeDocument/2006/relationships/tags" Target="../tags/tag4.xml"/><Relationship Id="rId14" Type="http://schemas.openxmlformats.org/officeDocument/2006/relationships/tags" Target="../tags/tag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lumMod val="95000"/>
          </a:schemeClr>
        </a:solidFill>
        <a:effectLst/>
      </p:bgPr>
    </p:bg>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A9B419A6-3CD5-7F46-CAB5-68D04D39174F}"/>
              </a:ext>
            </a:extLst>
          </p:cNvPr>
          <p:cNvGrpSpPr/>
          <p:nvPr userDrawn="1"/>
        </p:nvGrpSpPr>
        <p:grpSpPr>
          <a:xfrm>
            <a:off x="-247510" y="-790909"/>
            <a:ext cx="7059979" cy="794409"/>
            <a:chOff x="-242621" y="-1962372"/>
            <a:chExt cx="7059979" cy="794409"/>
          </a:xfrm>
        </p:grpSpPr>
        <p:sp>
          <p:nvSpPr>
            <p:cNvPr id="8" name="ThemeColor-1">
              <a:extLst>
                <a:ext uri="{FF2B5EF4-FFF2-40B4-BE49-F238E27FC236}">
                  <a16:creationId xmlns:a16="http://schemas.microsoft.com/office/drawing/2014/main" id="{B260A402-E632-423A-8DB4-1E1D78CF0BFE}"/>
                </a:ext>
              </a:extLst>
            </p:cNvPr>
            <p:cNvSpPr/>
            <p:nvPr>
              <p:custDataLst>
                <p:tags r:id="rId7"/>
              </p:custDataLst>
            </p:nvPr>
          </p:nvSpPr>
          <p:spPr>
            <a:xfrm>
              <a:off x="0" y="-1962372"/>
              <a:ext cx="417573" cy="417573"/>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a:noFill/>
              </a:endParaRPr>
            </a:p>
          </p:txBody>
        </p:sp>
        <p:sp>
          <p:nvSpPr>
            <p:cNvPr id="9" name="ThemeColor-2">
              <a:extLst>
                <a:ext uri="{FF2B5EF4-FFF2-40B4-BE49-F238E27FC236}">
                  <a16:creationId xmlns:a16="http://schemas.microsoft.com/office/drawing/2014/main" id="{F0B57564-F864-2EF8-90D2-3A3C42CA11F9}"/>
                </a:ext>
              </a:extLst>
            </p:cNvPr>
            <p:cNvSpPr/>
            <p:nvPr>
              <p:custDataLst>
                <p:tags r:id="rId8"/>
              </p:custDataLst>
            </p:nvPr>
          </p:nvSpPr>
          <p:spPr>
            <a:xfrm>
              <a:off x="624488" y="-1962372"/>
              <a:ext cx="417573" cy="417573"/>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a:noFill/>
              </a:endParaRPr>
            </a:p>
          </p:txBody>
        </p:sp>
        <p:sp>
          <p:nvSpPr>
            <p:cNvPr id="10" name="ThemeColor-3">
              <a:extLst>
                <a:ext uri="{FF2B5EF4-FFF2-40B4-BE49-F238E27FC236}">
                  <a16:creationId xmlns:a16="http://schemas.microsoft.com/office/drawing/2014/main" id="{AE7F3041-A9C0-EAD1-4487-E684ECF0254A}"/>
                </a:ext>
              </a:extLst>
            </p:cNvPr>
            <p:cNvSpPr/>
            <p:nvPr>
              <p:custDataLst>
                <p:tags r:id="rId9"/>
              </p:custDataLst>
            </p:nvPr>
          </p:nvSpPr>
          <p:spPr>
            <a:xfrm>
              <a:off x="1248976" y="-1962372"/>
              <a:ext cx="417573" cy="417573"/>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a:noFill/>
              </a:endParaRPr>
            </a:p>
          </p:txBody>
        </p:sp>
        <p:sp>
          <p:nvSpPr>
            <p:cNvPr id="11" name="ThemeColor-4">
              <a:extLst>
                <a:ext uri="{FF2B5EF4-FFF2-40B4-BE49-F238E27FC236}">
                  <a16:creationId xmlns:a16="http://schemas.microsoft.com/office/drawing/2014/main" id="{1896C05F-54F6-745F-0284-CD7DE3674099}"/>
                </a:ext>
              </a:extLst>
            </p:cNvPr>
            <p:cNvSpPr/>
            <p:nvPr>
              <p:custDataLst>
                <p:tags r:id="rId10"/>
              </p:custDataLst>
            </p:nvPr>
          </p:nvSpPr>
          <p:spPr>
            <a:xfrm>
              <a:off x="1873465" y="-1962372"/>
              <a:ext cx="417573" cy="417573"/>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a:noFill/>
              </a:endParaRPr>
            </a:p>
          </p:txBody>
        </p:sp>
        <p:sp>
          <p:nvSpPr>
            <p:cNvPr id="12" name="ThemeColor-5">
              <a:extLst>
                <a:ext uri="{FF2B5EF4-FFF2-40B4-BE49-F238E27FC236}">
                  <a16:creationId xmlns:a16="http://schemas.microsoft.com/office/drawing/2014/main" id="{AC54AA1F-90F6-C721-167B-0EC79EF4E45C}"/>
                </a:ext>
              </a:extLst>
            </p:cNvPr>
            <p:cNvSpPr/>
            <p:nvPr>
              <p:custDataLst>
                <p:tags r:id="rId11"/>
              </p:custDataLst>
            </p:nvPr>
          </p:nvSpPr>
          <p:spPr>
            <a:xfrm>
              <a:off x="3476773" y="-1962372"/>
              <a:ext cx="417573" cy="417573"/>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noFill/>
                </a:rPr>
                <a:t>1</a:t>
              </a:r>
              <a:endParaRPr lang="zh-CN" altLang="en-US" sz="3600" dirty="0">
                <a:noFill/>
              </a:endParaRPr>
            </a:p>
          </p:txBody>
        </p:sp>
        <p:sp>
          <p:nvSpPr>
            <p:cNvPr id="13" name="ThemeColor-6">
              <a:extLst>
                <a:ext uri="{FF2B5EF4-FFF2-40B4-BE49-F238E27FC236}">
                  <a16:creationId xmlns:a16="http://schemas.microsoft.com/office/drawing/2014/main" id="{38A0FAA3-9BB5-0A14-1513-CAA32CD4A611}"/>
                </a:ext>
              </a:extLst>
            </p:cNvPr>
            <p:cNvSpPr/>
            <p:nvPr>
              <p:custDataLst>
                <p:tags r:id="rId12"/>
              </p:custDataLst>
            </p:nvPr>
          </p:nvSpPr>
          <p:spPr>
            <a:xfrm>
              <a:off x="4061375" y="-1962372"/>
              <a:ext cx="417573" cy="417573"/>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noFill/>
                </a:rPr>
                <a:t>2</a:t>
              </a:r>
              <a:endParaRPr lang="zh-CN" altLang="en-US" sz="3600" dirty="0">
                <a:noFill/>
              </a:endParaRPr>
            </a:p>
          </p:txBody>
        </p:sp>
        <p:sp>
          <p:nvSpPr>
            <p:cNvPr id="14" name="ThemeColor-7">
              <a:extLst>
                <a:ext uri="{FF2B5EF4-FFF2-40B4-BE49-F238E27FC236}">
                  <a16:creationId xmlns:a16="http://schemas.microsoft.com/office/drawing/2014/main" id="{2271E990-014E-0CD4-4FBA-04630CE95FDC}"/>
                </a:ext>
              </a:extLst>
            </p:cNvPr>
            <p:cNvSpPr/>
            <p:nvPr>
              <p:custDataLst>
                <p:tags r:id="rId13"/>
              </p:custDataLst>
            </p:nvPr>
          </p:nvSpPr>
          <p:spPr>
            <a:xfrm>
              <a:off x="4645977" y="-1962372"/>
              <a:ext cx="417573" cy="417573"/>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noFill/>
                </a:rPr>
                <a:t>3</a:t>
              </a:r>
              <a:endParaRPr lang="zh-CN" altLang="en-US" sz="3600" dirty="0">
                <a:noFill/>
              </a:endParaRPr>
            </a:p>
          </p:txBody>
        </p:sp>
        <p:sp>
          <p:nvSpPr>
            <p:cNvPr id="15" name="ThemeColor-8">
              <a:extLst>
                <a:ext uri="{FF2B5EF4-FFF2-40B4-BE49-F238E27FC236}">
                  <a16:creationId xmlns:a16="http://schemas.microsoft.com/office/drawing/2014/main" id="{2279486F-E173-DBC5-7F95-E15B9450888E}"/>
                </a:ext>
              </a:extLst>
            </p:cNvPr>
            <p:cNvSpPr/>
            <p:nvPr>
              <p:custDataLst>
                <p:tags r:id="rId14"/>
              </p:custDataLst>
            </p:nvPr>
          </p:nvSpPr>
          <p:spPr>
            <a:xfrm>
              <a:off x="5230579" y="-1962372"/>
              <a:ext cx="417573" cy="417573"/>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noFill/>
                </a:rPr>
                <a:t>4</a:t>
              </a:r>
              <a:endParaRPr lang="zh-CN" altLang="en-US" sz="3600" dirty="0">
                <a:noFill/>
              </a:endParaRPr>
            </a:p>
          </p:txBody>
        </p:sp>
        <p:sp>
          <p:nvSpPr>
            <p:cNvPr id="16" name="ThemeColor-9">
              <a:extLst>
                <a:ext uri="{FF2B5EF4-FFF2-40B4-BE49-F238E27FC236}">
                  <a16:creationId xmlns:a16="http://schemas.microsoft.com/office/drawing/2014/main" id="{DDED5077-6C53-65F3-22BE-7B44F4B9E56A}"/>
                </a:ext>
              </a:extLst>
            </p:cNvPr>
            <p:cNvSpPr/>
            <p:nvPr>
              <p:custDataLst>
                <p:tags r:id="rId15"/>
              </p:custDataLst>
            </p:nvPr>
          </p:nvSpPr>
          <p:spPr>
            <a:xfrm>
              <a:off x="5815181" y="-1962372"/>
              <a:ext cx="417573" cy="417573"/>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a:noFill/>
                </a:rPr>
                <a:t>5</a:t>
              </a:r>
              <a:endParaRPr lang="zh-CN" altLang="en-US" sz="3600">
                <a:noFill/>
              </a:endParaRPr>
            </a:p>
          </p:txBody>
        </p:sp>
        <p:sp>
          <p:nvSpPr>
            <p:cNvPr id="17" name="ThemeColor-10">
              <a:extLst>
                <a:ext uri="{FF2B5EF4-FFF2-40B4-BE49-F238E27FC236}">
                  <a16:creationId xmlns:a16="http://schemas.microsoft.com/office/drawing/2014/main" id="{D3D4904F-7492-278C-E338-93EA37DF5B69}"/>
                </a:ext>
              </a:extLst>
            </p:cNvPr>
            <p:cNvSpPr/>
            <p:nvPr>
              <p:custDataLst>
                <p:tags r:id="rId16"/>
              </p:custDataLst>
            </p:nvPr>
          </p:nvSpPr>
          <p:spPr>
            <a:xfrm>
              <a:off x="6399785" y="-1962372"/>
              <a:ext cx="417573" cy="417573"/>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noFill/>
                </a:rPr>
                <a:t>6</a:t>
              </a:r>
              <a:endParaRPr lang="zh-CN" altLang="en-US" sz="3600" dirty="0">
                <a:noFill/>
              </a:endParaRPr>
            </a:p>
          </p:txBody>
        </p:sp>
        <p:sp>
          <p:nvSpPr>
            <p:cNvPr id="18" name="文本框 17">
              <a:extLst>
                <a:ext uri="{FF2B5EF4-FFF2-40B4-BE49-F238E27FC236}">
                  <a16:creationId xmlns:a16="http://schemas.microsoft.com/office/drawing/2014/main" id="{2EEBBDDC-4149-83D1-E5A6-C68AB501A53F}"/>
                </a:ext>
              </a:extLst>
            </p:cNvPr>
            <p:cNvSpPr txBox="1"/>
            <p:nvPr/>
          </p:nvSpPr>
          <p:spPr>
            <a:xfrm>
              <a:off x="-242621" y="-1475740"/>
              <a:ext cx="902811" cy="307777"/>
            </a:xfrm>
            <a:prstGeom prst="rect">
              <a:avLst/>
            </a:prstGeom>
            <a:noFill/>
          </p:spPr>
          <p:txBody>
            <a:bodyPr wrap="none" rtlCol="0">
              <a:spAutoFit/>
            </a:bodyPr>
            <a:lstStyle/>
            <a:p>
              <a:pPr algn="ctr"/>
              <a:r>
                <a:rPr lang="zh-CN" altLang="en-US" sz="1400" dirty="0">
                  <a:solidFill>
                    <a:schemeClr val="bg1"/>
                  </a:solidFill>
                </a:rPr>
                <a:t>浅底黑字</a:t>
              </a:r>
            </a:p>
          </p:txBody>
        </p:sp>
        <p:sp>
          <p:nvSpPr>
            <p:cNvPr id="19" name="文本框 18">
              <a:extLst>
                <a:ext uri="{FF2B5EF4-FFF2-40B4-BE49-F238E27FC236}">
                  <a16:creationId xmlns:a16="http://schemas.microsoft.com/office/drawing/2014/main" id="{6E785350-AB02-1771-B398-876691D2FCF0}"/>
                </a:ext>
              </a:extLst>
            </p:cNvPr>
            <p:cNvSpPr txBox="1"/>
            <p:nvPr/>
          </p:nvSpPr>
          <p:spPr>
            <a:xfrm>
              <a:off x="561404" y="-1475740"/>
              <a:ext cx="543739" cy="307777"/>
            </a:xfrm>
            <a:prstGeom prst="rect">
              <a:avLst/>
            </a:prstGeom>
            <a:noFill/>
          </p:spPr>
          <p:txBody>
            <a:bodyPr wrap="none" rtlCol="0">
              <a:spAutoFit/>
            </a:bodyPr>
            <a:lstStyle/>
            <a:p>
              <a:pPr algn="ctr"/>
              <a:r>
                <a:rPr lang="zh-CN" altLang="en-US" sz="1400" dirty="0">
                  <a:solidFill>
                    <a:schemeClr val="bg1"/>
                  </a:solidFill>
                </a:rPr>
                <a:t>白字</a:t>
              </a:r>
            </a:p>
          </p:txBody>
        </p:sp>
        <p:sp>
          <p:nvSpPr>
            <p:cNvPr id="20" name="文本框 19">
              <a:extLst>
                <a:ext uri="{FF2B5EF4-FFF2-40B4-BE49-F238E27FC236}">
                  <a16:creationId xmlns:a16="http://schemas.microsoft.com/office/drawing/2014/main" id="{97D60AF9-0505-CEB0-DC6D-B296FF924B93}"/>
                </a:ext>
              </a:extLst>
            </p:cNvPr>
            <p:cNvSpPr txBox="1"/>
            <p:nvPr/>
          </p:nvSpPr>
          <p:spPr>
            <a:xfrm>
              <a:off x="1185892" y="-1475740"/>
              <a:ext cx="543739" cy="307777"/>
            </a:xfrm>
            <a:prstGeom prst="rect">
              <a:avLst/>
            </a:prstGeom>
            <a:noFill/>
          </p:spPr>
          <p:txBody>
            <a:bodyPr wrap="none" rtlCol="0">
              <a:spAutoFit/>
            </a:bodyPr>
            <a:lstStyle/>
            <a:p>
              <a:pPr algn="ctr"/>
              <a:r>
                <a:rPr lang="zh-CN" altLang="en-US" sz="1400" dirty="0">
                  <a:solidFill>
                    <a:schemeClr val="bg1"/>
                  </a:solidFill>
                </a:rPr>
                <a:t>深底</a:t>
              </a:r>
            </a:p>
          </p:txBody>
        </p:sp>
        <p:sp>
          <p:nvSpPr>
            <p:cNvPr id="21" name="文本框 20">
              <a:extLst>
                <a:ext uri="{FF2B5EF4-FFF2-40B4-BE49-F238E27FC236}">
                  <a16:creationId xmlns:a16="http://schemas.microsoft.com/office/drawing/2014/main" id="{7285B04A-71A0-E3A7-1272-9CBECC82F5B4}"/>
                </a:ext>
              </a:extLst>
            </p:cNvPr>
            <p:cNvSpPr txBox="1"/>
            <p:nvPr/>
          </p:nvSpPr>
          <p:spPr>
            <a:xfrm>
              <a:off x="1810380" y="-1475740"/>
              <a:ext cx="543739" cy="307777"/>
            </a:xfrm>
            <a:prstGeom prst="rect">
              <a:avLst/>
            </a:prstGeom>
            <a:noFill/>
          </p:spPr>
          <p:txBody>
            <a:bodyPr wrap="none" rtlCol="0">
              <a:spAutoFit/>
            </a:bodyPr>
            <a:lstStyle/>
            <a:p>
              <a:pPr algn="ctr"/>
              <a:r>
                <a:rPr lang="zh-CN" altLang="en-US" sz="1400" dirty="0">
                  <a:solidFill>
                    <a:schemeClr val="bg1"/>
                  </a:solidFill>
                </a:rPr>
                <a:t>浅底</a:t>
              </a:r>
            </a:p>
          </p:txBody>
        </p:sp>
        <p:sp>
          <p:nvSpPr>
            <p:cNvPr id="22" name="文本框 21">
              <a:extLst>
                <a:ext uri="{FF2B5EF4-FFF2-40B4-BE49-F238E27FC236}">
                  <a16:creationId xmlns:a16="http://schemas.microsoft.com/office/drawing/2014/main" id="{825AFFB2-7E14-7F52-D5F4-9E47EC0604C8}"/>
                </a:ext>
              </a:extLst>
            </p:cNvPr>
            <p:cNvSpPr txBox="1"/>
            <p:nvPr/>
          </p:nvSpPr>
          <p:spPr>
            <a:xfrm>
              <a:off x="3368003" y="-1475740"/>
              <a:ext cx="635110" cy="307777"/>
            </a:xfrm>
            <a:prstGeom prst="rect">
              <a:avLst/>
            </a:prstGeom>
            <a:noFill/>
          </p:spPr>
          <p:txBody>
            <a:bodyPr wrap="none" rtlCol="0">
              <a:spAutoFit/>
            </a:bodyPr>
            <a:lstStyle/>
            <a:p>
              <a:pPr algn="ctr"/>
              <a:r>
                <a:rPr lang="zh-CN" altLang="en-US" sz="1400" dirty="0">
                  <a:solidFill>
                    <a:schemeClr val="bg1"/>
                  </a:solidFill>
                </a:rPr>
                <a:t>主色</a:t>
              </a:r>
              <a:r>
                <a:rPr lang="en-US" altLang="zh-CN" sz="1400" dirty="0">
                  <a:solidFill>
                    <a:schemeClr val="bg1"/>
                  </a:solidFill>
                </a:rPr>
                <a:t>1</a:t>
              </a:r>
              <a:endParaRPr lang="zh-CN" altLang="en-US" sz="1400" dirty="0">
                <a:solidFill>
                  <a:schemeClr val="bg1"/>
                </a:solidFill>
              </a:endParaRPr>
            </a:p>
          </p:txBody>
        </p:sp>
        <p:sp>
          <p:nvSpPr>
            <p:cNvPr id="23" name="文本框 22">
              <a:extLst>
                <a:ext uri="{FF2B5EF4-FFF2-40B4-BE49-F238E27FC236}">
                  <a16:creationId xmlns:a16="http://schemas.microsoft.com/office/drawing/2014/main" id="{B22FC0BA-97F6-B1CC-C971-1C08FFF83757}"/>
                </a:ext>
              </a:extLst>
            </p:cNvPr>
            <p:cNvSpPr txBox="1"/>
            <p:nvPr/>
          </p:nvSpPr>
          <p:spPr>
            <a:xfrm>
              <a:off x="3958522" y="-1475740"/>
              <a:ext cx="635110" cy="307777"/>
            </a:xfrm>
            <a:prstGeom prst="rect">
              <a:avLst/>
            </a:prstGeom>
            <a:noFill/>
          </p:spPr>
          <p:txBody>
            <a:bodyPr wrap="none" rtlCol="0">
              <a:spAutoFit/>
            </a:bodyPr>
            <a:lstStyle/>
            <a:p>
              <a:pPr algn="ctr"/>
              <a:r>
                <a:rPr lang="zh-CN" altLang="en-US" sz="1400" dirty="0">
                  <a:solidFill>
                    <a:schemeClr val="bg1"/>
                  </a:solidFill>
                </a:rPr>
                <a:t>主色</a:t>
              </a:r>
              <a:r>
                <a:rPr lang="en-US" altLang="zh-CN" sz="1400" dirty="0">
                  <a:solidFill>
                    <a:schemeClr val="bg1"/>
                  </a:solidFill>
                </a:rPr>
                <a:t>2</a:t>
              </a:r>
              <a:endParaRPr lang="zh-CN" altLang="en-US" sz="1400" dirty="0">
                <a:solidFill>
                  <a:schemeClr val="bg1"/>
                </a:solidFill>
              </a:endParaRPr>
            </a:p>
          </p:txBody>
        </p:sp>
        <p:sp>
          <p:nvSpPr>
            <p:cNvPr id="24" name="文本框 23">
              <a:extLst>
                <a:ext uri="{FF2B5EF4-FFF2-40B4-BE49-F238E27FC236}">
                  <a16:creationId xmlns:a16="http://schemas.microsoft.com/office/drawing/2014/main" id="{96A5AAAA-50F6-E33A-5D71-72B3111361A8}"/>
                </a:ext>
              </a:extLst>
            </p:cNvPr>
            <p:cNvSpPr txBox="1"/>
            <p:nvPr/>
          </p:nvSpPr>
          <p:spPr>
            <a:xfrm>
              <a:off x="4537208" y="-1475740"/>
              <a:ext cx="635110" cy="307777"/>
            </a:xfrm>
            <a:prstGeom prst="rect">
              <a:avLst/>
            </a:prstGeom>
            <a:noFill/>
          </p:spPr>
          <p:txBody>
            <a:bodyPr wrap="none" rtlCol="0">
              <a:spAutoFit/>
            </a:bodyPr>
            <a:lstStyle/>
            <a:p>
              <a:pPr algn="ctr"/>
              <a:r>
                <a:rPr lang="zh-CN" altLang="en-US" sz="1400" dirty="0">
                  <a:solidFill>
                    <a:schemeClr val="bg1"/>
                  </a:solidFill>
                </a:rPr>
                <a:t>主色</a:t>
              </a:r>
              <a:r>
                <a:rPr lang="en-US" altLang="zh-CN" sz="1400" dirty="0">
                  <a:solidFill>
                    <a:schemeClr val="bg1"/>
                  </a:solidFill>
                </a:rPr>
                <a:t>3</a:t>
              </a:r>
              <a:endParaRPr lang="zh-CN" altLang="en-US" sz="1400" dirty="0">
                <a:solidFill>
                  <a:schemeClr val="bg1"/>
                </a:solidFill>
              </a:endParaRPr>
            </a:p>
          </p:txBody>
        </p:sp>
      </p:grpSp>
    </p:spTree>
    <p:extLst>
      <p:ext uri="{BB962C8B-B14F-4D97-AF65-F5344CB8AC3E}">
        <p14:creationId xmlns:p14="http://schemas.microsoft.com/office/powerpoint/2010/main" val="3175551364"/>
      </p:ext>
    </p:extLst>
  </p:cSld>
  <p:clrMap bg1="dk1" tx1="lt1" bg2="dk2" tx2="lt2" accent1="accent1" accent2="accent2" accent3="accent3" accent4="accent4" accent5="accent5" accent6="accent6" hlink="hlink" folHlink="folHlink"/>
  <p:sldLayoutIdLst>
    <p:sldLayoutId id="2147483715" r:id="rId1"/>
    <p:sldLayoutId id="2147483723" r:id="rId2"/>
    <p:sldLayoutId id="2147483716" r:id="rId3"/>
    <p:sldLayoutId id="2147483724" r:id="rId4"/>
    <p:sldLayoutId id="2147483725"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tags" Target="../tags/tag24.xml"/><Relationship Id="rId18" Type="http://schemas.openxmlformats.org/officeDocument/2006/relationships/tags" Target="../tags/tag29.xml"/><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tags" Target="../tags/tag23.xml"/><Relationship Id="rId17" Type="http://schemas.openxmlformats.org/officeDocument/2006/relationships/tags" Target="../tags/tag28.xml"/><Relationship Id="rId2" Type="http://schemas.openxmlformats.org/officeDocument/2006/relationships/tags" Target="../tags/tag13.xml"/><Relationship Id="rId16" Type="http://schemas.openxmlformats.org/officeDocument/2006/relationships/tags" Target="../tags/tag27.xml"/><Relationship Id="rId20" Type="http://schemas.openxmlformats.org/officeDocument/2006/relationships/image" Target="../media/image4.png"/><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5" Type="http://schemas.openxmlformats.org/officeDocument/2006/relationships/tags" Target="../tags/tag16.xml"/><Relationship Id="rId15" Type="http://schemas.openxmlformats.org/officeDocument/2006/relationships/tags" Target="../tags/tag26.xml"/><Relationship Id="rId10" Type="http://schemas.openxmlformats.org/officeDocument/2006/relationships/tags" Target="../tags/tag21.xml"/><Relationship Id="rId19" Type="http://schemas.openxmlformats.org/officeDocument/2006/relationships/slideLayout" Target="../slideLayouts/slideLayout1.xml"/><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tags" Target="../tags/tag25.xml"/></Relationships>
</file>

<file path=ppt/slides/_rels/slide10.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slideLayout" Target="../slideLayouts/slideLayout1.xml"/><Relationship Id="rId4" Type="http://schemas.openxmlformats.org/officeDocument/2006/relationships/tags" Target="../tags/tag33.xml"/></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36.xml"/><Relationship Id="rId7" Type="http://schemas.openxmlformats.org/officeDocument/2006/relationships/slideLayout" Target="../slideLayouts/slideLayout1.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tags" Target="../tags/tag52.xml"/><Relationship Id="rId2" Type="http://schemas.openxmlformats.org/officeDocument/2006/relationships/tags" Target="../tags/tag42.xml"/><Relationship Id="rId16" Type="http://schemas.openxmlformats.org/officeDocument/2006/relationships/notesSlide" Target="../notesSlides/notesSlide12.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5" Type="http://schemas.openxmlformats.org/officeDocument/2006/relationships/tags" Target="../tags/tag45.xml"/><Relationship Id="rId15" Type="http://schemas.openxmlformats.org/officeDocument/2006/relationships/slideLayout" Target="../slideLayouts/slideLayout1.xml"/><Relationship Id="rId10" Type="http://schemas.openxmlformats.org/officeDocument/2006/relationships/tags" Target="../tags/tag50.xml"/><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tags" Target="../tags/tag62.xml"/><Relationship Id="rId13" Type="http://schemas.openxmlformats.org/officeDocument/2006/relationships/tags" Target="../tags/tag67.xml"/><Relationship Id="rId18" Type="http://schemas.openxmlformats.org/officeDocument/2006/relationships/tags" Target="../tags/tag72.xml"/><Relationship Id="rId3" Type="http://schemas.openxmlformats.org/officeDocument/2006/relationships/tags" Target="../tags/tag57.xml"/><Relationship Id="rId7" Type="http://schemas.openxmlformats.org/officeDocument/2006/relationships/tags" Target="../tags/tag61.xml"/><Relationship Id="rId12" Type="http://schemas.openxmlformats.org/officeDocument/2006/relationships/tags" Target="../tags/tag66.xml"/><Relationship Id="rId17" Type="http://schemas.openxmlformats.org/officeDocument/2006/relationships/tags" Target="../tags/tag71.xml"/><Relationship Id="rId2" Type="http://schemas.openxmlformats.org/officeDocument/2006/relationships/tags" Target="../tags/tag56.xml"/><Relationship Id="rId16" Type="http://schemas.openxmlformats.org/officeDocument/2006/relationships/tags" Target="../tags/tag70.xml"/><Relationship Id="rId20" Type="http://schemas.openxmlformats.org/officeDocument/2006/relationships/notesSlide" Target="../notesSlides/notesSlide17.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tags" Target="../tags/tag65.xml"/><Relationship Id="rId5" Type="http://schemas.openxmlformats.org/officeDocument/2006/relationships/tags" Target="../tags/tag59.xml"/><Relationship Id="rId15" Type="http://schemas.openxmlformats.org/officeDocument/2006/relationships/tags" Target="../tags/tag69.xml"/><Relationship Id="rId10" Type="http://schemas.openxmlformats.org/officeDocument/2006/relationships/tags" Target="../tags/tag64.xml"/><Relationship Id="rId19" Type="http://schemas.openxmlformats.org/officeDocument/2006/relationships/slideLayout" Target="../slideLayouts/slideLayout1.xml"/><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tags" Target="../tags/tag6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tags" Target="../tags/tag7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tags" Target="../tags/tag86.xml"/><Relationship Id="rId18" Type="http://schemas.openxmlformats.org/officeDocument/2006/relationships/tags" Target="../tags/tag91.xml"/><Relationship Id="rId26" Type="http://schemas.openxmlformats.org/officeDocument/2006/relationships/notesSlide" Target="../notesSlides/notesSlide47.xml"/><Relationship Id="rId3" Type="http://schemas.openxmlformats.org/officeDocument/2006/relationships/tags" Target="../tags/tag76.xml"/><Relationship Id="rId21" Type="http://schemas.openxmlformats.org/officeDocument/2006/relationships/tags" Target="../tags/tag94.xml"/><Relationship Id="rId7" Type="http://schemas.openxmlformats.org/officeDocument/2006/relationships/tags" Target="../tags/tag80.xml"/><Relationship Id="rId12" Type="http://schemas.openxmlformats.org/officeDocument/2006/relationships/tags" Target="../tags/tag85.xml"/><Relationship Id="rId17" Type="http://schemas.openxmlformats.org/officeDocument/2006/relationships/tags" Target="../tags/tag90.xml"/><Relationship Id="rId25" Type="http://schemas.openxmlformats.org/officeDocument/2006/relationships/slideLayout" Target="../slideLayouts/slideLayout1.xml"/><Relationship Id="rId2" Type="http://schemas.openxmlformats.org/officeDocument/2006/relationships/tags" Target="../tags/tag75.xml"/><Relationship Id="rId16" Type="http://schemas.openxmlformats.org/officeDocument/2006/relationships/tags" Target="../tags/tag89.xml"/><Relationship Id="rId20" Type="http://schemas.openxmlformats.org/officeDocument/2006/relationships/tags" Target="../tags/tag93.xml"/><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tags" Target="../tags/tag84.xml"/><Relationship Id="rId24" Type="http://schemas.openxmlformats.org/officeDocument/2006/relationships/tags" Target="../tags/tag97.xml"/><Relationship Id="rId5" Type="http://schemas.openxmlformats.org/officeDocument/2006/relationships/tags" Target="../tags/tag78.xml"/><Relationship Id="rId15" Type="http://schemas.openxmlformats.org/officeDocument/2006/relationships/tags" Target="../tags/tag88.xml"/><Relationship Id="rId23" Type="http://schemas.openxmlformats.org/officeDocument/2006/relationships/tags" Target="../tags/tag96.xml"/><Relationship Id="rId10" Type="http://schemas.openxmlformats.org/officeDocument/2006/relationships/tags" Target="../tags/tag83.xml"/><Relationship Id="rId19" Type="http://schemas.openxmlformats.org/officeDocument/2006/relationships/tags" Target="../tags/tag92.xml"/><Relationship Id="rId4" Type="http://schemas.openxmlformats.org/officeDocument/2006/relationships/tags" Target="../tags/tag77.xml"/><Relationship Id="rId9" Type="http://schemas.openxmlformats.org/officeDocument/2006/relationships/tags" Target="../tags/tag82.xml"/><Relationship Id="rId14" Type="http://schemas.openxmlformats.org/officeDocument/2006/relationships/tags" Target="../tags/tag87.xml"/><Relationship Id="rId22" Type="http://schemas.openxmlformats.org/officeDocument/2006/relationships/tags" Target="../tags/tag9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查看图片">
            <a:extLst>
              <a:ext uri="{FF2B5EF4-FFF2-40B4-BE49-F238E27FC236}">
                <a16:creationId xmlns:a16="http://schemas.microsoft.com/office/drawing/2014/main" id="{252EFB6B-3F59-2C41-ACFA-27ACA47A9F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5333948" y="-29790"/>
            <a:ext cx="6848475"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任意多边形: 形状 14">
            <a:extLst>
              <a:ext uri="{FF2B5EF4-FFF2-40B4-BE49-F238E27FC236}">
                <a16:creationId xmlns:a16="http://schemas.microsoft.com/office/drawing/2014/main" id="{F580808A-CFA9-DE44-BCE9-BD6A236429B5}"/>
              </a:ext>
            </a:extLst>
          </p:cNvPr>
          <p:cNvSpPr/>
          <p:nvPr/>
        </p:nvSpPr>
        <p:spPr>
          <a:xfrm flipH="1" flipV="1">
            <a:off x="0" y="4034712"/>
            <a:ext cx="12192000" cy="2703828"/>
          </a:xfrm>
          <a:custGeom>
            <a:avLst/>
            <a:gdLst>
              <a:gd name="connsiteX0" fmla="*/ 0 w 12192000"/>
              <a:gd name="connsiteY0" fmla="*/ 2475228 h 2475228"/>
              <a:gd name="connsiteX1" fmla="*/ 0 w 12192000"/>
              <a:gd name="connsiteY1" fmla="*/ 20729 h 2475228"/>
              <a:gd name="connsiteX2" fmla="*/ 106 w 12192000"/>
              <a:gd name="connsiteY2" fmla="*/ 160 h 2475228"/>
              <a:gd name="connsiteX3" fmla="*/ 107 w 12192000"/>
              <a:gd name="connsiteY3" fmla="*/ 22 h 2475228"/>
              <a:gd name="connsiteX4" fmla="*/ 110 w 12192000"/>
              <a:gd name="connsiteY4" fmla="*/ 0 h 2475228"/>
              <a:gd name="connsiteX5" fmla="*/ 12192000 w 12192000"/>
              <a:gd name="connsiteY5" fmla="*/ 0 h 2475228"/>
              <a:gd name="connsiteX6" fmla="*/ 12192000 w 12192000"/>
              <a:gd name="connsiteY6" fmla="*/ 985776 h 2475228"/>
              <a:gd name="connsiteX7" fmla="*/ 11917690 w 12192000"/>
              <a:gd name="connsiteY7" fmla="*/ 922008 h 2475228"/>
              <a:gd name="connsiteX8" fmla="*/ 210829 w 12192000"/>
              <a:gd name="connsiteY8" fmla="*/ 2308348 h 2475228"/>
              <a:gd name="connsiteX0" fmla="*/ 0 w 12192000"/>
              <a:gd name="connsiteY0" fmla="*/ 2475228 h 2475228"/>
              <a:gd name="connsiteX1" fmla="*/ 0 w 12192000"/>
              <a:gd name="connsiteY1" fmla="*/ 20729 h 2475228"/>
              <a:gd name="connsiteX2" fmla="*/ 106 w 12192000"/>
              <a:gd name="connsiteY2" fmla="*/ 160 h 2475228"/>
              <a:gd name="connsiteX3" fmla="*/ 107 w 12192000"/>
              <a:gd name="connsiteY3" fmla="*/ 22 h 2475228"/>
              <a:gd name="connsiteX4" fmla="*/ 110 w 12192000"/>
              <a:gd name="connsiteY4" fmla="*/ 0 h 2475228"/>
              <a:gd name="connsiteX5" fmla="*/ 12192000 w 12192000"/>
              <a:gd name="connsiteY5" fmla="*/ 0 h 2475228"/>
              <a:gd name="connsiteX6" fmla="*/ 12192000 w 12192000"/>
              <a:gd name="connsiteY6" fmla="*/ 985776 h 2475228"/>
              <a:gd name="connsiteX7" fmla="*/ 210829 w 12192000"/>
              <a:gd name="connsiteY7" fmla="*/ 2308348 h 2475228"/>
              <a:gd name="connsiteX8" fmla="*/ 0 w 12192000"/>
              <a:gd name="connsiteY8" fmla="*/ 2475228 h 2475228"/>
              <a:gd name="connsiteX0" fmla="*/ 0 w 12192000"/>
              <a:gd name="connsiteY0" fmla="*/ 2475228 h 2475228"/>
              <a:gd name="connsiteX1" fmla="*/ 0 w 12192000"/>
              <a:gd name="connsiteY1" fmla="*/ 20729 h 2475228"/>
              <a:gd name="connsiteX2" fmla="*/ 106 w 12192000"/>
              <a:gd name="connsiteY2" fmla="*/ 160 h 2475228"/>
              <a:gd name="connsiteX3" fmla="*/ 107 w 12192000"/>
              <a:gd name="connsiteY3" fmla="*/ 22 h 2475228"/>
              <a:gd name="connsiteX4" fmla="*/ 110 w 12192000"/>
              <a:gd name="connsiteY4" fmla="*/ 0 h 2475228"/>
              <a:gd name="connsiteX5" fmla="*/ 12192000 w 12192000"/>
              <a:gd name="connsiteY5" fmla="*/ 0 h 2475228"/>
              <a:gd name="connsiteX6" fmla="*/ 12192000 w 12192000"/>
              <a:gd name="connsiteY6" fmla="*/ 909576 h 2475228"/>
              <a:gd name="connsiteX7" fmla="*/ 210829 w 12192000"/>
              <a:gd name="connsiteY7" fmla="*/ 2308348 h 2475228"/>
              <a:gd name="connsiteX8" fmla="*/ 0 w 12192000"/>
              <a:gd name="connsiteY8" fmla="*/ 2475228 h 2475228"/>
              <a:gd name="connsiteX0" fmla="*/ 0 w 12192000"/>
              <a:gd name="connsiteY0" fmla="*/ 2475228 h 2475228"/>
              <a:gd name="connsiteX1" fmla="*/ 0 w 12192000"/>
              <a:gd name="connsiteY1" fmla="*/ 20729 h 2475228"/>
              <a:gd name="connsiteX2" fmla="*/ 106 w 12192000"/>
              <a:gd name="connsiteY2" fmla="*/ 160 h 2475228"/>
              <a:gd name="connsiteX3" fmla="*/ 107 w 12192000"/>
              <a:gd name="connsiteY3" fmla="*/ 22 h 2475228"/>
              <a:gd name="connsiteX4" fmla="*/ 110 w 12192000"/>
              <a:gd name="connsiteY4" fmla="*/ 0 h 2475228"/>
              <a:gd name="connsiteX5" fmla="*/ 12192000 w 12192000"/>
              <a:gd name="connsiteY5" fmla="*/ 0 h 2475228"/>
              <a:gd name="connsiteX6" fmla="*/ 12192000 w 12192000"/>
              <a:gd name="connsiteY6" fmla="*/ 909576 h 2475228"/>
              <a:gd name="connsiteX7" fmla="*/ 210829 w 12192000"/>
              <a:gd name="connsiteY7" fmla="*/ 2308348 h 2475228"/>
              <a:gd name="connsiteX8" fmla="*/ 0 w 12192000"/>
              <a:gd name="connsiteY8" fmla="*/ 2475228 h 2475228"/>
              <a:gd name="connsiteX0" fmla="*/ 0 w 12192000"/>
              <a:gd name="connsiteY0" fmla="*/ 2475228 h 2486917"/>
              <a:gd name="connsiteX1" fmla="*/ 0 w 12192000"/>
              <a:gd name="connsiteY1" fmla="*/ 20729 h 2486917"/>
              <a:gd name="connsiteX2" fmla="*/ 106 w 12192000"/>
              <a:gd name="connsiteY2" fmla="*/ 160 h 2486917"/>
              <a:gd name="connsiteX3" fmla="*/ 107 w 12192000"/>
              <a:gd name="connsiteY3" fmla="*/ 22 h 2486917"/>
              <a:gd name="connsiteX4" fmla="*/ 110 w 12192000"/>
              <a:gd name="connsiteY4" fmla="*/ 0 h 2486917"/>
              <a:gd name="connsiteX5" fmla="*/ 12192000 w 12192000"/>
              <a:gd name="connsiteY5" fmla="*/ 0 h 2486917"/>
              <a:gd name="connsiteX6" fmla="*/ 12192000 w 12192000"/>
              <a:gd name="connsiteY6" fmla="*/ 909576 h 2486917"/>
              <a:gd name="connsiteX7" fmla="*/ 0 w 12192000"/>
              <a:gd name="connsiteY7" fmla="*/ 2475228 h 2486917"/>
              <a:gd name="connsiteX0" fmla="*/ 0 w 12192000"/>
              <a:gd name="connsiteY0" fmla="*/ 2475228 h 2475228"/>
              <a:gd name="connsiteX1" fmla="*/ 0 w 12192000"/>
              <a:gd name="connsiteY1" fmla="*/ 20729 h 2475228"/>
              <a:gd name="connsiteX2" fmla="*/ 106 w 12192000"/>
              <a:gd name="connsiteY2" fmla="*/ 160 h 2475228"/>
              <a:gd name="connsiteX3" fmla="*/ 107 w 12192000"/>
              <a:gd name="connsiteY3" fmla="*/ 22 h 2475228"/>
              <a:gd name="connsiteX4" fmla="*/ 110 w 12192000"/>
              <a:gd name="connsiteY4" fmla="*/ 0 h 2475228"/>
              <a:gd name="connsiteX5" fmla="*/ 12192000 w 12192000"/>
              <a:gd name="connsiteY5" fmla="*/ 0 h 2475228"/>
              <a:gd name="connsiteX6" fmla="*/ 12192000 w 12192000"/>
              <a:gd name="connsiteY6" fmla="*/ 909576 h 2475228"/>
              <a:gd name="connsiteX7" fmla="*/ 0 w 12192000"/>
              <a:gd name="connsiteY7" fmla="*/ 2475228 h 2475228"/>
              <a:gd name="connsiteX0" fmla="*/ 0 w 12192000"/>
              <a:gd name="connsiteY0" fmla="*/ 2475228 h 2475228"/>
              <a:gd name="connsiteX1" fmla="*/ 0 w 12192000"/>
              <a:gd name="connsiteY1" fmla="*/ 20729 h 2475228"/>
              <a:gd name="connsiteX2" fmla="*/ 106 w 12192000"/>
              <a:gd name="connsiteY2" fmla="*/ 160 h 2475228"/>
              <a:gd name="connsiteX3" fmla="*/ 107 w 12192000"/>
              <a:gd name="connsiteY3" fmla="*/ 22 h 2475228"/>
              <a:gd name="connsiteX4" fmla="*/ 110 w 12192000"/>
              <a:gd name="connsiteY4" fmla="*/ 0 h 2475228"/>
              <a:gd name="connsiteX5" fmla="*/ 12192000 w 12192000"/>
              <a:gd name="connsiteY5" fmla="*/ 0 h 2475228"/>
              <a:gd name="connsiteX6" fmla="*/ 12192000 w 12192000"/>
              <a:gd name="connsiteY6" fmla="*/ 909576 h 2475228"/>
              <a:gd name="connsiteX7" fmla="*/ 0 w 12192000"/>
              <a:gd name="connsiteY7" fmla="*/ 2475228 h 2475228"/>
              <a:gd name="connsiteX0" fmla="*/ 0 w 12192000"/>
              <a:gd name="connsiteY0" fmla="*/ 2475228 h 2475228"/>
              <a:gd name="connsiteX1" fmla="*/ 0 w 12192000"/>
              <a:gd name="connsiteY1" fmla="*/ 20729 h 2475228"/>
              <a:gd name="connsiteX2" fmla="*/ 106 w 12192000"/>
              <a:gd name="connsiteY2" fmla="*/ 160 h 2475228"/>
              <a:gd name="connsiteX3" fmla="*/ 107 w 12192000"/>
              <a:gd name="connsiteY3" fmla="*/ 22 h 2475228"/>
              <a:gd name="connsiteX4" fmla="*/ 110 w 12192000"/>
              <a:gd name="connsiteY4" fmla="*/ 0 h 2475228"/>
              <a:gd name="connsiteX5" fmla="*/ 12192000 w 12192000"/>
              <a:gd name="connsiteY5" fmla="*/ 0 h 2475228"/>
              <a:gd name="connsiteX6" fmla="*/ 12192000 w 12192000"/>
              <a:gd name="connsiteY6" fmla="*/ 909576 h 2475228"/>
              <a:gd name="connsiteX7" fmla="*/ 0 w 12192000"/>
              <a:gd name="connsiteY7" fmla="*/ 2475228 h 2475228"/>
              <a:gd name="connsiteX0" fmla="*/ 0 w 12192000"/>
              <a:gd name="connsiteY0" fmla="*/ 2703828 h 2703828"/>
              <a:gd name="connsiteX1" fmla="*/ 0 w 12192000"/>
              <a:gd name="connsiteY1" fmla="*/ 20729 h 2703828"/>
              <a:gd name="connsiteX2" fmla="*/ 106 w 12192000"/>
              <a:gd name="connsiteY2" fmla="*/ 160 h 2703828"/>
              <a:gd name="connsiteX3" fmla="*/ 107 w 12192000"/>
              <a:gd name="connsiteY3" fmla="*/ 22 h 2703828"/>
              <a:gd name="connsiteX4" fmla="*/ 110 w 12192000"/>
              <a:gd name="connsiteY4" fmla="*/ 0 h 2703828"/>
              <a:gd name="connsiteX5" fmla="*/ 12192000 w 12192000"/>
              <a:gd name="connsiteY5" fmla="*/ 0 h 2703828"/>
              <a:gd name="connsiteX6" fmla="*/ 12192000 w 12192000"/>
              <a:gd name="connsiteY6" fmla="*/ 909576 h 2703828"/>
              <a:gd name="connsiteX7" fmla="*/ 0 w 12192000"/>
              <a:gd name="connsiteY7" fmla="*/ 2703828 h 2703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703828">
                <a:moveTo>
                  <a:pt x="0" y="2703828"/>
                </a:moveTo>
                <a:lnTo>
                  <a:pt x="0" y="20729"/>
                </a:lnTo>
                <a:cubicBezTo>
                  <a:pt x="35" y="13873"/>
                  <a:pt x="71" y="7016"/>
                  <a:pt x="106" y="160"/>
                </a:cubicBezTo>
                <a:cubicBezTo>
                  <a:pt x="106" y="114"/>
                  <a:pt x="107" y="68"/>
                  <a:pt x="107" y="22"/>
                </a:cubicBezTo>
                <a:cubicBezTo>
                  <a:pt x="108" y="15"/>
                  <a:pt x="109" y="7"/>
                  <a:pt x="110" y="0"/>
                </a:cubicBezTo>
                <a:lnTo>
                  <a:pt x="12192000" y="0"/>
                </a:lnTo>
                <a:lnTo>
                  <a:pt x="12192000" y="909576"/>
                </a:lnTo>
                <a:cubicBezTo>
                  <a:pt x="9525000" y="280714"/>
                  <a:pt x="2171700" y="934269"/>
                  <a:pt x="0" y="2703828"/>
                </a:cubicBezTo>
                <a:close/>
              </a:path>
            </a:pathLst>
          </a:custGeom>
          <a:solidFill>
            <a:schemeClr val="accent2">
              <a:alpha val="4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思源黑体 CN Normal"/>
              <a:cs typeface="+mn-cs"/>
            </a:endParaRPr>
          </a:p>
        </p:txBody>
      </p:sp>
      <p:sp>
        <p:nvSpPr>
          <p:cNvPr id="17" name="文本框 16">
            <a:extLst>
              <a:ext uri="{FF2B5EF4-FFF2-40B4-BE49-F238E27FC236}">
                <a16:creationId xmlns:a16="http://schemas.microsoft.com/office/drawing/2014/main" id="{5D2DB557-D507-2AA8-6A8F-32A48AE70DEE}"/>
              </a:ext>
            </a:extLst>
          </p:cNvPr>
          <p:cNvSpPr txBox="1"/>
          <p:nvPr/>
        </p:nvSpPr>
        <p:spPr>
          <a:xfrm>
            <a:off x="1655115" y="1801628"/>
            <a:ext cx="9489548" cy="1115498"/>
          </a:xfrm>
          <a:prstGeom prst="rect">
            <a:avLst/>
          </a:prstGeom>
          <a:noFill/>
        </p:spPr>
        <p:txBody>
          <a:bodyPr wrap="square" lIns="0" tIns="0" rIns="0" bIns="0">
            <a:spAutoFit/>
          </a:bodyPr>
          <a:lstStyle/>
          <a:p>
            <a:pPr>
              <a:lnSpc>
                <a:spcPct val="120000"/>
              </a:lnSpc>
            </a:pPr>
            <a:r>
              <a:rPr lang="zh-CN" altLang="en-US" sz="6600" b="1" spc="300" dirty="0">
                <a:gradFill>
                  <a:gsLst>
                    <a:gs pos="0">
                      <a:schemeClr val="accent1"/>
                    </a:gs>
                    <a:gs pos="82000">
                      <a:schemeClr val="accent1"/>
                    </a:gs>
                  </a:gsLst>
                  <a:path path="circle">
                    <a:fillToRect r="100000" b="100000"/>
                  </a:path>
                </a:gradFill>
                <a:latin typeface="微软雅黑" panose="020B0503020204020204" pitchFamily="34" charset="-122"/>
                <a:ea typeface="微软雅黑" panose="020B0503020204020204" pitchFamily="34" charset="-122"/>
              </a:rPr>
              <a:t>立体逻辑图示</a:t>
            </a:r>
            <a:r>
              <a:rPr lang="en-US" altLang="zh-CN" sz="6600" b="1" spc="300" dirty="0">
                <a:gradFill>
                  <a:gsLst>
                    <a:gs pos="0">
                      <a:schemeClr val="accent1"/>
                    </a:gs>
                    <a:gs pos="82000">
                      <a:schemeClr val="accent1"/>
                    </a:gs>
                  </a:gsLst>
                  <a:path path="circle">
                    <a:fillToRect r="100000" b="100000"/>
                  </a:path>
                </a:gradFill>
                <a:latin typeface="微软雅黑" panose="020B0503020204020204" pitchFamily="34" charset="-122"/>
                <a:ea typeface="微软雅黑" panose="020B0503020204020204" pitchFamily="34" charset="-122"/>
              </a:rPr>
              <a:t>PPT</a:t>
            </a:r>
          </a:p>
        </p:txBody>
      </p:sp>
      <p:sp>
        <p:nvSpPr>
          <p:cNvPr id="5" name="任意多边形: 形状 14">
            <a:extLst>
              <a:ext uri="{FF2B5EF4-FFF2-40B4-BE49-F238E27FC236}">
                <a16:creationId xmlns:a16="http://schemas.microsoft.com/office/drawing/2014/main" id="{96234FD0-30A7-D54E-9508-25ED429FE01B}"/>
              </a:ext>
            </a:extLst>
          </p:cNvPr>
          <p:cNvSpPr/>
          <p:nvPr/>
        </p:nvSpPr>
        <p:spPr>
          <a:xfrm flipH="1" flipV="1">
            <a:off x="0" y="4300200"/>
            <a:ext cx="12192000" cy="2557799"/>
          </a:xfrm>
          <a:custGeom>
            <a:avLst/>
            <a:gdLst>
              <a:gd name="connsiteX0" fmla="*/ 0 w 12192000"/>
              <a:gd name="connsiteY0" fmla="*/ 2475228 h 2475228"/>
              <a:gd name="connsiteX1" fmla="*/ 0 w 12192000"/>
              <a:gd name="connsiteY1" fmla="*/ 20729 h 2475228"/>
              <a:gd name="connsiteX2" fmla="*/ 106 w 12192000"/>
              <a:gd name="connsiteY2" fmla="*/ 160 h 2475228"/>
              <a:gd name="connsiteX3" fmla="*/ 107 w 12192000"/>
              <a:gd name="connsiteY3" fmla="*/ 22 h 2475228"/>
              <a:gd name="connsiteX4" fmla="*/ 110 w 12192000"/>
              <a:gd name="connsiteY4" fmla="*/ 0 h 2475228"/>
              <a:gd name="connsiteX5" fmla="*/ 12192000 w 12192000"/>
              <a:gd name="connsiteY5" fmla="*/ 0 h 2475228"/>
              <a:gd name="connsiteX6" fmla="*/ 12192000 w 12192000"/>
              <a:gd name="connsiteY6" fmla="*/ 985776 h 2475228"/>
              <a:gd name="connsiteX7" fmla="*/ 11917690 w 12192000"/>
              <a:gd name="connsiteY7" fmla="*/ 922008 h 2475228"/>
              <a:gd name="connsiteX8" fmla="*/ 210829 w 12192000"/>
              <a:gd name="connsiteY8" fmla="*/ 2308348 h 2475228"/>
              <a:gd name="connsiteX0" fmla="*/ 0 w 12192000"/>
              <a:gd name="connsiteY0" fmla="*/ 2475228 h 2475228"/>
              <a:gd name="connsiteX1" fmla="*/ 0 w 12192000"/>
              <a:gd name="connsiteY1" fmla="*/ 20729 h 2475228"/>
              <a:gd name="connsiteX2" fmla="*/ 106 w 12192000"/>
              <a:gd name="connsiteY2" fmla="*/ 160 h 2475228"/>
              <a:gd name="connsiteX3" fmla="*/ 107 w 12192000"/>
              <a:gd name="connsiteY3" fmla="*/ 22 h 2475228"/>
              <a:gd name="connsiteX4" fmla="*/ 110 w 12192000"/>
              <a:gd name="connsiteY4" fmla="*/ 0 h 2475228"/>
              <a:gd name="connsiteX5" fmla="*/ 12192000 w 12192000"/>
              <a:gd name="connsiteY5" fmla="*/ 0 h 2475228"/>
              <a:gd name="connsiteX6" fmla="*/ 12192000 w 12192000"/>
              <a:gd name="connsiteY6" fmla="*/ 985776 h 2475228"/>
              <a:gd name="connsiteX7" fmla="*/ 210829 w 12192000"/>
              <a:gd name="connsiteY7" fmla="*/ 2308348 h 2475228"/>
              <a:gd name="connsiteX8" fmla="*/ 0 w 12192000"/>
              <a:gd name="connsiteY8" fmla="*/ 2475228 h 2475228"/>
              <a:gd name="connsiteX0" fmla="*/ 0 w 12192000"/>
              <a:gd name="connsiteY0" fmla="*/ 2475228 h 2475228"/>
              <a:gd name="connsiteX1" fmla="*/ 0 w 12192000"/>
              <a:gd name="connsiteY1" fmla="*/ 20729 h 2475228"/>
              <a:gd name="connsiteX2" fmla="*/ 106 w 12192000"/>
              <a:gd name="connsiteY2" fmla="*/ 160 h 2475228"/>
              <a:gd name="connsiteX3" fmla="*/ 107 w 12192000"/>
              <a:gd name="connsiteY3" fmla="*/ 22 h 2475228"/>
              <a:gd name="connsiteX4" fmla="*/ 110 w 12192000"/>
              <a:gd name="connsiteY4" fmla="*/ 0 h 2475228"/>
              <a:gd name="connsiteX5" fmla="*/ 12192000 w 12192000"/>
              <a:gd name="connsiteY5" fmla="*/ 0 h 2475228"/>
              <a:gd name="connsiteX6" fmla="*/ 12192000 w 12192000"/>
              <a:gd name="connsiteY6" fmla="*/ 909576 h 2475228"/>
              <a:gd name="connsiteX7" fmla="*/ 210829 w 12192000"/>
              <a:gd name="connsiteY7" fmla="*/ 2308348 h 2475228"/>
              <a:gd name="connsiteX8" fmla="*/ 0 w 12192000"/>
              <a:gd name="connsiteY8" fmla="*/ 2475228 h 2475228"/>
              <a:gd name="connsiteX0" fmla="*/ 0 w 12192000"/>
              <a:gd name="connsiteY0" fmla="*/ 2475228 h 2475228"/>
              <a:gd name="connsiteX1" fmla="*/ 0 w 12192000"/>
              <a:gd name="connsiteY1" fmla="*/ 20729 h 2475228"/>
              <a:gd name="connsiteX2" fmla="*/ 106 w 12192000"/>
              <a:gd name="connsiteY2" fmla="*/ 160 h 2475228"/>
              <a:gd name="connsiteX3" fmla="*/ 107 w 12192000"/>
              <a:gd name="connsiteY3" fmla="*/ 22 h 2475228"/>
              <a:gd name="connsiteX4" fmla="*/ 110 w 12192000"/>
              <a:gd name="connsiteY4" fmla="*/ 0 h 2475228"/>
              <a:gd name="connsiteX5" fmla="*/ 12192000 w 12192000"/>
              <a:gd name="connsiteY5" fmla="*/ 0 h 2475228"/>
              <a:gd name="connsiteX6" fmla="*/ 12192000 w 12192000"/>
              <a:gd name="connsiteY6" fmla="*/ 909576 h 2475228"/>
              <a:gd name="connsiteX7" fmla="*/ 210829 w 12192000"/>
              <a:gd name="connsiteY7" fmla="*/ 2308348 h 2475228"/>
              <a:gd name="connsiteX8" fmla="*/ 0 w 12192000"/>
              <a:gd name="connsiteY8" fmla="*/ 2475228 h 2475228"/>
              <a:gd name="connsiteX0" fmla="*/ 0 w 12192000"/>
              <a:gd name="connsiteY0" fmla="*/ 2475228 h 2486917"/>
              <a:gd name="connsiteX1" fmla="*/ 0 w 12192000"/>
              <a:gd name="connsiteY1" fmla="*/ 20729 h 2486917"/>
              <a:gd name="connsiteX2" fmla="*/ 106 w 12192000"/>
              <a:gd name="connsiteY2" fmla="*/ 160 h 2486917"/>
              <a:gd name="connsiteX3" fmla="*/ 107 w 12192000"/>
              <a:gd name="connsiteY3" fmla="*/ 22 h 2486917"/>
              <a:gd name="connsiteX4" fmla="*/ 110 w 12192000"/>
              <a:gd name="connsiteY4" fmla="*/ 0 h 2486917"/>
              <a:gd name="connsiteX5" fmla="*/ 12192000 w 12192000"/>
              <a:gd name="connsiteY5" fmla="*/ 0 h 2486917"/>
              <a:gd name="connsiteX6" fmla="*/ 12192000 w 12192000"/>
              <a:gd name="connsiteY6" fmla="*/ 909576 h 2486917"/>
              <a:gd name="connsiteX7" fmla="*/ 0 w 12192000"/>
              <a:gd name="connsiteY7" fmla="*/ 2475228 h 2486917"/>
              <a:gd name="connsiteX0" fmla="*/ 0 w 12192000"/>
              <a:gd name="connsiteY0" fmla="*/ 2475228 h 2475228"/>
              <a:gd name="connsiteX1" fmla="*/ 0 w 12192000"/>
              <a:gd name="connsiteY1" fmla="*/ 20729 h 2475228"/>
              <a:gd name="connsiteX2" fmla="*/ 106 w 12192000"/>
              <a:gd name="connsiteY2" fmla="*/ 160 h 2475228"/>
              <a:gd name="connsiteX3" fmla="*/ 107 w 12192000"/>
              <a:gd name="connsiteY3" fmla="*/ 22 h 2475228"/>
              <a:gd name="connsiteX4" fmla="*/ 110 w 12192000"/>
              <a:gd name="connsiteY4" fmla="*/ 0 h 2475228"/>
              <a:gd name="connsiteX5" fmla="*/ 12192000 w 12192000"/>
              <a:gd name="connsiteY5" fmla="*/ 0 h 2475228"/>
              <a:gd name="connsiteX6" fmla="*/ 12192000 w 12192000"/>
              <a:gd name="connsiteY6" fmla="*/ 909576 h 2475228"/>
              <a:gd name="connsiteX7" fmla="*/ 0 w 12192000"/>
              <a:gd name="connsiteY7" fmla="*/ 2475228 h 2475228"/>
              <a:gd name="connsiteX0" fmla="*/ 0 w 12192000"/>
              <a:gd name="connsiteY0" fmla="*/ 2475228 h 2475228"/>
              <a:gd name="connsiteX1" fmla="*/ 0 w 12192000"/>
              <a:gd name="connsiteY1" fmla="*/ 20729 h 2475228"/>
              <a:gd name="connsiteX2" fmla="*/ 106 w 12192000"/>
              <a:gd name="connsiteY2" fmla="*/ 160 h 2475228"/>
              <a:gd name="connsiteX3" fmla="*/ 107 w 12192000"/>
              <a:gd name="connsiteY3" fmla="*/ 22 h 2475228"/>
              <a:gd name="connsiteX4" fmla="*/ 110 w 12192000"/>
              <a:gd name="connsiteY4" fmla="*/ 0 h 2475228"/>
              <a:gd name="connsiteX5" fmla="*/ 12192000 w 12192000"/>
              <a:gd name="connsiteY5" fmla="*/ 0 h 2475228"/>
              <a:gd name="connsiteX6" fmla="*/ 12192000 w 12192000"/>
              <a:gd name="connsiteY6" fmla="*/ 909576 h 2475228"/>
              <a:gd name="connsiteX7" fmla="*/ 0 w 12192000"/>
              <a:gd name="connsiteY7" fmla="*/ 2475228 h 2475228"/>
              <a:gd name="connsiteX0" fmla="*/ 0 w 12192000"/>
              <a:gd name="connsiteY0" fmla="*/ 2475228 h 2475228"/>
              <a:gd name="connsiteX1" fmla="*/ 0 w 12192000"/>
              <a:gd name="connsiteY1" fmla="*/ 20729 h 2475228"/>
              <a:gd name="connsiteX2" fmla="*/ 106 w 12192000"/>
              <a:gd name="connsiteY2" fmla="*/ 160 h 2475228"/>
              <a:gd name="connsiteX3" fmla="*/ 107 w 12192000"/>
              <a:gd name="connsiteY3" fmla="*/ 22 h 2475228"/>
              <a:gd name="connsiteX4" fmla="*/ 110 w 12192000"/>
              <a:gd name="connsiteY4" fmla="*/ 0 h 2475228"/>
              <a:gd name="connsiteX5" fmla="*/ 12192000 w 12192000"/>
              <a:gd name="connsiteY5" fmla="*/ 0 h 2475228"/>
              <a:gd name="connsiteX6" fmla="*/ 12192000 w 12192000"/>
              <a:gd name="connsiteY6" fmla="*/ 909576 h 2475228"/>
              <a:gd name="connsiteX7" fmla="*/ 0 w 12192000"/>
              <a:gd name="connsiteY7" fmla="*/ 2475228 h 2475228"/>
              <a:gd name="connsiteX0" fmla="*/ 0 w 12192000"/>
              <a:gd name="connsiteY0" fmla="*/ 2703828 h 2703828"/>
              <a:gd name="connsiteX1" fmla="*/ 0 w 12192000"/>
              <a:gd name="connsiteY1" fmla="*/ 20729 h 2703828"/>
              <a:gd name="connsiteX2" fmla="*/ 106 w 12192000"/>
              <a:gd name="connsiteY2" fmla="*/ 160 h 2703828"/>
              <a:gd name="connsiteX3" fmla="*/ 107 w 12192000"/>
              <a:gd name="connsiteY3" fmla="*/ 22 h 2703828"/>
              <a:gd name="connsiteX4" fmla="*/ 110 w 12192000"/>
              <a:gd name="connsiteY4" fmla="*/ 0 h 2703828"/>
              <a:gd name="connsiteX5" fmla="*/ 12192000 w 12192000"/>
              <a:gd name="connsiteY5" fmla="*/ 0 h 2703828"/>
              <a:gd name="connsiteX6" fmla="*/ 12192000 w 12192000"/>
              <a:gd name="connsiteY6" fmla="*/ 909576 h 2703828"/>
              <a:gd name="connsiteX7" fmla="*/ 0 w 12192000"/>
              <a:gd name="connsiteY7" fmla="*/ 2703828 h 2703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703828">
                <a:moveTo>
                  <a:pt x="0" y="2703828"/>
                </a:moveTo>
                <a:lnTo>
                  <a:pt x="0" y="20729"/>
                </a:lnTo>
                <a:cubicBezTo>
                  <a:pt x="35" y="13873"/>
                  <a:pt x="71" y="7016"/>
                  <a:pt x="106" y="160"/>
                </a:cubicBezTo>
                <a:cubicBezTo>
                  <a:pt x="106" y="114"/>
                  <a:pt x="107" y="68"/>
                  <a:pt x="107" y="22"/>
                </a:cubicBezTo>
                <a:cubicBezTo>
                  <a:pt x="108" y="15"/>
                  <a:pt x="109" y="7"/>
                  <a:pt x="110" y="0"/>
                </a:cubicBezTo>
                <a:lnTo>
                  <a:pt x="12192000" y="0"/>
                </a:lnTo>
                <a:lnTo>
                  <a:pt x="12192000" y="909576"/>
                </a:lnTo>
                <a:cubicBezTo>
                  <a:pt x="9525000" y="280714"/>
                  <a:pt x="2171700" y="934269"/>
                  <a:pt x="0" y="2703828"/>
                </a:cubicBezTo>
                <a:close/>
              </a:path>
            </a:pathLst>
          </a:custGeom>
          <a:gradFill>
            <a:gsLst>
              <a:gs pos="0">
                <a:schemeClr val="accent1">
                  <a:lumMod val="75000"/>
                </a:schemeClr>
              </a:gs>
              <a:gs pos="100000">
                <a:schemeClr val="accent1"/>
              </a:gs>
            </a:gsLst>
            <a:lin ang="108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思源黑体 CN Normal"/>
              <a:cs typeface="+mn-cs"/>
            </a:endParaRPr>
          </a:p>
        </p:txBody>
      </p:sp>
      <p:sp>
        <p:nvSpPr>
          <p:cNvPr id="7" name="文本占位符 3">
            <a:extLst>
              <a:ext uri="{FF2B5EF4-FFF2-40B4-BE49-F238E27FC236}">
                <a16:creationId xmlns:a16="http://schemas.microsoft.com/office/drawing/2014/main" id="{49695AB0-52F1-0A4A-84DE-E7F98E01E392}"/>
              </a:ext>
            </a:extLst>
          </p:cNvPr>
          <p:cNvSpPr txBox="1">
            <a:spLocks/>
          </p:cNvSpPr>
          <p:nvPr/>
        </p:nvSpPr>
        <p:spPr>
          <a:xfrm>
            <a:off x="1620829" y="4183377"/>
            <a:ext cx="1219886" cy="246221"/>
          </a:xfrm>
          <a:prstGeom prst="rect">
            <a:avLst/>
          </a:prstGeom>
        </p:spPr>
        <p:txBody>
          <a:bodyPr wrap="none"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zh-CN" altLang="en-US" sz="1600" u="none" strike="noStrike" kern="1200" cap="none" spc="0" normalizeH="0" baseline="0" noProof="0" dirty="0">
                <a:ln>
                  <a:noFill/>
                </a:ln>
                <a:solidFill>
                  <a:schemeClr val="accent1"/>
                </a:solidFill>
                <a:effectLst/>
                <a:uLnTx/>
                <a:uFillTx/>
                <a:latin typeface="Microsoft YaHei" panose="020B0503020204020204" pitchFamily="34" charset="-122"/>
                <a:ea typeface="Microsoft YaHei" panose="020B0503020204020204" pitchFamily="34" charset="-122"/>
              </a:rPr>
              <a:t>汇报人：</a:t>
            </a:r>
            <a:r>
              <a:rPr kumimoji="0" lang="en-US" altLang="zh-CN" sz="1600" u="none" strike="noStrike" kern="1200" cap="none" spc="0" normalizeH="0" baseline="0" noProof="0" dirty="0">
                <a:ln>
                  <a:noFill/>
                </a:ln>
                <a:solidFill>
                  <a:schemeClr val="accent1"/>
                </a:solidFill>
                <a:effectLst/>
                <a:uLnTx/>
                <a:uFillTx/>
                <a:latin typeface="Microsoft YaHei" panose="020B0503020204020204" pitchFamily="34" charset="-122"/>
                <a:ea typeface="Microsoft YaHei" panose="020B0503020204020204" pitchFamily="34" charset="-122"/>
              </a:rPr>
              <a:t>XXX</a:t>
            </a:r>
            <a:endParaRPr kumimoji="0" lang="zh-CN" altLang="en-US" sz="1600" u="none" strike="noStrike" kern="1200" cap="none" spc="0" normalizeH="0" baseline="0" noProof="0" dirty="0">
              <a:ln>
                <a:noFill/>
              </a:ln>
              <a:solidFill>
                <a:schemeClr val="accent1"/>
              </a:solidFill>
              <a:effectLst/>
              <a:uLnTx/>
              <a:uFillTx/>
              <a:latin typeface="Microsoft YaHei" panose="020B0503020204020204" pitchFamily="34" charset="-122"/>
              <a:ea typeface="Microsoft YaHei" panose="020B0503020204020204" pitchFamily="34" charset="-122"/>
            </a:endParaRPr>
          </a:p>
        </p:txBody>
      </p:sp>
      <p:cxnSp>
        <p:nvCxnSpPr>
          <p:cNvPr id="8" name="直接连接符 12">
            <a:extLst>
              <a:ext uri="{FF2B5EF4-FFF2-40B4-BE49-F238E27FC236}">
                <a16:creationId xmlns:a16="http://schemas.microsoft.com/office/drawing/2014/main" id="{A8AE9A8E-4B0A-9F43-B577-A54E5034001B}"/>
              </a:ext>
            </a:extLst>
          </p:cNvPr>
          <p:cNvCxnSpPr>
            <a:cxnSpLocks/>
          </p:cNvCxnSpPr>
          <p:nvPr/>
        </p:nvCxnSpPr>
        <p:spPr>
          <a:xfrm>
            <a:off x="1655115" y="3856565"/>
            <a:ext cx="392345" cy="0"/>
          </a:xfrm>
          <a:prstGeom prst="line">
            <a:avLst/>
          </a:prstGeom>
          <a:ln w="3175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文本占位符 3">
            <a:extLst>
              <a:ext uri="{FF2B5EF4-FFF2-40B4-BE49-F238E27FC236}">
                <a16:creationId xmlns:a16="http://schemas.microsoft.com/office/drawing/2014/main" id="{6BD3C78E-5DE5-2D4E-A86A-02EEF4FA8DEA}"/>
              </a:ext>
            </a:extLst>
          </p:cNvPr>
          <p:cNvSpPr txBox="1">
            <a:spLocks/>
          </p:cNvSpPr>
          <p:nvPr/>
        </p:nvSpPr>
        <p:spPr>
          <a:xfrm>
            <a:off x="1620828" y="3080531"/>
            <a:ext cx="5853397" cy="332399"/>
          </a:xfrm>
          <a:prstGeom prst="rect">
            <a:avLst/>
          </a:prstGeom>
        </p:spPr>
        <p:txBody>
          <a:bodyPr wrap="square"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2400" u="none" strike="noStrike" kern="1200" cap="none" spc="0" normalizeH="0" baseline="0" noProof="0" dirty="0">
                <a:ln>
                  <a:noFill/>
                </a:ln>
                <a:solidFill>
                  <a:srgbClr val="000000">
                    <a:lumMod val="65000"/>
                    <a:lumOff val="35000"/>
                  </a:srgbClr>
                </a:solidFill>
                <a:effectLst/>
                <a:uLnTx/>
                <a:uFillTx/>
                <a:latin typeface="Microsoft YaHei" panose="020B0503020204020204" pitchFamily="34" charset="-122"/>
                <a:ea typeface="Microsoft YaHei" panose="020B0503020204020204" pitchFamily="34" charset="-122"/>
              </a:rPr>
              <a:t>2023</a:t>
            </a:r>
            <a:r>
              <a:rPr kumimoji="0" lang="zh-CN" altLang="en-US" sz="2400" u="none" strike="noStrike" kern="1200" cap="none" spc="0" normalizeH="0" baseline="0" noProof="0" dirty="0">
                <a:ln>
                  <a:noFill/>
                </a:ln>
                <a:solidFill>
                  <a:srgbClr val="000000">
                    <a:lumMod val="65000"/>
                    <a:lumOff val="35000"/>
                  </a:srgbClr>
                </a:solidFill>
                <a:effectLst/>
                <a:uLnTx/>
                <a:uFillTx/>
                <a:latin typeface="Microsoft YaHei" panose="020B0503020204020204" pitchFamily="34" charset="-122"/>
                <a:ea typeface="Microsoft YaHei" panose="020B0503020204020204" pitchFamily="34" charset="-122"/>
              </a:rPr>
              <a:t>年总结汇报 </a:t>
            </a:r>
            <a:r>
              <a:rPr kumimoji="0" lang="en-US" altLang="zh-CN" sz="2400" u="none" strike="noStrike" kern="1200" cap="none" spc="0" normalizeH="0" baseline="0" noProof="0" dirty="0">
                <a:ln>
                  <a:noFill/>
                </a:ln>
                <a:solidFill>
                  <a:srgbClr val="000000">
                    <a:lumMod val="65000"/>
                    <a:lumOff val="35000"/>
                  </a:srgbClr>
                </a:solidFill>
                <a:effectLst/>
                <a:uLnTx/>
                <a:uFillTx/>
                <a:latin typeface="Microsoft YaHei" panose="020B0503020204020204" pitchFamily="34" charset="-122"/>
                <a:ea typeface="Microsoft YaHei" panose="020B0503020204020204" pitchFamily="34" charset="-122"/>
              </a:rPr>
              <a:t>&amp; 2024</a:t>
            </a:r>
            <a:r>
              <a:rPr kumimoji="0" lang="zh-CN" altLang="en-US" sz="2400" u="none" strike="noStrike" kern="1200" cap="none" spc="0" normalizeH="0" baseline="0" noProof="0" dirty="0">
                <a:ln>
                  <a:noFill/>
                </a:ln>
                <a:solidFill>
                  <a:srgbClr val="000000">
                    <a:lumMod val="65000"/>
                    <a:lumOff val="35000"/>
                  </a:srgbClr>
                </a:solidFill>
                <a:effectLst/>
                <a:uLnTx/>
                <a:uFillTx/>
                <a:latin typeface="Microsoft YaHei" panose="020B0503020204020204" pitchFamily="34" charset="-122"/>
                <a:ea typeface="Microsoft YaHei" panose="020B0503020204020204" pitchFamily="34" charset="-122"/>
              </a:rPr>
              <a:t>年工作计划</a:t>
            </a:r>
          </a:p>
        </p:txBody>
      </p:sp>
    </p:spTree>
    <p:extLst>
      <p:ext uri="{BB962C8B-B14F-4D97-AF65-F5344CB8AC3E}">
        <p14:creationId xmlns:p14="http://schemas.microsoft.com/office/powerpoint/2010/main" val="4133674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0" name="文本框 29">
            <a:extLst>
              <a:ext uri="{FF2B5EF4-FFF2-40B4-BE49-F238E27FC236}">
                <a16:creationId xmlns:a16="http://schemas.microsoft.com/office/drawing/2014/main" id="{5F084634-FF57-CEE9-8272-EB5006793B81}"/>
              </a:ext>
            </a:extLst>
          </p:cNvPr>
          <p:cNvSpPr txBox="1"/>
          <p:nvPr/>
        </p:nvSpPr>
        <p:spPr>
          <a:xfrm>
            <a:off x="649705" y="523557"/>
            <a:ext cx="7001329" cy="492443"/>
          </a:xfrm>
          <a:prstGeom prst="rect">
            <a:avLst/>
          </a:prstGeom>
          <a:noFill/>
        </p:spPr>
        <p:txBody>
          <a:bodyPr wrap="square" lIns="0" tIns="0" rIns="0" bIns="0">
            <a:spAutoFit/>
          </a:bodyPr>
          <a:lstStyle/>
          <a:p>
            <a:r>
              <a:rPr lang="zh-CN" altLang="en-US" sz="3200" b="1" dirty="0">
                <a:solidFill>
                  <a:schemeClr val="bg1"/>
                </a:solidFill>
                <a:latin typeface="+mj-ea"/>
                <a:ea typeface="+mj-ea"/>
              </a:rPr>
              <a:t>数据保障模型</a:t>
            </a:r>
            <a:endParaRPr lang="en-US" altLang="zh-CN" sz="3200" b="1" dirty="0">
              <a:solidFill>
                <a:schemeClr val="bg1"/>
              </a:solidFill>
              <a:latin typeface="+mj-ea"/>
              <a:ea typeface="+mj-ea"/>
            </a:endParaRPr>
          </a:p>
        </p:txBody>
      </p:sp>
      <p:sp>
        <p:nvSpPr>
          <p:cNvPr id="101" name="椭圆 100">
            <a:extLst>
              <a:ext uri="{FF2B5EF4-FFF2-40B4-BE49-F238E27FC236}">
                <a16:creationId xmlns:a16="http://schemas.microsoft.com/office/drawing/2014/main" id="{8EEF3AF5-483C-1D80-397E-AFCAC378F4C7}"/>
              </a:ext>
            </a:extLst>
          </p:cNvPr>
          <p:cNvSpPr/>
          <p:nvPr/>
        </p:nvSpPr>
        <p:spPr>
          <a:xfrm>
            <a:off x="3584196" y="4733979"/>
            <a:ext cx="5005917" cy="1206806"/>
          </a:xfrm>
          <a:prstGeom prst="ellipse">
            <a:avLst/>
          </a:prstGeom>
          <a:solidFill>
            <a:schemeClr val="tx2"/>
          </a:soli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2" name="任意多边形: 形状 101">
            <a:extLst>
              <a:ext uri="{FF2B5EF4-FFF2-40B4-BE49-F238E27FC236}">
                <a16:creationId xmlns:a16="http://schemas.microsoft.com/office/drawing/2014/main" id="{EF128E48-66D4-CAE3-84A9-1744455EC862}"/>
              </a:ext>
            </a:extLst>
          </p:cNvPr>
          <p:cNvSpPr/>
          <p:nvPr/>
        </p:nvSpPr>
        <p:spPr>
          <a:xfrm flipH="1" flipV="1">
            <a:off x="1471930" y="1035050"/>
            <a:ext cx="9248141" cy="2423246"/>
          </a:xfrm>
          <a:custGeom>
            <a:avLst/>
            <a:gdLst>
              <a:gd name="connsiteX0" fmla="*/ 9248141 w 9248141"/>
              <a:gd name="connsiteY0" fmla="*/ 2423246 h 2423246"/>
              <a:gd name="connsiteX1" fmla="*/ 0 w 9248141"/>
              <a:gd name="connsiteY1" fmla="*/ 2423246 h 2423246"/>
              <a:gd name="connsiteX2" fmla="*/ 1754745 w 9248141"/>
              <a:gd name="connsiteY2" fmla="*/ 0 h 2423246"/>
              <a:gd name="connsiteX3" fmla="*/ 1763806 w 9248141"/>
              <a:gd name="connsiteY3" fmla="*/ 0 h 2423246"/>
              <a:gd name="connsiteX4" fmla="*/ 1756498 w 9248141"/>
              <a:gd name="connsiteY4" fmla="*/ 16198 h 2423246"/>
              <a:gd name="connsiteX5" fmla="*/ 1752769 w 9248141"/>
              <a:gd name="connsiteY5" fmla="*/ 41060 h 2423246"/>
              <a:gd name="connsiteX6" fmla="*/ 4618947 w 9248141"/>
              <a:gd name="connsiteY6" fmla="*/ 524190 h 2423246"/>
              <a:gd name="connsiteX7" fmla="*/ 7485125 w 9248141"/>
              <a:gd name="connsiteY7" fmla="*/ 41060 h 2423246"/>
              <a:gd name="connsiteX8" fmla="*/ 7481396 w 9248141"/>
              <a:gd name="connsiteY8" fmla="*/ 16198 h 2423246"/>
              <a:gd name="connsiteX9" fmla="*/ 7474088 w 9248141"/>
              <a:gd name="connsiteY9" fmla="*/ 0 h 2423246"/>
              <a:gd name="connsiteX10" fmla="*/ 7493396 w 9248141"/>
              <a:gd name="connsiteY10" fmla="*/ 0 h 2423246"/>
              <a:gd name="connsiteX11" fmla="*/ 9248141 w 9248141"/>
              <a:gd name="connsiteY11" fmla="*/ 2423246 h 242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48141" h="2423246">
                <a:moveTo>
                  <a:pt x="9248141" y="2423246"/>
                </a:moveTo>
                <a:lnTo>
                  <a:pt x="0" y="2423246"/>
                </a:lnTo>
                <a:lnTo>
                  <a:pt x="1754745" y="0"/>
                </a:lnTo>
                <a:lnTo>
                  <a:pt x="1763806" y="0"/>
                </a:lnTo>
                <a:lnTo>
                  <a:pt x="1756498" y="16198"/>
                </a:lnTo>
                <a:cubicBezTo>
                  <a:pt x="1754022" y="24433"/>
                  <a:pt x="1752769" y="32722"/>
                  <a:pt x="1752769" y="41060"/>
                </a:cubicBezTo>
                <a:cubicBezTo>
                  <a:pt x="1752769" y="307885"/>
                  <a:pt x="3036001" y="524190"/>
                  <a:pt x="4618947" y="524190"/>
                </a:cubicBezTo>
                <a:cubicBezTo>
                  <a:pt x="6201893" y="524190"/>
                  <a:pt x="7485125" y="307885"/>
                  <a:pt x="7485125" y="41060"/>
                </a:cubicBezTo>
                <a:cubicBezTo>
                  <a:pt x="7485125" y="32722"/>
                  <a:pt x="7483872" y="24433"/>
                  <a:pt x="7481396" y="16198"/>
                </a:cubicBezTo>
                <a:lnTo>
                  <a:pt x="7474088" y="0"/>
                </a:lnTo>
                <a:lnTo>
                  <a:pt x="7493396" y="0"/>
                </a:lnTo>
                <a:lnTo>
                  <a:pt x="9248141" y="2423246"/>
                </a:lnTo>
                <a:close/>
              </a:path>
            </a:pathLst>
          </a:custGeom>
          <a:gradFill>
            <a:gsLst>
              <a:gs pos="0">
                <a:schemeClr val="accent1">
                  <a:alpha val="19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3" name="任意多边形: 形状 102">
            <a:extLst>
              <a:ext uri="{FF2B5EF4-FFF2-40B4-BE49-F238E27FC236}">
                <a16:creationId xmlns:a16="http://schemas.microsoft.com/office/drawing/2014/main" id="{D7EE63EB-C9E9-FCBA-821A-9F3A79C4C642}"/>
              </a:ext>
            </a:extLst>
          </p:cNvPr>
          <p:cNvSpPr/>
          <p:nvPr/>
        </p:nvSpPr>
        <p:spPr>
          <a:xfrm flipH="1" flipV="1">
            <a:off x="3245983" y="3458296"/>
            <a:ext cx="5710282" cy="442070"/>
          </a:xfrm>
          <a:custGeom>
            <a:avLst/>
            <a:gdLst>
              <a:gd name="connsiteX0" fmla="*/ 5710282 w 5710282"/>
              <a:gd name="connsiteY0" fmla="*/ 442070 h 442070"/>
              <a:gd name="connsiteX1" fmla="*/ 0 w 5710282"/>
              <a:gd name="connsiteY1" fmla="*/ 442070 h 442070"/>
              <a:gd name="connsiteX2" fmla="*/ 3761 w 5710282"/>
              <a:gd name="connsiteY2" fmla="*/ 433733 h 442070"/>
              <a:gd name="connsiteX3" fmla="*/ 2855141 w 5710282"/>
              <a:gd name="connsiteY3" fmla="*/ 0 h 442070"/>
              <a:gd name="connsiteX4" fmla="*/ 5706521 w 5710282"/>
              <a:gd name="connsiteY4" fmla="*/ 433733 h 442070"/>
              <a:gd name="connsiteX5" fmla="*/ 5710282 w 5710282"/>
              <a:gd name="connsiteY5" fmla="*/ 442070 h 44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0282" h="442070">
                <a:moveTo>
                  <a:pt x="5710282" y="442070"/>
                </a:moveTo>
                <a:lnTo>
                  <a:pt x="0" y="442070"/>
                </a:lnTo>
                <a:lnTo>
                  <a:pt x="3761" y="433733"/>
                </a:lnTo>
                <a:cubicBezTo>
                  <a:pt x="150538" y="190112"/>
                  <a:pt x="1371129" y="0"/>
                  <a:pt x="2855141" y="0"/>
                </a:cubicBezTo>
                <a:cubicBezTo>
                  <a:pt x="4339153" y="0"/>
                  <a:pt x="5559744" y="190112"/>
                  <a:pt x="5706521" y="433733"/>
                </a:cubicBezTo>
                <a:lnTo>
                  <a:pt x="5710282" y="442070"/>
                </a:lnTo>
                <a:close/>
              </a:path>
            </a:pathLst>
          </a:custGeom>
          <a:gradFill>
            <a:gsLst>
              <a:gs pos="0">
                <a:schemeClr val="accent1">
                  <a:alpha val="33000"/>
                </a:schemeClr>
              </a:gs>
              <a:gs pos="100000">
                <a:schemeClr val="accent1">
                  <a:alpha val="0"/>
                </a:schemeClr>
              </a:gs>
            </a:gsLst>
            <a:lin ang="5400000" scaled="1"/>
          </a:gradFill>
          <a:ln>
            <a:gradFill>
              <a:gsLst>
                <a:gs pos="0">
                  <a:schemeClr val="accent1"/>
                </a:gs>
                <a:gs pos="100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4" name="椭圆 103">
            <a:extLst>
              <a:ext uri="{FF2B5EF4-FFF2-40B4-BE49-F238E27FC236}">
                <a16:creationId xmlns:a16="http://schemas.microsoft.com/office/drawing/2014/main" id="{02ECF9E6-9B49-1E65-2F27-EE9E119956A5}"/>
              </a:ext>
            </a:extLst>
          </p:cNvPr>
          <p:cNvSpPr/>
          <p:nvPr/>
        </p:nvSpPr>
        <p:spPr>
          <a:xfrm>
            <a:off x="2387432" y="2697040"/>
            <a:ext cx="7399444" cy="1674183"/>
          </a:xfrm>
          <a:prstGeom prst="ellipse">
            <a:avLst/>
          </a:prstGeom>
          <a:noFill/>
          <a:ln w="25400">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5" name="椭圆 104">
            <a:extLst>
              <a:ext uri="{FF2B5EF4-FFF2-40B4-BE49-F238E27FC236}">
                <a16:creationId xmlns:a16="http://schemas.microsoft.com/office/drawing/2014/main" id="{36500C13-DE86-B3E5-C922-8EB9B04D6E32}"/>
              </a:ext>
            </a:extLst>
          </p:cNvPr>
          <p:cNvSpPr/>
          <p:nvPr/>
        </p:nvSpPr>
        <p:spPr>
          <a:xfrm>
            <a:off x="2825160" y="3887666"/>
            <a:ext cx="119909" cy="118800"/>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a:extLst>
              <a:ext uri="{FF2B5EF4-FFF2-40B4-BE49-F238E27FC236}">
                <a16:creationId xmlns:a16="http://schemas.microsoft.com/office/drawing/2014/main" id="{C65CECBF-9DA0-D71F-7110-C6F274EC9B37}"/>
              </a:ext>
            </a:extLst>
          </p:cNvPr>
          <p:cNvSpPr/>
          <p:nvPr/>
        </p:nvSpPr>
        <p:spPr>
          <a:xfrm>
            <a:off x="4121346" y="4196220"/>
            <a:ext cx="119909" cy="118800"/>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a:extLst>
              <a:ext uri="{FF2B5EF4-FFF2-40B4-BE49-F238E27FC236}">
                <a16:creationId xmlns:a16="http://schemas.microsoft.com/office/drawing/2014/main" id="{51573F59-D53A-B940-6C47-37322B2C1857}"/>
              </a:ext>
            </a:extLst>
          </p:cNvPr>
          <p:cNvSpPr/>
          <p:nvPr/>
        </p:nvSpPr>
        <p:spPr>
          <a:xfrm>
            <a:off x="7937316" y="4196220"/>
            <a:ext cx="119909" cy="118800"/>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a:extLst>
              <a:ext uri="{FF2B5EF4-FFF2-40B4-BE49-F238E27FC236}">
                <a16:creationId xmlns:a16="http://schemas.microsoft.com/office/drawing/2014/main" id="{B789773A-7215-2BB7-A102-5DE4302C37B3}"/>
              </a:ext>
            </a:extLst>
          </p:cNvPr>
          <p:cNvSpPr/>
          <p:nvPr/>
        </p:nvSpPr>
        <p:spPr>
          <a:xfrm>
            <a:off x="9202392" y="3887666"/>
            <a:ext cx="119909" cy="118800"/>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a:extLst>
              <a:ext uri="{FF2B5EF4-FFF2-40B4-BE49-F238E27FC236}">
                <a16:creationId xmlns:a16="http://schemas.microsoft.com/office/drawing/2014/main" id="{296F7FB1-E501-F01C-7941-062271FD2D88}"/>
              </a:ext>
            </a:extLst>
          </p:cNvPr>
          <p:cNvSpPr/>
          <p:nvPr/>
        </p:nvSpPr>
        <p:spPr>
          <a:xfrm>
            <a:off x="4598342" y="3757706"/>
            <a:ext cx="119909" cy="118800"/>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a:extLst>
              <a:ext uri="{FF2B5EF4-FFF2-40B4-BE49-F238E27FC236}">
                <a16:creationId xmlns:a16="http://schemas.microsoft.com/office/drawing/2014/main" id="{91801737-E5B0-4E88-8EC3-9CD31BBC3F0B}"/>
              </a:ext>
            </a:extLst>
          </p:cNvPr>
          <p:cNvSpPr/>
          <p:nvPr/>
        </p:nvSpPr>
        <p:spPr>
          <a:xfrm>
            <a:off x="7444765" y="3757706"/>
            <a:ext cx="119909" cy="118800"/>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a:extLst>
              <a:ext uri="{FF2B5EF4-FFF2-40B4-BE49-F238E27FC236}">
                <a16:creationId xmlns:a16="http://schemas.microsoft.com/office/drawing/2014/main" id="{5355BFA1-9F88-4135-CC6A-46D3C8FD2B38}"/>
              </a:ext>
            </a:extLst>
          </p:cNvPr>
          <p:cNvSpPr/>
          <p:nvPr/>
        </p:nvSpPr>
        <p:spPr>
          <a:xfrm>
            <a:off x="6036046" y="2895154"/>
            <a:ext cx="119909" cy="118800"/>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a:extLst>
              <a:ext uri="{FF2B5EF4-FFF2-40B4-BE49-F238E27FC236}">
                <a16:creationId xmlns:a16="http://schemas.microsoft.com/office/drawing/2014/main" id="{DD4ADE00-CB5F-AD8A-266A-C217D20B5523}"/>
              </a:ext>
            </a:extLst>
          </p:cNvPr>
          <p:cNvSpPr/>
          <p:nvPr/>
        </p:nvSpPr>
        <p:spPr>
          <a:xfrm>
            <a:off x="2774949" y="2348423"/>
            <a:ext cx="6623052" cy="913536"/>
          </a:xfrm>
          <a:prstGeom prst="ellipse">
            <a:avLst/>
          </a:prstGeom>
          <a:noFill/>
          <a:ln w="19050">
            <a:gradFill>
              <a:gsLst>
                <a:gs pos="15000">
                  <a:schemeClr val="accent1">
                    <a:alpha val="0"/>
                  </a:schemeClr>
                </a:gs>
                <a:gs pos="100000">
                  <a:schemeClr val="accent1"/>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a:extLst>
              <a:ext uri="{FF2B5EF4-FFF2-40B4-BE49-F238E27FC236}">
                <a16:creationId xmlns:a16="http://schemas.microsoft.com/office/drawing/2014/main" id="{F015489F-3D8A-7409-C5AE-4D0C94A45734}"/>
              </a:ext>
            </a:extLst>
          </p:cNvPr>
          <p:cNvSpPr/>
          <p:nvPr/>
        </p:nvSpPr>
        <p:spPr>
          <a:xfrm>
            <a:off x="3304221" y="3515011"/>
            <a:ext cx="5575326" cy="1276778"/>
          </a:xfrm>
          <a:prstGeom prst="ellipse">
            <a:avLst/>
          </a:prstGeom>
          <a:noFill/>
          <a:ln w="19050">
            <a:gradFill>
              <a:gsLst>
                <a:gs pos="42000">
                  <a:schemeClr val="accent1">
                    <a:alpha val="0"/>
                  </a:schemeClr>
                </a:gs>
                <a:gs pos="100000">
                  <a:schemeClr val="accent1"/>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a:extLst>
              <a:ext uri="{FF2B5EF4-FFF2-40B4-BE49-F238E27FC236}">
                <a16:creationId xmlns:a16="http://schemas.microsoft.com/office/drawing/2014/main" id="{15E83C54-47D1-832A-872A-1585477CB848}"/>
              </a:ext>
            </a:extLst>
          </p:cNvPr>
          <p:cNvSpPr/>
          <p:nvPr/>
        </p:nvSpPr>
        <p:spPr>
          <a:xfrm>
            <a:off x="4057873" y="4943353"/>
            <a:ext cx="82800" cy="81378"/>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a:extLst>
              <a:ext uri="{FF2B5EF4-FFF2-40B4-BE49-F238E27FC236}">
                <a16:creationId xmlns:a16="http://schemas.microsoft.com/office/drawing/2014/main" id="{E285CDED-2A93-5CB8-12AD-330FE307862C}"/>
              </a:ext>
            </a:extLst>
          </p:cNvPr>
          <p:cNvSpPr/>
          <p:nvPr/>
        </p:nvSpPr>
        <p:spPr>
          <a:xfrm>
            <a:off x="3543671" y="5307568"/>
            <a:ext cx="82800" cy="81378"/>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a:extLst>
              <a:ext uri="{FF2B5EF4-FFF2-40B4-BE49-F238E27FC236}">
                <a16:creationId xmlns:a16="http://schemas.microsoft.com/office/drawing/2014/main" id="{7DA4699F-DC84-2C1D-5BA6-1C04DB8061AA}"/>
              </a:ext>
            </a:extLst>
          </p:cNvPr>
          <p:cNvSpPr/>
          <p:nvPr/>
        </p:nvSpPr>
        <p:spPr>
          <a:xfrm>
            <a:off x="4178548" y="5704443"/>
            <a:ext cx="82800" cy="81378"/>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a:extLst>
              <a:ext uri="{FF2B5EF4-FFF2-40B4-BE49-F238E27FC236}">
                <a16:creationId xmlns:a16="http://schemas.microsoft.com/office/drawing/2014/main" id="{8C5B635A-BB1B-2262-2598-A7B75B5C27A5}"/>
              </a:ext>
            </a:extLst>
          </p:cNvPr>
          <p:cNvSpPr/>
          <p:nvPr/>
        </p:nvSpPr>
        <p:spPr>
          <a:xfrm>
            <a:off x="5280432" y="5868308"/>
            <a:ext cx="82800" cy="81378"/>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a:extLst>
              <a:ext uri="{FF2B5EF4-FFF2-40B4-BE49-F238E27FC236}">
                <a16:creationId xmlns:a16="http://schemas.microsoft.com/office/drawing/2014/main" id="{33667E84-5715-EC3C-CC31-C3833EFF73D0}"/>
              </a:ext>
            </a:extLst>
          </p:cNvPr>
          <p:cNvSpPr/>
          <p:nvPr/>
        </p:nvSpPr>
        <p:spPr>
          <a:xfrm>
            <a:off x="6813639" y="5868308"/>
            <a:ext cx="82800" cy="81378"/>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椭圆 118">
            <a:extLst>
              <a:ext uri="{FF2B5EF4-FFF2-40B4-BE49-F238E27FC236}">
                <a16:creationId xmlns:a16="http://schemas.microsoft.com/office/drawing/2014/main" id="{03B2E18A-C062-5D22-32CF-A16CF3677B9C}"/>
              </a:ext>
            </a:extLst>
          </p:cNvPr>
          <p:cNvSpPr/>
          <p:nvPr/>
        </p:nvSpPr>
        <p:spPr>
          <a:xfrm>
            <a:off x="7915523" y="5704443"/>
            <a:ext cx="82800" cy="81378"/>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a:extLst>
              <a:ext uri="{FF2B5EF4-FFF2-40B4-BE49-F238E27FC236}">
                <a16:creationId xmlns:a16="http://schemas.microsoft.com/office/drawing/2014/main" id="{8625EB8D-555A-27D5-0989-6FC669936D8A}"/>
              </a:ext>
            </a:extLst>
          </p:cNvPr>
          <p:cNvSpPr/>
          <p:nvPr/>
        </p:nvSpPr>
        <p:spPr>
          <a:xfrm>
            <a:off x="8551916" y="5307568"/>
            <a:ext cx="82800" cy="81378"/>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a:extLst>
              <a:ext uri="{FF2B5EF4-FFF2-40B4-BE49-F238E27FC236}">
                <a16:creationId xmlns:a16="http://schemas.microsoft.com/office/drawing/2014/main" id="{5BA37D55-79DF-E51C-C28F-B4B46715D8A7}"/>
              </a:ext>
            </a:extLst>
          </p:cNvPr>
          <p:cNvSpPr/>
          <p:nvPr/>
        </p:nvSpPr>
        <p:spPr>
          <a:xfrm>
            <a:off x="8028845" y="4943353"/>
            <a:ext cx="82800" cy="81378"/>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a:extLst>
              <a:ext uri="{FF2B5EF4-FFF2-40B4-BE49-F238E27FC236}">
                <a16:creationId xmlns:a16="http://schemas.microsoft.com/office/drawing/2014/main" id="{4192F93B-5D6E-210F-EDEA-234246C83DA5}"/>
              </a:ext>
            </a:extLst>
          </p:cNvPr>
          <p:cNvSpPr/>
          <p:nvPr/>
        </p:nvSpPr>
        <p:spPr>
          <a:xfrm>
            <a:off x="4652253" y="4953913"/>
            <a:ext cx="2858157" cy="506106"/>
          </a:xfrm>
          <a:prstGeom prst="ellipse">
            <a:avLst/>
          </a:prstGeom>
          <a:solidFill>
            <a:schemeClr val="tx2"/>
          </a:soli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 name="椭圆 123">
            <a:extLst>
              <a:ext uri="{FF2B5EF4-FFF2-40B4-BE49-F238E27FC236}">
                <a16:creationId xmlns:a16="http://schemas.microsoft.com/office/drawing/2014/main" id="{8A94CE77-B59A-0084-302A-D4DD4860E8B6}"/>
              </a:ext>
            </a:extLst>
          </p:cNvPr>
          <p:cNvSpPr/>
          <p:nvPr/>
        </p:nvSpPr>
        <p:spPr>
          <a:xfrm>
            <a:off x="5340000" y="1035050"/>
            <a:ext cx="1511999" cy="1512000"/>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rPr>
              <a:t>安全品质保障 </a:t>
            </a:r>
          </a:p>
        </p:txBody>
      </p:sp>
      <p:sp>
        <p:nvSpPr>
          <p:cNvPr id="125" name="椭圆 124">
            <a:extLst>
              <a:ext uri="{FF2B5EF4-FFF2-40B4-BE49-F238E27FC236}">
                <a16:creationId xmlns:a16="http://schemas.microsoft.com/office/drawing/2014/main" id="{89F3E157-D078-9756-201C-3014B53E8264}"/>
              </a:ext>
            </a:extLst>
          </p:cNvPr>
          <p:cNvSpPr/>
          <p:nvPr/>
        </p:nvSpPr>
        <p:spPr>
          <a:xfrm>
            <a:off x="7159414" y="1674290"/>
            <a:ext cx="1296000" cy="1296000"/>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节能降耗</a:t>
            </a:r>
          </a:p>
        </p:txBody>
      </p:sp>
      <p:sp>
        <p:nvSpPr>
          <p:cNvPr id="126" name="任意多边形: 形状 125">
            <a:extLst>
              <a:ext uri="{FF2B5EF4-FFF2-40B4-BE49-F238E27FC236}">
                <a16:creationId xmlns:a16="http://schemas.microsoft.com/office/drawing/2014/main" id="{8B718665-D956-87BC-DA83-AA677ACACF49}"/>
              </a:ext>
            </a:extLst>
          </p:cNvPr>
          <p:cNvSpPr/>
          <p:nvPr/>
        </p:nvSpPr>
        <p:spPr>
          <a:xfrm>
            <a:off x="4382225" y="4306173"/>
            <a:ext cx="821180" cy="970249"/>
          </a:xfrm>
          <a:custGeom>
            <a:avLst/>
            <a:gdLst>
              <a:gd name="connsiteX0" fmla="*/ 663271 w 1326108"/>
              <a:gd name="connsiteY0" fmla="*/ 0 h 1723521"/>
              <a:gd name="connsiteX1" fmla="*/ 1175654 w 1326108"/>
              <a:gd name="connsiteY1" fmla="*/ 626169 h 1723521"/>
              <a:gd name="connsiteX2" fmla="*/ 915238 w 1326108"/>
              <a:gd name="connsiteY2" fmla="*/ 626169 h 1723521"/>
              <a:gd name="connsiteX3" fmla="*/ 916926 w 1326108"/>
              <a:gd name="connsiteY3" fmla="*/ 637546 h 1723521"/>
              <a:gd name="connsiteX4" fmla="*/ 922376 w 1326108"/>
              <a:gd name="connsiteY4" fmla="*/ 673932 h 1723521"/>
              <a:gd name="connsiteX5" fmla="*/ 922452 w 1326108"/>
              <a:gd name="connsiteY5" fmla="*/ 674783 h 1723521"/>
              <a:gd name="connsiteX6" fmla="*/ 928456 w 1326108"/>
              <a:gd name="connsiteY6" fmla="*/ 715245 h 1723521"/>
              <a:gd name="connsiteX7" fmla="*/ 995064 w 1326108"/>
              <a:gd name="connsiteY7" fmla="*/ 1033718 h 1723521"/>
              <a:gd name="connsiteX8" fmla="*/ 1050108 w 1326108"/>
              <a:gd name="connsiteY8" fmla="*/ 1235637 h 1723521"/>
              <a:gd name="connsiteX9" fmla="*/ 1179203 w 1326108"/>
              <a:gd name="connsiteY9" fmla="*/ 1501153 h 1723521"/>
              <a:gd name="connsiteX10" fmla="*/ 1286199 w 1326108"/>
              <a:gd name="connsiteY10" fmla="*/ 1670334 h 1723521"/>
              <a:gd name="connsiteX11" fmla="*/ 1326108 w 1326108"/>
              <a:gd name="connsiteY11" fmla="*/ 1723521 h 1723521"/>
              <a:gd name="connsiteX12" fmla="*/ 0 w 1326108"/>
              <a:gd name="connsiteY12" fmla="*/ 1723521 h 1723521"/>
              <a:gd name="connsiteX13" fmla="*/ 39909 w 1326108"/>
              <a:gd name="connsiteY13" fmla="*/ 1670334 h 1723521"/>
              <a:gd name="connsiteX14" fmla="*/ 146905 w 1326108"/>
              <a:gd name="connsiteY14" fmla="*/ 1501153 h 1723521"/>
              <a:gd name="connsiteX15" fmla="*/ 275011 w 1326108"/>
              <a:gd name="connsiteY15" fmla="*/ 1237671 h 1723521"/>
              <a:gd name="connsiteX16" fmla="*/ 330606 w 1326108"/>
              <a:gd name="connsiteY16" fmla="*/ 1033718 h 1723521"/>
              <a:gd name="connsiteX17" fmla="*/ 397213 w 1326108"/>
              <a:gd name="connsiteY17" fmla="*/ 715245 h 1723521"/>
              <a:gd name="connsiteX18" fmla="*/ 403756 w 1326108"/>
              <a:gd name="connsiteY18" fmla="*/ 671160 h 1723521"/>
              <a:gd name="connsiteX19" fmla="*/ 410433 w 1326108"/>
              <a:gd name="connsiteY19" fmla="*/ 626169 h 1723521"/>
              <a:gd name="connsiteX20" fmla="*/ 150454 w 1326108"/>
              <a:gd name="connsiteY20" fmla="*/ 626169 h 1723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26108" h="1723521">
                <a:moveTo>
                  <a:pt x="663271" y="0"/>
                </a:moveTo>
                <a:lnTo>
                  <a:pt x="1175654" y="626169"/>
                </a:lnTo>
                <a:lnTo>
                  <a:pt x="915238" y="626169"/>
                </a:lnTo>
                <a:lnTo>
                  <a:pt x="916926" y="637546"/>
                </a:lnTo>
                <a:lnTo>
                  <a:pt x="922376" y="673932"/>
                </a:lnTo>
                <a:lnTo>
                  <a:pt x="922452" y="674783"/>
                </a:lnTo>
                <a:lnTo>
                  <a:pt x="928456" y="715245"/>
                </a:lnTo>
                <a:cubicBezTo>
                  <a:pt x="947011" y="822355"/>
                  <a:pt x="969616" y="929000"/>
                  <a:pt x="995064" y="1033718"/>
                </a:cubicBezTo>
                <a:lnTo>
                  <a:pt x="1050108" y="1235637"/>
                </a:lnTo>
                <a:cubicBezTo>
                  <a:pt x="1068457" y="1302943"/>
                  <a:pt x="1072698" y="1304290"/>
                  <a:pt x="1179203" y="1501153"/>
                </a:cubicBezTo>
                <a:cubicBezTo>
                  <a:pt x="1211902" y="1557980"/>
                  <a:pt x="1247590" y="1614426"/>
                  <a:pt x="1286199" y="1670334"/>
                </a:cubicBezTo>
                <a:lnTo>
                  <a:pt x="1326108" y="1723521"/>
                </a:lnTo>
                <a:lnTo>
                  <a:pt x="0" y="1723521"/>
                </a:lnTo>
                <a:lnTo>
                  <a:pt x="39909" y="1670334"/>
                </a:lnTo>
                <a:cubicBezTo>
                  <a:pt x="78517" y="1614426"/>
                  <a:pt x="114205" y="1557980"/>
                  <a:pt x="146905" y="1501153"/>
                </a:cubicBezTo>
                <a:cubicBezTo>
                  <a:pt x="189607" y="1413326"/>
                  <a:pt x="239525" y="1325498"/>
                  <a:pt x="275011" y="1237671"/>
                </a:cubicBezTo>
                <a:cubicBezTo>
                  <a:pt x="310498" y="1149843"/>
                  <a:pt x="310239" y="1120788"/>
                  <a:pt x="330606" y="1033718"/>
                </a:cubicBezTo>
                <a:cubicBezTo>
                  <a:pt x="356053" y="929000"/>
                  <a:pt x="378657" y="822355"/>
                  <a:pt x="397213" y="715245"/>
                </a:cubicBezTo>
                <a:lnTo>
                  <a:pt x="403756" y="671160"/>
                </a:lnTo>
                <a:cubicBezTo>
                  <a:pt x="405960" y="656314"/>
                  <a:pt x="415128" y="625488"/>
                  <a:pt x="410433" y="626169"/>
                </a:cubicBezTo>
                <a:cubicBezTo>
                  <a:pt x="405738" y="626850"/>
                  <a:pt x="237114" y="626169"/>
                  <a:pt x="150454" y="626169"/>
                </a:cubicBezTo>
                <a:close/>
              </a:path>
            </a:pathLst>
          </a:custGeom>
          <a:gradFill>
            <a:gsLst>
              <a:gs pos="0">
                <a:schemeClr val="accent2"/>
              </a:gs>
              <a:gs pos="100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7" name="任意多边形: 形状 126">
            <a:extLst>
              <a:ext uri="{FF2B5EF4-FFF2-40B4-BE49-F238E27FC236}">
                <a16:creationId xmlns:a16="http://schemas.microsoft.com/office/drawing/2014/main" id="{E6A24AB4-CD91-EBD0-B19A-0FEF84A3F360}"/>
              </a:ext>
            </a:extLst>
          </p:cNvPr>
          <p:cNvSpPr/>
          <p:nvPr/>
        </p:nvSpPr>
        <p:spPr>
          <a:xfrm>
            <a:off x="6936561" y="4306173"/>
            <a:ext cx="821180" cy="970249"/>
          </a:xfrm>
          <a:custGeom>
            <a:avLst/>
            <a:gdLst>
              <a:gd name="connsiteX0" fmla="*/ 663271 w 1326108"/>
              <a:gd name="connsiteY0" fmla="*/ 0 h 1723521"/>
              <a:gd name="connsiteX1" fmla="*/ 1175654 w 1326108"/>
              <a:gd name="connsiteY1" fmla="*/ 626169 h 1723521"/>
              <a:gd name="connsiteX2" fmla="*/ 915238 w 1326108"/>
              <a:gd name="connsiteY2" fmla="*/ 626169 h 1723521"/>
              <a:gd name="connsiteX3" fmla="*/ 916926 w 1326108"/>
              <a:gd name="connsiteY3" fmla="*/ 637546 h 1723521"/>
              <a:gd name="connsiteX4" fmla="*/ 922376 w 1326108"/>
              <a:gd name="connsiteY4" fmla="*/ 673932 h 1723521"/>
              <a:gd name="connsiteX5" fmla="*/ 922452 w 1326108"/>
              <a:gd name="connsiteY5" fmla="*/ 674783 h 1723521"/>
              <a:gd name="connsiteX6" fmla="*/ 928456 w 1326108"/>
              <a:gd name="connsiteY6" fmla="*/ 715245 h 1723521"/>
              <a:gd name="connsiteX7" fmla="*/ 995064 w 1326108"/>
              <a:gd name="connsiteY7" fmla="*/ 1033718 h 1723521"/>
              <a:gd name="connsiteX8" fmla="*/ 1050108 w 1326108"/>
              <a:gd name="connsiteY8" fmla="*/ 1235637 h 1723521"/>
              <a:gd name="connsiteX9" fmla="*/ 1179203 w 1326108"/>
              <a:gd name="connsiteY9" fmla="*/ 1501153 h 1723521"/>
              <a:gd name="connsiteX10" fmla="*/ 1286199 w 1326108"/>
              <a:gd name="connsiteY10" fmla="*/ 1670334 h 1723521"/>
              <a:gd name="connsiteX11" fmla="*/ 1326108 w 1326108"/>
              <a:gd name="connsiteY11" fmla="*/ 1723521 h 1723521"/>
              <a:gd name="connsiteX12" fmla="*/ 0 w 1326108"/>
              <a:gd name="connsiteY12" fmla="*/ 1723521 h 1723521"/>
              <a:gd name="connsiteX13" fmla="*/ 39909 w 1326108"/>
              <a:gd name="connsiteY13" fmla="*/ 1670334 h 1723521"/>
              <a:gd name="connsiteX14" fmla="*/ 146905 w 1326108"/>
              <a:gd name="connsiteY14" fmla="*/ 1501153 h 1723521"/>
              <a:gd name="connsiteX15" fmla="*/ 275011 w 1326108"/>
              <a:gd name="connsiteY15" fmla="*/ 1237671 h 1723521"/>
              <a:gd name="connsiteX16" fmla="*/ 330606 w 1326108"/>
              <a:gd name="connsiteY16" fmla="*/ 1033718 h 1723521"/>
              <a:gd name="connsiteX17" fmla="*/ 397213 w 1326108"/>
              <a:gd name="connsiteY17" fmla="*/ 715245 h 1723521"/>
              <a:gd name="connsiteX18" fmla="*/ 403756 w 1326108"/>
              <a:gd name="connsiteY18" fmla="*/ 671160 h 1723521"/>
              <a:gd name="connsiteX19" fmla="*/ 410433 w 1326108"/>
              <a:gd name="connsiteY19" fmla="*/ 626169 h 1723521"/>
              <a:gd name="connsiteX20" fmla="*/ 150454 w 1326108"/>
              <a:gd name="connsiteY20" fmla="*/ 626169 h 1723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26108" h="1723521">
                <a:moveTo>
                  <a:pt x="663271" y="0"/>
                </a:moveTo>
                <a:lnTo>
                  <a:pt x="1175654" y="626169"/>
                </a:lnTo>
                <a:lnTo>
                  <a:pt x="915238" y="626169"/>
                </a:lnTo>
                <a:lnTo>
                  <a:pt x="916926" y="637546"/>
                </a:lnTo>
                <a:lnTo>
                  <a:pt x="922376" y="673932"/>
                </a:lnTo>
                <a:lnTo>
                  <a:pt x="922452" y="674783"/>
                </a:lnTo>
                <a:lnTo>
                  <a:pt x="928456" y="715245"/>
                </a:lnTo>
                <a:cubicBezTo>
                  <a:pt x="947011" y="822355"/>
                  <a:pt x="969616" y="929000"/>
                  <a:pt x="995064" y="1033718"/>
                </a:cubicBezTo>
                <a:lnTo>
                  <a:pt x="1050108" y="1235637"/>
                </a:lnTo>
                <a:cubicBezTo>
                  <a:pt x="1068457" y="1302943"/>
                  <a:pt x="1072698" y="1304290"/>
                  <a:pt x="1179203" y="1501153"/>
                </a:cubicBezTo>
                <a:cubicBezTo>
                  <a:pt x="1211902" y="1557980"/>
                  <a:pt x="1247590" y="1614426"/>
                  <a:pt x="1286199" y="1670334"/>
                </a:cubicBezTo>
                <a:lnTo>
                  <a:pt x="1326108" y="1723521"/>
                </a:lnTo>
                <a:lnTo>
                  <a:pt x="0" y="1723521"/>
                </a:lnTo>
                <a:lnTo>
                  <a:pt x="39909" y="1670334"/>
                </a:lnTo>
                <a:cubicBezTo>
                  <a:pt x="78517" y="1614426"/>
                  <a:pt x="114205" y="1557980"/>
                  <a:pt x="146905" y="1501153"/>
                </a:cubicBezTo>
                <a:cubicBezTo>
                  <a:pt x="189607" y="1413326"/>
                  <a:pt x="239525" y="1325498"/>
                  <a:pt x="275011" y="1237671"/>
                </a:cubicBezTo>
                <a:cubicBezTo>
                  <a:pt x="310498" y="1149843"/>
                  <a:pt x="310239" y="1120788"/>
                  <a:pt x="330606" y="1033718"/>
                </a:cubicBezTo>
                <a:cubicBezTo>
                  <a:pt x="356053" y="929000"/>
                  <a:pt x="378657" y="822355"/>
                  <a:pt x="397213" y="715245"/>
                </a:cubicBezTo>
                <a:lnTo>
                  <a:pt x="403756" y="671160"/>
                </a:lnTo>
                <a:cubicBezTo>
                  <a:pt x="405960" y="656314"/>
                  <a:pt x="415128" y="625488"/>
                  <a:pt x="410433" y="626169"/>
                </a:cubicBezTo>
                <a:cubicBezTo>
                  <a:pt x="405738" y="626850"/>
                  <a:pt x="237114" y="626169"/>
                  <a:pt x="150454" y="626169"/>
                </a:cubicBezTo>
                <a:close/>
              </a:path>
            </a:pathLst>
          </a:custGeom>
          <a:gradFill>
            <a:gsLst>
              <a:gs pos="0">
                <a:schemeClr val="accent2"/>
              </a:gs>
              <a:gs pos="100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8" name="任意多边形: 形状 127">
            <a:extLst>
              <a:ext uri="{FF2B5EF4-FFF2-40B4-BE49-F238E27FC236}">
                <a16:creationId xmlns:a16="http://schemas.microsoft.com/office/drawing/2014/main" id="{D7D382A9-2D72-ACFF-04B5-F199C7B6C25A}"/>
              </a:ext>
            </a:extLst>
          </p:cNvPr>
          <p:cNvSpPr/>
          <p:nvPr/>
        </p:nvSpPr>
        <p:spPr>
          <a:xfrm>
            <a:off x="5685410" y="3740667"/>
            <a:ext cx="821180" cy="970249"/>
          </a:xfrm>
          <a:custGeom>
            <a:avLst/>
            <a:gdLst>
              <a:gd name="connsiteX0" fmla="*/ 663271 w 1326108"/>
              <a:gd name="connsiteY0" fmla="*/ 0 h 1723521"/>
              <a:gd name="connsiteX1" fmla="*/ 1175654 w 1326108"/>
              <a:gd name="connsiteY1" fmla="*/ 626169 h 1723521"/>
              <a:gd name="connsiteX2" fmla="*/ 915238 w 1326108"/>
              <a:gd name="connsiteY2" fmla="*/ 626169 h 1723521"/>
              <a:gd name="connsiteX3" fmla="*/ 916926 w 1326108"/>
              <a:gd name="connsiteY3" fmla="*/ 637546 h 1723521"/>
              <a:gd name="connsiteX4" fmla="*/ 922376 w 1326108"/>
              <a:gd name="connsiteY4" fmla="*/ 673932 h 1723521"/>
              <a:gd name="connsiteX5" fmla="*/ 922452 w 1326108"/>
              <a:gd name="connsiteY5" fmla="*/ 674783 h 1723521"/>
              <a:gd name="connsiteX6" fmla="*/ 928456 w 1326108"/>
              <a:gd name="connsiteY6" fmla="*/ 715245 h 1723521"/>
              <a:gd name="connsiteX7" fmla="*/ 995064 w 1326108"/>
              <a:gd name="connsiteY7" fmla="*/ 1033718 h 1723521"/>
              <a:gd name="connsiteX8" fmla="*/ 1050108 w 1326108"/>
              <a:gd name="connsiteY8" fmla="*/ 1235637 h 1723521"/>
              <a:gd name="connsiteX9" fmla="*/ 1179203 w 1326108"/>
              <a:gd name="connsiteY9" fmla="*/ 1501153 h 1723521"/>
              <a:gd name="connsiteX10" fmla="*/ 1286199 w 1326108"/>
              <a:gd name="connsiteY10" fmla="*/ 1670334 h 1723521"/>
              <a:gd name="connsiteX11" fmla="*/ 1326108 w 1326108"/>
              <a:gd name="connsiteY11" fmla="*/ 1723521 h 1723521"/>
              <a:gd name="connsiteX12" fmla="*/ 0 w 1326108"/>
              <a:gd name="connsiteY12" fmla="*/ 1723521 h 1723521"/>
              <a:gd name="connsiteX13" fmla="*/ 39909 w 1326108"/>
              <a:gd name="connsiteY13" fmla="*/ 1670334 h 1723521"/>
              <a:gd name="connsiteX14" fmla="*/ 146905 w 1326108"/>
              <a:gd name="connsiteY14" fmla="*/ 1501153 h 1723521"/>
              <a:gd name="connsiteX15" fmla="*/ 275011 w 1326108"/>
              <a:gd name="connsiteY15" fmla="*/ 1237671 h 1723521"/>
              <a:gd name="connsiteX16" fmla="*/ 330606 w 1326108"/>
              <a:gd name="connsiteY16" fmla="*/ 1033718 h 1723521"/>
              <a:gd name="connsiteX17" fmla="*/ 397213 w 1326108"/>
              <a:gd name="connsiteY17" fmla="*/ 715245 h 1723521"/>
              <a:gd name="connsiteX18" fmla="*/ 403756 w 1326108"/>
              <a:gd name="connsiteY18" fmla="*/ 671160 h 1723521"/>
              <a:gd name="connsiteX19" fmla="*/ 410433 w 1326108"/>
              <a:gd name="connsiteY19" fmla="*/ 626169 h 1723521"/>
              <a:gd name="connsiteX20" fmla="*/ 150454 w 1326108"/>
              <a:gd name="connsiteY20" fmla="*/ 626169 h 1723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26108" h="1723521">
                <a:moveTo>
                  <a:pt x="663271" y="0"/>
                </a:moveTo>
                <a:lnTo>
                  <a:pt x="1175654" y="626169"/>
                </a:lnTo>
                <a:lnTo>
                  <a:pt x="915238" y="626169"/>
                </a:lnTo>
                <a:lnTo>
                  <a:pt x="916926" y="637546"/>
                </a:lnTo>
                <a:lnTo>
                  <a:pt x="922376" y="673932"/>
                </a:lnTo>
                <a:lnTo>
                  <a:pt x="922452" y="674783"/>
                </a:lnTo>
                <a:lnTo>
                  <a:pt x="928456" y="715245"/>
                </a:lnTo>
                <a:cubicBezTo>
                  <a:pt x="947011" y="822355"/>
                  <a:pt x="969616" y="929000"/>
                  <a:pt x="995064" y="1033718"/>
                </a:cubicBezTo>
                <a:lnTo>
                  <a:pt x="1050108" y="1235637"/>
                </a:lnTo>
                <a:cubicBezTo>
                  <a:pt x="1068457" y="1302943"/>
                  <a:pt x="1072698" y="1304290"/>
                  <a:pt x="1179203" y="1501153"/>
                </a:cubicBezTo>
                <a:cubicBezTo>
                  <a:pt x="1211902" y="1557980"/>
                  <a:pt x="1247590" y="1614426"/>
                  <a:pt x="1286199" y="1670334"/>
                </a:cubicBezTo>
                <a:lnTo>
                  <a:pt x="1326108" y="1723521"/>
                </a:lnTo>
                <a:lnTo>
                  <a:pt x="0" y="1723521"/>
                </a:lnTo>
                <a:lnTo>
                  <a:pt x="39909" y="1670334"/>
                </a:lnTo>
                <a:cubicBezTo>
                  <a:pt x="78517" y="1614426"/>
                  <a:pt x="114205" y="1557980"/>
                  <a:pt x="146905" y="1501153"/>
                </a:cubicBezTo>
                <a:cubicBezTo>
                  <a:pt x="189607" y="1413326"/>
                  <a:pt x="239525" y="1325498"/>
                  <a:pt x="275011" y="1237671"/>
                </a:cubicBezTo>
                <a:cubicBezTo>
                  <a:pt x="310498" y="1149843"/>
                  <a:pt x="310239" y="1120788"/>
                  <a:pt x="330606" y="1033718"/>
                </a:cubicBezTo>
                <a:cubicBezTo>
                  <a:pt x="356053" y="929000"/>
                  <a:pt x="378657" y="822355"/>
                  <a:pt x="397213" y="715245"/>
                </a:cubicBezTo>
                <a:lnTo>
                  <a:pt x="403756" y="671160"/>
                </a:lnTo>
                <a:cubicBezTo>
                  <a:pt x="405960" y="656314"/>
                  <a:pt x="415128" y="625488"/>
                  <a:pt x="410433" y="626169"/>
                </a:cubicBezTo>
                <a:cubicBezTo>
                  <a:pt x="405738" y="626850"/>
                  <a:pt x="237114" y="626169"/>
                  <a:pt x="150454" y="626169"/>
                </a:cubicBezTo>
                <a:close/>
              </a:path>
            </a:pathLst>
          </a:custGeom>
          <a:gradFill>
            <a:gsLst>
              <a:gs pos="0">
                <a:schemeClr val="accent1"/>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9" name="文本框 128">
            <a:extLst>
              <a:ext uri="{FF2B5EF4-FFF2-40B4-BE49-F238E27FC236}">
                <a16:creationId xmlns:a16="http://schemas.microsoft.com/office/drawing/2014/main" id="{E994A23B-2D57-55B7-8916-33766A8CC403}"/>
              </a:ext>
            </a:extLst>
          </p:cNvPr>
          <p:cNvSpPr txBox="1"/>
          <p:nvPr/>
        </p:nvSpPr>
        <p:spPr>
          <a:xfrm>
            <a:off x="5502889" y="4960931"/>
            <a:ext cx="1107996" cy="369332"/>
          </a:xfrm>
          <a:prstGeom prst="rect">
            <a:avLst/>
          </a:prstGeom>
          <a:noFill/>
        </p:spPr>
        <p:txBody>
          <a:bodyPr wrap="none" rtlCol="0">
            <a:spAutoFit/>
          </a:bodyPr>
          <a:lstStyle/>
          <a:p>
            <a:pPr algn="ctr"/>
            <a:r>
              <a:rPr lang="zh-CN" altLang="en-US" b="1" dirty="0">
                <a:solidFill>
                  <a:schemeClr val="bg1"/>
                </a:solidFill>
                <a:latin typeface="+mj-ea"/>
                <a:ea typeface="+mj-ea"/>
              </a:rPr>
              <a:t>基础设施</a:t>
            </a:r>
          </a:p>
        </p:txBody>
      </p:sp>
      <p:sp>
        <p:nvSpPr>
          <p:cNvPr id="130" name="文本框 129">
            <a:extLst>
              <a:ext uri="{FF2B5EF4-FFF2-40B4-BE49-F238E27FC236}">
                <a16:creationId xmlns:a16="http://schemas.microsoft.com/office/drawing/2014/main" id="{FFE9B768-5E73-915A-9C99-61E40E7E0584}"/>
              </a:ext>
            </a:extLst>
          </p:cNvPr>
          <p:cNvSpPr txBox="1"/>
          <p:nvPr/>
        </p:nvSpPr>
        <p:spPr>
          <a:xfrm>
            <a:off x="3032236" y="4736872"/>
            <a:ext cx="1031051" cy="261610"/>
          </a:xfrm>
          <a:prstGeom prst="rect">
            <a:avLst/>
          </a:prstGeom>
          <a:noFill/>
        </p:spPr>
        <p:txBody>
          <a:bodyPr wrap="none" rtlCol="0">
            <a:spAutoFit/>
          </a:bodyPr>
          <a:lstStyle/>
          <a:p>
            <a:pPr algn="ctr"/>
            <a:r>
              <a:rPr lang="zh-CN" altLang="en-US" sz="1100" dirty="0">
                <a:solidFill>
                  <a:schemeClr val="bg1"/>
                </a:solidFill>
              </a:rPr>
              <a:t>网络安全设施</a:t>
            </a:r>
          </a:p>
        </p:txBody>
      </p:sp>
      <p:sp>
        <p:nvSpPr>
          <p:cNvPr id="131" name="文本框 130">
            <a:extLst>
              <a:ext uri="{FF2B5EF4-FFF2-40B4-BE49-F238E27FC236}">
                <a16:creationId xmlns:a16="http://schemas.microsoft.com/office/drawing/2014/main" id="{F5D58F93-E567-8C2B-4810-FDD5655FB299}"/>
              </a:ext>
            </a:extLst>
          </p:cNvPr>
          <p:cNvSpPr txBox="1"/>
          <p:nvPr/>
        </p:nvSpPr>
        <p:spPr>
          <a:xfrm>
            <a:off x="2444657" y="5226032"/>
            <a:ext cx="1031051" cy="261610"/>
          </a:xfrm>
          <a:prstGeom prst="rect">
            <a:avLst/>
          </a:prstGeom>
          <a:noFill/>
        </p:spPr>
        <p:txBody>
          <a:bodyPr wrap="none" rtlCol="0">
            <a:spAutoFit/>
          </a:bodyPr>
          <a:lstStyle/>
          <a:p>
            <a:pPr algn="ctr"/>
            <a:r>
              <a:rPr lang="zh-CN" altLang="en-US" sz="1100" dirty="0">
                <a:solidFill>
                  <a:schemeClr val="bg1"/>
                </a:solidFill>
              </a:rPr>
              <a:t>数据安全设施</a:t>
            </a:r>
          </a:p>
        </p:txBody>
      </p:sp>
      <p:sp>
        <p:nvSpPr>
          <p:cNvPr id="132" name="文本框 131">
            <a:extLst>
              <a:ext uri="{FF2B5EF4-FFF2-40B4-BE49-F238E27FC236}">
                <a16:creationId xmlns:a16="http://schemas.microsoft.com/office/drawing/2014/main" id="{AFE359EB-409C-E0A0-7DF5-3848A2258A36}"/>
              </a:ext>
            </a:extLst>
          </p:cNvPr>
          <p:cNvSpPr txBox="1"/>
          <p:nvPr/>
        </p:nvSpPr>
        <p:spPr>
          <a:xfrm>
            <a:off x="3198173" y="5756065"/>
            <a:ext cx="1031051" cy="261610"/>
          </a:xfrm>
          <a:prstGeom prst="rect">
            <a:avLst/>
          </a:prstGeom>
          <a:noFill/>
        </p:spPr>
        <p:txBody>
          <a:bodyPr wrap="none" rtlCol="0">
            <a:spAutoFit/>
          </a:bodyPr>
          <a:lstStyle/>
          <a:p>
            <a:pPr algn="ctr"/>
            <a:r>
              <a:rPr lang="zh-CN" altLang="en-US" sz="1100" dirty="0">
                <a:solidFill>
                  <a:schemeClr val="bg1"/>
                </a:solidFill>
              </a:rPr>
              <a:t>访问控制设施</a:t>
            </a:r>
          </a:p>
        </p:txBody>
      </p:sp>
      <p:sp>
        <p:nvSpPr>
          <p:cNvPr id="133" name="文本框 132">
            <a:extLst>
              <a:ext uri="{FF2B5EF4-FFF2-40B4-BE49-F238E27FC236}">
                <a16:creationId xmlns:a16="http://schemas.microsoft.com/office/drawing/2014/main" id="{C6D33EE9-6121-D3AE-5FC7-9FE146FB2A2C}"/>
              </a:ext>
            </a:extLst>
          </p:cNvPr>
          <p:cNvSpPr txBox="1"/>
          <p:nvPr/>
        </p:nvSpPr>
        <p:spPr>
          <a:xfrm>
            <a:off x="4719438" y="6025287"/>
            <a:ext cx="1172116" cy="261610"/>
          </a:xfrm>
          <a:prstGeom prst="rect">
            <a:avLst/>
          </a:prstGeom>
          <a:noFill/>
        </p:spPr>
        <p:txBody>
          <a:bodyPr wrap="none" rtlCol="0">
            <a:spAutoFit/>
          </a:bodyPr>
          <a:lstStyle/>
          <a:p>
            <a:pPr algn="ctr"/>
            <a:r>
              <a:rPr lang="zh-CN" altLang="en-US" sz="1100" dirty="0">
                <a:solidFill>
                  <a:schemeClr val="bg1"/>
                </a:solidFill>
              </a:rPr>
              <a:t>数据分类与分级</a:t>
            </a:r>
          </a:p>
        </p:txBody>
      </p:sp>
      <p:sp>
        <p:nvSpPr>
          <p:cNvPr id="134" name="文本框 133">
            <a:extLst>
              <a:ext uri="{FF2B5EF4-FFF2-40B4-BE49-F238E27FC236}">
                <a16:creationId xmlns:a16="http://schemas.microsoft.com/office/drawing/2014/main" id="{45647165-DC81-08AE-67C6-A76F4E76D911}"/>
              </a:ext>
            </a:extLst>
          </p:cNvPr>
          <p:cNvSpPr txBox="1"/>
          <p:nvPr/>
        </p:nvSpPr>
        <p:spPr>
          <a:xfrm>
            <a:off x="6338638" y="6025287"/>
            <a:ext cx="1031051" cy="261610"/>
          </a:xfrm>
          <a:prstGeom prst="rect">
            <a:avLst/>
          </a:prstGeom>
          <a:noFill/>
        </p:spPr>
        <p:txBody>
          <a:bodyPr wrap="none" rtlCol="0">
            <a:spAutoFit/>
          </a:bodyPr>
          <a:lstStyle/>
          <a:p>
            <a:pPr algn="ctr"/>
            <a:r>
              <a:rPr lang="zh-CN" altLang="en-US" sz="1100" dirty="0">
                <a:solidFill>
                  <a:schemeClr val="bg1"/>
                </a:solidFill>
              </a:rPr>
              <a:t>访问权限管理</a:t>
            </a:r>
          </a:p>
        </p:txBody>
      </p:sp>
      <p:sp>
        <p:nvSpPr>
          <p:cNvPr id="135" name="文本框 134">
            <a:extLst>
              <a:ext uri="{FF2B5EF4-FFF2-40B4-BE49-F238E27FC236}">
                <a16:creationId xmlns:a16="http://schemas.microsoft.com/office/drawing/2014/main" id="{D5E05446-0A9D-CD37-CD91-3CE18FEE9270}"/>
              </a:ext>
            </a:extLst>
          </p:cNvPr>
          <p:cNvSpPr txBox="1"/>
          <p:nvPr/>
        </p:nvSpPr>
        <p:spPr>
          <a:xfrm>
            <a:off x="7979587" y="5756065"/>
            <a:ext cx="1172116" cy="261610"/>
          </a:xfrm>
          <a:prstGeom prst="rect">
            <a:avLst/>
          </a:prstGeom>
          <a:noFill/>
        </p:spPr>
        <p:txBody>
          <a:bodyPr wrap="none" rtlCol="0">
            <a:spAutoFit/>
          </a:bodyPr>
          <a:lstStyle/>
          <a:p>
            <a:pPr algn="ctr"/>
            <a:r>
              <a:rPr lang="zh-CN" altLang="en-US" sz="1100" dirty="0">
                <a:solidFill>
                  <a:schemeClr val="bg1"/>
                </a:solidFill>
              </a:rPr>
              <a:t>数据备份与恢复</a:t>
            </a:r>
          </a:p>
        </p:txBody>
      </p:sp>
      <p:sp>
        <p:nvSpPr>
          <p:cNvPr id="136" name="文本框 135">
            <a:extLst>
              <a:ext uri="{FF2B5EF4-FFF2-40B4-BE49-F238E27FC236}">
                <a16:creationId xmlns:a16="http://schemas.microsoft.com/office/drawing/2014/main" id="{4D794553-2498-678D-4D7D-473E6CB6C062}"/>
              </a:ext>
            </a:extLst>
          </p:cNvPr>
          <p:cNvSpPr txBox="1"/>
          <p:nvPr/>
        </p:nvSpPr>
        <p:spPr>
          <a:xfrm>
            <a:off x="8685709" y="5226032"/>
            <a:ext cx="748923" cy="261610"/>
          </a:xfrm>
          <a:prstGeom prst="rect">
            <a:avLst/>
          </a:prstGeom>
          <a:noFill/>
        </p:spPr>
        <p:txBody>
          <a:bodyPr wrap="none" rtlCol="0">
            <a:spAutoFit/>
          </a:bodyPr>
          <a:lstStyle/>
          <a:p>
            <a:pPr algn="ctr"/>
            <a:r>
              <a:rPr lang="zh-CN" altLang="en-US" sz="1100" dirty="0">
                <a:solidFill>
                  <a:schemeClr val="bg1"/>
                </a:solidFill>
              </a:rPr>
              <a:t>风险评估</a:t>
            </a:r>
          </a:p>
        </p:txBody>
      </p:sp>
      <p:sp>
        <p:nvSpPr>
          <p:cNvPr id="137" name="文本框 136">
            <a:extLst>
              <a:ext uri="{FF2B5EF4-FFF2-40B4-BE49-F238E27FC236}">
                <a16:creationId xmlns:a16="http://schemas.microsoft.com/office/drawing/2014/main" id="{1E705CB3-E389-1178-BD15-A5BB3853B6D1}"/>
              </a:ext>
            </a:extLst>
          </p:cNvPr>
          <p:cNvSpPr txBox="1"/>
          <p:nvPr/>
        </p:nvSpPr>
        <p:spPr>
          <a:xfrm>
            <a:off x="8316520" y="4736872"/>
            <a:ext cx="748923" cy="261610"/>
          </a:xfrm>
          <a:prstGeom prst="rect">
            <a:avLst/>
          </a:prstGeom>
          <a:noFill/>
        </p:spPr>
        <p:txBody>
          <a:bodyPr wrap="none" rtlCol="0">
            <a:spAutoFit/>
          </a:bodyPr>
          <a:lstStyle/>
          <a:p>
            <a:pPr algn="ctr"/>
            <a:r>
              <a:rPr lang="zh-CN" altLang="en-US" sz="1100" dirty="0">
                <a:solidFill>
                  <a:schemeClr val="bg1"/>
                </a:solidFill>
              </a:rPr>
              <a:t>安全培训</a:t>
            </a:r>
          </a:p>
        </p:txBody>
      </p:sp>
      <p:sp>
        <p:nvSpPr>
          <p:cNvPr id="138" name="矩形: 圆角 137">
            <a:extLst>
              <a:ext uri="{FF2B5EF4-FFF2-40B4-BE49-F238E27FC236}">
                <a16:creationId xmlns:a16="http://schemas.microsoft.com/office/drawing/2014/main" id="{026BFC75-DE8E-1766-4303-262B5B3831AD}"/>
              </a:ext>
            </a:extLst>
          </p:cNvPr>
          <p:cNvSpPr/>
          <p:nvPr/>
        </p:nvSpPr>
        <p:spPr>
          <a:xfrm>
            <a:off x="5359081" y="4211516"/>
            <a:ext cx="1473837" cy="369335"/>
          </a:xfrm>
          <a:prstGeom prst="roundRect">
            <a:avLst>
              <a:gd name="adj" fmla="val 50000"/>
            </a:avLst>
          </a:prstGeom>
          <a:solidFill>
            <a:schemeClr val="tx2"/>
          </a:solidFill>
          <a:ln w="19050" cap="flat" cmpd="sng" algn="ctr">
            <a:solidFill>
              <a:schemeClr val="accent1"/>
            </a:solidFill>
            <a:prstDash val="solid"/>
            <a:miter lim="800000"/>
          </a:ln>
          <a:effectLst>
            <a:outerShdw blurRad="228600" dist="50800" dir="5400000" algn="t" rotWithShape="0">
              <a:schemeClr val="accent1">
                <a:alpha val="17000"/>
              </a:schemeClr>
            </a:outerShdw>
          </a:effectLst>
        </p:spPr>
        <p:txBody>
          <a:bodyPr lIns="0" rIns="0" rtlCol="0" anchor="ctr"/>
          <a:lstStyle/>
          <a:p>
            <a:pPr algn="ctr" defTabSz="889000">
              <a:spcBef>
                <a:spcPct val="0"/>
              </a:spcBef>
            </a:pPr>
            <a:r>
              <a:rPr lang="zh-CN" altLang="en-US" sz="1400" b="1" dirty="0">
                <a:solidFill>
                  <a:schemeClr val="accent1"/>
                </a:solidFill>
                <a:latin typeface="+mn-ea"/>
              </a:rPr>
              <a:t>数智能力</a:t>
            </a:r>
          </a:p>
        </p:txBody>
      </p:sp>
      <p:sp>
        <p:nvSpPr>
          <p:cNvPr id="139" name="矩形: 圆角 138">
            <a:extLst>
              <a:ext uri="{FF2B5EF4-FFF2-40B4-BE49-F238E27FC236}">
                <a16:creationId xmlns:a16="http://schemas.microsoft.com/office/drawing/2014/main" id="{3CD4A753-EAE0-ED8D-70B2-45E03A26EC93}"/>
              </a:ext>
            </a:extLst>
          </p:cNvPr>
          <p:cNvSpPr/>
          <p:nvPr/>
        </p:nvSpPr>
        <p:spPr>
          <a:xfrm>
            <a:off x="5359081" y="3088823"/>
            <a:ext cx="1473837" cy="369335"/>
          </a:xfrm>
          <a:prstGeom prst="roundRect">
            <a:avLst>
              <a:gd name="adj" fmla="val 50000"/>
            </a:avLst>
          </a:prstGeom>
          <a:solidFill>
            <a:schemeClr val="tx2"/>
          </a:solidFill>
          <a:ln w="19050" cap="flat" cmpd="sng" algn="ctr">
            <a:solidFill>
              <a:schemeClr val="accent1"/>
            </a:solidFill>
            <a:prstDash val="solid"/>
            <a:miter lim="800000"/>
          </a:ln>
          <a:effectLst>
            <a:outerShdw blurRad="228600" dist="50800" dir="5400000" algn="t" rotWithShape="0">
              <a:schemeClr val="accent1">
                <a:alpha val="17000"/>
              </a:schemeClr>
            </a:outerShdw>
          </a:effectLst>
        </p:spPr>
        <p:txBody>
          <a:bodyPr lIns="0" rIns="0" rtlCol="0" anchor="ctr"/>
          <a:lstStyle/>
          <a:p>
            <a:pPr algn="ctr" defTabSz="889000">
              <a:spcBef>
                <a:spcPct val="0"/>
              </a:spcBef>
            </a:pPr>
            <a:r>
              <a:rPr lang="zh-CN" altLang="en-US" sz="1400" b="1" dirty="0">
                <a:solidFill>
                  <a:schemeClr val="accent1"/>
                </a:solidFill>
                <a:latin typeface="+mn-ea"/>
              </a:rPr>
              <a:t>客户价值</a:t>
            </a:r>
          </a:p>
        </p:txBody>
      </p:sp>
      <p:sp>
        <p:nvSpPr>
          <p:cNvPr id="140" name="文本框 139">
            <a:extLst>
              <a:ext uri="{FF2B5EF4-FFF2-40B4-BE49-F238E27FC236}">
                <a16:creationId xmlns:a16="http://schemas.microsoft.com/office/drawing/2014/main" id="{E9CB7089-F934-EA35-96E2-60ADAF1B44AC}"/>
              </a:ext>
            </a:extLst>
          </p:cNvPr>
          <p:cNvSpPr txBox="1"/>
          <p:nvPr/>
        </p:nvSpPr>
        <p:spPr>
          <a:xfrm>
            <a:off x="2513619" y="3544034"/>
            <a:ext cx="800219" cy="276999"/>
          </a:xfrm>
          <a:prstGeom prst="rect">
            <a:avLst/>
          </a:prstGeom>
          <a:noFill/>
        </p:spPr>
        <p:txBody>
          <a:bodyPr wrap="none" rtlCol="0">
            <a:spAutoFit/>
          </a:bodyPr>
          <a:lstStyle/>
          <a:p>
            <a:pPr algn="ctr"/>
            <a:r>
              <a:rPr lang="zh-CN" altLang="en-US" sz="1200" dirty="0">
                <a:solidFill>
                  <a:schemeClr val="bg1"/>
                </a:solidFill>
              </a:rPr>
              <a:t>数据智能</a:t>
            </a:r>
          </a:p>
        </p:txBody>
      </p:sp>
      <p:sp>
        <p:nvSpPr>
          <p:cNvPr id="141" name="文本框 140">
            <a:extLst>
              <a:ext uri="{FF2B5EF4-FFF2-40B4-BE49-F238E27FC236}">
                <a16:creationId xmlns:a16="http://schemas.microsoft.com/office/drawing/2014/main" id="{08D861B8-1700-B6D0-9830-AEC4367DBFAF}"/>
              </a:ext>
            </a:extLst>
          </p:cNvPr>
          <p:cNvSpPr txBox="1"/>
          <p:nvPr/>
        </p:nvSpPr>
        <p:spPr>
          <a:xfrm>
            <a:off x="3817529" y="3912737"/>
            <a:ext cx="800219" cy="276999"/>
          </a:xfrm>
          <a:prstGeom prst="rect">
            <a:avLst/>
          </a:prstGeom>
          <a:noFill/>
        </p:spPr>
        <p:txBody>
          <a:bodyPr wrap="none" rtlCol="0">
            <a:spAutoFit/>
          </a:bodyPr>
          <a:lstStyle/>
          <a:p>
            <a:pPr algn="ctr"/>
            <a:r>
              <a:rPr lang="zh-CN" altLang="en-US" sz="1200" dirty="0">
                <a:solidFill>
                  <a:schemeClr val="bg1"/>
                </a:solidFill>
              </a:rPr>
              <a:t>智能决策</a:t>
            </a:r>
          </a:p>
        </p:txBody>
      </p:sp>
      <p:sp>
        <p:nvSpPr>
          <p:cNvPr id="142" name="文本框 141">
            <a:extLst>
              <a:ext uri="{FF2B5EF4-FFF2-40B4-BE49-F238E27FC236}">
                <a16:creationId xmlns:a16="http://schemas.microsoft.com/office/drawing/2014/main" id="{07598BB7-EE9E-F448-030D-5343735B45B0}"/>
              </a:ext>
            </a:extLst>
          </p:cNvPr>
          <p:cNvSpPr txBox="1"/>
          <p:nvPr/>
        </p:nvSpPr>
        <p:spPr>
          <a:xfrm>
            <a:off x="7605875" y="3912737"/>
            <a:ext cx="800219" cy="276999"/>
          </a:xfrm>
          <a:prstGeom prst="rect">
            <a:avLst/>
          </a:prstGeom>
          <a:noFill/>
        </p:spPr>
        <p:txBody>
          <a:bodyPr wrap="none" rtlCol="0">
            <a:spAutoFit/>
          </a:bodyPr>
          <a:lstStyle/>
          <a:p>
            <a:pPr algn="ctr"/>
            <a:r>
              <a:rPr lang="zh-CN" altLang="en-US" sz="1200" dirty="0">
                <a:solidFill>
                  <a:schemeClr val="bg1"/>
                </a:solidFill>
              </a:rPr>
              <a:t>业务协同</a:t>
            </a:r>
          </a:p>
        </p:txBody>
      </p:sp>
      <p:sp>
        <p:nvSpPr>
          <p:cNvPr id="143" name="文本框 142">
            <a:extLst>
              <a:ext uri="{FF2B5EF4-FFF2-40B4-BE49-F238E27FC236}">
                <a16:creationId xmlns:a16="http://schemas.microsoft.com/office/drawing/2014/main" id="{D51EF5A9-6DA4-99DE-D1B7-EDA608AC5049}"/>
              </a:ext>
            </a:extLst>
          </p:cNvPr>
          <p:cNvSpPr txBox="1"/>
          <p:nvPr/>
        </p:nvSpPr>
        <p:spPr>
          <a:xfrm>
            <a:off x="8838589" y="3544034"/>
            <a:ext cx="800219" cy="276999"/>
          </a:xfrm>
          <a:prstGeom prst="rect">
            <a:avLst/>
          </a:prstGeom>
          <a:noFill/>
        </p:spPr>
        <p:txBody>
          <a:bodyPr wrap="none" rtlCol="0">
            <a:spAutoFit/>
          </a:bodyPr>
          <a:lstStyle/>
          <a:p>
            <a:pPr algn="ctr"/>
            <a:r>
              <a:rPr lang="zh-CN" altLang="en-US" sz="1200" dirty="0">
                <a:solidFill>
                  <a:schemeClr val="bg1"/>
                </a:solidFill>
              </a:rPr>
              <a:t>安全管理</a:t>
            </a:r>
          </a:p>
        </p:txBody>
      </p:sp>
      <p:sp>
        <p:nvSpPr>
          <p:cNvPr id="144" name="文本框 143">
            <a:extLst>
              <a:ext uri="{FF2B5EF4-FFF2-40B4-BE49-F238E27FC236}">
                <a16:creationId xmlns:a16="http://schemas.microsoft.com/office/drawing/2014/main" id="{C1DA9269-FFE6-5661-35C4-B9094D5F2561}"/>
              </a:ext>
            </a:extLst>
          </p:cNvPr>
          <p:cNvSpPr txBox="1"/>
          <p:nvPr/>
        </p:nvSpPr>
        <p:spPr>
          <a:xfrm>
            <a:off x="3055733" y="3186604"/>
            <a:ext cx="800219" cy="276999"/>
          </a:xfrm>
          <a:prstGeom prst="rect">
            <a:avLst/>
          </a:prstGeom>
          <a:noFill/>
        </p:spPr>
        <p:txBody>
          <a:bodyPr wrap="none" rtlCol="0">
            <a:spAutoFit/>
          </a:bodyPr>
          <a:lstStyle/>
          <a:p>
            <a:pPr algn="ctr"/>
            <a:r>
              <a:rPr lang="zh-CN" altLang="en-US" sz="1200" dirty="0">
                <a:solidFill>
                  <a:schemeClr val="bg1"/>
                </a:solidFill>
              </a:rPr>
              <a:t>海量处理</a:t>
            </a:r>
          </a:p>
        </p:txBody>
      </p:sp>
      <p:sp>
        <p:nvSpPr>
          <p:cNvPr id="145" name="文本框 144">
            <a:extLst>
              <a:ext uri="{FF2B5EF4-FFF2-40B4-BE49-F238E27FC236}">
                <a16:creationId xmlns:a16="http://schemas.microsoft.com/office/drawing/2014/main" id="{8CABE0C4-F298-7E80-1AC7-0C1B9B30AE57}"/>
              </a:ext>
            </a:extLst>
          </p:cNvPr>
          <p:cNvSpPr txBox="1"/>
          <p:nvPr/>
        </p:nvSpPr>
        <p:spPr>
          <a:xfrm>
            <a:off x="4271083" y="3486749"/>
            <a:ext cx="800219" cy="276999"/>
          </a:xfrm>
          <a:prstGeom prst="rect">
            <a:avLst/>
          </a:prstGeom>
          <a:noFill/>
        </p:spPr>
        <p:txBody>
          <a:bodyPr wrap="none" rtlCol="0">
            <a:spAutoFit/>
          </a:bodyPr>
          <a:lstStyle/>
          <a:p>
            <a:pPr algn="ctr"/>
            <a:r>
              <a:rPr lang="zh-CN" altLang="en-US" sz="1200" dirty="0">
                <a:solidFill>
                  <a:schemeClr val="bg1"/>
                </a:solidFill>
              </a:rPr>
              <a:t>多样兼容</a:t>
            </a:r>
          </a:p>
        </p:txBody>
      </p:sp>
      <p:sp>
        <p:nvSpPr>
          <p:cNvPr id="146" name="文本框 145">
            <a:extLst>
              <a:ext uri="{FF2B5EF4-FFF2-40B4-BE49-F238E27FC236}">
                <a16:creationId xmlns:a16="http://schemas.microsoft.com/office/drawing/2014/main" id="{5D7B575D-E967-B386-6BE7-D5E249480003}"/>
              </a:ext>
            </a:extLst>
          </p:cNvPr>
          <p:cNvSpPr txBox="1"/>
          <p:nvPr/>
        </p:nvSpPr>
        <p:spPr>
          <a:xfrm>
            <a:off x="7119333" y="3486749"/>
            <a:ext cx="800219" cy="276999"/>
          </a:xfrm>
          <a:prstGeom prst="rect">
            <a:avLst/>
          </a:prstGeom>
          <a:noFill/>
        </p:spPr>
        <p:txBody>
          <a:bodyPr wrap="none" rtlCol="0">
            <a:spAutoFit/>
          </a:bodyPr>
          <a:lstStyle/>
          <a:p>
            <a:pPr algn="ctr"/>
            <a:r>
              <a:rPr lang="zh-CN" altLang="en-US" sz="1200" dirty="0">
                <a:solidFill>
                  <a:schemeClr val="bg1"/>
                </a:solidFill>
              </a:rPr>
              <a:t>实时分析</a:t>
            </a:r>
          </a:p>
        </p:txBody>
      </p:sp>
      <p:sp>
        <p:nvSpPr>
          <p:cNvPr id="147" name="文本框 146">
            <a:extLst>
              <a:ext uri="{FF2B5EF4-FFF2-40B4-BE49-F238E27FC236}">
                <a16:creationId xmlns:a16="http://schemas.microsoft.com/office/drawing/2014/main" id="{54A17C1F-85F9-3F36-347F-323EEEAAF511}"/>
              </a:ext>
            </a:extLst>
          </p:cNvPr>
          <p:cNvSpPr txBox="1"/>
          <p:nvPr/>
        </p:nvSpPr>
        <p:spPr>
          <a:xfrm>
            <a:off x="8318843" y="3186604"/>
            <a:ext cx="800219" cy="276999"/>
          </a:xfrm>
          <a:prstGeom prst="rect">
            <a:avLst/>
          </a:prstGeom>
          <a:noFill/>
        </p:spPr>
        <p:txBody>
          <a:bodyPr wrap="none" rtlCol="0">
            <a:spAutoFit/>
          </a:bodyPr>
          <a:lstStyle/>
          <a:p>
            <a:pPr algn="ctr"/>
            <a:r>
              <a:rPr lang="zh-CN" altLang="en-US" sz="1200" dirty="0">
                <a:solidFill>
                  <a:schemeClr val="bg1"/>
                </a:solidFill>
              </a:rPr>
              <a:t>安全可靠</a:t>
            </a:r>
          </a:p>
        </p:txBody>
      </p:sp>
      <p:sp>
        <p:nvSpPr>
          <p:cNvPr id="148" name="文本框 147">
            <a:extLst>
              <a:ext uri="{FF2B5EF4-FFF2-40B4-BE49-F238E27FC236}">
                <a16:creationId xmlns:a16="http://schemas.microsoft.com/office/drawing/2014/main" id="{CB09634F-D804-B26F-E839-D341F227CEFE}"/>
              </a:ext>
            </a:extLst>
          </p:cNvPr>
          <p:cNvSpPr txBox="1"/>
          <p:nvPr/>
        </p:nvSpPr>
        <p:spPr>
          <a:xfrm>
            <a:off x="5695890" y="2624226"/>
            <a:ext cx="800219" cy="276999"/>
          </a:xfrm>
          <a:prstGeom prst="rect">
            <a:avLst/>
          </a:prstGeom>
          <a:noFill/>
        </p:spPr>
        <p:txBody>
          <a:bodyPr wrap="none" rtlCol="0">
            <a:spAutoFit/>
          </a:bodyPr>
          <a:lstStyle/>
          <a:p>
            <a:pPr algn="ctr"/>
            <a:r>
              <a:rPr lang="zh-CN" altLang="en-US" sz="1200" dirty="0">
                <a:solidFill>
                  <a:schemeClr val="bg1"/>
                </a:solidFill>
              </a:rPr>
              <a:t>安全保障</a:t>
            </a:r>
          </a:p>
        </p:txBody>
      </p:sp>
      <p:sp>
        <p:nvSpPr>
          <p:cNvPr id="149" name="椭圆 148">
            <a:extLst>
              <a:ext uri="{FF2B5EF4-FFF2-40B4-BE49-F238E27FC236}">
                <a16:creationId xmlns:a16="http://schemas.microsoft.com/office/drawing/2014/main" id="{140EC661-9411-6923-27F9-16DCB69A64BE}"/>
              </a:ext>
            </a:extLst>
          </p:cNvPr>
          <p:cNvSpPr/>
          <p:nvPr/>
        </p:nvSpPr>
        <p:spPr>
          <a:xfrm>
            <a:off x="8668364" y="3028310"/>
            <a:ext cx="119909" cy="118800"/>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椭圆 149">
            <a:extLst>
              <a:ext uri="{FF2B5EF4-FFF2-40B4-BE49-F238E27FC236}">
                <a16:creationId xmlns:a16="http://schemas.microsoft.com/office/drawing/2014/main" id="{F1BC9BC8-5FF2-EDFC-8577-F1E19459C84E}"/>
              </a:ext>
            </a:extLst>
          </p:cNvPr>
          <p:cNvSpPr/>
          <p:nvPr/>
        </p:nvSpPr>
        <p:spPr>
          <a:xfrm>
            <a:off x="3405852" y="3028310"/>
            <a:ext cx="119909" cy="118800"/>
          </a:xfrm>
          <a:prstGeom prst="ellipse">
            <a:avLst/>
          </a:prstGeom>
          <a:solidFill>
            <a:schemeClr val="tx2"/>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椭圆 122">
            <a:extLst>
              <a:ext uri="{FF2B5EF4-FFF2-40B4-BE49-F238E27FC236}">
                <a16:creationId xmlns:a16="http://schemas.microsoft.com/office/drawing/2014/main" id="{6297D2FA-19CB-D065-A5CF-33733313B53F}"/>
              </a:ext>
            </a:extLst>
          </p:cNvPr>
          <p:cNvSpPr/>
          <p:nvPr/>
        </p:nvSpPr>
        <p:spPr>
          <a:xfrm>
            <a:off x="3736579" y="1674290"/>
            <a:ext cx="1296000" cy="1296000"/>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效率提升</a:t>
            </a:r>
          </a:p>
        </p:txBody>
      </p:sp>
    </p:spTree>
    <p:extLst>
      <p:ext uri="{BB962C8B-B14F-4D97-AF65-F5344CB8AC3E}">
        <p14:creationId xmlns:p14="http://schemas.microsoft.com/office/powerpoint/2010/main" val="393256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椭圆 11">
            <a:extLst>
              <a:ext uri="{FF2B5EF4-FFF2-40B4-BE49-F238E27FC236}">
                <a16:creationId xmlns:a16="http://schemas.microsoft.com/office/drawing/2014/main" id="{731BCBE0-A73A-4C09-A9C6-4238044E8892}"/>
              </a:ext>
            </a:extLst>
          </p:cNvPr>
          <p:cNvSpPr/>
          <p:nvPr/>
        </p:nvSpPr>
        <p:spPr>
          <a:xfrm>
            <a:off x="3679808" y="1217916"/>
            <a:ext cx="4821077" cy="778159"/>
          </a:xfrm>
          <a:prstGeom prst="ellipse">
            <a:avLst/>
          </a:prstGeom>
          <a:gradFill>
            <a:gsLst>
              <a:gs pos="0">
                <a:schemeClr val="accent1">
                  <a:lumMod val="20000"/>
                  <a:lumOff val="80000"/>
                  <a:alpha val="0"/>
                </a:schemeClr>
              </a:gs>
              <a:gs pos="100000">
                <a:schemeClr val="accent1">
                  <a:lumMod val="20000"/>
                  <a:lumOff val="80000"/>
                  <a:alpha val="50000"/>
                </a:schemeClr>
              </a:gs>
            </a:gsLst>
            <a:lin ang="5400000" scaled="1"/>
          </a:gradFill>
          <a:ln w="25400">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prstClr val="white"/>
              </a:solidFill>
              <a:latin typeface="Helvetica"/>
            </a:endParaRPr>
          </a:p>
        </p:txBody>
      </p:sp>
      <p:grpSp>
        <p:nvGrpSpPr>
          <p:cNvPr id="145" name="组合 144">
            <a:extLst>
              <a:ext uri="{FF2B5EF4-FFF2-40B4-BE49-F238E27FC236}">
                <a16:creationId xmlns:a16="http://schemas.microsoft.com/office/drawing/2014/main" id="{21A05B02-82E4-49B2-BFD3-EBA1686B911D}"/>
              </a:ext>
            </a:extLst>
          </p:cNvPr>
          <p:cNvGrpSpPr/>
          <p:nvPr/>
        </p:nvGrpSpPr>
        <p:grpSpPr>
          <a:xfrm>
            <a:off x="3679807" y="1217914"/>
            <a:ext cx="4821079" cy="778161"/>
            <a:chOff x="3722632" y="-76848"/>
            <a:chExt cx="4821079" cy="778161"/>
          </a:xfrm>
        </p:grpSpPr>
        <p:sp>
          <p:nvSpPr>
            <p:cNvPr id="140" name="任意多边形: 形状 139">
              <a:extLst>
                <a:ext uri="{FF2B5EF4-FFF2-40B4-BE49-F238E27FC236}">
                  <a16:creationId xmlns:a16="http://schemas.microsoft.com/office/drawing/2014/main" id="{CF574107-105F-44E6-BFD6-400F3DB8E546}"/>
                </a:ext>
              </a:extLst>
            </p:cNvPr>
            <p:cNvSpPr/>
            <p:nvPr/>
          </p:nvSpPr>
          <p:spPr>
            <a:xfrm>
              <a:off x="4269843" y="559087"/>
              <a:ext cx="1240348" cy="129108"/>
            </a:xfrm>
            <a:custGeom>
              <a:avLst/>
              <a:gdLst/>
              <a:ahLst/>
              <a:cxnLst/>
              <a:rect l="0" t="0" r="0" b="0"/>
              <a:pathLst>
                <a:path w="1240348" h="129108">
                  <a:moveTo>
                    <a:pt x="0" y="0"/>
                  </a:moveTo>
                  <a:cubicBezTo>
                    <a:pt x="173643" y="34107"/>
                    <a:pt x="382530" y="63363"/>
                    <a:pt x="617671" y="86315"/>
                  </a:cubicBezTo>
                  <a:cubicBezTo>
                    <a:pt x="809566" y="105044"/>
                    <a:pt x="1018669" y="119562"/>
                    <a:pt x="1240347" y="129107"/>
                  </a:cubicBezTo>
                </a:path>
              </a:pathLst>
            </a:custGeom>
            <a:noFill/>
            <a:ln w="12700">
              <a:solidFill>
                <a:schemeClr val="accent1">
                  <a:alpha val="60000"/>
                </a:schemeClr>
              </a:solidFill>
              <a:prstDash val="solid"/>
              <a:tailEnd type="stealth"/>
            </a:ln>
            <a:effectLst>
              <a:outerShdw blurRad="381000" dir="5400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41" name="任意多边形: 形状 140">
              <a:extLst>
                <a:ext uri="{FF2B5EF4-FFF2-40B4-BE49-F238E27FC236}">
                  <a16:creationId xmlns:a16="http://schemas.microsoft.com/office/drawing/2014/main" id="{C76333AA-B414-48D5-BA25-B6909976788A}"/>
                </a:ext>
              </a:extLst>
            </p:cNvPr>
            <p:cNvSpPr/>
            <p:nvPr/>
          </p:nvSpPr>
          <p:spPr>
            <a:xfrm>
              <a:off x="6758104" y="558800"/>
              <a:ext cx="1239853" cy="129309"/>
            </a:xfrm>
            <a:custGeom>
              <a:avLst/>
              <a:gdLst/>
              <a:ahLst/>
              <a:cxnLst/>
              <a:rect l="0" t="0" r="0" b="0"/>
              <a:pathLst>
                <a:path w="1239853" h="129309">
                  <a:moveTo>
                    <a:pt x="1239852" y="0"/>
                  </a:moveTo>
                  <a:cubicBezTo>
                    <a:pt x="1066336" y="34149"/>
                    <a:pt x="857525" y="63444"/>
                    <a:pt x="622414" y="86437"/>
                  </a:cubicBezTo>
                  <a:cubicBezTo>
                    <a:pt x="430790" y="105178"/>
                    <a:pt x="221695" y="119729"/>
                    <a:pt x="0" y="129308"/>
                  </a:cubicBezTo>
                </a:path>
              </a:pathLst>
            </a:custGeom>
            <a:noFill/>
            <a:ln w="12700">
              <a:solidFill>
                <a:schemeClr val="accent1">
                  <a:alpha val="60000"/>
                </a:schemeClr>
              </a:solidFill>
              <a:prstDash val="solid"/>
              <a:headEnd type="stealth"/>
              <a:tailEnd type="none"/>
            </a:ln>
            <a:effectLst>
              <a:outerShdw blurRad="381000" dir="5400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42" name="任意多边形: 形状 141">
              <a:extLst>
                <a:ext uri="{FF2B5EF4-FFF2-40B4-BE49-F238E27FC236}">
                  <a16:creationId xmlns:a16="http://schemas.microsoft.com/office/drawing/2014/main" id="{088FE2DB-0D75-46E7-B4A2-464438C0D868}"/>
                </a:ext>
              </a:extLst>
            </p:cNvPr>
            <p:cNvSpPr/>
            <p:nvPr/>
          </p:nvSpPr>
          <p:spPr>
            <a:xfrm>
              <a:off x="5510190" y="688109"/>
              <a:ext cx="1247915" cy="13204"/>
            </a:xfrm>
            <a:custGeom>
              <a:avLst/>
              <a:gdLst/>
              <a:ahLst/>
              <a:cxnLst/>
              <a:rect l="0" t="0" r="0" b="0"/>
              <a:pathLst>
                <a:path w="1247915" h="13204">
                  <a:moveTo>
                    <a:pt x="0" y="85"/>
                  </a:moveTo>
                  <a:cubicBezTo>
                    <a:pt x="198723" y="8642"/>
                    <a:pt x="407552" y="13203"/>
                    <a:pt x="622981" y="13203"/>
                  </a:cubicBezTo>
                  <a:cubicBezTo>
                    <a:pt x="623247" y="13203"/>
                    <a:pt x="623514" y="13203"/>
                    <a:pt x="623780" y="13203"/>
                  </a:cubicBezTo>
                  <a:cubicBezTo>
                    <a:pt x="839893" y="13185"/>
                    <a:pt x="1048978" y="8595"/>
                    <a:pt x="1247914" y="0"/>
                  </a:cubicBezTo>
                </a:path>
              </a:pathLst>
            </a:custGeom>
            <a:noFill/>
            <a:ln w="12700">
              <a:solidFill>
                <a:schemeClr val="accent1">
                  <a:alpha val="60000"/>
                </a:schemeClr>
              </a:solidFill>
              <a:prstDash val="solid"/>
              <a:tailEnd type="stealth"/>
            </a:ln>
            <a:effectLst>
              <a:outerShdw blurRad="381000" dir="5400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43" name="任意多边形: 形状 142">
              <a:extLst>
                <a:ext uri="{FF2B5EF4-FFF2-40B4-BE49-F238E27FC236}">
                  <a16:creationId xmlns:a16="http://schemas.microsoft.com/office/drawing/2014/main" id="{CDAA8EBB-70AB-405F-AB75-A4F446689931}"/>
                </a:ext>
              </a:extLst>
            </p:cNvPr>
            <p:cNvSpPr/>
            <p:nvPr/>
          </p:nvSpPr>
          <p:spPr>
            <a:xfrm>
              <a:off x="3722632" y="-76848"/>
              <a:ext cx="2409741" cy="635937"/>
            </a:xfrm>
            <a:custGeom>
              <a:avLst/>
              <a:gdLst/>
              <a:ahLst/>
              <a:cxnLst/>
              <a:rect l="0" t="0" r="0" b="0"/>
              <a:pathLst>
                <a:path w="2409741" h="635937">
                  <a:moveTo>
                    <a:pt x="547211" y="635936"/>
                  </a:moveTo>
                  <a:cubicBezTo>
                    <a:pt x="206750" y="569062"/>
                    <a:pt x="1770" y="483535"/>
                    <a:pt x="10" y="390290"/>
                  </a:cubicBezTo>
                  <a:cubicBezTo>
                    <a:pt x="0" y="174240"/>
                    <a:pt x="1078803" y="70"/>
                    <a:pt x="2409740" y="0"/>
                  </a:cubicBezTo>
                </a:path>
              </a:pathLst>
            </a:custGeom>
            <a:noFill/>
            <a:ln w="12700">
              <a:gradFill flip="none" rotWithShape="1">
                <a:gsLst>
                  <a:gs pos="0">
                    <a:schemeClr val="accent1">
                      <a:alpha val="70000"/>
                    </a:schemeClr>
                  </a:gs>
                  <a:gs pos="95000">
                    <a:schemeClr val="accent1">
                      <a:alpha val="0"/>
                    </a:schemeClr>
                  </a:gs>
                </a:gsLst>
                <a:lin ang="16200000" scaled="1"/>
                <a:tileRect/>
              </a:gradFill>
              <a:prstDash val="solid"/>
              <a:headEnd type="stealth"/>
            </a:ln>
            <a:effectLst>
              <a:outerShdw blurRad="381000" dir="5400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44" name="任意多边形: 形状 143">
              <a:extLst>
                <a:ext uri="{FF2B5EF4-FFF2-40B4-BE49-F238E27FC236}">
                  <a16:creationId xmlns:a16="http://schemas.microsoft.com/office/drawing/2014/main" id="{3DDFA346-022C-4E43-B1EB-8E7D3D5D931E}"/>
                </a:ext>
              </a:extLst>
            </p:cNvPr>
            <p:cNvSpPr/>
            <p:nvPr/>
          </p:nvSpPr>
          <p:spPr>
            <a:xfrm>
              <a:off x="6132372" y="-76848"/>
              <a:ext cx="2411339" cy="635650"/>
            </a:xfrm>
            <a:custGeom>
              <a:avLst/>
              <a:gdLst/>
              <a:ahLst/>
              <a:cxnLst/>
              <a:rect l="0" t="0" r="0" b="0"/>
              <a:pathLst>
                <a:path w="2411339" h="635650">
                  <a:moveTo>
                    <a:pt x="1865584" y="635649"/>
                  </a:moveTo>
                  <a:cubicBezTo>
                    <a:pt x="2206646" y="568528"/>
                    <a:pt x="2411338" y="482662"/>
                    <a:pt x="2411338" y="389079"/>
                  </a:cubicBezTo>
                  <a:cubicBezTo>
                    <a:pt x="2411338" y="174197"/>
                    <a:pt x="1332103" y="0"/>
                    <a:pt x="799" y="0"/>
                  </a:cubicBezTo>
                  <a:cubicBezTo>
                    <a:pt x="533" y="0"/>
                    <a:pt x="266" y="0"/>
                    <a:pt x="0" y="0"/>
                  </a:cubicBezTo>
                </a:path>
              </a:pathLst>
            </a:custGeom>
            <a:noFill/>
            <a:ln w="12700">
              <a:gradFill flip="none" rotWithShape="1">
                <a:gsLst>
                  <a:gs pos="0">
                    <a:schemeClr val="accent1">
                      <a:alpha val="70000"/>
                    </a:schemeClr>
                  </a:gs>
                  <a:gs pos="95000">
                    <a:schemeClr val="accent1">
                      <a:alpha val="0"/>
                    </a:schemeClr>
                  </a:gs>
                </a:gsLst>
                <a:lin ang="16200000" scaled="1"/>
                <a:tileRect/>
              </a:gradFill>
              <a:prstDash val="solid"/>
            </a:ln>
            <a:effectLst>
              <a:outerShdw blurRad="381000" dir="5400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grpSp>
      <p:sp>
        <p:nvSpPr>
          <p:cNvPr id="37" name="箭头: 上 36">
            <a:extLst>
              <a:ext uri="{FF2B5EF4-FFF2-40B4-BE49-F238E27FC236}">
                <a16:creationId xmlns:a16="http://schemas.microsoft.com/office/drawing/2014/main" id="{B8919E84-BFA2-4D2D-BA1C-1CBD92541865}"/>
              </a:ext>
            </a:extLst>
          </p:cNvPr>
          <p:cNvSpPr/>
          <p:nvPr/>
        </p:nvSpPr>
        <p:spPr>
          <a:xfrm>
            <a:off x="1727076" y="1828801"/>
            <a:ext cx="8737849" cy="3133201"/>
          </a:xfrm>
          <a:custGeom>
            <a:avLst/>
            <a:gdLst>
              <a:gd name="connsiteX0" fmla="*/ 0 w 1386312"/>
              <a:gd name="connsiteY0" fmla="*/ 913829 h 2862181"/>
              <a:gd name="connsiteX1" fmla="*/ 693156 w 1386312"/>
              <a:gd name="connsiteY1" fmla="*/ 0 h 2862181"/>
              <a:gd name="connsiteX2" fmla="*/ 1386312 w 1386312"/>
              <a:gd name="connsiteY2" fmla="*/ 913829 h 2862181"/>
              <a:gd name="connsiteX3" fmla="*/ 1039734 w 1386312"/>
              <a:gd name="connsiteY3" fmla="*/ 913829 h 2862181"/>
              <a:gd name="connsiteX4" fmla="*/ 1039734 w 1386312"/>
              <a:gd name="connsiteY4" fmla="*/ 2862181 h 2862181"/>
              <a:gd name="connsiteX5" fmla="*/ 346578 w 1386312"/>
              <a:gd name="connsiteY5" fmla="*/ 2862181 h 2862181"/>
              <a:gd name="connsiteX6" fmla="*/ 346578 w 1386312"/>
              <a:gd name="connsiteY6" fmla="*/ 913829 h 2862181"/>
              <a:gd name="connsiteX7" fmla="*/ 0 w 1386312"/>
              <a:gd name="connsiteY7" fmla="*/ 913829 h 2862181"/>
              <a:gd name="connsiteX0" fmla="*/ 0 w 2374263"/>
              <a:gd name="connsiteY0" fmla="*/ 913829 h 2862181"/>
              <a:gd name="connsiteX1" fmla="*/ 693156 w 2374263"/>
              <a:gd name="connsiteY1" fmla="*/ 0 h 2862181"/>
              <a:gd name="connsiteX2" fmla="*/ 1386312 w 2374263"/>
              <a:gd name="connsiteY2" fmla="*/ 913829 h 2862181"/>
              <a:gd name="connsiteX3" fmla="*/ 1039734 w 2374263"/>
              <a:gd name="connsiteY3" fmla="*/ 913829 h 2862181"/>
              <a:gd name="connsiteX4" fmla="*/ 2374263 w 2374263"/>
              <a:gd name="connsiteY4" fmla="*/ 2862181 h 2862181"/>
              <a:gd name="connsiteX5" fmla="*/ 346578 w 2374263"/>
              <a:gd name="connsiteY5" fmla="*/ 2862181 h 2862181"/>
              <a:gd name="connsiteX6" fmla="*/ 346578 w 2374263"/>
              <a:gd name="connsiteY6" fmla="*/ 913829 h 2862181"/>
              <a:gd name="connsiteX7" fmla="*/ 0 w 2374263"/>
              <a:gd name="connsiteY7" fmla="*/ 913829 h 2862181"/>
              <a:gd name="connsiteX0" fmla="*/ 963238 w 3337501"/>
              <a:gd name="connsiteY0" fmla="*/ 913829 h 2862181"/>
              <a:gd name="connsiteX1" fmla="*/ 1656394 w 3337501"/>
              <a:gd name="connsiteY1" fmla="*/ 0 h 2862181"/>
              <a:gd name="connsiteX2" fmla="*/ 2349550 w 3337501"/>
              <a:gd name="connsiteY2" fmla="*/ 913829 h 2862181"/>
              <a:gd name="connsiteX3" fmla="*/ 2002972 w 3337501"/>
              <a:gd name="connsiteY3" fmla="*/ 913829 h 2862181"/>
              <a:gd name="connsiteX4" fmla="*/ 3337501 w 3337501"/>
              <a:gd name="connsiteY4" fmla="*/ 2862181 h 2862181"/>
              <a:gd name="connsiteX5" fmla="*/ 0 w 3337501"/>
              <a:gd name="connsiteY5" fmla="*/ 2862181 h 2862181"/>
              <a:gd name="connsiteX6" fmla="*/ 1309816 w 3337501"/>
              <a:gd name="connsiteY6" fmla="*/ 913829 h 2862181"/>
              <a:gd name="connsiteX7" fmla="*/ 963238 w 3337501"/>
              <a:gd name="connsiteY7" fmla="*/ 913829 h 2862181"/>
              <a:gd name="connsiteX0" fmla="*/ 963238 w 3337501"/>
              <a:gd name="connsiteY0" fmla="*/ 913829 h 2862181"/>
              <a:gd name="connsiteX1" fmla="*/ 1656394 w 3337501"/>
              <a:gd name="connsiteY1" fmla="*/ 0 h 2862181"/>
              <a:gd name="connsiteX2" fmla="*/ 2349550 w 3337501"/>
              <a:gd name="connsiteY2" fmla="*/ 913829 h 2862181"/>
              <a:gd name="connsiteX3" fmla="*/ 2002972 w 3337501"/>
              <a:gd name="connsiteY3" fmla="*/ 913829 h 2862181"/>
              <a:gd name="connsiteX4" fmla="*/ 3337501 w 3337501"/>
              <a:gd name="connsiteY4" fmla="*/ 2862181 h 2862181"/>
              <a:gd name="connsiteX5" fmla="*/ 0 w 3337501"/>
              <a:gd name="connsiteY5" fmla="*/ 2862181 h 2862181"/>
              <a:gd name="connsiteX6" fmla="*/ 1309816 w 3337501"/>
              <a:gd name="connsiteY6" fmla="*/ 913829 h 2862181"/>
              <a:gd name="connsiteX7" fmla="*/ 963238 w 3337501"/>
              <a:gd name="connsiteY7" fmla="*/ 913829 h 2862181"/>
              <a:gd name="connsiteX0" fmla="*/ 963238 w 3337501"/>
              <a:gd name="connsiteY0" fmla="*/ 913829 h 2862181"/>
              <a:gd name="connsiteX1" fmla="*/ 1656394 w 3337501"/>
              <a:gd name="connsiteY1" fmla="*/ 0 h 2862181"/>
              <a:gd name="connsiteX2" fmla="*/ 2349550 w 3337501"/>
              <a:gd name="connsiteY2" fmla="*/ 913829 h 2862181"/>
              <a:gd name="connsiteX3" fmla="*/ 2002972 w 3337501"/>
              <a:gd name="connsiteY3" fmla="*/ 913829 h 2862181"/>
              <a:gd name="connsiteX4" fmla="*/ 3337501 w 3337501"/>
              <a:gd name="connsiteY4" fmla="*/ 2862181 h 2862181"/>
              <a:gd name="connsiteX5" fmla="*/ 0 w 3337501"/>
              <a:gd name="connsiteY5" fmla="*/ 2862181 h 2862181"/>
              <a:gd name="connsiteX6" fmla="*/ 1309816 w 3337501"/>
              <a:gd name="connsiteY6" fmla="*/ 913829 h 2862181"/>
              <a:gd name="connsiteX7" fmla="*/ 963238 w 3337501"/>
              <a:gd name="connsiteY7" fmla="*/ 913829 h 2862181"/>
              <a:gd name="connsiteX0" fmla="*/ 963238 w 3337501"/>
              <a:gd name="connsiteY0" fmla="*/ 913829 h 2862181"/>
              <a:gd name="connsiteX1" fmla="*/ 1656394 w 3337501"/>
              <a:gd name="connsiteY1" fmla="*/ 0 h 2862181"/>
              <a:gd name="connsiteX2" fmla="*/ 2349550 w 3337501"/>
              <a:gd name="connsiteY2" fmla="*/ 913829 h 2862181"/>
              <a:gd name="connsiteX3" fmla="*/ 2002972 w 3337501"/>
              <a:gd name="connsiteY3" fmla="*/ 913829 h 2862181"/>
              <a:gd name="connsiteX4" fmla="*/ 3337501 w 3337501"/>
              <a:gd name="connsiteY4" fmla="*/ 2862181 h 2862181"/>
              <a:gd name="connsiteX5" fmla="*/ 0 w 3337501"/>
              <a:gd name="connsiteY5" fmla="*/ 2862181 h 2862181"/>
              <a:gd name="connsiteX6" fmla="*/ 1309816 w 3337501"/>
              <a:gd name="connsiteY6" fmla="*/ 913829 h 2862181"/>
              <a:gd name="connsiteX7" fmla="*/ 963238 w 3337501"/>
              <a:gd name="connsiteY7" fmla="*/ 913829 h 2862181"/>
              <a:gd name="connsiteX0" fmla="*/ 963238 w 3337501"/>
              <a:gd name="connsiteY0" fmla="*/ 913829 h 2862181"/>
              <a:gd name="connsiteX1" fmla="*/ 1656394 w 3337501"/>
              <a:gd name="connsiteY1" fmla="*/ 0 h 2862181"/>
              <a:gd name="connsiteX2" fmla="*/ 2349550 w 3337501"/>
              <a:gd name="connsiteY2" fmla="*/ 913829 h 2862181"/>
              <a:gd name="connsiteX3" fmla="*/ 2002972 w 3337501"/>
              <a:gd name="connsiteY3" fmla="*/ 913829 h 2862181"/>
              <a:gd name="connsiteX4" fmla="*/ 3337501 w 3337501"/>
              <a:gd name="connsiteY4" fmla="*/ 2862181 h 2862181"/>
              <a:gd name="connsiteX5" fmla="*/ 0 w 3337501"/>
              <a:gd name="connsiteY5" fmla="*/ 2862181 h 2862181"/>
              <a:gd name="connsiteX6" fmla="*/ 1309816 w 3337501"/>
              <a:gd name="connsiteY6" fmla="*/ 913829 h 2862181"/>
              <a:gd name="connsiteX7" fmla="*/ 963238 w 3337501"/>
              <a:gd name="connsiteY7" fmla="*/ 913829 h 2862181"/>
              <a:gd name="connsiteX0" fmla="*/ 963238 w 3337501"/>
              <a:gd name="connsiteY0" fmla="*/ 913829 h 2862181"/>
              <a:gd name="connsiteX1" fmla="*/ 1656394 w 3337501"/>
              <a:gd name="connsiteY1" fmla="*/ 0 h 2862181"/>
              <a:gd name="connsiteX2" fmla="*/ 2349550 w 3337501"/>
              <a:gd name="connsiteY2" fmla="*/ 913829 h 2862181"/>
              <a:gd name="connsiteX3" fmla="*/ 2002972 w 3337501"/>
              <a:gd name="connsiteY3" fmla="*/ 913829 h 2862181"/>
              <a:gd name="connsiteX4" fmla="*/ 3337501 w 3337501"/>
              <a:gd name="connsiteY4" fmla="*/ 2862181 h 2862181"/>
              <a:gd name="connsiteX5" fmla="*/ 0 w 3337501"/>
              <a:gd name="connsiteY5" fmla="*/ 2862181 h 2862181"/>
              <a:gd name="connsiteX6" fmla="*/ 1309816 w 3337501"/>
              <a:gd name="connsiteY6" fmla="*/ 913829 h 2862181"/>
              <a:gd name="connsiteX7" fmla="*/ 963238 w 3337501"/>
              <a:gd name="connsiteY7" fmla="*/ 913829 h 2862181"/>
              <a:gd name="connsiteX0" fmla="*/ 1847658 w 4221921"/>
              <a:gd name="connsiteY0" fmla="*/ 913829 h 2877171"/>
              <a:gd name="connsiteX1" fmla="*/ 2540814 w 4221921"/>
              <a:gd name="connsiteY1" fmla="*/ 0 h 2877171"/>
              <a:gd name="connsiteX2" fmla="*/ 3233970 w 4221921"/>
              <a:gd name="connsiteY2" fmla="*/ 913829 h 2877171"/>
              <a:gd name="connsiteX3" fmla="*/ 2887392 w 4221921"/>
              <a:gd name="connsiteY3" fmla="*/ 913829 h 2877171"/>
              <a:gd name="connsiteX4" fmla="*/ 4221921 w 4221921"/>
              <a:gd name="connsiteY4" fmla="*/ 2862181 h 2877171"/>
              <a:gd name="connsiteX5" fmla="*/ 0 w 4221921"/>
              <a:gd name="connsiteY5" fmla="*/ 2877171 h 2877171"/>
              <a:gd name="connsiteX6" fmla="*/ 2194236 w 4221921"/>
              <a:gd name="connsiteY6" fmla="*/ 913829 h 2877171"/>
              <a:gd name="connsiteX7" fmla="*/ 1847658 w 4221921"/>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582020 h 2545362"/>
              <a:gd name="connsiteX1" fmla="*/ 2557142 w 4881489"/>
              <a:gd name="connsiteY1" fmla="*/ 0 h 2545362"/>
              <a:gd name="connsiteX2" fmla="*/ 3233970 w 4881489"/>
              <a:gd name="connsiteY2" fmla="*/ 582020 h 2545362"/>
              <a:gd name="connsiteX3" fmla="*/ 2887392 w 4881489"/>
              <a:gd name="connsiteY3" fmla="*/ 582020 h 2545362"/>
              <a:gd name="connsiteX4" fmla="*/ 4881489 w 4881489"/>
              <a:gd name="connsiteY4" fmla="*/ 2545362 h 2545362"/>
              <a:gd name="connsiteX5" fmla="*/ 0 w 4881489"/>
              <a:gd name="connsiteY5" fmla="*/ 2545362 h 2545362"/>
              <a:gd name="connsiteX6" fmla="*/ 2194236 w 4881489"/>
              <a:gd name="connsiteY6" fmla="*/ 582020 h 2545362"/>
              <a:gd name="connsiteX7" fmla="*/ 1847658 w 4881489"/>
              <a:gd name="connsiteY7" fmla="*/ 582020 h 2545362"/>
              <a:gd name="connsiteX0" fmla="*/ 1847658 w 5190581"/>
              <a:gd name="connsiteY0" fmla="*/ 582020 h 2552250"/>
              <a:gd name="connsiteX1" fmla="*/ 2557142 w 5190581"/>
              <a:gd name="connsiteY1" fmla="*/ 0 h 2552250"/>
              <a:gd name="connsiteX2" fmla="*/ 3233970 w 5190581"/>
              <a:gd name="connsiteY2" fmla="*/ 582020 h 2552250"/>
              <a:gd name="connsiteX3" fmla="*/ 2887392 w 5190581"/>
              <a:gd name="connsiteY3" fmla="*/ 582020 h 2552250"/>
              <a:gd name="connsiteX4" fmla="*/ 5190581 w 5190581"/>
              <a:gd name="connsiteY4" fmla="*/ 2552250 h 2552250"/>
              <a:gd name="connsiteX5" fmla="*/ 0 w 5190581"/>
              <a:gd name="connsiteY5" fmla="*/ 2545362 h 2552250"/>
              <a:gd name="connsiteX6" fmla="*/ 2194236 w 5190581"/>
              <a:gd name="connsiteY6" fmla="*/ 582020 h 2552250"/>
              <a:gd name="connsiteX7" fmla="*/ 1847658 w 5190581"/>
              <a:gd name="connsiteY7" fmla="*/ 582020 h 2552250"/>
              <a:gd name="connsiteX0" fmla="*/ 1847658 w 5190581"/>
              <a:gd name="connsiteY0" fmla="*/ 582020 h 2552250"/>
              <a:gd name="connsiteX1" fmla="*/ 2557142 w 5190581"/>
              <a:gd name="connsiteY1" fmla="*/ 0 h 2552250"/>
              <a:gd name="connsiteX2" fmla="*/ 3233970 w 5190581"/>
              <a:gd name="connsiteY2" fmla="*/ 582020 h 2552250"/>
              <a:gd name="connsiteX3" fmla="*/ 2887392 w 5190581"/>
              <a:gd name="connsiteY3" fmla="*/ 582020 h 2552250"/>
              <a:gd name="connsiteX4" fmla="*/ 5190581 w 5190581"/>
              <a:gd name="connsiteY4" fmla="*/ 2552250 h 2552250"/>
              <a:gd name="connsiteX5" fmla="*/ 0 w 5190581"/>
              <a:gd name="connsiteY5" fmla="*/ 2545362 h 2552250"/>
              <a:gd name="connsiteX6" fmla="*/ 2194236 w 5190581"/>
              <a:gd name="connsiteY6" fmla="*/ 582020 h 2552250"/>
              <a:gd name="connsiteX7" fmla="*/ 1847658 w 5190581"/>
              <a:gd name="connsiteY7" fmla="*/ 582020 h 2552250"/>
              <a:gd name="connsiteX0" fmla="*/ 1879855 w 5222778"/>
              <a:gd name="connsiteY0" fmla="*/ 582020 h 2572911"/>
              <a:gd name="connsiteX1" fmla="*/ 2589339 w 5222778"/>
              <a:gd name="connsiteY1" fmla="*/ 0 h 2572911"/>
              <a:gd name="connsiteX2" fmla="*/ 3266167 w 5222778"/>
              <a:gd name="connsiteY2" fmla="*/ 582020 h 2572911"/>
              <a:gd name="connsiteX3" fmla="*/ 2919589 w 5222778"/>
              <a:gd name="connsiteY3" fmla="*/ 582020 h 2572911"/>
              <a:gd name="connsiteX4" fmla="*/ 5222778 w 5222778"/>
              <a:gd name="connsiteY4" fmla="*/ 2552250 h 2572911"/>
              <a:gd name="connsiteX5" fmla="*/ 0 w 5222778"/>
              <a:gd name="connsiteY5" fmla="*/ 2572911 h 2572911"/>
              <a:gd name="connsiteX6" fmla="*/ 2226433 w 5222778"/>
              <a:gd name="connsiteY6" fmla="*/ 582020 h 2572911"/>
              <a:gd name="connsiteX7" fmla="*/ 1879855 w 5222778"/>
              <a:gd name="connsiteY7" fmla="*/ 582020 h 2572911"/>
              <a:gd name="connsiteX0" fmla="*/ 1931371 w 5274294"/>
              <a:gd name="connsiteY0" fmla="*/ 582020 h 2566023"/>
              <a:gd name="connsiteX1" fmla="*/ 2640855 w 5274294"/>
              <a:gd name="connsiteY1" fmla="*/ 0 h 2566023"/>
              <a:gd name="connsiteX2" fmla="*/ 3317683 w 5274294"/>
              <a:gd name="connsiteY2" fmla="*/ 582020 h 2566023"/>
              <a:gd name="connsiteX3" fmla="*/ 2971105 w 5274294"/>
              <a:gd name="connsiteY3" fmla="*/ 582020 h 2566023"/>
              <a:gd name="connsiteX4" fmla="*/ 5274294 w 5274294"/>
              <a:gd name="connsiteY4" fmla="*/ 2552250 h 2566023"/>
              <a:gd name="connsiteX5" fmla="*/ 0 w 5274294"/>
              <a:gd name="connsiteY5" fmla="*/ 2566023 h 2566023"/>
              <a:gd name="connsiteX6" fmla="*/ 2277949 w 5274294"/>
              <a:gd name="connsiteY6" fmla="*/ 582020 h 2566023"/>
              <a:gd name="connsiteX7" fmla="*/ 1931371 w 5274294"/>
              <a:gd name="connsiteY7" fmla="*/ 582020 h 2566023"/>
              <a:gd name="connsiteX0" fmla="*/ 1931371 w 7682963"/>
              <a:gd name="connsiteY0" fmla="*/ 582020 h 2578674"/>
              <a:gd name="connsiteX1" fmla="*/ 2640855 w 7682963"/>
              <a:gd name="connsiteY1" fmla="*/ 0 h 2578674"/>
              <a:gd name="connsiteX2" fmla="*/ 3317683 w 7682963"/>
              <a:gd name="connsiteY2" fmla="*/ 582020 h 2578674"/>
              <a:gd name="connsiteX3" fmla="*/ 2971105 w 7682963"/>
              <a:gd name="connsiteY3" fmla="*/ 582020 h 2578674"/>
              <a:gd name="connsiteX4" fmla="*/ 7682963 w 7682963"/>
              <a:gd name="connsiteY4" fmla="*/ 2578674 h 2578674"/>
              <a:gd name="connsiteX5" fmla="*/ 0 w 7682963"/>
              <a:gd name="connsiteY5" fmla="*/ 2566023 h 2578674"/>
              <a:gd name="connsiteX6" fmla="*/ 2277949 w 7682963"/>
              <a:gd name="connsiteY6" fmla="*/ 582020 h 2578674"/>
              <a:gd name="connsiteX7" fmla="*/ 1931371 w 7682963"/>
              <a:gd name="connsiteY7" fmla="*/ 582020 h 2578674"/>
              <a:gd name="connsiteX0" fmla="*/ 4386810 w 10138402"/>
              <a:gd name="connsiteY0" fmla="*/ 582020 h 2579234"/>
              <a:gd name="connsiteX1" fmla="*/ 5096294 w 10138402"/>
              <a:gd name="connsiteY1" fmla="*/ 0 h 2579234"/>
              <a:gd name="connsiteX2" fmla="*/ 5773122 w 10138402"/>
              <a:gd name="connsiteY2" fmla="*/ 582020 h 2579234"/>
              <a:gd name="connsiteX3" fmla="*/ 5426544 w 10138402"/>
              <a:gd name="connsiteY3" fmla="*/ 582020 h 2579234"/>
              <a:gd name="connsiteX4" fmla="*/ 10138402 w 10138402"/>
              <a:gd name="connsiteY4" fmla="*/ 2578674 h 2579234"/>
              <a:gd name="connsiteX5" fmla="*/ 0 w 10138402"/>
              <a:gd name="connsiteY5" fmla="*/ 2579234 h 2579234"/>
              <a:gd name="connsiteX6" fmla="*/ 4733388 w 10138402"/>
              <a:gd name="connsiteY6" fmla="*/ 582020 h 2579234"/>
              <a:gd name="connsiteX7" fmla="*/ 4386810 w 10138402"/>
              <a:gd name="connsiteY7" fmla="*/ 582020 h 2579234"/>
              <a:gd name="connsiteX0" fmla="*/ 4386810 w 10138402"/>
              <a:gd name="connsiteY0" fmla="*/ 582020 h 2579234"/>
              <a:gd name="connsiteX1" fmla="*/ 5096294 w 10138402"/>
              <a:gd name="connsiteY1" fmla="*/ 0 h 2579234"/>
              <a:gd name="connsiteX2" fmla="*/ 5773122 w 10138402"/>
              <a:gd name="connsiteY2" fmla="*/ 582020 h 2579234"/>
              <a:gd name="connsiteX3" fmla="*/ 5426544 w 10138402"/>
              <a:gd name="connsiteY3" fmla="*/ 582020 h 2579234"/>
              <a:gd name="connsiteX4" fmla="*/ 10138402 w 10138402"/>
              <a:gd name="connsiteY4" fmla="*/ 2578674 h 2579234"/>
              <a:gd name="connsiteX5" fmla="*/ 0 w 10138402"/>
              <a:gd name="connsiteY5" fmla="*/ 2579234 h 2579234"/>
              <a:gd name="connsiteX6" fmla="*/ 4733388 w 10138402"/>
              <a:gd name="connsiteY6" fmla="*/ 582020 h 2579234"/>
              <a:gd name="connsiteX7" fmla="*/ 4386810 w 10138402"/>
              <a:gd name="connsiteY7" fmla="*/ 582020 h 2579234"/>
              <a:gd name="connsiteX0" fmla="*/ 4386810 w 10138402"/>
              <a:gd name="connsiteY0" fmla="*/ 582020 h 2579234"/>
              <a:gd name="connsiteX1" fmla="*/ 5096294 w 10138402"/>
              <a:gd name="connsiteY1" fmla="*/ 0 h 2579234"/>
              <a:gd name="connsiteX2" fmla="*/ 5773122 w 10138402"/>
              <a:gd name="connsiteY2" fmla="*/ 582020 h 2579234"/>
              <a:gd name="connsiteX3" fmla="*/ 5426544 w 10138402"/>
              <a:gd name="connsiteY3" fmla="*/ 582020 h 2579234"/>
              <a:gd name="connsiteX4" fmla="*/ 10138402 w 10138402"/>
              <a:gd name="connsiteY4" fmla="*/ 2578674 h 2579234"/>
              <a:gd name="connsiteX5" fmla="*/ 0 w 10138402"/>
              <a:gd name="connsiteY5" fmla="*/ 2579234 h 2579234"/>
              <a:gd name="connsiteX6" fmla="*/ 4733388 w 10138402"/>
              <a:gd name="connsiteY6" fmla="*/ 582020 h 2579234"/>
              <a:gd name="connsiteX7" fmla="*/ 4386810 w 10138402"/>
              <a:gd name="connsiteY7" fmla="*/ 582020 h 2579234"/>
              <a:gd name="connsiteX0" fmla="*/ 4386810 w 10138402"/>
              <a:gd name="connsiteY0" fmla="*/ 582020 h 2579234"/>
              <a:gd name="connsiteX1" fmla="*/ 5096294 w 10138402"/>
              <a:gd name="connsiteY1" fmla="*/ 0 h 2579234"/>
              <a:gd name="connsiteX2" fmla="*/ 5773122 w 10138402"/>
              <a:gd name="connsiteY2" fmla="*/ 582020 h 2579234"/>
              <a:gd name="connsiteX3" fmla="*/ 5426544 w 10138402"/>
              <a:gd name="connsiteY3" fmla="*/ 582020 h 2579234"/>
              <a:gd name="connsiteX4" fmla="*/ 10138402 w 10138402"/>
              <a:gd name="connsiteY4" fmla="*/ 2578674 h 2579234"/>
              <a:gd name="connsiteX5" fmla="*/ 0 w 10138402"/>
              <a:gd name="connsiteY5" fmla="*/ 2579234 h 2579234"/>
              <a:gd name="connsiteX6" fmla="*/ 4733388 w 10138402"/>
              <a:gd name="connsiteY6" fmla="*/ 582020 h 2579234"/>
              <a:gd name="connsiteX7" fmla="*/ 4386810 w 10138402"/>
              <a:gd name="connsiteY7" fmla="*/ 582020 h 2579234"/>
              <a:gd name="connsiteX0" fmla="*/ 4386810 w 10138402"/>
              <a:gd name="connsiteY0" fmla="*/ 582020 h 2579234"/>
              <a:gd name="connsiteX1" fmla="*/ 5096294 w 10138402"/>
              <a:gd name="connsiteY1" fmla="*/ 0 h 2579234"/>
              <a:gd name="connsiteX2" fmla="*/ 5773122 w 10138402"/>
              <a:gd name="connsiteY2" fmla="*/ 582020 h 2579234"/>
              <a:gd name="connsiteX3" fmla="*/ 5426544 w 10138402"/>
              <a:gd name="connsiteY3" fmla="*/ 582020 h 2579234"/>
              <a:gd name="connsiteX4" fmla="*/ 10138402 w 10138402"/>
              <a:gd name="connsiteY4" fmla="*/ 2578674 h 2579234"/>
              <a:gd name="connsiteX5" fmla="*/ 0 w 10138402"/>
              <a:gd name="connsiteY5" fmla="*/ 2579234 h 2579234"/>
              <a:gd name="connsiteX6" fmla="*/ 4733388 w 10138402"/>
              <a:gd name="connsiteY6" fmla="*/ 582020 h 2579234"/>
              <a:gd name="connsiteX7" fmla="*/ 4386810 w 10138402"/>
              <a:gd name="connsiteY7" fmla="*/ 582020 h 2579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38402" h="2579234">
                <a:moveTo>
                  <a:pt x="4386810" y="582020"/>
                </a:moveTo>
                <a:lnTo>
                  <a:pt x="5096294" y="0"/>
                </a:lnTo>
                <a:lnTo>
                  <a:pt x="5773122" y="582020"/>
                </a:lnTo>
                <a:lnTo>
                  <a:pt x="5426544" y="582020"/>
                </a:lnTo>
                <a:cubicBezTo>
                  <a:pt x="5391702" y="1396363"/>
                  <a:pt x="6752496" y="2371355"/>
                  <a:pt x="10138402" y="2578674"/>
                </a:cubicBezTo>
                <a:lnTo>
                  <a:pt x="0" y="2579234"/>
                </a:lnTo>
                <a:cubicBezTo>
                  <a:pt x="3404674" y="2394360"/>
                  <a:pt x="4836430" y="1486305"/>
                  <a:pt x="4733388" y="582020"/>
                </a:cubicBezTo>
                <a:lnTo>
                  <a:pt x="4386810" y="582020"/>
                </a:lnTo>
                <a:close/>
              </a:path>
            </a:pathLst>
          </a:custGeom>
          <a:gradFill flip="none" rotWithShape="1">
            <a:gsLst>
              <a:gs pos="0">
                <a:schemeClr val="accent1">
                  <a:alpha val="70000"/>
                </a:schemeClr>
              </a:gs>
              <a:gs pos="88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0" name="椭圆 9">
            <a:extLst>
              <a:ext uri="{FF2B5EF4-FFF2-40B4-BE49-F238E27FC236}">
                <a16:creationId xmlns:a16="http://schemas.microsoft.com/office/drawing/2014/main" id="{8C603C10-DD4A-4150-A36B-584688049274}"/>
              </a:ext>
            </a:extLst>
          </p:cNvPr>
          <p:cNvSpPr/>
          <p:nvPr/>
        </p:nvSpPr>
        <p:spPr>
          <a:xfrm>
            <a:off x="695325" y="3870931"/>
            <a:ext cx="10801351" cy="2048476"/>
          </a:xfrm>
          <a:prstGeom prst="ellipse">
            <a:avLst/>
          </a:prstGeom>
          <a:gradFill>
            <a:gsLst>
              <a:gs pos="0">
                <a:schemeClr val="accent1">
                  <a:lumMod val="20000"/>
                  <a:lumOff val="80000"/>
                  <a:alpha val="0"/>
                </a:schemeClr>
              </a:gs>
              <a:gs pos="100000">
                <a:schemeClr val="accent1">
                  <a:lumMod val="20000"/>
                  <a:lumOff val="80000"/>
                  <a:alpha val="50000"/>
                </a:schemeClr>
              </a:gs>
            </a:gsLst>
            <a:lin ang="5400000" scaled="1"/>
          </a:gradFill>
          <a:ln w="25400">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prstClr val="white"/>
              </a:solidFill>
              <a:latin typeface="Helvetica"/>
            </a:endParaRPr>
          </a:p>
        </p:txBody>
      </p:sp>
      <p:sp>
        <p:nvSpPr>
          <p:cNvPr id="11" name="椭圆 10">
            <a:extLst>
              <a:ext uri="{FF2B5EF4-FFF2-40B4-BE49-F238E27FC236}">
                <a16:creationId xmlns:a16="http://schemas.microsoft.com/office/drawing/2014/main" id="{A4C2FF7B-E4D5-4B7C-A92E-F63DE3B09E6A}"/>
              </a:ext>
            </a:extLst>
          </p:cNvPr>
          <p:cNvSpPr/>
          <p:nvPr/>
        </p:nvSpPr>
        <p:spPr>
          <a:xfrm>
            <a:off x="2825696" y="2362120"/>
            <a:ext cx="6540608" cy="1085386"/>
          </a:xfrm>
          <a:prstGeom prst="ellipse">
            <a:avLst/>
          </a:prstGeom>
          <a:gradFill>
            <a:gsLst>
              <a:gs pos="0">
                <a:schemeClr val="accent1">
                  <a:lumMod val="20000"/>
                  <a:lumOff val="80000"/>
                  <a:alpha val="0"/>
                </a:schemeClr>
              </a:gs>
              <a:gs pos="100000">
                <a:schemeClr val="accent1">
                  <a:lumMod val="20000"/>
                  <a:lumOff val="80000"/>
                  <a:alpha val="50000"/>
                </a:schemeClr>
              </a:gs>
            </a:gsLst>
            <a:lin ang="5400000" scaled="1"/>
          </a:gradFill>
          <a:ln w="25400">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prstClr val="white"/>
              </a:solidFill>
              <a:latin typeface="Helvetica"/>
            </a:endParaRPr>
          </a:p>
        </p:txBody>
      </p:sp>
      <p:grpSp>
        <p:nvGrpSpPr>
          <p:cNvPr id="16" name="组合 15">
            <a:extLst>
              <a:ext uri="{FF2B5EF4-FFF2-40B4-BE49-F238E27FC236}">
                <a16:creationId xmlns:a16="http://schemas.microsoft.com/office/drawing/2014/main" id="{8210FD43-0103-1C8E-C865-D50A26B2E0E9}"/>
              </a:ext>
            </a:extLst>
          </p:cNvPr>
          <p:cNvGrpSpPr/>
          <p:nvPr/>
        </p:nvGrpSpPr>
        <p:grpSpPr>
          <a:xfrm>
            <a:off x="5553307" y="5585243"/>
            <a:ext cx="1085386" cy="1085386"/>
            <a:chOff x="5553307" y="5585243"/>
            <a:chExt cx="1085386" cy="1085386"/>
          </a:xfrm>
        </p:grpSpPr>
        <p:sp>
          <p:nvSpPr>
            <p:cNvPr id="14" name="椭圆 13">
              <a:extLst>
                <a:ext uri="{FF2B5EF4-FFF2-40B4-BE49-F238E27FC236}">
                  <a16:creationId xmlns:a16="http://schemas.microsoft.com/office/drawing/2014/main" id="{00F95C6E-C659-41F9-8521-00429D12B767}"/>
                </a:ext>
              </a:extLst>
            </p:cNvPr>
            <p:cNvSpPr/>
            <p:nvPr/>
          </p:nvSpPr>
          <p:spPr>
            <a:xfrm>
              <a:off x="5553307" y="5585243"/>
              <a:ext cx="1085386" cy="1085386"/>
            </a:xfrm>
            <a:prstGeom prst="ellipse">
              <a:avLst/>
            </a:prstGeom>
            <a:gradFill flip="none" rotWithShape="1">
              <a:gsLst>
                <a:gs pos="65000">
                  <a:schemeClr val="accent1"/>
                </a:gs>
                <a:gs pos="99000">
                  <a:schemeClr val="accent1">
                    <a:lumMod val="75000"/>
                  </a:schemeClr>
                </a:gs>
                <a:gs pos="1000">
                  <a:schemeClr val="accent1">
                    <a:lumMod val="20000"/>
                    <a:lumOff val="80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rgbClr val="FFFFFF"/>
                </a:solidFill>
                <a:latin typeface="思源黑体 CN Medium" panose="020B0600000000000000" pitchFamily="34" charset="-122"/>
                <a:ea typeface="思源黑体 CN Medium" panose="020B0600000000000000" pitchFamily="34" charset="-122"/>
              </a:endParaRPr>
            </a:p>
          </p:txBody>
        </p:sp>
        <p:sp>
          <p:nvSpPr>
            <p:cNvPr id="15" name="文本框 14">
              <a:extLst>
                <a:ext uri="{FF2B5EF4-FFF2-40B4-BE49-F238E27FC236}">
                  <a16:creationId xmlns:a16="http://schemas.microsoft.com/office/drawing/2014/main" id="{A15103FA-541B-490A-853D-CAB38B847280}"/>
                </a:ext>
              </a:extLst>
            </p:cNvPr>
            <p:cNvSpPr txBox="1"/>
            <p:nvPr/>
          </p:nvSpPr>
          <p:spPr>
            <a:xfrm>
              <a:off x="5585220" y="6126486"/>
              <a:ext cx="1021559" cy="25058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rPr>
                <a:t>安全运营流程</a:t>
              </a:r>
            </a:p>
          </p:txBody>
        </p:sp>
        <p:sp>
          <p:nvSpPr>
            <p:cNvPr id="17" name="文本框 16">
              <a:extLst>
                <a:ext uri="{FF2B5EF4-FFF2-40B4-BE49-F238E27FC236}">
                  <a16:creationId xmlns:a16="http://schemas.microsoft.com/office/drawing/2014/main" id="{E2A49871-090B-43E2-9FA6-64A0D57FAA60}"/>
                </a:ext>
              </a:extLst>
            </p:cNvPr>
            <p:cNvSpPr txBox="1"/>
            <p:nvPr/>
          </p:nvSpPr>
          <p:spPr>
            <a:xfrm>
              <a:off x="5641274" y="5739348"/>
              <a:ext cx="909450" cy="388349"/>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rPr>
                <a:t>完善</a:t>
              </a:r>
            </a:p>
          </p:txBody>
        </p:sp>
      </p:grpSp>
      <p:sp>
        <p:nvSpPr>
          <p:cNvPr id="19" name="椭圆 18">
            <a:extLst>
              <a:ext uri="{FF2B5EF4-FFF2-40B4-BE49-F238E27FC236}">
                <a16:creationId xmlns:a16="http://schemas.microsoft.com/office/drawing/2014/main" id="{067B2100-AC5B-4E0A-941C-0D4EAB8AC1EC}"/>
              </a:ext>
            </a:extLst>
          </p:cNvPr>
          <p:cNvSpPr/>
          <p:nvPr/>
        </p:nvSpPr>
        <p:spPr>
          <a:xfrm>
            <a:off x="9327799" y="2919440"/>
            <a:ext cx="1085386" cy="1085386"/>
          </a:xfrm>
          <a:prstGeom prst="ellipse">
            <a:avLst/>
          </a:prstGeom>
          <a:gradFill flip="none" rotWithShape="1">
            <a:gsLst>
              <a:gs pos="65000">
                <a:schemeClr val="accent2"/>
              </a:gs>
              <a:gs pos="99000">
                <a:schemeClr val="accent1">
                  <a:lumMod val="100000"/>
                </a:schemeClr>
              </a:gs>
              <a:gs pos="0">
                <a:schemeClr val="accent2">
                  <a:lumMod val="20000"/>
                  <a:lumOff val="80000"/>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a:latin typeface="思源黑体 CN Medium" panose="020B0600000000000000" pitchFamily="34" charset="-122"/>
              <a:ea typeface="思源黑体 CN Medium" panose="020B0600000000000000" pitchFamily="34" charset="-122"/>
            </a:endParaRPr>
          </a:p>
        </p:txBody>
      </p:sp>
      <p:sp>
        <p:nvSpPr>
          <p:cNvPr id="20" name="文本框 19">
            <a:extLst>
              <a:ext uri="{FF2B5EF4-FFF2-40B4-BE49-F238E27FC236}">
                <a16:creationId xmlns:a16="http://schemas.microsoft.com/office/drawing/2014/main" id="{F7719F28-E100-4EB0-8591-E63E9931CC7D}"/>
              </a:ext>
            </a:extLst>
          </p:cNvPr>
          <p:cNvSpPr txBox="1"/>
          <p:nvPr/>
        </p:nvSpPr>
        <p:spPr>
          <a:xfrm>
            <a:off x="9359712" y="3460683"/>
            <a:ext cx="1021559" cy="28142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rPr>
              <a:t>隐私合规建设</a:t>
            </a:r>
          </a:p>
        </p:txBody>
      </p:sp>
      <p:sp>
        <p:nvSpPr>
          <p:cNvPr id="21" name="文本框 20">
            <a:extLst>
              <a:ext uri="{FF2B5EF4-FFF2-40B4-BE49-F238E27FC236}">
                <a16:creationId xmlns:a16="http://schemas.microsoft.com/office/drawing/2014/main" id="{12DAB21B-824D-4CF9-A80E-5D4B86C7D51A}"/>
              </a:ext>
            </a:extLst>
          </p:cNvPr>
          <p:cNvSpPr txBox="1"/>
          <p:nvPr/>
        </p:nvSpPr>
        <p:spPr>
          <a:xfrm>
            <a:off x="9415766" y="3073545"/>
            <a:ext cx="909450" cy="43614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rPr>
              <a:t>领先</a:t>
            </a:r>
          </a:p>
        </p:txBody>
      </p:sp>
      <p:grpSp>
        <p:nvGrpSpPr>
          <p:cNvPr id="22" name="组合 21">
            <a:extLst>
              <a:ext uri="{FF2B5EF4-FFF2-40B4-BE49-F238E27FC236}">
                <a16:creationId xmlns:a16="http://schemas.microsoft.com/office/drawing/2014/main" id="{AFE7F74B-15AF-43E4-B30F-E3FD697BDF8F}"/>
              </a:ext>
            </a:extLst>
          </p:cNvPr>
          <p:cNvGrpSpPr/>
          <p:nvPr/>
        </p:nvGrpSpPr>
        <p:grpSpPr>
          <a:xfrm>
            <a:off x="1778816" y="2919440"/>
            <a:ext cx="1085386" cy="1085386"/>
            <a:chOff x="6025424" y="3652081"/>
            <a:chExt cx="1218969" cy="1218969"/>
          </a:xfrm>
        </p:grpSpPr>
        <p:sp>
          <p:nvSpPr>
            <p:cNvPr id="23" name="椭圆 22">
              <a:extLst>
                <a:ext uri="{FF2B5EF4-FFF2-40B4-BE49-F238E27FC236}">
                  <a16:creationId xmlns:a16="http://schemas.microsoft.com/office/drawing/2014/main" id="{BD40C110-ED81-4368-8625-D7148966E0BF}"/>
                </a:ext>
              </a:extLst>
            </p:cNvPr>
            <p:cNvSpPr/>
            <p:nvPr/>
          </p:nvSpPr>
          <p:spPr>
            <a:xfrm>
              <a:off x="6025424" y="3652081"/>
              <a:ext cx="1218969" cy="1218969"/>
            </a:xfrm>
            <a:prstGeom prst="ellipse">
              <a:avLst/>
            </a:prstGeom>
            <a:gradFill flip="none" rotWithShape="1">
              <a:gsLst>
                <a:gs pos="0">
                  <a:schemeClr val="accent3">
                    <a:lumMod val="60000"/>
                    <a:lumOff val="40000"/>
                  </a:schemeClr>
                </a:gs>
                <a:gs pos="84000">
                  <a:schemeClr val="accent3"/>
                </a:gs>
              </a:gsLst>
              <a:path path="circle">
                <a:fillToRect r="100000" b="100000"/>
              </a:path>
              <a:tileRect l="-100000" t="-100000"/>
            </a:gradFill>
            <a:ln>
              <a:noFill/>
            </a:ln>
            <a:effectLst>
              <a:outerShdw blurRad="635000" dist="317500" dir="2700000" sx="97000" sy="97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24" name="文本框 23">
              <a:extLst>
                <a:ext uri="{FF2B5EF4-FFF2-40B4-BE49-F238E27FC236}">
                  <a16:creationId xmlns:a16="http://schemas.microsoft.com/office/drawing/2014/main" id="{633BBC73-63A3-4662-9BBD-8B40C897FA28}"/>
                </a:ext>
              </a:extLst>
            </p:cNvPr>
            <p:cNvSpPr txBox="1"/>
            <p:nvPr/>
          </p:nvSpPr>
          <p:spPr>
            <a:xfrm>
              <a:off x="6061265" y="4259937"/>
              <a:ext cx="1147287" cy="316060"/>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1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rPr>
                <a:t>安全能力体系</a:t>
              </a:r>
            </a:p>
          </p:txBody>
        </p:sp>
        <p:sp>
          <p:nvSpPr>
            <p:cNvPr id="25" name="文本框 24">
              <a:extLst>
                <a:ext uri="{FF2B5EF4-FFF2-40B4-BE49-F238E27FC236}">
                  <a16:creationId xmlns:a16="http://schemas.microsoft.com/office/drawing/2014/main" id="{CFAC65A9-8437-464F-AC17-6DB4333E51D5}"/>
                </a:ext>
              </a:extLst>
            </p:cNvPr>
            <p:cNvSpPr txBox="1"/>
            <p:nvPr/>
          </p:nvSpPr>
          <p:spPr>
            <a:xfrm>
              <a:off x="6124217" y="3825152"/>
              <a:ext cx="1021380" cy="48982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rPr>
                <a:t>先进</a:t>
              </a:r>
            </a:p>
          </p:txBody>
        </p:sp>
      </p:grpSp>
      <p:sp>
        <p:nvSpPr>
          <p:cNvPr id="28" name="文本框 27">
            <a:extLst>
              <a:ext uri="{FF2B5EF4-FFF2-40B4-BE49-F238E27FC236}">
                <a16:creationId xmlns:a16="http://schemas.microsoft.com/office/drawing/2014/main" id="{EC3B5243-9503-428B-B7BF-CA8CB238E215}"/>
              </a:ext>
            </a:extLst>
          </p:cNvPr>
          <p:cNvSpPr txBox="1"/>
          <p:nvPr/>
        </p:nvSpPr>
        <p:spPr>
          <a:xfrm>
            <a:off x="575510" y="5823456"/>
            <a:ext cx="2492990"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chemeClr val="accent1">
                    <a:lumMod val="75000"/>
                  </a:schemeClr>
                </a:solidFill>
                <a:effectLst/>
                <a:uLnTx/>
                <a:uFillTx/>
                <a:latin typeface="思源黑体 CN Medium" panose="020B0600000000000000" pitchFamily="34" charset="-122"/>
                <a:ea typeface="思源黑体 CN Medium" panose="020B0600000000000000" pitchFamily="34" charset="-122"/>
                <a:cs typeface="+mn-cs"/>
              </a:rPr>
              <a:t>值得信赖的平台安全性</a:t>
            </a:r>
          </a:p>
        </p:txBody>
      </p:sp>
      <p:grpSp>
        <p:nvGrpSpPr>
          <p:cNvPr id="31" name="组合 30">
            <a:extLst>
              <a:ext uri="{FF2B5EF4-FFF2-40B4-BE49-F238E27FC236}">
                <a16:creationId xmlns:a16="http://schemas.microsoft.com/office/drawing/2014/main" id="{9D59C365-5C74-4311-B6E1-597117E5AAFE}"/>
              </a:ext>
            </a:extLst>
          </p:cNvPr>
          <p:cNvGrpSpPr/>
          <p:nvPr/>
        </p:nvGrpSpPr>
        <p:grpSpPr>
          <a:xfrm>
            <a:off x="1822005" y="5472747"/>
            <a:ext cx="8547991" cy="129735"/>
            <a:chOff x="1594641" y="5472747"/>
            <a:chExt cx="8547991" cy="129735"/>
          </a:xfrm>
        </p:grpSpPr>
        <p:sp>
          <p:nvSpPr>
            <p:cNvPr id="29" name="椭圆 28">
              <a:extLst>
                <a:ext uri="{FF2B5EF4-FFF2-40B4-BE49-F238E27FC236}">
                  <a16:creationId xmlns:a16="http://schemas.microsoft.com/office/drawing/2014/main" id="{BFA063CB-74FE-4625-AB39-1E1415726614}"/>
                </a:ext>
              </a:extLst>
            </p:cNvPr>
            <p:cNvSpPr/>
            <p:nvPr/>
          </p:nvSpPr>
          <p:spPr>
            <a:xfrm>
              <a:off x="1594641" y="5472747"/>
              <a:ext cx="119532" cy="119532"/>
            </a:xfrm>
            <a:prstGeom prst="ellipse">
              <a:avLst/>
            </a:prstGeom>
            <a:solidFill>
              <a:schemeClr val="accent1">
                <a:lumMod val="20000"/>
                <a:lumOff val="80000"/>
              </a:schemeClr>
            </a:solidFill>
            <a:ln w="28575">
              <a:solidFill>
                <a:schemeClr val="accent1"/>
              </a:solid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30" name="椭圆 29">
              <a:extLst>
                <a:ext uri="{FF2B5EF4-FFF2-40B4-BE49-F238E27FC236}">
                  <a16:creationId xmlns:a16="http://schemas.microsoft.com/office/drawing/2014/main" id="{E749B3DA-244B-48AB-9800-933491AD1E65}"/>
                </a:ext>
              </a:extLst>
            </p:cNvPr>
            <p:cNvSpPr/>
            <p:nvPr/>
          </p:nvSpPr>
          <p:spPr>
            <a:xfrm>
              <a:off x="10023100" y="5482950"/>
              <a:ext cx="119532" cy="119532"/>
            </a:xfrm>
            <a:prstGeom prst="ellipse">
              <a:avLst/>
            </a:prstGeom>
            <a:solidFill>
              <a:schemeClr val="accent1">
                <a:lumMod val="20000"/>
                <a:lumOff val="80000"/>
              </a:schemeClr>
            </a:solidFill>
            <a:ln w="28575">
              <a:solidFill>
                <a:schemeClr val="accent1"/>
              </a:solid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grpSp>
      <p:sp>
        <p:nvSpPr>
          <p:cNvPr id="32" name="文本框 31">
            <a:extLst>
              <a:ext uri="{FF2B5EF4-FFF2-40B4-BE49-F238E27FC236}">
                <a16:creationId xmlns:a16="http://schemas.microsoft.com/office/drawing/2014/main" id="{937A79B6-3287-4711-BE1B-9E602723B649}"/>
              </a:ext>
            </a:extLst>
          </p:cNvPr>
          <p:cNvSpPr txBox="1"/>
          <p:nvPr/>
        </p:nvSpPr>
        <p:spPr>
          <a:xfrm>
            <a:off x="9313059" y="5823456"/>
            <a:ext cx="226215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chemeClr val="accent1">
                    <a:lumMod val="75000"/>
                  </a:schemeClr>
                </a:solidFill>
                <a:effectLst/>
                <a:uLnTx/>
                <a:uFillTx/>
                <a:latin typeface="思源黑体 CN Medium" panose="020B0600000000000000" pitchFamily="34" charset="-122"/>
                <a:ea typeface="思源黑体 CN Medium" panose="020B0600000000000000" pitchFamily="34" charset="-122"/>
                <a:cs typeface="+mn-cs"/>
              </a:rPr>
              <a:t>灵活的安全管理手段</a:t>
            </a:r>
          </a:p>
        </p:txBody>
      </p:sp>
      <p:grpSp>
        <p:nvGrpSpPr>
          <p:cNvPr id="40" name="组合 39">
            <a:extLst>
              <a:ext uri="{FF2B5EF4-FFF2-40B4-BE49-F238E27FC236}">
                <a16:creationId xmlns:a16="http://schemas.microsoft.com/office/drawing/2014/main" id="{72AAFC7F-375D-463B-A027-11CCC7563029}"/>
              </a:ext>
            </a:extLst>
          </p:cNvPr>
          <p:cNvGrpSpPr/>
          <p:nvPr/>
        </p:nvGrpSpPr>
        <p:grpSpPr>
          <a:xfrm>
            <a:off x="3104403" y="4172846"/>
            <a:ext cx="5983194" cy="595395"/>
            <a:chOff x="3158921" y="4172846"/>
            <a:chExt cx="5983194" cy="595395"/>
          </a:xfrm>
        </p:grpSpPr>
        <p:grpSp>
          <p:nvGrpSpPr>
            <p:cNvPr id="38" name="组合 37">
              <a:extLst>
                <a:ext uri="{FF2B5EF4-FFF2-40B4-BE49-F238E27FC236}">
                  <a16:creationId xmlns:a16="http://schemas.microsoft.com/office/drawing/2014/main" id="{EBBF1561-3A1F-4035-A3F6-B4F129F58D5B}"/>
                </a:ext>
              </a:extLst>
            </p:cNvPr>
            <p:cNvGrpSpPr/>
            <p:nvPr/>
          </p:nvGrpSpPr>
          <p:grpSpPr>
            <a:xfrm>
              <a:off x="3158921" y="4172846"/>
              <a:ext cx="5983194" cy="338554"/>
              <a:chOff x="3158921" y="4172846"/>
              <a:chExt cx="5983194" cy="338554"/>
            </a:xfrm>
          </p:grpSpPr>
          <p:sp>
            <p:nvSpPr>
              <p:cNvPr id="33" name="文本框 32">
                <a:extLst>
                  <a:ext uri="{FF2B5EF4-FFF2-40B4-BE49-F238E27FC236}">
                    <a16:creationId xmlns:a16="http://schemas.microsoft.com/office/drawing/2014/main" id="{C4FF6E90-898B-4ED8-8EDC-2B4C40BAB82E}"/>
                  </a:ext>
                </a:extLst>
              </p:cNvPr>
              <p:cNvSpPr txBox="1"/>
              <p:nvPr/>
            </p:nvSpPr>
            <p:spPr>
              <a:xfrm>
                <a:off x="3158921" y="4172846"/>
                <a:ext cx="100540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chemeClr val="accent1">
                        <a:lumMod val="75000"/>
                      </a:schemeClr>
                    </a:solidFill>
                    <a:effectLst/>
                    <a:uLnTx/>
                    <a:uFillTx/>
                    <a:latin typeface="思源黑体 CN Bold" panose="020B0800000000000000" pitchFamily="34" charset="-122"/>
                    <a:ea typeface="思源黑体 CN Bold" panose="020B0800000000000000" pitchFamily="34" charset="-122"/>
                    <a:cs typeface="+mn-cs"/>
                  </a:rPr>
                  <a:t>安全架构</a:t>
                </a:r>
              </a:p>
            </p:txBody>
          </p:sp>
          <p:sp>
            <p:nvSpPr>
              <p:cNvPr id="34" name="文本框 33">
                <a:extLst>
                  <a:ext uri="{FF2B5EF4-FFF2-40B4-BE49-F238E27FC236}">
                    <a16:creationId xmlns:a16="http://schemas.microsoft.com/office/drawing/2014/main" id="{313A24D1-5AA2-4095-BC33-E6C60502170E}"/>
                  </a:ext>
                </a:extLst>
              </p:cNvPr>
              <p:cNvSpPr txBox="1"/>
              <p:nvPr/>
            </p:nvSpPr>
            <p:spPr>
              <a:xfrm>
                <a:off x="8136712" y="4172846"/>
                <a:ext cx="100540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chemeClr val="accent1">
                        <a:lumMod val="75000"/>
                      </a:schemeClr>
                    </a:solidFill>
                    <a:effectLst/>
                    <a:uLnTx/>
                    <a:uFillTx/>
                    <a:latin typeface="思源黑体 CN Bold" panose="020B0800000000000000" pitchFamily="34" charset="-122"/>
                    <a:ea typeface="思源黑体 CN Bold" panose="020B0800000000000000" pitchFamily="34" charset="-122"/>
                    <a:cs typeface="+mn-cs"/>
                  </a:rPr>
                  <a:t>安全功能</a:t>
                </a:r>
              </a:p>
            </p:txBody>
          </p:sp>
        </p:grpSp>
        <p:sp>
          <p:nvSpPr>
            <p:cNvPr id="36" name="文本框 35">
              <a:extLst>
                <a:ext uri="{FF2B5EF4-FFF2-40B4-BE49-F238E27FC236}">
                  <a16:creationId xmlns:a16="http://schemas.microsoft.com/office/drawing/2014/main" id="{24537A4E-744F-47DD-AF3D-7B46B4306221}"/>
                </a:ext>
              </a:extLst>
            </p:cNvPr>
            <p:cNvSpPr txBox="1"/>
            <p:nvPr/>
          </p:nvSpPr>
          <p:spPr>
            <a:xfrm>
              <a:off x="5647817" y="4429687"/>
              <a:ext cx="100540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chemeClr val="accent1">
                      <a:lumMod val="75000"/>
                    </a:schemeClr>
                  </a:solidFill>
                  <a:effectLst/>
                  <a:uLnTx/>
                  <a:uFillTx/>
                  <a:latin typeface="思源黑体 CN Bold" panose="020B0800000000000000" pitchFamily="34" charset="-122"/>
                  <a:ea typeface="思源黑体 CN Bold" panose="020B0800000000000000" pitchFamily="34" charset="-122"/>
                  <a:cs typeface="+mn-cs"/>
                </a:rPr>
                <a:t>安全体系</a:t>
              </a:r>
            </a:p>
          </p:txBody>
        </p:sp>
      </p:grpSp>
      <p:sp>
        <p:nvSpPr>
          <p:cNvPr id="39" name="文本框 38">
            <a:extLst>
              <a:ext uri="{FF2B5EF4-FFF2-40B4-BE49-F238E27FC236}">
                <a16:creationId xmlns:a16="http://schemas.microsoft.com/office/drawing/2014/main" id="{72BCB62C-0137-4274-AD6D-6477B43A6C02}"/>
              </a:ext>
            </a:extLst>
          </p:cNvPr>
          <p:cNvSpPr txBox="1"/>
          <p:nvPr/>
        </p:nvSpPr>
        <p:spPr>
          <a:xfrm>
            <a:off x="5216801" y="973904"/>
            <a:ext cx="1723549"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chemeClr val="accent1">
                    <a:lumMod val="75000"/>
                  </a:schemeClr>
                </a:solidFill>
                <a:effectLst/>
                <a:uLnTx/>
                <a:uFillTx/>
                <a:latin typeface="+mj-lt"/>
                <a:ea typeface="思源黑体 CN Bold" panose="020B0800000000000000" pitchFamily="34" charset="-122"/>
                <a:cs typeface="+mn-cs"/>
              </a:rPr>
              <a:t>员工和资产</a:t>
            </a:r>
          </a:p>
        </p:txBody>
      </p:sp>
      <p:sp>
        <p:nvSpPr>
          <p:cNvPr id="41" name="文本框 40">
            <a:extLst>
              <a:ext uri="{FF2B5EF4-FFF2-40B4-BE49-F238E27FC236}">
                <a16:creationId xmlns:a16="http://schemas.microsoft.com/office/drawing/2014/main" id="{FB2A9113-F87D-4D0E-ACC2-2E620F7D6630}"/>
              </a:ext>
            </a:extLst>
          </p:cNvPr>
          <p:cNvSpPr txBox="1"/>
          <p:nvPr/>
        </p:nvSpPr>
        <p:spPr>
          <a:xfrm rot="525171">
            <a:off x="2903496" y="2855594"/>
            <a:ext cx="2377627" cy="262738"/>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企业安全制度规范</a:t>
            </a:r>
          </a:p>
        </p:txBody>
      </p:sp>
      <p:sp>
        <p:nvSpPr>
          <p:cNvPr id="42" name="文本框 41">
            <a:extLst>
              <a:ext uri="{FF2B5EF4-FFF2-40B4-BE49-F238E27FC236}">
                <a16:creationId xmlns:a16="http://schemas.microsoft.com/office/drawing/2014/main" id="{B52837CC-4245-4830-A48C-45DEBC6D58AB}"/>
              </a:ext>
            </a:extLst>
          </p:cNvPr>
          <p:cNvSpPr txBox="1"/>
          <p:nvPr/>
        </p:nvSpPr>
        <p:spPr>
          <a:xfrm rot="20990151">
            <a:off x="7430732" y="2873769"/>
            <a:ext cx="1569661" cy="271197"/>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飞书安全功能</a:t>
            </a:r>
          </a:p>
        </p:txBody>
      </p:sp>
      <p:sp>
        <p:nvSpPr>
          <p:cNvPr id="44" name="文本框 43">
            <a:extLst>
              <a:ext uri="{FF2B5EF4-FFF2-40B4-BE49-F238E27FC236}">
                <a16:creationId xmlns:a16="http://schemas.microsoft.com/office/drawing/2014/main" id="{98390BF3-DFD9-49DF-98EC-E5F661568259}"/>
              </a:ext>
            </a:extLst>
          </p:cNvPr>
          <p:cNvSpPr txBox="1"/>
          <p:nvPr/>
        </p:nvSpPr>
        <p:spPr>
          <a:xfrm>
            <a:off x="5717661" y="2849538"/>
            <a:ext cx="800219"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chemeClr val="accent1">
                    <a:lumMod val="75000"/>
                  </a:schemeClr>
                </a:solidFill>
                <a:effectLst/>
                <a:uLnTx/>
                <a:uFillTx/>
                <a:latin typeface="+mj-lt"/>
                <a:ea typeface="思源黑体 CN Bold" panose="020B0800000000000000" pitchFamily="34" charset="-122"/>
                <a:cs typeface="+mn-cs"/>
              </a:rPr>
              <a:t>企业</a:t>
            </a:r>
          </a:p>
        </p:txBody>
      </p:sp>
      <p:sp>
        <p:nvSpPr>
          <p:cNvPr id="45" name="文本框 44">
            <a:extLst>
              <a:ext uri="{FF2B5EF4-FFF2-40B4-BE49-F238E27FC236}">
                <a16:creationId xmlns:a16="http://schemas.microsoft.com/office/drawing/2014/main" id="{4D98CC45-5914-495E-9D01-25EDEE5B8A0D}"/>
              </a:ext>
            </a:extLst>
          </p:cNvPr>
          <p:cNvSpPr txBox="1"/>
          <p:nvPr/>
        </p:nvSpPr>
        <p:spPr>
          <a:xfrm>
            <a:off x="3020998" y="1350266"/>
            <a:ext cx="595035"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帐号</a:t>
            </a:r>
          </a:p>
        </p:txBody>
      </p:sp>
      <p:sp>
        <p:nvSpPr>
          <p:cNvPr id="46" name="文本框 45">
            <a:extLst>
              <a:ext uri="{FF2B5EF4-FFF2-40B4-BE49-F238E27FC236}">
                <a16:creationId xmlns:a16="http://schemas.microsoft.com/office/drawing/2014/main" id="{A8C8C20E-796E-43D4-887E-89C904BB4DDC}"/>
              </a:ext>
            </a:extLst>
          </p:cNvPr>
          <p:cNvSpPr txBox="1"/>
          <p:nvPr/>
        </p:nvSpPr>
        <p:spPr>
          <a:xfrm>
            <a:off x="8543708" y="1350266"/>
            <a:ext cx="641522"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 数据</a:t>
            </a:r>
          </a:p>
        </p:txBody>
      </p:sp>
      <p:grpSp>
        <p:nvGrpSpPr>
          <p:cNvPr id="155" name="组合 154">
            <a:extLst>
              <a:ext uri="{FF2B5EF4-FFF2-40B4-BE49-F238E27FC236}">
                <a16:creationId xmlns:a16="http://schemas.microsoft.com/office/drawing/2014/main" id="{9500A3AD-6186-4AED-995C-F58BA9DF6A65}"/>
              </a:ext>
            </a:extLst>
          </p:cNvPr>
          <p:cNvGrpSpPr/>
          <p:nvPr/>
        </p:nvGrpSpPr>
        <p:grpSpPr>
          <a:xfrm>
            <a:off x="4585500" y="1557445"/>
            <a:ext cx="3021000" cy="338554"/>
            <a:chOff x="4549674" y="1557445"/>
            <a:chExt cx="3021000" cy="338554"/>
          </a:xfrm>
        </p:grpSpPr>
        <p:sp>
          <p:nvSpPr>
            <p:cNvPr id="47" name="文本框 46">
              <a:extLst>
                <a:ext uri="{FF2B5EF4-FFF2-40B4-BE49-F238E27FC236}">
                  <a16:creationId xmlns:a16="http://schemas.microsoft.com/office/drawing/2014/main" id="{56C8BBCC-5483-4FF0-A7AA-2EB08E6A0289}"/>
                </a:ext>
              </a:extLst>
            </p:cNvPr>
            <p:cNvSpPr txBox="1"/>
            <p:nvPr/>
          </p:nvSpPr>
          <p:spPr>
            <a:xfrm>
              <a:off x="4549674" y="1557445"/>
              <a:ext cx="595035"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访问</a:t>
              </a:r>
            </a:p>
          </p:txBody>
        </p:sp>
        <p:sp>
          <p:nvSpPr>
            <p:cNvPr id="48" name="文本框 47">
              <a:extLst>
                <a:ext uri="{FF2B5EF4-FFF2-40B4-BE49-F238E27FC236}">
                  <a16:creationId xmlns:a16="http://schemas.microsoft.com/office/drawing/2014/main" id="{1CF0994B-B585-4773-BB25-46748B50FC13}"/>
                </a:ext>
              </a:extLst>
            </p:cNvPr>
            <p:cNvSpPr txBox="1"/>
            <p:nvPr/>
          </p:nvSpPr>
          <p:spPr>
            <a:xfrm>
              <a:off x="6975639" y="1557445"/>
              <a:ext cx="595035"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权限</a:t>
              </a:r>
            </a:p>
          </p:txBody>
        </p:sp>
      </p:grpSp>
      <p:pic>
        <p:nvPicPr>
          <p:cNvPr id="50" name="图片 49" descr="徽标, 公司名称&#10;&#10;描述已自动生成">
            <a:extLst>
              <a:ext uri="{FF2B5EF4-FFF2-40B4-BE49-F238E27FC236}">
                <a16:creationId xmlns:a16="http://schemas.microsoft.com/office/drawing/2014/main" id="{A4D15772-9892-49EF-87A4-D5B1A2632D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8100" y="3537460"/>
            <a:ext cx="699407" cy="699407"/>
          </a:xfrm>
          <a:prstGeom prst="rect">
            <a:avLst/>
          </a:prstGeom>
        </p:spPr>
      </p:pic>
      <p:grpSp>
        <p:nvGrpSpPr>
          <p:cNvPr id="154" name="组合 153">
            <a:extLst>
              <a:ext uri="{FF2B5EF4-FFF2-40B4-BE49-F238E27FC236}">
                <a16:creationId xmlns:a16="http://schemas.microsoft.com/office/drawing/2014/main" id="{51BDF430-2526-4F21-8CD6-2FB9863A8852}"/>
              </a:ext>
            </a:extLst>
          </p:cNvPr>
          <p:cNvGrpSpPr/>
          <p:nvPr/>
        </p:nvGrpSpPr>
        <p:grpSpPr>
          <a:xfrm>
            <a:off x="3900447" y="3253622"/>
            <a:ext cx="4391106" cy="126810"/>
            <a:chOff x="4025388" y="3253622"/>
            <a:chExt cx="4391106" cy="126810"/>
          </a:xfrm>
        </p:grpSpPr>
        <p:sp>
          <p:nvSpPr>
            <p:cNvPr id="51" name="椭圆 50">
              <a:extLst>
                <a:ext uri="{FF2B5EF4-FFF2-40B4-BE49-F238E27FC236}">
                  <a16:creationId xmlns:a16="http://schemas.microsoft.com/office/drawing/2014/main" id="{79408561-03AD-4C60-8479-20955E1E5D7F}"/>
                </a:ext>
              </a:extLst>
            </p:cNvPr>
            <p:cNvSpPr/>
            <p:nvPr/>
          </p:nvSpPr>
          <p:spPr>
            <a:xfrm>
              <a:off x="4025388" y="3253622"/>
              <a:ext cx="119532" cy="119532"/>
            </a:xfrm>
            <a:prstGeom prst="ellipse">
              <a:avLst/>
            </a:prstGeom>
            <a:solidFill>
              <a:schemeClr val="accent1">
                <a:lumMod val="20000"/>
                <a:lumOff val="80000"/>
              </a:schemeClr>
            </a:solidFill>
            <a:ln w="28575">
              <a:solidFill>
                <a:schemeClr val="accent1"/>
              </a:solid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52" name="椭圆 51">
              <a:extLst>
                <a:ext uri="{FF2B5EF4-FFF2-40B4-BE49-F238E27FC236}">
                  <a16:creationId xmlns:a16="http://schemas.microsoft.com/office/drawing/2014/main" id="{FDF15404-08C9-41EF-BE13-760EC0230D22}"/>
                </a:ext>
              </a:extLst>
            </p:cNvPr>
            <p:cNvSpPr/>
            <p:nvPr/>
          </p:nvSpPr>
          <p:spPr>
            <a:xfrm>
              <a:off x="8296962" y="3260900"/>
              <a:ext cx="119532" cy="119532"/>
            </a:xfrm>
            <a:prstGeom prst="ellipse">
              <a:avLst/>
            </a:prstGeom>
            <a:solidFill>
              <a:schemeClr val="accent1">
                <a:lumMod val="20000"/>
                <a:lumOff val="80000"/>
              </a:schemeClr>
            </a:solidFill>
            <a:ln w="28575">
              <a:solidFill>
                <a:schemeClr val="accent1"/>
              </a:solid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grpSp>
      <p:grpSp>
        <p:nvGrpSpPr>
          <p:cNvPr id="152" name="组合 151">
            <a:extLst>
              <a:ext uri="{FF2B5EF4-FFF2-40B4-BE49-F238E27FC236}">
                <a16:creationId xmlns:a16="http://schemas.microsoft.com/office/drawing/2014/main" id="{779CF466-1B0F-4B43-A72C-7B8C24444CE3}"/>
              </a:ext>
            </a:extLst>
          </p:cNvPr>
          <p:cNvGrpSpPr/>
          <p:nvPr/>
        </p:nvGrpSpPr>
        <p:grpSpPr>
          <a:xfrm>
            <a:off x="1405739" y="4734894"/>
            <a:ext cx="2890184" cy="876067"/>
            <a:chOff x="1405739" y="4734894"/>
            <a:chExt cx="2890184" cy="876067"/>
          </a:xfrm>
        </p:grpSpPr>
        <p:sp>
          <p:nvSpPr>
            <p:cNvPr id="56" name="文本框 55">
              <a:extLst>
                <a:ext uri="{FF2B5EF4-FFF2-40B4-BE49-F238E27FC236}">
                  <a16:creationId xmlns:a16="http://schemas.microsoft.com/office/drawing/2014/main" id="{D2839066-96B4-4C95-AD3B-6EF6F966F4F9}"/>
                </a:ext>
              </a:extLst>
            </p:cNvPr>
            <p:cNvSpPr txBox="1"/>
            <p:nvPr/>
          </p:nvSpPr>
          <p:spPr>
            <a:xfrm>
              <a:off x="1405739" y="4734894"/>
              <a:ext cx="9028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应用安全</a:t>
              </a:r>
            </a:p>
          </p:txBody>
        </p:sp>
        <p:sp>
          <p:nvSpPr>
            <p:cNvPr id="57" name="文本框 56">
              <a:extLst>
                <a:ext uri="{FF2B5EF4-FFF2-40B4-BE49-F238E27FC236}">
                  <a16:creationId xmlns:a16="http://schemas.microsoft.com/office/drawing/2014/main" id="{EED8FE8D-900E-4C5F-8F20-364430A9D7F4}"/>
                </a:ext>
              </a:extLst>
            </p:cNvPr>
            <p:cNvSpPr txBox="1"/>
            <p:nvPr/>
          </p:nvSpPr>
          <p:spPr>
            <a:xfrm>
              <a:off x="2399425" y="4854644"/>
              <a:ext cx="9028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数据安全</a:t>
              </a:r>
            </a:p>
          </p:txBody>
        </p:sp>
        <p:sp>
          <p:nvSpPr>
            <p:cNvPr id="58" name="文本框 57">
              <a:extLst>
                <a:ext uri="{FF2B5EF4-FFF2-40B4-BE49-F238E27FC236}">
                  <a16:creationId xmlns:a16="http://schemas.microsoft.com/office/drawing/2014/main" id="{C91A7A61-BD8F-4D56-9EE8-F1EE7ADD8C2A}"/>
                </a:ext>
              </a:extLst>
            </p:cNvPr>
            <p:cNvSpPr txBox="1"/>
            <p:nvPr/>
          </p:nvSpPr>
          <p:spPr>
            <a:xfrm>
              <a:off x="3393112" y="4979826"/>
              <a:ext cx="9028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网络安全</a:t>
              </a:r>
            </a:p>
          </p:txBody>
        </p:sp>
        <p:sp>
          <p:nvSpPr>
            <p:cNvPr id="59" name="文本框 58">
              <a:extLst>
                <a:ext uri="{FF2B5EF4-FFF2-40B4-BE49-F238E27FC236}">
                  <a16:creationId xmlns:a16="http://schemas.microsoft.com/office/drawing/2014/main" id="{56A6CC63-83D5-418E-A387-62888D1B43EF}"/>
                </a:ext>
              </a:extLst>
            </p:cNvPr>
            <p:cNvSpPr txBox="1"/>
            <p:nvPr/>
          </p:nvSpPr>
          <p:spPr>
            <a:xfrm>
              <a:off x="1902582" y="5145690"/>
              <a:ext cx="9028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基础安全</a:t>
              </a:r>
            </a:p>
          </p:txBody>
        </p:sp>
        <p:sp>
          <p:nvSpPr>
            <p:cNvPr id="60" name="文本框 59">
              <a:extLst>
                <a:ext uri="{FF2B5EF4-FFF2-40B4-BE49-F238E27FC236}">
                  <a16:creationId xmlns:a16="http://schemas.microsoft.com/office/drawing/2014/main" id="{954EBF2F-B0A0-411F-A7C8-0BF3789CEFB1}"/>
                </a:ext>
              </a:extLst>
            </p:cNvPr>
            <p:cNvSpPr txBox="1"/>
            <p:nvPr/>
          </p:nvSpPr>
          <p:spPr>
            <a:xfrm>
              <a:off x="2896268" y="5303184"/>
              <a:ext cx="9028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物理安全</a:t>
              </a:r>
            </a:p>
          </p:txBody>
        </p:sp>
      </p:grpSp>
      <p:grpSp>
        <p:nvGrpSpPr>
          <p:cNvPr id="149" name="组合 148">
            <a:extLst>
              <a:ext uri="{FF2B5EF4-FFF2-40B4-BE49-F238E27FC236}">
                <a16:creationId xmlns:a16="http://schemas.microsoft.com/office/drawing/2014/main" id="{304F03A1-A47D-4056-89A5-FDB4F2F77C4F}"/>
              </a:ext>
            </a:extLst>
          </p:cNvPr>
          <p:cNvGrpSpPr/>
          <p:nvPr/>
        </p:nvGrpSpPr>
        <p:grpSpPr>
          <a:xfrm>
            <a:off x="4771865" y="4916637"/>
            <a:ext cx="2648270" cy="661420"/>
            <a:chOff x="4804523" y="4890511"/>
            <a:chExt cx="2648270" cy="661420"/>
          </a:xfrm>
        </p:grpSpPr>
        <p:sp>
          <p:nvSpPr>
            <p:cNvPr id="61" name="文本框 60">
              <a:extLst>
                <a:ext uri="{FF2B5EF4-FFF2-40B4-BE49-F238E27FC236}">
                  <a16:creationId xmlns:a16="http://schemas.microsoft.com/office/drawing/2014/main" id="{7B745CA3-D9A7-4843-91B0-892F80C94345}"/>
                </a:ext>
              </a:extLst>
            </p:cNvPr>
            <p:cNvSpPr txBox="1"/>
            <p:nvPr/>
          </p:nvSpPr>
          <p:spPr>
            <a:xfrm>
              <a:off x="4804523" y="4890511"/>
              <a:ext cx="126188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开发安全体系</a:t>
              </a:r>
            </a:p>
          </p:txBody>
        </p:sp>
        <p:sp>
          <p:nvSpPr>
            <p:cNvPr id="62" name="文本框 61">
              <a:extLst>
                <a:ext uri="{FF2B5EF4-FFF2-40B4-BE49-F238E27FC236}">
                  <a16:creationId xmlns:a16="http://schemas.microsoft.com/office/drawing/2014/main" id="{4F1F9FD8-CFC3-4DCF-BB38-54DD21329438}"/>
                </a:ext>
              </a:extLst>
            </p:cNvPr>
            <p:cNvSpPr txBox="1"/>
            <p:nvPr/>
          </p:nvSpPr>
          <p:spPr>
            <a:xfrm>
              <a:off x="6142513" y="4890511"/>
              <a:ext cx="131028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安全运营体系</a:t>
              </a:r>
            </a:p>
          </p:txBody>
        </p:sp>
        <p:sp>
          <p:nvSpPr>
            <p:cNvPr id="63" name="文本框 62">
              <a:extLst>
                <a:ext uri="{FF2B5EF4-FFF2-40B4-BE49-F238E27FC236}">
                  <a16:creationId xmlns:a16="http://schemas.microsoft.com/office/drawing/2014/main" id="{2CDE338C-2B72-4090-B1C6-153AD3B2927C}"/>
                </a:ext>
              </a:extLst>
            </p:cNvPr>
            <p:cNvSpPr txBox="1"/>
            <p:nvPr/>
          </p:nvSpPr>
          <p:spPr>
            <a:xfrm>
              <a:off x="5465058" y="5244154"/>
              <a:ext cx="1261885"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安全培训体系</a:t>
              </a:r>
            </a:p>
          </p:txBody>
        </p:sp>
      </p:grpSp>
      <p:grpSp>
        <p:nvGrpSpPr>
          <p:cNvPr id="151" name="组合 150">
            <a:extLst>
              <a:ext uri="{FF2B5EF4-FFF2-40B4-BE49-F238E27FC236}">
                <a16:creationId xmlns:a16="http://schemas.microsoft.com/office/drawing/2014/main" id="{DDDE51BA-B8C7-4715-AA3D-03554DFC4372}"/>
              </a:ext>
            </a:extLst>
          </p:cNvPr>
          <p:cNvGrpSpPr/>
          <p:nvPr/>
        </p:nvGrpSpPr>
        <p:grpSpPr>
          <a:xfrm>
            <a:off x="7694430" y="4734894"/>
            <a:ext cx="3006998" cy="876067"/>
            <a:chOff x="7694430" y="4734894"/>
            <a:chExt cx="3006998" cy="876067"/>
          </a:xfrm>
        </p:grpSpPr>
        <p:sp>
          <p:nvSpPr>
            <p:cNvPr id="64" name="文本框 63">
              <a:extLst>
                <a:ext uri="{FF2B5EF4-FFF2-40B4-BE49-F238E27FC236}">
                  <a16:creationId xmlns:a16="http://schemas.microsoft.com/office/drawing/2014/main" id="{C12D816F-DA24-4C6E-BE4B-B2971308836B}"/>
                </a:ext>
              </a:extLst>
            </p:cNvPr>
            <p:cNvSpPr txBox="1"/>
            <p:nvPr/>
          </p:nvSpPr>
          <p:spPr>
            <a:xfrm>
              <a:off x="7694430" y="4979826"/>
              <a:ext cx="9028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帐号安全</a:t>
              </a:r>
            </a:p>
          </p:txBody>
        </p:sp>
        <p:sp>
          <p:nvSpPr>
            <p:cNvPr id="65" name="文本框 64">
              <a:extLst>
                <a:ext uri="{FF2B5EF4-FFF2-40B4-BE49-F238E27FC236}">
                  <a16:creationId xmlns:a16="http://schemas.microsoft.com/office/drawing/2014/main" id="{5656A6D2-08C3-4E12-A343-E15C77428520}"/>
                </a:ext>
              </a:extLst>
            </p:cNvPr>
            <p:cNvSpPr txBox="1"/>
            <p:nvPr/>
          </p:nvSpPr>
          <p:spPr>
            <a:xfrm>
              <a:off x="8746524" y="4854644"/>
              <a:ext cx="9028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访问安全</a:t>
              </a:r>
            </a:p>
          </p:txBody>
        </p:sp>
        <p:sp>
          <p:nvSpPr>
            <p:cNvPr id="66" name="文本框 65">
              <a:extLst>
                <a:ext uri="{FF2B5EF4-FFF2-40B4-BE49-F238E27FC236}">
                  <a16:creationId xmlns:a16="http://schemas.microsoft.com/office/drawing/2014/main" id="{E917CCA7-12C8-468E-8928-A13BC27E0E43}"/>
                </a:ext>
              </a:extLst>
            </p:cNvPr>
            <p:cNvSpPr txBox="1"/>
            <p:nvPr/>
          </p:nvSpPr>
          <p:spPr>
            <a:xfrm>
              <a:off x="9798617" y="4734894"/>
              <a:ext cx="9028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成员权限</a:t>
              </a:r>
            </a:p>
          </p:txBody>
        </p:sp>
        <p:sp>
          <p:nvSpPr>
            <p:cNvPr id="67" name="文本框 66">
              <a:extLst>
                <a:ext uri="{FF2B5EF4-FFF2-40B4-BE49-F238E27FC236}">
                  <a16:creationId xmlns:a16="http://schemas.microsoft.com/office/drawing/2014/main" id="{4FC447E7-FE6B-4962-907A-5E32A5AD645B}"/>
                </a:ext>
              </a:extLst>
            </p:cNvPr>
            <p:cNvSpPr txBox="1"/>
            <p:nvPr/>
          </p:nvSpPr>
          <p:spPr>
            <a:xfrm>
              <a:off x="8220477" y="5303184"/>
              <a:ext cx="9028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数据保护</a:t>
              </a:r>
            </a:p>
          </p:txBody>
        </p:sp>
        <p:sp>
          <p:nvSpPr>
            <p:cNvPr id="68" name="文本框 67">
              <a:extLst>
                <a:ext uri="{FF2B5EF4-FFF2-40B4-BE49-F238E27FC236}">
                  <a16:creationId xmlns:a16="http://schemas.microsoft.com/office/drawing/2014/main" id="{71D92B95-9C66-4C65-A629-650D902274A0}"/>
                </a:ext>
              </a:extLst>
            </p:cNvPr>
            <p:cNvSpPr txBox="1"/>
            <p:nvPr/>
          </p:nvSpPr>
          <p:spPr>
            <a:xfrm>
              <a:off x="9272571" y="5145690"/>
              <a:ext cx="902811" cy="30777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终端安全</a:t>
              </a:r>
            </a:p>
          </p:txBody>
        </p:sp>
      </p:grpSp>
      <p:grpSp>
        <p:nvGrpSpPr>
          <p:cNvPr id="150" name="组合 149">
            <a:extLst>
              <a:ext uri="{FF2B5EF4-FFF2-40B4-BE49-F238E27FC236}">
                <a16:creationId xmlns:a16="http://schemas.microsoft.com/office/drawing/2014/main" id="{6CA5E777-815A-4680-B365-A076ACA47D86}"/>
              </a:ext>
            </a:extLst>
          </p:cNvPr>
          <p:cNvGrpSpPr/>
          <p:nvPr/>
        </p:nvGrpSpPr>
        <p:grpSpPr>
          <a:xfrm>
            <a:off x="4632103" y="3596412"/>
            <a:ext cx="2927794" cy="1327983"/>
            <a:chOff x="4457374" y="3596412"/>
            <a:chExt cx="2927794" cy="1447987"/>
          </a:xfrm>
        </p:grpSpPr>
        <p:cxnSp>
          <p:nvCxnSpPr>
            <p:cNvPr id="147" name="直接箭头连接符 146">
              <a:extLst>
                <a:ext uri="{FF2B5EF4-FFF2-40B4-BE49-F238E27FC236}">
                  <a16:creationId xmlns:a16="http://schemas.microsoft.com/office/drawing/2014/main" id="{24D5BF87-6356-425E-B84D-FEEB7DFDB5C2}"/>
                </a:ext>
              </a:extLst>
            </p:cNvPr>
            <p:cNvCxnSpPr/>
            <p:nvPr/>
          </p:nvCxnSpPr>
          <p:spPr>
            <a:xfrm flipV="1">
              <a:off x="4457374" y="3596412"/>
              <a:ext cx="0" cy="1447987"/>
            </a:xfrm>
            <a:prstGeom prst="straightConnector1">
              <a:avLst/>
            </a:prstGeom>
            <a:ln>
              <a:solidFill>
                <a:schemeClr val="accent1">
                  <a:alpha val="70000"/>
                </a:schemeClr>
              </a:solidFill>
              <a:prstDash val="sysDash"/>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48" name="直接箭头连接符 147">
              <a:extLst>
                <a:ext uri="{FF2B5EF4-FFF2-40B4-BE49-F238E27FC236}">
                  <a16:creationId xmlns:a16="http://schemas.microsoft.com/office/drawing/2014/main" id="{C2E6340B-C7DC-429C-B30E-3D6089214B8D}"/>
                </a:ext>
              </a:extLst>
            </p:cNvPr>
            <p:cNvCxnSpPr/>
            <p:nvPr/>
          </p:nvCxnSpPr>
          <p:spPr>
            <a:xfrm flipV="1">
              <a:off x="7385168" y="3596412"/>
              <a:ext cx="0" cy="1447987"/>
            </a:xfrm>
            <a:prstGeom prst="straightConnector1">
              <a:avLst/>
            </a:prstGeom>
            <a:ln>
              <a:solidFill>
                <a:schemeClr val="accent1">
                  <a:alpha val="70000"/>
                </a:schemeClr>
              </a:solidFill>
              <a:prstDash val="sysDash"/>
              <a:headEnd type="oval"/>
              <a:tailEnd type="triangle"/>
            </a:ln>
          </p:spPr>
          <p:style>
            <a:lnRef idx="1">
              <a:schemeClr val="accent1"/>
            </a:lnRef>
            <a:fillRef idx="0">
              <a:schemeClr val="accent1"/>
            </a:fillRef>
            <a:effectRef idx="0">
              <a:schemeClr val="accent1"/>
            </a:effectRef>
            <a:fontRef idx="minor">
              <a:schemeClr val="tx1"/>
            </a:fontRef>
          </p:style>
        </p:cxnSp>
      </p:grpSp>
      <p:sp>
        <p:nvSpPr>
          <p:cNvPr id="54" name="文本框 53">
            <a:extLst>
              <a:ext uri="{FF2B5EF4-FFF2-40B4-BE49-F238E27FC236}">
                <a16:creationId xmlns:a16="http://schemas.microsoft.com/office/drawing/2014/main" id="{16B35CD9-5F28-2E66-E85C-AE377D0D7A0D}"/>
              </a:ext>
            </a:extLst>
          </p:cNvPr>
          <p:cNvSpPr txBox="1"/>
          <p:nvPr/>
        </p:nvSpPr>
        <p:spPr>
          <a:xfrm>
            <a:off x="561423" y="434398"/>
            <a:ext cx="3398790" cy="430887"/>
          </a:xfrm>
          <a:prstGeom prst="rect">
            <a:avLst/>
          </a:prstGeom>
          <a:noFill/>
        </p:spPr>
        <p:txBody>
          <a:bodyPr wrap="square" lIns="0" tIns="0" rIns="0" bIns="0">
            <a:spAutoFit/>
          </a:bodyPr>
          <a:lstStyle>
            <a:defPPr>
              <a:defRPr lang="en-US"/>
            </a:defPPr>
            <a:lvl1pPr>
              <a:defRPr sz="3200" b="1">
                <a:solidFill>
                  <a:schemeClr val="bg1"/>
                </a:solidFill>
                <a:latin typeface="+mj-ea"/>
                <a:ea typeface="+mj-ea"/>
              </a:defRPr>
            </a:lvl1pPr>
          </a:lstStyle>
          <a:p>
            <a:r>
              <a:rPr lang="zh-CN" altLang="en-US" sz="2800" dirty="0"/>
              <a:t>飞书安全合规体系</a:t>
            </a:r>
          </a:p>
        </p:txBody>
      </p:sp>
    </p:spTree>
    <p:extLst>
      <p:ext uri="{BB962C8B-B14F-4D97-AF65-F5344CB8AC3E}">
        <p14:creationId xmlns:p14="http://schemas.microsoft.com/office/powerpoint/2010/main" val="3967514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C0A16-3B48-CA07-DDA7-56D24962510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F70C322-6730-BD46-B548-6883F22D65D2}"/>
              </a:ext>
            </a:extLst>
          </p:cNvPr>
          <p:cNvGrpSpPr/>
          <p:nvPr/>
        </p:nvGrpSpPr>
        <p:grpSpPr>
          <a:xfrm>
            <a:off x="1054014" y="971550"/>
            <a:ext cx="9782606" cy="5649273"/>
            <a:chOff x="1008294" y="835058"/>
            <a:chExt cx="10315856" cy="5957215"/>
          </a:xfrm>
        </p:grpSpPr>
        <p:sp>
          <p:nvSpPr>
            <p:cNvPr id="126" name="右大括号 125">
              <a:extLst>
                <a:ext uri="{FF2B5EF4-FFF2-40B4-BE49-F238E27FC236}">
                  <a16:creationId xmlns:a16="http://schemas.microsoft.com/office/drawing/2014/main" id="{237ECE2B-0369-8C1C-B19C-6CB856B4901C}"/>
                </a:ext>
              </a:extLst>
            </p:cNvPr>
            <p:cNvSpPr/>
            <p:nvPr/>
          </p:nvSpPr>
          <p:spPr>
            <a:xfrm rot="5400000">
              <a:off x="5931965" y="-26393"/>
              <a:ext cx="328070" cy="2700085"/>
            </a:xfrm>
            <a:prstGeom prst="rightBrace">
              <a:avLst>
                <a:gd name="adj1" fmla="val 88526"/>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100" name="文本框 99">
              <a:extLst>
                <a:ext uri="{FF2B5EF4-FFF2-40B4-BE49-F238E27FC236}">
                  <a16:creationId xmlns:a16="http://schemas.microsoft.com/office/drawing/2014/main" id="{24EBA629-80A0-9557-5327-8E7B57D0C249}"/>
                </a:ext>
              </a:extLst>
            </p:cNvPr>
            <p:cNvSpPr txBox="1"/>
            <p:nvPr/>
          </p:nvSpPr>
          <p:spPr>
            <a:xfrm>
              <a:off x="7934537" y="2109751"/>
              <a:ext cx="1005403" cy="338554"/>
            </a:xfrm>
            <a:prstGeom prst="rect">
              <a:avLst/>
            </a:prstGeom>
            <a:noFill/>
          </p:spPr>
          <p:txBody>
            <a:bodyPr wrap="none" rtlCol="0">
              <a:spAutoFit/>
            </a:bodyPr>
            <a:lstStyle/>
            <a:p>
              <a:pPr algn="ctr"/>
              <a:r>
                <a:rPr lang="zh-CN" altLang="en-US" sz="1600" dirty="0">
                  <a:solidFill>
                    <a:schemeClr val="accent1"/>
                  </a:solidFill>
                  <a:latin typeface="思源黑体 CN Medium" panose="020B0600000000000000" pitchFamily="34" charset="-122"/>
                  <a:ea typeface="思源黑体 CN Medium" panose="020B0600000000000000" pitchFamily="34" charset="-122"/>
                </a:rPr>
                <a:t>视觉设计</a:t>
              </a:r>
            </a:p>
          </p:txBody>
        </p:sp>
        <p:grpSp>
          <p:nvGrpSpPr>
            <p:cNvPr id="30" name="组合 29">
              <a:extLst>
                <a:ext uri="{FF2B5EF4-FFF2-40B4-BE49-F238E27FC236}">
                  <a16:creationId xmlns:a16="http://schemas.microsoft.com/office/drawing/2014/main" id="{F6E7F43E-A4E8-4461-8CB5-5D0C6E068518}"/>
                </a:ext>
              </a:extLst>
            </p:cNvPr>
            <p:cNvGrpSpPr/>
            <p:nvPr/>
          </p:nvGrpSpPr>
          <p:grpSpPr>
            <a:xfrm flipH="1">
              <a:off x="3062916" y="4826563"/>
              <a:ext cx="1557988" cy="833218"/>
              <a:chOff x="8422175" y="3238151"/>
              <a:chExt cx="1557988" cy="1098004"/>
            </a:xfrm>
          </p:grpSpPr>
          <p:cxnSp>
            <p:nvCxnSpPr>
              <p:cNvPr id="31" name="直接连接符 30">
                <a:extLst>
                  <a:ext uri="{FF2B5EF4-FFF2-40B4-BE49-F238E27FC236}">
                    <a16:creationId xmlns:a16="http://schemas.microsoft.com/office/drawing/2014/main" id="{0AEB355D-E4B9-3E87-6990-6D4865D5ECC4}"/>
                  </a:ext>
                </a:extLst>
              </p:cNvPr>
              <p:cNvCxnSpPr>
                <a:cxnSpLocks/>
              </p:cNvCxnSpPr>
              <p:nvPr/>
            </p:nvCxnSpPr>
            <p:spPr>
              <a:xfrm flipH="1">
                <a:off x="8422175" y="3787153"/>
                <a:ext cx="1367763" cy="0"/>
              </a:xfrm>
              <a:prstGeom prst="line">
                <a:avLst/>
              </a:prstGeom>
            </p:spPr>
            <p:style>
              <a:lnRef idx="1">
                <a:schemeClr val="accent1"/>
              </a:lnRef>
              <a:fillRef idx="0">
                <a:schemeClr val="accent1"/>
              </a:fillRef>
              <a:effectRef idx="0">
                <a:schemeClr val="accent1"/>
              </a:effectRef>
              <a:fontRef idx="minor">
                <a:schemeClr val="tx1"/>
              </a:fontRef>
            </p:style>
          </p:cxnSp>
          <p:sp>
            <p:nvSpPr>
              <p:cNvPr id="32" name="左大括号 31">
                <a:extLst>
                  <a:ext uri="{FF2B5EF4-FFF2-40B4-BE49-F238E27FC236}">
                    <a16:creationId xmlns:a16="http://schemas.microsoft.com/office/drawing/2014/main" id="{CE88565C-6C00-D0E9-2182-EE34EA08AB00}"/>
                  </a:ext>
                </a:extLst>
              </p:cNvPr>
              <p:cNvSpPr/>
              <p:nvPr/>
            </p:nvSpPr>
            <p:spPr>
              <a:xfrm>
                <a:off x="9746603" y="3238151"/>
                <a:ext cx="233560" cy="1098004"/>
              </a:xfrm>
              <a:prstGeom prst="leftBrace">
                <a:avLst>
                  <a:gd name="adj1" fmla="val 11368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grpSp>
        <p:grpSp>
          <p:nvGrpSpPr>
            <p:cNvPr id="35" name="组合 34">
              <a:extLst>
                <a:ext uri="{FF2B5EF4-FFF2-40B4-BE49-F238E27FC236}">
                  <a16:creationId xmlns:a16="http://schemas.microsoft.com/office/drawing/2014/main" id="{ED19EC3F-39F5-0968-92EA-B2E46C12CA5E}"/>
                </a:ext>
              </a:extLst>
            </p:cNvPr>
            <p:cNvGrpSpPr/>
            <p:nvPr/>
          </p:nvGrpSpPr>
          <p:grpSpPr>
            <a:xfrm flipH="1">
              <a:off x="3138866" y="1968276"/>
              <a:ext cx="1564587" cy="1030311"/>
              <a:chOff x="8422175" y="3071292"/>
              <a:chExt cx="1564587" cy="1264863"/>
            </a:xfrm>
          </p:grpSpPr>
          <p:cxnSp>
            <p:nvCxnSpPr>
              <p:cNvPr id="36" name="直接连接符 35">
                <a:extLst>
                  <a:ext uri="{FF2B5EF4-FFF2-40B4-BE49-F238E27FC236}">
                    <a16:creationId xmlns:a16="http://schemas.microsoft.com/office/drawing/2014/main" id="{5CF2AE8A-6910-40EC-D37E-FAEF7A5F471D}"/>
                  </a:ext>
                </a:extLst>
              </p:cNvPr>
              <p:cNvCxnSpPr>
                <a:cxnSpLocks/>
              </p:cNvCxnSpPr>
              <p:nvPr/>
            </p:nvCxnSpPr>
            <p:spPr>
              <a:xfrm flipH="1">
                <a:off x="8422175" y="3703723"/>
                <a:ext cx="1367763"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左大括号 36">
                <a:extLst>
                  <a:ext uri="{FF2B5EF4-FFF2-40B4-BE49-F238E27FC236}">
                    <a16:creationId xmlns:a16="http://schemas.microsoft.com/office/drawing/2014/main" id="{21B97730-2B3A-2A9C-0246-EDAB1A267E47}"/>
                  </a:ext>
                </a:extLst>
              </p:cNvPr>
              <p:cNvSpPr/>
              <p:nvPr/>
            </p:nvSpPr>
            <p:spPr>
              <a:xfrm>
                <a:off x="9746604" y="3071292"/>
                <a:ext cx="240158" cy="1264863"/>
              </a:xfrm>
              <a:prstGeom prst="leftBrace">
                <a:avLst>
                  <a:gd name="adj1" fmla="val 11368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grpSp>
        <p:grpSp>
          <p:nvGrpSpPr>
            <p:cNvPr id="26" name="组合 25">
              <a:extLst>
                <a:ext uri="{FF2B5EF4-FFF2-40B4-BE49-F238E27FC236}">
                  <a16:creationId xmlns:a16="http://schemas.microsoft.com/office/drawing/2014/main" id="{43E0ED71-2958-012E-87CD-1C1892A379EC}"/>
                </a:ext>
              </a:extLst>
            </p:cNvPr>
            <p:cNvGrpSpPr/>
            <p:nvPr/>
          </p:nvGrpSpPr>
          <p:grpSpPr>
            <a:xfrm flipH="1">
              <a:off x="2305398" y="3326594"/>
              <a:ext cx="1581236" cy="1184984"/>
              <a:chOff x="8422175" y="2959483"/>
              <a:chExt cx="1581236" cy="1501344"/>
            </a:xfrm>
          </p:grpSpPr>
          <p:cxnSp>
            <p:nvCxnSpPr>
              <p:cNvPr id="27" name="直接连接符 26">
                <a:extLst>
                  <a:ext uri="{FF2B5EF4-FFF2-40B4-BE49-F238E27FC236}">
                    <a16:creationId xmlns:a16="http://schemas.microsoft.com/office/drawing/2014/main" id="{EE9F4622-C3E6-C5CA-2278-069F391452F7}"/>
                  </a:ext>
                </a:extLst>
              </p:cNvPr>
              <p:cNvCxnSpPr>
                <a:cxnSpLocks/>
              </p:cNvCxnSpPr>
              <p:nvPr/>
            </p:nvCxnSpPr>
            <p:spPr>
              <a:xfrm flipH="1">
                <a:off x="8422175" y="3710155"/>
                <a:ext cx="1367763"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左大括号 27">
                <a:extLst>
                  <a:ext uri="{FF2B5EF4-FFF2-40B4-BE49-F238E27FC236}">
                    <a16:creationId xmlns:a16="http://schemas.microsoft.com/office/drawing/2014/main" id="{726890E4-3731-6A99-530F-AB26DDD03D47}"/>
                  </a:ext>
                </a:extLst>
              </p:cNvPr>
              <p:cNvSpPr/>
              <p:nvPr/>
            </p:nvSpPr>
            <p:spPr>
              <a:xfrm>
                <a:off x="9746601" y="2959483"/>
                <a:ext cx="256810" cy="1501344"/>
              </a:xfrm>
              <a:prstGeom prst="leftBrace">
                <a:avLst>
                  <a:gd name="adj1" fmla="val 11368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grpSp>
        <p:sp>
          <p:nvSpPr>
            <p:cNvPr id="104" name="文本框 103">
              <a:extLst>
                <a:ext uri="{FF2B5EF4-FFF2-40B4-BE49-F238E27FC236}">
                  <a16:creationId xmlns:a16="http://schemas.microsoft.com/office/drawing/2014/main" id="{B5C12C04-0003-5A93-B66E-22E385F80636}"/>
                </a:ext>
              </a:extLst>
            </p:cNvPr>
            <p:cNvSpPr txBox="1"/>
            <p:nvPr/>
          </p:nvSpPr>
          <p:spPr>
            <a:xfrm>
              <a:off x="2629054" y="3552849"/>
              <a:ext cx="1005403" cy="338554"/>
            </a:xfrm>
            <a:prstGeom prst="rect">
              <a:avLst/>
            </a:prstGeom>
            <a:noFill/>
          </p:spPr>
          <p:txBody>
            <a:bodyPr wrap="none" rtlCol="0">
              <a:spAutoFit/>
            </a:bodyPr>
            <a:lstStyle/>
            <a:p>
              <a:pPr algn="ctr"/>
              <a:r>
                <a:rPr lang="zh-CN" altLang="en-US" sz="1600" dirty="0">
                  <a:solidFill>
                    <a:schemeClr val="accent1"/>
                  </a:solidFill>
                  <a:latin typeface="思源黑体 CN Medium" panose="020B0600000000000000" pitchFamily="34" charset="-122"/>
                  <a:ea typeface="思源黑体 CN Medium" panose="020B0600000000000000" pitchFamily="34" charset="-122"/>
                </a:rPr>
                <a:t>准备发布</a:t>
              </a:r>
            </a:p>
          </p:txBody>
        </p:sp>
        <p:grpSp>
          <p:nvGrpSpPr>
            <p:cNvPr id="22" name="组合 21">
              <a:extLst>
                <a:ext uri="{FF2B5EF4-FFF2-40B4-BE49-F238E27FC236}">
                  <a16:creationId xmlns:a16="http://schemas.microsoft.com/office/drawing/2014/main" id="{E49DABDB-BE6C-D8C2-CF6E-0739CAD817D1}"/>
                </a:ext>
              </a:extLst>
            </p:cNvPr>
            <p:cNvGrpSpPr/>
            <p:nvPr/>
          </p:nvGrpSpPr>
          <p:grpSpPr>
            <a:xfrm>
              <a:off x="7590732" y="1994341"/>
              <a:ext cx="1557135" cy="975754"/>
              <a:chOff x="8422175" y="2959482"/>
              <a:chExt cx="1557135" cy="1672006"/>
            </a:xfrm>
          </p:grpSpPr>
          <p:cxnSp>
            <p:nvCxnSpPr>
              <p:cNvPr id="23" name="直接连接符 22">
                <a:extLst>
                  <a:ext uri="{FF2B5EF4-FFF2-40B4-BE49-F238E27FC236}">
                    <a16:creationId xmlns:a16="http://schemas.microsoft.com/office/drawing/2014/main" id="{51DC68F1-D27B-2D59-2380-220764DD9F80}"/>
                  </a:ext>
                </a:extLst>
              </p:cNvPr>
              <p:cNvCxnSpPr>
                <a:cxnSpLocks/>
              </p:cNvCxnSpPr>
              <p:nvPr/>
            </p:nvCxnSpPr>
            <p:spPr>
              <a:xfrm flipH="1">
                <a:off x="8422175" y="3795484"/>
                <a:ext cx="1367763"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左大括号 23">
                <a:extLst>
                  <a:ext uri="{FF2B5EF4-FFF2-40B4-BE49-F238E27FC236}">
                    <a16:creationId xmlns:a16="http://schemas.microsoft.com/office/drawing/2014/main" id="{00C2CF97-D698-23DD-21E2-6B80F9DF2C3B}"/>
                  </a:ext>
                </a:extLst>
              </p:cNvPr>
              <p:cNvSpPr/>
              <p:nvPr/>
            </p:nvSpPr>
            <p:spPr>
              <a:xfrm>
                <a:off x="9747947" y="2959482"/>
                <a:ext cx="231363" cy="1672006"/>
              </a:xfrm>
              <a:prstGeom prst="leftBrace">
                <a:avLst>
                  <a:gd name="adj1" fmla="val 11368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grpSp>
        <p:sp>
          <p:nvSpPr>
            <p:cNvPr id="97" name="文本框 96">
              <a:extLst>
                <a:ext uri="{FF2B5EF4-FFF2-40B4-BE49-F238E27FC236}">
                  <a16:creationId xmlns:a16="http://schemas.microsoft.com/office/drawing/2014/main" id="{D0B1B950-ADA0-4EF8-D4ED-5C9E6E220923}"/>
                </a:ext>
              </a:extLst>
            </p:cNvPr>
            <p:cNvSpPr txBox="1"/>
            <p:nvPr/>
          </p:nvSpPr>
          <p:spPr>
            <a:xfrm>
              <a:off x="7926913" y="4852894"/>
              <a:ext cx="1005403" cy="338554"/>
            </a:xfrm>
            <a:prstGeom prst="rect">
              <a:avLst/>
            </a:prstGeom>
            <a:noFill/>
          </p:spPr>
          <p:txBody>
            <a:bodyPr wrap="none" rtlCol="0">
              <a:spAutoFit/>
            </a:bodyPr>
            <a:lstStyle/>
            <a:p>
              <a:pPr algn="ctr"/>
              <a:r>
                <a:rPr lang="zh-CN" altLang="en-US" sz="1600" dirty="0">
                  <a:solidFill>
                    <a:schemeClr val="accent1"/>
                  </a:solidFill>
                  <a:latin typeface="思源黑体 CN Medium" panose="020B0600000000000000" pitchFamily="34" charset="-122"/>
                  <a:ea typeface="思源黑体 CN Medium" panose="020B0600000000000000" pitchFamily="34" charset="-122"/>
                </a:rPr>
                <a:t>需求分析</a:t>
              </a:r>
            </a:p>
          </p:txBody>
        </p:sp>
        <p:grpSp>
          <p:nvGrpSpPr>
            <p:cNvPr id="18" name="组合 17">
              <a:extLst>
                <a:ext uri="{FF2B5EF4-FFF2-40B4-BE49-F238E27FC236}">
                  <a16:creationId xmlns:a16="http://schemas.microsoft.com/office/drawing/2014/main" id="{98ACBE01-8604-08F3-DC26-371CA8FDCE49}"/>
                </a:ext>
              </a:extLst>
            </p:cNvPr>
            <p:cNvGrpSpPr/>
            <p:nvPr/>
          </p:nvGrpSpPr>
          <p:grpSpPr>
            <a:xfrm>
              <a:off x="7602158" y="4849747"/>
              <a:ext cx="1502949" cy="727229"/>
              <a:chOff x="8422175" y="2959482"/>
              <a:chExt cx="1502949" cy="1719459"/>
            </a:xfrm>
          </p:grpSpPr>
          <p:cxnSp>
            <p:nvCxnSpPr>
              <p:cNvPr id="19" name="直接连接符 18">
                <a:extLst>
                  <a:ext uri="{FF2B5EF4-FFF2-40B4-BE49-F238E27FC236}">
                    <a16:creationId xmlns:a16="http://schemas.microsoft.com/office/drawing/2014/main" id="{5C26784D-3697-2D75-CEE8-91BC4445E8D4}"/>
                  </a:ext>
                </a:extLst>
              </p:cNvPr>
              <p:cNvCxnSpPr>
                <a:cxnSpLocks/>
              </p:cNvCxnSpPr>
              <p:nvPr/>
            </p:nvCxnSpPr>
            <p:spPr>
              <a:xfrm flipH="1">
                <a:off x="8422175" y="3819212"/>
                <a:ext cx="1367763"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左大括号 19">
                <a:extLst>
                  <a:ext uri="{FF2B5EF4-FFF2-40B4-BE49-F238E27FC236}">
                    <a16:creationId xmlns:a16="http://schemas.microsoft.com/office/drawing/2014/main" id="{806040CB-9CC6-509A-9638-262974C05893}"/>
                  </a:ext>
                </a:extLst>
              </p:cNvPr>
              <p:cNvSpPr/>
              <p:nvPr/>
            </p:nvSpPr>
            <p:spPr>
              <a:xfrm>
                <a:off x="9747948" y="2959482"/>
                <a:ext cx="177176" cy="1719459"/>
              </a:xfrm>
              <a:prstGeom prst="leftBrace">
                <a:avLst>
                  <a:gd name="adj1" fmla="val 11368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grpSp>
        <p:grpSp>
          <p:nvGrpSpPr>
            <p:cNvPr id="13" name="组合 12">
              <a:extLst>
                <a:ext uri="{FF2B5EF4-FFF2-40B4-BE49-F238E27FC236}">
                  <a16:creationId xmlns:a16="http://schemas.microsoft.com/office/drawing/2014/main" id="{CA200EF0-6E7E-30A9-D216-77335A1463AD}"/>
                </a:ext>
              </a:extLst>
            </p:cNvPr>
            <p:cNvGrpSpPr/>
            <p:nvPr/>
          </p:nvGrpSpPr>
          <p:grpSpPr>
            <a:xfrm>
              <a:off x="8559496" y="3236748"/>
              <a:ext cx="1615579" cy="1382482"/>
              <a:chOff x="8422175" y="2959482"/>
              <a:chExt cx="1615579" cy="1629015"/>
            </a:xfrm>
          </p:grpSpPr>
          <p:cxnSp>
            <p:nvCxnSpPr>
              <p:cNvPr id="10" name="直接连接符 9">
                <a:extLst>
                  <a:ext uri="{FF2B5EF4-FFF2-40B4-BE49-F238E27FC236}">
                    <a16:creationId xmlns:a16="http://schemas.microsoft.com/office/drawing/2014/main" id="{E81565E8-731C-06E8-9EB0-D07839E10F5C}"/>
                  </a:ext>
                </a:extLst>
              </p:cNvPr>
              <p:cNvCxnSpPr>
                <a:cxnSpLocks/>
              </p:cNvCxnSpPr>
              <p:nvPr/>
            </p:nvCxnSpPr>
            <p:spPr>
              <a:xfrm flipH="1">
                <a:off x="8422175" y="3773990"/>
                <a:ext cx="1367763"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左大括号 7">
                <a:extLst>
                  <a:ext uri="{FF2B5EF4-FFF2-40B4-BE49-F238E27FC236}">
                    <a16:creationId xmlns:a16="http://schemas.microsoft.com/office/drawing/2014/main" id="{2507BF88-6BC9-7B25-171A-2EC9729FC84C}"/>
                  </a:ext>
                </a:extLst>
              </p:cNvPr>
              <p:cNvSpPr/>
              <p:nvPr/>
            </p:nvSpPr>
            <p:spPr>
              <a:xfrm>
                <a:off x="9747948" y="2959482"/>
                <a:ext cx="289806" cy="1629015"/>
              </a:xfrm>
              <a:prstGeom prst="leftBrace">
                <a:avLst>
                  <a:gd name="adj1" fmla="val 11368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grpSp>
        <p:sp>
          <p:nvSpPr>
            <p:cNvPr id="98" name="文本框 97">
              <a:extLst>
                <a:ext uri="{FF2B5EF4-FFF2-40B4-BE49-F238E27FC236}">
                  <a16:creationId xmlns:a16="http://schemas.microsoft.com/office/drawing/2014/main" id="{C04BF6D0-26D8-F4CE-4D86-42042462D3A5}"/>
                </a:ext>
              </a:extLst>
            </p:cNvPr>
            <p:cNvSpPr txBox="1"/>
            <p:nvPr/>
          </p:nvSpPr>
          <p:spPr>
            <a:xfrm>
              <a:off x="8772948" y="3552849"/>
              <a:ext cx="1005403" cy="338554"/>
            </a:xfrm>
            <a:prstGeom prst="rect">
              <a:avLst/>
            </a:prstGeom>
            <a:noFill/>
          </p:spPr>
          <p:txBody>
            <a:bodyPr wrap="none" rtlCol="0">
              <a:spAutoFit/>
            </a:bodyPr>
            <a:lstStyle/>
            <a:p>
              <a:pPr algn="ctr"/>
              <a:r>
                <a:rPr lang="zh-CN" altLang="en-US" sz="1600" dirty="0">
                  <a:solidFill>
                    <a:schemeClr val="accent1"/>
                  </a:solidFill>
                  <a:latin typeface="思源黑体 CN Medium" panose="020B0600000000000000" pitchFamily="34" charset="-122"/>
                  <a:ea typeface="思源黑体 CN Medium" panose="020B0600000000000000" pitchFamily="34" charset="-122"/>
                </a:rPr>
                <a:t>原型设计</a:t>
              </a:r>
            </a:p>
          </p:txBody>
        </p:sp>
        <p:sp>
          <p:nvSpPr>
            <p:cNvPr id="38" name="文本框 37">
              <a:extLst>
                <a:ext uri="{FF2B5EF4-FFF2-40B4-BE49-F238E27FC236}">
                  <a16:creationId xmlns:a16="http://schemas.microsoft.com/office/drawing/2014/main" id="{84A23DFE-6502-FFCD-40E7-457D878BEF95}"/>
                </a:ext>
              </a:extLst>
            </p:cNvPr>
            <p:cNvSpPr txBox="1"/>
            <p:nvPr/>
          </p:nvSpPr>
          <p:spPr>
            <a:xfrm>
              <a:off x="5601314" y="3718019"/>
              <a:ext cx="989373" cy="400110"/>
            </a:xfrm>
            <a:prstGeom prst="rect">
              <a:avLst/>
            </a:prstGeom>
            <a:noFill/>
          </p:spPr>
          <p:txBody>
            <a:bodyPr wrap="none" rtlCol="0">
              <a:spAutoFit/>
            </a:bodyPr>
            <a:lstStyle/>
            <a:p>
              <a:pPr algn="ctr"/>
              <a:r>
                <a:rPr lang="zh-CN" altLang="en-US" sz="2000" dirty="0">
                  <a:solidFill>
                    <a:schemeClr val="accent1"/>
                  </a:solidFill>
                  <a:latin typeface="思源黑体 CN Medium" panose="020B0600000000000000" pitchFamily="34" charset="-122"/>
                  <a:ea typeface="思源黑体 CN Medium" panose="020B0600000000000000" pitchFamily="34" charset="-122"/>
                </a:rPr>
                <a:t>从</a:t>
              </a:r>
              <a:r>
                <a:rPr lang="en-US" altLang="zh-CN" sz="2000" dirty="0">
                  <a:solidFill>
                    <a:schemeClr val="accent1"/>
                  </a:solidFill>
                  <a:latin typeface="思源黑体 CN Medium" panose="020B0600000000000000" pitchFamily="34" charset="-122"/>
                  <a:ea typeface="思源黑体 CN Medium" panose="020B0600000000000000" pitchFamily="34" charset="-122"/>
                </a:rPr>
                <a:t>0</a:t>
              </a:r>
              <a:r>
                <a:rPr lang="zh-CN" altLang="en-US" sz="2000" dirty="0">
                  <a:solidFill>
                    <a:schemeClr val="accent1"/>
                  </a:solidFill>
                  <a:latin typeface="思源黑体 CN Medium" panose="020B0600000000000000" pitchFamily="34" charset="-122"/>
                  <a:ea typeface="思源黑体 CN Medium" panose="020B0600000000000000" pitchFamily="34" charset="-122"/>
                </a:rPr>
                <a:t>到</a:t>
              </a:r>
              <a:r>
                <a:rPr lang="en-US" altLang="zh-CN" sz="2000" dirty="0">
                  <a:solidFill>
                    <a:schemeClr val="accent1"/>
                  </a:solidFill>
                  <a:latin typeface="思源黑体 CN Medium" panose="020B0600000000000000" pitchFamily="34" charset="-122"/>
                  <a:ea typeface="思源黑体 CN Medium" panose="020B0600000000000000" pitchFamily="34" charset="-122"/>
                </a:rPr>
                <a:t>1</a:t>
              </a:r>
              <a:endParaRPr lang="zh-CN" altLang="en-US" sz="2000" dirty="0">
                <a:solidFill>
                  <a:schemeClr val="accent1"/>
                </a:solidFill>
                <a:latin typeface="思源黑体 CN Medium" panose="020B0600000000000000" pitchFamily="34" charset="-122"/>
                <a:ea typeface="思源黑体 CN Medium" panose="020B0600000000000000" pitchFamily="34" charset="-122"/>
              </a:endParaRPr>
            </a:p>
          </p:txBody>
        </p:sp>
        <p:sp>
          <p:nvSpPr>
            <p:cNvPr id="65" name="任意多边形: 形状 64">
              <a:extLst>
                <a:ext uri="{FF2B5EF4-FFF2-40B4-BE49-F238E27FC236}">
                  <a16:creationId xmlns:a16="http://schemas.microsoft.com/office/drawing/2014/main" id="{89212E65-8FA4-0B8E-C0F6-A7B74E438107}"/>
                </a:ext>
              </a:extLst>
            </p:cNvPr>
            <p:cNvSpPr/>
            <p:nvPr/>
          </p:nvSpPr>
          <p:spPr>
            <a:xfrm rot="17280000">
              <a:off x="4814015" y="2682288"/>
              <a:ext cx="1326049" cy="1045485"/>
            </a:xfrm>
            <a:custGeom>
              <a:avLst/>
              <a:gdLst>
                <a:gd name="connsiteX0" fmla="*/ 286890 w 1550182"/>
                <a:gd name="connsiteY0" fmla="*/ 0 h 1222196"/>
                <a:gd name="connsiteX1" fmla="*/ 286890 w 1550182"/>
                <a:gd name="connsiteY1" fmla="*/ 150472 h 1222196"/>
                <a:gd name="connsiteX2" fmla="*/ 426342 w 1550182"/>
                <a:gd name="connsiteY2" fmla="*/ 157514 h 1222196"/>
                <a:gd name="connsiteX3" fmla="*/ 1543628 w 1550182"/>
                <a:gd name="connsiteY3" fmla="*/ 983495 h 1222196"/>
                <a:gd name="connsiteX4" fmla="*/ 1550182 w 1550182"/>
                <a:gd name="connsiteY4" fmla="*/ 1001403 h 1222196"/>
                <a:gd name="connsiteX5" fmla="*/ 1158889 w 1550182"/>
                <a:gd name="connsiteY5" fmla="*/ 923305 h 1222196"/>
                <a:gd name="connsiteX6" fmla="*/ 882957 w 1550182"/>
                <a:gd name="connsiteY6" fmla="*/ 1222196 h 1222196"/>
                <a:gd name="connsiteX7" fmla="*/ 839365 w 1550182"/>
                <a:gd name="connsiteY7" fmla="*/ 1141883 h 1222196"/>
                <a:gd name="connsiteX8" fmla="*/ 371747 w 1550182"/>
                <a:gd name="connsiteY8" fmla="*/ 853487 h 1222196"/>
                <a:gd name="connsiteX9" fmla="*/ 286891 w 1550182"/>
                <a:gd name="connsiteY9" fmla="*/ 848134 h 1222196"/>
                <a:gd name="connsiteX10" fmla="*/ 286891 w 1550182"/>
                <a:gd name="connsiteY10" fmla="*/ 1022994 h 1222196"/>
                <a:gd name="connsiteX11" fmla="*/ 194064 w 1550182"/>
                <a:gd name="connsiteY11" fmla="*/ 857492 h 1222196"/>
                <a:gd name="connsiteX12" fmla="*/ 194522 w 1550182"/>
                <a:gd name="connsiteY12" fmla="*/ 857446 h 1222196"/>
                <a:gd name="connsiteX13" fmla="*/ 0 w 1550182"/>
                <a:gd name="connsiteY13" fmla="*/ 511497 h 1222196"/>
                <a:gd name="connsiteX14" fmla="*/ 200032 w 1550182"/>
                <a:gd name="connsiteY14" fmla="*/ 154859 h 122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50182" h="1222196">
                  <a:moveTo>
                    <a:pt x="286890" y="0"/>
                  </a:moveTo>
                  <a:lnTo>
                    <a:pt x="286890" y="150472"/>
                  </a:lnTo>
                  <a:lnTo>
                    <a:pt x="426342" y="157514"/>
                  </a:lnTo>
                  <a:cubicBezTo>
                    <a:pt x="930704" y="208735"/>
                    <a:pt x="1353828" y="534757"/>
                    <a:pt x="1543628" y="983495"/>
                  </a:cubicBezTo>
                  <a:lnTo>
                    <a:pt x="1550182" y="1001403"/>
                  </a:lnTo>
                  <a:lnTo>
                    <a:pt x="1158889" y="923305"/>
                  </a:lnTo>
                  <a:lnTo>
                    <a:pt x="882957" y="1222196"/>
                  </a:lnTo>
                  <a:lnTo>
                    <a:pt x="839365" y="1141883"/>
                  </a:lnTo>
                  <a:cubicBezTo>
                    <a:pt x="734600" y="986810"/>
                    <a:pt x="566263" y="878213"/>
                    <a:pt x="371747" y="853487"/>
                  </a:cubicBezTo>
                  <a:lnTo>
                    <a:pt x="286891" y="848134"/>
                  </a:lnTo>
                  <a:lnTo>
                    <a:pt x="286891" y="1022994"/>
                  </a:lnTo>
                  <a:lnTo>
                    <a:pt x="194064" y="857492"/>
                  </a:lnTo>
                  <a:lnTo>
                    <a:pt x="194522" y="857446"/>
                  </a:lnTo>
                  <a:lnTo>
                    <a:pt x="0" y="511497"/>
                  </a:lnTo>
                  <a:lnTo>
                    <a:pt x="200032" y="154859"/>
                  </a:lnTo>
                  <a:close/>
                </a:path>
              </a:pathLst>
            </a:custGeom>
            <a:solidFill>
              <a:schemeClr val="accent1"/>
            </a:solidFill>
            <a:ln w="31750">
              <a:gradFill>
                <a:gsLst>
                  <a:gs pos="100000">
                    <a:schemeClr val="accent1">
                      <a:lumMod val="0"/>
                      <a:lumOff val="100000"/>
                      <a:alpha val="57000"/>
                    </a:schemeClr>
                  </a:gs>
                  <a:gs pos="3000">
                    <a:schemeClr val="accent1">
                      <a:lumMod val="40000"/>
                      <a:lumOff val="60000"/>
                    </a:schemeClr>
                  </a:gs>
                </a:gsLst>
                <a:lin ang="5400000" scaled="1"/>
              </a:gradFill>
            </a:ln>
            <a:effectLst>
              <a:outerShdw blurRad="254000" dist="127000" dir="8100000" algn="tr" rotWithShape="0">
                <a:schemeClr val="accent1">
                  <a:alpha val="20000"/>
                </a:schemeClr>
              </a:outerShdw>
            </a:effectLst>
            <a:scene3d>
              <a:camera prst="perspectiveFront"/>
              <a:lightRig rig="contrasting" dir="t"/>
            </a:scene3d>
            <a:sp3d prstMaterial="powder">
              <a:bevelT w="38100" h="381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66" name="任意多边形: 形状 65">
              <a:extLst>
                <a:ext uri="{FF2B5EF4-FFF2-40B4-BE49-F238E27FC236}">
                  <a16:creationId xmlns:a16="http://schemas.microsoft.com/office/drawing/2014/main" id="{694865D0-3E7C-874C-2816-2BFCA70A4F8D}"/>
                </a:ext>
              </a:extLst>
            </p:cNvPr>
            <p:cNvSpPr/>
            <p:nvPr/>
          </p:nvSpPr>
          <p:spPr>
            <a:xfrm>
              <a:off x="5918072" y="2542541"/>
              <a:ext cx="1326049" cy="1045485"/>
            </a:xfrm>
            <a:custGeom>
              <a:avLst/>
              <a:gdLst>
                <a:gd name="connsiteX0" fmla="*/ 286890 w 1550182"/>
                <a:gd name="connsiteY0" fmla="*/ 0 h 1222196"/>
                <a:gd name="connsiteX1" fmla="*/ 286890 w 1550182"/>
                <a:gd name="connsiteY1" fmla="*/ 150472 h 1222196"/>
                <a:gd name="connsiteX2" fmla="*/ 426342 w 1550182"/>
                <a:gd name="connsiteY2" fmla="*/ 157514 h 1222196"/>
                <a:gd name="connsiteX3" fmla="*/ 1543628 w 1550182"/>
                <a:gd name="connsiteY3" fmla="*/ 983495 h 1222196"/>
                <a:gd name="connsiteX4" fmla="*/ 1550182 w 1550182"/>
                <a:gd name="connsiteY4" fmla="*/ 1001403 h 1222196"/>
                <a:gd name="connsiteX5" fmla="*/ 1158889 w 1550182"/>
                <a:gd name="connsiteY5" fmla="*/ 923305 h 1222196"/>
                <a:gd name="connsiteX6" fmla="*/ 882957 w 1550182"/>
                <a:gd name="connsiteY6" fmla="*/ 1222196 h 1222196"/>
                <a:gd name="connsiteX7" fmla="*/ 839365 w 1550182"/>
                <a:gd name="connsiteY7" fmla="*/ 1141883 h 1222196"/>
                <a:gd name="connsiteX8" fmla="*/ 371747 w 1550182"/>
                <a:gd name="connsiteY8" fmla="*/ 853487 h 1222196"/>
                <a:gd name="connsiteX9" fmla="*/ 286891 w 1550182"/>
                <a:gd name="connsiteY9" fmla="*/ 848134 h 1222196"/>
                <a:gd name="connsiteX10" fmla="*/ 286891 w 1550182"/>
                <a:gd name="connsiteY10" fmla="*/ 1022994 h 1222196"/>
                <a:gd name="connsiteX11" fmla="*/ 194064 w 1550182"/>
                <a:gd name="connsiteY11" fmla="*/ 857492 h 1222196"/>
                <a:gd name="connsiteX12" fmla="*/ 194522 w 1550182"/>
                <a:gd name="connsiteY12" fmla="*/ 857446 h 1222196"/>
                <a:gd name="connsiteX13" fmla="*/ 0 w 1550182"/>
                <a:gd name="connsiteY13" fmla="*/ 511497 h 1222196"/>
                <a:gd name="connsiteX14" fmla="*/ 200032 w 1550182"/>
                <a:gd name="connsiteY14" fmla="*/ 154859 h 122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50182" h="1222196">
                  <a:moveTo>
                    <a:pt x="286890" y="0"/>
                  </a:moveTo>
                  <a:lnTo>
                    <a:pt x="286890" y="150472"/>
                  </a:lnTo>
                  <a:lnTo>
                    <a:pt x="426342" y="157514"/>
                  </a:lnTo>
                  <a:cubicBezTo>
                    <a:pt x="930704" y="208735"/>
                    <a:pt x="1353828" y="534757"/>
                    <a:pt x="1543628" y="983495"/>
                  </a:cubicBezTo>
                  <a:lnTo>
                    <a:pt x="1550182" y="1001403"/>
                  </a:lnTo>
                  <a:lnTo>
                    <a:pt x="1158889" y="923305"/>
                  </a:lnTo>
                  <a:lnTo>
                    <a:pt x="882957" y="1222196"/>
                  </a:lnTo>
                  <a:lnTo>
                    <a:pt x="839365" y="1141883"/>
                  </a:lnTo>
                  <a:cubicBezTo>
                    <a:pt x="734600" y="986810"/>
                    <a:pt x="566263" y="878213"/>
                    <a:pt x="371747" y="853487"/>
                  </a:cubicBezTo>
                  <a:lnTo>
                    <a:pt x="286891" y="848134"/>
                  </a:lnTo>
                  <a:lnTo>
                    <a:pt x="286891" y="1022994"/>
                  </a:lnTo>
                  <a:lnTo>
                    <a:pt x="194064" y="857492"/>
                  </a:lnTo>
                  <a:lnTo>
                    <a:pt x="194522" y="857446"/>
                  </a:lnTo>
                  <a:lnTo>
                    <a:pt x="0" y="511497"/>
                  </a:lnTo>
                  <a:lnTo>
                    <a:pt x="200032" y="154859"/>
                  </a:lnTo>
                  <a:close/>
                </a:path>
              </a:pathLst>
            </a:custGeom>
            <a:solidFill>
              <a:schemeClr val="accent1"/>
            </a:solidFill>
            <a:ln w="31750">
              <a:gradFill>
                <a:gsLst>
                  <a:gs pos="100000">
                    <a:schemeClr val="accent1">
                      <a:lumMod val="0"/>
                      <a:lumOff val="100000"/>
                      <a:alpha val="57000"/>
                    </a:schemeClr>
                  </a:gs>
                  <a:gs pos="3000">
                    <a:schemeClr val="accent1">
                      <a:lumMod val="40000"/>
                      <a:lumOff val="60000"/>
                    </a:schemeClr>
                  </a:gs>
                </a:gsLst>
                <a:lin ang="5400000" scaled="1"/>
              </a:gradFill>
            </a:ln>
            <a:effectLst>
              <a:outerShdw blurRad="254000" dist="127000" dir="8100000" algn="tr" rotWithShape="0">
                <a:schemeClr val="accent1">
                  <a:alpha val="20000"/>
                </a:schemeClr>
              </a:outerShdw>
            </a:effectLst>
            <a:scene3d>
              <a:camera prst="perspectiveFront"/>
              <a:lightRig rig="contrasting" dir="t"/>
            </a:scene3d>
            <a:sp3d prstMaterial="powder">
              <a:bevelT w="38100" h="381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67" name="任意多边形: 形状 66">
              <a:extLst>
                <a:ext uri="{FF2B5EF4-FFF2-40B4-BE49-F238E27FC236}">
                  <a16:creationId xmlns:a16="http://schemas.microsoft.com/office/drawing/2014/main" id="{0C5B9C5C-98E4-B1B3-96C8-29FAE32E9390}"/>
                </a:ext>
              </a:extLst>
            </p:cNvPr>
            <p:cNvSpPr/>
            <p:nvPr/>
          </p:nvSpPr>
          <p:spPr>
            <a:xfrm rot="12960000">
              <a:off x="4620000" y="3767994"/>
              <a:ext cx="1326049" cy="1045485"/>
            </a:xfrm>
            <a:custGeom>
              <a:avLst/>
              <a:gdLst>
                <a:gd name="connsiteX0" fmla="*/ 286890 w 1550182"/>
                <a:gd name="connsiteY0" fmla="*/ 0 h 1222196"/>
                <a:gd name="connsiteX1" fmla="*/ 286890 w 1550182"/>
                <a:gd name="connsiteY1" fmla="*/ 150472 h 1222196"/>
                <a:gd name="connsiteX2" fmla="*/ 426342 w 1550182"/>
                <a:gd name="connsiteY2" fmla="*/ 157514 h 1222196"/>
                <a:gd name="connsiteX3" fmla="*/ 1543628 w 1550182"/>
                <a:gd name="connsiteY3" fmla="*/ 983495 h 1222196"/>
                <a:gd name="connsiteX4" fmla="*/ 1550182 w 1550182"/>
                <a:gd name="connsiteY4" fmla="*/ 1001403 h 1222196"/>
                <a:gd name="connsiteX5" fmla="*/ 1158889 w 1550182"/>
                <a:gd name="connsiteY5" fmla="*/ 923305 h 1222196"/>
                <a:gd name="connsiteX6" fmla="*/ 882957 w 1550182"/>
                <a:gd name="connsiteY6" fmla="*/ 1222196 h 1222196"/>
                <a:gd name="connsiteX7" fmla="*/ 839365 w 1550182"/>
                <a:gd name="connsiteY7" fmla="*/ 1141883 h 1222196"/>
                <a:gd name="connsiteX8" fmla="*/ 371747 w 1550182"/>
                <a:gd name="connsiteY8" fmla="*/ 853487 h 1222196"/>
                <a:gd name="connsiteX9" fmla="*/ 286891 w 1550182"/>
                <a:gd name="connsiteY9" fmla="*/ 848134 h 1222196"/>
                <a:gd name="connsiteX10" fmla="*/ 286891 w 1550182"/>
                <a:gd name="connsiteY10" fmla="*/ 1022994 h 1222196"/>
                <a:gd name="connsiteX11" fmla="*/ 194064 w 1550182"/>
                <a:gd name="connsiteY11" fmla="*/ 857492 h 1222196"/>
                <a:gd name="connsiteX12" fmla="*/ 194522 w 1550182"/>
                <a:gd name="connsiteY12" fmla="*/ 857446 h 1222196"/>
                <a:gd name="connsiteX13" fmla="*/ 0 w 1550182"/>
                <a:gd name="connsiteY13" fmla="*/ 511497 h 1222196"/>
                <a:gd name="connsiteX14" fmla="*/ 200032 w 1550182"/>
                <a:gd name="connsiteY14" fmla="*/ 154859 h 122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50182" h="1222196">
                  <a:moveTo>
                    <a:pt x="286890" y="0"/>
                  </a:moveTo>
                  <a:lnTo>
                    <a:pt x="286890" y="150472"/>
                  </a:lnTo>
                  <a:lnTo>
                    <a:pt x="426342" y="157514"/>
                  </a:lnTo>
                  <a:cubicBezTo>
                    <a:pt x="930704" y="208735"/>
                    <a:pt x="1353828" y="534757"/>
                    <a:pt x="1543628" y="983495"/>
                  </a:cubicBezTo>
                  <a:lnTo>
                    <a:pt x="1550182" y="1001403"/>
                  </a:lnTo>
                  <a:lnTo>
                    <a:pt x="1158889" y="923305"/>
                  </a:lnTo>
                  <a:lnTo>
                    <a:pt x="882957" y="1222196"/>
                  </a:lnTo>
                  <a:lnTo>
                    <a:pt x="839365" y="1141883"/>
                  </a:lnTo>
                  <a:cubicBezTo>
                    <a:pt x="734600" y="986810"/>
                    <a:pt x="566263" y="878213"/>
                    <a:pt x="371747" y="853487"/>
                  </a:cubicBezTo>
                  <a:lnTo>
                    <a:pt x="286891" y="848134"/>
                  </a:lnTo>
                  <a:lnTo>
                    <a:pt x="286891" y="1022994"/>
                  </a:lnTo>
                  <a:lnTo>
                    <a:pt x="194064" y="857492"/>
                  </a:lnTo>
                  <a:lnTo>
                    <a:pt x="194522" y="857446"/>
                  </a:lnTo>
                  <a:lnTo>
                    <a:pt x="0" y="511497"/>
                  </a:lnTo>
                  <a:lnTo>
                    <a:pt x="200032" y="154859"/>
                  </a:lnTo>
                  <a:close/>
                </a:path>
              </a:pathLst>
            </a:custGeom>
            <a:solidFill>
              <a:schemeClr val="accent1"/>
            </a:solidFill>
            <a:ln w="31750">
              <a:gradFill>
                <a:gsLst>
                  <a:gs pos="100000">
                    <a:schemeClr val="accent1">
                      <a:lumMod val="0"/>
                      <a:lumOff val="100000"/>
                      <a:alpha val="57000"/>
                    </a:schemeClr>
                  </a:gs>
                  <a:gs pos="3000">
                    <a:schemeClr val="accent1">
                      <a:lumMod val="40000"/>
                      <a:lumOff val="60000"/>
                    </a:schemeClr>
                  </a:gs>
                </a:gsLst>
                <a:lin ang="5400000" scaled="1"/>
              </a:gradFill>
            </a:ln>
            <a:effectLst>
              <a:outerShdw blurRad="254000" dist="127000" dir="8100000" algn="tr" rotWithShape="0">
                <a:schemeClr val="accent1">
                  <a:alpha val="20000"/>
                </a:schemeClr>
              </a:outerShdw>
            </a:effectLst>
            <a:scene3d>
              <a:camera prst="perspectiveFront"/>
              <a:lightRig rig="contrasting" dir="t"/>
            </a:scene3d>
            <a:sp3d prstMaterial="powder">
              <a:bevelT w="38100" h="381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68" name="任意多边形: 形状 67">
              <a:extLst>
                <a:ext uri="{FF2B5EF4-FFF2-40B4-BE49-F238E27FC236}">
                  <a16:creationId xmlns:a16="http://schemas.microsoft.com/office/drawing/2014/main" id="{2CAF2F5D-50DA-065B-29F9-C35729153E01}"/>
                </a:ext>
              </a:extLst>
            </p:cNvPr>
            <p:cNvSpPr/>
            <p:nvPr/>
          </p:nvSpPr>
          <p:spPr>
            <a:xfrm rot="4320000">
              <a:off x="6386233" y="3527799"/>
              <a:ext cx="1326049" cy="1045485"/>
            </a:xfrm>
            <a:custGeom>
              <a:avLst/>
              <a:gdLst>
                <a:gd name="connsiteX0" fmla="*/ 286890 w 1550182"/>
                <a:gd name="connsiteY0" fmla="*/ 0 h 1222196"/>
                <a:gd name="connsiteX1" fmla="*/ 286890 w 1550182"/>
                <a:gd name="connsiteY1" fmla="*/ 150472 h 1222196"/>
                <a:gd name="connsiteX2" fmla="*/ 426342 w 1550182"/>
                <a:gd name="connsiteY2" fmla="*/ 157514 h 1222196"/>
                <a:gd name="connsiteX3" fmla="*/ 1543628 w 1550182"/>
                <a:gd name="connsiteY3" fmla="*/ 983495 h 1222196"/>
                <a:gd name="connsiteX4" fmla="*/ 1550182 w 1550182"/>
                <a:gd name="connsiteY4" fmla="*/ 1001403 h 1222196"/>
                <a:gd name="connsiteX5" fmla="*/ 1158889 w 1550182"/>
                <a:gd name="connsiteY5" fmla="*/ 923305 h 1222196"/>
                <a:gd name="connsiteX6" fmla="*/ 882957 w 1550182"/>
                <a:gd name="connsiteY6" fmla="*/ 1222196 h 1222196"/>
                <a:gd name="connsiteX7" fmla="*/ 839365 w 1550182"/>
                <a:gd name="connsiteY7" fmla="*/ 1141883 h 1222196"/>
                <a:gd name="connsiteX8" fmla="*/ 371747 w 1550182"/>
                <a:gd name="connsiteY8" fmla="*/ 853487 h 1222196"/>
                <a:gd name="connsiteX9" fmla="*/ 286891 w 1550182"/>
                <a:gd name="connsiteY9" fmla="*/ 848134 h 1222196"/>
                <a:gd name="connsiteX10" fmla="*/ 286891 w 1550182"/>
                <a:gd name="connsiteY10" fmla="*/ 1022994 h 1222196"/>
                <a:gd name="connsiteX11" fmla="*/ 194064 w 1550182"/>
                <a:gd name="connsiteY11" fmla="*/ 857492 h 1222196"/>
                <a:gd name="connsiteX12" fmla="*/ 194522 w 1550182"/>
                <a:gd name="connsiteY12" fmla="*/ 857446 h 1222196"/>
                <a:gd name="connsiteX13" fmla="*/ 0 w 1550182"/>
                <a:gd name="connsiteY13" fmla="*/ 511497 h 1222196"/>
                <a:gd name="connsiteX14" fmla="*/ 200032 w 1550182"/>
                <a:gd name="connsiteY14" fmla="*/ 154859 h 122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50182" h="1222196">
                  <a:moveTo>
                    <a:pt x="286890" y="0"/>
                  </a:moveTo>
                  <a:lnTo>
                    <a:pt x="286890" y="150472"/>
                  </a:lnTo>
                  <a:lnTo>
                    <a:pt x="426342" y="157514"/>
                  </a:lnTo>
                  <a:cubicBezTo>
                    <a:pt x="930704" y="208735"/>
                    <a:pt x="1353828" y="534757"/>
                    <a:pt x="1543628" y="983495"/>
                  </a:cubicBezTo>
                  <a:lnTo>
                    <a:pt x="1550182" y="1001403"/>
                  </a:lnTo>
                  <a:lnTo>
                    <a:pt x="1158889" y="923305"/>
                  </a:lnTo>
                  <a:lnTo>
                    <a:pt x="882957" y="1222196"/>
                  </a:lnTo>
                  <a:lnTo>
                    <a:pt x="839365" y="1141883"/>
                  </a:lnTo>
                  <a:cubicBezTo>
                    <a:pt x="734600" y="986810"/>
                    <a:pt x="566263" y="878213"/>
                    <a:pt x="371747" y="853487"/>
                  </a:cubicBezTo>
                  <a:lnTo>
                    <a:pt x="286891" y="848134"/>
                  </a:lnTo>
                  <a:lnTo>
                    <a:pt x="286891" y="1022994"/>
                  </a:lnTo>
                  <a:lnTo>
                    <a:pt x="194064" y="857492"/>
                  </a:lnTo>
                  <a:lnTo>
                    <a:pt x="194522" y="857446"/>
                  </a:lnTo>
                  <a:lnTo>
                    <a:pt x="0" y="511497"/>
                  </a:lnTo>
                  <a:lnTo>
                    <a:pt x="200032" y="154859"/>
                  </a:lnTo>
                  <a:close/>
                </a:path>
              </a:pathLst>
            </a:custGeom>
            <a:solidFill>
              <a:schemeClr val="accent1"/>
            </a:solidFill>
            <a:ln w="31750">
              <a:gradFill>
                <a:gsLst>
                  <a:gs pos="100000">
                    <a:schemeClr val="accent1">
                      <a:lumMod val="0"/>
                      <a:lumOff val="100000"/>
                      <a:alpha val="57000"/>
                    </a:schemeClr>
                  </a:gs>
                  <a:gs pos="3000">
                    <a:schemeClr val="accent1">
                      <a:lumMod val="40000"/>
                      <a:lumOff val="60000"/>
                    </a:schemeClr>
                  </a:gs>
                </a:gsLst>
                <a:lin ang="5400000" scaled="1"/>
              </a:gradFill>
            </a:ln>
            <a:effectLst>
              <a:outerShdw blurRad="254000" dist="127000" dir="8100000" algn="tr" rotWithShape="0">
                <a:schemeClr val="accent1">
                  <a:alpha val="20000"/>
                </a:schemeClr>
              </a:outerShdw>
            </a:effectLst>
            <a:scene3d>
              <a:camera prst="perspectiveFront"/>
              <a:lightRig rig="contrasting" dir="t"/>
            </a:scene3d>
            <a:sp3d prstMaterial="powder">
              <a:bevelT w="38100" h="381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69" name="任意多边形: 形状 68">
              <a:extLst>
                <a:ext uri="{FF2B5EF4-FFF2-40B4-BE49-F238E27FC236}">
                  <a16:creationId xmlns:a16="http://schemas.microsoft.com/office/drawing/2014/main" id="{FC11F7EE-ECB1-8F35-39FB-F8954CD2A020}"/>
                </a:ext>
              </a:extLst>
            </p:cNvPr>
            <p:cNvSpPr/>
            <p:nvPr/>
          </p:nvSpPr>
          <p:spPr>
            <a:xfrm rot="8640000">
              <a:off x="5591179" y="4296903"/>
              <a:ext cx="1326049" cy="1045485"/>
            </a:xfrm>
            <a:custGeom>
              <a:avLst/>
              <a:gdLst>
                <a:gd name="connsiteX0" fmla="*/ 286890 w 1550182"/>
                <a:gd name="connsiteY0" fmla="*/ 0 h 1222196"/>
                <a:gd name="connsiteX1" fmla="*/ 286890 w 1550182"/>
                <a:gd name="connsiteY1" fmla="*/ 150472 h 1222196"/>
                <a:gd name="connsiteX2" fmla="*/ 426342 w 1550182"/>
                <a:gd name="connsiteY2" fmla="*/ 157514 h 1222196"/>
                <a:gd name="connsiteX3" fmla="*/ 1543628 w 1550182"/>
                <a:gd name="connsiteY3" fmla="*/ 983495 h 1222196"/>
                <a:gd name="connsiteX4" fmla="*/ 1550182 w 1550182"/>
                <a:gd name="connsiteY4" fmla="*/ 1001403 h 1222196"/>
                <a:gd name="connsiteX5" fmla="*/ 1158889 w 1550182"/>
                <a:gd name="connsiteY5" fmla="*/ 923305 h 1222196"/>
                <a:gd name="connsiteX6" fmla="*/ 882957 w 1550182"/>
                <a:gd name="connsiteY6" fmla="*/ 1222196 h 1222196"/>
                <a:gd name="connsiteX7" fmla="*/ 839365 w 1550182"/>
                <a:gd name="connsiteY7" fmla="*/ 1141883 h 1222196"/>
                <a:gd name="connsiteX8" fmla="*/ 371747 w 1550182"/>
                <a:gd name="connsiteY8" fmla="*/ 853487 h 1222196"/>
                <a:gd name="connsiteX9" fmla="*/ 286891 w 1550182"/>
                <a:gd name="connsiteY9" fmla="*/ 848134 h 1222196"/>
                <a:gd name="connsiteX10" fmla="*/ 286891 w 1550182"/>
                <a:gd name="connsiteY10" fmla="*/ 1022994 h 1222196"/>
                <a:gd name="connsiteX11" fmla="*/ 194064 w 1550182"/>
                <a:gd name="connsiteY11" fmla="*/ 857492 h 1222196"/>
                <a:gd name="connsiteX12" fmla="*/ 194522 w 1550182"/>
                <a:gd name="connsiteY12" fmla="*/ 857446 h 1222196"/>
                <a:gd name="connsiteX13" fmla="*/ 0 w 1550182"/>
                <a:gd name="connsiteY13" fmla="*/ 511497 h 1222196"/>
                <a:gd name="connsiteX14" fmla="*/ 200032 w 1550182"/>
                <a:gd name="connsiteY14" fmla="*/ 154859 h 122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50182" h="1222196">
                  <a:moveTo>
                    <a:pt x="286890" y="0"/>
                  </a:moveTo>
                  <a:lnTo>
                    <a:pt x="286890" y="150472"/>
                  </a:lnTo>
                  <a:lnTo>
                    <a:pt x="426342" y="157514"/>
                  </a:lnTo>
                  <a:cubicBezTo>
                    <a:pt x="930704" y="208735"/>
                    <a:pt x="1353828" y="534757"/>
                    <a:pt x="1543628" y="983495"/>
                  </a:cubicBezTo>
                  <a:lnTo>
                    <a:pt x="1550182" y="1001403"/>
                  </a:lnTo>
                  <a:lnTo>
                    <a:pt x="1158889" y="923305"/>
                  </a:lnTo>
                  <a:lnTo>
                    <a:pt x="882957" y="1222196"/>
                  </a:lnTo>
                  <a:lnTo>
                    <a:pt x="839365" y="1141883"/>
                  </a:lnTo>
                  <a:cubicBezTo>
                    <a:pt x="734600" y="986810"/>
                    <a:pt x="566263" y="878213"/>
                    <a:pt x="371747" y="853487"/>
                  </a:cubicBezTo>
                  <a:lnTo>
                    <a:pt x="286891" y="848134"/>
                  </a:lnTo>
                  <a:lnTo>
                    <a:pt x="286891" y="1022994"/>
                  </a:lnTo>
                  <a:lnTo>
                    <a:pt x="194064" y="857492"/>
                  </a:lnTo>
                  <a:lnTo>
                    <a:pt x="194522" y="857446"/>
                  </a:lnTo>
                  <a:lnTo>
                    <a:pt x="0" y="511497"/>
                  </a:lnTo>
                  <a:lnTo>
                    <a:pt x="200032" y="154859"/>
                  </a:lnTo>
                  <a:close/>
                </a:path>
              </a:pathLst>
            </a:custGeom>
            <a:solidFill>
              <a:schemeClr val="accent1"/>
            </a:solidFill>
            <a:ln w="31750">
              <a:gradFill>
                <a:gsLst>
                  <a:gs pos="100000">
                    <a:schemeClr val="accent1">
                      <a:lumMod val="0"/>
                      <a:lumOff val="100000"/>
                      <a:alpha val="57000"/>
                    </a:schemeClr>
                  </a:gs>
                  <a:gs pos="3000">
                    <a:schemeClr val="accent1">
                      <a:lumMod val="40000"/>
                      <a:lumOff val="60000"/>
                    </a:schemeClr>
                  </a:gs>
                </a:gsLst>
                <a:lin ang="5400000" scaled="1"/>
              </a:gradFill>
            </a:ln>
            <a:effectLst>
              <a:outerShdw blurRad="254000" dist="127000" dir="8100000" algn="tr" rotWithShape="0">
                <a:schemeClr val="accent1">
                  <a:alpha val="20000"/>
                </a:schemeClr>
              </a:outerShdw>
            </a:effectLst>
            <a:scene3d>
              <a:camera prst="perspectiveFront"/>
              <a:lightRig rig="contrasting" dir="t"/>
            </a:scene3d>
            <a:sp3d prstMaterial="powder">
              <a:bevelT w="38100" h="381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73" name="文本框 72">
              <a:extLst>
                <a:ext uri="{FF2B5EF4-FFF2-40B4-BE49-F238E27FC236}">
                  <a16:creationId xmlns:a16="http://schemas.microsoft.com/office/drawing/2014/main" id="{7360919F-D178-661E-616F-0FDF0413879A}"/>
                </a:ext>
              </a:extLst>
            </p:cNvPr>
            <p:cNvSpPr txBox="1"/>
            <p:nvPr/>
          </p:nvSpPr>
          <p:spPr>
            <a:xfrm>
              <a:off x="6238272" y="2918821"/>
              <a:ext cx="552881" cy="315932"/>
            </a:xfrm>
            <a:prstGeom prst="rect">
              <a:avLst/>
            </a:prstGeom>
            <a:noFill/>
          </p:spPr>
          <p:txBody>
            <a:bodyPr wrap="none" rtlCol="0">
              <a:spAutoFit/>
            </a:bodyPr>
            <a:lstStyle/>
            <a:p>
              <a:pPr algn="ctr"/>
              <a:r>
                <a:rPr lang="zh-CN" altLang="en-US" dirty="0">
                  <a:solidFill>
                    <a:srgbClr val="FFFFFF"/>
                  </a:solidFill>
                  <a:latin typeface="思源黑体 CN Medium" panose="020B0600000000000000" pitchFamily="34" charset="-122"/>
                  <a:ea typeface="思源黑体 CN Medium" panose="020B0600000000000000" pitchFamily="34" charset="-122"/>
                </a:rPr>
                <a:t>研发</a:t>
              </a:r>
            </a:p>
          </p:txBody>
        </p:sp>
        <p:sp>
          <p:nvSpPr>
            <p:cNvPr id="74" name="文本框 73">
              <a:extLst>
                <a:ext uri="{FF2B5EF4-FFF2-40B4-BE49-F238E27FC236}">
                  <a16:creationId xmlns:a16="http://schemas.microsoft.com/office/drawing/2014/main" id="{DCC8DB2C-3E92-456A-E66F-40414573AA27}"/>
                </a:ext>
              </a:extLst>
            </p:cNvPr>
            <p:cNvSpPr txBox="1"/>
            <p:nvPr/>
          </p:nvSpPr>
          <p:spPr>
            <a:xfrm>
              <a:off x="6765511" y="3797169"/>
              <a:ext cx="552881" cy="315932"/>
            </a:xfrm>
            <a:prstGeom prst="rect">
              <a:avLst/>
            </a:prstGeom>
            <a:noFill/>
          </p:spPr>
          <p:txBody>
            <a:bodyPr wrap="none" rtlCol="0">
              <a:spAutoFit/>
            </a:bodyPr>
            <a:lstStyle/>
            <a:p>
              <a:pPr algn="ctr"/>
              <a:r>
                <a:rPr lang="zh-CN" altLang="en-US" dirty="0">
                  <a:solidFill>
                    <a:srgbClr val="FFFFFF"/>
                  </a:solidFill>
                  <a:latin typeface="思源黑体 CN Medium" panose="020B0600000000000000" pitchFamily="34" charset="-122"/>
                  <a:ea typeface="思源黑体 CN Medium" panose="020B0600000000000000" pitchFamily="34" charset="-122"/>
                </a:rPr>
                <a:t>设计</a:t>
              </a:r>
            </a:p>
          </p:txBody>
        </p:sp>
        <p:sp>
          <p:nvSpPr>
            <p:cNvPr id="75" name="文本框 74">
              <a:extLst>
                <a:ext uri="{FF2B5EF4-FFF2-40B4-BE49-F238E27FC236}">
                  <a16:creationId xmlns:a16="http://schemas.microsoft.com/office/drawing/2014/main" id="{F74F18BA-03CD-7117-B0F8-82D597231890}"/>
                </a:ext>
              </a:extLst>
            </p:cNvPr>
            <p:cNvSpPr txBox="1"/>
            <p:nvPr/>
          </p:nvSpPr>
          <p:spPr>
            <a:xfrm>
              <a:off x="6018372" y="4621705"/>
              <a:ext cx="552881" cy="315932"/>
            </a:xfrm>
            <a:prstGeom prst="rect">
              <a:avLst/>
            </a:prstGeom>
            <a:noFill/>
          </p:spPr>
          <p:txBody>
            <a:bodyPr wrap="none" rtlCol="0">
              <a:spAutoFit/>
            </a:bodyPr>
            <a:lstStyle/>
            <a:p>
              <a:pPr algn="ctr"/>
              <a:r>
                <a:rPr lang="zh-CN" altLang="en-US" dirty="0">
                  <a:solidFill>
                    <a:srgbClr val="FFFFFF"/>
                  </a:solidFill>
                  <a:latin typeface="思源黑体 CN Medium" panose="020B0600000000000000" pitchFamily="34" charset="-122"/>
                  <a:ea typeface="思源黑体 CN Medium" panose="020B0600000000000000" pitchFamily="34" charset="-122"/>
                </a:rPr>
                <a:t>定义</a:t>
              </a:r>
            </a:p>
          </p:txBody>
        </p:sp>
        <p:sp>
          <p:nvSpPr>
            <p:cNvPr id="76" name="文本框 75">
              <a:extLst>
                <a:ext uri="{FF2B5EF4-FFF2-40B4-BE49-F238E27FC236}">
                  <a16:creationId xmlns:a16="http://schemas.microsoft.com/office/drawing/2014/main" id="{3F4BE39C-982B-C71C-2766-32E570FBFE37}"/>
                </a:ext>
              </a:extLst>
            </p:cNvPr>
            <p:cNvSpPr txBox="1"/>
            <p:nvPr/>
          </p:nvSpPr>
          <p:spPr>
            <a:xfrm>
              <a:off x="5043805" y="4149536"/>
              <a:ext cx="552881" cy="315932"/>
            </a:xfrm>
            <a:prstGeom prst="rect">
              <a:avLst/>
            </a:prstGeom>
            <a:noFill/>
          </p:spPr>
          <p:txBody>
            <a:bodyPr wrap="none" rtlCol="0">
              <a:spAutoFit/>
            </a:bodyPr>
            <a:lstStyle/>
            <a:p>
              <a:pPr algn="ctr"/>
              <a:r>
                <a:rPr lang="zh-CN" altLang="en-US" dirty="0">
                  <a:solidFill>
                    <a:srgbClr val="FFFFFF"/>
                  </a:solidFill>
                  <a:latin typeface="思源黑体 CN Medium" panose="020B0600000000000000" pitchFamily="34" charset="-122"/>
                  <a:ea typeface="思源黑体 CN Medium" panose="020B0600000000000000" pitchFamily="34" charset="-122"/>
                </a:rPr>
                <a:t>迭代</a:t>
              </a:r>
            </a:p>
          </p:txBody>
        </p:sp>
        <p:sp>
          <p:nvSpPr>
            <p:cNvPr id="77" name="文本框 76">
              <a:extLst>
                <a:ext uri="{FF2B5EF4-FFF2-40B4-BE49-F238E27FC236}">
                  <a16:creationId xmlns:a16="http://schemas.microsoft.com/office/drawing/2014/main" id="{6C54018B-0246-AEFE-2ABD-8206EF9E58BD}"/>
                </a:ext>
              </a:extLst>
            </p:cNvPr>
            <p:cNvSpPr txBox="1"/>
            <p:nvPr/>
          </p:nvSpPr>
          <p:spPr>
            <a:xfrm>
              <a:off x="5157109" y="3123470"/>
              <a:ext cx="552881" cy="315932"/>
            </a:xfrm>
            <a:prstGeom prst="rect">
              <a:avLst/>
            </a:prstGeom>
            <a:noFill/>
          </p:spPr>
          <p:txBody>
            <a:bodyPr wrap="none" rtlCol="0">
              <a:spAutoFit/>
            </a:bodyPr>
            <a:lstStyle/>
            <a:p>
              <a:pPr algn="ctr"/>
              <a:r>
                <a:rPr lang="zh-CN" altLang="en-US" dirty="0">
                  <a:solidFill>
                    <a:srgbClr val="FFFFFF"/>
                  </a:solidFill>
                  <a:latin typeface="思源黑体 CN Medium" panose="020B0600000000000000" pitchFamily="34" charset="-122"/>
                  <a:ea typeface="思源黑体 CN Medium" panose="020B0600000000000000" pitchFamily="34" charset="-122"/>
                </a:rPr>
                <a:t>发布</a:t>
              </a:r>
            </a:p>
          </p:txBody>
        </p:sp>
        <p:sp>
          <p:nvSpPr>
            <p:cNvPr id="88" name="矩形: 圆角 87">
              <a:extLst>
                <a:ext uri="{FF2B5EF4-FFF2-40B4-BE49-F238E27FC236}">
                  <a16:creationId xmlns:a16="http://schemas.microsoft.com/office/drawing/2014/main" id="{7B2C23CA-5787-AB71-CA2A-1578F3A86961}"/>
                </a:ext>
              </a:extLst>
            </p:cNvPr>
            <p:cNvSpPr>
              <a:spLocks noChangeAspect="1"/>
            </p:cNvSpPr>
            <p:nvPr/>
          </p:nvSpPr>
          <p:spPr>
            <a:xfrm>
              <a:off x="4423821" y="4849205"/>
              <a:ext cx="696884" cy="696884"/>
            </a:xfrm>
            <a:prstGeom prst="roundRect">
              <a:avLst>
                <a:gd name="adj" fmla="val 16023"/>
              </a:avLst>
            </a:prstGeom>
            <a:gradFill>
              <a:gsLst>
                <a:gs pos="0">
                  <a:schemeClr val="accent1">
                    <a:lumMod val="20000"/>
                    <a:lumOff val="80000"/>
                  </a:schemeClr>
                </a:gs>
                <a:gs pos="94000">
                  <a:schemeClr val="accent1">
                    <a:lumMod val="40000"/>
                    <a:lumOff val="60000"/>
                  </a:schemeClr>
                </a:gs>
              </a:gsLst>
              <a:lin ang="2700000" scaled="1"/>
            </a:gradFill>
            <a:ln w="3175">
              <a:noFill/>
              <a:prstDash val="solid"/>
            </a:ln>
            <a:effectLst>
              <a:outerShdw blurRad="152400" dist="482600" dir="7740000" sx="80000" sy="80000" algn="t" rotWithShape="0">
                <a:schemeClr val="accent1">
                  <a:alpha val="40000"/>
                </a:schemeClr>
              </a:outerShdw>
            </a:effectLst>
            <a:scene3d>
              <a:camera prst="isometricTopUp"/>
              <a:lightRig rig="contrasting" dir="t">
                <a:rot lat="0" lon="0" rev="4800000"/>
              </a:lightRig>
            </a:scene3d>
            <a:sp3d extrusionH="57150" prstMaterial="plastic">
              <a:bevelT w="6350" h="19050"/>
              <a:bevelB w="25400" h="25400"/>
              <a:extrusionClr>
                <a:schemeClr val="accent1"/>
              </a:extrusion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90" name="矩形: 圆角 89">
              <a:extLst>
                <a:ext uri="{FF2B5EF4-FFF2-40B4-BE49-F238E27FC236}">
                  <a16:creationId xmlns:a16="http://schemas.microsoft.com/office/drawing/2014/main" id="{A112DE3E-EBE6-4FE4-F9CE-0F5FDF99F619}"/>
                </a:ext>
              </a:extLst>
            </p:cNvPr>
            <p:cNvSpPr>
              <a:spLocks noChangeAspect="1"/>
            </p:cNvSpPr>
            <p:nvPr/>
          </p:nvSpPr>
          <p:spPr>
            <a:xfrm>
              <a:off x="7133438" y="4812164"/>
              <a:ext cx="696884" cy="696884"/>
            </a:xfrm>
            <a:prstGeom prst="roundRect">
              <a:avLst>
                <a:gd name="adj" fmla="val 16023"/>
              </a:avLst>
            </a:prstGeom>
            <a:gradFill>
              <a:gsLst>
                <a:gs pos="0">
                  <a:schemeClr val="accent1">
                    <a:lumMod val="20000"/>
                    <a:lumOff val="80000"/>
                  </a:schemeClr>
                </a:gs>
                <a:gs pos="94000">
                  <a:schemeClr val="accent1">
                    <a:lumMod val="40000"/>
                    <a:lumOff val="60000"/>
                  </a:schemeClr>
                </a:gs>
              </a:gsLst>
              <a:lin ang="2700000" scaled="1"/>
            </a:gradFill>
            <a:ln w="3175">
              <a:noFill/>
              <a:prstDash val="solid"/>
            </a:ln>
            <a:effectLst>
              <a:outerShdw blurRad="152400" dist="482600" dir="7740000" sx="80000" sy="80000" algn="t" rotWithShape="0">
                <a:schemeClr val="accent1">
                  <a:alpha val="40000"/>
                </a:schemeClr>
              </a:outerShdw>
            </a:effectLst>
            <a:scene3d>
              <a:camera prst="isometricTopUp"/>
              <a:lightRig rig="contrasting" dir="t">
                <a:rot lat="0" lon="0" rev="4800000"/>
              </a:lightRig>
            </a:scene3d>
            <a:sp3d extrusionH="57150" prstMaterial="plastic">
              <a:bevelT w="6350" h="19050"/>
              <a:bevelB w="25400" h="25400"/>
              <a:extrusionClr>
                <a:schemeClr val="accent1"/>
              </a:extrusion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87" name="矩形: 圆角 86">
              <a:extLst>
                <a:ext uri="{FF2B5EF4-FFF2-40B4-BE49-F238E27FC236}">
                  <a16:creationId xmlns:a16="http://schemas.microsoft.com/office/drawing/2014/main" id="{8A538656-8952-B4C2-E106-507BE9EF9E3A}"/>
                </a:ext>
              </a:extLst>
            </p:cNvPr>
            <p:cNvSpPr>
              <a:spLocks noChangeAspect="1"/>
            </p:cNvSpPr>
            <p:nvPr/>
          </p:nvSpPr>
          <p:spPr>
            <a:xfrm>
              <a:off x="3741790" y="3536974"/>
              <a:ext cx="696884" cy="696884"/>
            </a:xfrm>
            <a:prstGeom prst="roundRect">
              <a:avLst>
                <a:gd name="adj" fmla="val 16023"/>
              </a:avLst>
            </a:prstGeom>
            <a:gradFill>
              <a:gsLst>
                <a:gs pos="0">
                  <a:schemeClr val="accent1">
                    <a:lumMod val="20000"/>
                    <a:lumOff val="80000"/>
                  </a:schemeClr>
                </a:gs>
                <a:gs pos="94000">
                  <a:schemeClr val="accent1">
                    <a:lumMod val="40000"/>
                    <a:lumOff val="60000"/>
                  </a:schemeClr>
                </a:gs>
              </a:gsLst>
              <a:lin ang="2700000" scaled="1"/>
            </a:gradFill>
            <a:ln w="3175">
              <a:noFill/>
              <a:prstDash val="solid"/>
            </a:ln>
            <a:effectLst>
              <a:outerShdw blurRad="152400" dist="482600" dir="7740000" sx="80000" sy="80000" algn="t" rotWithShape="0">
                <a:schemeClr val="accent1">
                  <a:alpha val="40000"/>
                </a:schemeClr>
              </a:outerShdw>
            </a:effectLst>
            <a:scene3d>
              <a:camera prst="isometricTopUp"/>
              <a:lightRig rig="contrasting" dir="t">
                <a:rot lat="0" lon="0" rev="4800000"/>
              </a:lightRig>
            </a:scene3d>
            <a:sp3d extrusionH="57150" prstMaterial="plastic">
              <a:bevelT w="6350" h="19050"/>
              <a:bevelB w="25400" h="25400"/>
              <a:extrusionClr>
                <a:schemeClr val="accent1"/>
              </a:extrusion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91" name="矩形: 圆角 90">
              <a:extLst>
                <a:ext uri="{FF2B5EF4-FFF2-40B4-BE49-F238E27FC236}">
                  <a16:creationId xmlns:a16="http://schemas.microsoft.com/office/drawing/2014/main" id="{44F39DE1-E0E5-88D8-30A4-6FA62B9DEF73}"/>
                </a:ext>
              </a:extLst>
            </p:cNvPr>
            <p:cNvSpPr>
              <a:spLocks noChangeAspect="1"/>
            </p:cNvSpPr>
            <p:nvPr/>
          </p:nvSpPr>
          <p:spPr>
            <a:xfrm>
              <a:off x="7753327" y="3536974"/>
              <a:ext cx="696884" cy="696884"/>
            </a:xfrm>
            <a:prstGeom prst="roundRect">
              <a:avLst>
                <a:gd name="adj" fmla="val 16023"/>
              </a:avLst>
            </a:prstGeom>
            <a:gradFill>
              <a:gsLst>
                <a:gs pos="0">
                  <a:schemeClr val="accent1">
                    <a:lumMod val="20000"/>
                    <a:lumOff val="80000"/>
                  </a:schemeClr>
                </a:gs>
                <a:gs pos="94000">
                  <a:schemeClr val="accent1">
                    <a:lumMod val="40000"/>
                    <a:lumOff val="60000"/>
                  </a:schemeClr>
                </a:gs>
              </a:gsLst>
              <a:lin ang="2700000" scaled="1"/>
            </a:gradFill>
            <a:ln w="3175">
              <a:noFill/>
              <a:prstDash val="solid"/>
            </a:ln>
            <a:effectLst>
              <a:outerShdw blurRad="152400" dist="482600" dir="7740000" sx="80000" sy="80000" algn="t" rotWithShape="0">
                <a:schemeClr val="accent1">
                  <a:alpha val="40000"/>
                </a:schemeClr>
              </a:outerShdw>
            </a:effectLst>
            <a:scene3d>
              <a:camera prst="isometricTopUp"/>
              <a:lightRig rig="contrasting" dir="t">
                <a:rot lat="0" lon="0" rev="4800000"/>
              </a:lightRig>
            </a:scene3d>
            <a:sp3d extrusionH="57150" prstMaterial="plastic">
              <a:bevelT w="6350" h="19050"/>
              <a:bevelB w="25400" h="25400"/>
              <a:extrusionClr>
                <a:schemeClr val="accent1"/>
              </a:extrusion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92" name="矩形: 圆角 91">
              <a:extLst>
                <a:ext uri="{FF2B5EF4-FFF2-40B4-BE49-F238E27FC236}">
                  <a16:creationId xmlns:a16="http://schemas.microsoft.com/office/drawing/2014/main" id="{29AA90F6-09E9-7D68-9573-29D73C19AA1D}"/>
                </a:ext>
              </a:extLst>
            </p:cNvPr>
            <p:cNvSpPr>
              <a:spLocks noChangeAspect="1"/>
            </p:cNvSpPr>
            <p:nvPr/>
          </p:nvSpPr>
          <p:spPr>
            <a:xfrm>
              <a:off x="7131537" y="2087732"/>
              <a:ext cx="696884" cy="696884"/>
            </a:xfrm>
            <a:prstGeom prst="roundRect">
              <a:avLst>
                <a:gd name="adj" fmla="val 16023"/>
              </a:avLst>
            </a:prstGeom>
            <a:gradFill>
              <a:gsLst>
                <a:gs pos="0">
                  <a:schemeClr val="accent1">
                    <a:lumMod val="20000"/>
                    <a:lumOff val="80000"/>
                  </a:schemeClr>
                </a:gs>
                <a:gs pos="94000">
                  <a:schemeClr val="accent1">
                    <a:lumMod val="40000"/>
                    <a:lumOff val="60000"/>
                  </a:schemeClr>
                </a:gs>
              </a:gsLst>
              <a:lin ang="2700000" scaled="1"/>
            </a:gradFill>
            <a:ln w="3175">
              <a:noFill/>
              <a:prstDash val="solid"/>
            </a:ln>
            <a:effectLst>
              <a:outerShdw blurRad="152400" dist="482600" dir="7740000" sx="80000" sy="80000" algn="t" rotWithShape="0">
                <a:schemeClr val="accent1">
                  <a:alpha val="40000"/>
                </a:schemeClr>
              </a:outerShdw>
            </a:effectLst>
            <a:scene3d>
              <a:camera prst="isometricTopUp"/>
              <a:lightRig rig="contrasting" dir="t">
                <a:rot lat="0" lon="0" rev="4800000"/>
              </a:lightRig>
            </a:scene3d>
            <a:sp3d extrusionH="57150" prstMaterial="plastic">
              <a:bevelT w="6350" h="19050"/>
              <a:bevelB w="25400" h="25400"/>
              <a:extrusionClr>
                <a:schemeClr val="accent1"/>
              </a:extrusion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94" name="矩形: 圆角 93">
              <a:extLst>
                <a:ext uri="{FF2B5EF4-FFF2-40B4-BE49-F238E27FC236}">
                  <a16:creationId xmlns:a16="http://schemas.microsoft.com/office/drawing/2014/main" id="{AD92C682-69E2-EC03-4AD8-426F824D6CF4}"/>
                </a:ext>
              </a:extLst>
            </p:cNvPr>
            <p:cNvSpPr>
              <a:spLocks noChangeAspect="1"/>
            </p:cNvSpPr>
            <p:nvPr/>
          </p:nvSpPr>
          <p:spPr>
            <a:xfrm>
              <a:off x="4439696" y="2090643"/>
              <a:ext cx="696884" cy="696884"/>
            </a:xfrm>
            <a:prstGeom prst="roundRect">
              <a:avLst>
                <a:gd name="adj" fmla="val 16023"/>
              </a:avLst>
            </a:prstGeom>
            <a:gradFill>
              <a:gsLst>
                <a:gs pos="0">
                  <a:schemeClr val="accent1">
                    <a:lumMod val="20000"/>
                    <a:lumOff val="80000"/>
                  </a:schemeClr>
                </a:gs>
                <a:gs pos="94000">
                  <a:schemeClr val="accent1">
                    <a:lumMod val="40000"/>
                    <a:lumOff val="60000"/>
                  </a:schemeClr>
                </a:gs>
              </a:gsLst>
              <a:lin ang="2700000" scaled="1"/>
            </a:gradFill>
            <a:ln w="3175">
              <a:noFill/>
              <a:prstDash val="solid"/>
            </a:ln>
            <a:effectLst>
              <a:outerShdw blurRad="152400" dist="482600" dir="7740000" sx="80000" sy="80000" algn="t" rotWithShape="0">
                <a:schemeClr val="accent1">
                  <a:alpha val="40000"/>
                </a:schemeClr>
              </a:outerShdw>
            </a:effectLst>
            <a:scene3d>
              <a:camera prst="isometricTopUp"/>
              <a:lightRig rig="contrasting" dir="t">
                <a:rot lat="0" lon="0" rev="4800000"/>
              </a:lightRig>
            </a:scene3d>
            <a:sp3d extrusionH="57150" prstMaterial="plastic">
              <a:bevelT w="6350" h="19050"/>
              <a:bevelB w="25400" h="25400"/>
              <a:extrusionClr>
                <a:schemeClr val="accent1"/>
              </a:extrusion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101" name="文本框 100">
              <a:extLst>
                <a:ext uri="{FF2B5EF4-FFF2-40B4-BE49-F238E27FC236}">
                  <a16:creationId xmlns:a16="http://schemas.microsoft.com/office/drawing/2014/main" id="{5D0D9DAC-7221-26A1-E1AB-8A5E7A8A389F}"/>
                </a:ext>
              </a:extLst>
            </p:cNvPr>
            <p:cNvSpPr txBox="1"/>
            <p:nvPr/>
          </p:nvSpPr>
          <p:spPr>
            <a:xfrm>
              <a:off x="3558485" y="2141612"/>
              <a:ext cx="595035" cy="338554"/>
            </a:xfrm>
            <a:prstGeom prst="rect">
              <a:avLst/>
            </a:prstGeom>
            <a:noFill/>
          </p:spPr>
          <p:txBody>
            <a:bodyPr wrap="none" rtlCol="0">
              <a:spAutoFit/>
            </a:bodyPr>
            <a:lstStyle/>
            <a:p>
              <a:pPr algn="ctr"/>
              <a:r>
                <a:rPr lang="zh-CN" altLang="en-US" sz="1600" dirty="0">
                  <a:solidFill>
                    <a:schemeClr val="accent1"/>
                  </a:solidFill>
                  <a:latin typeface="思源黑体 CN Medium" panose="020B0600000000000000" pitchFamily="34" charset="-122"/>
                  <a:ea typeface="思源黑体 CN Medium" panose="020B0600000000000000" pitchFamily="34" charset="-122"/>
                </a:rPr>
                <a:t>测试</a:t>
              </a:r>
            </a:p>
          </p:txBody>
        </p:sp>
        <p:sp>
          <p:nvSpPr>
            <p:cNvPr id="103" name="文本框 102">
              <a:extLst>
                <a:ext uri="{FF2B5EF4-FFF2-40B4-BE49-F238E27FC236}">
                  <a16:creationId xmlns:a16="http://schemas.microsoft.com/office/drawing/2014/main" id="{7000BF3B-4552-CF0E-79D7-5A8C755B4C31}"/>
                </a:ext>
              </a:extLst>
            </p:cNvPr>
            <p:cNvSpPr txBox="1"/>
            <p:nvPr/>
          </p:nvSpPr>
          <p:spPr>
            <a:xfrm>
              <a:off x="3307506" y="4852731"/>
              <a:ext cx="1005403" cy="749308"/>
            </a:xfrm>
            <a:prstGeom prst="rect">
              <a:avLst/>
            </a:prstGeom>
            <a:noFill/>
          </p:spPr>
          <p:txBody>
            <a:bodyPr wrap="none" rtlCol="0">
              <a:spAutoFit/>
            </a:bodyPr>
            <a:lstStyle/>
            <a:p>
              <a:pPr algn="ctr">
                <a:lnSpc>
                  <a:spcPct val="140000"/>
                </a:lnSpc>
              </a:pPr>
              <a:r>
                <a:rPr lang="zh-CN" altLang="en-US" sz="1600" dirty="0">
                  <a:solidFill>
                    <a:schemeClr val="accent1"/>
                  </a:solidFill>
                  <a:latin typeface="思源黑体 CN Medium" panose="020B0600000000000000" pitchFamily="34" charset="-122"/>
                  <a:ea typeface="思源黑体 CN Medium" panose="020B0600000000000000" pitchFamily="34" charset="-122"/>
                </a:rPr>
                <a:t>数据分析</a:t>
              </a:r>
              <a:endParaRPr lang="en-US" altLang="zh-CN" sz="1600" dirty="0">
                <a:solidFill>
                  <a:schemeClr val="accent1"/>
                </a:solidFill>
                <a:latin typeface="思源黑体 CN Medium" panose="020B0600000000000000" pitchFamily="34" charset="-122"/>
                <a:ea typeface="思源黑体 CN Medium" panose="020B0600000000000000" pitchFamily="34" charset="-122"/>
              </a:endParaRPr>
            </a:p>
            <a:p>
              <a:pPr algn="ctr">
                <a:lnSpc>
                  <a:spcPct val="140000"/>
                </a:lnSpc>
              </a:pPr>
              <a:r>
                <a:rPr lang="zh-CN" altLang="en-US" sz="1600" dirty="0">
                  <a:solidFill>
                    <a:schemeClr val="accent1"/>
                  </a:solidFill>
                  <a:latin typeface="思源黑体 CN Medium" panose="020B0600000000000000" pitchFamily="34" charset="-122"/>
                  <a:ea typeface="思源黑体 CN Medium" panose="020B0600000000000000" pitchFamily="34" charset="-122"/>
                </a:rPr>
                <a:t>完美呈现</a:t>
              </a:r>
            </a:p>
          </p:txBody>
        </p:sp>
        <p:sp>
          <p:nvSpPr>
            <p:cNvPr id="12" name="文本框 11">
              <a:extLst>
                <a:ext uri="{FF2B5EF4-FFF2-40B4-BE49-F238E27FC236}">
                  <a16:creationId xmlns:a16="http://schemas.microsoft.com/office/drawing/2014/main" id="{E9E06A3B-8B35-F376-BCE6-B421D43154CB}"/>
                </a:ext>
              </a:extLst>
            </p:cNvPr>
            <p:cNvSpPr txBox="1"/>
            <p:nvPr/>
          </p:nvSpPr>
          <p:spPr>
            <a:xfrm>
              <a:off x="10305923" y="3124796"/>
              <a:ext cx="1018227" cy="1619161"/>
            </a:xfrm>
            <a:prstGeom prst="rect">
              <a:avLst/>
            </a:prstGeom>
            <a:noFill/>
          </p:spPr>
          <p:txBody>
            <a:bodyPr wrap="none" rtlCol="0">
              <a:spAutoFit/>
            </a:bodyPr>
            <a:lstStyle/>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业务流程</a:t>
              </a:r>
              <a:endParaRPr lang="en-US" altLang="zh-CN" sz="1200" dirty="0">
                <a:solidFill>
                  <a:srgbClr val="1C1C1C"/>
                </a:solidFill>
                <a:latin typeface="思源黑体 CN Medium" panose="020B0600000000000000" pitchFamily="34" charset="-122"/>
                <a:ea typeface="思源黑体 CN Medium" panose="020B0600000000000000" pitchFamily="34" charset="-122"/>
              </a:endParaRPr>
            </a:p>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信息架构</a:t>
              </a:r>
              <a:endParaRPr lang="en-US" altLang="zh-CN" sz="1200" dirty="0">
                <a:solidFill>
                  <a:srgbClr val="1C1C1C"/>
                </a:solidFill>
                <a:latin typeface="思源黑体 CN Medium" panose="020B0600000000000000" pitchFamily="34" charset="-122"/>
                <a:ea typeface="思源黑体 CN Medium" panose="020B0600000000000000" pitchFamily="34" charset="-122"/>
              </a:endParaRPr>
            </a:p>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界面布局</a:t>
              </a:r>
              <a:endParaRPr lang="en-US" altLang="zh-CN" sz="1200" dirty="0">
                <a:solidFill>
                  <a:srgbClr val="1C1C1C"/>
                </a:solidFill>
                <a:latin typeface="思源黑体 CN Medium" panose="020B0600000000000000" pitchFamily="34" charset="-122"/>
                <a:ea typeface="思源黑体 CN Medium" panose="020B0600000000000000" pitchFamily="34" charset="-122"/>
              </a:endParaRPr>
            </a:p>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用户行为</a:t>
              </a:r>
              <a:endParaRPr lang="en-US" altLang="zh-CN" sz="1200" dirty="0">
                <a:solidFill>
                  <a:srgbClr val="1C1C1C"/>
                </a:solidFill>
                <a:latin typeface="思源黑体 CN Medium" panose="020B0600000000000000" pitchFamily="34" charset="-122"/>
                <a:ea typeface="思源黑体 CN Medium" panose="020B0600000000000000" pitchFamily="34" charset="-122"/>
              </a:endParaRPr>
            </a:p>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用户用例</a:t>
              </a:r>
              <a:endParaRPr lang="en-US" altLang="zh-CN" sz="1200" dirty="0">
                <a:solidFill>
                  <a:srgbClr val="1C1C1C"/>
                </a:solidFill>
                <a:latin typeface="思源黑体 CN Medium" panose="020B0600000000000000" pitchFamily="34" charset="-122"/>
                <a:ea typeface="思源黑体 CN Medium" panose="020B0600000000000000" pitchFamily="34" charset="-122"/>
              </a:endParaRPr>
            </a:p>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交互设计</a:t>
              </a:r>
            </a:p>
          </p:txBody>
        </p:sp>
        <p:sp>
          <p:nvSpPr>
            <p:cNvPr id="21" name="文本框 20">
              <a:extLst>
                <a:ext uri="{FF2B5EF4-FFF2-40B4-BE49-F238E27FC236}">
                  <a16:creationId xmlns:a16="http://schemas.microsoft.com/office/drawing/2014/main" id="{7E957F40-7A71-7C52-A7EC-92A30100605F}"/>
                </a:ext>
              </a:extLst>
            </p:cNvPr>
            <p:cNvSpPr txBox="1"/>
            <p:nvPr/>
          </p:nvSpPr>
          <p:spPr>
            <a:xfrm>
              <a:off x="9162652" y="4788706"/>
              <a:ext cx="1018227" cy="843564"/>
            </a:xfrm>
            <a:prstGeom prst="rect">
              <a:avLst/>
            </a:prstGeom>
            <a:noFill/>
          </p:spPr>
          <p:txBody>
            <a:bodyPr wrap="none" rtlCol="0">
              <a:spAutoFit/>
            </a:bodyPr>
            <a:lstStyle>
              <a:defPPr>
                <a:defRPr lang="zh-CN"/>
              </a:defPPr>
              <a:lvl1pPr marL="216000" indent="-216000">
                <a:lnSpc>
                  <a:spcPct val="140000"/>
                </a:lnSpc>
                <a:buFont typeface="Arial" panose="020B0604020202020204" pitchFamily="34" charset="0"/>
                <a:buChar char="•"/>
                <a:defRPr sz="1500">
                  <a:solidFill>
                    <a:schemeClr val="bg2">
                      <a:lumMod val="25000"/>
                    </a:schemeClr>
                  </a:solidFill>
                  <a:latin typeface="思源黑体 CN Medium" panose="020B0600000000000000" pitchFamily="34" charset="-122"/>
                  <a:ea typeface="思源黑体 CN Medium" panose="020B0600000000000000" pitchFamily="34" charset="-122"/>
                </a:defRPr>
              </a:lvl1pPr>
            </a:lstStyle>
            <a:p>
              <a:r>
                <a:rPr lang="zh-CN" altLang="en-US" sz="1200" dirty="0">
                  <a:solidFill>
                    <a:srgbClr val="1C1C1C"/>
                  </a:solidFill>
                </a:rPr>
                <a:t>业务逻辑</a:t>
              </a:r>
              <a:endParaRPr lang="en-US" altLang="zh-CN" sz="1200" dirty="0">
                <a:solidFill>
                  <a:srgbClr val="1C1C1C"/>
                </a:solidFill>
              </a:endParaRPr>
            </a:p>
            <a:p>
              <a:r>
                <a:rPr lang="zh-CN" altLang="en-US" sz="1200" dirty="0">
                  <a:solidFill>
                    <a:srgbClr val="1C1C1C"/>
                  </a:solidFill>
                </a:rPr>
                <a:t>产品目标</a:t>
              </a:r>
              <a:endParaRPr lang="en-US" altLang="zh-CN" sz="1200" dirty="0">
                <a:solidFill>
                  <a:srgbClr val="1C1C1C"/>
                </a:solidFill>
              </a:endParaRPr>
            </a:p>
            <a:p>
              <a:r>
                <a:rPr lang="zh-CN" altLang="en-US" sz="1200" dirty="0">
                  <a:solidFill>
                    <a:srgbClr val="1C1C1C"/>
                  </a:solidFill>
                </a:rPr>
                <a:t>用户需求</a:t>
              </a:r>
            </a:p>
          </p:txBody>
        </p:sp>
        <p:sp>
          <p:nvSpPr>
            <p:cNvPr id="25" name="文本框 24">
              <a:extLst>
                <a:ext uri="{FF2B5EF4-FFF2-40B4-BE49-F238E27FC236}">
                  <a16:creationId xmlns:a16="http://schemas.microsoft.com/office/drawing/2014/main" id="{B37CF203-A75C-19B4-E31A-AF71EB76FAED}"/>
                </a:ext>
              </a:extLst>
            </p:cNvPr>
            <p:cNvSpPr txBox="1"/>
            <p:nvPr/>
          </p:nvSpPr>
          <p:spPr>
            <a:xfrm>
              <a:off x="9239879" y="1948634"/>
              <a:ext cx="1018227" cy="1102097"/>
            </a:xfrm>
            <a:prstGeom prst="rect">
              <a:avLst/>
            </a:prstGeom>
            <a:noFill/>
          </p:spPr>
          <p:txBody>
            <a:bodyPr wrap="none" rtlCol="0">
              <a:spAutoFit/>
            </a:bodyPr>
            <a:lstStyle>
              <a:defPPr>
                <a:defRPr lang="zh-CN"/>
              </a:defPPr>
              <a:lvl1pPr marL="216000" indent="-216000">
                <a:lnSpc>
                  <a:spcPct val="140000"/>
                </a:lnSpc>
                <a:buFont typeface="Arial" panose="020B0604020202020204" pitchFamily="34" charset="0"/>
                <a:buChar char="•"/>
                <a:defRPr sz="1500">
                  <a:solidFill>
                    <a:schemeClr val="bg2">
                      <a:lumMod val="25000"/>
                    </a:schemeClr>
                  </a:solidFill>
                  <a:latin typeface="思源黑体 CN Medium" panose="020B0600000000000000" pitchFamily="34" charset="-122"/>
                  <a:ea typeface="思源黑体 CN Medium" panose="020B0600000000000000" pitchFamily="34" charset="-122"/>
                </a:defRPr>
              </a:lvl1pPr>
            </a:lstStyle>
            <a:p>
              <a:r>
                <a:rPr lang="zh-CN" altLang="en-US" sz="1200" dirty="0">
                  <a:solidFill>
                    <a:srgbClr val="1C1C1C"/>
                  </a:solidFill>
                </a:rPr>
                <a:t>色彩设计</a:t>
              </a:r>
              <a:endParaRPr lang="en-US" altLang="zh-CN" sz="1200" dirty="0">
                <a:solidFill>
                  <a:srgbClr val="1C1C1C"/>
                </a:solidFill>
              </a:endParaRPr>
            </a:p>
            <a:p>
              <a:r>
                <a:rPr lang="zh-CN" altLang="en-US" sz="1200" dirty="0">
                  <a:solidFill>
                    <a:srgbClr val="1C1C1C"/>
                  </a:solidFill>
                </a:rPr>
                <a:t>视觉规范</a:t>
              </a:r>
              <a:endParaRPr lang="en-US" altLang="zh-CN" sz="1200" dirty="0">
                <a:solidFill>
                  <a:srgbClr val="1C1C1C"/>
                </a:solidFill>
              </a:endParaRPr>
            </a:p>
            <a:p>
              <a:r>
                <a:rPr lang="zh-CN" altLang="en-US" sz="1200" dirty="0">
                  <a:solidFill>
                    <a:srgbClr val="1C1C1C"/>
                  </a:solidFill>
                </a:rPr>
                <a:t>功能界面</a:t>
              </a:r>
              <a:endParaRPr lang="en-US" altLang="zh-CN" sz="1200" dirty="0">
                <a:solidFill>
                  <a:srgbClr val="1C1C1C"/>
                </a:solidFill>
              </a:endParaRPr>
            </a:p>
            <a:p>
              <a:r>
                <a:rPr lang="zh-CN" altLang="en-US" sz="1200" dirty="0">
                  <a:solidFill>
                    <a:srgbClr val="1C1C1C"/>
                  </a:solidFill>
                </a:rPr>
                <a:t>操作界面</a:t>
              </a:r>
            </a:p>
          </p:txBody>
        </p:sp>
        <p:sp>
          <p:nvSpPr>
            <p:cNvPr id="29" name="文本框 28">
              <a:extLst>
                <a:ext uri="{FF2B5EF4-FFF2-40B4-BE49-F238E27FC236}">
                  <a16:creationId xmlns:a16="http://schemas.microsoft.com/office/drawing/2014/main" id="{920D943C-58E3-F244-263A-6E3A3A428BAB}"/>
                </a:ext>
              </a:extLst>
            </p:cNvPr>
            <p:cNvSpPr txBox="1"/>
            <p:nvPr/>
          </p:nvSpPr>
          <p:spPr>
            <a:xfrm>
              <a:off x="1008294" y="3234226"/>
              <a:ext cx="1326004" cy="1360629"/>
            </a:xfrm>
            <a:prstGeom prst="rect">
              <a:avLst/>
            </a:prstGeom>
            <a:noFill/>
          </p:spPr>
          <p:txBody>
            <a:bodyPr wrap="none" rtlCol="0">
              <a:spAutoFit/>
            </a:bodyPr>
            <a:lstStyle/>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教育用户</a:t>
              </a:r>
              <a:endParaRPr lang="en-US" altLang="zh-CN" sz="1200" dirty="0">
                <a:solidFill>
                  <a:srgbClr val="1C1C1C"/>
                </a:solidFill>
                <a:latin typeface="思源黑体 CN Medium" panose="020B0600000000000000" pitchFamily="34" charset="-122"/>
                <a:ea typeface="思源黑体 CN Medium" panose="020B0600000000000000" pitchFamily="34" charset="-122"/>
              </a:endParaRPr>
            </a:p>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销售培训</a:t>
              </a:r>
              <a:endParaRPr lang="en-US" altLang="zh-CN" sz="1200" dirty="0">
                <a:solidFill>
                  <a:srgbClr val="1C1C1C"/>
                </a:solidFill>
                <a:latin typeface="思源黑体 CN Medium" panose="020B0600000000000000" pitchFamily="34" charset="-122"/>
                <a:ea typeface="思源黑体 CN Medium" panose="020B0600000000000000" pitchFamily="34" charset="-122"/>
              </a:endParaRPr>
            </a:p>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制定推广方案</a:t>
              </a:r>
              <a:endParaRPr lang="en-US" altLang="zh-CN" sz="1200" dirty="0">
                <a:solidFill>
                  <a:srgbClr val="1C1C1C"/>
                </a:solidFill>
                <a:latin typeface="思源黑体 CN Medium" panose="020B0600000000000000" pitchFamily="34" charset="-122"/>
                <a:ea typeface="思源黑体 CN Medium" panose="020B0600000000000000" pitchFamily="34" charset="-122"/>
              </a:endParaRPr>
            </a:p>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制定运营策略</a:t>
              </a:r>
              <a:endParaRPr lang="en-US" altLang="zh-CN" sz="1200" dirty="0">
                <a:solidFill>
                  <a:srgbClr val="1C1C1C"/>
                </a:solidFill>
                <a:latin typeface="思源黑体 CN Medium" panose="020B0600000000000000" pitchFamily="34" charset="-122"/>
                <a:ea typeface="思源黑体 CN Medium" panose="020B0600000000000000" pitchFamily="34" charset="-122"/>
              </a:endParaRPr>
            </a:p>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产品定价</a:t>
              </a:r>
            </a:p>
          </p:txBody>
        </p:sp>
        <p:sp>
          <p:nvSpPr>
            <p:cNvPr id="34" name="文本框 33">
              <a:extLst>
                <a:ext uri="{FF2B5EF4-FFF2-40B4-BE49-F238E27FC236}">
                  <a16:creationId xmlns:a16="http://schemas.microsoft.com/office/drawing/2014/main" id="{DA4111F4-EFDA-D7CA-DF8C-15F635ADAD51}"/>
                </a:ext>
              </a:extLst>
            </p:cNvPr>
            <p:cNvSpPr txBox="1"/>
            <p:nvPr/>
          </p:nvSpPr>
          <p:spPr>
            <a:xfrm>
              <a:off x="1512288" y="4788706"/>
              <a:ext cx="1479892" cy="843564"/>
            </a:xfrm>
            <a:prstGeom prst="rect">
              <a:avLst/>
            </a:prstGeom>
            <a:noFill/>
          </p:spPr>
          <p:txBody>
            <a:bodyPr wrap="none" rtlCol="0">
              <a:spAutoFit/>
            </a:bodyPr>
            <a:lstStyle/>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用户反馈</a:t>
              </a:r>
              <a:endParaRPr lang="en-US" altLang="zh-CN" sz="1200" dirty="0">
                <a:solidFill>
                  <a:srgbClr val="1C1C1C"/>
                </a:solidFill>
                <a:latin typeface="思源黑体 CN Medium" panose="020B0600000000000000" pitchFamily="34" charset="-122"/>
                <a:ea typeface="思源黑体 CN Medium" panose="020B0600000000000000" pitchFamily="34" charset="-122"/>
              </a:endParaRPr>
            </a:p>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完善功能</a:t>
              </a:r>
              <a:endParaRPr lang="en-US" altLang="zh-CN" sz="1200" dirty="0">
                <a:solidFill>
                  <a:srgbClr val="1C1C1C"/>
                </a:solidFill>
                <a:latin typeface="思源黑体 CN Medium" panose="020B0600000000000000" pitchFamily="34" charset="-122"/>
                <a:ea typeface="思源黑体 CN Medium" panose="020B0600000000000000" pitchFamily="34" charset="-122"/>
              </a:endParaRPr>
            </a:p>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数据收集、分析</a:t>
              </a:r>
            </a:p>
          </p:txBody>
        </p:sp>
        <p:sp>
          <p:nvSpPr>
            <p:cNvPr id="39" name="文本框 38">
              <a:extLst>
                <a:ext uri="{FF2B5EF4-FFF2-40B4-BE49-F238E27FC236}">
                  <a16:creationId xmlns:a16="http://schemas.microsoft.com/office/drawing/2014/main" id="{4722F257-E046-14AC-4ECE-C5AC750581F9}"/>
                </a:ext>
              </a:extLst>
            </p:cNvPr>
            <p:cNvSpPr txBox="1"/>
            <p:nvPr/>
          </p:nvSpPr>
          <p:spPr>
            <a:xfrm>
              <a:off x="1616661" y="1909814"/>
              <a:ext cx="1326004" cy="1102097"/>
            </a:xfrm>
            <a:prstGeom prst="rect">
              <a:avLst/>
            </a:prstGeom>
            <a:noFill/>
          </p:spPr>
          <p:txBody>
            <a:bodyPr wrap="none" rtlCol="0">
              <a:spAutoFit/>
            </a:bodyPr>
            <a:lstStyle/>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用例测试</a:t>
              </a:r>
              <a:endParaRPr lang="en-US" altLang="zh-CN" sz="1200" dirty="0">
                <a:solidFill>
                  <a:srgbClr val="1C1C1C"/>
                </a:solidFill>
                <a:latin typeface="思源黑体 CN Medium" panose="020B0600000000000000" pitchFamily="34" charset="-122"/>
                <a:ea typeface="思源黑体 CN Medium" panose="020B0600000000000000" pitchFamily="34" charset="-122"/>
              </a:endParaRPr>
            </a:p>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可用性测试</a:t>
              </a:r>
              <a:endParaRPr lang="en-US" altLang="zh-CN" sz="1200" dirty="0">
                <a:solidFill>
                  <a:srgbClr val="1C1C1C"/>
                </a:solidFill>
                <a:latin typeface="思源黑体 CN Medium" panose="020B0600000000000000" pitchFamily="34" charset="-122"/>
                <a:ea typeface="思源黑体 CN Medium" panose="020B0600000000000000" pitchFamily="34" charset="-122"/>
              </a:endParaRPr>
            </a:p>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用户体验测试</a:t>
              </a:r>
              <a:endParaRPr lang="en-US" altLang="zh-CN" sz="1200" dirty="0">
                <a:solidFill>
                  <a:srgbClr val="1C1C1C"/>
                </a:solidFill>
                <a:latin typeface="思源黑体 CN Medium" panose="020B0600000000000000" pitchFamily="34" charset="-122"/>
                <a:ea typeface="思源黑体 CN Medium" panose="020B0600000000000000" pitchFamily="34" charset="-122"/>
              </a:endParaRPr>
            </a:p>
            <a:p>
              <a:pPr marL="216000" indent="-216000" algn="l">
                <a:lnSpc>
                  <a:spcPct val="140000"/>
                </a:lnSpc>
                <a:buFont typeface="Arial" panose="020B0604020202020204" pitchFamily="34" charset="0"/>
                <a:buChar char="•"/>
              </a:pPr>
              <a:r>
                <a:rPr lang="zh-CN" altLang="en-US" sz="1200" dirty="0">
                  <a:solidFill>
                    <a:srgbClr val="1C1C1C"/>
                  </a:solidFill>
                  <a:latin typeface="思源黑体 CN Medium" panose="020B0600000000000000" pitchFamily="34" charset="-122"/>
                  <a:ea typeface="思源黑体 CN Medium" panose="020B0600000000000000" pitchFamily="34" charset="-122"/>
                </a:rPr>
                <a:t>灰度测试</a:t>
              </a:r>
            </a:p>
          </p:txBody>
        </p:sp>
        <p:grpSp>
          <p:nvGrpSpPr>
            <p:cNvPr id="45" name="组合 44">
              <a:extLst>
                <a:ext uri="{FF2B5EF4-FFF2-40B4-BE49-F238E27FC236}">
                  <a16:creationId xmlns:a16="http://schemas.microsoft.com/office/drawing/2014/main" id="{873279FE-C949-EF86-E3E4-FB3B6BCA7D49}"/>
                </a:ext>
              </a:extLst>
            </p:cNvPr>
            <p:cNvGrpSpPr/>
            <p:nvPr/>
          </p:nvGrpSpPr>
          <p:grpSpPr>
            <a:xfrm>
              <a:off x="4383009" y="835058"/>
              <a:ext cx="3425983" cy="326500"/>
              <a:chOff x="4699689" y="664859"/>
              <a:chExt cx="3425983" cy="326500"/>
            </a:xfrm>
          </p:grpSpPr>
          <p:sp>
            <p:nvSpPr>
              <p:cNvPr id="42" name="文本框 41">
                <a:extLst>
                  <a:ext uri="{FF2B5EF4-FFF2-40B4-BE49-F238E27FC236}">
                    <a16:creationId xmlns:a16="http://schemas.microsoft.com/office/drawing/2014/main" id="{619D9F8E-B459-D670-5FE1-4C1820E0C731}"/>
                  </a:ext>
                </a:extLst>
              </p:cNvPr>
              <p:cNvSpPr txBox="1"/>
              <p:nvPr/>
            </p:nvSpPr>
            <p:spPr>
              <a:xfrm>
                <a:off x="4699689" y="664859"/>
                <a:ext cx="1120820" cy="326500"/>
              </a:xfrm>
              <a:prstGeom prst="rect">
                <a:avLst/>
              </a:prstGeom>
              <a:noFill/>
            </p:spPr>
            <p:txBody>
              <a:bodyPr wrap="square" rtlCol="0">
                <a:spAutoFit/>
              </a:bodyPr>
              <a:lstStyle>
                <a:defPPr>
                  <a:defRPr lang="zh-CN"/>
                </a:defPPr>
                <a:lvl1pPr marL="216000" indent="-216000">
                  <a:lnSpc>
                    <a:spcPct val="140000"/>
                  </a:lnSpc>
                  <a:buFont typeface="Arial" panose="020B0604020202020204" pitchFamily="34" charset="0"/>
                  <a:buChar char="•"/>
                  <a:defRPr sz="1500">
                    <a:solidFill>
                      <a:schemeClr val="bg2">
                        <a:lumMod val="25000"/>
                      </a:schemeClr>
                    </a:solidFill>
                    <a:latin typeface="思源黑体 CN Medium" panose="020B0600000000000000" pitchFamily="34" charset="-122"/>
                    <a:ea typeface="思源黑体 CN Medium" panose="020B0600000000000000" pitchFamily="34" charset="-122"/>
                  </a:defRPr>
                </a:lvl1pPr>
              </a:lstStyle>
              <a:p>
                <a:r>
                  <a:rPr lang="zh-CN" altLang="en-US" sz="1200">
                    <a:solidFill>
                      <a:srgbClr val="1C1C1C"/>
                    </a:solidFill>
                  </a:rPr>
                  <a:t>项目管理</a:t>
                </a:r>
                <a:endParaRPr lang="zh-CN" altLang="en-US" sz="1200" dirty="0">
                  <a:solidFill>
                    <a:srgbClr val="1C1C1C"/>
                  </a:solidFill>
                </a:endParaRPr>
              </a:p>
            </p:txBody>
          </p:sp>
          <p:sp>
            <p:nvSpPr>
              <p:cNvPr id="43" name="文本框 42">
                <a:extLst>
                  <a:ext uri="{FF2B5EF4-FFF2-40B4-BE49-F238E27FC236}">
                    <a16:creationId xmlns:a16="http://schemas.microsoft.com/office/drawing/2014/main" id="{5B6A9591-7490-1D7B-7E91-4F7A3694398E}"/>
                  </a:ext>
                </a:extLst>
              </p:cNvPr>
              <p:cNvSpPr txBox="1"/>
              <p:nvPr/>
            </p:nvSpPr>
            <p:spPr>
              <a:xfrm>
                <a:off x="5852270" y="664859"/>
                <a:ext cx="1120820" cy="326500"/>
              </a:xfrm>
              <a:prstGeom prst="rect">
                <a:avLst/>
              </a:prstGeom>
              <a:noFill/>
            </p:spPr>
            <p:txBody>
              <a:bodyPr wrap="square" rtlCol="0">
                <a:spAutoFit/>
              </a:bodyPr>
              <a:lstStyle>
                <a:defPPr>
                  <a:defRPr lang="zh-CN"/>
                </a:defPPr>
                <a:lvl1pPr marL="216000" indent="-216000">
                  <a:lnSpc>
                    <a:spcPct val="140000"/>
                  </a:lnSpc>
                  <a:buFont typeface="Arial" panose="020B0604020202020204" pitchFamily="34" charset="0"/>
                  <a:buChar char="•"/>
                  <a:defRPr sz="1500">
                    <a:solidFill>
                      <a:schemeClr val="bg2">
                        <a:lumMod val="25000"/>
                      </a:schemeClr>
                    </a:solidFill>
                    <a:latin typeface="思源黑体 CN Medium" panose="020B0600000000000000" pitchFamily="34" charset="-122"/>
                    <a:ea typeface="思源黑体 CN Medium" panose="020B0600000000000000" pitchFamily="34" charset="-122"/>
                  </a:defRPr>
                </a:lvl1pPr>
              </a:lstStyle>
              <a:p>
                <a:r>
                  <a:rPr lang="zh-CN" altLang="en-US" sz="1200" dirty="0">
                    <a:solidFill>
                      <a:srgbClr val="1C1C1C"/>
                    </a:solidFill>
                  </a:rPr>
                  <a:t>团队协作</a:t>
                </a:r>
              </a:p>
            </p:txBody>
          </p:sp>
          <p:sp>
            <p:nvSpPr>
              <p:cNvPr id="44" name="文本框 43">
                <a:extLst>
                  <a:ext uri="{FF2B5EF4-FFF2-40B4-BE49-F238E27FC236}">
                    <a16:creationId xmlns:a16="http://schemas.microsoft.com/office/drawing/2014/main" id="{A53C9118-4CD7-9E14-593A-E03D70E4EFE8}"/>
                  </a:ext>
                </a:extLst>
              </p:cNvPr>
              <p:cNvSpPr txBox="1"/>
              <p:nvPr/>
            </p:nvSpPr>
            <p:spPr>
              <a:xfrm>
                <a:off x="7004852" y="664859"/>
                <a:ext cx="1120820" cy="326500"/>
              </a:xfrm>
              <a:prstGeom prst="rect">
                <a:avLst/>
              </a:prstGeom>
              <a:noFill/>
            </p:spPr>
            <p:txBody>
              <a:bodyPr wrap="square" rtlCol="0">
                <a:spAutoFit/>
              </a:bodyPr>
              <a:lstStyle>
                <a:defPPr>
                  <a:defRPr lang="zh-CN"/>
                </a:defPPr>
                <a:lvl1pPr marL="216000" indent="-216000">
                  <a:lnSpc>
                    <a:spcPct val="140000"/>
                  </a:lnSpc>
                  <a:buFont typeface="Arial" panose="020B0604020202020204" pitchFamily="34" charset="0"/>
                  <a:buChar char="•"/>
                  <a:defRPr sz="1500">
                    <a:solidFill>
                      <a:schemeClr val="bg2">
                        <a:lumMod val="25000"/>
                      </a:schemeClr>
                    </a:solidFill>
                    <a:latin typeface="思源黑体 CN Medium" panose="020B0600000000000000" pitchFamily="34" charset="-122"/>
                    <a:ea typeface="思源黑体 CN Medium" panose="020B0600000000000000" pitchFamily="34" charset="-122"/>
                  </a:defRPr>
                </a:lvl1pPr>
              </a:lstStyle>
              <a:p>
                <a:r>
                  <a:rPr lang="zh-CN" altLang="en-US" sz="1200" dirty="0">
                    <a:solidFill>
                      <a:srgbClr val="1C1C1C"/>
                    </a:solidFill>
                  </a:rPr>
                  <a:t>需求管理</a:t>
                </a:r>
              </a:p>
            </p:txBody>
          </p:sp>
        </p:grpSp>
        <p:grpSp>
          <p:nvGrpSpPr>
            <p:cNvPr id="46" name="组合 45">
              <a:extLst>
                <a:ext uri="{FF2B5EF4-FFF2-40B4-BE49-F238E27FC236}">
                  <a16:creationId xmlns:a16="http://schemas.microsoft.com/office/drawing/2014/main" id="{5056B5FF-C332-88E9-93A4-A9AC0945B07A}"/>
                </a:ext>
              </a:extLst>
            </p:cNvPr>
            <p:cNvGrpSpPr/>
            <p:nvPr/>
          </p:nvGrpSpPr>
          <p:grpSpPr>
            <a:xfrm>
              <a:off x="4089211" y="6465773"/>
              <a:ext cx="4013578" cy="326500"/>
              <a:chOff x="4699689" y="643626"/>
              <a:chExt cx="4013578" cy="326500"/>
            </a:xfrm>
          </p:grpSpPr>
          <p:sp>
            <p:nvSpPr>
              <p:cNvPr id="47" name="文本框 46">
                <a:extLst>
                  <a:ext uri="{FF2B5EF4-FFF2-40B4-BE49-F238E27FC236}">
                    <a16:creationId xmlns:a16="http://schemas.microsoft.com/office/drawing/2014/main" id="{DEFDB1AD-7144-5015-7A45-E3AB07B99266}"/>
                  </a:ext>
                </a:extLst>
              </p:cNvPr>
              <p:cNvSpPr txBox="1"/>
              <p:nvPr/>
            </p:nvSpPr>
            <p:spPr>
              <a:xfrm>
                <a:off x="4699689" y="643626"/>
                <a:ext cx="1120820" cy="326500"/>
              </a:xfrm>
              <a:prstGeom prst="rect">
                <a:avLst/>
              </a:prstGeom>
              <a:noFill/>
            </p:spPr>
            <p:txBody>
              <a:bodyPr wrap="square" rtlCol="0">
                <a:spAutoFit/>
              </a:bodyPr>
              <a:lstStyle>
                <a:defPPr>
                  <a:defRPr lang="zh-CN"/>
                </a:defPPr>
                <a:lvl1pPr marL="216000" indent="-216000">
                  <a:lnSpc>
                    <a:spcPct val="140000"/>
                  </a:lnSpc>
                  <a:buFont typeface="Arial" panose="020B0604020202020204" pitchFamily="34" charset="0"/>
                  <a:buChar char="•"/>
                  <a:defRPr sz="1500">
                    <a:solidFill>
                      <a:schemeClr val="bg2">
                        <a:lumMod val="25000"/>
                      </a:schemeClr>
                    </a:solidFill>
                    <a:latin typeface="思源黑体 CN Medium" panose="020B0600000000000000" pitchFamily="34" charset="-122"/>
                    <a:ea typeface="思源黑体 CN Medium" panose="020B0600000000000000" pitchFamily="34" charset="-122"/>
                  </a:defRPr>
                </a:lvl1pPr>
              </a:lstStyle>
              <a:p>
                <a:r>
                  <a:rPr lang="zh-CN" altLang="en-US" sz="1200" dirty="0">
                    <a:solidFill>
                      <a:srgbClr val="1C1C1C"/>
                    </a:solidFill>
                  </a:rPr>
                  <a:t>市场调研</a:t>
                </a:r>
              </a:p>
            </p:txBody>
          </p:sp>
          <p:sp>
            <p:nvSpPr>
              <p:cNvPr id="48" name="文本框 47">
                <a:extLst>
                  <a:ext uri="{FF2B5EF4-FFF2-40B4-BE49-F238E27FC236}">
                    <a16:creationId xmlns:a16="http://schemas.microsoft.com/office/drawing/2014/main" id="{9E64481E-A47E-0E48-0EE8-7A63E7FFE9C0}"/>
                  </a:ext>
                </a:extLst>
              </p:cNvPr>
              <p:cNvSpPr txBox="1"/>
              <p:nvPr/>
            </p:nvSpPr>
            <p:spPr>
              <a:xfrm>
                <a:off x="5904627" y="643626"/>
                <a:ext cx="1603703" cy="326500"/>
              </a:xfrm>
              <a:prstGeom prst="rect">
                <a:avLst/>
              </a:prstGeom>
              <a:noFill/>
            </p:spPr>
            <p:txBody>
              <a:bodyPr wrap="square" rtlCol="0">
                <a:spAutoFit/>
              </a:bodyPr>
              <a:lstStyle>
                <a:defPPr>
                  <a:defRPr lang="zh-CN"/>
                </a:defPPr>
                <a:lvl1pPr marL="216000" indent="-216000">
                  <a:lnSpc>
                    <a:spcPct val="140000"/>
                  </a:lnSpc>
                  <a:buFont typeface="Arial" panose="020B0604020202020204" pitchFamily="34" charset="0"/>
                  <a:buChar char="•"/>
                  <a:defRPr sz="1500">
                    <a:solidFill>
                      <a:schemeClr val="bg2">
                        <a:lumMod val="25000"/>
                      </a:schemeClr>
                    </a:solidFill>
                    <a:latin typeface="思源黑体 CN Medium" panose="020B0600000000000000" pitchFamily="34" charset="-122"/>
                    <a:ea typeface="思源黑体 CN Medium" panose="020B0600000000000000" pitchFamily="34" charset="-122"/>
                  </a:defRPr>
                </a:lvl1pPr>
              </a:lstStyle>
              <a:p>
                <a:r>
                  <a:rPr lang="zh-CN" altLang="en-US" sz="1200" dirty="0">
                    <a:solidFill>
                      <a:srgbClr val="1C1C1C"/>
                    </a:solidFill>
                  </a:rPr>
                  <a:t>目标用户调研</a:t>
                </a:r>
              </a:p>
            </p:txBody>
          </p:sp>
          <p:sp>
            <p:nvSpPr>
              <p:cNvPr id="49" name="文本框 48">
                <a:extLst>
                  <a:ext uri="{FF2B5EF4-FFF2-40B4-BE49-F238E27FC236}">
                    <a16:creationId xmlns:a16="http://schemas.microsoft.com/office/drawing/2014/main" id="{EF6DEA61-315A-6F3A-5F9E-B14B898140E4}"/>
                  </a:ext>
                </a:extLst>
              </p:cNvPr>
              <p:cNvSpPr txBox="1"/>
              <p:nvPr/>
            </p:nvSpPr>
            <p:spPr>
              <a:xfrm>
                <a:off x="7592447" y="643626"/>
                <a:ext cx="1120820" cy="326500"/>
              </a:xfrm>
              <a:prstGeom prst="rect">
                <a:avLst/>
              </a:prstGeom>
              <a:noFill/>
            </p:spPr>
            <p:txBody>
              <a:bodyPr wrap="square" rtlCol="0">
                <a:spAutoFit/>
              </a:bodyPr>
              <a:lstStyle>
                <a:defPPr>
                  <a:defRPr lang="zh-CN"/>
                </a:defPPr>
                <a:lvl1pPr marL="216000" indent="-216000">
                  <a:lnSpc>
                    <a:spcPct val="140000"/>
                  </a:lnSpc>
                  <a:buFont typeface="Arial" panose="020B0604020202020204" pitchFamily="34" charset="0"/>
                  <a:buChar char="•"/>
                  <a:defRPr sz="1500">
                    <a:solidFill>
                      <a:schemeClr val="bg2">
                        <a:lumMod val="25000"/>
                      </a:schemeClr>
                    </a:solidFill>
                    <a:latin typeface="思源黑体 CN Medium" panose="020B0600000000000000" pitchFamily="34" charset="-122"/>
                    <a:ea typeface="思源黑体 CN Medium" panose="020B0600000000000000" pitchFamily="34" charset="-122"/>
                  </a:defRPr>
                </a:lvl1pPr>
              </a:lstStyle>
              <a:p>
                <a:r>
                  <a:rPr lang="zh-CN" altLang="en-US" sz="1200" dirty="0">
                    <a:solidFill>
                      <a:srgbClr val="1C1C1C"/>
                    </a:solidFill>
                  </a:rPr>
                  <a:t>竞品分析</a:t>
                </a:r>
              </a:p>
            </p:txBody>
          </p:sp>
        </p:grpSp>
        <p:sp>
          <p:nvSpPr>
            <p:cNvPr id="72" name="任意多边形: 形状 71">
              <a:extLst>
                <a:ext uri="{FF2B5EF4-FFF2-40B4-BE49-F238E27FC236}">
                  <a16:creationId xmlns:a16="http://schemas.microsoft.com/office/drawing/2014/main" id="{15BA8BB8-388A-8A8A-AEEA-582D39AD1E78}"/>
                </a:ext>
              </a:extLst>
            </p:cNvPr>
            <p:cNvSpPr/>
            <p:nvPr/>
          </p:nvSpPr>
          <p:spPr>
            <a:xfrm>
              <a:off x="7235633" y="4786555"/>
              <a:ext cx="461162" cy="461162"/>
            </a:xfrm>
            <a:custGeom>
              <a:avLst/>
              <a:gdLst>
                <a:gd name="connsiteX0" fmla="*/ 429700 w 952439"/>
                <a:gd name="connsiteY0" fmla="*/ 286452 h 952439"/>
                <a:gd name="connsiteX1" fmla="*/ 381935 w 952439"/>
                <a:gd name="connsiteY1" fmla="*/ 334217 h 952439"/>
                <a:gd name="connsiteX2" fmla="*/ 381935 w 952439"/>
                <a:gd name="connsiteY2" fmla="*/ 381935 h 952439"/>
                <a:gd name="connsiteX3" fmla="*/ 334217 w 952439"/>
                <a:gd name="connsiteY3" fmla="*/ 381935 h 952439"/>
                <a:gd name="connsiteX4" fmla="*/ 286452 w 952439"/>
                <a:gd name="connsiteY4" fmla="*/ 429700 h 952439"/>
                <a:gd name="connsiteX5" fmla="*/ 334217 w 952439"/>
                <a:gd name="connsiteY5" fmla="*/ 477418 h 952439"/>
                <a:gd name="connsiteX6" fmla="*/ 381935 w 952439"/>
                <a:gd name="connsiteY6" fmla="*/ 477418 h 952439"/>
                <a:gd name="connsiteX7" fmla="*/ 381935 w 952439"/>
                <a:gd name="connsiteY7" fmla="*/ 525183 h 952439"/>
                <a:gd name="connsiteX8" fmla="*/ 429700 w 952439"/>
                <a:gd name="connsiteY8" fmla="*/ 572901 h 952439"/>
                <a:gd name="connsiteX9" fmla="*/ 477418 w 952439"/>
                <a:gd name="connsiteY9" fmla="*/ 525183 h 952439"/>
                <a:gd name="connsiteX10" fmla="*/ 477418 w 952439"/>
                <a:gd name="connsiteY10" fmla="*/ 477418 h 952439"/>
                <a:gd name="connsiteX11" fmla="*/ 525183 w 952439"/>
                <a:gd name="connsiteY11" fmla="*/ 477418 h 952439"/>
                <a:gd name="connsiteX12" fmla="*/ 572901 w 952439"/>
                <a:gd name="connsiteY12" fmla="*/ 429700 h 952439"/>
                <a:gd name="connsiteX13" fmla="*/ 525183 w 952439"/>
                <a:gd name="connsiteY13" fmla="*/ 381935 h 952439"/>
                <a:gd name="connsiteX14" fmla="*/ 477418 w 952439"/>
                <a:gd name="connsiteY14" fmla="*/ 381935 h 952439"/>
                <a:gd name="connsiteX15" fmla="*/ 477418 w 952439"/>
                <a:gd name="connsiteY15" fmla="*/ 334217 h 952439"/>
                <a:gd name="connsiteX16" fmla="*/ 429700 w 952439"/>
                <a:gd name="connsiteY16" fmla="*/ 286452 h 952439"/>
                <a:gd name="connsiteX17" fmla="*/ 429700 w 952439"/>
                <a:gd name="connsiteY17" fmla="*/ 3 h 952439"/>
                <a:gd name="connsiteX18" fmla="*/ 433279 w 952439"/>
                <a:gd name="connsiteY18" fmla="*/ 3 h 952439"/>
                <a:gd name="connsiteX19" fmla="*/ 859350 w 952439"/>
                <a:gd name="connsiteY19" fmla="*/ 429700 h 952439"/>
                <a:gd name="connsiteX20" fmla="*/ 778153 w 952439"/>
                <a:gd name="connsiteY20" fmla="*/ 677956 h 952439"/>
                <a:gd name="connsiteX21" fmla="*/ 778201 w 952439"/>
                <a:gd name="connsiteY21" fmla="*/ 677956 h 952439"/>
                <a:gd name="connsiteX22" fmla="*/ 930974 w 952439"/>
                <a:gd name="connsiteY22" fmla="*/ 830729 h 952439"/>
                <a:gd name="connsiteX23" fmla="*/ 930974 w 952439"/>
                <a:gd name="connsiteY23" fmla="*/ 930974 h 952439"/>
                <a:gd name="connsiteX24" fmla="*/ 830729 w 952439"/>
                <a:gd name="connsiteY24" fmla="*/ 930974 h 952439"/>
                <a:gd name="connsiteX25" fmla="*/ 677956 w 952439"/>
                <a:gd name="connsiteY25" fmla="*/ 778201 h 952439"/>
                <a:gd name="connsiteX26" fmla="*/ 429700 w 952439"/>
                <a:gd name="connsiteY26" fmla="*/ 859350 h 952439"/>
                <a:gd name="connsiteX27" fmla="*/ 426121 w 952439"/>
                <a:gd name="connsiteY27" fmla="*/ 859350 h 952439"/>
                <a:gd name="connsiteX28" fmla="*/ 3 w 952439"/>
                <a:gd name="connsiteY28" fmla="*/ 429700 h 952439"/>
                <a:gd name="connsiteX29" fmla="*/ 3 w 952439"/>
                <a:gd name="connsiteY29" fmla="*/ 426073 h 952439"/>
                <a:gd name="connsiteX30" fmla="*/ 429700 w 952439"/>
                <a:gd name="connsiteY30" fmla="*/ 3 h 95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52439" h="952439">
                  <a:moveTo>
                    <a:pt x="429700" y="286452"/>
                  </a:moveTo>
                  <a:cubicBezTo>
                    <a:pt x="401032" y="286452"/>
                    <a:pt x="381935" y="305549"/>
                    <a:pt x="381935" y="334217"/>
                  </a:cubicBezTo>
                  <a:lnTo>
                    <a:pt x="381935" y="381935"/>
                  </a:lnTo>
                  <a:lnTo>
                    <a:pt x="334217" y="381935"/>
                  </a:lnTo>
                  <a:cubicBezTo>
                    <a:pt x="305549" y="381935"/>
                    <a:pt x="286452" y="401032"/>
                    <a:pt x="286452" y="429700"/>
                  </a:cubicBezTo>
                  <a:cubicBezTo>
                    <a:pt x="286452" y="458321"/>
                    <a:pt x="305549" y="477418"/>
                    <a:pt x="334217" y="477418"/>
                  </a:cubicBezTo>
                  <a:lnTo>
                    <a:pt x="381935" y="477418"/>
                  </a:lnTo>
                  <a:lnTo>
                    <a:pt x="381935" y="525183"/>
                  </a:lnTo>
                  <a:cubicBezTo>
                    <a:pt x="381935" y="553804"/>
                    <a:pt x="401032" y="572901"/>
                    <a:pt x="429700" y="572901"/>
                  </a:cubicBezTo>
                  <a:cubicBezTo>
                    <a:pt x="458321" y="572901"/>
                    <a:pt x="477418" y="553852"/>
                    <a:pt x="477418" y="525183"/>
                  </a:cubicBezTo>
                  <a:lnTo>
                    <a:pt x="477418" y="477418"/>
                  </a:lnTo>
                  <a:lnTo>
                    <a:pt x="525183" y="477418"/>
                  </a:lnTo>
                  <a:cubicBezTo>
                    <a:pt x="553804" y="477418"/>
                    <a:pt x="572901" y="458369"/>
                    <a:pt x="572901" y="429700"/>
                  </a:cubicBezTo>
                  <a:cubicBezTo>
                    <a:pt x="572901" y="401032"/>
                    <a:pt x="553852" y="381935"/>
                    <a:pt x="525183" y="381935"/>
                  </a:cubicBezTo>
                  <a:lnTo>
                    <a:pt x="477418" y="381935"/>
                  </a:lnTo>
                  <a:lnTo>
                    <a:pt x="477418" y="334217"/>
                  </a:lnTo>
                  <a:cubicBezTo>
                    <a:pt x="477418" y="305549"/>
                    <a:pt x="458369" y="286452"/>
                    <a:pt x="429700" y="286452"/>
                  </a:cubicBezTo>
                  <a:close/>
                  <a:moveTo>
                    <a:pt x="429700" y="3"/>
                  </a:moveTo>
                  <a:cubicBezTo>
                    <a:pt x="430893" y="-2"/>
                    <a:pt x="432086" y="-2"/>
                    <a:pt x="433279" y="3"/>
                  </a:cubicBezTo>
                  <a:cubicBezTo>
                    <a:pt x="669593" y="1005"/>
                    <a:pt x="860351" y="193386"/>
                    <a:pt x="859350" y="429700"/>
                  </a:cubicBezTo>
                  <a:cubicBezTo>
                    <a:pt x="859350" y="520373"/>
                    <a:pt x="825919" y="606332"/>
                    <a:pt x="778153" y="677956"/>
                  </a:cubicBezTo>
                  <a:lnTo>
                    <a:pt x="778201" y="677956"/>
                  </a:lnTo>
                  <a:lnTo>
                    <a:pt x="930974" y="830729"/>
                  </a:lnTo>
                  <a:cubicBezTo>
                    <a:pt x="959595" y="859350"/>
                    <a:pt x="959595" y="902305"/>
                    <a:pt x="930974" y="930974"/>
                  </a:cubicBezTo>
                  <a:cubicBezTo>
                    <a:pt x="902305" y="959595"/>
                    <a:pt x="859350" y="959595"/>
                    <a:pt x="830729" y="930974"/>
                  </a:cubicBezTo>
                  <a:lnTo>
                    <a:pt x="677956" y="778201"/>
                  </a:lnTo>
                  <a:cubicBezTo>
                    <a:pt x="606007" y="831095"/>
                    <a:pt x="518999" y="859536"/>
                    <a:pt x="429700" y="859350"/>
                  </a:cubicBezTo>
                  <a:cubicBezTo>
                    <a:pt x="428507" y="859355"/>
                    <a:pt x="427314" y="859355"/>
                    <a:pt x="426121" y="859350"/>
                  </a:cubicBezTo>
                  <a:cubicBezTo>
                    <a:pt x="189807" y="858375"/>
                    <a:pt x="-972" y="666014"/>
                    <a:pt x="3" y="429700"/>
                  </a:cubicBezTo>
                  <a:cubicBezTo>
                    <a:pt x="-2" y="428491"/>
                    <a:pt x="-2" y="427282"/>
                    <a:pt x="3" y="426073"/>
                  </a:cubicBezTo>
                  <a:cubicBezTo>
                    <a:pt x="1004" y="189759"/>
                    <a:pt x="193386" y="-999"/>
                    <a:pt x="429700" y="3"/>
                  </a:cubicBezTo>
                  <a:close/>
                </a:path>
              </a:pathLst>
            </a:custGeom>
            <a:gradFill flip="none" rotWithShape="1">
              <a:gsLst>
                <a:gs pos="0">
                  <a:schemeClr val="accent2">
                    <a:lumMod val="40000"/>
                    <a:lumOff val="60000"/>
                  </a:schemeClr>
                </a:gs>
                <a:gs pos="78000">
                  <a:schemeClr val="accent2"/>
                </a:gs>
              </a:gsLst>
              <a:path path="circle">
                <a:fillToRect r="100000" b="100000"/>
              </a:path>
              <a:tileRect l="-100000" t="-100000"/>
            </a:gradFill>
            <a:ln w="70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latin typeface="思源黑体 CN Medium" panose="020B0600000000000000" pitchFamily="34" charset="-122"/>
                <a:ea typeface="思源黑体 CN Medium" panose="020B0600000000000000" pitchFamily="34" charset="-122"/>
              </a:endParaRPr>
            </a:p>
          </p:txBody>
        </p:sp>
        <p:sp>
          <p:nvSpPr>
            <p:cNvPr id="83" name="任意多边形: 形状 82">
              <a:extLst>
                <a:ext uri="{FF2B5EF4-FFF2-40B4-BE49-F238E27FC236}">
                  <a16:creationId xmlns:a16="http://schemas.microsoft.com/office/drawing/2014/main" id="{CF707802-D459-1A8F-71BF-D9C8A72FBE8D}"/>
                </a:ext>
              </a:extLst>
            </p:cNvPr>
            <p:cNvSpPr/>
            <p:nvPr/>
          </p:nvSpPr>
          <p:spPr>
            <a:xfrm>
              <a:off x="7240773" y="2033252"/>
              <a:ext cx="478412" cy="489908"/>
            </a:xfrm>
            <a:custGeom>
              <a:avLst/>
              <a:gdLst>
                <a:gd name="connsiteX0" fmla="*/ 212962 w 478412"/>
                <a:gd name="connsiteY0" fmla="*/ 404159 h 489908"/>
                <a:gd name="connsiteX1" fmla="*/ 172825 w 478412"/>
                <a:gd name="connsiteY1" fmla="*/ 425232 h 489908"/>
                <a:gd name="connsiteX2" fmla="*/ 212962 w 478412"/>
                <a:gd name="connsiteY2" fmla="*/ 446159 h 489908"/>
                <a:gd name="connsiteX3" fmla="*/ 253108 w 478412"/>
                <a:gd name="connsiteY3" fmla="*/ 425232 h 489908"/>
                <a:gd name="connsiteX4" fmla="*/ 212962 w 478412"/>
                <a:gd name="connsiteY4" fmla="*/ 404159 h 489908"/>
                <a:gd name="connsiteX5" fmla="*/ 324790 w 478412"/>
                <a:gd name="connsiteY5" fmla="*/ 382380 h 489908"/>
                <a:gd name="connsiteX6" fmla="*/ 284650 w 478412"/>
                <a:gd name="connsiteY6" fmla="*/ 403386 h 489908"/>
                <a:gd name="connsiteX7" fmla="*/ 324790 w 478412"/>
                <a:gd name="connsiteY7" fmla="*/ 424388 h 489908"/>
                <a:gd name="connsiteX8" fmla="*/ 364927 w 478412"/>
                <a:gd name="connsiteY8" fmla="*/ 403386 h 489908"/>
                <a:gd name="connsiteX9" fmla="*/ 324790 w 478412"/>
                <a:gd name="connsiteY9" fmla="*/ 382380 h 489908"/>
                <a:gd name="connsiteX10" fmla="*/ 392515 w 478412"/>
                <a:gd name="connsiteY10" fmla="*/ 328455 h 489908"/>
                <a:gd name="connsiteX11" fmla="*/ 352375 w 478412"/>
                <a:gd name="connsiteY11" fmla="*/ 349529 h 489908"/>
                <a:gd name="connsiteX12" fmla="*/ 392515 w 478412"/>
                <a:gd name="connsiteY12" fmla="*/ 370456 h 489908"/>
                <a:gd name="connsiteX13" fmla="*/ 432651 w 478412"/>
                <a:gd name="connsiteY13" fmla="*/ 349529 h 489908"/>
                <a:gd name="connsiteX14" fmla="*/ 392515 w 478412"/>
                <a:gd name="connsiteY14" fmla="*/ 328455 h 489908"/>
                <a:gd name="connsiteX15" fmla="*/ 400901 w 478412"/>
                <a:gd name="connsiteY15" fmla="*/ 261901 h 489908"/>
                <a:gd name="connsiteX16" fmla="*/ 360831 w 478412"/>
                <a:gd name="connsiteY16" fmla="*/ 282843 h 489908"/>
                <a:gd name="connsiteX17" fmla="*/ 400901 w 478412"/>
                <a:gd name="connsiteY17" fmla="*/ 303780 h 489908"/>
                <a:gd name="connsiteX18" fmla="*/ 440969 w 478412"/>
                <a:gd name="connsiteY18" fmla="*/ 282843 h 489908"/>
                <a:gd name="connsiteX19" fmla="*/ 400901 w 478412"/>
                <a:gd name="connsiteY19" fmla="*/ 261901 h 489908"/>
                <a:gd name="connsiteX20" fmla="*/ 112659 w 478412"/>
                <a:gd name="connsiteY20" fmla="*/ 370670 h 489908"/>
                <a:gd name="connsiteX21" fmla="*/ 72592 w 478412"/>
                <a:gd name="connsiteY21" fmla="*/ 391745 h 489908"/>
                <a:gd name="connsiteX22" fmla="*/ 112659 w 478412"/>
                <a:gd name="connsiteY22" fmla="*/ 412673 h 489908"/>
                <a:gd name="connsiteX23" fmla="*/ 152728 w 478412"/>
                <a:gd name="connsiteY23" fmla="*/ 391745 h 489908"/>
                <a:gd name="connsiteX24" fmla="*/ 112659 w 478412"/>
                <a:gd name="connsiteY24" fmla="*/ 370670 h 489908"/>
                <a:gd name="connsiteX25" fmla="*/ 167008 w 478412"/>
                <a:gd name="connsiteY25" fmla="*/ 194316 h 489908"/>
                <a:gd name="connsiteX26" fmla="*/ 181980 w 478412"/>
                <a:gd name="connsiteY26" fmla="*/ 199309 h 489908"/>
                <a:gd name="connsiteX27" fmla="*/ 208600 w 478412"/>
                <a:gd name="connsiteY27" fmla="*/ 120074 h 489908"/>
                <a:gd name="connsiteX28" fmla="*/ 200836 w 478412"/>
                <a:gd name="connsiteY28" fmla="*/ 117575 h 489908"/>
                <a:gd name="connsiteX29" fmla="*/ 167008 w 478412"/>
                <a:gd name="connsiteY29" fmla="*/ 194316 h 489908"/>
                <a:gd name="connsiteX30" fmla="*/ 157576 w 478412"/>
                <a:gd name="connsiteY30" fmla="*/ 198681 h 489908"/>
                <a:gd name="connsiteX31" fmla="*/ 204231 w 478412"/>
                <a:gd name="connsiteY31" fmla="*/ 214211 h 489908"/>
                <a:gd name="connsiteX32" fmla="*/ 223159 w 478412"/>
                <a:gd name="connsiteY32" fmla="*/ 119378 h 489908"/>
                <a:gd name="connsiteX33" fmla="*/ 198891 w 478412"/>
                <a:gd name="connsiteY33" fmla="*/ 111334 h 489908"/>
                <a:gd name="connsiteX34" fmla="*/ 157576 w 478412"/>
                <a:gd name="connsiteY34" fmla="*/ 198681 h 489908"/>
                <a:gd name="connsiteX35" fmla="*/ 205269 w 478412"/>
                <a:gd name="connsiteY35" fmla="*/ 102889 h 489908"/>
                <a:gd name="connsiteX36" fmla="*/ 241323 w 478412"/>
                <a:gd name="connsiteY36" fmla="*/ 9234 h 489908"/>
                <a:gd name="connsiteX37" fmla="*/ 211096 w 478412"/>
                <a:gd name="connsiteY37" fmla="*/ 104962 h 489908"/>
                <a:gd name="connsiteX38" fmla="*/ 205269 w 478412"/>
                <a:gd name="connsiteY38" fmla="*/ 102889 h 489908"/>
                <a:gd name="connsiteX39" fmla="*/ 200836 w 478412"/>
                <a:gd name="connsiteY39" fmla="*/ 106213 h 489908"/>
                <a:gd name="connsiteX40" fmla="*/ 224198 w 478412"/>
                <a:gd name="connsiteY40" fmla="*/ 114112 h 489908"/>
                <a:gd name="connsiteX41" fmla="*/ 249639 w 478412"/>
                <a:gd name="connsiteY41" fmla="*/ 0 h 489908"/>
                <a:gd name="connsiteX42" fmla="*/ 200836 w 478412"/>
                <a:gd name="connsiteY42" fmla="*/ 106213 h 489908"/>
                <a:gd name="connsiteX43" fmla="*/ 154114 w 478412"/>
                <a:gd name="connsiteY43" fmla="*/ 203673 h 489908"/>
                <a:gd name="connsiteX44" fmla="*/ 136779 w 478412"/>
                <a:gd name="connsiteY44" fmla="*/ 247279 h 489908"/>
                <a:gd name="connsiteX45" fmla="*/ 172824 w 478412"/>
                <a:gd name="connsiteY45" fmla="*/ 253862 h 489908"/>
                <a:gd name="connsiteX46" fmla="*/ 195218 w 478412"/>
                <a:gd name="connsiteY46" fmla="*/ 251503 h 489908"/>
                <a:gd name="connsiteX47" fmla="*/ 203052 w 478412"/>
                <a:gd name="connsiteY47" fmla="*/ 219894 h 489908"/>
                <a:gd name="connsiteX48" fmla="*/ 154114 w 478412"/>
                <a:gd name="connsiteY48" fmla="*/ 203673 h 489908"/>
                <a:gd name="connsiteX49" fmla="*/ 60319 w 478412"/>
                <a:gd name="connsiteY49" fmla="*/ 338023 h 489908"/>
                <a:gd name="connsiteX50" fmla="*/ 139001 w 478412"/>
                <a:gd name="connsiteY50" fmla="*/ 317989 h 489908"/>
                <a:gd name="connsiteX51" fmla="*/ 87284 w 478412"/>
                <a:gd name="connsiteY51" fmla="*/ 277011 h 489908"/>
                <a:gd name="connsiteX52" fmla="*/ 88530 w 478412"/>
                <a:gd name="connsiteY52" fmla="*/ 178998 h 489908"/>
                <a:gd name="connsiteX53" fmla="*/ 167631 w 478412"/>
                <a:gd name="connsiteY53" fmla="*/ 148358 h 489908"/>
                <a:gd name="connsiteX54" fmla="*/ 147598 w 478412"/>
                <a:gd name="connsiteY54" fmla="*/ 196189 h 489908"/>
                <a:gd name="connsiteX55" fmla="*/ 109746 w 478412"/>
                <a:gd name="connsiteY55" fmla="*/ 233207 h 489908"/>
                <a:gd name="connsiteX56" fmla="*/ 178375 w 478412"/>
                <a:gd name="connsiteY56" fmla="*/ 264685 h 489908"/>
                <a:gd name="connsiteX57" fmla="*/ 238061 w 478412"/>
                <a:gd name="connsiteY57" fmla="*/ 223911 h 489908"/>
                <a:gd name="connsiteX58" fmla="*/ 219688 w 478412"/>
                <a:gd name="connsiteY58" fmla="*/ 201451 h 489908"/>
                <a:gd name="connsiteX59" fmla="*/ 232931 w 478412"/>
                <a:gd name="connsiteY59" fmla="*/ 139899 h 489908"/>
                <a:gd name="connsiteX60" fmla="*/ 470228 w 478412"/>
                <a:gd name="connsiteY60" fmla="*/ 264465 h 489908"/>
                <a:gd name="connsiteX61" fmla="*/ 298099 w 478412"/>
                <a:gd name="connsiteY61" fmla="*/ 482479 h 489908"/>
                <a:gd name="connsiteX62" fmla="*/ 21292 w 478412"/>
                <a:gd name="connsiteY62" fmla="*/ 401658 h 489908"/>
                <a:gd name="connsiteX63" fmla="*/ 60319 w 478412"/>
                <a:gd name="connsiteY63" fmla="*/ 338023 h 48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478412" h="489908">
                  <a:moveTo>
                    <a:pt x="212962" y="404159"/>
                  </a:moveTo>
                  <a:cubicBezTo>
                    <a:pt x="190857" y="404159"/>
                    <a:pt x="172825" y="413511"/>
                    <a:pt x="172825" y="425232"/>
                  </a:cubicBezTo>
                  <a:cubicBezTo>
                    <a:pt x="172825" y="436730"/>
                    <a:pt x="190856" y="446159"/>
                    <a:pt x="212962" y="446159"/>
                  </a:cubicBezTo>
                  <a:cubicBezTo>
                    <a:pt x="235086" y="446159"/>
                    <a:pt x="253108" y="436730"/>
                    <a:pt x="253108" y="425232"/>
                  </a:cubicBezTo>
                  <a:cubicBezTo>
                    <a:pt x="253108" y="413513"/>
                    <a:pt x="235086" y="404159"/>
                    <a:pt x="212962" y="404159"/>
                  </a:cubicBezTo>
                  <a:moveTo>
                    <a:pt x="324790" y="382380"/>
                  </a:moveTo>
                  <a:cubicBezTo>
                    <a:pt x="302599" y="382380"/>
                    <a:pt x="284650" y="391810"/>
                    <a:pt x="284650" y="403386"/>
                  </a:cubicBezTo>
                  <a:cubicBezTo>
                    <a:pt x="284650" y="414968"/>
                    <a:pt x="302599" y="424388"/>
                    <a:pt x="324790" y="424388"/>
                  </a:cubicBezTo>
                  <a:cubicBezTo>
                    <a:pt x="346827" y="424388"/>
                    <a:pt x="364927" y="414968"/>
                    <a:pt x="364927" y="403386"/>
                  </a:cubicBezTo>
                  <a:cubicBezTo>
                    <a:pt x="364927" y="391813"/>
                    <a:pt x="346830" y="382380"/>
                    <a:pt x="324790" y="382380"/>
                  </a:cubicBezTo>
                  <a:moveTo>
                    <a:pt x="392515" y="328455"/>
                  </a:moveTo>
                  <a:cubicBezTo>
                    <a:pt x="370400" y="328455"/>
                    <a:pt x="352375" y="337813"/>
                    <a:pt x="352375" y="349529"/>
                  </a:cubicBezTo>
                  <a:cubicBezTo>
                    <a:pt x="352375" y="360972"/>
                    <a:pt x="370397" y="370456"/>
                    <a:pt x="392515" y="370456"/>
                  </a:cubicBezTo>
                  <a:cubicBezTo>
                    <a:pt x="414694" y="370456"/>
                    <a:pt x="432651" y="360972"/>
                    <a:pt x="432651" y="349529"/>
                  </a:cubicBezTo>
                  <a:cubicBezTo>
                    <a:pt x="432651" y="337815"/>
                    <a:pt x="414694" y="328455"/>
                    <a:pt x="392515" y="328455"/>
                  </a:cubicBezTo>
                  <a:moveTo>
                    <a:pt x="400901" y="261901"/>
                  </a:moveTo>
                  <a:cubicBezTo>
                    <a:pt x="378718" y="261901"/>
                    <a:pt x="360831" y="271185"/>
                    <a:pt x="360831" y="282843"/>
                  </a:cubicBezTo>
                  <a:cubicBezTo>
                    <a:pt x="360831" y="294410"/>
                    <a:pt x="378718" y="303780"/>
                    <a:pt x="400901" y="303780"/>
                  </a:cubicBezTo>
                  <a:cubicBezTo>
                    <a:pt x="423087" y="303780"/>
                    <a:pt x="440969" y="294410"/>
                    <a:pt x="440969" y="282843"/>
                  </a:cubicBezTo>
                  <a:cubicBezTo>
                    <a:pt x="440969" y="271183"/>
                    <a:pt x="423087" y="261901"/>
                    <a:pt x="400901" y="261901"/>
                  </a:cubicBezTo>
                  <a:moveTo>
                    <a:pt x="112659" y="370670"/>
                  </a:moveTo>
                  <a:cubicBezTo>
                    <a:pt x="90546" y="370670"/>
                    <a:pt x="72592" y="380167"/>
                    <a:pt x="72592" y="391745"/>
                  </a:cubicBezTo>
                  <a:cubicBezTo>
                    <a:pt x="72592" y="403323"/>
                    <a:pt x="90546" y="412673"/>
                    <a:pt x="112659" y="412673"/>
                  </a:cubicBezTo>
                  <a:cubicBezTo>
                    <a:pt x="134774" y="412673"/>
                    <a:pt x="152728" y="403323"/>
                    <a:pt x="152728" y="391745"/>
                  </a:cubicBezTo>
                  <a:cubicBezTo>
                    <a:pt x="152728" y="380167"/>
                    <a:pt x="134774" y="370670"/>
                    <a:pt x="112659" y="370670"/>
                  </a:cubicBezTo>
                  <a:moveTo>
                    <a:pt x="167008" y="194316"/>
                  </a:moveTo>
                  <a:lnTo>
                    <a:pt x="181980" y="199309"/>
                  </a:lnTo>
                  <a:lnTo>
                    <a:pt x="208600" y="120074"/>
                  </a:lnTo>
                  <a:lnTo>
                    <a:pt x="200836" y="117575"/>
                  </a:lnTo>
                  <a:lnTo>
                    <a:pt x="167008" y="194316"/>
                  </a:lnTo>
                  <a:close/>
                  <a:moveTo>
                    <a:pt x="157576" y="198681"/>
                  </a:moveTo>
                  <a:lnTo>
                    <a:pt x="204231" y="214211"/>
                  </a:lnTo>
                  <a:lnTo>
                    <a:pt x="223159" y="119378"/>
                  </a:lnTo>
                  <a:lnTo>
                    <a:pt x="198891" y="111334"/>
                  </a:lnTo>
                  <a:lnTo>
                    <a:pt x="157576" y="198681"/>
                  </a:lnTo>
                  <a:close/>
                  <a:moveTo>
                    <a:pt x="205269" y="102889"/>
                  </a:moveTo>
                  <a:cubicBezTo>
                    <a:pt x="184196" y="52895"/>
                    <a:pt x="205967" y="27172"/>
                    <a:pt x="241323" y="9234"/>
                  </a:cubicBezTo>
                  <a:cubicBezTo>
                    <a:pt x="211514" y="33629"/>
                    <a:pt x="198753" y="64322"/>
                    <a:pt x="211096" y="104962"/>
                  </a:cubicBezTo>
                  <a:cubicBezTo>
                    <a:pt x="209160" y="104185"/>
                    <a:pt x="207214" y="103570"/>
                    <a:pt x="205269" y="102889"/>
                  </a:cubicBezTo>
                  <a:moveTo>
                    <a:pt x="200836" y="106213"/>
                  </a:moveTo>
                  <a:cubicBezTo>
                    <a:pt x="208670" y="108836"/>
                    <a:pt x="216359" y="111334"/>
                    <a:pt x="224198" y="114112"/>
                  </a:cubicBezTo>
                  <a:cubicBezTo>
                    <a:pt x="295050" y="85133"/>
                    <a:pt x="233762" y="23157"/>
                    <a:pt x="249639" y="0"/>
                  </a:cubicBezTo>
                  <a:cubicBezTo>
                    <a:pt x="223850" y="8188"/>
                    <a:pt x="165481" y="41043"/>
                    <a:pt x="200836" y="106213"/>
                  </a:cubicBezTo>
                  <a:moveTo>
                    <a:pt x="154114" y="203673"/>
                  </a:moveTo>
                  <a:cubicBezTo>
                    <a:pt x="147736" y="218232"/>
                    <a:pt x="141979" y="232791"/>
                    <a:pt x="136779" y="247279"/>
                  </a:cubicBezTo>
                  <a:cubicBezTo>
                    <a:pt x="146211" y="251366"/>
                    <a:pt x="158963" y="253862"/>
                    <a:pt x="172824" y="253862"/>
                  </a:cubicBezTo>
                  <a:cubicBezTo>
                    <a:pt x="180798" y="253862"/>
                    <a:pt x="188357" y="253025"/>
                    <a:pt x="195218" y="251503"/>
                  </a:cubicBezTo>
                  <a:cubicBezTo>
                    <a:pt x="198061" y="241104"/>
                    <a:pt x="200696" y="230648"/>
                    <a:pt x="203052" y="219894"/>
                  </a:cubicBezTo>
                  <a:cubicBezTo>
                    <a:pt x="186836" y="214559"/>
                    <a:pt x="170479" y="209216"/>
                    <a:pt x="154114" y="203673"/>
                  </a:cubicBezTo>
                  <a:moveTo>
                    <a:pt x="60319" y="338023"/>
                  </a:moveTo>
                  <a:cubicBezTo>
                    <a:pt x="101983" y="336212"/>
                    <a:pt x="146490" y="332752"/>
                    <a:pt x="139001" y="317989"/>
                  </a:cubicBezTo>
                  <a:cubicBezTo>
                    <a:pt x="133597" y="307107"/>
                    <a:pt x="110304" y="292125"/>
                    <a:pt x="87284" y="277011"/>
                  </a:cubicBezTo>
                  <a:cubicBezTo>
                    <a:pt x="25312" y="236326"/>
                    <a:pt x="22957" y="216568"/>
                    <a:pt x="88530" y="178998"/>
                  </a:cubicBezTo>
                  <a:cubicBezTo>
                    <a:pt x="111549" y="165822"/>
                    <a:pt x="138166" y="155283"/>
                    <a:pt x="167631" y="148358"/>
                  </a:cubicBezTo>
                  <a:lnTo>
                    <a:pt x="147598" y="196189"/>
                  </a:lnTo>
                  <a:cubicBezTo>
                    <a:pt x="123616" y="202983"/>
                    <a:pt x="107740" y="217544"/>
                    <a:pt x="109746" y="233207"/>
                  </a:cubicBezTo>
                  <a:cubicBezTo>
                    <a:pt x="112241" y="253027"/>
                    <a:pt x="142957" y="267181"/>
                    <a:pt x="178375" y="264685"/>
                  </a:cubicBezTo>
                  <a:cubicBezTo>
                    <a:pt x="213871" y="262043"/>
                    <a:pt x="240564" y="243885"/>
                    <a:pt x="238061" y="223911"/>
                  </a:cubicBezTo>
                  <a:cubicBezTo>
                    <a:pt x="236955" y="214899"/>
                    <a:pt x="230087" y="207139"/>
                    <a:pt x="219688" y="201451"/>
                  </a:cubicBezTo>
                  <a:lnTo>
                    <a:pt x="232931" y="139899"/>
                  </a:lnTo>
                  <a:cubicBezTo>
                    <a:pt x="341356" y="136427"/>
                    <a:pt x="440969" y="186203"/>
                    <a:pt x="470228" y="264465"/>
                  </a:cubicBezTo>
                  <a:cubicBezTo>
                    <a:pt x="504609" y="357008"/>
                    <a:pt x="427519" y="454627"/>
                    <a:pt x="298099" y="482479"/>
                  </a:cubicBezTo>
                  <a:cubicBezTo>
                    <a:pt x="186839" y="506335"/>
                    <a:pt x="73007" y="470975"/>
                    <a:pt x="21292" y="401658"/>
                  </a:cubicBezTo>
                  <a:cubicBezTo>
                    <a:pt x="-20992" y="345091"/>
                    <a:pt x="3686" y="340169"/>
                    <a:pt x="60319" y="338023"/>
                  </a:cubicBezTo>
                </a:path>
              </a:pathLst>
            </a:custGeom>
            <a:gradFill flip="none" rotWithShape="1">
              <a:gsLst>
                <a:gs pos="0">
                  <a:schemeClr val="accent2">
                    <a:lumMod val="40000"/>
                    <a:lumOff val="60000"/>
                  </a:schemeClr>
                </a:gs>
                <a:gs pos="78000">
                  <a:schemeClr val="accent2"/>
                </a:gs>
              </a:gsLst>
              <a:path path="circle">
                <a:fillToRect r="100000" b="100000"/>
              </a:path>
              <a:tileRect l="-100000" t="-100000"/>
            </a:gradFill>
            <a:ln w="70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latin typeface="思源黑体 CN Medium" panose="020B0600000000000000" pitchFamily="34" charset="-122"/>
                <a:ea typeface="思源黑体 CN Medium" panose="020B0600000000000000" pitchFamily="34" charset="-122"/>
              </a:endParaRPr>
            </a:p>
          </p:txBody>
        </p:sp>
        <p:sp>
          <p:nvSpPr>
            <p:cNvPr id="108" name="任意多边形: 形状 107">
              <a:extLst>
                <a:ext uri="{FF2B5EF4-FFF2-40B4-BE49-F238E27FC236}">
                  <a16:creationId xmlns:a16="http://schemas.microsoft.com/office/drawing/2014/main" id="{65BCA906-235A-CA0D-94CF-7FE78058CC44}"/>
                </a:ext>
              </a:extLst>
            </p:cNvPr>
            <p:cNvSpPr/>
            <p:nvPr/>
          </p:nvSpPr>
          <p:spPr>
            <a:xfrm>
              <a:off x="7871248" y="3509149"/>
              <a:ext cx="468222" cy="469226"/>
            </a:xfrm>
            <a:custGeom>
              <a:avLst/>
              <a:gdLst>
                <a:gd name="connsiteX0" fmla="*/ 633086 w 675748"/>
                <a:gd name="connsiteY0" fmla="*/ 491236 h 677197"/>
                <a:gd name="connsiteX1" fmla="*/ 673694 w 675748"/>
                <a:gd name="connsiteY1" fmla="*/ 531844 h 677197"/>
                <a:gd name="connsiteX2" fmla="*/ 675667 w 675748"/>
                <a:gd name="connsiteY2" fmla="*/ 636495 h 677197"/>
                <a:gd name="connsiteX3" fmla="*/ 675748 w 675748"/>
                <a:gd name="connsiteY3" fmla="*/ 637333 h 677197"/>
                <a:gd name="connsiteX4" fmla="*/ 664107 w 675748"/>
                <a:gd name="connsiteY4" fmla="*/ 665625 h 677197"/>
                <a:gd name="connsiteX5" fmla="*/ 635203 w 675748"/>
                <a:gd name="connsiteY5" fmla="*/ 677184 h 677197"/>
                <a:gd name="connsiteX6" fmla="*/ 530552 w 675748"/>
                <a:gd name="connsiteY6" fmla="*/ 675202 h 677197"/>
                <a:gd name="connsiteX7" fmla="*/ 489944 w 675748"/>
                <a:gd name="connsiteY7" fmla="*/ 634441 h 677197"/>
                <a:gd name="connsiteX8" fmla="*/ 495728 w 675748"/>
                <a:gd name="connsiteY8" fmla="*/ 620142 h 677197"/>
                <a:gd name="connsiteX9" fmla="*/ 618787 w 675748"/>
                <a:gd name="connsiteY9" fmla="*/ 497011 h 677197"/>
                <a:gd name="connsiteX10" fmla="*/ 633086 w 675748"/>
                <a:gd name="connsiteY10" fmla="*/ 491236 h 677197"/>
                <a:gd name="connsiteX11" fmla="*/ 205206 w 675748"/>
                <a:gd name="connsiteY11" fmla="*/ 365819 h 677197"/>
                <a:gd name="connsiteX12" fmla="*/ 62373 w 675748"/>
                <a:gd name="connsiteY12" fmla="*/ 508805 h 677197"/>
                <a:gd name="connsiteX13" fmla="*/ 62373 w 675748"/>
                <a:gd name="connsiteY13" fmla="*/ 532303 h 677197"/>
                <a:gd name="connsiteX14" fmla="*/ 144436 w 675748"/>
                <a:gd name="connsiteY14" fmla="*/ 614448 h 677197"/>
                <a:gd name="connsiteX15" fmla="*/ 167853 w 675748"/>
                <a:gd name="connsiteY15" fmla="*/ 614448 h 677197"/>
                <a:gd name="connsiteX16" fmla="*/ 191278 w 675748"/>
                <a:gd name="connsiteY16" fmla="*/ 590942 h 677197"/>
                <a:gd name="connsiteX17" fmla="*/ 182836 w 675748"/>
                <a:gd name="connsiteY17" fmla="*/ 582498 h 677197"/>
                <a:gd name="connsiteX18" fmla="*/ 156068 w 675748"/>
                <a:gd name="connsiteY18" fmla="*/ 555729 h 677197"/>
                <a:gd name="connsiteX19" fmla="*/ 156068 w 675748"/>
                <a:gd name="connsiteY19" fmla="*/ 532231 h 677197"/>
                <a:gd name="connsiteX20" fmla="*/ 179488 w 675748"/>
                <a:gd name="connsiteY20" fmla="*/ 532234 h 677197"/>
                <a:gd name="connsiteX21" fmla="*/ 179494 w 675748"/>
                <a:gd name="connsiteY21" fmla="*/ 532240 h 677197"/>
                <a:gd name="connsiteX22" fmla="*/ 201704 w 675748"/>
                <a:gd name="connsiteY22" fmla="*/ 554450 h 677197"/>
                <a:gd name="connsiteX23" fmla="*/ 201704 w 675748"/>
                <a:gd name="connsiteY23" fmla="*/ 554450 h 677197"/>
                <a:gd name="connsiteX24" fmla="*/ 214705 w 675748"/>
                <a:gd name="connsiteY24" fmla="*/ 567451 h 677197"/>
                <a:gd name="connsiteX25" fmla="*/ 249916 w 675748"/>
                <a:gd name="connsiteY25" fmla="*/ 532240 h 677197"/>
                <a:gd name="connsiteX26" fmla="*/ 214696 w 675748"/>
                <a:gd name="connsiteY26" fmla="*/ 497020 h 677197"/>
                <a:gd name="connsiteX27" fmla="*/ 214705 w 675748"/>
                <a:gd name="connsiteY27" fmla="*/ 473522 h 677197"/>
                <a:gd name="connsiteX28" fmla="*/ 238131 w 675748"/>
                <a:gd name="connsiteY28" fmla="*/ 473513 h 677197"/>
                <a:gd name="connsiteX29" fmla="*/ 260381 w 675748"/>
                <a:gd name="connsiteY29" fmla="*/ 495763 h 677197"/>
                <a:gd name="connsiteX30" fmla="*/ 260386 w 675748"/>
                <a:gd name="connsiteY30" fmla="*/ 495758 h 677197"/>
                <a:gd name="connsiteX31" fmla="*/ 273347 w 675748"/>
                <a:gd name="connsiteY31" fmla="*/ 508719 h 677197"/>
                <a:gd name="connsiteX32" fmla="*/ 310692 w 675748"/>
                <a:gd name="connsiteY32" fmla="*/ 471374 h 677197"/>
                <a:gd name="connsiteX33" fmla="*/ 519607 w 675748"/>
                <a:gd name="connsiteY33" fmla="*/ 57978 h 677197"/>
                <a:gd name="connsiteX34" fmla="*/ 507897 w 675748"/>
                <a:gd name="connsiteY34" fmla="*/ 62830 h 677197"/>
                <a:gd name="connsiteX35" fmla="*/ 507891 w 675748"/>
                <a:gd name="connsiteY35" fmla="*/ 62836 h 677197"/>
                <a:gd name="connsiteX36" fmla="*/ 364992 w 675748"/>
                <a:gd name="connsiteY36" fmla="*/ 205771 h 677197"/>
                <a:gd name="connsiteX37" fmla="*/ 470622 w 675748"/>
                <a:gd name="connsiteY37" fmla="*/ 311507 h 677197"/>
                <a:gd name="connsiteX38" fmla="*/ 470626 w 675748"/>
                <a:gd name="connsiteY38" fmla="*/ 311504 h 677197"/>
                <a:gd name="connsiteX39" fmla="*/ 507972 w 675748"/>
                <a:gd name="connsiteY39" fmla="*/ 274103 h 677197"/>
                <a:gd name="connsiteX40" fmla="*/ 472770 w 675748"/>
                <a:gd name="connsiteY40" fmla="*/ 238883 h 677197"/>
                <a:gd name="connsiteX41" fmla="*/ 472770 w 675748"/>
                <a:gd name="connsiteY41" fmla="*/ 215385 h 677197"/>
                <a:gd name="connsiteX42" fmla="*/ 496187 w 675748"/>
                <a:gd name="connsiteY42" fmla="*/ 215385 h 677197"/>
                <a:gd name="connsiteX43" fmla="*/ 530128 w 675748"/>
                <a:gd name="connsiteY43" fmla="*/ 249325 h 677197"/>
                <a:gd name="connsiteX44" fmla="*/ 530128 w 675748"/>
                <a:gd name="connsiteY44" fmla="*/ 249325 h 677197"/>
                <a:gd name="connsiteX45" fmla="*/ 531399 w 675748"/>
                <a:gd name="connsiteY45" fmla="*/ 250596 h 677197"/>
                <a:gd name="connsiteX46" fmla="*/ 531408 w 675748"/>
                <a:gd name="connsiteY46" fmla="*/ 250604 h 677197"/>
                <a:gd name="connsiteX47" fmla="*/ 566542 w 675748"/>
                <a:gd name="connsiteY47" fmla="*/ 215470 h 677197"/>
                <a:gd name="connsiteX48" fmla="*/ 565258 w 675748"/>
                <a:gd name="connsiteY48" fmla="*/ 214186 h 677197"/>
                <a:gd name="connsiteX49" fmla="*/ 565262 w 675748"/>
                <a:gd name="connsiteY49" fmla="*/ 214182 h 677197"/>
                <a:gd name="connsiteX50" fmla="*/ 531326 w 675748"/>
                <a:gd name="connsiteY50" fmla="*/ 180246 h 677197"/>
                <a:gd name="connsiteX51" fmla="*/ 531326 w 675748"/>
                <a:gd name="connsiteY51" fmla="*/ 156748 h 677197"/>
                <a:gd name="connsiteX52" fmla="*/ 554752 w 675748"/>
                <a:gd name="connsiteY52" fmla="*/ 156757 h 677197"/>
                <a:gd name="connsiteX53" fmla="*/ 588721 w 675748"/>
                <a:gd name="connsiteY53" fmla="*/ 190724 h 677197"/>
                <a:gd name="connsiteX54" fmla="*/ 588721 w 675748"/>
                <a:gd name="connsiteY54" fmla="*/ 190724 h 677197"/>
                <a:gd name="connsiteX55" fmla="*/ 589965 w 675748"/>
                <a:gd name="connsiteY55" fmla="*/ 191967 h 677197"/>
                <a:gd name="connsiteX56" fmla="*/ 613381 w 675748"/>
                <a:gd name="connsiteY56" fmla="*/ 168470 h 677197"/>
                <a:gd name="connsiteX57" fmla="*/ 613381 w 675748"/>
                <a:gd name="connsiteY57" fmla="*/ 144972 h 677197"/>
                <a:gd name="connsiteX58" fmla="*/ 531317 w 675748"/>
                <a:gd name="connsiteY58" fmla="*/ 62827 h 677197"/>
                <a:gd name="connsiteX59" fmla="*/ 519607 w 675748"/>
                <a:gd name="connsiteY59" fmla="*/ 57978 h 677197"/>
                <a:gd name="connsiteX60" fmla="*/ 519628 w 675748"/>
                <a:gd name="connsiteY60" fmla="*/ 1228 h 677197"/>
                <a:gd name="connsiteX61" fmla="*/ 554897 w 675748"/>
                <a:gd name="connsiteY61" fmla="*/ 15885 h 677197"/>
                <a:gd name="connsiteX62" fmla="*/ 660467 w 675748"/>
                <a:gd name="connsiteY62" fmla="*/ 121537 h 677197"/>
                <a:gd name="connsiteX63" fmla="*/ 660467 w 675748"/>
                <a:gd name="connsiteY63" fmla="*/ 191959 h 677197"/>
                <a:gd name="connsiteX64" fmla="*/ 625220 w 675748"/>
                <a:gd name="connsiteY64" fmla="*/ 227215 h 677197"/>
                <a:gd name="connsiteX65" fmla="*/ 601767 w 675748"/>
                <a:gd name="connsiteY65" fmla="*/ 250686 h 677197"/>
                <a:gd name="connsiteX66" fmla="*/ 566637 w 675748"/>
                <a:gd name="connsiteY66" fmla="*/ 285834 h 677197"/>
                <a:gd name="connsiteX67" fmla="*/ 543174 w 675748"/>
                <a:gd name="connsiteY67" fmla="*/ 309296 h 677197"/>
                <a:gd name="connsiteX68" fmla="*/ 505780 w 675748"/>
                <a:gd name="connsiteY68" fmla="*/ 346700 h 677197"/>
                <a:gd name="connsiteX69" fmla="*/ 615985 w 675748"/>
                <a:gd name="connsiteY69" fmla="*/ 457015 h 677197"/>
                <a:gd name="connsiteX70" fmla="*/ 456192 w 675748"/>
                <a:gd name="connsiteY70" fmla="*/ 616970 h 677197"/>
                <a:gd name="connsiteX71" fmla="*/ 345892 w 675748"/>
                <a:gd name="connsiteY71" fmla="*/ 506597 h 677197"/>
                <a:gd name="connsiteX72" fmla="*/ 345891 w 675748"/>
                <a:gd name="connsiteY72" fmla="*/ 506598 h 677197"/>
                <a:gd name="connsiteX73" fmla="*/ 308567 w 675748"/>
                <a:gd name="connsiteY73" fmla="*/ 543940 h 677197"/>
                <a:gd name="connsiteX74" fmla="*/ 308572 w 675748"/>
                <a:gd name="connsiteY74" fmla="*/ 543944 h 677197"/>
                <a:gd name="connsiteX75" fmla="*/ 285101 w 675748"/>
                <a:gd name="connsiteY75" fmla="*/ 567415 h 677197"/>
                <a:gd name="connsiteX76" fmla="*/ 249898 w 675748"/>
                <a:gd name="connsiteY76" fmla="*/ 602636 h 677197"/>
                <a:gd name="connsiteX77" fmla="*/ 249894 w 675748"/>
                <a:gd name="connsiteY77" fmla="*/ 602640 h 677197"/>
                <a:gd name="connsiteX78" fmla="*/ 249899 w 675748"/>
                <a:gd name="connsiteY78" fmla="*/ 602644 h 677197"/>
                <a:gd name="connsiteX79" fmla="*/ 238162 w 675748"/>
                <a:gd name="connsiteY79" fmla="*/ 614381 h 677197"/>
                <a:gd name="connsiteX80" fmla="*/ 226445 w 675748"/>
                <a:gd name="connsiteY80" fmla="*/ 626107 h 677197"/>
                <a:gd name="connsiteX81" fmla="*/ 191270 w 675748"/>
                <a:gd name="connsiteY81" fmla="*/ 661291 h 677197"/>
                <a:gd name="connsiteX82" fmla="*/ 121049 w 675748"/>
                <a:gd name="connsiteY82" fmla="*/ 661411 h 677197"/>
                <a:gd name="connsiteX83" fmla="*/ 120920 w 675748"/>
                <a:gd name="connsiteY83" fmla="*/ 661282 h 677197"/>
                <a:gd name="connsiteX84" fmla="*/ 15359 w 675748"/>
                <a:gd name="connsiteY84" fmla="*/ 555720 h 677197"/>
                <a:gd name="connsiteX85" fmla="*/ 15359 w 675748"/>
                <a:gd name="connsiteY85" fmla="*/ 485298 h 677197"/>
                <a:gd name="connsiteX86" fmla="*/ 170033 w 675748"/>
                <a:gd name="connsiteY86" fmla="*/ 330623 h 677197"/>
                <a:gd name="connsiteX87" fmla="*/ 86277 w 675748"/>
                <a:gd name="connsiteY87" fmla="*/ 246811 h 677197"/>
                <a:gd name="connsiteX88" fmla="*/ 246214 w 675748"/>
                <a:gd name="connsiteY88" fmla="*/ 86874 h 677197"/>
                <a:gd name="connsiteX89" fmla="*/ 329839 w 675748"/>
                <a:gd name="connsiteY89" fmla="*/ 170583 h 677197"/>
                <a:gd name="connsiteX90" fmla="*/ 329844 w 675748"/>
                <a:gd name="connsiteY90" fmla="*/ 170578 h 677197"/>
                <a:gd name="connsiteX91" fmla="*/ 484474 w 675748"/>
                <a:gd name="connsiteY91" fmla="*/ 15885 h 677197"/>
                <a:gd name="connsiteX92" fmla="*/ 519628 w 675748"/>
                <a:gd name="connsiteY92" fmla="*/ 1228 h 677197"/>
                <a:gd name="connsiteX93" fmla="*/ 135688 w 675748"/>
                <a:gd name="connsiteY93" fmla="*/ 0 h 677197"/>
                <a:gd name="connsiteX94" fmla="*/ 176062 w 675748"/>
                <a:gd name="connsiteY94" fmla="*/ 16650 h 677197"/>
                <a:gd name="connsiteX95" fmla="*/ 207245 w 675748"/>
                <a:gd name="connsiteY95" fmla="*/ 47861 h 677197"/>
                <a:gd name="connsiteX96" fmla="*/ 47299 w 675748"/>
                <a:gd name="connsiteY96" fmla="*/ 207807 h 677197"/>
                <a:gd name="connsiteX97" fmla="*/ 16197 w 675748"/>
                <a:gd name="connsiteY97" fmla="*/ 176677 h 677197"/>
                <a:gd name="connsiteX98" fmla="*/ 16197 w 675748"/>
                <a:gd name="connsiteY98" fmla="*/ 95965 h 677197"/>
                <a:gd name="connsiteX99" fmla="*/ 95377 w 675748"/>
                <a:gd name="connsiteY99" fmla="*/ 16722 h 677197"/>
                <a:gd name="connsiteX100" fmla="*/ 135688 w 675748"/>
                <a:gd name="connsiteY100" fmla="*/ 0 h 677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675748" h="677197">
                  <a:moveTo>
                    <a:pt x="633086" y="491236"/>
                  </a:moveTo>
                  <a:cubicBezTo>
                    <a:pt x="655061" y="491614"/>
                    <a:pt x="673234" y="509868"/>
                    <a:pt x="673694" y="531844"/>
                  </a:cubicBezTo>
                  <a:lnTo>
                    <a:pt x="675667" y="636495"/>
                  </a:lnTo>
                  <a:cubicBezTo>
                    <a:pt x="675748" y="636802"/>
                    <a:pt x="675748" y="637108"/>
                    <a:pt x="675748" y="637333"/>
                  </a:cubicBezTo>
                  <a:cubicBezTo>
                    <a:pt x="675806" y="647941"/>
                    <a:pt x="671614" y="658130"/>
                    <a:pt x="664107" y="665625"/>
                  </a:cubicBezTo>
                  <a:cubicBezTo>
                    <a:pt x="656470" y="673285"/>
                    <a:pt x="646017" y="677465"/>
                    <a:pt x="635203" y="677184"/>
                  </a:cubicBezTo>
                  <a:lnTo>
                    <a:pt x="530552" y="675202"/>
                  </a:lnTo>
                  <a:cubicBezTo>
                    <a:pt x="508576" y="674752"/>
                    <a:pt x="490331" y="656497"/>
                    <a:pt x="489944" y="634441"/>
                  </a:cubicBezTo>
                  <a:cubicBezTo>
                    <a:pt x="489828" y="629083"/>
                    <a:pt x="491919" y="623912"/>
                    <a:pt x="495728" y="620142"/>
                  </a:cubicBezTo>
                  <a:lnTo>
                    <a:pt x="618787" y="497011"/>
                  </a:lnTo>
                  <a:cubicBezTo>
                    <a:pt x="622576" y="493231"/>
                    <a:pt x="627735" y="491148"/>
                    <a:pt x="633086" y="491236"/>
                  </a:cubicBezTo>
                  <a:close/>
                  <a:moveTo>
                    <a:pt x="205206" y="365819"/>
                  </a:moveTo>
                  <a:lnTo>
                    <a:pt x="62373" y="508805"/>
                  </a:lnTo>
                  <a:cubicBezTo>
                    <a:pt x="55903" y="515302"/>
                    <a:pt x="55903" y="525807"/>
                    <a:pt x="62373" y="532303"/>
                  </a:cubicBezTo>
                  <a:lnTo>
                    <a:pt x="144436" y="614448"/>
                  </a:lnTo>
                  <a:cubicBezTo>
                    <a:pt x="150905" y="620908"/>
                    <a:pt x="161384" y="620908"/>
                    <a:pt x="167853" y="614448"/>
                  </a:cubicBezTo>
                  <a:lnTo>
                    <a:pt x="191278" y="590942"/>
                  </a:lnTo>
                  <a:lnTo>
                    <a:pt x="182836" y="582498"/>
                  </a:lnTo>
                  <a:lnTo>
                    <a:pt x="156068" y="555729"/>
                  </a:lnTo>
                  <a:cubicBezTo>
                    <a:pt x="149598" y="549233"/>
                    <a:pt x="149598" y="538728"/>
                    <a:pt x="156068" y="532231"/>
                  </a:cubicBezTo>
                  <a:cubicBezTo>
                    <a:pt x="162536" y="525765"/>
                    <a:pt x="173022" y="525766"/>
                    <a:pt x="179488" y="532234"/>
                  </a:cubicBezTo>
                  <a:cubicBezTo>
                    <a:pt x="179490" y="532236"/>
                    <a:pt x="179492" y="532238"/>
                    <a:pt x="179494" y="532240"/>
                  </a:cubicBezTo>
                  <a:lnTo>
                    <a:pt x="201704" y="554450"/>
                  </a:lnTo>
                  <a:lnTo>
                    <a:pt x="201704" y="554450"/>
                  </a:lnTo>
                  <a:lnTo>
                    <a:pt x="214705" y="567451"/>
                  </a:lnTo>
                  <a:lnTo>
                    <a:pt x="249916" y="532240"/>
                  </a:lnTo>
                  <a:lnTo>
                    <a:pt x="214696" y="497020"/>
                  </a:lnTo>
                  <a:cubicBezTo>
                    <a:pt x="208239" y="490517"/>
                    <a:pt x="208243" y="480020"/>
                    <a:pt x="214705" y="473522"/>
                  </a:cubicBezTo>
                  <a:cubicBezTo>
                    <a:pt x="221175" y="467058"/>
                    <a:pt x="231657" y="467054"/>
                    <a:pt x="238131" y="473513"/>
                  </a:cubicBezTo>
                  <a:lnTo>
                    <a:pt x="260381" y="495763"/>
                  </a:lnTo>
                  <a:lnTo>
                    <a:pt x="260386" y="495758"/>
                  </a:lnTo>
                  <a:lnTo>
                    <a:pt x="273347" y="508719"/>
                  </a:lnTo>
                  <a:lnTo>
                    <a:pt x="310692" y="471374"/>
                  </a:lnTo>
                  <a:close/>
                  <a:moveTo>
                    <a:pt x="519607" y="57978"/>
                  </a:moveTo>
                  <a:cubicBezTo>
                    <a:pt x="515369" y="57979"/>
                    <a:pt x="511131" y="59596"/>
                    <a:pt x="507897" y="62830"/>
                  </a:cubicBezTo>
                  <a:cubicBezTo>
                    <a:pt x="507895" y="62832"/>
                    <a:pt x="507893" y="62834"/>
                    <a:pt x="507891" y="62836"/>
                  </a:cubicBezTo>
                  <a:lnTo>
                    <a:pt x="364992" y="205771"/>
                  </a:lnTo>
                  <a:lnTo>
                    <a:pt x="470622" y="311507"/>
                  </a:lnTo>
                  <a:lnTo>
                    <a:pt x="470626" y="311504"/>
                  </a:lnTo>
                  <a:lnTo>
                    <a:pt x="507972" y="274103"/>
                  </a:lnTo>
                  <a:lnTo>
                    <a:pt x="472770" y="238883"/>
                  </a:lnTo>
                  <a:cubicBezTo>
                    <a:pt x="466301" y="232386"/>
                    <a:pt x="466301" y="221882"/>
                    <a:pt x="472770" y="215385"/>
                  </a:cubicBezTo>
                  <a:cubicBezTo>
                    <a:pt x="479239" y="208925"/>
                    <a:pt x="489718" y="208925"/>
                    <a:pt x="496187" y="215385"/>
                  </a:cubicBezTo>
                  <a:lnTo>
                    <a:pt x="530128" y="249325"/>
                  </a:lnTo>
                  <a:lnTo>
                    <a:pt x="530128" y="249325"/>
                  </a:lnTo>
                  <a:lnTo>
                    <a:pt x="531399" y="250596"/>
                  </a:lnTo>
                  <a:lnTo>
                    <a:pt x="531408" y="250604"/>
                  </a:lnTo>
                  <a:lnTo>
                    <a:pt x="566542" y="215470"/>
                  </a:lnTo>
                  <a:lnTo>
                    <a:pt x="565258" y="214186"/>
                  </a:lnTo>
                  <a:lnTo>
                    <a:pt x="565262" y="214182"/>
                  </a:lnTo>
                  <a:lnTo>
                    <a:pt x="531326" y="180246"/>
                  </a:lnTo>
                  <a:cubicBezTo>
                    <a:pt x="524857" y="173749"/>
                    <a:pt x="524857" y="163244"/>
                    <a:pt x="531326" y="156748"/>
                  </a:cubicBezTo>
                  <a:cubicBezTo>
                    <a:pt x="537801" y="150289"/>
                    <a:pt x="548283" y="150293"/>
                    <a:pt x="554752" y="156757"/>
                  </a:cubicBezTo>
                  <a:lnTo>
                    <a:pt x="588721" y="190724"/>
                  </a:lnTo>
                  <a:lnTo>
                    <a:pt x="588721" y="190724"/>
                  </a:lnTo>
                  <a:lnTo>
                    <a:pt x="589965" y="191967"/>
                  </a:lnTo>
                  <a:lnTo>
                    <a:pt x="613381" y="168470"/>
                  </a:lnTo>
                  <a:cubicBezTo>
                    <a:pt x="619850" y="161973"/>
                    <a:pt x="619850" y="151468"/>
                    <a:pt x="613381" y="144972"/>
                  </a:cubicBezTo>
                  <a:lnTo>
                    <a:pt x="531317" y="62827"/>
                  </a:lnTo>
                  <a:cubicBezTo>
                    <a:pt x="528083" y="59594"/>
                    <a:pt x="523845" y="57978"/>
                    <a:pt x="519607" y="57978"/>
                  </a:cubicBezTo>
                  <a:close/>
                  <a:moveTo>
                    <a:pt x="519628" y="1228"/>
                  </a:moveTo>
                  <a:cubicBezTo>
                    <a:pt x="532368" y="1228"/>
                    <a:pt x="545126" y="6113"/>
                    <a:pt x="554897" y="15885"/>
                  </a:cubicBezTo>
                  <a:lnTo>
                    <a:pt x="660467" y="121537"/>
                  </a:lnTo>
                  <a:cubicBezTo>
                    <a:pt x="679858" y="141006"/>
                    <a:pt x="679858" y="172489"/>
                    <a:pt x="660467" y="191959"/>
                  </a:cubicBezTo>
                  <a:lnTo>
                    <a:pt x="625220" y="227215"/>
                  </a:lnTo>
                  <a:lnTo>
                    <a:pt x="601767" y="250686"/>
                  </a:lnTo>
                  <a:lnTo>
                    <a:pt x="566637" y="285834"/>
                  </a:lnTo>
                  <a:lnTo>
                    <a:pt x="543174" y="309296"/>
                  </a:lnTo>
                  <a:lnTo>
                    <a:pt x="505780" y="346700"/>
                  </a:lnTo>
                  <a:lnTo>
                    <a:pt x="615985" y="457015"/>
                  </a:lnTo>
                  <a:lnTo>
                    <a:pt x="456192" y="616970"/>
                  </a:lnTo>
                  <a:lnTo>
                    <a:pt x="345892" y="506597"/>
                  </a:lnTo>
                  <a:lnTo>
                    <a:pt x="345891" y="506598"/>
                  </a:lnTo>
                  <a:lnTo>
                    <a:pt x="308567" y="543940"/>
                  </a:lnTo>
                  <a:lnTo>
                    <a:pt x="308572" y="543944"/>
                  </a:lnTo>
                  <a:lnTo>
                    <a:pt x="285101" y="567415"/>
                  </a:lnTo>
                  <a:lnTo>
                    <a:pt x="249898" y="602636"/>
                  </a:lnTo>
                  <a:lnTo>
                    <a:pt x="249894" y="602640"/>
                  </a:lnTo>
                  <a:lnTo>
                    <a:pt x="249899" y="602644"/>
                  </a:lnTo>
                  <a:lnTo>
                    <a:pt x="238162" y="614381"/>
                  </a:lnTo>
                  <a:lnTo>
                    <a:pt x="226445" y="626107"/>
                  </a:lnTo>
                  <a:lnTo>
                    <a:pt x="191270" y="661291"/>
                  </a:lnTo>
                  <a:cubicBezTo>
                    <a:pt x="171912" y="680715"/>
                    <a:pt x="140473" y="680769"/>
                    <a:pt x="121049" y="661411"/>
                  </a:cubicBezTo>
                  <a:cubicBezTo>
                    <a:pt x="121006" y="661368"/>
                    <a:pt x="120963" y="661325"/>
                    <a:pt x="120920" y="661282"/>
                  </a:cubicBezTo>
                  <a:lnTo>
                    <a:pt x="15359" y="555720"/>
                  </a:lnTo>
                  <a:cubicBezTo>
                    <a:pt x="-4042" y="536255"/>
                    <a:pt x="-4042" y="504764"/>
                    <a:pt x="15359" y="485298"/>
                  </a:cubicBezTo>
                  <a:lnTo>
                    <a:pt x="170033" y="330623"/>
                  </a:lnTo>
                  <a:lnTo>
                    <a:pt x="86277" y="246811"/>
                  </a:lnTo>
                  <a:lnTo>
                    <a:pt x="246214" y="86874"/>
                  </a:lnTo>
                  <a:lnTo>
                    <a:pt x="329839" y="170583"/>
                  </a:lnTo>
                  <a:lnTo>
                    <a:pt x="329844" y="170578"/>
                  </a:lnTo>
                  <a:lnTo>
                    <a:pt x="484474" y="15885"/>
                  </a:lnTo>
                  <a:cubicBezTo>
                    <a:pt x="494169" y="6113"/>
                    <a:pt x="506889" y="1228"/>
                    <a:pt x="519628" y="1228"/>
                  </a:cubicBezTo>
                  <a:close/>
                  <a:moveTo>
                    <a:pt x="135688" y="0"/>
                  </a:moveTo>
                  <a:cubicBezTo>
                    <a:pt x="150830" y="-67"/>
                    <a:pt x="165368" y="5929"/>
                    <a:pt x="176062" y="16650"/>
                  </a:cubicBezTo>
                  <a:lnTo>
                    <a:pt x="207245" y="47861"/>
                  </a:lnTo>
                  <a:lnTo>
                    <a:pt x="47299" y="207807"/>
                  </a:lnTo>
                  <a:lnTo>
                    <a:pt x="16197" y="176677"/>
                  </a:lnTo>
                  <a:cubicBezTo>
                    <a:pt x="-5400" y="155062"/>
                    <a:pt x="-5400" y="117580"/>
                    <a:pt x="16197" y="95965"/>
                  </a:cubicBezTo>
                  <a:lnTo>
                    <a:pt x="95377" y="16722"/>
                  </a:lnTo>
                  <a:cubicBezTo>
                    <a:pt x="106021" y="5958"/>
                    <a:pt x="120550" y="-69"/>
                    <a:pt x="135688" y="0"/>
                  </a:cubicBezTo>
                  <a:close/>
                </a:path>
              </a:pathLst>
            </a:custGeom>
            <a:gradFill flip="none" rotWithShape="1">
              <a:gsLst>
                <a:gs pos="0">
                  <a:schemeClr val="accent2">
                    <a:lumMod val="40000"/>
                    <a:lumOff val="60000"/>
                  </a:schemeClr>
                </a:gs>
                <a:gs pos="78000">
                  <a:schemeClr val="accent2"/>
                </a:gs>
              </a:gsLst>
              <a:path path="circle">
                <a:fillToRect r="100000" b="100000"/>
              </a:path>
              <a:tileRect l="-100000" t="-100000"/>
            </a:gradFill>
            <a:ln w="70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latin typeface="思源黑体 CN Medium" panose="020B0600000000000000" pitchFamily="34" charset="-122"/>
                <a:ea typeface="思源黑体 CN Medium" panose="020B0600000000000000" pitchFamily="34" charset="-122"/>
              </a:endParaRPr>
            </a:p>
          </p:txBody>
        </p:sp>
        <p:grpSp>
          <p:nvGrpSpPr>
            <p:cNvPr id="51" name="组合 50">
              <a:extLst>
                <a:ext uri="{FF2B5EF4-FFF2-40B4-BE49-F238E27FC236}">
                  <a16:creationId xmlns:a16="http://schemas.microsoft.com/office/drawing/2014/main" id="{AECB14C9-C89C-90A5-41C4-13DFAC190D94}"/>
                </a:ext>
              </a:extLst>
            </p:cNvPr>
            <p:cNvGrpSpPr/>
            <p:nvPr/>
          </p:nvGrpSpPr>
          <p:grpSpPr>
            <a:xfrm>
              <a:off x="5593298" y="1492081"/>
              <a:ext cx="1005403" cy="1045301"/>
              <a:chOff x="5593298" y="1356007"/>
              <a:chExt cx="1005403" cy="1045301"/>
            </a:xfrm>
          </p:grpSpPr>
          <p:sp>
            <p:nvSpPr>
              <p:cNvPr id="93" name="矩形: 圆角 92">
                <a:extLst>
                  <a:ext uri="{FF2B5EF4-FFF2-40B4-BE49-F238E27FC236}">
                    <a16:creationId xmlns:a16="http://schemas.microsoft.com/office/drawing/2014/main" id="{0C949EE2-5FC3-96DC-75FD-709DE181C363}"/>
                  </a:ext>
                </a:extLst>
              </p:cNvPr>
              <p:cNvSpPr>
                <a:spLocks noChangeAspect="1"/>
              </p:cNvSpPr>
              <p:nvPr/>
            </p:nvSpPr>
            <p:spPr>
              <a:xfrm>
                <a:off x="5747557" y="1356007"/>
                <a:ext cx="696884" cy="696884"/>
              </a:xfrm>
              <a:prstGeom prst="roundRect">
                <a:avLst>
                  <a:gd name="adj" fmla="val 16023"/>
                </a:avLst>
              </a:prstGeom>
              <a:gradFill>
                <a:gsLst>
                  <a:gs pos="0">
                    <a:schemeClr val="accent1">
                      <a:lumMod val="20000"/>
                      <a:lumOff val="80000"/>
                    </a:schemeClr>
                  </a:gs>
                  <a:gs pos="94000">
                    <a:schemeClr val="accent1">
                      <a:lumMod val="40000"/>
                      <a:lumOff val="60000"/>
                    </a:schemeClr>
                  </a:gs>
                </a:gsLst>
                <a:lin ang="2700000" scaled="1"/>
              </a:gradFill>
              <a:ln w="3175">
                <a:noFill/>
                <a:prstDash val="solid"/>
              </a:ln>
              <a:effectLst>
                <a:outerShdw blurRad="152400" dist="482600" dir="7740000" sx="80000" sy="80000" algn="t" rotWithShape="0">
                  <a:schemeClr val="accent1">
                    <a:alpha val="40000"/>
                  </a:schemeClr>
                </a:outerShdw>
              </a:effectLst>
              <a:scene3d>
                <a:camera prst="isometricTopUp"/>
                <a:lightRig rig="contrasting" dir="t">
                  <a:rot lat="0" lon="0" rev="4800000"/>
                </a:lightRig>
              </a:scene3d>
              <a:sp3d extrusionH="57150" prstMaterial="plastic">
                <a:bevelT w="6350" h="19050"/>
                <a:bevelB w="25400" h="25400"/>
                <a:extrusionClr>
                  <a:schemeClr val="accent1"/>
                </a:extrusion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99" name="文本框 98">
                <a:extLst>
                  <a:ext uri="{FF2B5EF4-FFF2-40B4-BE49-F238E27FC236}">
                    <a16:creationId xmlns:a16="http://schemas.microsoft.com/office/drawing/2014/main" id="{56DF6393-84AA-EA12-DDE3-52FE0E2731D0}"/>
                  </a:ext>
                </a:extLst>
              </p:cNvPr>
              <p:cNvSpPr txBox="1"/>
              <p:nvPr/>
            </p:nvSpPr>
            <p:spPr>
              <a:xfrm>
                <a:off x="5593298" y="2062754"/>
                <a:ext cx="1005403" cy="338554"/>
              </a:xfrm>
              <a:prstGeom prst="rect">
                <a:avLst/>
              </a:prstGeom>
              <a:noFill/>
            </p:spPr>
            <p:txBody>
              <a:bodyPr wrap="none" rtlCol="0">
                <a:spAutoFit/>
              </a:bodyPr>
              <a:lstStyle/>
              <a:p>
                <a:pPr algn="ctr"/>
                <a:r>
                  <a:rPr lang="zh-CN" altLang="en-US" sz="1600" dirty="0">
                    <a:solidFill>
                      <a:schemeClr val="accent1"/>
                    </a:solidFill>
                    <a:latin typeface="思源黑体 CN Medium" panose="020B0600000000000000" pitchFamily="34" charset="-122"/>
                    <a:ea typeface="思源黑体 CN Medium" panose="020B0600000000000000" pitchFamily="34" charset="-122"/>
                  </a:rPr>
                  <a:t>技术实现</a:t>
                </a:r>
              </a:p>
            </p:txBody>
          </p:sp>
        </p:grpSp>
        <p:sp>
          <p:nvSpPr>
            <p:cNvPr id="111" name="图形 109">
              <a:extLst>
                <a:ext uri="{FF2B5EF4-FFF2-40B4-BE49-F238E27FC236}">
                  <a16:creationId xmlns:a16="http://schemas.microsoft.com/office/drawing/2014/main" id="{46B41071-A4F5-1399-C02E-9EB22B95BB02}"/>
                </a:ext>
              </a:extLst>
            </p:cNvPr>
            <p:cNvSpPr/>
            <p:nvPr/>
          </p:nvSpPr>
          <p:spPr>
            <a:xfrm>
              <a:off x="5869358" y="1503818"/>
              <a:ext cx="453284" cy="453284"/>
            </a:xfrm>
            <a:custGeom>
              <a:avLst/>
              <a:gdLst>
                <a:gd name="connsiteX0" fmla="*/ 401599 w 714077"/>
                <a:gd name="connsiteY0" fmla="*/ 535558 h 714077"/>
                <a:gd name="connsiteX1" fmla="*/ 401599 w 714077"/>
                <a:gd name="connsiteY1" fmla="*/ 624817 h 714077"/>
                <a:gd name="connsiteX2" fmla="*/ 535070 w 714077"/>
                <a:gd name="connsiteY2" fmla="*/ 624817 h 714077"/>
                <a:gd name="connsiteX3" fmla="*/ 535070 w 714077"/>
                <a:gd name="connsiteY3" fmla="*/ 714077 h 714077"/>
                <a:gd name="connsiteX4" fmla="*/ 178031 w 714077"/>
                <a:gd name="connsiteY4" fmla="*/ 714077 h 714077"/>
                <a:gd name="connsiteX5" fmla="*/ 178031 w 714077"/>
                <a:gd name="connsiteY5" fmla="*/ 624817 h 714077"/>
                <a:gd name="connsiteX6" fmla="*/ 312339 w 714077"/>
                <a:gd name="connsiteY6" fmla="*/ 624817 h 714077"/>
                <a:gd name="connsiteX7" fmla="*/ 312339 w 714077"/>
                <a:gd name="connsiteY7" fmla="*/ 535558 h 714077"/>
                <a:gd name="connsiteX8" fmla="*/ 0 w 714077"/>
                <a:gd name="connsiteY8" fmla="*/ 535558 h 714077"/>
                <a:gd name="connsiteX9" fmla="*/ 0 w 714077"/>
                <a:gd name="connsiteY9" fmla="*/ 0 h 714077"/>
                <a:gd name="connsiteX10" fmla="*/ 714077 w 714077"/>
                <a:gd name="connsiteY10" fmla="*/ 0 h 714077"/>
                <a:gd name="connsiteX11" fmla="*/ 714077 w 714077"/>
                <a:gd name="connsiteY11" fmla="*/ 535558 h 714077"/>
                <a:gd name="connsiteX12" fmla="*/ 401599 w 714077"/>
                <a:gd name="connsiteY12" fmla="*/ 535558 h 714077"/>
                <a:gd name="connsiteX13" fmla="*/ 431654 w 714077"/>
                <a:gd name="connsiteY13" fmla="*/ 182145 h 714077"/>
                <a:gd name="connsiteX14" fmla="*/ 393021 w 714077"/>
                <a:gd name="connsiteY14" fmla="*/ 159831 h 714077"/>
                <a:gd name="connsiteX15" fmla="*/ 281447 w 714077"/>
                <a:gd name="connsiteY15" fmla="*/ 353064 h 714077"/>
                <a:gd name="connsiteX16" fmla="*/ 320079 w 714077"/>
                <a:gd name="connsiteY16" fmla="*/ 375379 h 714077"/>
                <a:gd name="connsiteX17" fmla="*/ 431654 w 714077"/>
                <a:gd name="connsiteY17" fmla="*/ 182145 h 714077"/>
                <a:gd name="connsiteX18" fmla="*/ 152369 w 714077"/>
                <a:gd name="connsiteY18" fmla="*/ 267639 h 714077"/>
                <a:gd name="connsiteX19" fmla="*/ 247068 w 714077"/>
                <a:gd name="connsiteY19" fmla="*/ 172941 h 714077"/>
                <a:gd name="connsiteX20" fmla="*/ 215478 w 714077"/>
                <a:gd name="connsiteY20" fmla="*/ 141421 h 714077"/>
                <a:gd name="connsiteX21" fmla="*/ 120849 w 714077"/>
                <a:gd name="connsiteY21" fmla="*/ 236050 h 714077"/>
                <a:gd name="connsiteX22" fmla="*/ 89260 w 714077"/>
                <a:gd name="connsiteY22" fmla="*/ 267639 h 714077"/>
                <a:gd name="connsiteX23" fmla="*/ 120849 w 714077"/>
                <a:gd name="connsiteY23" fmla="*/ 299229 h 714077"/>
                <a:gd name="connsiteX24" fmla="*/ 215478 w 714077"/>
                <a:gd name="connsiteY24" fmla="*/ 393858 h 714077"/>
                <a:gd name="connsiteX25" fmla="*/ 247068 w 714077"/>
                <a:gd name="connsiteY25" fmla="*/ 362269 h 714077"/>
                <a:gd name="connsiteX26" fmla="*/ 152369 w 714077"/>
                <a:gd name="connsiteY26" fmla="*/ 267639 h 714077"/>
                <a:gd name="connsiteX27" fmla="*/ 467149 w 714077"/>
                <a:gd name="connsiteY27" fmla="*/ 362338 h 714077"/>
                <a:gd name="connsiteX28" fmla="*/ 498738 w 714077"/>
                <a:gd name="connsiteY28" fmla="*/ 393928 h 714077"/>
                <a:gd name="connsiteX29" fmla="*/ 593367 w 714077"/>
                <a:gd name="connsiteY29" fmla="*/ 299159 h 714077"/>
                <a:gd name="connsiteX30" fmla="*/ 624957 w 714077"/>
                <a:gd name="connsiteY30" fmla="*/ 267570 h 714077"/>
                <a:gd name="connsiteX31" fmla="*/ 593367 w 714077"/>
                <a:gd name="connsiteY31" fmla="*/ 235980 h 714077"/>
                <a:gd name="connsiteX32" fmla="*/ 498738 w 714077"/>
                <a:gd name="connsiteY32" fmla="*/ 141421 h 714077"/>
                <a:gd name="connsiteX33" fmla="*/ 467149 w 714077"/>
                <a:gd name="connsiteY33" fmla="*/ 172941 h 714077"/>
                <a:gd name="connsiteX34" fmla="*/ 561848 w 714077"/>
                <a:gd name="connsiteY34" fmla="*/ 267639 h 714077"/>
                <a:gd name="connsiteX35" fmla="*/ 467149 w 714077"/>
                <a:gd name="connsiteY35" fmla="*/ 362338 h 714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4077" h="714077">
                  <a:moveTo>
                    <a:pt x="401599" y="535558"/>
                  </a:moveTo>
                  <a:lnTo>
                    <a:pt x="401599" y="624817"/>
                  </a:lnTo>
                  <a:lnTo>
                    <a:pt x="535070" y="624817"/>
                  </a:lnTo>
                  <a:lnTo>
                    <a:pt x="535070" y="714077"/>
                  </a:lnTo>
                  <a:lnTo>
                    <a:pt x="178031" y="714077"/>
                  </a:lnTo>
                  <a:lnTo>
                    <a:pt x="178031" y="624817"/>
                  </a:lnTo>
                  <a:lnTo>
                    <a:pt x="312339" y="624817"/>
                  </a:lnTo>
                  <a:lnTo>
                    <a:pt x="312339" y="535558"/>
                  </a:lnTo>
                  <a:lnTo>
                    <a:pt x="0" y="535558"/>
                  </a:lnTo>
                  <a:lnTo>
                    <a:pt x="0" y="0"/>
                  </a:lnTo>
                  <a:lnTo>
                    <a:pt x="714077" y="0"/>
                  </a:lnTo>
                  <a:lnTo>
                    <a:pt x="714077" y="535558"/>
                  </a:lnTo>
                  <a:lnTo>
                    <a:pt x="401599" y="535558"/>
                  </a:lnTo>
                  <a:close/>
                  <a:moveTo>
                    <a:pt x="431654" y="182145"/>
                  </a:moveTo>
                  <a:lnTo>
                    <a:pt x="393021" y="159831"/>
                  </a:lnTo>
                  <a:lnTo>
                    <a:pt x="281447" y="353064"/>
                  </a:lnTo>
                  <a:lnTo>
                    <a:pt x="320079" y="375379"/>
                  </a:lnTo>
                  <a:lnTo>
                    <a:pt x="431654" y="182145"/>
                  </a:lnTo>
                  <a:close/>
                  <a:moveTo>
                    <a:pt x="152369" y="267639"/>
                  </a:moveTo>
                  <a:lnTo>
                    <a:pt x="247068" y="172941"/>
                  </a:lnTo>
                  <a:lnTo>
                    <a:pt x="215478" y="141421"/>
                  </a:lnTo>
                  <a:lnTo>
                    <a:pt x="120849" y="236050"/>
                  </a:lnTo>
                  <a:lnTo>
                    <a:pt x="89260" y="267639"/>
                  </a:lnTo>
                  <a:lnTo>
                    <a:pt x="120849" y="299229"/>
                  </a:lnTo>
                  <a:lnTo>
                    <a:pt x="215478" y="393858"/>
                  </a:lnTo>
                  <a:lnTo>
                    <a:pt x="247068" y="362269"/>
                  </a:lnTo>
                  <a:lnTo>
                    <a:pt x="152369" y="267639"/>
                  </a:lnTo>
                  <a:close/>
                  <a:moveTo>
                    <a:pt x="467149" y="362338"/>
                  </a:moveTo>
                  <a:lnTo>
                    <a:pt x="498738" y="393928"/>
                  </a:lnTo>
                  <a:lnTo>
                    <a:pt x="593367" y="299159"/>
                  </a:lnTo>
                  <a:lnTo>
                    <a:pt x="624957" y="267570"/>
                  </a:lnTo>
                  <a:lnTo>
                    <a:pt x="593367" y="235980"/>
                  </a:lnTo>
                  <a:lnTo>
                    <a:pt x="498738" y="141421"/>
                  </a:lnTo>
                  <a:lnTo>
                    <a:pt x="467149" y="172941"/>
                  </a:lnTo>
                  <a:lnTo>
                    <a:pt x="561848" y="267639"/>
                  </a:lnTo>
                  <a:lnTo>
                    <a:pt x="467149" y="362338"/>
                  </a:lnTo>
                  <a:close/>
                </a:path>
              </a:pathLst>
            </a:custGeom>
            <a:gradFill flip="none" rotWithShape="1">
              <a:gsLst>
                <a:gs pos="0">
                  <a:schemeClr val="accent2">
                    <a:lumMod val="40000"/>
                    <a:lumOff val="60000"/>
                  </a:schemeClr>
                </a:gs>
                <a:gs pos="78000">
                  <a:schemeClr val="accent2"/>
                </a:gs>
              </a:gsLst>
              <a:path path="circle">
                <a:fillToRect r="100000" b="100000"/>
              </a:path>
              <a:tileRect l="-100000" t="-100000"/>
            </a:gradFill>
            <a:ln w="70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latin typeface="思源黑体 CN Medium" panose="020B0600000000000000" pitchFamily="34" charset="-122"/>
                <a:ea typeface="思源黑体 CN Medium" panose="020B0600000000000000" pitchFamily="34" charset="-122"/>
              </a:endParaRPr>
            </a:p>
          </p:txBody>
        </p:sp>
        <p:sp>
          <p:nvSpPr>
            <p:cNvPr id="114" name="图形 112">
              <a:extLst>
                <a:ext uri="{FF2B5EF4-FFF2-40B4-BE49-F238E27FC236}">
                  <a16:creationId xmlns:a16="http://schemas.microsoft.com/office/drawing/2014/main" id="{6338CFE7-9B05-8ECA-ECD4-571E9637170D}"/>
                </a:ext>
              </a:extLst>
            </p:cNvPr>
            <p:cNvSpPr>
              <a:spLocks noChangeAspect="1"/>
            </p:cNvSpPr>
            <p:nvPr/>
          </p:nvSpPr>
          <p:spPr>
            <a:xfrm>
              <a:off x="4536613" y="1987657"/>
              <a:ext cx="504000" cy="503943"/>
            </a:xfrm>
            <a:custGeom>
              <a:avLst/>
              <a:gdLst>
                <a:gd name="connsiteX0" fmla="*/ 739875 w 803339"/>
                <a:gd name="connsiteY0" fmla="*/ 140015 h 803249"/>
                <a:gd name="connsiteX1" fmla="*/ 727864 w 803339"/>
                <a:gd name="connsiteY1" fmla="*/ 151041 h 803249"/>
                <a:gd name="connsiteX2" fmla="*/ 720513 w 803339"/>
                <a:gd name="connsiteY2" fmla="*/ 157764 h 803249"/>
                <a:gd name="connsiteX3" fmla="*/ 596364 w 803339"/>
                <a:gd name="connsiteY3" fmla="*/ 271246 h 803249"/>
                <a:gd name="connsiteX4" fmla="*/ 626572 w 803339"/>
                <a:gd name="connsiteY4" fmla="*/ 354341 h 803249"/>
                <a:gd name="connsiteX5" fmla="*/ 761030 w 803339"/>
                <a:gd name="connsiteY5" fmla="*/ 354341 h 803249"/>
                <a:gd name="connsiteX6" fmla="*/ 803339 w 803339"/>
                <a:gd name="connsiteY6" fmla="*/ 401580 h 803249"/>
                <a:gd name="connsiteX7" fmla="*/ 761030 w 803339"/>
                <a:gd name="connsiteY7" fmla="*/ 448819 h 803249"/>
                <a:gd name="connsiteX8" fmla="*/ 633206 w 803339"/>
                <a:gd name="connsiteY8" fmla="*/ 448819 h 803249"/>
                <a:gd name="connsiteX9" fmla="*/ 611692 w 803339"/>
                <a:gd name="connsiteY9" fmla="*/ 545987 h 803249"/>
                <a:gd name="connsiteX10" fmla="*/ 720513 w 803339"/>
                <a:gd name="connsiteY10" fmla="*/ 645396 h 803249"/>
                <a:gd name="connsiteX11" fmla="*/ 727864 w 803339"/>
                <a:gd name="connsiteY11" fmla="*/ 652119 h 803249"/>
                <a:gd name="connsiteX12" fmla="*/ 739875 w 803339"/>
                <a:gd name="connsiteY12" fmla="*/ 663145 h 803249"/>
                <a:gd name="connsiteX13" fmla="*/ 739875 w 803339"/>
                <a:gd name="connsiteY13" fmla="*/ 756010 h 803249"/>
                <a:gd name="connsiteX14" fmla="*/ 697566 w 803339"/>
                <a:gd name="connsiteY14" fmla="*/ 803250 h 803249"/>
                <a:gd name="connsiteX15" fmla="*/ 655257 w 803339"/>
                <a:gd name="connsiteY15" fmla="*/ 756010 h 803249"/>
                <a:gd name="connsiteX16" fmla="*/ 655257 w 803339"/>
                <a:gd name="connsiteY16" fmla="*/ 695056 h 803249"/>
                <a:gd name="connsiteX17" fmla="*/ 571445 w 803339"/>
                <a:gd name="connsiteY17" fmla="*/ 618505 h 803249"/>
                <a:gd name="connsiteX18" fmla="*/ 401670 w 803339"/>
                <a:gd name="connsiteY18" fmla="*/ 708681 h 803249"/>
                <a:gd name="connsiteX19" fmla="*/ 225709 w 803339"/>
                <a:gd name="connsiteY19" fmla="*/ 609989 h 803249"/>
                <a:gd name="connsiteX20" fmla="*/ 147724 w 803339"/>
                <a:gd name="connsiteY20" fmla="*/ 681252 h 803249"/>
                <a:gd name="connsiteX21" fmla="*/ 148083 w 803339"/>
                <a:gd name="connsiteY21" fmla="*/ 685106 h 803249"/>
                <a:gd name="connsiteX22" fmla="*/ 148083 w 803339"/>
                <a:gd name="connsiteY22" fmla="*/ 756010 h 803249"/>
                <a:gd name="connsiteX23" fmla="*/ 105773 w 803339"/>
                <a:gd name="connsiteY23" fmla="*/ 803250 h 803249"/>
                <a:gd name="connsiteX24" fmla="*/ 63464 w 803339"/>
                <a:gd name="connsiteY24" fmla="*/ 756010 h 803249"/>
                <a:gd name="connsiteX25" fmla="*/ 63464 w 803339"/>
                <a:gd name="connsiteY25" fmla="*/ 649251 h 803249"/>
                <a:gd name="connsiteX26" fmla="*/ 187792 w 803339"/>
                <a:gd name="connsiteY26" fmla="*/ 535589 h 803249"/>
                <a:gd name="connsiteX27" fmla="*/ 170134 w 803339"/>
                <a:gd name="connsiteY27" fmla="*/ 448999 h 803249"/>
                <a:gd name="connsiteX28" fmla="*/ 42309 w 803339"/>
                <a:gd name="connsiteY28" fmla="*/ 448999 h 803249"/>
                <a:gd name="connsiteX29" fmla="*/ 0 w 803339"/>
                <a:gd name="connsiteY29" fmla="*/ 401759 h 803249"/>
                <a:gd name="connsiteX30" fmla="*/ 42309 w 803339"/>
                <a:gd name="connsiteY30" fmla="*/ 354520 h 803249"/>
                <a:gd name="connsiteX31" fmla="*/ 176767 w 803339"/>
                <a:gd name="connsiteY31" fmla="*/ 354520 h 803249"/>
                <a:gd name="connsiteX32" fmla="*/ 201955 w 803339"/>
                <a:gd name="connsiteY32" fmla="*/ 280747 h 803249"/>
                <a:gd name="connsiteX33" fmla="*/ 63464 w 803339"/>
                <a:gd name="connsiteY33" fmla="*/ 154088 h 803249"/>
                <a:gd name="connsiteX34" fmla="*/ 63464 w 803339"/>
                <a:gd name="connsiteY34" fmla="*/ 70904 h 803249"/>
                <a:gd name="connsiteX35" fmla="*/ 105773 w 803339"/>
                <a:gd name="connsiteY35" fmla="*/ 23665 h 803249"/>
                <a:gd name="connsiteX36" fmla="*/ 148083 w 803339"/>
                <a:gd name="connsiteY36" fmla="*/ 70904 h 803249"/>
                <a:gd name="connsiteX37" fmla="*/ 148083 w 803339"/>
                <a:gd name="connsiteY37" fmla="*/ 118143 h 803249"/>
                <a:gd name="connsiteX38" fmla="*/ 147724 w 803339"/>
                <a:gd name="connsiteY38" fmla="*/ 121998 h 803249"/>
                <a:gd name="connsiteX39" fmla="*/ 247760 w 803339"/>
                <a:gd name="connsiteY39" fmla="*/ 213429 h 803249"/>
                <a:gd name="connsiteX40" fmla="*/ 274831 w 803339"/>
                <a:gd name="connsiteY40" fmla="*/ 187882 h 803249"/>
                <a:gd name="connsiteX41" fmla="*/ 274831 w 803339"/>
                <a:gd name="connsiteY41" fmla="*/ 141808 h 803249"/>
                <a:gd name="connsiteX42" fmla="*/ 401670 w 803339"/>
                <a:gd name="connsiteY42" fmla="*/ 0 h 803249"/>
                <a:gd name="connsiteX43" fmla="*/ 528508 w 803339"/>
                <a:gd name="connsiteY43" fmla="*/ 141718 h 803249"/>
                <a:gd name="connsiteX44" fmla="*/ 528508 w 803339"/>
                <a:gd name="connsiteY44" fmla="*/ 187792 h 803249"/>
                <a:gd name="connsiteX45" fmla="*/ 548497 w 803339"/>
                <a:gd name="connsiteY45" fmla="*/ 205899 h 803249"/>
                <a:gd name="connsiteX46" fmla="*/ 655346 w 803339"/>
                <a:gd name="connsiteY46" fmla="*/ 108283 h 803249"/>
                <a:gd name="connsiteX47" fmla="*/ 655346 w 803339"/>
                <a:gd name="connsiteY47" fmla="*/ 70904 h 803249"/>
                <a:gd name="connsiteX48" fmla="*/ 697656 w 803339"/>
                <a:gd name="connsiteY48" fmla="*/ 23665 h 803249"/>
                <a:gd name="connsiteX49" fmla="*/ 739158 w 803339"/>
                <a:gd name="connsiteY49" fmla="*/ 62478 h 803249"/>
                <a:gd name="connsiteX50" fmla="*/ 739875 w 803339"/>
                <a:gd name="connsiteY50" fmla="*/ 63195 h 803249"/>
                <a:gd name="connsiteX51" fmla="*/ 739875 w 803339"/>
                <a:gd name="connsiteY51" fmla="*/ 140015 h 80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339" h="803249">
                  <a:moveTo>
                    <a:pt x="739875" y="140015"/>
                  </a:moveTo>
                  <a:lnTo>
                    <a:pt x="727864" y="151041"/>
                  </a:lnTo>
                  <a:cubicBezTo>
                    <a:pt x="725623" y="153551"/>
                    <a:pt x="723202" y="155792"/>
                    <a:pt x="720513" y="157764"/>
                  </a:cubicBezTo>
                  <a:lnTo>
                    <a:pt x="596364" y="271246"/>
                  </a:lnTo>
                  <a:cubicBezTo>
                    <a:pt x="609810" y="296524"/>
                    <a:pt x="620208" y="324401"/>
                    <a:pt x="626572" y="354341"/>
                  </a:cubicBezTo>
                  <a:lnTo>
                    <a:pt x="761030" y="354341"/>
                  </a:lnTo>
                  <a:cubicBezTo>
                    <a:pt x="784336" y="354341"/>
                    <a:pt x="803339" y="375495"/>
                    <a:pt x="803339" y="401580"/>
                  </a:cubicBezTo>
                  <a:cubicBezTo>
                    <a:pt x="803339" y="427665"/>
                    <a:pt x="784425" y="448819"/>
                    <a:pt x="761030" y="448819"/>
                  </a:cubicBezTo>
                  <a:lnTo>
                    <a:pt x="633206" y="448819"/>
                  </a:lnTo>
                  <a:cubicBezTo>
                    <a:pt x="630875" y="483330"/>
                    <a:pt x="623256" y="516048"/>
                    <a:pt x="611692" y="545987"/>
                  </a:cubicBezTo>
                  <a:lnTo>
                    <a:pt x="720513" y="645396"/>
                  </a:lnTo>
                  <a:cubicBezTo>
                    <a:pt x="723202" y="647368"/>
                    <a:pt x="725623" y="649520"/>
                    <a:pt x="727864" y="652119"/>
                  </a:cubicBezTo>
                  <a:lnTo>
                    <a:pt x="739875" y="663145"/>
                  </a:lnTo>
                  <a:lnTo>
                    <a:pt x="739875" y="756010"/>
                  </a:lnTo>
                  <a:cubicBezTo>
                    <a:pt x="739875" y="782095"/>
                    <a:pt x="720962" y="803250"/>
                    <a:pt x="697566" y="803250"/>
                  </a:cubicBezTo>
                  <a:cubicBezTo>
                    <a:pt x="674260" y="803250"/>
                    <a:pt x="655257" y="782095"/>
                    <a:pt x="655257" y="756010"/>
                  </a:cubicBezTo>
                  <a:lnTo>
                    <a:pt x="655257" y="695056"/>
                  </a:lnTo>
                  <a:lnTo>
                    <a:pt x="571445" y="618505"/>
                  </a:lnTo>
                  <a:cubicBezTo>
                    <a:pt x="529135" y="673812"/>
                    <a:pt x="468809" y="708681"/>
                    <a:pt x="401670" y="708681"/>
                  </a:cubicBezTo>
                  <a:cubicBezTo>
                    <a:pt x="331214" y="708681"/>
                    <a:pt x="268288" y="670316"/>
                    <a:pt x="225709" y="609989"/>
                  </a:cubicBezTo>
                  <a:lnTo>
                    <a:pt x="147724" y="681252"/>
                  </a:lnTo>
                  <a:cubicBezTo>
                    <a:pt x="147814" y="682507"/>
                    <a:pt x="148083" y="683762"/>
                    <a:pt x="148083" y="685106"/>
                  </a:cubicBezTo>
                  <a:lnTo>
                    <a:pt x="148083" y="756010"/>
                  </a:lnTo>
                  <a:cubicBezTo>
                    <a:pt x="148083" y="782095"/>
                    <a:pt x="129169" y="803250"/>
                    <a:pt x="105773" y="803250"/>
                  </a:cubicBezTo>
                  <a:cubicBezTo>
                    <a:pt x="82378" y="803250"/>
                    <a:pt x="63464" y="782095"/>
                    <a:pt x="63464" y="756010"/>
                  </a:cubicBezTo>
                  <a:lnTo>
                    <a:pt x="63464" y="649251"/>
                  </a:lnTo>
                  <a:lnTo>
                    <a:pt x="187792" y="535589"/>
                  </a:lnTo>
                  <a:cubicBezTo>
                    <a:pt x="178069" y="507643"/>
                    <a:pt x="172131" y="478521"/>
                    <a:pt x="170134" y="448999"/>
                  </a:cubicBezTo>
                  <a:lnTo>
                    <a:pt x="42309" y="448999"/>
                  </a:lnTo>
                  <a:cubicBezTo>
                    <a:pt x="19003" y="448999"/>
                    <a:pt x="0" y="427844"/>
                    <a:pt x="0" y="401759"/>
                  </a:cubicBezTo>
                  <a:cubicBezTo>
                    <a:pt x="0" y="375674"/>
                    <a:pt x="18914" y="354520"/>
                    <a:pt x="42309" y="354520"/>
                  </a:cubicBezTo>
                  <a:lnTo>
                    <a:pt x="176767" y="354520"/>
                  </a:lnTo>
                  <a:cubicBezTo>
                    <a:pt x="182324" y="328256"/>
                    <a:pt x="190840" y="303516"/>
                    <a:pt x="201955" y="280747"/>
                  </a:cubicBezTo>
                  <a:lnTo>
                    <a:pt x="63464" y="154088"/>
                  </a:lnTo>
                  <a:lnTo>
                    <a:pt x="63464" y="70904"/>
                  </a:lnTo>
                  <a:cubicBezTo>
                    <a:pt x="63464" y="44819"/>
                    <a:pt x="82378" y="23665"/>
                    <a:pt x="105773" y="23665"/>
                  </a:cubicBezTo>
                  <a:cubicBezTo>
                    <a:pt x="129079" y="23665"/>
                    <a:pt x="148083" y="44819"/>
                    <a:pt x="148083" y="70904"/>
                  </a:cubicBezTo>
                  <a:lnTo>
                    <a:pt x="148083" y="118143"/>
                  </a:lnTo>
                  <a:cubicBezTo>
                    <a:pt x="148083" y="119488"/>
                    <a:pt x="147814" y="120653"/>
                    <a:pt x="147724" y="121998"/>
                  </a:cubicBezTo>
                  <a:lnTo>
                    <a:pt x="247760" y="213429"/>
                  </a:lnTo>
                  <a:cubicBezTo>
                    <a:pt x="256276" y="204196"/>
                    <a:pt x="265240" y="195501"/>
                    <a:pt x="274831" y="187882"/>
                  </a:cubicBezTo>
                  <a:lnTo>
                    <a:pt x="274831" y="141808"/>
                  </a:lnTo>
                  <a:cubicBezTo>
                    <a:pt x="274831" y="63464"/>
                    <a:pt x="331662" y="0"/>
                    <a:pt x="401670" y="0"/>
                  </a:cubicBezTo>
                  <a:cubicBezTo>
                    <a:pt x="471677" y="0"/>
                    <a:pt x="528508" y="63464"/>
                    <a:pt x="528508" y="141718"/>
                  </a:cubicBezTo>
                  <a:lnTo>
                    <a:pt x="528508" y="187792"/>
                  </a:lnTo>
                  <a:cubicBezTo>
                    <a:pt x="535500" y="193350"/>
                    <a:pt x="542133" y="199445"/>
                    <a:pt x="548497" y="205899"/>
                  </a:cubicBezTo>
                  <a:lnTo>
                    <a:pt x="655346" y="108283"/>
                  </a:lnTo>
                  <a:lnTo>
                    <a:pt x="655346" y="70904"/>
                  </a:lnTo>
                  <a:cubicBezTo>
                    <a:pt x="655346" y="44819"/>
                    <a:pt x="674260" y="23665"/>
                    <a:pt x="697656" y="23665"/>
                  </a:cubicBezTo>
                  <a:cubicBezTo>
                    <a:pt x="718452" y="23665"/>
                    <a:pt x="735662" y="40427"/>
                    <a:pt x="739158" y="62478"/>
                  </a:cubicBezTo>
                  <a:lnTo>
                    <a:pt x="739875" y="63195"/>
                  </a:lnTo>
                  <a:lnTo>
                    <a:pt x="739875" y="140015"/>
                  </a:lnTo>
                  <a:close/>
                </a:path>
              </a:pathLst>
            </a:custGeom>
            <a:gradFill flip="none" rotWithShape="1">
              <a:gsLst>
                <a:gs pos="0">
                  <a:schemeClr val="accent2">
                    <a:lumMod val="40000"/>
                    <a:lumOff val="60000"/>
                  </a:schemeClr>
                </a:gs>
                <a:gs pos="78000">
                  <a:schemeClr val="accent2"/>
                </a:gs>
              </a:gsLst>
              <a:path path="circle">
                <a:fillToRect r="100000" b="100000"/>
              </a:path>
              <a:tileRect l="-100000" t="-100000"/>
            </a:gradFill>
            <a:ln w="70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latin typeface="思源黑体 CN Medium" panose="020B0600000000000000" pitchFamily="34" charset="-122"/>
                <a:ea typeface="思源黑体 CN Medium" panose="020B0600000000000000" pitchFamily="34" charset="-122"/>
              </a:endParaRPr>
            </a:p>
          </p:txBody>
        </p:sp>
        <p:sp>
          <p:nvSpPr>
            <p:cNvPr id="117" name="图形 115">
              <a:extLst>
                <a:ext uri="{FF2B5EF4-FFF2-40B4-BE49-F238E27FC236}">
                  <a16:creationId xmlns:a16="http://schemas.microsoft.com/office/drawing/2014/main" id="{10C90327-E790-CC17-88DE-0BEBA1E7714A}"/>
                </a:ext>
              </a:extLst>
            </p:cNvPr>
            <p:cNvSpPr>
              <a:spLocks noChangeAspect="1"/>
            </p:cNvSpPr>
            <p:nvPr/>
          </p:nvSpPr>
          <p:spPr>
            <a:xfrm>
              <a:off x="3802174" y="3439083"/>
              <a:ext cx="504000" cy="498791"/>
            </a:xfrm>
            <a:custGeom>
              <a:avLst/>
              <a:gdLst>
                <a:gd name="connsiteX0" fmla="*/ 634260 w 676346"/>
                <a:gd name="connsiteY0" fmla="*/ 3329 h 669355"/>
                <a:gd name="connsiteX1" fmla="*/ 673023 w 676346"/>
                <a:gd name="connsiteY1" fmla="*/ 15288 h 669355"/>
                <a:gd name="connsiteX2" fmla="*/ 676140 w 676346"/>
                <a:gd name="connsiteY2" fmla="*/ 32128 h 669355"/>
                <a:gd name="connsiteX3" fmla="*/ 605959 w 676346"/>
                <a:gd name="connsiteY3" fmla="*/ 621035 h 669355"/>
                <a:gd name="connsiteX4" fmla="*/ 574061 w 676346"/>
                <a:gd name="connsiteY4" fmla="*/ 646098 h 669355"/>
                <a:gd name="connsiteX5" fmla="*/ 565915 w 676346"/>
                <a:gd name="connsiteY5" fmla="*/ 643868 h 669355"/>
                <a:gd name="connsiteX6" fmla="*/ 384784 w 676346"/>
                <a:gd name="connsiteY6" fmla="*/ 563973 h 669355"/>
                <a:gd name="connsiteX7" fmla="*/ 288902 w 676346"/>
                <a:gd name="connsiteY7" fmla="*/ 660849 h 669355"/>
                <a:gd name="connsiteX8" fmla="*/ 248336 w 676346"/>
                <a:gd name="connsiteY8" fmla="*/ 661058 h 669355"/>
                <a:gd name="connsiteX9" fmla="*/ 240100 w 676346"/>
                <a:gd name="connsiteY9" fmla="*/ 644595 h 669355"/>
                <a:gd name="connsiteX10" fmla="*/ 239832 w 676346"/>
                <a:gd name="connsiteY10" fmla="*/ 640655 h 669355"/>
                <a:gd name="connsiteX11" fmla="*/ 239871 w 676346"/>
                <a:gd name="connsiteY11" fmla="*/ 521482 h 669355"/>
                <a:gd name="connsiteX12" fmla="*/ 603281 w 676346"/>
                <a:gd name="connsiteY12" fmla="*/ 75001 h 669355"/>
                <a:gd name="connsiteX13" fmla="*/ 608980 w 676346"/>
                <a:gd name="connsiteY13" fmla="*/ 67926 h 669355"/>
                <a:gd name="connsiteX14" fmla="*/ 627261 w 676346"/>
                <a:gd name="connsiteY14" fmla="*/ 44520 h 669355"/>
                <a:gd name="connsiteX15" fmla="*/ 596780 w 676346"/>
                <a:gd name="connsiteY15" fmla="*/ 74351 h 669355"/>
                <a:gd name="connsiteX16" fmla="*/ 571767 w 676346"/>
                <a:gd name="connsiteY16" fmla="*/ 99402 h 669355"/>
                <a:gd name="connsiteX17" fmla="*/ 188430 w 676346"/>
                <a:gd name="connsiteY17" fmla="*/ 486257 h 669355"/>
                <a:gd name="connsiteX18" fmla="*/ 198183 w 676346"/>
                <a:gd name="connsiteY18" fmla="*/ 476390 h 669355"/>
                <a:gd name="connsiteX19" fmla="*/ 15330 w 676346"/>
                <a:gd name="connsiteY19" fmla="*/ 380279 h 669355"/>
                <a:gd name="connsiteX20" fmla="*/ 3322 w 676346"/>
                <a:gd name="connsiteY20" fmla="*/ 341474 h 669355"/>
                <a:gd name="connsiteX21" fmla="*/ 8599 w 676346"/>
                <a:gd name="connsiteY21" fmla="*/ 334384 h 669355"/>
                <a:gd name="connsiteX22" fmla="*/ 11697 w 676346"/>
                <a:gd name="connsiteY22" fmla="*/ 331745 h 669355"/>
                <a:gd name="connsiteX23" fmla="*/ 15292 w 676346"/>
                <a:gd name="connsiteY23" fmla="*/ 329527 h 669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6346" h="669355">
                  <a:moveTo>
                    <a:pt x="634260" y="3329"/>
                  </a:moveTo>
                  <a:cubicBezTo>
                    <a:pt x="648267" y="-4073"/>
                    <a:pt x="665622" y="1282"/>
                    <a:pt x="673023" y="15288"/>
                  </a:cubicBezTo>
                  <a:cubicBezTo>
                    <a:pt x="675752" y="20453"/>
                    <a:pt x="676840" y="26328"/>
                    <a:pt x="676140" y="32128"/>
                  </a:cubicBezTo>
                  <a:lnTo>
                    <a:pt x="605959" y="621035"/>
                  </a:lnTo>
                  <a:cubicBezTo>
                    <a:pt x="604071" y="636764"/>
                    <a:pt x="589790" y="647985"/>
                    <a:pt x="574061" y="646098"/>
                  </a:cubicBezTo>
                  <a:cubicBezTo>
                    <a:pt x="571251" y="645760"/>
                    <a:pt x="568506" y="645009"/>
                    <a:pt x="565915" y="643868"/>
                  </a:cubicBezTo>
                  <a:lnTo>
                    <a:pt x="384784" y="563973"/>
                  </a:lnTo>
                  <a:lnTo>
                    <a:pt x="288902" y="660849"/>
                  </a:lnTo>
                  <a:cubicBezTo>
                    <a:pt x="277757" y="672108"/>
                    <a:pt x="259596" y="672202"/>
                    <a:pt x="248336" y="661058"/>
                  </a:cubicBezTo>
                  <a:cubicBezTo>
                    <a:pt x="243857" y="656624"/>
                    <a:pt x="240962" y="650838"/>
                    <a:pt x="240100" y="644595"/>
                  </a:cubicBezTo>
                  <a:lnTo>
                    <a:pt x="239832" y="640655"/>
                  </a:lnTo>
                  <a:lnTo>
                    <a:pt x="239871" y="521482"/>
                  </a:lnTo>
                  <a:cubicBezTo>
                    <a:pt x="433853" y="283899"/>
                    <a:pt x="555015" y="135085"/>
                    <a:pt x="603281" y="75001"/>
                  </a:cubicBezTo>
                  <a:lnTo>
                    <a:pt x="608980" y="67926"/>
                  </a:lnTo>
                  <a:cubicBezTo>
                    <a:pt x="621333" y="52475"/>
                    <a:pt x="627453" y="44673"/>
                    <a:pt x="627261" y="44520"/>
                  </a:cubicBezTo>
                  <a:cubicBezTo>
                    <a:pt x="627070" y="44367"/>
                    <a:pt x="616897" y="54310"/>
                    <a:pt x="596780" y="74351"/>
                  </a:cubicBezTo>
                  <a:lnTo>
                    <a:pt x="571767" y="99402"/>
                  </a:lnTo>
                  <a:cubicBezTo>
                    <a:pt x="504722" y="166600"/>
                    <a:pt x="376943" y="295564"/>
                    <a:pt x="188430" y="486257"/>
                  </a:cubicBezTo>
                  <a:lnTo>
                    <a:pt x="198183" y="476390"/>
                  </a:lnTo>
                  <a:lnTo>
                    <a:pt x="15330" y="380279"/>
                  </a:lnTo>
                  <a:cubicBezTo>
                    <a:pt x="1299" y="372879"/>
                    <a:pt x="-4077" y="355506"/>
                    <a:pt x="3322" y="341474"/>
                  </a:cubicBezTo>
                  <a:cubicBezTo>
                    <a:pt x="4705" y="338853"/>
                    <a:pt x="6485" y="336461"/>
                    <a:pt x="8599" y="334384"/>
                  </a:cubicBezTo>
                  <a:lnTo>
                    <a:pt x="11697" y="331745"/>
                  </a:lnTo>
                  <a:lnTo>
                    <a:pt x="15292" y="329527"/>
                  </a:lnTo>
                  <a:close/>
                </a:path>
              </a:pathLst>
            </a:custGeom>
            <a:gradFill flip="none" rotWithShape="1">
              <a:gsLst>
                <a:gs pos="0">
                  <a:schemeClr val="accent2">
                    <a:lumMod val="40000"/>
                    <a:lumOff val="60000"/>
                  </a:schemeClr>
                </a:gs>
                <a:gs pos="78000">
                  <a:schemeClr val="accent2"/>
                </a:gs>
              </a:gsLst>
              <a:path path="circle">
                <a:fillToRect r="100000" b="100000"/>
              </a:path>
              <a:tileRect l="-100000" t="-100000"/>
            </a:gradFill>
            <a:ln w="70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latin typeface="思源黑体 CN Medium" panose="020B0600000000000000" pitchFamily="34" charset="-122"/>
                <a:ea typeface="思源黑体 CN Medium" panose="020B0600000000000000" pitchFamily="34" charset="-122"/>
              </a:endParaRPr>
            </a:p>
          </p:txBody>
        </p:sp>
        <p:sp>
          <p:nvSpPr>
            <p:cNvPr id="123" name="任意多边形: 形状 122">
              <a:extLst>
                <a:ext uri="{FF2B5EF4-FFF2-40B4-BE49-F238E27FC236}">
                  <a16:creationId xmlns:a16="http://schemas.microsoft.com/office/drawing/2014/main" id="{6D8C4F99-1A11-2065-3B7E-E45A2851A75C}"/>
                </a:ext>
              </a:extLst>
            </p:cNvPr>
            <p:cNvSpPr>
              <a:spLocks noChangeAspect="1"/>
            </p:cNvSpPr>
            <p:nvPr/>
          </p:nvSpPr>
          <p:spPr>
            <a:xfrm>
              <a:off x="4521027" y="4758241"/>
              <a:ext cx="494923" cy="500138"/>
            </a:xfrm>
            <a:custGeom>
              <a:avLst/>
              <a:gdLst>
                <a:gd name="connsiteX0" fmla="*/ 638290 w 638290"/>
                <a:gd name="connsiteY0" fmla="*/ 338029 h 645015"/>
                <a:gd name="connsiteX1" fmla="*/ 564202 w 638290"/>
                <a:gd name="connsiteY1" fmla="*/ 520649 h 645015"/>
                <a:gd name="connsiteX2" fmla="*/ 379471 w 638290"/>
                <a:gd name="connsiteY2" fmla="*/ 338615 h 645015"/>
                <a:gd name="connsiteX3" fmla="*/ 296469 w 638290"/>
                <a:gd name="connsiteY3" fmla="*/ 938 h 645015"/>
                <a:gd name="connsiteX4" fmla="*/ 296469 w 638290"/>
                <a:gd name="connsiteY4" fmla="*/ 322233 h 645015"/>
                <a:gd name="connsiteX5" fmla="*/ 303780 w 638290"/>
                <a:gd name="connsiteY5" fmla="*/ 339671 h 645015"/>
                <a:gd name="connsiteX6" fmla="*/ 533590 w 638290"/>
                <a:gd name="connsiteY6" fmla="*/ 566157 h 645015"/>
                <a:gd name="connsiteX7" fmla="*/ 322625 w 638290"/>
                <a:gd name="connsiteY7" fmla="*/ 645015 h 645015"/>
                <a:gd name="connsiteX8" fmla="*/ 0 w 638290"/>
                <a:gd name="connsiteY8" fmla="*/ 322390 h 645015"/>
                <a:gd name="connsiteX9" fmla="*/ 296469 w 638290"/>
                <a:gd name="connsiteY9" fmla="*/ 938 h 645015"/>
                <a:gd name="connsiteX10" fmla="*/ 347373 w 638290"/>
                <a:gd name="connsiteY10" fmla="*/ 0 h 645015"/>
                <a:gd name="connsiteX11" fmla="*/ 637782 w 638290"/>
                <a:gd name="connsiteY11" fmla="*/ 285991 h 645015"/>
                <a:gd name="connsiteX12" fmla="*/ 347373 w 638290"/>
                <a:gd name="connsiteY12" fmla="*/ 286656 h 64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8290" h="645015">
                  <a:moveTo>
                    <a:pt x="638290" y="338029"/>
                  </a:moveTo>
                  <a:cubicBezTo>
                    <a:pt x="633755" y="407425"/>
                    <a:pt x="606661" y="470722"/>
                    <a:pt x="564202" y="520649"/>
                  </a:cubicBezTo>
                  <a:lnTo>
                    <a:pt x="379471" y="338615"/>
                  </a:lnTo>
                  <a:close/>
                  <a:moveTo>
                    <a:pt x="296469" y="938"/>
                  </a:moveTo>
                  <a:lnTo>
                    <a:pt x="296469" y="322233"/>
                  </a:lnTo>
                  <a:cubicBezTo>
                    <a:pt x="296482" y="328789"/>
                    <a:pt x="299114" y="335067"/>
                    <a:pt x="303780" y="339671"/>
                  </a:cubicBezTo>
                  <a:lnTo>
                    <a:pt x="533590" y="566157"/>
                  </a:lnTo>
                  <a:cubicBezTo>
                    <a:pt x="476978" y="615223"/>
                    <a:pt x="403242" y="645015"/>
                    <a:pt x="322625" y="645015"/>
                  </a:cubicBezTo>
                  <a:cubicBezTo>
                    <a:pt x="144735" y="645015"/>
                    <a:pt x="0" y="500279"/>
                    <a:pt x="0" y="322390"/>
                  </a:cubicBezTo>
                  <a:cubicBezTo>
                    <a:pt x="0" y="153336"/>
                    <a:pt x="130778" y="14309"/>
                    <a:pt x="296469" y="938"/>
                  </a:cubicBezTo>
                  <a:close/>
                  <a:moveTo>
                    <a:pt x="347373" y="0"/>
                  </a:moveTo>
                  <a:cubicBezTo>
                    <a:pt x="501062" y="11064"/>
                    <a:pt x="624450" y="132967"/>
                    <a:pt x="637782" y="285991"/>
                  </a:cubicBezTo>
                  <a:lnTo>
                    <a:pt x="347373" y="286656"/>
                  </a:lnTo>
                  <a:close/>
                </a:path>
              </a:pathLst>
            </a:custGeom>
            <a:gradFill flip="none" rotWithShape="1">
              <a:gsLst>
                <a:gs pos="0">
                  <a:schemeClr val="accent2">
                    <a:lumMod val="40000"/>
                    <a:lumOff val="60000"/>
                  </a:schemeClr>
                </a:gs>
                <a:gs pos="78000">
                  <a:schemeClr val="accent2"/>
                </a:gs>
              </a:gsLst>
              <a:path path="circle">
                <a:fillToRect r="100000" b="100000"/>
              </a:path>
              <a:tileRect l="-100000" t="-100000"/>
            </a:gradFill>
            <a:ln w="70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latin typeface="思源黑体 CN Medium" panose="020B0600000000000000" pitchFamily="34" charset="-122"/>
                <a:ea typeface="思源黑体 CN Medium" panose="020B0600000000000000" pitchFamily="34" charset="-122"/>
              </a:endParaRPr>
            </a:p>
          </p:txBody>
        </p:sp>
        <p:sp>
          <p:nvSpPr>
            <p:cNvPr id="130" name="右大括号 129">
              <a:extLst>
                <a:ext uri="{FF2B5EF4-FFF2-40B4-BE49-F238E27FC236}">
                  <a16:creationId xmlns:a16="http://schemas.microsoft.com/office/drawing/2014/main" id="{332C53E8-01E0-5D5B-F3A7-CF1A8CFAE9E7}"/>
                </a:ext>
              </a:extLst>
            </p:cNvPr>
            <p:cNvSpPr/>
            <p:nvPr/>
          </p:nvSpPr>
          <p:spPr>
            <a:xfrm rot="16200000">
              <a:off x="5931965" y="5043087"/>
              <a:ext cx="328070" cy="2700085"/>
            </a:xfrm>
            <a:prstGeom prst="rightBrace">
              <a:avLst>
                <a:gd name="adj1" fmla="val 88526"/>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grpSp>
          <p:nvGrpSpPr>
            <p:cNvPr id="128" name="组合 127">
              <a:extLst>
                <a:ext uri="{FF2B5EF4-FFF2-40B4-BE49-F238E27FC236}">
                  <a16:creationId xmlns:a16="http://schemas.microsoft.com/office/drawing/2014/main" id="{D114FA12-6E06-466C-130E-B2B947695E81}"/>
                </a:ext>
              </a:extLst>
            </p:cNvPr>
            <p:cNvGrpSpPr/>
            <p:nvPr/>
          </p:nvGrpSpPr>
          <p:grpSpPr>
            <a:xfrm>
              <a:off x="5432196" y="5293549"/>
              <a:ext cx="1327608" cy="1047786"/>
              <a:chOff x="5432196" y="5331649"/>
              <a:chExt cx="1327608" cy="1047786"/>
            </a:xfrm>
          </p:grpSpPr>
          <p:sp>
            <p:nvSpPr>
              <p:cNvPr id="89" name="矩形: 圆角 88">
                <a:extLst>
                  <a:ext uri="{FF2B5EF4-FFF2-40B4-BE49-F238E27FC236}">
                    <a16:creationId xmlns:a16="http://schemas.microsoft.com/office/drawing/2014/main" id="{EE0243A9-D8B0-D21E-3F1D-5D39BD39C712}"/>
                  </a:ext>
                </a:extLst>
              </p:cNvPr>
              <p:cNvSpPr>
                <a:spLocks noChangeAspect="1"/>
              </p:cNvSpPr>
              <p:nvPr/>
            </p:nvSpPr>
            <p:spPr>
              <a:xfrm>
                <a:off x="5747558" y="5331649"/>
                <a:ext cx="696884" cy="696884"/>
              </a:xfrm>
              <a:prstGeom prst="roundRect">
                <a:avLst>
                  <a:gd name="adj" fmla="val 16023"/>
                </a:avLst>
              </a:prstGeom>
              <a:gradFill>
                <a:gsLst>
                  <a:gs pos="0">
                    <a:schemeClr val="accent1">
                      <a:lumMod val="20000"/>
                      <a:lumOff val="80000"/>
                    </a:schemeClr>
                  </a:gs>
                  <a:gs pos="94000">
                    <a:schemeClr val="accent1">
                      <a:lumMod val="40000"/>
                      <a:lumOff val="60000"/>
                    </a:schemeClr>
                  </a:gs>
                </a:gsLst>
                <a:lin ang="2700000" scaled="1"/>
              </a:gradFill>
              <a:ln w="3175">
                <a:noFill/>
                <a:prstDash val="solid"/>
              </a:ln>
              <a:effectLst>
                <a:outerShdw blurRad="152400" dist="482600" dir="7740000" sx="80000" sy="80000" algn="t" rotWithShape="0">
                  <a:schemeClr val="accent1">
                    <a:alpha val="40000"/>
                  </a:schemeClr>
                </a:outerShdw>
              </a:effectLst>
              <a:scene3d>
                <a:camera prst="isometricTopUp"/>
                <a:lightRig rig="contrasting" dir="t">
                  <a:rot lat="0" lon="0" rev="4800000"/>
                </a:lightRig>
              </a:scene3d>
              <a:sp3d extrusionH="57150" prstMaterial="plastic">
                <a:bevelT w="6350" h="19050"/>
                <a:bevelB w="25400" h="25400"/>
                <a:extrusionClr>
                  <a:schemeClr val="accent1"/>
                </a:extrusion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96" name="文本框 95">
                <a:extLst>
                  <a:ext uri="{FF2B5EF4-FFF2-40B4-BE49-F238E27FC236}">
                    <a16:creationId xmlns:a16="http://schemas.microsoft.com/office/drawing/2014/main" id="{0AF9CB73-1929-8593-5435-156CC99E3166}"/>
                  </a:ext>
                </a:extLst>
              </p:cNvPr>
              <p:cNvSpPr txBox="1"/>
              <p:nvPr/>
            </p:nvSpPr>
            <p:spPr>
              <a:xfrm>
                <a:off x="5432196" y="6040881"/>
                <a:ext cx="1327608" cy="338554"/>
              </a:xfrm>
              <a:prstGeom prst="rect">
                <a:avLst/>
              </a:prstGeom>
              <a:noFill/>
            </p:spPr>
            <p:txBody>
              <a:bodyPr wrap="none" rtlCol="0">
                <a:spAutoFit/>
              </a:bodyPr>
              <a:lstStyle/>
              <a:p>
                <a:pPr algn="ctr"/>
                <a:r>
                  <a:rPr lang="zh-CN" altLang="en-US" sz="1600" dirty="0">
                    <a:solidFill>
                      <a:schemeClr val="accent1"/>
                    </a:solidFill>
                    <a:latin typeface="思源黑体 CN Medium" panose="020B0600000000000000" pitchFamily="34" charset="-122"/>
                    <a:ea typeface="思源黑体 CN Medium" panose="020B0600000000000000" pitchFamily="34" charset="-122"/>
                  </a:rPr>
                  <a:t>调研从</a:t>
                </a:r>
                <a:r>
                  <a:rPr lang="en-US" altLang="zh-CN" sz="1600" dirty="0">
                    <a:solidFill>
                      <a:schemeClr val="accent1"/>
                    </a:solidFill>
                    <a:latin typeface="思源黑体 CN Medium" panose="020B0600000000000000" pitchFamily="34" charset="-122"/>
                    <a:ea typeface="思源黑体 CN Medium" panose="020B0600000000000000" pitchFamily="34" charset="-122"/>
                  </a:rPr>
                  <a:t>0</a:t>
                </a:r>
                <a:r>
                  <a:rPr lang="zh-CN" altLang="en-US" sz="1600" dirty="0">
                    <a:solidFill>
                      <a:schemeClr val="accent1"/>
                    </a:solidFill>
                    <a:latin typeface="思源黑体 CN Medium" panose="020B0600000000000000" pitchFamily="34" charset="-122"/>
                    <a:ea typeface="思源黑体 CN Medium" panose="020B0600000000000000" pitchFamily="34" charset="-122"/>
                  </a:rPr>
                  <a:t>开始</a:t>
                </a:r>
              </a:p>
            </p:txBody>
          </p:sp>
        </p:grpSp>
        <p:sp>
          <p:nvSpPr>
            <p:cNvPr id="56" name="图形 54">
              <a:extLst>
                <a:ext uri="{FF2B5EF4-FFF2-40B4-BE49-F238E27FC236}">
                  <a16:creationId xmlns:a16="http://schemas.microsoft.com/office/drawing/2014/main" id="{CB011F3F-F1E0-F79F-B3D3-A73758D251B2}"/>
                </a:ext>
              </a:extLst>
            </p:cNvPr>
            <p:cNvSpPr>
              <a:spLocks noChangeAspect="1"/>
            </p:cNvSpPr>
            <p:nvPr/>
          </p:nvSpPr>
          <p:spPr>
            <a:xfrm>
              <a:off x="5885329" y="5279213"/>
              <a:ext cx="461535" cy="468000"/>
            </a:xfrm>
            <a:custGeom>
              <a:avLst/>
              <a:gdLst>
                <a:gd name="connsiteX0" fmla="*/ 102217 w 1051365"/>
                <a:gd name="connsiteY0" fmla="*/ 0 h 1066094"/>
                <a:gd name="connsiteX1" fmla="*/ 751077 w 1051365"/>
                <a:gd name="connsiteY1" fmla="*/ 0 h 1066094"/>
                <a:gd name="connsiteX2" fmla="*/ 853294 w 1051365"/>
                <a:gd name="connsiteY2" fmla="*/ 102217 h 1066094"/>
                <a:gd name="connsiteX3" fmla="*/ 853294 w 1051365"/>
                <a:gd name="connsiteY3" fmla="*/ 369096 h 1066094"/>
                <a:gd name="connsiteX4" fmla="*/ 851808 w 1051365"/>
                <a:gd name="connsiteY4" fmla="*/ 371450 h 1066094"/>
                <a:gd name="connsiteX5" fmla="*/ 551600 w 1051365"/>
                <a:gd name="connsiteY5" fmla="*/ 891827 h 1066094"/>
                <a:gd name="connsiteX6" fmla="*/ 548007 w 1051365"/>
                <a:gd name="connsiteY6" fmla="*/ 945723 h 1066094"/>
                <a:gd name="connsiteX7" fmla="*/ 101969 w 1051365"/>
                <a:gd name="connsiteY7" fmla="*/ 945723 h 1066094"/>
                <a:gd name="connsiteX8" fmla="*/ 0 w 1051365"/>
                <a:gd name="connsiteY8" fmla="*/ 843011 h 1066094"/>
                <a:gd name="connsiteX9" fmla="*/ 0 w 1051365"/>
                <a:gd name="connsiteY9" fmla="*/ 102217 h 1066094"/>
                <a:gd name="connsiteX10" fmla="*/ 102217 w 1051365"/>
                <a:gd name="connsiteY10" fmla="*/ 0 h 1066094"/>
                <a:gd name="connsiteX11" fmla="*/ 1025886 w 1051365"/>
                <a:gd name="connsiteY11" fmla="*/ 391026 h 1066094"/>
                <a:gd name="connsiteX12" fmla="*/ 959476 w 1051365"/>
                <a:gd name="connsiteY12" fmla="*/ 352741 h 1066094"/>
                <a:gd name="connsiteX13" fmla="*/ 889721 w 1051365"/>
                <a:gd name="connsiteY13" fmla="*/ 371450 h 1066094"/>
                <a:gd name="connsiteX14" fmla="*/ 589513 w 1051365"/>
                <a:gd name="connsiteY14" fmla="*/ 891827 h 1066094"/>
                <a:gd name="connsiteX15" fmla="*/ 581088 w 1051365"/>
                <a:gd name="connsiteY15" fmla="*/ 1039143 h 1066094"/>
                <a:gd name="connsiteX16" fmla="*/ 631391 w 1051365"/>
                <a:gd name="connsiteY16" fmla="*/ 1055374 h 1066094"/>
                <a:gd name="connsiteX17" fmla="*/ 691234 w 1051365"/>
                <a:gd name="connsiteY17" fmla="*/ 1016098 h 1066094"/>
                <a:gd name="connsiteX18" fmla="*/ 744387 w 1051365"/>
                <a:gd name="connsiteY18" fmla="*/ 981282 h 1066094"/>
                <a:gd name="connsiteX19" fmla="*/ 1044595 w 1051365"/>
                <a:gd name="connsiteY19" fmla="*/ 460905 h 1066094"/>
                <a:gd name="connsiteX20" fmla="*/ 1025886 w 1051365"/>
                <a:gd name="connsiteY20" fmla="*/ 391026 h 1066094"/>
                <a:gd name="connsiteX21" fmla="*/ 148679 w 1051365"/>
                <a:gd name="connsiteY21" fmla="*/ 536484 h 1066094"/>
                <a:gd name="connsiteX22" fmla="*/ 704615 w 1051365"/>
                <a:gd name="connsiteY22" fmla="*/ 536484 h 1066094"/>
                <a:gd name="connsiteX23" fmla="*/ 730139 w 1051365"/>
                <a:gd name="connsiteY23" fmla="*/ 510961 h 1066094"/>
                <a:gd name="connsiteX24" fmla="*/ 704615 w 1051365"/>
                <a:gd name="connsiteY24" fmla="*/ 485437 h 1066094"/>
                <a:gd name="connsiteX25" fmla="*/ 148679 w 1051365"/>
                <a:gd name="connsiteY25" fmla="*/ 485437 h 1066094"/>
                <a:gd name="connsiteX26" fmla="*/ 123156 w 1051365"/>
                <a:gd name="connsiteY26" fmla="*/ 510961 h 1066094"/>
                <a:gd name="connsiteX27" fmla="*/ 148679 w 1051365"/>
                <a:gd name="connsiteY27" fmla="*/ 536484 h 1066094"/>
                <a:gd name="connsiteX28" fmla="*/ 148679 w 1051365"/>
                <a:gd name="connsiteY28" fmla="*/ 364016 h 1066094"/>
                <a:gd name="connsiteX29" fmla="*/ 704615 w 1051365"/>
                <a:gd name="connsiteY29" fmla="*/ 364016 h 1066094"/>
                <a:gd name="connsiteX30" fmla="*/ 730144 w 1051365"/>
                <a:gd name="connsiteY30" fmla="*/ 338498 h 1066094"/>
                <a:gd name="connsiteX31" fmla="*/ 704626 w 1051365"/>
                <a:gd name="connsiteY31" fmla="*/ 312970 h 1066094"/>
                <a:gd name="connsiteX32" fmla="*/ 704615 w 1051365"/>
                <a:gd name="connsiteY32" fmla="*/ 312970 h 1066094"/>
                <a:gd name="connsiteX33" fmla="*/ 148679 w 1051365"/>
                <a:gd name="connsiteY33" fmla="*/ 312970 h 1066094"/>
                <a:gd name="connsiteX34" fmla="*/ 123161 w 1051365"/>
                <a:gd name="connsiteY34" fmla="*/ 338498 h 1066094"/>
                <a:gd name="connsiteX35" fmla="*/ 148679 w 1051365"/>
                <a:gd name="connsiteY35" fmla="*/ 364016 h 1066094"/>
                <a:gd name="connsiteX36" fmla="*/ 148679 w 1051365"/>
                <a:gd name="connsiteY36" fmla="*/ 191672 h 1066094"/>
                <a:gd name="connsiteX37" fmla="*/ 704615 w 1051365"/>
                <a:gd name="connsiteY37" fmla="*/ 191672 h 1066094"/>
                <a:gd name="connsiteX38" fmla="*/ 728419 w 1051365"/>
                <a:gd name="connsiteY38" fmla="*/ 164305 h 1066094"/>
                <a:gd name="connsiteX39" fmla="*/ 704615 w 1051365"/>
                <a:gd name="connsiteY39" fmla="*/ 140502 h 1066094"/>
                <a:gd name="connsiteX40" fmla="*/ 148679 w 1051365"/>
                <a:gd name="connsiteY40" fmla="*/ 140502 h 1066094"/>
                <a:gd name="connsiteX41" fmla="*/ 124876 w 1051365"/>
                <a:gd name="connsiteY41" fmla="*/ 167869 h 1066094"/>
                <a:gd name="connsiteX42" fmla="*/ 148679 w 1051365"/>
                <a:gd name="connsiteY42" fmla="*/ 191672 h 106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51365" h="1066094">
                  <a:moveTo>
                    <a:pt x="102217" y="0"/>
                  </a:moveTo>
                  <a:lnTo>
                    <a:pt x="751077" y="0"/>
                  </a:lnTo>
                  <a:cubicBezTo>
                    <a:pt x="807474" y="136"/>
                    <a:pt x="853158" y="45821"/>
                    <a:pt x="853294" y="102217"/>
                  </a:cubicBezTo>
                  <a:lnTo>
                    <a:pt x="853294" y="369096"/>
                  </a:lnTo>
                  <a:lnTo>
                    <a:pt x="851808" y="371450"/>
                  </a:lnTo>
                  <a:lnTo>
                    <a:pt x="551600" y="891827"/>
                  </a:lnTo>
                  <a:cubicBezTo>
                    <a:pt x="550237" y="907438"/>
                    <a:pt x="549122" y="926147"/>
                    <a:pt x="548007" y="945723"/>
                  </a:cubicBezTo>
                  <a:lnTo>
                    <a:pt x="101969" y="945723"/>
                  </a:lnTo>
                  <a:cubicBezTo>
                    <a:pt x="45505" y="945382"/>
                    <a:pt x="-69" y="899476"/>
                    <a:pt x="0" y="843011"/>
                  </a:cubicBezTo>
                  <a:lnTo>
                    <a:pt x="0" y="102217"/>
                  </a:lnTo>
                  <a:cubicBezTo>
                    <a:pt x="136" y="45821"/>
                    <a:pt x="45821" y="136"/>
                    <a:pt x="102217" y="0"/>
                  </a:cubicBezTo>
                  <a:close/>
                  <a:moveTo>
                    <a:pt x="1025886" y="391026"/>
                  </a:moveTo>
                  <a:lnTo>
                    <a:pt x="959476" y="352741"/>
                  </a:lnTo>
                  <a:cubicBezTo>
                    <a:pt x="935030" y="338778"/>
                    <a:pt x="903899" y="347128"/>
                    <a:pt x="889721" y="371450"/>
                  </a:cubicBezTo>
                  <a:lnTo>
                    <a:pt x="589513" y="891827"/>
                  </a:lnTo>
                  <a:cubicBezTo>
                    <a:pt x="585920" y="932838"/>
                    <a:pt x="583690" y="995035"/>
                    <a:pt x="581088" y="1039143"/>
                  </a:cubicBezTo>
                  <a:cubicBezTo>
                    <a:pt x="579601" y="1067268"/>
                    <a:pt x="602151" y="1074578"/>
                    <a:pt x="631391" y="1055374"/>
                  </a:cubicBezTo>
                  <a:lnTo>
                    <a:pt x="691234" y="1016098"/>
                  </a:lnTo>
                  <a:cubicBezTo>
                    <a:pt x="721342" y="996398"/>
                    <a:pt x="724935" y="995531"/>
                    <a:pt x="744387" y="981282"/>
                  </a:cubicBezTo>
                  <a:lnTo>
                    <a:pt x="1044595" y="460905"/>
                  </a:lnTo>
                  <a:cubicBezTo>
                    <a:pt x="1058569" y="436422"/>
                    <a:pt x="1050224" y="405252"/>
                    <a:pt x="1025886" y="391026"/>
                  </a:cubicBezTo>
                  <a:close/>
                  <a:moveTo>
                    <a:pt x="148679" y="536484"/>
                  </a:moveTo>
                  <a:lnTo>
                    <a:pt x="704615" y="536484"/>
                  </a:lnTo>
                  <a:cubicBezTo>
                    <a:pt x="718711" y="536484"/>
                    <a:pt x="730139" y="525057"/>
                    <a:pt x="730139" y="510961"/>
                  </a:cubicBezTo>
                  <a:cubicBezTo>
                    <a:pt x="730139" y="496865"/>
                    <a:pt x="718711" y="485437"/>
                    <a:pt x="704615" y="485437"/>
                  </a:cubicBezTo>
                  <a:lnTo>
                    <a:pt x="148679" y="485437"/>
                  </a:lnTo>
                  <a:cubicBezTo>
                    <a:pt x="134583" y="485437"/>
                    <a:pt x="123156" y="496865"/>
                    <a:pt x="123156" y="510961"/>
                  </a:cubicBezTo>
                  <a:cubicBezTo>
                    <a:pt x="123156" y="525057"/>
                    <a:pt x="134583" y="536484"/>
                    <a:pt x="148679" y="536484"/>
                  </a:cubicBezTo>
                  <a:close/>
                  <a:moveTo>
                    <a:pt x="148679" y="364016"/>
                  </a:moveTo>
                  <a:lnTo>
                    <a:pt x="704615" y="364016"/>
                  </a:lnTo>
                  <a:cubicBezTo>
                    <a:pt x="718711" y="364019"/>
                    <a:pt x="730141" y="352594"/>
                    <a:pt x="730144" y="338498"/>
                  </a:cubicBezTo>
                  <a:cubicBezTo>
                    <a:pt x="730147" y="324402"/>
                    <a:pt x="718722" y="312972"/>
                    <a:pt x="704626" y="312970"/>
                  </a:cubicBezTo>
                  <a:cubicBezTo>
                    <a:pt x="704622" y="312970"/>
                    <a:pt x="704619" y="312970"/>
                    <a:pt x="704615" y="312970"/>
                  </a:cubicBezTo>
                  <a:lnTo>
                    <a:pt x="148679" y="312970"/>
                  </a:lnTo>
                  <a:cubicBezTo>
                    <a:pt x="134583" y="312972"/>
                    <a:pt x="123158" y="324402"/>
                    <a:pt x="123161" y="338498"/>
                  </a:cubicBezTo>
                  <a:cubicBezTo>
                    <a:pt x="123164" y="352590"/>
                    <a:pt x="134587" y="364013"/>
                    <a:pt x="148679" y="364016"/>
                  </a:cubicBezTo>
                  <a:close/>
                  <a:moveTo>
                    <a:pt x="148679" y="191672"/>
                  </a:moveTo>
                  <a:lnTo>
                    <a:pt x="704615" y="191672"/>
                  </a:lnTo>
                  <a:cubicBezTo>
                    <a:pt x="718746" y="190688"/>
                    <a:pt x="729403" y="178436"/>
                    <a:pt x="728419" y="164305"/>
                  </a:cubicBezTo>
                  <a:cubicBezTo>
                    <a:pt x="727530" y="151545"/>
                    <a:pt x="717376" y="141390"/>
                    <a:pt x="704615" y="140502"/>
                  </a:cubicBezTo>
                  <a:lnTo>
                    <a:pt x="148679" y="140502"/>
                  </a:lnTo>
                  <a:cubicBezTo>
                    <a:pt x="134549" y="141486"/>
                    <a:pt x="123892" y="153738"/>
                    <a:pt x="124876" y="167869"/>
                  </a:cubicBezTo>
                  <a:cubicBezTo>
                    <a:pt x="125764" y="180629"/>
                    <a:pt x="135919" y="190784"/>
                    <a:pt x="148679" y="191672"/>
                  </a:cubicBezTo>
                  <a:close/>
                </a:path>
              </a:pathLst>
            </a:custGeom>
            <a:gradFill flip="none" rotWithShape="1">
              <a:gsLst>
                <a:gs pos="0">
                  <a:schemeClr val="accent2">
                    <a:lumMod val="40000"/>
                    <a:lumOff val="60000"/>
                  </a:schemeClr>
                </a:gs>
                <a:gs pos="78000">
                  <a:schemeClr val="accent2"/>
                </a:gs>
              </a:gsLst>
              <a:path path="circle">
                <a:fillToRect r="100000" b="100000"/>
              </a:path>
              <a:tileRect l="-100000" t="-100000"/>
            </a:gradFill>
            <a:ln w="707" cap="flat">
              <a:noFill/>
              <a:prstDash val="solid"/>
              <a:miter/>
            </a:ln>
          </p:spPr>
          <p:txBody>
            <a:bodyPr rtlCol="0" anchor="ctr"/>
            <a:lstStyle/>
            <a:p>
              <a:endParaRPr lang="zh-CN" altLang="en-US" dirty="0">
                <a:latin typeface="思源黑体 CN Medium" panose="020B0600000000000000" pitchFamily="34" charset="-122"/>
                <a:ea typeface="思源黑体 CN Medium" panose="020B0600000000000000" pitchFamily="34" charset="-122"/>
              </a:endParaRPr>
            </a:p>
          </p:txBody>
        </p:sp>
        <p:sp>
          <p:nvSpPr>
            <p:cNvPr id="132" name="任意多边形: 形状 131">
              <a:extLst>
                <a:ext uri="{FF2B5EF4-FFF2-40B4-BE49-F238E27FC236}">
                  <a16:creationId xmlns:a16="http://schemas.microsoft.com/office/drawing/2014/main" id="{0AB5EF37-AD07-489F-21E5-FA3AB922FC42}"/>
                </a:ext>
              </a:extLst>
            </p:cNvPr>
            <p:cNvSpPr/>
            <p:nvPr/>
          </p:nvSpPr>
          <p:spPr>
            <a:xfrm rot="223396" flipH="1">
              <a:off x="6563103" y="5406721"/>
              <a:ext cx="481730" cy="301689"/>
            </a:xfrm>
            <a:custGeom>
              <a:avLst/>
              <a:gdLst>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682205 w 2247478"/>
                <a:gd name="connsiteY4" fmla="*/ 350473 h 927229"/>
                <a:gd name="connsiteX5" fmla="*/ 840157 w 2247478"/>
                <a:gd name="connsiteY5" fmla="*/ 436505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11" fmla="*/ 539202 w 2247478"/>
                <a:gd name="connsiteY11" fmla="*/ 564970 h 927229"/>
                <a:gd name="connsiteX12" fmla="*/ 532038 w 2247478"/>
                <a:gd name="connsiteY12" fmla="*/ 575715 h 927229"/>
                <a:gd name="connsiteX13" fmla="*/ 352035 w 2247478"/>
                <a:gd name="connsiteY13" fmla="*/ 455705 h 927229"/>
                <a:gd name="connsiteX14" fmla="*/ 261478 w 2247478"/>
                <a:gd name="connsiteY14" fmla="*/ 591535 h 927229"/>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682205 w 2247478"/>
                <a:gd name="connsiteY4" fmla="*/ 350473 h 927229"/>
                <a:gd name="connsiteX5" fmla="*/ 2131309 w 2247478"/>
                <a:gd name="connsiteY5" fmla="*/ 653456 h 927229"/>
                <a:gd name="connsiteX6" fmla="*/ 2230699 w 2247478"/>
                <a:gd name="connsiteY6" fmla="*/ 637393 h 927229"/>
                <a:gd name="connsiteX7" fmla="*/ 2247478 w 2247478"/>
                <a:gd name="connsiteY7" fmla="*/ 894834 h 927229"/>
                <a:gd name="connsiteX8" fmla="*/ 2162057 w 2247478"/>
                <a:gd name="connsiteY8" fmla="*/ 908640 h 927229"/>
                <a:gd name="connsiteX9" fmla="*/ 727668 w 2247478"/>
                <a:gd name="connsiteY9" fmla="*/ 667620 h 927229"/>
                <a:gd name="connsiteX10" fmla="*/ 539202 w 2247478"/>
                <a:gd name="connsiteY10" fmla="*/ 564970 h 927229"/>
                <a:gd name="connsiteX11" fmla="*/ 532038 w 2247478"/>
                <a:gd name="connsiteY11" fmla="*/ 575715 h 927229"/>
                <a:gd name="connsiteX12" fmla="*/ 352035 w 2247478"/>
                <a:gd name="connsiteY12" fmla="*/ 455705 h 927229"/>
                <a:gd name="connsiteX13" fmla="*/ 261478 w 2247478"/>
                <a:gd name="connsiteY13" fmla="*/ 591535 h 927229"/>
                <a:gd name="connsiteX14" fmla="*/ 0 w 2247478"/>
                <a:gd name="connsiteY14" fmla="*/ 0 h 927229"/>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2131309 w 2247478"/>
                <a:gd name="connsiteY4" fmla="*/ 653456 h 927229"/>
                <a:gd name="connsiteX5" fmla="*/ 2230699 w 2247478"/>
                <a:gd name="connsiteY5" fmla="*/ 637393 h 927229"/>
                <a:gd name="connsiteX6" fmla="*/ 2247478 w 2247478"/>
                <a:gd name="connsiteY6" fmla="*/ 894834 h 927229"/>
                <a:gd name="connsiteX7" fmla="*/ 2162057 w 2247478"/>
                <a:gd name="connsiteY7" fmla="*/ 908640 h 927229"/>
                <a:gd name="connsiteX8" fmla="*/ 727668 w 2247478"/>
                <a:gd name="connsiteY8" fmla="*/ 667620 h 927229"/>
                <a:gd name="connsiteX9" fmla="*/ 539202 w 2247478"/>
                <a:gd name="connsiteY9" fmla="*/ 564970 h 927229"/>
                <a:gd name="connsiteX10" fmla="*/ 532038 w 2247478"/>
                <a:gd name="connsiteY10" fmla="*/ 575715 h 927229"/>
                <a:gd name="connsiteX11" fmla="*/ 352035 w 2247478"/>
                <a:gd name="connsiteY11" fmla="*/ 455705 h 927229"/>
                <a:gd name="connsiteX12" fmla="*/ 261478 w 2247478"/>
                <a:gd name="connsiteY12" fmla="*/ 591535 h 927229"/>
                <a:gd name="connsiteX13" fmla="*/ 0 w 2247478"/>
                <a:gd name="connsiteY13" fmla="*/ 0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688137 w 2247478"/>
                <a:gd name="connsiteY6" fmla="*/ 341575 h 927229"/>
                <a:gd name="connsiteX7" fmla="*/ 2131309 w 2247478"/>
                <a:gd name="connsiteY7" fmla="*/ 653456 h 927229"/>
                <a:gd name="connsiteX8" fmla="*/ 2230699 w 2247478"/>
                <a:gd name="connsiteY8" fmla="*/ 637393 h 927229"/>
                <a:gd name="connsiteX9" fmla="*/ 2247478 w 2247478"/>
                <a:gd name="connsiteY9" fmla="*/ 894834 h 927229"/>
                <a:gd name="connsiteX10" fmla="*/ 2162057 w 2247478"/>
                <a:gd name="connsiteY10" fmla="*/ 908640 h 927229"/>
                <a:gd name="connsiteX11" fmla="*/ 727668 w 2247478"/>
                <a:gd name="connsiteY11" fmla="*/ 667620 h 927229"/>
                <a:gd name="connsiteX12" fmla="*/ 539202 w 2247478"/>
                <a:gd name="connsiteY12" fmla="*/ 564970 h 927229"/>
                <a:gd name="connsiteX13" fmla="*/ 676860 w 2247478"/>
                <a:gd name="connsiteY13"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688137 w 2247478"/>
                <a:gd name="connsiteY6" fmla="*/ 341575 h 927229"/>
                <a:gd name="connsiteX7" fmla="*/ 2131309 w 2247478"/>
                <a:gd name="connsiteY7" fmla="*/ 653456 h 927229"/>
                <a:gd name="connsiteX8" fmla="*/ 2230699 w 2247478"/>
                <a:gd name="connsiteY8" fmla="*/ 637393 h 927229"/>
                <a:gd name="connsiteX9" fmla="*/ 2247478 w 2247478"/>
                <a:gd name="connsiteY9" fmla="*/ 894834 h 927229"/>
                <a:gd name="connsiteX10" fmla="*/ 2162057 w 2247478"/>
                <a:gd name="connsiteY10" fmla="*/ 908640 h 927229"/>
                <a:gd name="connsiteX11" fmla="*/ 727668 w 2247478"/>
                <a:gd name="connsiteY11" fmla="*/ 667620 h 927229"/>
                <a:gd name="connsiteX12" fmla="*/ 676860 w 2247478"/>
                <a:gd name="connsiteY12"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11" fmla="*/ 676860 w 2247478"/>
                <a:gd name="connsiteY11"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0" fmla="*/ 532038 w 2247478"/>
                <a:gd name="connsiteY0" fmla="*/ 575715 h 908640"/>
                <a:gd name="connsiteX1" fmla="*/ 352035 w 2247478"/>
                <a:gd name="connsiteY1" fmla="*/ 455705 h 908640"/>
                <a:gd name="connsiteX2" fmla="*/ 261478 w 2247478"/>
                <a:gd name="connsiteY2" fmla="*/ 591535 h 908640"/>
                <a:gd name="connsiteX3" fmla="*/ 0 w 2247478"/>
                <a:gd name="connsiteY3" fmla="*/ 0 h 908640"/>
                <a:gd name="connsiteX4" fmla="*/ 598691 w 2247478"/>
                <a:gd name="connsiteY4" fmla="*/ 85735 h 908640"/>
                <a:gd name="connsiteX5" fmla="*/ 508133 w 2247478"/>
                <a:gd name="connsiteY5" fmla="*/ 221567 h 908640"/>
                <a:gd name="connsiteX6" fmla="*/ 2131309 w 2247478"/>
                <a:gd name="connsiteY6" fmla="*/ 653456 h 908640"/>
                <a:gd name="connsiteX7" fmla="*/ 2230699 w 2247478"/>
                <a:gd name="connsiteY7" fmla="*/ 637393 h 908640"/>
                <a:gd name="connsiteX8" fmla="*/ 2247478 w 2247478"/>
                <a:gd name="connsiteY8" fmla="*/ 894834 h 908640"/>
                <a:gd name="connsiteX9" fmla="*/ 2162057 w 2247478"/>
                <a:gd name="connsiteY9" fmla="*/ 908640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30699 w 2247478"/>
                <a:gd name="connsiteY6" fmla="*/ 637393 h 908640"/>
                <a:gd name="connsiteX7" fmla="*/ 2247478 w 2247478"/>
                <a:gd name="connsiteY7" fmla="*/ 894834 h 908640"/>
                <a:gd name="connsiteX8" fmla="*/ 2162057 w 2247478"/>
                <a:gd name="connsiteY8" fmla="*/ 908640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30699 w 2247478"/>
                <a:gd name="connsiteY6" fmla="*/ 637393 h 908640"/>
                <a:gd name="connsiteX7" fmla="*/ 2247478 w 2247478"/>
                <a:gd name="connsiteY7" fmla="*/ 894834 h 908640"/>
                <a:gd name="connsiteX8" fmla="*/ 2162057 w 2247478"/>
                <a:gd name="connsiteY8" fmla="*/ 908640 h 908640"/>
                <a:gd name="connsiteX9" fmla="*/ 352035 w 2247478"/>
                <a:gd name="connsiteY9" fmla="*/ 455705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47478 w 2247478"/>
                <a:gd name="connsiteY6" fmla="*/ 894834 h 908640"/>
                <a:gd name="connsiteX7" fmla="*/ 2162057 w 2247478"/>
                <a:gd name="connsiteY7" fmla="*/ 908640 h 908640"/>
                <a:gd name="connsiteX8" fmla="*/ 352035 w 2247478"/>
                <a:gd name="connsiteY8" fmla="*/ 455705 h 908640"/>
                <a:gd name="connsiteX0" fmla="*/ 352035 w 2162058"/>
                <a:gd name="connsiteY0" fmla="*/ 455705 h 908640"/>
                <a:gd name="connsiteX1" fmla="*/ 261478 w 2162058"/>
                <a:gd name="connsiteY1" fmla="*/ 591535 h 908640"/>
                <a:gd name="connsiteX2" fmla="*/ 0 w 2162058"/>
                <a:gd name="connsiteY2" fmla="*/ 0 h 908640"/>
                <a:gd name="connsiteX3" fmla="*/ 598691 w 2162058"/>
                <a:gd name="connsiteY3" fmla="*/ 85735 h 908640"/>
                <a:gd name="connsiteX4" fmla="*/ 508133 w 2162058"/>
                <a:gd name="connsiteY4" fmla="*/ 221567 h 908640"/>
                <a:gd name="connsiteX5" fmla="*/ 2131309 w 2162058"/>
                <a:gd name="connsiteY5" fmla="*/ 653456 h 908640"/>
                <a:gd name="connsiteX6" fmla="*/ 2162057 w 2162058"/>
                <a:gd name="connsiteY6" fmla="*/ 908640 h 908640"/>
                <a:gd name="connsiteX7" fmla="*/ 352035 w 2162058"/>
                <a:gd name="connsiteY7" fmla="*/ 455705 h 908640"/>
                <a:gd name="connsiteX0" fmla="*/ 352035 w 2131309"/>
                <a:gd name="connsiteY0" fmla="*/ 455705 h 718922"/>
                <a:gd name="connsiteX1" fmla="*/ 261478 w 2131309"/>
                <a:gd name="connsiteY1" fmla="*/ 591535 h 718922"/>
                <a:gd name="connsiteX2" fmla="*/ 0 w 2131309"/>
                <a:gd name="connsiteY2" fmla="*/ 0 h 718922"/>
                <a:gd name="connsiteX3" fmla="*/ 598691 w 2131309"/>
                <a:gd name="connsiteY3" fmla="*/ 85735 h 718922"/>
                <a:gd name="connsiteX4" fmla="*/ 508133 w 2131309"/>
                <a:gd name="connsiteY4" fmla="*/ 221567 h 718922"/>
                <a:gd name="connsiteX5" fmla="*/ 2131309 w 2131309"/>
                <a:gd name="connsiteY5" fmla="*/ 653456 h 718922"/>
                <a:gd name="connsiteX6" fmla="*/ 1338448 w 2131309"/>
                <a:gd name="connsiteY6" fmla="*/ 718923 h 718922"/>
                <a:gd name="connsiteX7" fmla="*/ 352035 w 2131309"/>
                <a:gd name="connsiteY7" fmla="*/ 455705 h 718922"/>
                <a:gd name="connsiteX0" fmla="*/ 352035 w 1492079"/>
                <a:gd name="connsiteY0" fmla="*/ 455705 h 718924"/>
                <a:gd name="connsiteX1" fmla="*/ 261478 w 1492079"/>
                <a:gd name="connsiteY1" fmla="*/ 591535 h 718924"/>
                <a:gd name="connsiteX2" fmla="*/ 0 w 1492079"/>
                <a:gd name="connsiteY2" fmla="*/ 0 h 718924"/>
                <a:gd name="connsiteX3" fmla="*/ 598691 w 1492079"/>
                <a:gd name="connsiteY3" fmla="*/ 85735 h 718924"/>
                <a:gd name="connsiteX4" fmla="*/ 508133 w 1492079"/>
                <a:gd name="connsiteY4" fmla="*/ 221567 h 718924"/>
                <a:gd name="connsiteX5" fmla="*/ 1492080 w 1492079"/>
                <a:gd name="connsiteY5" fmla="*/ 480982 h 718924"/>
                <a:gd name="connsiteX6" fmla="*/ 1338448 w 1492079"/>
                <a:gd name="connsiteY6" fmla="*/ 718923 h 718924"/>
                <a:gd name="connsiteX7" fmla="*/ 352035 w 1492079"/>
                <a:gd name="connsiteY7" fmla="*/ 455705 h 718924"/>
                <a:gd name="connsiteX0" fmla="*/ 352035 w 1492081"/>
                <a:gd name="connsiteY0" fmla="*/ 455705 h 731314"/>
                <a:gd name="connsiteX1" fmla="*/ 261478 w 1492081"/>
                <a:gd name="connsiteY1" fmla="*/ 591535 h 731314"/>
                <a:gd name="connsiteX2" fmla="*/ 0 w 1492081"/>
                <a:gd name="connsiteY2" fmla="*/ 0 h 731314"/>
                <a:gd name="connsiteX3" fmla="*/ 598691 w 1492081"/>
                <a:gd name="connsiteY3" fmla="*/ 85735 h 731314"/>
                <a:gd name="connsiteX4" fmla="*/ 508133 w 1492081"/>
                <a:gd name="connsiteY4" fmla="*/ 221567 h 731314"/>
                <a:gd name="connsiteX5" fmla="*/ 1492080 w 1492081"/>
                <a:gd name="connsiteY5" fmla="*/ 480982 h 731314"/>
                <a:gd name="connsiteX6" fmla="*/ 1400747 w 1492081"/>
                <a:gd name="connsiteY6" fmla="*/ 731314 h 731314"/>
                <a:gd name="connsiteX7" fmla="*/ 352035 w 1492081"/>
                <a:gd name="connsiteY7" fmla="*/ 455705 h 731314"/>
                <a:gd name="connsiteX0" fmla="*/ 352035 w 1492079"/>
                <a:gd name="connsiteY0" fmla="*/ 455705 h 736059"/>
                <a:gd name="connsiteX1" fmla="*/ 261478 w 1492079"/>
                <a:gd name="connsiteY1" fmla="*/ 591535 h 736059"/>
                <a:gd name="connsiteX2" fmla="*/ 0 w 1492079"/>
                <a:gd name="connsiteY2" fmla="*/ 0 h 736059"/>
                <a:gd name="connsiteX3" fmla="*/ 598691 w 1492079"/>
                <a:gd name="connsiteY3" fmla="*/ 85735 h 736059"/>
                <a:gd name="connsiteX4" fmla="*/ 508133 w 1492079"/>
                <a:gd name="connsiteY4" fmla="*/ 221567 h 736059"/>
                <a:gd name="connsiteX5" fmla="*/ 1492080 w 1492079"/>
                <a:gd name="connsiteY5" fmla="*/ 480982 h 736059"/>
                <a:gd name="connsiteX6" fmla="*/ 1400747 w 1492079"/>
                <a:gd name="connsiteY6" fmla="*/ 731314 h 736059"/>
                <a:gd name="connsiteX7" fmla="*/ 352035 w 1492079"/>
                <a:gd name="connsiteY7" fmla="*/ 455705 h 736059"/>
                <a:gd name="connsiteX0" fmla="*/ 352035 w 1492081"/>
                <a:gd name="connsiteY0" fmla="*/ 455705 h 739664"/>
                <a:gd name="connsiteX1" fmla="*/ 261478 w 1492081"/>
                <a:gd name="connsiteY1" fmla="*/ 591535 h 739664"/>
                <a:gd name="connsiteX2" fmla="*/ 0 w 1492081"/>
                <a:gd name="connsiteY2" fmla="*/ 0 h 739664"/>
                <a:gd name="connsiteX3" fmla="*/ 598691 w 1492081"/>
                <a:gd name="connsiteY3" fmla="*/ 85735 h 739664"/>
                <a:gd name="connsiteX4" fmla="*/ 508133 w 1492081"/>
                <a:gd name="connsiteY4" fmla="*/ 221567 h 739664"/>
                <a:gd name="connsiteX5" fmla="*/ 1492080 w 1492081"/>
                <a:gd name="connsiteY5" fmla="*/ 480982 h 739664"/>
                <a:gd name="connsiteX6" fmla="*/ 1400747 w 1492081"/>
                <a:gd name="connsiteY6" fmla="*/ 731314 h 739664"/>
                <a:gd name="connsiteX7" fmla="*/ 352035 w 1492081"/>
                <a:gd name="connsiteY7" fmla="*/ 455705 h 739664"/>
                <a:gd name="connsiteX0" fmla="*/ 352035 w 1492079"/>
                <a:gd name="connsiteY0" fmla="*/ 455705 h 739664"/>
                <a:gd name="connsiteX1" fmla="*/ 261478 w 1492079"/>
                <a:gd name="connsiteY1" fmla="*/ 591535 h 739664"/>
                <a:gd name="connsiteX2" fmla="*/ 0 w 1492079"/>
                <a:gd name="connsiteY2" fmla="*/ 0 h 739664"/>
                <a:gd name="connsiteX3" fmla="*/ 598691 w 1492079"/>
                <a:gd name="connsiteY3" fmla="*/ 85735 h 739664"/>
                <a:gd name="connsiteX4" fmla="*/ 508133 w 1492079"/>
                <a:gd name="connsiteY4" fmla="*/ 221567 h 739664"/>
                <a:gd name="connsiteX5" fmla="*/ 1492080 w 1492079"/>
                <a:gd name="connsiteY5" fmla="*/ 480982 h 739664"/>
                <a:gd name="connsiteX6" fmla="*/ 1400747 w 1492079"/>
                <a:gd name="connsiteY6" fmla="*/ 731314 h 739664"/>
                <a:gd name="connsiteX7" fmla="*/ 352035 w 1492079"/>
                <a:gd name="connsiteY7" fmla="*/ 455705 h 739664"/>
                <a:gd name="connsiteX0" fmla="*/ 352035 w 1492081"/>
                <a:gd name="connsiteY0" fmla="*/ 455705 h 739664"/>
                <a:gd name="connsiteX1" fmla="*/ 261478 w 1492081"/>
                <a:gd name="connsiteY1" fmla="*/ 591535 h 739664"/>
                <a:gd name="connsiteX2" fmla="*/ 0 w 1492081"/>
                <a:gd name="connsiteY2" fmla="*/ 0 h 739664"/>
                <a:gd name="connsiteX3" fmla="*/ 598691 w 1492081"/>
                <a:gd name="connsiteY3" fmla="*/ 85735 h 739664"/>
                <a:gd name="connsiteX4" fmla="*/ 508133 w 1492081"/>
                <a:gd name="connsiteY4" fmla="*/ 221567 h 739664"/>
                <a:gd name="connsiteX5" fmla="*/ 1492080 w 1492081"/>
                <a:gd name="connsiteY5" fmla="*/ 480982 h 739664"/>
                <a:gd name="connsiteX6" fmla="*/ 1400747 w 1492081"/>
                <a:gd name="connsiteY6" fmla="*/ 731314 h 739664"/>
                <a:gd name="connsiteX7" fmla="*/ 352035 w 1492081"/>
                <a:gd name="connsiteY7" fmla="*/ 455705 h 739664"/>
                <a:gd name="connsiteX0" fmla="*/ 352035 w 1492079"/>
                <a:gd name="connsiteY0" fmla="*/ 455705 h 739664"/>
                <a:gd name="connsiteX1" fmla="*/ 261478 w 1492079"/>
                <a:gd name="connsiteY1" fmla="*/ 591535 h 739664"/>
                <a:gd name="connsiteX2" fmla="*/ 0 w 1492079"/>
                <a:gd name="connsiteY2" fmla="*/ 0 h 739664"/>
                <a:gd name="connsiteX3" fmla="*/ 598691 w 1492079"/>
                <a:gd name="connsiteY3" fmla="*/ 85735 h 739664"/>
                <a:gd name="connsiteX4" fmla="*/ 508133 w 1492079"/>
                <a:gd name="connsiteY4" fmla="*/ 221567 h 739664"/>
                <a:gd name="connsiteX5" fmla="*/ 1492080 w 1492079"/>
                <a:gd name="connsiteY5" fmla="*/ 480982 h 739664"/>
                <a:gd name="connsiteX6" fmla="*/ 1133970 w 1492079"/>
                <a:gd name="connsiteY6" fmla="*/ 731314 h 739664"/>
                <a:gd name="connsiteX7" fmla="*/ 352035 w 1492079"/>
                <a:gd name="connsiteY7" fmla="*/ 455705 h 739664"/>
                <a:gd name="connsiteX0" fmla="*/ 352035 w 1225304"/>
                <a:gd name="connsiteY0" fmla="*/ 455705 h 739664"/>
                <a:gd name="connsiteX1" fmla="*/ 261478 w 1225304"/>
                <a:gd name="connsiteY1" fmla="*/ 591535 h 739664"/>
                <a:gd name="connsiteX2" fmla="*/ 0 w 1225304"/>
                <a:gd name="connsiteY2" fmla="*/ 0 h 739664"/>
                <a:gd name="connsiteX3" fmla="*/ 598691 w 1225304"/>
                <a:gd name="connsiteY3" fmla="*/ 85735 h 739664"/>
                <a:gd name="connsiteX4" fmla="*/ 508133 w 1225304"/>
                <a:gd name="connsiteY4" fmla="*/ 221567 h 739664"/>
                <a:gd name="connsiteX5" fmla="*/ 1225304 w 1225304"/>
                <a:gd name="connsiteY5" fmla="*/ 480982 h 739664"/>
                <a:gd name="connsiteX6" fmla="*/ 1133970 w 1225304"/>
                <a:gd name="connsiteY6" fmla="*/ 731314 h 739664"/>
                <a:gd name="connsiteX7" fmla="*/ 352035 w 1225304"/>
                <a:gd name="connsiteY7" fmla="*/ 455705 h 739664"/>
                <a:gd name="connsiteX0" fmla="*/ 352035 w 1225304"/>
                <a:gd name="connsiteY0" fmla="*/ 455705 h 803207"/>
                <a:gd name="connsiteX1" fmla="*/ 261478 w 1225304"/>
                <a:gd name="connsiteY1" fmla="*/ 591535 h 803207"/>
                <a:gd name="connsiteX2" fmla="*/ 0 w 1225304"/>
                <a:gd name="connsiteY2" fmla="*/ 0 h 803207"/>
                <a:gd name="connsiteX3" fmla="*/ 598691 w 1225304"/>
                <a:gd name="connsiteY3" fmla="*/ 85735 h 803207"/>
                <a:gd name="connsiteX4" fmla="*/ 508133 w 1225304"/>
                <a:gd name="connsiteY4" fmla="*/ 221567 h 803207"/>
                <a:gd name="connsiteX5" fmla="*/ 1225304 w 1225304"/>
                <a:gd name="connsiteY5" fmla="*/ 480982 h 803207"/>
                <a:gd name="connsiteX6" fmla="*/ 1108912 w 1225304"/>
                <a:gd name="connsiteY6" fmla="*/ 797381 h 803207"/>
                <a:gd name="connsiteX7" fmla="*/ 352035 w 1225304"/>
                <a:gd name="connsiteY7" fmla="*/ 455705 h 803207"/>
                <a:gd name="connsiteX0" fmla="*/ 352035 w 1207083"/>
                <a:gd name="connsiteY0" fmla="*/ 455705 h 803207"/>
                <a:gd name="connsiteX1" fmla="*/ 261478 w 1207083"/>
                <a:gd name="connsiteY1" fmla="*/ 591535 h 803207"/>
                <a:gd name="connsiteX2" fmla="*/ 0 w 1207083"/>
                <a:gd name="connsiteY2" fmla="*/ 0 h 803207"/>
                <a:gd name="connsiteX3" fmla="*/ 598691 w 1207083"/>
                <a:gd name="connsiteY3" fmla="*/ 85735 h 803207"/>
                <a:gd name="connsiteX4" fmla="*/ 508133 w 1207083"/>
                <a:gd name="connsiteY4" fmla="*/ 221567 h 803207"/>
                <a:gd name="connsiteX5" fmla="*/ 1207083 w 1207083"/>
                <a:gd name="connsiteY5" fmla="*/ 572100 h 803207"/>
                <a:gd name="connsiteX6" fmla="*/ 1108912 w 1207083"/>
                <a:gd name="connsiteY6" fmla="*/ 797381 h 803207"/>
                <a:gd name="connsiteX7" fmla="*/ 352035 w 1207083"/>
                <a:gd name="connsiteY7" fmla="*/ 455705 h 803207"/>
                <a:gd name="connsiteX0" fmla="*/ 352035 w 1207083"/>
                <a:gd name="connsiteY0" fmla="*/ 455705 h 803207"/>
                <a:gd name="connsiteX1" fmla="*/ 261478 w 1207083"/>
                <a:gd name="connsiteY1" fmla="*/ 591535 h 803207"/>
                <a:gd name="connsiteX2" fmla="*/ 0 w 1207083"/>
                <a:gd name="connsiteY2" fmla="*/ 0 h 803207"/>
                <a:gd name="connsiteX3" fmla="*/ 598691 w 1207083"/>
                <a:gd name="connsiteY3" fmla="*/ 85735 h 803207"/>
                <a:gd name="connsiteX4" fmla="*/ 508133 w 1207083"/>
                <a:gd name="connsiteY4" fmla="*/ 221567 h 803207"/>
                <a:gd name="connsiteX5" fmla="*/ 1207083 w 1207083"/>
                <a:gd name="connsiteY5" fmla="*/ 572100 h 803207"/>
                <a:gd name="connsiteX6" fmla="*/ 1108912 w 1207083"/>
                <a:gd name="connsiteY6" fmla="*/ 797381 h 803207"/>
                <a:gd name="connsiteX7" fmla="*/ 352035 w 1207083"/>
                <a:gd name="connsiteY7" fmla="*/ 455705 h 803207"/>
                <a:gd name="connsiteX0" fmla="*/ 352035 w 1207083"/>
                <a:gd name="connsiteY0" fmla="*/ 455705 h 836570"/>
                <a:gd name="connsiteX1" fmla="*/ 261478 w 1207083"/>
                <a:gd name="connsiteY1" fmla="*/ 591535 h 836570"/>
                <a:gd name="connsiteX2" fmla="*/ 0 w 1207083"/>
                <a:gd name="connsiteY2" fmla="*/ 0 h 836570"/>
                <a:gd name="connsiteX3" fmla="*/ 598691 w 1207083"/>
                <a:gd name="connsiteY3" fmla="*/ 85735 h 836570"/>
                <a:gd name="connsiteX4" fmla="*/ 508133 w 1207083"/>
                <a:gd name="connsiteY4" fmla="*/ 221567 h 836570"/>
                <a:gd name="connsiteX5" fmla="*/ 1207083 w 1207083"/>
                <a:gd name="connsiteY5" fmla="*/ 572100 h 836570"/>
                <a:gd name="connsiteX6" fmla="*/ 1102078 w 1207083"/>
                <a:gd name="connsiteY6" fmla="*/ 831549 h 836570"/>
                <a:gd name="connsiteX7" fmla="*/ 352035 w 1207083"/>
                <a:gd name="connsiteY7" fmla="*/ 455705 h 836570"/>
                <a:gd name="connsiteX0" fmla="*/ 352035 w 1207083"/>
                <a:gd name="connsiteY0" fmla="*/ 455705 h 831549"/>
                <a:gd name="connsiteX1" fmla="*/ 261478 w 1207083"/>
                <a:gd name="connsiteY1" fmla="*/ 591535 h 831549"/>
                <a:gd name="connsiteX2" fmla="*/ 0 w 1207083"/>
                <a:gd name="connsiteY2" fmla="*/ 0 h 831549"/>
                <a:gd name="connsiteX3" fmla="*/ 598691 w 1207083"/>
                <a:gd name="connsiteY3" fmla="*/ 85735 h 831549"/>
                <a:gd name="connsiteX4" fmla="*/ 508133 w 1207083"/>
                <a:gd name="connsiteY4" fmla="*/ 221567 h 831549"/>
                <a:gd name="connsiteX5" fmla="*/ 1207083 w 1207083"/>
                <a:gd name="connsiteY5" fmla="*/ 572100 h 831549"/>
                <a:gd name="connsiteX6" fmla="*/ 1102078 w 1207083"/>
                <a:gd name="connsiteY6" fmla="*/ 831549 h 831549"/>
                <a:gd name="connsiteX7" fmla="*/ 352035 w 1207083"/>
                <a:gd name="connsiteY7" fmla="*/ 455705 h 831549"/>
                <a:gd name="connsiteX0" fmla="*/ 352035 w 1207083"/>
                <a:gd name="connsiteY0" fmla="*/ 455705 h 831549"/>
                <a:gd name="connsiteX1" fmla="*/ 261478 w 1207083"/>
                <a:gd name="connsiteY1" fmla="*/ 591535 h 831549"/>
                <a:gd name="connsiteX2" fmla="*/ 0 w 1207083"/>
                <a:gd name="connsiteY2" fmla="*/ 0 h 831549"/>
                <a:gd name="connsiteX3" fmla="*/ 598691 w 1207083"/>
                <a:gd name="connsiteY3" fmla="*/ 85735 h 831549"/>
                <a:gd name="connsiteX4" fmla="*/ 508133 w 1207083"/>
                <a:gd name="connsiteY4" fmla="*/ 221567 h 831549"/>
                <a:gd name="connsiteX5" fmla="*/ 1207083 w 1207083"/>
                <a:gd name="connsiteY5" fmla="*/ 572100 h 831549"/>
                <a:gd name="connsiteX6" fmla="*/ 1102078 w 1207083"/>
                <a:gd name="connsiteY6" fmla="*/ 831549 h 831549"/>
                <a:gd name="connsiteX7" fmla="*/ 352035 w 1207083"/>
                <a:gd name="connsiteY7" fmla="*/ 455705 h 831549"/>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20106 w 1207083"/>
                <a:gd name="connsiteY0" fmla="*/ 434881 h 817884"/>
                <a:gd name="connsiteX1" fmla="*/ 261478 w 1207083"/>
                <a:gd name="connsiteY1" fmla="*/ 591535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20106 w 1207083"/>
                <a:gd name="connsiteY7" fmla="*/ 434881 h 817884"/>
                <a:gd name="connsiteX0" fmla="*/ 320106 w 1207083"/>
                <a:gd name="connsiteY0" fmla="*/ 434881 h 817884"/>
                <a:gd name="connsiteX1" fmla="*/ 207333 w 1207083"/>
                <a:gd name="connsiteY1" fmla="*/ 537398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20106 w 1207083"/>
                <a:gd name="connsiteY7" fmla="*/ 434881 h 817884"/>
                <a:gd name="connsiteX0" fmla="*/ 300674 w 1207083"/>
                <a:gd name="connsiteY0" fmla="*/ 423778 h 817884"/>
                <a:gd name="connsiteX1" fmla="*/ 207333 w 1207083"/>
                <a:gd name="connsiteY1" fmla="*/ 537398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00674 w 1207083"/>
                <a:gd name="connsiteY7" fmla="*/ 423778 h 817884"/>
                <a:gd name="connsiteX0" fmla="*/ 300674 w 1207083"/>
                <a:gd name="connsiteY0" fmla="*/ 423778 h 817884"/>
                <a:gd name="connsiteX1" fmla="*/ 207333 w 1207083"/>
                <a:gd name="connsiteY1" fmla="*/ 537398 h 817884"/>
                <a:gd name="connsiteX2" fmla="*/ 0 w 1207083"/>
                <a:gd name="connsiteY2" fmla="*/ 0 h 817884"/>
                <a:gd name="connsiteX3" fmla="*/ 536217 w 1207083"/>
                <a:gd name="connsiteY3" fmla="*/ 73244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00674 w 1207083"/>
                <a:gd name="connsiteY7" fmla="*/ 423778 h 817884"/>
                <a:gd name="connsiteX0" fmla="*/ 300674 w 1232067"/>
                <a:gd name="connsiteY0" fmla="*/ 423778 h 817884"/>
                <a:gd name="connsiteX1" fmla="*/ 207333 w 1232067"/>
                <a:gd name="connsiteY1" fmla="*/ 537398 h 817884"/>
                <a:gd name="connsiteX2" fmla="*/ 0 w 1232067"/>
                <a:gd name="connsiteY2" fmla="*/ 0 h 817884"/>
                <a:gd name="connsiteX3" fmla="*/ 536217 w 1232067"/>
                <a:gd name="connsiteY3" fmla="*/ 73244 h 817884"/>
                <a:gd name="connsiteX4" fmla="*/ 447053 w 1232067"/>
                <a:gd name="connsiteY4" fmla="*/ 202133 h 817884"/>
                <a:gd name="connsiteX5" fmla="*/ 1232068 w 1232067"/>
                <a:gd name="connsiteY5" fmla="*/ 519352 h 817884"/>
                <a:gd name="connsiteX6" fmla="*/ 1033737 w 1232067"/>
                <a:gd name="connsiteY6" fmla="*/ 817885 h 817884"/>
                <a:gd name="connsiteX7" fmla="*/ 300674 w 1232067"/>
                <a:gd name="connsiteY7" fmla="*/ 423778 h 817884"/>
                <a:gd name="connsiteX0" fmla="*/ 300674 w 1232067"/>
                <a:gd name="connsiteY0" fmla="*/ 423778 h 817884"/>
                <a:gd name="connsiteX1" fmla="*/ 207333 w 1232067"/>
                <a:gd name="connsiteY1" fmla="*/ 537398 h 817884"/>
                <a:gd name="connsiteX2" fmla="*/ 0 w 1232067"/>
                <a:gd name="connsiteY2" fmla="*/ 0 h 817884"/>
                <a:gd name="connsiteX3" fmla="*/ 536217 w 1232067"/>
                <a:gd name="connsiteY3" fmla="*/ 73244 h 817884"/>
                <a:gd name="connsiteX4" fmla="*/ 447053 w 1232067"/>
                <a:gd name="connsiteY4" fmla="*/ 202133 h 817884"/>
                <a:gd name="connsiteX5" fmla="*/ 1232068 w 1232067"/>
                <a:gd name="connsiteY5" fmla="*/ 519352 h 817884"/>
                <a:gd name="connsiteX6" fmla="*/ 1033737 w 1232067"/>
                <a:gd name="connsiteY6" fmla="*/ 817885 h 817884"/>
                <a:gd name="connsiteX7" fmla="*/ 300674 w 1232067"/>
                <a:gd name="connsiteY7" fmla="*/ 423778 h 817884"/>
                <a:gd name="connsiteX0" fmla="*/ 300674 w 1232067"/>
                <a:gd name="connsiteY0" fmla="*/ 423778 h 754029"/>
                <a:gd name="connsiteX1" fmla="*/ 207333 w 1232067"/>
                <a:gd name="connsiteY1" fmla="*/ 537398 h 754029"/>
                <a:gd name="connsiteX2" fmla="*/ 0 w 1232067"/>
                <a:gd name="connsiteY2" fmla="*/ 0 h 754029"/>
                <a:gd name="connsiteX3" fmla="*/ 536217 w 1232067"/>
                <a:gd name="connsiteY3" fmla="*/ 73244 h 754029"/>
                <a:gd name="connsiteX4" fmla="*/ 447053 w 1232067"/>
                <a:gd name="connsiteY4" fmla="*/ 202133 h 754029"/>
                <a:gd name="connsiteX5" fmla="*/ 1232068 w 1232067"/>
                <a:gd name="connsiteY5" fmla="*/ 519352 h 754029"/>
                <a:gd name="connsiteX6" fmla="*/ 1075379 w 1232067"/>
                <a:gd name="connsiteY6" fmla="*/ 754028 h 754029"/>
                <a:gd name="connsiteX7" fmla="*/ 300674 w 1232067"/>
                <a:gd name="connsiteY7" fmla="*/ 423778 h 754029"/>
                <a:gd name="connsiteX0" fmla="*/ 300674 w 1232067"/>
                <a:gd name="connsiteY0" fmla="*/ 423778 h 754977"/>
                <a:gd name="connsiteX1" fmla="*/ 207333 w 1232067"/>
                <a:gd name="connsiteY1" fmla="*/ 537398 h 754977"/>
                <a:gd name="connsiteX2" fmla="*/ 0 w 1232067"/>
                <a:gd name="connsiteY2" fmla="*/ 0 h 754977"/>
                <a:gd name="connsiteX3" fmla="*/ 536217 w 1232067"/>
                <a:gd name="connsiteY3" fmla="*/ 73244 h 754977"/>
                <a:gd name="connsiteX4" fmla="*/ 447053 w 1232067"/>
                <a:gd name="connsiteY4" fmla="*/ 202133 h 754977"/>
                <a:gd name="connsiteX5" fmla="*/ 1232068 w 1232067"/>
                <a:gd name="connsiteY5" fmla="*/ 519352 h 754977"/>
                <a:gd name="connsiteX6" fmla="*/ 1075379 w 1232067"/>
                <a:gd name="connsiteY6" fmla="*/ 754028 h 754977"/>
                <a:gd name="connsiteX7" fmla="*/ 300674 w 1232067"/>
                <a:gd name="connsiteY7" fmla="*/ 423778 h 754977"/>
                <a:gd name="connsiteX0" fmla="*/ 300674 w 1232067"/>
                <a:gd name="connsiteY0" fmla="*/ 423778 h 754921"/>
                <a:gd name="connsiteX1" fmla="*/ 207333 w 1232067"/>
                <a:gd name="connsiteY1" fmla="*/ 537398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300674 w 1232067"/>
                <a:gd name="connsiteY0" fmla="*/ 423778 h 754921"/>
                <a:gd name="connsiteX1" fmla="*/ 207333 w 1232067"/>
                <a:gd name="connsiteY1" fmla="*/ 537398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300674 w 1232067"/>
                <a:gd name="connsiteY0" fmla="*/ 423778 h 754921"/>
                <a:gd name="connsiteX1" fmla="*/ 142853 w 1232067"/>
                <a:gd name="connsiteY1" fmla="*/ 474799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447053 w 1232067"/>
                <a:gd name="connsiteY4" fmla="*/ 202133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392860 w 1232067"/>
                <a:gd name="connsiteY4" fmla="*/ 207745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412486 w 1232067"/>
                <a:gd name="connsiteY4" fmla="*/ 210547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36194 w 1232067"/>
                <a:gd name="connsiteY0" fmla="*/ 361179 h 754666"/>
                <a:gd name="connsiteX1" fmla="*/ 142853 w 1232067"/>
                <a:gd name="connsiteY1" fmla="*/ 474799 h 754666"/>
                <a:gd name="connsiteX2" fmla="*/ 0 w 1232067"/>
                <a:gd name="connsiteY2" fmla="*/ 0 h 754666"/>
                <a:gd name="connsiteX3" fmla="*/ 536217 w 1232067"/>
                <a:gd name="connsiteY3" fmla="*/ 73244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236194 w 1232067"/>
                <a:gd name="connsiteY0" fmla="*/ 361179 h 754666"/>
                <a:gd name="connsiteX1" fmla="*/ 142853 w 1232067"/>
                <a:gd name="connsiteY1" fmla="*/ 474799 h 754666"/>
                <a:gd name="connsiteX2" fmla="*/ 0 w 1232067"/>
                <a:gd name="connsiteY2" fmla="*/ 0 h 754666"/>
                <a:gd name="connsiteX3" fmla="*/ 512860 w 1232067"/>
                <a:gd name="connsiteY3" fmla="*/ 96606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236194 w 1232067"/>
                <a:gd name="connsiteY0" fmla="*/ 361179 h 754666"/>
                <a:gd name="connsiteX1" fmla="*/ 131639 w 1232067"/>
                <a:gd name="connsiteY1" fmla="*/ 459849 h 754666"/>
                <a:gd name="connsiteX2" fmla="*/ 0 w 1232067"/>
                <a:gd name="connsiteY2" fmla="*/ 0 h 754666"/>
                <a:gd name="connsiteX3" fmla="*/ 512860 w 1232067"/>
                <a:gd name="connsiteY3" fmla="*/ 96606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153962 w 1149835"/>
                <a:gd name="connsiteY0" fmla="*/ 282698 h 676185"/>
                <a:gd name="connsiteX1" fmla="*/ 49407 w 1149835"/>
                <a:gd name="connsiteY1" fmla="*/ 381368 h 676185"/>
                <a:gd name="connsiteX2" fmla="*/ 0 w 1149835"/>
                <a:gd name="connsiteY2" fmla="*/ -1 h 676185"/>
                <a:gd name="connsiteX3" fmla="*/ 430628 w 1149835"/>
                <a:gd name="connsiteY3" fmla="*/ 18125 h 676185"/>
                <a:gd name="connsiteX4" fmla="*/ 330254 w 1149835"/>
                <a:gd name="connsiteY4" fmla="*/ 132066 h 676185"/>
                <a:gd name="connsiteX5" fmla="*/ 1149836 w 1149835"/>
                <a:gd name="connsiteY5" fmla="*/ 440871 h 676185"/>
                <a:gd name="connsiteX6" fmla="*/ 993147 w 1149835"/>
                <a:gd name="connsiteY6" fmla="*/ 675547 h 676185"/>
                <a:gd name="connsiteX7" fmla="*/ 153962 w 1149835"/>
                <a:gd name="connsiteY7" fmla="*/ 282698 h 676185"/>
                <a:gd name="connsiteX0" fmla="*/ 151160 w 1147033"/>
                <a:gd name="connsiteY0" fmla="*/ 302322 h 695809"/>
                <a:gd name="connsiteX1" fmla="*/ 46605 w 1147033"/>
                <a:gd name="connsiteY1" fmla="*/ 400992 h 695809"/>
                <a:gd name="connsiteX2" fmla="*/ 0 w 1147033"/>
                <a:gd name="connsiteY2" fmla="*/ 1 h 695809"/>
                <a:gd name="connsiteX3" fmla="*/ 427826 w 1147033"/>
                <a:gd name="connsiteY3" fmla="*/ 37749 h 695809"/>
                <a:gd name="connsiteX4" fmla="*/ 327452 w 1147033"/>
                <a:gd name="connsiteY4" fmla="*/ 151690 h 695809"/>
                <a:gd name="connsiteX5" fmla="*/ 1147034 w 1147033"/>
                <a:gd name="connsiteY5" fmla="*/ 460495 h 695809"/>
                <a:gd name="connsiteX6" fmla="*/ 990345 w 1147033"/>
                <a:gd name="connsiteY6" fmla="*/ 695171 h 695809"/>
                <a:gd name="connsiteX7" fmla="*/ 151160 w 1147033"/>
                <a:gd name="connsiteY7" fmla="*/ 302322 h 695809"/>
                <a:gd name="connsiteX0" fmla="*/ 108181 w 1104054"/>
                <a:gd name="connsiteY0" fmla="*/ 322882 h 716369"/>
                <a:gd name="connsiteX1" fmla="*/ 3626 w 1104054"/>
                <a:gd name="connsiteY1" fmla="*/ 421552 h 716369"/>
                <a:gd name="connsiteX2" fmla="*/ 1 w 1104054"/>
                <a:gd name="connsiteY2" fmla="*/ 0 h 716369"/>
                <a:gd name="connsiteX3" fmla="*/ 384847 w 1104054"/>
                <a:gd name="connsiteY3" fmla="*/ 58309 h 716369"/>
                <a:gd name="connsiteX4" fmla="*/ 284473 w 1104054"/>
                <a:gd name="connsiteY4" fmla="*/ 172250 h 716369"/>
                <a:gd name="connsiteX5" fmla="*/ 1104055 w 1104054"/>
                <a:gd name="connsiteY5" fmla="*/ 481055 h 716369"/>
                <a:gd name="connsiteX6" fmla="*/ 947366 w 1104054"/>
                <a:gd name="connsiteY6" fmla="*/ 715731 h 716369"/>
                <a:gd name="connsiteX7" fmla="*/ 108181 w 1104054"/>
                <a:gd name="connsiteY7" fmla="*/ 322882 h 71636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305967 w 1125548"/>
                <a:gd name="connsiteY4" fmla="*/ 208690 h 752809"/>
                <a:gd name="connsiteX5" fmla="*/ 1125549 w 1125548"/>
                <a:gd name="connsiteY5" fmla="*/ 517495 h 752809"/>
                <a:gd name="connsiteX6" fmla="*/ 968860 w 1125548"/>
                <a:gd name="connsiteY6" fmla="*/ 752171 h 752809"/>
                <a:gd name="connsiteX7" fmla="*/ 129675 w 1125548"/>
                <a:gd name="connsiteY7" fmla="*/ 359322 h 75280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278717 w 1125548"/>
                <a:gd name="connsiteY4" fmla="*/ 204799 h 752809"/>
                <a:gd name="connsiteX5" fmla="*/ 1125549 w 1125548"/>
                <a:gd name="connsiteY5" fmla="*/ 517495 h 752809"/>
                <a:gd name="connsiteX6" fmla="*/ 968860 w 1125548"/>
                <a:gd name="connsiteY6" fmla="*/ 752171 h 752809"/>
                <a:gd name="connsiteX7" fmla="*/ 129675 w 1125548"/>
                <a:gd name="connsiteY7" fmla="*/ 359322 h 75280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291952 w 1125548"/>
                <a:gd name="connsiteY4" fmla="*/ 190005 h 752809"/>
                <a:gd name="connsiteX5" fmla="*/ 1125549 w 1125548"/>
                <a:gd name="connsiteY5" fmla="*/ 517495 h 752809"/>
                <a:gd name="connsiteX6" fmla="*/ 968860 w 1125548"/>
                <a:gd name="connsiteY6" fmla="*/ 752171 h 752809"/>
                <a:gd name="connsiteX7" fmla="*/ 129675 w 1125548"/>
                <a:gd name="connsiteY7" fmla="*/ 359322 h 752809"/>
                <a:gd name="connsiteX0" fmla="*/ 116439 w 1125548"/>
                <a:gd name="connsiteY0" fmla="*/ 374117 h 752855"/>
                <a:gd name="connsiteX1" fmla="*/ 25120 w 1125548"/>
                <a:gd name="connsiteY1" fmla="*/ 457992 h 752855"/>
                <a:gd name="connsiteX2" fmla="*/ -1 w 1125548"/>
                <a:gd name="connsiteY2" fmla="*/ 0 h 752855"/>
                <a:gd name="connsiteX3" fmla="*/ 406341 w 1125548"/>
                <a:gd name="connsiteY3" fmla="*/ 94749 h 752855"/>
                <a:gd name="connsiteX4" fmla="*/ 291952 w 1125548"/>
                <a:gd name="connsiteY4" fmla="*/ 190005 h 752855"/>
                <a:gd name="connsiteX5" fmla="*/ 1125549 w 1125548"/>
                <a:gd name="connsiteY5" fmla="*/ 517495 h 752855"/>
                <a:gd name="connsiteX6" fmla="*/ 968860 w 1125548"/>
                <a:gd name="connsiteY6" fmla="*/ 752171 h 752855"/>
                <a:gd name="connsiteX7" fmla="*/ 116439 w 1125548"/>
                <a:gd name="connsiteY7" fmla="*/ 374117 h 752855"/>
                <a:gd name="connsiteX0" fmla="*/ 116439 w 1111531"/>
                <a:gd name="connsiteY0" fmla="*/ 374117 h 752855"/>
                <a:gd name="connsiteX1" fmla="*/ 25120 w 1111531"/>
                <a:gd name="connsiteY1" fmla="*/ 457992 h 752855"/>
                <a:gd name="connsiteX2" fmla="*/ -1 w 1111531"/>
                <a:gd name="connsiteY2" fmla="*/ 0 h 752855"/>
                <a:gd name="connsiteX3" fmla="*/ 406341 w 1111531"/>
                <a:gd name="connsiteY3" fmla="*/ 94749 h 752855"/>
                <a:gd name="connsiteX4" fmla="*/ 291952 w 1111531"/>
                <a:gd name="connsiteY4" fmla="*/ 190005 h 752855"/>
                <a:gd name="connsiteX5" fmla="*/ 1111531 w 1111531"/>
                <a:gd name="connsiteY5" fmla="*/ 537744 h 752855"/>
                <a:gd name="connsiteX6" fmla="*/ 968860 w 1111531"/>
                <a:gd name="connsiteY6" fmla="*/ 752171 h 752855"/>
                <a:gd name="connsiteX7" fmla="*/ 116439 w 1111531"/>
                <a:gd name="connsiteY7" fmla="*/ 374117 h 752855"/>
                <a:gd name="connsiteX0" fmla="*/ 118770 w 1113862"/>
                <a:gd name="connsiteY0" fmla="*/ 318830 h 697568"/>
                <a:gd name="connsiteX1" fmla="*/ 27451 w 1113862"/>
                <a:gd name="connsiteY1" fmla="*/ 402705 h 697568"/>
                <a:gd name="connsiteX2" fmla="*/ 0 w 1113862"/>
                <a:gd name="connsiteY2" fmla="*/ 0 h 697568"/>
                <a:gd name="connsiteX3" fmla="*/ 408672 w 1113862"/>
                <a:gd name="connsiteY3" fmla="*/ 39462 h 697568"/>
                <a:gd name="connsiteX4" fmla="*/ 294283 w 1113862"/>
                <a:gd name="connsiteY4" fmla="*/ 134718 h 697568"/>
                <a:gd name="connsiteX5" fmla="*/ 1113862 w 1113862"/>
                <a:gd name="connsiteY5" fmla="*/ 482457 h 697568"/>
                <a:gd name="connsiteX6" fmla="*/ 971191 w 1113862"/>
                <a:gd name="connsiteY6" fmla="*/ 696884 h 697568"/>
                <a:gd name="connsiteX7" fmla="*/ 118770 w 1113862"/>
                <a:gd name="connsiteY7" fmla="*/ 318830 h 697568"/>
                <a:gd name="connsiteX0" fmla="*/ 118770 w 1113862"/>
                <a:gd name="connsiteY0" fmla="*/ 318830 h 697568"/>
                <a:gd name="connsiteX1" fmla="*/ 9542 w 1113862"/>
                <a:gd name="connsiteY1" fmla="*/ 411272 h 697568"/>
                <a:gd name="connsiteX2" fmla="*/ 0 w 1113862"/>
                <a:gd name="connsiteY2" fmla="*/ 0 h 697568"/>
                <a:gd name="connsiteX3" fmla="*/ 408672 w 1113862"/>
                <a:gd name="connsiteY3" fmla="*/ 39462 h 697568"/>
                <a:gd name="connsiteX4" fmla="*/ 294283 w 1113862"/>
                <a:gd name="connsiteY4" fmla="*/ 134718 h 697568"/>
                <a:gd name="connsiteX5" fmla="*/ 1113862 w 1113862"/>
                <a:gd name="connsiteY5" fmla="*/ 482457 h 697568"/>
                <a:gd name="connsiteX6" fmla="*/ 971191 w 1113862"/>
                <a:gd name="connsiteY6" fmla="*/ 696884 h 697568"/>
                <a:gd name="connsiteX7" fmla="*/ 118770 w 1113862"/>
                <a:gd name="connsiteY7" fmla="*/ 318830 h 69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862" h="697568">
                  <a:moveTo>
                    <a:pt x="118770" y="318830"/>
                  </a:moveTo>
                  <a:lnTo>
                    <a:pt x="9542" y="411272"/>
                  </a:lnTo>
                  <a:cubicBezTo>
                    <a:pt x="8334" y="270755"/>
                    <a:pt x="1208" y="140517"/>
                    <a:pt x="0" y="0"/>
                  </a:cubicBezTo>
                  <a:lnTo>
                    <a:pt x="408672" y="39462"/>
                  </a:lnTo>
                  <a:lnTo>
                    <a:pt x="294283" y="134718"/>
                  </a:lnTo>
                  <a:cubicBezTo>
                    <a:pt x="519766" y="375244"/>
                    <a:pt x="768330" y="467669"/>
                    <a:pt x="1113862" y="482457"/>
                  </a:cubicBezTo>
                  <a:lnTo>
                    <a:pt x="971191" y="696884"/>
                  </a:lnTo>
                  <a:cubicBezTo>
                    <a:pt x="619380" y="710504"/>
                    <a:pt x="299329" y="518922"/>
                    <a:pt x="118770" y="318830"/>
                  </a:cubicBezTo>
                  <a:close/>
                </a:path>
              </a:pathLst>
            </a:custGeom>
            <a:gradFill flip="none" rotWithShape="1">
              <a:gsLst>
                <a:gs pos="53200">
                  <a:schemeClr val="accent1">
                    <a:alpha val="12000"/>
                  </a:schemeClr>
                </a:gs>
                <a:gs pos="22000">
                  <a:schemeClr val="accent1">
                    <a:alpha val="0"/>
                  </a:schemeClr>
                </a:gs>
                <a:gs pos="85000">
                  <a:schemeClr val="accent1"/>
                </a:gs>
              </a:gsLst>
              <a:lin ang="12000000" scaled="0"/>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sp>
          <p:nvSpPr>
            <p:cNvPr id="133" name="任意多边形: 形状 132">
              <a:extLst>
                <a:ext uri="{FF2B5EF4-FFF2-40B4-BE49-F238E27FC236}">
                  <a16:creationId xmlns:a16="http://schemas.microsoft.com/office/drawing/2014/main" id="{0F612CFC-D449-D67F-4443-6EC87DA42180}"/>
                </a:ext>
              </a:extLst>
            </p:cNvPr>
            <p:cNvSpPr/>
            <p:nvPr/>
          </p:nvSpPr>
          <p:spPr>
            <a:xfrm rot="19770031" flipH="1">
              <a:off x="7578895" y="4445335"/>
              <a:ext cx="481730" cy="301689"/>
            </a:xfrm>
            <a:custGeom>
              <a:avLst/>
              <a:gdLst>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682205 w 2247478"/>
                <a:gd name="connsiteY4" fmla="*/ 350473 h 927229"/>
                <a:gd name="connsiteX5" fmla="*/ 840157 w 2247478"/>
                <a:gd name="connsiteY5" fmla="*/ 436505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11" fmla="*/ 539202 w 2247478"/>
                <a:gd name="connsiteY11" fmla="*/ 564970 h 927229"/>
                <a:gd name="connsiteX12" fmla="*/ 532038 w 2247478"/>
                <a:gd name="connsiteY12" fmla="*/ 575715 h 927229"/>
                <a:gd name="connsiteX13" fmla="*/ 352035 w 2247478"/>
                <a:gd name="connsiteY13" fmla="*/ 455705 h 927229"/>
                <a:gd name="connsiteX14" fmla="*/ 261478 w 2247478"/>
                <a:gd name="connsiteY14" fmla="*/ 591535 h 927229"/>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682205 w 2247478"/>
                <a:gd name="connsiteY4" fmla="*/ 350473 h 927229"/>
                <a:gd name="connsiteX5" fmla="*/ 2131309 w 2247478"/>
                <a:gd name="connsiteY5" fmla="*/ 653456 h 927229"/>
                <a:gd name="connsiteX6" fmla="*/ 2230699 w 2247478"/>
                <a:gd name="connsiteY6" fmla="*/ 637393 h 927229"/>
                <a:gd name="connsiteX7" fmla="*/ 2247478 w 2247478"/>
                <a:gd name="connsiteY7" fmla="*/ 894834 h 927229"/>
                <a:gd name="connsiteX8" fmla="*/ 2162057 w 2247478"/>
                <a:gd name="connsiteY8" fmla="*/ 908640 h 927229"/>
                <a:gd name="connsiteX9" fmla="*/ 727668 w 2247478"/>
                <a:gd name="connsiteY9" fmla="*/ 667620 h 927229"/>
                <a:gd name="connsiteX10" fmla="*/ 539202 w 2247478"/>
                <a:gd name="connsiteY10" fmla="*/ 564970 h 927229"/>
                <a:gd name="connsiteX11" fmla="*/ 532038 w 2247478"/>
                <a:gd name="connsiteY11" fmla="*/ 575715 h 927229"/>
                <a:gd name="connsiteX12" fmla="*/ 352035 w 2247478"/>
                <a:gd name="connsiteY12" fmla="*/ 455705 h 927229"/>
                <a:gd name="connsiteX13" fmla="*/ 261478 w 2247478"/>
                <a:gd name="connsiteY13" fmla="*/ 591535 h 927229"/>
                <a:gd name="connsiteX14" fmla="*/ 0 w 2247478"/>
                <a:gd name="connsiteY14" fmla="*/ 0 h 927229"/>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2131309 w 2247478"/>
                <a:gd name="connsiteY4" fmla="*/ 653456 h 927229"/>
                <a:gd name="connsiteX5" fmla="*/ 2230699 w 2247478"/>
                <a:gd name="connsiteY5" fmla="*/ 637393 h 927229"/>
                <a:gd name="connsiteX6" fmla="*/ 2247478 w 2247478"/>
                <a:gd name="connsiteY6" fmla="*/ 894834 h 927229"/>
                <a:gd name="connsiteX7" fmla="*/ 2162057 w 2247478"/>
                <a:gd name="connsiteY7" fmla="*/ 908640 h 927229"/>
                <a:gd name="connsiteX8" fmla="*/ 727668 w 2247478"/>
                <a:gd name="connsiteY8" fmla="*/ 667620 h 927229"/>
                <a:gd name="connsiteX9" fmla="*/ 539202 w 2247478"/>
                <a:gd name="connsiteY9" fmla="*/ 564970 h 927229"/>
                <a:gd name="connsiteX10" fmla="*/ 532038 w 2247478"/>
                <a:gd name="connsiteY10" fmla="*/ 575715 h 927229"/>
                <a:gd name="connsiteX11" fmla="*/ 352035 w 2247478"/>
                <a:gd name="connsiteY11" fmla="*/ 455705 h 927229"/>
                <a:gd name="connsiteX12" fmla="*/ 261478 w 2247478"/>
                <a:gd name="connsiteY12" fmla="*/ 591535 h 927229"/>
                <a:gd name="connsiteX13" fmla="*/ 0 w 2247478"/>
                <a:gd name="connsiteY13" fmla="*/ 0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688137 w 2247478"/>
                <a:gd name="connsiteY6" fmla="*/ 341575 h 927229"/>
                <a:gd name="connsiteX7" fmla="*/ 2131309 w 2247478"/>
                <a:gd name="connsiteY7" fmla="*/ 653456 h 927229"/>
                <a:gd name="connsiteX8" fmla="*/ 2230699 w 2247478"/>
                <a:gd name="connsiteY8" fmla="*/ 637393 h 927229"/>
                <a:gd name="connsiteX9" fmla="*/ 2247478 w 2247478"/>
                <a:gd name="connsiteY9" fmla="*/ 894834 h 927229"/>
                <a:gd name="connsiteX10" fmla="*/ 2162057 w 2247478"/>
                <a:gd name="connsiteY10" fmla="*/ 908640 h 927229"/>
                <a:gd name="connsiteX11" fmla="*/ 727668 w 2247478"/>
                <a:gd name="connsiteY11" fmla="*/ 667620 h 927229"/>
                <a:gd name="connsiteX12" fmla="*/ 539202 w 2247478"/>
                <a:gd name="connsiteY12" fmla="*/ 564970 h 927229"/>
                <a:gd name="connsiteX13" fmla="*/ 676860 w 2247478"/>
                <a:gd name="connsiteY13"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688137 w 2247478"/>
                <a:gd name="connsiteY6" fmla="*/ 341575 h 927229"/>
                <a:gd name="connsiteX7" fmla="*/ 2131309 w 2247478"/>
                <a:gd name="connsiteY7" fmla="*/ 653456 h 927229"/>
                <a:gd name="connsiteX8" fmla="*/ 2230699 w 2247478"/>
                <a:gd name="connsiteY8" fmla="*/ 637393 h 927229"/>
                <a:gd name="connsiteX9" fmla="*/ 2247478 w 2247478"/>
                <a:gd name="connsiteY9" fmla="*/ 894834 h 927229"/>
                <a:gd name="connsiteX10" fmla="*/ 2162057 w 2247478"/>
                <a:gd name="connsiteY10" fmla="*/ 908640 h 927229"/>
                <a:gd name="connsiteX11" fmla="*/ 727668 w 2247478"/>
                <a:gd name="connsiteY11" fmla="*/ 667620 h 927229"/>
                <a:gd name="connsiteX12" fmla="*/ 676860 w 2247478"/>
                <a:gd name="connsiteY12"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11" fmla="*/ 676860 w 2247478"/>
                <a:gd name="connsiteY11"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0" fmla="*/ 532038 w 2247478"/>
                <a:gd name="connsiteY0" fmla="*/ 575715 h 908640"/>
                <a:gd name="connsiteX1" fmla="*/ 352035 w 2247478"/>
                <a:gd name="connsiteY1" fmla="*/ 455705 h 908640"/>
                <a:gd name="connsiteX2" fmla="*/ 261478 w 2247478"/>
                <a:gd name="connsiteY2" fmla="*/ 591535 h 908640"/>
                <a:gd name="connsiteX3" fmla="*/ 0 w 2247478"/>
                <a:gd name="connsiteY3" fmla="*/ 0 h 908640"/>
                <a:gd name="connsiteX4" fmla="*/ 598691 w 2247478"/>
                <a:gd name="connsiteY4" fmla="*/ 85735 h 908640"/>
                <a:gd name="connsiteX5" fmla="*/ 508133 w 2247478"/>
                <a:gd name="connsiteY5" fmla="*/ 221567 h 908640"/>
                <a:gd name="connsiteX6" fmla="*/ 2131309 w 2247478"/>
                <a:gd name="connsiteY6" fmla="*/ 653456 h 908640"/>
                <a:gd name="connsiteX7" fmla="*/ 2230699 w 2247478"/>
                <a:gd name="connsiteY7" fmla="*/ 637393 h 908640"/>
                <a:gd name="connsiteX8" fmla="*/ 2247478 w 2247478"/>
                <a:gd name="connsiteY8" fmla="*/ 894834 h 908640"/>
                <a:gd name="connsiteX9" fmla="*/ 2162057 w 2247478"/>
                <a:gd name="connsiteY9" fmla="*/ 908640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30699 w 2247478"/>
                <a:gd name="connsiteY6" fmla="*/ 637393 h 908640"/>
                <a:gd name="connsiteX7" fmla="*/ 2247478 w 2247478"/>
                <a:gd name="connsiteY7" fmla="*/ 894834 h 908640"/>
                <a:gd name="connsiteX8" fmla="*/ 2162057 w 2247478"/>
                <a:gd name="connsiteY8" fmla="*/ 908640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30699 w 2247478"/>
                <a:gd name="connsiteY6" fmla="*/ 637393 h 908640"/>
                <a:gd name="connsiteX7" fmla="*/ 2247478 w 2247478"/>
                <a:gd name="connsiteY7" fmla="*/ 894834 h 908640"/>
                <a:gd name="connsiteX8" fmla="*/ 2162057 w 2247478"/>
                <a:gd name="connsiteY8" fmla="*/ 908640 h 908640"/>
                <a:gd name="connsiteX9" fmla="*/ 352035 w 2247478"/>
                <a:gd name="connsiteY9" fmla="*/ 455705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47478 w 2247478"/>
                <a:gd name="connsiteY6" fmla="*/ 894834 h 908640"/>
                <a:gd name="connsiteX7" fmla="*/ 2162057 w 2247478"/>
                <a:gd name="connsiteY7" fmla="*/ 908640 h 908640"/>
                <a:gd name="connsiteX8" fmla="*/ 352035 w 2247478"/>
                <a:gd name="connsiteY8" fmla="*/ 455705 h 908640"/>
                <a:gd name="connsiteX0" fmla="*/ 352035 w 2162058"/>
                <a:gd name="connsiteY0" fmla="*/ 455705 h 908640"/>
                <a:gd name="connsiteX1" fmla="*/ 261478 w 2162058"/>
                <a:gd name="connsiteY1" fmla="*/ 591535 h 908640"/>
                <a:gd name="connsiteX2" fmla="*/ 0 w 2162058"/>
                <a:gd name="connsiteY2" fmla="*/ 0 h 908640"/>
                <a:gd name="connsiteX3" fmla="*/ 598691 w 2162058"/>
                <a:gd name="connsiteY3" fmla="*/ 85735 h 908640"/>
                <a:gd name="connsiteX4" fmla="*/ 508133 w 2162058"/>
                <a:gd name="connsiteY4" fmla="*/ 221567 h 908640"/>
                <a:gd name="connsiteX5" fmla="*/ 2131309 w 2162058"/>
                <a:gd name="connsiteY5" fmla="*/ 653456 h 908640"/>
                <a:gd name="connsiteX6" fmla="*/ 2162057 w 2162058"/>
                <a:gd name="connsiteY6" fmla="*/ 908640 h 908640"/>
                <a:gd name="connsiteX7" fmla="*/ 352035 w 2162058"/>
                <a:gd name="connsiteY7" fmla="*/ 455705 h 908640"/>
                <a:gd name="connsiteX0" fmla="*/ 352035 w 2131309"/>
                <a:gd name="connsiteY0" fmla="*/ 455705 h 718922"/>
                <a:gd name="connsiteX1" fmla="*/ 261478 w 2131309"/>
                <a:gd name="connsiteY1" fmla="*/ 591535 h 718922"/>
                <a:gd name="connsiteX2" fmla="*/ 0 w 2131309"/>
                <a:gd name="connsiteY2" fmla="*/ 0 h 718922"/>
                <a:gd name="connsiteX3" fmla="*/ 598691 w 2131309"/>
                <a:gd name="connsiteY3" fmla="*/ 85735 h 718922"/>
                <a:gd name="connsiteX4" fmla="*/ 508133 w 2131309"/>
                <a:gd name="connsiteY4" fmla="*/ 221567 h 718922"/>
                <a:gd name="connsiteX5" fmla="*/ 2131309 w 2131309"/>
                <a:gd name="connsiteY5" fmla="*/ 653456 h 718922"/>
                <a:gd name="connsiteX6" fmla="*/ 1338448 w 2131309"/>
                <a:gd name="connsiteY6" fmla="*/ 718923 h 718922"/>
                <a:gd name="connsiteX7" fmla="*/ 352035 w 2131309"/>
                <a:gd name="connsiteY7" fmla="*/ 455705 h 718922"/>
                <a:gd name="connsiteX0" fmla="*/ 352035 w 1492079"/>
                <a:gd name="connsiteY0" fmla="*/ 455705 h 718924"/>
                <a:gd name="connsiteX1" fmla="*/ 261478 w 1492079"/>
                <a:gd name="connsiteY1" fmla="*/ 591535 h 718924"/>
                <a:gd name="connsiteX2" fmla="*/ 0 w 1492079"/>
                <a:gd name="connsiteY2" fmla="*/ 0 h 718924"/>
                <a:gd name="connsiteX3" fmla="*/ 598691 w 1492079"/>
                <a:gd name="connsiteY3" fmla="*/ 85735 h 718924"/>
                <a:gd name="connsiteX4" fmla="*/ 508133 w 1492079"/>
                <a:gd name="connsiteY4" fmla="*/ 221567 h 718924"/>
                <a:gd name="connsiteX5" fmla="*/ 1492080 w 1492079"/>
                <a:gd name="connsiteY5" fmla="*/ 480982 h 718924"/>
                <a:gd name="connsiteX6" fmla="*/ 1338448 w 1492079"/>
                <a:gd name="connsiteY6" fmla="*/ 718923 h 718924"/>
                <a:gd name="connsiteX7" fmla="*/ 352035 w 1492079"/>
                <a:gd name="connsiteY7" fmla="*/ 455705 h 718924"/>
                <a:gd name="connsiteX0" fmla="*/ 352035 w 1492081"/>
                <a:gd name="connsiteY0" fmla="*/ 455705 h 731314"/>
                <a:gd name="connsiteX1" fmla="*/ 261478 w 1492081"/>
                <a:gd name="connsiteY1" fmla="*/ 591535 h 731314"/>
                <a:gd name="connsiteX2" fmla="*/ 0 w 1492081"/>
                <a:gd name="connsiteY2" fmla="*/ 0 h 731314"/>
                <a:gd name="connsiteX3" fmla="*/ 598691 w 1492081"/>
                <a:gd name="connsiteY3" fmla="*/ 85735 h 731314"/>
                <a:gd name="connsiteX4" fmla="*/ 508133 w 1492081"/>
                <a:gd name="connsiteY4" fmla="*/ 221567 h 731314"/>
                <a:gd name="connsiteX5" fmla="*/ 1492080 w 1492081"/>
                <a:gd name="connsiteY5" fmla="*/ 480982 h 731314"/>
                <a:gd name="connsiteX6" fmla="*/ 1400747 w 1492081"/>
                <a:gd name="connsiteY6" fmla="*/ 731314 h 731314"/>
                <a:gd name="connsiteX7" fmla="*/ 352035 w 1492081"/>
                <a:gd name="connsiteY7" fmla="*/ 455705 h 731314"/>
                <a:gd name="connsiteX0" fmla="*/ 352035 w 1492079"/>
                <a:gd name="connsiteY0" fmla="*/ 455705 h 736059"/>
                <a:gd name="connsiteX1" fmla="*/ 261478 w 1492079"/>
                <a:gd name="connsiteY1" fmla="*/ 591535 h 736059"/>
                <a:gd name="connsiteX2" fmla="*/ 0 w 1492079"/>
                <a:gd name="connsiteY2" fmla="*/ 0 h 736059"/>
                <a:gd name="connsiteX3" fmla="*/ 598691 w 1492079"/>
                <a:gd name="connsiteY3" fmla="*/ 85735 h 736059"/>
                <a:gd name="connsiteX4" fmla="*/ 508133 w 1492079"/>
                <a:gd name="connsiteY4" fmla="*/ 221567 h 736059"/>
                <a:gd name="connsiteX5" fmla="*/ 1492080 w 1492079"/>
                <a:gd name="connsiteY5" fmla="*/ 480982 h 736059"/>
                <a:gd name="connsiteX6" fmla="*/ 1400747 w 1492079"/>
                <a:gd name="connsiteY6" fmla="*/ 731314 h 736059"/>
                <a:gd name="connsiteX7" fmla="*/ 352035 w 1492079"/>
                <a:gd name="connsiteY7" fmla="*/ 455705 h 736059"/>
                <a:gd name="connsiteX0" fmla="*/ 352035 w 1492081"/>
                <a:gd name="connsiteY0" fmla="*/ 455705 h 739664"/>
                <a:gd name="connsiteX1" fmla="*/ 261478 w 1492081"/>
                <a:gd name="connsiteY1" fmla="*/ 591535 h 739664"/>
                <a:gd name="connsiteX2" fmla="*/ 0 w 1492081"/>
                <a:gd name="connsiteY2" fmla="*/ 0 h 739664"/>
                <a:gd name="connsiteX3" fmla="*/ 598691 w 1492081"/>
                <a:gd name="connsiteY3" fmla="*/ 85735 h 739664"/>
                <a:gd name="connsiteX4" fmla="*/ 508133 w 1492081"/>
                <a:gd name="connsiteY4" fmla="*/ 221567 h 739664"/>
                <a:gd name="connsiteX5" fmla="*/ 1492080 w 1492081"/>
                <a:gd name="connsiteY5" fmla="*/ 480982 h 739664"/>
                <a:gd name="connsiteX6" fmla="*/ 1400747 w 1492081"/>
                <a:gd name="connsiteY6" fmla="*/ 731314 h 739664"/>
                <a:gd name="connsiteX7" fmla="*/ 352035 w 1492081"/>
                <a:gd name="connsiteY7" fmla="*/ 455705 h 739664"/>
                <a:gd name="connsiteX0" fmla="*/ 352035 w 1492079"/>
                <a:gd name="connsiteY0" fmla="*/ 455705 h 739664"/>
                <a:gd name="connsiteX1" fmla="*/ 261478 w 1492079"/>
                <a:gd name="connsiteY1" fmla="*/ 591535 h 739664"/>
                <a:gd name="connsiteX2" fmla="*/ 0 w 1492079"/>
                <a:gd name="connsiteY2" fmla="*/ 0 h 739664"/>
                <a:gd name="connsiteX3" fmla="*/ 598691 w 1492079"/>
                <a:gd name="connsiteY3" fmla="*/ 85735 h 739664"/>
                <a:gd name="connsiteX4" fmla="*/ 508133 w 1492079"/>
                <a:gd name="connsiteY4" fmla="*/ 221567 h 739664"/>
                <a:gd name="connsiteX5" fmla="*/ 1492080 w 1492079"/>
                <a:gd name="connsiteY5" fmla="*/ 480982 h 739664"/>
                <a:gd name="connsiteX6" fmla="*/ 1400747 w 1492079"/>
                <a:gd name="connsiteY6" fmla="*/ 731314 h 739664"/>
                <a:gd name="connsiteX7" fmla="*/ 352035 w 1492079"/>
                <a:gd name="connsiteY7" fmla="*/ 455705 h 739664"/>
                <a:gd name="connsiteX0" fmla="*/ 352035 w 1492081"/>
                <a:gd name="connsiteY0" fmla="*/ 455705 h 739664"/>
                <a:gd name="connsiteX1" fmla="*/ 261478 w 1492081"/>
                <a:gd name="connsiteY1" fmla="*/ 591535 h 739664"/>
                <a:gd name="connsiteX2" fmla="*/ 0 w 1492081"/>
                <a:gd name="connsiteY2" fmla="*/ 0 h 739664"/>
                <a:gd name="connsiteX3" fmla="*/ 598691 w 1492081"/>
                <a:gd name="connsiteY3" fmla="*/ 85735 h 739664"/>
                <a:gd name="connsiteX4" fmla="*/ 508133 w 1492081"/>
                <a:gd name="connsiteY4" fmla="*/ 221567 h 739664"/>
                <a:gd name="connsiteX5" fmla="*/ 1492080 w 1492081"/>
                <a:gd name="connsiteY5" fmla="*/ 480982 h 739664"/>
                <a:gd name="connsiteX6" fmla="*/ 1400747 w 1492081"/>
                <a:gd name="connsiteY6" fmla="*/ 731314 h 739664"/>
                <a:gd name="connsiteX7" fmla="*/ 352035 w 1492081"/>
                <a:gd name="connsiteY7" fmla="*/ 455705 h 739664"/>
                <a:gd name="connsiteX0" fmla="*/ 352035 w 1492079"/>
                <a:gd name="connsiteY0" fmla="*/ 455705 h 739664"/>
                <a:gd name="connsiteX1" fmla="*/ 261478 w 1492079"/>
                <a:gd name="connsiteY1" fmla="*/ 591535 h 739664"/>
                <a:gd name="connsiteX2" fmla="*/ 0 w 1492079"/>
                <a:gd name="connsiteY2" fmla="*/ 0 h 739664"/>
                <a:gd name="connsiteX3" fmla="*/ 598691 w 1492079"/>
                <a:gd name="connsiteY3" fmla="*/ 85735 h 739664"/>
                <a:gd name="connsiteX4" fmla="*/ 508133 w 1492079"/>
                <a:gd name="connsiteY4" fmla="*/ 221567 h 739664"/>
                <a:gd name="connsiteX5" fmla="*/ 1492080 w 1492079"/>
                <a:gd name="connsiteY5" fmla="*/ 480982 h 739664"/>
                <a:gd name="connsiteX6" fmla="*/ 1133970 w 1492079"/>
                <a:gd name="connsiteY6" fmla="*/ 731314 h 739664"/>
                <a:gd name="connsiteX7" fmla="*/ 352035 w 1492079"/>
                <a:gd name="connsiteY7" fmla="*/ 455705 h 739664"/>
                <a:gd name="connsiteX0" fmla="*/ 352035 w 1225304"/>
                <a:gd name="connsiteY0" fmla="*/ 455705 h 739664"/>
                <a:gd name="connsiteX1" fmla="*/ 261478 w 1225304"/>
                <a:gd name="connsiteY1" fmla="*/ 591535 h 739664"/>
                <a:gd name="connsiteX2" fmla="*/ 0 w 1225304"/>
                <a:gd name="connsiteY2" fmla="*/ 0 h 739664"/>
                <a:gd name="connsiteX3" fmla="*/ 598691 w 1225304"/>
                <a:gd name="connsiteY3" fmla="*/ 85735 h 739664"/>
                <a:gd name="connsiteX4" fmla="*/ 508133 w 1225304"/>
                <a:gd name="connsiteY4" fmla="*/ 221567 h 739664"/>
                <a:gd name="connsiteX5" fmla="*/ 1225304 w 1225304"/>
                <a:gd name="connsiteY5" fmla="*/ 480982 h 739664"/>
                <a:gd name="connsiteX6" fmla="*/ 1133970 w 1225304"/>
                <a:gd name="connsiteY6" fmla="*/ 731314 h 739664"/>
                <a:gd name="connsiteX7" fmla="*/ 352035 w 1225304"/>
                <a:gd name="connsiteY7" fmla="*/ 455705 h 739664"/>
                <a:gd name="connsiteX0" fmla="*/ 352035 w 1225304"/>
                <a:gd name="connsiteY0" fmla="*/ 455705 h 803207"/>
                <a:gd name="connsiteX1" fmla="*/ 261478 w 1225304"/>
                <a:gd name="connsiteY1" fmla="*/ 591535 h 803207"/>
                <a:gd name="connsiteX2" fmla="*/ 0 w 1225304"/>
                <a:gd name="connsiteY2" fmla="*/ 0 h 803207"/>
                <a:gd name="connsiteX3" fmla="*/ 598691 w 1225304"/>
                <a:gd name="connsiteY3" fmla="*/ 85735 h 803207"/>
                <a:gd name="connsiteX4" fmla="*/ 508133 w 1225304"/>
                <a:gd name="connsiteY4" fmla="*/ 221567 h 803207"/>
                <a:gd name="connsiteX5" fmla="*/ 1225304 w 1225304"/>
                <a:gd name="connsiteY5" fmla="*/ 480982 h 803207"/>
                <a:gd name="connsiteX6" fmla="*/ 1108912 w 1225304"/>
                <a:gd name="connsiteY6" fmla="*/ 797381 h 803207"/>
                <a:gd name="connsiteX7" fmla="*/ 352035 w 1225304"/>
                <a:gd name="connsiteY7" fmla="*/ 455705 h 803207"/>
                <a:gd name="connsiteX0" fmla="*/ 352035 w 1207083"/>
                <a:gd name="connsiteY0" fmla="*/ 455705 h 803207"/>
                <a:gd name="connsiteX1" fmla="*/ 261478 w 1207083"/>
                <a:gd name="connsiteY1" fmla="*/ 591535 h 803207"/>
                <a:gd name="connsiteX2" fmla="*/ 0 w 1207083"/>
                <a:gd name="connsiteY2" fmla="*/ 0 h 803207"/>
                <a:gd name="connsiteX3" fmla="*/ 598691 w 1207083"/>
                <a:gd name="connsiteY3" fmla="*/ 85735 h 803207"/>
                <a:gd name="connsiteX4" fmla="*/ 508133 w 1207083"/>
                <a:gd name="connsiteY4" fmla="*/ 221567 h 803207"/>
                <a:gd name="connsiteX5" fmla="*/ 1207083 w 1207083"/>
                <a:gd name="connsiteY5" fmla="*/ 572100 h 803207"/>
                <a:gd name="connsiteX6" fmla="*/ 1108912 w 1207083"/>
                <a:gd name="connsiteY6" fmla="*/ 797381 h 803207"/>
                <a:gd name="connsiteX7" fmla="*/ 352035 w 1207083"/>
                <a:gd name="connsiteY7" fmla="*/ 455705 h 803207"/>
                <a:gd name="connsiteX0" fmla="*/ 352035 w 1207083"/>
                <a:gd name="connsiteY0" fmla="*/ 455705 h 803207"/>
                <a:gd name="connsiteX1" fmla="*/ 261478 w 1207083"/>
                <a:gd name="connsiteY1" fmla="*/ 591535 h 803207"/>
                <a:gd name="connsiteX2" fmla="*/ 0 w 1207083"/>
                <a:gd name="connsiteY2" fmla="*/ 0 h 803207"/>
                <a:gd name="connsiteX3" fmla="*/ 598691 w 1207083"/>
                <a:gd name="connsiteY3" fmla="*/ 85735 h 803207"/>
                <a:gd name="connsiteX4" fmla="*/ 508133 w 1207083"/>
                <a:gd name="connsiteY4" fmla="*/ 221567 h 803207"/>
                <a:gd name="connsiteX5" fmla="*/ 1207083 w 1207083"/>
                <a:gd name="connsiteY5" fmla="*/ 572100 h 803207"/>
                <a:gd name="connsiteX6" fmla="*/ 1108912 w 1207083"/>
                <a:gd name="connsiteY6" fmla="*/ 797381 h 803207"/>
                <a:gd name="connsiteX7" fmla="*/ 352035 w 1207083"/>
                <a:gd name="connsiteY7" fmla="*/ 455705 h 803207"/>
                <a:gd name="connsiteX0" fmla="*/ 352035 w 1207083"/>
                <a:gd name="connsiteY0" fmla="*/ 455705 h 836570"/>
                <a:gd name="connsiteX1" fmla="*/ 261478 w 1207083"/>
                <a:gd name="connsiteY1" fmla="*/ 591535 h 836570"/>
                <a:gd name="connsiteX2" fmla="*/ 0 w 1207083"/>
                <a:gd name="connsiteY2" fmla="*/ 0 h 836570"/>
                <a:gd name="connsiteX3" fmla="*/ 598691 w 1207083"/>
                <a:gd name="connsiteY3" fmla="*/ 85735 h 836570"/>
                <a:gd name="connsiteX4" fmla="*/ 508133 w 1207083"/>
                <a:gd name="connsiteY4" fmla="*/ 221567 h 836570"/>
                <a:gd name="connsiteX5" fmla="*/ 1207083 w 1207083"/>
                <a:gd name="connsiteY5" fmla="*/ 572100 h 836570"/>
                <a:gd name="connsiteX6" fmla="*/ 1102078 w 1207083"/>
                <a:gd name="connsiteY6" fmla="*/ 831549 h 836570"/>
                <a:gd name="connsiteX7" fmla="*/ 352035 w 1207083"/>
                <a:gd name="connsiteY7" fmla="*/ 455705 h 836570"/>
                <a:gd name="connsiteX0" fmla="*/ 352035 w 1207083"/>
                <a:gd name="connsiteY0" fmla="*/ 455705 h 831549"/>
                <a:gd name="connsiteX1" fmla="*/ 261478 w 1207083"/>
                <a:gd name="connsiteY1" fmla="*/ 591535 h 831549"/>
                <a:gd name="connsiteX2" fmla="*/ 0 w 1207083"/>
                <a:gd name="connsiteY2" fmla="*/ 0 h 831549"/>
                <a:gd name="connsiteX3" fmla="*/ 598691 w 1207083"/>
                <a:gd name="connsiteY3" fmla="*/ 85735 h 831549"/>
                <a:gd name="connsiteX4" fmla="*/ 508133 w 1207083"/>
                <a:gd name="connsiteY4" fmla="*/ 221567 h 831549"/>
                <a:gd name="connsiteX5" fmla="*/ 1207083 w 1207083"/>
                <a:gd name="connsiteY5" fmla="*/ 572100 h 831549"/>
                <a:gd name="connsiteX6" fmla="*/ 1102078 w 1207083"/>
                <a:gd name="connsiteY6" fmla="*/ 831549 h 831549"/>
                <a:gd name="connsiteX7" fmla="*/ 352035 w 1207083"/>
                <a:gd name="connsiteY7" fmla="*/ 455705 h 831549"/>
                <a:gd name="connsiteX0" fmla="*/ 352035 w 1207083"/>
                <a:gd name="connsiteY0" fmla="*/ 455705 h 831549"/>
                <a:gd name="connsiteX1" fmla="*/ 261478 w 1207083"/>
                <a:gd name="connsiteY1" fmla="*/ 591535 h 831549"/>
                <a:gd name="connsiteX2" fmla="*/ 0 w 1207083"/>
                <a:gd name="connsiteY2" fmla="*/ 0 h 831549"/>
                <a:gd name="connsiteX3" fmla="*/ 598691 w 1207083"/>
                <a:gd name="connsiteY3" fmla="*/ 85735 h 831549"/>
                <a:gd name="connsiteX4" fmla="*/ 508133 w 1207083"/>
                <a:gd name="connsiteY4" fmla="*/ 221567 h 831549"/>
                <a:gd name="connsiteX5" fmla="*/ 1207083 w 1207083"/>
                <a:gd name="connsiteY5" fmla="*/ 572100 h 831549"/>
                <a:gd name="connsiteX6" fmla="*/ 1102078 w 1207083"/>
                <a:gd name="connsiteY6" fmla="*/ 831549 h 831549"/>
                <a:gd name="connsiteX7" fmla="*/ 352035 w 1207083"/>
                <a:gd name="connsiteY7" fmla="*/ 455705 h 831549"/>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20106 w 1207083"/>
                <a:gd name="connsiteY0" fmla="*/ 434881 h 817884"/>
                <a:gd name="connsiteX1" fmla="*/ 261478 w 1207083"/>
                <a:gd name="connsiteY1" fmla="*/ 591535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20106 w 1207083"/>
                <a:gd name="connsiteY7" fmla="*/ 434881 h 817884"/>
                <a:gd name="connsiteX0" fmla="*/ 320106 w 1207083"/>
                <a:gd name="connsiteY0" fmla="*/ 434881 h 817884"/>
                <a:gd name="connsiteX1" fmla="*/ 207333 w 1207083"/>
                <a:gd name="connsiteY1" fmla="*/ 537398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20106 w 1207083"/>
                <a:gd name="connsiteY7" fmla="*/ 434881 h 817884"/>
                <a:gd name="connsiteX0" fmla="*/ 300674 w 1207083"/>
                <a:gd name="connsiteY0" fmla="*/ 423778 h 817884"/>
                <a:gd name="connsiteX1" fmla="*/ 207333 w 1207083"/>
                <a:gd name="connsiteY1" fmla="*/ 537398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00674 w 1207083"/>
                <a:gd name="connsiteY7" fmla="*/ 423778 h 817884"/>
                <a:gd name="connsiteX0" fmla="*/ 300674 w 1207083"/>
                <a:gd name="connsiteY0" fmla="*/ 423778 h 817884"/>
                <a:gd name="connsiteX1" fmla="*/ 207333 w 1207083"/>
                <a:gd name="connsiteY1" fmla="*/ 537398 h 817884"/>
                <a:gd name="connsiteX2" fmla="*/ 0 w 1207083"/>
                <a:gd name="connsiteY2" fmla="*/ 0 h 817884"/>
                <a:gd name="connsiteX3" fmla="*/ 536217 w 1207083"/>
                <a:gd name="connsiteY3" fmla="*/ 73244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00674 w 1207083"/>
                <a:gd name="connsiteY7" fmla="*/ 423778 h 817884"/>
                <a:gd name="connsiteX0" fmla="*/ 300674 w 1232067"/>
                <a:gd name="connsiteY0" fmla="*/ 423778 h 817884"/>
                <a:gd name="connsiteX1" fmla="*/ 207333 w 1232067"/>
                <a:gd name="connsiteY1" fmla="*/ 537398 h 817884"/>
                <a:gd name="connsiteX2" fmla="*/ 0 w 1232067"/>
                <a:gd name="connsiteY2" fmla="*/ 0 h 817884"/>
                <a:gd name="connsiteX3" fmla="*/ 536217 w 1232067"/>
                <a:gd name="connsiteY3" fmla="*/ 73244 h 817884"/>
                <a:gd name="connsiteX4" fmla="*/ 447053 w 1232067"/>
                <a:gd name="connsiteY4" fmla="*/ 202133 h 817884"/>
                <a:gd name="connsiteX5" fmla="*/ 1232068 w 1232067"/>
                <a:gd name="connsiteY5" fmla="*/ 519352 h 817884"/>
                <a:gd name="connsiteX6" fmla="*/ 1033737 w 1232067"/>
                <a:gd name="connsiteY6" fmla="*/ 817885 h 817884"/>
                <a:gd name="connsiteX7" fmla="*/ 300674 w 1232067"/>
                <a:gd name="connsiteY7" fmla="*/ 423778 h 817884"/>
                <a:gd name="connsiteX0" fmla="*/ 300674 w 1232067"/>
                <a:gd name="connsiteY0" fmla="*/ 423778 h 817884"/>
                <a:gd name="connsiteX1" fmla="*/ 207333 w 1232067"/>
                <a:gd name="connsiteY1" fmla="*/ 537398 h 817884"/>
                <a:gd name="connsiteX2" fmla="*/ 0 w 1232067"/>
                <a:gd name="connsiteY2" fmla="*/ 0 h 817884"/>
                <a:gd name="connsiteX3" fmla="*/ 536217 w 1232067"/>
                <a:gd name="connsiteY3" fmla="*/ 73244 h 817884"/>
                <a:gd name="connsiteX4" fmla="*/ 447053 w 1232067"/>
                <a:gd name="connsiteY4" fmla="*/ 202133 h 817884"/>
                <a:gd name="connsiteX5" fmla="*/ 1232068 w 1232067"/>
                <a:gd name="connsiteY5" fmla="*/ 519352 h 817884"/>
                <a:gd name="connsiteX6" fmla="*/ 1033737 w 1232067"/>
                <a:gd name="connsiteY6" fmla="*/ 817885 h 817884"/>
                <a:gd name="connsiteX7" fmla="*/ 300674 w 1232067"/>
                <a:gd name="connsiteY7" fmla="*/ 423778 h 817884"/>
                <a:gd name="connsiteX0" fmla="*/ 300674 w 1232067"/>
                <a:gd name="connsiteY0" fmla="*/ 423778 h 754029"/>
                <a:gd name="connsiteX1" fmla="*/ 207333 w 1232067"/>
                <a:gd name="connsiteY1" fmla="*/ 537398 h 754029"/>
                <a:gd name="connsiteX2" fmla="*/ 0 w 1232067"/>
                <a:gd name="connsiteY2" fmla="*/ 0 h 754029"/>
                <a:gd name="connsiteX3" fmla="*/ 536217 w 1232067"/>
                <a:gd name="connsiteY3" fmla="*/ 73244 h 754029"/>
                <a:gd name="connsiteX4" fmla="*/ 447053 w 1232067"/>
                <a:gd name="connsiteY4" fmla="*/ 202133 h 754029"/>
                <a:gd name="connsiteX5" fmla="*/ 1232068 w 1232067"/>
                <a:gd name="connsiteY5" fmla="*/ 519352 h 754029"/>
                <a:gd name="connsiteX6" fmla="*/ 1075379 w 1232067"/>
                <a:gd name="connsiteY6" fmla="*/ 754028 h 754029"/>
                <a:gd name="connsiteX7" fmla="*/ 300674 w 1232067"/>
                <a:gd name="connsiteY7" fmla="*/ 423778 h 754029"/>
                <a:gd name="connsiteX0" fmla="*/ 300674 w 1232067"/>
                <a:gd name="connsiteY0" fmla="*/ 423778 h 754977"/>
                <a:gd name="connsiteX1" fmla="*/ 207333 w 1232067"/>
                <a:gd name="connsiteY1" fmla="*/ 537398 h 754977"/>
                <a:gd name="connsiteX2" fmla="*/ 0 w 1232067"/>
                <a:gd name="connsiteY2" fmla="*/ 0 h 754977"/>
                <a:gd name="connsiteX3" fmla="*/ 536217 w 1232067"/>
                <a:gd name="connsiteY3" fmla="*/ 73244 h 754977"/>
                <a:gd name="connsiteX4" fmla="*/ 447053 w 1232067"/>
                <a:gd name="connsiteY4" fmla="*/ 202133 h 754977"/>
                <a:gd name="connsiteX5" fmla="*/ 1232068 w 1232067"/>
                <a:gd name="connsiteY5" fmla="*/ 519352 h 754977"/>
                <a:gd name="connsiteX6" fmla="*/ 1075379 w 1232067"/>
                <a:gd name="connsiteY6" fmla="*/ 754028 h 754977"/>
                <a:gd name="connsiteX7" fmla="*/ 300674 w 1232067"/>
                <a:gd name="connsiteY7" fmla="*/ 423778 h 754977"/>
                <a:gd name="connsiteX0" fmla="*/ 300674 w 1232067"/>
                <a:gd name="connsiteY0" fmla="*/ 423778 h 754921"/>
                <a:gd name="connsiteX1" fmla="*/ 207333 w 1232067"/>
                <a:gd name="connsiteY1" fmla="*/ 537398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300674 w 1232067"/>
                <a:gd name="connsiteY0" fmla="*/ 423778 h 754921"/>
                <a:gd name="connsiteX1" fmla="*/ 207333 w 1232067"/>
                <a:gd name="connsiteY1" fmla="*/ 537398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300674 w 1232067"/>
                <a:gd name="connsiteY0" fmla="*/ 423778 h 754921"/>
                <a:gd name="connsiteX1" fmla="*/ 142853 w 1232067"/>
                <a:gd name="connsiteY1" fmla="*/ 474799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447053 w 1232067"/>
                <a:gd name="connsiteY4" fmla="*/ 202133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392860 w 1232067"/>
                <a:gd name="connsiteY4" fmla="*/ 207745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412486 w 1232067"/>
                <a:gd name="connsiteY4" fmla="*/ 210547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36194 w 1232067"/>
                <a:gd name="connsiteY0" fmla="*/ 361179 h 754666"/>
                <a:gd name="connsiteX1" fmla="*/ 142853 w 1232067"/>
                <a:gd name="connsiteY1" fmla="*/ 474799 h 754666"/>
                <a:gd name="connsiteX2" fmla="*/ 0 w 1232067"/>
                <a:gd name="connsiteY2" fmla="*/ 0 h 754666"/>
                <a:gd name="connsiteX3" fmla="*/ 536217 w 1232067"/>
                <a:gd name="connsiteY3" fmla="*/ 73244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236194 w 1232067"/>
                <a:gd name="connsiteY0" fmla="*/ 361179 h 754666"/>
                <a:gd name="connsiteX1" fmla="*/ 142853 w 1232067"/>
                <a:gd name="connsiteY1" fmla="*/ 474799 h 754666"/>
                <a:gd name="connsiteX2" fmla="*/ 0 w 1232067"/>
                <a:gd name="connsiteY2" fmla="*/ 0 h 754666"/>
                <a:gd name="connsiteX3" fmla="*/ 512860 w 1232067"/>
                <a:gd name="connsiteY3" fmla="*/ 96606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236194 w 1232067"/>
                <a:gd name="connsiteY0" fmla="*/ 361179 h 754666"/>
                <a:gd name="connsiteX1" fmla="*/ 131639 w 1232067"/>
                <a:gd name="connsiteY1" fmla="*/ 459849 h 754666"/>
                <a:gd name="connsiteX2" fmla="*/ 0 w 1232067"/>
                <a:gd name="connsiteY2" fmla="*/ 0 h 754666"/>
                <a:gd name="connsiteX3" fmla="*/ 512860 w 1232067"/>
                <a:gd name="connsiteY3" fmla="*/ 96606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153962 w 1149835"/>
                <a:gd name="connsiteY0" fmla="*/ 282698 h 676185"/>
                <a:gd name="connsiteX1" fmla="*/ 49407 w 1149835"/>
                <a:gd name="connsiteY1" fmla="*/ 381368 h 676185"/>
                <a:gd name="connsiteX2" fmla="*/ 0 w 1149835"/>
                <a:gd name="connsiteY2" fmla="*/ -1 h 676185"/>
                <a:gd name="connsiteX3" fmla="*/ 430628 w 1149835"/>
                <a:gd name="connsiteY3" fmla="*/ 18125 h 676185"/>
                <a:gd name="connsiteX4" fmla="*/ 330254 w 1149835"/>
                <a:gd name="connsiteY4" fmla="*/ 132066 h 676185"/>
                <a:gd name="connsiteX5" fmla="*/ 1149836 w 1149835"/>
                <a:gd name="connsiteY5" fmla="*/ 440871 h 676185"/>
                <a:gd name="connsiteX6" fmla="*/ 993147 w 1149835"/>
                <a:gd name="connsiteY6" fmla="*/ 675547 h 676185"/>
                <a:gd name="connsiteX7" fmla="*/ 153962 w 1149835"/>
                <a:gd name="connsiteY7" fmla="*/ 282698 h 676185"/>
                <a:gd name="connsiteX0" fmla="*/ 151160 w 1147033"/>
                <a:gd name="connsiteY0" fmla="*/ 302322 h 695809"/>
                <a:gd name="connsiteX1" fmla="*/ 46605 w 1147033"/>
                <a:gd name="connsiteY1" fmla="*/ 400992 h 695809"/>
                <a:gd name="connsiteX2" fmla="*/ 0 w 1147033"/>
                <a:gd name="connsiteY2" fmla="*/ 1 h 695809"/>
                <a:gd name="connsiteX3" fmla="*/ 427826 w 1147033"/>
                <a:gd name="connsiteY3" fmla="*/ 37749 h 695809"/>
                <a:gd name="connsiteX4" fmla="*/ 327452 w 1147033"/>
                <a:gd name="connsiteY4" fmla="*/ 151690 h 695809"/>
                <a:gd name="connsiteX5" fmla="*/ 1147034 w 1147033"/>
                <a:gd name="connsiteY5" fmla="*/ 460495 h 695809"/>
                <a:gd name="connsiteX6" fmla="*/ 990345 w 1147033"/>
                <a:gd name="connsiteY6" fmla="*/ 695171 h 695809"/>
                <a:gd name="connsiteX7" fmla="*/ 151160 w 1147033"/>
                <a:gd name="connsiteY7" fmla="*/ 302322 h 695809"/>
                <a:gd name="connsiteX0" fmla="*/ 108181 w 1104054"/>
                <a:gd name="connsiteY0" fmla="*/ 322882 h 716369"/>
                <a:gd name="connsiteX1" fmla="*/ 3626 w 1104054"/>
                <a:gd name="connsiteY1" fmla="*/ 421552 h 716369"/>
                <a:gd name="connsiteX2" fmla="*/ 1 w 1104054"/>
                <a:gd name="connsiteY2" fmla="*/ 0 h 716369"/>
                <a:gd name="connsiteX3" fmla="*/ 384847 w 1104054"/>
                <a:gd name="connsiteY3" fmla="*/ 58309 h 716369"/>
                <a:gd name="connsiteX4" fmla="*/ 284473 w 1104054"/>
                <a:gd name="connsiteY4" fmla="*/ 172250 h 716369"/>
                <a:gd name="connsiteX5" fmla="*/ 1104055 w 1104054"/>
                <a:gd name="connsiteY5" fmla="*/ 481055 h 716369"/>
                <a:gd name="connsiteX6" fmla="*/ 947366 w 1104054"/>
                <a:gd name="connsiteY6" fmla="*/ 715731 h 716369"/>
                <a:gd name="connsiteX7" fmla="*/ 108181 w 1104054"/>
                <a:gd name="connsiteY7" fmla="*/ 322882 h 71636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305967 w 1125548"/>
                <a:gd name="connsiteY4" fmla="*/ 208690 h 752809"/>
                <a:gd name="connsiteX5" fmla="*/ 1125549 w 1125548"/>
                <a:gd name="connsiteY5" fmla="*/ 517495 h 752809"/>
                <a:gd name="connsiteX6" fmla="*/ 968860 w 1125548"/>
                <a:gd name="connsiteY6" fmla="*/ 752171 h 752809"/>
                <a:gd name="connsiteX7" fmla="*/ 129675 w 1125548"/>
                <a:gd name="connsiteY7" fmla="*/ 359322 h 75280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278717 w 1125548"/>
                <a:gd name="connsiteY4" fmla="*/ 204799 h 752809"/>
                <a:gd name="connsiteX5" fmla="*/ 1125549 w 1125548"/>
                <a:gd name="connsiteY5" fmla="*/ 517495 h 752809"/>
                <a:gd name="connsiteX6" fmla="*/ 968860 w 1125548"/>
                <a:gd name="connsiteY6" fmla="*/ 752171 h 752809"/>
                <a:gd name="connsiteX7" fmla="*/ 129675 w 1125548"/>
                <a:gd name="connsiteY7" fmla="*/ 359322 h 75280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291952 w 1125548"/>
                <a:gd name="connsiteY4" fmla="*/ 190005 h 752809"/>
                <a:gd name="connsiteX5" fmla="*/ 1125549 w 1125548"/>
                <a:gd name="connsiteY5" fmla="*/ 517495 h 752809"/>
                <a:gd name="connsiteX6" fmla="*/ 968860 w 1125548"/>
                <a:gd name="connsiteY6" fmla="*/ 752171 h 752809"/>
                <a:gd name="connsiteX7" fmla="*/ 129675 w 1125548"/>
                <a:gd name="connsiteY7" fmla="*/ 359322 h 752809"/>
                <a:gd name="connsiteX0" fmla="*/ 116439 w 1125548"/>
                <a:gd name="connsiteY0" fmla="*/ 374117 h 752855"/>
                <a:gd name="connsiteX1" fmla="*/ 25120 w 1125548"/>
                <a:gd name="connsiteY1" fmla="*/ 457992 h 752855"/>
                <a:gd name="connsiteX2" fmla="*/ -1 w 1125548"/>
                <a:gd name="connsiteY2" fmla="*/ 0 h 752855"/>
                <a:gd name="connsiteX3" fmla="*/ 406341 w 1125548"/>
                <a:gd name="connsiteY3" fmla="*/ 94749 h 752855"/>
                <a:gd name="connsiteX4" fmla="*/ 291952 w 1125548"/>
                <a:gd name="connsiteY4" fmla="*/ 190005 h 752855"/>
                <a:gd name="connsiteX5" fmla="*/ 1125549 w 1125548"/>
                <a:gd name="connsiteY5" fmla="*/ 517495 h 752855"/>
                <a:gd name="connsiteX6" fmla="*/ 968860 w 1125548"/>
                <a:gd name="connsiteY6" fmla="*/ 752171 h 752855"/>
                <a:gd name="connsiteX7" fmla="*/ 116439 w 1125548"/>
                <a:gd name="connsiteY7" fmla="*/ 374117 h 752855"/>
                <a:gd name="connsiteX0" fmla="*/ 116439 w 1111531"/>
                <a:gd name="connsiteY0" fmla="*/ 374117 h 752855"/>
                <a:gd name="connsiteX1" fmla="*/ 25120 w 1111531"/>
                <a:gd name="connsiteY1" fmla="*/ 457992 h 752855"/>
                <a:gd name="connsiteX2" fmla="*/ -1 w 1111531"/>
                <a:gd name="connsiteY2" fmla="*/ 0 h 752855"/>
                <a:gd name="connsiteX3" fmla="*/ 406341 w 1111531"/>
                <a:gd name="connsiteY3" fmla="*/ 94749 h 752855"/>
                <a:gd name="connsiteX4" fmla="*/ 291952 w 1111531"/>
                <a:gd name="connsiteY4" fmla="*/ 190005 h 752855"/>
                <a:gd name="connsiteX5" fmla="*/ 1111531 w 1111531"/>
                <a:gd name="connsiteY5" fmla="*/ 537744 h 752855"/>
                <a:gd name="connsiteX6" fmla="*/ 968860 w 1111531"/>
                <a:gd name="connsiteY6" fmla="*/ 752171 h 752855"/>
                <a:gd name="connsiteX7" fmla="*/ 116439 w 1111531"/>
                <a:gd name="connsiteY7" fmla="*/ 374117 h 752855"/>
                <a:gd name="connsiteX0" fmla="*/ 118770 w 1113862"/>
                <a:gd name="connsiteY0" fmla="*/ 318830 h 697568"/>
                <a:gd name="connsiteX1" fmla="*/ 27451 w 1113862"/>
                <a:gd name="connsiteY1" fmla="*/ 402705 h 697568"/>
                <a:gd name="connsiteX2" fmla="*/ 0 w 1113862"/>
                <a:gd name="connsiteY2" fmla="*/ 0 h 697568"/>
                <a:gd name="connsiteX3" fmla="*/ 408672 w 1113862"/>
                <a:gd name="connsiteY3" fmla="*/ 39462 h 697568"/>
                <a:gd name="connsiteX4" fmla="*/ 294283 w 1113862"/>
                <a:gd name="connsiteY4" fmla="*/ 134718 h 697568"/>
                <a:gd name="connsiteX5" fmla="*/ 1113862 w 1113862"/>
                <a:gd name="connsiteY5" fmla="*/ 482457 h 697568"/>
                <a:gd name="connsiteX6" fmla="*/ 971191 w 1113862"/>
                <a:gd name="connsiteY6" fmla="*/ 696884 h 697568"/>
                <a:gd name="connsiteX7" fmla="*/ 118770 w 1113862"/>
                <a:gd name="connsiteY7" fmla="*/ 318830 h 697568"/>
                <a:gd name="connsiteX0" fmla="*/ 118770 w 1113862"/>
                <a:gd name="connsiteY0" fmla="*/ 318830 h 697568"/>
                <a:gd name="connsiteX1" fmla="*/ 9542 w 1113862"/>
                <a:gd name="connsiteY1" fmla="*/ 411272 h 697568"/>
                <a:gd name="connsiteX2" fmla="*/ 0 w 1113862"/>
                <a:gd name="connsiteY2" fmla="*/ 0 h 697568"/>
                <a:gd name="connsiteX3" fmla="*/ 408672 w 1113862"/>
                <a:gd name="connsiteY3" fmla="*/ 39462 h 697568"/>
                <a:gd name="connsiteX4" fmla="*/ 294283 w 1113862"/>
                <a:gd name="connsiteY4" fmla="*/ 134718 h 697568"/>
                <a:gd name="connsiteX5" fmla="*/ 1113862 w 1113862"/>
                <a:gd name="connsiteY5" fmla="*/ 482457 h 697568"/>
                <a:gd name="connsiteX6" fmla="*/ 971191 w 1113862"/>
                <a:gd name="connsiteY6" fmla="*/ 696884 h 697568"/>
                <a:gd name="connsiteX7" fmla="*/ 118770 w 1113862"/>
                <a:gd name="connsiteY7" fmla="*/ 318830 h 69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862" h="697568">
                  <a:moveTo>
                    <a:pt x="118770" y="318830"/>
                  </a:moveTo>
                  <a:lnTo>
                    <a:pt x="9542" y="411272"/>
                  </a:lnTo>
                  <a:cubicBezTo>
                    <a:pt x="8334" y="270755"/>
                    <a:pt x="1208" y="140517"/>
                    <a:pt x="0" y="0"/>
                  </a:cubicBezTo>
                  <a:lnTo>
                    <a:pt x="408672" y="39462"/>
                  </a:lnTo>
                  <a:lnTo>
                    <a:pt x="294283" y="134718"/>
                  </a:lnTo>
                  <a:cubicBezTo>
                    <a:pt x="519766" y="375244"/>
                    <a:pt x="768330" y="467669"/>
                    <a:pt x="1113862" y="482457"/>
                  </a:cubicBezTo>
                  <a:lnTo>
                    <a:pt x="971191" y="696884"/>
                  </a:lnTo>
                  <a:cubicBezTo>
                    <a:pt x="619380" y="710504"/>
                    <a:pt x="299329" y="518922"/>
                    <a:pt x="118770" y="318830"/>
                  </a:cubicBezTo>
                  <a:close/>
                </a:path>
              </a:pathLst>
            </a:custGeom>
            <a:gradFill flip="none" rotWithShape="1">
              <a:gsLst>
                <a:gs pos="53200">
                  <a:schemeClr val="accent1">
                    <a:alpha val="12000"/>
                  </a:schemeClr>
                </a:gs>
                <a:gs pos="22000">
                  <a:schemeClr val="accent1">
                    <a:alpha val="0"/>
                  </a:schemeClr>
                </a:gs>
                <a:gs pos="85000">
                  <a:schemeClr val="accent1"/>
                </a:gs>
              </a:gsLst>
              <a:lin ang="12000000" scaled="0"/>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sp>
          <p:nvSpPr>
            <p:cNvPr id="134" name="任意多边形: 形状 133">
              <a:extLst>
                <a:ext uri="{FF2B5EF4-FFF2-40B4-BE49-F238E27FC236}">
                  <a16:creationId xmlns:a16="http://schemas.microsoft.com/office/drawing/2014/main" id="{B7E6C7CF-3475-1F0B-BBF7-B8FFEA29ECAA}"/>
                </a:ext>
              </a:extLst>
            </p:cNvPr>
            <p:cNvSpPr/>
            <p:nvPr/>
          </p:nvSpPr>
          <p:spPr>
            <a:xfrm rot="16936954" flipH="1">
              <a:off x="7646557" y="3002283"/>
              <a:ext cx="481730" cy="301689"/>
            </a:xfrm>
            <a:custGeom>
              <a:avLst/>
              <a:gdLst>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682205 w 2247478"/>
                <a:gd name="connsiteY4" fmla="*/ 350473 h 927229"/>
                <a:gd name="connsiteX5" fmla="*/ 840157 w 2247478"/>
                <a:gd name="connsiteY5" fmla="*/ 436505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11" fmla="*/ 539202 w 2247478"/>
                <a:gd name="connsiteY11" fmla="*/ 564970 h 927229"/>
                <a:gd name="connsiteX12" fmla="*/ 532038 w 2247478"/>
                <a:gd name="connsiteY12" fmla="*/ 575715 h 927229"/>
                <a:gd name="connsiteX13" fmla="*/ 352035 w 2247478"/>
                <a:gd name="connsiteY13" fmla="*/ 455705 h 927229"/>
                <a:gd name="connsiteX14" fmla="*/ 261478 w 2247478"/>
                <a:gd name="connsiteY14" fmla="*/ 591535 h 927229"/>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682205 w 2247478"/>
                <a:gd name="connsiteY4" fmla="*/ 350473 h 927229"/>
                <a:gd name="connsiteX5" fmla="*/ 2131309 w 2247478"/>
                <a:gd name="connsiteY5" fmla="*/ 653456 h 927229"/>
                <a:gd name="connsiteX6" fmla="*/ 2230699 w 2247478"/>
                <a:gd name="connsiteY6" fmla="*/ 637393 h 927229"/>
                <a:gd name="connsiteX7" fmla="*/ 2247478 w 2247478"/>
                <a:gd name="connsiteY7" fmla="*/ 894834 h 927229"/>
                <a:gd name="connsiteX8" fmla="*/ 2162057 w 2247478"/>
                <a:gd name="connsiteY8" fmla="*/ 908640 h 927229"/>
                <a:gd name="connsiteX9" fmla="*/ 727668 w 2247478"/>
                <a:gd name="connsiteY9" fmla="*/ 667620 h 927229"/>
                <a:gd name="connsiteX10" fmla="*/ 539202 w 2247478"/>
                <a:gd name="connsiteY10" fmla="*/ 564970 h 927229"/>
                <a:gd name="connsiteX11" fmla="*/ 532038 w 2247478"/>
                <a:gd name="connsiteY11" fmla="*/ 575715 h 927229"/>
                <a:gd name="connsiteX12" fmla="*/ 352035 w 2247478"/>
                <a:gd name="connsiteY12" fmla="*/ 455705 h 927229"/>
                <a:gd name="connsiteX13" fmla="*/ 261478 w 2247478"/>
                <a:gd name="connsiteY13" fmla="*/ 591535 h 927229"/>
                <a:gd name="connsiteX14" fmla="*/ 0 w 2247478"/>
                <a:gd name="connsiteY14" fmla="*/ 0 h 927229"/>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2131309 w 2247478"/>
                <a:gd name="connsiteY4" fmla="*/ 653456 h 927229"/>
                <a:gd name="connsiteX5" fmla="*/ 2230699 w 2247478"/>
                <a:gd name="connsiteY5" fmla="*/ 637393 h 927229"/>
                <a:gd name="connsiteX6" fmla="*/ 2247478 w 2247478"/>
                <a:gd name="connsiteY6" fmla="*/ 894834 h 927229"/>
                <a:gd name="connsiteX7" fmla="*/ 2162057 w 2247478"/>
                <a:gd name="connsiteY7" fmla="*/ 908640 h 927229"/>
                <a:gd name="connsiteX8" fmla="*/ 727668 w 2247478"/>
                <a:gd name="connsiteY8" fmla="*/ 667620 h 927229"/>
                <a:gd name="connsiteX9" fmla="*/ 539202 w 2247478"/>
                <a:gd name="connsiteY9" fmla="*/ 564970 h 927229"/>
                <a:gd name="connsiteX10" fmla="*/ 532038 w 2247478"/>
                <a:gd name="connsiteY10" fmla="*/ 575715 h 927229"/>
                <a:gd name="connsiteX11" fmla="*/ 352035 w 2247478"/>
                <a:gd name="connsiteY11" fmla="*/ 455705 h 927229"/>
                <a:gd name="connsiteX12" fmla="*/ 261478 w 2247478"/>
                <a:gd name="connsiteY12" fmla="*/ 591535 h 927229"/>
                <a:gd name="connsiteX13" fmla="*/ 0 w 2247478"/>
                <a:gd name="connsiteY13" fmla="*/ 0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688137 w 2247478"/>
                <a:gd name="connsiteY6" fmla="*/ 341575 h 927229"/>
                <a:gd name="connsiteX7" fmla="*/ 2131309 w 2247478"/>
                <a:gd name="connsiteY7" fmla="*/ 653456 h 927229"/>
                <a:gd name="connsiteX8" fmla="*/ 2230699 w 2247478"/>
                <a:gd name="connsiteY8" fmla="*/ 637393 h 927229"/>
                <a:gd name="connsiteX9" fmla="*/ 2247478 w 2247478"/>
                <a:gd name="connsiteY9" fmla="*/ 894834 h 927229"/>
                <a:gd name="connsiteX10" fmla="*/ 2162057 w 2247478"/>
                <a:gd name="connsiteY10" fmla="*/ 908640 h 927229"/>
                <a:gd name="connsiteX11" fmla="*/ 727668 w 2247478"/>
                <a:gd name="connsiteY11" fmla="*/ 667620 h 927229"/>
                <a:gd name="connsiteX12" fmla="*/ 539202 w 2247478"/>
                <a:gd name="connsiteY12" fmla="*/ 564970 h 927229"/>
                <a:gd name="connsiteX13" fmla="*/ 676860 w 2247478"/>
                <a:gd name="connsiteY13"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688137 w 2247478"/>
                <a:gd name="connsiteY6" fmla="*/ 341575 h 927229"/>
                <a:gd name="connsiteX7" fmla="*/ 2131309 w 2247478"/>
                <a:gd name="connsiteY7" fmla="*/ 653456 h 927229"/>
                <a:gd name="connsiteX8" fmla="*/ 2230699 w 2247478"/>
                <a:gd name="connsiteY8" fmla="*/ 637393 h 927229"/>
                <a:gd name="connsiteX9" fmla="*/ 2247478 w 2247478"/>
                <a:gd name="connsiteY9" fmla="*/ 894834 h 927229"/>
                <a:gd name="connsiteX10" fmla="*/ 2162057 w 2247478"/>
                <a:gd name="connsiteY10" fmla="*/ 908640 h 927229"/>
                <a:gd name="connsiteX11" fmla="*/ 727668 w 2247478"/>
                <a:gd name="connsiteY11" fmla="*/ 667620 h 927229"/>
                <a:gd name="connsiteX12" fmla="*/ 676860 w 2247478"/>
                <a:gd name="connsiteY12"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11" fmla="*/ 676860 w 2247478"/>
                <a:gd name="connsiteY11"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0" fmla="*/ 532038 w 2247478"/>
                <a:gd name="connsiteY0" fmla="*/ 575715 h 908640"/>
                <a:gd name="connsiteX1" fmla="*/ 352035 w 2247478"/>
                <a:gd name="connsiteY1" fmla="*/ 455705 h 908640"/>
                <a:gd name="connsiteX2" fmla="*/ 261478 w 2247478"/>
                <a:gd name="connsiteY2" fmla="*/ 591535 h 908640"/>
                <a:gd name="connsiteX3" fmla="*/ 0 w 2247478"/>
                <a:gd name="connsiteY3" fmla="*/ 0 h 908640"/>
                <a:gd name="connsiteX4" fmla="*/ 598691 w 2247478"/>
                <a:gd name="connsiteY4" fmla="*/ 85735 h 908640"/>
                <a:gd name="connsiteX5" fmla="*/ 508133 w 2247478"/>
                <a:gd name="connsiteY5" fmla="*/ 221567 h 908640"/>
                <a:gd name="connsiteX6" fmla="*/ 2131309 w 2247478"/>
                <a:gd name="connsiteY6" fmla="*/ 653456 h 908640"/>
                <a:gd name="connsiteX7" fmla="*/ 2230699 w 2247478"/>
                <a:gd name="connsiteY7" fmla="*/ 637393 h 908640"/>
                <a:gd name="connsiteX8" fmla="*/ 2247478 w 2247478"/>
                <a:gd name="connsiteY8" fmla="*/ 894834 h 908640"/>
                <a:gd name="connsiteX9" fmla="*/ 2162057 w 2247478"/>
                <a:gd name="connsiteY9" fmla="*/ 908640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30699 w 2247478"/>
                <a:gd name="connsiteY6" fmla="*/ 637393 h 908640"/>
                <a:gd name="connsiteX7" fmla="*/ 2247478 w 2247478"/>
                <a:gd name="connsiteY7" fmla="*/ 894834 h 908640"/>
                <a:gd name="connsiteX8" fmla="*/ 2162057 w 2247478"/>
                <a:gd name="connsiteY8" fmla="*/ 908640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30699 w 2247478"/>
                <a:gd name="connsiteY6" fmla="*/ 637393 h 908640"/>
                <a:gd name="connsiteX7" fmla="*/ 2247478 w 2247478"/>
                <a:gd name="connsiteY7" fmla="*/ 894834 h 908640"/>
                <a:gd name="connsiteX8" fmla="*/ 2162057 w 2247478"/>
                <a:gd name="connsiteY8" fmla="*/ 908640 h 908640"/>
                <a:gd name="connsiteX9" fmla="*/ 352035 w 2247478"/>
                <a:gd name="connsiteY9" fmla="*/ 455705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47478 w 2247478"/>
                <a:gd name="connsiteY6" fmla="*/ 894834 h 908640"/>
                <a:gd name="connsiteX7" fmla="*/ 2162057 w 2247478"/>
                <a:gd name="connsiteY7" fmla="*/ 908640 h 908640"/>
                <a:gd name="connsiteX8" fmla="*/ 352035 w 2247478"/>
                <a:gd name="connsiteY8" fmla="*/ 455705 h 908640"/>
                <a:gd name="connsiteX0" fmla="*/ 352035 w 2162058"/>
                <a:gd name="connsiteY0" fmla="*/ 455705 h 908640"/>
                <a:gd name="connsiteX1" fmla="*/ 261478 w 2162058"/>
                <a:gd name="connsiteY1" fmla="*/ 591535 h 908640"/>
                <a:gd name="connsiteX2" fmla="*/ 0 w 2162058"/>
                <a:gd name="connsiteY2" fmla="*/ 0 h 908640"/>
                <a:gd name="connsiteX3" fmla="*/ 598691 w 2162058"/>
                <a:gd name="connsiteY3" fmla="*/ 85735 h 908640"/>
                <a:gd name="connsiteX4" fmla="*/ 508133 w 2162058"/>
                <a:gd name="connsiteY4" fmla="*/ 221567 h 908640"/>
                <a:gd name="connsiteX5" fmla="*/ 2131309 w 2162058"/>
                <a:gd name="connsiteY5" fmla="*/ 653456 h 908640"/>
                <a:gd name="connsiteX6" fmla="*/ 2162057 w 2162058"/>
                <a:gd name="connsiteY6" fmla="*/ 908640 h 908640"/>
                <a:gd name="connsiteX7" fmla="*/ 352035 w 2162058"/>
                <a:gd name="connsiteY7" fmla="*/ 455705 h 908640"/>
                <a:gd name="connsiteX0" fmla="*/ 352035 w 2131309"/>
                <a:gd name="connsiteY0" fmla="*/ 455705 h 718922"/>
                <a:gd name="connsiteX1" fmla="*/ 261478 w 2131309"/>
                <a:gd name="connsiteY1" fmla="*/ 591535 h 718922"/>
                <a:gd name="connsiteX2" fmla="*/ 0 w 2131309"/>
                <a:gd name="connsiteY2" fmla="*/ 0 h 718922"/>
                <a:gd name="connsiteX3" fmla="*/ 598691 w 2131309"/>
                <a:gd name="connsiteY3" fmla="*/ 85735 h 718922"/>
                <a:gd name="connsiteX4" fmla="*/ 508133 w 2131309"/>
                <a:gd name="connsiteY4" fmla="*/ 221567 h 718922"/>
                <a:gd name="connsiteX5" fmla="*/ 2131309 w 2131309"/>
                <a:gd name="connsiteY5" fmla="*/ 653456 h 718922"/>
                <a:gd name="connsiteX6" fmla="*/ 1338448 w 2131309"/>
                <a:gd name="connsiteY6" fmla="*/ 718923 h 718922"/>
                <a:gd name="connsiteX7" fmla="*/ 352035 w 2131309"/>
                <a:gd name="connsiteY7" fmla="*/ 455705 h 718922"/>
                <a:gd name="connsiteX0" fmla="*/ 352035 w 1492079"/>
                <a:gd name="connsiteY0" fmla="*/ 455705 h 718924"/>
                <a:gd name="connsiteX1" fmla="*/ 261478 w 1492079"/>
                <a:gd name="connsiteY1" fmla="*/ 591535 h 718924"/>
                <a:gd name="connsiteX2" fmla="*/ 0 w 1492079"/>
                <a:gd name="connsiteY2" fmla="*/ 0 h 718924"/>
                <a:gd name="connsiteX3" fmla="*/ 598691 w 1492079"/>
                <a:gd name="connsiteY3" fmla="*/ 85735 h 718924"/>
                <a:gd name="connsiteX4" fmla="*/ 508133 w 1492079"/>
                <a:gd name="connsiteY4" fmla="*/ 221567 h 718924"/>
                <a:gd name="connsiteX5" fmla="*/ 1492080 w 1492079"/>
                <a:gd name="connsiteY5" fmla="*/ 480982 h 718924"/>
                <a:gd name="connsiteX6" fmla="*/ 1338448 w 1492079"/>
                <a:gd name="connsiteY6" fmla="*/ 718923 h 718924"/>
                <a:gd name="connsiteX7" fmla="*/ 352035 w 1492079"/>
                <a:gd name="connsiteY7" fmla="*/ 455705 h 718924"/>
                <a:gd name="connsiteX0" fmla="*/ 352035 w 1492081"/>
                <a:gd name="connsiteY0" fmla="*/ 455705 h 731314"/>
                <a:gd name="connsiteX1" fmla="*/ 261478 w 1492081"/>
                <a:gd name="connsiteY1" fmla="*/ 591535 h 731314"/>
                <a:gd name="connsiteX2" fmla="*/ 0 w 1492081"/>
                <a:gd name="connsiteY2" fmla="*/ 0 h 731314"/>
                <a:gd name="connsiteX3" fmla="*/ 598691 w 1492081"/>
                <a:gd name="connsiteY3" fmla="*/ 85735 h 731314"/>
                <a:gd name="connsiteX4" fmla="*/ 508133 w 1492081"/>
                <a:gd name="connsiteY4" fmla="*/ 221567 h 731314"/>
                <a:gd name="connsiteX5" fmla="*/ 1492080 w 1492081"/>
                <a:gd name="connsiteY5" fmla="*/ 480982 h 731314"/>
                <a:gd name="connsiteX6" fmla="*/ 1400747 w 1492081"/>
                <a:gd name="connsiteY6" fmla="*/ 731314 h 731314"/>
                <a:gd name="connsiteX7" fmla="*/ 352035 w 1492081"/>
                <a:gd name="connsiteY7" fmla="*/ 455705 h 731314"/>
                <a:gd name="connsiteX0" fmla="*/ 352035 w 1492079"/>
                <a:gd name="connsiteY0" fmla="*/ 455705 h 736059"/>
                <a:gd name="connsiteX1" fmla="*/ 261478 w 1492079"/>
                <a:gd name="connsiteY1" fmla="*/ 591535 h 736059"/>
                <a:gd name="connsiteX2" fmla="*/ 0 w 1492079"/>
                <a:gd name="connsiteY2" fmla="*/ 0 h 736059"/>
                <a:gd name="connsiteX3" fmla="*/ 598691 w 1492079"/>
                <a:gd name="connsiteY3" fmla="*/ 85735 h 736059"/>
                <a:gd name="connsiteX4" fmla="*/ 508133 w 1492079"/>
                <a:gd name="connsiteY4" fmla="*/ 221567 h 736059"/>
                <a:gd name="connsiteX5" fmla="*/ 1492080 w 1492079"/>
                <a:gd name="connsiteY5" fmla="*/ 480982 h 736059"/>
                <a:gd name="connsiteX6" fmla="*/ 1400747 w 1492079"/>
                <a:gd name="connsiteY6" fmla="*/ 731314 h 736059"/>
                <a:gd name="connsiteX7" fmla="*/ 352035 w 1492079"/>
                <a:gd name="connsiteY7" fmla="*/ 455705 h 736059"/>
                <a:gd name="connsiteX0" fmla="*/ 352035 w 1492081"/>
                <a:gd name="connsiteY0" fmla="*/ 455705 h 739664"/>
                <a:gd name="connsiteX1" fmla="*/ 261478 w 1492081"/>
                <a:gd name="connsiteY1" fmla="*/ 591535 h 739664"/>
                <a:gd name="connsiteX2" fmla="*/ 0 w 1492081"/>
                <a:gd name="connsiteY2" fmla="*/ 0 h 739664"/>
                <a:gd name="connsiteX3" fmla="*/ 598691 w 1492081"/>
                <a:gd name="connsiteY3" fmla="*/ 85735 h 739664"/>
                <a:gd name="connsiteX4" fmla="*/ 508133 w 1492081"/>
                <a:gd name="connsiteY4" fmla="*/ 221567 h 739664"/>
                <a:gd name="connsiteX5" fmla="*/ 1492080 w 1492081"/>
                <a:gd name="connsiteY5" fmla="*/ 480982 h 739664"/>
                <a:gd name="connsiteX6" fmla="*/ 1400747 w 1492081"/>
                <a:gd name="connsiteY6" fmla="*/ 731314 h 739664"/>
                <a:gd name="connsiteX7" fmla="*/ 352035 w 1492081"/>
                <a:gd name="connsiteY7" fmla="*/ 455705 h 739664"/>
                <a:gd name="connsiteX0" fmla="*/ 352035 w 1492079"/>
                <a:gd name="connsiteY0" fmla="*/ 455705 h 739664"/>
                <a:gd name="connsiteX1" fmla="*/ 261478 w 1492079"/>
                <a:gd name="connsiteY1" fmla="*/ 591535 h 739664"/>
                <a:gd name="connsiteX2" fmla="*/ 0 w 1492079"/>
                <a:gd name="connsiteY2" fmla="*/ 0 h 739664"/>
                <a:gd name="connsiteX3" fmla="*/ 598691 w 1492079"/>
                <a:gd name="connsiteY3" fmla="*/ 85735 h 739664"/>
                <a:gd name="connsiteX4" fmla="*/ 508133 w 1492079"/>
                <a:gd name="connsiteY4" fmla="*/ 221567 h 739664"/>
                <a:gd name="connsiteX5" fmla="*/ 1492080 w 1492079"/>
                <a:gd name="connsiteY5" fmla="*/ 480982 h 739664"/>
                <a:gd name="connsiteX6" fmla="*/ 1400747 w 1492079"/>
                <a:gd name="connsiteY6" fmla="*/ 731314 h 739664"/>
                <a:gd name="connsiteX7" fmla="*/ 352035 w 1492079"/>
                <a:gd name="connsiteY7" fmla="*/ 455705 h 739664"/>
                <a:gd name="connsiteX0" fmla="*/ 352035 w 1492081"/>
                <a:gd name="connsiteY0" fmla="*/ 455705 h 739664"/>
                <a:gd name="connsiteX1" fmla="*/ 261478 w 1492081"/>
                <a:gd name="connsiteY1" fmla="*/ 591535 h 739664"/>
                <a:gd name="connsiteX2" fmla="*/ 0 w 1492081"/>
                <a:gd name="connsiteY2" fmla="*/ 0 h 739664"/>
                <a:gd name="connsiteX3" fmla="*/ 598691 w 1492081"/>
                <a:gd name="connsiteY3" fmla="*/ 85735 h 739664"/>
                <a:gd name="connsiteX4" fmla="*/ 508133 w 1492081"/>
                <a:gd name="connsiteY4" fmla="*/ 221567 h 739664"/>
                <a:gd name="connsiteX5" fmla="*/ 1492080 w 1492081"/>
                <a:gd name="connsiteY5" fmla="*/ 480982 h 739664"/>
                <a:gd name="connsiteX6" fmla="*/ 1400747 w 1492081"/>
                <a:gd name="connsiteY6" fmla="*/ 731314 h 739664"/>
                <a:gd name="connsiteX7" fmla="*/ 352035 w 1492081"/>
                <a:gd name="connsiteY7" fmla="*/ 455705 h 739664"/>
                <a:gd name="connsiteX0" fmla="*/ 352035 w 1492079"/>
                <a:gd name="connsiteY0" fmla="*/ 455705 h 739664"/>
                <a:gd name="connsiteX1" fmla="*/ 261478 w 1492079"/>
                <a:gd name="connsiteY1" fmla="*/ 591535 h 739664"/>
                <a:gd name="connsiteX2" fmla="*/ 0 w 1492079"/>
                <a:gd name="connsiteY2" fmla="*/ 0 h 739664"/>
                <a:gd name="connsiteX3" fmla="*/ 598691 w 1492079"/>
                <a:gd name="connsiteY3" fmla="*/ 85735 h 739664"/>
                <a:gd name="connsiteX4" fmla="*/ 508133 w 1492079"/>
                <a:gd name="connsiteY4" fmla="*/ 221567 h 739664"/>
                <a:gd name="connsiteX5" fmla="*/ 1492080 w 1492079"/>
                <a:gd name="connsiteY5" fmla="*/ 480982 h 739664"/>
                <a:gd name="connsiteX6" fmla="*/ 1133970 w 1492079"/>
                <a:gd name="connsiteY6" fmla="*/ 731314 h 739664"/>
                <a:gd name="connsiteX7" fmla="*/ 352035 w 1492079"/>
                <a:gd name="connsiteY7" fmla="*/ 455705 h 739664"/>
                <a:gd name="connsiteX0" fmla="*/ 352035 w 1225304"/>
                <a:gd name="connsiteY0" fmla="*/ 455705 h 739664"/>
                <a:gd name="connsiteX1" fmla="*/ 261478 w 1225304"/>
                <a:gd name="connsiteY1" fmla="*/ 591535 h 739664"/>
                <a:gd name="connsiteX2" fmla="*/ 0 w 1225304"/>
                <a:gd name="connsiteY2" fmla="*/ 0 h 739664"/>
                <a:gd name="connsiteX3" fmla="*/ 598691 w 1225304"/>
                <a:gd name="connsiteY3" fmla="*/ 85735 h 739664"/>
                <a:gd name="connsiteX4" fmla="*/ 508133 w 1225304"/>
                <a:gd name="connsiteY4" fmla="*/ 221567 h 739664"/>
                <a:gd name="connsiteX5" fmla="*/ 1225304 w 1225304"/>
                <a:gd name="connsiteY5" fmla="*/ 480982 h 739664"/>
                <a:gd name="connsiteX6" fmla="*/ 1133970 w 1225304"/>
                <a:gd name="connsiteY6" fmla="*/ 731314 h 739664"/>
                <a:gd name="connsiteX7" fmla="*/ 352035 w 1225304"/>
                <a:gd name="connsiteY7" fmla="*/ 455705 h 739664"/>
                <a:gd name="connsiteX0" fmla="*/ 352035 w 1225304"/>
                <a:gd name="connsiteY0" fmla="*/ 455705 h 803207"/>
                <a:gd name="connsiteX1" fmla="*/ 261478 w 1225304"/>
                <a:gd name="connsiteY1" fmla="*/ 591535 h 803207"/>
                <a:gd name="connsiteX2" fmla="*/ 0 w 1225304"/>
                <a:gd name="connsiteY2" fmla="*/ 0 h 803207"/>
                <a:gd name="connsiteX3" fmla="*/ 598691 w 1225304"/>
                <a:gd name="connsiteY3" fmla="*/ 85735 h 803207"/>
                <a:gd name="connsiteX4" fmla="*/ 508133 w 1225304"/>
                <a:gd name="connsiteY4" fmla="*/ 221567 h 803207"/>
                <a:gd name="connsiteX5" fmla="*/ 1225304 w 1225304"/>
                <a:gd name="connsiteY5" fmla="*/ 480982 h 803207"/>
                <a:gd name="connsiteX6" fmla="*/ 1108912 w 1225304"/>
                <a:gd name="connsiteY6" fmla="*/ 797381 h 803207"/>
                <a:gd name="connsiteX7" fmla="*/ 352035 w 1225304"/>
                <a:gd name="connsiteY7" fmla="*/ 455705 h 803207"/>
                <a:gd name="connsiteX0" fmla="*/ 352035 w 1207083"/>
                <a:gd name="connsiteY0" fmla="*/ 455705 h 803207"/>
                <a:gd name="connsiteX1" fmla="*/ 261478 w 1207083"/>
                <a:gd name="connsiteY1" fmla="*/ 591535 h 803207"/>
                <a:gd name="connsiteX2" fmla="*/ 0 w 1207083"/>
                <a:gd name="connsiteY2" fmla="*/ 0 h 803207"/>
                <a:gd name="connsiteX3" fmla="*/ 598691 w 1207083"/>
                <a:gd name="connsiteY3" fmla="*/ 85735 h 803207"/>
                <a:gd name="connsiteX4" fmla="*/ 508133 w 1207083"/>
                <a:gd name="connsiteY4" fmla="*/ 221567 h 803207"/>
                <a:gd name="connsiteX5" fmla="*/ 1207083 w 1207083"/>
                <a:gd name="connsiteY5" fmla="*/ 572100 h 803207"/>
                <a:gd name="connsiteX6" fmla="*/ 1108912 w 1207083"/>
                <a:gd name="connsiteY6" fmla="*/ 797381 h 803207"/>
                <a:gd name="connsiteX7" fmla="*/ 352035 w 1207083"/>
                <a:gd name="connsiteY7" fmla="*/ 455705 h 803207"/>
                <a:gd name="connsiteX0" fmla="*/ 352035 w 1207083"/>
                <a:gd name="connsiteY0" fmla="*/ 455705 h 803207"/>
                <a:gd name="connsiteX1" fmla="*/ 261478 w 1207083"/>
                <a:gd name="connsiteY1" fmla="*/ 591535 h 803207"/>
                <a:gd name="connsiteX2" fmla="*/ 0 w 1207083"/>
                <a:gd name="connsiteY2" fmla="*/ 0 h 803207"/>
                <a:gd name="connsiteX3" fmla="*/ 598691 w 1207083"/>
                <a:gd name="connsiteY3" fmla="*/ 85735 h 803207"/>
                <a:gd name="connsiteX4" fmla="*/ 508133 w 1207083"/>
                <a:gd name="connsiteY4" fmla="*/ 221567 h 803207"/>
                <a:gd name="connsiteX5" fmla="*/ 1207083 w 1207083"/>
                <a:gd name="connsiteY5" fmla="*/ 572100 h 803207"/>
                <a:gd name="connsiteX6" fmla="*/ 1108912 w 1207083"/>
                <a:gd name="connsiteY6" fmla="*/ 797381 h 803207"/>
                <a:gd name="connsiteX7" fmla="*/ 352035 w 1207083"/>
                <a:gd name="connsiteY7" fmla="*/ 455705 h 803207"/>
                <a:gd name="connsiteX0" fmla="*/ 352035 w 1207083"/>
                <a:gd name="connsiteY0" fmla="*/ 455705 h 836570"/>
                <a:gd name="connsiteX1" fmla="*/ 261478 w 1207083"/>
                <a:gd name="connsiteY1" fmla="*/ 591535 h 836570"/>
                <a:gd name="connsiteX2" fmla="*/ 0 w 1207083"/>
                <a:gd name="connsiteY2" fmla="*/ 0 h 836570"/>
                <a:gd name="connsiteX3" fmla="*/ 598691 w 1207083"/>
                <a:gd name="connsiteY3" fmla="*/ 85735 h 836570"/>
                <a:gd name="connsiteX4" fmla="*/ 508133 w 1207083"/>
                <a:gd name="connsiteY4" fmla="*/ 221567 h 836570"/>
                <a:gd name="connsiteX5" fmla="*/ 1207083 w 1207083"/>
                <a:gd name="connsiteY5" fmla="*/ 572100 h 836570"/>
                <a:gd name="connsiteX6" fmla="*/ 1102078 w 1207083"/>
                <a:gd name="connsiteY6" fmla="*/ 831549 h 836570"/>
                <a:gd name="connsiteX7" fmla="*/ 352035 w 1207083"/>
                <a:gd name="connsiteY7" fmla="*/ 455705 h 836570"/>
                <a:gd name="connsiteX0" fmla="*/ 352035 w 1207083"/>
                <a:gd name="connsiteY0" fmla="*/ 455705 h 831549"/>
                <a:gd name="connsiteX1" fmla="*/ 261478 w 1207083"/>
                <a:gd name="connsiteY1" fmla="*/ 591535 h 831549"/>
                <a:gd name="connsiteX2" fmla="*/ 0 w 1207083"/>
                <a:gd name="connsiteY2" fmla="*/ 0 h 831549"/>
                <a:gd name="connsiteX3" fmla="*/ 598691 w 1207083"/>
                <a:gd name="connsiteY3" fmla="*/ 85735 h 831549"/>
                <a:gd name="connsiteX4" fmla="*/ 508133 w 1207083"/>
                <a:gd name="connsiteY4" fmla="*/ 221567 h 831549"/>
                <a:gd name="connsiteX5" fmla="*/ 1207083 w 1207083"/>
                <a:gd name="connsiteY5" fmla="*/ 572100 h 831549"/>
                <a:gd name="connsiteX6" fmla="*/ 1102078 w 1207083"/>
                <a:gd name="connsiteY6" fmla="*/ 831549 h 831549"/>
                <a:gd name="connsiteX7" fmla="*/ 352035 w 1207083"/>
                <a:gd name="connsiteY7" fmla="*/ 455705 h 831549"/>
                <a:gd name="connsiteX0" fmla="*/ 352035 w 1207083"/>
                <a:gd name="connsiteY0" fmla="*/ 455705 h 831549"/>
                <a:gd name="connsiteX1" fmla="*/ 261478 w 1207083"/>
                <a:gd name="connsiteY1" fmla="*/ 591535 h 831549"/>
                <a:gd name="connsiteX2" fmla="*/ 0 w 1207083"/>
                <a:gd name="connsiteY2" fmla="*/ 0 h 831549"/>
                <a:gd name="connsiteX3" fmla="*/ 598691 w 1207083"/>
                <a:gd name="connsiteY3" fmla="*/ 85735 h 831549"/>
                <a:gd name="connsiteX4" fmla="*/ 508133 w 1207083"/>
                <a:gd name="connsiteY4" fmla="*/ 221567 h 831549"/>
                <a:gd name="connsiteX5" fmla="*/ 1207083 w 1207083"/>
                <a:gd name="connsiteY5" fmla="*/ 572100 h 831549"/>
                <a:gd name="connsiteX6" fmla="*/ 1102078 w 1207083"/>
                <a:gd name="connsiteY6" fmla="*/ 831549 h 831549"/>
                <a:gd name="connsiteX7" fmla="*/ 352035 w 1207083"/>
                <a:gd name="connsiteY7" fmla="*/ 455705 h 831549"/>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20106 w 1207083"/>
                <a:gd name="connsiteY0" fmla="*/ 434881 h 817884"/>
                <a:gd name="connsiteX1" fmla="*/ 261478 w 1207083"/>
                <a:gd name="connsiteY1" fmla="*/ 591535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20106 w 1207083"/>
                <a:gd name="connsiteY7" fmla="*/ 434881 h 817884"/>
                <a:gd name="connsiteX0" fmla="*/ 320106 w 1207083"/>
                <a:gd name="connsiteY0" fmla="*/ 434881 h 817884"/>
                <a:gd name="connsiteX1" fmla="*/ 207333 w 1207083"/>
                <a:gd name="connsiteY1" fmla="*/ 537398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20106 w 1207083"/>
                <a:gd name="connsiteY7" fmla="*/ 434881 h 817884"/>
                <a:gd name="connsiteX0" fmla="*/ 300674 w 1207083"/>
                <a:gd name="connsiteY0" fmla="*/ 423778 h 817884"/>
                <a:gd name="connsiteX1" fmla="*/ 207333 w 1207083"/>
                <a:gd name="connsiteY1" fmla="*/ 537398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00674 w 1207083"/>
                <a:gd name="connsiteY7" fmla="*/ 423778 h 817884"/>
                <a:gd name="connsiteX0" fmla="*/ 300674 w 1207083"/>
                <a:gd name="connsiteY0" fmla="*/ 423778 h 817884"/>
                <a:gd name="connsiteX1" fmla="*/ 207333 w 1207083"/>
                <a:gd name="connsiteY1" fmla="*/ 537398 h 817884"/>
                <a:gd name="connsiteX2" fmla="*/ 0 w 1207083"/>
                <a:gd name="connsiteY2" fmla="*/ 0 h 817884"/>
                <a:gd name="connsiteX3" fmla="*/ 536217 w 1207083"/>
                <a:gd name="connsiteY3" fmla="*/ 73244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00674 w 1207083"/>
                <a:gd name="connsiteY7" fmla="*/ 423778 h 817884"/>
                <a:gd name="connsiteX0" fmla="*/ 300674 w 1232067"/>
                <a:gd name="connsiteY0" fmla="*/ 423778 h 817884"/>
                <a:gd name="connsiteX1" fmla="*/ 207333 w 1232067"/>
                <a:gd name="connsiteY1" fmla="*/ 537398 h 817884"/>
                <a:gd name="connsiteX2" fmla="*/ 0 w 1232067"/>
                <a:gd name="connsiteY2" fmla="*/ 0 h 817884"/>
                <a:gd name="connsiteX3" fmla="*/ 536217 w 1232067"/>
                <a:gd name="connsiteY3" fmla="*/ 73244 h 817884"/>
                <a:gd name="connsiteX4" fmla="*/ 447053 w 1232067"/>
                <a:gd name="connsiteY4" fmla="*/ 202133 h 817884"/>
                <a:gd name="connsiteX5" fmla="*/ 1232068 w 1232067"/>
                <a:gd name="connsiteY5" fmla="*/ 519352 h 817884"/>
                <a:gd name="connsiteX6" fmla="*/ 1033737 w 1232067"/>
                <a:gd name="connsiteY6" fmla="*/ 817885 h 817884"/>
                <a:gd name="connsiteX7" fmla="*/ 300674 w 1232067"/>
                <a:gd name="connsiteY7" fmla="*/ 423778 h 817884"/>
                <a:gd name="connsiteX0" fmla="*/ 300674 w 1232067"/>
                <a:gd name="connsiteY0" fmla="*/ 423778 h 817884"/>
                <a:gd name="connsiteX1" fmla="*/ 207333 w 1232067"/>
                <a:gd name="connsiteY1" fmla="*/ 537398 h 817884"/>
                <a:gd name="connsiteX2" fmla="*/ 0 w 1232067"/>
                <a:gd name="connsiteY2" fmla="*/ 0 h 817884"/>
                <a:gd name="connsiteX3" fmla="*/ 536217 w 1232067"/>
                <a:gd name="connsiteY3" fmla="*/ 73244 h 817884"/>
                <a:gd name="connsiteX4" fmla="*/ 447053 w 1232067"/>
                <a:gd name="connsiteY4" fmla="*/ 202133 h 817884"/>
                <a:gd name="connsiteX5" fmla="*/ 1232068 w 1232067"/>
                <a:gd name="connsiteY5" fmla="*/ 519352 h 817884"/>
                <a:gd name="connsiteX6" fmla="*/ 1033737 w 1232067"/>
                <a:gd name="connsiteY6" fmla="*/ 817885 h 817884"/>
                <a:gd name="connsiteX7" fmla="*/ 300674 w 1232067"/>
                <a:gd name="connsiteY7" fmla="*/ 423778 h 817884"/>
                <a:gd name="connsiteX0" fmla="*/ 300674 w 1232067"/>
                <a:gd name="connsiteY0" fmla="*/ 423778 h 754029"/>
                <a:gd name="connsiteX1" fmla="*/ 207333 w 1232067"/>
                <a:gd name="connsiteY1" fmla="*/ 537398 h 754029"/>
                <a:gd name="connsiteX2" fmla="*/ 0 w 1232067"/>
                <a:gd name="connsiteY2" fmla="*/ 0 h 754029"/>
                <a:gd name="connsiteX3" fmla="*/ 536217 w 1232067"/>
                <a:gd name="connsiteY3" fmla="*/ 73244 h 754029"/>
                <a:gd name="connsiteX4" fmla="*/ 447053 w 1232067"/>
                <a:gd name="connsiteY4" fmla="*/ 202133 h 754029"/>
                <a:gd name="connsiteX5" fmla="*/ 1232068 w 1232067"/>
                <a:gd name="connsiteY5" fmla="*/ 519352 h 754029"/>
                <a:gd name="connsiteX6" fmla="*/ 1075379 w 1232067"/>
                <a:gd name="connsiteY6" fmla="*/ 754028 h 754029"/>
                <a:gd name="connsiteX7" fmla="*/ 300674 w 1232067"/>
                <a:gd name="connsiteY7" fmla="*/ 423778 h 754029"/>
                <a:gd name="connsiteX0" fmla="*/ 300674 w 1232067"/>
                <a:gd name="connsiteY0" fmla="*/ 423778 h 754977"/>
                <a:gd name="connsiteX1" fmla="*/ 207333 w 1232067"/>
                <a:gd name="connsiteY1" fmla="*/ 537398 h 754977"/>
                <a:gd name="connsiteX2" fmla="*/ 0 w 1232067"/>
                <a:gd name="connsiteY2" fmla="*/ 0 h 754977"/>
                <a:gd name="connsiteX3" fmla="*/ 536217 w 1232067"/>
                <a:gd name="connsiteY3" fmla="*/ 73244 h 754977"/>
                <a:gd name="connsiteX4" fmla="*/ 447053 w 1232067"/>
                <a:gd name="connsiteY4" fmla="*/ 202133 h 754977"/>
                <a:gd name="connsiteX5" fmla="*/ 1232068 w 1232067"/>
                <a:gd name="connsiteY5" fmla="*/ 519352 h 754977"/>
                <a:gd name="connsiteX6" fmla="*/ 1075379 w 1232067"/>
                <a:gd name="connsiteY6" fmla="*/ 754028 h 754977"/>
                <a:gd name="connsiteX7" fmla="*/ 300674 w 1232067"/>
                <a:gd name="connsiteY7" fmla="*/ 423778 h 754977"/>
                <a:gd name="connsiteX0" fmla="*/ 300674 w 1232067"/>
                <a:gd name="connsiteY0" fmla="*/ 423778 h 754921"/>
                <a:gd name="connsiteX1" fmla="*/ 207333 w 1232067"/>
                <a:gd name="connsiteY1" fmla="*/ 537398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300674 w 1232067"/>
                <a:gd name="connsiteY0" fmla="*/ 423778 h 754921"/>
                <a:gd name="connsiteX1" fmla="*/ 207333 w 1232067"/>
                <a:gd name="connsiteY1" fmla="*/ 537398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300674 w 1232067"/>
                <a:gd name="connsiteY0" fmla="*/ 423778 h 754921"/>
                <a:gd name="connsiteX1" fmla="*/ 142853 w 1232067"/>
                <a:gd name="connsiteY1" fmla="*/ 474799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447053 w 1232067"/>
                <a:gd name="connsiteY4" fmla="*/ 202133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392860 w 1232067"/>
                <a:gd name="connsiteY4" fmla="*/ 207745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412486 w 1232067"/>
                <a:gd name="connsiteY4" fmla="*/ 210547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36194 w 1232067"/>
                <a:gd name="connsiteY0" fmla="*/ 361179 h 754666"/>
                <a:gd name="connsiteX1" fmla="*/ 142853 w 1232067"/>
                <a:gd name="connsiteY1" fmla="*/ 474799 h 754666"/>
                <a:gd name="connsiteX2" fmla="*/ 0 w 1232067"/>
                <a:gd name="connsiteY2" fmla="*/ 0 h 754666"/>
                <a:gd name="connsiteX3" fmla="*/ 536217 w 1232067"/>
                <a:gd name="connsiteY3" fmla="*/ 73244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236194 w 1232067"/>
                <a:gd name="connsiteY0" fmla="*/ 361179 h 754666"/>
                <a:gd name="connsiteX1" fmla="*/ 142853 w 1232067"/>
                <a:gd name="connsiteY1" fmla="*/ 474799 h 754666"/>
                <a:gd name="connsiteX2" fmla="*/ 0 w 1232067"/>
                <a:gd name="connsiteY2" fmla="*/ 0 h 754666"/>
                <a:gd name="connsiteX3" fmla="*/ 512860 w 1232067"/>
                <a:gd name="connsiteY3" fmla="*/ 96606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236194 w 1232067"/>
                <a:gd name="connsiteY0" fmla="*/ 361179 h 754666"/>
                <a:gd name="connsiteX1" fmla="*/ 131639 w 1232067"/>
                <a:gd name="connsiteY1" fmla="*/ 459849 h 754666"/>
                <a:gd name="connsiteX2" fmla="*/ 0 w 1232067"/>
                <a:gd name="connsiteY2" fmla="*/ 0 h 754666"/>
                <a:gd name="connsiteX3" fmla="*/ 512860 w 1232067"/>
                <a:gd name="connsiteY3" fmla="*/ 96606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153962 w 1149835"/>
                <a:gd name="connsiteY0" fmla="*/ 282698 h 676185"/>
                <a:gd name="connsiteX1" fmla="*/ 49407 w 1149835"/>
                <a:gd name="connsiteY1" fmla="*/ 381368 h 676185"/>
                <a:gd name="connsiteX2" fmla="*/ 0 w 1149835"/>
                <a:gd name="connsiteY2" fmla="*/ -1 h 676185"/>
                <a:gd name="connsiteX3" fmla="*/ 430628 w 1149835"/>
                <a:gd name="connsiteY3" fmla="*/ 18125 h 676185"/>
                <a:gd name="connsiteX4" fmla="*/ 330254 w 1149835"/>
                <a:gd name="connsiteY4" fmla="*/ 132066 h 676185"/>
                <a:gd name="connsiteX5" fmla="*/ 1149836 w 1149835"/>
                <a:gd name="connsiteY5" fmla="*/ 440871 h 676185"/>
                <a:gd name="connsiteX6" fmla="*/ 993147 w 1149835"/>
                <a:gd name="connsiteY6" fmla="*/ 675547 h 676185"/>
                <a:gd name="connsiteX7" fmla="*/ 153962 w 1149835"/>
                <a:gd name="connsiteY7" fmla="*/ 282698 h 676185"/>
                <a:gd name="connsiteX0" fmla="*/ 151160 w 1147033"/>
                <a:gd name="connsiteY0" fmla="*/ 302322 h 695809"/>
                <a:gd name="connsiteX1" fmla="*/ 46605 w 1147033"/>
                <a:gd name="connsiteY1" fmla="*/ 400992 h 695809"/>
                <a:gd name="connsiteX2" fmla="*/ 0 w 1147033"/>
                <a:gd name="connsiteY2" fmla="*/ 1 h 695809"/>
                <a:gd name="connsiteX3" fmla="*/ 427826 w 1147033"/>
                <a:gd name="connsiteY3" fmla="*/ 37749 h 695809"/>
                <a:gd name="connsiteX4" fmla="*/ 327452 w 1147033"/>
                <a:gd name="connsiteY4" fmla="*/ 151690 h 695809"/>
                <a:gd name="connsiteX5" fmla="*/ 1147034 w 1147033"/>
                <a:gd name="connsiteY5" fmla="*/ 460495 h 695809"/>
                <a:gd name="connsiteX6" fmla="*/ 990345 w 1147033"/>
                <a:gd name="connsiteY6" fmla="*/ 695171 h 695809"/>
                <a:gd name="connsiteX7" fmla="*/ 151160 w 1147033"/>
                <a:gd name="connsiteY7" fmla="*/ 302322 h 695809"/>
                <a:gd name="connsiteX0" fmla="*/ 108181 w 1104054"/>
                <a:gd name="connsiteY0" fmla="*/ 322882 h 716369"/>
                <a:gd name="connsiteX1" fmla="*/ 3626 w 1104054"/>
                <a:gd name="connsiteY1" fmla="*/ 421552 h 716369"/>
                <a:gd name="connsiteX2" fmla="*/ 1 w 1104054"/>
                <a:gd name="connsiteY2" fmla="*/ 0 h 716369"/>
                <a:gd name="connsiteX3" fmla="*/ 384847 w 1104054"/>
                <a:gd name="connsiteY3" fmla="*/ 58309 h 716369"/>
                <a:gd name="connsiteX4" fmla="*/ 284473 w 1104054"/>
                <a:gd name="connsiteY4" fmla="*/ 172250 h 716369"/>
                <a:gd name="connsiteX5" fmla="*/ 1104055 w 1104054"/>
                <a:gd name="connsiteY5" fmla="*/ 481055 h 716369"/>
                <a:gd name="connsiteX6" fmla="*/ 947366 w 1104054"/>
                <a:gd name="connsiteY6" fmla="*/ 715731 h 716369"/>
                <a:gd name="connsiteX7" fmla="*/ 108181 w 1104054"/>
                <a:gd name="connsiteY7" fmla="*/ 322882 h 71636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305967 w 1125548"/>
                <a:gd name="connsiteY4" fmla="*/ 208690 h 752809"/>
                <a:gd name="connsiteX5" fmla="*/ 1125549 w 1125548"/>
                <a:gd name="connsiteY5" fmla="*/ 517495 h 752809"/>
                <a:gd name="connsiteX6" fmla="*/ 968860 w 1125548"/>
                <a:gd name="connsiteY6" fmla="*/ 752171 h 752809"/>
                <a:gd name="connsiteX7" fmla="*/ 129675 w 1125548"/>
                <a:gd name="connsiteY7" fmla="*/ 359322 h 75280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278717 w 1125548"/>
                <a:gd name="connsiteY4" fmla="*/ 204799 h 752809"/>
                <a:gd name="connsiteX5" fmla="*/ 1125549 w 1125548"/>
                <a:gd name="connsiteY5" fmla="*/ 517495 h 752809"/>
                <a:gd name="connsiteX6" fmla="*/ 968860 w 1125548"/>
                <a:gd name="connsiteY6" fmla="*/ 752171 h 752809"/>
                <a:gd name="connsiteX7" fmla="*/ 129675 w 1125548"/>
                <a:gd name="connsiteY7" fmla="*/ 359322 h 75280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291952 w 1125548"/>
                <a:gd name="connsiteY4" fmla="*/ 190005 h 752809"/>
                <a:gd name="connsiteX5" fmla="*/ 1125549 w 1125548"/>
                <a:gd name="connsiteY5" fmla="*/ 517495 h 752809"/>
                <a:gd name="connsiteX6" fmla="*/ 968860 w 1125548"/>
                <a:gd name="connsiteY6" fmla="*/ 752171 h 752809"/>
                <a:gd name="connsiteX7" fmla="*/ 129675 w 1125548"/>
                <a:gd name="connsiteY7" fmla="*/ 359322 h 752809"/>
                <a:gd name="connsiteX0" fmla="*/ 116439 w 1125548"/>
                <a:gd name="connsiteY0" fmla="*/ 374117 h 752855"/>
                <a:gd name="connsiteX1" fmla="*/ 25120 w 1125548"/>
                <a:gd name="connsiteY1" fmla="*/ 457992 h 752855"/>
                <a:gd name="connsiteX2" fmla="*/ -1 w 1125548"/>
                <a:gd name="connsiteY2" fmla="*/ 0 h 752855"/>
                <a:gd name="connsiteX3" fmla="*/ 406341 w 1125548"/>
                <a:gd name="connsiteY3" fmla="*/ 94749 h 752855"/>
                <a:gd name="connsiteX4" fmla="*/ 291952 w 1125548"/>
                <a:gd name="connsiteY4" fmla="*/ 190005 h 752855"/>
                <a:gd name="connsiteX5" fmla="*/ 1125549 w 1125548"/>
                <a:gd name="connsiteY5" fmla="*/ 517495 h 752855"/>
                <a:gd name="connsiteX6" fmla="*/ 968860 w 1125548"/>
                <a:gd name="connsiteY6" fmla="*/ 752171 h 752855"/>
                <a:gd name="connsiteX7" fmla="*/ 116439 w 1125548"/>
                <a:gd name="connsiteY7" fmla="*/ 374117 h 752855"/>
                <a:gd name="connsiteX0" fmla="*/ 116439 w 1111531"/>
                <a:gd name="connsiteY0" fmla="*/ 374117 h 752855"/>
                <a:gd name="connsiteX1" fmla="*/ 25120 w 1111531"/>
                <a:gd name="connsiteY1" fmla="*/ 457992 h 752855"/>
                <a:gd name="connsiteX2" fmla="*/ -1 w 1111531"/>
                <a:gd name="connsiteY2" fmla="*/ 0 h 752855"/>
                <a:gd name="connsiteX3" fmla="*/ 406341 w 1111531"/>
                <a:gd name="connsiteY3" fmla="*/ 94749 h 752855"/>
                <a:gd name="connsiteX4" fmla="*/ 291952 w 1111531"/>
                <a:gd name="connsiteY4" fmla="*/ 190005 h 752855"/>
                <a:gd name="connsiteX5" fmla="*/ 1111531 w 1111531"/>
                <a:gd name="connsiteY5" fmla="*/ 537744 h 752855"/>
                <a:gd name="connsiteX6" fmla="*/ 968860 w 1111531"/>
                <a:gd name="connsiteY6" fmla="*/ 752171 h 752855"/>
                <a:gd name="connsiteX7" fmla="*/ 116439 w 1111531"/>
                <a:gd name="connsiteY7" fmla="*/ 374117 h 752855"/>
                <a:gd name="connsiteX0" fmla="*/ 118770 w 1113862"/>
                <a:gd name="connsiteY0" fmla="*/ 318830 h 697568"/>
                <a:gd name="connsiteX1" fmla="*/ 27451 w 1113862"/>
                <a:gd name="connsiteY1" fmla="*/ 402705 h 697568"/>
                <a:gd name="connsiteX2" fmla="*/ 0 w 1113862"/>
                <a:gd name="connsiteY2" fmla="*/ 0 h 697568"/>
                <a:gd name="connsiteX3" fmla="*/ 408672 w 1113862"/>
                <a:gd name="connsiteY3" fmla="*/ 39462 h 697568"/>
                <a:gd name="connsiteX4" fmla="*/ 294283 w 1113862"/>
                <a:gd name="connsiteY4" fmla="*/ 134718 h 697568"/>
                <a:gd name="connsiteX5" fmla="*/ 1113862 w 1113862"/>
                <a:gd name="connsiteY5" fmla="*/ 482457 h 697568"/>
                <a:gd name="connsiteX6" fmla="*/ 971191 w 1113862"/>
                <a:gd name="connsiteY6" fmla="*/ 696884 h 697568"/>
                <a:gd name="connsiteX7" fmla="*/ 118770 w 1113862"/>
                <a:gd name="connsiteY7" fmla="*/ 318830 h 697568"/>
                <a:gd name="connsiteX0" fmla="*/ 118770 w 1113862"/>
                <a:gd name="connsiteY0" fmla="*/ 318830 h 697568"/>
                <a:gd name="connsiteX1" fmla="*/ 9542 w 1113862"/>
                <a:gd name="connsiteY1" fmla="*/ 411272 h 697568"/>
                <a:gd name="connsiteX2" fmla="*/ 0 w 1113862"/>
                <a:gd name="connsiteY2" fmla="*/ 0 h 697568"/>
                <a:gd name="connsiteX3" fmla="*/ 408672 w 1113862"/>
                <a:gd name="connsiteY3" fmla="*/ 39462 h 697568"/>
                <a:gd name="connsiteX4" fmla="*/ 294283 w 1113862"/>
                <a:gd name="connsiteY4" fmla="*/ 134718 h 697568"/>
                <a:gd name="connsiteX5" fmla="*/ 1113862 w 1113862"/>
                <a:gd name="connsiteY5" fmla="*/ 482457 h 697568"/>
                <a:gd name="connsiteX6" fmla="*/ 971191 w 1113862"/>
                <a:gd name="connsiteY6" fmla="*/ 696884 h 697568"/>
                <a:gd name="connsiteX7" fmla="*/ 118770 w 1113862"/>
                <a:gd name="connsiteY7" fmla="*/ 318830 h 69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862" h="697568">
                  <a:moveTo>
                    <a:pt x="118770" y="318830"/>
                  </a:moveTo>
                  <a:lnTo>
                    <a:pt x="9542" y="411272"/>
                  </a:lnTo>
                  <a:cubicBezTo>
                    <a:pt x="8334" y="270755"/>
                    <a:pt x="1208" y="140517"/>
                    <a:pt x="0" y="0"/>
                  </a:cubicBezTo>
                  <a:lnTo>
                    <a:pt x="408672" y="39462"/>
                  </a:lnTo>
                  <a:lnTo>
                    <a:pt x="294283" y="134718"/>
                  </a:lnTo>
                  <a:cubicBezTo>
                    <a:pt x="519766" y="375244"/>
                    <a:pt x="768330" y="467669"/>
                    <a:pt x="1113862" y="482457"/>
                  </a:cubicBezTo>
                  <a:lnTo>
                    <a:pt x="971191" y="696884"/>
                  </a:lnTo>
                  <a:cubicBezTo>
                    <a:pt x="619380" y="710504"/>
                    <a:pt x="299329" y="518922"/>
                    <a:pt x="118770" y="318830"/>
                  </a:cubicBezTo>
                  <a:close/>
                </a:path>
              </a:pathLst>
            </a:custGeom>
            <a:gradFill flip="none" rotWithShape="1">
              <a:gsLst>
                <a:gs pos="53200">
                  <a:schemeClr val="accent1">
                    <a:alpha val="12000"/>
                  </a:schemeClr>
                </a:gs>
                <a:gs pos="22000">
                  <a:schemeClr val="accent1">
                    <a:alpha val="0"/>
                  </a:schemeClr>
                </a:gs>
                <a:gs pos="85000">
                  <a:schemeClr val="accent1"/>
                </a:gs>
              </a:gsLst>
              <a:lin ang="12000000" scaled="0"/>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sp>
          <p:nvSpPr>
            <p:cNvPr id="135" name="任意多边形: 形状 134">
              <a:extLst>
                <a:ext uri="{FF2B5EF4-FFF2-40B4-BE49-F238E27FC236}">
                  <a16:creationId xmlns:a16="http://schemas.microsoft.com/office/drawing/2014/main" id="{CCBE4550-1729-022A-5A64-5CDA31C482B4}"/>
                </a:ext>
              </a:extLst>
            </p:cNvPr>
            <p:cNvSpPr/>
            <p:nvPr/>
          </p:nvSpPr>
          <p:spPr>
            <a:xfrm rot="14466678" flipH="1">
              <a:off x="6708794" y="1949416"/>
              <a:ext cx="481730" cy="301689"/>
            </a:xfrm>
            <a:custGeom>
              <a:avLst/>
              <a:gdLst>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682205 w 2247478"/>
                <a:gd name="connsiteY4" fmla="*/ 350473 h 927229"/>
                <a:gd name="connsiteX5" fmla="*/ 840157 w 2247478"/>
                <a:gd name="connsiteY5" fmla="*/ 436505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11" fmla="*/ 539202 w 2247478"/>
                <a:gd name="connsiteY11" fmla="*/ 564970 h 927229"/>
                <a:gd name="connsiteX12" fmla="*/ 532038 w 2247478"/>
                <a:gd name="connsiteY12" fmla="*/ 575715 h 927229"/>
                <a:gd name="connsiteX13" fmla="*/ 352035 w 2247478"/>
                <a:gd name="connsiteY13" fmla="*/ 455705 h 927229"/>
                <a:gd name="connsiteX14" fmla="*/ 261478 w 2247478"/>
                <a:gd name="connsiteY14" fmla="*/ 591535 h 927229"/>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682205 w 2247478"/>
                <a:gd name="connsiteY4" fmla="*/ 350473 h 927229"/>
                <a:gd name="connsiteX5" fmla="*/ 2131309 w 2247478"/>
                <a:gd name="connsiteY5" fmla="*/ 653456 h 927229"/>
                <a:gd name="connsiteX6" fmla="*/ 2230699 w 2247478"/>
                <a:gd name="connsiteY6" fmla="*/ 637393 h 927229"/>
                <a:gd name="connsiteX7" fmla="*/ 2247478 w 2247478"/>
                <a:gd name="connsiteY7" fmla="*/ 894834 h 927229"/>
                <a:gd name="connsiteX8" fmla="*/ 2162057 w 2247478"/>
                <a:gd name="connsiteY8" fmla="*/ 908640 h 927229"/>
                <a:gd name="connsiteX9" fmla="*/ 727668 w 2247478"/>
                <a:gd name="connsiteY9" fmla="*/ 667620 h 927229"/>
                <a:gd name="connsiteX10" fmla="*/ 539202 w 2247478"/>
                <a:gd name="connsiteY10" fmla="*/ 564970 h 927229"/>
                <a:gd name="connsiteX11" fmla="*/ 532038 w 2247478"/>
                <a:gd name="connsiteY11" fmla="*/ 575715 h 927229"/>
                <a:gd name="connsiteX12" fmla="*/ 352035 w 2247478"/>
                <a:gd name="connsiteY12" fmla="*/ 455705 h 927229"/>
                <a:gd name="connsiteX13" fmla="*/ 261478 w 2247478"/>
                <a:gd name="connsiteY13" fmla="*/ 591535 h 927229"/>
                <a:gd name="connsiteX14" fmla="*/ 0 w 2247478"/>
                <a:gd name="connsiteY14" fmla="*/ 0 h 927229"/>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2131309 w 2247478"/>
                <a:gd name="connsiteY4" fmla="*/ 653456 h 927229"/>
                <a:gd name="connsiteX5" fmla="*/ 2230699 w 2247478"/>
                <a:gd name="connsiteY5" fmla="*/ 637393 h 927229"/>
                <a:gd name="connsiteX6" fmla="*/ 2247478 w 2247478"/>
                <a:gd name="connsiteY6" fmla="*/ 894834 h 927229"/>
                <a:gd name="connsiteX7" fmla="*/ 2162057 w 2247478"/>
                <a:gd name="connsiteY7" fmla="*/ 908640 h 927229"/>
                <a:gd name="connsiteX8" fmla="*/ 727668 w 2247478"/>
                <a:gd name="connsiteY8" fmla="*/ 667620 h 927229"/>
                <a:gd name="connsiteX9" fmla="*/ 539202 w 2247478"/>
                <a:gd name="connsiteY9" fmla="*/ 564970 h 927229"/>
                <a:gd name="connsiteX10" fmla="*/ 532038 w 2247478"/>
                <a:gd name="connsiteY10" fmla="*/ 575715 h 927229"/>
                <a:gd name="connsiteX11" fmla="*/ 352035 w 2247478"/>
                <a:gd name="connsiteY11" fmla="*/ 455705 h 927229"/>
                <a:gd name="connsiteX12" fmla="*/ 261478 w 2247478"/>
                <a:gd name="connsiteY12" fmla="*/ 591535 h 927229"/>
                <a:gd name="connsiteX13" fmla="*/ 0 w 2247478"/>
                <a:gd name="connsiteY13" fmla="*/ 0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688137 w 2247478"/>
                <a:gd name="connsiteY6" fmla="*/ 341575 h 927229"/>
                <a:gd name="connsiteX7" fmla="*/ 2131309 w 2247478"/>
                <a:gd name="connsiteY7" fmla="*/ 653456 h 927229"/>
                <a:gd name="connsiteX8" fmla="*/ 2230699 w 2247478"/>
                <a:gd name="connsiteY8" fmla="*/ 637393 h 927229"/>
                <a:gd name="connsiteX9" fmla="*/ 2247478 w 2247478"/>
                <a:gd name="connsiteY9" fmla="*/ 894834 h 927229"/>
                <a:gd name="connsiteX10" fmla="*/ 2162057 w 2247478"/>
                <a:gd name="connsiteY10" fmla="*/ 908640 h 927229"/>
                <a:gd name="connsiteX11" fmla="*/ 727668 w 2247478"/>
                <a:gd name="connsiteY11" fmla="*/ 667620 h 927229"/>
                <a:gd name="connsiteX12" fmla="*/ 539202 w 2247478"/>
                <a:gd name="connsiteY12" fmla="*/ 564970 h 927229"/>
                <a:gd name="connsiteX13" fmla="*/ 676860 w 2247478"/>
                <a:gd name="connsiteY13"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688137 w 2247478"/>
                <a:gd name="connsiteY6" fmla="*/ 341575 h 927229"/>
                <a:gd name="connsiteX7" fmla="*/ 2131309 w 2247478"/>
                <a:gd name="connsiteY7" fmla="*/ 653456 h 927229"/>
                <a:gd name="connsiteX8" fmla="*/ 2230699 w 2247478"/>
                <a:gd name="connsiteY8" fmla="*/ 637393 h 927229"/>
                <a:gd name="connsiteX9" fmla="*/ 2247478 w 2247478"/>
                <a:gd name="connsiteY9" fmla="*/ 894834 h 927229"/>
                <a:gd name="connsiteX10" fmla="*/ 2162057 w 2247478"/>
                <a:gd name="connsiteY10" fmla="*/ 908640 h 927229"/>
                <a:gd name="connsiteX11" fmla="*/ 727668 w 2247478"/>
                <a:gd name="connsiteY11" fmla="*/ 667620 h 927229"/>
                <a:gd name="connsiteX12" fmla="*/ 676860 w 2247478"/>
                <a:gd name="connsiteY12"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11" fmla="*/ 676860 w 2247478"/>
                <a:gd name="connsiteY11"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0" fmla="*/ 532038 w 2247478"/>
                <a:gd name="connsiteY0" fmla="*/ 575715 h 908640"/>
                <a:gd name="connsiteX1" fmla="*/ 352035 w 2247478"/>
                <a:gd name="connsiteY1" fmla="*/ 455705 h 908640"/>
                <a:gd name="connsiteX2" fmla="*/ 261478 w 2247478"/>
                <a:gd name="connsiteY2" fmla="*/ 591535 h 908640"/>
                <a:gd name="connsiteX3" fmla="*/ 0 w 2247478"/>
                <a:gd name="connsiteY3" fmla="*/ 0 h 908640"/>
                <a:gd name="connsiteX4" fmla="*/ 598691 w 2247478"/>
                <a:gd name="connsiteY4" fmla="*/ 85735 h 908640"/>
                <a:gd name="connsiteX5" fmla="*/ 508133 w 2247478"/>
                <a:gd name="connsiteY5" fmla="*/ 221567 h 908640"/>
                <a:gd name="connsiteX6" fmla="*/ 2131309 w 2247478"/>
                <a:gd name="connsiteY6" fmla="*/ 653456 h 908640"/>
                <a:gd name="connsiteX7" fmla="*/ 2230699 w 2247478"/>
                <a:gd name="connsiteY7" fmla="*/ 637393 h 908640"/>
                <a:gd name="connsiteX8" fmla="*/ 2247478 w 2247478"/>
                <a:gd name="connsiteY8" fmla="*/ 894834 h 908640"/>
                <a:gd name="connsiteX9" fmla="*/ 2162057 w 2247478"/>
                <a:gd name="connsiteY9" fmla="*/ 908640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30699 w 2247478"/>
                <a:gd name="connsiteY6" fmla="*/ 637393 h 908640"/>
                <a:gd name="connsiteX7" fmla="*/ 2247478 w 2247478"/>
                <a:gd name="connsiteY7" fmla="*/ 894834 h 908640"/>
                <a:gd name="connsiteX8" fmla="*/ 2162057 w 2247478"/>
                <a:gd name="connsiteY8" fmla="*/ 908640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30699 w 2247478"/>
                <a:gd name="connsiteY6" fmla="*/ 637393 h 908640"/>
                <a:gd name="connsiteX7" fmla="*/ 2247478 w 2247478"/>
                <a:gd name="connsiteY7" fmla="*/ 894834 h 908640"/>
                <a:gd name="connsiteX8" fmla="*/ 2162057 w 2247478"/>
                <a:gd name="connsiteY8" fmla="*/ 908640 h 908640"/>
                <a:gd name="connsiteX9" fmla="*/ 352035 w 2247478"/>
                <a:gd name="connsiteY9" fmla="*/ 455705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47478 w 2247478"/>
                <a:gd name="connsiteY6" fmla="*/ 894834 h 908640"/>
                <a:gd name="connsiteX7" fmla="*/ 2162057 w 2247478"/>
                <a:gd name="connsiteY7" fmla="*/ 908640 h 908640"/>
                <a:gd name="connsiteX8" fmla="*/ 352035 w 2247478"/>
                <a:gd name="connsiteY8" fmla="*/ 455705 h 908640"/>
                <a:gd name="connsiteX0" fmla="*/ 352035 w 2162058"/>
                <a:gd name="connsiteY0" fmla="*/ 455705 h 908640"/>
                <a:gd name="connsiteX1" fmla="*/ 261478 w 2162058"/>
                <a:gd name="connsiteY1" fmla="*/ 591535 h 908640"/>
                <a:gd name="connsiteX2" fmla="*/ 0 w 2162058"/>
                <a:gd name="connsiteY2" fmla="*/ 0 h 908640"/>
                <a:gd name="connsiteX3" fmla="*/ 598691 w 2162058"/>
                <a:gd name="connsiteY3" fmla="*/ 85735 h 908640"/>
                <a:gd name="connsiteX4" fmla="*/ 508133 w 2162058"/>
                <a:gd name="connsiteY4" fmla="*/ 221567 h 908640"/>
                <a:gd name="connsiteX5" fmla="*/ 2131309 w 2162058"/>
                <a:gd name="connsiteY5" fmla="*/ 653456 h 908640"/>
                <a:gd name="connsiteX6" fmla="*/ 2162057 w 2162058"/>
                <a:gd name="connsiteY6" fmla="*/ 908640 h 908640"/>
                <a:gd name="connsiteX7" fmla="*/ 352035 w 2162058"/>
                <a:gd name="connsiteY7" fmla="*/ 455705 h 908640"/>
                <a:gd name="connsiteX0" fmla="*/ 352035 w 2131309"/>
                <a:gd name="connsiteY0" fmla="*/ 455705 h 718922"/>
                <a:gd name="connsiteX1" fmla="*/ 261478 w 2131309"/>
                <a:gd name="connsiteY1" fmla="*/ 591535 h 718922"/>
                <a:gd name="connsiteX2" fmla="*/ 0 w 2131309"/>
                <a:gd name="connsiteY2" fmla="*/ 0 h 718922"/>
                <a:gd name="connsiteX3" fmla="*/ 598691 w 2131309"/>
                <a:gd name="connsiteY3" fmla="*/ 85735 h 718922"/>
                <a:gd name="connsiteX4" fmla="*/ 508133 w 2131309"/>
                <a:gd name="connsiteY4" fmla="*/ 221567 h 718922"/>
                <a:gd name="connsiteX5" fmla="*/ 2131309 w 2131309"/>
                <a:gd name="connsiteY5" fmla="*/ 653456 h 718922"/>
                <a:gd name="connsiteX6" fmla="*/ 1338448 w 2131309"/>
                <a:gd name="connsiteY6" fmla="*/ 718923 h 718922"/>
                <a:gd name="connsiteX7" fmla="*/ 352035 w 2131309"/>
                <a:gd name="connsiteY7" fmla="*/ 455705 h 718922"/>
                <a:gd name="connsiteX0" fmla="*/ 352035 w 1492079"/>
                <a:gd name="connsiteY0" fmla="*/ 455705 h 718924"/>
                <a:gd name="connsiteX1" fmla="*/ 261478 w 1492079"/>
                <a:gd name="connsiteY1" fmla="*/ 591535 h 718924"/>
                <a:gd name="connsiteX2" fmla="*/ 0 w 1492079"/>
                <a:gd name="connsiteY2" fmla="*/ 0 h 718924"/>
                <a:gd name="connsiteX3" fmla="*/ 598691 w 1492079"/>
                <a:gd name="connsiteY3" fmla="*/ 85735 h 718924"/>
                <a:gd name="connsiteX4" fmla="*/ 508133 w 1492079"/>
                <a:gd name="connsiteY4" fmla="*/ 221567 h 718924"/>
                <a:gd name="connsiteX5" fmla="*/ 1492080 w 1492079"/>
                <a:gd name="connsiteY5" fmla="*/ 480982 h 718924"/>
                <a:gd name="connsiteX6" fmla="*/ 1338448 w 1492079"/>
                <a:gd name="connsiteY6" fmla="*/ 718923 h 718924"/>
                <a:gd name="connsiteX7" fmla="*/ 352035 w 1492079"/>
                <a:gd name="connsiteY7" fmla="*/ 455705 h 718924"/>
                <a:gd name="connsiteX0" fmla="*/ 352035 w 1492081"/>
                <a:gd name="connsiteY0" fmla="*/ 455705 h 731314"/>
                <a:gd name="connsiteX1" fmla="*/ 261478 w 1492081"/>
                <a:gd name="connsiteY1" fmla="*/ 591535 h 731314"/>
                <a:gd name="connsiteX2" fmla="*/ 0 w 1492081"/>
                <a:gd name="connsiteY2" fmla="*/ 0 h 731314"/>
                <a:gd name="connsiteX3" fmla="*/ 598691 w 1492081"/>
                <a:gd name="connsiteY3" fmla="*/ 85735 h 731314"/>
                <a:gd name="connsiteX4" fmla="*/ 508133 w 1492081"/>
                <a:gd name="connsiteY4" fmla="*/ 221567 h 731314"/>
                <a:gd name="connsiteX5" fmla="*/ 1492080 w 1492081"/>
                <a:gd name="connsiteY5" fmla="*/ 480982 h 731314"/>
                <a:gd name="connsiteX6" fmla="*/ 1400747 w 1492081"/>
                <a:gd name="connsiteY6" fmla="*/ 731314 h 731314"/>
                <a:gd name="connsiteX7" fmla="*/ 352035 w 1492081"/>
                <a:gd name="connsiteY7" fmla="*/ 455705 h 731314"/>
                <a:gd name="connsiteX0" fmla="*/ 352035 w 1492079"/>
                <a:gd name="connsiteY0" fmla="*/ 455705 h 736059"/>
                <a:gd name="connsiteX1" fmla="*/ 261478 w 1492079"/>
                <a:gd name="connsiteY1" fmla="*/ 591535 h 736059"/>
                <a:gd name="connsiteX2" fmla="*/ 0 w 1492079"/>
                <a:gd name="connsiteY2" fmla="*/ 0 h 736059"/>
                <a:gd name="connsiteX3" fmla="*/ 598691 w 1492079"/>
                <a:gd name="connsiteY3" fmla="*/ 85735 h 736059"/>
                <a:gd name="connsiteX4" fmla="*/ 508133 w 1492079"/>
                <a:gd name="connsiteY4" fmla="*/ 221567 h 736059"/>
                <a:gd name="connsiteX5" fmla="*/ 1492080 w 1492079"/>
                <a:gd name="connsiteY5" fmla="*/ 480982 h 736059"/>
                <a:gd name="connsiteX6" fmla="*/ 1400747 w 1492079"/>
                <a:gd name="connsiteY6" fmla="*/ 731314 h 736059"/>
                <a:gd name="connsiteX7" fmla="*/ 352035 w 1492079"/>
                <a:gd name="connsiteY7" fmla="*/ 455705 h 736059"/>
                <a:gd name="connsiteX0" fmla="*/ 352035 w 1492081"/>
                <a:gd name="connsiteY0" fmla="*/ 455705 h 739664"/>
                <a:gd name="connsiteX1" fmla="*/ 261478 w 1492081"/>
                <a:gd name="connsiteY1" fmla="*/ 591535 h 739664"/>
                <a:gd name="connsiteX2" fmla="*/ 0 w 1492081"/>
                <a:gd name="connsiteY2" fmla="*/ 0 h 739664"/>
                <a:gd name="connsiteX3" fmla="*/ 598691 w 1492081"/>
                <a:gd name="connsiteY3" fmla="*/ 85735 h 739664"/>
                <a:gd name="connsiteX4" fmla="*/ 508133 w 1492081"/>
                <a:gd name="connsiteY4" fmla="*/ 221567 h 739664"/>
                <a:gd name="connsiteX5" fmla="*/ 1492080 w 1492081"/>
                <a:gd name="connsiteY5" fmla="*/ 480982 h 739664"/>
                <a:gd name="connsiteX6" fmla="*/ 1400747 w 1492081"/>
                <a:gd name="connsiteY6" fmla="*/ 731314 h 739664"/>
                <a:gd name="connsiteX7" fmla="*/ 352035 w 1492081"/>
                <a:gd name="connsiteY7" fmla="*/ 455705 h 739664"/>
                <a:gd name="connsiteX0" fmla="*/ 352035 w 1492079"/>
                <a:gd name="connsiteY0" fmla="*/ 455705 h 739664"/>
                <a:gd name="connsiteX1" fmla="*/ 261478 w 1492079"/>
                <a:gd name="connsiteY1" fmla="*/ 591535 h 739664"/>
                <a:gd name="connsiteX2" fmla="*/ 0 w 1492079"/>
                <a:gd name="connsiteY2" fmla="*/ 0 h 739664"/>
                <a:gd name="connsiteX3" fmla="*/ 598691 w 1492079"/>
                <a:gd name="connsiteY3" fmla="*/ 85735 h 739664"/>
                <a:gd name="connsiteX4" fmla="*/ 508133 w 1492079"/>
                <a:gd name="connsiteY4" fmla="*/ 221567 h 739664"/>
                <a:gd name="connsiteX5" fmla="*/ 1492080 w 1492079"/>
                <a:gd name="connsiteY5" fmla="*/ 480982 h 739664"/>
                <a:gd name="connsiteX6" fmla="*/ 1400747 w 1492079"/>
                <a:gd name="connsiteY6" fmla="*/ 731314 h 739664"/>
                <a:gd name="connsiteX7" fmla="*/ 352035 w 1492079"/>
                <a:gd name="connsiteY7" fmla="*/ 455705 h 739664"/>
                <a:gd name="connsiteX0" fmla="*/ 352035 w 1492081"/>
                <a:gd name="connsiteY0" fmla="*/ 455705 h 739664"/>
                <a:gd name="connsiteX1" fmla="*/ 261478 w 1492081"/>
                <a:gd name="connsiteY1" fmla="*/ 591535 h 739664"/>
                <a:gd name="connsiteX2" fmla="*/ 0 w 1492081"/>
                <a:gd name="connsiteY2" fmla="*/ 0 h 739664"/>
                <a:gd name="connsiteX3" fmla="*/ 598691 w 1492081"/>
                <a:gd name="connsiteY3" fmla="*/ 85735 h 739664"/>
                <a:gd name="connsiteX4" fmla="*/ 508133 w 1492081"/>
                <a:gd name="connsiteY4" fmla="*/ 221567 h 739664"/>
                <a:gd name="connsiteX5" fmla="*/ 1492080 w 1492081"/>
                <a:gd name="connsiteY5" fmla="*/ 480982 h 739664"/>
                <a:gd name="connsiteX6" fmla="*/ 1400747 w 1492081"/>
                <a:gd name="connsiteY6" fmla="*/ 731314 h 739664"/>
                <a:gd name="connsiteX7" fmla="*/ 352035 w 1492081"/>
                <a:gd name="connsiteY7" fmla="*/ 455705 h 739664"/>
                <a:gd name="connsiteX0" fmla="*/ 352035 w 1492079"/>
                <a:gd name="connsiteY0" fmla="*/ 455705 h 739664"/>
                <a:gd name="connsiteX1" fmla="*/ 261478 w 1492079"/>
                <a:gd name="connsiteY1" fmla="*/ 591535 h 739664"/>
                <a:gd name="connsiteX2" fmla="*/ 0 w 1492079"/>
                <a:gd name="connsiteY2" fmla="*/ 0 h 739664"/>
                <a:gd name="connsiteX3" fmla="*/ 598691 w 1492079"/>
                <a:gd name="connsiteY3" fmla="*/ 85735 h 739664"/>
                <a:gd name="connsiteX4" fmla="*/ 508133 w 1492079"/>
                <a:gd name="connsiteY4" fmla="*/ 221567 h 739664"/>
                <a:gd name="connsiteX5" fmla="*/ 1492080 w 1492079"/>
                <a:gd name="connsiteY5" fmla="*/ 480982 h 739664"/>
                <a:gd name="connsiteX6" fmla="*/ 1133970 w 1492079"/>
                <a:gd name="connsiteY6" fmla="*/ 731314 h 739664"/>
                <a:gd name="connsiteX7" fmla="*/ 352035 w 1492079"/>
                <a:gd name="connsiteY7" fmla="*/ 455705 h 739664"/>
                <a:gd name="connsiteX0" fmla="*/ 352035 w 1225304"/>
                <a:gd name="connsiteY0" fmla="*/ 455705 h 739664"/>
                <a:gd name="connsiteX1" fmla="*/ 261478 w 1225304"/>
                <a:gd name="connsiteY1" fmla="*/ 591535 h 739664"/>
                <a:gd name="connsiteX2" fmla="*/ 0 w 1225304"/>
                <a:gd name="connsiteY2" fmla="*/ 0 h 739664"/>
                <a:gd name="connsiteX3" fmla="*/ 598691 w 1225304"/>
                <a:gd name="connsiteY3" fmla="*/ 85735 h 739664"/>
                <a:gd name="connsiteX4" fmla="*/ 508133 w 1225304"/>
                <a:gd name="connsiteY4" fmla="*/ 221567 h 739664"/>
                <a:gd name="connsiteX5" fmla="*/ 1225304 w 1225304"/>
                <a:gd name="connsiteY5" fmla="*/ 480982 h 739664"/>
                <a:gd name="connsiteX6" fmla="*/ 1133970 w 1225304"/>
                <a:gd name="connsiteY6" fmla="*/ 731314 h 739664"/>
                <a:gd name="connsiteX7" fmla="*/ 352035 w 1225304"/>
                <a:gd name="connsiteY7" fmla="*/ 455705 h 739664"/>
                <a:gd name="connsiteX0" fmla="*/ 352035 w 1225304"/>
                <a:gd name="connsiteY0" fmla="*/ 455705 h 803207"/>
                <a:gd name="connsiteX1" fmla="*/ 261478 w 1225304"/>
                <a:gd name="connsiteY1" fmla="*/ 591535 h 803207"/>
                <a:gd name="connsiteX2" fmla="*/ 0 w 1225304"/>
                <a:gd name="connsiteY2" fmla="*/ 0 h 803207"/>
                <a:gd name="connsiteX3" fmla="*/ 598691 w 1225304"/>
                <a:gd name="connsiteY3" fmla="*/ 85735 h 803207"/>
                <a:gd name="connsiteX4" fmla="*/ 508133 w 1225304"/>
                <a:gd name="connsiteY4" fmla="*/ 221567 h 803207"/>
                <a:gd name="connsiteX5" fmla="*/ 1225304 w 1225304"/>
                <a:gd name="connsiteY5" fmla="*/ 480982 h 803207"/>
                <a:gd name="connsiteX6" fmla="*/ 1108912 w 1225304"/>
                <a:gd name="connsiteY6" fmla="*/ 797381 h 803207"/>
                <a:gd name="connsiteX7" fmla="*/ 352035 w 1225304"/>
                <a:gd name="connsiteY7" fmla="*/ 455705 h 803207"/>
                <a:gd name="connsiteX0" fmla="*/ 352035 w 1207083"/>
                <a:gd name="connsiteY0" fmla="*/ 455705 h 803207"/>
                <a:gd name="connsiteX1" fmla="*/ 261478 w 1207083"/>
                <a:gd name="connsiteY1" fmla="*/ 591535 h 803207"/>
                <a:gd name="connsiteX2" fmla="*/ 0 w 1207083"/>
                <a:gd name="connsiteY2" fmla="*/ 0 h 803207"/>
                <a:gd name="connsiteX3" fmla="*/ 598691 w 1207083"/>
                <a:gd name="connsiteY3" fmla="*/ 85735 h 803207"/>
                <a:gd name="connsiteX4" fmla="*/ 508133 w 1207083"/>
                <a:gd name="connsiteY4" fmla="*/ 221567 h 803207"/>
                <a:gd name="connsiteX5" fmla="*/ 1207083 w 1207083"/>
                <a:gd name="connsiteY5" fmla="*/ 572100 h 803207"/>
                <a:gd name="connsiteX6" fmla="*/ 1108912 w 1207083"/>
                <a:gd name="connsiteY6" fmla="*/ 797381 h 803207"/>
                <a:gd name="connsiteX7" fmla="*/ 352035 w 1207083"/>
                <a:gd name="connsiteY7" fmla="*/ 455705 h 803207"/>
                <a:gd name="connsiteX0" fmla="*/ 352035 w 1207083"/>
                <a:gd name="connsiteY0" fmla="*/ 455705 h 803207"/>
                <a:gd name="connsiteX1" fmla="*/ 261478 w 1207083"/>
                <a:gd name="connsiteY1" fmla="*/ 591535 h 803207"/>
                <a:gd name="connsiteX2" fmla="*/ 0 w 1207083"/>
                <a:gd name="connsiteY2" fmla="*/ 0 h 803207"/>
                <a:gd name="connsiteX3" fmla="*/ 598691 w 1207083"/>
                <a:gd name="connsiteY3" fmla="*/ 85735 h 803207"/>
                <a:gd name="connsiteX4" fmla="*/ 508133 w 1207083"/>
                <a:gd name="connsiteY4" fmla="*/ 221567 h 803207"/>
                <a:gd name="connsiteX5" fmla="*/ 1207083 w 1207083"/>
                <a:gd name="connsiteY5" fmla="*/ 572100 h 803207"/>
                <a:gd name="connsiteX6" fmla="*/ 1108912 w 1207083"/>
                <a:gd name="connsiteY6" fmla="*/ 797381 h 803207"/>
                <a:gd name="connsiteX7" fmla="*/ 352035 w 1207083"/>
                <a:gd name="connsiteY7" fmla="*/ 455705 h 803207"/>
                <a:gd name="connsiteX0" fmla="*/ 352035 w 1207083"/>
                <a:gd name="connsiteY0" fmla="*/ 455705 h 836570"/>
                <a:gd name="connsiteX1" fmla="*/ 261478 w 1207083"/>
                <a:gd name="connsiteY1" fmla="*/ 591535 h 836570"/>
                <a:gd name="connsiteX2" fmla="*/ 0 w 1207083"/>
                <a:gd name="connsiteY2" fmla="*/ 0 h 836570"/>
                <a:gd name="connsiteX3" fmla="*/ 598691 w 1207083"/>
                <a:gd name="connsiteY3" fmla="*/ 85735 h 836570"/>
                <a:gd name="connsiteX4" fmla="*/ 508133 w 1207083"/>
                <a:gd name="connsiteY4" fmla="*/ 221567 h 836570"/>
                <a:gd name="connsiteX5" fmla="*/ 1207083 w 1207083"/>
                <a:gd name="connsiteY5" fmla="*/ 572100 h 836570"/>
                <a:gd name="connsiteX6" fmla="*/ 1102078 w 1207083"/>
                <a:gd name="connsiteY6" fmla="*/ 831549 h 836570"/>
                <a:gd name="connsiteX7" fmla="*/ 352035 w 1207083"/>
                <a:gd name="connsiteY7" fmla="*/ 455705 h 836570"/>
                <a:gd name="connsiteX0" fmla="*/ 352035 w 1207083"/>
                <a:gd name="connsiteY0" fmla="*/ 455705 h 831549"/>
                <a:gd name="connsiteX1" fmla="*/ 261478 w 1207083"/>
                <a:gd name="connsiteY1" fmla="*/ 591535 h 831549"/>
                <a:gd name="connsiteX2" fmla="*/ 0 w 1207083"/>
                <a:gd name="connsiteY2" fmla="*/ 0 h 831549"/>
                <a:gd name="connsiteX3" fmla="*/ 598691 w 1207083"/>
                <a:gd name="connsiteY3" fmla="*/ 85735 h 831549"/>
                <a:gd name="connsiteX4" fmla="*/ 508133 w 1207083"/>
                <a:gd name="connsiteY4" fmla="*/ 221567 h 831549"/>
                <a:gd name="connsiteX5" fmla="*/ 1207083 w 1207083"/>
                <a:gd name="connsiteY5" fmla="*/ 572100 h 831549"/>
                <a:gd name="connsiteX6" fmla="*/ 1102078 w 1207083"/>
                <a:gd name="connsiteY6" fmla="*/ 831549 h 831549"/>
                <a:gd name="connsiteX7" fmla="*/ 352035 w 1207083"/>
                <a:gd name="connsiteY7" fmla="*/ 455705 h 831549"/>
                <a:gd name="connsiteX0" fmla="*/ 352035 w 1207083"/>
                <a:gd name="connsiteY0" fmla="*/ 455705 h 831549"/>
                <a:gd name="connsiteX1" fmla="*/ 261478 w 1207083"/>
                <a:gd name="connsiteY1" fmla="*/ 591535 h 831549"/>
                <a:gd name="connsiteX2" fmla="*/ 0 w 1207083"/>
                <a:gd name="connsiteY2" fmla="*/ 0 h 831549"/>
                <a:gd name="connsiteX3" fmla="*/ 598691 w 1207083"/>
                <a:gd name="connsiteY3" fmla="*/ 85735 h 831549"/>
                <a:gd name="connsiteX4" fmla="*/ 508133 w 1207083"/>
                <a:gd name="connsiteY4" fmla="*/ 221567 h 831549"/>
                <a:gd name="connsiteX5" fmla="*/ 1207083 w 1207083"/>
                <a:gd name="connsiteY5" fmla="*/ 572100 h 831549"/>
                <a:gd name="connsiteX6" fmla="*/ 1102078 w 1207083"/>
                <a:gd name="connsiteY6" fmla="*/ 831549 h 831549"/>
                <a:gd name="connsiteX7" fmla="*/ 352035 w 1207083"/>
                <a:gd name="connsiteY7" fmla="*/ 455705 h 831549"/>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20106 w 1207083"/>
                <a:gd name="connsiteY0" fmla="*/ 434881 h 817884"/>
                <a:gd name="connsiteX1" fmla="*/ 261478 w 1207083"/>
                <a:gd name="connsiteY1" fmla="*/ 591535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20106 w 1207083"/>
                <a:gd name="connsiteY7" fmla="*/ 434881 h 817884"/>
                <a:gd name="connsiteX0" fmla="*/ 320106 w 1207083"/>
                <a:gd name="connsiteY0" fmla="*/ 434881 h 817884"/>
                <a:gd name="connsiteX1" fmla="*/ 207333 w 1207083"/>
                <a:gd name="connsiteY1" fmla="*/ 537398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20106 w 1207083"/>
                <a:gd name="connsiteY7" fmla="*/ 434881 h 817884"/>
                <a:gd name="connsiteX0" fmla="*/ 300674 w 1207083"/>
                <a:gd name="connsiteY0" fmla="*/ 423778 h 817884"/>
                <a:gd name="connsiteX1" fmla="*/ 207333 w 1207083"/>
                <a:gd name="connsiteY1" fmla="*/ 537398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00674 w 1207083"/>
                <a:gd name="connsiteY7" fmla="*/ 423778 h 817884"/>
                <a:gd name="connsiteX0" fmla="*/ 300674 w 1207083"/>
                <a:gd name="connsiteY0" fmla="*/ 423778 h 817884"/>
                <a:gd name="connsiteX1" fmla="*/ 207333 w 1207083"/>
                <a:gd name="connsiteY1" fmla="*/ 537398 h 817884"/>
                <a:gd name="connsiteX2" fmla="*/ 0 w 1207083"/>
                <a:gd name="connsiteY2" fmla="*/ 0 h 817884"/>
                <a:gd name="connsiteX3" fmla="*/ 536217 w 1207083"/>
                <a:gd name="connsiteY3" fmla="*/ 73244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00674 w 1207083"/>
                <a:gd name="connsiteY7" fmla="*/ 423778 h 817884"/>
                <a:gd name="connsiteX0" fmla="*/ 300674 w 1232067"/>
                <a:gd name="connsiteY0" fmla="*/ 423778 h 817884"/>
                <a:gd name="connsiteX1" fmla="*/ 207333 w 1232067"/>
                <a:gd name="connsiteY1" fmla="*/ 537398 h 817884"/>
                <a:gd name="connsiteX2" fmla="*/ 0 w 1232067"/>
                <a:gd name="connsiteY2" fmla="*/ 0 h 817884"/>
                <a:gd name="connsiteX3" fmla="*/ 536217 w 1232067"/>
                <a:gd name="connsiteY3" fmla="*/ 73244 h 817884"/>
                <a:gd name="connsiteX4" fmla="*/ 447053 w 1232067"/>
                <a:gd name="connsiteY4" fmla="*/ 202133 h 817884"/>
                <a:gd name="connsiteX5" fmla="*/ 1232068 w 1232067"/>
                <a:gd name="connsiteY5" fmla="*/ 519352 h 817884"/>
                <a:gd name="connsiteX6" fmla="*/ 1033737 w 1232067"/>
                <a:gd name="connsiteY6" fmla="*/ 817885 h 817884"/>
                <a:gd name="connsiteX7" fmla="*/ 300674 w 1232067"/>
                <a:gd name="connsiteY7" fmla="*/ 423778 h 817884"/>
                <a:gd name="connsiteX0" fmla="*/ 300674 w 1232067"/>
                <a:gd name="connsiteY0" fmla="*/ 423778 h 817884"/>
                <a:gd name="connsiteX1" fmla="*/ 207333 w 1232067"/>
                <a:gd name="connsiteY1" fmla="*/ 537398 h 817884"/>
                <a:gd name="connsiteX2" fmla="*/ 0 w 1232067"/>
                <a:gd name="connsiteY2" fmla="*/ 0 h 817884"/>
                <a:gd name="connsiteX3" fmla="*/ 536217 w 1232067"/>
                <a:gd name="connsiteY3" fmla="*/ 73244 h 817884"/>
                <a:gd name="connsiteX4" fmla="*/ 447053 w 1232067"/>
                <a:gd name="connsiteY4" fmla="*/ 202133 h 817884"/>
                <a:gd name="connsiteX5" fmla="*/ 1232068 w 1232067"/>
                <a:gd name="connsiteY5" fmla="*/ 519352 h 817884"/>
                <a:gd name="connsiteX6" fmla="*/ 1033737 w 1232067"/>
                <a:gd name="connsiteY6" fmla="*/ 817885 h 817884"/>
                <a:gd name="connsiteX7" fmla="*/ 300674 w 1232067"/>
                <a:gd name="connsiteY7" fmla="*/ 423778 h 817884"/>
                <a:gd name="connsiteX0" fmla="*/ 300674 w 1232067"/>
                <a:gd name="connsiteY0" fmla="*/ 423778 h 754029"/>
                <a:gd name="connsiteX1" fmla="*/ 207333 w 1232067"/>
                <a:gd name="connsiteY1" fmla="*/ 537398 h 754029"/>
                <a:gd name="connsiteX2" fmla="*/ 0 w 1232067"/>
                <a:gd name="connsiteY2" fmla="*/ 0 h 754029"/>
                <a:gd name="connsiteX3" fmla="*/ 536217 w 1232067"/>
                <a:gd name="connsiteY3" fmla="*/ 73244 h 754029"/>
                <a:gd name="connsiteX4" fmla="*/ 447053 w 1232067"/>
                <a:gd name="connsiteY4" fmla="*/ 202133 h 754029"/>
                <a:gd name="connsiteX5" fmla="*/ 1232068 w 1232067"/>
                <a:gd name="connsiteY5" fmla="*/ 519352 h 754029"/>
                <a:gd name="connsiteX6" fmla="*/ 1075379 w 1232067"/>
                <a:gd name="connsiteY6" fmla="*/ 754028 h 754029"/>
                <a:gd name="connsiteX7" fmla="*/ 300674 w 1232067"/>
                <a:gd name="connsiteY7" fmla="*/ 423778 h 754029"/>
                <a:gd name="connsiteX0" fmla="*/ 300674 w 1232067"/>
                <a:gd name="connsiteY0" fmla="*/ 423778 h 754977"/>
                <a:gd name="connsiteX1" fmla="*/ 207333 w 1232067"/>
                <a:gd name="connsiteY1" fmla="*/ 537398 h 754977"/>
                <a:gd name="connsiteX2" fmla="*/ 0 w 1232067"/>
                <a:gd name="connsiteY2" fmla="*/ 0 h 754977"/>
                <a:gd name="connsiteX3" fmla="*/ 536217 w 1232067"/>
                <a:gd name="connsiteY3" fmla="*/ 73244 h 754977"/>
                <a:gd name="connsiteX4" fmla="*/ 447053 w 1232067"/>
                <a:gd name="connsiteY4" fmla="*/ 202133 h 754977"/>
                <a:gd name="connsiteX5" fmla="*/ 1232068 w 1232067"/>
                <a:gd name="connsiteY5" fmla="*/ 519352 h 754977"/>
                <a:gd name="connsiteX6" fmla="*/ 1075379 w 1232067"/>
                <a:gd name="connsiteY6" fmla="*/ 754028 h 754977"/>
                <a:gd name="connsiteX7" fmla="*/ 300674 w 1232067"/>
                <a:gd name="connsiteY7" fmla="*/ 423778 h 754977"/>
                <a:gd name="connsiteX0" fmla="*/ 300674 w 1232067"/>
                <a:gd name="connsiteY0" fmla="*/ 423778 h 754921"/>
                <a:gd name="connsiteX1" fmla="*/ 207333 w 1232067"/>
                <a:gd name="connsiteY1" fmla="*/ 537398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300674 w 1232067"/>
                <a:gd name="connsiteY0" fmla="*/ 423778 h 754921"/>
                <a:gd name="connsiteX1" fmla="*/ 207333 w 1232067"/>
                <a:gd name="connsiteY1" fmla="*/ 537398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300674 w 1232067"/>
                <a:gd name="connsiteY0" fmla="*/ 423778 h 754921"/>
                <a:gd name="connsiteX1" fmla="*/ 142853 w 1232067"/>
                <a:gd name="connsiteY1" fmla="*/ 474799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447053 w 1232067"/>
                <a:gd name="connsiteY4" fmla="*/ 202133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392860 w 1232067"/>
                <a:gd name="connsiteY4" fmla="*/ 207745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412486 w 1232067"/>
                <a:gd name="connsiteY4" fmla="*/ 210547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36194 w 1232067"/>
                <a:gd name="connsiteY0" fmla="*/ 361179 h 754666"/>
                <a:gd name="connsiteX1" fmla="*/ 142853 w 1232067"/>
                <a:gd name="connsiteY1" fmla="*/ 474799 h 754666"/>
                <a:gd name="connsiteX2" fmla="*/ 0 w 1232067"/>
                <a:gd name="connsiteY2" fmla="*/ 0 h 754666"/>
                <a:gd name="connsiteX3" fmla="*/ 536217 w 1232067"/>
                <a:gd name="connsiteY3" fmla="*/ 73244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236194 w 1232067"/>
                <a:gd name="connsiteY0" fmla="*/ 361179 h 754666"/>
                <a:gd name="connsiteX1" fmla="*/ 142853 w 1232067"/>
                <a:gd name="connsiteY1" fmla="*/ 474799 h 754666"/>
                <a:gd name="connsiteX2" fmla="*/ 0 w 1232067"/>
                <a:gd name="connsiteY2" fmla="*/ 0 h 754666"/>
                <a:gd name="connsiteX3" fmla="*/ 512860 w 1232067"/>
                <a:gd name="connsiteY3" fmla="*/ 96606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236194 w 1232067"/>
                <a:gd name="connsiteY0" fmla="*/ 361179 h 754666"/>
                <a:gd name="connsiteX1" fmla="*/ 131639 w 1232067"/>
                <a:gd name="connsiteY1" fmla="*/ 459849 h 754666"/>
                <a:gd name="connsiteX2" fmla="*/ 0 w 1232067"/>
                <a:gd name="connsiteY2" fmla="*/ 0 h 754666"/>
                <a:gd name="connsiteX3" fmla="*/ 512860 w 1232067"/>
                <a:gd name="connsiteY3" fmla="*/ 96606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153962 w 1149835"/>
                <a:gd name="connsiteY0" fmla="*/ 282698 h 676185"/>
                <a:gd name="connsiteX1" fmla="*/ 49407 w 1149835"/>
                <a:gd name="connsiteY1" fmla="*/ 381368 h 676185"/>
                <a:gd name="connsiteX2" fmla="*/ 0 w 1149835"/>
                <a:gd name="connsiteY2" fmla="*/ -1 h 676185"/>
                <a:gd name="connsiteX3" fmla="*/ 430628 w 1149835"/>
                <a:gd name="connsiteY3" fmla="*/ 18125 h 676185"/>
                <a:gd name="connsiteX4" fmla="*/ 330254 w 1149835"/>
                <a:gd name="connsiteY4" fmla="*/ 132066 h 676185"/>
                <a:gd name="connsiteX5" fmla="*/ 1149836 w 1149835"/>
                <a:gd name="connsiteY5" fmla="*/ 440871 h 676185"/>
                <a:gd name="connsiteX6" fmla="*/ 993147 w 1149835"/>
                <a:gd name="connsiteY6" fmla="*/ 675547 h 676185"/>
                <a:gd name="connsiteX7" fmla="*/ 153962 w 1149835"/>
                <a:gd name="connsiteY7" fmla="*/ 282698 h 676185"/>
                <a:gd name="connsiteX0" fmla="*/ 151160 w 1147033"/>
                <a:gd name="connsiteY0" fmla="*/ 302322 h 695809"/>
                <a:gd name="connsiteX1" fmla="*/ 46605 w 1147033"/>
                <a:gd name="connsiteY1" fmla="*/ 400992 h 695809"/>
                <a:gd name="connsiteX2" fmla="*/ 0 w 1147033"/>
                <a:gd name="connsiteY2" fmla="*/ 1 h 695809"/>
                <a:gd name="connsiteX3" fmla="*/ 427826 w 1147033"/>
                <a:gd name="connsiteY3" fmla="*/ 37749 h 695809"/>
                <a:gd name="connsiteX4" fmla="*/ 327452 w 1147033"/>
                <a:gd name="connsiteY4" fmla="*/ 151690 h 695809"/>
                <a:gd name="connsiteX5" fmla="*/ 1147034 w 1147033"/>
                <a:gd name="connsiteY5" fmla="*/ 460495 h 695809"/>
                <a:gd name="connsiteX6" fmla="*/ 990345 w 1147033"/>
                <a:gd name="connsiteY6" fmla="*/ 695171 h 695809"/>
                <a:gd name="connsiteX7" fmla="*/ 151160 w 1147033"/>
                <a:gd name="connsiteY7" fmla="*/ 302322 h 695809"/>
                <a:gd name="connsiteX0" fmla="*/ 108181 w 1104054"/>
                <a:gd name="connsiteY0" fmla="*/ 322882 h 716369"/>
                <a:gd name="connsiteX1" fmla="*/ 3626 w 1104054"/>
                <a:gd name="connsiteY1" fmla="*/ 421552 h 716369"/>
                <a:gd name="connsiteX2" fmla="*/ 1 w 1104054"/>
                <a:gd name="connsiteY2" fmla="*/ 0 h 716369"/>
                <a:gd name="connsiteX3" fmla="*/ 384847 w 1104054"/>
                <a:gd name="connsiteY3" fmla="*/ 58309 h 716369"/>
                <a:gd name="connsiteX4" fmla="*/ 284473 w 1104054"/>
                <a:gd name="connsiteY4" fmla="*/ 172250 h 716369"/>
                <a:gd name="connsiteX5" fmla="*/ 1104055 w 1104054"/>
                <a:gd name="connsiteY5" fmla="*/ 481055 h 716369"/>
                <a:gd name="connsiteX6" fmla="*/ 947366 w 1104054"/>
                <a:gd name="connsiteY6" fmla="*/ 715731 h 716369"/>
                <a:gd name="connsiteX7" fmla="*/ 108181 w 1104054"/>
                <a:gd name="connsiteY7" fmla="*/ 322882 h 71636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305967 w 1125548"/>
                <a:gd name="connsiteY4" fmla="*/ 208690 h 752809"/>
                <a:gd name="connsiteX5" fmla="*/ 1125549 w 1125548"/>
                <a:gd name="connsiteY5" fmla="*/ 517495 h 752809"/>
                <a:gd name="connsiteX6" fmla="*/ 968860 w 1125548"/>
                <a:gd name="connsiteY6" fmla="*/ 752171 h 752809"/>
                <a:gd name="connsiteX7" fmla="*/ 129675 w 1125548"/>
                <a:gd name="connsiteY7" fmla="*/ 359322 h 75280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278717 w 1125548"/>
                <a:gd name="connsiteY4" fmla="*/ 204799 h 752809"/>
                <a:gd name="connsiteX5" fmla="*/ 1125549 w 1125548"/>
                <a:gd name="connsiteY5" fmla="*/ 517495 h 752809"/>
                <a:gd name="connsiteX6" fmla="*/ 968860 w 1125548"/>
                <a:gd name="connsiteY6" fmla="*/ 752171 h 752809"/>
                <a:gd name="connsiteX7" fmla="*/ 129675 w 1125548"/>
                <a:gd name="connsiteY7" fmla="*/ 359322 h 75280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291952 w 1125548"/>
                <a:gd name="connsiteY4" fmla="*/ 190005 h 752809"/>
                <a:gd name="connsiteX5" fmla="*/ 1125549 w 1125548"/>
                <a:gd name="connsiteY5" fmla="*/ 517495 h 752809"/>
                <a:gd name="connsiteX6" fmla="*/ 968860 w 1125548"/>
                <a:gd name="connsiteY6" fmla="*/ 752171 h 752809"/>
                <a:gd name="connsiteX7" fmla="*/ 129675 w 1125548"/>
                <a:gd name="connsiteY7" fmla="*/ 359322 h 752809"/>
                <a:gd name="connsiteX0" fmla="*/ 116439 w 1125548"/>
                <a:gd name="connsiteY0" fmla="*/ 374117 h 752855"/>
                <a:gd name="connsiteX1" fmla="*/ 25120 w 1125548"/>
                <a:gd name="connsiteY1" fmla="*/ 457992 h 752855"/>
                <a:gd name="connsiteX2" fmla="*/ -1 w 1125548"/>
                <a:gd name="connsiteY2" fmla="*/ 0 h 752855"/>
                <a:gd name="connsiteX3" fmla="*/ 406341 w 1125548"/>
                <a:gd name="connsiteY3" fmla="*/ 94749 h 752855"/>
                <a:gd name="connsiteX4" fmla="*/ 291952 w 1125548"/>
                <a:gd name="connsiteY4" fmla="*/ 190005 h 752855"/>
                <a:gd name="connsiteX5" fmla="*/ 1125549 w 1125548"/>
                <a:gd name="connsiteY5" fmla="*/ 517495 h 752855"/>
                <a:gd name="connsiteX6" fmla="*/ 968860 w 1125548"/>
                <a:gd name="connsiteY6" fmla="*/ 752171 h 752855"/>
                <a:gd name="connsiteX7" fmla="*/ 116439 w 1125548"/>
                <a:gd name="connsiteY7" fmla="*/ 374117 h 752855"/>
                <a:gd name="connsiteX0" fmla="*/ 116439 w 1111531"/>
                <a:gd name="connsiteY0" fmla="*/ 374117 h 752855"/>
                <a:gd name="connsiteX1" fmla="*/ 25120 w 1111531"/>
                <a:gd name="connsiteY1" fmla="*/ 457992 h 752855"/>
                <a:gd name="connsiteX2" fmla="*/ -1 w 1111531"/>
                <a:gd name="connsiteY2" fmla="*/ 0 h 752855"/>
                <a:gd name="connsiteX3" fmla="*/ 406341 w 1111531"/>
                <a:gd name="connsiteY3" fmla="*/ 94749 h 752855"/>
                <a:gd name="connsiteX4" fmla="*/ 291952 w 1111531"/>
                <a:gd name="connsiteY4" fmla="*/ 190005 h 752855"/>
                <a:gd name="connsiteX5" fmla="*/ 1111531 w 1111531"/>
                <a:gd name="connsiteY5" fmla="*/ 537744 h 752855"/>
                <a:gd name="connsiteX6" fmla="*/ 968860 w 1111531"/>
                <a:gd name="connsiteY6" fmla="*/ 752171 h 752855"/>
                <a:gd name="connsiteX7" fmla="*/ 116439 w 1111531"/>
                <a:gd name="connsiteY7" fmla="*/ 374117 h 752855"/>
                <a:gd name="connsiteX0" fmla="*/ 118770 w 1113862"/>
                <a:gd name="connsiteY0" fmla="*/ 318830 h 697568"/>
                <a:gd name="connsiteX1" fmla="*/ 27451 w 1113862"/>
                <a:gd name="connsiteY1" fmla="*/ 402705 h 697568"/>
                <a:gd name="connsiteX2" fmla="*/ 0 w 1113862"/>
                <a:gd name="connsiteY2" fmla="*/ 0 h 697568"/>
                <a:gd name="connsiteX3" fmla="*/ 408672 w 1113862"/>
                <a:gd name="connsiteY3" fmla="*/ 39462 h 697568"/>
                <a:gd name="connsiteX4" fmla="*/ 294283 w 1113862"/>
                <a:gd name="connsiteY4" fmla="*/ 134718 h 697568"/>
                <a:gd name="connsiteX5" fmla="*/ 1113862 w 1113862"/>
                <a:gd name="connsiteY5" fmla="*/ 482457 h 697568"/>
                <a:gd name="connsiteX6" fmla="*/ 971191 w 1113862"/>
                <a:gd name="connsiteY6" fmla="*/ 696884 h 697568"/>
                <a:gd name="connsiteX7" fmla="*/ 118770 w 1113862"/>
                <a:gd name="connsiteY7" fmla="*/ 318830 h 697568"/>
                <a:gd name="connsiteX0" fmla="*/ 118770 w 1113862"/>
                <a:gd name="connsiteY0" fmla="*/ 318830 h 697568"/>
                <a:gd name="connsiteX1" fmla="*/ 9542 w 1113862"/>
                <a:gd name="connsiteY1" fmla="*/ 411272 h 697568"/>
                <a:gd name="connsiteX2" fmla="*/ 0 w 1113862"/>
                <a:gd name="connsiteY2" fmla="*/ 0 h 697568"/>
                <a:gd name="connsiteX3" fmla="*/ 408672 w 1113862"/>
                <a:gd name="connsiteY3" fmla="*/ 39462 h 697568"/>
                <a:gd name="connsiteX4" fmla="*/ 294283 w 1113862"/>
                <a:gd name="connsiteY4" fmla="*/ 134718 h 697568"/>
                <a:gd name="connsiteX5" fmla="*/ 1113862 w 1113862"/>
                <a:gd name="connsiteY5" fmla="*/ 482457 h 697568"/>
                <a:gd name="connsiteX6" fmla="*/ 971191 w 1113862"/>
                <a:gd name="connsiteY6" fmla="*/ 696884 h 697568"/>
                <a:gd name="connsiteX7" fmla="*/ 118770 w 1113862"/>
                <a:gd name="connsiteY7" fmla="*/ 318830 h 69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862" h="697568">
                  <a:moveTo>
                    <a:pt x="118770" y="318830"/>
                  </a:moveTo>
                  <a:lnTo>
                    <a:pt x="9542" y="411272"/>
                  </a:lnTo>
                  <a:cubicBezTo>
                    <a:pt x="8334" y="270755"/>
                    <a:pt x="1208" y="140517"/>
                    <a:pt x="0" y="0"/>
                  </a:cubicBezTo>
                  <a:lnTo>
                    <a:pt x="408672" y="39462"/>
                  </a:lnTo>
                  <a:lnTo>
                    <a:pt x="294283" y="134718"/>
                  </a:lnTo>
                  <a:cubicBezTo>
                    <a:pt x="519766" y="375244"/>
                    <a:pt x="768330" y="467669"/>
                    <a:pt x="1113862" y="482457"/>
                  </a:cubicBezTo>
                  <a:lnTo>
                    <a:pt x="971191" y="696884"/>
                  </a:lnTo>
                  <a:cubicBezTo>
                    <a:pt x="619380" y="710504"/>
                    <a:pt x="299329" y="518922"/>
                    <a:pt x="118770" y="318830"/>
                  </a:cubicBezTo>
                  <a:close/>
                </a:path>
              </a:pathLst>
            </a:custGeom>
            <a:gradFill flip="none" rotWithShape="1">
              <a:gsLst>
                <a:gs pos="53200">
                  <a:schemeClr val="accent1">
                    <a:alpha val="12000"/>
                  </a:schemeClr>
                </a:gs>
                <a:gs pos="22000">
                  <a:schemeClr val="accent1">
                    <a:alpha val="0"/>
                  </a:schemeClr>
                </a:gs>
                <a:gs pos="85000">
                  <a:schemeClr val="accent1"/>
                </a:gs>
              </a:gsLst>
              <a:lin ang="12000000" scaled="0"/>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sp>
          <p:nvSpPr>
            <p:cNvPr id="136" name="任意多边形: 形状 135">
              <a:extLst>
                <a:ext uri="{FF2B5EF4-FFF2-40B4-BE49-F238E27FC236}">
                  <a16:creationId xmlns:a16="http://schemas.microsoft.com/office/drawing/2014/main" id="{119710FB-E727-46BB-15D5-09E1F91E3BD7}"/>
                </a:ext>
              </a:extLst>
            </p:cNvPr>
            <p:cNvSpPr/>
            <p:nvPr/>
          </p:nvSpPr>
          <p:spPr>
            <a:xfrm rot="11401096" flipH="1">
              <a:off x="5200072" y="1949416"/>
              <a:ext cx="481730" cy="301689"/>
            </a:xfrm>
            <a:custGeom>
              <a:avLst/>
              <a:gdLst>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682205 w 2247478"/>
                <a:gd name="connsiteY4" fmla="*/ 350473 h 927229"/>
                <a:gd name="connsiteX5" fmla="*/ 840157 w 2247478"/>
                <a:gd name="connsiteY5" fmla="*/ 436505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11" fmla="*/ 539202 w 2247478"/>
                <a:gd name="connsiteY11" fmla="*/ 564970 h 927229"/>
                <a:gd name="connsiteX12" fmla="*/ 532038 w 2247478"/>
                <a:gd name="connsiteY12" fmla="*/ 575715 h 927229"/>
                <a:gd name="connsiteX13" fmla="*/ 352035 w 2247478"/>
                <a:gd name="connsiteY13" fmla="*/ 455705 h 927229"/>
                <a:gd name="connsiteX14" fmla="*/ 261478 w 2247478"/>
                <a:gd name="connsiteY14" fmla="*/ 591535 h 927229"/>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682205 w 2247478"/>
                <a:gd name="connsiteY4" fmla="*/ 350473 h 927229"/>
                <a:gd name="connsiteX5" fmla="*/ 2131309 w 2247478"/>
                <a:gd name="connsiteY5" fmla="*/ 653456 h 927229"/>
                <a:gd name="connsiteX6" fmla="*/ 2230699 w 2247478"/>
                <a:gd name="connsiteY6" fmla="*/ 637393 h 927229"/>
                <a:gd name="connsiteX7" fmla="*/ 2247478 w 2247478"/>
                <a:gd name="connsiteY7" fmla="*/ 894834 h 927229"/>
                <a:gd name="connsiteX8" fmla="*/ 2162057 w 2247478"/>
                <a:gd name="connsiteY8" fmla="*/ 908640 h 927229"/>
                <a:gd name="connsiteX9" fmla="*/ 727668 w 2247478"/>
                <a:gd name="connsiteY9" fmla="*/ 667620 h 927229"/>
                <a:gd name="connsiteX10" fmla="*/ 539202 w 2247478"/>
                <a:gd name="connsiteY10" fmla="*/ 564970 h 927229"/>
                <a:gd name="connsiteX11" fmla="*/ 532038 w 2247478"/>
                <a:gd name="connsiteY11" fmla="*/ 575715 h 927229"/>
                <a:gd name="connsiteX12" fmla="*/ 352035 w 2247478"/>
                <a:gd name="connsiteY12" fmla="*/ 455705 h 927229"/>
                <a:gd name="connsiteX13" fmla="*/ 261478 w 2247478"/>
                <a:gd name="connsiteY13" fmla="*/ 591535 h 927229"/>
                <a:gd name="connsiteX14" fmla="*/ 0 w 2247478"/>
                <a:gd name="connsiteY14" fmla="*/ 0 h 927229"/>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2131309 w 2247478"/>
                <a:gd name="connsiteY4" fmla="*/ 653456 h 927229"/>
                <a:gd name="connsiteX5" fmla="*/ 2230699 w 2247478"/>
                <a:gd name="connsiteY5" fmla="*/ 637393 h 927229"/>
                <a:gd name="connsiteX6" fmla="*/ 2247478 w 2247478"/>
                <a:gd name="connsiteY6" fmla="*/ 894834 h 927229"/>
                <a:gd name="connsiteX7" fmla="*/ 2162057 w 2247478"/>
                <a:gd name="connsiteY7" fmla="*/ 908640 h 927229"/>
                <a:gd name="connsiteX8" fmla="*/ 727668 w 2247478"/>
                <a:gd name="connsiteY8" fmla="*/ 667620 h 927229"/>
                <a:gd name="connsiteX9" fmla="*/ 539202 w 2247478"/>
                <a:gd name="connsiteY9" fmla="*/ 564970 h 927229"/>
                <a:gd name="connsiteX10" fmla="*/ 532038 w 2247478"/>
                <a:gd name="connsiteY10" fmla="*/ 575715 h 927229"/>
                <a:gd name="connsiteX11" fmla="*/ 352035 w 2247478"/>
                <a:gd name="connsiteY11" fmla="*/ 455705 h 927229"/>
                <a:gd name="connsiteX12" fmla="*/ 261478 w 2247478"/>
                <a:gd name="connsiteY12" fmla="*/ 591535 h 927229"/>
                <a:gd name="connsiteX13" fmla="*/ 0 w 2247478"/>
                <a:gd name="connsiteY13" fmla="*/ 0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688137 w 2247478"/>
                <a:gd name="connsiteY6" fmla="*/ 341575 h 927229"/>
                <a:gd name="connsiteX7" fmla="*/ 2131309 w 2247478"/>
                <a:gd name="connsiteY7" fmla="*/ 653456 h 927229"/>
                <a:gd name="connsiteX8" fmla="*/ 2230699 w 2247478"/>
                <a:gd name="connsiteY8" fmla="*/ 637393 h 927229"/>
                <a:gd name="connsiteX9" fmla="*/ 2247478 w 2247478"/>
                <a:gd name="connsiteY9" fmla="*/ 894834 h 927229"/>
                <a:gd name="connsiteX10" fmla="*/ 2162057 w 2247478"/>
                <a:gd name="connsiteY10" fmla="*/ 908640 h 927229"/>
                <a:gd name="connsiteX11" fmla="*/ 727668 w 2247478"/>
                <a:gd name="connsiteY11" fmla="*/ 667620 h 927229"/>
                <a:gd name="connsiteX12" fmla="*/ 539202 w 2247478"/>
                <a:gd name="connsiteY12" fmla="*/ 564970 h 927229"/>
                <a:gd name="connsiteX13" fmla="*/ 676860 w 2247478"/>
                <a:gd name="connsiteY13"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688137 w 2247478"/>
                <a:gd name="connsiteY6" fmla="*/ 341575 h 927229"/>
                <a:gd name="connsiteX7" fmla="*/ 2131309 w 2247478"/>
                <a:gd name="connsiteY7" fmla="*/ 653456 h 927229"/>
                <a:gd name="connsiteX8" fmla="*/ 2230699 w 2247478"/>
                <a:gd name="connsiteY8" fmla="*/ 637393 h 927229"/>
                <a:gd name="connsiteX9" fmla="*/ 2247478 w 2247478"/>
                <a:gd name="connsiteY9" fmla="*/ 894834 h 927229"/>
                <a:gd name="connsiteX10" fmla="*/ 2162057 w 2247478"/>
                <a:gd name="connsiteY10" fmla="*/ 908640 h 927229"/>
                <a:gd name="connsiteX11" fmla="*/ 727668 w 2247478"/>
                <a:gd name="connsiteY11" fmla="*/ 667620 h 927229"/>
                <a:gd name="connsiteX12" fmla="*/ 676860 w 2247478"/>
                <a:gd name="connsiteY12"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11" fmla="*/ 676860 w 2247478"/>
                <a:gd name="connsiteY11"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0" fmla="*/ 532038 w 2247478"/>
                <a:gd name="connsiteY0" fmla="*/ 575715 h 908640"/>
                <a:gd name="connsiteX1" fmla="*/ 352035 w 2247478"/>
                <a:gd name="connsiteY1" fmla="*/ 455705 h 908640"/>
                <a:gd name="connsiteX2" fmla="*/ 261478 w 2247478"/>
                <a:gd name="connsiteY2" fmla="*/ 591535 h 908640"/>
                <a:gd name="connsiteX3" fmla="*/ 0 w 2247478"/>
                <a:gd name="connsiteY3" fmla="*/ 0 h 908640"/>
                <a:gd name="connsiteX4" fmla="*/ 598691 w 2247478"/>
                <a:gd name="connsiteY4" fmla="*/ 85735 h 908640"/>
                <a:gd name="connsiteX5" fmla="*/ 508133 w 2247478"/>
                <a:gd name="connsiteY5" fmla="*/ 221567 h 908640"/>
                <a:gd name="connsiteX6" fmla="*/ 2131309 w 2247478"/>
                <a:gd name="connsiteY6" fmla="*/ 653456 h 908640"/>
                <a:gd name="connsiteX7" fmla="*/ 2230699 w 2247478"/>
                <a:gd name="connsiteY7" fmla="*/ 637393 h 908640"/>
                <a:gd name="connsiteX8" fmla="*/ 2247478 w 2247478"/>
                <a:gd name="connsiteY8" fmla="*/ 894834 h 908640"/>
                <a:gd name="connsiteX9" fmla="*/ 2162057 w 2247478"/>
                <a:gd name="connsiteY9" fmla="*/ 908640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30699 w 2247478"/>
                <a:gd name="connsiteY6" fmla="*/ 637393 h 908640"/>
                <a:gd name="connsiteX7" fmla="*/ 2247478 w 2247478"/>
                <a:gd name="connsiteY7" fmla="*/ 894834 h 908640"/>
                <a:gd name="connsiteX8" fmla="*/ 2162057 w 2247478"/>
                <a:gd name="connsiteY8" fmla="*/ 908640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30699 w 2247478"/>
                <a:gd name="connsiteY6" fmla="*/ 637393 h 908640"/>
                <a:gd name="connsiteX7" fmla="*/ 2247478 w 2247478"/>
                <a:gd name="connsiteY7" fmla="*/ 894834 h 908640"/>
                <a:gd name="connsiteX8" fmla="*/ 2162057 w 2247478"/>
                <a:gd name="connsiteY8" fmla="*/ 908640 h 908640"/>
                <a:gd name="connsiteX9" fmla="*/ 352035 w 2247478"/>
                <a:gd name="connsiteY9" fmla="*/ 455705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47478 w 2247478"/>
                <a:gd name="connsiteY6" fmla="*/ 894834 h 908640"/>
                <a:gd name="connsiteX7" fmla="*/ 2162057 w 2247478"/>
                <a:gd name="connsiteY7" fmla="*/ 908640 h 908640"/>
                <a:gd name="connsiteX8" fmla="*/ 352035 w 2247478"/>
                <a:gd name="connsiteY8" fmla="*/ 455705 h 908640"/>
                <a:gd name="connsiteX0" fmla="*/ 352035 w 2162058"/>
                <a:gd name="connsiteY0" fmla="*/ 455705 h 908640"/>
                <a:gd name="connsiteX1" fmla="*/ 261478 w 2162058"/>
                <a:gd name="connsiteY1" fmla="*/ 591535 h 908640"/>
                <a:gd name="connsiteX2" fmla="*/ 0 w 2162058"/>
                <a:gd name="connsiteY2" fmla="*/ 0 h 908640"/>
                <a:gd name="connsiteX3" fmla="*/ 598691 w 2162058"/>
                <a:gd name="connsiteY3" fmla="*/ 85735 h 908640"/>
                <a:gd name="connsiteX4" fmla="*/ 508133 w 2162058"/>
                <a:gd name="connsiteY4" fmla="*/ 221567 h 908640"/>
                <a:gd name="connsiteX5" fmla="*/ 2131309 w 2162058"/>
                <a:gd name="connsiteY5" fmla="*/ 653456 h 908640"/>
                <a:gd name="connsiteX6" fmla="*/ 2162057 w 2162058"/>
                <a:gd name="connsiteY6" fmla="*/ 908640 h 908640"/>
                <a:gd name="connsiteX7" fmla="*/ 352035 w 2162058"/>
                <a:gd name="connsiteY7" fmla="*/ 455705 h 908640"/>
                <a:gd name="connsiteX0" fmla="*/ 352035 w 2131309"/>
                <a:gd name="connsiteY0" fmla="*/ 455705 h 718922"/>
                <a:gd name="connsiteX1" fmla="*/ 261478 w 2131309"/>
                <a:gd name="connsiteY1" fmla="*/ 591535 h 718922"/>
                <a:gd name="connsiteX2" fmla="*/ 0 w 2131309"/>
                <a:gd name="connsiteY2" fmla="*/ 0 h 718922"/>
                <a:gd name="connsiteX3" fmla="*/ 598691 w 2131309"/>
                <a:gd name="connsiteY3" fmla="*/ 85735 h 718922"/>
                <a:gd name="connsiteX4" fmla="*/ 508133 w 2131309"/>
                <a:gd name="connsiteY4" fmla="*/ 221567 h 718922"/>
                <a:gd name="connsiteX5" fmla="*/ 2131309 w 2131309"/>
                <a:gd name="connsiteY5" fmla="*/ 653456 h 718922"/>
                <a:gd name="connsiteX6" fmla="*/ 1338448 w 2131309"/>
                <a:gd name="connsiteY6" fmla="*/ 718923 h 718922"/>
                <a:gd name="connsiteX7" fmla="*/ 352035 w 2131309"/>
                <a:gd name="connsiteY7" fmla="*/ 455705 h 718922"/>
                <a:gd name="connsiteX0" fmla="*/ 352035 w 1492079"/>
                <a:gd name="connsiteY0" fmla="*/ 455705 h 718924"/>
                <a:gd name="connsiteX1" fmla="*/ 261478 w 1492079"/>
                <a:gd name="connsiteY1" fmla="*/ 591535 h 718924"/>
                <a:gd name="connsiteX2" fmla="*/ 0 w 1492079"/>
                <a:gd name="connsiteY2" fmla="*/ 0 h 718924"/>
                <a:gd name="connsiteX3" fmla="*/ 598691 w 1492079"/>
                <a:gd name="connsiteY3" fmla="*/ 85735 h 718924"/>
                <a:gd name="connsiteX4" fmla="*/ 508133 w 1492079"/>
                <a:gd name="connsiteY4" fmla="*/ 221567 h 718924"/>
                <a:gd name="connsiteX5" fmla="*/ 1492080 w 1492079"/>
                <a:gd name="connsiteY5" fmla="*/ 480982 h 718924"/>
                <a:gd name="connsiteX6" fmla="*/ 1338448 w 1492079"/>
                <a:gd name="connsiteY6" fmla="*/ 718923 h 718924"/>
                <a:gd name="connsiteX7" fmla="*/ 352035 w 1492079"/>
                <a:gd name="connsiteY7" fmla="*/ 455705 h 718924"/>
                <a:gd name="connsiteX0" fmla="*/ 352035 w 1492081"/>
                <a:gd name="connsiteY0" fmla="*/ 455705 h 731314"/>
                <a:gd name="connsiteX1" fmla="*/ 261478 w 1492081"/>
                <a:gd name="connsiteY1" fmla="*/ 591535 h 731314"/>
                <a:gd name="connsiteX2" fmla="*/ 0 w 1492081"/>
                <a:gd name="connsiteY2" fmla="*/ 0 h 731314"/>
                <a:gd name="connsiteX3" fmla="*/ 598691 w 1492081"/>
                <a:gd name="connsiteY3" fmla="*/ 85735 h 731314"/>
                <a:gd name="connsiteX4" fmla="*/ 508133 w 1492081"/>
                <a:gd name="connsiteY4" fmla="*/ 221567 h 731314"/>
                <a:gd name="connsiteX5" fmla="*/ 1492080 w 1492081"/>
                <a:gd name="connsiteY5" fmla="*/ 480982 h 731314"/>
                <a:gd name="connsiteX6" fmla="*/ 1400747 w 1492081"/>
                <a:gd name="connsiteY6" fmla="*/ 731314 h 731314"/>
                <a:gd name="connsiteX7" fmla="*/ 352035 w 1492081"/>
                <a:gd name="connsiteY7" fmla="*/ 455705 h 731314"/>
                <a:gd name="connsiteX0" fmla="*/ 352035 w 1492079"/>
                <a:gd name="connsiteY0" fmla="*/ 455705 h 736059"/>
                <a:gd name="connsiteX1" fmla="*/ 261478 w 1492079"/>
                <a:gd name="connsiteY1" fmla="*/ 591535 h 736059"/>
                <a:gd name="connsiteX2" fmla="*/ 0 w 1492079"/>
                <a:gd name="connsiteY2" fmla="*/ 0 h 736059"/>
                <a:gd name="connsiteX3" fmla="*/ 598691 w 1492079"/>
                <a:gd name="connsiteY3" fmla="*/ 85735 h 736059"/>
                <a:gd name="connsiteX4" fmla="*/ 508133 w 1492079"/>
                <a:gd name="connsiteY4" fmla="*/ 221567 h 736059"/>
                <a:gd name="connsiteX5" fmla="*/ 1492080 w 1492079"/>
                <a:gd name="connsiteY5" fmla="*/ 480982 h 736059"/>
                <a:gd name="connsiteX6" fmla="*/ 1400747 w 1492079"/>
                <a:gd name="connsiteY6" fmla="*/ 731314 h 736059"/>
                <a:gd name="connsiteX7" fmla="*/ 352035 w 1492079"/>
                <a:gd name="connsiteY7" fmla="*/ 455705 h 736059"/>
                <a:gd name="connsiteX0" fmla="*/ 352035 w 1492081"/>
                <a:gd name="connsiteY0" fmla="*/ 455705 h 739664"/>
                <a:gd name="connsiteX1" fmla="*/ 261478 w 1492081"/>
                <a:gd name="connsiteY1" fmla="*/ 591535 h 739664"/>
                <a:gd name="connsiteX2" fmla="*/ 0 w 1492081"/>
                <a:gd name="connsiteY2" fmla="*/ 0 h 739664"/>
                <a:gd name="connsiteX3" fmla="*/ 598691 w 1492081"/>
                <a:gd name="connsiteY3" fmla="*/ 85735 h 739664"/>
                <a:gd name="connsiteX4" fmla="*/ 508133 w 1492081"/>
                <a:gd name="connsiteY4" fmla="*/ 221567 h 739664"/>
                <a:gd name="connsiteX5" fmla="*/ 1492080 w 1492081"/>
                <a:gd name="connsiteY5" fmla="*/ 480982 h 739664"/>
                <a:gd name="connsiteX6" fmla="*/ 1400747 w 1492081"/>
                <a:gd name="connsiteY6" fmla="*/ 731314 h 739664"/>
                <a:gd name="connsiteX7" fmla="*/ 352035 w 1492081"/>
                <a:gd name="connsiteY7" fmla="*/ 455705 h 739664"/>
                <a:gd name="connsiteX0" fmla="*/ 352035 w 1492079"/>
                <a:gd name="connsiteY0" fmla="*/ 455705 h 739664"/>
                <a:gd name="connsiteX1" fmla="*/ 261478 w 1492079"/>
                <a:gd name="connsiteY1" fmla="*/ 591535 h 739664"/>
                <a:gd name="connsiteX2" fmla="*/ 0 w 1492079"/>
                <a:gd name="connsiteY2" fmla="*/ 0 h 739664"/>
                <a:gd name="connsiteX3" fmla="*/ 598691 w 1492079"/>
                <a:gd name="connsiteY3" fmla="*/ 85735 h 739664"/>
                <a:gd name="connsiteX4" fmla="*/ 508133 w 1492079"/>
                <a:gd name="connsiteY4" fmla="*/ 221567 h 739664"/>
                <a:gd name="connsiteX5" fmla="*/ 1492080 w 1492079"/>
                <a:gd name="connsiteY5" fmla="*/ 480982 h 739664"/>
                <a:gd name="connsiteX6" fmla="*/ 1400747 w 1492079"/>
                <a:gd name="connsiteY6" fmla="*/ 731314 h 739664"/>
                <a:gd name="connsiteX7" fmla="*/ 352035 w 1492079"/>
                <a:gd name="connsiteY7" fmla="*/ 455705 h 739664"/>
                <a:gd name="connsiteX0" fmla="*/ 352035 w 1492081"/>
                <a:gd name="connsiteY0" fmla="*/ 455705 h 739664"/>
                <a:gd name="connsiteX1" fmla="*/ 261478 w 1492081"/>
                <a:gd name="connsiteY1" fmla="*/ 591535 h 739664"/>
                <a:gd name="connsiteX2" fmla="*/ 0 w 1492081"/>
                <a:gd name="connsiteY2" fmla="*/ 0 h 739664"/>
                <a:gd name="connsiteX3" fmla="*/ 598691 w 1492081"/>
                <a:gd name="connsiteY3" fmla="*/ 85735 h 739664"/>
                <a:gd name="connsiteX4" fmla="*/ 508133 w 1492081"/>
                <a:gd name="connsiteY4" fmla="*/ 221567 h 739664"/>
                <a:gd name="connsiteX5" fmla="*/ 1492080 w 1492081"/>
                <a:gd name="connsiteY5" fmla="*/ 480982 h 739664"/>
                <a:gd name="connsiteX6" fmla="*/ 1400747 w 1492081"/>
                <a:gd name="connsiteY6" fmla="*/ 731314 h 739664"/>
                <a:gd name="connsiteX7" fmla="*/ 352035 w 1492081"/>
                <a:gd name="connsiteY7" fmla="*/ 455705 h 739664"/>
                <a:gd name="connsiteX0" fmla="*/ 352035 w 1492079"/>
                <a:gd name="connsiteY0" fmla="*/ 455705 h 739664"/>
                <a:gd name="connsiteX1" fmla="*/ 261478 w 1492079"/>
                <a:gd name="connsiteY1" fmla="*/ 591535 h 739664"/>
                <a:gd name="connsiteX2" fmla="*/ 0 w 1492079"/>
                <a:gd name="connsiteY2" fmla="*/ 0 h 739664"/>
                <a:gd name="connsiteX3" fmla="*/ 598691 w 1492079"/>
                <a:gd name="connsiteY3" fmla="*/ 85735 h 739664"/>
                <a:gd name="connsiteX4" fmla="*/ 508133 w 1492079"/>
                <a:gd name="connsiteY4" fmla="*/ 221567 h 739664"/>
                <a:gd name="connsiteX5" fmla="*/ 1492080 w 1492079"/>
                <a:gd name="connsiteY5" fmla="*/ 480982 h 739664"/>
                <a:gd name="connsiteX6" fmla="*/ 1133970 w 1492079"/>
                <a:gd name="connsiteY6" fmla="*/ 731314 h 739664"/>
                <a:gd name="connsiteX7" fmla="*/ 352035 w 1492079"/>
                <a:gd name="connsiteY7" fmla="*/ 455705 h 739664"/>
                <a:gd name="connsiteX0" fmla="*/ 352035 w 1225304"/>
                <a:gd name="connsiteY0" fmla="*/ 455705 h 739664"/>
                <a:gd name="connsiteX1" fmla="*/ 261478 w 1225304"/>
                <a:gd name="connsiteY1" fmla="*/ 591535 h 739664"/>
                <a:gd name="connsiteX2" fmla="*/ 0 w 1225304"/>
                <a:gd name="connsiteY2" fmla="*/ 0 h 739664"/>
                <a:gd name="connsiteX3" fmla="*/ 598691 w 1225304"/>
                <a:gd name="connsiteY3" fmla="*/ 85735 h 739664"/>
                <a:gd name="connsiteX4" fmla="*/ 508133 w 1225304"/>
                <a:gd name="connsiteY4" fmla="*/ 221567 h 739664"/>
                <a:gd name="connsiteX5" fmla="*/ 1225304 w 1225304"/>
                <a:gd name="connsiteY5" fmla="*/ 480982 h 739664"/>
                <a:gd name="connsiteX6" fmla="*/ 1133970 w 1225304"/>
                <a:gd name="connsiteY6" fmla="*/ 731314 h 739664"/>
                <a:gd name="connsiteX7" fmla="*/ 352035 w 1225304"/>
                <a:gd name="connsiteY7" fmla="*/ 455705 h 739664"/>
                <a:gd name="connsiteX0" fmla="*/ 352035 w 1225304"/>
                <a:gd name="connsiteY0" fmla="*/ 455705 h 803207"/>
                <a:gd name="connsiteX1" fmla="*/ 261478 w 1225304"/>
                <a:gd name="connsiteY1" fmla="*/ 591535 h 803207"/>
                <a:gd name="connsiteX2" fmla="*/ 0 w 1225304"/>
                <a:gd name="connsiteY2" fmla="*/ 0 h 803207"/>
                <a:gd name="connsiteX3" fmla="*/ 598691 w 1225304"/>
                <a:gd name="connsiteY3" fmla="*/ 85735 h 803207"/>
                <a:gd name="connsiteX4" fmla="*/ 508133 w 1225304"/>
                <a:gd name="connsiteY4" fmla="*/ 221567 h 803207"/>
                <a:gd name="connsiteX5" fmla="*/ 1225304 w 1225304"/>
                <a:gd name="connsiteY5" fmla="*/ 480982 h 803207"/>
                <a:gd name="connsiteX6" fmla="*/ 1108912 w 1225304"/>
                <a:gd name="connsiteY6" fmla="*/ 797381 h 803207"/>
                <a:gd name="connsiteX7" fmla="*/ 352035 w 1225304"/>
                <a:gd name="connsiteY7" fmla="*/ 455705 h 803207"/>
                <a:gd name="connsiteX0" fmla="*/ 352035 w 1207083"/>
                <a:gd name="connsiteY0" fmla="*/ 455705 h 803207"/>
                <a:gd name="connsiteX1" fmla="*/ 261478 w 1207083"/>
                <a:gd name="connsiteY1" fmla="*/ 591535 h 803207"/>
                <a:gd name="connsiteX2" fmla="*/ 0 w 1207083"/>
                <a:gd name="connsiteY2" fmla="*/ 0 h 803207"/>
                <a:gd name="connsiteX3" fmla="*/ 598691 w 1207083"/>
                <a:gd name="connsiteY3" fmla="*/ 85735 h 803207"/>
                <a:gd name="connsiteX4" fmla="*/ 508133 w 1207083"/>
                <a:gd name="connsiteY4" fmla="*/ 221567 h 803207"/>
                <a:gd name="connsiteX5" fmla="*/ 1207083 w 1207083"/>
                <a:gd name="connsiteY5" fmla="*/ 572100 h 803207"/>
                <a:gd name="connsiteX6" fmla="*/ 1108912 w 1207083"/>
                <a:gd name="connsiteY6" fmla="*/ 797381 h 803207"/>
                <a:gd name="connsiteX7" fmla="*/ 352035 w 1207083"/>
                <a:gd name="connsiteY7" fmla="*/ 455705 h 803207"/>
                <a:gd name="connsiteX0" fmla="*/ 352035 w 1207083"/>
                <a:gd name="connsiteY0" fmla="*/ 455705 h 803207"/>
                <a:gd name="connsiteX1" fmla="*/ 261478 w 1207083"/>
                <a:gd name="connsiteY1" fmla="*/ 591535 h 803207"/>
                <a:gd name="connsiteX2" fmla="*/ 0 w 1207083"/>
                <a:gd name="connsiteY2" fmla="*/ 0 h 803207"/>
                <a:gd name="connsiteX3" fmla="*/ 598691 w 1207083"/>
                <a:gd name="connsiteY3" fmla="*/ 85735 h 803207"/>
                <a:gd name="connsiteX4" fmla="*/ 508133 w 1207083"/>
                <a:gd name="connsiteY4" fmla="*/ 221567 h 803207"/>
                <a:gd name="connsiteX5" fmla="*/ 1207083 w 1207083"/>
                <a:gd name="connsiteY5" fmla="*/ 572100 h 803207"/>
                <a:gd name="connsiteX6" fmla="*/ 1108912 w 1207083"/>
                <a:gd name="connsiteY6" fmla="*/ 797381 h 803207"/>
                <a:gd name="connsiteX7" fmla="*/ 352035 w 1207083"/>
                <a:gd name="connsiteY7" fmla="*/ 455705 h 803207"/>
                <a:gd name="connsiteX0" fmla="*/ 352035 w 1207083"/>
                <a:gd name="connsiteY0" fmla="*/ 455705 h 836570"/>
                <a:gd name="connsiteX1" fmla="*/ 261478 w 1207083"/>
                <a:gd name="connsiteY1" fmla="*/ 591535 h 836570"/>
                <a:gd name="connsiteX2" fmla="*/ 0 w 1207083"/>
                <a:gd name="connsiteY2" fmla="*/ 0 h 836570"/>
                <a:gd name="connsiteX3" fmla="*/ 598691 w 1207083"/>
                <a:gd name="connsiteY3" fmla="*/ 85735 h 836570"/>
                <a:gd name="connsiteX4" fmla="*/ 508133 w 1207083"/>
                <a:gd name="connsiteY4" fmla="*/ 221567 h 836570"/>
                <a:gd name="connsiteX5" fmla="*/ 1207083 w 1207083"/>
                <a:gd name="connsiteY5" fmla="*/ 572100 h 836570"/>
                <a:gd name="connsiteX6" fmla="*/ 1102078 w 1207083"/>
                <a:gd name="connsiteY6" fmla="*/ 831549 h 836570"/>
                <a:gd name="connsiteX7" fmla="*/ 352035 w 1207083"/>
                <a:gd name="connsiteY7" fmla="*/ 455705 h 836570"/>
                <a:gd name="connsiteX0" fmla="*/ 352035 w 1207083"/>
                <a:gd name="connsiteY0" fmla="*/ 455705 h 831549"/>
                <a:gd name="connsiteX1" fmla="*/ 261478 w 1207083"/>
                <a:gd name="connsiteY1" fmla="*/ 591535 h 831549"/>
                <a:gd name="connsiteX2" fmla="*/ 0 w 1207083"/>
                <a:gd name="connsiteY2" fmla="*/ 0 h 831549"/>
                <a:gd name="connsiteX3" fmla="*/ 598691 w 1207083"/>
                <a:gd name="connsiteY3" fmla="*/ 85735 h 831549"/>
                <a:gd name="connsiteX4" fmla="*/ 508133 w 1207083"/>
                <a:gd name="connsiteY4" fmla="*/ 221567 h 831549"/>
                <a:gd name="connsiteX5" fmla="*/ 1207083 w 1207083"/>
                <a:gd name="connsiteY5" fmla="*/ 572100 h 831549"/>
                <a:gd name="connsiteX6" fmla="*/ 1102078 w 1207083"/>
                <a:gd name="connsiteY6" fmla="*/ 831549 h 831549"/>
                <a:gd name="connsiteX7" fmla="*/ 352035 w 1207083"/>
                <a:gd name="connsiteY7" fmla="*/ 455705 h 831549"/>
                <a:gd name="connsiteX0" fmla="*/ 352035 w 1207083"/>
                <a:gd name="connsiteY0" fmla="*/ 455705 h 831549"/>
                <a:gd name="connsiteX1" fmla="*/ 261478 w 1207083"/>
                <a:gd name="connsiteY1" fmla="*/ 591535 h 831549"/>
                <a:gd name="connsiteX2" fmla="*/ 0 w 1207083"/>
                <a:gd name="connsiteY2" fmla="*/ 0 h 831549"/>
                <a:gd name="connsiteX3" fmla="*/ 598691 w 1207083"/>
                <a:gd name="connsiteY3" fmla="*/ 85735 h 831549"/>
                <a:gd name="connsiteX4" fmla="*/ 508133 w 1207083"/>
                <a:gd name="connsiteY4" fmla="*/ 221567 h 831549"/>
                <a:gd name="connsiteX5" fmla="*/ 1207083 w 1207083"/>
                <a:gd name="connsiteY5" fmla="*/ 572100 h 831549"/>
                <a:gd name="connsiteX6" fmla="*/ 1102078 w 1207083"/>
                <a:gd name="connsiteY6" fmla="*/ 831549 h 831549"/>
                <a:gd name="connsiteX7" fmla="*/ 352035 w 1207083"/>
                <a:gd name="connsiteY7" fmla="*/ 455705 h 831549"/>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20106 w 1207083"/>
                <a:gd name="connsiteY0" fmla="*/ 434881 h 817884"/>
                <a:gd name="connsiteX1" fmla="*/ 261478 w 1207083"/>
                <a:gd name="connsiteY1" fmla="*/ 591535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20106 w 1207083"/>
                <a:gd name="connsiteY7" fmla="*/ 434881 h 817884"/>
                <a:gd name="connsiteX0" fmla="*/ 320106 w 1207083"/>
                <a:gd name="connsiteY0" fmla="*/ 434881 h 817884"/>
                <a:gd name="connsiteX1" fmla="*/ 207333 w 1207083"/>
                <a:gd name="connsiteY1" fmla="*/ 537398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20106 w 1207083"/>
                <a:gd name="connsiteY7" fmla="*/ 434881 h 817884"/>
                <a:gd name="connsiteX0" fmla="*/ 300674 w 1207083"/>
                <a:gd name="connsiteY0" fmla="*/ 423778 h 817884"/>
                <a:gd name="connsiteX1" fmla="*/ 207333 w 1207083"/>
                <a:gd name="connsiteY1" fmla="*/ 537398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00674 w 1207083"/>
                <a:gd name="connsiteY7" fmla="*/ 423778 h 817884"/>
                <a:gd name="connsiteX0" fmla="*/ 300674 w 1207083"/>
                <a:gd name="connsiteY0" fmla="*/ 423778 h 817884"/>
                <a:gd name="connsiteX1" fmla="*/ 207333 w 1207083"/>
                <a:gd name="connsiteY1" fmla="*/ 537398 h 817884"/>
                <a:gd name="connsiteX2" fmla="*/ 0 w 1207083"/>
                <a:gd name="connsiteY2" fmla="*/ 0 h 817884"/>
                <a:gd name="connsiteX3" fmla="*/ 536217 w 1207083"/>
                <a:gd name="connsiteY3" fmla="*/ 73244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00674 w 1207083"/>
                <a:gd name="connsiteY7" fmla="*/ 423778 h 817884"/>
                <a:gd name="connsiteX0" fmla="*/ 300674 w 1232067"/>
                <a:gd name="connsiteY0" fmla="*/ 423778 h 817884"/>
                <a:gd name="connsiteX1" fmla="*/ 207333 w 1232067"/>
                <a:gd name="connsiteY1" fmla="*/ 537398 h 817884"/>
                <a:gd name="connsiteX2" fmla="*/ 0 w 1232067"/>
                <a:gd name="connsiteY2" fmla="*/ 0 h 817884"/>
                <a:gd name="connsiteX3" fmla="*/ 536217 w 1232067"/>
                <a:gd name="connsiteY3" fmla="*/ 73244 h 817884"/>
                <a:gd name="connsiteX4" fmla="*/ 447053 w 1232067"/>
                <a:gd name="connsiteY4" fmla="*/ 202133 h 817884"/>
                <a:gd name="connsiteX5" fmla="*/ 1232068 w 1232067"/>
                <a:gd name="connsiteY5" fmla="*/ 519352 h 817884"/>
                <a:gd name="connsiteX6" fmla="*/ 1033737 w 1232067"/>
                <a:gd name="connsiteY6" fmla="*/ 817885 h 817884"/>
                <a:gd name="connsiteX7" fmla="*/ 300674 w 1232067"/>
                <a:gd name="connsiteY7" fmla="*/ 423778 h 817884"/>
                <a:gd name="connsiteX0" fmla="*/ 300674 w 1232067"/>
                <a:gd name="connsiteY0" fmla="*/ 423778 h 817884"/>
                <a:gd name="connsiteX1" fmla="*/ 207333 w 1232067"/>
                <a:gd name="connsiteY1" fmla="*/ 537398 h 817884"/>
                <a:gd name="connsiteX2" fmla="*/ 0 w 1232067"/>
                <a:gd name="connsiteY2" fmla="*/ 0 h 817884"/>
                <a:gd name="connsiteX3" fmla="*/ 536217 w 1232067"/>
                <a:gd name="connsiteY3" fmla="*/ 73244 h 817884"/>
                <a:gd name="connsiteX4" fmla="*/ 447053 w 1232067"/>
                <a:gd name="connsiteY4" fmla="*/ 202133 h 817884"/>
                <a:gd name="connsiteX5" fmla="*/ 1232068 w 1232067"/>
                <a:gd name="connsiteY5" fmla="*/ 519352 h 817884"/>
                <a:gd name="connsiteX6" fmla="*/ 1033737 w 1232067"/>
                <a:gd name="connsiteY6" fmla="*/ 817885 h 817884"/>
                <a:gd name="connsiteX7" fmla="*/ 300674 w 1232067"/>
                <a:gd name="connsiteY7" fmla="*/ 423778 h 817884"/>
                <a:gd name="connsiteX0" fmla="*/ 300674 w 1232067"/>
                <a:gd name="connsiteY0" fmla="*/ 423778 h 754029"/>
                <a:gd name="connsiteX1" fmla="*/ 207333 w 1232067"/>
                <a:gd name="connsiteY1" fmla="*/ 537398 h 754029"/>
                <a:gd name="connsiteX2" fmla="*/ 0 w 1232067"/>
                <a:gd name="connsiteY2" fmla="*/ 0 h 754029"/>
                <a:gd name="connsiteX3" fmla="*/ 536217 w 1232067"/>
                <a:gd name="connsiteY3" fmla="*/ 73244 h 754029"/>
                <a:gd name="connsiteX4" fmla="*/ 447053 w 1232067"/>
                <a:gd name="connsiteY4" fmla="*/ 202133 h 754029"/>
                <a:gd name="connsiteX5" fmla="*/ 1232068 w 1232067"/>
                <a:gd name="connsiteY5" fmla="*/ 519352 h 754029"/>
                <a:gd name="connsiteX6" fmla="*/ 1075379 w 1232067"/>
                <a:gd name="connsiteY6" fmla="*/ 754028 h 754029"/>
                <a:gd name="connsiteX7" fmla="*/ 300674 w 1232067"/>
                <a:gd name="connsiteY7" fmla="*/ 423778 h 754029"/>
                <a:gd name="connsiteX0" fmla="*/ 300674 w 1232067"/>
                <a:gd name="connsiteY0" fmla="*/ 423778 h 754977"/>
                <a:gd name="connsiteX1" fmla="*/ 207333 w 1232067"/>
                <a:gd name="connsiteY1" fmla="*/ 537398 h 754977"/>
                <a:gd name="connsiteX2" fmla="*/ 0 w 1232067"/>
                <a:gd name="connsiteY2" fmla="*/ 0 h 754977"/>
                <a:gd name="connsiteX3" fmla="*/ 536217 w 1232067"/>
                <a:gd name="connsiteY3" fmla="*/ 73244 h 754977"/>
                <a:gd name="connsiteX4" fmla="*/ 447053 w 1232067"/>
                <a:gd name="connsiteY4" fmla="*/ 202133 h 754977"/>
                <a:gd name="connsiteX5" fmla="*/ 1232068 w 1232067"/>
                <a:gd name="connsiteY5" fmla="*/ 519352 h 754977"/>
                <a:gd name="connsiteX6" fmla="*/ 1075379 w 1232067"/>
                <a:gd name="connsiteY6" fmla="*/ 754028 h 754977"/>
                <a:gd name="connsiteX7" fmla="*/ 300674 w 1232067"/>
                <a:gd name="connsiteY7" fmla="*/ 423778 h 754977"/>
                <a:gd name="connsiteX0" fmla="*/ 300674 w 1232067"/>
                <a:gd name="connsiteY0" fmla="*/ 423778 h 754921"/>
                <a:gd name="connsiteX1" fmla="*/ 207333 w 1232067"/>
                <a:gd name="connsiteY1" fmla="*/ 537398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300674 w 1232067"/>
                <a:gd name="connsiteY0" fmla="*/ 423778 h 754921"/>
                <a:gd name="connsiteX1" fmla="*/ 207333 w 1232067"/>
                <a:gd name="connsiteY1" fmla="*/ 537398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300674 w 1232067"/>
                <a:gd name="connsiteY0" fmla="*/ 423778 h 754921"/>
                <a:gd name="connsiteX1" fmla="*/ 142853 w 1232067"/>
                <a:gd name="connsiteY1" fmla="*/ 474799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447053 w 1232067"/>
                <a:gd name="connsiteY4" fmla="*/ 202133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392860 w 1232067"/>
                <a:gd name="connsiteY4" fmla="*/ 207745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412486 w 1232067"/>
                <a:gd name="connsiteY4" fmla="*/ 210547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36194 w 1232067"/>
                <a:gd name="connsiteY0" fmla="*/ 361179 h 754666"/>
                <a:gd name="connsiteX1" fmla="*/ 142853 w 1232067"/>
                <a:gd name="connsiteY1" fmla="*/ 474799 h 754666"/>
                <a:gd name="connsiteX2" fmla="*/ 0 w 1232067"/>
                <a:gd name="connsiteY2" fmla="*/ 0 h 754666"/>
                <a:gd name="connsiteX3" fmla="*/ 536217 w 1232067"/>
                <a:gd name="connsiteY3" fmla="*/ 73244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236194 w 1232067"/>
                <a:gd name="connsiteY0" fmla="*/ 361179 h 754666"/>
                <a:gd name="connsiteX1" fmla="*/ 142853 w 1232067"/>
                <a:gd name="connsiteY1" fmla="*/ 474799 h 754666"/>
                <a:gd name="connsiteX2" fmla="*/ 0 w 1232067"/>
                <a:gd name="connsiteY2" fmla="*/ 0 h 754666"/>
                <a:gd name="connsiteX3" fmla="*/ 512860 w 1232067"/>
                <a:gd name="connsiteY3" fmla="*/ 96606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236194 w 1232067"/>
                <a:gd name="connsiteY0" fmla="*/ 361179 h 754666"/>
                <a:gd name="connsiteX1" fmla="*/ 131639 w 1232067"/>
                <a:gd name="connsiteY1" fmla="*/ 459849 h 754666"/>
                <a:gd name="connsiteX2" fmla="*/ 0 w 1232067"/>
                <a:gd name="connsiteY2" fmla="*/ 0 h 754666"/>
                <a:gd name="connsiteX3" fmla="*/ 512860 w 1232067"/>
                <a:gd name="connsiteY3" fmla="*/ 96606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153962 w 1149835"/>
                <a:gd name="connsiteY0" fmla="*/ 282698 h 676185"/>
                <a:gd name="connsiteX1" fmla="*/ 49407 w 1149835"/>
                <a:gd name="connsiteY1" fmla="*/ 381368 h 676185"/>
                <a:gd name="connsiteX2" fmla="*/ 0 w 1149835"/>
                <a:gd name="connsiteY2" fmla="*/ -1 h 676185"/>
                <a:gd name="connsiteX3" fmla="*/ 430628 w 1149835"/>
                <a:gd name="connsiteY3" fmla="*/ 18125 h 676185"/>
                <a:gd name="connsiteX4" fmla="*/ 330254 w 1149835"/>
                <a:gd name="connsiteY4" fmla="*/ 132066 h 676185"/>
                <a:gd name="connsiteX5" fmla="*/ 1149836 w 1149835"/>
                <a:gd name="connsiteY5" fmla="*/ 440871 h 676185"/>
                <a:gd name="connsiteX6" fmla="*/ 993147 w 1149835"/>
                <a:gd name="connsiteY6" fmla="*/ 675547 h 676185"/>
                <a:gd name="connsiteX7" fmla="*/ 153962 w 1149835"/>
                <a:gd name="connsiteY7" fmla="*/ 282698 h 676185"/>
                <a:gd name="connsiteX0" fmla="*/ 151160 w 1147033"/>
                <a:gd name="connsiteY0" fmla="*/ 302322 h 695809"/>
                <a:gd name="connsiteX1" fmla="*/ 46605 w 1147033"/>
                <a:gd name="connsiteY1" fmla="*/ 400992 h 695809"/>
                <a:gd name="connsiteX2" fmla="*/ 0 w 1147033"/>
                <a:gd name="connsiteY2" fmla="*/ 1 h 695809"/>
                <a:gd name="connsiteX3" fmla="*/ 427826 w 1147033"/>
                <a:gd name="connsiteY3" fmla="*/ 37749 h 695809"/>
                <a:gd name="connsiteX4" fmla="*/ 327452 w 1147033"/>
                <a:gd name="connsiteY4" fmla="*/ 151690 h 695809"/>
                <a:gd name="connsiteX5" fmla="*/ 1147034 w 1147033"/>
                <a:gd name="connsiteY5" fmla="*/ 460495 h 695809"/>
                <a:gd name="connsiteX6" fmla="*/ 990345 w 1147033"/>
                <a:gd name="connsiteY6" fmla="*/ 695171 h 695809"/>
                <a:gd name="connsiteX7" fmla="*/ 151160 w 1147033"/>
                <a:gd name="connsiteY7" fmla="*/ 302322 h 695809"/>
                <a:gd name="connsiteX0" fmla="*/ 108181 w 1104054"/>
                <a:gd name="connsiteY0" fmla="*/ 322882 h 716369"/>
                <a:gd name="connsiteX1" fmla="*/ 3626 w 1104054"/>
                <a:gd name="connsiteY1" fmla="*/ 421552 h 716369"/>
                <a:gd name="connsiteX2" fmla="*/ 1 w 1104054"/>
                <a:gd name="connsiteY2" fmla="*/ 0 h 716369"/>
                <a:gd name="connsiteX3" fmla="*/ 384847 w 1104054"/>
                <a:gd name="connsiteY3" fmla="*/ 58309 h 716369"/>
                <a:gd name="connsiteX4" fmla="*/ 284473 w 1104054"/>
                <a:gd name="connsiteY4" fmla="*/ 172250 h 716369"/>
                <a:gd name="connsiteX5" fmla="*/ 1104055 w 1104054"/>
                <a:gd name="connsiteY5" fmla="*/ 481055 h 716369"/>
                <a:gd name="connsiteX6" fmla="*/ 947366 w 1104054"/>
                <a:gd name="connsiteY6" fmla="*/ 715731 h 716369"/>
                <a:gd name="connsiteX7" fmla="*/ 108181 w 1104054"/>
                <a:gd name="connsiteY7" fmla="*/ 322882 h 71636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305967 w 1125548"/>
                <a:gd name="connsiteY4" fmla="*/ 208690 h 752809"/>
                <a:gd name="connsiteX5" fmla="*/ 1125549 w 1125548"/>
                <a:gd name="connsiteY5" fmla="*/ 517495 h 752809"/>
                <a:gd name="connsiteX6" fmla="*/ 968860 w 1125548"/>
                <a:gd name="connsiteY6" fmla="*/ 752171 h 752809"/>
                <a:gd name="connsiteX7" fmla="*/ 129675 w 1125548"/>
                <a:gd name="connsiteY7" fmla="*/ 359322 h 75280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278717 w 1125548"/>
                <a:gd name="connsiteY4" fmla="*/ 204799 h 752809"/>
                <a:gd name="connsiteX5" fmla="*/ 1125549 w 1125548"/>
                <a:gd name="connsiteY5" fmla="*/ 517495 h 752809"/>
                <a:gd name="connsiteX6" fmla="*/ 968860 w 1125548"/>
                <a:gd name="connsiteY6" fmla="*/ 752171 h 752809"/>
                <a:gd name="connsiteX7" fmla="*/ 129675 w 1125548"/>
                <a:gd name="connsiteY7" fmla="*/ 359322 h 75280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291952 w 1125548"/>
                <a:gd name="connsiteY4" fmla="*/ 190005 h 752809"/>
                <a:gd name="connsiteX5" fmla="*/ 1125549 w 1125548"/>
                <a:gd name="connsiteY5" fmla="*/ 517495 h 752809"/>
                <a:gd name="connsiteX6" fmla="*/ 968860 w 1125548"/>
                <a:gd name="connsiteY6" fmla="*/ 752171 h 752809"/>
                <a:gd name="connsiteX7" fmla="*/ 129675 w 1125548"/>
                <a:gd name="connsiteY7" fmla="*/ 359322 h 752809"/>
                <a:gd name="connsiteX0" fmla="*/ 116439 w 1125548"/>
                <a:gd name="connsiteY0" fmla="*/ 374117 h 752855"/>
                <a:gd name="connsiteX1" fmla="*/ 25120 w 1125548"/>
                <a:gd name="connsiteY1" fmla="*/ 457992 h 752855"/>
                <a:gd name="connsiteX2" fmla="*/ -1 w 1125548"/>
                <a:gd name="connsiteY2" fmla="*/ 0 h 752855"/>
                <a:gd name="connsiteX3" fmla="*/ 406341 w 1125548"/>
                <a:gd name="connsiteY3" fmla="*/ 94749 h 752855"/>
                <a:gd name="connsiteX4" fmla="*/ 291952 w 1125548"/>
                <a:gd name="connsiteY4" fmla="*/ 190005 h 752855"/>
                <a:gd name="connsiteX5" fmla="*/ 1125549 w 1125548"/>
                <a:gd name="connsiteY5" fmla="*/ 517495 h 752855"/>
                <a:gd name="connsiteX6" fmla="*/ 968860 w 1125548"/>
                <a:gd name="connsiteY6" fmla="*/ 752171 h 752855"/>
                <a:gd name="connsiteX7" fmla="*/ 116439 w 1125548"/>
                <a:gd name="connsiteY7" fmla="*/ 374117 h 752855"/>
                <a:gd name="connsiteX0" fmla="*/ 116439 w 1111531"/>
                <a:gd name="connsiteY0" fmla="*/ 374117 h 752855"/>
                <a:gd name="connsiteX1" fmla="*/ 25120 w 1111531"/>
                <a:gd name="connsiteY1" fmla="*/ 457992 h 752855"/>
                <a:gd name="connsiteX2" fmla="*/ -1 w 1111531"/>
                <a:gd name="connsiteY2" fmla="*/ 0 h 752855"/>
                <a:gd name="connsiteX3" fmla="*/ 406341 w 1111531"/>
                <a:gd name="connsiteY3" fmla="*/ 94749 h 752855"/>
                <a:gd name="connsiteX4" fmla="*/ 291952 w 1111531"/>
                <a:gd name="connsiteY4" fmla="*/ 190005 h 752855"/>
                <a:gd name="connsiteX5" fmla="*/ 1111531 w 1111531"/>
                <a:gd name="connsiteY5" fmla="*/ 537744 h 752855"/>
                <a:gd name="connsiteX6" fmla="*/ 968860 w 1111531"/>
                <a:gd name="connsiteY6" fmla="*/ 752171 h 752855"/>
                <a:gd name="connsiteX7" fmla="*/ 116439 w 1111531"/>
                <a:gd name="connsiteY7" fmla="*/ 374117 h 752855"/>
                <a:gd name="connsiteX0" fmla="*/ 118770 w 1113862"/>
                <a:gd name="connsiteY0" fmla="*/ 318830 h 697568"/>
                <a:gd name="connsiteX1" fmla="*/ 27451 w 1113862"/>
                <a:gd name="connsiteY1" fmla="*/ 402705 h 697568"/>
                <a:gd name="connsiteX2" fmla="*/ 0 w 1113862"/>
                <a:gd name="connsiteY2" fmla="*/ 0 h 697568"/>
                <a:gd name="connsiteX3" fmla="*/ 408672 w 1113862"/>
                <a:gd name="connsiteY3" fmla="*/ 39462 h 697568"/>
                <a:gd name="connsiteX4" fmla="*/ 294283 w 1113862"/>
                <a:gd name="connsiteY4" fmla="*/ 134718 h 697568"/>
                <a:gd name="connsiteX5" fmla="*/ 1113862 w 1113862"/>
                <a:gd name="connsiteY5" fmla="*/ 482457 h 697568"/>
                <a:gd name="connsiteX6" fmla="*/ 971191 w 1113862"/>
                <a:gd name="connsiteY6" fmla="*/ 696884 h 697568"/>
                <a:gd name="connsiteX7" fmla="*/ 118770 w 1113862"/>
                <a:gd name="connsiteY7" fmla="*/ 318830 h 697568"/>
                <a:gd name="connsiteX0" fmla="*/ 118770 w 1113862"/>
                <a:gd name="connsiteY0" fmla="*/ 318830 h 697568"/>
                <a:gd name="connsiteX1" fmla="*/ 9542 w 1113862"/>
                <a:gd name="connsiteY1" fmla="*/ 411272 h 697568"/>
                <a:gd name="connsiteX2" fmla="*/ 0 w 1113862"/>
                <a:gd name="connsiteY2" fmla="*/ 0 h 697568"/>
                <a:gd name="connsiteX3" fmla="*/ 408672 w 1113862"/>
                <a:gd name="connsiteY3" fmla="*/ 39462 h 697568"/>
                <a:gd name="connsiteX4" fmla="*/ 294283 w 1113862"/>
                <a:gd name="connsiteY4" fmla="*/ 134718 h 697568"/>
                <a:gd name="connsiteX5" fmla="*/ 1113862 w 1113862"/>
                <a:gd name="connsiteY5" fmla="*/ 482457 h 697568"/>
                <a:gd name="connsiteX6" fmla="*/ 971191 w 1113862"/>
                <a:gd name="connsiteY6" fmla="*/ 696884 h 697568"/>
                <a:gd name="connsiteX7" fmla="*/ 118770 w 1113862"/>
                <a:gd name="connsiteY7" fmla="*/ 318830 h 69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862" h="697568">
                  <a:moveTo>
                    <a:pt x="118770" y="318830"/>
                  </a:moveTo>
                  <a:lnTo>
                    <a:pt x="9542" y="411272"/>
                  </a:lnTo>
                  <a:cubicBezTo>
                    <a:pt x="8334" y="270755"/>
                    <a:pt x="1208" y="140517"/>
                    <a:pt x="0" y="0"/>
                  </a:cubicBezTo>
                  <a:lnTo>
                    <a:pt x="408672" y="39462"/>
                  </a:lnTo>
                  <a:lnTo>
                    <a:pt x="294283" y="134718"/>
                  </a:lnTo>
                  <a:cubicBezTo>
                    <a:pt x="519766" y="375244"/>
                    <a:pt x="768330" y="467669"/>
                    <a:pt x="1113862" y="482457"/>
                  </a:cubicBezTo>
                  <a:lnTo>
                    <a:pt x="971191" y="696884"/>
                  </a:lnTo>
                  <a:cubicBezTo>
                    <a:pt x="619380" y="710504"/>
                    <a:pt x="299329" y="518922"/>
                    <a:pt x="118770" y="318830"/>
                  </a:cubicBezTo>
                  <a:close/>
                </a:path>
              </a:pathLst>
            </a:custGeom>
            <a:gradFill flip="none" rotWithShape="1">
              <a:gsLst>
                <a:gs pos="53200">
                  <a:schemeClr val="accent1">
                    <a:alpha val="12000"/>
                  </a:schemeClr>
                </a:gs>
                <a:gs pos="22000">
                  <a:schemeClr val="accent1">
                    <a:alpha val="0"/>
                  </a:schemeClr>
                </a:gs>
                <a:gs pos="85000">
                  <a:schemeClr val="accent1"/>
                </a:gs>
              </a:gsLst>
              <a:lin ang="12000000" scaled="0"/>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sp>
          <p:nvSpPr>
            <p:cNvPr id="137" name="任意多边形: 形状 136">
              <a:extLst>
                <a:ext uri="{FF2B5EF4-FFF2-40B4-BE49-F238E27FC236}">
                  <a16:creationId xmlns:a16="http://schemas.microsoft.com/office/drawing/2014/main" id="{FC98E2CE-17EC-23E2-3F04-ECBF601DF81D}"/>
                </a:ext>
              </a:extLst>
            </p:cNvPr>
            <p:cNvSpPr/>
            <p:nvPr/>
          </p:nvSpPr>
          <p:spPr>
            <a:xfrm rot="8695533" flipH="1">
              <a:off x="4120209" y="2852791"/>
              <a:ext cx="481730" cy="301689"/>
            </a:xfrm>
            <a:custGeom>
              <a:avLst/>
              <a:gdLst>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682205 w 2247478"/>
                <a:gd name="connsiteY4" fmla="*/ 350473 h 927229"/>
                <a:gd name="connsiteX5" fmla="*/ 840157 w 2247478"/>
                <a:gd name="connsiteY5" fmla="*/ 436505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11" fmla="*/ 539202 w 2247478"/>
                <a:gd name="connsiteY11" fmla="*/ 564970 h 927229"/>
                <a:gd name="connsiteX12" fmla="*/ 532038 w 2247478"/>
                <a:gd name="connsiteY12" fmla="*/ 575715 h 927229"/>
                <a:gd name="connsiteX13" fmla="*/ 352035 w 2247478"/>
                <a:gd name="connsiteY13" fmla="*/ 455705 h 927229"/>
                <a:gd name="connsiteX14" fmla="*/ 261478 w 2247478"/>
                <a:gd name="connsiteY14" fmla="*/ 591535 h 927229"/>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682205 w 2247478"/>
                <a:gd name="connsiteY4" fmla="*/ 350473 h 927229"/>
                <a:gd name="connsiteX5" fmla="*/ 2131309 w 2247478"/>
                <a:gd name="connsiteY5" fmla="*/ 653456 h 927229"/>
                <a:gd name="connsiteX6" fmla="*/ 2230699 w 2247478"/>
                <a:gd name="connsiteY6" fmla="*/ 637393 h 927229"/>
                <a:gd name="connsiteX7" fmla="*/ 2247478 w 2247478"/>
                <a:gd name="connsiteY7" fmla="*/ 894834 h 927229"/>
                <a:gd name="connsiteX8" fmla="*/ 2162057 w 2247478"/>
                <a:gd name="connsiteY8" fmla="*/ 908640 h 927229"/>
                <a:gd name="connsiteX9" fmla="*/ 727668 w 2247478"/>
                <a:gd name="connsiteY9" fmla="*/ 667620 h 927229"/>
                <a:gd name="connsiteX10" fmla="*/ 539202 w 2247478"/>
                <a:gd name="connsiteY10" fmla="*/ 564970 h 927229"/>
                <a:gd name="connsiteX11" fmla="*/ 532038 w 2247478"/>
                <a:gd name="connsiteY11" fmla="*/ 575715 h 927229"/>
                <a:gd name="connsiteX12" fmla="*/ 352035 w 2247478"/>
                <a:gd name="connsiteY12" fmla="*/ 455705 h 927229"/>
                <a:gd name="connsiteX13" fmla="*/ 261478 w 2247478"/>
                <a:gd name="connsiteY13" fmla="*/ 591535 h 927229"/>
                <a:gd name="connsiteX14" fmla="*/ 0 w 2247478"/>
                <a:gd name="connsiteY14" fmla="*/ 0 h 927229"/>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2131309 w 2247478"/>
                <a:gd name="connsiteY4" fmla="*/ 653456 h 927229"/>
                <a:gd name="connsiteX5" fmla="*/ 2230699 w 2247478"/>
                <a:gd name="connsiteY5" fmla="*/ 637393 h 927229"/>
                <a:gd name="connsiteX6" fmla="*/ 2247478 w 2247478"/>
                <a:gd name="connsiteY6" fmla="*/ 894834 h 927229"/>
                <a:gd name="connsiteX7" fmla="*/ 2162057 w 2247478"/>
                <a:gd name="connsiteY7" fmla="*/ 908640 h 927229"/>
                <a:gd name="connsiteX8" fmla="*/ 727668 w 2247478"/>
                <a:gd name="connsiteY8" fmla="*/ 667620 h 927229"/>
                <a:gd name="connsiteX9" fmla="*/ 539202 w 2247478"/>
                <a:gd name="connsiteY9" fmla="*/ 564970 h 927229"/>
                <a:gd name="connsiteX10" fmla="*/ 532038 w 2247478"/>
                <a:gd name="connsiteY10" fmla="*/ 575715 h 927229"/>
                <a:gd name="connsiteX11" fmla="*/ 352035 w 2247478"/>
                <a:gd name="connsiteY11" fmla="*/ 455705 h 927229"/>
                <a:gd name="connsiteX12" fmla="*/ 261478 w 2247478"/>
                <a:gd name="connsiteY12" fmla="*/ 591535 h 927229"/>
                <a:gd name="connsiteX13" fmla="*/ 0 w 2247478"/>
                <a:gd name="connsiteY13" fmla="*/ 0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688137 w 2247478"/>
                <a:gd name="connsiteY6" fmla="*/ 341575 h 927229"/>
                <a:gd name="connsiteX7" fmla="*/ 2131309 w 2247478"/>
                <a:gd name="connsiteY7" fmla="*/ 653456 h 927229"/>
                <a:gd name="connsiteX8" fmla="*/ 2230699 w 2247478"/>
                <a:gd name="connsiteY8" fmla="*/ 637393 h 927229"/>
                <a:gd name="connsiteX9" fmla="*/ 2247478 w 2247478"/>
                <a:gd name="connsiteY9" fmla="*/ 894834 h 927229"/>
                <a:gd name="connsiteX10" fmla="*/ 2162057 w 2247478"/>
                <a:gd name="connsiteY10" fmla="*/ 908640 h 927229"/>
                <a:gd name="connsiteX11" fmla="*/ 727668 w 2247478"/>
                <a:gd name="connsiteY11" fmla="*/ 667620 h 927229"/>
                <a:gd name="connsiteX12" fmla="*/ 539202 w 2247478"/>
                <a:gd name="connsiteY12" fmla="*/ 564970 h 927229"/>
                <a:gd name="connsiteX13" fmla="*/ 676860 w 2247478"/>
                <a:gd name="connsiteY13"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688137 w 2247478"/>
                <a:gd name="connsiteY6" fmla="*/ 341575 h 927229"/>
                <a:gd name="connsiteX7" fmla="*/ 2131309 w 2247478"/>
                <a:gd name="connsiteY7" fmla="*/ 653456 h 927229"/>
                <a:gd name="connsiteX8" fmla="*/ 2230699 w 2247478"/>
                <a:gd name="connsiteY8" fmla="*/ 637393 h 927229"/>
                <a:gd name="connsiteX9" fmla="*/ 2247478 w 2247478"/>
                <a:gd name="connsiteY9" fmla="*/ 894834 h 927229"/>
                <a:gd name="connsiteX10" fmla="*/ 2162057 w 2247478"/>
                <a:gd name="connsiteY10" fmla="*/ 908640 h 927229"/>
                <a:gd name="connsiteX11" fmla="*/ 727668 w 2247478"/>
                <a:gd name="connsiteY11" fmla="*/ 667620 h 927229"/>
                <a:gd name="connsiteX12" fmla="*/ 676860 w 2247478"/>
                <a:gd name="connsiteY12"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11" fmla="*/ 676860 w 2247478"/>
                <a:gd name="connsiteY11"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0" fmla="*/ 532038 w 2247478"/>
                <a:gd name="connsiteY0" fmla="*/ 575715 h 908640"/>
                <a:gd name="connsiteX1" fmla="*/ 352035 w 2247478"/>
                <a:gd name="connsiteY1" fmla="*/ 455705 h 908640"/>
                <a:gd name="connsiteX2" fmla="*/ 261478 w 2247478"/>
                <a:gd name="connsiteY2" fmla="*/ 591535 h 908640"/>
                <a:gd name="connsiteX3" fmla="*/ 0 w 2247478"/>
                <a:gd name="connsiteY3" fmla="*/ 0 h 908640"/>
                <a:gd name="connsiteX4" fmla="*/ 598691 w 2247478"/>
                <a:gd name="connsiteY4" fmla="*/ 85735 h 908640"/>
                <a:gd name="connsiteX5" fmla="*/ 508133 w 2247478"/>
                <a:gd name="connsiteY5" fmla="*/ 221567 h 908640"/>
                <a:gd name="connsiteX6" fmla="*/ 2131309 w 2247478"/>
                <a:gd name="connsiteY6" fmla="*/ 653456 h 908640"/>
                <a:gd name="connsiteX7" fmla="*/ 2230699 w 2247478"/>
                <a:gd name="connsiteY7" fmla="*/ 637393 h 908640"/>
                <a:gd name="connsiteX8" fmla="*/ 2247478 w 2247478"/>
                <a:gd name="connsiteY8" fmla="*/ 894834 h 908640"/>
                <a:gd name="connsiteX9" fmla="*/ 2162057 w 2247478"/>
                <a:gd name="connsiteY9" fmla="*/ 908640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30699 w 2247478"/>
                <a:gd name="connsiteY6" fmla="*/ 637393 h 908640"/>
                <a:gd name="connsiteX7" fmla="*/ 2247478 w 2247478"/>
                <a:gd name="connsiteY7" fmla="*/ 894834 h 908640"/>
                <a:gd name="connsiteX8" fmla="*/ 2162057 w 2247478"/>
                <a:gd name="connsiteY8" fmla="*/ 908640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30699 w 2247478"/>
                <a:gd name="connsiteY6" fmla="*/ 637393 h 908640"/>
                <a:gd name="connsiteX7" fmla="*/ 2247478 w 2247478"/>
                <a:gd name="connsiteY7" fmla="*/ 894834 h 908640"/>
                <a:gd name="connsiteX8" fmla="*/ 2162057 w 2247478"/>
                <a:gd name="connsiteY8" fmla="*/ 908640 h 908640"/>
                <a:gd name="connsiteX9" fmla="*/ 352035 w 2247478"/>
                <a:gd name="connsiteY9" fmla="*/ 455705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47478 w 2247478"/>
                <a:gd name="connsiteY6" fmla="*/ 894834 h 908640"/>
                <a:gd name="connsiteX7" fmla="*/ 2162057 w 2247478"/>
                <a:gd name="connsiteY7" fmla="*/ 908640 h 908640"/>
                <a:gd name="connsiteX8" fmla="*/ 352035 w 2247478"/>
                <a:gd name="connsiteY8" fmla="*/ 455705 h 908640"/>
                <a:gd name="connsiteX0" fmla="*/ 352035 w 2162058"/>
                <a:gd name="connsiteY0" fmla="*/ 455705 h 908640"/>
                <a:gd name="connsiteX1" fmla="*/ 261478 w 2162058"/>
                <a:gd name="connsiteY1" fmla="*/ 591535 h 908640"/>
                <a:gd name="connsiteX2" fmla="*/ 0 w 2162058"/>
                <a:gd name="connsiteY2" fmla="*/ 0 h 908640"/>
                <a:gd name="connsiteX3" fmla="*/ 598691 w 2162058"/>
                <a:gd name="connsiteY3" fmla="*/ 85735 h 908640"/>
                <a:gd name="connsiteX4" fmla="*/ 508133 w 2162058"/>
                <a:gd name="connsiteY4" fmla="*/ 221567 h 908640"/>
                <a:gd name="connsiteX5" fmla="*/ 2131309 w 2162058"/>
                <a:gd name="connsiteY5" fmla="*/ 653456 h 908640"/>
                <a:gd name="connsiteX6" fmla="*/ 2162057 w 2162058"/>
                <a:gd name="connsiteY6" fmla="*/ 908640 h 908640"/>
                <a:gd name="connsiteX7" fmla="*/ 352035 w 2162058"/>
                <a:gd name="connsiteY7" fmla="*/ 455705 h 908640"/>
                <a:gd name="connsiteX0" fmla="*/ 352035 w 2131309"/>
                <a:gd name="connsiteY0" fmla="*/ 455705 h 718922"/>
                <a:gd name="connsiteX1" fmla="*/ 261478 w 2131309"/>
                <a:gd name="connsiteY1" fmla="*/ 591535 h 718922"/>
                <a:gd name="connsiteX2" fmla="*/ 0 w 2131309"/>
                <a:gd name="connsiteY2" fmla="*/ 0 h 718922"/>
                <a:gd name="connsiteX3" fmla="*/ 598691 w 2131309"/>
                <a:gd name="connsiteY3" fmla="*/ 85735 h 718922"/>
                <a:gd name="connsiteX4" fmla="*/ 508133 w 2131309"/>
                <a:gd name="connsiteY4" fmla="*/ 221567 h 718922"/>
                <a:gd name="connsiteX5" fmla="*/ 2131309 w 2131309"/>
                <a:gd name="connsiteY5" fmla="*/ 653456 h 718922"/>
                <a:gd name="connsiteX6" fmla="*/ 1338448 w 2131309"/>
                <a:gd name="connsiteY6" fmla="*/ 718923 h 718922"/>
                <a:gd name="connsiteX7" fmla="*/ 352035 w 2131309"/>
                <a:gd name="connsiteY7" fmla="*/ 455705 h 718922"/>
                <a:gd name="connsiteX0" fmla="*/ 352035 w 1492079"/>
                <a:gd name="connsiteY0" fmla="*/ 455705 h 718924"/>
                <a:gd name="connsiteX1" fmla="*/ 261478 w 1492079"/>
                <a:gd name="connsiteY1" fmla="*/ 591535 h 718924"/>
                <a:gd name="connsiteX2" fmla="*/ 0 w 1492079"/>
                <a:gd name="connsiteY2" fmla="*/ 0 h 718924"/>
                <a:gd name="connsiteX3" fmla="*/ 598691 w 1492079"/>
                <a:gd name="connsiteY3" fmla="*/ 85735 h 718924"/>
                <a:gd name="connsiteX4" fmla="*/ 508133 w 1492079"/>
                <a:gd name="connsiteY4" fmla="*/ 221567 h 718924"/>
                <a:gd name="connsiteX5" fmla="*/ 1492080 w 1492079"/>
                <a:gd name="connsiteY5" fmla="*/ 480982 h 718924"/>
                <a:gd name="connsiteX6" fmla="*/ 1338448 w 1492079"/>
                <a:gd name="connsiteY6" fmla="*/ 718923 h 718924"/>
                <a:gd name="connsiteX7" fmla="*/ 352035 w 1492079"/>
                <a:gd name="connsiteY7" fmla="*/ 455705 h 718924"/>
                <a:gd name="connsiteX0" fmla="*/ 352035 w 1492081"/>
                <a:gd name="connsiteY0" fmla="*/ 455705 h 731314"/>
                <a:gd name="connsiteX1" fmla="*/ 261478 w 1492081"/>
                <a:gd name="connsiteY1" fmla="*/ 591535 h 731314"/>
                <a:gd name="connsiteX2" fmla="*/ 0 w 1492081"/>
                <a:gd name="connsiteY2" fmla="*/ 0 h 731314"/>
                <a:gd name="connsiteX3" fmla="*/ 598691 w 1492081"/>
                <a:gd name="connsiteY3" fmla="*/ 85735 h 731314"/>
                <a:gd name="connsiteX4" fmla="*/ 508133 w 1492081"/>
                <a:gd name="connsiteY4" fmla="*/ 221567 h 731314"/>
                <a:gd name="connsiteX5" fmla="*/ 1492080 w 1492081"/>
                <a:gd name="connsiteY5" fmla="*/ 480982 h 731314"/>
                <a:gd name="connsiteX6" fmla="*/ 1400747 w 1492081"/>
                <a:gd name="connsiteY6" fmla="*/ 731314 h 731314"/>
                <a:gd name="connsiteX7" fmla="*/ 352035 w 1492081"/>
                <a:gd name="connsiteY7" fmla="*/ 455705 h 731314"/>
                <a:gd name="connsiteX0" fmla="*/ 352035 w 1492079"/>
                <a:gd name="connsiteY0" fmla="*/ 455705 h 736059"/>
                <a:gd name="connsiteX1" fmla="*/ 261478 w 1492079"/>
                <a:gd name="connsiteY1" fmla="*/ 591535 h 736059"/>
                <a:gd name="connsiteX2" fmla="*/ 0 w 1492079"/>
                <a:gd name="connsiteY2" fmla="*/ 0 h 736059"/>
                <a:gd name="connsiteX3" fmla="*/ 598691 w 1492079"/>
                <a:gd name="connsiteY3" fmla="*/ 85735 h 736059"/>
                <a:gd name="connsiteX4" fmla="*/ 508133 w 1492079"/>
                <a:gd name="connsiteY4" fmla="*/ 221567 h 736059"/>
                <a:gd name="connsiteX5" fmla="*/ 1492080 w 1492079"/>
                <a:gd name="connsiteY5" fmla="*/ 480982 h 736059"/>
                <a:gd name="connsiteX6" fmla="*/ 1400747 w 1492079"/>
                <a:gd name="connsiteY6" fmla="*/ 731314 h 736059"/>
                <a:gd name="connsiteX7" fmla="*/ 352035 w 1492079"/>
                <a:gd name="connsiteY7" fmla="*/ 455705 h 736059"/>
                <a:gd name="connsiteX0" fmla="*/ 352035 w 1492081"/>
                <a:gd name="connsiteY0" fmla="*/ 455705 h 739664"/>
                <a:gd name="connsiteX1" fmla="*/ 261478 w 1492081"/>
                <a:gd name="connsiteY1" fmla="*/ 591535 h 739664"/>
                <a:gd name="connsiteX2" fmla="*/ 0 w 1492081"/>
                <a:gd name="connsiteY2" fmla="*/ 0 h 739664"/>
                <a:gd name="connsiteX3" fmla="*/ 598691 w 1492081"/>
                <a:gd name="connsiteY3" fmla="*/ 85735 h 739664"/>
                <a:gd name="connsiteX4" fmla="*/ 508133 w 1492081"/>
                <a:gd name="connsiteY4" fmla="*/ 221567 h 739664"/>
                <a:gd name="connsiteX5" fmla="*/ 1492080 w 1492081"/>
                <a:gd name="connsiteY5" fmla="*/ 480982 h 739664"/>
                <a:gd name="connsiteX6" fmla="*/ 1400747 w 1492081"/>
                <a:gd name="connsiteY6" fmla="*/ 731314 h 739664"/>
                <a:gd name="connsiteX7" fmla="*/ 352035 w 1492081"/>
                <a:gd name="connsiteY7" fmla="*/ 455705 h 739664"/>
                <a:gd name="connsiteX0" fmla="*/ 352035 w 1492079"/>
                <a:gd name="connsiteY0" fmla="*/ 455705 h 739664"/>
                <a:gd name="connsiteX1" fmla="*/ 261478 w 1492079"/>
                <a:gd name="connsiteY1" fmla="*/ 591535 h 739664"/>
                <a:gd name="connsiteX2" fmla="*/ 0 w 1492079"/>
                <a:gd name="connsiteY2" fmla="*/ 0 h 739664"/>
                <a:gd name="connsiteX3" fmla="*/ 598691 w 1492079"/>
                <a:gd name="connsiteY3" fmla="*/ 85735 h 739664"/>
                <a:gd name="connsiteX4" fmla="*/ 508133 w 1492079"/>
                <a:gd name="connsiteY4" fmla="*/ 221567 h 739664"/>
                <a:gd name="connsiteX5" fmla="*/ 1492080 w 1492079"/>
                <a:gd name="connsiteY5" fmla="*/ 480982 h 739664"/>
                <a:gd name="connsiteX6" fmla="*/ 1400747 w 1492079"/>
                <a:gd name="connsiteY6" fmla="*/ 731314 h 739664"/>
                <a:gd name="connsiteX7" fmla="*/ 352035 w 1492079"/>
                <a:gd name="connsiteY7" fmla="*/ 455705 h 739664"/>
                <a:gd name="connsiteX0" fmla="*/ 352035 w 1492081"/>
                <a:gd name="connsiteY0" fmla="*/ 455705 h 739664"/>
                <a:gd name="connsiteX1" fmla="*/ 261478 w 1492081"/>
                <a:gd name="connsiteY1" fmla="*/ 591535 h 739664"/>
                <a:gd name="connsiteX2" fmla="*/ 0 w 1492081"/>
                <a:gd name="connsiteY2" fmla="*/ 0 h 739664"/>
                <a:gd name="connsiteX3" fmla="*/ 598691 w 1492081"/>
                <a:gd name="connsiteY3" fmla="*/ 85735 h 739664"/>
                <a:gd name="connsiteX4" fmla="*/ 508133 w 1492081"/>
                <a:gd name="connsiteY4" fmla="*/ 221567 h 739664"/>
                <a:gd name="connsiteX5" fmla="*/ 1492080 w 1492081"/>
                <a:gd name="connsiteY5" fmla="*/ 480982 h 739664"/>
                <a:gd name="connsiteX6" fmla="*/ 1400747 w 1492081"/>
                <a:gd name="connsiteY6" fmla="*/ 731314 h 739664"/>
                <a:gd name="connsiteX7" fmla="*/ 352035 w 1492081"/>
                <a:gd name="connsiteY7" fmla="*/ 455705 h 739664"/>
                <a:gd name="connsiteX0" fmla="*/ 352035 w 1492079"/>
                <a:gd name="connsiteY0" fmla="*/ 455705 h 739664"/>
                <a:gd name="connsiteX1" fmla="*/ 261478 w 1492079"/>
                <a:gd name="connsiteY1" fmla="*/ 591535 h 739664"/>
                <a:gd name="connsiteX2" fmla="*/ 0 w 1492079"/>
                <a:gd name="connsiteY2" fmla="*/ 0 h 739664"/>
                <a:gd name="connsiteX3" fmla="*/ 598691 w 1492079"/>
                <a:gd name="connsiteY3" fmla="*/ 85735 h 739664"/>
                <a:gd name="connsiteX4" fmla="*/ 508133 w 1492079"/>
                <a:gd name="connsiteY4" fmla="*/ 221567 h 739664"/>
                <a:gd name="connsiteX5" fmla="*/ 1492080 w 1492079"/>
                <a:gd name="connsiteY5" fmla="*/ 480982 h 739664"/>
                <a:gd name="connsiteX6" fmla="*/ 1133970 w 1492079"/>
                <a:gd name="connsiteY6" fmla="*/ 731314 h 739664"/>
                <a:gd name="connsiteX7" fmla="*/ 352035 w 1492079"/>
                <a:gd name="connsiteY7" fmla="*/ 455705 h 739664"/>
                <a:gd name="connsiteX0" fmla="*/ 352035 w 1225304"/>
                <a:gd name="connsiteY0" fmla="*/ 455705 h 739664"/>
                <a:gd name="connsiteX1" fmla="*/ 261478 w 1225304"/>
                <a:gd name="connsiteY1" fmla="*/ 591535 h 739664"/>
                <a:gd name="connsiteX2" fmla="*/ 0 w 1225304"/>
                <a:gd name="connsiteY2" fmla="*/ 0 h 739664"/>
                <a:gd name="connsiteX3" fmla="*/ 598691 w 1225304"/>
                <a:gd name="connsiteY3" fmla="*/ 85735 h 739664"/>
                <a:gd name="connsiteX4" fmla="*/ 508133 w 1225304"/>
                <a:gd name="connsiteY4" fmla="*/ 221567 h 739664"/>
                <a:gd name="connsiteX5" fmla="*/ 1225304 w 1225304"/>
                <a:gd name="connsiteY5" fmla="*/ 480982 h 739664"/>
                <a:gd name="connsiteX6" fmla="*/ 1133970 w 1225304"/>
                <a:gd name="connsiteY6" fmla="*/ 731314 h 739664"/>
                <a:gd name="connsiteX7" fmla="*/ 352035 w 1225304"/>
                <a:gd name="connsiteY7" fmla="*/ 455705 h 739664"/>
                <a:gd name="connsiteX0" fmla="*/ 352035 w 1225304"/>
                <a:gd name="connsiteY0" fmla="*/ 455705 h 803207"/>
                <a:gd name="connsiteX1" fmla="*/ 261478 w 1225304"/>
                <a:gd name="connsiteY1" fmla="*/ 591535 h 803207"/>
                <a:gd name="connsiteX2" fmla="*/ 0 w 1225304"/>
                <a:gd name="connsiteY2" fmla="*/ 0 h 803207"/>
                <a:gd name="connsiteX3" fmla="*/ 598691 w 1225304"/>
                <a:gd name="connsiteY3" fmla="*/ 85735 h 803207"/>
                <a:gd name="connsiteX4" fmla="*/ 508133 w 1225304"/>
                <a:gd name="connsiteY4" fmla="*/ 221567 h 803207"/>
                <a:gd name="connsiteX5" fmla="*/ 1225304 w 1225304"/>
                <a:gd name="connsiteY5" fmla="*/ 480982 h 803207"/>
                <a:gd name="connsiteX6" fmla="*/ 1108912 w 1225304"/>
                <a:gd name="connsiteY6" fmla="*/ 797381 h 803207"/>
                <a:gd name="connsiteX7" fmla="*/ 352035 w 1225304"/>
                <a:gd name="connsiteY7" fmla="*/ 455705 h 803207"/>
                <a:gd name="connsiteX0" fmla="*/ 352035 w 1207083"/>
                <a:gd name="connsiteY0" fmla="*/ 455705 h 803207"/>
                <a:gd name="connsiteX1" fmla="*/ 261478 w 1207083"/>
                <a:gd name="connsiteY1" fmla="*/ 591535 h 803207"/>
                <a:gd name="connsiteX2" fmla="*/ 0 w 1207083"/>
                <a:gd name="connsiteY2" fmla="*/ 0 h 803207"/>
                <a:gd name="connsiteX3" fmla="*/ 598691 w 1207083"/>
                <a:gd name="connsiteY3" fmla="*/ 85735 h 803207"/>
                <a:gd name="connsiteX4" fmla="*/ 508133 w 1207083"/>
                <a:gd name="connsiteY4" fmla="*/ 221567 h 803207"/>
                <a:gd name="connsiteX5" fmla="*/ 1207083 w 1207083"/>
                <a:gd name="connsiteY5" fmla="*/ 572100 h 803207"/>
                <a:gd name="connsiteX6" fmla="*/ 1108912 w 1207083"/>
                <a:gd name="connsiteY6" fmla="*/ 797381 h 803207"/>
                <a:gd name="connsiteX7" fmla="*/ 352035 w 1207083"/>
                <a:gd name="connsiteY7" fmla="*/ 455705 h 803207"/>
                <a:gd name="connsiteX0" fmla="*/ 352035 w 1207083"/>
                <a:gd name="connsiteY0" fmla="*/ 455705 h 803207"/>
                <a:gd name="connsiteX1" fmla="*/ 261478 w 1207083"/>
                <a:gd name="connsiteY1" fmla="*/ 591535 h 803207"/>
                <a:gd name="connsiteX2" fmla="*/ 0 w 1207083"/>
                <a:gd name="connsiteY2" fmla="*/ 0 h 803207"/>
                <a:gd name="connsiteX3" fmla="*/ 598691 w 1207083"/>
                <a:gd name="connsiteY3" fmla="*/ 85735 h 803207"/>
                <a:gd name="connsiteX4" fmla="*/ 508133 w 1207083"/>
                <a:gd name="connsiteY4" fmla="*/ 221567 h 803207"/>
                <a:gd name="connsiteX5" fmla="*/ 1207083 w 1207083"/>
                <a:gd name="connsiteY5" fmla="*/ 572100 h 803207"/>
                <a:gd name="connsiteX6" fmla="*/ 1108912 w 1207083"/>
                <a:gd name="connsiteY6" fmla="*/ 797381 h 803207"/>
                <a:gd name="connsiteX7" fmla="*/ 352035 w 1207083"/>
                <a:gd name="connsiteY7" fmla="*/ 455705 h 803207"/>
                <a:gd name="connsiteX0" fmla="*/ 352035 w 1207083"/>
                <a:gd name="connsiteY0" fmla="*/ 455705 h 836570"/>
                <a:gd name="connsiteX1" fmla="*/ 261478 w 1207083"/>
                <a:gd name="connsiteY1" fmla="*/ 591535 h 836570"/>
                <a:gd name="connsiteX2" fmla="*/ 0 w 1207083"/>
                <a:gd name="connsiteY2" fmla="*/ 0 h 836570"/>
                <a:gd name="connsiteX3" fmla="*/ 598691 w 1207083"/>
                <a:gd name="connsiteY3" fmla="*/ 85735 h 836570"/>
                <a:gd name="connsiteX4" fmla="*/ 508133 w 1207083"/>
                <a:gd name="connsiteY4" fmla="*/ 221567 h 836570"/>
                <a:gd name="connsiteX5" fmla="*/ 1207083 w 1207083"/>
                <a:gd name="connsiteY5" fmla="*/ 572100 h 836570"/>
                <a:gd name="connsiteX6" fmla="*/ 1102078 w 1207083"/>
                <a:gd name="connsiteY6" fmla="*/ 831549 h 836570"/>
                <a:gd name="connsiteX7" fmla="*/ 352035 w 1207083"/>
                <a:gd name="connsiteY7" fmla="*/ 455705 h 836570"/>
                <a:gd name="connsiteX0" fmla="*/ 352035 w 1207083"/>
                <a:gd name="connsiteY0" fmla="*/ 455705 h 831549"/>
                <a:gd name="connsiteX1" fmla="*/ 261478 w 1207083"/>
                <a:gd name="connsiteY1" fmla="*/ 591535 h 831549"/>
                <a:gd name="connsiteX2" fmla="*/ 0 w 1207083"/>
                <a:gd name="connsiteY2" fmla="*/ 0 h 831549"/>
                <a:gd name="connsiteX3" fmla="*/ 598691 w 1207083"/>
                <a:gd name="connsiteY3" fmla="*/ 85735 h 831549"/>
                <a:gd name="connsiteX4" fmla="*/ 508133 w 1207083"/>
                <a:gd name="connsiteY4" fmla="*/ 221567 h 831549"/>
                <a:gd name="connsiteX5" fmla="*/ 1207083 w 1207083"/>
                <a:gd name="connsiteY5" fmla="*/ 572100 h 831549"/>
                <a:gd name="connsiteX6" fmla="*/ 1102078 w 1207083"/>
                <a:gd name="connsiteY6" fmla="*/ 831549 h 831549"/>
                <a:gd name="connsiteX7" fmla="*/ 352035 w 1207083"/>
                <a:gd name="connsiteY7" fmla="*/ 455705 h 831549"/>
                <a:gd name="connsiteX0" fmla="*/ 352035 w 1207083"/>
                <a:gd name="connsiteY0" fmla="*/ 455705 h 831549"/>
                <a:gd name="connsiteX1" fmla="*/ 261478 w 1207083"/>
                <a:gd name="connsiteY1" fmla="*/ 591535 h 831549"/>
                <a:gd name="connsiteX2" fmla="*/ 0 w 1207083"/>
                <a:gd name="connsiteY2" fmla="*/ 0 h 831549"/>
                <a:gd name="connsiteX3" fmla="*/ 598691 w 1207083"/>
                <a:gd name="connsiteY3" fmla="*/ 85735 h 831549"/>
                <a:gd name="connsiteX4" fmla="*/ 508133 w 1207083"/>
                <a:gd name="connsiteY4" fmla="*/ 221567 h 831549"/>
                <a:gd name="connsiteX5" fmla="*/ 1207083 w 1207083"/>
                <a:gd name="connsiteY5" fmla="*/ 572100 h 831549"/>
                <a:gd name="connsiteX6" fmla="*/ 1102078 w 1207083"/>
                <a:gd name="connsiteY6" fmla="*/ 831549 h 831549"/>
                <a:gd name="connsiteX7" fmla="*/ 352035 w 1207083"/>
                <a:gd name="connsiteY7" fmla="*/ 455705 h 831549"/>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20106 w 1207083"/>
                <a:gd name="connsiteY0" fmla="*/ 434881 h 817884"/>
                <a:gd name="connsiteX1" fmla="*/ 261478 w 1207083"/>
                <a:gd name="connsiteY1" fmla="*/ 591535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20106 w 1207083"/>
                <a:gd name="connsiteY7" fmla="*/ 434881 h 817884"/>
                <a:gd name="connsiteX0" fmla="*/ 320106 w 1207083"/>
                <a:gd name="connsiteY0" fmla="*/ 434881 h 817884"/>
                <a:gd name="connsiteX1" fmla="*/ 207333 w 1207083"/>
                <a:gd name="connsiteY1" fmla="*/ 537398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20106 w 1207083"/>
                <a:gd name="connsiteY7" fmla="*/ 434881 h 817884"/>
                <a:gd name="connsiteX0" fmla="*/ 300674 w 1207083"/>
                <a:gd name="connsiteY0" fmla="*/ 423778 h 817884"/>
                <a:gd name="connsiteX1" fmla="*/ 207333 w 1207083"/>
                <a:gd name="connsiteY1" fmla="*/ 537398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00674 w 1207083"/>
                <a:gd name="connsiteY7" fmla="*/ 423778 h 817884"/>
                <a:gd name="connsiteX0" fmla="*/ 300674 w 1207083"/>
                <a:gd name="connsiteY0" fmla="*/ 423778 h 817884"/>
                <a:gd name="connsiteX1" fmla="*/ 207333 w 1207083"/>
                <a:gd name="connsiteY1" fmla="*/ 537398 h 817884"/>
                <a:gd name="connsiteX2" fmla="*/ 0 w 1207083"/>
                <a:gd name="connsiteY2" fmla="*/ 0 h 817884"/>
                <a:gd name="connsiteX3" fmla="*/ 536217 w 1207083"/>
                <a:gd name="connsiteY3" fmla="*/ 73244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00674 w 1207083"/>
                <a:gd name="connsiteY7" fmla="*/ 423778 h 817884"/>
                <a:gd name="connsiteX0" fmla="*/ 300674 w 1232067"/>
                <a:gd name="connsiteY0" fmla="*/ 423778 h 817884"/>
                <a:gd name="connsiteX1" fmla="*/ 207333 w 1232067"/>
                <a:gd name="connsiteY1" fmla="*/ 537398 h 817884"/>
                <a:gd name="connsiteX2" fmla="*/ 0 w 1232067"/>
                <a:gd name="connsiteY2" fmla="*/ 0 h 817884"/>
                <a:gd name="connsiteX3" fmla="*/ 536217 w 1232067"/>
                <a:gd name="connsiteY3" fmla="*/ 73244 h 817884"/>
                <a:gd name="connsiteX4" fmla="*/ 447053 w 1232067"/>
                <a:gd name="connsiteY4" fmla="*/ 202133 h 817884"/>
                <a:gd name="connsiteX5" fmla="*/ 1232068 w 1232067"/>
                <a:gd name="connsiteY5" fmla="*/ 519352 h 817884"/>
                <a:gd name="connsiteX6" fmla="*/ 1033737 w 1232067"/>
                <a:gd name="connsiteY6" fmla="*/ 817885 h 817884"/>
                <a:gd name="connsiteX7" fmla="*/ 300674 w 1232067"/>
                <a:gd name="connsiteY7" fmla="*/ 423778 h 817884"/>
                <a:gd name="connsiteX0" fmla="*/ 300674 w 1232067"/>
                <a:gd name="connsiteY0" fmla="*/ 423778 h 817884"/>
                <a:gd name="connsiteX1" fmla="*/ 207333 w 1232067"/>
                <a:gd name="connsiteY1" fmla="*/ 537398 h 817884"/>
                <a:gd name="connsiteX2" fmla="*/ 0 w 1232067"/>
                <a:gd name="connsiteY2" fmla="*/ 0 h 817884"/>
                <a:gd name="connsiteX3" fmla="*/ 536217 w 1232067"/>
                <a:gd name="connsiteY3" fmla="*/ 73244 h 817884"/>
                <a:gd name="connsiteX4" fmla="*/ 447053 w 1232067"/>
                <a:gd name="connsiteY4" fmla="*/ 202133 h 817884"/>
                <a:gd name="connsiteX5" fmla="*/ 1232068 w 1232067"/>
                <a:gd name="connsiteY5" fmla="*/ 519352 h 817884"/>
                <a:gd name="connsiteX6" fmla="*/ 1033737 w 1232067"/>
                <a:gd name="connsiteY6" fmla="*/ 817885 h 817884"/>
                <a:gd name="connsiteX7" fmla="*/ 300674 w 1232067"/>
                <a:gd name="connsiteY7" fmla="*/ 423778 h 817884"/>
                <a:gd name="connsiteX0" fmla="*/ 300674 w 1232067"/>
                <a:gd name="connsiteY0" fmla="*/ 423778 h 754029"/>
                <a:gd name="connsiteX1" fmla="*/ 207333 w 1232067"/>
                <a:gd name="connsiteY1" fmla="*/ 537398 h 754029"/>
                <a:gd name="connsiteX2" fmla="*/ 0 w 1232067"/>
                <a:gd name="connsiteY2" fmla="*/ 0 h 754029"/>
                <a:gd name="connsiteX3" fmla="*/ 536217 w 1232067"/>
                <a:gd name="connsiteY3" fmla="*/ 73244 h 754029"/>
                <a:gd name="connsiteX4" fmla="*/ 447053 w 1232067"/>
                <a:gd name="connsiteY4" fmla="*/ 202133 h 754029"/>
                <a:gd name="connsiteX5" fmla="*/ 1232068 w 1232067"/>
                <a:gd name="connsiteY5" fmla="*/ 519352 h 754029"/>
                <a:gd name="connsiteX6" fmla="*/ 1075379 w 1232067"/>
                <a:gd name="connsiteY6" fmla="*/ 754028 h 754029"/>
                <a:gd name="connsiteX7" fmla="*/ 300674 w 1232067"/>
                <a:gd name="connsiteY7" fmla="*/ 423778 h 754029"/>
                <a:gd name="connsiteX0" fmla="*/ 300674 w 1232067"/>
                <a:gd name="connsiteY0" fmla="*/ 423778 h 754977"/>
                <a:gd name="connsiteX1" fmla="*/ 207333 w 1232067"/>
                <a:gd name="connsiteY1" fmla="*/ 537398 h 754977"/>
                <a:gd name="connsiteX2" fmla="*/ 0 w 1232067"/>
                <a:gd name="connsiteY2" fmla="*/ 0 h 754977"/>
                <a:gd name="connsiteX3" fmla="*/ 536217 w 1232067"/>
                <a:gd name="connsiteY3" fmla="*/ 73244 h 754977"/>
                <a:gd name="connsiteX4" fmla="*/ 447053 w 1232067"/>
                <a:gd name="connsiteY4" fmla="*/ 202133 h 754977"/>
                <a:gd name="connsiteX5" fmla="*/ 1232068 w 1232067"/>
                <a:gd name="connsiteY5" fmla="*/ 519352 h 754977"/>
                <a:gd name="connsiteX6" fmla="*/ 1075379 w 1232067"/>
                <a:gd name="connsiteY6" fmla="*/ 754028 h 754977"/>
                <a:gd name="connsiteX7" fmla="*/ 300674 w 1232067"/>
                <a:gd name="connsiteY7" fmla="*/ 423778 h 754977"/>
                <a:gd name="connsiteX0" fmla="*/ 300674 w 1232067"/>
                <a:gd name="connsiteY0" fmla="*/ 423778 h 754921"/>
                <a:gd name="connsiteX1" fmla="*/ 207333 w 1232067"/>
                <a:gd name="connsiteY1" fmla="*/ 537398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300674 w 1232067"/>
                <a:gd name="connsiteY0" fmla="*/ 423778 h 754921"/>
                <a:gd name="connsiteX1" fmla="*/ 207333 w 1232067"/>
                <a:gd name="connsiteY1" fmla="*/ 537398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300674 w 1232067"/>
                <a:gd name="connsiteY0" fmla="*/ 423778 h 754921"/>
                <a:gd name="connsiteX1" fmla="*/ 142853 w 1232067"/>
                <a:gd name="connsiteY1" fmla="*/ 474799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447053 w 1232067"/>
                <a:gd name="connsiteY4" fmla="*/ 202133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392860 w 1232067"/>
                <a:gd name="connsiteY4" fmla="*/ 207745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412486 w 1232067"/>
                <a:gd name="connsiteY4" fmla="*/ 210547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36194 w 1232067"/>
                <a:gd name="connsiteY0" fmla="*/ 361179 h 754666"/>
                <a:gd name="connsiteX1" fmla="*/ 142853 w 1232067"/>
                <a:gd name="connsiteY1" fmla="*/ 474799 h 754666"/>
                <a:gd name="connsiteX2" fmla="*/ 0 w 1232067"/>
                <a:gd name="connsiteY2" fmla="*/ 0 h 754666"/>
                <a:gd name="connsiteX3" fmla="*/ 536217 w 1232067"/>
                <a:gd name="connsiteY3" fmla="*/ 73244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236194 w 1232067"/>
                <a:gd name="connsiteY0" fmla="*/ 361179 h 754666"/>
                <a:gd name="connsiteX1" fmla="*/ 142853 w 1232067"/>
                <a:gd name="connsiteY1" fmla="*/ 474799 h 754666"/>
                <a:gd name="connsiteX2" fmla="*/ 0 w 1232067"/>
                <a:gd name="connsiteY2" fmla="*/ 0 h 754666"/>
                <a:gd name="connsiteX3" fmla="*/ 512860 w 1232067"/>
                <a:gd name="connsiteY3" fmla="*/ 96606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236194 w 1232067"/>
                <a:gd name="connsiteY0" fmla="*/ 361179 h 754666"/>
                <a:gd name="connsiteX1" fmla="*/ 131639 w 1232067"/>
                <a:gd name="connsiteY1" fmla="*/ 459849 h 754666"/>
                <a:gd name="connsiteX2" fmla="*/ 0 w 1232067"/>
                <a:gd name="connsiteY2" fmla="*/ 0 h 754666"/>
                <a:gd name="connsiteX3" fmla="*/ 512860 w 1232067"/>
                <a:gd name="connsiteY3" fmla="*/ 96606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153962 w 1149835"/>
                <a:gd name="connsiteY0" fmla="*/ 282698 h 676185"/>
                <a:gd name="connsiteX1" fmla="*/ 49407 w 1149835"/>
                <a:gd name="connsiteY1" fmla="*/ 381368 h 676185"/>
                <a:gd name="connsiteX2" fmla="*/ 0 w 1149835"/>
                <a:gd name="connsiteY2" fmla="*/ -1 h 676185"/>
                <a:gd name="connsiteX3" fmla="*/ 430628 w 1149835"/>
                <a:gd name="connsiteY3" fmla="*/ 18125 h 676185"/>
                <a:gd name="connsiteX4" fmla="*/ 330254 w 1149835"/>
                <a:gd name="connsiteY4" fmla="*/ 132066 h 676185"/>
                <a:gd name="connsiteX5" fmla="*/ 1149836 w 1149835"/>
                <a:gd name="connsiteY5" fmla="*/ 440871 h 676185"/>
                <a:gd name="connsiteX6" fmla="*/ 993147 w 1149835"/>
                <a:gd name="connsiteY6" fmla="*/ 675547 h 676185"/>
                <a:gd name="connsiteX7" fmla="*/ 153962 w 1149835"/>
                <a:gd name="connsiteY7" fmla="*/ 282698 h 676185"/>
                <a:gd name="connsiteX0" fmla="*/ 151160 w 1147033"/>
                <a:gd name="connsiteY0" fmla="*/ 302322 h 695809"/>
                <a:gd name="connsiteX1" fmla="*/ 46605 w 1147033"/>
                <a:gd name="connsiteY1" fmla="*/ 400992 h 695809"/>
                <a:gd name="connsiteX2" fmla="*/ 0 w 1147033"/>
                <a:gd name="connsiteY2" fmla="*/ 1 h 695809"/>
                <a:gd name="connsiteX3" fmla="*/ 427826 w 1147033"/>
                <a:gd name="connsiteY3" fmla="*/ 37749 h 695809"/>
                <a:gd name="connsiteX4" fmla="*/ 327452 w 1147033"/>
                <a:gd name="connsiteY4" fmla="*/ 151690 h 695809"/>
                <a:gd name="connsiteX5" fmla="*/ 1147034 w 1147033"/>
                <a:gd name="connsiteY5" fmla="*/ 460495 h 695809"/>
                <a:gd name="connsiteX6" fmla="*/ 990345 w 1147033"/>
                <a:gd name="connsiteY6" fmla="*/ 695171 h 695809"/>
                <a:gd name="connsiteX7" fmla="*/ 151160 w 1147033"/>
                <a:gd name="connsiteY7" fmla="*/ 302322 h 695809"/>
                <a:gd name="connsiteX0" fmla="*/ 108181 w 1104054"/>
                <a:gd name="connsiteY0" fmla="*/ 322882 h 716369"/>
                <a:gd name="connsiteX1" fmla="*/ 3626 w 1104054"/>
                <a:gd name="connsiteY1" fmla="*/ 421552 h 716369"/>
                <a:gd name="connsiteX2" fmla="*/ 1 w 1104054"/>
                <a:gd name="connsiteY2" fmla="*/ 0 h 716369"/>
                <a:gd name="connsiteX3" fmla="*/ 384847 w 1104054"/>
                <a:gd name="connsiteY3" fmla="*/ 58309 h 716369"/>
                <a:gd name="connsiteX4" fmla="*/ 284473 w 1104054"/>
                <a:gd name="connsiteY4" fmla="*/ 172250 h 716369"/>
                <a:gd name="connsiteX5" fmla="*/ 1104055 w 1104054"/>
                <a:gd name="connsiteY5" fmla="*/ 481055 h 716369"/>
                <a:gd name="connsiteX6" fmla="*/ 947366 w 1104054"/>
                <a:gd name="connsiteY6" fmla="*/ 715731 h 716369"/>
                <a:gd name="connsiteX7" fmla="*/ 108181 w 1104054"/>
                <a:gd name="connsiteY7" fmla="*/ 322882 h 71636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305967 w 1125548"/>
                <a:gd name="connsiteY4" fmla="*/ 208690 h 752809"/>
                <a:gd name="connsiteX5" fmla="*/ 1125549 w 1125548"/>
                <a:gd name="connsiteY5" fmla="*/ 517495 h 752809"/>
                <a:gd name="connsiteX6" fmla="*/ 968860 w 1125548"/>
                <a:gd name="connsiteY6" fmla="*/ 752171 h 752809"/>
                <a:gd name="connsiteX7" fmla="*/ 129675 w 1125548"/>
                <a:gd name="connsiteY7" fmla="*/ 359322 h 75280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278717 w 1125548"/>
                <a:gd name="connsiteY4" fmla="*/ 204799 h 752809"/>
                <a:gd name="connsiteX5" fmla="*/ 1125549 w 1125548"/>
                <a:gd name="connsiteY5" fmla="*/ 517495 h 752809"/>
                <a:gd name="connsiteX6" fmla="*/ 968860 w 1125548"/>
                <a:gd name="connsiteY6" fmla="*/ 752171 h 752809"/>
                <a:gd name="connsiteX7" fmla="*/ 129675 w 1125548"/>
                <a:gd name="connsiteY7" fmla="*/ 359322 h 75280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291952 w 1125548"/>
                <a:gd name="connsiteY4" fmla="*/ 190005 h 752809"/>
                <a:gd name="connsiteX5" fmla="*/ 1125549 w 1125548"/>
                <a:gd name="connsiteY5" fmla="*/ 517495 h 752809"/>
                <a:gd name="connsiteX6" fmla="*/ 968860 w 1125548"/>
                <a:gd name="connsiteY6" fmla="*/ 752171 h 752809"/>
                <a:gd name="connsiteX7" fmla="*/ 129675 w 1125548"/>
                <a:gd name="connsiteY7" fmla="*/ 359322 h 752809"/>
                <a:gd name="connsiteX0" fmla="*/ 116439 w 1125548"/>
                <a:gd name="connsiteY0" fmla="*/ 374117 h 752855"/>
                <a:gd name="connsiteX1" fmla="*/ 25120 w 1125548"/>
                <a:gd name="connsiteY1" fmla="*/ 457992 h 752855"/>
                <a:gd name="connsiteX2" fmla="*/ -1 w 1125548"/>
                <a:gd name="connsiteY2" fmla="*/ 0 h 752855"/>
                <a:gd name="connsiteX3" fmla="*/ 406341 w 1125548"/>
                <a:gd name="connsiteY3" fmla="*/ 94749 h 752855"/>
                <a:gd name="connsiteX4" fmla="*/ 291952 w 1125548"/>
                <a:gd name="connsiteY4" fmla="*/ 190005 h 752855"/>
                <a:gd name="connsiteX5" fmla="*/ 1125549 w 1125548"/>
                <a:gd name="connsiteY5" fmla="*/ 517495 h 752855"/>
                <a:gd name="connsiteX6" fmla="*/ 968860 w 1125548"/>
                <a:gd name="connsiteY6" fmla="*/ 752171 h 752855"/>
                <a:gd name="connsiteX7" fmla="*/ 116439 w 1125548"/>
                <a:gd name="connsiteY7" fmla="*/ 374117 h 752855"/>
                <a:gd name="connsiteX0" fmla="*/ 116439 w 1111531"/>
                <a:gd name="connsiteY0" fmla="*/ 374117 h 752855"/>
                <a:gd name="connsiteX1" fmla="*/ 25120 w 1111531"/>
                <a:gd name="connsiteY1" fmla="*/ 457992 h 752855"/>
                <a:gd name="connsiteX2" fmla="*/ -1 w 1111531"/>
                <a:gd name="connsiteY2" fmla="*/ 0 h 752855"/>
                <a:gd name="connsiteX3" fmla="*/ 406341 w 1111531"/>
                <a:gd name="connsiteY3" fmla="*/ 94749 h 752855"/>
                <a:gd name="connsiteX4" fmla="*/ 291952 w 1111531"/>
                <a:gd name="connsiteY4" fmla="*/ 190005 h 752855"/>
                <a:gd name="connsiteX5" fmla="*/ 1111531 w 1111531"/>
                <a:gd name="connsiteY5" fmla="*/ 537744 h 752855"/>
                <a:gd name="connsiteX6" fmla="*/ 968860 w 1111531"/>
                <a:gd name="connsiteY6" fmla="*/ 752171 h 752855"/>
                <a:gd name="connsiteX7" fmla="*/ 116439 w 1111531"/>
                <a:gd name="connsiteY7" fmla="*/ 374117 h 752855"/>
                <a:gd name="connsiteX0" fmla="*/ 118770 w 1113862"/>
                <a:gd name="connsiteY0" fmla="*/ 318830 h 697568"/>
                <a:gd name="connsiteX1" fmla="*/ 27451 w 1113862"/>
                <a:gd name="connsiteY1" fmla="*/ 402705 h 697568"/>
                <a:gd name="connsiteX2" fmla="*/ 0 w 1113862"/>
                <a:gd name="connsiteY2" fmla="*/ 0 h 697568"/>
                <a:gd name="connsiteX3" fmla="*/ 408672 w 1113862"/>
                <a:gd name="connsiteY3" fmla="*/ 39462 h 697568"/>
                <a:gd name="connsiteX4" fmla="*/ 294283 w 1113862"/>
                <a:gd name="connsiteY4" fmla="*/ 134718 h 697568"/>
                <a:gd name="connsiteX5" fmla="*/ 1113862 w 1113862"/>
                <a:gd name="connsiteY5" fmla="*/ 482457 h 697568"/>
                <a:gd name="connsiteX6" fmla="*/ 971191 w 1113862"/>
                <a:gd name="connsiteY6" fmla="*/ 696884 h 697568"/>
                <a:gd name="connsiteX7" fmla="*/ 118770 w 1113862"/>
                <a:gd name="connsiteY7" fmla="*/ 318830 h 697568"/>
                <a:gd name="connsiteX0" fmla="*/ 118770 w 1113862"/>
                <a:gd name="connsiteY0" fmla="*/ 318830 h 697568"/>
                <a:gd name="connsiteX1" fmla="*/ 9542 w 1113862"/>
                <a:gd name="connsiteY1" fmla="*/ 411272 h 697568"/>
                <a:gd name="connsiteX2" fmla="*/ 0 w 1113862"/>
                <a:gd name="connsiteY2" fmla="*/ 0 h 697568"/>
                <a:gd name="connsiteX3" fmla="*/ 408672 w 1113862"/>
                <a:gd name="connsiteY3" fmla="*/ 39462 h 697568"/>
                <a:gd name="connsiteX4" fmla="*/ 294283 w 1113862"/>
                <a:gd name="connsiteY4" fmla="*/ 134718 h 697568"/>
                <a:gd name="connsiteX5" fmla="*/ 1113862 w 1113862"/>
                <a:gd name="connsiteY5" fmla="*/ 482457 h 697568"/>
                <a:gd name="connsiteX6" fmla="*/ 971191 w 1113862"/>
                <a:gd name="connsiteY6" fmla="*/ 696884 h 697568"/>
                <a:gd name="connsiteX7" fmla="*/ 118770 w 1113862"/>
                <a:gd name="connsiteY7" fmla="*/ 318830 h 69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862" h="697568">
                  <a:moveTo>
                    <a:pt x="118770" y="318830"/>
                  </a:moveTo>
                  <a:lnTo>
                    <a:pt x="9542" y="411272"/>
                  </a:lnTo>
                  <a:cubicBezTo>
                    <a:pt x="8334" y="270755"/>
                    <a:pt x="1208" y="140517"/>
                    <a:pt x="0" y="0"/>
                  </a:cubicBezTo>
                  <a:lnTo>
                    <a:pt x="408672" y="39462"/>
                  </a:lnTo>
                  <a:lnTo>
                    <a:pt x="294283" y="134718"/>
                  </a:lnTo>
                  <a:cubicBezTo>
                    <a:pt x="519766" y="375244"/>
                    <a:pt x="768330" y="467669"/>
                    <a:pt x="1113862" y="482457"/>
                  </a:cubicBezTo>
                  <a:lnTo>
                    <a:pt x="971191" y="696884"/>
                  </a:lnTo>
                  <a:cubicBezTo>
                    <a:pt x="619380" y="710504"/>
                    <a:pt x="299329" y="518922"/>
                    <a:pt x="118770" y="318830"/>
                  </a:cubicBezTo>
                  <a:close/>
                </a:path>
              </a:pathLst>
            </a:custGeom>
            <a:gradFill flip="none" rotWithShape="1">
              <a:gsLst>
                <a:gs pos="53200">
                  <a:schemeClr val="accent1">
                    <a:alpha val="12000"/>
                  </a:schemeClr>
                </a:gs>
                <a:gs pos="22000">
                  <a:schemeClr val="accent1">
                    <a:alpha val="0"/>
                  </a:schemeClr>
                </a:gs>
                <a:gs pos="85000">
                  <a:schemeClr val="accent1"/>
                </a:gs>
              </a:gsLst>
              <a:lin ang="12000000" scaled="0"/>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sp>
          <p:nvSpPr>
            <p:cNvPr id="138" name="任意多边形: 形状 137">
              <a:extLst>
                <a:ext uri="{FF2B5EF4-FFF2-40B4-BE49-F238E27FC236}">
                  <a16:creationId xmlns:a16="http://schemas.microsoft.com/office/drawing/2014/main" id="{CD174430-119A-F79A-DB8B-F88CEBF21C56}"/>
                </a:ext>
              </a:extLst>
            </p:cNvPr>
            <p:cNvSpPr/>
            <p:nvPr/>
          </p:nvSpPr>
          <p:spPr>
            <a:xfrm rot="5724074" flipH="1">
              <a:off x="4102695" y="4333674"/>
              <a:ext cx="481730" cy="301689"/>
            </a:xfrm>
            <a:custGeom>
              <a:avLst/>
              <a:gdLst>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682205 w 2247478"/>
                <a:gd name="connsiteY4" fmla="*/ 350473 h 927229"/>
                <a:gd name="connsiteX5" fmla="*/ 840157 w 2247478"/>
                <a:gd name="connsiteY5" fmla="*/ 436505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11" fmla="*/ 539202 w 2247478"/>
                <a:gd name="connsiteY11" fmla="*/ 564970 h 927229"/>
                <a:gd name="connsiteX12" fmla="*/ 532038 w 2247478"/>
                <a:gd name="connsiteY12" fmla="*/ 575715 h 927229"/>
                <a:gd name="connsiteX13" fmla="*/ 352035 w 2247478"/>
                <a:gd name="connsiteY13" fmla="*/ 455705 h 927229"/>
                <a:gd name="connsiteX14" fmla="*/ 261478 w 2247478"/>
                <a:gd name="connsiteY14" fmla="*/ 591535 h 927229"/>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682205 w 2247478"/>
                <a:gd name="connsiteY4" fmla="*/ 350473 h 927229"/>
                <a:gd name="connsiteX5" fmla="*/ 2131309 w 2247478"/>
                <a:gd name="connsiteY5" fmla="*/ 653456 h 927229"/>
                <a:gd name="connsiteX6" fmla="*/ 2230699 w 2247478"/>
                <a:gd name="connsiteY6" fmla="*/ 637393 h 927229"/>
                <a:gd name="connsiteX7" fmla="*/ 2247478 w 2247478"/>
                <a:gd name="connsiteY7" fmla="*/ 894834 h 927229"/>
                <a:gd name="connsiteX8" fmla="*/ 2162057 w 2247478"/>
                <a:gd name="connsiteY8" fmla="*/ 908640 h 927229"/>
                <a:gd name="connsiteX9" fmla="*/ 727668 w 2247478"/>
                <a:gd name="connsiteY9" fmla="*/ 667620 h 927229"/>
                <a:gd name="connsiteX10" fmla="*/ 539202 w 2247478"/>
                <a:gd name="connsiteY10" fmla="*/ 564970 h 927229"/>
                <a:gd name="connsiteX11" fmla="*/ 532038 w 2247478"/>
                <a:gd name="connsiteY11" fmla="*/ 575715 h 927229"/>
                <a:gd name="connsiteX12" fmla="*/ 352035 w 2247478"/>
                <a:gd name="connsiteY12" fmla="*/ 455705 h 927229"/>
                <a:gd name="connsiteX13" fmla="*/ 261478 w 2247478"/>
                <a:gd name="connsiteY13" fmla="*/ 591535 h 927229"/>
                <a:gd name="connsiteX14" fmla="*/ 0 w 2247478"/>
                <a:gd name="connsiteY14" fmla="*/ 0 h 927229"/>
                <a:gd name="connsiteX0" fmla="*/ 0 w 2247478"/>
                <a:gd name="connsiteY0" fmla="*/ 0 h 927229"/>
                <a:gd name="connsiteX1" fmla="*/ 598691 w 2247478"/>
                <a:gd name="connsiteY1" fmla="*/ 85735 h 927229"/>
                <a:gd name="connsiteX2" fmla="*/ 508133 w 2247478"/>
                <a:gd name="connsiteY2" fmla="*/ 221567 h 927229"/>
                <a:gd name="connsiteX3" fmla="*/ 688137 w 2247478"/>
                <a:gd name="connsiteY3" fmla="*/ 341575 h 927229"/>
                <a:gd name="connsiteX4" fmla="*/ 2131309 w 2247478"/>
                <a:gd name="connsiteY4" fmla="*/ 653456 h 927229"/>
                <a:gd name="connsiteX5" fmla="*/ 2230699 w 2247478"/>
                <a:gd name="connsiteY5" fmla="*/ 637393 h 927229"/>
                <a:gd name="connsiteX6" fmla="*/ 2247478 w 2247478"/>
                <a:gd name="connsiteY6" fmla="*/ 894834 h 927229"/>
                <a:gd name="connsiteX7" fmla="*/ 2162057 w 2247478"/>
                <a:gd name="connsiteY7" fmla="*/ 908640 h 927229"/>
                <a:gd name="connsiteX8" fmla="*/ 727668 w 2247478"/>
                <a:gd name="connsiteY8" fmla="*/ 667620 h 927229"/>
                <a:gd name="connsiteX9" fmla="*/ 539202 w 2247478"/>
                <a:gd name="connsiteY9" fmla="*/ 564970 h 927229"/>
                <a:gd name="connsiteX10" fmla="*/ 532038 w 2247478"/>
                <a:gd name="connsiteY10" fmla="*/ 575715 h 927229"/>
                <a:gd name="connsiteX11" fmla="*/ 352035 w 2247478"/>
                <a:gd name="connsiteY11" fmla="*/ 455705 h 927229"/>
                <a:gd name="connsiteX12" fmla="*/ 261478 w 2247478"/>
                <a:gd name="connsiteY12" fmla="*/ 591535 h 927229"/>
                <a:gd name="connsiteX13" fmla="*/ 0 w 2247478"/>
                <a:gd name="connsiteY13" fmla="*/ 0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688137 w 2247478"/>
                <a:gd name="connsiteY6" fmla="*/ 341575 h 927229"/>
                <a:gd name="connsiteX7" fmla="*/ 2131309 w 2247478"/>
                <a:gd name="connsiteY7" fmla="*/ 653456 h 927229"/>
                <a:gd name="connsiteX8" fmla="*/ 2230699 w 2247478"/>
                <a:gd name="connsiteY8" fmla="*/ 637393 h 927229"/>
                <a:gd name="connsiteX9" fmla="*/ 2247478 w 2247478"/>
                <a:gd name="connsiteY9" fmla="*/ 894834 h 927229"/>
                <a:gd name="connsiteX10" fmla="*/ 2162057 w 2247478"/>
                <a:gd name="connsiteY10" fmla="*/ 908640 h 927229"/>
                <a:gd name="connsiteX11" fmla="*/ 727668 w 2247478"/>
                <a:gd name="connsiteY11" fmla="*/ 667620 h 927229"/>
                <a:gd name="connsiteX12" fmla="*/ 539202 w 2247478"/>
                <a:gd name="connsiteY12" fmla="*/ 564970 h 927229"/>
                <a:gd name="connsiteX13" fmla="*/ 676860 w 2247478"/>
                <a:gd name="connsiteY13"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688137 w 2247478"/>
                <a:gd name="connsiteY6" fmla="*/ 341575 h 927229"/>
                <a:gd name="connsiteX7" fmla="*/ 2131309 w 2247478"/>
                <a:gd name="connsiteY7" fmla="*/ 653456 h 927229"/>
                <a:gd name="connsiteX8" fmla="*/ 2230699 w 2247478"/>
                <a:gd name="connsiteY8" fmla="*/ 637393 h 927229"/>
                <a:gd name="connsiteX9" fmla="*/ 2247478 w 2247478"/>
                <a:gd name="connsiteY9" fmla="*/ 894834 h 927229"/>
                <a:gd name="connsiteX10" fmla="*/ 2162057 w 2247478"/>
                <a:gd name="connsiteY10" fmla="*/ 908640 h 927229"/>
                <a:gd name="connsiteX11" fmla="*/ 727668 w 2247478"/>
                <a:gd name="connsiteY11" fmla="*/ 667620 h 927229"/>
                <a:gd name="connsiteX12" fmla="*/ 676860 w 2247478"/>
                <a:gd name="connsiteY12"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11" fmla="*/ 676860 w 2247478"/>
                <a:gd name="connsiteY11" fmla="*/ 720537 h 927229"/>
                <a:gd name="connsiteX0" fmla="*/ 532038 w 2247478"/>
                <a:gd name="connsiteY0" fmla="*/ 575715 h 927229"/>
                <a:gd name="connsiteX1" fmla="*/ 352035 w 2247478"/>
                <a:gd name="connsiteY1" fmla="*/ 455705 h 927229"/>
                <a:gd name="connsiteX2" fmla="*/ 261478 w 2247478"/>
                <a:gd name="connsiteY2" fmla="*/ 591535 h 927229"/>
                <a:gd name="connsiteX3" fmla="*/ 0 w 2247478"/>
                <a:gd name="connsiteY3" fmla="*/ 0 h 927229"/>
                <a:gd name="connsiteX4" fmla="*/ 598691 w 2247478"/>
                <a:gd name="connsiteY4" fmla="*/ 85735 h 927229"/>
                <a:gd name="connsiteX5" fmla="*/ 508133 w 2247478"/>
                <a:gd name="connsiteY5" fmla="*/ 221567 h 927229"/>
                <a:gd name="connsiteX6" fmla="*/ 2131309 w 2247478"/>
                <a:gd name="connsiteY6" fmla="*/ 653456 h 927229"/>
                <a:gd name="connsiteX7" fmla="*/ 2230699 w 2247478"/>
                <a:gd name="connsiteY7" fmla="*/ 637393 h 927229"/>
                <a:gd name="connsiteX8" fmla="*/ 2247478 w 2247478"/>
                <a:gd name="connsiteY8" fmla="*/ 894834 h 927229"/>
                <a:gd name="connsiteX9" fmla="*/ 2162057 w 2247478"/>
                <a:gd name="connsiteY9" fmla="*/ 908640 h 927229"/>
                <a:gd name="connsiteX10" fmla="*/ 727668 w 2247478"/>
                <a:gd name="connsiteY10" fmla="*/ 667620 h 927229"/>
                <a:gd name="connsiteX0" fmla="*/ 532038 w 2247478"/>
                <a:gd name="connsiteY0" fmla="*/ 575715 h 908640"/>
                <a:gd name="connsiteX1" fmla="*/ 352035 w 2247478"/>
                <a:gd name="connsiteY1" fmla="*/ 455705 h 908640"/>
                <a:gd name="connsiteX2" fmla="*/ 261478 w 2247478"/>
                <a:gd name="connsiteY2" fmla="*/ 591535 h 908640"/>
                <a:gd name="connsiteX3" fmla="*/ 0 w 2247478"/>
                <a:gd name="connsiteY3" fmla="*/ 0 h 908640"/>
                <a:gd name="connsiteX4" fmla="*/ 598691 w 2247478"/>
                <a:gd name="connsiteY4" fmla="*/ 85735 h 908640"/>
                <a:gd name="connsiteX5" fmla="*/ 508133 w 2247478"/>
                <a:gd name="connsiteY5" fmla="*/ 221567 h 908640"/>
                <a:gd name="connsiteX6" fmla="*/ 2131309 w 2247478"/>
                <a:gd name="connsiteY6" fmla="*/ 653456 h 908640"/>
                <a:gd name="connsiteX7" fmla="*/ 2230699 w 2247478"/>
                <a:gd name="connsiteY7" fmla="*/ 637393 h 908640"/>
                <a:gd name="connsiteX8" fmla="*/ 2247478 w 2247478"/>
                <a:gd name="connsiteY8" fmla="*/ 894834 h 908640"/>
                <a:gd name="connsiteX9" fmla="*/ 2162057 w 2247478"/>
                <a:gd name="connsiteY9" fmla="*/ 908640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30699 w 2247478"/>
                <a:gd name="connsiteY6" fmla="*/ 637393 h 908640"/>
                <a:gd name="connsiteX7" fmla="*/ 2247478 w 2247478"/>
                <a:gd name="connsiteY7" fmla="*/ 894834 h 908640"/>
                <a:gd name="connsiteX8" fmla="*/ 2162057 w 2247478"/>
                <a:gd name="connsiteY8" fmla="*/ 908640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30699 w 2247478"/>
                <a:gd name="connsiteY6" fmla="*/ 637393 h 908640"/>
                <a:gd name="connsiteX7" fmla="*/ 2247478 w 2247478"/>
                <a:gd name="connsiteY7" fmla="*/ 894834 h 908640"/>
                <a:gd name="connsiteX8" fmla="*/ 2162057 w 2247478"/>
                <a:gd name="connsiteY8" fmla="*/ 908640 h 908640"/>
                <a:gd name="connsiteX9" fmla="*/ 352035 w 2247478"/>
                <a:gd name="connsiteY9" fmla="*/ 455705 h 908640"/>
                <a:gd name="connsiteX0" fmla="*/ 352035 w 2247478"/>
                <a:gd name="connsiteY0" fmla="*/ 455705 h 908640"/>
                <a:gd name="connsiteX1" fmla="*/ 261478 w 2247478"/>
                <a:gd name="connsiteY1" fmla="*/ 591535 h 908640"/>
                <a:gd name="connsiteX2" fmla="*/ 0 w 2247478"/>
                <a:gd name="connsiteY2" fmla="*/ 0 h 908640"/>
                <a:gd name="connsiteX3" fmla="*/ 598691 w 2247478"/>
                <a:gd name="connsiteY3" fmla="*/ 85735 h 908640"/>
                <a:gd name="connsiteX4" fmla="*/ 508133 w 2247478"/>
                <a:gd name="connsiteY4" fmla="*/ 221567 h 908640"/>
                <a:gd name="connsiteX5" fmla="*/ 2131309 w 2247478"/>
                <a:gd name="connsiteY5" fmla="*/ 653456 h 908640"/>
                <a:gd name="connsiteX6" fmla="*/ 2247478 w 2247478"/>
                <a:gd name="connsiteY6" fmla="*/ 894834 h 908640"/>
                <a:gd name="connsiteX7" fmla="*/ 2162057 w 2247478"/>
                <a:gd name="connsiteY7" fmla="*/ 908640 h 908640"/>
                <a:gd name="connsiteX8" fmla="*/ 352035 w 2247478"/>
                <a:gd name="connsiteY8" fmla="*/ 455705 h 908640"/>
                <a:gd name="connsiteX0" fmla="*/ 352035 w 2162058"/>
                <a:gd name="connsiteY0" fmla="*/ 455705 h 908640"/>
                <a:gd name="connsiteX1" fmla="*/ 261478 w 2162058"/>
                <a:gd name="connsiteY1" fmla="*/ 591535 h 908640"/>
                <a:gd name="connsiteX2" fmla="*/ 0 w 2162058"/>
                <a:gd name="connsiteY2" fmla="*/ 0 h 908640"/>
                <a:gd name="connsiteX3" fmla="*/ 598691 w 2162058"/>
                <a:gd name="connsiteY3" fmla="*/ 85735 h 908640"/>
                <a:gd name="connsiteX4" fmla="*/ 508133 w 2162058"/>
                <a:gd name="connsiteY4" fmla="*/ 221567 h 908640"/>
                <a:gd name="connsiteX5" fmla="*/ 2131309 w 2162058"/>
                <a:gd name="connsiteY5" fmla="*/ 653456 h 908640"/>
                <a:gd name="connsiteX6" fmla="*/ 2162057 w 2162058"/>
                <a:gd name="connsiteY6" fmla="*/ 908640 h 908640"/>
                <a:gd name="connsiteX7" fmla="*/ 352035 w 2162058"/>
                <a:gd name="connsiteY7" fmla="*/ 455705 h 908640"/>
                <a:gd name="connsiteX0" fmla="*/ 352035 w 2131309"/>
                <a:gd name="connsiteY0" fmla="*/ 455705 h 718922"/>
                <a:gd name="connsiteX1" fmla="*/ 261478 w 2131309"/>
                <a:gd name="connsiteY1" fmla="*/ 591535 h 718922"/>
                <a:gd name="connsiteX2" fmla="*/ 0 w 2131309"/>
                <a:gd name="connsiteY2" fmla="*/ 0 h 718922"/>
                <a:gd name="connsiteX3" fmla="*/ 598691 w 2131309"/>
                <a:gd name="connsiteY3" fmla="*/ 85735 h 718922"/>
                <a:gd name="connsiteX4" fmla="*/ 508133 w 2131309"/>
                <a:gd name="connsiteY4" fmla="*/ 221567 h 718922"/>
                <a:gd name="connsiteX5" fmla="*/ 2131309 w 2131309"/>
                <a:gd name="connsiteY5" fmla="*/ 653456 h 718922"/>
                <a:gd name="connsiteX6" fmla="*/ 1338448 w 2131309"/>
                <a:gd name="connsiteY6" fmla="*/ 718923 h 718922"/>
                <a:gd name="connsiteX7" fmla="*/ 352035 w 2131309"/>
                <a:gd name="connsiteY7" fmla="*/ 455705 h 718922"/>
                <a:gd name="connsiteX0" fmla="*/ 352035 w 1492079"/>
                <a:gd name="connsiteY0" fmla="*/ 455705 h 718924"/>
                <a:gd name="connsiteX1" fmla="*/ 261478 w 1492079"/>
                <a:gd name="connsiteY1" fmla="*/ 591535 h 718924"/>
                <a:gd name="connsiteX2" fmla="*/ 0 w 1492079"/>
                <a:gd name="connsiteY2" fmla="*/ 0 h 718924"/>
                <a:gd name="connsiteX3" fmla="*/ 598691 w 1492079"/>
                <a:gd name="connsiteY3" fmla="*/ 85735 h 718924"/>
                <a:gd name="connsiteX4" fmla="*/ 508133 w 1492079"/>
                <a:gd name="connsiteY4" fmla="*/ 221567 h 718924"/>
                <a:gd name="connsiteX5" fmla="*/ 1492080 w 1492079"/>
                <a:gd name="connsiteY5" fmla="*/ 480982 h 718924"/>
                <a:gd name="connsiteX6" fmla="*/ 1338448 w 1492079"/>
                <a:gd name="connsiteY6" fmla="*/ 718923 h 718924"/>
                <a:gd name="connsiteX7" fmla="*/ 352035 w 1492079"/>
                <a:gd name="connsiteY7" fmla="*/ 455705 h 718924"/>
                <a:gd name="connsiteX0" fmla="*/ 352035 w 1492081"/>
                <a:gd name="connsiteY0" fmla="*/ 455705 h 731314"/>
                <a:gd name="connsiteX1" fmla="*/ 261478 w 1492081"/>
                <a:gd name="connsiteY1" fmla="*/ 591535 h 731314"/>
                <a:gd name="connsiteX2" fmla="*/ 0 w 1492081"/>
                <a:gd name="connsiteY2" fmla="*/ 0 h 731314"/>
                <a:gd name="connsiteX3" fmla="*/ 598691 w 1492081"/>
                <a:gd name="connsiteY3" fmla="*/ 85735 h 731314"/>
                <a:gd name="connsiteX4" fmla="*/ 508133 w 1492081"/>
                <a:gd name="connsiteY4" fmla="*/ 221567 h 731314"/>
                <a:gd name="connsiteX5" fmla="*/ 1492080 w 1492081"/>
                <a:gd name="connsiteY5" fmla="*/ 480982 h 731314"/>
                <a:gd name="connsiteX6" fmla="*/ 1400747 w 1492081"/>
                <a:gd name="connsiteY6" fmla="*/ 731314 h 731314"/>
                <a:gd name="connsiteX7" fmla="*/ 352035 w 1492081"/>
                <a:gd name="connsiteY7" fmla="*/ 455705 h 731314"/>
                <a:gd name="connsiteX0" fmla="*/ 352035 w 1492079"/>
                <a:gd name="connsiteY0" fmla="*/ 455705 h 736059"/>
                <a:gd name="connsiteX1" fmla="*/ 261478 w 1492079"/>
                <a:gd name="connsiteY1" fmla="*/ 591535 h 736059"/>
                <a:gd name="connsiteX2" fmla="*/ 0 w 1492079"/>
                <a:gd name="connsiteY2" fmla="*/ 0 h 736059"/>
                <a:gd name="connsiteX3" fmla="*/ 598691 w 1492079"/>
                <a:gd name="connsiteY3" fmla="*/ 85735 h 736059"/>
                <a:gd name="connsiteX4" fmla="*/ 508133 w 1492079"/>
                <a:gd name="connsiteY4" fmla="*/ 221567 h 736059"/>
                <a:gd name="connsiteX5" fmla="*/ 1492080 w 1492079"/>
                <a:gd name="connsiteY5" fmla="*/ 480982 h 736059"/>
                <a:gd name="connsiteX6" fmla="*/ 1400747 w 1492079"/>
                <a:gd name="connsiteY6" fmla="*/ 731314 h 736059"/>
                <a:gd name="connsiteX7" fmla="*/ 352035 w 1492079"/>
                <a:gd name="connsiteY7" fmla="*/ 455705 h 736059"/>
                <a:gd name="connsiteX0" fmla="*/ 352035 w 1492081"/>
                <a:gd name="connsiteY0" fmla="*/ 455705 h 739664"/>
                <a:gd name="connsiteX1" fmla="*/ 261478 w 1492081"/>
                <a:gd name="connsiteY1" fmla="*/ 591535 h 739664"/>
                <a:gd name="connsiteX2" fmla="*/ 0 w 1492081"/>
                <a:gd name="connsiteY2" fmla="*/ 0 h 739664"/>
                <a:gd name="connsiteX3" fmla="*/ 598691 w 1492081"/>
                <a:gd name="connsiteY3" fmla="*/ 85735 h 739664"/>
                <a:gd name="connsiteX4" fmla="*/ 508133 w 1492081"/>
                <a:gd name="connsiteY4" fmla="*/ 221567 h 739664"/>
                <a:gd name="connsiteX5" fmla="*/ 1492080 w 1492081"/>
                <a:gd name="connsiteY5" fmla="*/ 480982 h 739664"/>
                <a:gd name="connsiteX6" fmla="*/ 1400747 w 1492081"/>
                <a:gd name="connsiteY6" fmla="*/ 731314 h 739664"/>
                <a:gd name="connsiteX7" fmla="*/ 352035 w 1492081"/>
                <a:gd name="connsiteY7" fmla="*/ 455705 h 739664"/>
                <a:gd name="connsiteX0" fmla="*/ 352035 w 1492079"/>
                <a:gd name="connsiteY0" fmla="*/ 455705 h 739664"/>
                <a:gd name="connsiteX1" fmla="*/ 261478 w 1492079"/>
                <a:gd name="connsiteY1" fmla="*/ 591535 h 739664"/>
                <a:gd name="connsiteX2" fmla="*/ 0 w 1492079"/>
                <a:gd name="connsiteY2" fmla="*/ 0 h 739664"/>
                <a:gd name="connsiteX3" fmla="*/ 598691 w 1492079"/>
                <a:gd name="connsiteY3" fmla="*/ 85735 h 739664"/>
                <a:gd name="connsiteX4" fmla="*/ 508133 w 1492079"/>
                <a:gd name="connsiteY4" fmla="*/ 221567 h 739664"/>
                <a:gd name="connsiteX5" fmla="*/ 1492080 w 1492079"/>
                <a:gd name="connsiteY5" fmla="*/ 480982 h 739664"/>
                <a:gd name="connsiteX6" fmla="*/ 1400747 w 1492079"/>
                <a:gd name="connsiteY6" fmla="*/ 731314 h 739664"/>
                <a:gd name="connsiteX7" fmla="*/ 352035 w 1492079"/>
                <a:gd name="connsiteY7" fmla="*/ 455705 h 739664"/>
                <a:gd name="connsiteX0" fmla="*/ 352035 w 1492081"/>
                <a:gd name="connsiteY0" fmla="*/ 455705 h 739664"/>
                <a:gd name="connsiteX1" fmla="*/ 261478 w 1492081"/>
                <a:gd name="connsiteY1" fmla="*/ 591535 h 739664"/>
                <a:gd name="connsiteX2" fmla="*/ 0 w 1492081"/>
                <a:gd name="connsiteY2" fmla="*/ 0 h 739664"/>
                <a:gd name="connsiteX3" fmla="*/ 598691 w 1492081"/>
                <a:gd name="connsiteY3" fmla="*/ 85735 h 739664"/>
                <a:gd name="connsiteX4" fmla="*/ 508133 w 1492081"/>
                <a:gd name="connsiteY4" fmla="*/ 221567 h 739664"/>
                <a:gd name="connsiteX5" fmla="*/ 1492080 w 1492081"/>
                <a:gd name="connsiteY5" fmla="*/ 480982 h 739664"/>
                <a:gd name="connsiteX6" fmla="*/ 1400747 w 1492081"/>
                <a:gd name="connsiteY6" fmla="*/ 731314 h 739664"/>
                <a:gd name="connsiteX7" fmla="*/ 352035 w 1492081"/>
                <a:gd name="connsiteY7" fmla="*/ 455705 h 739664"/>
                <a:gd name="connsiteX0" fmla="*/ 352035 w 1492079"/>
                <a:gd name="connsiteY0" fmla="*/ 455705 h 739664"/>
                <a:gd name="connsiteX1" fmla="*/ 261478 w 1492079"/>
                <a:gd name="connsiteY1" fmla="*/ 591535 h 739664"/>
                <a:gd name="connsiteX2" fmla="*/ 0 w 1492079"/>
                <a:gd name="connsiteY2" fmla="*/ 0 h 739664"/>
                <a:gd name="connsiteX3" fmla="*/ 598691 w 1492079"/>
                <a:gd name="connsiteY3" fmla="*/ 85735 h 739664"/>
                <a:gd name="connsiteX4" fmla="*/ 508133 w 1492079"/>
                <a:gd name="connsiteY4" fmla="*/ 221567 h 739664"/>
                <a:gd name="connsiteX5" fmla="*/ 1492080 w 1492079"/>
                <a:gd name="connsiteY5" fmla="*/ 480982 h 739664"/>
                <a:gd name="connsiteX6" fmla="*/ 1133970 w 1492079"/>
                <a:gd name="connsiteY6" fmla="*/ 731314 h 739664"/>
                <a:gd name="connsiteX7" fmla="*/ 352035 w 1492079"/>
                <a:gd name="connsiteY7" fmla="*/ 455705 h 739664"/>
                <a:gd name="connsiteX0" fmla="*/ 352035 w 1225304"/>
                <a:gd name="connsiteY0" fmla="*/ 455705 h 739664"/>
                <a:gd name="connsiteX1" fmla="*/ 261478 w 1225304"/>
                <a:gd name="connsiteY1" fmla="*/ 591535 h 739664"/>
                <a:gd name="connsiteX2" fmla="*/ 0 w 1225304"/>
                <a:gd name="connsiteY2" fmla="*/ 0 h 739664"/>
                <a:gd name="connsiteX3" fmla="*/ 598691 w 1225304"/>
                <a:gd name="connsiteY3" fmla="*/ 85735 h 739664"/>
                <a:gd name="connsiteX4" fmla="*/ 508133 w 1225304"/>
                <a:gd name="connsiteY4" fmla="*/ 221567 h 739664"/>
                <a:gd name="connsiteX5" fmla="*/ 1225304 w 1225304"/>
                <a:gd name="connsiteY5" fmla="*/ 480982 h 739664"/>
                <a:gd name="connsiteX6" fmla="*/ 1133970 w 1225304"/>
                <a:gd name="connsiteY6" fmla="*/ 731314 h 739664"/>
                <a:gd name="connsiteX7" fmla="*/ 352035 w 1225304"/>
                <a:gd name="connsiteY7" fmla="*/ 455705 h 739664"/>
                <a:gd name="connsiteX0" fmla="*/ 352035 w 1225304"/>
                <a:gd name="connsiteY0" fmla="*/ 455705 h 803207"/>
                <a:gd name="connsiteX1" fmla="*/ 261478 w 1225304"/>
                <a:gd name="connsiteY1" fmla="*/ 591535 h 803207"/>
                <a:gd name="connsiteX2" fmla="*/ 0 w 1225304"/>
                <a:gd name="connsiteY2" fmla="*/ 0 h 803207"/>
                <a:gd name="connsiteX3" fmla="*/ 598691 w 1225304"/>
                <a:gd name="connsiteY3" fmla="*/ 85735 h 803207"/>
                <a:gd name="connsiteX4" fmla="*/ 508133 w 1225304"/>
                <a:gd name="connsiteY4" fmla="*/ 221567 h 803207"/>
                <a:gd name="connsiteX5" fmla="*/ 1225304 w 1225304"/>
                <a:gd name="connsiteY5" fmla="*/ 480982 h 803207"/>
                <a:gd name="connsiteX6" fmla="*/ 1108912 w 1225304"/>
                <a:gd name="connsiteY6" fmla="*/ 797381 h 803207"/>
                <a:gd name="connsiteX7" fmla="*/ 352035 w 1225304"/>
                <a:gd name="connsiteY7" fmla="*/ 455705 h 803207"/>
                <a:gd name="connsiteX0" fmla="*/ 352035 w 1207083"/>
                <a:gd name="connsiteY0" fmla="*/ 455705 h 803207"/>
                <a:gd name="connsiteX1" fmla="*/ 261478 w 1207083"/>
                <a:gd name="connsiteY1" fmla="*/ 591535 h 803207"/>
                <a:gd name="connsiteX2" fmla="*/ 0 w 1207083"/>
                <a:gd name="connsiteY2" fmla="*/ 0 h 803207"/>
                <a:gd name="connsiteX3" fmla="*/ 598691 w 1207083"/>
                <a:gd name="connsiteY3" fmla="*/ 85735 h 803207"/>
                <a:gd name="connsiteX4" fmla="*/ 508133 w 1207083"/>
                <a:gd name="connsiteY4" fmla="*/ 221567 h 803207"/>
                <a:gd name="connsiteX5" fmla="*/ 1207083 w 1207083"/>
                <a:gd name="connsiteY5" fmla="*/ 572100 h 803207"/>
                <a:gd name="connsiteX6" fmla="*/ 1108912 w 1207083"/>
                <a:gd name="connsiteY6" fmla="*/ 797381 h 803207"/>
                <a:gd name="connsiteX7" fmla="*/ 352035 w 1207083"/>
                <a:gd name="connsiteY7" fmla="*/ 455705 h 803207"/>
                <a:gd name="connsiteX0" fmla="*/ 352035 w 1207083"/>
                <a:gd name="connsiteY0" fmla="*/ 455705 h 803207"/>
                <a:gd name="connsiteX1" fmla="*/ 261478 w 1207083"/>
                <a:gd name="connsiteY1" fmla="*/ 591535 h 803207"/>
                <a:gd name="connsiteX2" fmla="*/ 0 w 1207083"/>
                <a:gd name="connsiteY2" fmla="*/ 0 h 803207"/>
                <a:gd name="connsiteX3" fmla="*/ 598691 w 1207083"/>
                <a:gd name="connsiteY3" fmla="*/ 85735 h 803207"/>
                <a:gd name="connsiteX4" fmla="*/ 508133 w 1207083"/>
                <a:gd name="connsiteY4" fmla="*/ 221567 h 803207"/>
                <a:gd name="connsiteX5" fmla="*/ 1207083 w 1207083"/>
                <a:gd name="connsiteY5" fmla="*/ 572100 h 803207"/>
                <a:gd name="connsiteX6" fmla="*/ 1108912 w 1207083"/>
                <a:gd name="connsiteY6" fmla="*/ 797381 h 803207"/>
                <a:gd name="connsiteX7" fmla="*/ 352035 w 1207083"/>
                <a:gd name="connsiteY7" fmla="*/ 455705 h 803207"/>
                <a:gd name="connsiteX0" fmla="*/ 352035 w 1207083"/>
                <a:gd name="connsiteY0" fmla="*/ 455705 h 836570"/>
                <a:gd name="connsiteX1" fmla="*/ 261478 w 1207083"/>
                <a:gd name="connsiteY1" fmla="*/ 591535 h 836570"/>
                <a:gd name="connsiteX2" fmla="*/ 0 w 1207083"/>
                <a:gd name="connsiteY2" fmla="*/ 0 h 836570"/>
                <a:gd name="connsiteX3" fmla="*/ 598691 w 1207083"/>
                <a:gd name="connsiteY3" fmla="*/ 85735 h 836570"/>
                <a:gd name="connsiteX4" fmla="*/ 508133 w 1207083"/>
                <a:gd name="connsiteY4" fmla="*/ 221567 h 836570"/>
                <a:gd name="connsiteX5" fmla="*/ 1207083 w 1207083"/>
                <a:gd name="connsiteY5" fmla="*/ 572100 h 836570"/>
                <a:gd name="connsiteX6" fmla="*/ 1102078 w 1207083"/>
                <a:gd name="connsiteY6" fmla="*/ 831549 h 836570"/>
                <a:gd name="connsiteX7" fmla="*/ 352035 w 1207083"/>
                <a:gd name="connsiteY7" fmla="*/ 455705 h 836570"/>
                <a:gd name="connsiteX0" fmla="*/ 352035 w 1207083"/>
                <a:gd name="connsiteY0" fmla="*/ 455705 h 831549"/>
                <a:gd name="connsiteX1" fmla="*/ 261478 w 1207083"/>
                <a:gd name="connsiteY1" fmla="*/ 591535 h 831549"/>
                <a:gd name="connsiteX2" fmla="*/ 0 w 1207083"/>
                <a:gd name="connsiteY2" fmla="*/ 0 h 831549"/>
                <a:gd name="connsiteX3" fmla="*/ 598691 w 1207083"/>
                <a:gd name="connsiteY3" fmla="*/ 85735 h 831549"/>
                <a:gd name="connsiteX4" fmla="*/ 508133 w 1207083"/>
                <a:gd name="connsiteY4" fmla="*/ 221567 h 831549"/>
                <a:gd name="connsiteX5" fmla="*/ 1207083 w 1207083"/>
                <a:gd name="connsiteY5" fmla="*/ 572100 h 831549"/>
                <a:gd name="connsiteX6" fmla="*/ 1102078 w 1207083"/>
                <a:gd name="connsiteY6" fmla="*/ 831549 h 831549"/>
                <a:gd name="connsiteX7" fmla="*/ 352035 w 1207083"/>
                <a:gd name="connsiteY7" fmla="*/ 455705 h 831549"/>
                <a:gd name="connsiteX0" fmla="*/ 352035 w 1207083"/>
                <a:gd name="connsiteY0" fmla="*/ 455705 h 831549"/>
                <a:gd name="connsiteX1" fmla="*/ 261478 w 1207083"/>
                <a:gd name="connsiteY1" fmla="*/ 591535 h 831549"/>
                <a:gd name="connsiteX2" fmla="*/ 0 w 1207083"/>
                <a:gd name="connsiteY2" fmla="*/ 0 h 831549"/>
                <a:gd name="connsiteX3" fmla="*/ 598691 w 1207083"/>
                <a:gd name="connsiteY3" fmla="*/ 85735 h 831549"/>
                <a:gd name="connsiteX4" fmla="*/ 508133 w 1207083"/>
                <a:gd name="connsiteY4" fmla="*/ 221567 h 831549"/>
                <a:gd name="connsiteX5" fmla="*/ 1207083 w 1207083"/>
                <a:gd name="connsiteY5" fmla="*/ 572100 h 831549"/>
                <a:gd name="connsiteX6" fmla="*/ 1102078 w 1207083"/>
                <a:gd name="connsiteY6" fmla="*/ 831549 h 831549"/>
                <a:gd name="connsiteX7" fmla="*/ 352035 w 1207083"/>
                <a:gd name="connsiteY7" fmla="*/ 455705 h 831549"/>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508133 w 1207083"/>
                <a:gd name="connsiteY4" fmla="*/ 221567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98691 w 1207083"/>
                <a:gd name="connsiteY3" fmla="*/ 85735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52035 w 1207083"/>
                <a:gd name="connsiteY0" fmla="*/ 455705 h 817884"/>
                <a:gd name="connsiteX1" fmla="*/ 261478 w 1207083"/>
                <a:gd name="connsiteY1" fmla="*/ 591535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52035 w 1207083"/>
                <a:gd name="connsiteY7" fmla="*/ 455705 h 817884"/>
                <a:gd name="connsiteX0" fmla="*/ 320106 w 1207083"/>
                <a:gd name="connsiteY0" fmla="*/ 434881 h 817884"/>
                <a:gd name="connsiteX1" fmla="*/ 261478 w 1207083"/>
                <a:gd name="connsiteY1" fmla="*/ 591535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20106 w 1207083"/>
                <a:gd name="connsiteY7" fmla="*/ 434881 h 817884"/>
                <a:gd name="connsiteX0" fmla="*/ 320106 w 1207083"/>
                <a:gd name="connsiteY0" fmla="*/ 434881 h 817884"/>
                <a:gd name="connsiteX1" fmla="*/ 207333 w 1207083"/>
                <a:gd name="connsiteY1" fmla="*/ 537398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20106 w 1207083"/>
                <a:gd name="connsiteY7" fmla="*/ 434881 h 817884"/>
                <a:gd name="connsiteX0" fmla="*/ 300674 w 1207083"/>
                <a:gd name="connsiteY0" fmla="*/ 423778 h 817884"/>
                <a:gd name="connsiteX1" fmla="*/ 207333 w 1207083"/>
                <a:gd name="connsiteY1" fmla="*/ 537398 h 817884"/>
                <a:gd name="connsiteX2" fmla="*/ 0 w 1207083"/>
                <a:gd name="connsiteY2" fmla="*/ 0 h 817884"/>
                <a:gd name="connsiteX3" fmla="*/ 551491 w 1207083"/>
                <a:gd name="connsiteY3" fmla="*/ 69077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00674 w 1207083"/>
                <a:gd name="connsiteY7" fmla="*/ 423778 h 817884"/>
                <a:gd name="connsiteX0" fmla="*/ 300674 w 1207083"/>
                <a:gd name="connsiteY0" fmla="*/ 423778 h 817884"/>
                <a:gd name="connsiteX1" fmla="*/ 207333 w 1207083"/>
                <a:gd name="connsiteY1" fmla="*/ 537398 h 817884"/>
                <a:gd name="connsiteX2" fmla="*/ 0 w 1207083"/>
                <a:gd name="connsiteY2" fmla="*/ 0 h 817884"/>
                <a:gd name="connsiteX3" fmla="*/ 536217 w 1207083"/>
                <a:gd name="connsiteY3" fmla="*/ 73244 h 817884"/>
                <a:gd name="connsiteX4" fmla="*/ 447053 w 1207083"/>
                <a:gd name="connsiteY4" fmla="*/ 202133 h 817884"/>
                <a:gd name="connsiteX5" fmla="*/ 1207083 w 1207083"/>
                <a:gd name="connsiteY5" fmla="*/ 572100 h 817884"/>
                <a:gd name="connsiteX6" fmla="*/ 1033737 w 1207083"/>
                <a:gd name="connsiteY6" fmla="*/ 817885 h 817884"/>
                <a:gd name="connsiteX7" fmla="*/ 300674 w 1207083"/>
                <a:gd name="connsiteY7" fmla="*/ 423778 h 817884"/>
                <a:gd name="connsiteX0" fmla="*/ 300674 w 1232067"/>
                <a:gd name="connsiteY0" fmla="*/ 423778 h 817884"/>
                <a:gd name="connsiteX1" fmla="*/ 207333 w 1232067"/>
                <a:gd name="connsiteY1" fmla="*/ 537398 h 817884"/>
                <a:gd name="connsiteX2" fmla="*/ 0 w 1232067"/>
                <a:gd name="connsiteY2" fmla="*/ 0 h 817884"/>
                <a:gd name="connsiteX3" fmla="*/ 536217 w 1232067"/>
                <a:gd name="connsiteY3" fmla="*/ 73244 h 817884"/>
                <a:gd name="connsiteX4" fmla="*/ 447053 w 1232067"/>
                <a:gd name="connsiteY4" fmla="*/ 202133 h 817884"/>
                <a:gd name="connsiteX5" fmla="*/ 1232068 w 1232067"/>
                <a:gd name="connsiteY5" fmla="*/ 519352 h 817884"/>
                <a:gd name="connsiteX6" fmla="*/ 1033737 w 1232067"/>
                <a:gd name="connsiteY6" fmla="*/ 817885 h 817884"/>
                <a:gd name="connsiteX7" fmla="*/ 300674 w 1232067"/>
                <a:gd name="connsiteY7" fmla="*/ 423778 h 817884"/>
                <a:gd name="connsiteX0" fmla="*/ 300674 w 1232067"/>
                <a:gd name="connsiteY0" fmla="*/ 423778 h 817884"/>
                <a:gd name="connsiteX1" fmla="*/ 207333 w 1232067"/>
                <a:gd name="connsiteY1" fmla="*/ 537398 h 817884"/>
                <a:gd name="connsiteX2" fmla="*/ 0 w 1232067"/>
                <a:gd name="connsiteY2" fmla="*/ 0 h 817884"/>
                <a:gd name="connsiteX3" fmla="*/ 536217 w 1232067"/>
                <a:gd name="connsiteY3" fmla="*/ 73244 h 817884"/>
                <a:gd name="connsiteX4" fmla="*/ 447053 w 1232067"/>
                <a:gd name="connsiteY4" fmla="*/ 202133 h 817884"/>
                <a:gd name="connsiteX5" fmla="*/ 1232068 w 1232067"/>
                <a:gd name="connsiteY5" fmla="*/ 519352 h 817884"/>
                <a:gd name="connsiteX6" fmla="*/ 1033737 w 1232067"/>
                <a:gd name="connsiteY6" fmla="*/ 817885 h 817884"/>
                <a:gd name="connsiteX7" fmla="*/ 300674 w 1232067"/>
                <a:gd name="connsiteY7" fmla="*/ 423778 h 817884"/>
                <a:gd name="connsiteX0" fmla="*/ 300674 w 1232067"/>
                <a:gd name="connsiteY0" fmla="*/ 423778 h 754029"/>
                <a:gd name="connsiteX1" fmla="*/ 207333 w 1232067"/>
                <a:gd name="connsiteY1" fmla="*/ 537398 h 754029"/>
                <a:gd name="connsiteX2" fmla="*/ 0 w 1232067"/>
                <a:gd name="connsiteY2" fmla="*/ 0 h 754029"/>
                <a:gd name="connsiteX3" fmla="*/ 536217 w 1232067"/>
                <a:gd name="connsiteY3" fmla="*/ 73244 h 754029"/>
                <a:gd name="connsiteX4" fmla="*/ 447053 w 1232067"/>
                <a:gd name="connsiteY4" fmla="*/ 202133 h 754029"/>
                <a:gd name="connsiteX5" fmla="*/ 1232068 w 1232067"/>
                <a:gd name="connsiteY5" fmla="*/ 519352 h 754029"/>
                <a:gd name="connsiteX6" fmla="*/ 1075379 w 1232067"/>
                <a:gd name="connsiteY6" fmla="*/ 754028 h 754029"/>
                <a:gd name="connsiteX7" fmla="*/ 300674 w 1232067"/>
                <a:gd name="connsiteY7" fmla="*/ 423778 h 754029"/>
                <a:gd name="connsiteX0" fmla="*/ 300674 w 1232067"/>
                <a:gd name="connsiteY0" fmla="*/ 423778 h 754977"/>
                <a:gd name="connsiteX1" fmla="*/ 207333 w 1232067"/>
                <a:gd name="connsiteY1" fmla="*/ 537398 h 754977"/>
                <a:gd name="connsiteX2" fmla="*/ 0 w 1232067"/>
                <a:gd name="connsiteY2" fmla="*/ 0 h 754977"/>
                <a:gd name="connsiteX3" fmla="*/ 536217 w 1232067"/>
                <a:gd name="connsiteY3" fmla="*/ 73244 h 754977"/>
                <a:gd name="connsiteX4" fmla="*/ 447053 w 1232067"/>
                <a:gd name="connsiteY4" fmla="*/ 202133 h 754977"/>
                <a:gd name="connsiteX5" fmla="*/ 1232068 w 1232067"/>
                <a:gd name="connsiteY5" fmla="*/ 519352 h 754977"/>
                <a:gd name="connsiteX6" fmla="*/ 1075379 w 1232067"/>
                <a:gd name="connsiteY6" fmla="*/ 754028 h 754977"/>
                <a:gd name="connsiteX7" fmla="*/ 300674 w 1232067"/>
                <a:gd name="connsiteY7" fmla="*/ 423778 h 754977"/>
                <a:gd name="connsiteX0" fmla="*/ 300674 w 1232067"/>
                <a:gd name="connsiteY0" fmla="*/ 423778 h 754921"/>
                <a:gd name="connsiteX1" fmla="*/ 207333 w 1232067"/>
                <a:gd name="connsiteY1" fmla="*/ 537398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300674 w 1232067"/>
                <a:gd name="connsiteY0" fmla="*/ 423778 h 754921"/>
                <a:gd name="connsiteX1" fmla="*/ 207333 w 1232067"/>
                <a:gd name="connsiteY1" fmla="*/ 537398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300674 w 1232067"/>
                <a:gd name="connsiteY0" fmla="*/ 423778 h 754921"/>
                <a:gd name="connsiteX1" fmla="*/ 142853 w 1232067"/>
                <a:gd name="connsiteY1" fmla="*/ 474799 h 754921"/>
                <a:gd name="connsiteX2" fmla="*/ 0 w 1232067"/>
                <a:gd name="connsiteY2" fmla="*/ 0 h 754921"/>
                <a:gd name="connsiteX3" fmla="*/ 536217 w 1232067"/>
                <a:gd name="connsiteY3" fmla="*/ 73244 h 754921"/>
                <a:gd name="connsiteX4" fmla="*/ 447053 w 1232067"/>
                <a:gd name="connsiteY4" fmla="*/ 202133 h 754921"/>
                <a:gd name="connsiteX5" fmla="*/ 1232068 w 1232067"/>
                <a:gd name="connsiteY5" fmla="*/ 519352 h 754921"/>
                <a:gd name="connsiteX6" fmla="*/ 1075379 w 1232067"/>
                <a:gd name="connsiteY6" fmla="*/ 754028 h 754921"/>
                <a:gd name="connsiteX7" fmla="*/ 300674 w 1232067"/>
                <a:gd name="connsiteY7" fmla="*/ 423778 h 754921"/>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447053 w 1232067"/>
                <a:gd name="connsiteY4" fmla="*/ 202133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392860 w 1232067"/>
                <a:gd name="connsiteY4" fmla="*/ 207745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53015 w 1232067"/>
                <a:gd name="connsiteY0" fmla="*/ 383603 h 754738"/>
                <a:gd name="connsiteX1" fmla="*/ 142853 w 1232067"/>
                <a:gd name="connsiteY1" fmla="*/ 474799 h 754738"/>
                <a:gd name="connsiteX2" fmla="*/ 0 w 1232067"/>
                <a:gd name="connsiteY2" fmla="*/ 0 h 754738"/>
                <a:gd name="connsiteX3" fmla="*/ 536217 w 1232067"/>
                <a:gd name="connsiteY3" fmla="*/ 73244 h 754738"/>
                <a:gd name="connsiteX4" fmla="*/ 412486 w 1232067"/>
                <a:gd name="connsiteY4" fmla="*/ 210547 h 754738"/>
                <a:gd name="connsiteX5" fmla="*/ 1232068 w 1232067"/>
                <a:gd name="connsiteY5" fmla="*/ 519352 h 754738"/>
                <a:gd name="connsiteX6" fmla="*/ 1075379 w 1232067"/>
                <a:gd name="connsiteY6" fmla="*/ 754028 h 754738"/>
                <a:gd name="connsiteX7" fmla="*/ 253015 w 1232067"/>
                <a:gd name="connsiteY7" fmla="*/ 383603 h 754738"/>
                <a:gd name="connsiteX0" fmla="*/ 236194 w 1232067"/>
                <a:gd name="connsiteY0" fmla="*/ 361179 h 754666"/>
                <a:gd name="connsiteX1" fmla="*/ 142853 w 1232067"/>
                <a:gd name="connsiteY1" fmla="*/ 474799 h 754666"/>
                <a:gd name="connsiteX2" fmla="*/ 0 w 1232067"/>
                <a:gd name="connsiteY2" fmla="*/ 0 h 754666"/>
                <a:gd name="connsiteX3" fmla="*/ 536217 w 1232067"/>
                <a:gd name="connsiteY3" fmla="*/ 73244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236194 w 1232067"/>
                <a:gd name="connsiteY0" fmla="*/ 361179 h 754666"/>
                <a:gd name="connsiteX1" fmla="*/ 142853 w 1232067"/>
                <a:gd name="connsiteY1" fmla="*/ 474799 h 754666"/>
                <a:gd name="connsiteX2" fmla="*/ 0 w 1232067"/>
                <a:gd name="connsiteY2" fmla="*/ 0 h 754666"/>
                <a:gd name="connsiteX3" fmla="*/ 512860 w 1232067"/>
                <a:gd name="connsiteY3" fmla="*/ 96606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236194 w 1232067"/>
                <a:gd name="connsiteY0" fmla="*/ 361179 h 754666"/>
                <a:gd name="connsiteX1" fmla="*/ 131639 w 1232067"/>
                <a:gd name="connsiteY1" fmla="*/ 459849 h 754666"/>
                <a:gd name="connsiteX2" fmla="*/ 0 w 1232067"/>
                <a:gd name="connsiteY2" fmla="*/ 0 h 754666"/>
                <a:gd name="connsiteX3" fmla="*/ 512860 w 1232067"/>
                <a:gd name="connsiteY3" fmla="*/ 96606 h 754666"/>
                <a:gd name="connsiteX4" fmla="*/ 412486 w 1232067"/>
                <a:gd name="connsiteY4" fmla="*/ 210547 h 754666"/>
                <a:gd name="connsiteX5" fmla="*/ 1232068 w 1232067"/>
                <a:gd name="connsiteY5" fmla="*/ 519352 h 754666"/>
                <a:gd name="connsiteX6" fmla="*/ 1075379 w 1232067"/>
                <a:gd name="connsiteY6" fmla="*/ 754028 h 754666"/>
                <a:gd name="connsiteX7" fmla="*/ 236194 w 1232067"/>
                <a:gd name="connsiteY7" fmla="*/ 361179 h 754666"/>
                <a:gd name="connsiteX0" fmla="*/ 153962 w 1149835"/>
                <a:gd name="connsiteY0" fmla="*/ 282698 h 676185"/>
                <a:gd name="connsiteX1" fmla="*/ 49407 w 1149835"/>
                <a:gd name="connsiteY1" fmla="*/ 381368 h 676185"/>
                <a:gd name="connsiteX2" fmla="*/ 0 w 1149835"/>
                <a:gd name="connsiteY2" fmla="*/ -1 h 676185"/>
                <a:gd name="connsiteX3" fmla="*/ 430628 w 1149835"/>
                <a:gd name="connsiteY3" fmla="*/ 18125 h 676185"/>
                <a:gd name="connsiteX4" fmla="*/ 330254 w 1149835"/>
                <a:gd name="connsiteY4" fmla="*/ 132066 h 676185"/>
                <a:gd name="connsiteX5" fmla="*/ 1149836 w 1149835"/>
                <a:gd name="connsiteY5" fmla="*/ 440871 h 676185"/>
                <a:gd name="connsiteX6" fmla="*/ 993147 w 1149835"/>
                <a:gd name="connsiteY6" fmla="*/ 675547 h 676185"/>
                <a:gd name="connsiteX7" fmla="*/ 153962 w 1149835"/>
                <a:gd name="connsiteY7" fmla="*/ 282698 h 676185"/>
                <a:gd name="connsiteX0" fmla="*/ 151160 w 1147033"/>
                <a:gd name="connsiteY0" fmla="*/ 302322 h 695809"/>
                <a:gd name="connsiteX1" fmla="*/ 46605 w 1147033"/>
                <a:gd name="connsiteY1" fmla="*/ 400992 h 695809"/>
                <a:gd name="connsiteX2" fmla="*/ 0 w 1147033"/>
                <a:gd name="connsiteY2" fmla="*/ 1 h 695809"/>
                <a:gd name="connsiteX3" fmla="*/ 427826 w 1147033"/>
                <a:gd name="connsiteY3" fmla="*/ 37749 h 695809"/>
                <a:gd name="connsiteX4" fmla="*/ 327452 w 1147033"/>
                <a:gd name="connsiteY4" fmla="*/ 151690 h 695809"/>
                <a:gd name="connsiteX5" fmla="*/ 1147034 w 1147033"/>
                <a:gd name="connsiteY5" fmla="*/ 460495 h 695809"/>
                <a:gd name="connsiteX6" fmla="*/ 990345 w 1147033"/>
                <a:gd name="connsiteY6" fmla="*/ 695171 h 695809"/>
                <a:gd name="connsiteX7" fmla="*/ 151160 w 1147033"/>
                <a:gd name="connsiteY7" fmla="*/ 302322 h 695809"/>
                <a:gd name="connsiteX0" fmla="*/ 108181 w 1104054"/>
                <a:gd name="connsiteY0" fmla="*/ 322882 h 716369"/>
                <a:gd name="connsiteX1" fmla="*/ 3626 w 1104054"/>
                <a:gd name="connsiteY1" fmla="*/ 421552 h 716369"/>
                <a:gd name="connsiteX2" fmla="*/ 1 w 1104054"/>
                <a:gd name="connsiteY2" fmla="*/ 0 h 716369"/>
                <a:gd name="connsiteX3" fmla="*/ 384847 w 1104054"/>
                <a:gd name="connsiteY3" fmla="*/ 58309 h 716369"/>
                <a:gd name="connsiteX4" fmla="*/ 284473 w 1104054"/>
                <a:gd name="connsiteY4" fmla="*/ 172250 h 716369"/>
                <a:gd name="connsiteX5" fmla="*/ 1104055 w 1104054"/>
                <a:gd name="connsiteY5" fmla="*/ 481055 h 716369"/>
                <a:gd name="connsiteX6" fmla="*/ 947366 w 1104054"/>
                <a:gd name="connsiteY6" fmla="*/ 715731 h 716369"/>
                <a:gd name="connsiteX7" fmla="*/ 108181 w 1104054"/>
                <a:gd name="connsiteY7" fmla="*/ 322882 h 71636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305967 w 1125548"/>
                <a:gd name="connsiteY4" fmla="*/ 208690 h 752809"/>
                <a:gd name="connsiteX5" fmla="*/ 1125549 w 1125548"/>
                <a:gd name="connsiteY5" fmla="*/ 517495 h 752809"/>
                <a:gd name="connsiteX6" fmla="*/ 968860 w 1125548"/>
                <a:gd name="connsiteY6" fmla="*/ 752171 h 752809"/>
                <a:gd name="connsiteX7" fmla="*/ 129675 w 1125548"/>
                <a:gd name="connsiteY7" fmla="*/ 359322 h 75280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278717 w 1125548"/>
                <a:gd name="connsiteY4" fmla="*/ 204799 h 752809"/>
                <a:gd name="connsiteX5" fmla="*/ 1125549 w 1125548"/>
                <a:gd name="connsiteY5" fmla="*/ 517495 h 752809"/>
                <a:gd name="connsiteX6" fmla="*/ 968860 w 1125548"/>
                <a:gd name="connsiteY6" fmla="*/ 752171 h 752809"/>
                <a:gd name="connsiteX7" fmla="*/ 129675 w 1125548"/>
                <a:gd name="connsiteY7" fmla="*/ 359322 h 752809"/>
                <a:gd name="connsiteX0" fmla="*/ 129675 w 1125548"/>
                <a:gd name="connsiteY0" fmla="*/ 359322 h 752809"/>
                <a:gd name="connsiteX1" fmla="*/ 25120 w 1125548"/>
                <a:gd name="connsiteY1" fmla="*/ 457992 h 752809"/>
                <a:gd name="connsiteX2" fmla="*/ -1 w 1125548"/>
                <a:gd name="connsiteY2" fmla="*/ 0 h 752809"/>
                <a:gd name="connsiteX3" fmla="*/ 406341 w 1125548"/>
                <a:gd name="connsiteY3" fmla="*/ 94749 h 752809"/>
                <a:gd name="connsiteX4" fmla="*/ 291952 w 1125548"/>
                <a:gd name="connsiteY4" fmla="*/ 190005 h 752809"/>
                <a:gd name="connsiteX5" fmla="*/ 1125549 w 1125548"/>
                <a:gd name="connsiteY5" fmla="*/ 517495 h 752809"/>
                <a:gd name="connsiteX6" fmla="*/ 968860 w 1125548"/>
                <a:gd name="connsiteY6" fmla="*/ 752171 h 752809"/>
                <a:gd name="connsiteX7" fmla="*/ 129675 w 1125548"/>
                <a:gd name="connsiteY7" fmla="*/ 359322 h 752809"/>
                <a:gd name="connsiteX0" fmla="*/ 116439 w 1125548"/>
                <a:gd name="connsiteY0" fmla="*/ 374117 h 752855"/>
                <a:gd name="connsiteX1" fmla="*/ 25120 w 1125548"/>
                <a:gd name="connsiteY1" fmla="*/ 457992 h 752855"/>
                <a:gd name="connsiteX2" fmla="*/ -1 w 1125548"/>
                <a:gd name="connsiteY2" fmla="*/ 0 h 752855"/>
                <a:gd name="connsiteX3" fmla="*/ 406341 w 1125548"/>
                <a:gd name="connsiteY3" fmla="*/ 94749 h 752855"/>
                <a:gd name="connsiteX4" fmla="*/ 291952 w 1125548"/>
                <a:gd name="connsiteY4" fmla="*/ 190005 h 752855"/>
                <a:gd name="connsiteX5" fmla="*/ 1125549 w 1125548"/>
                <a:gd name="connsiteY5" fmla="*/ 517495 h 752855"/>
                <a:gd name="connsiteX6" fmla="*/ 968860 w 1125548"/>
                <a:gd name="connsiteY6" fmla="*/ 752171 h 752855"/>
                <a:gd name="connsiteX7" fmla="*/ 116439 w 1125548"/>
                <a:gd name="connsiteY7" fmla="*/ 374117 h 752855"/>
                <a:gd name="connsiteX0" fmla="*/ 116439 w 1111531"/>
                <a:gd name="connsiteY0" fmla="*/ 374117 h 752855"/>
                <a:gd name="connsiteX1" fmla="*/ 25120 w 1111531"/>
                <a:gd name="connsiteY1" fmla="*/ 457992 h 752855"/>
                <a:gd name="connsiteX2" fmla="*/ -1 w 1111531"/>
                <a:gd name="connsiteY2" fmla="*/ 0 h 752855"/>
                <a:gd name="connsiteX3" fmla="*/ 406341 w 1111531"/>
                <a:gd name="connsiteY3" fmla="*/ 94749 h 752855"/>
                <a:gd name="connsiteX4" fmla="*/ 291952 w 1111531"/>
                <a:gd name="connsiteY4" fmla="*/ 190005 h 752855"/>
                <a:gd name="connsiteX5" fmla="*/ 1111531 w 1111531"/>
                <a:gd name="connsiteY5" fmla="*/ 537744 h 752855"/>
                <a:gd name="connsiteX6" fmla="*/ 968860 w 1111531"/>
                <a:gd name="connsiteY6" fmla="*/ 752171 h 752855"/>
                <a:gd name="connsiteX7" fmla="*/ 116439 w 1111531"/>
                <a:gd name="connsiteY7" fmla="*/ 374117 h 752855"/>
                <a:gd name="connsiteX0" fmla="*/ 118770 w 1113862"/>
                <a:gd name="connsiteY0" fmla="*/ 318830 h 697568"/>
                <a:gd name="connsiteX1" fmla="*/ 27451 w 1113862"/>
                <a:gd name="connsiteY1" fmla="*/ 402705 h 697568"/>
                <a:gd name="connsiteX2" fmla="*/ 0 w 1113862"/>
                <a:gd name="connsiteY2" fmla="*/ 0 h 697568"/>
                <a:gd name="connsiteX3" fmla="*/ 408672 w 1113862"/>
                <a:gd name="connsiteY3" fmla="*/ 39462 h 697568"/>
                <a:gd name="connsiteX4" fmla="*/ 294283 w 1113862"/>
                <a:gd name="connsiteY4" fmla="*/ 134718 h 697568"/>
                <a:gd name="connsiteX5" fmla="*/ 1113862 w 1113862"/>
                <a:gd name="connsiteY5" fmla="*/ 482457 h 697568"/>
                <a:gd name="connsiteX6" fmla="*/ 971191 w 1113862"/>
                <a:gd name="connsiteY6" fmla="*/ 696884 h 697568"/>
                <a:gd name="connsiteX7" fmla="*/ 118770 w 1113862"/>
                <a:gd name="connsiteY7" fmla="*/ 318830 h 697568"/>
                <a:gd name="connsiteX0" fmla="*/ 118770 w 1113862"/>
                <a:gd name="connsiteY0" fmla="*/ 318830 h 697568"/>
                <a:gd name="connsiteX1" fmla="*/ 9542 w 1113862"/>
                <a:gd name="connsiteY1" fmla="*/ 411272 h 697568"/>
                <a:gd name="connsiteX2" fmla="*/ 0 w 1113862"/>
                <a:gd name="connsiteY2" fmla="*/ 0 h 697568"/>
                <a:gd name="connsiteX3" fmla="*/ 408672 w 1113862"/>
                <a:gd name="connsiteY3" fmla="*/ 39462 h 697568"/>
                <a:gd name="connsiteX4" fmla="*/ 294283 w 1113862"/>
                <a:gd name="connsiteY4" fmla="*/ 134718 h 697568"/>
                <a:gd name="connsiteX5" fmla="*/ 1113862 w 1113862"/>
                <a:gd name="connsiteY5" fmla="*/ 482457 h 697568"/>
                <a:gd name="connsiteX6" fmla="*/ 971191 w 1113862"/>
                <a:gd name="connsiteY6" fmla="*/ 696884 h 697568"/>
                <a:gd name="connsiteX7" fmla="*/ 118770 w 1113862"/>
                <a:gd name="connsiteY7" fmla="*/ 318830 h 69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3862" h="697568">
                  <a:moveTo>
                    <a:pt x="118770" y="318830"/>
                  </a:moveTo>
                  <a:lnTo>
                    <a:pt x="9542" y="411272"/>
                  </a:lnTo>
                  <a:cubicBezTo>
                    <a:pt x="8334" y="270755"/>
                    <a:pt x="1208" y="140517"/>
                    <a:pt x="0" y="0"/>
                  </a:cubicBezTo>
                  <a:lnTo>
                    <a:pt x="408672" y="39462"/>
                  </a:lnTo>
                  <a:lnTo>
                    <a:pt x="294283" y="134718"/>
                  </a:lnTo>
                  <a:cubicBezTo>
                    <a:pt x="519766" y="375244"/>
                    <a:pt x="768330" y="467669"/>
                    <a:pt x="1113862" y="482457"/>
                  </a:cubicBezTo>
                  <a:lnTo>
                    <a:pt x="971191" y="696884"/>
                  </a:lnTo>
                  <a:cubicBezTo>
                    <a:pt x="619380" y="710504"/>
                    <a:pt x="299329" y="518922"/>
                    <a:pt x="118770" y="318830"/>
                  </a:cubicBezTo>
                  <a:close/>
                </a:path>
              </a:pathLst>
            </a:custGeom>
            <a:gradFill flip="none" rotWithShape="1">
              <a:gsLst>
                <a:gs pos="53200">
                  <a:schemeClr val="accent1">
                    <a:alpha val="12000"/>
                  </a:schemeClr>
                </a:gs>
                <a:gs pos="22000">
                  <a:schemeClr val="accent1">
                    <a:alpha val="0"/>
                  </a:schemeClr>
                </a:gs>
                <a:gs pos="85000">
                  <a:schemeClr val="accent1"/>
                </a:gs>
              </a:gsLst>
              <a:lin ang="12000000" scaled="0"/>
              <a:tileRect/>
            </a:gra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grpSp>
      <p:sp>
        <p:nvSpPr>
          <p:cNvPr id="11" name="文本框 10">
            <a:extLst>
              <a:ext uri="{FF2B5EF4-FFF2-40B4-BE49-F238E27FC236}">
                <a16:creationId xmlns:a16="http://schemas.microsoft.com/office/drawing/2014/main" id="{6F4549FE-54BB-0179-4D68-F8C930FA447D}"/>
              </a:ext>
            </a:extLst>
          </p:cNvPr>
          <p:cNvSpPr txBox="1"/>
          <p:nvPr/>
        </p:nvSpPr>
        <p:spPr>
          <a:xfrm>
            <a:off x="449363" y="394607"/>
            <a:ext cx="3570208" cy="461665"/>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产品实现流程和生命周期</a:t>
            </a:r>
          </a:p>
        </p:txBody>
      </p:sp>
    </p:spTree>
    <p:extLst>
      <p:ext uri="{BB962C8B-B14F-4D97-AF65-F5344CB8AC3E}">
        <p14:creationId xmlns:p14="http://schemas.microsoft.com/office/powerpoint/2010/main" val="977804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椭圆 12">
            <a:extLst>
              <a:ext uri="{FF2B5EF4-FFF2-40B4-BE49-F238E27FC236}">
                <a16:creationId xmlns:a16="http://schemas.microsoft.com/office/drawing/2014/main" id="{DC5ADC7C-9754-4C9B-9842-6CE6BFB6A087}"/>
              </a:ext>
            </a:extLst>
          </p:cNvPr>
          <p:cNvSpPr/>
          <p:nvPr/>
        </p:nvSpPr>
        <p:spPr>
          <a:xfrm>
            <a:off x="1005907" y="3656573"/>
            <a:ext cx="10171690" cy="1732441"/>
          </a:xfrm>
          <a:prstGeom prst="ellipse">
            <a:avLst/>
          </a:prstGeom>
          <a:gradFill>
            <a:gsLst>
              <a:gs pos="0">
                <a:schemeClr val="accent1">
                  <a:lumMod val="20000"/>
                  <a:lumOff val="80000"/>
                  <a:alpha val="0"/>
                </a:schemeClr>
              </a:gs>
              <a:gs pos="100000">
                <a:schemeClr val="accent1">
                  <a:lumMod val="20000"/>
                  <a:lumOff val="80000"/>
                  <a:alpha val="50000"/>
                </a:schemeClr>
              </a:gs>
            </a:gsLst>
            <a:lin ang="5400000" scaled="1"/>
          </a:gradFill>
          <a:ln w="25400">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prstClr val="white"/>
              </a:solidFill>
              <a:latin typeface="Helvetica"/>
            </a:endParaRPr>
          </a:p>
        </p:txBody>
      </p:sp>
      <p:sp>
        <p:nvSpPr>
          <p:cNvPr id="14" name="椭圆 13">
            <a:extLst>
              <a:ext uri="{FF2B5EF4-FFF2-40B4-BE49-F238E27FC236}">
                <a16:creationId xmlns:a16="http://schemas.microsoft.com/office/drawing/2014/main" id="{BCF9340A-F6EC-4FDA-9A4A-95842F9D73BD}"/>
              </a:ext>
            </a:extLst>
          </p:cNvPr>
          <p:cNvSpPr/>
          <p:nvPr/>
        </p:nvSpPr>
        <p:spPr>
          <a:xfrm>
            <a:off x="2522903" y="5287698"/>
            <a:ext cx="7146194" cy="1182238"/>
          </a:xfrm>
          <a:prstGeom prst="ellipse">
            <a:avLst/>
          </a:prstGeom>
          <a:noFill/>
          <a:ln w="22225">
            <a:gradFill flip="none" rotWithShape="1">
              <a:gsLst>
                <a:gs pos="0">
                  <a:schemeClr val="accent1"/>
                </a:gs>
                <a:gs pos="61000">
                  <a:schemeClr val="accent1">
                    <a:alpha val="0"/>
                  </a:schemeClr>
                </a:gs>
              </a:gsLst>
              <a:lin ang="16200000" scaled="1"/>
              <a:tileRect/>
            </a:gradFill>
            <a:prstDash val="solid"/>
          </a:ln>
          <a:effectLst>
            <a:outerShdw blurRad="381000" dir="5400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5" name="椭圆 14">
            <a:extLst>
              <a:ext uri="{FF2B5EF4-FFF2-40B4-BE49-F238E27FC236}">
                <a16:creationId xmlns:a16="http://schemas.microsoft.com/office/drawing/2014/main" id="{5894F324-7D4B-47DB-AF0D-26E5A16461FC}"/>
              </a:ext>
            </a:extLst>
          </p:cNvPr>
          <p:cNvSpPr/>
          <p:nvPr/>
        </p:nvSpPr>
        <p:spPr>
          <a:xfrm>
            <a:off x="695325" y="1063875"/>
            <a:ext cx="10764838" cy="1156298"/>
          </a:xfrm>
          <a:prstGeom prst="ellipse">
            <a:avLst/>
          </a:prstGeom>
          <a:gradFill>
            <a:gsLst>
              <a:gs pos="0">
                <a:schemeClr val="accent1">
                  <a:lumMod val="20000"/>
                  <a:lumOff val="80000"/>
                  <a:alpha val="0"/>
                </a:schemeClr>
              </a:gs>
              <a:gs pos="100000">
                <a:schemeClr val="accent1">
                  <a:lumMod val="20000"/>
                  <a:lumOff val="80000"/>
                  <a:alpha val="50000"/>
                </a:schemeClr>
              </a:gs>
            </a:gsLst>
            <a:lin ang="5400000" scaled="1"/>
          </a:gradFill>
          <a:ln w="25400">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prstClr val="white"/>
              </a:solidFill>
              <a:latin typeface="Helvetica"/>
            </a:endParaRPr>
          </a:p>
        </p:txBody>
      </p:sp>
      <p:sp>
        <p:nvSpPr>
          <p:cNvPr id="16" name="矩形: 圆角 15">
            <a:extLst>
              <a:ext uri="{FF2B5EF4-FFF2-40B4-BE49-F238E27FC236}">
                <a16:creationId xmlns:a16="http://schemas.microsoft.com/office/drawing/2014/main" id="{29E4F693-0FD0-4182-809E-8837B5D3D74D}"/>
              </a:ext>
            </a:extLst>
          </p:cNvPr>
          <p:cNvSpPr/>
          <p:nvPr/>
        </p:nvSpPr>
        <p:spPr>
          <a:xfrm>
            <a:off x="9067074" y="1133522"/>
            <a:ext cx="2206474" cy="648075"/>
          </a:xfrm>
          <a:prstGeom prst="roundRect">
            <a:avLst>
              <a:gd name="adj" fmla="val 22191"/>
            </a:avLst>
          </a:prstGeom>
          <a:gradFill flip="none" rotWithShape="1">
            <a:gsLst>
              <a:gs pos="0">
                <a:schemeClr val="accent1">
                  <a:lumMod val="80000"/>
                  <a:lumOff val="20000"/>
                </a:schemeClr>
              </a:gs>
              <a:gs pos="100000">
                <a:schemeClr val="accent1"/>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17" name="文本框 16">
            <a:extLst>
              <a:ext uri="{FF2B5EF4-FFF2-40B4-BE49-F238E27FC236}">
                <a16:creationId xmlns:a16="http://schemas.microsoft.com/office/drawing/2014/main" id="{F5BA544A-7163-4AD1-B18C-5375D1DF69BA}"/>
              </a:ext>
            </a:extLst>
          </p:cNvPr>
          <p:cNvSpPr txBox="1"/>
          <p:nvPr/>
        </p:nvSpPr>
        <p:spPr>
          <a:xfrm>
            <a:off x="9627346" y="1291943"/>
            <a:ext cx="1561052"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个人消费者</a:t>
            </a:r>
          </a:p>
        </p:txBody>
      </p:sp>
      <p:sp>
        <p:nvSpPr>
          <p:cNvPr id="20" name="矩形: 圆角 19">
            <a:extLst>
              <a:ext uri="{FF2B5EF4-FFF2-40B4-BE49-F238E27FC236}">
                <a16:creationId xmlns:a16="http://schemas.microsoft.com/office/drawing/2014/main" id="{61CEEE91-81FF-4011-AF2C-C29427366897}"/>
              </a:ext>
            </a:extLst>
          </p:cNvPr>
          <p:cNvSpPr/>
          <p:nvPr/>
        </p:nvSpPr>
        <p:spPr>
          <a:xfrm>
            <a:off x="918452" y="1133522"/>
            <a:ext cx="4054932" cy="648075"/>
          </a:xfrm>
          <a:prstGeom prst="roundRect">
            <a:avLst>
              <a:gd name="adj" fmla="val 22191"/>
            </a:avLst>
          </a:prstGeom>
          <a:gradFill flip="none" rotWithShape="1">
            <a:gsLst>
              <a:gs pos="0">
                <a:schemeClr val="accent1">
                  <a:lumMod val="80000"/>
                  <a:lumOff val="20000"/>
                </a:schemeClr>
              </a:gs>
              <a:gs pos="100000">
                <a:schemeClr val="accent1"/>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21" name="文本框 20">
            <a:extLst>
              <a:ext uri="{FF2B5EF4-FFF2-40B4-BE49-F238E27FC236}">
                <a16:creationId xmlns:a16="http://schemas.microsoft.com/office/drawing/2014/main" id="{40DEE389-1BAF-4F2C-A2EA-199350B4E4C8}"/>
              </a:ext>
            </a:extLst>
          </p:cNvPr>
          <p:cNvSpPr txBox="1"/>
          <p:nvPr/>
        </p:nvSpPr>
        <p:spPr>
          <a:xfrm>
            <a:off x="1428617" y="1291943"/>
            <a:ext cx="3475610"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业务变化城市</a:t>
            </a:r>
            <a:r>
              <a:rPr kumimoji="0" lang="en-US" altLang="zh-CN"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a:t>
            </a:r>
            <a:r>
              <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政府</a:t>
            </a:r>
            <a:r>
              <a:rPr kumimoji="0" lang="en-US" altLang="zh-CN"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a:t>
            </a:r>
            <a:r>
              <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企业迅速</a:t>
            </a:r>
          </a:p>
        </p:txBody>
      </p:sp>
      <p:sp>
        <p:nvSpPr>
          <p:cNvPr id="23" name="矩形: 圆角 22">
            <a:extLst>
              <a:ext uri="{FF2B5EF4-FFF2-40B4-BE49-F238E27FC236}">
                <a16:creationId xmlns:a16="http://schemas.microsoft.com/office/drawing/2014/main" id="{5E641A35-3BCB-4338-A6F8-E155BA6BE874}"/>
              </a:ext>
            </a:extLst>
          </p:cNvPr>
          <p:cNvSpPr/>
          <p:nvPr/>
        </p:nvSpPr>
        <p:spPr>
          <a:xfrm>
            <a:off x="5078828" y="1133522"/>
            <a:ext cx="1570884" cy="648075"/>
          </a:xfrm>
          <a:prstGeom prst="roundRect">
            <a:avLst>
              <a:gd name="adj" fmla="val 22191"/>
            </a:avLst>
          </a:prstGeom>
          <a:gradFill flip="none" rotWithShape="1">
            <a:gsLst>
              <a:gs pos="0">
                <a:schemeClr val="accent1">
                  <a:lumMod val="80000"/>
                  <a:lumOff val="20000"/>
                </a:schemeClr>
              </a:gs>
              <a:gs pos="100000">
                <a:schemeClr val="accent1"/>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24" name="文本框 23">
            <a:extLst>
              <a:ext uri="{FF2B5EF4-FFF2-40B4-BE49-F238E27FC236}">
                <a16:creationId xmlns:a16="http://schemas.microsoft.com/office/drawing/2014/main" id="{2A7A3DD8-5CB1-4AE5-8D55-59703BCE6CA5}"/>
              </a:ext>
            </a:extLst>
          </p:cNvPr>
          <p:cNvSpPr txBox="1"/>
          <p:nvPr/>
        </p:nvSpPr>
        <p:spPr>
          <a:xfrm>
            <a:off x="5765547" y="1291943"/>
            <a:ext cx="75361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行业</a:t>
            </a:r>
          </a:p>
        </p:txBody>
      </p:sp>
      <p:sp>
        <p:nvSpPr>
          <p:cNvPr id="26" name="矩形: 圆角 25">
            <a:extLst>
              <a:ext uri="{FF2B5EF4-FFF2-40B4-BE49-F238E27FC236}">
                <a16:creationId xmlns:a16="http://schemas.microsoft.com/office/drawing/2014/main" id="{E3F65689-C85F-4635-BC63-B1D2E82197C2}"/>
              </a:ext>
            </a:extLst>
          </p:cNvPr>
          <p:cNvSpPr/>
          <p:nvPr/>
        </p:nvSpPr>
        <p:spPr>
          <a:xfrm>
            <a:off x="6755156" y="1133522"/>
            <a:ext cx="2206474" cy="648075"/>
          </a:xfrm>
          <a:prstGeom prst="roundRect">
            <a:avLst>
              <a:gd name="adj" fmla="val 22191"/>
            </a:avLst>
          </a:prstGeom>
          <a:gradFill flip="none" rotWithShape="1">
            <a:gsLst>
              <a:gs pos="0">
                <a:schemeClr val="accent1">
                  <a:lumMod val="80000"/>
                  <a:lumOff val="20000"/>
                </a:schemeClr>
              </a:gs>
              <a:gs pos="100000">
                <a:schemeClr val="accent1"/>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27" name="文本框 26">
            <a:extLst>
              <a:ext uri="{FF2B5EF4-FFF2-40B4-BE49-F238E27FC236}">
                <a16:creationId xmlns:a16="http://schemas.microsoft.com/office/drawing/2014/main" id="{6C1E86F7-E3FF-4D38-873D-87976B23F1C3}"/>
              </a:ext>
            </a:extLst>
          </p:cNvPr>
          <p:cNvSpPr txBox="1"/>
          <p:nvPr/>
        </p:nvSpPr>
        <p:spPr>
          <a:xfrm>
            <a:off x="7349100" y="1291943"/>
            <a:ext cx="1561052"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中小微企业</a:t>
            </a:r>
          </a:p>
        </p:txBody>
      </p:sp>
      <p:sp>
        <p:nvSpPr>
          <p:cNvPr id="31" name="箭头: 上 36">
            <a:extLst>
              <a:ext uri="{FF2B5EF4-FFF2-40B4-BE49-F238E27FC236}">
                <a16:creationId xmlns:a16="http://schemas.microsoft.com/office/drawing/2014/main" id="{DFFDB2AF-B195-4330-BDEB-F570D34E0CFD}"/>
              </a:ext>
            </a:extLst>
          </p:cNvPr>
          <p:cNvSpPr/>
          <p:nvPr/>
        </p:nvSpPr>
        <p:spPr>
          <a:xfrm>
            <a:off x="1848355" y="3178611"/>
            <a:ext cx="8495290" cy="2763056"/>
          </a:xfrm>
          <a:custGeom>
            <a:avLst/>
            <a:gdLst>
              <a:gd name="connsiteX0" fmla="*/ 0 w 1386312"/>
              <a:gd name="connsiteY0" fmla="*/ 913829 h 2862181"/>
              <a:gd name="connsiteX1" fmla="*/ 693156 w 1386312"/>
              <a:gd name="connsiteY1" fmla="*/ 0 h 2862181"/>
              <a:gd name="connsiteX2" fmla="*/ 1386312 w 1386312"/>
              <a:gd name="connsiteY2" fmla="*/ 913829 h 2862181"/>
              <a:gd name="connsiteX3" fmla="*/ 1039734 w 1386312"/>
              <a:gd name="connsiteY3" fmla="*/ 913829 h 2862181"/>
              <a:gd name="connsiteX4" fmla="*/ 1039734 w 1386312"/>
              <a:gd name="connsiteY4" fmla="*/ 2862181 h 2862181"/>
              <a:gd name="connsiteX5" fmla="*/ 346578 w 1386312"/>
              <a:gd name="connsiteY5" fmla="*/ 2862181 h 2862181"/>
              <a:gd name="connsiteX6" fmla="*/ 346578 w 1386312"/>
              <a:gd name="connsiteY6" fmla="*/ 913829 h 2862181"/>
              <a:gd name="connsiteX7" fmla="*/ 0 w 1386312"/>
              <a:gd name="connsiteY7" fmla="*/ 913829 h 2862181"/>
              <a:gd name="connsiteX0" fmla="*/ 0 w 2374263"/>
              <a:gd name="connsiteY0" fmla="*/ 913829 h 2862181"/>
              <a:gd name="connsiteX1" fmla="*/ 693156 w 2374263"/>
              <a:gd name="connsiteY1" fmla="*/ 0 h 2862181"/>
              <a:gd name="connsiteX2" fmla="*/ 1386312 w 2374263"/>
              <a:gd name="connsiteY2" fmla="*/ 913829 h 2862181"/>
              <a:gd name="connsiteX3" fmla="*/ 1039734 w 2374263"/>
              <a:gd name="connsiteY3" fmla="*/ 913829 h 2862181"/>
              <a:gd name="connsiteX4" fmla="*/ 2374263 w 2374263"/>
              <a:gd name="connsiteY4" fmla="*/ 2862181 h 2862181"/>
              <a:gd name="connsiteX5" fmla="*/ 346578 w 2374263"/>
              <a:gd name="connsiteY5" fmla="*/ 2862181 h 2862181"/>
              <a:gd name="connsiteX6" fmla="*/ 346578 w 2374263"/>
              <a:gd name="connsiteY6" fmla="*/ 913829 h 2862181"/>
              <a:gd name="connsiteX7" fmla="*/ 0 w 2374263"/>
              <a:gd name="connsiteY7" fmla="*/ 913829 h 2862181"/>
              <a:gd name="connsiteX0" fmla="*/ 963238 w 3337501"/>
              <a:gd name="connsiteY0" fmla="*/ 913829 h 2862181"/>
              <a:gd name="connsiteX1" fmla="*/ 1656394 w 3337501"/>
              <a:gd name="connsiteY1" fmla="*/ 0 h 2862181"/>
              <a:gd name="connsiteX2" fmla="*/ 2349550 w 3337501"/>
              <a:gd name="connsiteY2" fmla="*/ 913829 h 2862181"/>
              <a:gd name="connsiteX3" fmla="*/ 2002972 w 3337501"/>
              <a:gd name="connsiteY3" fmla="*/ 913829 h 2862181"/>
              <a:gd name="connsiteX4" fmla="*/ 3337501 w 3337501"/>
              <a:gd name="connsiteY4" fmla="*/ 2862181 h 2862181"/>
              <a:gd name="connsiteX5" fmla="*/ 0 w 3337501"/>
              <a:gd name="connsiteY5" fmla="*/ 2862181 h 2862181"/>
              <a:gd name="connsiteX6" fmla="*/ 1309816 w 3337501"/>
              <a:gd name="connsiteY6" fmla="*/ 913829 h 2862181"/>
              <a:gd name="connsiteX7" fmla="*/ 963238 w 3337501"/>
              <a:gd name="connsiteY7" fmla="*/ 913829 h 2862181"/>
              <a:gd name="connsiteX0" fmla="*/ 963238 w 3337501"/>
              <a:gd name="connsiteY0" fmla="*/ 913829 h 2862181"/>
              <a:gd name="connsiteX1" fmla="*/ 1656394 w 3337501"/>
              <a:gd name="connsiteY1" fmla="*/ 0 h 2862181"/>
              <a:gd name="connsiteX2" fmla="*/ 2349550 w 3337501"/>
              <a:gd name="connsiteY2" fmla="*/ 913829 h 2862181"/>
              <a:gd name="connsiteX3" fmla="*/ 2002972 w 3337501"/>
              <a:gd name="connsiteY3" fmla="*/ 913829 h 2862181"/>
              <a:gd name="connsiteX4" fmla="*/ 3337501 w 3337501"/>
              <a:gd name="connsiteY4" fmla="*/ 2862181 h 2862181"/>
              <a:gd name="connsiteX5" fmla="*/ 0 w 3337501"/>
              <a:gd name="connsiteY5" fmla="*/ 2862181 h 2862181"/>
              <a:gd name="connsiteX6" fmla="*/ 1309816 w 3337501"/>
              <a:gd name="connsiteY6" fmla="*/ 913829 h 2862181"/>
              <a:gd name="connsiteX7" fmla="*/ 963238 w 3337501"/>
              <a:gd name="connsiteY7" fmla="*/ 913829 h 2862181"/>
              <a:gd name="connsiteX0" fmla="*/ 963238 w 3337501"/>
              <a:gd name="connsiteY0" fmla="*/ 913829 h 2862181"/>
              <a:gd name="connsiteX1" fmla="*/ 1656394 w 3337501"/>
              <a:gd name="connsiteY1" fmla="*/ 0 h 2862181"/>
              <a:gd name="connsiteX2" fmla="*/ 2349550 w 3337501"/>
              <a:gd name="connsiteY2" fmla="*/ 913829 h 2862181"/>
              <a:gd name="connsiteX3" fmla="*/ 2002972 w 3337501"/>
              <a:gd name="connsiteY3" fmla="*/ 913829 h 2862181"/>
              <a:gd name="connsiteX4" fmla="*/ 3337501 w 3337501"/>
              <a:gd name="connsiteY4" fmla="*/ 2862181 h 2862181"/>
              <a:gd name="connsiteX5" fmla="*/ 0 w 3337501"/>
              <a:gd name="connsiteY5" fmla="*/ 2862181 h 2862181"/>
              <a:gd name="connsiteX6" fmla="*/ 1309816 w 3337501"/>
              <a:gd name="connsiteY6" fmla="*/ 913829 h 2862181"/>
              <a:gd name="connsiteX7" fmla="*/ 963238 w 3337501"/>
              <a:gd name="connsiteY7" fmla="*/ 913829 h 2862181"/>
              <a:gd name="connsiteX0" fmla="*/ 963238 w 3337501"/>
              <a:gd name="connsiteY0" fmla="*/ 913829 h 2862181"/>
              <a:gd name="connsiteX1" fmla="*/ 1656394 w 3337501"/>
              <a:gd name="connsiteY1" fmla="*/ 0 h 2862181"/>
              <a:gd name="connsiteX2" fmla="*/ 2349550 w 3337501"/>
              <a:gd name="connsiteY2" fmla="*/ 913829 h 2862181"/>
              <a:gd name="connsiteX3" fmla="*/ 2002972 w 3337501"/>
              <a:gd name="connsiteY3" fmla="*/ 913829 h 2862181"/>
              <a:gd name="connsiteX4" fmla="*/ 3337501 w 3337501"/>
              <a:gd name="connsiteY4" fmla="*/ 2862181 h 2862181"/>
              <a:gd name="connsiteX5" fmla="*/ 0 w 3337501"/>
              <a:gd name="connsiteY5" fmla="*/ 2862181 h 2862181"/>
              <a:gd name="connsiteX6" fmla="*/ 1309816 w 3337501"/>
              <a:gd name="connsiteY6" fmla="*/ 913829 h 2862181"/>
              <a:gd name="connsiteX7" fmla="*/ 963238 w 3337501"/>
              <a:gd name="connsiteY7" fmla="*/ 913829 h 2862181"/>
              <a:gd name="connsiteX0" fmla="*/ 963238 w 3337501"/>
              <a:gd name="connsiteY0" fmla="*/ 913829 h 2862181"/>
              <a:gd name="connsiteX1" fmla="*/ 1656394 w 3337501"/>
              <a:gd name="connsiteY1" fmla="*/ 0 h 2862181"/>
              <a:gd name="connsiteX2" fmla="*/ 2349550 w 3337501"/>
              <a:gd name="connsiteY2" fmla="*/ 913829 h 2862181"/>
              <a:gd name="connsiteX3" fmla="*/ 2002972 w 3337501"/>
              <a:gd name="connsiteY3" fmla="*/ 913829 h 2862181"/>
              <a:gd name="connsiteX4" fmla="*/ 3337501 w 3337501"/>
              <a:gd name="connsiteY4" fmla="*/ 2862181 h 2862181"/>
              <a:gd name="connsiteX5" fmla="*/ 0 w 3337501"/>
              <a:gd name="connsiteY5" fmla="*/ 2862181 h 2862181"/>
              <a:gd name="connsiteX6" fmla="*/ 1309816 w 3337501"/>
              <a:gd name="connsiteY6" fmla="*/ 913829 h 2862181"/>
              <a:gd name="connsiteX7" fmla="*/ 963238 w 3337501"/>
              <a:gd name="connsiteY7" fmla="*/ 913829 h 2862181"/>
              <a:gd name="connsiteX0" fmla="*/ 963238 w 3337501"/>
              <a:gd name="connsiteY0" fmla="*/ 913829 h 2862181"/>
              <a:gd name="connsiteX1" fmla="*/ 1656394 w 3337501"/>
              <a:gd name="connsiteY1" fmla="*/ 0 h 2862181"/>
              <a:gd name="connsiteX2" fmla="*/ 2349550 w 3337501"/>
              <a:gd name="connsiteY2" fmla="*/ 913829 h 2862181"/>
              <a:gd name="connsiteX3" fmla="*/ 2002972 w 3337501"/>
              <a:gd name="connsiteY3" fmla="*/ 913829 h 2862181"/>
              <a:gd name="connsiteX4" fmla="*/ 3337501 w 3337501"/>
              <a:gd name="connsiteY4" fmla="*/ 2862181 h 2862181"/>
              <a:gd name="connsiteX5" fmla="*/ 0 w 3337501"/>
              <a:gd name="connsiteY5" fmla="*/ 2862181 h 2862181"/>
              <a:gd name="connsiteX6" fmla="*/ 1309816 w 3337501"/>
              <a:gd name="connsiteY6" fmla="*/ 913829 h 2862181"/>
              <a:gd name="connsiteX7" fmla="*/ 963238 w 3337501"/>
              <a:gd name="connsiteY7" fmla="*/ 913829 h 2862181"/>
              <a:gd name="connsiteX0" fmla="*/ 1847658 w 4221921"/>
              <a:gd name="connsiteY0" fmla="*/ 913829 h 2877171"/>
              <a:gd name="connsiteX1" fmla="*/ 2540814 w 4221921"/>
              <a:gd name="connsiteY1" fmla="*/ 0 h 2877171"/>
              <a:gd name="connsiteX2" fmla="*/ 3233970 w 4221921"/>
              <a:gd name="connsiteY2" fmla="*/ 913829 h 2877171"/>
              <a:gd name="connsiteX3" fmla="*/ 2887392 w 4221921"/>
              <a:gd name="connsiteY3" fmla="*/ 913829 h 2877171"/>
              <a:gd name="connsiteX4" fmla="*/ 4221921 w 4221921"/>
              <a:gd name="connsiteY4" fmla="*/ 2862181 h 2877171"/>
              <a:gd name="connsiteX5" fmla="*/ 0 w 4221921"/>
              <a:gd name="connsiteY5" fmla="*/ 2877171 h 2877171"/>
              <a:gd name="connsiteX6" fmla="*/ 2194236 w 4221921"/>
              <a:gd name="connsiteY6" fmla="*/ 913829 h 2877171"/>
              <a:gd name="connsiteX7" fmla="*/ 1847658 w 4221921"/>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913829 h 2877171"/>
              <a:gd name="connsiteX1" fmla="*/ 2540814 w 4881489"/>
              <a:gd name="connsiteY1" fmla="*/ 0 h 2877171"/>
              <a:gd name="connsiteX2" fmla="*/ 3233970 w 4881489"/>
              <a:gd name="connsiteY2" fmla="*/ 913829 h 2877171"/>
              <a:gd name="connsiteX3" fmla="*/ 2887392 w 4881489"/>
              <a:gd name="connsiteY3" fmla="*/ 913829 h 2877171"/>
              <a:gd name="connsiteX4" fmla="*/ 4881489 w 4881489"/>
              <a:gd name="connsiteY4" fmla="*/ 2877171 h 2877171"/>
              <a:gd name="connsiteX5" fmla="*/ 0 w 4881489"/>
              <a:gd name="connsiteY5" fmla="*/ 2877171 h 2877171"/>
              <a:gd name="connsiteX6" fmla="*/ 2194236 w 4881489"/>
              <a:gd name="connsiteY6" fmla="*/ 913829 h 2877171"/>
              <a:gd name="connsiteX7" fmla="*/ 1847658 w 4881489"/>
              <a:gd name="connsiteY7" fmla="*/ 913829 h 2877171"/>
              <a:gd name="connsiteX0" fmla="*/ 1847658 w 4881489"/>
              <a:gd name="connsiteY0" fmla="*/ 582020 h 2545362"/>
              <a:gd name="connsiteX1" fmla="*/ 2557142 w 4881489"/>
              <a:gd name="connsiteY1" fmla="*/ 0 h 2545362"/>
              <a:gd name="connsiteX2" fmla="*/ 3233970 w 4881489"/>
              <a:gd name="connsiteY2" fmla="*/ 582020 h 2545362"/>
              <a:gd name="connsiteX3" fmla="*/ 2887392 w 4881489"/>
              <a:gd name="connsiteY3" fmla="*/ 582020 h 2545362"/>
              <a:gd name="connsiteX4" fmla="*/ 4881489 w 4881489"/>
              <a:gd name="connsiteY4" fmla="*/ 2545362 h 2545362"/>
              <a:gd name="connsiteX5" fmla="*/ 0 w 4881489"/>
              <a:gd name="connsiteY5" fmla="*/ 2545362 h 2545362"/>
              <a:gd name="connsiteX6" fmla="*/ 2194236 w 4881489"/>
              <a:gd name="connsiteY6" fmla="*/ 582020 h 2545362"/>
              <a:gd name="connsiteX7" fmla="*/ 1847658 w 4881489"/>
              <a:gd name="connsiteY7" fmla="*/ 582020 h 2545362"/>
              <a:gd name="connsiteX0" fmla="*/ 1847658 w 5190581"/>
              <a:gd name="connsiteY0" fmla="*/ 582020 h 2552250"/>
              <a:gd name="connsiteX1" fmla="*/ 2557142 w 5190581"/>
              <a:gd name="connsiteY1" fmla="*/ 0 h 2552250"/>
              <a:gd name="connsiteX2" fmla="*/ 3233970 w 5190581"/>
              <a:gd name="connsiteY2" fmla="*/ 582020 h 2552250"/>
              <a:gd name="connsiteX3" fmla="*/ 2887392 w 5190581"/>
              <a:gd name="connsiteY3" fmla="*/ 582020 h 2552250"/>
              <a:gd name="connsiteX4" fmla="*/ 5190581 w 5190581"/>
              <a:gd name="connsiteY4" fmla="*/ 2552250 h 2552250"/>
              <a:gd name="connsiteX5" fmla="*/ 0 w 5190581"/>
              <a:gd name="connsiteY5" fmla="*/ 2545362 h 2552250"/>
              <a:gd name="connsiteX6" fmla="*/ 2194236 w 5190581"/>
              <a:gd name="connsiteY6" fmla="*/ 582020 h 2552250"/>
              <a:gd name="connsiteX7" fmla="*/ 1847658 w 5190581"/>
              <a:gd name="connsiteY7" fmla="*/ 582020 h 2552250"/>
              <a:gd name="connsiteX0" fmla="*/ 1847658 w 5190581"/>
              <a:gd name="connsiteY0" fmla="*/ 582020 h 2552250"/>
              <a:gd name="connsiteX1" fmla="*/ 2557142 w 5190581"/>
              <a:gd name="connsiteY1" fmla="*/ 0 h 2552250"/>
              <a:gd name="connsiteX2" fmla="*/ 3233970 w 5190581"/>
              <a:gd name="connsiteY2" fmla="*/ 582020 h 2552250"/>
              <a:gd name="connsiteX3" fmla="*/ 2887392 w 5190581"/>
              <a:gd name="connsiteY3" fmla="*/ 582020 h 2552250"/>
              <a:gd name="connsiteX4" fmla="*/ 5190581 w 5190581"/>
              <a:gd name="connsiteY4" fmla="*/ 2552250 h 2552250"/>
              <a:gd name="connsiteX5" fmla="*/ 0 w 5190581"/>
              <a:gd name="connsiteY5" fmla="*/ 2545362 h 2552250"/>
              <a:gd name="connsiteX6" fmla="*/ 2194236 w 5190581"/>
              <a:gd name="connsiteY6" fmla="*/ 582020 h 2552250"/>
              <a:gd name="connsiteX7" fmla="*/ 1847658 w 5190581"/>
              <a:gd name="connsiteY7" fmla="*/ 582020 h 2552250"/>
              <a:gd name="connsiteX0" fmla="*/ 1879855 w 5222778"/>
              <a:gd name="connsiteY0" fmla="*/ 582020 h 2572911"/>
              <a:gd name="connsiteX1" fmla="*/ 2589339 w 5222778"/>
              <a:gd name="connsiteY1" fmla="*/ 0 h 2572911"/>
              <a:gd name="connsiteX2" fmla="*/ 3266167 w 5222778"/>
              <a:gd name="connsiteY2" fmla="*/ 582020 h 2572911"/>
              <a:gd name="connsiteX3" fmla="*/ 2919589 w 5222778"/>
              <a:gd name="connsiteY3" fmla="*/ 582020 h 2572911"/>
              <a:gd name="connsiteX4" fmla="*/ 5222778 w 5222778"/>
              <a:gd name="connsiteY4" fmla="*/ 2552250 h 2572911"/>
              <a:gd name="connsiteX5" fmla="*/ 0 w 5222778"/>
              <a:gd name="connsiteY5" fmla="*/ 2572911 h 2572911"/>
              <a:gd name="connsiteX6" fmla="*/ 2226433 w 5222778"/>
              <a:gd name="connsiteY6" fmla="*/ 582020 h 2572911"/>
              <a:gd name="connsiteX7" fmla="*/ 1879855 w 5222778"/>
              <a:gd name="connsiteY7" fmla="*/ 582020 h 2572911"/>
              <a:gd name="connsiteX0" fmla="*/ 1931371 w 5274294"/>
              <a:gd name="connsiteY0" fmla="*/ 582020 h 2566023"/>
              <a:gd name="connsiteX1" fmla="*/ 2640855 w 5274294"/>
              <a:gd name="connsiteY1" fmla="*/ 0 h 2566023"/>
              <a:gd name="connsiteX2" fmla="*/ 3317683 w 5274294"/>
              <a:gd name="connsiteY2" fmla="*/ 582020 h 2566023"/>
              <a:gd name="connsiteX3" fmla="*/ 2971105 w 5274294"/>
              <a:gd name="connsiteY3" fmla="*/ 582020 h 2566023"/>
              <a:gd name="connsiteX4" fmla="*/ 5274294 w 5274294"/>
              <a:gd name="connsiteY4" fmla="*/ 2552250 h 2566023"/>
              <a:gd name="connsiteX5" fmla="*/ 0 w 5274294"/>
              <a:gd name="connsiteY5" fmla="*/ 2566023 h 2566023"/>
              <a:gd name="connsiteX6" fmla="*/ 2277949 w 5274294"/>
              <a:gd name="connsiteY6" fmla="*/ 582020 h 2566023"/>
              <a:gd name="connsiteX7" fmla="*/ 1931371 w 5274294"/>
              <a:gd name="connsiteY7" fmla="*/ 582020 h 2566023"/>
              <a:gd name="connsiteX0" fmla="*/ 1931371 w 7682963"/>
              <a:gd name="connsiteY0" fmla="*/ 582020 h 2578674"/>
              <a:gd name="connsiteX1" fmla="*/ 2640855 w 7682963"/>
              <a:gd name="connsiteY1" fmla="*/ 0 h 2578674"/>
              <a:gd name="connsiteX2" fmla="*/ 3317683 w 7682963"/>
              <a:gd name="connsiteY2" fmla="*/ 582020 h 2578674"/>
              <a:gd name="connsiteX3" fmla="*/ 2971105 w 7682963"/>
              <a:gd name="connsiteY3" fmla="*/ 582020 h 2578674"/>
              <a:gd name="connsiteX4" fmla="*/ 7682963 w 7682963"/>
              <a:gd name="connsiteY4" fmla="*/ 2578674 h 2578674"/>
              <a:gd name="connsiteX5" fmla="*/ 0 w 7682963"/>
              <a:gd name="connsiteY5" fmla="*/ 2566023 h 2578674"/>
              <a:gd name="connsiteX6" fmla="*/ 2277949 w 7682963"/>
              <a:gd name="connsiteY6" fmla="*/ 582020 h 2578674"/>
              <a:gd name="connsiteX7" fmla="*/ 1931371 w 7682963"/>
              <a:gd name="connsiteY7" fmla="*/ 582020 h 2578674"/>
              <a:gd name="connsiteX0" fmla="*/ 4386810 w 10138402"/>
              <a:gd name="connsiteY0" fmla="*/ 582020 h 2579234"/>
              <a:gd name="connsiteX1" fmla="*/ 5096294 w 10138402"/>
              <a:gd name="connsiteY1" fmla="*/ 0 h 2579234"/>
              <a:gd name="connsiteX2" fmla="*/ 5773122 w 10138402"/>
              <a:gd name="connsiteY2" fmla="*/ 582020 h 2579234"/>
              <a:gd name="connsiteX3" fmla="*/ 5426544 w 10138402"/>
              <a:gd name="connsiteY3" fmla="*/ 582020 h 2579234"/>
              <a:gd name="connsiteX4" fmla="*/ 10138402 w 10138402"/>
              <a:gd name="connsiteY4" fmla="*/ 2578674 h 2579234"/>
              <a:gd name="connsiteX5" fmla="*/ 0 w 10138402"/>
              <a:gd name="connsiteY5" fmla="*/ 2579234 h 2579234"/>
              <a:gd name="connsiteX6" fmla="*/ 4733388 w 10138402"/>
              <a:gd name="connsiteY6" fmla="*/ 582020 h 2579234"/>
              <a:gd name="connsiteX7" fmla="*/ 4386810 w 10138402"/>
              <a:gd name="connsiteY7" fmla="*/ 582020 h 2579234"/>
              <a:gd name="connsiteX0" fmla="*/ 4386810 w 10138402"/>
              <a:gd name="connsiteY0" fmla="*/ 582020 h 2579234"/>
              <a:gd name="connsiteX1" fmla="*/ 5096294 w 10138402"/>
              <a:gd name="connsiteY1" fmla="*/ 0 h 2579234"/>
              <a:gd name="connsiteX2" fmla="*/ 5773122 w 10138402"/>
              <a:gd name="connsiteY2" fmla="*/ 582020 h 2579234"/>
              <a:gd name="connsiteX3" fmla="*/ 5426544 w 10138402"/>
              <a:gd name="connsiteY3" fmla="*/ 582020 h 2579234"/>
              <a:gd name="connsiteX4" fmla="*/ 10138402 w 10138402"/>
              <a:gd name="connsiteY4" fmla="*/ 2578674 h 2579234"/>
              <a:gd name="connsiteX5" fmla="*/ 0 w 10138402"/>
              <a:gd name="connsiteY5" fmla="*/ 2579234 h 2579234"/>
              <a:gd name="connsiteX6" fmla="*/ 4733388 w 10138402"/>
              <a:gd name="connsiteY6" fmla="*/ 582020 h 2579234"/>
              <a:gd name="connsiteX7" fmla="*/ 4386810 w 10138402"/>
              <a:gd name="connsiteY7" fmla="*/ 582020 h 2579234"/>
              <a:gd name="connsiteX0" fmla="*/ 4386810 w 10138402"/>
              <a:gd name="connsiteY0" fmla="*/ 582020 h 2579234"/>
              <a:gd name="connsiteX1" fmla="*/ 5096294 w 10138402"/>
              <a:gd name="connsiteY1" fmla="*/ 0 h 2579234"/>
              <a:gd name="connsiteX2" fmla="*/ 5773122 w 10138402"/>
              <a:gd name="connsiteY2" fmla="*/ 582020 h 2579234"/>
              <a:gd name="connsiteX3" fmla="*/ 5426544 w 10138402"/>
              <a:gd name="connsiteY3" fmla="*/ 582020 h 2579234"/>
              <a:gd name="connsiteX4" fmla="*/ 10138402 w 10138402"/>
              <a:gd name="connsiteY4" fmla="*/ 2578674 h 2579234"/>
              <a:gd name="connsiteX5" fmla="*/ 0 w 10138402"/>
              <a:gd name="connsiteY5" fmla="*/ 2579234 h 2579234"/>
              <a:gd name="connsiteX6" fmla="*/ 4733388 w 10138402"/>
              <a:gd name="connsiteY6" fmla="*/ 582020 h 2579234"/>
              <a:gd name="connsiteX7" fmla="*/ 4386810 w 10138402"/>
              <a:gd name="connsiteY7" fmla="*/ 582020 h 2579234"/>
              <a:gd name="connsiteX0" fmla="*/ 4386810 w 10138402"/>
              <a:gd name="connsiteY0" fmla="*/ 582020 h 2579234"/>
              <a:gd name="connsiteX1" fmla="*/ 5096294 w 10138402"/>
              <a:gd name="connsiteY1" fmla="*/ 0 h 2579234"/>
              <a:gd name="connsiteX2" fmla="*/ 5773122 w 10138402"/>
              <a:gd name="connsiteY2" fmla="*/ 582020 h 2579234"/>
              <a:gd name="connsiteX3" fmla="*/ 5426544 w 10138402"/>
              <a:gd name="connsiteY3" fmla="*/ 582020 h 2579234"/>
              <a:gd name="connsiteX4" fmla="*/ 10138402 w 10138402"/>
              <a:gd name="connsiteY4" fmla="*/ 2578674 h 2579234"/>
              <a:gd name="connsiteX5" fmla="*/ 0 w 10138402"/>
              <a:gd name="connsiteY5" fmla="*/ 2579234 h 2579234"/>
              <a:gd name="connsiteX6" fmla="*/ 4733388 w 10138402"/>
              <a:gd name="connsiteY6" fmla="*/ 582020 h 2579234"/>
              <a:gd name="connsiteX7" fmla="*/ 4386810 w 10138402"/>
              <a:gd name="connsiteY7" fmla="*/ 582020 h 2579234"/>
              <a:gd name="connsiteX0" fmla="*/ 4386810 w 10138402"/>
              <a:gd name="connsiteY0" fmla="*/ 582020 h 2579234"/>
              <a:gd name="connsiteX1" fmla="*/ 5096294 w 10138402"/>
              <a:gd name="connsiteY1" fmla="*/ 0 h 2579234"/>
              <a:gd name="connsiteX2" fmla="*/ 5773122 w 10138402"/>
              <a:gd name="connsiteY2" fmla="*/ 582020 h 2579234"/>
              <a:gd name="connsiteX3" fmla="*/ 5426544 w 10138402"/>
              <a:gd name="connsiteY3" fmla="*/ 582020 h 2579234"/>
              <a:gd name="connsiteX4" fmla="*/ 10138402 w 10138402"/>
              <a:gd name="connsiteY4" fmla="*/ 2578674 h 2579234"/>
              <a:gd name="connsiteX5" fmla="*/ 0 w 10138402"/>
              <a:gd name="connsiteY5" fmla="*/ 2579234 h 2579234"/>
              <a:gd name="connsiteX6" fmla="*/ 4733388 w 10138402"/>
              <a:gd name="connsiteY6" fmla="*/ 582020 h 2579234"/>
              <a:gd name="connsiteX7" fmla="*/ 4386810 w 10138402"/>
              <a:gd name="connsiteY7" fmla="*/ 582020 h 2579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38402" h="2579234">
                <a:moveTo>
                  <a:pt x="4386810" y="582020"/>
                </a:moveTo>
                <a:lnTo>
                  <a:pt x="5096294" y="0"/>
                </a:lnTo>
                <a:lnTo>
                  <a:pt x="5773122" y="582020"/>
                </a:lnTo>
                <a:lnTo>
                  <a:pt x="5426544" y="582020"/>
                </a:lnTo>
                <a:cubicBezTo>
                  <a:pt x="5391702" y="1396363"/>
                  <a:pt x="6752496" y="2371355"/>
                  <a:pt x="10138402" y="2578674"/>
                </a:cubicBezTo>
                <a:lnTo>
                  <a:pt x="0" y="2579234"/>
                </a:lnTo>
                <a:cubicBezTo>
                  <a:pt x="3404674" y="2394360"/>
                  <a:pt x="4836430" y="1486305"/>
                  <a:pt x="4733388" y="582020"/>
                </a:cubicBezTo>
                <a:lnTo>
                  <a:pt x="4386810" y="582020"/>
                </a:lnTo>
                <a:close/>
              </a:path>
            </a:pathLst>
          </a:custGeom>
          <a:gradFill>
            <a:gsLst>
              <a:gs pos="0">
                <a:schemeClr val="accent2"/>
              </a:gs>
              <a:gs pos="88000">
                <a:schemeClr val="accent2">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32" name="椭圆 31">
            <a:extLst>
              <a:ext uri="{FF2B5EF4-FFF2-40B4-BE49-F238E27FC236}">
                <a16:creationId xmlns:a16="http://schemas.microsoft.com/office/drawing/2014/main" id="{AF9F413F-2198-4EBA-9463-E84762523726}"/>
              </a:ext>
            </a:extLst>
          </p:cNvPr>
          <p:cNvSpPr/>
          <p:nvPr/>
        </p:nvSpPr>
        <p:spPr>
          <a:xfrm>
            <a:off x="4184834" y="5218234"/>
            <a:ext cx="3822332" cy="723434"/>
          </a:xfrm>
          <a:prstGeom prst="ellipse">
            <a:avLst/>
          </a:prstGeom>
          <a:gradFill>
            <a:gsLst>
              <a:gs pos="0">
                <a:schemeClr val="accent1">
                  <a:lumMod val="20000"/>
                  <a:lumOff val="80000"/>
                  <a:alpha val="0"/>
                </a:schemeClr>
              </a:gs>
              <a:gs pos="100000">
                <a:schemeClr val="accent1">
                  <a:lumMod val="20000"/>
                  <a:lumOff val="80000"/>
                  <a:alpha val="50000"/>
                </a:schemeClr>
              </a:gs>
            </a:gsLst>
            <a:lin ang="5400000" scaled="1"/>
          </a:gradFill>
          <a:ln w="25400">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prstClr val="white"/>
              </a:solidFill>
              <a:latin typeface="Helvetica"/>
            </a:endParaRPr>
          </a:p>
        </p:txBody>
      </p:sp>
      <p:grpSp>
        <p:nvGrpSpPr>
          <p:cNvPr id="65" name="组合 64">
            <a:extLst>
              <a:ext uri="{FF2B5EF4-FFF2-40B4-BE49-F238E27FC236}">
                <a16:creationId xmlns:a16="http://schemas.microsoft.com/office/drawing/2014/main" id="{3D07F2F6-F0CE-45BE-93E5-E7F4E33F82EE}"/>
              </a:ext>
            </a:extLst>
          </p:cNvPr>
          <p:cNvGrpSpPr/>
          <p:nvPr/>
        </p:nvGrpSpPr>
        <p:grpSpPr>
          <a:xfrm>
            <a:off x="5553307" y="4667032"/>
            <a:ext cx="1085386" cy="1085386"/>
            <a:chOff x="5599659" y="4838482"/>
            <a:chExt cx="1085386" cy="1085386"/>
          </a:xfrm>
          <a:effectLst>
            <a:outerShdw blurRad="444500" dist="254000" dir="2700000" algn="tl" rotWithShape="0">
              <a:schemeClr val="accent1">
                <a:alpha val="20000"/>
              </a:schemeClr>
            </a:outerShdw>
          </a:effectLst>
        </p:grpSpPr>
        <p:sp>
          <p:nvSpPr>
            <p:cNvPr id="62" name="椭圆 61">
              <a:extLst>
                <a:ext uri="{FF2B5EF4-FFF2-40B4-BE49-F238E27FC236}">
                  <a16:creationId xmlns:a16="http://schemas.microsoft.com/office/drawing/2014/main" id="{46392901-7AA0-4FB0-B21C-6D7A5FC932E9}"/>
                </a:ext>
              </a:extLst>
            </p:cNvPr>
            <p:cNvSpPr/>
            <p:nvPr/>
          </p:nvSpPr>
          <p:spPr>
            <a:xfrm>
              <a:off x="5599659" y="4838482"/>
              <a:ext cx="1085386" cy="1085386"/>
            </a:xfrm>
            <a:prstGeom prst="ellipse">
              <a:avLst/>
            </a:prstGeom>
            <a:gradFill flip="none" rotWithShape="1">
              <a:gsLst>
                <a:gs pos="17000">
                  <a:schemeClr val="accent1">
                    <a:lumMod val="60000"/>
                    <a:lumOff val="40000"/>
                  </a:schemeClr>
                </a:gs>
                <a:gs pos="63000">
                  <a:schemeClr val="accent1"/>
                </a:gs>
              </a:gsLst>
              <a:path path="circle">
                <a:fillToRect l="100000" b="100000"/>
              </a:path>
              <a:tileRect t="-100000" r="-100000"/>
            </a:gradFill>
            <a:ln>
              <a:noFill/>
            </a:ln>
            <a:effectLst>
              <a:innerShdw blurRad="114300">
                <a:schemeClr val="accent1">
                  <a:lumMod val="20000"/>
                  <a:lumOff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52" name="文本框 51">
              <a:extLst>
                <a:ext uri="{FF2B5EF4-FFF2-40B4-BE49-F238E27FC236}">
                  <a16:creationId xmlns:a16="http://schemas.microsoft.com/office/drawing/2014/main" id="{58AE1566-9981-45AE-9964-7DB657B3699A}"/>
                </a:ext>
              </a:extLst>
            </p:cNvPr>
            <p:cNvSpPr txBox="1"/>
            <p:nvPr/>
          </p:nvSpPr>
          <p:spPr>
            <a:xfrm>
              <a:off x="5631572" y="5423793"/>
              <a:ext cx="1021559" cy="33297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大模型</a:t>
              </a:r>
            </a:p>
          </p:txBody>
        </p:sp>
        <p:sp>
          <p:nvSpPr>
            <p:cNvPr id="53" name="文本框 52">
              <a:extLst>
                <a:ext uri="{FF2B5EF4-FFF2-40B4-BE49-F238E27FC236}">
                  <a16:creationId xmlns:a16="http://schemas.microsoft.com/office/drawing/2014/main" id="{8ECF5410-680C-44C0-B9FF-B53598B24B4F}"/>
                </a:ext>
              </a:extLst>
            </p:cNvPr>
            <p:cNvSpPr txBox="1"/>
            <p:nvPr/>
          </p:nvSpPr>
          <p:spPr>
            <a:xfrm>
              <a:off x="5643643" y="5091740"/>
              <a:ext cx="997418" cy="367408"/>
            </a:xfrm>
            <a:prstGeom prst="rect">
              <a:avLst/>
            </a:prstGeom>
            <a:noFill/>
          </p:spPr>
          <p:txBody>
            <a:bodyPr wrap="square" lIns="0" rIns="0"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rPr>
                <a:t>360 GPT</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endParaRPr>
            </a:p>
          </p:txBody>
        </p:sp>
      </p:grpSp>
      <p:grpSp>
        <p:nvGrpSpPr>
          <p:cNvPr id="64" name="组合 63">
            <a:extLst>
              <a:ext uri="{FF2B5EF4-FFF2-40B4-BE49-F238E27FC236}">
                <a16:creationId xmlns:a16="http://schemas.microsoft.com/office/drawing/2014/main" id="{FB75F319-D725-4609-BF46-FA677E13D135}"/>
              </a:ext>
            </a:extLst>
          </p:cNvPr>
          <p:cNvGrpSpPr/>
          <p:nvPr/>
        </p:nvGrpSpPr>
        <p:grpSpPr>
          <a:xfrm>
            <a:off x="1593689" y="4299947"/>
            <a:ext cx="1085386" cy="1085386"/>
            <a:chOff x="1593689" y="4471397"/>
            <a:chExt cx="1085386" cy="1085386"/>
          </a:xfrm>
          <a:effectLst>
            <a:outerShdw blurRad="444500" dist="254000" dir="2700000" algn="tl" rotWithShape="0">
              <a:schemeClr val="accent1">
                <a:alpha val="20000"/>
              </a:schemeClr>
            </a:outerShdw>
          </a:effectLst>
        </p:grpSpPr>
        <p:sp>
          <p:nvSpPr>
            <p:cNvPr id="38" name="椭圆 37">
              <a:extLst>
                <a:ext uri="{FF2B5EF4-FFF2-40B4-BE49-F238E27FC236}">
                  <a16:creationId xmlns:a16="http://schemas.microsoft.com/office/drawing/2014/main" id="{E0995DFB-EB09-4C4C-8B79-9FF299DC6493}"/>
                </a:ext>
              </a:extLst>
            </p:cNvPr>
            <p:cNvSpPr/>
            <p:nvPr/>
          </p:nvSpPr>
          <p:spPr>
            <a:xfrm>
              <a:off x="1593689" y="4471397"/>
              <a:ext cx="1085386" cy="1085386"/>
            </a:xfrm>
            <a:prstGeom prst="ellipse">
              <a:avLst/>
            </a:prstGeom>
            <a:gradFill flip="none" rotWithShape="1">
              <a:gsLst>
                <a:gs pos="17000">
                  <a:schemeClr val="accent1">
                    <a:lumMod val="60000"/>
                    <a:lumOff val="40000"/>
                  </a:schemeClr>
                </a:gs>
                <a:gs pos="63000">
                  <a:schemeClr val="accent1"/>
                </a:gs>
              </a:gsLst>
              <a:path path="circle">
                <a:fillToRect l="100000" b="100000"/>
              </a:path>
              <a:tileRect t="-100000" r="-100000"/>
            </a:gradFill>
            <a:ln>
              <a:noFill/>
            </a:ln>
            <a:effectLst>
              <a:innerShdw blurRad="114300">
                <a:schemeClr val="accent1">
                  <a:lumMod val="20000"/>
                  <a:lumOff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39" name="文本框 38">
              <a:extLst>
                <a:ext uri="{FF2B5EF4-FFF2-40B4-BE49-F238E27FC236}">
                  <a16:creationId xmlns:a16="http://schemas.microsoft.com/office/drawing/2014/main" id="{F9C38518-402B-47E2-A42F-01995EC2497A}"/>
                </a:ext>
              </a:extLst>
            </p:cNvPr>
            <p:cNvSpPr txBox="1"/>
            <p:nvPr/>
          </p:nvSpPr>
          <p:spPr>
            <a:xfrm>
              <a:off x="1625602" y="5056708"/>
              <a:ext cx="1021559" cy="33297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大模型</a:t>
              </a:r>
            </a:p>
          </p:txBody>
        </p:sp>
        <p:sp>
          <p:nvSpPr>
            <p:cNvPr id="40" name="文本框 39">
              <a:extLst>
                <a:ext uri="{FF2B5EF4-FFF2-40B4-BE49-F238E27FC236}">
                  <a16:creationId xmlns:a16="http://schemas.microsoft.com/office/drawing/2014/main" id="{F4EFAF1A-9E4D-4E12-8FC8-396D7857D6D3}"/>
                </a:ext>
              </a:extLst>
            </p:cNvPr>
            <p:cNvSpPr txBox="1"/>
            <p:nvPr/>
          </p:nvSpPr>
          <p:spPr>
            <a:xfrm>
              <a:off x="1637673" y="4724655"/>
              <a:ext cx="997418" cy="36740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rPr>
                <a:t>360 CV</a:t>
              </a:r>
              <a:endPar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endParaRPr>
            </a:p>
          </p:txBody>
        </p:sp>
      </p:grpSp>
      <p:grpSp>
        <p:nvGrpSpPr>
          <p:cNvPr id="66" name="组合 65">
            <a:extLst>
              <a:ext uri="{FF2B5EF4-FFF2-40B4-BE49-F238E27FC236}">
                <a16:creationId xmlns:a16="http://schemas.microsoft.com/office/drawing/2014/main" id="{DB66CCCB-D2DA-47B8-97C2-26F6FC895F63}"/>
              </a:ext>
            </a:extLst>
          </p:cNvPr>
          <p:cNvGrpSpPr/>
          <p:nvPr/>
        </p:nvGrpSpPr>
        <p:grpSpPr>
          <a:xfrm>
            <a:off x="9512926" y="4299947"/>
            <a:ext cx="1085386" cy="1085386"/>
            <a:chOff x="9512926" y="4472847"/>
            <a:chExt cx="1085386" cy="1085386"/>
          </a:xfrm>
          <a:effectLst>
            <a:outerShdw blurRad="444500" dist="254000" dir="2700000" algn="tl" rotWithShape="0">
              <a:schemeClr val="accent1">
                <a:alpha val="20000"/>
              </a:schemeClr>
            </a:outerShdw>
          </a:effectLst>
        </p:grpSpPr>
        <p:sp>
          <p:nvSpPr>
            <p:cNvPr id="63" name="椭圆 62">
              <a:extLst>
                <a:ext uri="{FF2B5EF4-FFF2-40B4-BE49-F238E27FC236}">
                  <a16:creationId xmlns:a16="http://schemas.microsoft.com/office/drawing/2014/main" id="{9D2F75B8-B9DB-4DD2-991A-DD6D22AFA065}"/>
                </a:ext>
              </a:extLst>
            </p:cNvPr>
            <p:cNvSpPr/>
            <p:nvPr/>
          </p:nvSpPr>
          <p:spPr>
            <a:xfrm>
              <a:off x="9512926" y="4472847"/>
              <a:ext cx="1085386" cy="1085386"/>
            </a:xfrm>
            <a:prstGeom prst="ellipse">
              <a:avLst/>
            </a:prstGeom>
            <a:gradFill flip="none" rotWithShape="1">
              <a:gsLst>
                <a:gs pos="17000">
                  <a:schemeClr val="accent1">
                    <a:lumMod val="60000"/>
                    <a:lumOff val="40000"/>
                  </a:schemeClr>
                </a:gs>
                <a:gs pos="63000">
                  <a:schemeClr val="accent1"/>
                </a:gs>
              </a:gsLst>
              <a:path path="circle">
                <a:fillToRect l="100000" b="100000"/>
              </a:path>
              <a:tileRect t="-100000" r="-100000"/>
            </a:gradFill>
            <a:ln>
              <a:noFill/>
            </a:ln>
            <a:effectLst>
              <a:innerShdw blurRad="114300">
                <a:schemeClr val="accent1">
                  <a:lumMod val="20000"/>
                  <a:lumOff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56" name="文本框 55">
              <a:extLst>
                <a:ext uri="{FF2B5EF4-FFF2-40B4-BE49-F238E27FC236}">
                  <a16:creationId xmlns:a16="http://schemas.microsoft.com/office/drawing/2014/main" id="{7E92694B-44F1-4AF8-B9FB-B8F7D0A31EE2}"/>
                </a:ext>
              </a:extLst>
            </p:cNvPr>
            <p:cNvSpPr txBox="1"/>
            <p:nvPr/>
          </p:nvSpPr>
          <p:spPr>
            <a:xfrm>
              <a:off x="9544839" y="5080192"/>
              <a:ext cx="1021559" cy="33297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大模型</a:t>
              </a:r>
            </a:p>
          </p:txBody>
        </p:sp>
        <p:sp>
          <p:nvSpPr>
            <p:cNvPr id="57" name="文本框 56">
              <a:extLst>
                <a:ext uri="{FF2B5EF4-FFF2-40B4-BE49-F238E27FC236}">
                  <a16:creationId xmlns:a16="http://schemas.microsoft.com/office/drawing/2014/main" id="{76D1292A-92FD-46DE-8C8E-DAF136C9CAE7}"/>
                </a:ext>
              </a:extLst>
            </p:cNvPr>
            <p:cNvSpPr txBox="1"/>
            <p:nvPr/>
          </p:nvSpPr>
          <p:spPr>
            <a:xfrm>
              <a:off x="9556910" y="4748139"/>
              <a:ext cx="997418" cy="367408"/>
            </a:xfrm>
            <a:prstGeom prst="rect">
              <a:avLst/>
            </a:prstGeom>
            <a:noFill/>
          </p:spPr>
          <p:txBody>
            <a:bodyPr wrap="square" lIns="0" rIns="0" rtlCol="0">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rPr>
                <a:t>360</a:t>
              </a:r>
              <a:r>
                <a:rPr kumimoji="0" lang="zh-CN" altLang="en-US" sz="16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rPr>
                <a:t>多模态</a:t>
              </a:r>
            </a:p>
          </p:txBody>
        </p:sp>
      </p:grpSp>
      <p:sp>
        <p:nvSpPr>
          <p:cNvPr id="67" name="椭圆 66">
            <a:extLst>
              <a:ext uri="{FF2B5EF4-FFF2-40B4-BE49-F238E27FC236}">
                <a16:creationId xmlns:a16="http://schemas.microsoft.com/office/drawing/2014/main" id="{06CAA97C-9CF8-4DE7-A629-871493742479}"/>
              </a:ext>
            </a:extLst>
          </p:cNvPr>
          <p:cNvSpPr/>
          <p:nvPr/>
        </p:nvSpPr>
        <p:spPr>
          <a:xfrm>
            <a:off x="3806301" y="3637557"/>
            <a:ext cx="4568245" cy="869115"/>
          </a:xfrm>
          <a:prstGeom prst="ellipse">
            <a:avLst/>
          </a:prstGeom>
          <a:gradFill>
            <a:gsLst>
              <a:gs pos="0">
                <a:schemeClr val="accent1">
                  <a:lumMod val="20000"/>
                  <a:lumOff val="80000"/>
                  <a:alpha val="0"/>
                </a:schemeClr>
              </a:gs>
              <a:gs pos="100000">
                <a:schemeClr val="accent1">
                  <a:lumMod val="20000"/>
                  <a:lumOff val="80000"/>
                  <a:alpha val="50000"/>
                </a:schemeClr>
              </a:gs>
            </a:gsLst>
            <a:lin ang="5400000" scaled="1"/>
          </a:gradFill>
          <a:ln w="25400">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prstClr val="white"/>
              </a:solidFill>
              <a:latin typeface="Helvetica"/>
            </a:endParaRPr>
          </a:p>
        </p:txBody>
      </p:sp>
      <p:sp>
        <p:nvSpPr>
          <p:cNvPr id="73" name="任意多边形: 形状 72">
            <a:extLst>
              <a:ext uri="{FF2B5EF4-FFF2-40B4-BE49-F238E27FC236}">
                <a16:creationId xmlns:a16="http://schemas.microsoft.com/office/drawing/2014/main" id="{1E710AD1-AE43-43A8-88D8-CAAD86020E15}"/>
              </a:ext>
            </a:extLst>
          </p:cNvPr>
          <p:cNvSpPr/>
          <p:nvPr/>
        </p:nvSpPr>
        <p:spPr>
          <a:xfrm rot="10800000">
            <a:off x="695319" y="1655543"/>
            <a:ext cx="10764839" cy="2837903"/>
          </a:xfrm>
          <a:custGeom>
            <a:avLst/>
            <a:gdLst>
              <a:gd name="connsiteX0" fmla="*/ 10645991 w 10764839"/>
              <a:gd name="connsiteY0" fmla="*/ 2746719 h 2837903"/>
              <a:gd name="connsiteX1" fmla="*/ 10522855 w 10764839"/>
              <a:gd name="connsiteY1" fmla="*/ 2695279 h 2837903"/>
              <a:gd name="connsiteX2" fmla="*/ 5382419 w 10764839"/>
              <a:gd name="connsiteY2" fmla="*/ 2289054 h 2837903"/>
              <a:gd name="connsiteX3" fmla="*/ 241983 w 10764839"/>
              <a:gd name="connsiteY3" fmla="*/ 2695279 h 2837903"/>
              <a:gd name="connsiteX4" fmla="*/ 118850 w 10764839"/>
              <a:gd name="connsiteY4" fmla="*/ 2746718 h 2837903"/>
              <a:gd name="connsiteX5" fmla="*/ 3088243 w 10764839"/>
              <a:gd name="connsiteY5" fmla="*/ 468510 h 2837903"/>
              <a:gd name="connsiteX6" fmla="*/ 3107154 w 10764839"/>
              <a:gd name="connsiteY6" fmla="*/ 468510 h 2837903"/>
              <a:gd name="connsiteX7" fmla="*/ 3089164 w 10764839"/>
              <a:gd name="connsiteY7" fmla="*/ 434558 h 2837903"/>
              <a:gd name="connsiteX8" fmla="*/ 5373287 w 10764839"/>
              <a:gd name="connsiteY8" fmla="*/ 0 h 2837903"/>
              <a:gd name="connsiteX9" fmla="*/ 7657410 w 10764839"/>
              <a:gd name="connsiteY9" fmla="*/ 434558 h 2837903"/>
              <a:gd name="connsiteX10" fmla="*/ 7639420 w 10764839"/>
              <a:gd name="connsiteY10" fmla="*/ 468510 h 2837903"/>
              <a:gd name="connsiteX11" fmla="*/ 7676596 w 10764839"/>
              <a:gd name="connsiteY11" fmla="*/ 468510 h 2837903"/>
              <a:gd name="connsiteX12" fmla="*/ 13774 w 10764839"/>
              <a:gd name="connsiteY12" fmla="*/ 2837903 h 2837903"/>
              <a:gd name="connsiteX13" fmla="*/ 0 w 10764839"/>
              <a:gd name="connsiteY13" fmla="*/ 2837903 h 2837903"/>
              <a:gd name="connsiteX14" fmla="*/ 21545 w 10764839"/>
              <a:gd name="connsiteY14" fmla="*/ 2821373 h 2837903"/>
              <a:gd name="connsiteX15" fmla="*/ 10764839 w 10764839"/>
              <a:gd name="connsiteY15" fmla="*/ 2837903 h 2837903"/>
              <a:gd name="connsiteX16" fmla="*/ 10751064 w 10764839"/>
              <a:gd name="connsiteY16" fmla="*/ 2837903 h 2837903"/>
              <a:gd name="connsiteX17" fmla="*/ 10743293 w 10764839"/>
              <a:gd name="connsiteY17" fmla="*/ 2821372 h 2837903"/>
              <a:gd name="connsiteX0" fmla="*/ 10645991 w 10764839"/>
              <a:gd name="connsiteY0" fmla="*/ 2746719 h 2837903"/>
              <a:gd name="connsiteX1" fmla="*/ 10522855 w 10764839"/>
              <a:gd name="connsiteY1" fmla="*/ 2695279 h 2837903"/>
              <a:gd name="connsiteX2" fmla="*/ 5382419 w 10764839"/>
              <a:gd name="connsiteY2" fmla="*/ 2289054 h 2837903"/>
              <a:gd name="connsiteX3" fmla="*/ 241983 w 10764839"/>
              <a:gd name="connsiteY3" fmla="*/ 2695279 h 2837903"/>
              <a:gd name="connsiteX4" fmla="*/ 118850 w 10764839"/>
              <a:gd name="connsiteY4" fmla="*/ 2746718 h 2837903"/>
              <a:gd name="connsiteX5" fmla="*/ 3088243 w 10764839"/>
              <a:gd name="connsiteY5" fmla="*/ 468510 h 2837903"/>
              <a:gd name="connsiteX6" fmla="*/ 3107154 w 10764839"/>
              <a:gd name="connsiteY6" fmla="*/ 468510 h 2837903"/>
              <a:gd name="connsiteX7" fmla="*/ 3089164 w 10764839"/>
              <a:gd name="connsiteY7" fmla="*/ 434558 h 2837903"/>
              <a:gd name="connsiteX8" fmla="*/ 5373287 w 10764839"/>
              <a:gd name="connsiteY8" fmla="*/ 0 h 2837903"/>
              <a:gd name="connsiteX9" fmla="*/ 7657410 w 10764839"/>
              <a:gd name="connsiteY9" fmla="*/ 434558 h 2837903"/>
              <a:gd name="connsiteX10" fmla="*/ 7676596 w 10764839"/>
              <a:gd name="connsiteY10" fmla="*/ 468510 h 2837903"/>
              <a:gd name="connsiteX11" fmla="*/ 10645991 w 10764839"/>
              <a:gd name="connsiteY11" fmla="*/ 2746719 h 2837903"/>
              <a:gd name="connsiteX12" fmla="*/ 13774 w 10764839"/>
              <a:gd name="connsiteY12" fmla="*/ 2837903 h 2837903"/>
              <a:gd name="connsiteX13" fmla="*/ 0 w 10764839"/>
              <a:gd name="connsiteY13" fmla="*/ 2837903 h 2837903"/>
              <a:gd name="connsiteX14" fmla="*/ 21545 w 10764839"/>
              <a:gd name="connsiteY14" fmla="*/ 2821373 h 2837903"/>
              <a:gd name="connsiteX15" fmla="*/ 13774 w 10764839"/>
              <a:gd name="connsiteY15" fmla="*/ 2837903 h 2837903"/>
              <a:gd name="connsiteX16" fmla="*/ 10764839 w 10764839"/>
              <a:gd name="connsiteY16" fmla="*/ 2837903 h 2837903"/>
              <a:gd name="connsiteX17" fmla="*/ 10751064 w 10764839"/>
              <a:gd name="connsiteY17" fmla="*/ 2837903 h 2837903"/>
              <a:gd name="connsiteX18" fmla="*/ 10743293 w 10764839"/>
              <a:gd name="connsiteY18" fmla="*/ 2821372 h 2837903"/>
              <a:gd name="connsiteX19" fmla="*/ 10764839 w 10764839"/>
              <a:gd name="connsiteY19" fmla="*/ 2837903 h 2837903"/>
              <a:gd name="connsiteX0" fmla="*/ 10645991 w 10764839"/>
              <a:gd name="connsiteY0" fmla="*/ 2746719 h 2837903"/>
              <a:gd name="connsiteX1" fmla="*/ 10522855 w 10764839"/>
              <a:gd name="connsiteY1" fmla="*/ 2695279 h 2837903"/>
              <a:gd name="connsiteX2" fmla="*/ 5382419 w 10764839"/>
              <a:gd name="connsiteY2" fmla="*/ 2289054 h 2837903"/>
              <a:gd name="connsiteX3" fmla="*/ 241983 w 10764839"/>
              <a:gd name="connsiteY3" fmla="*/ 2695279 h 2837903"/>
              <a:gd name="connsiteX4" fmla="*/ 118850 w 10764839"/>
              <a:gd name="connsiteY4" fmla="*/ 2746718 h 2837903"/>
              <a:gd name="connsiteX5" fmla="*/ 3088243 w 10764839"/>
              <a:gd name="connsiteY5" fmla="*/ 468510 h 2837903"/>
              <a:gd name="connsiteX6" fmla="*/ 3089164 w 10764839"/>
              <a:gd name="connsiteY6" fmla="*/ 434558 h 2837903"/>
              <a:gd name="connsiteX7" fmla="*/ 5373287 w 10764839"/>
              <a:gd name="connsiteY7" fmla="*/ 0 h 2837903"/>
              <a:gd name="connsiteX8" fmla="*/ 7657410 w 10764839"/>
              <a:gd name="connsiteY8" fmla="*/ 434558 h 2837903"/>
              <a:gd name="connsiteX9" fmla="*/ 7676596 w 10764839"/>
              <a:gd name="connsiteY9" fmla="*/ 468510 h 2837903"/>
              <a:gd name="connsiteX10" fmla="*/ 10645991 w 10764839"/>
              <a:gd name="connsiteY10" fmla="*/ 2746719 h 2837903"/>
              <a:gd name="connsiteX11" fmla="*/ 13774 w 10764839"/>
              <a:gd name="connsiteY11" fmla="*/ 2837903 h 2837903"/>
              <a:gd name="connsiteX12" fmla="*/ 0 w 10764839"/>
              <a:gd name="connsiteY12" fmla="*/ 2837903 h 2837903"/>
              <a:gd name="connsiteX13" fmla="*/ 21545 w 10764839"/>
              <a:gd name="connsiteY13" fmla="*/ 2821373 h 2837903"/>
              <a:gd name="connsiteX14" fmla="*/ 13774 w 10764839"/>
              <a:gd name="connsiteY14" fmla="*/ 2837903 h 2837903"/>
              <a:gd name="connsiteX15" fmla="*/ 10764839 w 10764839"/>
              <a:gd name="connsiteY15" fmla="*/ 2837903 h 2837903"/>
              <a:gd name="connsiteX16" fmla="*/ 10751064 w 10764839"/>
              <a:gd name="connsiteY16" fmla="*/ 2837903 h 2837903"/>
              <a:gd name="connsiteX17" fmla="*/ 10743293 w 10764839"/>
              <a:gd name="connsiteY17" fmla="*/ 2821372 h 2837903"/>
              <a:gd name="connsiteX18" fmla="*/ 10764839 w 10764839"/>
              <a:gd name="connsiteY18" fmla="*/ 2837903 h 2837903"/>
              <a:gd name="connsiteX0" fmla="*/ 10645991 w 10764839"/>
              <a:gd name="connsiteY0" fmla="*/ 2746719 h 2837903"/>
              <a:gd name="connsiteX1" fmla="*/ 10522855 w 10764839"/>
              <a:gd name="connsiteY1" fmla="*/ 2695279 h 2837903"/>
              <a:gd name="connsiteX2" fmla="*/ 5382419 w 10764839"/>
              <a:gd name="connsiteY2" fmla="*/ 2289054 h 2837903"/>
              <a:gd name="connsiteX3" fmla="*/ 241983 w 10764839"/>
              <a:gd name="connsiteY3" fmla="*/ 2695279 h 2837903"/>
              <a:gd name="connsiteX4" fmla="*/ 118850 w 10764839"/>
              <a:gd name="connsiteY4" fmla="*/ 2746718 h 2837903"/>
              <a:gd name="connsiteX5" fmla="*/ 3089164 w 10764839"/>
              <a:gd name="connsiteY5" fmla="*/ 434558 h 2837903"/>
              <a:gd name="connsiteX6" fmla="*/ 5373287 w 10764839"/>
              <a:gd name="connsiteY6" fmla="*/ 0 h 2837903"/>
              <a:gd name="connsiteX7" fmla="*/ 7657410 w 10764839"/>
              <a:gd name="connsiteY7" fmla="*/ 434558 h 2837903"/>
              <a:gd name="connsiteX8" fmla="*/ 7676596 w 10764839"/>
              <a:gd name="connsiteY8" fmla="*/ 468510 h 2837903"/>
              <a:gd name="connsiteX9" fmla="*/ 10645991 w 10764839"/>
              <a:gd name="connsiteY9" fmla="*/ 2746719 h 2837903"/>
              <a:gd name="connsiteX10" fmla="*/ 13774 w 10764839"/>
              <a:gd name="connsiteY10" fmla="*/ 2837903 h 2837903"/>
              <a:gd name="connsiteX11" fmla="*/ 0 w 10764839"/>
              <a:gd name="connsiteY11" fmla="*/ 2837903 h 2837903"/>
              <a:gd name="connsiteX12" fmla="*/ 21545 w 10764839"/>
              <a:gd name="connsiteY12" fmla="*/ 2821373 h 2837903"/>
              <a:gd name="connsiteX13" fmla="*/ 13774 w 10764839"/>
              <a:gd name="connsiteY13" fmla="*/ 2837903 h 2837903"/>
              <a:gd name="connsiteX14" fmla="*/ 10764839 w 10764839"/>
              <a:gd name="connsiteY14" fmla="*/ 2837903 h 2837903"/>
              <a:gd name="connsiteX15" fmla="*/ 10751064 w 10764839"/>
              <a:gd name="connsiteY15" fmla="*/ 2837903 h 2837903"/>
              <a:gd name="connsiteX16" fmla="*/ 10743293 w 10764839"/>
              <a:gd name="connsiteY16" fmla="*/ 2821372 h 2837903"/>
              <a:gd name="connsiteX17" fmla="*/ 10764839 w 10764839"/>
              <a:gd name="connsiteY17" fmla="*/ 2837903 h 2837903"/>
              <a:gd name="connsiteX0" fmla="*/ 10645991 w 10764839"/>
              <a:gd name="connsiteY0" fmla="*/ 2746719 h 2837903"/>
              <a:gd name="connsiteX1" fmla="*/ 10522855 w 10764839"/>
              <a:gd name="connsiteY1" fmla="*/ 2695279 h 2837903"/>
              <a:gd name="connsiteX2" fmla="*/ 5382419 w 10764839"/>
              <a:gd name="connsiteY2" fmla="*/ 2289054 h 2837903"/>
              <a:gd name="connsiteX3" fmla="*/ 241983 w 10764839"/>
              <a:gd name="connsiteY3" fmla="*/ 2695279 h 2837903"/>
              <a:gd name="connsiteX4" fmla="*/ 118850 w 10764839"/>
              <a:gd name="connsiteY4" fmla="*/ 2746718 h 2837903"/>
              <a:gd name="connsiteX5" fmla="*/ 3089164 w 10764839"/>
              <a:gd name="connsiteY5" fmla="*/ 434558 h 2837903"/>
              <a:gd name="connsiteX6" fmla="*/ 5373287 w 10764839"/>
              <a:gd name="connsiteY6" fmla="*/ 0 h 2837903"/>
              <a:gd name="connsiteX7" fmla="*/ 7657410 w 10764839"/>
              <a:gd name="connsiteY7" fmla="*/ 434558 h 2837903"/>
              <a:gd name="connsiteX8" fmla="*/ 7676596 w 10764839"/>
              <a:gd name="connsiteY8" fmla="*/ 468510 h 2837903"/>
              <a:gd name="connsiteX9" fmla="*/ 10645991 w 10764839"/>
              <a:gd name="connsiteY9" fmla="*/ 2746719 h 2837903"/>
              <a:gd name="connsiteX10" fmla="*/ 13774 w 10764839"/>
              <a:gd name="connsiteY10" fmla="*/ 2837903 h 2837903"/>
              <a:gd name="connsiteX11" fmla="*/ 0 w 10764839"/>
              <a:gd name="connsiteY11" fmla="*/ 2837903 h 2837903"/>
              <a:gd name="connsiteX12" fmla="*/ 21545 w 10764839"/>
              <a:gd name="connsiteY12" fmla="*/ 2821373 h 2837903"/>
              <a:gd name="connsiteX13" fmla="*/ 13774 w 10764839"/>
              <a:gd name="connsiteY13" fmla="*/ 2837903 h 2837903"/>
              <a:gd name="connsiteX14" fmla="*/ 10764839 w 10764839"/>
              <a:gd name="connsiteY14" fmla="*/ 2837903 h 2837903"/>
              <a:gd name="connsiteX15" fmla="*/ 10751064 w 10764839"/>
              <a:gd name="connsiteY15" fmla="*/ 2837903 h 2837903"/>
              <a:gd name="connsiteX16" fmla="*/ 10743293 w 10764839"/>
              <a:gd name="connsiteY16" fmla="*/ 2821372 h 2837903"/>
              <a:gd name="connsiteX17" fmla="*/ 10764839 w 10764839"/>
              <a:gd name="connsiteY17" fmla="*/ 2837903 h 2837903"/>
              <a:gd name="connsiteX0" fmla="*/ 10645991 w 10764839"/>
              <a:gd name="connsiteY0" fmla="*/ 2746719 h 2837903"/>
              <a:gd name="connsiteX1" fmla="*/ 10522855 w 10764839"/>
              <a:gd name="connsiteY1" fmla="*/ 2695279 h 2837903"/>
              <a:gd name="connsiteX2" fmla="*/ 5382419 w 10764839"/>
              <a:gd name="connsiteY2" fmla="*/ 2289054 h 2837903"/>
              <a:gd name="connsiteX3" fmla="*/ 241983 w 10764839"/>
              <a:gd name="connsiteY3" fmla="*/ 2695279 h 2837903"/>
              <a:gd name="connsiteX4" fmla="*/ 118850 w 10764839"/>
              <a:gd name="connsiteY4" fmla="*/ 2746718 h 2837903"/>
              <a:gd name="connsiteX5" fmla="*/ 3089164 w 10764839"/>
              <a:gd name="connsiteY5" fmla="*/ 434558 h 2837903"/>
              <a:gd name="connsiteX6" fmla="*/ 5373287 w 10764839"/>
              <a:gd name="connsiteY6" fmla="*/ 0 h 2837903"/>
              <a:gd name="connsiteX7" fmla="*/ 7657410 w 10764839"/>
              <a:gd name="connsiteY7" fmla="*/ 434558 h 2837903"/>
              <a:gd name="connsiteX8" fmla="*/ 7676596 w 10764839"/>
              <a:gd name="connsiteY8" fmla="*/ 468510 h 2837903"/>
              <a:gd name="connsiteX9" fmla="*/ 10645991 w 10764839"/>
              <a:gd name="connsiteY9" fmla="*/ 2746719 h 2837903"/>
              <a:gd name="connsiteX10" fmla="*/ 13774 w 10764839"/>
              <a:gd name="connsiteY10" fmla="*/ 2837903 h 2837903"/>
              <a:gd name="connsiteX11" fmla="*/ 0 w 10764839"/>
              <a:gd name="connsiteY11" fmla="*/ 2837903 h 2837903"/>
              <a:gd name="connsiteX12" fmla="*/ 21545 w 10764839"/>
              <a:gd name="connsiteY12" fmla="*/ 2821373 h 2837903"/>
              <a:gd name="connsiteX13" fmla="*/ 13774 w 10764839"/>
              <a:gd name="connsiteY13" fmla="*/ 2837903 h 2837903"/>
              <a:gd name="connsiteX14" fmla="*/ 10764839 w 10764839"/>
              <a:gd name="connsiteY14" fmla="*/ 2837903 h 2837903"/>
              <a:gd name="connsiteX15" fmla="*/ 10751064 w 10764839"/>
              <a:gd name="connsiteY15" fmla="*/ 2837903 h 2837903"/>
              <a:gd name="connsiteX16" fmla="*/ 10743293 w 10764839"/>
              <a:gd name="connsiteY16" fmla="*/ 2821372 h 2837903"/>
              <a:gd name="connsiteX17" fmla="*/ 10764839 w 10764839"/>
              <a:gd name="connsiteY17" fmla="*/ 2837903 h 2837903"/>
              <a:gd name="connsiteX0" fmla="*/ 10645991 w 10764839"/>
              <a:gd name="connsiteY0" fmla="*/ 2746719 h 2837903"/>
              <a:gd name="connsiteX1" fmla="*/ 10522855 w 10764839"/>
              <a:gd name="connsiteY1" fmla="*/ 2695279 h 2837903"/>
              <a:gd name="connsiteX2" fmla="*/ 5382419 w 10764839"/>
              <a:gd name="connsiteY2" fmla="*/ 2289054 h 2837903"/>
              <a:gd name="connsiteX3" fmla="*/ 241983 w 10764839"/>
              <a:gd name="connsiteY3" fmla="*/ 2695279 h 2837903"/>
              <a:gd name="connsiteX4" fmla="*/ 118850 w 10764839"/>
              <a:gd name="connsiteY4" fmla="*/ 2746718 h 2837903"/>
              <a:gd name="connsiteX5" fmla="*/ 3089164 w 10764839"/>
              <a:gd name="connsiteY5" fmla="*/ 434558 h 2837903"/>
              <a:gd name="connsiteX6" fmla="*/ 5373287 w 10764839"/>
              <a:gd name="connsiteY6" fmla="*/ 0 h 2837903"/>
              <a:gd name="connsiteX7" fmla="*/ 7657410 w 10764839"/>
              <a:gd name="connsiteY7" fmla="*/ 434558 h 2837903"/>
              <a:gd name="connsiteX8" fmla="*/ 10645991 w 10764839"/>
              <a:gd name="connsiteY8" fmla="*/ 2746719 h 2837903"/>
              <a:gd name="connsiteX9" fmla="*/ 13774 w 10764839"/>
              <a:gd name="connsiteY9" fmla="*/ 2837903 h 2837903"/>
              <a:gd name="connsiteX10" fmla="*/ 0 w 10764839"/>
              <a:gd name="connsiteY10" fmla="*/ 2837903 h 2837903"/>
              <a:gd name="connsiteX11" fmla="*/ 21545 w 10764839"/>
              <a:gd name="connsiteY11" fmla="*/ 2821373 h 2837903"/>
              <a:gd name="connsiteX12" fmla="*/ 13774 w 10764839"/>
              <a:gd name="connsiteY12" fmla="*/ 2837903 h 2837903"/>
              <a:gd name="connsiteX13" fmla="*/ 10764839 w 10764839"/>
              <a:gd name="connsiteY13" fmla="*/ 2837903 h 2837903"/>
              <a:gd name="connsiteX14" fmla="*/ 10751064 w 10764839"/>
              <a:gd name="connsiteY14" fmla="*/ 2837903 h 2837903"/>
              <a:gd name="connsiteX15" fmla="*/ 10743293 w 10764839"/>
              <a:gd name="connsiteY15" fmla="*/ 2821372 h 2837903"/>
              <a:gd name="connsiteX16" fmla="*/ 10764839 w 10764839"/>
              <a:gd name="connsiteY16" fmla="*/ 2837903 h 2837903"/>
              <a:gd name="connsiteX0" fmla="*/ 10645991 w 10764839"/>
              <a:gd name="connsiteY0" fmla="*/ 2746719 h 2837903"/>
              <a:gd name="connsiteX1" fmla="*/ 10522855 w 10764839"/>
              <a:gd name="connsiteY1" fmla="*/ 2695279 h 2837903"/>
              <a:gd name="connsiteX2" fmla="*/ 5382419 w 10764839"/>
              <a:gd name="connsiteY2" fmla="*/ 2289054 h 2837903"/>
              <a:gd name="connsiteX3" fmla="*/ 241983 w 10764839"/>
              <a:gd name="connsiteY3" fmla="*/ 2695279 h 2837903"/>
              <a:gd name="connsiteX4" fmla="*/ 118850 w 10764839"/>
              <a:gd name="connsiteY4" fmla="*/ 2746718 h 2837903"/>
              <a:gd name="connsiteX5" fmla="*/ 3089164 w 10764839"/>
              <a:gd name="connsiteY5" fmla="*/ 434558 h 2837903"/>
              <a:gd name="connsiteX6" fmla="*/ 5373287 w 10764839"/>
              <a:gd name="connsiteY6" fmla="*/ 0 h 2837903"/>
              <a:gd name="connsiteX7" fmla="*/ 7657410 w 10764839"/>
              <a:gd name="connsiteY7" fmla="*/ 434558 h 2837903"/>
              <a:gd name="connsiteX8" fmla="*/ 10645991 w 10764839"/>
              <a:gd name="connsiteY8" fmla="*/ 2746719 h 2837903"/>
              <a:gd name="connsiteX9" fmla="*/ 13774 w 10764839"/>
              <a:gd name="connsiteY9" fmla="*/ 2837903 h 2837903"/>
              <a:gd name="connsiteX10" fmla="*/ 0 w 10764839"/>
              <a:gd name="connsiteY10" fmla="*/ 2837903 h 2837903"/>
              <a:gd name="connsiteX11" fmla="*/ 21545 w 10764839"/>
              <a:gd name="connsiteY11" fmla="*/ 2821373 h 2837903"/>
              <a:gd name="connsiteX12" fmla="*/ 13774 w 10764839"/>
              <a:gd name="connsiteY12" fmla="*/ 2837903 h 2837903"/>
              <a:gd name="connsiteX13" fmla="*/ 10764839 w 10764839"/>
              <a:gd name="connsiteY13" fmla="*/ 2837903 h 2837903"/>
              <a:gd name="connsiteX14" fmla="*/ 10751064 w 10764839"/>
              <a:gd name="connsiteY14" fmla="*/ 2837903 h 2837903"/>
              <a:gd name="connsiteX15" fmla="*/ 10743293 w 10764839"/>
              <a:gd name="connsiteY15" fmla="*/ 2821372 h 2837903"/>
              <a:gd name="connsiteX16" fmla="*/ 10764839 w 10764839"/>
              <a:gd name="connsiteY16" fmla="*/ 2837903 h 2837903"/>
              <a:gd name="connsiteX0" fmla="*/ 10645991 w 10764839"/>
              <a:gd name="connsiteY0" fmla="*/ 2746719 h 2837903"/>
              <a:gd name="connsiteX1" fmla="*/ 10522855 w 10764839"/>
              <a:gd name="connsiteY1" fmla="*/ 2695279 h 2837903"/>
              <a:gd name="connsiteX2" fmla="*/ 5382419 w 10764839"/>
              <a:gd name="connsiteY2" fmla="*/ 2289054 h 2837903"/>
              <a:gd name="connsiteX3" fmla="*/ 241983 w 10764839"/>
              <a:gd name="connsiteY3" fmla="*/ 2695279 h 2837903"/>
              <a:gd name="connsiteX4" fmla="*/ 118850 w 10764839"/>
              <a:gd name="connsiteY4" fmla="*/ 2746718 h 2837903"/>
              <a:gd name="connsiteX5" fmla="*/ 3089164 w 10764839"/>
              <a:gd name="connsiteY5" fmla="*/ 434558 h 2837903"/>
              <a:gd name="connsiteX6" fmla="*/ 5373287 w 10764839"/>
              <a:gd name="connsiteY6" fmla="*/ 0 h 2837903"/>
              <a:gd name="connsiteX7" fmla="*/ 7657410 w 10764839"/>
              <a:gd name="connsiteY7" fmla="*/ 434558 h 2837903"/>
              <a:gd name="connsiteX8" fmla="*/ 10645991 w 10764839"/>
              <a:gd name="connsiteY8" fmla="*/ 2746719 h 2837903"/>
              <a:gd name="connsiteX9" fmla="*/ 13774 w 10764839"/>
              <a:gd name="connsiteY9" fmla="*/ 2837903 h 2837903"/>
              <a:gd name="connsiteX10" fmla="*/ 0 w 10764839"/>
              <a:gd name="connsiteY10" fmla="*/ 2837903 h 2837903"/>
              <a:gd name="connsiteX11" fmla="*/ 21545 w 10764839"/>
              <a:gd name="connsiteY11" fmla="*/ 2821373 h 2837903"/>
              <a:gd name="connsiteX12" fmla="*/ 13774 w 10764839"/>
              <a:gd name="connsiteY12" fmla="*/ 2837903 h 2837903"/>
              <a:gd name="connsiteX13" fmla="*/ 10764839 w 10764839"/>
              <a:gd name="connsiteY13" fmla="*/ 2837903 h 2837903"/>
              <a:gd name="connsiteX14" fmla="*/ 10751064 w 10764839"/>
              <a:gd name="connsiteY14" fmla="*/ 2837903 h 2837903"/>
              <a:gd name="connsiteX15" fmla="*/ 10743293 w 10764839"/>
              <a:gd name="connsiteY15" fmla="*/ 2821372 h 2837903"/>
              <a:gd name="connsiteX16" fmla="*/ 10764839 w 10764839"/>
              <a:gd name="connsiteY16" fmla="*/ 2837903 h 2837903"/>
              <a:gd name="connsiteX0" fmla="*/ 10645991 w 10764839"/>
              <a:gd name="connsiteY0" fmla="*/ 2746719 h 2837903"/>
              <a:gd name="connsiteX1" fmla="*/ 10522855 w 10764839"/>
              <a:gd name="connsiteY1" fmla="*/ 2695279 h 2837903"/>
              <a:gd name="connsiteX2" fmla="*/ 5382419 w 10764839"/>
              <a:gd name="connsiteY2" fmla="*/ 2289054 h 2837903"/>
              <a:gd name="connsiteX3" fmla="*/ 241983 w 10764839"/>
              <a:gd name="connsiteY3" fmla="*/ 2695279 h 2837903"/>
              <a:gd name="connsiteX4" fmla="*/ 118850 w 10764839"/>
              <a:gd name="connsiteY4" fmla="*/ 2746718 h 2837903"/>
              <a:gd name="connsiteX5" fmla="*/ 3089164 w 10764839"/>
              <a:gd name="connsiteY5" fmla="*/ 434558 h 2837903"/>
              <a:gd name="connsiteX6" fmla="*/ 5373287 w 10764839"/>
              <a:gd name="connsiteY6" fmla="*/ 0 h 2837903"/>
              <a:gd name="connsiteX7" fmla="*/ 7657410 w 10764839"/>
              <a:gd name="connsiteY7" fmla="*/ 434558 h 2837903"/>
              <a:gd name="connsiteX8" fmla="*/ 10645991 w 10764839"/>
              <a:gd name="connsiteY8" fmla="*/ 2746719 h 2837903"/>
              <a:gd name="connsiteX9" fmla="*/ 13774 w 10764839"/>
              <a:gd name="connsiteY9" fmla="*/ 2837903 h 2837903"/>
              <a:gd name="connsiteX10" fmla="*/ 0 w 10764839"/>
              <a:gd name="connsiteY10" fmla="*/ 2837903 h 2837903"/>
              <a:gd name="connsiteX11" fmla="*/ 21545 w 10764839"/>
              <a:gd name="connsiteY11" fmla="*/ 2821373 h 2837903"/>
              <a:gd name="connsiteX12" fmla="*/ 13774 w 10764839"/>
              <a:gd name="connsiteY12" fmla="*/ 2837903 h 2837903"/>
              <a:gd name="connsiteX13" fmla="*/ 10764839 w 10764839"/>
              <a:gd name="connsiteY13" fmla="*/ 2837903 h 2837903"/>
              <a:gd name="connsiteX14" fmla="*/ 10751064 w 10764839"/>
              <a:gd name="connsiteY14" fmla="*/ 2837903 h 2837903"/>
              <a:gd name="connsiteX15" fmla="*/ 10743293 w 10764839"/>
              <a:gd name="connsiteY15" fmla="*/ 2821372 h 2837903"/>
              <a:gd name="connsiteX16" fmla="*/ 10764839 w 10764839"/>
              <a:gd name="connsiteY16" fmla="*/ 2837903 h 2837903"/>
              <a:gd name="connsiteX0" fmla="*/ 10645991 w 10764839"/>
              <a:gd name="connsiteY0" fmla="*/ 2746719 h 2837903"/>
              <a:gd name="connsiteX1" fmla="*/ 10522855 w 10764839"/>
              <a:gd name="connsiteY1" fmla="*/ 2695279 h 2837903"/>
              <a:gd name="connsiteX2" fmla="*/ 5382419 w 10764839"/>
              <a:gd name="connsiteY2" fmla="*/ 2289054 h 2837903"/>
              <a:gd name="connsiteX3" fmla="*/ 241983 w 10764839"/>
              <a:gd name="connsiteY3" fmla="*/ 2695279 h 2837903"/>
              <a:gd name="connsiteX4" fmla="*/ 118850 w 10764839"/>
              <a:gd name="connsiteY4" fmla="*/ 2746718 h 2837903"/>
              <a:gd name="connsiteX5" fmla="*/ 3089164 w 10764839"/>
              <a:gd name="connsiteY5" fmla="*/ 434558 h 2837903"/>
              <a:gd name="connsiteX6" fmla="*/ 5373287 w 10764839"/>
              <a:gd name="connsiteY6" fmla="*/ 0 h 2837903"/>
              <a:gd name="connsiteX7" fmla="*/ 7657410 w 10764839"/>
              <a:gd name="connsiteY7" fmla="*/ 434558 h 2837903"/>
              <a:gd name="connsiteX8" fmla="*/ 10645991 w 10764839"/>
              <a:gd name="connsiteY8" fmla="*/ 2746719 h 2837903"/>
              <a:gd name="connsiteX9" fmla="*/ 13774 w 10764839"/>
              <a:gd name="connsiteY9" fmla="*/ 2837903 h 2837903"/>
              <a:gd name="connsiteX10" fmla="*/ 0 w 10764839"/>
              <a:gd name="connsiteY10" fmla="*/ 2837903 h 2837903"/>
              <a:gd name="connsiteX11" fmla="*/ 21545 w 10764839"/>
              <a:gd name="connsiteY11" fmla="*/ 2821373 h 2837903"/>
              <a:gd name="connsiteX12" fmla="*/ 13774 w 10764839"/>
              <a:gd name="connsiteY12" fmla="*/ 2837903 h 2837903"/>
              <a:gd name="connsiteX13" fmla="*/ 10764839 w 10764839"/>
              <a:gd name="connsiteY13" fmla="*/ 2837903 h 2837903"/>
              <a:gd name="connsiteX14" fmla="*/ 10751064 w 10764839"/>
              <a:gd name="connsiteY14" fmla="*/ 2837903 h 2837903"/>
              <a:gd name="connsiteX15" fmla="*/ 10743293 w 10764839"/>
              <a:gd name="connsiteY15" fmla="*/ 2821372 h 2837903"/>
              <a:gd name="connsiteX16" fmla="*/ 10764839 w 10764839"/>
              <a:gd name="connsiteY16" fmla="*/ 2837903 h 2837903"/>
              <a:gd name="connsiteX0" fmla="*/ 10645991 w 10764839"/>
              <a:gd name="connsiteY0" fmla="*/ 2746719 h 2837903"/>
              <a:gd name="connsiteX1" fmla="*/ 10522855 w 10764839"/>
              <a:gd name="connsiteY1" fmla="*/ 2695279 h 2837903"/>
              <a:gd name="connsiteX2" fmla="*/ 5382419 w 10764839"/>
              <a:gd name="connsiteY2" fmla="*/ 2289054 h 2837903"/>
              <a:gd name="connsiteX3" fmla="*/ 241983 w 10764839"/>
              <a:gd name="connsiteY3" fmla="*/ 2695279 h 2837903"/>
              <a:gd name="connsiteX4" fmla="*/ 118850 w 10764839"/>
              <a:gd name="connsiteY4" fmla="*/ 2746718 h 2837903"/>
              <a:gd name="connsiteX5" fmla="*/ 3089164 w 10764839"/>
              <a:gd name="connsiteY5" fmla="*/ 434558 h 2837903"/>
              <a:gd name="connsiteX6" fmla="*/ 5373287 w 10764839"/>
              <a:gd name="connsiteY6" fmla="*/ 0 h 2837903"/>
              <a:gd name="connsiteX7" fmla="*/ 7657410 w 10764839"/>
              <a:gd name="connsiteY7" fmla="*/ 434558 h 2837903"/>
              <a:gd name="connsiteX8" fmla="*/ 10645991 w 10764839"/>
              <a:gd name="connsiteY8" fmla="*/ 2746719 h 2837903"/>
              <a:gd name="connsiteX9" fmla="*/ 13774 w 10764839"/>
              <a:gd name="connsiteY9" fmla="*/ 2837903 h 2837903"/>
              <a:gd name="connsiteX10" fmla="*/ 0 w 10764839"/>
              <a:gd name="connsiteY10" fmla="*/ 2837903 h 2837903"/>
              <a:gd name="connsiteX11" fmla="*/ 21545 w 10764839"/>
              <a:gd name="connsiteY11" fmla="*/ 2821373 h 2837903"/>
              <a:gd name="connsiteX12" fmla="*/ 13774 w 10764839"/>
              <a:gd name="connsiteY12" fmla="*/ 2837903 h 2837903"/>
              <a:gd name="connsiteX13" fmla="*/ 10764839 w 10764839"/>
              <a:gd name="connsiteY13" fmla="*/ 2837903 h 2837903"/>
              <a:gd name="connsiteX14" fmla="*/ 10751064 w 10764839"/>
              <a:gd name="connsiteY14" fmla="*/ 2837903 h 2837903"/>
              <a:gd name="connsiteX15" fmla="*/ 10743293 w 10764839"/>
              <a:gd name="connsiteY15" fmla="*/ 2821372 h 2837903"/>
              <a:gd name="connsiteX16" fmla="*/ 10764839 w 10764839"/>
              <a:gd name="connsiteY16" fmla="*/ 2837903 h 2837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764839" h="2837903">
                <a:moveTo>
                  <a:pt x="10645991" y="2746719"/>
                </a:moveTo>
                <a:lnTo>
                  <a:pt x="10522855" y="2695279"/>
                </a:lnTo>
                <a:cubicBezTo>
                  <a:pt x="9841379" y="2459933"/>
                  <a:pt x="7797679" y="2289054"/>
                  <a:pt x="5382419" y="2289054"/>
                </a:cubicBezTo>
                <a:cubicBezTo>
                  <a:pt x="2967159" y="2289054"/>
                  <a:pt x="923459" y="2459933"/>
                  <a:pt x="241983" y="2695279"/>
                </a:cubicBezTo>
                <a:lnTo>
                  <a:pt x="118850" y="2746718"/>
                </a:lnTo>
                <a:cubicBezTo>
                  <a:pt x="1337555" y="2116675"/>
                  <a:pt x="2503503" y="1451464"/>
                  <a:pt x="3089164" y="434558"/>
                </a:cubicBezTo>
                <a:cubicBezTo>
                  <a:pt x="3089164" y="194558"/>
                  <a:pt x="4111801" y="0"/>
                  <a:pt x="5373287" y="0"/>
                </a:cubicBezTo>
                <a:cubicBezTo>
                  <a:pt x="6634773" y="0"/>
                  <a:pt x="7657410" y="194558"/>
                  <a:pt x="7657410" y="434558"/>
                </a:cubicBezTo>
                <a:cubicBezTo>
                  <a:pt x="8319496" y="1469047"/>
                  <a:pt x="9438782" y="2081507"/>
                  <a:pt x="10645991" y="2746719"/>
                </a:cubicBezTo>
                <a:close/>
                <a:moveTo>
                  <a:pt x="13774" y="2837903"/>
                </a:moveTo>
                <a:lnTo>
                  <a:pt x="0" y="2837903"/>
                </a:lnTo>
                <a:lnTo>
                  <a:pt x="21545" y="2821373"/>
                </a:lnTo>
                <a:lnTo>
                  <a:pt x="13774" y="2837903"/>
                </a:lnTo>
                <a:close/>
                <a:moveTo>
                  <a:pt x="10764839" y="2837903"/>
                </a:moveTo>
                <a:lnTo>
                  <a:pt x="10751064" y="2837903"/>
                </a:lnTo>
                <a:lnTo>
                  <a:pt x="10743293" y="2821372"/>
                </a:lnTo>
                <a:lnTo>
                  <a:pt x="10764839" y="2837903"/>
                </a:lnTo>
                <a:close/>
              </a:path>
            </a:pathLst>
          </a:custGeom>
          <a:gradFill flip="none" rotWithShape="1">
            <a:gsLst>
              <a:gs pos="25000">
                <a:schemeClr val="accent1">
                  <a:alpha val="15000"/>
                </a:schemeClr>
              </a:gs>
              <a:gs pos="10000">
                <a:schemeClr val="accent1">
                  <a:alpha val="0"/>
                </a:schemeClr>
              </a:gs>
              <a:gs pos="90000">
                <a:schemeClr val="accent1">
                  <a:alpha val="0"/>
                </a:schemeClr>
              </a:gs>
              <a:gs pos="74000">
                <a:schemeClr val="accent1">
                  <a:alpha val="15000"/>
                </a:schemeClr>
              </a:gs>
              <a:gs pos="51000">
                <a:srgbClr val="FFFFFF">
                  <a:alpha val="0"/>
                  <a:lumMod val="0"/>
                  <a:lumOff val="10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grpSp>
        <p:nvGrpSpPr>
          <p:cNvPr id="177" name="组合 176">
            <a:extLst>
              <a:ext uri="{FF2B5EF4-FFF2-40B4-BE49-F238E27FC236}">
                <a16:creationId xmlns:a16="http://schemas.microsoft.com/office/drawing/2014/main" id="{0B06C0C9-634E-42E9-908A-BBB450C14A98}"/>
              </a:ext>
            </a:extLst>
          </p:cNvPr>
          <p:cNvGrpSpPr>
            <a:grpSpLocks noChangeAspect="1"/>
          </p:cNvGrpSpPr>
          <p:nvPr/>
        </p:nvGrpSpPr>
        <p:grpSpPr>
          <a:xfrm>
            <a:off x="2892000" y="2368747"/>
            <a:ext cx="6408000" cy="6408000"/>
            <a:chOff x="-4502488" y="1505762"/>
            <a:chExt cx="4261526" cy="4261526"/>
          </a:xfrm>
          <a:gradFill flip="none" rotWithShape="1">
            <a:gsLst>
              <a:gs pos="0">
                <a:schemeClr val="accent1">
                  <a:alpha val="30000"/>
                </a:schemeClr>
              </a:gs>
              <a:gs pos="40000">
                <a:schemeClr val="accent1">
                  <a:alpha val="0"/>
                </a:schemeClr>
              </a:gs>
            </a:gsLst>
            <a:lin ang="16200000" scaled="1"/>
            <a:tileRect/>
          </a:gradFill>
          <a:scene3d>
            <a:camera prst="perspectiveRelaxed">
              <a:rot lat="17073597" lon="0" rev="0"/>
            </a:camera>
            <a:lightRig rig="contrasting" dir="t"/>
          </a:scene3d>
        </p:grpSpPr>
        <p:sp>
          <p:nvSpPr>
            <p:cNvPr id="141" name="矩形 79">
              <a:extLst>
                <a:ext uri="{FF2B5EF4-FFF2-40B4-BE49-F238E27FC236}">
                  <a16:creationId xmlns:a16="http://schemas.microsoft.com/office/drawing/2014/main" id="{0FACE95B-301D-465D-9537-7060B4CC4124}"/>
                </a:ext>
              </a:extLst>
            </p:cNvPr>
            <p:cNvSpPr/>
            <p:nvPr/>
          </p:nvSpPr>
          <p:spPr>
            <a:xfrm rot="-4687912">
              <a:off x="-4499216" y="2960815"/>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42" name="矩形 79">
              <a:extLst>
                <a:ext uri="{FF2B5EF4-FFF2-40B4-BE49-F238E27FC236}">
                  <a16:creationId xmlns:a16="http://schemas.microsoft.com/office/drawing/2014/main" id="{83C46B6F-3BCA-41E8-A88A-78C809C51326}"/>
                </a:ext>
              </a:extLst>
            </p:cNvPr>
            <p:cNvSpPr/>
            <p:nvPr/>
          </p:nvSpPr>
          <p:spPr>
            <a:xfrm rot="-3337912">
              <a:off x="-4212397" y="2288966"/>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43" name="矩形 79">
              <a:extLst>
                <a:ext uri="{FF2B5EF4-FFF2-40B4-BE49-F238E27FC236}">
                  <a16:creationId xmlns:a16="http://schemas.microsoft.com/office/drawing/2014/main" id="{82EE692D-0126-4F28-9A95-51CC71B30251}"/>
                </a:ext>
              </a:extLst>
            </p:cNvPr>
            <p:cNvSpPr/>
            <p:nvPr/>
          </p:nvSpPr>
          <p:spPr>
            <a:xfrm rot="-1987912">
              <a:off x="-3690305" y="1778019"/>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44" name="矩形 79">
              <a:extLst>
                <a:ext uri="{FF2B5EF4-FFF2-40B4-BE49-F238E27FC236}">
                  <a16:creationId xmlns:a16="http://schemas.microsoft.com/office/drawing/2014/main" id="{9F7F7A61-192F-46A3-A71B-97C114F775EF}"/>
                </a:ext>
              </a:extLst>
            </p:cNvPr>
            <p:cNvSpPr/>
            <p:nvPr/>
          </p:nvSpPr>
          <p:spPr>
            <a:xfrm rot="-637912">
              <a:off x="-3012424" y="1505762"/>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45" name="矩形 79">
              <a:extLst>
                <a:ext uri="{FF2B5EF4-FFF2-40B4-BE49-F238E27FC236}">
                  <a16:creationId xmlns:a16="http://schemas.microsoft.com/office/drawing/2014/main" id="{EF422229-A27F-4C64-B29F-2B1526854E3A}"/>
                </a:ext>
              </a:extLst>
            </p:cNvPr>
            <p:cNvSpPr/>
            <p:nvPr/>
          </p:nvSpPr>
          <p:spPr>
            <a:xfrm rot="712088">
              <a:off x="-2281956" y="1513643"/>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46" name="矩形 79">
              <a:extLst>
                <a:ext uri="{FF2B5EF4-FFF2-40B4-BE49-F238E27FC236}">
                  <a16:creationId xmlns:a16="http://schemas.microsoft.com/office/drawing/2014/main" id="{44728FD0-181B-4FE5-BC4A-B6FA08BD7E6C}"/>
                </a:ext>
              </a:extLst>
            </p:cNvPr>
            <p:cNvSpPr/>
            <p:nvPr/>
          </p:nvSpPr>
          <p:spPr>
            <a:xfrm rot="2062088">
              <a:off x="-1610107" y="1800462"/>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47" name="矩形 79">
              <a:extLst>
                <a:ext uri="{FF2B5EF4-FFF2-40B4-BE49-F238E27FC236}">
                  <a16:creationId xmlns:a16="http://schemas.microsoft.com/office/drawing/2014/main" id="{1D3A759E-9803-4CFF-A070-F8806F84AB0C}"/>
                </a:ext>
              </a:extLst>
            </p:cNvPr>
            <p:cNvSpPr/>
            <p:nvPr/>
          </p:nvSpPr>
          <p:spPr>
            <a:xfrm rot="3412088">
              <a:off x="-1099160" y="2322554"/>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48" name="矩形 79">
              <a:extLst>
                <a:ext uri="{FF2B5EF4-FFF2-40B4-BE49-F238E27FC236}">
                  <a16:creationId xmlns:a16="http://schemas.microsoft.com/office/drawing/2014/main" id="{BC8CAB4F-A0AD-47A2-93A8-27706DDAC7AC}"/>
                </a:ext>
              </a:extLst>
            </p:cNvPr>
            <p:cNvSpPr/>
            <p:nvPr/>
          </p:nvSpPr>
          <p:spPr>
            <a:xfrm rot="4762088">
              <a:off x="-826903" y="3000435"/>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49" name="矩形 79">
              <a:extLst>
                <a:ext uri="{FF2B5EF4-FFF2-40B4-BE49-F238E27FC236}">
                  <a16:creationId xmlns:a16="http://schemas.microsoft.com/office/drawing/2014/main" id="{BAE65B3A-C3B4-4E73-9303-7A192065CC55}"/>
                </a:ext>
              </a:extLst>
            </p:cNvPr>
            <p:cNvSpPr/>
            <p:nvPr/>
          </p:nvSpPr>
          <p:spPr>
            <a:xfrm rot="6112088">
              <a:off x="-834784" y="3730903"/>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50" name="矩形 79">
              <a:extLst>
                <a:ext uri="{FF2B5EF4-FFF2-40B4-BE49-F238E27FC236}">
                  <a16:creationId xmlns:a16="http://schemas.microsoft.com/office/drawing/2014/main" id="{A1E9503A-AAC0-4108-B9BE-E497BB4996F9}"/>
                </a:ext>
              </a:extLst>
            </p:cNvPr>
            <p:cNvSpPr/>
            <p:nvPr/>
          </p:nvSpPr>
          <p:spPr>
            <a:xfrm rot="7462088">
              <a:off x="-1121603" y="4402752"/>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51" name="矩形 79">
              <a:extLst>
                <a:ext uri="{FF2B5EF4-FFF2-40B4-BE49-F238E27FC236}">
                  <a16:creationId xmlns:a16="http://schemas.microsoft.com/office/drawing/2014/main" id="{3E1E0497-15CE-4718-B546-89228F539AE2}"/>
                </a:ext>
              </a:extLst>
            </p:cNvPr>
            <p:cNvSpPr/>
            <p:nvPr/>
          </p:nvSpPr>
          <p:spPr>
            <a:xfrm rot="8812088">
              <a:off x="-1643695" y="4913699"/>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52" name="矩形 79">
              <a:extLst>
                <a:ext uri="{FF2B5EF4-FFF2-40B4-BE49-F238E27FC236}">
                  <a16:creationId xmlns:a16="http://schemas.microsoft.com/office/drawing/2014/main" id="{4A1040EF-A96F-4032-A149-A3492A34C989}"/>
                </a:ext>
              </a:extLst>
            </p:cNvPr>
            <p:cNvSpPr/>
            <p:nvPr/>
          </p:nvSpPr>
          <p:spPr>
            <a:xfrm rot="10162088">
              <a:off x="-2321576" y="5185956"/>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53" name="矩形 79">
              <a:extLst>
                <a:ext uri="{FF2B5EF4-FFF2-40B4-BE49-F238E27FC236}">
                  <a16:creationId xmlns:a16="http://schemas.microsoft.com/office/drawing/2014/main" id="{14F5DE64-8782-4C60-A202-8D6B0A8B6ABA}"/>
                </a:ext>
              </a:extLst>
            </p:cNvPr>
            <p:cNvSpPr/>
            <p:nvPr/>
          </p:nvSpPr>
          <p:spPr>
            <a:xfrm rot="11512088">
              <a:off x="-3052044" y="5178075"/>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54" name="矩形 79">
              <a:extLst>
                <a:ext uri="{FF2B5EF4-FFF2-40B4-BE49-F238E27FC236}">
                  <a16:creationId xmlns:a16="http://schemas.microsoft.com/office/drawing/2014/main" id="{05827B19-6B59-4913-9110-7D82A92A575D}"/>
                </a:ext>
              </a:extLst>
            </p:cNvPr>
            <p:cNvSpPr/>
            <p:nvPr/>
          </p:nvSpPr>
          <p:spPr>
            <a:xfrm rot="12862088">
              <a:off x="-3723893" y="4891256"/>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70" name="矩形 79">
              <a:extLst>
                <a:ext uri="{FF2B5EF4-FFF2-40B4-BE49-F238E27FC236}">
                  <a16:creationId xmlns:a16="http://schemas.microsoft.com/office/drawing/2014/main" id="{CE3E9F6B-E4FC-49C8-8603-7D5236646030}"/>
                </a:ext>
              </a:extLst>
            </p:cNvPr>
            <p:cNvSpPr/>
            <p:nvPr/>
          </p:nvSpPr>
          <p:spPr>
            <a:xfrm rot="14212088">
              <a:off x="-4234840" y="4369164"/>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71" name="矩形 79">
              <a:extLst>
                <a:ext uri="{FF2B5EF4-FFF2-40B4-BE49-F238E27FC236}">
                  <a16:creationId xmlns:a16="http://schemas.microsoft.com/office/drawing/2014/main" id="{C09D4A3C-545E-4CB2-8339-591D3F0EBBC2}"/>
                </a:ext>
              </a:extLst>
            </p:cNvPr>
            <p:cNvSpPr/>
            <p:nvPr/>
          </p:nvSpPr>
          <p:spPr>
            <a:xfrm rot="15562088">
              <a:off x="-4507097" y="3691283"/>
              <a:ext cx="590550" cy="581332"/>
            </a:xfrm>
            <a:custGeom>
              <a:avLst/>
              <a:gdLst>
                <a:gd name="connsiteX0" fmla="*/ 0 w 590550"/>
                <a:gd name="connsiteY0" fmla="*/ 0 h 581332"/>
                <a:gd name="connsiteX1" fmla="*/ 590550 w 590550"/>
                <a:gd name="connsiteY1" fmla="*/ 0 h 581332"/>
                <a:gd name="connsiteX2" fmla="*/ 590550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0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63062 w 590550"/>
                <a:gd name="connsiteY3" fmla="*/ 581332 h 581332"/>
                <a:gd name="connsiteX4" fmla="*/ 0 w 590550"/>
                <a:gd name="connsiteY4" fmla="*/ 0 h 581332"/>
                <a:gd name="connsiteX0" fmla="*/ 0 w 590550"/>
                <a:gd name="connsiteY0" fmla="*/ 0 h 581332"/>
                <a:gd name="connsiteX1" fmla="*/ 590550 w 590550"/>
                <a:gd name="connsiteY1" fmla="*/ 0 h 581332"/>
                <a:gd name="connsiteX2" fmla="*/ 495957 w 590550"/>
                <a:gd name="connsiteY2" fmla="*/ 581332 h 581332"/>
                <a:gd name="connsiteX3" fmla="*/ 75015 w 590550"/>
                <a:gd name="connsiteY3" fmla="*/ 581332 h 581332"/>
                <a:gd name="connsiteX4" fmla="*/ 0 w 590550"/>
                <a:gd name="connsiteY4" fmla="*/ 0 h 581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581332">
                  <a:moveTo>
                    <a:pt x="0" y="0"/>
                  </a:moveTo>
                  <a:lnTo>
                    <a:pt x="590550" y="0"/>
                  </a:lnTo>
                  <a:lnTo>
                    <a:pt x="495957" y="581332"/>
                  </a:lnTo>
                  <a:lnTo>
                    <a:pt x="75015" y="581332"/>
                  </a:lnTo>
                  <a:lnTo>
                    <a:pt x="0" y="0"/>
                  </a:lnTo>
                  <a:close/>
                </a:path>
              </a:pathLst>
            </a:custGeom>
            <a:grpFill/>
            <a:ln>
              <a:noFill/>
            </a:ln>
            <a:sp3d prstMaterial="plastic"/>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grpSp>
      <p:grpSp>
        <p:nvGrpSpPr>
          <p:cNvPr id="78" name="组合 77">
            <a:extLst>
              <a:ext uri="{FF2B5EF4-FFF2-40B4-BE49-F238E27FC236}">
                <a16:creationId xmlns:a16="http://schemas.microsoft.com/office/drawing/2014/main" id="{A20B3EC4-FFFA-4413-8400-E237BFACB3CE}"/>
              </a:ext>
            </a:extLst>
          </p:cNvPr>
          <p:cNvGrpSpPr/>
          <p:nvPr/>
        </p:nvGrpSpPr>
        <p:grpSpPr>
          <a:xfrm>
            <a:off x="2807706" y="5756044"/>
            <a:ext cx="877163" cy="547249"/>
            <a:chOff x="2807706" y="5900281"/>
            <a:chExt cx="877163" cy="547249"/>
          </a:xfrm>
        </p:grpSpPr>
        <p:sp>
          <p:nvSpPr>
            <p:cNvPr id="58" name="文本框 57">
              <a:extLst>
                <a:ext uri="{FF2B5EF4-FFF2-40B4-BE49-F238E27FC236}">
                  <a16:creationId xmlns:a16="http://schemas.microsoft.com/office/drawing/2014/main" id="{6EC00378-5270-49B1-B84C-AE20C59565B1}"/>
                </a:ext>
              </a:extLst>
            </p:cNvPr>
            <p:cNvSpPr txBox="1"/>
            <p:nvPr/>
          </p:nvSpPr>
          <p:spPr>
            <a:xfrm>
              <a:off x="2807706" y="5900281"/>
              <a:ext cx="8771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大算力</a:t>
              </a:r>
            </a:p>
          </p:txBody>
        </p:sp>
        <p:sp>
          <p:nvSpPr>
            <p:cNvPr id="74" name="椭圆 73">
              <a:extLst>
                <a:ext uri="{FF2B5EF4-FFF2-40B4-BE49-F238E27FC236}">
                  <a16:creationId xmlns:a16="http://schemas.microsoft.com/office/drawing/2014/main" id="{5F827BA5-BFE6-4B66-B35F-8C7A7DD93FCC}"/>
                </a:ext>
              </a:extLst>
            </p:cNvPr>
            <p:cNvSpPr/>
            <p:nvPr/>
          </p:nvSpPr>
          <p:spPr>
            <a:xfrm>
              <a:off x="3188200" y="6331355"/>
              <a:ext cx="116175" cy="116175"/>
            </a:xfrm>
            <a:prstGeom prst="ellipse">
              <a:avLst/>
            </a:prstGeom>
            <a:solidFill>
              <a:schemeClr val="accent1"/>
            </a:solidFill>
            <a:ln w="28575">
              <a:solidFill>
                <a:srgbClr val="FFFFFF"/>
              </a:solid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endParaRPr>
            </a:p>
          </p:txBody>
        </p:sp>
      </p:grpSp>
      <p:grpSp>
        <p:nvGrpSpPr>
          <p:cNvPr id="79" name="组合 78">
            <a:extLst>
              <a:ext uri="{FF2B5EF4-FFF2-40B4-BE49-F238E27FC236}">
                <a16:creationId xmlns:a16="http://schemas.microsoft.com/office/drawing/2014/main" id="{443EFDD6-0871-4904-A28C-8B66B272C775}"/>
              </a:ext>
            </a:extLst>
          </p:cNvPr>
          <p:cNvGrpSpPr/>
          <p:nvPr/>
        </p:nvGrpSpPr>
        <p:grpSpPr>
          <a:xfrm>
            <a:off x="5657419" y="6045121"/>
            <a:ext cx="877163" cy="502428"/>
            <a:chOff x="5657419" y="6200242"/>
            <a:chExt cx="877163" cy="502428"/>
          </a:xfrm>
        </p:grpSpPr>
        <p:sp>
          <p:nvSpPr>
            <p:cNvPr id="59" name="文本框 58">
              <a:extLst>
                <a:ext uri="{FF2B5EF4-FFF2-40B4-BE49-F238E27FC236}">
                  <a16:creationId xmlns:a16="http://schemas.microsoft.com/office/drawing/2014/main" id="{22F69C8C-9F40-4340-99BB-F758CA7EA5BA}"/>
                </a:ext>
              </a:extLst>
            </p:cNvPr>
            <p:cNvSpPr txBox="1"/>
            <p:nvPr/>
          </p:nvSpPr>
          <p:spPr>
            <a:xfrm>
              <a:off x="5657419" y="6200242"/>
              <a:ext cx="8771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大数据</a:t>
              </a:r>
            </a:p>
          </p:txBody>
        </p:sp>
        <p:sp>
          <p:nvSpPr>
            <p:cNvPr id="75" name="椭圆 74">
              <a:extLst>
                <a:ext uri="{FF2B5EF4-FFF2-40B4-BE49-F238E27FC236}">
                  <a16:creationId xmlns:a16="http://schemas.microsoft.com/office/drawing/2014/main" id="{DE1A1C45-28B9-4D6C-A5BD-7A46850ADD58}"/>
                </a:ext>
              </a:extLst>
            </p:cNvPr>
            <p:cNvSpPr/>
            <p:nvPr/>
          </p:nvSpPr>
          <p:spPr>
            <a:xfrm>
              <a:off x="6037913" y="6586495"/>
              <a:ext cx="116175" cy="116175"/>
            </a:xfrm>
            <a:prstGeom prst="ellipse">
              <a:avLst/>
            </a:prstGeom>
            <a:solidFill>
              <a:schemeClr val="accent1"/>
            </a:solidFill>
            <a:ln w="28575">
              <a:solidFill>
                <a:srgbClr val="FFFFFF"/>
              </a:solid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endParaRPr>
            </a:p>
          </p:txBody>
        </p:sp>
      </p:grpSp>
      <p:grpSp>
        <p:nvGrpSpPr>
          <p:cNvPr id="77" name="组合 76">
            <a:extLst>
              <a:ext uri="{FF2B5EF4-FFF2-40B4-BE49-F238E27FC236}">
                <a16:creationId xmlns:a16="http://schemas.microsoft.com/office/drawing/2014/main" id="{1BCB6476-3615-49F7-BFB3-3697E74821B2}"/>
              </a:ext>
            </a:extLst>
          </p:cNvPr>
          <p:cNvGrpSpPr/>
          <p:nvPr/>
        </p:nvGrpSpPr>
        <p:grpSpPr>
          <a:xfrm>
            <a:off x="8507131" y="5756044"/>
            <a:ext cx="877163" cy="547249"/>
            <a:chOff x="8507131" y="5900281"/>
            <a:chExt cx="877163" cy="547249"/>
          </a:xfrm>
        </p:grpSpPr>
        <p:sp>
          <p:nvSpPr>
            <p:cNvPr id="60" name="文本框 59">
              <a:extLst>
                <a:ext uri="{FF2B5EF4-FFF2-40B4-BE49-F238E27FC236}">
                  <a16:creationId xmlns:a16="http://schemas.microsoft.com/office/drawing/2014/main" id="{54BD830F-BEA0-4E73-91B8-67E4F7301C5E}"/>
                </a:ext>
              </a:extLst>
            </p:cNvPr>
            <p:cNvSpPr txBox="1"/>
            <p:nvPr/>
          </p:nvSpPr>
          <p:spPr>
            <a:xfrm>
              <a:off x="8507131" y="5900281"/>
              <a:ext cx="87716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工程化</a:t>
              </a:r>
            </a:p>
          </p:txBody>
        </p:sp>
        <p:sp>
          <p:nvSpPr>
            <p:cNvPr id="76" name="椭圆 75">
              <a:extLst>
                <a:ext uri="{FF2B5EF4-FFF2-40B4-BE49-F238E27FC236}">
                  <a16:creationId xmlns:a16="http://schemas.microsoft.com/office/drawing/2014/main" id="{DB553CB3-C97D-4922-A837-A82C7437EA51}"/>
                </a:ext>
              </a:extLst>
            </p:cNvPr>
            <p:cNvSpPr/>
            <p:nvPr/>
          </p:nvSpPr>
          <p:spPr>
            <a:xfrm>
              <a:off x="8872052" y="6331355"/>
              <a:ext cx="116175" cy="116175"/>
            </a:xfrm>
            <a:prstGeom prst="ellipse">
              <a:avLst/>
            </a:prstGeom>
            <a:solidFill>
              <a:schemeClr val="accent1"/>
            </a:solidFill>
            <a:ln w="28575">
              <a:solidFill>
                <a:srgbClr val="FFFFFF"/>
              </a:solid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endParaRPr>
            </a:p>
          </p:txBody>
        </p:sp>
      </p:grpSp>
      <p:grpSp>
        <p:nvGrpSpPr>
          <p:cNvPr id="206" name="组合 205">
            <a:extLst>
              <a:ext uri="{FF2B5EF4-FFF2-40B4-BE49-F238E27FC236}">
                <a16:creationId xmlns:a16="http://schemas.microsoft.com/office/drawing/2014/main" id="{7B85FEAB-8B0F-4B49-A09D-3FAE23FF38A6}"/>
              </a:ext>
            </a:extLst>
          </p:cNvPr>
          <p:cNvGrpSpPr/>
          <p:nvPr/>
        </p:nvGrpSpPr>
        <p:grpSpPr>
          <a:xfrm>
            <a:off x="5154641" y="1740551"/>
            <a:ext cx="1882718" cy="719312"/>
            <a:chOff x="4987545" y="2003454"/>
            <a:chExt cx="2230120" cy="852041"/>
          </a:xfrm>
        </p:grpSpPr>
        <p:sp>
          <p:nvSpPr>
            <p:cNvPr id="178" name="等腰三角形 177">
              <a:extLst>
                <a:ext uri="{FF2B5EF4-FFF2-40B4-BE49-F238E27FC236}">
                  <a16:creationId xmlns:a16="http://schemas.microsoft.com/office/drawing/2014/main" id="{720B128C-233C-40DA-90E4-97109B7057F8}"/>
                </a:ext>
              </a:extLst>
            </p:cNvPr>
            <p:cNvSpPr/>
            <p:nvPr/>
          </p:nvSpPr>
          <p:spPr>
            <a:xfrm>
              <a:off x="5375200" y="2003454"/>
              <a:ext cx="1441601" cy="408669"/>
            </a:xfrm>
            <a:prstGeom prst="triangle">
              <a:avLst/>
            </a:prstGeom>
            <a:gradFill flip="none" rotWithShape="1">
              <a:gsLst>
                <a:gs pos="26000">
                  <a:schemeClr val="accent1">
                    <a:alpha val="30000"/>
                  </a:schemeClr>
                </a:gs>
                <a:gs pos="100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179" name="等腰三角形 178">
              <a:extLst>
                <a:ext uri="{FF2B5EF4-FFF2-40B4-BE49-F238E27FC236}">
                  <a16:creationId xmlns:a16="http://schemas.microsoft.com/office/drawing/2014/main" id="{65D1B0B3-B172-449C-BC75-5EC820385076}"/>
                </a:ext>
              </a:extLst>
            </p:cNvPr>
            <p:cNvSpPr/>
            <p:nvPr/>
          </p:nvSpPr>
          <p:spPr>
            <a:xfrm>
              <a:off x="4987545" y="2223294"/>
              <a:ext cx="2230120" cy="632201"/>
            </a:xfrm>
            <a:prstGeom prst="triangle">
              <a:avLst/>
            </a:prstGeom>
            <a:gradFill flip="none" rotWithShape="1">
              <a:gsLst>
                <a:gs pos="26000">
                  <a:schemeClr val="accent1">
                    <a:alpha val="50000"/>
                  </a:schemeClr>
                </a:gs>
                <a:gs pos="100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grpSp>
      <p:grpSp>
        <p:nvGrpSpPr>
          <p:cNvPr id="180" name="组合 179">
            <a:extLst>
              <a:ext uri="{FF2B5EF4-FFF2-40B4-BE49-F238E27FC236}">
                <a16:creationId xmlns:a16="http://schemas.microsoft.com/office/drawing/2014/main" id="{E8B2B612-114D-41CD-948F-7486ECDF5897}"/>
              </a:ext>
            </a:extLst>
          </p:cNvPr>
          <p:cNvGrpSpPr/>
          <p:nvPr/>
        </p:nvGrpSpPr>
        <p:grpSpPr>
          <a:xfrm>
            <a:off x="2200601" y="2260397"/>
            <a:ext cx="3505049" cy="2053903"/>
            <a:chOff x="1457035" y="4734894"/>
            <a:chExt cx="3505049" cy="2053903"/>
          </a:xfrm>
        </p:grpSpPr>
        <p:sp>
          <p:nvSpPr>
            <p:cNvPr id="181" name="文本框 180">
              <a:extLst>
                <a:ext uri="{FF2B5EF4-FFF2-40B4-BE49-F238E27FC236}">
                  <a16:creationId xmlns:a16="http://schemas.microsoft.com/office/drawing/2014/main" id="{EF82A211-DC66-4A96-A690-2B5D7693FD8A}"/>
                </a:ext>
              </a:extLst>
            </p:cNvPr>
            <p:cNvSpPr txBox="1"/>
            <p:nvPr/>
          </p:nvSpPr>
          <p:spPr>
            <a:xfrm>
              <a:off x="1457035" y="4734894"/>
              <a:ext cx="80021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内容综述</a:t>
              </a:r>
            </a:p>
          </p:txBody>
        </p:sp>
        <p:sp>
          <p:nvSpPr>
            <p:cNvPr id="182" name="文本框 181">
              <a:extLst>
                <a:ext uri="{FF2B5EF4-FFF2-40B4-BE49-F238E27FC236}">
                  <a16:creationId xmlns:a16="http://schemas.microsoft.com/office/drawing/2014/main" id="{0F74F10A-76BF-4D77-8D10-E58249C0DF6A}"/>
                </a:ext>
              </a:extLst>
            </p:cNvPr>
            <p:cNvSpPr txBox="1"/>
            <p:nvPr/>
          </p:nvSpPr>
          <p:spPr>
            <a:xfrm>
              <a:off x="2527665" y="4854644"/>
              <a:ext cx="646331"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写小说</a:t>
              </a:r>
            </a:p>
          </p:txBody>
        </p:sp>
        <p:sp>
          <p:nvSpPr>
            <p:cNvPr id="183" name="文本框 182">
              <a:extLst>
                <a:ext uri="{FF2B5EF4-FFF2-40B4-BE49-F238E27FC236}">
                  <a16:creationId xmlns:a16="http://schemas.microsoft.com/office/drawing/2014/main" id="{45B2EC71-D06F-44D0-971F-F37CCF6C5FED}"/>
                </a:ext>
              </a:extLst>
            </p:cNvPr>
            <p:cNvSpPr txBox="1"/>
            <p:nvPr/>
          </p:nvSpPr>
          <p:spPr>
            <a:xfrm>
              <a:off x="3444408" y="4979826"/>
              <a:ext cx="80021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文章润色</a:t>
              </a:r>
            </a:p>
          </p:txBody>
        </p:sp>
        <p:sp>
          <p:nvSpPr>
            <p:cNvPr id="184" name="文本框 183">
              <a:extLst>
                <a:ext uri="{FF2B5EF4-FFF2-40B4-BE49-F238E27FC236}">
                  <a16:creationId xmlns:a16="http://schemas.microsoft.com/office/drawing/2014/main" id="{E4EDEBFF-ACA7-4EC8-AEBE-31B1A09EE2F6}"/>
                </a:ext>
              </a:extLst>
            </p:cNvPr>
            <p:cNvSpPr txBox="1"/>
            <p:nvPr/>
          </p:nvSpPr>
          <p:spPr>
            <a:xfrm>
              <a:off x="1953878" y="5145690"/>
              <a:ext cx="80021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基础安全</a:t>
              </a:r>
            </a:p>
          </p:txBody>
        </p:sp>
        <p:sp>
          <p:nvSpPr>
            <p:cNvPr id="185" name="文本框 184">
              <a:extLst>
                <a:ext uri="{FF2B5EF4-FFF2-40B4-BE49-F238E27FC236}">
                  <a16:creationId xmlns:a16="http://schemas.microsoft.com/office/drawing/2014/main" id="{854E8824-4DE1-46F8-8735-70EF821ACCFD}"/>
                </a:ext>
              </a:extLst>
            </p:cNvPr>
            <p:cNvSpPr txBox="1"/>
            <p:nvPr/>
          </p:nvSpPr>
          <p:spPr>
            <a:xfrm>
              <a:off x="2947564" y="5303184"/>
              <a:ext cx="80021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物理安全</a:t>
              </a:r>
            </a:p>
          </p:txBody>
        </p:sp>
        <p:sp>
          <p:nvSpPr>
            <p:cNvPr id="193" name="文本框 192">
              <a:extLst>
                <a:ext uri="{FF2B5EF4-FFF2-40B4-BE49-F238E27FC236}">
                  <a16:creationId xmlns:a16="http://schemas.microsoft.com/office/drawing/2014/main" id="{858102AD-ED4A-4DE5-B20E-58ACCB5DEE5D}"/>
                </a:ext>
              </a:extLst>
            </p:cNvPr>
            <p:cNvSpPr txBox="1"/>
            <p:nvPr/>
          </p:nvSpPr>
          <p:spPr>
            <a:xfrm>
              <a:off x="2539462" y="5687388"/>
              <a:ext cx="1107996"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分析法律合同</a:t>
              </a:r>
            </a:p>
          </p:txBody>
        </p:sp>
        <p:sp>
          <p:nvSpPr>
            <p:cNvPr id="194" name="文本框 193">
              <a:extLst>
                <a:ext uri="{FF2B5EF4-FFF2-40B4-BE49-F238E27FC236}">
                  <a16:creationId xmlns:a16="http://schemas.microsoft.com/office/drawing/2014/main" id="{1A866405-B3D2-4437-AC2B-EA677B0CF3AD}"/>
                </a:ext>
              </a:extLst>
            </p:cNvPr>
            <p:cNvSpPr txBox="1"/>
            <p:nvPr/>
          </p:nvSpPr>
          <p:spPr>
            <a:xfrm>
              <a:off x="3864484" y="5464301"/>
              <a:ext cx="954107"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关键词提取</a:t>
              </a:r>
            </a:p>
          </p:txBody>
        </p:sp>
        <p:sp>
          <p:nvSpPr>
            <p:cNvPr id="195" name="文本框 194">
              <a:extLst>
                <a:ext uri="{FF2B5EF4-FFF2-40B4-BE49-F238E27FC236}">
                  <a16:creationId xmlns:a16="http://schemas.microsoft.com/office/drawing/2014/main" id="{81997C18-7C1E-4293-A357-1E792FD1EF25}"/>
                </a:ext>
              </a:extLst>
            </p:cNvPr>
            <p:cNvSpPr txBox="1"/>
            <p:nvPr/>
          </p:nvSpPr>
          <p:spPr>
            <a:xfrm>
              <a:off x="3621810" y="5902939"/>
              <a:ext cx="1107996"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生成会议记录</a:t>
              </a:r>
            </a:p>
          </p:txBody>
        </p:sp>
        <p:sp>
          <p:nvSpPr>
            <p:cNvPr id="196" name="文本框 195">
              <a:extLst>
                <a:ext uri="{FF2B5EF4-FFF2-40B4-BE49-F238E27FC236}">
                  <a16:creationId xmlns:a16="http://schemas.microsoft.com/office/drawing/2014/main" id="{77CA0AA4-C99F-468F-A0F4-7CF6634A7A33}"/>
                </a:ext>
              </a:extLst>
            </p:cNvPr>
            <p:cNvSpPr txBox="1"/>
            <p:nvPr/>
          </p:nvSpPr>
          <p:spPr>
            <a:xfrm>
              <a:off x="3086955" y="6256921"/>
              <a:ext cx="1107996"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房屋装修建议</a:t>
              </a:r>
            </a:p>
          </p:txBody>
        </p:sp>
        <p:sp>
          <p:nvSpPr>
            <p:cNvPr id="197" name="文本框 196">
              <a:extLst>
                <a:ext uri="{FF2B5EF4-FFF2-40B4-BE49-F238E27FC236}">
                  <a16:creationId xmlns:a16="http://schemas.microsoft.com/office/drawing/2014/main" id="{DDC98939-C3BD-4836-B5D2-522C32D494DC}"/>
                </a:ext>
              </a:extLst>
            </p:cNvPr>
            <p:cNvSpPr txBox="1"/>
            <p:nvPr/>
          </p:nvSpPr>
          <p:spPr>
            <a:xfrm>
              <a:off x="4325371" y="6511798"/>
              <a:ext cx="636713"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AI</a:t>
              </a: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客服</a:t>
              </a:r>
            </a:p>
          </p:txBody>
        </p:sp>
      </p:grpSp>
      <p:grpSp>
        <p:nvGrpSpPr>
          <p:cNvPr id="186" name="组合 185">
            <a:extLst>
              <a:ext uri="{FF2B5EF4-FFF2-40B4-BE49-F238E27FC236}">
                <a16:creationId xmlns:a16="http://schemas.microsoft.com/office/drawing/2014/main" id="{97649922-F657-497F-96B1-41F7C4305A72}"/>
              </a:ext>
            </a:extLst>
          </p:cNvPr>
          <p:cNvGrpSpPr/>
          <p:nvPr/>
        </p:nvGrpSpPr>
        <p:grpSpPr>
          <a:xfrm>
            <a:off x="6591141" y="2260397"/>
            <a:ext cx="3308819" cy="2050661"/>
            <a:chOff x="7341313" y="4734894"/>
            <a:chExt cx="3308819" cy="2050661"/>
          </a:xfrm>
        </p:grpSpPr>
        <p:sp>
          <p:nvSpPr>
            <p:cNvPr id="187" name="文本框 186">
              <a:extLst>
                <a:ext uri="{FF2B5EF4-FFF2-40B4-BE49-F238E27FC236}">
                  <a16:creationId xmlns:a16="http://schemas.microsoft.com/office/drawing/2014/main" id="{D83CC930-E84B-4416-A72E-FE132F66BD51}"/>
                </a:ext>
              </a:extLst>
            </p:cNvPr>
            <p:cNvSpPr txBox="1"/>
            <p:nvPr/>
          </p:nvSpPr>
          <p:spPr>
            <a:xfrm>
              <a:off x="7745726" y="4979826"/>
              <a:ext cx="80021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礼品推荐</a:t>
              </a:r>
            </a:p>
          </p:txBody>
        </p:sp>
        <p:sp>
          <p:nvSpPr>
            <p:cNvPr id="188" name="文本框 187">
              <a:extLst>
                <a:ext uri="{FF2B5EF4-FFF2-40B4-BE49-F238E27FC236}">
                  <a16:creationId xmlns:a16="http://schemas.microsoft.com/office/drawing/2014/main" id="{B36E12B5-95EA-47ED-8401-EE40B603E36E}"/>
                </a:ext>
              </a:extLst>
            </p:cNvPr>
            <p:cNvSpPr txBox="1"/>
            <p:nvPr/>
          </p:nvSpPr>
          <p:spPr>
            <a:xfrm>
              <a:off x="8797820" y="4854644"/>
              <a:ext cx="80021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访问安全</a:t>
              </a:r>
            </a:p>
          </p:txBody>
        </p:sp>
        <p:sp>
          <p:nvSpPr>
            <p:cNvPr id="189" name="文本框 188">
              <a:extLst>
                <a:ext uri="{FF2B5EF4-FFF2-40B4-BE49-F238E27FC236}">
                  <a16:creationId xmlns:a16="http://schemas.microsoft.com/office/drawing/2014/main" id="{D4E97110-F456-4B5C-A12E-B45AAB7BACD5}"/>
                </a:ext>
              </a:extLst>
            </p:cNvPr>
            <p:cNvSpPr txBox="1"/>
            <p:nvPr/>
          </p:nvSpPr>
          <p:spPr>
            <a:xfrm>
              <a:off x="9849913" y="4734894"/>
              <a:ext cx="80021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常识推理</a:t>
              </a:r>
            </a:p>
          </p:txBody>
        </p:sp>
        <p:sp>
          <p:nvSpPr>
            <p:cNvPr id="190" name="文本框 189">
              <a:extLst>
                <a:ext uri="{FF2B5EF4-FFF2-40B4-BE49-F238E27FC236}">
                  <a16:creationId xmlns:a16="http://schemas.microsoft.com/office/drawing/2014/main" id="{2BD9108A-58C6-4214-85C6-7F23EA016660}"/>
                </a:ext>
              </a:extLst>
            </p:cNvPr>
            <p:cNvSpPr txBox="1"/>
            <p:nvPr/>
          </p:nvSpPr>
          <p:spPr>
            <a:xfrm>
              <a:off x="8271773" y="5303184"/>
              <a:ext cx="80021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数学推理</a:t>
              </a:r>
            </a:p>
          </p:txBody>
        </p:sp>
        <p:sp>
          <p:nvSpPr>
            <p:cNvPr id="191" name="文本框 190">
              <a:extLst>
                <a:ext uri="{FF2B5EF4-FFF2-40B4-BE49-F238E27FC236}">
                  <a16:creationId xmlns:a16="http://schemas.microsoft.com/office/drawing/2014/main" id="{326C5550-0D2C-412F-878C-89A1E33C6B69}"/>
                </a:ext>
              </a:extLst>
            </p:cNvPr>
            <p:cNvSpPr txBox="1"/>
            <p:nvPr/>
          </p:nvSpPr>
          <p:spPr>
            <a:xfrm>
              <a:off x="9212991" y="5302229"/>
              <a:ext cx="80021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错误检测</a:t>
              </a:r>
            </a:p>
          </p:txBody>
        </p:sp>
        <p:sp>
          <p:nvSpPr>
            <p:cNvPr id="198" name="文本框 197">
              <a:extLst>
                <a:ext uri="{FF2B5EF4-FFF2-40B4-BE49-F238E27FC236}">
                  <a16:creationId xmlns:a16="http://schemas.microsoft.com/office/drawing/2014/main" id="{E4D40E00-A270-4839-AA00-21A9A51E4ED5}"/>
                </a:ext>
              </a:extLst>
            </p:cNvPr>
            <p:cNvSpPr txBox="1"/>
            <p:nvPr/>
          </p:nvSpPr>
          <p:spPr>
            <a:xfrm>
              <a:off x="8677523" y="5740199"/>
              <a:ext cx="80021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生成代码</a:t>
              </a:r>
            </a:p>
          </p:txBody>
        </p:sp>
        <p:sp>
          <p:nvSpPr>
            <p:cNvPr id="199" name="文本框 198">
              <a:extLst>
                <a:ext uri="{FF2B5EF4-FFF2-40B4-BE49-F238E27FC236}">
                  <a16:creationId xmlns:a16="http://schemas.microsoft.com/office/drawing/2014/main" id="{D0F94F0F-6D18-41F4-88E6-DDCE35166AB0}"/>
                </a:ext>
              </a:extLst>
            </p:cNvPr>
            <p:cNvSpPr txBox="1"/>
            <p:nvPr/>
          </p:nvSpPr>
          <p:spPr>
            <a:xfrm>
              <a:off x="7763383" y="5849885"/>
              <a:ext cx="80021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减肥计划</a:t>
              </a:r>
            </a:p>
          </p:txBody>
        </p:sp>
        <p:sp>
          <p:nvSpPr>
            <p:cNvPr id="200" name="文本框 199">
              <a:extLst>
                <a:ext uri="{FF2B5EF4-FFF2-40B4-BE49-F238E27FC236}">
                  <a16:creationId xmlns:a16="http://schemas.microsoft.com/office/drawing/2014/main" id="{87D6F2E2-60E2-40CB-97EA-497E81A94A05}"/>
                </a:ext>
              </a:extLst>
            </p:cNvPr>
            <p:cNvSpPr txBox="1"/>
            <p:nvPr/>
          </p:nvSpPr>
          <p:spPr>
            <a:xfrm>
              <a:off x="7341313" y="5484380"/>
              <a:ext cx="80021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模拟面试</a:t>
              </a:r>
            </a:p>
          </p:txBody>
        </p:sp>
        <p:sp>
          <p:nvSpPr>
            <p:cNvPr id="201" name="文本框 200">
              <a:extLst>
                <a:ext uri="{FF2B5EF4-FFF2-40B4-BE49-F238E27FC236}">
                  <a16:creationId xmlns:a16="http://schemas.microsoft.com/office/drawing/2014/main" id="{7E4985A0-B0CA-419C-B95C-8D71AA97B43D}"/>
                </a:ext>
              </a:extLst>
            </p:cNvPr>
            <p:cNvSpPr txBox="1"/>
            <p:nvPr/>
          </p:nvSpPr>
          <p:spPr>
            <a:xfrm>
              <a:off x="7856827" y="6252518"/>
              <a:ext cx="1107996"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情景对话练习</a:t>
              </a:r>
            </a:p>
          </p:txBody>
        </p:sp>
        <p:sp>
          <p:nvSpPr>
            <p:cNvPr id="202" name="文本框 201">
              <a:extLst>
                <a:ext uri="{FF2B5EF4-FFF2-40B4-BE49-F238E27FC236}">
                  <a16:creationId xmlns:a16="http://schemas.microsoft.com/office/drawing/2014/main" id="{60C0BBFC-6E6F-4849-A4FB-6CEB03F989B3}"/>
                </a:ext>
              </a:extLst>
            </p:cNvPr>
            <p:cNvSpPr txBox="1"/>
            <p:nvPr/>
          </p:nvSpPr>
          <p:spPr>
            <a:xfrm>
              <a:off x="7355940" y="6508556"/>
              <a:ext cx="800219"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schemeClr val="accent1"/>
                  </a:solidFill>
                  <a:effectLst/>
                  <a:uLnTx/>
                  <a:uFillTx/>
                  <a:latin typeface="思源黑体 CN Medium" panose="020B0600000000000000" pitchFamily="34" charset="-122"/>
                  <a:ea typeface="思源黑体 CN Medium" panose="020B0600000000000000" pitchFamily="34" charset="-122"/>
                  <a:cs typeface="+mn-cs"/>
                </a:rPr>
                <a:t>公式推导</a:t>
              </a:r>
            </a:p>
          </p:txBody>
        </p:sp>
      </p:grpSp>
      <p:grpSp>
        <p:nvGrpSpPr>
          <p:cNvPr id="205" name="组合 204">
            <a:extLst>
              <a:ext uri="{FF2B5EF4-FFF2-40B4-BE49-F238E27FC236}">
                <a16:creationId xmlns:a16="http://schemas.microsoft.com/office/drawing/2014/main" id="{FD1AA06E-3214-4CB5-AF07-18F1EBC82CCD}"/>
              </a:ext>
            </a:extLst>
          </p:cNvPr>
          <p:cNvGrpSpPr/>
          <p:nvPr/>
        </p:nvGrpSpPr>
        <p:grpSpPr>
          <a:xfrm>
            <a:off x="5390712" y="2438190"/>
            <a:ext cx="1410577" cy="498871"/>
            <a:chOff x="5058783" y="2555809"/>
            <a:chExt cx="1667746" cy="589823"/>
          </a:xfrm>
        </p:grpSpPr>
        <p:sp>
          <p:nvSpPr>
            <p:cNvPr id="204" name="矩形: 圆角 203">
              <a:extLst>
                <a:ext uri="{FF2B5EF4-FFF2-40B4-BE49-F238E27FC236}">
                  <a16:creationId xmlns:a16="http://schemas.microsoft.com/office/drawing/2014/main" id="{425A7AD9-B79F-41CD-858E-4C469655C5B8}"/>
                </a:ext>
              </a:extLst>
            </p:cNvPr>
            <p:cNvSpPr/>
            <p:nvPr/>
          </p:nvSpPr>
          <p:spPr>
            <a:xfrm>
              <a:off x="5058783" y="2555809"/>
              <a:ext cx="1667746" cy="589823"/>
            </a:xfrm>
            <a:prstGeom prst="roundRect">
              <a:avLst>
                <a:gd name="adj" fmla="val 50000"/>
              </a:avLst>
            </a:prstGeom>
            <a:gradFill flip="none" rotWithShape="1">
              <a:gsLst>
                <a:gs pos="0">
                  <a:schemeClr val="accent2">
                    <a:lumMod val="60000"/>
                    <a:lumOff val="40000"/>
                  </a:schemeClr>
                </a:gs>
                <a:gs pos="100000">
                  <a:schemeClr val="accent2"/>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203" name="文本框 202">
              <a:extLst>
                <a:ext uri="{FF2B5EF4-FFF2-40B4-BE49-F238E27FC236}">
                  <a16:creationId xmlns:a16="http://schemas.microsoft.com/office/drawing/2014/main" id="{D8BEBAEC-EE34-48F6-89DE-51BE95D4E192}"/>
                </a:ext>
              </a:extLst>
            </p:cNvPr>
            <p:cNvSpPr txBox="1"/>
            <p:nvPr/>
          </p:nvSpPr>
          <p:spPr>
            <a:xfrm>
              <a:off x="5317819" y="2619888"/>
              <a:ext cx="1149674"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rPr>
                <a:t>360</a:t>
              </a:r>
              <a:r>
                <a:rPr kumimoji="0" lang="zh-CN" altLang="en-US" sz="20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rPr>
                <a:t>智脑</a:t>
              </a:r>
            </a:p>
          </p:txBody>
        </p:sp>
      </p:grpSp>
      <p:grpSp>
        <p:nvGrpSpPr>
          <p:cNvPr id="209" name="图形 207">
            <a:extLst>
              <a:ext uri="{FF2B5EF4-FFF2-40B4-BE49-F238E27FC236}">
                <a16:creationId xmlns:a16="http://schemas.microsoft.com/office/drawing/2014/main" id="{26F2BBE5-108A-450E-858B-FEA55849FFDC}"/>
              </a:ext>
            </a:extLst>
          </p:cNvPr>
          <p:cNvGrpSpPr/>
          <p:nvPr/>
        </p:nvGrpSpPr>
        <p:grpSpPr>
          <a:xfrm>
            <a:off x="9275325" y="1244480"/>
            <a:ext cx="426158" cy="426158"/>
            <a:chOff x="9262216" y="1237452"/>
            <a:chExt cx="452376" cy="452376"/>
          </a:xfrm>
          <a:gradFill flip="none" rotWithShape="1">
            <a:gsLst>
              <a:gs pos="100000">
                <a:schemeClr val="accent1">
                  <a:lumMod val="20000"/>
                  <a:lumOff val="80000"/>
                </a:schemeClr>
              </a:gs>
              <a:gs pos="0">
                <a:srgbClr val="FFFFFF">
                  <a:lumMod val="0"/>
                  <a:lumOff val="100000"/>
                </a:srgbClr>
              </a:gs>
            </a:gsLst>
            <a:lin ang="2700000" scaled="1"/>
            <a:tileRect/>
          </a:gradFill>
        </p:grpSpPr>
        <p:sp>
          <p:nvSpPr>
            <p:cNvPr id="210" name="任意多边形: 形状 209">
              <a:extLst>
                <a:ext uri="{FF2B5EF4-FFF2-40B4-BE49-F238E27FC236}">
                  <a16:creationId xmlns:a16="http://schemas.microsoft.com/office/drawing/2014/main" id="{4235120A-CF5F-43CF-BFF2-F809F587011E}"/>
                </a:ext>
              </a:extLst>
            </p:cNvPr>
            <p:cNvSpPr/>
            <p:nvPr/>
          </p:nvSpPr>
          <p:spPr>
            <a:xfrm>
              <a:off x="9288311" y="1257124"/>
              <a:ext cx="348453" cy="407089"/>
            </a:xfrm>
            <a:custGeom>
              <a:avLst/>
              <a:gdLst>
                <a:gd name="connsiteX0" fmla="*/ 220600 w 348453"/>
                <a:gd name="connsiteY0" fmla="*/ 290811 h 407089"/>
                <a:gd name="connsiteX1" fmla="*/ 250786 w 348453"/>
                <a:gd name="connsiteY1" fmla="*/ 260624 h 407089"/>
                <a:gd name="connsiteX2" fmla="*/ 348453 w 348453"/>
                <a:gd name="connsiteY2" fmla="*/ 260624 h 407089"/>
                <a:gd name="connsiteX3" fmla="*/ 230137 w 348453"/>
                <a:gd name="connsiteY3" fmla="*/ 195502 h 407089"/>
                <a:gd name="connsiteX4" fmla="*/ 299394 w 348453"/>
                <a:gd name="connsiteY4" fmla="*/ 100230 h 407089"/>
                <a:gd name="connsiteX5" fmla="*/ 199156 w 348453"/>
                <a:gd name="connsiteY5" fmla="*/ 0 h 407089"/>
                <a:gd name="connsiteX6" fmla="*/ 98935 w 348453"/>
                <a:gd name="connsiteY6" fmla="*/ 100230 h 407089"/>
                <a:gd name="connsiteX7" fmla="*/ 168179 w 348453"/>
                <a:gd name="connsiteY7" fmla="*/ 195502 h 407089"/>
                <a:gd name="connsiteX8" fmla="*/ 0 w 348453"/>
                <a:gd name="connsiteY8" fmla="*/ 391994 h 407089"/>
                <a:gd name="connsiteX9" fmla="*/ 0 w 348453"/>
                <a:gd name="connsiteY9" fmla="*/ 407090 h 407089"/>
                <a:gd name="connsiteX10" fmla="*/ 222561 w 348453"/>
                <a:gd name="connsiteY10" fmla="*/ 407090 h 407089"/>
                <a:gd name="connsiteX11" fmla="*/ 220600 w 348453"/>
                <a:gd name="connsiteY11" fmla="*/ 396690 h 407089"/>
                <a:gd name="connsiteX12" fmla="*/ 220600 w 348453"/>
                <a:gd name="connsiteY12" fmla="*/ 290811 h 407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8453" h="407089">
                  <a:moveTo>
                    <a:pt x="220600" y="290811"/>
                  </a:moveTo>
                  <a:cubicBezTo>
                    <a:pt x="220600" y="274156"/>
                    <a:pt x="234140" y="260624"/>
                    <a:pt x="250786" y="260624"/>
                  </a:cubicBezTo>
                  <a:lnTo>
                    <a:pt x="348453" y="260624"/>
                  </a:lnTo>
                  <a:cubicBezTo>
                    <a:pt x="318404" y="226617"/>
                    <a:pt x="276974" y="202871"/>
                    <a:pt x="230137" y="195502"/>
                  </a:cubicBezTo>
                  <a:cubicBezTo>
                    <a:pt x="270277" y="182417"/>
                    <a:pt x="299394" y="144676"/>
                    <a:pt x="299394" y="100230"/>
                  </a:cubicBezTo>
                  <a:cubicBezTo>
                    <a:pt x="299394" y="44964"/>
                    <a:pt x="254426" y="0"/>
                    <a:pt x="199156" y="0"/>
                  </a:cubicBezTo>
                  <a:cubicBezTo>
                    <a:pt x="143890" y="0"/>
                    <a:pt x="98935" y="44968"/>
                    <a:pt x="98935" y="100230"/>
                  </a:cubicBezTo>
                  <a:cubicBezTo>
                    <a:pt x="98935" y="144681"/>
                    <a:pt x="128039" y="182417"/>
                    <a:pt x="168179" y="195502"/>
                  </a:cubicBezTo>
                  <a:cubicBezTo>
                    <a:pt x="73060" y="210456"/>
                    <a:pt x="0" y="292746"/>
                    <a:pt x="0" y="391994"/>
                  </a:cubicBezTo>
                  <a:lnTo>
                    <a:pt x="0" y="407090"/>
                  </a:lnTo>
                  <a:lnTo>
                    <a:pt x="222561" y="407090"/>
                  </a:lnTo>
                  <a:cubicBezTo>
                    <a:pt x="221359" y="403834"/>
                    <a:pt x="220600" y="400362"/>
                    <a:pt x="220600" y="396690"/>
                  </a:cubicBezTo>
                  <a:lnTo>
                    <a:pt x="220600" y="290811"/>
                  </a:lnTo>
                  <a:close/>
                </a:path>
              </a:pathLst>
            </a:custGeom>
            <a:grp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211" name="任意多边形: 形状 210">
              <a:extLst>
                <a:ext uri="{FF2B5EF4-FFF2-40B4-BE49-F238E27FC236}">
                  <a16:creationId xmlns:a16="http://schemas.microsoft.com/office/drawing/2014/main" id="{5296FC7D-CB9F-42A6-B3FC-369107F099B3}"/>
                </a:ext>
              </a:extLst>
            </p:cNvPr>
            <p:cNvSpPr/>
            <p:nvPr/>
          </p:nvSpPr>
          <p:spPr>
            <a:xfrm>
              <a:off x="9529033" y="1537871"/>
              <a:ext cx="158936" cy="126007"/>
            </a:xfrm>
            <a:custGeom>
              <a:avLst/>
              <a:gdLst>
                <a:gd name="connsiteX0" fmla="*/ 148873 w 158936"/>
                <a:gd name="connsiteY0" fmla="*/ 0 h 126007"/>
                <a:gd name="connsiteX1" fmla="*/ 10064 w 158936"/>
                <a:gd name="connsiteY1" fmla="*/ 0 h 126007"/>
                <a:gd name="connsiteX2" fmla="*/ 0 w 158936"/>
                <a:gd name="connsiteY2" fmla="*/ 10064 h 126007"/>
                <a:gd name="connsiteX3" fmla="*/ 0 w 158936"/>
                <a:gd name="connsiteY3" fmla="*/ 115943 h 126007"/>
                <a:gd name="connsiteX4" fmla="*/ 10064 w 158936"/>
                <a:gd name="connsiteY4" fmla="*/ 126007 h 126007"/>
                <a:gd name="connsiteX5" fmla="*/ 148873 w 158936"/>
                <a:gd name="connsiteY5" fmla="*/ 126007 h 126007"/>
                <a:gd name="connsiteX6" fmla="*/ 158937 w 158936"/>
                <a:gd name="connsiteY6" fmla="*/ 115943 h 126007"/>
                <a:gd name="connsiteX7" fmla="*/ 158937 w 158936"/>
                <a:gd name="connsiteY7" fmla="*/ 10064 h 126007"/>
                <a:gd name="connsiteX8" fmla="*/ 148873 w 158936"/>
                <a:gd name="connsiteY8" fmla="*/ 0 h 126007"/>
                <a:gd name="connsiteX9" fmla="*/ 97036 w 158936"/>
                <a:gd name="connsiteY9" fmla="*/ 102438 h 126007"/>
                <a:gd name="connsiteX10" fmla="*/ 51467 w 158936"/>
                <a:gd name="connsiteY10" fmla="*/ 102438 h 126007"/>
                <a:gd name="connsiteX11" fmla="*/ 36371 w 158936"/>
                <a:gd name="connsiteY11" fmla="*/ 87343 h 126007"/>
                <a:gd name="connsiteX12" fmla="*/ 51467 w 158936"/>
                <a:gd name="connsiteY12" fmla="*/ 72248 h 126007"/>
                <a:gd name="connsiteX13" fmla="*/ 97031 w 158936"/>
                <a:gd name="connsiteY13" fmla="*/ 72248 h 126007"/>
                <a:gd name="connsiteX14" fmla="*/ 112127 w 158936"/>
                <a:gd name="connsiteY14" fmla="*/ 87343 h 126007"/>
                <a:gd name="connsiteX15" fmla="*/ 97036 w 158936"/>
                <a:gd name="connsiteY15" fmla="*/ 102438 h 126007"/>
                <a:gd name="connsiteX16" fmla="*/ 107841 w 158936"/>
                <a:gd name="connsiteY16" fmla="*/ 51626 h 126007"/>
                <a:gd name="connsiteX17" fmla="*/ 51467 w 158936"/>
                <a:gd name="connsiteY17" fmla="*/ 51626 h 126007"/>
                <a:gd name="connsiteX18" fmla="*/ 36371 w 158936"/>
                <a:gd name="connsiteY18" fmla="*/ 36530 h 126007"/>
                <a:gd name="connsiteX19" fmla="*/ 51467 w 158936"/>
                <a:gd name="connsiteY19" fmla="*/ 21435 h 126007"/>
                <a:gd name="connsiteX20" fmla="*/ 107841 w 158936"/>
                <a:gd name="connsiteY20" fmla="*/ 21435 h 126007"/>
                <a:gd name="connsiteX21" fmla="*/ 122937 w 158936"/>
                <a:gd name="connsiteY21" fmla="*/ 36530 h 126007"/>
                <a:gd name="connsiteX22" fmla="*/ 107841 w 158936"/>
                <a:gd name="connsiteY22" fmla="*/ 51626 h 126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8936" h="126007">
                  <a:moveTo>
                    <a:pt x="148873" y="0"/>
                  </a:moveTo>
                  <a:lnTo>
                    <a:pt x="10064" y="0"/>
                  </a:lnTo>
                  <a:cubicBezTo>
                    <a:pt x="4519" y="0"/>
                    <a:pt x="0" y="4502"/>
                    <a:pt x="0" y="10064"/>
                  </a:cubicBezTo>
                  <a:lnTo>
                    <a:pt x="0" y="115943"/>
                  </a:lnTo>
                  <a:cubicBezTo>
                    <a:pt x="0" y="121497"/>
                    <a:pt x="4519" y="126007"/>
                    <a:pt x="10064" y="126007"/>
                  </a:cubicBezTo>
                  <a:lnTo>
                    <a:pt x="148873" y="126007"/>
                  </a:lnTo>
                  <a:cubicBezTo>
                    <a:pt x="154435" y="126007"/>
                    <a:pt x="158937" y="121497"/>
                    <a:pt x="158937" y="115943"/>
                  </a:cubicBezTo>
                  <a:lnTo>
                    <a:pt x="158937" y="10064"/>
                  </a:lnTo>
                  <a:cubicBezTo>
                    <a:pt x="158937" y="4502"/>
                    <a:pt x="154435" y="0"/>
                    <a:pt x="148873" y="0"/>
                  </a:cubicBezTo>
                  <a:close/>
                  <a:moveTo>
                    <a:pt x="97036" y="102438"/>
                  </a:moveTo>
                  <a:lnTo>
                    <a:pt x="51467" y="102438"/>
                  </a:lnTo>
                  <a:cubicBezTo>
                    <a:pt x="43135" y="102438"/>
                    <a:pt x="36371" y="95679"/>
                    <a:pt x="36371" y="87343"/>
                  </a:cubicBezTo>
                  <a:cubicBezTo>
                    <a:pt x="36371" y="79011"/>
                    <a:pt x="43130" y="72248"/>
                    <a:pt x="51467" y="72248"/>
                  </a:cubicBezTo>
                  <a:lnTo>
                    <a:pt x="97031" y="72248"/>
                  </a:lnTo>
                  <a:cubicBezTo>
                    <a:pt x="105363" y="72248"/>
                    <a:pt x="112127" y="79007"/>
                    <a:pt x="112127" y="87343"/>
                  </a:cubicBezTo>
                  <a:cubicBezTo>
                    <a:pt x="112127" y="95679"/>
                    <a:pt x="105367" y="102438"/>
                    <a:pt x="97036" y="102438"/>
                  </a:cubicBezTo>
                  <a:close/>
                  <a:moveTo>
                    <a:pt x="107841" y="51626"/>
                  </a:moveTo>
                  <a:lnTo>
                    <a:pt x="51467" y="51626"/>
                  </a:lnTo>
                  <a:cubicBezTo>
                    <a:pt x="43135" y="51626"/>
                    <a:pt x="36371" y="44867"/>
                    <a:pt x="36371" y="36530"/>
                  </a:cubicBezTo>
                  <a:cubicBezTo>
                    <a:pt x="36371" y="28198"/>
                    <a:pt x="43130" y="21435"/>
                    <a:pt x="51467" y="21435"/>
                  </a:cubicBezTo>
                  <a:lnTo>
                    <a:pt x="107841" y="21435"/>
                  </a:lnTo>
                  <a:cubicBezTo>
                    <a:pt x="116173" y="21435"/>
                    <a:pt x="122937" y="28194"/>
                    <a:pt x="122937" y="36530"/>
                  </a:cubicBezTo>
                  <a:cubicBezTo>
                    <a:pt x="122937" y="44867"/>
                    <a:pt x="116178" y="51626"/>
                    <a:pt x="107841" y="51626"/>
                  </a:cubicBezTo>
                  <a:close/>
                </a:path>
              </a:pathLst>
            </a:custGeom>
            <a:grp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endParaRPr>
            </a:p>
          </p:txBody>
        </p:sp>
      </p:grpSp>
      <p:sp>
        <p:nvSpPr>
          <p:cNvPr id="214" name="图形 212">
            <a:extLst>
              <a:ext uri="{FF2B5EF4-FFF2-40B4-BE49-F238E27FC236}">
                <a16:creationId xmlns:a16="http://schemas.microsoft.com/office/drawing/2014/main" id="{20204CAC-90C9-4E38-9FF4-9769EB038ACD}"/>
              </a:ext>
            </a:extLst>
          </p:cNvPr>
          <p:cNvSpPr/>
          <p:nvPr/>
        </p:nvSpPr>
        <p:spPr>
          <a:xfrm>
            <a:off x="6979637" y="1244659"/>
            <a:ext cx="403389" cy="425801"/>
          </a:xfrm>
          <a:custGeom>
            <a:avLst/>
            <a:gdLst>
              <a:gd name="connsiteX0" fmla="*/ 249787 w 428206"/>
              <a:gd name="connsiteY0" fmla="*/ 451998 h 451997"/>
              <a:gd name="connsiteX1" fmla="*/ 273577 w 428206"/>
              <a:gd name="connsiteY1" fmla="*/ 451998 h 451997"/>
              <a:gd name="connsiteX2" fmla="*/ 273577 w 428206"/>
              <a:gd name="connsiteY2" fmla="*/ 135506 h 451997"/>
              <a:gd name="connsiteX3" fmla="*/ 390857 w 428206"/>
              <a:gd name="connsiteY3" fmla="*/ 199023 h 451997"/>
              <a:gd name="connsiteX4" fmla="*/ 392320 w 428206"/>
              <a:gd name="connsiteY4" fmla="*/ 199701 h 451997"/>
              <a:gd name="connsiteX5" fmla="*/ 428147 w 428206"/>
              <a:gd name="connsiteY5" fmla="*/ 253869 h 451997"/>
              <a:gd name="connsiteX6" fmla="*/ 428207 w 428206"/>
              <a:gd name="connsiteY6" fmla="*/ 256653 h 451997"/>
              <a:gd name="connsiteX7" fmla="*/ 428207 w 428206"/>
              <a:gd name="connsiteY7" fmla="*/ 388421 h 451997"/>
              <a:gd name="connsiteX8" fmla="*/ 428159 w 428206"/>
              <a:gd name="connsiteY8" fmla="*/ 390978 h 451997"/>
              <a:gd name="connsiteX9" fmla="*/ 366307 w 428206"/>
              <a:gd name="connsiteY9" fmla="*/ 451950 h 451997"/>
              <a:gd name="connsiteX10" fmla="*/ 363619 w 428206"/>
              <a:gd name="connsiteY10" fmla="*/ 451998 h 451997"/>
              <a:gd name="connsiteX11" fmla="*/ 249787 w 428206"/>
              <a:gd name="connsiteY11" fmla="*/ 451986 h 451997"/>
              <a:gd name="connsiteX12" fmla="*/ 249787 w 428206"/>
              <a:gd name="connsiteY12" fmla="*/ 451998 h 451997"/>
              <a:gd name="connsiteX13" fmla="*/ 65420 w 428206"/>
              <a:gd name="connsiteY13" fmla="*/ 451998 h 451997"/>
              <a:gd name="connsiteX14" fmla="*/ 47 w 428206"/>
              <a:gd name="connsiteY14" fmla="*/ 390646 h 451997"/>
              <a:gd name="connsiteX15" fmla="*/ 0 w 428206"/>
              <a:gd name="connsiteY15" fmla="*/ 388076 h 451997"/>
              <a:gd name="connsiteX16" fmla="*/ 0 w 428206"/>
              <a:gd name="connsiteY16" fmla="*/ 115583 h 451997"/>
              <a:gd name="connsiteX17" fmla="*/ 36255 w 428206"/>
              <a:gd name="connsiteY17" fmla="*/ 58369 h 451997"/>
              <a:gd name="connsiteX18" fmla="*/ 38848 w 428206"/>
              <a:gd name="connsiteY18" fmla="*/ 57180 h 451997"/>
              <a:gd name="connsiteX19" fmla="*/ 157794 w 428206"/>
              <a:gd name="connsiteY19" fmla="*/ 5521 h 451997"/>
              <a:gd name="connsiteX20" fmla="*/ 244149 w 428206"/>
              <a:gd name="connsiteY20" fmla="*/ 37982 h 451997"/>
              <a:gd name="connsiteX21" fmla="*/ 249692 w 428206"/>
              <a:gd name="connsiteY21" fmla="*/ 60581 h 451997"/>
              <a:gd name="connsiteX22" fmla="*/ 249787 w 428206"/>
              <a:gd name="connsiteY22" fmla="*/ 63936 h 451997"/>
              <a:gd name="connsiteX23" fmla="*/ 249787 w 428206"/>
              <a:gd name="connsiteY23" fmla="*/ 451998 h 451997"/>
              <a:gd name="connsiteX24" fmla="*/ 160577 w 428206"/>
              <a:gd name="connsiteY24" fmla="*/ 285473 h 451997"/>
              <a:gd name="connsiteX25" fmla="*/ 89210 w 428206"/>
              <a:gd name="connsiteY25" fmla="*/ 285473 h 451997"/>
              <a:gd name="connsiteX26" fmla="*/ 71377 w 428206"/>
              <a:gd name="connsiteY26" fmla="*/ 303324 h 451997"/>
              <a:gd name="connsiteX27" fmla="*/ 87497 w 428206"/>
              <a:gd name="connsiteY27" fmla="*/ 321074 h 451997"/>
              <a:gd name="connsiteX28" fmla="*/ 89210 w 428206"/>
              <a:gd name="connsiteY28" fmla="*/ 321157 h 451997"/>
              <a:gd name="connsiteX29" fmla="*/ 160577 w 428206"/>
              <a:gd name="connsiteY29" fmla="*/ 321157 h 451997"/>
              <a:gd name="connsiteX30" fmla="*/ 178419 w 428206"/>
              <a:gd name="connsiteY30" fmla="*/ 303315 h 451997"/>
              <a:gd name="connsiteX31" fmla="*/ 160577 w 428206"/>
              <a:gd name="connsiteY31" fmla="*/ 285473 h 451997"/>
              <a:gd name="connsiteX32" fmla="*/ 362786 w 428206"/>
              <a:gd name="connsiteY32" fmla="*/ 285473 h 451997"/>
              <a:gd name="connsiteX33" fmla="*/ 309260 w 428206"/>
              <a:gd name="connsiteY33" fmla="*/ 285473 h 451997"/>
              <a:gd name="connsiteX34" fmla="*/ 309260 w 428206"/>
              <a:gd name="connsiteY34" fmla="*/ 321157 h 451997"/>
              <a:gd name="connsiteX35" fmla="*/ 362786 w 428206"/>
              <a:gd name="connsiteY35" fmla="*/ 321157 h 451997"/>
              <a:gd name="connsiteX36" fmla="*/ 380628 w 428206"/>
              <a:gd name="connsiteY36" fmla="*/ 303315 h 451997"/>
              <a:gd name="connsiteX37" fmla="*/ 362786 w 428206"/>
              <a:gd name="connsiteY37" fmla="*/ 285473 h 451997"/>
              <a:gd name="connsiteX38" fmla="*/ 160577 w 428206"/>
              <a:gd name="connsiteY38" fmla="*/ 190316 h 451997"/>
              <a:gd name="connsiteX39" fmla="*/ 89210 w 428206"/>
              <a:gd name="connsiteY39" fmla="*/ 190316 h 451997"/>
              <a:gd name="connsiteX40" fmla="*/ 71377 w 428206"/>
              <a:gd name="connsiteY40" fmla="*/ 208167 h 451997"/>
              <a:gd name="connsiteX41" fmla="*/ 87497 w 428206"/>
              <a:gd name="connsiteY41" fmla="*/ 225917 h 451997"/>
              <a:gd name="connsiteX42" fmla="*/ 89210 w 428206"/>
              <a:gd name="connsiteY42" fmla="*/ 226000 h 451997"/>
              <a:gd name="connsiteX43" fmla="*/ 160577 w 428206"/>
              <a:gd name="connsiteY43" fmla="*/ 226000 h 451997"/>
              <a:gd name="connsiteX44" fmla="*/ 178419 w 428206"/>
              <a:gd name="connsiteY44" fmla="*/ 208158 h 451997"/>
              <a:gd name="connsiteX45" fmla="*/ 160577 w 428206"/>
              <a:gd name="connsiteY45" fmla="*/ 190316 h 451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28206" h="451997">
                <a:moveTo>
                  <a:pt x="249787" y="451998"/>
                </a:moveTo>
                <a:lnTo>
                  <a:pt x="273577" y="451998"/>
                </a:lnTo>
                <a:lnTo>
                  <a:pt x="273577" y="135506"/>
                </a:lnTo>
                <a:lnTo>
                  <a:pt x="390857" y="199023"/>
                </a:lnTo>
                <a:lnTo>
                  <a:pt x="392320" y="199701"/>
                </a:lnTo>
                <a:cubicBezTo>
                  <a:pt x="413287" y="209828"/>
                  <a:pt x="427033" y="230612"/>
                  <a:pt x="428147" y="253869"/>
                </a:cubicBezTo>
                <a:lnTo>
                  <a:pt x="428207" y="256653"/>
                </a:lnTo>
                <a:lnTo>
                  <a:pt x="428207" y="388421"/>
                </a:lnTo>
                <a:lnTo>
                  <a:pt x="428159" y="390978"/>
                </a:lnTo>
                <a:cubicBezTo>
                  <a:pt x="426827" y="424046"/>
                  <a:pt x="399862" y="450606"/>
                  <a:pt x="366307" y="451950"/>
                </a:cubicBezTo>
                <a:lnTo>
                  <a:pt x="363619" y="451998"/>
                </a:lnTo>
                <a:lnTo>
                  <a:pt x="249787" y="451986"/>
                </a:lnTo>
                <a:lnTo>
                  <a:pt x="249787" y="451998"/>
                </a:lnTo>
                <a:lnTo>
                  <a:pt x="65420" y="451998"/>
                </a:lnTo>
                <a:cubicBezTo>
                  <a:pt x="30177" y="451998"/>
                  <a:pt x="1427" y="424759"/>
                  <a:pt x="47" y="390646"/>
                </a:cubicBezTo>
                <a:lnTo>
                  <a:pt x="0" y="388076"/>
                </a:lnTo>
                <a:lnTo>
                  <a:pt x="0" y="115583"/>
                </a:lnTo>
                <a:cubicBezTo>
                  <a:pt x="0" y="91258"/>
                  <a:pt x="14119" y="69134"/>
                  <a:pt x="36255" y="58369"/>
                </a:cubicBezTo>
                <a:lnTo>
                  <a:pt x="38848" y="57180"/>
                </a:lnTo>
                <a:lnTo>
                  <a:pt x="157794" y="5521"/>
                </a:lnTo>
                <a:cubicBezTo>
                  <a:pt x="190813" y="-8812"/>
                  <a:pt x="229471" y="5724"/>
                  <a:pt x="244149" y="37982"/>
                </a:cubicBezTo>
                <a:cubicBezTo>
                  <a:pt x="247396" y="45119"/>
                  <a:pt x="249276" y="52791"/>
                  <a:pt x="249692" y="60581"/>
                </a:cubicBezTo>
                <a:lnTo>
                  <a:pt x="249787" y="63936"/>
                </a:lnTo>
                <a:lnTo>
                  <a:pt x="249787" y="451998"/>
                </a:lnTo>
                <a:close/>
                <a:moveTo>
                  <a:pt x="160577" y="285473"/>
                </a:moveTo>
                <a:lnTo>
                  <a:pt x="89210" y="285473"/>
                </a:lnTo>
                <a:cubicBezTo>
                  <a:pt x="79356" y="285478"/>
                  <a:pt x="71372" y="293470"/>
                  <a:pt x="71377" y="303324"/>
                </a:cubicBezTo>
                <a:cubicBezTo>
                  <a:pt x="71381" y="312508"/>
                  <a:pt x="78356" y="320188"/>
                  <a:pt x="87497" y="321074"/>
                </a:cubicBezTo>
                <a:lnTo>
                  <a:pt x="89210" y="321157"/>
                </a:lnTo>
                <a:lnTo>
                  <a:pt x="160577" y="321157"/>
                </a:lnTo>
                <a:cubicBezTo>
                  <a:pt x="170431" y="321157"/>
                  <a:pt x="178419" y="313169"/>
                  <a:pt x="178419" y="303315"/>
                </a:cubicBezTo>
                <a:cubicBezTo>
                  <a:pt x="178419" y="293462"/>
                  <a:pt x="170431" y="285473"/>
                  <a:pt x="160577" y="285473"/>
                </a:cubicBezTo>
                <a:close/>
                <a:moveTo>
                  <a:pt x="362786" y="285473"/>
                </a:moveTo>
                <a:lnTo>
                  <a:pt x="309260" y="285473"/>
                </a:lnTo>
                <a:lnTo>
                  <a:pt x="309260" y="321157"/>
                </a:lnTo>
                <a:lnTo>
                  <a:pt x="362786" y="321157"/>
                </a:lnTo>
                <a:cubicBezTo>
                  <a:pt x="372640" y="321157"/>
                  <a:pt x="380628" y="313169"/>
                  <a:pt x="380628" y="303315"/>
                </a:cubicBezTo>
                <a:cubicBezTo>
                  <a:pt x="380628" y="293462"/>
                  <a:pt x="372640" y="285473"/>
                  <a:pt x="362786" y="285473"/>
                </a:cubicBezTo>
                <a:close/>
                <a:moveTo>
                  <a:pt x="160577" y="190316"/>
                </a:moveTo>
                <a:lnTo>
                  <a:pt x="89210" y="190316"/>
                </a:lnTo>
                <a:cubicBezTo>
                  <a:pt x="79356" y="190321"/>
                  <a:pt x="71372" y="198313"/>
                  <a:pt x="71377" y="208167"/>
                </a:cubicBezTo>
                <a:cubicBezTo>
                  <a:pt x="71381" y="217351"/>
                  <a:pt x="78356" y="225031"/>
                  <a:pt x="87497" y="225917"/>
                </a:cubicBezTo>
                <a:lnTo>
                  <a:pt x="89210" y="226000"/>
                </a:lnTo>
                <a:lnTo>
                  <a:pt x="160577" y="226000"/>
                </a:lnTo>
                <a:cubicBezTo>
                  <a:pt x="170431" y="226000"/>
                  <a:pt x="178419" y="218012"/>
                  <a:pt x="178419" y="208158"/>
                </a:cubicBezTo>
                <a:cubicBezTo>
                  <a:pt x="178419" y="198304"/>
                  <a:pt x="170431" y="190316"/>
                  <a:pt x="160577" y="190316"/>
                </a:cubicBezTo>
                <a:close/>
              </a:path>
            </a:pathLst>
          </a:custGeom>
          <a:gradFill>
            <a:gsLst>
              <a:gs pos="100000">
                <a:schemeClr val="accent1">
                  <a:lumMod val="20000"/>
                  <a:lumOff val="80000"/>
                </a:schemeClr>
              </a:gs>
              <a:gs pos="0">
                <a:srgbClr val="FFFFFF">
                  <a:lumMod val="0"/>
                  <a:lumOff val="100000"/>
                </a:srgbClr>
              </a:gs>
            </a:gsLst>
            <a:lin ang="2700000" scaled="1"/>
          </a:grad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217" name="图形 215">
            <a:extLst>
              <a:ext uri="{FF2B5EF4-FFF2-40B4-BE49-F238E27FC236}">
                <a16:creationId xmlns:a16="http://schemas.microsoft.com/office/drawing/2014/main" id="{D23322F8-A406-4905-9F30-4FB3CBE107F9}"/>
              </a:ext>
            </a:extLst>
          </p:cNvPr>
          <p:cNvSpPr/>
          <p:nvPr/>
        </p:nvSpPr>
        <p:spPr>
          <a:xfrm>
            <a:off x="5295188" y="1255539"/>
            <a:ext cx="404042" cy="404041"/>
          </a:xfrm>
          <a:custGeom>
            <a:avLst/>
            <a:gdLst>
              <a:gd name="connsiteX0" fmla="*/ 161704 w 416546"/>
              <a:gd name="connsiteY0" fmla="*/ 27617 h 416545"/>
              <a:gd name="connsiteX1" fmla="*/ 94807 w 416546"/>
              <a:gd name="connsiteY1" fmla="*/ 0 h 416545"/>
              <a:gd name="connsiteX2" fmla="*/ 27160 w 416546"/>
              <a:gd name="connsiteY2" fmla="*/ 28408 h 416545"/>
              <a:gd name="connsiteX3" fmla="*/ 1 w 416546"/>
              <a:gd name="connsiteY3" fmla="*/ 94847 h 416545"/>
              <a:gd name="connsiteX4" fmla="*/ 27826 w 416546"/>
              <a:gd name="connsiteY4" fmla="*/ 161911 h 416545"/>
              <a:gd name="connsiteX5" fmla="*/ 27910 w 416546"/>
              <a:gd name="connsiteY5" fmla="*/ 161953 h 416545"/>
              <a:gd name="connsiteX6" fmla="*/ 94807 w 416546"/>
              <a:gd name="connsiteY6" fmla="*/ 189695 h 416545"/>
              <a:gd name="connsiteX7" fmla="*/ 174909 w 416546"/>
              <a:gd name="connsiteY7" fmla="*/ 189695 h 416545"/>
              <a:gd name="connsiteX8" fmla="*/ 189613 w 416546"/>
              <a:gd name="connsiteY8" fmla="*/ 175032 h 416545"/>
              <a:gd name="connsiteX9" fmla="*/ 189613 w 416546"/>
              <a:gd name="connsiteY9" fmla="*/ 94847 h 416545"/>
              <a:gd name="connsiteX10" fmla="*/ 161704 w 416546"/>
              <a:gd name="connsiteY10" fmla="*/ 27617 h 416545"/>
              <a:gd name="connsiteX11" fmla="*/ 254843 w 416546"/>
              <a:gd name="connsiteY11" fmla="*/ 27617 h 416545"/>
              <a:gd name="connsiteX12" fmla="*/ 321741 w 416546"/>
              <a:gd name="connsiteY12" fmla="*/ 0 h 416545"/>
              <a:gd name="connsiteX13" fmla="*/ 389387 w 416546"/>
              <a:gd name="connsiteY13" fmla="*/ 28408 h 416545"/>
              <a:gd name="connsiteX14" fmla="*/ 416545 w 416546"/>
              <a:gd name="connsiteY14" fmla="*/ 94847 h 416545"/>
              <a:gd name="connsiteX15" fmla="*/ 388721 w 416546"/>
              <a:gd name="connsiteY15" fmla="*/ 161911 h 416545"/>
              <a:gd name="connsiteX16" fmla="*/ 388638 w 416546"/>
              <a:gd name="connsiteY16" fmla="*/ 161953 h 416545"/>
              <a:gd name="connsiteX17" fmla="*/ 321741 w 416546"/>
              <a:gd name="connsiteY17" fmla="*/ 189695 h 416545"/>
              <a:gd name="connsiteX18" fmla="*/ 241639 w 416546"/>
              <a:gd name="connsiteY18" fmla="*/ 189695 h 416545"/>
              <a:gd name="connsiteX19" fmla="*/ 226935 w 416546"/>
              <a:gd name="connsiteY19" fmla="*/ 175032 h 416545"/>
              <a:gd name="connsiteX20" fmla="*/ 226935 w 416546"/>
              <a:gd name="connsiteY20" fmla="*/ 94847 h 416545"/>
              <a:gd name="connsiteX21" fmla="*/ 254843 w 416546"/>
              <a:gd name="connsiteY21" fmla="*/ 27617 h 416545"/>
              <a:gd name="connsiteX22" fmla="*/ 161704 w 416546"/>
              <a:gd name="connsiteY22" fmla="*/ 388928 h 416545"/>
              <a:gd name="connsiteX23" fmla="*/ 94807 w 416546"/>
              <a:gd name="connsiteY23" fmla="*/ 416545 h 416545"/>
              <a:gd name="connsiteX24" fmla="*/ 27160 w 416546"/>
              <a:gd name="connsiteY24" fmla="*/ 388137 h 416545"/>
              <a:gd name="connsiteX25" fmla="*/ 1 w 416546"/>
              <a:gd name="connsiteY25" fmla="*/ 321698 h 416545"/>
              <a:gd name="connsiteX26" fmla="*/ 27826 w 416546"/>
              <a:gd name="connsiteY26" fmla="*/ 254634 h 416545"/>
              <a:gd name="connsiteX27" fmla="*/ 27910 w 416546"/>
              <a:gd name="connsiteY27" fmla="*/ 254592 h 416545"/>
              <a:gd name="connsiteX28" fmla="*/ 94807 w 416546"/>
              <a:gd name="connsiteY28" fmla="*/ 226850 h 416545"/>
              <a:gd name="connsiteX29" fmla="*/ 174909 w 416546"/>
              <a:gd name="connsiteY29" fmla="*/ 226850 h 416545"/>
              <a:gd name="connsiteX30" fmla="*/ 189613 w 416546"/>
              <a:gd name="connsiteY30" fmla="*/ 241513 h 416545"/>
              <a:gd name="connsiteX31" fmla="*/ 189613 w 416546"/>
              <a:gd name="connsiteY31" fmla="*/ 321698 h 416545"/>
              <a:gd name="connsiteX32" fmla="*/ 161704 w 416546"/>
              <a:gd name="connsiteY32" fmla="*/ 388928 h 416545"/>
              <a:gd name="connsiteX33" fmla="*/ 254843 w 416546"/>
              <a:gd name="connsiteY33" fmla="*/ 388928 h 416545"/>
              <a:gd name="connsiteX34" fmla="*/ 321741 w 416546"/>
              <a:gd name="connsiteY34" fmla="*/ 416545 h 416545"/>
              <a:gd name="connsiteX35" fmla="*/ 389387 w 416546"/>
              <a:gd name="connsiteY35" fmla="*/ 388137 h 416545"/>
              <a:gd name="connsiteX36" fmla="*/ 416545 w 416546"/>
              <a:gd name="connsiteY36" fmla="*/ 321698 h 416545"/>
              <a:gd name="connsiteX37" fmla="*/ 388721 w 416546"/>
              <a:gd name="connsiteY37" fmla="*/ 254634 h 416545"/>
              <a:gd name="connsiteX38" fmla="*/ 388638 w 416546"/>
              <a:gd name="connsiteY38" fmla="*/ 254592 h 416545"/>
              <a:gd name="connsiteX39" fmla="*/ 321741 w 416546"/>
              <a:gd name="connsiteY39" fmla="*/ 226850 h 416545"/>
              <a:gd name="connsiteX40" fmla="*/ 241639 w 416546"/>
              <a:gd name="connsiteY40" fmla="*/ 226850 h 416545"/>
              <a:gd name="connsiteX41" fmla="*/ 226935 w 416546"/>
              <a:gd name="connsiteY41" fmla="*/ 241513 h 416545"/>
              <a:gd name="connsiteX42" fmla="*/ 226935 w 416546"/>
              <a:gd name="connsiteY42" fmla="*/ 321698 h 416545"/>
              <a:gd name="connsiteX43" fmla="*/ 254843 w 416546"/>
              <a:gd name="connsiteY43" fmla="*/ 388928 h 416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16546" h="416545">
                <a:moveTo>
                  <a:pt x="161704" y="27617"/>
                </a:moveTo>
                <a:cubicBezTo>
                  <a:pt x="143906" y="9969"/>
                  <a:pt x="119871" y="47"/>
                  <a:pt x="94807" y="0"/>
                </a:cubicBezTo>
                <a:cubicBezTo>
                  <a:pt x="69814" y="0"/>
                  <a:pt x="45405" y="10080"/>
                  <a:pt x="27160" y="28408"/>
                </a:cubicBezTo>
                <a:cubicBezTo>
                  <a:pt x="9665" y="46112"/>
                  <a:pt x="-124" y="69980"/>
                  <a:pt x="1" y="94847"/>
                </a:cubicBezTo>
                <a:cubicBezTo>
                  <a:pt x="-125" y="120035"/>
                  <a:pt x="9905" y="144211"/>
                  <a:pt x="27826" y="161911"/>
                </a:cubicBezTo>
                <a:lnTo>
                  <a:pt x="27910" y="161953"/>
                </a:lnTo>
                <a:cubicBezTo>
                  <a:pt x="45599" y="179778"/>
                  <a:pt x="69694" y="189770"/>
                  <a:pt x="94807" y="189695"/>
                </a:cubicBezTo>
                <a:lnTo>
                  <a:pt x="174909" y="189695"/>
                </a:lnTo>
                <a:cubicBezTo>
                  <a:pt x="183013" y="189695"/>
                  <a:pt x="189589" y="183137"/>
                  <a:pt x="189613" y="175032"/>
                </a:cubicBezTo>
                <a:lnTo>
                  <a:pt x="189613" y="94847"/>
                </a:lnTo>
                <a:cubicBezTo>
                  <a:pt x="189613" y="69646"/>
                  <a:pt x="179574" y="45487"/>
                  <a:pt x="161704" y="27617"/>
                </a:cubicBezTo>
                <a:close/>
                <a:moveTo>
                  <a:pt x="254843" y="27617"/>
                </a:moveTo>
                <a:cubicBezTo>
                  <a:pt x="272631" y="9954"/>
                  <a:pt x="296673" y="29"/>
                  <a:pt x="321741" y="0"/>
                </a:cubicBezTo>
                <a:cubicBezTo>
                  <a:pt x="346733" y="0"/>
                  <a:pt x="371143" y="10080"/>
                  <a:pt x="389387" y="28408"/>
                </a:cubicBezTo>
                <a:cubicBezTo>
                  <a:pt x="406884" y="46112"/>
                  <a:pt x="416671" y="69980"/>
                  <a:pt x="416545" y="94847"/>
                </a:cubicBezTo>
                <a:cubicBezTo>
                  <a:pt x="416671" y="120035"/>
                  <a:pt x="406642" y="144211"/>
                  <a:pt x="388721" y="161911"/>
                </a:cubicBezTo>
                <a:lnTo>
                  <a:pt x="388638" y="161953"/>
                </a:lnTo>
                <a:cubicBezTo>
                  <a:pt x="370949" y="179778"/>
                  <a:pt x="346853" y="189770"/>
                  <a:pt x="321741" y="189695"/>
                </a:cubicBezTo>
                <a:lnTo>
                  <a:pt x="241639" y="189695"/>
                </a:lnTo>
                <a:cubicBezTo>
                  <a:pt x="233534" y="189695"/>
                  <a:pt x="226958" y="183137"/>
                  <a:pt x="226935" y="175032"/>
                </a:cubicBezTo>
                <a:lnTo>
                  <a:pt x="226935" y="94847"/>
                </a:lnTo>
                <a:cubicBezTo>
                  <a:pt x="226935" y="69646"/>
                  <a:pt x="236974" y="45487"/>
                  <a:pt x="254843" y="27617"/>
                </a:cubicBezTo>
                <a:close/>
                <a:moveTo>
                  <a:pt x="161704" y="388928"/>
                </a:moveTo>
                <a:cubicBezTo>
                  <a:pt x="143916" y="406591"/>
                  <a:pt x="119874" y="416517"/>
                  <a:pt x="94807" y="416545"/>
                </a:cubicBezTo>
                <a:cubicBezTo>
                  <a:pt x="69814" y="416545"/>
                  <a:pt x="45405" y="406465"/>
                  <a:pt x="27160" y="388137"/>
                </a:cubicBezTo>
                <a:cubicBezTo>
                  <a:pt x="9661" y="370464"/>
                  <a:pt x="-107" y="346568"/>
                  <a:pt x="1" y="321698"/>
                </a:cubicBezTo>
                <a:cubicBezTo>
                  <a:pt x="-125" y="296510"/>
                  <a:pt x="9905" y="272334"/>
                  <a:pt x="27826" y="254634"/>
                </a:cubicBezTo>
                <a:lnTo>
                  <a:pt x="27910" y="254592"/>
                </a:lnTo>
                <a:cubicBezTo>
                  <a:pt x="45599" y="236767"/>
                  <a:pt x="69694" y="226775"/>
                  <a:pt x="94807" y="226850"/>
                </a:cubicBezTo>
                <a:lnTo>
                  <a:pt x="174909" y="226850"/>
                </a:lnTo>
                <a:cubicBezTo>
                  <a:pt x="183031" y="226850"/>
                  <a:pt x="189613" y="233473"/>
                  <a:pt x="189613" y="241513"/>
                </a:cubicBezTo>
                <a:lnTo>
                  <a:pt x="189613" y="321698"/>
                </a:lnTo>
                <a:cubicBezTo>
                  <a:pt x="189613" y="346899"/>
                  <a:pt x="179574" y="371058"/>
                  <a:pt x="161704" y="388928"/>
                </a:cubicBezTo>
                <a:close/>
                <a:moveTo>
                  <a:pt x="254843" y="388928"/>
                </a:moveTo>
                <a:cubicBezTo>
                  <a:pt x="272631" y="406591"/>
                  <a:pt x="296673" y="416517"/>
                  <a:pt x="321741" y="416545"/>
                </a:cubicBezTo>
                <a:cubicBezTo>
                  <a:pt x="346733" y="416545"/>
                  <a:pt x="371143" y="406465"/>
                  <a:pt x="389387" y="388137"/>
                </a:cubicBezTo>
                <a:cubicBezTo>
                  <a:pt x="406884" y="370433"/>
                  <a:pt x="416671" y="346565"/>
                  <a:pt x="416545" y="321698"/>
                </a:cubicBezTo>
                <a:cubicBezTo>
                  <a:pt x="416671" y="296510"/>
                  <a:pt x="406642" y="272334"/>
                  <a:pt x="388721" y="254634"/>
                </a:cubicBezTo>
                <a:lnTo>
                  <a:pt x="388638" y="254592"/>
                </a:lnTo>
                <a:cubicBezTo>
                  <a:pt x="370949" y="236767"/>
                  <a:pt x="346853" y="226775"/>
                  <a:pt x="321741" y="226850"/>
                </a:cubicBezTo>
                <a:lnTo>
                  <a:pt x="241639" y="226850"/>
                </a:lnTo>
                <a:cubicBezTo>
                  <a:pt x="233534" y="226850"/>
                  <a:pt x="226958" y="233408"/>
                  <a:pt x="226935" y="241513"/>
                </a:cubicBezTo>
                <a:lnTo>
                  <a:pt x="226935" y="321698"/>
                </a:lnTo>
                <a:cubicBezTo>
                  <a:pt x="226935" y="346899"/>
                  <a:pt x="236974" y="371058"/>
                  <a:pt x="254843" y="388928"/>
                </a:cubicBezTo>
                <a:close/>
              </a:path>
            </a:pathLst>
          </a:custGeom>
          <a:gradFill>
            <a:gsLst>
              <a:gs pos="100000">
                <a:schemeClr val="accent1">
                  <a:lumMod val="20000"/>
                  <a:lumOff val="80000"/>
                </a:schemeClr>
              </a:gs>
              <a:gs pos="0">
                <a:srgbClr val="FFFFFF">
                  <a:lumMod val="0"/>
                  <a:lumOff val="100000"/>
                </a:srgbClr>
              </a:gs>
            </a:gsLst>
            <a:lin ang="2700000" scaled="1"/>
          </a:gradFill>
          <a:ln w="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endParaRPr>
          </a:p>
        </p:txBody>
      </p:sp>
      <p:grpSp>
        <p:nvGrpSpPr>
          <p:cNvPr id="220" name="图形 218">
            <a:extLst>
              <a:ext uri="{FF2B5EF4-FFF2-40B4-BE49-F238E27FC236}">
                <a16:creationId xmlns:a16="http://schemas.microsoft.com/office/drawing/2014/main" id="{DA5B382F-44AF-4C71-8657-6E0A2A742339}"/>
              </a:ext>
            </a:extLst>
          </p:cNvPr>
          <p:cNvGrpSpPr/>
          <p:nvPr/>
        </p:nvGrpSpPr>
        <p:grpSpPr>
          <a:xfrm>
            <a:off x="1091056" y="1229871"/>
            <a:ext cx="455377" cy="455377"/>
            <a:chOff x="1091056" y="1218948"/>
            <a:chExt cx="455377" cy="455377"/>
          </a:xfrm>
          <a:gradFill>
            <a:gsLst>
              <a:gs pos="100000">
                <a:schemeClr val="accent1">
                  <a:lumMod val="20000"/>
                  <a:lumOff val="80000"/>
                </a:schemeClr>
              </a:gs>
              <a:gs pos="0">
                <a:srgbClr val="FFFFFF">
                  <a:lumMod val="0"/>
                  <a:lumOff val="100000"/>
                </a:srgbClr>
              </a:gs>
            </a:gsLst>
            <a:lin ang="2700000" scaled="1"/>
          </a:gradFill>
        </p:grpSpPr>
        <p:sp>
          <p:nvSpPr>
            <p:cNvPr id="221" name="任意多边形: 形状 220">
              <a:extLst>
                <a:ext uri="{FF2B5EF4-FFF2-40B4-BE49-F238E27FC236}">
                  <a16:creationId xmlns:a16="http://schemas.microsoft.com/office/drawing/2014/main" id="{CBC474B9-65E0-450E-9EAE-E0BE05B517E1}"/>
                </a:ext>
              </a:extLst>
            </p:cNvPr>
            <p:cNvSpPr/>
            <p:nvPr/>
          </p:nvSpPr>
          <p:spPr>
            <a:xfrm>
              <a:off x="1124843" y="1250196"/>
              <a:ext cx="393350" cy="392832"/>
            </a:xfrm>
            <a:custGeom>
              <a:avLst/>
              <a:gdLst>
                <a:gd name="connsiteX0" fmla="*/ 179582 w 393350"/>
                <a:gd name="connsiteY0" fmla="*/ 6418 h 392832"/>
                <a:gd name="connsiteX1" fmla="*/ 198793 w 393350"/>
                <a:gd name="connsiteY1" fmla="*/ 14 h 392832"/>
                <a:gd name="connsiteX2" fmla="*/ 213690 w 393350"/>
                <a:gd name="connsiteY2" fmla="*/ 3794 h 392832"/>
                <a:gd name="connsiteX3" fmla="*/ 220094 w 393350"/>
                <a:gd name="connsiteY3" fmla="*/ 8152 h 392832"/>
                <a:gd name="connsiteX4" fmla="*/ 380410 w 393350"/>
                <a:gd name="connsiteY4" fmla="*/ 124753 h 392832"/>
                <a:gd name="connsiteX5" fmla="*/ 390994 w 393350"/>
                <a:gd name="connsiteY5" fmla="*/ 137961 h 392832"/>
                <a:gd name="connsiteX6" fmla="*/ 386992 w 393350"/>
                <a:gd name="connsiteY6" fmla="*/ 168824 h 392832"/>
                <a:gd name="connsiteX7" fmla="*/ 371071 w 393350"/>
                <a:gd name="connsiteY7" fmla="*/ 179808 h 392832"/>
                <a:gd name="connsiteX8" fmla="*/ 364000 w 393350"/>
                <a:gd name="connsiteY8" fmla="*/ 181053 h 392832"/>
                <a:gd name="connsiteX9" fmla="*/ 364000 w 393350"/>
                <a:gd name="connsiteY9" fmla="*/ 330829 h 392832"/>
                <a:gd name="connsiteX10" fmla="*/ 380499 w 393350"/>
                <a:gd name="connsiteY10" fmla="*/ 336966 h 392832"/>
                <a:gd name="connsiteX11" fmla="*/ 392061 w 393350"/>
                <a:gd name="connsiteY11" fmla="*/ 354488 h 392832"/>
                <a:gd name="connsiteX12" fmla="*/ 389437 w 393350"/>
                <a:gd name="connsiteY12" fmla="*/ 376056 h 392832"/>
                <a:gd name="connsiteX13" fmla="*/ 367691 w 393350"/>
                <a:gd name="connsiteY13" fmla="*/ 392287 h 392832"/>
                <a:gd name="connsiteX14" fmla="*/ 356218 w 393350"/>
                <a:gd name="connsiteY14" fmla="*/ 392821 h 392832"/>
                <a:gd name="connsiteX15" fmla="*/ 30872 w 393350"/>
                <a:gd name="connsiteY15" fmla="*/ 392821 h 392832"/>
                <a:gd name="connsiteX16" fmla="*/ 15619 w 393350"/>
                <a:gd name="connsiteY16" fmla="*/ 388730 h 392832"/>
                <a:gd name="connsiteX17" fmla="*/ 1789 w 393350"/>
                <a:gd name="connsiteY17" fmla="*/ 372231 h 392832"/>
                <a:gd name="connsiteX18" fmla="*/ 455 w 393350"/>
                <a:gd name="connsiteY18" fmla="*/ 356533 h 392832"/>
                <a:gd name="connsiteX19" fmla="*/ 11973 w 393350"/>
                <a:gd name="connsiteY19" fmla="*/ 337322 h 392832"/>
                <a:gd name="connsiteX20" fmla="*/ 33140 w 393350"/>
                <a:gd name="connsiteY20" fmla="*/ 330785 h 392832"/>
                <a:gd name="connsiteX21" fmla="*/ 33140 w 393350"/>
                <a:gd name="connsiteY21" fmla="*/ 181009 h 392832"/>
                <a:gd name="connsiteX22" fmla="*/ 16464 w 393350"/>
                <a:gd name="connsiteY22" fmla="*/ 175094 h 392832"/>
                <a:gd name="connsiteX23" fmla="*/ 3834 w 393350"/>
                <a:gd name="connsiteY23" fmla="*/ 151124 h 392832"/>
                <a:gd name="connsiteX24" fmla="*/ 16064 w 393350"/>
                <a:gd name="connsiteY24" fmla="*/ 125243 h 392832"/>
                <a:gd name="connsiteX25" fmla="*/ 179582 w 393350"/>
                <a:gd name="connsiteY25" fmla="*/ 6418 h 392832"/>
                <a:gd name="connsiteX26" fmla="*/ 193723 w 393350"/>
                <a:gd name="connsiteY26" fmla="*/ 92246 h 392832"/>
                <a:gd name="connsiteX27" fmla="*/ 178114 w 393350"/>
                <a:gd name="connsiteY27" fmla="*/ 103630 h 392832"/>
                <a:gd name="connsiteX28" fmla="*/ 162861 w 393350"/>
                <a:gd name="connsiteY28" fmla="*/ 136049 h 392832"/>
                <a:gd name="connsiteX29" fmla="*/ 160370 w 393350"/>
                <a:gd name="connsiteY29" fmla="*/ 136583 h 392832"/>
                <a:gd name="connsiteX30" fmla="*/ 129330 w 393350"/>
                <a:gd name="connsiteY30" fmla="*/ 141296 h 392832"/>
                <a:gd name="connsiteX31" fmla="*/ 121325 w 393350"/>
                <a:gd name="connsiteY31" fmla="*/ 144365 h 392832"/>
                <a:gd name="connsiteX32" fmla="*/ 111898 w 393350"/>
                <a:gd name="connsiteY32" fmla="*/ 163087 h 392832"/>
                <a:gd name="connsiteX33" fmla="*/ 117901 w 393350"/>
                <a:gd name="connsiteY33" fmla="*/ 176428 h 392832"/>
                <a:gd name="connsiteX34" fmla="*/ 139336 w 393350"/>
                <a:gd name="connsiteY34" fmla="*/ 198396 h 392832"/>
                <a:gd name="connsiteX35" fmla="*/ 142493 w 393350"/>
                <a:gd name="connsiteY35" fmla="*/ 201865 h 392832"/>
                <a:gd name="connsiteX36" fmla="*/ 136890 w 393350"/>
                <a:gd name="connsiteY36" fmla="*/ 236285 h 392832"/>
                <a:gd name="connsiteX37" fmla="*/ 137068 w 393350"/>
                <a:gd name="connsiteY37" fmla="*/ 246425 h 392832"/>
                <a:gd name="connsiteX38" fmla="*/ 147163 w 393350"/>
                <a:gd name="connsiteY38" fmla="*/ 259321 h 392832"/>
                <a:gd name="connsiteX39" fmla="*/ 162505 w 393350"/>
                <a:gd name="connsiteY39" fmla="*/ 261144 h 392832"/>
                <a:gd name="connsiteX40" fmla="*/ 172600 w 393350"/>
                <a:gd name="connsiteY40" fmla="*/ 256252 h 392832"/>
                <a:gd name="connsiteX41" fmla="*/ 195858 w 393350"/>
                <a:gd name="connsiteY41" fmla="*/ 243401 h 392832"/>
                <a:gd name="connsiteX42" fmla="*/ 197192 w 393350"/>
                <a:gd name="connsiteY42" fmla="*/ 243089 h 392832"/>
                <a:gd name="connsiteX43" fmla="*/ 226631 w 393350"/>
                <a:gd name="connsiteY43" fmla="*/ 259365 h 392832"/>
                <a:gd name="connsiteX44" fmla="*/ 247310 w 393350"/>
                <a:gd name="connsiteY44" fmla="*/ 258743 h 392832"/>
                <a:gd name="connsiteX45" fmla="*/ 257138 w 393350"/>
                <a:gd name="connsiteY45" fmla="*/ 241800 h 392832"/>
                <a:gd name="connsiteX46" fmla="*/ 255893 w 393350"/>
                <a:gd name="connsiteY46" fmla="*/ 231616 h 392832"/>
                <a:gd name="connsiteX47" fmla="*/ 251045 w 393350"/>
                <a:gd name="connsiteY47" fmla="*/ 201554 h 392832"/>
                <a:gd name="connsiteX48" fmla="*/ 273147 w 393350"/>
                <a:gd name="connsiteY48" fmla="*/ 178918 h 392832"/>
                <a:gd name="connsiteX49" fmla="*/ 278662 w 393350"/>
                <a:gd name="connsiteY49" fmla="*/ 172515 h 392832"/>
                <a:gd name="connsiteX50" fmla="*/ 281107 w 393350"/>
                <a:gd name="connsiteY50" fmla="*/ 156728 h 392832"/>
                <a:gd name="connsiteX51" fmla="*/ 269412 w 393350"/>
                <a:gd name="connsiteY51" fmla="*/ 142720 h 392832"/>
                <a:gd name="connsiteX52" fmla="*/ 259184 w 393350"/>
                <a:gd name="connsiteY52" fmla="*/ 140452 h 392832"/>
                <a:gd name="connsiteX53" fmla="*/ 230811 w 393350"/>
                <a:gd name="connsiteY53" fmla="*/ 136093 h 392832"/>
                <a:gd name="connsiteX54" fmla="*/ 228232 w 393350"/>
                <a:gd name="connsiteY54" fmla="*/ 130935 h 392832"/>
                <a:gd name="connsiteX55" fmla="*/ 217159 w 393350"/>
                <a:gd name="connsiteY55" fmla="*/ 107410 h 392832"/>
                <a:gd name="connsiteX56" fmla="*/ 212756 w 393350"/>
                <a:gd name="connsiteY56" fmla="*/ 99539 h 392832"/>
                <a:gd name="connsiteX57" fmla="*/ 193723 w 393350"/>
                <a:gd name="connsiteY57" fmla="*/ 92246 h 392832"/>
                <a:gd name="connsiteX58" fmla="*/ 101358 w 393350"/>
                <a:gd name="connsiteY58" fmla="*/ 311218 h 392832"/>
                <a:gd name="connsiteX59" fmla="*/ 94599 w 393350"/>
                <a:gd name="connsiteY59" fmla="*/ 316288 h 392832"/>
                <a:gd name="connsiteX60" fmla="*/ 94776 w 393350"/>
                <a:gd name="connsiteY60" fmla="*/ 326649 h 392832"/>
                <a:gd name="connsiteX61" fmla="*/ 101625 w 393350"/>
                <a:gd name="connsiteY61" fmla="*/ 331452 h 392832"/>
                <a:gd name="connsiteX62" fmla="*/ 105850 w 393350"/>
                <a:gd name="connsiteY62" fmla="*/ 331630 h 392832"/>
                <a:gd name="connsiteX63" fmla="*/ 289868 w 393350"/>
                <a:gd name="connsiteY63" fmla="*/ 331630 h 392832"/>
                <a:gd name="connsiteX64" fmla="*/ 296717 w 393350"/>
                <a:gd name="connsiteY64" fmla="*/ 329006 h 392832"/>
                <a:gd name="connsiteX65" fmla="*/ 299963 w 393350"/>
                <a:gd name="connsiteY65" fmla="*/ 319400 h 392832"/>
                <a:gd name="connsiteX66" fmla="*/ 293648 w 393350"/>
                <a:gd name="connsiteY66" fmla="*/ 311707 h 392832"/>
                <a:gd name="connsiteX67" fmla="*/ 286355 w 393350"/>
                <a:gd name="connsiteY67" fmla="*/ 310996 h 392832"/>
                <a:gd name="connsiteX68" fmla="*/ 103493 w 393350"/>
                <a:gd name="connsiteY68" fmla="*/ 310996 h 392832"/>
                <a:gd name="connsiteX69" fmla="*/ 101358 w 393350"/>
                <a:gd name="connsiteY69" fmla="*/ 311218 h 392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93350" h="392832">
                  <a:moveTo>
                    <a:pt x="179582" y="6418"/>
                  </a:moveTo>
                  <a:cubicBezTo>
                    <a:pt x="185051" y="2237"/>
                    <a:pt x="191900" y="-208"/>
                    <a:pt x="198793" y="14"/>
                  </a:cubicBezTo>
                  <a:cubicBezTo>
                    <a:pt x="203996" y="-119"/>
                    <a:pt x="209154" y="1304"/>
                    <a:pt x="213690" y="3794"/>
                  </a:cubicBezTo>
                  <a:cubicBezTo>
                    <a:pt x="215958" y="4995"/>
                    <a:pt x="218004" y="6640"/>
                    <a:pt x="220094" y="8152"/>
                  </a:cubicBezTo>
                  <a:cubicBezTo>
                    <a:pt x="273548" y="47019"/>
                    <a:pt x="326956" y="85931"/>
                    <a:pt x="380410" y="124753"/>
                  </a:cubicBezTo>
                  <a:cubicBezTo>
                    <a:pt x="385079" y="128089"/>
                    <a:pt x="388815" y="132669"/>
                    <a:pt x="390994" y="137961"/>
                  </a:cubicBezTo>
                  <a:cubicBezTo>
                    <a:pt x="395263" y="148011"/>
                    <a:pt x="393618" y="160196"/>
                    <a:pt x="386992" y="168824"/>
                  </a:cubicBezTo>
                  <a:cubicBezTo>
                    <a:pt x="383123" y="174116"/>
                    <a:pt x="377386" y="178029"/>
                    <a:pt x="371071" y="179808"/>
                  </a:cubicBezTo>
                  <a:cubicBezTo>
                    <a:pt x="368759" y="180519"/>
                    <a:pt x="366357" y="180742"/>
                    <a:pt x="364000" y="181053"/>
                  </a:cubicBezTo>
                  <a:cubicBezTo>
                    <a:pt x="364045" y="230993"/>
                    <a:pt x="364045" y="280889"/>
                    <a:pt x="364000" y="330829"/>
                  </a:cubicBezTo>
                  <a:cubicBezTo>
                    <a:pt x="369915" y="331274"/>
                    <a:pt x="375741" y="333364"/>
                    <a:pt x="380499" y="336966"/>
                  </a:cubicBezTo>
                  <a:cubicBezTo>
                    <a:pt x="386236" y="341235"/>
                    <a:pt x="390416" y="347550"/>
                    <a:pt x="392061" y="354488"/>
                  </a:cubicBezTo>
                  <a:cubicBezTo>
                    <a:pt x="393751" y="361692"/>
                    <a:pt x="392951" y="369519"/>
                    <a:pt x="389437" y="376056"/>
                  </a:cubicBezTo>
                  <a:cubicBezTo>
                    <a:pt x="385213" y="384416"/>
                    <a:pt x="376897" y="390553"/>
                    <a:pt x="367691" y="392287"/>
                  </a:cubicBezTo>
                  <a:cubicBezTo>
                    <a:pt x="363911" y="393043"/>
                    <a:pt x="360042" y="392777"/>
                    <a:pt x="356218" y="392821"/>
                  </a:cubicBezTo>
                  <a:lnTo>
                    <a:pt x="30872" y="392821"/>
                  </a:lnTo>
                  <a:cubicBezTo>
                    <a:pt x="25580" y="392777"/>
                    <a:pt x="20244" y="391398"/>
                    <a:pt x="15619" y="388730"/>
                  </a:cubicBezTo>
                  <a:cubicBezTo>
                    <a:pt x="9215" y="385128"/>
                    <a:pt x="4235" y="379124"/>
                    <a:pt x="1789" y="372231"/>
                  </a:cubicBezTo>
                  <a:cubicBezTo>
                    <a:pt x="-34" y="367251"/>
                    <a:pt x="-435" y="361781"/>
                    <a:pt x="455" y="356533"/>
                  </a:cubicBezTo>
                  <a:cubicBezTo>
                    <a:pt x="1700" y="348973"/>
                    <a:pt x="5925" y="341991"/>
                    <a:pt x="11973" y="337322"/>
                  </a:cubicBezTo>
                  <a:cubicBezTo>
                    <a:pt x="17932" y="332608"/>
                    <a:pt x="25625" y="330385"/>
                    <a:pt x="33140" y="330785"/>
                  </a:cubicBezTo>
                  <a:cubicBezTo>
                    <a:pt x="33185" y="280845"/>
                    <a:pt x="33140" y="230949"/>
                    <a:pt x="33140" y="181009"/>
                  </a:cubicBezTo>
                  <a:cubicBezTo>
                    <a:pt x="27181" y="180653"/>
                    <a:pt x="21311" y="178652"/>
                    <a:pt x="16464" y="175094"/>
                  </a:cubicBezTo>
                  <a:cubicBezTo>
                    <a:pt x="8904" y="169535"/>
                    <a:pt x="4190" y="160463"/>
                    <a:pt x="3834" y="151124"/>
                  </a:cubicBezTo>
                  <a:cubicBezTo>
                    <a:pt x="3212" y="141163"/>
                    <a:pt x="8059" y="131157"/>
                    <a:pt x="16064" y="125243"/>
                  </a:cubicBezTo>
                  <a:cubicBezTo>
                    <a:pt x="70673" y="85664"/>
                    <a:pt x="125105" y="46041"/>
                    <a:pt x="179582" y="6418"/>
                  </a:cubicBezTo>
                  <a:moveTo>
                    <a:pt x="193723" y="92246"/>
                  </a:moveTo>
                  <a:cubicBezTo>
                    <a:pt x="187053" y="93135"/>
                    <a:pt x="181005" y="97538"/>
                    <a:pt x="178114" y="103630"/>
                  </a:cubicBezTo>
                  <a:cubicBezTo>
                    <a:pt x="173000" y="114436"/>
                    <a:pt x="167975" y="125243"/>
                    <a:pt x="162861" y="136049"/>
                  </a:cubicBezTo>
                  <a:cubicBezTo>
                    <a:pt x="162060" y="136405"/>
                    <a:pt x="161171" y="136449"/>
                    <a:pt x="160370" y="136583"/>
                  </a:cubicBezTo>
                  <a:cubicBezTo>
                    <a:pt x="150009" y="138139"/>
                    <a:pt x="139647" y="139740"/>
                    <a:pt x="129330" y="141296"/>
                  </a:cubicBezTo>
                  <a:cubicBezTo>
                    <a:pt x="126484" y="141741"/>
                    <a:pt x="123727" y="142808"/>
                    <a:pt x="121325" y="144365"/>
                  </a:cubicBezTo>
                  <a:cubicBezTo>
                    <a:pt x="115099" y="148278"/>
                    <a:pt x="111364" y="155749"/>
                    <a:pt x="111898" y="163087"/>
                  </a:cubicBezTo>
                  <a:cubicBezTo>
                    <a:pt x="112209" y="168068"/>
                    <a:pt x="114343" y="172915"/>
                    <a:pt x="117901" y="176428"/>
                  </a:cubicBezTo>
                  <a:cubicBezTo>
                    <a:pt x="125016" y="183766"/>
                    <a:pt x="132221" y="191059"/>
                    <a:pt x="139336" y="198396"/>
                  </a:cubicBezTo>
                  <a:cubicBezTo>
                    <a:pt x="140403" y="199553"/>
                    <a:pt x="141693" y="200531"/>
                    <a:pt x="142493" y="201865"/>
                  </a:cubicBezTo>
                  <a:cubicBezTo>
                    <a:pt x="140670" y="213339"/>
                    <a:pt x="138758" y="224812"/>
                    <a:pt x="136890" y="236285"/>
                  </a:cubicBezTo>
                  <a:cubicBezTo>
                    <a:pt x="136267" y="239621"/>
                    <a:pt x="136178" y="243134"/>
                    <a:pt x="137068" y="246425"/>
                  </a:cubicBezTo>
                  <a:cubicBezTo>
                    <a:pt x="138491" y="251850"/>
                    <a:pt x="142226" y="256653"/>
                    <a:pt x="147163" y="259321"/>
                  </a:cubicBezTo>
                  <a:cubicBezTo>
                    <a:pt x="151788" y="261856"/>
                    <a:pt x="157391" y="262478"/>
                    <a:pt x="162505" y="261144"/>
                  </a:cubicBezTo>
                  <a:cubicBezTo>
                    <a:pt x="166151" y="260210"/>
                    <a:pt x="169264" y="257987"/>
                    <a:pt x="172600" y="256252"/>
                  </a:cubicBezTo>
                  <a:cubicBezTo>
                    <a:pt x="180338" y="251983"/>
                    <a:pt x="188120" y="247670"/>
                    <a:pt x="195858" y="243401"/>
                  </a:cubicBezTo>
                  <a:cubicBezTo>
                    <a:pt x="196258" y="243223"/>
                    <a:pt x="196747" y="242778"/>
                    <a:pt x="197192" y="243089"/>
                  </a:cubicBezTo>
                  <a:cubicBezTo>
                    <a:pt x="207020" y="248515"/>
                    <a:pt x="216848" y="253940"/>
                    <a:pt x="226631" y="259365"/>
                  </a:cubicBezTo>
                  <a:cubicBezTo>
                    <a:pt x="232991" y="262834"/>
                    <a:pt x="241173" y="262612"/>
                    <a:pt x="247310" y="258743"/>
                  </a:cubicBezTo>
                  <a:cubicBezTo>
                    <a:pt x="253136" y="255230"/>
                    <a:pt x="257005" y="248648"/>
                    <a:pt x="257138" y="241800"/>
                  </a:cubicBezTo>
                  <a:cubicBezTo>
                    <a:pt x="257271" y="238375"/>
                    <a:pt x="256382" y="234996"/>
                    <a:pt x="255893" y="231616"/>
                  </a:cubicBezTo>
                  <a:cubicBezTo>
                    <a:pt x="254292" y="221610"/>
                    <a:pt x="252557" y="211604"/>
                    <a:pt x="251045" y="201554"/>
                  </a:cubicBezTo>
                  <a:cubicBezTo>
                    <a:pt x="258428" y="194038"/>
                    <a:pt x="265765" y="186478"/>
                    <a:pt x="273147" y="178918"/>
                  </a:cubicBezTo>
                  <a:cubicBezTo>
                    <a:pt x="275104" y="176873"/>
                    <a:pt x="277239" y="174961"/>
                    <a:pt x="278662" y="172515"/>
                  </a:cubicBezTo>
                  <a:cubicBezTo>
                    <a:pt x="281552" y="167845"/>
                    <a:pt x="282442" y="162020"/>
                    <a:pt x="281107" y="156728"/>
                  </a:cubicBezTo>
                  <a:cubicBezTo>
                    <a:pt x="279640" y="150591"/>
                    <a:pt x="275193" y="145254"/>
                    <a:pt x="269412" y="142720"/>
                  </a:cubicBezTo>
                  <a:cubicBezTo>
                    <a:pt x="266210" y="141252"/>
                    <a:pt x="262652" y="140985"/>
                    <a:pt x="259184" y="140452"/>
                  </a:cubicBezTo>
                  <a:cubicBezTo>
                    <a:pt x="249756" y="138984"/>
                    <a:pt x="240284" y="137605"/>
                    <a:pt x="230811" y="136093"/>
                  </a:cubicBezTo>
                  <a:cubicBezTo>
                    <a:pt x="229744" y="134492"/>
                    <a:pt x="229122" y="132625"/>
                    <a:pt x="228232" y="130935"/>
                  </a:cubicBezTo>
                  <a:cubicBezTo>
                    <a:pt x="224541" y="123108"/>
                    <a:pt x="220850" y="115237"/>
                    <a:pt x="217159" y="107410"/>
                  </a:cubicBezTo>
                  <a:cubicBezTo>
                    <a:pt x="215869" y="104697"/>
                    <a:pt x="214758" y="101851"/>
                    <a:pt x="212756" y="99539"/>
                  </a:cubicBezTo>
                  <a:cubicBezTo>
                    <a:pt x="208265" y="94024"/>
                    <a:pt x="200749" y="91134"/>
                    <a:pt x="193723" y="92246"/>
                  </a:cubicBezTo>
                  <a:moveTo>
                    <a:pt x="101358" y="311218"/>
                  </a:moveTo>
                  <a:cubicBezTo>
                    <a:pt x="98512" y="311840"/>
                    <a:pt x="95977" y="313753"/>
                    <a:pt x="94599" y="316288"/>
                  </a:cubicBezTo>
                  <a:cubicBezTo>
                    <a:pt x="92820" y="319445"/>
                    <a:pt x="92909" y="323536"/>
                    <a:pt x="94776" y="326649"/>
                  </a:cubicBezTo>
                  <a:cubicBezTo>
                    <a:pt x="96244" y="329139"/>
                    <a:pt x="98779" y="330918"/>
                    <a:pt x="101625" y="331452"/>
                  </a:cubicBezTo>
                  <a:cubicBezTo>
                    <a:pt x="103003" y="331719"/>
                    <a:pt x="104427" y="331630"/>
                    <a:pt x="105850" y="331630"/>
                  </a:cubicBezTo>
                  <a:lnTo>
                    <a:pt x="289868" y="331630"/>
                  </a:lnTo>
                  <a:cubicBezTo>
                    <a:pt x="292359" y="331630"/>
                    <a:pt x="294849" y="330696"/>
                    <a:pt x="296717" y="329006"/>
                  </a:cubicBezTo>
                  <a:cubicBezTo>
                    <a:pt x="299385" y="326649"/>
                    <a:pt x="300630" y="322869"/>
                    <a:pt x="299963" y="319400"/>
                  </a:cubicBezTo>
                  <a:cubicBezTo>
                    <a:pt x="299385" y="315976"/>
                    <a:pt x="296894" y="312952"/>
                    <a:pt x="293648" y="311707"/>
                  </a:cubicBezTo>
                  <a:cubicBezTo>
                    <a:pt x="291336" y="310684"/>
                    <a:pt x="288801" y="311040"/>
                    <a:pt x="286355" y="310996"/>
                  </a:cubicBezTo>
                  <a:lnTo>
                    <a:pt x="103493" y="310996"/>
                  </a:lnTo>
                  <a:cubicBezTo>
                    <a:pt x="102781" y="310996"/>
                    <a:pt x="102070" y="311040"/>
                    <a:pt x="101358" y="311218"/>
                  </a:cubicBezTo>
                  <a:close/>
                </a:path>
              </a:pathLst>
            </a:custGeom>
            <a:grp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endParaRPr>
            </a:p>
          </p:txBody>
        </p:sp>
        <p:sp>
          <p:nvSpPr>
            <p:cNvPr id="222" name="任意多边形: 形状 221">
              <a:extLst>
                <a:ext uri="{FF2B5EF4-FFF2-40B4-BE49-F238E27FC236}">
                  <a16:creationId xmlns:a16="http://schemas.microsoft.com/office/drawing/2014/main" id="{54B6EF37-ED62-438F-9F1D-DC1ED8BB8A0C}"/>
                </a:ext>
              </a:extLst>
            </p:cNvPr>
            <p:cNvSpPr/>
            <p:nvPr/>
          </p:nvSpPr>
          <p:spPr>
            <a:xfrm>
              <a:off x="1257597" y="1363210"/>
              <a:ext cx="127941" cy="127941"/>
            </a:xfrm>
            <a:custGeom>
              <a:avLst/>
              <a:gdLst>
                <a:gd name="connsiteX0" fmla="*/ 44070 w 127941"/>
                <a:gd name="connsiteY0" fmla="*/ 42158 h 127941"/>
                <a:gd name="connsiteX1" fmla="*/ 63993 w 127941"/>
                <a:gd name="connsiteY1" fmla="*/ 0 h 127941"/>
                <a:gd name="connsiteX2" fmla="*/ 82359 w 127941"/>
                <a:gd name="connsiteY2" fmla="*/ 39134 h 127941"/>
                <a:gd name="connsiteX3" fmla="*/ 83782 w 127941"/>
                <a:gd name="connsiteY3" fmla="*/ 42025 h 127941"/>
                <a:gd name="connsiteX4" fmla="*/ 96857 w 127941"/>
                <a:gd name="connsiteY4" fmla="*/ 44115 h 127941"/>
                <a:gd name="connsiteX5" fmla="*/ 127941 w 127941"/>
                <a:gd name="connsiteY5" fmla="*/ 48873 h 127941"/>
                <a:gd name="connsiteX6" fmla="*/ 95967 w 127941"/>
                <a:gd name="connsiteY6" fmla="*/ 81692 h 127941"/>
                <a:gd name="connsiteX7" fmla="*/ 103483 w 127941"/>
                <a:gd name="connsiteY7" fmla="*/ 127941 h 127941"/>
                <a:gd name="connsiteX8" fmla="*/ 64037 w 127941"/>
                <a:gd name="connsiteY8" fmla="*/ 106240 h 127941"/>
                <a:gd name="connsiteX9" fmla="*/ 60791 w 127941"/>
                <a:gd name="connsiteY9" fmla="*/ 107885 h 127941"/>
                <a:gd name="connsiteX10" fmla="*/ 24414 w 127941"/>
                <a:gd name="connsiteY10" fmla="*/ 127897 h 127941"/>
                <a:gd name="connsiteX11" fmla="*/ 31885 w 127941"/>
                <a:gd name="connsiteY11" fmla="*/ 81648 h 127941"/>
                <a:gd name="connsiteX12" fmla="*/ 0 w 127941"/>
                <a:gd name="connsiteY12" fmla="*/ 48873 h 127941"/>
                <a:gd name="connsiteX13" fmla="*/ 31485 w 127941"/>
                <a:gd name="connsiteY13" fmla="*/ 44026 h 127941"/>
                <a:gd name="connsiteX14" fmla="*/ 44070 w 127941"/>
                <a:gd name="connsiteY14" fmla="*/ 42158 h 127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7941" h="127941">
                  <a:moveTo>
                    <a:pt x="44070" y="42158"/>
                  </a:moveTo>
                  <a:cubicBezTo>
                    <a:pt x="50830" y="28194"/>
                    <a:pt x="57233" y="14008"/>
                    <a:pt x="63993" y="0"/>
                  </a:cubicBezTo>
                  <a:cubicBezTo>
                    <a:pt x="70130" y="13030"/>
                    <a:pt x="76222" y="26060"/>
                    <a:pt x="82359" y="39134"/>
                  </a:cubicBezTo>
                  <a:cubicBezTo>
                    <a:pt x="82804" y="40112"/>
                    <a:pt x="83204" y="41091"/>
                    <a:pt x="83782" y="42025"/>
                  </a:cubicBezTo>
                  <a:cubicBezTo>
                    <a:pt x="88096" y="42869"/>
                    <a:pt x="92498" y="43403"/>
                    <a:pt x="96857" y="44115"/>
                  </a:cubicBezTo>
                  <a:cubicBezTo>
                    <a:pt x="107218" y="45716"/>
                    <a:pt x="117580" y="47272"/>
                    <a:pt x="127941" y="48873"/>
                  </a:cubicBezTo>
                  <a:cubicBezTo>
                    <a:pt x="117357" y="59857"/>
                    <a:pt x="106640" y="70752"/>
                    <a:pt x="95967" y="81692"/>
                  </a:cubicBezTo>
                  <a:cubicBezTo>
                    <a:pt x="98502" y="97123"/>
                    <a:pt x="101037" y="112510"/>
                    <a:pt x="103483" y="127941"/>
                  </a:cubicBezTo>
                  <a:cubicBezTo>
                    <a:pt x="90275" y="120826"/>
                    <a:pt x="77245" y="113400"/>
                    <a:pt x="64037" y="106240"/>
                  </a:cubicBezTo>
                  <a:cubicBezTo>
                    <a:pt x="62837" y="106551"/>
                    <a:pt x="61858" y="107352"/>
                    <a:pt x="60791" y="107885"/>
                  </a:cubicBezTo>
                  <a:cubicBezTo>
                    <a:pt x="48651" y="114556"/>
                    <a:pt x="36599" y="121360"/>
                    <a:pt x="24414" y="127897"/>
                  </a:cubicBezTo>
                  <a:cubicBezTo>
                    <a:pt x="26816" y="112466"/>
                    <a:pt x="29484" y="97079"/>
                    <a:pt x="31885" y="81648"/>
                  </a:cubicBezTo>
                  <a:cubicBezTo>
                    <a:pt x="21301" y="70663"/>
                    <a:pt x="10584" y="59813"/>
                    <a:pt x="0" y="48873"/>
                  </a:cubicBezTo>
                  <a:cubicBezTo>
                    <a:pt x="10495" y="47183"/>
                    <a:pt x="20990" y="45671"/>
                    <a:pt x="31485" y="44026"/>
                  </a:cubicBezTo>
                  <a:cubicBezTo>
                    <a:pt x="35665" y="43403"/>
                    <a:pt x="39845" y="42647"/>
                    <a:pt x="44070" y="42158"/>
                  </a:cubicBezTo>
                  <a:close/>
                </a:path>
              </a:pathLst>
            </a:custGeom>
            <a:grp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pitchFamily="34" charset="-122"/>
                <a:ea typeface="思源黑体 CN Medium" panose="020B0600000000000000" pitchFamily="34" charset="-122"/>
                <a:cs typeface="+mn-cs"/>
              </a:endParaRPr>
            </a:p>
          </p:txBody>
        </p:sp>
      </p:grpSp>
      <p:sp>
        <p:nvSpPr>
          <p:cNvPr id="3" name="文本框 2">
            <a:extLst>
              <a:ext uri="{FF2B5EF4-FFF2-40B4-BE49-F238E27FC236}">
                <a16:creationId xmlns:a16="http://schemas.microsoft.com/office/drawing/2014/main" id="{87FF3DF6-899A-7228-E1D5-7A0FF6DB4D0D}"/>
              </a:ext>
            </a:extLst>
          </p:cNvPr>
          <p:cNvSpPr txBox="1"/>
          <p:nvPr/>
        </p:nvSpPr>
        <p:spPr>
          <a:xfrm>
            <a:off x="511589" y="310422"/>
            <a:ext cx="2585964"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en-US" altLang="zh-CN" dirty="0"/>
              <a:t>360</a:t>
            </a:r>
            <a:r>
              <a:rPr lang="zh-CN" altLang="en-US" dirty="0"/>
              <a:t>智脑全景</a:t>
            </a:r>
          </a:p>
        </p:txBody>
      </p:sp>
    </p:spTree>
    <p:extLst>
      <p:ext uri="{BB962C8B-B14F-4D97-AF65-F5344CB8AC3E}">
        <p14:creationId xmlns:p14="http://schemas.microsoft.com/office/powerpoint/2010/main" val="2564077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椭圆 45">
            <a:extLst>
              <a:ext uri="{FF2B5EF4-FFF2-40B4-BE49-F238E27FC236}">
                <a16:creationId xmlns:a16="http://schemas.microsoft.com/office/drawing/2014/main" id="{9C94FCE5-52E4-C0F3-9B30-05F3BFEC05C3}"/>
              </a:ext>
            </a:extLst>
          </p:cNvPr>
          <p:cNvSpPr>
            <a:spLocks noChangeAspect="1"/>
          </p:cNvSpPr>
          <p:nvPr/>
        </p:nvSpPr>
        <p:spPr>
          <a:xfrm>
            <a:off x="4857390" y="1308869"/>
            <a:ext cx="3746414" cy="1183070"/>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47" name="椭圆 46">
            <a:extLst>
              <a:ext uri="{FF2B5EF4-FFF2-40B4-BE49-F238E27FC236}">
                <a16:creationId xmlns:a16="http://schemas.microsoft.com/office/drawing/2014/main" id="{EC6F559C-704C-616C-3BB8-2E476BA7C733}"/>
              </a:ext>
            </a:extLst>
          </p:cNvPr>
          <p:cNvSpPr>
            <a:spLocks noChangeAspect="1"/>
          </p:cNvSpPr>
          <p:nvPr/>
        </p:nvSpPr>
        <p:spPr>
          <a:xfrm>
            <a:off x="4955980" y="2741788"/>
            <a:ext cx="3549235" cy="1120803"/>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48" name="椭圆 47">
            <a:extLst>
              <a:ext uri="{FF2B5EF4-FFF2-40B4-BE49-F238E27FC236}">
                <a16:creationId xmlns:a16="http://schemas.microsoft.com/office/drawing/2014/main" id="{FF1D38D8-3E78-3066-3FE3-6586AD47E1F2}"/>
              </a:ext>
            </a:extLst>
          </p:cNvPr>
          <p:cNvSpPr>
            <a:spLocks noChangeAspect="1"/>
          </p:cNvSpPr>
          <p:nvPr/>
        </p:nvSpPr>
        <p:spPr>
          <a:xfrm>
            <a:off x="5153159" y="4050173"/>
            <a:ext cx="3154876" cy="996270"/>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49" name="椭圆 48">
            <a:extLst>
              <a:ext uri="{FF2B5EF4-FFF2-40B4-BE49-F238E27FC236}">
                <a16:creationId xmlns:a16="http://schemas.microsoft.com/office/drawing/2014/main" id="{4AFD4DFF-3FB3-2F8B-87A4-07C9D08E5B9F}"/>
              </a:ext>
            </a:extLst>
          </p:cNvPr>
          <p:cNvSpPr>
            <a:spLocks noChangeAspect="1"/>
          </p:cNvSpPr>
          <p:nvPr/>
        </p:nvSpPr>
        <p:spPr>
          <a:xfrm>
            <a:off x="5350339" y="5234025"/>
            <a:ext cx="2760516" cy="871735"/>
          </a:xfrm>
          <a:prstGeom prst="ellipse">
            <a:avLst/>
          </a:prstGeom>
          <a:gradFill flip="none" rotWithShape="1">
            <a:gsLst>
              <a:gs pos="13000">
                <a:schemeClr val="accent1">
                  <a:alpha val="0"/>
                  <a:lumMod val="0"/>
                  <a:lumOff val="100000"/>
                </a:schemeClr>
              </a:gs>
              <a:gs pos="95000">
                <a:schemeClr val="accent1">
                  <a:lumMod val="0"/>
                  <a:lumOff val="100000"/>
                </a:schemeClr>
              </a:gs>
              <a:gs pos="80000">
                <a:schemeClr val="accent2">
                  <a:lumMod val="5000"/>
                  <a:lumOff val="95000"/>
                </a:schemeClr>
              </a:gs>
            </a:gsLst>
            <a:lin ang="5400000" scaled="1"/>
            <a:tileRect/>
          </a:gradFill>
          <a:ln>
            <a:gradFill flip="none" rotWithShape="1">
              <a:gsLst>
                <a:gs pos="0">
                  <a:schemeClr val="accent1">
                    <a:lumMod val="5000"/>
                    <a:lumOff val="95000"/>
                    <a:alpha val="0"/>
                  </a:schemeClr>
                </a:gs>
                <a:gs pos="100000">
                  <a:schemeClr val="accent1"/>
                </a:gs>
              </a:gsLst>
              <a:lin ang="5400000" scaled="1"/>
              <a:tileRect/>
            </a:gradFill>
          </a:ln>
          <a:effectLst>
            <a:outerShdw blurRad="254000" dist="2540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12" name="矩形: 圆角 11">
            <a:extLst>
              <a:ext uri="{FF2B5EF4-FFF2-40B4-BE49-F238E27FC236}">
                <a16:creationId xmlns:a16="http://schemas.microsoft.com/office/drawing/2014/main" id="{1DE1E759-3455-62AE-69A9-11FE50688CDB}"/>
              </a:ext>
            </a:extLst>
          </p:cNvPr>
          <p:cNvSpPr/>
          <p:nvPr/>
        </p:nvSpPr>
        <p:spPr>
          <a:xfrm>
            <a:off x="695326" y="1508652"/>
            <a:ext cx="3507397" cy="1055086"/>
          </a:xfrm>
          <a:prstGeom prst="roundRect">
            <a:avLst>
              <a:gd name="adj" fmla="val 12033"/>
            </a:avLst>
          </a:prstGeom>
          <a:gradFill flip="none" rotWithShape="1">
            <a:gsLst>
              <a:gs pos="74000">
                <a:srgbClr val="EFF6FF">
                  <a:alpha val="90000"/>
                  <a:lumMod val="10000"/>
                  <a:lumOff val="90000"/>
                </a:srgbClr>
              </a:gs>
              <a:gs pos="0">
                <a:schemeClr val="accent1">
                  <a:lumMod val="0"/>
                  <a:lumOff val="100000"/>
                </a:schemeClr>
              </a:gs>
              <a:gs pos="99083">
                <a:schemeClr val="accent1">
                  <a:lumMod val="20000"/>
                  <a:lumOff val="80000"/>
                </a:schemeClr>
              </a:gs>
              <a:gs pos="88000">
                <a:schemeClr val="accent1">
                  <a:lumMod val="15000"/>
                  <a:lumOff val="85000"/>
                </a:schemeClr>
              </a:gs>
            </a:gsLst>
            <a:path path="shape">
              <a:fillToRect l="50000" t="50000" r="50000" b="50000"/>
            </a:path>
            <a:tileRect/>
          </a:gradFill>
          <a:ln w="9525">
            <a:gradFill flip="none" rotWithShape="1">
              <a:gsLst>
                <a:gs pos="0">
                  <a:schemeClr val="accent1">
                    <a:lumMod val="40000"/>
                    <a:lumOff val="60000"/>
                  </a:schemeClr>
                </a:gs>
                <a:gs pos="84000">
                  <a:schemeClr val="accent1"/>
                </a:gs>
              </a:gsLst>
              <a:lin ang="2700000" scaled="1"/>
              <a:tileRect/>
            </a:gradFill>
          </a:ln>
          <a:effectLst>
            <a:outerShdw blurRad="254000" dist="127000" dir="2700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endParaRPr lang="zh-CN" altLang="en-US" sz="1600" spc="300" dirty="0">
              <a:solidFill>
                <a:srgbClr val="171624"/>
              </a:solidFill>
              <a:latin typeface="思源黑体 CN Regular" panose="020B0500000000000000" pitchFamily="34" charset="-122"/>
              <a:ea typeface="思源黑体 CN Regular" panose="020B0500000000000000" pitchFamily="34" charset="-122"/>
            </a:endParaRPr>
          </a:p>
        </p:txBody>
      </p:sp>
      <p:sp>
        <p:nvSpPr>
          <p:cNvPr id="13" name="矩形: 圆角 12">
            <a:extLst>
              <a:ext uri="{FF2B5EF4-FFF2-40B4-BE49-F238E27FC236}">
                <a16:creationId xmlns:a16="http://schemas.microsoft.com/office/drawing/2014/main" id="{8B76B277-9641-3F6D-177B-E2C2E3AD6682}"/>
              </a:ext>
            </a:extLst>
          </p:cNvPr>
          <p:cNvSpPr/>
          <p:nvPr/>
        </p:nvSpPr>
        <p:spPr>
          <a:xfrm>
            <a:off x="695326" y="2724483"/>
            <a:ext cx="3507397" cy="1055086"/>
          </a:xfrm>
          <a:prstGeom prst="roundRect">
            <a:avLst>
              <a:gd name="adj" fmla="val 12033"/>
            </a:avLst>
          </a:prstGeom>
          <a:gradFill flip="none" rotWithShape="1">
            <a:gsLst>
              <a:gs pos="74000">
                <a:srgbClr val="EFF6FF">
                  <a:alpha val="90000"/>
                  <a:lumMod val="10000"/>
                  <a:lumOff val="90000"/>
                </a:srgbClr>
              </a:gs>
              <a:gs pos="0">
                <a:schemeClr val="accent1">
                  <a:lumMod val="0"/>
                  <a:lumOff val="100000"/>
                </a:schemeClr>
              </a:gs>
              <a:gs pos="99083">
                <a:schemeClr val="accent1">
                  <a:lumMod val="20000"/>
                  <a:lumOff val="80000"/>
                </a:schemeClr>
              </a:gs>
              <a:gs pos="88000">
                <a:schemeClr val="accent1">
                  <a:lumMod val="15000"/>
                  <a:lumOff val="85000"/>
                </a:schemeClr>
              </a:gs>
            </a:gsLst>
            <a:path path="shape">
              <a:fillToRect l="50000" t="50000" r="50000" b="50000"/>
            </a:path>
            <a:tileRect/>
          </a:gradFill>
          <a:ln w="9525">
            <a:gradFill flip="none" rotWithShape="1">
              <a:gsLst>
                <a:gs pos="0">
                  <a:schemeClr val="accent1">
                    <a:lumMod val="40000"/>
                    <a:lumOff val="60000"/>
                  </a:schemeClr>
                </a:gs>
                <a:gs pos="84000">
                  <a:schemeClr val="accent1"/>
                </a:gs>
              </a:gsLst>
              <a:lin ang="2700000" scaled="1"/>
              <a:tileRect/>
            </a:gradFill>
          </a:ln>
          <a:effectLst>
            <a:outerShdw blurRad="254000" dist="127000" dir="2700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endParaRPr lang="zh-CN" altLang="en-US" sz="1600" spc="300" dirty="0">
              <a:solidFill>
                <a:srgbClr val="171624"/>
              </a:solidFill>
              <a:latin typeface="思源黑体 CN Regular" panose="020B0500000000000000" pitchFamily="34" charset="-122"/>
              <a:ea typeface="思源黑体 CN Regular" panose="020B0500000000000000" pitchFamily="34" charset="-122"/>
            </a:endParaRPr>
          </a:p>
        </p:txBody>
      </p:sp>
      <p:sp>
        <p:nvSpPr>
          <p:cNvPr id="14" name="矩形: 圆角 13">
            <a:extLst>
              <a:ext uri="{FF2B5EF4-FFF2-40B4-BE49-F238E27FC236}">
                <a16:creationId xmlns:a16="http://schemas.microsoft.com/office/drawing/2014/main" id="{0CCC45D1-4E1A-B5CF-209B-59C0B8F66ACE}"/>
              </a:ext>
            </a:extLst>
          </p:cNvPr>
          <p:cNvSpPr/>
          <p:nvPr/>
        </p:nvSpPr>
        <p:spPr>
          <a:xfrm>
            <a:off x="695326" y="3940314"/>
            <a:ext cx="3507397" cy="1055086"/>
          </a:xfrm>
          <a:prstGeom prst="roundRect">
            <a:avLst>
              <a:gd name="adj" fmla="val 12033"/>
            </a:avLst>
          </a:prstGeom>
          <a:gradFill flip="none" rotWithShape="1">
            <a:gsLst>
              <a:gs pos="74000">
                <a:srgbClr val="EFF6FF">
                  <a:alpha val="90000"/>
                  <a:lumMod val="10000"/>
                  <a:lumOff val="90000"/>
                </a:srgbClr>
              </a:gs>
              <a:gs pos="0">
                <a:schemeClr val="accent1">
                  <a:lumMod val="0"/>
                  <a:lumOff val="100000"/>
                </a:schemeClr>
              </a:gs>
              <a:gs pos="99083">
                <a:schemeClr val="accent1">
                  <a:lumMod val="20000"/>
                  <a:lumOff val="80000"/>
                </a:schemeClr>
              </a:gs>
              <a:gs pos="88000">
                <a:schemeClr val="accent1">
                  <a:lumMod val="15000"/>
                  <a:lumOff val="85000"/>
                </a:schemeClr>
              </a:gs>
            </a:gsLst>
            <a:path path="shape">
              <a:fillToRect l="50000" t="50000" r="50000" b="50000"/>
            </a:path>
            <a:tileRect/>
          </a:gradFill>
          <a:ln w="9525">
            <a:gradFill flip="none" rotWithShape="1">
              <a:gsLst>
                <a:gs pos="0">
                  <a:schemeClr val="accent1">
                    <a:lumMod val="40000"/>
                    <a:lumOff val="60000"/>
                  </a:schemeClr>
                </a:gs>
                <a:gs pos="84000">
                  <a:schemeClr val="accent1"/>
                </a:gs>
              </a:gsLst>
              <a:lin ang="2700000" scaled="1"/>
              <a:tileRect/>
            </a:gradFill>
          </a:ln>
          <a:effectLst>
            <a:outerShdw blurRad="254000" dist="127000" dir="2700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endParaRPr lang="zh-CN" altLang="en-US" sz="1600" spc="300" dirty="0">
              <a:solidFill>
                <a:srgbClr val="171624"/>
              </a:solidFill>
              <a:latin typeface="思源黑体 CN Regular" panose="020B0500000000000000" pitchFamily="34" charset="-122"/>
              <a:ea typeface="思源黑体 CN Regular" panose="020B0500000000000000" pitchFamily="34" charset="-122"/>
            </a:endParaRPr>
          </a:p>
        </p:txBody>
      </p:sp>
      <p:sp>
        <p:nvSpPr>
          <p:cNvPr id="15" name="矩形: 圆角 14">
            <a:extLst>
              <a:ext uri="{FF2B5EF4-FFF2-40B4-BE49-F238E27FC236}">
                <a16:creationId xmlns:a16="http://schemas.microsoft.com/office/drawing/2014/main" id="{31488745-37DD-9737-704F-26FB91BDA971}"/>
              </a:ext>
            </a:extLst>
          </p:cNvPr>
          <p:cNvSpPr/>
          <p:nvPr/>
        </p:nvSpPr>
        <p:spPr>
          <a:xfrm>
            <a:off x="695326" y="5142349"/>
            <a:ext cx="3507397" cy="1055086"/>
          </a:xfrm>
          <a:prstGeom prst="roundRect">
            <a:avLst>
              <a:gd name="adj" fmla="val 12033"/>
            </a:avLst>
          </a:prstGeom>
          <a:gradFill flip="none" rotWithShape="1">
            <a:gsLst>
              <a:gs pos="74000">
                <a:srgbClr val="EFF6FF">
                  <a:alpha val="90000"/>
                  <a:lumMod val="10000"/>
                  <a:lumOff val="90000"/>
                </a:srgbClr>
              </a:gs>
              <a:gs pos="0">
                <a:schemeClr val="accent1">
                  <a:lumMod val="0"/>
                  <a:lumOff val="100000"/>
                </a:schemeClr>
              </a:gs>
              <a:gs pos="99083">
                <a:schemeClr val="accent1">
                  <a:lumMod val="20000"/>
                  <a:lumOff val="80000"/>
                </a:schemeClr>
              </a:gs>
              <a:gs pos="88000">
                <a:schemeClr val="accent1">
                  <a:lumMod val="15000"/>
                  <a:lumOff val="85000"/>
                </a:schemeClr>
              </a:gs>
            </a:gsLst>
            <a:path path="shape">
              <a:fillToRect l="50000" t="50000" r="50000" b="50000"/>
            </a:path>
            <a:tileRect/>
          </a:gradFill>
          <a:ln w="9525">
            <a:gradFill flip="none" rotWithShape="1">
              <a:gsLst>
                <a:gs pos="0">
                  <a:schemeClr val="accent1">
                    <a:lumMod val="40000"/>
                    <a:lumOff val="60000"/>
                  </a:schemeClr>
                </a:gs>
                <a:gs pos="84000">
                  <a:schemeClr val="accent1"/>
                </a:gs>
              </a:gsLst>
              <a:lin ang="2700000" scaled="1"/>
              <a:tileRect/>
            </a:gradFill>
          </a:ln>
          <a:effectLst>
            <a:outerShdw blurRad="254000" dist="127000" dir="2700000" algn="ctr" rotWithShape="0">
              <a:schemeClr val="accent1">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rtlCol="0" anchor="ctr">
            <a:noAutofit/>
          </a:bodyPr>
          <a:lstStyle/>
          <a:p>
            <a:pPr algn="ctr"/>
            <a:endParaRPr lang="zh-CN" altLang="en-US" sz="1600" spc="300" dirty="0">
              <a:solidFill>
                <a:srgbClr val="171624"/>
              </a:solidFill>
              <a:latin typeface="思源黑体 CN Regular" panose="020B0500000000000000" pitchFamily="34" charset="-122"/>
              <a:ea typeface="思源黑体 CN Regular" panose="020B0500000000000000" pitchFamily="34" charset="-122"/>
            </a:endParaRPr>
          </a:p>
        </p:txBody>
      </p:sp>
      <p:sp>
        <p:nvSpPr>
          <p:cNvPr id="17" name="文本框 16">
            <a:extLst>
              <a:ext uri="{FF2B5EF4-FFF2-40B4-BE49-F238E27FC236}">
                <a16:creationId xmlns:a16="http://schemas.microsoft.com/office/drawing/2014/main" id="{314B5829-7A62-CD93-74E2-4156CEAA372B}"/>
              </a:ext>
            </a:extLst>
          </p:cNvPr>
          <p:cNvSpPr txBox="1"/>
          <p:nvPr/>
        </p:nvSpPr>
        <p:spPr>
          <a:xfrm>
            <a:off x="1682508" y="1657208"/>
            <a:ext cx="1620957" cy="338554"/>
          </a:xfrm>
          <a:prstGeom prst="rect">
            <a:avLst/>
          </a:prstGeom>
          <a:noFill/>
        </p:spPr>
        <p:txBody>
          <a:bodyPr wrap="none" rtlCol="0">
            <a:spAutoFit/>
          </a:bodyPr>
          <a:lstStyle/>
          <a:p>
            <a:pPr algn="ctr"/>
            <a:r>
              <a:rPr lang="zh-CN" altLang="en-US" sz="1600" dirty="0">
                <a:solidFill>
                  <a:schemeClr val="accent1"/>
                </a:solidFill>
                <a:latin typeface="思源黑体 CN Medium" panose="020B0600000000000000" pitchFamily="34" charset="-122"/>
                <a:ea typeface="思源黑体 CN Medium" panose="020B0600000000000000" pitchFamily="34" charset="-122"/>
              </a:rPr>
              <a:t>大数据精准获客</a:t>
            </a:r>
          </a:p>
        </p:txBody>
      </p:sp>
      <p:sp>
        <p:nvSpPr>
          <p:cNvPr id="21" name="文本框 20">
            <a:extLst>
              <a:ext uri="{FF2B5EF4-FFF2-40B4-BE49-F238E27FC236}">
                <a16:creationId xmlns:a16="http://schemas.microsoft.com/office/drawing/2014/main" id="{21350E0E-4951-563A-D78E-9F5AB9E15F1C}"/>
              </a:ext>
            </a:extLst>
          </p:cNvPr>
          <p:cNvSpPr txBox="1"/>
          <p:nvPr/>
        </p:nvSpPr>
        <p:spPr>
          <a:xfrm>
            <a:off x="1785100" y="2848897"/>
            <a:ext cx="1415772" cy="338554"/>
          </a:xfrm>
          <a:prstGeom prst="rect">
            <a:avLst/>
          </a:prstGeom>
          <a:noFill/>
        </p:spPr>
        <p:txBody>
          <a:bodyPr wrap="none" rtlCol="0">
            <a:spAutoFit/>
          </a:bodyPr>
          <a:lstStyle/>
          <a:p>
            <a:pPr algn="ctr"/>
            <a:r>
              <a:rPr lang="zh-CN" altLang="en-US" sz="1600" dirty="0">
                <a:solidFill>
                  <a:schemeClr val="accent1"/>
                </a:solidFill>
                <a:latin typeface="思源黑体 CN Medium" panose="020B0600000000000000" pitchFamily="34" charset="-122"/>
                <a:ea typeface="思源黑体 CN Medium" panose="020B0600000000000000" pitchFamily="34" charset="-122"/>
              </a:rPr>
              <a:t>智能工具筛客</a:t>
            </a:r>
          </a:p>
        </p:txBody>
      </p:sp>
      <p:sp>
        <p:nvSpPr>
          <p:cNvPr id="22" name="文本框 21">
            <a:extLst>
              <a:ext uri="{FF2B5EF4-FFF2-40B4-BE49-F238E27FC236}">
                <a16:creationId xmlns:a16="http://schemas.microsoft.com/office/drawing/2014/main" id="{06E56936-2049-9D39-FF9C-80D9B88D8A03}"/>
              </a:ext>
            </a:extLst>
          </p:cNvPr>
          <p:cNvSpPr txBox="1"/>
          <p:nvPr/>
        </p:nvSpPr>
        <p:spPr>
          <a:xfrm>
            <a:off x="1785100" y="4065523"/>
            <a:ext cx="1415772" cy="338554"/>
          </a:xfrm>
          <a:prstGeom prst="rect">
            <a:avLst/>
          </a:prstGeom>
          <a:noFill/>
        </p:spPr>
        <p:txBody>
          <a:bodyPr wrap="none" rtlCol="0">
            <a:spAutoFit/>
          </a:bodyPr>
          <a:lstStyle/>
          <a:p>
            <a:pPr algn="ctr"/>
            <a:r>
              <a:rPr lang="zh-CN" altLang="en-US" sz="1600" dirty="0">
                <a:solidFill>
                  <a:schemeClr val="accent1"/>
                </a:solidFill>
                <a:latin typeface="思源黑体 CN Medium" panose="020B0600000000000000" pitchFamily="34" charset="-122"/>
                <a:ea typeface="思源黑体 CN Medium" panose="020B0600000000000000" pitchFamily="34" charset="-122"/>
              </a:rPr>
              <a:t>电销外呼触客</a:t>
            </a:r>
          </a:p>
        </p:txBody>
      </p:sp>
      <p:sp>
        <p:nvSpPr>
          <p:cNvPr id="23" name="文本框 22">
            <a:extLst>
              <a:ext uri="{FF2B5EF4-FFF2-40B4-BE49-F238E27FC236}">
                <a16:creationId xmlns:a16="http://schemas.microsoft.com/office/drawing/2014/main" id="{6F82E662-6C4A-531E-E911-CC941150D42B}"/>
              </a:ext>
            </a:extLst>
          </p:cNvPr>
          <p:cNvSpPr txBox="1"/>
          <p:nvPr/>
        </p:nvSpPr>
        <p:spPr>
          <a:xfrm>
            <a:off x="1771474" y="5261824"/>
            <a:ext cx="1443024" cy="338554"/>
          </a:xfrm>
          <a:prstGeom prst="rect">
            <a:avLst/>
          </a:prstGeom>
          <a:noFill/>
        </p:spPr>
        <p:txBody>
          <a:bodyPr wrap="none" rtlCol="0">
            <a:spAutoFit/>
          </a:bodyPr>
          <a:lstStyle/>
          <a:p>
            <a:pPr algn="ctr"/>
            <a:r>
              <a:rPr lang="zh-CN" altLang="en-US" sz="1600" dirty="0">
                <a:solidFill>
                  <a:schemeClr val="accent1"/>
                </a:solidFill>
                <a:latin typeface="思源黑体 CN Medium" panose="020B0600000000000000" pitchFamily="34" charset="-122"/>
                <a:ea typeface="思源黑体 CN Medium" panose="020B0600000000000000" pitchFamily="34" charset="-122"/>
              </a:rPr>
              <a:t>智能</a:t>
            </a:r>
            <a:r>
              <a:rPr lang="en-US" altLang="zh-CN" sz="1600" dirty="0">
                <a:solidFill>
                  <a:schemeClr val="accent1"/>
                </a:solidFill>
                <a:latin typeface="思源黑体 CN Medium" panose="020B0600000000000000" pitchFamily="34" charset="-122"/>
                <a:ea typeface="思源黑体 CN Medium" panose="020B0600000000000000" pitchFamily="34" charset="-122"/>
              </a:rPr>
              <a:t>CRM</a:t>
            </a:r>
            <a:r>
              <a:rPr lang="zh-CN" altLang="en-US" sz="1600" dirty="0">
                <a:solidFill>
                  <a:schemeClr val="accent1"/>
                </a:solidFill>
                <a:latin typeface="思源黑体 CN Medium" panose="020B0600000000000000" pitchFamily="34" charset="-122"/>
                <a:ea typeface="思源黑体 CN Medium" panose="020B0600000000000000" pitchFamily="34" charset="-122"/>
              </a:rPr>
              <a:t>管客</a:t>
            </a:r>
          </a:p>
        </p:txBody>
      </p:sp>
      <p:grpSp>
        <p:nvGrpSpPr>
          <p:cNvPr id="20" name="组合 19">
            <a:extLst>
              <a:ext uri="{FF2B5EF4-FFF2-40B4-BE49-F238E27FC236}">
                <a16:creationId xmlns:a16="http://schemas.microsoft.com/office/drawing/2014/main" id="{B42F2536-EB26-A52A-8C4F-320F6490A512}"/>
              </a:ext>
            </a:extLst>
          </p:cNvPr>
          <p:cNvGrpSpPr/>
          <p:nvPr/>
        </p:nvGrpSpPr>
        <p:grpSpPr>
          <a:xfrm>
            <a:off x="892765" y="2072516"/>
            <a:ext cx="3115135" cy="338554"/>
            <a:chOff x="1005907" y="2040431"/>
            <a:chExt cx="3002485" cy="345749"/>
          </a:xfrm>
        </p:grpSpPr>
        <p:sp>
          <p:nvSpPr>
            <p:cNvPr id="18" name="矩形: 圆角 17">
              <a:extLst>
                <a:ext uri="{FF2B5EF4-FFF2-40B4-BE49-F238E27FC236}">
                  <a16:creationId xmlns:a16="http://schemas.microsoft.com/office/drawing/2014/main" id="{56E6EA5B-EE70-63B4-CCD4-8191372232AE}"/>
                </a:ext>
              </a:extLst>
            </p:cNvPr>
            <p:cNvSpPr/>
            <p:nvPr/>
          </p:nvSpPr>
          <p:spPr>
            <a:xfrm>
              <a:off x="1005907" y="2040431"/>
              <a:ext cx="1421662" cy="338555"/>
            </a:xfrm>
            <a:prstGeom prst="roundRect">
              <a:avLst/>
            </a:prstGeom>
            <a:gradFill flip="none" rotWithShape="1">
              <a:gsLst>
                <a:gs pos="0">
                  <a:schemeClr val="accent1">
                    <a:lumMod val="60000"/>
                    <a:lumOff val="40000"/>
                  </a:schemeClr>
                </a:gs>
                <a:gs pos="85000">
                  <a:schemeClr val="accent1"/>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1100" dirty="0">
                  <a:latin typeface="思源黑体 CN Medium" panose="020B0600000000000000" pitchFamily="34" charset="-122"/>
                  <a:ea typeface="思源黑体 CN Medium" panose="020B0600000000000000" pitchFamily="34" charset="-122"/>
                </a:rPr>
                <a:t>精准线索搜索</a:t>
              </a:r>
            </a:p>
          </p:txBody>
        </p:sp>
        <p:sp>
          <p:nvSpPr>
            <p:cNvPr id="19" name="矩形: 圆角 18">
              <a:extLst>
                <a:ext uri="{FF2B5EF4-FFF2-40B4-BE49-F238E27FC236}">
                  <a16:creationId xmlns:a16="http://schemas.microsoft.com/office/drawing/2014/main" id="{840A8838-A905-62D7-70DC-9E917A09AA21}"/>
                </a:ext>
              </a:extLst>
            </p:cNvPr>
            <p:cNvSpPr/>
            <p:nvPr/>
          </p:nvSpPr>
          <p:spPr>
            <a:xfrm>
              <a:off x="2586730" y="2047625"/>
              <a:ext cx="1421662" cy="338555"/>
            </a:xfrm>
            <a:prstGeom prst="roundRect">
              <a:avLst/>
            </a:prstGeom>
            <a:gradFill flip="none" rotWithShape="1">
              <a:gsLst>
                <a:gs pos="0">
                  <a:schemeClr val="accent1">
                    <a:lumMod val="60000"/>
                    <a:lumOff val="40000"/>
                  </a:schemeClr>
                </a:gs>
                <a:gs pos="85000">
                  <a:schemeClr val="accent1"/>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1100" dirty="0">
                  <a:latin typeface="思源黑体 CN Medium" panose="020B0600000000000000" pitchFamily="34" charset="-122"/>
                  <a:ea typeface="思源黑体 CN Medium" panose="020B0600000000000000" pitchFamily="34" charset="-122"/>
                </a:rPr>
                <a:t>智能线索推荐</a:t>
              </a:r>
            </a:p>
          </p:txBody>
        </p:sp>
      </p:grpSp>
      <p:grpSp>
        <p:nvGrpSpPr>
          <p:cNvPr id="24" name="组合 23">
            <a:extLst>
              <a:ext uri="{FF2B5EF4-FFF2-40B4-BE49-F238E27FC236}">
                <a16:creationId xmlns:a16="http://schemas.microsoft.com/office/drawing/2014/main" id="{7DD2F37E-EFB2-44E3-AD8F-B2B74412574F}"/>
              </a:ext>
            </a:extLst>
          </p:cNvPr>
          <p:cNvGrpSpPr/>
          <p:nvPr/>
        </p:nvGrpSpPr>
        <p:grpSpPr>
          <a:xfrm>
            <a:off x="892765" y="5691517"/>
            <a:ext cx="3115135" cy="338554"/>
            <a:chOff x="1005907" y="2040431"/>
            <a:chExt cx="3002485" cy="345749"/>
          </a:xfrm>
        </p:grpSpPr>
        <p:sp>
          <p:nvSpPr>
            <p:cNvPr id="25" name="矩形: 圆角 24">
              <a:extLst>
                <a:ext uri="{FF2B5EF4-FFF2-40B4-BE49-F238E27FC236}">
                  <a16:creationId xmlns:a16="http://schemas.microsoft.com/office/drawing/2014/main" id="{6CFA1821-FD92-089B-7F49-4C561533AFE4}"/>
                </a:ext>
              </a:extLst>
            </p:cNvPr>
            <p:cNvSpPr/>
            <p:nvPr/>
          </p:nvSpPr>
          <p:spPr>
            <a:xfrm>
              <a:off x="1005907" y="2040431"/>
              <a:ext cx="1421662" cy="338555"/>
            </a:xfrm>
            <a:prstGeom prst="roundRect">
              <a:avLst/>
            </a:prstGeom>
            <a:gradFill flip="none" rotWithShape="1">
              <a:gsLst>
                <a:gs pos="0">
                  <a:schemeClr val="accent1">
                    <a:lumMod val="60000"/>
                    <a:lumOff val="40000"/>
                  </a:schemeClr>
                </a:gs>
                <a:gs pos="85000">
                  <a:schemeClr val="accent1"/>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1100" dirty="0">
                  <a:latin typeface="思源黑体 CN Medium" panose="020B0600000000000000" pitchFamily="34" charset="-122"/>
                  <a:ea typeface="思源黑体 CN Medium" panose="020B0600000000000000" pitchFamily="34" charset="-122"/>
                </a:rPr>
                <a:t>数字化销售管理</a:t>
              </a:r>
            </a:p>
          </p:txBody>
        </p:sp>
        <p:sp>
          <p:nvSpPr>
            <p:cNvPr id="26" name="矩形: 圆角 25">
              <a:extLst>
                <a:ext uri="{FF2B5EF4-FFF2-40B4-BE49-F238E27FC236}">
                  <a16:creationId xmlns:a16="http://schemas.microsoft.com/office/drawing/2014/main" id="{FB0BDCBD-EFF7-7C0A-78A3-35986E5120B5}"/>
                </a:ext>
              </a:extLst>
            </p:cNvPr>
            <p:cNvSpPr/>
            <p:nvPr/>
          </p:nvSpPr>
          <p:spPr>
            <a:xfrm>
              <a:off x="2586730" y="2047625"/>
              <a:ext cx="1421662" cy="338555"/>
            </a:xfrm>
            <a:prstGeom prst="roundRect">
              <a:avLst/>
            </a:prstGeom>
            <a:gradFill flip="none" rotWithShape="1">
              <a:gsLst>
                <a:gs pos="0">
                  <a:schemeClr val="accent1">
                    <a:lumMod val="60000"/>
                    <a:lumOff val="40000"/>
                  </a:schemeClr>
                </a:gs>
                <a:gs pos="85000">
                  <a:schemeClr val="accent1"/>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sz="1100" dirty="0">
                  <a:latin typeface="思源黑体 CN Medium" panose="020B0600000000000000" pitchFamily="34" charset="-122"/>
                  <a:ea typeface="思源黑体 CN Medium" panose="020B0600000000000000" pitchFamily="34" charset="-122"/>
                </a:rPr>
                <a:t>AI</a:t>
              </a:r>
              <a:r>
                <a:rPr lang="zh-CN" altLang="en-US" sz="1100" dirty="0">
                  <a:latin typeface="思源黑体 CN Medium" panose="020B0600000000000000" pitchFamily="34" charset="-122"/>
                  <a:ea typeface="思源黑体 CN Medium" panose="020B0600000000000000" pitchFamily="34" charset="-122"/>
                </a:rPr>
                <a:t>客户管理助手</a:t>
              </a:r>
            </a:p>
          </p:txBody>
        </p:sp>
      </p:grpSp>
      <p:sp>
        <p:nvSpPr>
          <p:cNvPr id="27" name="矩形: 圆角 26">
            <a:extLst>
              <a:ext uri="{FF2B5EF4-FFF2-40B4-BE49-F238E27FC236}">
                <a16:creationId xmlns:a16="http://schemas.microsoft.com/office/drawing/2014/main" id="{D5ED087F-547E-ED01-C28F-A4C829105BF3}"/>
              </a:ext>
            </a:extLst>
          </p:cNvPr>
          <p:cNvSpPr/>
          <p:nvPr/>
        </p:nvSpPr>
        <p:spPr>
          <a:xfrm>
            <a:off x="892764" y="4494117"/>
            <a:ext cx="3115136" cy="338554"/>
          </a:xfrm>
          <a:prstGeom prst="roundRect">
            <a:avLst/>
          </a:prstGeom>
          <a:gradFill flip="none" rotWithShape="1">
            <a:gsLst>
              <a:gs pos="0">
                <a:schemeClr val="accent1">
                  <a:lumMod val="60000"/>
                  <a:lumOff val="40000"/>
                </a:schemeClr>
              </a:gs>
              <a:gs pos="85000">
                <a:schemeClr val="accent1"/>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1100" dirty="0">
                <a:latin typeface="思源黑体 CN Medium" panose="020B0600000000000000" pitchFamily="34" charset="-122"/>
                <a:ea typeface="思源黑体 CN Medium" panose="020B0600000000000000" pitchFamily="34" charset="-122"/>
              </a:rPr>
              <a:t>智能通信助手提升转化率</a:t>
            </a:r>
          </a:p>
        </p:txBody>
      </p:sp>
      <p:grpSp>
        <p:nvGrpSpPr>
          <p:cNvPr id="28" name="组合 27">
            <a:extLst>
              <a:ext uri="{FF2B5EF4-FFF2-40B4-BE49-F238E27FC236}">
                <a16:creationId xmlns:a16="http://schemas.microsoft.com/office/drawing/2014/main" id="{822617E5-5F87-55C1-3DE3-7210D5D8AB11}"/>
              </a:ext>
            </a:extLst>
          </p:cNvPr>
          <p:cNvGrpSpPr/>
          <p:nvPr/>
        </p:nvGrpSpPr>
        <p:grpSpPr>
          <a:xfrm>
            <a:off x="890148" y="3266331"/>
            <a:ext cx="3117752" cy="345750"/>
            <a:chOff x="1005907" y="2040430"/>
            <a:chExt cx="4155244" cy="345750"/>
          </a:xfrm>
        </p:grpSpPr>
        <p:sp>
          <p:nvSpPr>
            <p:cNvPr id="29" name="矩形: 圆角 28">
              <a:extLst>
                <a:ext uri="{FF2B5EF4-FFF2-40B4-BE49-F238E27FC236}">
                  <a16:creationId xmlns:a16="http://schemas.microsoft.com/office/drawing/2014/main" id="{A4D57504-5A23-0F64-745D-72E0400B6372}"/>
                </a:ext>
              </a:extLst>
            </p:cNvPr>
            <p:cNvSpPr/>
            <p:nvPr/>
          </p:nvSpPr>
          <p:spPr>
            <a:xfrm>
              <a:off x="1005907" y="2044028"/>
              <a:ext cx="1421662" cy="338555"/>
            </a:xfrm>
            <a:prstGeom prst="roundRect">
              <a:avLst/>
            </a:prstGeom>
            <a:gradFill flip="none" rotWithShape="1">
              <a:gsLst>
                <a:gs pos="0">
                  <a:schemeClr val="accent1">
                    <a:lumMod val="60000"/>
                    <a:lumOff val="40000"/>
                  </a:schemeClr>
                </a:gs>
                <a:gs pos="85000">
                  <a:schemeClr val="accent1"/>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1100" dirty="0">
                  <a:latin typeface="思源黑体 CN Medium" panose="020B0600000000000000" pitchFamily="34" charset="-122"/>
                  <a:ea typeface="思源黑体 CN Medium" panose="020B0600000000000000" pitchFamily="34" charset="-122"/>
                </a:rPr>
                <a:t>智能商机挖掘</a:t>
              </a:r>
            </a:p>
          </p:txBody>
        </p:sp>
        <p:sp>
          <p:nvSpPr>
            <p:cNvPr id="30" name="矩形: 圆角 29">
              <a:extLst>
                <a:ext uri="{FF2B5EF4-FFF2-40B4-BE49-F238E27FC236}">
                  <a16:creationId xmlns:a16="http://schemas.microsoft.com/office/drawing/2014/main" id="{0C8528EF-9AF4-B83D-FA45-9717609D02FD}"/>
                </a:ext>
              </a:extLst>
            </p:cNvPr>
            <p:cNvSpPr/>
            <p:nvPr/>
          </p:nvSpPr>
          <p:spPr>
            <a:xfrm>
              <a:off x="2586730" y="2044028"/>
              <a:ext cx="1149272" cy="338555"/>
            </a:xfrm>
            <a:prstGeom prst="roundRect">
              <a:avLst/>
            </a:prstGeom>
            <a:gradFill flip="none" rotWithShape="1">
              <a:gsLst>
                <a:gs pos="0">
                  <a:schemeClr val="accent1">
                    <a:lumMod val="60000"/>
                    <a:lumOff val="40000"/>
                  </a:schemeClr>
                </a:gs>
                <a:gs pos="85000">
                  <a:schemeClr val="accent1"/>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1100" dirty="0">
                  <a:latin typeface="思源黑体 CN Medium" panose="020B0600000000000000" pitchFamily="34" charset="-122"/>
                  <a:ea typeface="思源黑体 CN Medium" panose="020B0600000000000000" pitchFamily="34" charset="-122"/>
                </a:rPr>
                <a:t>营销白动化</a:t>
              </a:r>
            </a:p>
          </p:txBody>
        </p:sp>
        <p:sp>
          <p:nvSpPr>
            <p:cNvPr id="31" name="矩形: 圆角 30">
              <a:extLst>
                <a:ext uri="{FF2B5EF4-FFF2-40B4-BE49-F238E27FC236}">
                  <a16:creationId xmlns:a16="http://schemas.microsoft.com/office/drawing/2014/main" id="{4AF6654C-ED28-77CF-A5B9-F1EA87CA5AE6}"/>
                </a:ext>
              </a:extLst>
            </p:cNvPr>
            <p:cNvSpPr/>
            <p:nvPr/>
          </p:nvSpPr>
          <p:spPr>
            <a:xfrm>
              <a:off x="3895163" y="2040430"/>
              <a:ext cx="1265988" cy="345750"/>
            </a:xfrm>
            <a:prstGeom prst="roundRect">
              <a:avLst/>
            </a:prstGeom>
            <a:gradFill flip="none" rotWithShape="1">
              <a:gsLst>
                <a:gs pos="0">
                  <a:schemeClr val="accent1">
                    <a:lumMod val="60000"/>
                    <a:lumOff val="40000"/>
                  </a:schemeClr>
                </a:gs>
                <a:gs pos="85000">
                  <a:schemeClr val="accent1"/>
                </a:gs>
              </a:gsLst>
              <a:lin ang="5400000" scaled="1"/>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1100" dirty="0">
                  <a:latin typeface="思源黑体 CN Medium" panose="020B0600000000000000" pitchFamily="34" charset="-122"/>
                  <a:ea typeface="思源黑体 CN Medium" panose="020B0600000000000000" pitchFamily="34" charset="-122"/>
                </a:rPr>
                <a:t>智能号码检测</a:t>
              </a:r>
            </a:p>
          </p:txBody>
        </p:sp>
      </p:grpSp>
      <p:grpSp>
        <p:nvGrpSpPr>
          <p:cNvPr id="33" name="组合 32">
            <a:extLst>
              <a:ext uri="{FF2B5EF4-FFF2-40B4-BE49-F238E27FC236}">
                <a16:creationId xmlns:a16="http://schemas.microsoft.com/office/drawing/2014/main" id="{B9CCDC9A-C8A6-A82D-1AB0-6139C18A1605}"/>
              </a:ext>
            </a:extLst>
          </p:cNvPr>
          <p:cNvGrpSpPr>
            <a:grpSpLocks noChangeAspect="1"/>
          </p:cNvGrpSpPr>
          <p:nvPr/>
        </p:nvGrpSpPr>
        <p:grpSpPr>
          <a:xfrm>
            <a:off x="4353994" y="1964195"/>
            <a:ext cx="266431" cy="144000"/>
            <a:chOff x="5736606" y="3806764"/>
            <a:chExt cx="592347" cy="320150"/>
          </a:xfrm>
        </p:grpSpPr>
        <p:sp>
          <p:nvSpPr>
            <p:cNvPr id="34" name="L 形 33">
              <a:extLst>
                <a:ext uri="{FF2B5EF4-FFF2-40B4-BE49-F238E27FC236}">
                  <a16:creationId xmlns:a16="http://schemas.microsoft.com/office/drawing/2014/main" id="{85716C76-0093-A1CC-486A-65E22B31A32B}"/>
                </a:ext>
              </a:extLst>
            </p:cNvPr>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headEnd/>
              <a:tailEnd/>
            </a:ln>
            <a:effectLst>
              <a:outerShdw blurRad="152400" algn="ctr" rotWithShape="0">
                <a:schemeClr val="accent1">
                  <a:alpha val="20000"/>
                </a:schemeClr>
              </a:outerShdw>
            </a:effectLst>
          </p:spPr>
          <p:txBody>
            <a:bodyPr vert="horz" wrap="square" lIns="91440" tIns="45720" rIns="91440" bIns="45720" numCol="1" anchor="t" anchorCtr="0" compatLnSpc="1">
              <a:prstTxWarp prst="textNoShape">
                <a:avLst/>
              </a:prstTxWarp>
            </a:bodyPr>
            <a:lstStyle/>
            <a:p>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sp>
          <p:nvSpPr>
            <p:cNvPr id="35" name="L 形 34">
              <a:extLst>
                <a:ext uri="{FF2B5EF4-FFF2-40B4-BE49-F238E27FC236}">
                  <a16:creationId xmlns:a16="http://schemas.microsoft.com/office/drawing/2014/main" id="{4F894D6C-E1E4-504A-27A9-D0F5225F5EFA}"/>
                </a:ext>
              </a:extLst>
            </p:cNvPr>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headEnd/>
              <a:tailEnd/>
            </a:ln>
            <a:effectLst>
              <a:outerShdw blurRad="152400" algn="ctr" rotWithShape="0">
                <a:schemeClr val="accent1">
                  <a:alpha val="20000"/>
                </a:schemeClr>
              </a:outerShdw>
            </a:effectLst>
          </p:spPr>
          <p:txBody>
            <a:bodyPr vert="horz" wrap="square" lIns="91440" tIns="45720" rIns="91440" bIns="45720" numCol="1" anchor="t" anchorCtr="0" compatLnSpc="1">
              <a:prstTxWarp prst="textNoShape">
                <a:avLst/>
              </a:prstTxWarp>
            </a:bodyPr>
            <a:lstStyle/>
            <a:p>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grpSp>
      <p:grpSp>
        <p:nvGrpSpPr>
          <p:cNvPr id="36" name="组合 35">
            <a:extLst>
              <a:ext uri="{FF2B5EF4-FFF2-40B4-BE49-F238E27FC236}">
                <a16:creationId xmlns:a16="http://schemas.microsoft.com/office/drawing/2014/main" id="{7E1B407C-B195-6901-7D0C-FA7769601107}"/>
              </a:ext>
            </a:extLst>
          </p:cNvPr>
          <p:cNvGrpSpPr>
            <a:grpSpLocks noChangeAspect="1"/>
          </p:cNvGrpSpPr>
          <p:nvPr/>
        </p:nvGrpSpPr>
        <p:grpSpPr>
          <a:xfrm>
            <a:off x="4353994" y="3180026"/>
            <a:ext cx="266431" cy="144000"/>
            <a:chOff x="5736606" y="3806764"/>
            <a:chExt cx="592347" cy="320150"/>
          </a:xfrm>
        </p:grpSpPr>
        <p:sp>
          <p:nvSpPr>
            <p:cNvPr id="37" name="L 形 36">
              <a:extLst>
                <a:ext uri="{FF2B5EF4-FFF2-40B4-BE49-F238E27FC236}">
                  <a16:creationId xmlns:a16="http://schemas.microsoft.com/office/drawing/2014/main" id="{DF85D5FA-3EBE-F629-FF7D-22D5EEA8A84F}"/>
                </a:ext>
              </a:extLst>
            </p:cNvPr>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headEnd/>
              <a:tailEnd/>
            </a:ln>
            <a:effectLst>
              <a:outerShdw blurRad="152400" algn="ctr" rotWithShape="0">
                <a:schemeClr val="accent1">
                  <a:alpha val="20000"/>
                </a:schemeClr>
              </a:outerShdw>
            </a:effectLst>
          </p:spPr>
          <p:txBody>
            <a:bodyPr vert="horz" wrap="square" lIns="91440" tIns="45720" rIns="91440" bIns="45720" numCol="1" anchor="t" anchorCtr="0" compatLnSpc="1">
              <a:prstTxWarp prst="textNoShape">
                <a:avLst/>
              </a:prstTxWarp>
            </a:bodyPr>
            <a:lstStyle/>
            <a:p>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sp>
          <p:nvSpPr>
            <p:cNvPr id="38" name="L 形 37">
              <a:extLst>
                <a:ext uri="{FF2B5EF4-FFF2-40B4-BE49-F238E27FC236}">
                  <a16:creationId xmlns:a16="http://schemas.microsoft.com/office/drawing/2014/main" id="{503826FA-4503-4C78-6E25-F39DFD08E4D4}"/>
                </a:ext>
              </a:extLst>
            </p:cNvPr>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headEnd/>
              <a:tailEnd/>
            </a:ln>
            <a:effectLst>
              <a:outerShdw blurRad="152400" algn="ctr" rotWithShape="0">
                <a:schemeClr val="accent1">
                  <a:alpha val="20000"/>
                </a:schemeClr>
              </a:outerShdw>
            </a:effectLst>
          </p:spPr>
          <p:txBody>
            <a:bodyPr vert="horz" wrap="square" lIns="91440" tIns="45720" rIns="91440" bIns="45720" numCol="1" anchor="t" anchorCtr="0" compatLnSpc="1">
              <a:prstTxWarp prst="textNoShape">
                <a:avLst/>
              </a:prstTxWarp>
            </a:bodyPr>
            <a:lstStyle/>
            <a:p>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grpSp>
      <p:grpSp>
        <p:nvGrpSpPr>
          <p:cNvPr id="39" name="组合 38">
            <a:extLst>
              <a:ext uri="{FF2B5EF4-FFF2-40B4-BE49-F238E27FC236}">
                <a16:creationId xmlns:a16="http://schemas.microsoft.com/office/drawing/2014/main" id="{F4594532-615E-CBC5-E680-047F25C5F7EF}"/>
              </a:ext>
            </a:extLst>
          </p:cNvPr>
          <p:cNvGrpSpPr>
            <a:grpSpLocks noChangeAspect="1"/>
          </p:cNvGrpSpPr>
          <p:nvPr/>
        </p:nvGrpSpPr>
        <p:grpSpPr>
          <a:xfrm>
            <a:off x="4353994" y="4395857"/>
            <a:ext cx="266431" cy="144000"/>
            <a:chOff x="5736606" y="3806764"/>
            <a:chExt cx="592347" cy="320150"/>
          </a:xfrm>
        </p:grpSpPr>
        <p:sp>
          <p:nvSpPr>
            <p:cNvPr id="40" name="L 形 39">
              <a:extLst>
                <a:ext uri="{FF2B5EF4-FFF2-40B4-BE49-F238E27FC236}">
                  <a16:creationId xmlns:a16="http://schemas.microsoft.com/office/drawing/2014/main" id="{AB919143-2E8A-6557-DC55-A12FD2B03F20}"/>
                </a:ext>
              </a:extLst>
            </p:cNvPr>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headEnd/>
              <a:tailEnd/>
            </a:ln>
            <a:effectLst>
              <a:outerShdw blurRad="152400" algn="ctr" rotWithShape="0">
                <a:schemeClr val="accent1">
                  <a:alpha val="20000"/>
                </a:schemeClr>
              </a:outerShdw>
            </a:effectLst>
          </p:spPr>
          <p:txBody>
            <a:bodyPr vert="horz" wrap="square" lIns="91440" tIns="45720" rIns="91440" bIns="45720" numCol="1" anchor="t" anchorCtr="0" compatLnSpc="1">
              <a:prstTxWarp prst="textNoShape">
                <a:avLst/>
              </a:prstTxWarp>
            </a:bodyPr>
            <a:lstStyle/>
            <a:p>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sp>
          <p:nvSpPr>
            <p:cNvPr id="41" name="L 形 40">
              <a:extLst>
                <a:ext uri="{FF2B5EF4-FFF2-40B4-BE49-F238E27FC236}">
                  <a16:creationId xmlns:a16="http://schemas.microsoft.com/office/drawing/2014/main" id="{08ED3347-3A02-8BB0-3595-1577DA6D5D38}"/>
                </a:ext>
              </a:extLst>
            </p:cNvPr>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headEnd/>
              <a:tailEnd/>
            </a:ln>
            <a:effectLst>
              <a:outerShdw blurRad="152400" algn="ctr" rotWithShape="0">
                <a:schemeClr val="accent1">
                  <a:alpha val="20000"/>
                </a:schemeClr>
              </a:outerShdw>
            </a:effectLst>
          </p:spPr>
          <p:txBody>
            <a:bodyPr vert="horz" wrap="square" lIns="91440" tIns="45720" rIns="91440" bIns="45720" numCol="1" anchor="t" anchorCtr="0" compatLnSpc="1">
              <a:prstTxWarp prst="textNoShape">
                <a:avLst/>
              </a:prstTxWarp>
            </a:bodyPr>
            <a:lstStyle/>
            <a:p>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grpSp>
      <p:grpSp>
        <p:nvGrpSpPr>
          <p:cNvPr id="42" name="组合 41">
            <a:extLst>
              <a:ext uri="{FF2B5EF4-FFF2-40B4-BE49-F238E27FC236}">
                <a16:creationId xmlns:a16="http://schemas.microsoft.com/office/drawing/2014/main" id="{F1DDD6C9-696D-E367-808E-65E281385B17}"/>
              </a:ext>
            </a:extLst>
          </p:cNvPr>
          <p:cNvGrpSpPr>
            <a:grpSpLocks noChangeAspect="1"/>
          </p:cNvGrpSpPr>
          <p:nvPr/>
        </p:nvGrpSpPr>
        <p:grpSpPr>
          <a:xfrm>
            <a:off x="4353994" y="5611687"/>
            <a:ext cx="266431" cy="144000"/>
            <a:chOff x="5736606" y="3806764"/>
            <a:chExt cx="592347" cy="320150"/>
          </a:xfrm>
        </p:grpSpPr>
        <p:sp>
          <p:nvSpPr>
            <p:cNvPr id="43" name="L 形 42">
              <a:extLst>
                <a:ext uri="{FF2B5EF4-FFF2-40B4-BE49-F238E27FC236}">
                  <a16:creationId xmlns:a16="http://schemas.microsoft.com/office/drawing/2014/main" id="{D8AB4E8C-6F30-D470-98BC-FEEBD2BFDCCD}"/>
                </a:ext>
              </a:extLst>
            </p:cNvPr>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headEnd/>
              <a:tailEnd/>
            </a:ln>
            <a:effectLst>
              <a:outerShdw blurRad="152400" algn="ctr" rotWithShape="0">
                <a:schemeClr val="accent1">
                  <a:alpha val="20000"/>
                </a:schemeClr>
              </a:outerShdw>
            </a:effectLst>
          </p:spPr>
          <p:txBody>
            <a:bodyPr vert="horz" wrap="square" lIns="91440" tIns="45720" rIns="91440" bIns="45720" numCol="1" anchor="t" anchorCtr="0" compatLnSpc="1">
              <a:prstTxWarp prst="textNoShape">
                <a:avLst/>
              </a:prstTxWarp>
            </a:bodyPr>
            <a:lstStyle/>
            <a:p>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sp>
          <p:nvSpPr>
            <p:cNvPr id="44" name="L 形 43">
              <a:extLst>
                <a:ext uri="{FF2B5EF4-FFF2-40B4-BE49-F238E27FC236}">
                  <a16:creationId xmlns:a16="http://schemas.microsoft.com/office/drawing/2014/main" id="{0880F486-3CA3-4BF8-5B20-45947F243872}"/>
                </a:ext>
              </a:extLst>
            </p:cNvPr>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headEnd/>
              <a:tailEnd/>
            </a:ln>
            <a:effectLst>
              <a:outerShdw blurRad="152400" algn="ctr" rotWithShape="0">
                <a:schemeClr val="accent1">
                  <a:alpha val="20000"/>
                </a:schemeClr>
              </a:outerShdw>
            </a:effectLst>
          </p:spPr>
          <p:txBody>
            <a:bodyPr vert="horz" wrap="square" lIns="91440" tIns="45720" rIns="91440" bIns="45720" numCol="1" anchor="t" anchorCtr="0" compatLnSpc="1">
              <a:prstTxWarp prst="textNoShape">
                <a:avLst/>
              </a:prstTxWarp>
            </a:bodyPr>
            <a:lstStyle/>
            <a:p>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grpSp>
      <p:grpSp>
        <p:nvGrpSpPr>
          <p:cNvPr id="61" name="组合 60">
            <a:extLst>
              <a:ext uri="{FF2B5EF4-FFF2-40B4-BE49-F238E27FC236}">
                <a16:creationId xmlns:a16="http://schemas.microsoft.com/office/drawing/2014/main" id="{E0DCD0D4-E005-F73B-D32D-2D49BCDFC706}"/>
              </a:ext>
            </a:extLst>
          </p:cNvPr>
          <p:cNvGrpSpPr/>
          <p:nvPr/>
        </p:nvGrpSpPr>
        <p:grpSpPr>
          <a:xfrm>
            <a:off x="8300536" y="4395857"/>
            <a:ext cx="974507" cy="144000"/>
            <a:chOff x="8479322" y="4391649"/>
            <a:chExt cx="974507" cy="144000"/>
          </a:xfrm>
        </p:grpSpPr>
        <p:cxnSp>
          <p:nvCxnSpPr>
            <p:cNvPr id="59" name="直接连接符 58">
              <a:extLst>
                <a:ext uri="{FF2B5EF4-FFF2-40B4-BE49-F238E27FC236}">
                  <a16:creationId xmlns:a16="http://schemas.microsoft.com/office/drawing/2014/main" id="{D1A2AE91-D3F4-A48E-21C8-779303FD2040}"/>
                </a:ext>
              </a:extLst>
            </p:cNvPr>
            <p:cNvCxnSpPr>
              <a:cxnSpLocks/>
            </p:cNvCxnSpPr>
            <p:nvPr/>
          </p:nvCxnSpPr>
          <p:spPr>
            <a:xfrm flipH="1">
              <a:off x="8479322" y="4463649"/>
              <a:ext cx="743687" cy="0"/>
            </a:xfrm>
            <a:prstGeom prst="line">
              <a:avLst/>
            </a:prstGeom>
            <a:gradFill flip="none" rotWithShape="1">
              <a:gsLst>
                <a:gs pos="0">
                  <a:schemeClr val="accent2">
                    <a:alpha val="0"/>
                  </a:schemeClr>
                </a:gs>
                <a:gs pos="100000">
                  <a:schemeClr val="accent1"/>
                </a:gs>
              </a:gsLst>
              <a:lin ang="8100000" scaled="1"/>
              <a:tileRect/>
            </a:gradFill>
            <a:ln w="41275" cap="rnd">
              <a:gradFill flip="none" rotWithShape="1">
                <a:gsLst>
                  <a:gs pos="0">
                    <a:schemeClr val="accent2">
                      <a:alpha val="0"/>
                    </a:schemeClr>
                  </a:gs>
                  <a:gs pos="100000">
                    <a:schemeClr val="accent1"/>
                  </a:gs>
                </a:gsLst>
                <a:lin ang="10800000" scaled="1"/>
                <a:tileRect/>
              </a:gradFill>
              <a:prstDash val="sysDash"/>
              <a:round/>
              <a:headEnd/>
              <a:tailEnd/>
            </a:ln>
            <a:effectLst>
              <a:outerShdw blurRad="152400" algn="ctr" rotWithShape="0">
                <a:schemeClr val="accent1">
                  <a:alpha val="20000"/>
                </a:schemeClr>
              </a:outerShdw>
            </a:effectLst>
          </p:spPr>
        </p:cxnSp>
        <p:grpSp>
          <p:nvGrpSpPr>
            <p:cNvPr id="51" name="组合 50">
              <a:extLst>
                <a:ext uri="{FF2B5EF4-FFF2-40B4-BE49-F238E27FC236}">
                  <a16:creationId xmlns:a16="http://schemas.microsoft.com/office/drawing/2014/main" id="{05E5094C-F770-9F18-AC01-9361F10A5FA7}"/>
                </a:ext>
              </a:extLst>
            </p:cNvPr>
            <p:cNvGrpSpPr>
              <a:grpSpLocks noChangeAspect="1"/>
            </p:cNvGrpSpPr>
            <p:nvPr/>
          </p:nvGrpSpPr>
          <p:grpSpPr>
            <a:xfrm>
              <a:off x="9187398" y="4391649"/>
              <a:ext cx="266431" cy="144000"/>
              <a:chOff x="5736606" y="3806764"/>
              <a:chExt cx="592347" cy="320150"/>
            </a:xfrm>
          </p:grpSpPr>
          <p:sp>
            <p:nvSpPr>
              <p:cNvPr id="52" name="L 形 51">
                <a:extLst>
                  <a:ext uri="{FF2B5EF4-FFF2-40B4-BE49-F238E27FC236}">
                    <a16:creationId xmlns:a16="http://schemas.microsoft.com/office/drawing/2014/main" id="{B0D8C12F-A164-4CB9-047E-5A776136ABA6}"/>
                  </a:ext>
                </a:extLst>
              </p:cNvPr>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headEnd/>
                <a:tailEnd/>
              </a:ln>
              <a:effectLst>
                <a:outerShdw blurRad="152400" algn="ctr" rotWithShape="0">
                  <a:schemeClr val="accent1">
                    <a:alpha val="20000"/>
                  </a:schemeClr>
                </a:outerShdw>
              </a:effectLst>
            </p:spPr>
            <p:txBody>
              <a:bodyPr vert="horz" wrap="square" lIns="91440" tIns="45720" rIns="91440" bIns="45720" numCol="1" anchor="t" anchorCtr="0" compatLnSpc="1">
                <a:prstTxWarp prst="textNoShape">
                  <a:avLst/>
                </a:prstTxWarp>
              </a:bodyPr>
              <a:lstStyle/>
              <a:p>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sp>
            <p:nvSpPr>
              <p:cNvPr id="53" name="L 形 52">
                <a:extLst>
                  <a:ext uri="{FF2B5EF4-FFF2-40B4-BE49-F238E27FC236}">
                    <a16:creationId xmlns:a16="http://schemas.microsoft.com/office/drawing/2014/main" id="{F7D796F5-D0F5-EBFA-968C-7240A2BC6217}"/>
                  </a:ext>
                </a:extLst>
              </p:cNvPr>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headEnd/>
                <a:tailEnd/>
              </a:ln>
              <a:effectLst>
                <a:outerShdw blurRad="152400" algn="ctr" rotWithShape="0">
                  <a:schemeClr val="accent1">
                    <a:alpha val="20000"/>
                  </a:schemeClr>
                </a:outerShdw>
              </a:effectLst>
            </p:spPr>
            <p:txBody>
              <a:bodyPr vert="horz" wrap="square" lIns="91440" tIns="45720" rIns="91440" bIns="45720" numCol="1" anchor="t" anchorCtr="0" compatLnSpc="1">
                <a:prstTxWarp prst="textNoShape">
                  <a:avLst/>
                </a:prstTxWarp>
              </a:bodyPr>
              <a:lstStyle/>
              <a:p>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grpSp>
      </p:grpSp>
      <p:grpSp>
        <p:nvGrpSpPr>
          <p:cNvPr id="62" name="组合 61">
            <a:extLst>
              <a:ext uri="{FF2B5EF4-FFF2-40B4-BE49-F238E27FC236}">
                <a16:creationId xmlns:a16="http://schemas.microsoft.com/office/drawing/2014/main" id="{4D107D91-250B-F91F-27AD-A4F17002D6E2}"/>
              </a:ext>
            </a:extLst>
          </p:cNvPr>
          <p:cNvGrpSpPr/>
          <p:nvPr/>
        </p:nvGrpSpPr>
        <p:grpSpPr>
          <a:xfrm>
            <a:off x="8300536" y="5597892"/>
            <a:ext cx="974507" cy="144000"/>
            <a:chOff x="8479322" y="4391649"/>
            <a:chExt cx="974507" cy="144000"/>
          </a:xfrm>
        </p:grpSpPr>
        <p:cxnSp>
          <p:nvCxnSpPr>
            <p:cNvPr id="63" name="直接连接符 62">
              <a:extLst>
                <a:ext uri="{FF2B5EF4-FFF2-40B4-BE49-F238E27FC236}">
                  <a16:creationId xmlns:a16="http://schemas.microsoft.com/office/drawing/2014/main" id="{EAEC7A3B-5066-353B-0EF3-A65A0521E054}"/>
                </a:ext>
              </a:extLst>
            </p:cNvPr>
            <p:cNvCxnSpPr>
              <a:cxnSpLocks/>
            </p:cNvCxnSpPr>
            <p:nvPr/>
          </p:nvCxnSpPr>
          <p:spPr>
            <a:xfrm flipH="1">
              <a:off x="8479322" y="4463649"/>
              <a:ext cx="743687" cy="0"/>
            </a:xfrm>
            <a:prstGeom prst="line">
              <a:avLst/>
            </a:prstGeom>
            <a:gradFill flip="none" rotWithShape="1">
              <a:gsLst>
                <a:gs pos="0">
                  <a:schemeClr val="accent2">
                    <a:alpha val="0"/>
                  </a:schemeClr>
                </a:gs>
                <a:gs pos="100000">
                  <a:schemeClr val="accent1"/>
                </a:gs>
              </a:gsLst>
              <a:lin ang="8100000" scaled="1"/>
              <a:tileRect/>
            </a:gradFill>
            <a:ln w="41275" cap="rnd">
              <a:gradFill flip="none" rotWithShape="1">
                <a:gsLst>
                  <a:gs pos="0">
                    <a:schemeClr val="accent2">
                      <a:alpha val="0"/>
                    </a:schemeClr>
                  </a:gs>
                  <a:gs pos="100000">
                    <a:schemeClr val="accent1"/>
                  </a:gs>
                </a:gsLst>
                <a:lin ang="10800000" scaled="1"/>
                <a:tileRect/>
              </a:gradFill>
              <a:prstDash val="sysDash"/>
              <a:round/>
              <a:headEnd/>
              <a:tailEnd/>
            </a:ln>
            <a:effectLst>
              <a:outerShdw blurRad="152400" algn="ctr" rotWithShape="0">
                <a:schemeClr val="accent1">
                  <a:alpha val="20000"/>
                </a:schemeClr>
              </a:outerShdw>
            </a:effectLst>
          </p:spPr>
        </p:cxnSp>
        <p:grpSp>
          <p:nvGrpSpPr>
            <p:cNvPr id="64" name="组合 63">
              <a:extLst>
                <a:ext uri="{FF2B5EF4-FFF2-40B4-BE49-F238E27FC236}">
                  <a16:creationId xmlns:a16="http://schemas.microsoft.com/office/drawing/2014/main" id="{4CB22F26-EBEF-BF37-FD26-3321D48D2C20}"/>
                </a:ext>
              </a:extLst>
            </p:cNvPr>
            <p:cNvGrpSpPr>
              <a:grpSpLocks noChangeAspect="1"/>
            </p:cNvGrpSpPr>
            <p:nvPr/>
          </p:nvGrpSpPr>
          <p:grpSpPr>
            <a:xfrm>
              <a:off x="9187398" y="4391649"/>
              <a:ext cx="266431" cy="144000"/>
              <a:chOff x="5736606" y="3806764"/>
              <a:chExt cx="592347" cy="320150"/>
            </a:xfrm>
          </p:grpSpPr>
          <p:sp>
            <p:nvSpPr>
              <p:cNvPr id="65" name="L 形 64">
                <a:extLst>
                  <a:ext uri="{FF2B5EF4-FFF2-40B4-BE49-F238E27FC236}">
                    <a16:creationId xmlns:a16="http://schemas.microsoft.com/office/drawing/2014/main" id="{F2CDD4FB-7AB3-EA58-F5F5-3667EFE7671B}"/>
                  </a:ext>
                </a:extLst>
              </p:cNvPr>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headEnd/>
                <a:tailEnd/>
              </a:ln>
              <a:effectLst>
                <a:outerShdw blurRad="152400" algn="ctr" rotWithShape="0">
                  <a:schemeClr val="accent1">
                    <a:alpha val="20000"/>
                  </a:schemeClr>
                </a:outerShdw>
              </a:effectLst>
            </p:spPr>
            <p:txBody>
              <a:bodyPr vert="horz" wrap="square" lIns="91440" tIns="45720" rIns="91440" bIns="45720" numCol="1" anchor="t" anchorCtr="0" compatLnSpc="1">
                <a:prstTxWarp prst="textNoShape">
                  <a:avLst/>
                </a:prstTxWarp>
              </a:bodyPr>
              <a:lstStyle/>
              <a:p>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sp>
            <p:nvSpPr>
              <p:cNvPr id="66" name="L 形 65">
                <a:extLst>
                  <a:ext uri="{FF2B5EF4-FFF2-40B4-BE49-F238E27FC236}">
                    <a16:creationId xmlns:a16="http://schemas.microsoft.com/office/drawing/2014/main" id="{C45B3907-6A56-A5BA-25AB-37BAC2536762}"/>
                  </a:ext>
                </a:extLst>
              </p:cNvPr>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headEnd/>
                <a:tailEnd/>
              </a:ln>
              <a:effectLst>
                <a:outerShdw blurRad="152400" algn="ctr" rotWithShape="0">
                  <a:schemeClr val="accent1">
                    <a:alpha val="20000"/>
                  </a:schemeClr>
                </a:outerShdw>
              </a:effectLst>
            </p:spPr>
            <p:txBody>
              <a:bodyPr vert="horz" wrap="square" lIns="91440" tIns="45720" rIns="91440" bIns="45720" numCol="1" anchor="t" anchorCtr="0" compatLnSpc="1">
                <a:prstTxWarp prst="textNoShape">
                  <a:avLst/>
                </a:prstTxWarp>
              </a:bodyPr>
              <a:lstStyle/>
              <a:p>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grpSp>
      </p:grpSp>
      <p:grpSp>
        <p:nvGrpSpPr>
          <p:cNvPr id="69" name="组合 68">
            <a:extLst>
              <a:ext uri="{FF2B5EF4-FFF2-40B4-BE49-F238E27FC236}">
                <a16:creationId xmlns:a16="http://schemas.microsoft.com/office/drawing/2014/main" id="{A842D718-38C4-1B9C-4A9A-E59F1838231F}"/>
              </a:ext>
            </a:extLst>
          </p:cNvPr>
          <p:cNvGrpSpPr/>
          <p:nvPr/>
        </p:nvGrpSpPr>
        <p:grpSpPr>
          <a:xfrm>
            <a:off x="5929736" y="1722524"/>
            <a:ext cx="1601722" cy="670297"/>
            <a:chOff x="6030138" y="1657208"/>
            <a:chExt cx="1601722" cy="670297"/>
          </a:xfrm>
        </p:grpSpPr>
        <p:sp>
          <p:nvSpPr>
            <p:cNvPr id="67" name="文本框 66">
              <a:extLst>
                <a:ext uri="{FF2B5EF4-FFF2-40B4-BE49-F238E27FC236}">
                  <a16:creationId xmlns:a16="http://schemas.microsoft.com/office/drawing/2014/main" id="{2470A10F-AC87-6CD1-E48E-0A132162DC91}"/>
                </a:ext>
              </a:extLst>
            </p:cNvPr>
            <p:cNvSpPr txBox="1"/>
            <p:nvPr/>
          </p:nvSpPr>
          <p:spPr>
            <a:xfrm>
              <a:off x="6030138" y="1657208"/>
              <a:ext cx="1601722" cy="369332"/>
            </a:xfrm>
            <a:prstGeom prst="rect">
              <a:avLst/>
            </a:prstGeom>
            <a:noFill/>
          </p:spPr>
          <p:txBody>
            <a:bodyPr wrap="none" rtlCol="0">
              <a:spAutoFit/>
            </a:bodyPr>
            <a:lstStyle/>
            <a:p>
              <a:pPr algn="ctr"/>
              <a:r>
                <a:rPr lang="en-US" altLang="zh-CN" dirty="0">
                  <a:solidFill>
                    <a:schemeClr val="accent1"/>
                  </a:solidFill>
                  <a:latin typeface="思源黑体 CN Medium" panose="020B0600000000000000" pitchFamily="34" charset="-122"/>
                  <a:ea typeface="思源黑体 CN Medium" panose="020B0600000000000000" pitchFamily="34" charset="-122"/>
                </a:rPr>
                <a:t>3</a:t>
              </a:r>
              <a:r>
                <a:rPr lang="zh-CN" altLang="en-US" dirty="0">
                  <a:solidFill>
                    <a:schemeClr val="accent1"/>
                  </a:solidFill>
                  <a:latin typeface="思源黑体 CN Medium" panose="020B0600000000000000" pitchFamily="34" charset="-122"/>
                  <a:ea typeface="思源黑体 CN Medium" panose="020B0600000000000000" pitchFamily="34" charset="-122"/>
                </a:rPr>
                <a:t>亿</a:t>
              </a:r>
              <a:r>
                <a:rPr lang="en-US" altLang="zh-CN" dirty="0">
                  <a:solidFill>
                    <a:schemeClr val="accent1"/>
                  </a:solidFill>
                  <a:latin typeface="思源黑体 CN Medium" panose="020B0600000000000000" pitchFamily="34" charset="-122"/>
                  <a:ea typeface="思源黑体 CN Medium" panose="020B0600000000000000" pitchFamily="34" charset="-122"/>
                </a:rPr>
                <a:t>+</a:t>
              </a:r>
              <a:r>
                <a:rPr lang="zh-CN" altLang="en-US" dirty="0">
                  <a:solidFill>
                    <a:schemeClr val="accent1"/>
                  </a:solidFill>
                  <a:latin typeface="思源黑体 CN Medium" panose="020B0600000000000000" pitchFamily="34" charset="-122"/>
                  <a:ea typeface="思源黑体 CN Medium" panose="020B0600000000000000" pitchFamily="34" charset="-122"/>
                </a:rPr>
                <a:t>优质线索</a:t>
              </a:r>
            </a:p>
          </p:txBody>
        </p:sp>
        <p:sp>
          <p:nvSpPr>
            <p:cNvPr id="68" name="文本框 67">
              <a:extLst>
                <a:ext uri="{FF2B5EF4-FFF2-40B4-BE49-F238E27FC236}">
                  <a16:creationId xmlns:a16="http://schemas.microsoft.com/office/drawing/2014/main" id="{4B1BF597-7D3F-DADD-FA44-249978F94C61}"/>
                </a:ext>
              </a:extLst>
            </p:cNvPr>
            <p:cNvSpPr txBox="1"/>
            <p:nvPr/>
          </p:nvSpPr>
          <p:spPr>
            <a:xfrm>
              <a:off x="6281009" y="2019728"/>
              <a:ext cx="1099981" cy="307777"/>
            </a:xfrm>
            <a:prstGeom prst="rect">
              <a:avLst/>
            </a:prstGeom>
            <a:noFill/>
          </p:spPr>
          <p:txBody>
            <a:bodyPr wrap="none" rtlCol="0">
              <a:spAutoFit/>
            </a:bodyPr>
            <a:lstStyle/>
            <a:p>
              <a:pPr algn="ctr"/>
              <a:r>
                <a:rPr lang="zh-CN" altLang="en-US" sz="1400" dirty="0">
                  <a:solidFill>
                    <a:schemeClr val="accent1">
                      <a:lumMod val="60000"/>
                      <a:lumOff val="40000"/>
                    </a:schemeClr>
                  </a:solidFill>
                  <a:latin typeface="思源黑体 CN Medium" panose="020B0600000000000000" pitchFamily="34" charset="-122"/>
                  <a:ea typeface="思源黑体 CN Medium" panose="020B0600000000000000" pitchFamily="34" charset="-122"/>
                </a:rPr>
                <a:t>线索  </a:t>
              </a:r>
              <a:r>
                <a:rPr lang="en-US" altLang="zh-CN" sz="1400" dirty="0">
                  <a:solidFill>
                    <a:schemeClr val="accent1">
                      <a:lumMod val="60000"/>
                      <a:lumOff val="40000"/>
                    </a:schemeClr>
                  </a:solidFill>
                  <a:latin typeface="思源黑体 CN Medium" panose="020B0600000000000000" pitchFamily="34" charset="-122"/>
                  <a:ea typeface="思源黑体 CN Medium" panose="020B0600000000000000" pitchFamily="34" charset="-122"/>
                </a:rPr>
                <a:t>+80%</a:t>
              </a:r>
              <a:endParaRPr lang="zh-CN" altLang="en-US" sz="1400" dirty="0">
                <a:solidFill>
                  <a:schemeClr val="accent1">
                    <a:lumMod val="60000"/>
                    <a:lumOff val="40000"/>
                  </a:schemeClr>
                </a:solidFill>
                <a:latin typeface="思源黑体 CN Medium" panose="020B0600000000000000" pitchFamily="34" charset="-122"/>
                <a:ea typeface="思源黑体 CN Medium" panose="020B0600000000000000" pitchFamily="34" charset="-122"/>
              </a:endParaRPr>
            </a:p>
          </p:txBody>
        </p:sp>
      </p:grpSp>
      <p:grpSp>
        <p:nvGrpSpPr>
          <p:cNvPr id="70" name="组合 69">
            <a:extLst>
              <a:ext uri="{FF2B5EF4-FFF2-40B4-BE49-F238E27FC236}">
                <a16:creationId xmlns:a16="http://schemas.microsoft.com/office/drawing/2014/main" id="{A7080E9D-C54F-1454-2A40-357CE19B2C95}"/>
              </a:ext>
            </a:extLst>
          </p:cNvPr>
          <p:cNvGrpSpPr/>
          <p:nvPr/>
        </p:nvGrpSpPr>
        <p:grpSpPr>
          <a:xfrm>
            <a:off x="5929736" y="3050387"/>
            <a:ext cx="1601722" cy="670297"/>
            <a:chOff x="6030138" y="1657208"/>
            <a:chExt cx="1601722" cy="670297"/>
          </a:xfrm>
        </p:grpSpPr>
        <p:sp>
          <p:nvSpPr>
            <p:cNvPr id="71" name="文本框 70">
              <a:extLst>
                <a:ext uri="{FF2B5EF4-FFF2-40B4-BE49-F238E27FC236}">
                  <a16:creationId xmlns:a16="http://schemas.microsoft.com/office/drawing/2014/main" id="{2736D764-7AA5-E9EE-7668-96E48383B166}"/>
                </a:ext>
              </a:extLst>
            </p:cNvPr>
            <p:cNvSpPr txBox="1"/>
            <p:nvPr/>
          </p:nvSpPr>
          <p:spPr>
            <a:xfrm>
              <a:off x="6030138" y="1657208"/>
              <a:ext cx="1601722" cy="369332"/>
            </a:xfrm>
            <a:prstGeom prst="rect">
              <a:avLst/>
            </a:prstGeom>
            <a:noFill/>
          </p:spPr>
          <p:txBody>
            <a:bodyPr wrap="none" rtlCol="0">
              <a:spAutoFit/>
            </a:bodyPr>
            <a:lstStyle/>
            <a:p>
              <a:pPr algn="ctr"/>
              <a:r>
                <a:rPr lang="zh-CN" altLang="en-US" dirty="0">
                  <a:solidFill>
                    <a:schemeClr val="accent1"/>
                  </a:solidFill>
                  <a:latin typeface="思源黑体 CN Medium" panose="020B0600000000000000" pitchFamily="34" charset="-122"/>
                  <a:ea typeface="思源黑体 CN Medium" panose="020B0600000000000000" pitchFamily="34" charset="-122"/>
                </a:rPr>
                <a:t>关键客户识别</a:t>
              </a:r>
            </a:p>
          </p:txBody>
        </p:sp>
        <p:sp>
          <p:nvSpPr>
            <p:cNvPr id="72" name="文本框 71">
              <a:extLst>
                <a:ext uri="{FF2B5EF4-FFF2-40B4-BE49-F238E27FC236}">
                  <a16:creationId xmlns:a16="http://schemas.microsoft.com/office/drawing/2014/main" id="{6ECFBEB7-2D4F-540D-7737-9AA7CBC8A187}"/>
                </a:ext>
              </a:extLst>
            </p:cNvPr>
            <p:cNvSpPr txBox="1"/>
            <p:nvPr/>
          </p:nvSpPr>
          <p:spPr>
            <a:xfrm>
              <a:off x="6281009" y="2019728"/>
              <a:ext cx="1099981" cy="307777"/>
            </a:xfrm>
            <a:prstGeom prst="rect">
              <a:avLst/>
            </a:prstGeom>
            <a:noFill/>
          </p:spPr>
          <p:txBody>
            <a:bodyPr wrap="none" rtlCol="0">
              <a:spAutoFit/>
            </a:bodyPr>
            <a:lstStyle/>
            <a:p>
              <a:pPr algn="ctr"/>
              <a:r>
                <a:rPr lang="zh-CN" altLang="en-US" sz="1400" dirty="0">
                  <a:solidFill>
                    <a:schemeClr val="accent1">
                      <a:lumMod val="60000"/>
                      <a:lumOff val="40000"/>
                    </a:schemeClr>
                  </a:solidFill>
                  <a:latin typeface="思源黑体 CN Medium" panose="020B0600000000000000" pitchFamily="34" charset="-122"/>
                  <a:ea typeface="思源黑体 CN Medium" panose="020B0600000000000000" pitchFamily="34" charset="-122"/>
                </a:rPr>
                <a:t>客户  </a:t>
              </a:r>
              <a:r>
                <a:rPr lang="en-US" altLang="zh-CN" sz="1400" dirty="0">
                  <a:solidFill>
                    <a:schemeClr val="accent1">
                      <a:lumMod val="60000"/>
                      <a:lumOff val="40000"/>
                    </a:schemeClr>
                  </a:solidFill>
                  <a:latin typeface="思源黑体 CN Medium" panose="020B0600000000000000" pitchFamily="34" charset="-122"/>
                  <a:ea typeface="思源黑体 CN Medium" panose="020B0600000000000000" pitchFamily="34" charset="-122"/>
                </a:rPr>
                <a:t>+40%</a:t>
              </a:r>
              <a:endParaRPr lang="zh-CN" altLang="en-US" sz="1400" dirty="0">
                <a:solidFill>
                  <a:schemeClr val="accent1">
                    <a:lumMod val="60000"/>
                    <a:lumOff val="40000"/>
                  </a:schemeClr>
                </a:solidFill>
                <a:latin typeface="思源黑体 CN Medium" panose="020B0600000000000000" pitchFamily="34" charset="-122"/>
                <a:ea typeface="思源黑体 CN Medium" panose="020B0600000000000000" pitchFamily="34" charset="-122"/>
              </a:endParaRPr>
            </a:p>
          </p:txBody>
        </p:sp>
      </p:grpSp>
      <p:grpSp>
        <p:nvGrpSpPr>
          <p:cNvPr id="73" name="组合 72">
            <a:extLst>
              <a:ext uri="{FF2B5EF4-FFF2-40B4-BE49-F238E27FC236}">
                <a16:creationId xmlns:a16="http://schemas.microsoft.com/office/drawing/2014/main" id="{95FC774C-72D0-518B-4F27-6F414ACDA697}"/>
              </a:ext>
            </a:extLst>
          </p:cNvPr>
          <p:cNvGrpSpPr/>
          <p:nvPr/>
        </p:nvGrpSpPr>
        <p:grpSpPr>
          <a:xfrm>
            <a:off x="5929736" y="4231289"/>
            <a:ext cx="1601722" cy="670297"/>
            <a:chOff x="6030138" y="1657208"/>
            <a:chExt cx="1601722" cy="670297"/>
          </a:xfrm>
        </p:grpSpPr>
        <p:sp>
          <p:nvSpPr>
            <p:cNvPr id="74" name="文本框 73">
              <a:extLst>
                <a:ext uri="{FF2B5EF4-FFF2-40B4-BE49-F238E27FC236}">
                  <a16:creationId xmlns:a16="http://schemas.microsoft.com/office/drawing/2014/main" id="{B5A684BC-D954-98C1-54C7-5AE290A812E4}"/>
                </a:ext>
              </a:extLst>
            </p:cNvPr>
            <p:cNvSpPr txBox="1"/>
            <p:nvPr/>
          </p:nvSpPr>
          <p:spPr>
            <a:xfrm>
              <a:off x="6030138" y="1657208"/>
              <a:ext cx="1601722" cy="369332"/>
            </a:xfrm>
            <a:prstGeom prst="rect">
              <a:avLst/>
            </a:prstGeom>
            <a:noFill/>
          </p:spPr>
          <p:txBody>
            <a:bodyPr wrap="none" rtlCol="0">
              <a:spAutoFit/>
            </a:bodyPr>
            <a:lstStyle/>
            <a:p>
              <a:pPr algn="ctr"/>
              <a:r>
                <a:rPr lang="zh-CN" altLang="en-US" dirty="0">
                  <a:solidFill>
                    <a:schemeClr val="accent1"/>
                  </a:solidFill>
                  <a:latin typeface="思源黑体 CN Medium" panose="020B0600000000000000" pitchFamily="34" charset="-122"/>
                  <a:ea typeface="思源黑体 CN Medium" panose="020B0600000000000000" pitchFamily="34" charset="-122"/>
                </a:rPr>
                <a:t>高效商机转化</a:t>
              </a:r>
            </a:p>
          </p:txBody>
        </p:sp>
        <p:sp>
          <p:nvSpPr>
            <p:cNvPr id="75" name="文本框 74">
              <a:extLst>
                <a:ext uri="{FF2B5EF4-FFF2-40B4-BE49-F238E27FC236}">
                  <a16:creationId xmlns:a16="http://schemas.microsoft.com/office/drawing/2014/main" id="{BD8A6F94-E814-7F5D-7C2E-0A5B4F77A659}"/>
                </a:ext>
              </a:extLst>
            </p:cNvPr>
            <p:cNvSpPr txBox="1"/>
            <p:nvPr/>
          </p:nvSpPr>
          <p:spPr>
            <a:xfrm>
              <a:off x="6281009" y="2019728"/>
              <a:ext cx="1099981" cy="307777"/>
            </a:xfrm>
            <a:prstGeom prst="rect">
              <a:avLst/>
            </a:prstGeom>
            <a:noFill/>
          </p:spPr>
          <p:txBody>
            <a:bodyPr wrap="none" rtlCol="0">
              <a:spAutoFit/>
            </a:bodyPr>
            <a:lstStyle/>
            <a:p>
              <a:pPr algn="ctr"/>
              <a:r>
                <a:rPr lang="zh-CN" altLang="en-US" sz="1400" dirty="0">
                  <a:solidFill>
                    <a:schemeClr val="accent1">
                      <a:lumMod val="60000"/>
                      <a:lumOff val="40000"/>
                    </a:schemeClr>
                  </a:solidFill>
                  <a:latin typeface="思源黑体 CN Medium" panose="020B0600000000000000" pitchFamily="34" charset="-122"/>
                  <a:ea typeface="思源黑体 CN Medium" panose="020B0600000000000000" pitchFamily="34" charset="-122"/>
                </a:rPr>
                <a:t>商机  </a:t>
              </a:r>
              <a:r>
                <a:rPr lang="en-US" altLang="zh-CN" sz="1400" dirty="0">
                  <a:solidFill>
                    <a:schemeClr val="accent1">
                      <a:lumMod val="60000"/>
                      <a:lumOff val="40000"/>
                    </a:schemeClr>
                  </a:solidFill>
                  <a:latin typeface="思源黑体 CN Medium" panose="020B0600000000000000" pitchFamily="34" charset="-122"/>
                  <a:ea typeface="思源黑体 CN Medium" panose="020B0600000000000000" pitchFamily="34" charset="-122"/>
                </a:rPr>
                <a:t>+30%</a:t>
              </a:r>
              <a:endParaRPr lang="zh-CN" altLang="en-US" sz="1400" dirty="0">
                <a:solidFill>
                  <a:schemeClr val="accent1">
                    <a:lumMod val="60000"/>
                    <a:lumOff val="40000"/>
                  </a:schemeClr>
                </a:solidFill>
                <a:latin typeface="思源黑体 CN Medium" panose="020B0600000000000000" pitchFamily="34" charset="-122"/>
                <a:ea typeface="思源黑体 CN Medium" panose="020B0600000000000000" pitchFamily="34" charset="-122"/>
              </a:endParaRPr>
            </a:p>
          </p:txBody>
        </p:sp>
      </p:grpSp>
      <p:grpSp>
        <p:nvGrpSpPr>
          <p:cNvPr id="76" name="组合 75">
            <a:extLst>
              <a:ext uri="{FF2B5EF4-FFF2-40B4-BE49-F238E27FC236}">
                <a16:creationId xmlns:a16="http://schemas.microsoft.com/office/drawing/2014/main" id="{4661D721-1C70-69AC-9E78-C4C5B4379A08}"/>
              </a:ext>
            </a:extLst>
          </p:cNvPr>
          <p:cNvGrpSpPr/>
          <p:nvPr/>
        </p:nvGrpSpPr>
        <p:grpSpPr>
          <a:xfrm>
            <a:off x="5929736" y="5314216"/>
            <a:ext cx="1601722" cy="670297"/>
            <a:chOff x="6030138" y="1657208"/>
            <a:chExt cx="1601722" cy="670297"/>
          </a:xfrm>
        </p:grpSpPr>
        <p:sp>
          <p:nvSpPr>
            <p:cNvPr id="77" name="文本框 76">
              <a:extLst>
                <a:ext uri="{FF2B5EF4-FFF2-40B4-BE49-F238E27FC236}">
                  <a16:creationId xmlns:a16="http://schemas.microsoft.com/office/drawing/2014/main" id="{0E87BA70-9D0B-FBBD-ED1F-4FDF4D726E80}"/>
                </a:ext>
              </a:extLst>
            </p:cNvPr>
            <p:cNvSpPr txBox="1"/>
            <p:nvPr/>
          </p:nvSpPr>
          <p:spPr>
            <a:xfrm>
              <a:off x="6030138" y="1657208"/>
              <a:ext cx="1601722" cy="369332"/>
            </a:xfrm>
            <a:prstGeom prst="rect">
              <a:avLst/>
            </a:prstGeom>
            <a:noFill/>
          </p:spPr>
          <p:txBody>
            <a:bodyPr wrap="none" rtlCol="0">
              <a:spAutoFit/>
            </a:bodyPr>
            <a:lstStyle/>
            <a:p>
              <a:pPr algn="ctr"/>
              <a:r>
                <a:rPr lang="zh-CN" altLang="en-US" dirty="0">
                  <a:solidFill>
                    <a:schemeClr val="accent1"/>
                  </a:solidFill>
                  <a:latin typeface="思源黑体 CN Medium" panose="020B0600000000000000" pitchFamily="34" charset="-122"/>
                  <a:ea typeface="思源黑体 CN Medium" panose="020B0600000000000000" pitchFamily="34" charset="-122"/>
                </a:rPr>
                <a:t>精细客户管理</a:t>
              </a:r>
            </a:p>
          </p:txBody>
        </p:sp>
        <p:sp>
          <p:nvSpPr>
            <p:cNvPr id="78" name="文本框 77">
              <a:extLst>
                <a:ext uri="{FF2B5EF4-FFF2-40B4-BE49-F238E27FC236}">
                  <a16:creationId xmlns:a16="http://schemas.microsoft.com/office/drawing/2014/main" id="{01266051-BC01-CC48-199E-CDFD1BBD393C}"/>
                </a:ext>
              </a:extLst>
            </p:cNvPr>
            <p:cNvSpPr txBox="1"/>
            <p:nvPr/>
          </p:nvSpPr>
          <p:spPr>
            <a:xfrm>
              <a:off x="6281009" y="2019728"/>
              <a:ext cx="1099981" cy="307777"/>
            </a:xfrm>
            <a:prstGeom prst="rect">
              <a:avLst/>
            </a:prstGeom>
            <a:noFill/>
          </p:spPr>
          <p:txBody>
            <a:bodyPr wrap="none" rtlCol="0">
              <a:spAutoFit/>
            </a:bodyPr>
            <a:lstStyle/>
            <a:p>
              <a:pPr algn="ctr"/>
              <a:r>
                <a:rPr lang="zh-CN" altLang="en-US" sz="1400" dirty="0">
                  <a:solidFill>
                    <a:schemeClr val="accent1">
                      <a:lumMod val="60000"/>
                      <a:lumOff val="40000"/>
                    </a:schemeClr>
                  </a:solidFill>
                  <a:latin typeface="思源黑体 CN Medium" panose="020B0600000000000000" pitchFamily="34" charset="-122"/>
                  <a:ea typeface="思源黑体 CN Medium" panose="020B0600000000000000" pitchFamily="34" charset="-122"/>
                </a:rPr>
                <a:t>商机  </a:t>
              </a:r>
              <a:r>
                <a:rPr lang="en-US" altLang="zh-CN" sz="1400" dirty="0">
                  <a:solidFill>
                    <a:schemeClr val="accent1">
                      <a:lumMod val="60000"/>
                      <a:lumOff val="40000"/>
                    </a:schemeClr>
                  </a:solidFill>
                  <a:latin typeface="思源黑体 CN Medium" panose="020B0600000000000000" pitchFamily="34" charset="-122"/>
                  <a:ea typeface="思源黑体 CN Medium" panose="020B0600000000000000" pitchFamily="34" charset="-122"/>
                </a:rPr>
                <a:t>+30%</a:t>
              </a:r>
              <a:endParaRPr lang="zh-CN" altLang="en-US" sz="1400" dirty="0">
                <a:solidFill>
                  <a:schemeClr val="accent1">
                    <a:lumMod val="60000"/>
                    <a:lumOff val="40000"/>
                  </a:schemeClr>
                </a:solidFill>
                <a:latin typeface="思源黑体 CN Medium" panose="020B0600000000000000" pitchFamily="34" charset="-122"/>
                <a:ea typeface="思源黑体 CN Medium" panose="020B0600000000000000" pitchFamily="34" charset="-122"/>
              </a:endParaRPr>
            </a:p>
          </p:txBody>
        </p:sp>
      </p:grpSp>
      <p:grpSp>
        <p:nvGrpSpPr>
          <p:cNvPr id="102" name="组合 101">
            <a:extLst>
              <a:ext uri="{FF2B5EF4-FFF2-40B4-BE49-F238E27FC236}">
                <a16:creationId xmlns:a16="http://schemas.microsoft.com/office/drawing/2014/main" id="{D99336EA-ACF3-3EDA-436C-AF89D64E244B}"/>
              </a:ext>
            </a:extLst>
          </p:cNvPr>
          <p:cNvGrpSpPr/>
          <p:nvPr/>
        </p:nvGrpSpPr>
        <p:grpSpPr>
          <a:xfrm>
            <a:off x="8850743" y="1964195"/>
            <a:ext cx="1433396" cy="2148211"/>
            <a:chOff x="8850743" y="1964195"/>
            <a:chExt cx="1433396" cy="2148211"/>
          </a:xfrm>
        </p:grpSpPr>
        <p:grpSp>
          <p:nvGrpSpPr>
            <p:cNvPr id="81" name="组合 80">
              <a:extLst>
                <a:ext uri="{FF2B5EF4-FFF2-40B4-BE49-F238E27FC236}">
                  <a16:creationId xmlns:a16="http://schemas.microsoft.com/office/drawing/2014/main" id="{0F992B6F-4687-A7AA-3F81-E025AE5CAC2B}"/>
                </a:ext>
              </a:extLst>
            </p:cNvPr>
            <p:cNvGrpSpPr>
              <a:grpSpLocks noChangeAspect="1"/>
            </p:cNvGrpSpPr>
            <p:nvPr/>
          </p:nvGrpSpPr>
          <p:grpSpPr>
            <a:xfrm flipH="1">
              <a:off x="8850743" y="1964195"/>
              <a:ext cx="266431" cy="144000"/>
              <a:chOff x="5736606" y="3806764"/>
              <a:chExt cx="592347" cy="320150"/>
            </a:xfrm>
          </p:grpSpPr>
          <p:sp>
            <p:nvSpPr>
              <p:cNvPr id="82" name="L 形 81">
                <a:extLst>
                  <a:ext uri="{FF2B5EF4-FFF2-40B4-BE49-F238E27FC236}">
                    <a16:creationId xmlns:a16="http://schemas.microsoft.com/office/drawing/2014/main" id="{EC34585D-0B17-2979-8893-08F0E5949513}"/>
                  </a:ext>
                </a:extLst>
              </p:cNvPr>
              <p:cNvSpPr/>
              <p:nvPr/>
            </p:nvSpPr>
            <p:spPr>
              <a:xfrm rot="13500000">
                <a:off x="6008803"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headEnd/>
                <a:tailEnd/>
              </a:ln>
              <a:effectLst>
                <a:outerShdw blurRad="152400" algn="ctr" rotWithShape="0">
                  <a:schemeClr val="accent1">
                    <a:alpha val="20000"/>
                  </a:schemeClr>
                </a:outerShdw>
              </a:effectLst>
            </p:spPr>
            <p:txBody>
              <a:bodyPr vert="horz" wrap="square" lIns="91440" tIns="45720" rIns="91440" bIns="45720" numCol="1" anchor="t" anchorCtr="0" compatLnSpc="1">
                <a:prstTxWarp prst="textNoShape">
                  <a:avLst/>
                </a:prstTxWarp>
              </a:bodyPr>
              <a:lstStyle/>
              <a:p>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sp>
            <p:nvSpPr>
              <p:cNvPr id="83" name="L 形 82">
                <a:extLst>
                  <a:ext uri="{FF2B5EF4-FFF2-40B4-BE49-F238E27FC236}">
                    <a16:creationId xmlns:a16="http://schemas.microsoft.com/office/drawing/2014/main" id="{9354C138-A743-68D6-2CD9-CCE4DB93257C}"/>
                  </a:ext>
                </a:extLst>
              </p:cNvPr>
              <p:cNvSpPr/>
              <p:nvPr/>
            </p:nvSpPr>
            <p:spPr>
              <a:xfrm rot="13500000">
                <a:off x="5736606" y="3806764"/>
                <a:ext cx="320150" cy="320150"/>
              </a:xfrm>
              <a:prstGeom prst="corner">
                <a:avLst>
                  <a:gd name="adj1" fmla="val 25666"/>
                  <a:gd name="adj2" fmla="val 25479"/>
                </a:avLst>
              </a:prstGeom>
              <a:gradFill flip="none" rotWithShape="1">
                <a:gsLst>
                  <a:gs pos="0">
                    <a:schemeClr val="accent2">
                      <a:alpha val="0"/>
                    </a:schemeClr>
                  </a:gs>
                  <a:gs pos="100000">
                    <a:schemeClr val="accent1"/>
                  </a:gs>
                </a:gsLst>
                <a:lin ang="8100000" scaled="1"/>
                <a:tileRect/>
              </a:gradFill>
              <a:ln w="3175">
                <a:gradFill flip="none" rotWithShape="1">
                  <a:gsLst>
                    <a:gs pos="0">
                      <a:schemeClr val="accent1">
                        <a:alpha val="0"/>
                      </a:schemeClr>
                    </a:gs>
                    <a:gs pos="77000">
                      <a:schemeClr val="accent1"/>
                    </a:gs>
                  </a:gsLst>
                  <a:lin ang="8100000" scaled="1"/>
                  <a:tileRect/>
                </a:gradFill>
                <a:round/>
                <a:headEnd/>
                <a:tailEnd/>
              </a:ln>
              <a:effectLst>
                <a:outerShdw blurRad="152400" algn="ctr" rotWithShape="0">
                  <a:schemeClr val="accent1">
                    <a:alpha val="20000"/>
                  </a:schemeClr>
                </a:outerShdw>
              </a:effectLst>
            </p:spPr>
            <p:txBody>
              <a:bodyPr vert="horz" wrap="square" lIns="91440" tIns="45720" rIns="91440" bIns="45720" numCol="1" anchor="t" anchorCtr="0" compatLnSpc="1">
                <a:prstTxWarp prst="textNoShape">
                  <a:avLst/>
                </a:prstTxWarp>
              </a:bodyPr>
              <a:lstStyle/>
              <a:p>
                <a:endParaRPr lang="zh-CN" altLang="en-US" dirty="0">
                  <a:solidFill>
                    <a:schemeClr val="tx1"/>
                  </a:solidFill>
                  <a:latin typeface="思源黑体 CN Medium" panose="020B0600000000000000" pitchFamily="34" charset="-122"/>
                  <a:ea typeface="思源黑体 CN Medium" panose="020B0600000000000000" pitchFamily="34" charset="-122"/>
                </a:endParaRPr>
              </a:p>
            </p:txBody>
          </p:sp>
        </p:grpSp>
        <p:sp>
          <p:nvSpPr>
            <p:cNvPr id="92" name="矩形: 圆角 91">
              <a:extLst>
                <a:ext uri="{FF2B5EF4-FFF2-40B4-BE49-F238E27FC236}">
                  <a16:creationId xmlns:a16="http://schemas.microsoft.com/office/drawing/2014/main" id="{A2C25776-CBDF-1873-F671-89C7E7737383}"/>
                </a:ext>
              </a:extLst>
            </p:cNvPr>
            <p:cNvSpPr/>
            <p:nvPr/>
          </p:nvSpPr>
          <p:spPr>
            <a:xfrm>
              <a:off x="9106715" y="2033081"/>
              <a:ext cx="1177424" cy="2079325"/>
            </a:xfrm>
            <a:custGeom>
              <a:avLst/>
              <a:gdLst>
                <a:gd name="connsiteX0" fmla="*/ 0 w 2082701"/>
                <a:gd name="connsiteY0" fmla="*/ 347124 h 2626823"/>
                <a:gd name="connsiteX1" fmla="*/ 347124 w 2082701"/>
                <a:gd name="connsiteY1" fmla="*/ 0 h 2626823"/>
                <a:gd name="connsiteX2" fmla="*/ 1735577 w 2082701"/>
                <a:gd name="connsiteY2" fmla="*/ 0 h 2626823"/>
                <a:gd name="connsiteX3" fmla="*/ 2082701 w 2082701"/>
                <a:gd name="connsiteY3" fmla="*/ 347124 h 2626823"/>
                <a:gd name="connsiteX4" fmla="*/ 2082701 w 2082701"/>
                <a:gd name="connsiteY4" fmla="*/ 2279699 h 2626823"/>
                <a:gd name="connsiteX5" fmla="*/ 1735577 w 2082701"/>
                <a:gd name="connsiteY5" fmla="*/ 2626823 h 2626823"/>
                <a:gd name="connsiteX6" fmla="*/ 347124 w 2082701"/>
                <a:gd name="connsiteY6" fmla="*/ 2626823 h 2626823"/>
                <a:gd name="connsiteX7" fmla="*/ 0 w 2082701"/>
                <a:gd name="connsiteY7" fmla="*/ 2279699 h 2626823"/>
                <a:gd name="connsiteX8" fmla="*/ 0 w 2082701"/>
                <a:gd name="connsiteY8" fmla="*/ 347124 h 2626823"/>
                <a:gd name="connsiteX0" fmla="*/ 347124 w 2082701"/>
                <a:gd name="connsiteY0" fmla="*/ 0 h 2626823"/>
                <a:gd name="connsiteX1" fmla="*/ 1735577 w 2082701"/>
                <a:gd name="connsiteY1" fmla="*/ 0 h 2626823"/>
                <a:gd name="connsiteX2" fmla="*/ 2082701 w 2082701"/>
                <a:gd name="connsiteY2" fmla="*/ 347124 h 2626823"/>
                <a:gd name="connsiteX3" fmla="*/ 2082701 w 2082701"/>
                <a:gd name="connsiteY3" fmla="*/ 2279699 h 2626823"/>
                <a:gd name="connsiteX4" fmla="*/ 1735577 w 2082701"/>
                <a:gd name="connsiteY4" fmla="*/ 2626823 h 2626823"/>
                <a:gd name="connsiteX5" fmla="*/ 347124 w 2082701"/>
                <a:gd name="connsiteY5" fmla="*/ 2626823 h 2626823"/>
                <a:gd name="connsiteX6" fmla="*/ 0 w 2082701"/>
                <a:gd name="connsiteY6" fmla="*/ 2279699 h 2626823"/>
                <a:gd name="connsiteX7" fmla="*/ 0 w 2082701"/>
                <a:gd name="connsiteY7" fmla="*/ 347124 h 2626823"/>
                <a:gd name="connsiteX8" fmla="*/ 438564 w 2082701"/>
                <a:gd name="connsiteY8" fmla="*/ 91440 h 2626823"/>
                <a:gd name="connsiteX0" fmla="*/ 347124 w 2082701"/>
                <a:gd name="connsiteY0" fmla="*/ 0 h 2626823"/>
                <a:gd name="connsiteX1" fmla="*/ 1735577 w 2082701"/>
                <a:gd name="connsiteY1" fmla="*/ 0 h 2626823"/>
                <a:gd name="connsiteX2" fmla="*/ 2082701 w 2082701"/>
                <a:gd name="connsiteY2" fmla="*/ 347124 h 2626823"/>
                <a:gd name="connsiteX3" fmla="*/ 2082701 w 2082701"/>
                <a:gd name="connsiteY3" fmla="*/ 2279699 h 2626823"/>
                <a:gd name="connsiteX4" fmla="*/ 1735577 w 2082701"/>
                <a:gd name="connsiteY4" fmla="*/ 2626823 h 2626823"/>
                <a:gd name="connsiteX5" fmla="*/ 347124 w 2082701"/>
                <a:gd name="connsiteY5" fmla="*/ 2626823 h 2626823"/>
                <a:gd name="connsiteX6" fmla="*/ 0 w 2082701"/>
                <a:gd name="connsiteY6" fmla="*/ 2279699 h 2626823"/>
                <a:gd name="connsiteX7" fmla="*/ 0 w 2082701"/>
                <a:gd name="connsiteY7" fmla="*/ 347124 h 2626823"/>
                <a:gd name="connsiteX0" fmla="*/ 347124 w 2082701"/>
                <a:gd name="connsiteY0" fmla="*/ 0 h 2626823"/>
                <a:gd name="connsiteX1" fmla="*/ 1735577 w 2082701"/>
                <a:gd name="connsiteY1" fmla="*/ 0 h 2626823"/>
                <a:gd name="connsiteX2" fmla="*/ 2082701 w 2082701"/>
                <a:gd name="connsiteY2" fmla="*/ 347124 h 2626823"/>
                <a:gd name="connsiteX3" fmla="*/ 2082701 w 2082701"/>
                <a:gd name="connsiteY3" fmla="*/ 2279699 h 2626823"/>
                <a:gd name="connsiteX4" fmla="*/ 1735577 w 2082701"/>
                <a:gd name="connsiteY4" fmla="*/ 2626823 h 2626823"/>
                <a:gd name="connsiteX5" fmla="*/ 347124 w 2082701"/>
                <a:gd name="connsiteY5" fmla="*/ 2626823 h 2626823"/>
                <a:gd name="connsiteX6" fmla="*/ 0 w 2082701"/>
                <a:gd name="connsiteY6" fmla="*/ 2279699 h 2626823"/>
                <a:gd name="connsiteX0" fmla="*/ 0 w 1735577"/>
                <a:gd name="connsiteY0" fmla="*/ 0 h 2626823"/>
                <a:gd name="connsiteX1" fmla="*/ 1388453 w 1735577"/>
                <a:gd name="connsiteY1" fmla="*/ 0 h 2626823"/>
                <a:gd name="connsiteX2" fmla="*/ 1735577 w 1735577"/>
                <a:gd name="connsiteY2" fmla="*/ 347124 h 2626823"/>
                <a:gd name="connsiteX3" fmla="*/ 1735577 w 1735577"/>
                <a:gd name="connsiteY3" fmla="*/ 2279699 h 2626823"/>
                <a:gd name="connsiteX4" fmla="*/ 1388453 w 1735577"/>
                <a:gd name="connsiteY4" fmla="*/ 2626823 h 2626823"/>
                <a:gd name="connsiteX5" fmla="*/ 0 w 1735577"/>
                <a:gd name="connsiteY5" fmla="*/ 2626823 h 2626823"/>
                <a:gd name="connsiteX0" fmla="*/ 0 w 1735577"/>
                <a:gd name="connsiteY0" fmla="*/ 0 h 2626823"/>
                <a:gd name="connsiteX1" fmla="*/ 1388453 w 1735577"/>
                <a:gd name="connsiteY1" fmla="*/ 0 h 2626823"/>
                <a:gd name="connsiteX2" fmla="*/ 1735577 w 1735577"/>
                <a:gd name="connsiteY2" fmla="*/ 347124 h 2626823"/>
                <a:gd name="connsiteX3" fmla="*/ 1735577 w 1735577"/>
                <a:gd name="connsiteY3" fmla="*/ 2279699 h 2626823"/>
                <a:gd name="connsiteX4" fmla="*/ 1388453 w 1735577"/>
                <a:gd name="connsiteY4" fmla="*/ 2626823 h 2626823"/>
                <a:gd name="connsiteX0" fmla="*/ 0 w 1735577"/>
                <a:gd name="connsiteY0" fmla="*/ 0 h 2279699"/>
                <a:gd name="connsiteX1" fmla="*/ 1388453 w 1735577"/>
                <a:gd name="connsiteY1" fmla="*/ 0 h 2279699"/>
                <a:gd name="connsiteX2" fmla="*/ 1735577 w 1735577"/>
                <a:gd name="connsiteY2" fmla="*/ 347124 h 2279699"/>
                <a:gd name="connsiteX3" fmla="*/ 1735577 w 1735577"/>
                <a:gd name="connsiteY3" fmla="*/ 2279699 h 2279699"/>
                <a:gd name="connsiteX0" fmla="*/ 0 w 1735577"/>
                <a:gd name="connsiteY0" fmla="*/ 0 h 2279699"/>
                <a:gd name="connsiteX1" fmla="*/ 1388453 w 1735577"/>
                <a:gd name="connsiteY1" fmla="*/ 0 h 2279699"/>
                <a:gd name="connsiteX2" fmla="*/ 1735577 w 1735577"/>
                <a:gd name="connsiteY2" fmla="*/ 261804 h 2279699"/>
                <a:gd name="connsiteX3" fmla="*/ 1735577 w 1735577"/>
                <a:gd name="connsiteY3" fmla="*/ 2279699 h 2279699"/>
                <a:gd name="connsiteX0" fmla="*/ 0 w 1735577"/>
                <a:gd name="connsiteY0" fmla="*/ 0 h 2279699"/>
                <a:gd name="connsiteX1" fmla="*/ 1437623 w 1735577"/>
                <a:gd name="connsiteY1" fmla="*/ 0 h 2279699"/>
                <a:gd name="connsiteX2" fmla="*/ 1735577 w 1735577"/>
                <a:gd name="connsiteY2" fmla="*/ 261804 h 2279699"/>
                <a:gd name="connsiteX3" fmla="*/ 1735577 w 1735577"/>
                <a:gd name="connsiteY3" fmla="*/ 2279699 h 2279699"/>
                <a:gd name="connsiteX0" fmla="*/ 0 w 1735577"/>
                <a:gd name="connsiteY0" fmla="*/ 0 h 2279699"/>
                <a:gd name="connsiteX1" fmla="*/ 1369464 w 1735577"/>
                <a:gd name="connsiteY1" fmla="*/ 0 h 2279699"/>
                <a:gd name="connsiteX2" fmla="*/ 1735577 w 1735577"/>
                <a:gd name="connsiteY2" fmla="*/ 261804 h 2279699"/>
                <a:gd name="connsiteX3" fmla="*/ 1735577 w 1735577"/>
                <a:gd name="connsiteY3" fmla="*/ 2279699 h 2279699"/>
                <a:gd name="connsiteX0" fmla="*/ 0 w 1736274"/>
                <a:gd name="connsiteY0" fmla="*/ 0 h 2279699"/>
                <a:gd name="connsiteX1" fmla="*/ 1369464 w 1736274"/>
                <a:gd name="connsiteY1" fmla="*/ 0 h 2279699"/>
                <a:gd name="connsiteX2" fmla="*/ 1735577 w 1736274"/>
                <a:gd name="connsiteY2" fmla="*/ 261804 h 2279699"/>
                <a:gd name="connsiteX3" fmla="*/ 1735577 w 1736274"/>
                <a:gd name="connsiteY3" fmla="*/ 2279699 h 2279699"/>
                <a:gd name="connsiteX0" fmla="*/ 0 w 1736527"/>
                <a:gd name="connsiteY0" fmla="*/ 0 h 2279699"/>
                <a:gd name="connsiteX1" fmla="*/ 1369464 w 1736527"/>
                <a:gd name="connsiteY1" fmla="*/ 0 h 2279699"/>
                <a:gd name="connsiteX2" fmla="*/ 1735577 w 1736527"/>
                <a:gd name="connsiteY2" fmla="*/ 261804 h 2279699"/>
                <a:gd name="connsiteX3" fmla="*/ 1735577 w 1736527"/>
                <a:gd name="connsiteY3" fmla="*/ 2279699 h 2279699"/>
              </a:gdLst>
              <a:ahLst/>
              <a:cxnLst>
                <a:cxn ang="0">
                  <a:pos x="connsiteX0" y="connsiteY0"/>
                </a:cxn>
                <a:cxn ang="0">
                  <a:pos x="connsiteX1" y="connsiteY1"/>
                </a:cxn>
                <a:cxn ang="0">
                  <a:pos x="connsiteX2" y="connsiteY2"/>
                </a:cxn>
                <a:cxn ang="0">
                  <a:pos x="connsiteX3" y="connsiteY3"/>
                </a:cxn>
              </a:cxnLst>
              <a:rect l="l" t="t" r="r" b="b"/>
              <a:pathLst>
                <a:path w="1736527" h="2279699">
                  <a:moveTo>
                    <a:pt x="0" y="0"/>
                  </a:moveTo>
                  <a:lnTo>
                    <a:pt x="1369464" y="0"/>
                  </a:lnTo>
                  <a:cubicBezTo>
                    <a:pt x="1615703" y="0"/>
                    <a:pt x="1749209" y="52349"/>
                    <a:pt x="1735577" y="261804"/>
                  </a:cubicBezTo>
                  <a:lnTo>
                    <a:pt x="1735577" y="2279699"/>
                  </a:lnTo>
                </a:path>
              </a:pathLst>
            </a:custGeom>
            <a:noFill/>
            <a:ln w="41275" cap="rnd">
              <a:gradFill flip="none" rotWithShape="1">
                <a:gsLst>
                  <a:gs pos="0">
                    <a:schemeClr val="accent2">
                      <a:alpha val="0"/>
                    </a:schemeClr>
                  </a:gs>
                  <a:gs pos="100000">
                    <a:schemeClr val="accent1"/>
                  </a:gs>
                </a:gsLst>
                <a:lin ang="12600000" scaled="0"/>
                <a:tileRect/>
              </a:gradFill>
              <a:prstDash val="sysDash"/>
              <a:round/>
              <a:headEnd/>
              <a:tailEnd/>
            </a:ln>
            <a:effectLst>
              <a:outerShdw blurRad="152400" algn="ctr" rotWithShape="0">
                <a:schemeClr val="accent1">
                  <a:alpha val="20000"/>
                </a:schemeClr>
              </a:outerShdw>
            </a:effectLst>
          </p:spPr>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grpSp>
      <p:sp>
        <p:nvSpPr>
          <p:cNvPr id="50" name="矩形: 圆角 49">
            <a:extLst>
              <a:ext uri="{FF2B5EF4-FFF2-40B4-BE49-F238E27FC236}">
                <a16:creationId xmlns:a16="http://schemas.microsoft.com/office/drawing/2014/main" id="{150B167E-0DAD-D9FE-8FAF-ED883A5BC4FD}"/>
              </a:ext>
            </a:extLst>
          </p:cNvPr>
          <p:cNvSpPr/>
          <p:nvPr/>
        </p:nvSpPr>
        <p:spPr>
          <a:xfrm>
            <a:off x="9467054" y="3940314"/>
            <a:ext cx="2046645" cy="2257120"/>
          </a:xfrm>
          <a:prstGeom prst="roundRect">
            <a:avLst>
              <a:gd name="adj" fmla="val 6203"/>
            </a:avLst>
          </a:prstGeom>
          <a:solidFill>
            <a:schemeClr val="accent1">
              <a:lumMod val="20000"/>
              <a:lumOff val="80000"/>
              <a:alpha val="70000"/>
            </a:schemeClr>
          </a:solidFill>
          <a:ln w="15875">
            <a:gradFill flip="none" rotWithShape="1">
              <a:gsLst>
                <a:gs pos="0">
                  <a:schemeClr val="accent1"/>
                </a:gs>
                <a:gs pos="64000">
                  <a:schemeClr val="accent2"/>
                </a:gs>
                <a:gs pos="100000">
                  <a:schemeClr val="accent1"/>
                </a:gs>
              </a:gsLst>
              <a:lin ang="2700000" scaled="1"/>
              <a:tileRect/>
            </a:gradFill>
            <a:prstDash val="dash"/>
          </a:ln>
          <a:effectLst>
            <a:outerShdw blurRad="254000" dist="127000" dir="2700000" algn="t"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思源黑体 CN Medium" panose="020B0600000000000000" pitchFamily="34" charset="-122"/>
              <a:ea typeface="思源黑体 CN Medium" panose="020B0600000000000000" pitchFamily="34" charset="-122"/>
            </a:endParaRPr>
          </a:p>
        </p:txBody>
      </p:sp>
      <p:sp>
        <p:nvSpPr>
          <p:cNvPr id="2" name="文本框 1">
            <a:extLst>
              <a:ext uri="{FF2B5EF4-FFF2-40B4-BE49-F238E27FC236}">
                <a16:creationId xmlns:a16="http://schemas.microsoft.com/office/drawing/2014/main" id="{550CD289-38B9-865B-BF91-B598E0191CA7}"/>
              </a:ext>
            </a:extLst>
          </p:cNvPr>
          <p:cNvSpPr txBox="1"/>
          <p:nvPr/>
        </p:nvSpPr>
        <p:spPr>
          <a:xfrm>
            <a:off x="10375698" y="2250945"/>
            <a:ext cx="523220" cy="1528624"/>
          </a:xfrm>
          <a:prstGeom prst="rect">
            <a:avLst/>
          </a:prstGeom>
          <a:noFill/>
        </p:spPr>
        <p:txBody>
          <a:bodyPr vert="eaVert" wrap="none" rtlCol="0">
            <a:spAutoFit/>
          </a:bodyPr>
          <a:lstStyle/>
          <a:p>
            <a:pPr algn="ctr"/>
            <a:r>
              <a:rPr lang="zh-CN" altLang="en-US" sz="1100" spc="300" dirty="0">
                <a:solidFill>
                  <a:schemeClr val="accent1"/>
                </a:solidFill>
                <a:latin typeface="思源黑体 CN Medium" panose="020B0600000000000000" pitchFamily="34" charset="-122"/>
                <a:ea typeface="思源黑体 CN Medium" panose="020B0600000000000000" pitchFamily="34" charset="-122"/>
              </a:rPr>
              <a:t>持续优化</a:t>
            </a:r>
            <a:endParaRPr lang="en-US" altLang="zh-CN" sz="1100" spc="300" dirty="0">
              <a:solidFill>
                <a:schemeClr val="accent1"/>
              </a:solidFill>
              <a:latin typeface="思源黑体 CN Medium" panose="020B0600000000000000" pitchFamily="34" charset="-122"/>
              <a:ea typeface="思源黑体 CN Medium" panose="020B0600000000000000" pitchFamily="34" charset="-122"/>
            </a:endParaRPr>
          </a:p>
          <a:p>
            <a:pPr algn="ctr"/>
            <a:r>
              <a:rPr lang="zh-CN" altLang="en-US" sz="1100" spc="300" dirty="0">
                <a:solidFill>
                  <a:schemeClr val="accent1"/>
                </a:solidFill>
                <a:latin typeface="思源黑体 CN Medium" panose="020B0600000000000000" pitchFamily="34" charset="-122"/>
                <a:ea typeface="思源黑体 CN Medium" panose="020B0600000000000000" pitchFamily="34" charset="-122"/>
              </a:rPr>
              <a:t>获取更多精准线索</a:t>
            </a:r>
          </a:p>
        </p:txBody>
      </p:sp>
      <p:sp>
        <p:nvSpPr>
          <p:cNvPr id="3" name="文本框 2">
            <a:extLst>
              <a:ext uri="{FF2B5EF4-FFF2-40B4-BE49-F238E27FC236}">
                <a16:creationId xmlns:a16="http://schemas.microsoft.com/office/drawing/2014/main" id="{DA870ABB-5938-165A-234C-D44DF74FB31D}"/>
              </a:ext>
            </a:extLst>
          </p:cNvPr>
          <p:cNvSpPr txBox="1"/>
          <p:nvPr/>
        </p:nvSpPr>
        <p:spPr>
          <a:xfrm>
            <a:off x="9782490" y="5550692"/>
            <a:ext cx="1415772" cy="520399"/>
          </a:xfrm>
          <a:prstGeom prst="rect">
            <a:avLst/>
          </a:prstGeom>
          <a:noFill/>
        </p:spPr>
        <p:txBody>
          <a:bodyPr vert="horz" wrap="none" rtlCol="0">
            <a:spAutoFit/>
          </a:bodyPr>
          <a:lstStyle/>
          <a:p>
            <a:pPr algn="ctr">
              <a:lnSpc>
                <a:spcPct val="120000"/>
              </a:lnSpc>
            </a:pPr>
            <a:r>
              <a:rPr lang="zh-CN" altLang="en-US" sz="1200" dirty="0">
                <a:solidFill>
                  <a:schemeClr val="accent1"/>
                </a:solidFill>
                <a:latin typeface="思源黑体 CN Medium" panose="020B0600000000000000" pitchFamily="34" charset="-122"/>
                <a:ea typeface="思源黑体 CN Medium" panose="020B0600000000000000" pitchFamily="34" charset="-122"/>
              </a:rPr>
              <a:t>提取核心客群标签</a:t>
            </a:r>
            <a:endParaRPr lang="en-US" altLang="zh-CN" sz="1200" dirty="0">
              <a:solidFill>
                <a:schemeClr val="accent1"/>
              </a:solidFill>
              <a:latin typeface="思源黑体 CN Medium" panose="020B0600000000000000" pitchFamily="34" charset="-122"/>
              <a:ea typeface="思源黑体 CN Medium" panose="020B0600000000000000" pitchFamily="34" charset="-122"/>
            </a:endParaRPr>
          </a:p>
          <a:p>
            <a:pPr algn="ctr">
              <a:lnSpc>
                <a:spcPct val="120000"/>
              </a:lnSpc>
            </a:pPr>
            <a:r>
              <a:rPr lang="zh-CN" altLang="en-US" sz="1200" dirty="0">
                <a:solidFill>
                  <a:schemeClr val="accent1"/>
                </a:solidFill>
                <a:latin typeface="思源黑体 CN Medium" panose="020B0600000000000000" pitchFamily="34" charset="-122"/>
                <a:ea typeface="思源黑体 CN Medium" panose="020B0600000000000000" pitchFamily="34" charset="-122"/>
              </a:rPr>
              <a:t>生成目标客户画像</a:t>
            </a:r>
          </a:p>
        </p:txBody>
      </p:sp>
      <p:grpSp>
        <p:nvGrpSpPr>
          <p:cNvPr id="108" name="组合 107">
            <a:extLst>
              <a:ext uri="{FF2B5EF4-FFF2-40B4-BE49-F238E27FC236}">
                <a16:creationId xmlns:a16="http://schemas.microsoft.com/office/drawing/2014/main" id="{9FFA6EB5-8B47-4F13-DCD1-5035E6FF3817}"/>
              </a:ext>
            </a:extLst>
          </p:cNvPr>
          <p:cNvGrpSpPr/>
          <p:nvPr/>
        </p:nvGrpSpPr>
        <p:grpSpPr>
          <a:xfrm>
            <a:off x="9680154" y="4119825"/>
            <a:ext cx="1601232" cy="1300815"/>
            <a:chOff x="9680154" y="4119825"/>
            <a:chExt cx="1601232" cy="1300815"/>
          </a:xfrm>
        </p:grpSpPr>
        <p:grpSp>
          <p:nvGrpSpPr>
            <p:cNvPr id="58" name="组合 57">
              <a:extLst>
                <a:ext uri="{FF2B5EF4-FFF2-40B4-BE49-F238E27FC236}">
                  <a16:creationId xmlns:a16="http://schemas.microsoft.com/office/drawing/2014/main" id="{814F46C4-D03C-5F89-67AC-4859D2303171}"/>
                </a:ext>
              </a:extLst>
            </p:cNvPr>
            <p:cNvGrpSpPr>
              <a:grpSpLocks noChangeAspect="1"/>
            </p:cNvGrpSpPr>
            <p:nvPr/>
          </p:nvGrpSpPr>
          <p:grpSpPr>
            <a:xfrm>
              <a:off x="10210770" y="4119825"/>
              <a:ext cx="540000" cy="406802"/>
              <a:chOff x="10217648" y="4132653"/>
              <a:chExt cx="479510" cy="361232"/>
            </a:xfrm>
          </p:grpSpPr>
          <p:sp>
            <p:nvSpPr>
              <p:cNvPr id="56" name="任意多边形: 形状 55">
                <a:extLst>
                  <a:ext uri="{FF2B5EF4-FFF2-40B4-BE49-F238E27FC236}">
                    <a16:creationId xmlns:a16="http://schemas.microsoft.com/office/drawing/2014/main" id="{E6FA5AE6-39B9-2936-35C2-66DA8C952950}"/>
                  </a:ext>
                </a:extLst>
              </p:cNvPr>
              <p:cNvSpPr/>
              <p:nvPr/>
            </p:nvSpPr>
            <p:spPr>
              <a:xfrm>
                <a:off x="10303960" y="4132653"/>
                <a:ext cx="306887" cy="361232"/>
              </a:xfrm>
              <a:custGeom>
                <a:avLst/>
                <a:gdLst>
                  <a:gd name="connsiteX0" fmla="*/ 153443 w 306887"/>
                  <a:gd name="connsiteY0" fmla="*/ 0 h 361232"/>
                  <a:gd name="connsiteX1" fmla="*/ 265326 w 306887"/>
                  <a:gd name="connsiteY1" fmla="*/ 111886 h 361232"/>
                  <a:gd name="connsiteX2" fmla="*/ 196991 w 306887"/>
                  <a:gd name="connsiteY2" fmla="*/ 214980 h 361232"/>
                  <a:gd name="connsiteX3" fmla="*/ 193034 w 306887"/>
                  <a:gd name="connsiteY3" fmla="*/ 215779 h 361232"/>
                  <a:gd name="connsiteX4" fmla="*/ 213178 w 306887"/>
                  <a:gd name="connsiteY4" fmla="*/ 219844 h 361232"/>
                  <a:gd name="connsiteX5" fmla="*/ 306887 w 306887"/>
                  <a:gd name="connsiteY5" fmla="*/ 361232 h 361232"/>
                  <a:gd name="connsiteX6" fmla="*/ 0 w 306887"/>
                  <a:gd name="connsiteY6" fmla="*/ 361232 h 361232"/>
                  <a:gd name="connsiteX7" fmla="*/ 93709 w 306887"/>
                  <a:gd name="connsiteY7" fmla="*/ 219844 h 361232"/>
                  <a:gd name="connsiteX8" fmla="*/ 113849 w 306887"/>
                  <a:gd name="connsiteY8" fmla="*/ 215779 h 361232"/>
                  <a:gd name="connsiteX9" fmla="*/ 109889 w 306887"/>
                  <a:gd name="connsiteY9" fmla="*/ 214980 h 361232"/>
                  <a:gd name="connsiteX10" fmla="*/ 41554 w 306887"/>
                  <a:gd name="connsiteY10" fmla="*/ 111886 h 361232"/>
                  <a:gd name="connsiteX11" fmla="*/ 41557 w 306887"/>
                  <a:gd name="connsiteY11" fmla="*/ 111886 h 361232"/>
                  <a:gd name="connsiteX12" fmla="*/ 153443 w 306887"/>
                  <a:gd name="connsiteY12" fmla="*/ 0 h 361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6887" h="361232">
                    <a:moveTo>
                      <a:pt x="153443" y="0"/>
                    </a:moveTo>
                    <a:cubicBezTo>
                      <a:pt x="215236" y="0"/>
                      <a:pt x="265326" y="50093"/>
                      <a:pt x="265326" y="111886"/>
                    </a:cubicBezTo>
                    <a:cubicBezTo>
                      <a:pt x="265326" y="158231"/>
                      <a:pt x="237149" y="197995"/>
                      <a:pt x="196991" y="214980"/>
                    </a:cubicBezTo>
                    <a:lnTo>
                      <a:pt x="193034" y="215779"/>
                    </a:lnTo>
                    <a:lnTo>
                      <a:pt x="213178" y="219844"/>
                    </a:lnTo>
                    <a:cubicBezTo>
                      <a:pt x="268253" y="243134"/>
                      <a:pt x="306887" y="297661"/>
                      <a:pt x="306887" y="361232"/>
                    </a:cubicBezTo>
                    <a:lnTo>
                      <a:pt x="0" y="361232"/>
                    </a:lnTo>
                    <a:cubicBezTo>
                      <a:pt x="0" y="297661"/>
                      <a:pt x="38634" y="243134"/>
                      <a:pt x="93709" y="219844"/>
                    </a:cubicBezTo>
                    <a:lnTo>
                      <a:pt x="113849" y="215779"/>
                    </a:lnTo>
                    <a:lnTo>
                      <a:pt x="109889" y="214980"/>
                    </a:lnTo>
                    <a:cubicBezTo>
                      <a:pt x="69731" y="197995"/>
                      <a:pt x="41554" y="158231"/>
                      <a:pt x="41554" y="111886"/>
                    </a:cubicBezTo>
                    <a:lnTo>
                      <a:pt x="41557" y="111886"/>
                    </a:lnTo>
                    <a:cubicBezTo>
                      <a:pt x="41557" y="50093"/>
                      <a:pt x="91650" y="0"/>
                      <a:pt x="153443" y="0"/>
                    </a:cubicBezTo>
                    <a:close/>
                  </a:path>
                </a:pathLst>
              </a:custGeom>
              <a:gradFill>
                <a:gsLst>
                  <a:gs pos="0">
                    <a:schemeClr val="accent1">
                      <a:lumMod val="60000"/>
                      <a:lumOff val="40000"/>
                    </a:schemeClr>
                  </a:gs>
                  <a:gs pos="64000">
                    <a:schemeClr val="accent1"/>
                  </a:gs>
                </a:gsLst>
                <a:lin ang="2700000" scaled="1"/>
              </a:gradFill>
              <a:ln w="493" cap="flat">
                <a:noFill/>
                <a:prstDash val="solid"/>
                <a:miter/>
              </a:ln>
            </p:spPr>
            <p:txBody>
              <a:bodyPr rtlCol="0" anchor="ctr"/>
              <a:lstStyle/>
              <a:p>
                <a:endParaRPr lang="zh-CN" altLang="en-US" dirty="0">
                  <a:latin typeface="思源黑体 CN Medium" panose="020B0600000000000000" pitchFamily="34" charset="-122"/>
                  <a:ea typeface="思源黑体 CN Medium" panose="020B0600000000000000" pitchFamily="34" charset="-122"/>
                </a:endParaRPr>
              </a:p>
            </p:txBody>
          </p:sp>
          <p:sp>
            <p:nvSpPr>
              <p:cNvPr id="54" name="任意多边形: 形状 53">
                <a:extLst>
                  <a:ext uri="{FF2B5EF4-FFF2-40B4-BE49-F238E27FC236}">
                    <a16:creationId xmlns:a16="http://schemas.microsoft.com/office/drawing/2014/main" id="{CE288B58-0B2F-6123-72DF-5FE30DABE976}"/>
                  </a:ext>
                </a:extLst>
              </p:cNvPr>
              <p:cNvSpPr/>
              <p:nvPr/>
            </p:nvSpPr>
            <p:spPr>
              <a:xfrm>
                <a:off x="10217648" y="4161812"/>
                <a:ext cx="479510" cy="312902"/>
              </a:xfrm>
              <a:custGeom>
                <a:avLst/>
                <a:gdLst>
                  <a:gd name="connsiteX0" fmla="*/ 384280 w 479510"/>
                  <a:gd name="connsiteY0" fmla="*/ 1518 h 312902"/>
                  <a:gd name="connsiteX1" fmla="*/ 363018 w 479510"/>
                  <a:gd name="connsiteY1" fmla="*/ 9200 h 312902"/>
                  <a:gd name="connsiteX2" fmla="*/ 370700 w 479510"/>
                  <a:gd name="connsiteY2" fmla="*/ 30461 h 312902"/>
                  <a:gd name="connsiteX3" fmla="*/ 388461 w 479510"/>
                  <a:gd name="connsiteY3" fmla="*/ 44485 h 312902"/>
                  <a:gd name="connsiteX4" fmla="*/ 404387 w 479510"/>
                  <a:gd name="connsiteY4" fmla="*/ 89122 h 312902"/>
                  <a:gd name="connsiteX5" fmla="*/ 387429 w 479510"/>
                  <a:gd name="connsiteY5" fmla="*/ 134944 h 312902"/>
                  <a:gd name="connsiteX6" fmla="*/ 348444 w 479510"/>
                  <a:gd name="connsiteY6" fmla="*/ 153056 h 312902"/>
                  <a:gd name="connsiteX7" fmla="*/ 332678 w 479510"/>
                  <a:gd name="connsiteY7" fmla="*/ 171821 h 312902"/>
                  <a:gd name="connsiteX8" fmla="*/ 332461 w 479510"/>
                  <a:gd name="connsiteY8" fmla="*/ 173036 h 312902"/>
                  <a:gd name="connsiteX9" fmla="*/ 347703 w 479510"/>
                  <a:gd name="connsiteY9" fmla="*/ 185011 h 312902"/>
                  <a:gd name="connsiteX10" fmla="*/ 348444 w 479510"/>
                  <a:gd name="connsiteY10" fmla="*/ 185024 h 312902"/>
                  <a:gd name="connsiteX11" fmla="*/ 417938 w 479510"/>
                  <a:gd name="connsiteY11" fmla="*/ 217186 h 312902"/>
                  <a:gd name="connsiteX12" fmla="*/ 447543 w 479510"/>
                  <a:gd name="connsiteY12" fmla="*/ 296900 h 312902"/>
                  <a:gd name="connsiteX13" fmla="*/ 447543 w 479510"/>
                  <a:gd name="connsiteY13" fmla="*/ 296919 h 312902"/>
                  <a:gd name="connsiteX14" fmla="*/ 463527 w 479510"/>
                  <a:gd name="connsiteY14" fmla="*/ 312903 h 312902"/>
                  <a:gd name="connsiteX15" fmla="*/ 479511 w 479510"/>
                  <a:gd name="connsiteY15" fmla="*/ 296919 h 312902"/>
                  <a:gd name="connsiteX16" fmla="*/ 479511 w 479510"/>
                  <a:gd name="connsiteY16" fmla="*/ 296910 h 312902"/>
                  <a:gd name="connsiteX17" fmla="*/ 441697 w 479510"/>
                  <a:gd name="connsiteY17" fmla="*/ 195800 h 312902"/>
                  <a:gd name="connsiteX18" fmla="*/ 402172 w 479510"/>
                  <a:gd name="connsiteY18" fmla="*/ 165182 h 312902"/>
                  <a:gd name="connsiteX19" fmla="*/ 411190 w 479510"/>
                  <a:gd name="connsiteY19" fmla="*/ 156327 h 312902"/>
                  <a:gd name="connsiteX20" fmla="*/ 436355 w 479510"/>
                  <a:gd name="connsiteY20" fmla="*/ 89122 h 312902"/>
                  <a:gd name="connsiteX21" fmla="*/ 412769 w 479510"/>
                  <a:gd name="connsiteY21" fmla="*/ 23723 h 312902"/>
                  <a:gd name="connsiteX22" fmla="*/ 384283 w 479510"/>
                  <a:gd name="connsiteY22" fmla="*/ 1515 h 312902"/>
                  <a:gd name="connsiteX23" fmla="*/ 384280 w 479510"/>
                  <a:gd name="connsiteY23" fmla="*/ 1515 h 312902"/>
                  <a:gd name="connsiteX24" fmla="*/ 95231 w 479510"/>
                  <a:gd name="connsiteY24" fmla="*/ 1518 h 312902"/>
                  <a:gd name="connsiteX25" fmla="*/ 116494 w 479510"/>
                  <a:gd name="connsiteY25" fmla="*/ 9198 h 312902"/>
                  <a:gd name="connsiteX26" fmla="*/ 108814 w 479510"/>
                  <a:gd name="connsiteY26" fmla="*/ 30461 h 312902"/>
                  <a:gd name="connsiteX27" fmla="*/ 91050 w 479510"/>
                  <a:gd name="connsiteY27" fmla="*/ 44485 h 312902"/>
                  <a:gd name="connsiteX28" fmla="*/ 75123 w 479510"/>
                  <a:gd name="connsiteY28" fmla="*/ 89122 h 312902"/>
                  <a:gd name="connsiteX29" fmla="*/ 92082 w 479510"/>
                  <a:gd name="connsiteY29" fmla="*/ 134944 h 312902"/>
                  <a:gd name="connsiteX30" fmla="*/ 131066 w 479510"/>
                  <a:gd name="connsiteY30" fmla="*/ 153056 h 312902"/>
                  <a:gd name="connsiteX31" fmla="*/ 146833 w 479510"/>
                  <a:gd name="connsiteY31" fmla="*/ 171821 h 312902"/>
                  <a:gd name="connsiteX32" fmla="*/ 147050 w 479510"/>
                  <a:gd name="connsiteY32" fmla="*/ 173036 h 312902"/>
                  <a:gd name="connsiteX33" fmla="*/ 131808 w 479510"/>
                  <a:gd name="connsiteY33" fmla="*/ 185011 h 312902"/>
                  <a:gd name="connsiteX34" fmla="*/ 131066 w 479510"/>
                  <a:gd name="connsiteY34" fmla="*/ 185024 h 312902"/>
                  <a:gd name="connsiteX35" fmla="*/ 61576 w 479510"/>
                  <a:gd name="connsiteY35" fmla="*/ 217183 h 312902"/>
                  <a:gd name="connsiteX36" fmla="*/ 31967 w 479510"/>
                  <a:gd name="connsiteY36" fmla="*/ 296910 h 312902"/>
                  <a:gd name="connsiteX37" fmla="*/ 31967 w 479510"/>
                  <a:gd name="connsiteY37" fmla="*/ 296919 h 312902"/>
                  <a:gd name="connsiteX38" fmla="*/ 15926 w 479510"/>
                  <a:gd name="connsiteY38" fmla="*/ 312845 h 312902"/>
                  <a:gd name="connsiteX39" fmla="*/ 0 w 479510"/>
                  <a:gd name="connsiteY39" fmla="*/ 296804 h 312902"/>
                  <a:gd name="connsiteX40" fmla="*/ 37814 w 479510"/>
                  <a:gd name="connsiteY40" fmla="*/ 195800 h 312902"/>
                  <a:gd name="connsiteX41" fmla="*/ 77339 w 479510"/>
                  <a:gd name="connsiteY41" fmla="*/ 165182 h 312902"/>
                  <a:gd name="connsiteX42" fmla="*/ 68324 w 479510"/>
                  <a:gd name="connsiteY42" fmla="*/ 156327 h 312902"/>
                  <a:gd name="connsiteX43" fmla="*/ 43156 w 479510"/>
                  <a:gd name="connsiteY43" fmla="*/ 89122 h 312902"/>
                  <a:gd name="connsiteX44" fmla="*/ 66742 w 479510"/>
                  <a:gd name="connsiteY44" fmla="*/ 23723 h 312902"/>
                  <a:gd name="connsiteX45" fmla="*/ 95228 w 479510"/>
                  <a:gd name="connsiteY45" fmla="*/ 1515 h 31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79510" h="312902">
                    <a:moveTo>
                      <a:pt x="384280" y="1518"/>
                    </a:moveTo>
                    <a:cubicBezTo>
                      <a:pt x="376287" y="-2232"/>
                      <a:pt x="366768" y="1207"/>
                      <a:pt x="363018" y="9200"/>
                    </a:cubicBezTo>
                    <a:cubicBezTo>
                      <a:pt x="359268" y="17192"/>
                      <a:pt x="362708" y="26711"/>
                      <a:pt x="370700" y="30461"/>
                    </a:cubicBezTo>
                    <a:cubicBezTo>
                      <a:pt x="377409" y="33803"/>
                      <a:pt x="383329" y="38478"/>
                      <a:pt x="388461" y="44485"/>
                    </a:cubicBezTo>
                    <a:cubicBezTo>
                      <a:pt x="399079" y="56931"/>
                      <a:pt x="404387" y="71810"/>
                      <a:pt x="404387" y="89122"/>
                    </a:cubicBezTo>
                    <a:cubicBezTo>
                      <a:pt x="404387" y="107106"/>
                      <a:pt x="398735" y="122380"/>
                      <a:pt x="387429" y="134944"/>
                    </a:cubicBezTo>
                    <a:cubicBezTo>
                      <a:pt x="376560" y="147019"/>
                      <a:pt x="363565" y="153056"/>
                      <a:pt x="348444" y="153056"/>
                    </a:cubicBezTo>
                    <a:cubicBezTo>
                      <a:pt x="336546" y="153056"/>
                      <a:pt x="331291" y="163017"/>
                      <a:pt x="332678" y="171821"/>
                    </a:cubicBezTo>
                    <a:cubicBezTo>
                      <a:pt x="332525" y="172208"/>
                      <a:pt x="332452" y="172621"/>
                      <a:pt x="332461" y="173036"/>
                    </a:cubicBezTo>
                    <a:cubicBezTo>
                      <a:pt x="332461" y="176936"/>
                      <a:pt x="337540" y="184650"/>
                      <a:pt x="347703" y="185011"/>
                    </a:cubicBezTo>
                    <a:cubicBezTo>
                      <a:pt x="347949" y="185020"/>
                      <a:pt x="348195" y="185024"/>
                      <a:pt x="348444" y="185024"/>
                    </a:cubicBezTo>
                    <a:cubicBezTo>
                      <a:pt x="375474" y="185024"/>
                      <a:pt x="398639" y="195744"/>
                      <a:pt x="417938" y="217186"/>
                    </a:cubicBezTo>
                    <a:cubicBezTo>
                      <a:pt x="437673" y="239114"/>
                      <a:pt x="447541" y="265685"/>
                      <a:pt x="447543" y="296900"/>
                    </a:cubicBezTo>
                    <a:lnTo>
                      <a:pt x="447543" y="296919"/>
                    </a:lnTo>
                    <a:cubicBezTo>
                      <a:pt x="447543" y="305747"/>
                      <a:pt x="454700" y="312903"/>
                      <a:pt x="463527" y="312903"/>
                    </a:cubicBezTo>
                    <a:cubicBezTo>
                      <a:pt x="472355" y="312903"/>
                      <a:pt x="479511" y="305747"/>
                      <a:pt x="479511" y="296919"/>
                    </a:cubicBezTo>
                    <a:lnTo>
                      <a:pt x="479511" y="296910"/>
                    </a:lnTo>
                    <a:cubicBezTo>
                      <a:pt x="479511" y="257513"/>
                      <a:pt x="466906" y="223810"/>
                      <a:pt x="441697" y="195800"/>
                    </a:cubicBezTo>
                    <a:cubicBezTo>
                      <a:pt x="429711" y="182480"/>
                      <a:pt x="416536" y="172274"/>
                      <a:pt x="402172" y="165182"/>
                    </a:cubicBezTo>
                    <a:cubicBezTo>
                      <a:pt x="405284" y="162503"/>
                      <a:pt x="408290" y="159551"/>
                      <a:pt x="411190" y="156327"/>
                    </a:cubicBezTo>
                    <a:cubicBezTo>
                      <a:pt x="427967" y="137685"/>
                      <a:pt x="436355" y="115284"/>
                      <a:pt x="436355" y="89122"/>
                    </a:cubicBezTo>
                    <a:cubicBezTo>
                      <a:pt x="436355" y="63957"/>
                      <a:pt x="428493" y="42157"/>
                      <a:pt x="412769" y="23723"/>
                    </a:cubicBezTo>
                    <a:cubicBezTo>
                      <a:pt x="404647" y="14218"/>
                      <a:pt x="395152" y="6815"/>
                      <a:pt x="384283" y="1515"/>
                    </a:cubicBezTo>
                    <a:lnTo>
                      <a:pt x="384280" y="1515"/>
                    </a:lnTo>
                    <a:close/>
                    <a:moveTo>
                      <a:pt x="95231" y="1518"/>
                    </a:moveTo>
                    <a:cubicBezTo>
                      <a:pt x="103223" y="-2233"/>
                      <a:pt x="112743" y="1206"/>
                      <a:pt x="116494" y="9198"/>
                    </a:cubicBezTo>
                    <a:cubicBezTo>
                      <a:pt x="120245" y="17191"/>
                      <a:pt x="116806" y="26711"/>
                      <a:pt x="108814" y="30461"/>
                    </a:cubicBezTo>
                    <a:cubicBezTo>
                      <a:pt x="102105" y="33801"/>
                      <a:pt x="96184" y="38476"/>
                      <a:pt x="91050" y="44485"/>
                    </a:cubicBezTo>
                    <a:cubicBezTo>
                      <a:pt x="80432" y="56931"/>
                      <a:pt x="75123" y="71810"/>
                      <a:pt x="75123" y="89122"/>
                    </a:cubicBezTo>
                    <a:cubicBezTo>
                      <a:pt x="75123" y="107106"/>
                      <a:pt x="80776" y="122380"/>
                      <a:pt x="92082" y="134944"/>
                    </a:cubicBezTo>
                    <a:cubicBezTo>
                      <a:pt x="102951" y="147019"/>
                      <a:pt x="115946" y="153056"/>
                      <a:pt x="131066" y="153056"/>
                    </a:cubicBezTo>
                    <a:cubicBezTo>
                      <a:pt x="142965" y="153056"/>
                      <a:pt x="148220" y="163017"/>
                      <a:pt x="146833" y="171821"/>
                    </a:cubicBezTo>
                    <a:cubicBezTo>
                      <a:pt x="146986" y="172207"/>
                      <a:pt x="147060" y="172621"/>
                      <a:pt x="147050" y="173036"/>
                    </a:cubicBezTo>
                    <a:cubicBezTo>
                      <a:pt x="147050" y="176936"/>
                      <a:pt x="141967" y="184650"/>
                      <a:pt x="131808" y="185011"/>
                    </a:cubicBezTo>
                    <a:cubicBezTo>
                      <a:pt x="131561" y="185020"/>
                      <a:pt x="131314" y="185024"/>
                      <a:pt x="131066" y="185024"/>
                    </a:cubicBezTo>
                    <a:cubicBezTo>
                      <a:pt x="104037" y="185024"/>
                      <a:pt x="80873" y="195743"/>
                      <a:pt x="61576" y="217183"/>
                    </a:cubicBezTo>
                    <a:cubicBezTo>
                      <a:pt x="41837" y="239115"/>
                      <a:pt x="31967" y="265690"/>
                      <a:pt x="31967" y="296910"/>
                    </a:cubicBezTo>
                    <a:lnTo>
                      <a:pt x="31967" y="296919"/>
                    </a:lnTo>
                    <a:cubicBezTo>
                      <a:pt x="31936" y="305747"/>
                      <a:pt x="24754" y="312877"/>
                      <a:pt x="15926" y="312845"/>
                    </a:cubicBezTo>
                    <a:cubicBezTo>
                      <a:pt x="7099" y="312813"/>
                      <a:pt x="-32" y="305632"/>
                      <a:pt x="0" y="296804"/>
                    </a:cubicBezTo>
                    <a:cubicBezTo>
                      <a:pt x="21" y="257452"/>
                      <a:pt x="12626" y="223784"/>
                      <a:pt x="37814" y="195800"/>
                    </a:cubicBezTo>
                    <a:cubicBezTo>
                      <a:pt x="49800" y="182480"/>
                      <a:pt x="62975" y="172274"/>
                      <a:pt x="77339" y="165182"/>
                    </a:cubicBezTo>
                    <a:cubicBezTo>
                      <a:pt x="74227" y="162503"/>
                      <a:pt x="71222" y="159551"/>
                      <a:pt x="68324" y="156327"/>
                    </a:cubicBezTo>
                    <a:cubicBezTo>
                      <a:pt x="51545" y="137685"/>
                      <a:pt x="43156" y="115284"/>
                      <a:pt x="43156" y="89122"/>
                    </a:cubicBezTo>
                    <a:cubicBezTo>
                      <a:pt x="43156" y="63957"/>
                      <a:pt x="51018" y="42157"/>
                      <a:pt x="66742" y="23723"/>
                    </a:cubicBezTo>
                    <a:cubicBezTo>
                      <a:pt x="74861" y="14218"/>
                      <a:pt x="84357" y="6815"/>
                      <a:pt x="95228" y="1515"/>
                    </a:cubicBezTo>
                    <a:close/>
                  </a:path>
                </a:pathLst>
              </a:custGeom>
              <a:gradFill>
                <a:gsLst>
                  <a:gs pos="0">
                    <a:schemeClr val="accent1"/>
                  </a:gs>
                  <a:gs pos="64000">
                    <a:schemeClr val="accent2"/>
                  </a:gs>
                  <a:gs pos="100000">
                    <a:schemeClr val="accent1"/>
                  </a:gs>
                </a:gsLst>
                <a:lin ang="2700000" scaled="1"/>
              </a:gradFill>
              <a:ln w="493" cap="flat">
                <a:noFill/>
                <a:prstDash val="solid"/>
                <a:miter/>
              </a:ln>
            </p:spPr>
            <p:txBody>
              <a:bodyPr rtlCol="0" anchor="ctr"/>
              <a:lstStyle/>
              <a:p>
                <a:endParaRPr lang="zh-CN" altLang="en-US" dirty="0">
                  <a:latin typeface="思源黑体 CN Medium" panose="020B0600000000000000" pitchFamily="34" charset="-122"/>
                  <a:ea typeface="思源黑体 CN Medium" panose="020B0600000000000000" pitchFamily="34" charset="-122"/>
                </a:endParaRPr>
              </a:p>
            </p:txBody>
          </p:sp>
        </p:grpSp>
        <p:grpSp>
          <p:nvGrpSpPr>
            <p:cNvPr id="60" name="组合 59">
              <a:extLst>
                <a:ext uri="{FF2B5EF4-FFF2-40B4-BE49-F238E27FC236}">
                  <a16:creationId xmlns:a16="http://schemas.microsoft.com/office/drawing/2014/main" id="{8D14F0F8-97CA-E84D-0D93-2F62BF87AFA1}"/>
                </a:ext>
              </a:extLst>
            </p:cNvPr>
            <p:cNvGrpSpPr/>
            <p:nvPr/>
          </p:nvGrpSpPr>
          <p:grpSpPr>
            <a:xfrm>
              <a:off x="9680154" y="5148879"/>
              <a:ext cx="360743" cy="271761"/>
              <a:chOff x="10217648" y="4132653"/>
              <a:chExt cx="479510" cy="361232"/>
            </a:xfrm>
          </p:grpSpPr>
          <p:sp>
            <p:nvSpPr>
              <p:cNvPr id="79" name="任意多边形: 形状 78">
                <a:extLst>
                  <a:ext uri="{FF2B5EF4-FFF2-40B4-BE49-F238E27FC236}">
                    <a16:creationId xmlns:a16="http://schemas.microsoft.com/office/drawing/2014/main" id="{4DBF4406-5077-12FC-0E71-85B15117152E}"/>
                  </a:ext>
                </a:extLst>
              </p:cNvPr>
              <p:cNvSpPr/>
              <p:nvPr/>
            </p:nvSpPr>
            <p:spPr>
              <a:xfrm>
                <a:off x="10303960" y="4132653"/>
                <a:ext cx="306887" cy="361232"/>
              </a:xfrm>
              <a:custGeom>
                <a:avLst/>
                <a:gdLst>
                  <a:gd name="connsiteX0" fmla="*/ 153443 w 306887"/>
                  <a:gd name="connsiteY0" fmla="*/ 0 h 361232"/>
                  <a:gd name="connsiteX1" fmla="*/ 265326 w 306887"/>
                  <a:gd name="connsiteY1" fmla="*/ 111886 h 361232"/>
                  <a:gd name="connsiteX2" fmla="*/ 196991 w 306887"/>
                  <a:gd name="connsiteY2" fmla="*/ 214980 h 361232"/>
                  <a:gd name="connsiteX3" fmla="*/ 193034 w 306887"/>
                  <a:gd name="connsiteY3" fmla="*/ 215779 h 361232"/>
                  <a:gd name="connsiteX4" fmla="*/ 213178 w 306887"/>
                  <a:gd name="connsiteY4" fmla="*/ 219844 h 361232"/>
                  <a:gd name="connsiteX5" fmla="*/ 306887 w 306887"/>
                  <a:gd name="connsiteY5" fmla="*/ 361232 h 361232"/>
                  <a:gd name="connsiteX6" fmla="*/ 0 w 306887"/>
                  <a:gd name="connsiteY6" fmla="*/ 361232 h 361232"/>
                  <a:gd name="connsiteX7" fmla="*/ 93709 w 306887"/>
                  <a:gd name="connsiteY7" fmla="*/ 219844 h 361232"/>
                  <a:gd name="connsiteX8" fmla="*/ 113849 w 306887"/>
                  <a:gd name="connsiteY8" fmla="*/ 215779 h 361232"/>
                  <a:gd name="connsiteX9" fmla="*/ 109889 w 306887"/>
                  <a:gd name="connsiteY9" fmla="*/ 214980 h 361232"/>
                  <a:gd name="connsiteX10" fmla="*/ 41554 w 306887"/>
                  <a:gd name="connsiteY10" fmla="*/ 111886 h 361232"/>
                  <a:gd name="connsiteX11" fmla="*/ 41557 w 306887"/>
                  <a:gd name="connsiteY11" fmla="*/ 111886 h 361232"/>
                  <a:gd name="connsiteX12" fmla="*/ 153443 w 306887"/>
                  <a:gd name="connsiteY12" fmla="*/ 0 h 361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6887" h="361232">
                    <a:moveTo>
                      <a:pt x="153443" y="0"/>
                    </a:moveTo>
                    <a:cubicBezTo>
                      <a:pt x="215236" y="0"/>
                      <a:pt x="265326" y="50093"/>
                      <a:pt x="265326" y="111886"/>
                    </a:cubicBezTo>
                    <a:cubicBezTo>
                      <a:pt x="265326" y="158231"/>
                      <a:pt x="237149" y="197995"/>
                      <a:pt x="196991" y="214980"/>
                    </a:cubicBezTo>
                    <a:lnTo>
                      <a:pt x="193034" y="215779"/>
                    </a:lnTo>
                    <a:lnTo>
                      <a:pt x="213178" y="219844"/>
                    </a:lnTo>
                    <a:cubicBezTo>
                      <a:pt x="268253" y="243134"/>
                      <a:pt x="306887" y="297661"/>
                      <a:pt x="306887" y="361232"/>
                    </a:cubicBezTo>
                    <a:lnTo>
                      <a:pt x="0" y="361232"/>
                    </a:lnTo>
                    <a:cubicBezTo>
                      <a:pt x="0" y="297661"/>
                      <a:pt x="38634" y="243134"/>
                      <a:pt x="93709" y="219844"/>
                    </a:cubicBezTo>
                    <a:lnTo>
                      <a:pt x="113849" y="215779"/>
                    </a:lnTo>
                    <a:lnTo>
                      <a:pt x="109889" y="214980"/>
                    </a:lnTo>
                    <a:cubicBezTo>
                      <a:pt x="69731" y="197995"/>
                      <a:pt x="41554" y="158231"/>
                      <a:pt x="41554" y="111886"/>
                    </a:cubicBezTo>
                    <a:lnTo>
                      <a:pt x="41557" y="111886"/>
                    </a:lnTo>
                    <a:cubicBezTo>
                      <a:pt x="41557" y="50093"/>
                      <a:pt x="91650" y="0"/>
                      <a:pt x="153443" y="0"/>
                    </a:cubicBezTo>
                    <a:close/>
                  </a:path>
                </a:pathLst>
              </a:custGeom>
              <a:gradFill>
                <a:gsLst>
                  <a:gs pos="0">
                    <a:schemeClr val="accent1">
                      <a:lumMod val="60000"/>
                      <a:lumOff val="40000"/>
                    </a:schemeClr>
                  </a:gs>
                  <a:gs pos="64000">
                    <a:schemeClr val="accent1"/>
                  </a:gs>
                </a:gsLst>
                <a:lin ang="2700000" scaled="1"/>
              </a:gradFill>
              <a:ln w="493" cap="flat">
                <a:noFill/>
                <a:prstDash val="solid"/>
                <a:miter/>
              </a:ln>
            </p:spPr>
            <p:txBody>
              <a:bodyPr rtlCol="0" anchor="ctr"/>
              <a:lstStyle/>
              <a:p>
                <a:endParaRPr lang="zh-CN" altLang="en-US" dirty="0">
                  <a:latin typeface="思源黑体 CN Medium" panose="020B0600000000000000" pitchFamily="34" charset="-122"/>
                  <a:ea typeface="思源黑体 CN Medium" panose="020B0600000000000000" pitchFamily="34" charset="-122"/>
                </a:endParaRPr>
              </a:p>
            </p:txBody>
          </p:sp>
          <p:sp>
            <p:nvSpPr>
              <p:cNvPr id="80" name="任意多边形: 形状 79">
                <a:extLst>
                  <a:ext uri="{FF2B5EF4-FFF2-40B4-BE49-F238E27FC236}">
                    <a16:creationId xmlns:a16="http://schemas.microsoft.com/office/drawing/2014/main" id="{A7448235-30A5-3A06-6651-E25BE3D4B888}"/>
                  </a:ext>
                </a:extLst>
              </p:cNvPr>
              <p:cNvSpPr/>
              <p:nvPr/>
            </p:nvSpPr>
            <p:spPr>
              <a:xfrm>
                <a:off x="10217648" y="4161812"/>
                <a:ext cx="479510" cy="312902"/>
              </a:xfrm>
              <a:custGeom>
                <a:avLst/>
                <a:gdLst>
                  <a:gd name="connsiteX0" fmla="*/ 384280 w 479510"/>
                  <a:gd name="connsiteY0" fmla="*/ 1518 h 312902"/>
                  <a:gd name="connsiteX1" fmla="*/ 363018 w 479510"/>
                  <a:gd name="connsiteY1" fmla="*/ 9200 h 312902"/>
                  <a:gd name="connsiteX2" fmla="*/ 370700 w 479510"/>
                  <a:gd name="connsiteY2" fmla="*/ 30461 h 312902"/>
                  <a:gd name="connsiteX3" fmla="*/ 388461 w 479510"/>
                  <a:gd name="connsiteY3" fmla="*/ 44485 h 312902"/>
                  <a:gd name="connsiteX4" fmla="*/ 404387 w 479510"/>
                  <a:gd name="connsiteY4" fmla="*/ 89122 h 312902"/>
                  <a:gd name="connsiteX5" fmla="*/ 387429 w 479510"/>
                  <a:gd name="connsiteY5" fmla="*/ 134944 h 312902"/>
                  <a:gd name="connsiteX6" fmla="*/ 348444 w 479510"/>
                  <a:gd name="connsiteY6" fmla="*/ 153056 h 312902"/>
                  <a:gd name="connsiteX7" fmla="*/ 332678 w 479510"/>
                  <a:gd name="connsiteY7" fmla="*/ 171821 h 312902"/>
                  <a:gd name="connsiteX8" fmla="*/ 332461 w 479510"/>
                  <a:gd name="connsiteY8" fmla="*/ 173036 h 312902"/>
                  <a:gd name="connsiteX9" fmla="*/ 347703 w 479510"/>
                  <a:gd name="connsiteY9" fmla="*/ 185011 h 312902"/>
                  <a:gd name="connsiteX10" fmla="*/ 348444 w 479510"/>
                  <a:gd name="connsiteY10" fmla="*/ 185024 h 312902"/>
                  <a:gd name="connsiteX11" fmla="*/ 417938 w 479510"/>
                  <a:gd name="connsiteY11" fmla="*/ 217186 h 312902"/>
                  <a:gd name="connsiteX12" fmla="*/ 447543 w 479510"/>
                  <a:gd name="connsiteY12" fmla="*/ 296900 h 312902"/>
                  <a:gd name="connsiteX13" fmla="*/ 447543 w 479510"/>
                  <a:gd name="connsiteY13" fmla="*/ 296919 h 312902"/>
                  <a:gd name="connsiteX14" fmla="*/ 463527 w 479510"/>
                  <a:gd name="connsiteY14" fmla="*/ 312903 h 312902"/>
                  <a:gd name="connsiteX15" fmla="*/ 479511 w 479510"/>
                  <a:gd name="connsiteY15" fmla="*/ 296919 h 312902"/>
                  <a:gd name="connsiteX16" fmla="*/ 479511 w 479510"/>
                  <a:gd name="connsiteY16" fmla="*/ 296910 h 312902"/>
                  <a:gd name="connsiteX17" fmla="*/ 441697 w 479510"/>
                  <a:gd name="connsiteY17" fmla="*/ 195800 h 312902"/>
                  <a:gd name="connsiteX18" fmla="*/ 402172 w 479510"/>
                  <a:gd name="connsiteY18" fmla="*/ 165182 h 312902"/>
                  <a:gd name="connsiteX19" fmla="*/ 411190 w 479510"/>
                  <a:gd name="connsiteY19" fmla="*/ 156327 h 312902"/>
                  <a:gd name="connsiteX20" fmla="*/ 436355 w 479510"/>
                  <a:gd name="connsiteY20" fmla="*/ 89122 h 312902"/>
                  <a:gd name="connsiteX21" fmla="*/ 412769 w 479510"/>
                  <a:gd name="connsiteY21" fmla="*/ 23723 h 312902"/>
                  <a:gd name="connsiteX22" fmla="*/ 384283 w 479510"/>
                  <a:gd name="connsiteY22" fmla="*/ 1515 h 312902"/>
                  <a:gd name="connsiteX23" fmla="*/ 384280 w 479510"/>
                  <a:gd name="connsiteY23" fmla="*/ 1515 h 312902"/>
                  <a:gd name="connsiteX24" fmla="*/ 95231 w 479510"/>
                  <a:gd name="connsiteY24" fmla="*/ 1518 h 312902"/>
                  <a:gd name="connsiteX25" fmla="*/ 116494 w 479510"/>
                  <a:gd name="connsiteY25" fmla="*/ 9198 h 312902"/>
                  <a:gd name="connsiteX26" fmla="*/ 108814 w 479510"/>
                  <a:gd name="connsiteY26" fmla="*/ 30461 h 312902"/>
                  <a:gd name="connsiteX27" fmla="*/ 91050 w 479510"/>
                  <a:gd name="connsiteY27" fmla="*/ 44485 h 312902"/>
                  <a:gd name="connsiteX28" fmla="*/ 75123 w 479510"/>
                  <a:gd name="connsiteY28" fmla="*/ 89122 h 312902"/>
                  <a:gd name="connsiteX29" fmla="*/ 92082 w 479510"/>
                  <a:gd name="connsiteY29" fmla="*/ 134944 h 312902"/>
                  <a:gd name="connsiteX30" fmla="*/ 131066 w 479510"/>
                  <a:gd name="connsiteY30" fmla="*/ 153056 h 312902"/>
                  <a:gd name="connsiteX31" fmla="*/ 146833 w 479510"/>
                  <a:gd name="connsiteY31" fmla="*/ 171821 h 312902"/>
                  <a:gd name="connsiteX32" fmla="*/ 147050 w 479510"/>
                  <a:gd name="connsiteY32" fmla="*/ 173036 h 312902"/>
                  <a:gd name="connsiteX33" fmla="*/ 131808 w 479510"/>
                  <a:gd name="connsiteY33" fmla="*/ 185011 h 312902"/>
                  <a:gd name="connsiteX34" fmla="*/ 131066 w 479510"/>
                  <a:gd name="connsiteY34" fmla="*/ 185024 h 312902"/>
                  <a:gd name="connsiteX35" fmla="*/ 61576 w 479510"/>
                  <a:gd name="connsiteY35" fmla="*/ 217183 h 312902"/>
                  <a:gd name="connsiteX36" fmla="*/ 31967 w 479510"/>
                  <a:gd name="connsiteY36" fmla="*/ 296910 h 312902"/>
                  <a:gd name="connsiteX37" fmla="*/ 31967 w 479510"/>
                  <a:gd name="connsiteY37" fmla="*/ 296919 h 312902"/>
                  <a:gd name="connsiteX38" fmla="*/ 15926 w 479510"/>
                  <a:gd name="connsiteY38" fmla="*/ 312845 h 312902"/>
                  <a:gd name="connsiteX39" fmla="*/ 0 w 479510"/>
                  <a:gd name="connsiteY39" fmla="*/ 296804 h 312902"/>
                  <a:gd name="connsiteX40" fmla="*/ 37814 w 479510"/>
                  <a:gd name="connsiteY40" fmla="*/ 195800 h 312902"/>
                  <a:gd name="connsiteX41" fmla="*/ 77339 w 479510"/>
                  <a:gd name="connsiteY41" fmla="*/ 165182 h 312902"/>
                  <a:gd name="connsiteX42" fmla="*/ 68324 w 479510"/>
                  <a:gd name="connsiteY42" fmla="*/ 156327 h 312902"/>
                  <a:gd name="connsiteX43" fmla="*/ 43156 w 479510"/>
                  <a:gd name="connsiteY43" fmla="*/ 89122 h 312902"/>
                  <a:gd name="connsiteX44" fmla="*/ 66742 w 479510"/>
                  <a:gd name="connsiteY44" fmla="*/ 23723 h 312902"/>
                  <a:gd name="connsiteX45" fmla="*/ 95228 w 479510"/>
                  <a:gd name="connsiteY45" fmla="*/ 1515 h 31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79510" h="312902">
                    <a:moveTo>
                      <a:pt x="384280" y="1518"/>
                    </a:moveTo>
                    <a:cubicBezTo>
                      <a:pt x="376287" y="-2232"/>
                      <a:pt x="366768" y="1207"/>
                      <a:pt x="363018" y="9200"/>
                    </a:cubicBezTo>
                    <a:cubicBezTo>
                      <a:pt x="359268" y="17192"/>
                      <a:pt x="362708" y="26711"/>
                      <a:pt x="370700" y="30461"/>
                    </a:cubicBezTo>
                    <a:cubicBezTo>
                      <a:pt x="377409" y="33803"/>
                      <a:pt x="383329" y="38478"/>
                      <a:pt x="388461" y="44485"/>
                    </a:cubicBezTo>
                    <a:cubicBezTo>
                      <a:pt x="399079" y="56931"/>
                      <a:pt x="404387" y="71810"/>
                      <a:pt x="404387" y="89122"/>
                    </a:cubicBezTo>
                    <a:cubicBezTo>
                      <a:pt x="404387" y="107106"/>
                      <a:pt x="398735" y="122380"/>
                      <a:pt x="387429" y="134944"/>
                    </a:cubicBezTo>
                    <a:cubicBezTo>
                      <a:pt x="376560" y="147019"/>
                      <a:pt x="363565" y="153056"/>
                      <a:pt x="348444" y="153056"/>
                    </a:cubicBezTo>
                    <a:cubicBezTo>
                      <a:pt x="336546" y="153056"/>
                      <a:pt x="331291" y="163017"/>
                      <a:pt x="332678" y="171821"/>
                    </a:cubicBezTo>
                    <a:cubicBezTo>
                      <a:pt x="332525" y="172208"/>
                      <a:pt x="332452" y="172621"/>
                      <a:pt x="332461" y="173036"/>
                    </a:cubicBezTo>
                    <a:cubicBezTo>
                      <a:pt x="332461" y="176936"/>
                      <a:pt x="337540" y="184650"/>
                      <a:pt x="347703" y="185011"/>
                    </a:cubicBezTo>
                    <a:cubicBezTo>
                      <a:pt x="347949" y="185020"/>
                      <a:pt x="348195" y="185024"/>
                      <a:pt x="348444" y="185024"/>
                    </a:cubicBezTo>
                    <a:cubicBezTo>
                      <a:pt x="375474" y="185024"/>
                      <a:pt x="398639" y="195744"/>
                      <a:pt x="417938" y="217186"/>
                    </a:cubicBezTo>
                    <a:cubicBezTo>
                      <a:pt x="437673" y="239114"/>
                      <a:pt x="447541" y="265685"/>
                      <a:pt x="447543" y="296900"/>
                    </a:cubicBezTo>
                    <a:lnTo>
                      <a:pt x="447543" y="296919"/>
                    </a:lnTo>
                    <a:cubicBezTo>
                      <a:pt x="447543" y="305747"/>
                      <a:pt x="454700" y="312903"/>
                      <a:pt x="463527" y="312903"/>
                    </a:cubicBezTo>
                    <a:cubicBezTo>
                      <a:pt x="472355" y="312903"/>
                      <a:pt x="479511" y="305747"/>
                      <a:pt x="479511" y="296919"/>
                    </a:cubicBezTo>
                    <a:lnTo>
                      <a:pt x="479511" y="296910"/>
                    </a:lnTo>
                    <a:cubicBezTo>
                      <a:pt x="479511" y="257513"/>
                      <a:pt x="466906" y="223810"/>
                      <a:pt x="441697" y="195800"/>
                    </a:cubicBezTo>
                    <a:cubicBezTo>
                      <a:pt x="429711" y="182480"/>
                      <a:pt x="416536" y="172274"/>
                      <a:pt x="402172" y="165182"/>
                    </a:cubicBezTo>
                    <a:cubicBezTo>
                      <a:pt x="405284" y="162503"/>
                      <a:pt x="408290" y="159551"/>
                      <a:pt x="411190" y="156327"/>
                    </a:cubicBezTo>
                    <a:cubicBezTo>
                      <a:pt x="427967" y="137685"/>
                      <a:pt x="436355" y="115284"/>
                      <a:pt x="436355" y="89122"/>
                    </a:cubicBezTo>
                    <a:cubicBezTo>
                      <a:pt x="436355" y="63957"/>
                      <a:pt x="428493" y="42157"/>
                      <a:pt x="412769" y="23723"/>
                    </a:cubicBezTo>
                    <a:cubicBezTo>
                      <a:pt x="404647" y="14218"/>
                      <a:pt x="395152" y="6815"/>
                      <a:pt x="384283" y="1515"/>
                    </a:cubicBezTo>
                    <a:lnTo>
                      <a:pt x="384280" y="1515"/>
                    </a:lnTo>
                    <a:close/>
                    <a:moveTo>
                      <a:pt x="95231" y="1518"/>
                    </a:moveTo>
                    <a:cubicBezTo>
                      <a:pt x="103223" y="-2233"/>
                      <a:pt x="112743" y="1206"/>
                      <a:pt x="116494" y="9198"/>
                    </a:cubicBezTo>
                    <a:cubicBezTo>
                      <a:pt x="120245" y="17191"/>
                      <a:pt x="116806" y="26711"/>
                      <a:pt x="108814" y="30461"/>
                    </a:cubicBezTo>
                    <a:cubicBezTo>
                      <a:pt x="102105" y="33801"/>
                      <a:pt x="96184" y="38476"/>
                      <a:pt x="91050" y="44485"/>
                    </a:cubicBezTo>
                    <a:cubicBezTo>
                      <a:pt x="80432" y="56931"/>
                      <a:pt x="75123" y="71810"/>
                      <a:pt x="75123" y="89122"/>
                    </a:cubicBezTo>
                    <a:cubicBezTo>
                      <a:pt x="75123" y="107106"/>
                      <a:pt x="80776" y="122380"/>
                      <a:pt x="92082" y="134944"/>
                    </a:cubicBezTo>
                    <a:cubicBezTo>
                      <a:pt x="102951" y="147019"/>
                      <a:pt x="115946" y="153056"/>
                      <a:pt x="131066" y="153056"/>
                    </a:cubicBezTo>
                    <a:cubicBezTo>
                      <a:pt x="142965" y="153056"/>
                      <a:pt x="148220" y="163017"/>
                      <a:pt x="146833" y="171821"/>
                    </a:cubicBezTo>
                    <a:cubicBezTo>
                      <a:pt x="146986" y="172207"/>
                      <a:pt x="147060" y="172621"/>
                      <a:pt x="147050" y="173036"/>
                    </a:cubicBezTo>
                    <a:cubicBezTo>
                      <a:pt x="147050" y="176936"/>
                      <a:pt x="141967" y="184650"/>
                      <a:pt x="131808" y="185011"/>
                    </a:cubicBezTo>
                    <a:cubicBezTo>
                      <a:pt x="131561" y="185020"/>
                      <a:pt x="131314" y="185024"/>
                      <a:pt x="131066" y="185024"/>
                    </a:cubicBezTo>
                    <a:cubicBezTo>
                      <a:pt x="104037" y="185024"/>
                      <a:pt x="80873" y="195743"/>
                      <a:pt x="61576" y="217183"/>
                    </a:cubicBezTo>
                    <a:cubicBezTo>
                      <a:pt x="41837" y="239115"/>
                      <a:pt x="31967" y="265690"/>
                      <a:pt x="31967" y="296910"/>
                    </a:cubicBezTo>
                    <a:lnTo>
                      <a:pt x="31967" y="296919"/>
                    </a:lnTo>
                    <a:cubicBezTo>
                      <a:pt x="31936" y="305747"/>
                      <a:pt x="24754" y="312877"/>
                      <a:pt x="15926" y="312845"/>
                    </a:cubicBezTo>
                    <a:cubicBezTo>
                      <a:pt x="7099" y="312813"/>
                      <a:pt x="-32" y="305632"/>
                      <a:pt x="0" y="296804"/>
                    </a:cubicBezTo>
                    <a:cubicBezTo>
                      <a:pt x="21" y="257452"/>
                      <a:pt x="12626" y="223784"/>
                      <a:pt x="37814" y="195800"/>
                    </a:cubicBezTo>
                    <a:cubicBezTo>
                      <a:pt x="49800" y="182480"/>
                      <a:pt x="62975" y="172274"/>
                      <a:pt x="77339" y="165182"/>
                    </a:cubicBezTo>
                    <a:cubicBezTo>
                      <a:pt x="74227" y="162503"/>
                      <a:pt x="71222" y="159551"/>
                      <a:pt x="68324" y="156327"/>
                    </a:cubicBezTo>
                    <a:cubicBezTo>
                      <a:pt x="51545" y="137685"/>
                      <a:pt x="43156" y="115284"/>
                      <a:pt x="43156" y="89122"/>
                    </a:cubicBezTo>
                    <a:cubicBezTo>
                      <a:pt x="43156" y="63957"/>
                      <a:pt x="51018" y="42157"/>
                      <a:pt x="66742" y="23723"/>
                    </a:cubicBezTo>
                    <a:cubicBezTo>
                      <a:pt x="74861" y="14218"/>
                      <a:pt x="84357" y="6815"/>
                      <a:pt x="95228" y="1515"/>
                    </a:cubicBezTo>
                    <a:close/>
                  </a:path>
                </a:pathLst>
              </a:custGeom>
              <a:gradFill>
                <a:gsLst>
                  <a:gs pos="0">
                    <a:schemeClr val="accent1"/>
                  </a:gs>
                  <a:gs pos="64000">
                    <a:schemeClr val="accent2"/>
                  </a:gs>
                  <a:gs pos="100000">
                    <a:schemeClr val="accent1"/>
                  </a:gs>
                </a:gsLst>
                <a:lin ang="2700000" scaled="1"/>
              </a:gradFill>
              <a:ln w="493" cap="flat">
                <a:noFill/>
                <a:prstDash val="solid"/>
                <a:miter/>
              </a:ln>
            </p:spPr>
            <p:txBody>
              <a:bodyPr rtlCol="0" anchor="ctr"/>
              <a:lstStyle/>
              <a:p>
                <a:endParaRPr lang="zh-CN" altLang="en-US" dirty="0">
                  <a:latin typeface="思源黑体 CN Medium" panose="020B0600000000000000" pitchFamily="34" charset="-122"/>
                  <a:ea typeface="思源黑体 CN Medium" panose="020B0600000000000000" pitchFamily="34" charset="-122"/>
                </a:endParaRPr>
              </a:p>
            </p:txBody>
          </p:sp>
        </p:grpSp>
        <p:grpSp>
          <p:nvGrpSpPr>
            <p:cNvPr id="84" name="组合 83">
              <a:extLst>
                <a:ext uri="{FF2B5EF4-FFF2-40B4-BE49-F238E27FC236}">
                  <a16:creationId xmlns:a16="http://schemas.microsoft.com/office/drawing/2014/main" id="{A106C4A3-2D9A-77BB-2CCC-B7BE32E039CC}"/>
                </a:ext>
              </a:extLst>
            </p:cNvPr>
            <p:cNvGrpSpPr/>
            <p:nvPr/>
          </p:nvGrpSpPr>
          <p:grpSpPr>
            <a:xfrm>
              <a:off x="10300399" y="5148879"/>
              <a:ext cx="360743" cy="271761"/>
              <a:chOff x="10217648" y="4132653"/>
              <a:chExt cx="479510" cy="361232"/>
            </a:xfrm>
          </p:grpSpPr>
          <p:sp>
            <p:nvSpPr>
              <p:cNvPr id="85" name="任意多边形: 形状 84">
                <a:extLst>
                  <a:ext uri="{FF2B5EF4-FFF2-40B4-BE49-F238E27FC236}">
                    <a16:creationId xmlns:a16="http://schemas.microsoft.com/office/drawing/2014/main" id="{C004A23A-777F-E80B-6537-80342415B4C7}"/>
                  </a:ext>
                </a:extLst>
              </p:cNvPr>
              <p:cNvSpPr/>
              <p:nvPr/>
            </p:nvSpPr>
            <p:spPr>
              <a:xfrm>
                <a:off x="10303960" y="4132653"/>
                <a:ext cx="306887" cy="361232"/>
              </a:xfrm>
              <a:custGeom>
                <a:avLst/>
                <a:gdLst>
                  <a:gd name="connsiteX0" fmla="*/ 153443 w 306887"/>
                  <a:gd name="connsiteY0" fmla="*/ 0 h 361232"/>
                  <a:gd name="connsiteX1" fmla="*/ 265326 w 306887"/>
                  <a:gd name="connsiteY1" fmla="*/ 111886 h 361232"/>
                  <a:gd name="connsiteX2" fmla="*/ 196991 w 306887"/>
                  <a:gd name="connsiteY2" fmla="*/ 214980 h 361232"/>
                  <a:gd name="connsiteX3" fmla="*/ 193034 w 306887"/>
                  <a:gd name="connsiteY3" fmla="*/ 215779 h 361232"/>
                  <a:gd name="connsiteX4" fmla="*/ 213178 w 306887"/>
                  <a:gd name="connsiteY4" fmla="*/ 219844 h 361232"/>
                  <a:gd name="connsiteX5" fmla="*/ 306887 w 306887"/>
                  <a:gd name="connsiteY5" fmla="*/ 361232 h 361232"/>
                  <a:gd name="connsiteX6" fmla="*/ 0 w 306887"/>
                  <a:gd name="connsiteY6" fmla="*/ 361232 h 361232"/>
                  <a:gd name="connsiteX7" fmla="*/ 93709 w 306887"/>
                  <a:gd name="connsiteY7" fmla="*/ 219844 h 361232"/>
                  <a:gd name="connsiteX8" fmla="*/ 113849 w 306887"/>
                  <a:gd name="connsiteY8" fmla="*/ 215779 h 361232"/>
                  <a:gd name="connsiteX9" fmla="*/ 109889 w 306887"/>
                  <a:gd name="connsiteY9" fmla="*/ 214980 h 361232"/>
                  <a:gd name="connsiteX10" fmla="*/ 41554 w 306887"/>
                  <a:gd name="connsiteY10" fmla="*/ 111886 h 361232"/>
                  <a:gd name="connsiteX11" fmla="*/ 41557 w 306887"/>
                  <a:gd name="connsiteY11" fmla="*/ 111886 h 361232"/>
                  <a:gd name="connsiteX12" fmla="*/ 153443 w 306887"/>
                  <a:gd name="connsiteY12" fmla="*/ 0 h 361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6887" h="361232">
                    <a:moveTo>
                      <a:pt x="153443" y="0"/>
                    </a:moveTo>
                    <a:cubicBezTo>
                      <a:pt x="215236" y="0"/>
                      <a:pt x="265326" y="50093"/>
                      <a:pt x="265326" y="111886"/>
                    </a:cubicBezTo>
                    <a:cubicBezTo>
                      <a:pt x="265326" y="158231"/>
                      <a:pt x="237149" y="197995"/>
                      <a:pt x="196991" y="214980"/>
                    </a:cubicBezTo>
                    <a:lnTo>
                      <a:pt x="193034" y="215779"/>
                    </a:lnTo>
                    <a:lnTo>
                      <a:pt x="213178" y="219844"/>
                    </a:lnTo>
                    <a:cubicBezTo>
                      <a:pt x="268253" y="243134"/>
                      <a:pt x="306887" y="297661"/>
                      <a:pt x="306887" y="361232"/>
                    </a:cubicBezTo>
                    <a:lnTo>
                      <a:pt x="0" y="361232"/>
                    </a:lnTo>
                    <a:cubicBezTo>
                      <a:pt x="0" y="297661"/>
                      <a:pt x="38634" y="243134"/>
                      <a:pt x="93709" y="219844"/>
                    </a:cubicBezTo>
                    <a:lnTo>
                      <a:pt x="113849" y="215779"/>
                    </a:lnTo>
                    <a:lnTo>
                      <a:pt x="109889" y="214980"/>
                    </a:lnTo>
                    <a:cubicBezTo>
                      <a:pt x="69731" y="197995"/>
                      <a:pt x="41554" y="158231"/>
                      <a:pt x="41554" y="111886"/>
                    </a:cubicBezTo>
                    <a:lnTo>
                      <a:pt x="41557" y="111886"/>
                    </a:lnTo>
                    <a:cubicBezTo>
                      <a:pt x="41557" y="50093"/>
                      <a:pt x="91650" y="0"/>
                      <a:pt x="153443" y="0"/>
                    </a:cubicBezTo>
                    <a:close/>
                  </a:path>
                </a:pathLst>
              </a:custGeom>
              <a:gradFill>
                <a:gsLst>
                  <a:gs pos="0">
                    <a:schemeClr val="accent1">
                      <a:lumMod val="60000"/>
                      <a:lumOff val="40000"/>
                    </a:schemeClr>
                  </a:gs>
                  <a:gs pos="64000">
                    <a:schemeClr val="accent1"/>
                  </a:gs>
                </a:gsLst>
                <a:lin ang="2700000" scaled="1"/>
              </a:gradFill>
              <a:ln w="493" cap="flat">
                <a:noFill/>
                <a:prstDash val="solid"/>
                <a:miter/>
              </a:ln>
            </p:spPr>
            <p:txBody>
              <a:bodyPr rtlCol="0" anchor="ctr"/>
              <a:lstStyle/>
              <a:p>
                <a:endParaRPr lang="zh-CN" altLang="en-US" dirty="0">
                  <a:latin typeface="思源黑体 CN Medium" panose="020B0600000000000000" pitchFamily="34" charset="-122"/>
                  <a:ea typeface="思源黑体 CN Medium" panose="020B0600000000000000" pitchFamily="34" charset="-122"/>
                </a:endParaRPr>
              </a:p>
            </p:txBody>
          </p:sp>
          <p:sp>
            <p:nvSpPr>
              <p:cNvPr id="86" name="任意多边形: 形状 85">
                <a:extLst>
                  <a:ext uri="{FF2B5EF4-FFF2-40B4-BE49-F238E27FC236}">
                    <a16:creationId xmlns:a16="http://schemas.microsoft.com/office/drawing/2014/main" id="{2B331E81-24A5-5461-98A6-66FD81021AF5}"/>
                  </a:ext>
                </a:extLst>
              </p:cNvPr>
              <p:cNvSpPr/>
              <p:nvPr/>
            </p:nvSpPr>
            <p:spPr>
              <a:xfrm>
                <a:off x="10217648" y="4161812"/>
                <a:ext cx="479510" cy="312902"/>
              </a:xfrm>
              <a:custGeom>
                <a:avLst/>
                <a:gdLst>
                  <a:gd name="connsiteX0" fmla="*/ 384280 w 479510"/>
                  <a:gd name="connsiteY0" fmla="*/ 1518 h 312902"/>
                  <a:gd name="connsiteX1" fmla="*/ 363018 w 479510"/>
                  <a:gd name="connsiteY1" fmla="*/ 9200 h 312902"/>
                  <a:gd name="connsiteX2" fmla="*/ 370700 w 479510"/>
                  <a:gd name="connsiteY2" fmla="*/ 30461 h 312902"/>
                  <a:gd name="connsiteX3" fmla="*/ 388461 w 479510"/>
                  <a:gd name="connsiteY3" fmla="*/ 44485 h 312902"/>
                  <a:gd name="connsiteX4" fmla="*/ 404387 w 479510"/>
                  <a:gd name="connsiteY4" fmla="*/ 89122 h 312902"/>
                  <a:gd name="connsiteX5" fmla="*/ 387429 w 479510"/>
                  <a:gd name="connsiteY5" fmla="*/ 134944 h 312902"/>
                  <a:gd name="connsiteX6" fmla="*/ 348444 w 479510"/>
                  <a:gd name="connsiteY6" fmla="*/ 153056 h 312902"/>
                  <a:gd name="connsiteX7" fmla="*/ 332678 w 479510"/>
                  <a:gd name="connsiteY7" fmla="*/ 171821 h 312902"/>
                  <a:gd name="connsiteX8" fmla="*/ 332461 w 479510"/>
                  <a:gd name="connsiteY8" fmla="*/ 173036 h 312902"/>
                  <a:gd name="connsiteX9" fmla="*/ 347703 w 479510"/>
                  <a:gd name="connsiteY9" fmla="*/ 185011 h 312902"/>
                  <a:gd name="connsiteX10" fmla="*/ 348444 w 479510"/>
                  <a:gd name="connsiteY10" fmla="*/ 185024 h 312902"/>
                  <a:gd name="connsiteX11" fmla="*/ 417938 w 479510"/>
                  <a:gd name="connsiteY11" fmla="*/ 217186 h 312902"/>
                  <a:gd name="connsiteX12" fmla="*/ 447543 w 479510"/>
                  <a:gd name="connsiteY12" fmla="*/ 296900 h 312902"/>
                  <a:gd name="connsiteX13" fmla="*/ 447543 w 479510"/>
                  <a:gd name="connsiteY13" fmla="*/ 296919 h 312902"/>
                  <a:gd name="connsiteX14" fmla="*/ 463527 w 479510"/>
                  <a:gd name="connsiteY14" fmla="*/ 312903 h 312902"/>
                  <a:gd name="connsiteX15" fmla="*/ 479511 w 479510"/>
                  <a:gd name="connsiteY15" fmla="*/ 296919 h 312902"/>
                  <a:gd name="connsiteX16" fmla="*/ 479511 w 479510"/>
                  <a:gd name="connsiteY16" fmla="*/ 296910 h 312902"/>
                  <a:gd name="connsiteX17" fmla="*/ 441697 w 479510"/>
                  <a:gd name="connsiteY17" fmla="*/ 195800 h 312902"/>
                  <a:gd name="connsiteX18" fmla="*/ 402172 w 479510"/>
                  <a:gd name="connsiteY18" fmla="*/ 165182 h 312902"/>
                  <a:gd name="connsiteX19" fmla="*/ 411190 w 479510"/>
                  <a:gd name="connsiteY19" fmla="*/ 156327 h 312902"/>
                  <a:gd name="connsiteX20" fmla="*/ 436355 w 479510"/>
                  <a:gd name="connsiteY20" fmla="*/ 89122 h 312902"/>
                  <a:gd name="connsiteX21" fmla="*/ 412769 w 479510"/>
                  <a:gd name="connsiteY21" fmla="*/ 23723 h 312902"/>
                  <a:gd name="connsiteX22" fmla="*/ 384283 w 479510"/>
                  <a:gd name="connsiteY22" fmla="*/ 1515 h 312902"/>
                  <a:gd name="connsiteX23" fmla="*/ 384280 w 479510"/>
                  <a:gd name="connsiteY23" fmla="*/ 1515 h 312902"/>
                  <a:gd name="connsiteX24" fmla="*/ 95231 w 479510"/>
                  <a:gd name="connsiteY24" fmla="*/ 1518 h 312902"/>
                  <a:gd name="connsiteX25" fmla="*/ 116494 w 479510"/>
                  <a:gd name="connsiteY25" fmla="*/ 9198 h 312902"/>
                  <a:gd name="connsiteX26" fmla="*/ 108814 w 479510"/>
                  <a:gd name="connsiteY26" fmla="*/ 30461 h 312902"/>
                  <a:gd name="connsiteX27" fmla="*/ 91050 w 479510"/>
                  <a:gd name="connsiteY27" fmla="*/ 44485 h 312902"/>
                  <a:gd name="connsiteX28" fmla="*/ 75123 w 479510"/>
                  <a:gd name="connsiteY28" fmla="*/ 89122 h 312902"/>
                  <a:gd name="connsiteX29" fmla="*/ 92082 w 479510"/>
                  <a:gd name="connsiteY29" fmla="*/ 134944 h 312902"/>
                  <a:gd name="connsiteX30" fmla="*/ 131066 w 479510"/>
                  <a:gd name="connsiteY30" fmla="*/ 153056 h 312902"/>
                  <a:gd name="connsiteX31" fmla="*/ 146833 w 479510"/>
                  <a:gd name="connsiteY31" fmla="*/ 171821 h 312902"/>
                  <a:gd name="connsiteX32" fmla="*/ 147050 w 479510"/>
                  <a:gd name="connsiteY32" fmla="*/ 173036 h 312902"/>
                  <a:gd name="connsiteX33" fmla="*/ 131808 w 479510"/>
                  <a:gd name="connsiteY33" fmla="*/ 185011 h 312902"/>
                  <a:gd name="connsiteX34" fmla="*/ 131066 w 479510"/>
                  <a:gd name="connsiteY34" fmla="*/ 185024 h 312902"/>
                  <a:gd name="connsiteX35" fmla="*/ 61576 w 479510"/>
                  <a:gd name="connsiteY35" fmla="*/ 217183 h 312902"/>
                  <a:gd name="connsiteX36" fmla="*/ 31967 w 479510"/>
                  <a:gd name="connsiteY36" fmla="*/ 296910 h 312902"/>
                  <a:gd name="connsiteX37" fmla="*/ 31967 w 479510"/>
                  <a:gd name="connsiteY37" fmla="*/ 296919 h 312902"/>
                  <a:gd name="connsiteX38" fmla="*/ 15926 w 479510"/>
                  <a:gd name="connsiteY38" fmla="*/ 312845 h 312902"/>
                  <a:gd name="connsiteX39" fmla="*/ 0 w 479510"/>
                  <a:gd name="connsiteY39" fmla="*/ 296804 h 312902"/>
                  <a:gd name="connsiteX40" fmla="*/ 37814 w 479510"/>
                  <a:gd name="connsiteY40" fmla="*/ 195800 h 312902"/>
                  <a:gd name="connsiteX41" fmla="*/ 77339 w 479510"/>
                  <a:gd name="connsiteY41" fmla="*/ 165182 h 312902"/>
                  <a:gd name="connsiteX42" fmla="*/ 68324 w 479510"/>
                  <a:gd name="connsiteY42" fmla="*/ 156327 h 312902"/>
                  <a:gd name="connsiteX43" fmla="*/ 43156 w 479510"/>
                  <a:gd name="connsiteY43" fmla="*/ 89122 h 312902"/>
                  <a:gd name="connsiteX44" fmla="*/ 66742 w 479510"/>
                  <a:gd name="connsiteY44" fmla="*/ 23723 h 312902"/>
                  <a:gd name="connsiteX45" fmla="*/ 95228 w 479510"/>
                  <a:gd name="connsiteY45" fmla="*/ 1515 h 31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79510" h="312902">
                    <a:moveTo>
                      <a:pt x="384280" y="1518"/>
                    </a:moveTo>
                    <a:cubicBezTo>
                      <a:pt x="376287" y="-2232"/>
                      <a:pt x="366768" y="1207"/>
                      <a:pt x="363018" y="9200"/>
                    </a:cubicBezTo>
                    <a:cubicBezTo>
                      <a:pt x="359268" y="17192"/>
                      <a:pt x="362708" y="26711"/>
                      <a:pt x="370700" y="30461"/>
                    </a:cubicBezTo>
                    <a:cubicBezTo>
                      <a:pt x="377409" y="33803"/>
                      <a:pt x="383329" y="38478"/>
                      <a:pt x="388461" y="44485"/>
                    </a:cubicBezTo>
                    <a:cubicBezTo>
                      <a:pt x="399079" y="56931"/>
                      <a:pt x="404387" y="71810"/>
                      <a:pt x="404387" y="89122"/>
                    </a:cubicBezTo>
                    <a:cubicBezTo>
                      <a:pt x="404387" y="107106"/>
                      <a:pt x="398735" y="122380"/>
                      <a:pt x="387429" y="134944"/>
                    </a:cubicBezTo>
                    <a:cubicBezTo>
                      <a:pt x="376560" y="147019"/>
                      <a:pt x="363565" y="153056"/>
                      <a:pt x="348444" y="153056"/>
                    </a:cubicBezTo>
                    <a:cubicBezTo>
                      <a:pt x="336546" y="153056"/>
                      <a:pt x="331291" y="163017"/>
                      <a:pt x="332678" y="171821"/>
                    </a:cubicBezTo>
                    <a:cubicBezTo>
                      <a:pt x="332525" y="172208"/>
                      <a:pt x="332452" y="172621"/>
                      <a:pt x="332461" y="173036"/>
                    </a:cubicBezTo>
                    <a:cubicBezTo>
                      <a:pt x="332461" y="176936"/>
                      <a:pt x="337540" y="184650"/>
                      <a:pt x="347703" y="185011"/>
                    </a:cubicBezTo>
                    <a:cubicBezTo>
                      <a:pt x="347949" y="185020"/>
                      <a:pt x="348195" y="185024"/>
                      <a:pt x="348444" y="185024"/>
                    </a:cubicBezTo>
                    <a:cubicBezTo>
                      <a:pt x="375474" y="185024"/>
                      <a:pt x="398639" y="195744"/>
                      <a:pt x="417938" y="217186"/>
                    </a:cubicBezTo>
                    <a:cubicBezTo>
                      <a:pt x="437673" y="239114"/>
                      <a:pt x="447541" y="265685"/>
                      <a:pt x="447543" y="296900"/>
                    </a:cubicBezTo>
                    <a:lnTo>
                      <a:pt x="447543" y="296919"/>
                    </a:lnTo>
                    <a:cubicBezTo>
                      <a:pt x="447543" y="305747"/>
                      <a:pt x="454700" y="312903"/>
                      <a:pt x="463527" y="312903"/>
                    </a:cubicBezTo>
                    <a:cubicBezTo>
                      <a:pt x="472355" y="312903"/>
                      <a:pt x="479511" y="305747"/>
                      <a:pt x="479511" y="296919"/>
                    </a:cubicBezTo>
                    <a:lnTo>
                      <a:pt x="479511" y="296910"/>
                    </a:lnTo>
                    <a:cubicBezTo>
                      <a:pt x="479511" y="257513"/>
                      <a:pt x="466906" y="223810"/>
                      <a:pt x="441697" y="195800"/>
                    </a:cubicBezTo>
                    <a:cubicBezTo>
                      <a:pt x="429711" y="182480"/>
                      <a:pt x="416536" y="172274"/>
                      <a:pt x="402172" y="165182"/>
                    </a:cubicBezTo>
                    <a:cubicBezTo>
                      <a:pt x="405284" y="162503"/>
                      <a:pt x="408290" y="159551"/>
                      <a:pt x="411190" y="156327"/>
                    </a:cubicBezTo>
                    <a:cubicBezTo>
                      <a:pt x="427967" y="137685"/>
                      <a:pt x="436355" y="115284"/>
                      <a:pt x="436355" y="89122"/>
                    </a:cubicBezTo>
                    <a:cubicBezTo>
                      <a:pt x="436355" y="63957"/>
                      <a:pt x="428493" y="42157"/>
                      <a:pt x="412769" y="23723"/>
                    </a:cubicBezTo>
                    <a:cubicBezTo>
                      <a:pt x="404647" y="14218"/>
                      <a:pt x="395152" y="6815"/>
                      <a:pt x="384283" y="1515"/>
                    </a:cubicBezTo>
                    <a:lnTo>
                      <a:pt x="384280" y="1515"/>
                    </a:lnTo>
                    <a:close/>
                    <a:moveTo>
                      <a:pt x="95231" y="1518"/>
                    </a:moveTo>
                    <a:cubicBezTo>
                      <a:pt x="103223" y="-2233"/>
                      <a:pt x="112743" y="1206"/>
                      <a:pt x="116494" y="9198"/>
                    </a:cubicBezTo>
                    <a:cubicBezTo>
                      <a:pt x="120245" y="17191"/>
                      <a:pt x="116806" y="26711"/>
                      <a:pt x="108814" y="30461"/>
                    </a:cubicBezTo>
                    <a:cubicBezTo>
                      <a:pt x="102105" y="33801"/>
                      <a:pt x="96184" y="38476"/>
                      <a:pt x="91050" y="44485"/>
                    </a:cubicBezTo>
                    <a:cubicBezTo>
                      <a:pt x="80432" y="56931"/>
                      <a:pt x="75123" y="71810"/>
                      <a:pt x="75123" y="89122"/>
                    </a:cubicBezTo>
                    <a:cubicBezTo>
                      <a:pt x="75123" y="107106"/>
                      <a:pt x="80776" y="122380"/>
                      <a:pt x="92082" y="134944"/>
                    </a:cubicBezTo>
                    <a:cubicBezTo>
                      <a:pt x="102951" y="147019"/>
                      <a:pt x="115946" y="153056"/>
                      <a:pt x="131066" y="153056"/>
                    </a:cubicBezTo>
                    <a:cubicBezTo>
                      <a:pt x="142965" y="153056"/>
                      <a:pt x="148220" y="163017"/>
                      <a:pt x="146833" y="171821"/>
                    </a:cubicBezTo>
                    <a:cubicBezTo>
                      <a:pt x="146986" y="172207"/>
                      <a:pt x="147060" y="172621"/>
                      <a:pt x="147050" y="173036"/>
                    </a:cubicBezTo>
                    <a:cubicBezTo>
                      <a:pt x="147050" y="176936"/>
                      <a:pt x="141967" y="184650"/>
                      <a:pt x="131808" y="185011"/>
                    </a:cubicBezTo>
                    <a:cubicBezTo>
                      <a:pt x="131561" y="185020"/>
                      <a:pt x="131314" y="185024"/>
                      <a:pt x="131066" y="185024"/>
                    </a:cubicBezTo>
                    <a:cubicBezTo>
                      <a:pt x="104037" y="185024"/>
                      <a:pt x="80873" y="195743"/>
                      <a:pt x="61576" y="217183"/>
                    </a:cubicBezTo>
                    <a:cubicBezTo>
                      <a:pt x="41837" y="239115"/>
                      <a:pt x="31967" y="265690"/>
                      <a:pt x="31967" y="296910"/>
                    </a:cubicBezTo>
                    <a:lnTo>
                      <a:pt x="31967" y="296919"/>
                    </a:lnTo>
                    <a:cubicBezTo>
                      <a:pt x="31936" y="305747"/>
                      <a:pt x="24754" y="312877"/>
                      <a:pt x="15926" y="312845"/>
                    </a:cubicBezTo>
                    <a:cubicBezTo>
                      <a:pt x="7099" y="312813"/>
                      <a:pt x="-32" y="305632"/>
                      <a:pt x="0" y="296804"/>
                    </a:cubicBezTo>
                    <a:cubicBezTo>
                      <a:pt x="21" y="257452"/>
                      <a:pt x="12626" y="223784"/>
                      <a:pt x="37814" y="195800"/>
                    </a:cubicBezTo>
                    <a:cubicBezTo>
                      <a:pt x="49800" y="182480"/>
                      <a:pt x="62975" y="172274"/>
                      <a:pt x="77339" y="165182"/>
                    </a:cubicBezTo>
                    <a:cubicBezTo>
                      <a:pt x="74227" y="162503"/>
                      <a:pt x="71222" y="159551"/>
                      <a:pt x="68324" y="156327"/>
                    </a:cubicBezTo>
                    <a:cubicBezTo>
                      <a:pt x="51545" y="137685"/>
                      <a:pt x="43156" y="115284"/>
                      <a:pt x="43156" y="89122"/>
                    </a:cubicBezTo>
                    <a:cubicBezTo>
                      <a:pt x="43156" y="63957"/>
                      <a:pt x="51018" y="42157"/>
                      <a:pt x="66742" y="23723"/>
                    </a:cubicBezTo>
                    <a:cubicBezTo>
                      <a:pt x="74861" y="14218"/>
                      <a:pt x="84357" y="6815"/>
                      <a:pt x="95228" y="1515"/>
                    </a:cubicBezTo>
                    <a:close/>
                  </a:path>
                </a:pathLst>
              </a:custGeom>
              <a:gradFill>
                <a:gsLst>
                  <a:gs pos="0">
                    <a:schemeClr val="accent1"/>
                  </a:gs>
                  <a:gs pos="64000">
                    <a:schemeClr val="accent2"/>
                  </a:gs>
                  <a:gs pos="100000">
                    <a:schemeClr val="accent1"/>
                  </a:gs>
                </a:gsLst>
                <a:lin ang="2700000" scaled="1"/>
              </a:gradFill>
              <a:ln w="493" cap="flat">
                <a:noFill/>
                <a:prstDash val="solid"/>
                <a:miter/>
              </a:ln>
            </p:spPr>
            <p:txBody>
              <a:bodyPr rtlCol="0" anchor="ctr"/>
              <a:lstStyle/>
              <a:p>
                <a:endParaRPr lang="zh-CN" altLang="en-US" dirty="0">
                  <a:latin typeface="思源黑体 CN Medium" panose="020B0600000000000000" pitchFamily="34" charset="-122"/>
                  <a:ea typeface="思源黑体 CN Medium" panose="020B0600000000000000" pitchFamily="34" charset="-122"/>
                </a:endParaRPr>
              </a:p>
            </p:txBody>
          </p:sp>
        </p:grpSp>
        <p:grpSp>
          <p:nvGrpSpPr>
            <p:cNvPr id="87" name="组合 86">
              <a:extLst>
                <a:ext uri="{FF2B5EF4-FFF2-40B4-BE49-F238E27FC236}">
                  <a16:creationId xmlns:a16="http://schemas.microsoft.com/office/drawing/2014/main" id="{309DBC9D-49E5-3664-E657-4DBCDBF36DFB}"/>
                </a:ext>
              </a:extLst>
            </p:cNvPr>
            <p:cNvGrpSpPr/>
            <p:nvPr/>
          </p:nvGrpSpPr>
          <p:grpSpPr>
            <a:xfrm>
              <a:off x="10920643" y="5148879"/>
              <a:ext cx="360743" cy="271761"/>
              <a:chOff x="10217648" y="4132653"/>
              <a:chExt cx="479510" cy="361232"/>
            </a:xfrm>
          </p:grpSpPr>
          <p:sp>
            <p:nvSpPr>
              <p:cNvPr id="88" name="任意多边形: 形状 87">
                <a:extLst>
                  <a:ext uri="{FF2B5EF4-FFF2-40B4-BE49-F238E27FC236}">
                    <a16:creationId xmlns:a16="http://schemas.microsoft.com/office/drawing/2014/main" id="{E4034FF9-7D2C-EF1B-BB35-822F52545B4F}"/>
                  </a:ext>
                </a:extLst>
              </p:cNvPr>
              <p:cNvSpPr/>
              <p:nvPr/>
            </p:nvSpPr>
            <p:spPr>
              <a:xfrm>
                <a:off x="10303960" y="4132653"/>
                <a:ext cx="306887" cy="361232"/>
              </a:xfrm>
              <a:custGeom>
                <a:avLst/>
                <a:gdLst>
                  <a:gd name="connsiteX0" fmla="*/ 153443 w 306887"/>
                  <a:gd name="connsiteY0" fmla="*/ 0 h 361232"/>
                  <a:gd name="connsiteX1" fmla="*/ 265326 w 306887"/>
                  <a:gd name="connsiteY1" fmla="*/ 111886 h 361232"/>
                  <a:gd name="connsiteX2" fmla="*/ 196991 w 306887"/>
                  <a:gd name="connsiteY2" fmla="*/ 214980 h 361232"/>
                  <a:gd name="connsiteX3" fmla="*/ 193034 w 306887"/>
                  <a:gd name="connsiteY3" fmla="*/ 215779 h 361232"/>
                  <a:gd name="connsiteX4" fmla="*/ 213178 w 306887"/>
                  <a:gd name="connsiteY4" fmla="*/ 219844 h 361232"/>
                  <a:gd name="connsiteX5" fmla="*/ 306887 w 306887"/>
                  <a:gd name="connsiteY5" fmla="*/ 361232 h 361232"/>
                  <a:gd name="connsiteX6" fmla="*/ 0 w 306887"/>
                  <a:gd name="connsiteY6" fmla="*/ 361232 h 361232"/>
                  <a:gd name="connsiteX7" fmla="*/ 93709 w 306887"/>
                  <a:gd name="connsiteY7" fmla="*/ 219844 h 361232"/>
                  <a:gd name="connsiteX8" fmla="*/ 113849 w 306887"/>
                  <a:gd name="connsiteY8" fmla="*/ 215779 h 361232"/>
                  <a:gd name="connsiteX9" fmla="*/ 109889 w 306887"/>
                  <a:gd name="connsiteY9" fmla="*/ 214980 h 361232"/>
                  <a:gd name="connsiteX10" fmla="*/ 41554 w 306887"/>
                  <a:gd name="connsiteY10" fmla="*/ 111886 h 361232"/>
                  <a:gd name="connsiteX11" fmla="*/ 41557 w 306887"/>
                  <a:gd name="connsiteY11" fmla="*/ 111886 h 361232"/>
                  <a:gd name="connsiteX12" fmla="*/ 153443 w 306887"/>
                  <a:gd name="connsiteY12" fmla="*/ 0 h 361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6887" h="361232">
                    <a:moveTo>
                      <a:pt x="153443" y="0"/>
                    </a:moveTo>
                    <a:cubicBezTo>
                      <a:pt x="215236" y="0"/>
                      <a:pt x="265326" y="50093"/>
                      <a:pt x="265326" y="111886"/>
                    </a:cubicBezTo>
                    <a:cubicBezTo>
                      <a:pt x="265326" y="158231"/>
                      <a:pt x="237149" y="197995"/>
                      <a:pt x="196991" y="214980"/>
                    </a:cubicBezTo>
                    <a:lnTo>
                      <a:pt x="193034" y="215779"/>
                    </a:lnTo>
                    <a:lnTo>
                      <a:pt x="213178" y="219844"/>
                    </a:lnTo>
                    <a:cubicBezTo>
                      <a:pt x="268253" y="243134"/>
                      <a:pt x="306887" y="297661"/>
                      <a:pt x="306887" y="361232"/>
                    </a:cubicBezTo>
                    <a:lnTo>
                      <a:pt x="0" y="361232"/>
                    </a:lnTo>
                    <a:cubicBezTo>
                      <a:pt x="0" y="297661"/>
                      <a:pt x="38634" y="243134"/>
                      <a:pt x="93709" y="219844"/>
                    </a:cubicBezTo>
                    <a:lnTo>
                      <a:pt x="113849" y="215779"/>
                    </a:lnTo>
                    <a:lnTo>
                      <a:pt x="109889" y="214980"/>
                    </a:lnTo>
                    <a:cubicBezTo>
                      <a:pt x="69731" y="197995"/>
                      <a:pt x="41554" y="158231"/>
                      <a:pt x="41554" y="111886"/>
                    </a:cubicBezTo>
                    <a:lnTo>
                      <a:pt x="41557" y="111886"/>
                    </a:lnTo>
                    <a:cubicBezTo>
                      <a:pt x="41557" y="50093"/>
                      <a:pt x="91650" y="0"/>
                      <a:pt x="153443" y="0"/>
                    </a:cubicBezTo>
                    <a:close/>
                  </a:path>
                </a:pathLst>
              </a:custGeom>
              <a:gradFill>
                <a:gsLst>
                  <a:gs pos="0">
                    <a:schemeClr val="accent1">
                      <a:lumMod val="60000"/>
                      <a:lumOff val="40000"/>
                    </a:schemeClr>
                  </a:gs>
                  <a:gs pos="64000">
                    <a:schemeClr val="accent1"/>
                  </a:gs>
                </a:gsLst>
                <a:lin ang="2700000" scaled="1"/>
              </a:gradFill>
              <a:ln w="493" cap="flat">
                <a:noFill/>
                <a:prstDash val="solid"/>
                <a:miter/>
              </a:ln>
            </p:spPr>
            <p:txBody>
              <a:bodyPr rtlCol="0" anchor="ctr"/>
              <a:lstStyle/>
              <a:p>
                <a:endParaRPr lang="zh-CN" altLang="en-US" dirty="0">
                  <a:latin typeface="思源黑体 CN Medium" panose="020B0600000000000000" pitchFamily="34" charset="-122"/>
                  <a:ea typeface="思源黑体 CN Medium" panose="020B0600000000000000" pitchFamily="34" charset="-122"/>
                </a:endParaRPr>
              </a:p>
            </p:txBody>
          </p:sp>
          <p:sp>
            <p:nvSpPr>
              <p:cNvPr id="89" name="任意多边形: 形状 88">
                <a:extLst>
                  <a:ext uri="{FF2B5EF4-FFF2-40B4-BE49-F238E27FC236}">
                    <a16:creationId xmlns:a16="http://schemas.microsoft.com/office/drawing/2014/main" id="{17AE20B3-2E33-086D-1500-E5E68FDEB618}"/>
                  </a:ext>
                </a:extLst>
              </p:cNvPr>
              <p:cNvSpPr/>
              <p:nvPr/>
            </p:nvSpPr>
            <p:spPr>
              <a:xfrm>
                <a:off x="10217648" y="4161812"/>
                <a:ext cx="479510" cy="312902"/>
              </a:xfrm>
              <a:custGeom>
                <a:avLst/>
                <a:gdLst>
                  <a:gd name="connsiteX0" fmla="*/ 384280 w 479510"/>
                  <a:gd name="connsiteY0" fmla="*/ 1518 h 312902"/>
                  <a:gd name="connsiteX1" fmla="*/ 363018 w 479510"/>
                  <a:gd name="connsiteY1" fmla="*/ 9200 h 312902"/>
                  <a:gd name="connsiteX2" fmla="*/ 370700 w 479510"/>
                  <a:gd name="connsiteY2" fmla="*/ 30461 h 312902"/>
                  <a:gd name="connsiteX3" fmla="*/ 388461 w 479510"/>
                  <a:gd name="connsiteY3" fmla="*/ 44485 h 312902"/>
                  <a:gd name="connsiteX4" fmla="*/ 404387 w 479510"/>
                  <a:gd name="connsiteY4" fmla="*/ 89122 h 312902"/>
                  <a:gd name="connsiteX5" fmla="*/ 387429 w 479510"/>
                  <a:gd name="connsiteY5" fmla="*/ 134944 h 312902"/>
                  <a:gd name="connsiteX6" fmla="*/ 348444 w 479510"/>
                  <a:gd name="connsiteY6" fmla="*/ 153056 h 312902"/>
                  <a:gd name="connsiteX7" fmla="*/ 332678 w 479510"/>
                  <a:gd name="connsiteY7" fmla="*/ 171821 h 312902"/>
                  <a:gd name="connsiteX8" fmla="*/ 332461 w 479510"/>
                  <a:gd name="connsiteY8" fmla="*/ 173036 h 312902"/>
                  <a:gd name="connsiteX9" fmla="*/ 347703 w 479510"/>
                  <a:gd name="connsiteY9" fmla="*/ 185011 h 312902"/>
                  <a:gd name="connsiteX10" fmla="*/ 348444 w 479510"/>
                  <a:gd name="connsiteY10" fmla="*/ 185024 h 312902"/>
                  <a:gd name="connsiteX11" fmla="*/ 417938 w 479510"/>
                  <a:gd name="connsiteY11" fmla="*/ 217186 h 312902"/>
                  <a:gd name="connsiteX12" fmla="*/ 447543 w 479510"/>
                  <a:gd name="connsiteY12" fmla="*/ 296900 h 312902"/>
                  <a:gd name="connsiteX13" fmla="*/ 447543 w 479510"/>
                  <a:gd name="connsiteY13" fmla="*/ 296919 h 312902"/>
                  <a:gd name="connsiteX14" fmla="*/ 463527 w 479510"/>
                  <a:gd name="connsiteY14" fmla="*/ 312903 h 312902"/>
                  <a:gd name="connsiteX15" fmla="*/ 479511 w 479510"/>
                  <a:gd name="connsiteY15" fmla="*/ 296919 h 312902"/>
                  <a:gd name="connsiteX16" fmla="*/ 479511 w 479510"/>
                  <a:gd name="connsiteY16" fmla="*/ 296910 h 312902"/>
                  <a:gd name="connsiteX17" fmla="*/ 441697 w 479510"/>
                  <a:gd name="connsiteY17" fmla="*/ 195800 h 312902"/>
                  <a:gd name="connsiteX18" fmla="*/ 402172 w 479510"/>
                  <a:gd name="connsiteY18" fmla="*/ 165182 h 312902"/>
                  <a:gd name="connsiteX19" fmla="*/ 411190 w 479510"/>
                  <a:gd name="connsiteY19" fmla="*/ 156327 h 312902"/>
                  <a:gd name="connsiteX20" fmla="*/ 436355 w 479510"/>
                  <a:gd name="connsiteY20" fmla="*/ 89122 h 312902"/>
                  <a:gd name="connsiteX21" fmla="*/ 412769 w 479510"/>
                  <a:gd name="connsiteY21" fmla="*/ 23723 h 312902"/>
                  <a:gd name="connsiteX22" fmla="*/ 384283 w 479510"/>
                  <a:gd name="connsiteY22" fmla="*/ 1515 h 312902"/>
                  <a:gd name="connsiteX23" fmla="*/ 384280 w 479510"/>
                  <a:gd name="connsiteY23" fmla="*/ 1515 h 312902"/>
                  <a:gd name="connsiteX24" fmla="*/ 95231 w 479510"/>
                  <a:gd name="connsiteY24" fmla="*/ 1518 h 312902"/>
                  <a:gd name="connsiteX25" fmla="*/ 116494 w 479510"/>
                  <a:gd name="connsiteY25" fmla="*/ 9198 h 312902"/>
                  <a:gd name="connsiteX26" fmla="*/ 108814 w 479510"/>
                  <a:gd name="connsiteY26" fmla="*/ 30461 h 312902"/>
                  <a:gd name="connsiteX27" fmla="*/ 91050 w 479510"/>
                  <a:gd name="connsiteY27" fmla="*/ 44485 h 312902"/>
                  <a:gd name="connsiteX28" fmla="*/ 75123 w 479510"/>
                  <a:gd name="connsiteY28" fmla="*/ 89122 h 312902"/>
                  <a:gd name="connsiteX29" fmla="*/ 92082 w 479510"/>
                  <a:gd name="connsiteY29" fmla="*/ 134944 h 312902"/>
                  <a:gd name="connsiteX30" fmla="*/ 131066 w 479510"/>
                  <a:gd name="connsiteY30" fmla="*/ 153056 h 312902"/>
                  <a:gd name="connsiteX31" fmla="*/ 146833 w 479510"/>
                  <a:gd name="connsiteY31" fmla="*/ 171821 h 312902"/>
                  <a:gd name="connsiteX32" fmla="*/ 147050 w 479510"/>
                  <a:gd name="connsiteY32" fmla="*/ 173036 h 312902"/>
                  <a:gd name="connsiteX33" fmla="*/ 131808 w 479510"/>
                  <a:gd name="connsiteY33" fmla="*/ 185011 h 312902"/>
                  <a:gd name="connsiteX34" fmla="*/ 131066 w 479510"/>
                  <a:gd name="connsiteY34" fmla="*/ 185024 h 312902"/>
                  <a:gd name="connsiteX35" fmla="*/ 61576 w 479510"/>
                  <a:gd name="connsiteY35" fmla="*/ 217183 h 312902"/>
                  <a:gd name="connsiteX36" fmla="*/ 31967 w 479510"/>
                  <a:gd name="connsiteY36" fmla="*/ 296910 h 312902"/>
                  <a:gd name="connsiteX37" fmla="*/ 31967 w 479510"/>
                  <a:gd name="connsiteY37" fmla="*/ 296919 h 312902"/>
                  <a:gd name="connsiteX38" fmla="*/ 15926 w 479510"/>
                  <a:gd name="connsiteY38" fmla="*/ 312845 h 312902"/>
                  <a:gd name="connsiteX39" fmla="*/ 0 w 479510"/>
                  <a:gd name="connsiteY39" fmla="*/ 296804 h 312902"/>
                  <a:gd name="connsiteX40" fmla="*/ 37814 w 479510"/>
                  <a:gd name="connsiteY40" fmla="*/ 195800 h 312902"/>
                  <a:gd name="connsiteX41" fmla="*/ 77339 w 479510"/>
                  <a:gd name="connsiteY41" fmla="*/ 165182 h 312902"/>
                  <a:gd name="connsiteX42" fmla="*/ 68324 w 479510"/>
                  <a:gd name="connsiteY42" fmla="*/ 156327 h 312902"/>
                  <a:gd name="connsiteX43" fmla="*/ 43156 w 479510"/>
                  <a:gd name="connsiteY43" fmla="*/ 89122 h 312902"/>
                  <a:gd name="connsiteX44" fmla="*/ 66742 w 479510"/>
                  <a:gd name="connsiteY44" fmla="*/ 23723 h 312902"/>
                  <a:gd name="connsiteX45" fmla="*/ 95228 w 479510"/>
                  <a:gd name="connsiteY45" fmla="*/ 1515 h 31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79510" h="312902">
                    <a:moveTo>
                      <a:pt x="384280" y="1518"/>
                    </a:moveTo>
                    <a:cubicBezTo>
                      <a:pt x="376287" y="-2232"/>
                      <a:pt x="366768" y="1207"/>
                      <a:pt x="363018" y="9200"/>
                    </a:cubicBezTo>
                    <a:cubicBezTo>
                      <a:pt x="359268" y="17192"/>
                      <a:pt x="362708" y="26711"/>
                      <a:pt x="370700" y="30461"/>
                    </a:cubicBezTo>
                    <a:cubicBezTo>
                      <a:pt x="377409" y="33803"/>
                      <a:pt x="383329" y="38478"/>
                      <a:pt x="388461" y="44485"/>
                    </a:cubicBezTo>
                    <a:cubicBezTo>
                      <a:pt x="399079" y="56931"/>
                      <a:pt x="404387" y="71810"/>
                      <a:pt x="404387" y="89122"/>
                    </a:cubicBezTo>
                    <a:cubicBezTo>
                      <a:pt x="404387" y="107106"/>
                      <a:pt x="398735" y="122380"/>
                      <a:pt x="387429" y="134944"/>
                    </a:cubicBezTo>
                    <a:cubicBezTo>
                      <a:pt x="376560" y="147019"/>
                      <a:pt x="363565" y="153056"/>
                      <a:pt x="348444" y="153056"/>
                    </a:cubicBezTo>
                    <a:cubicBezTo>
                      <a:pt x="336546" y="153056"/>
                      <a:pt x="331291" y="163017"/>
                      <a:pt x="332678" y="171821"/>
                    </a:cubicBezTo>
                    <a:cubicBezTo>
                      <a:pt x="332525" y="172208"/>
                      <a:pt x="332452" y="172621"/>
                      <a:pt x="332461" y="173036"/>
                    </a:cubicBezTo>
                    <a:cubicBezTo>
                      <a:pt x="332461" y="176936"/>
                      <a:pt x="337540" y="184650"/>
                      <a:pt x="347703" y="185011"/>
                    </a:cubicBezTo>
                    <a:cubicBezTo>
                      <a:pt x="347949" y="185020"/>
                      <a:pt x="348195" y="185024"/>
                      <a:pt x="348444" y="185024"/>
                    </a:cubicBezTo>
                    <a:cubicBezTo>
                      <a:pt x="375474" y="185024"/>
                      <a:pt x="398639" y="195744"/>
                      <a:pt x="417938" y="217186"/>
                    </a:cubicBezTo>
                    <a:cubicBezTo>
                      <a:pt x="437673" y="239114"/>
                      <a:pt x="447541" y="265685"/>
                      <a:pt x="447543" y="296900"/>
                    </a:cubicBezTo>
                    <a:lnTo>
                      <a:pt x="447543" y="296919"/>
                    </a:lnTo>
                    <a:cubicBezTo>
                      <a:pt x="447543" y="305747"/>
                      <a:pt x="454700" y="312903"/>
                      <a:pt x="463527" y="312903"/>
                    </a:cubicBezTo>
                    <a:cubicBezTo>
                      <a:pt x="472355" y="312903"/>
                      <a:pt x="479511" y="305747"/>
                      <a:pt x="479511" y="296919"/>
                    </a:cubicBezTo>
                    <a:lnTo>
                      <a:pt x="479511" y="296910"/>
                    </a:lnTo>
                    <a:cubicBezTo>
                      <a:pt x="479511" y="257513"/>
                      <a:pt x="466906" y="223810"/>
                      <a:pt x="441697" y="195800"/>
                    </a:cubicBezTo>
                    <a:cubicBezTo>
                      <a:pt x="429711" y="182480"/>
                      <a:pt x="416536" y="172274"/>
                      <a:pt x="402172" y="165182"/>
                    </a:cubicBezTo>
                    <a:cubicBezTo>
                      <a:pt x="405284" y="162503"/>
                      <a:pt x="408290" y="159551"/>
                      <a:pt x="411190" y="156327"/>
                    </a:cubicBezTo>
                    <a:cubicBezTo>
                      <a:pt x="427967" y="137685"/>
                      <a:pt x="436355" y="115284"/>
                      <a:pt x="436355" y="89122"/>
                    </a:cubicBezTo>
                    <a:cubicBezTo>
                      <a:pt x="436355" y="63957"/>
                      <a:pt x="428493" y="42157"/>
                      <a:pt x="412769" y="23723"/>
                    </a:cubicBezTo>
                    <a:cubicBezTo>
                      <a:pt x="404647" y="14218"/>
                      <a:pt x="395152" y="6815"/>
                      <a:pt x="384283" y="1515"/>
                    </a:cubicBezTo>
                    <a:lnTo>
                      <a:pt x="384280" y="1515"/>
                    </a:lnTo>
                    <a:close/>
                    <a:moveTo>
                      <a:pt x="95231" y="1518"/>
                    </a:moveTo>
                    <a:cubicBezTo>
                      <a:pt x="103223" y="-2233"/>
                      <a:pt x="112743" y="1206"/>
                      <a:pt x="116494" y="9198"/>
                    </a:cubicBezTo>
                    <a:cubicBezTo>
                      <a:pt x="120245" y="17191"/>
                      <a:pt x="116806" y="26711"/>
                      <a:pt x="108814" y="30461"/>
                    </a:cubicBezTo>
                    <a:cubicBezTo>
                      <a:pt x="102105" y="33801"/>
                      <a:pt x="96184" y="38476"/>
                      <a:pt x="91050" y="44485"/>
                    </a:cubicBezTo>
                    <a:cubicBezTo>
                      <a:pt x="80432" y="56931"/>
                      <a:pt x="75123" y="71810"/>
                      <a:pt x="75123" y="89122"/>
                    </a:cubicBezTo>
                    <a:cubicBezTo>
                      <a:pt x="75123" y="107106"/>
                      <a:pt x="80776" y="122380"/>
                      <a:pt x="92082" y="134944"/>
                    </a:cubicBezTo>
                    <a:cubicBezTo>
                      <a:pt x="102951" y="147019"/>
                      <a:pt x="115946" y="153056"/>
                      <a:pt x="131066" y="153056"/>
                    </a:cubicBezTo>
                    <a:cubicBezTo>
                      <a:pt x="142965" y="153056"/>
                      <a:pt x="148220" y="163017"/>
                      <a:pt x="146833" y="171821"/>
                    </a:cubicBezTo>
                    <a:cubicBezTo>
                      <a:pt x="146986" y="172207"/>
                      <a:pt x="147060" y="172621"/>
                      <a:pt x="147050" y="173036"/>
                    </a:cubicBezTo>
                    <a:cubicBezTo>
                      <a:pt x="147050" y="176936"/>
                      <a:pt x="141967" y="184650"/>
                      <a:pt x="131808" y="185011"/>
                    </a:cubicBezTo>
                    <a:cubicBezTo>
                      <a:pt x="131561" y="185020"/>
                      <a:pt x="131314" y="185024"/>
                      <a:pt x="131066" y="185024"/>
                    </a:cubicBezTo>
                    <a:cubicBezTo>
                      <a:pt x="104037" y="185024"/>
                      <a:pt x="80873" y="195743"/>
                      <a:pt x="61576" y="217183"/>
                    </a:cubicBezTo>
                    <a:cubicBezTo>
                      <a:pt x="41837" y="239115"/>
                      <a:pt x="31967" y="265690"/>
                      <a:pt x="31967" y="296910"/>
                    </a:cubicBezTo>
                    <a:lnTo>
                      <a:pt x="31967" y="296919"/>
                    </a:lnTo>
                    <a:cubicBezTo>
                      <a:pt x="31936" y="305747"/>
                      <a:pt x="24754" y="312877"/>
                      <a:pt x="15926" y="312845"/>
                    </a:cubicBezTo>
                    <a:cubicBezTo>
                      <a:pt x="7099" y="312813"/>
                      <a:pt x="-32" y="305632"/>
                      <a:pt x="0" y="296804"/>
                    </a:cubicBezTo>
                    <a:cubicBezTo>
                      <a:pt x="21" y="257452"/>
                      <a:pt x="12626" y="223784"/>
                      <a:pt x="37814" y="195800"/>
                    </a:cubicBezTo>
                    <a:cubicBezTo>
                      <a:pt x="49800" y="182480"/>
                      <a:pt x="62975" y="172274"/>
                      <a:pt x="77339" y="165182"/>
                    </a:cubicBezTo>
                    <a:cubicBezTo>
                      <a:pt x="74227" y="162503"/>
                      <a:pt x="71222" y="159551"/>
                      <a:pt x="68324" y="156327"/>
                    </a:cubicBezTo>
                    <a:cubicBezTo>
                      <a:pt x="51545" y="137685"/>
                      <a:pt x="43156" y="115284"/>
                      <a:pt x="43156" y="89122"/>
                    </a:cubicBezTo>
                    <a:cubicBezTo>
                      <a:pt x="43156" y="63957"/>
                      <a:pt x="51018" y="42157"/>
                      <a:pt x="66742" y="23723"/>
                    </a:cubicBezTo>
                    <a:cubicBezTo>
                      <a:pt x="74861" y="14218"/>
                      <a:pt x="84357" y="6815"/>
                      <a:pt x="95228" y="1515"/>
                    </a:cubicBezTo>
                    <a:close/>
                  </a:path>
                </a:pathLst>
              </a:custGeom>
              <a:gradFill>
                <a:gsLst>
                  <a:gs pos="0">
                    <a:schemeClr val="accent1"/>
                  </a:gs>
                  <a:gs pos="64000">
                    <a:schemeClr val="accent2"/>
                  </a:gs>
                  <a:gs pos="100000">
                    <a:schemeClr val="accent1"/>
                  </a:gs>
                </a:gsLst>
                <a:lin ang="2700000" scaled="1"/>
              </a:gradFill>
              <a:ln w="493" cap="flat">
                <a:noFill/>
                <a:prstDash val="solid"/>
                <a:miter/>
              </a:ln>
            </p:spPr>
            <p:txBody>
              <a:bodyPr rtlCol="0" anchor="ctr"/>
              <a:lstStyle/>
              <a:p>
                <a:endParaRPr lang="zh-CN" altLang="en-US" dirty="0">
                  <a:latin typeface="思源黑体 CN Medium" panose="020B0600000000000000" pitchFamily="34" charset="-122"/>
                  <a:ea typeface="思源黑体 CN Medium" panose="020B0600000000000000" pitchFamily="34" charset="-122"/>
                </a:endParaRPr>
              </a:p>
            </p:txBody>
          </p:sp>
        </p:grpSp>
        <p:grpSp>
          <p:nvGrpSpPr>
            <p:cNvPr id="97" name="组合 96">
              <a:extLst>
                <a:ext uri="{FF2B5EF4-FFF2-40B4-BE49-F238E27FC236}">
                  <a16:creationId xmlns:a16="http://schemas.microsoft.com/office/drawing/2014/main" id="{1AD47356-C82B-45E7-6FE8-B8BD7EAABAE7}"/>
                </a:ext>
              </a:extLst>
            </p:cNvPr>
            <p:cNvGrpSpPr/>
            <p:nvPr/>
          </p:nvGrpSpPr>
          <p:grpSpPr>
            <a:xfrm>
              <a:off x="9833788" y="4630136"/>
              <a:ext cx="1313178" cy="406802"/>
              <a:chOff x="9833788" y="4510216"/>
              <a:chExt cx="1313178" cy="461738"/>
            </a:xfrm>
          </p:grpSpPr>
          <p:sp>
            <p:nvSpPr>
              <p:cNvPr id="91" name="右大括号 90">
                <a:extLst>
                  <a:ext uri="{FF2B5EF4-FFF2-40B4-BE49-F238E27FC236}">
                    <a16:creationId xmlns:a16="http://schemas.microsoft.com/office/drawing/2014/main" id="{994F4E71-DFD8-5A8C-BA1B-E85F7602C911}"/>
                  </a:ext>
                </a:extLst>
              </p:cNvPr>
              <p:cNvSpPr/>
              <p:nvPr/>
            </p:nvSpPr>
            <p:spPr>
              <a:xfrm rot="16200000">
                <a:off x="10259508" y="4084496"/>
                <a:ext cx="461738" cy="1313178"/>
              </a:xfrm>
              <a:prstGeom prst="rightBrace">
                <a:avLst>
                  <a:gd name="adj1" fmla="val 63842"/>
                  <a:gd name="adj2" fmla="val 49962"/>
                </a:avLst>
              </a:prstGeom>
              <a:ln>
                <a:gradFill flip="none" rotWithShape="1">
                  <a:gsLst>
                    <a:gs pos="97248">
                      <a:schemeClr val="accent1"/>
                    </a:gs>
                    <a:gs pos="0">
                      <a:schemeClr val="accent1">
                        <a:lumMod val="60000"/>
                        <a:lumOff val="40000"/>
                      </a:schemeClr>
                    </a:gs>
                  </a:gsLst>
                  <a:lin ang="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cxnSp>
            <p:nvCxnSpPr>
              <p:cNvPr id="95" name="直接连接符 94">
                <a:extLst>
                  <a:ext uri="{FF2B5EF4-FFF2-40B4-BE49-F238E27FC236}">
                    <a16:creationId xmlns:a16="http://schemas.microsoft.com/office/drawing/2014/main" id="{95B8F0D6-EFAA-7FA9-DE75-8B44ED16407E}"/>
                  </a:ext>
                </a:extLst>
              </p:cNvPr>
              <p:cNvCxnSpPr>
                <a:cxnSpLocks/>
              </p:cNvCxnSpPr>
              <p:nvPr/>
            </p:nvCxnSpPr>
            <p:spPr>
              <a:xfrm>
                <a:off x="10490377" y="4510216"/>
                <a:ext cx="0" cy="461738"/>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10" name="文本框 9">
            <a:extLst>
              <a:ext uri="{FF2B5EF4-FFF2-40B4-BE49-F238E27FC236}">
                <a16:creationId xmlns:a16="http://schemas.microsoft.com/office/drawing/2014/main" id="{14630552-BC31-C55B-9880-730F0C1AAAB7}"/>
              </a:ext>
            </a:extLst>
          </p:cNvPr>
          <p:cNvSpPr txBox="1"/>
          <p:nvPr/>
        </p:nvSpPr>
        <p:spPr>
          <a:xfrm>
            <a:off x="706580" y="480708"/>
            <a:ext cx="3057247" cy="430887"/>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构建企业销售闭环</a:t>
            </a:r>
          </a:p>
        </p:txBody>
      </p:sp>
    </p:spTree>
    <p:extLst>
      <p:ext uri="{BB962C8B-B14F-4D97-AF65-F5344CB8AC3E}">
        <p14:creationId xmlns:p14="http://schemas.microsoft.com/office/powerpoint/2010/main" val="2397707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6A34D-2B1C-F8EF-5440-F2B82A3AEAEC}"/>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92843186-0CF1-827B-AF25-42DD8B8A78F2}"/>
              </a:ext>
            </a:extLst>
          </p:cNvPr>
          <p:cNvSpPr/>
          <p:nvPr/>
        </p:nvSpPr>
        <p:spPr>
          <a:xfrm>
            <a:off x="2250762" y="4141787"/>
            <a:ext cx="7680316" cy="1916955"/>
          </a:xfrm>
          <a:custGeom>
            <a:avLst/>
            <a:gdLst>
              <a:gd name="connsiteX0" fmla="*/ 4858924 w 9717848"/>
              <a:gd name="connsiteY0" fmla="*/ 264065 h 2878560"/>
              <a:gd name="connsiteX1" fmla="*/ 1233668 w 9717848"/>
              <a:gd name="connsiteY1" fmla="*/ 1337916 h 2878560"/>
              <a:gd name="connsiteX2" fmla="*/ 4858924 w 9717848"/>
              <a:gd name="connsiteY2" fmla="*/ 2411767 h 2878560"/>
              <a:gd name="connsiteX3" fmla="*/ 8484180 w 9717848"/>
              <a:gd name="connsiteY3" fmla="*/ 1337916 h 2878560"/>
              <a:gd name="connsiteX4" fmla="*/ 4858924 w 9717848"/>
              <a:gd name="connsiteY4" fmla="*/ 264065 h 2878560"/>
              <a:gd name="connsiteX5" fmla="*/ 4858924 w 9717848"/>
              <a:gd name="connsiteY5" fmla="*/ 0 h 2878560"/>
              <a:gd name="connsiteX6" fmla="*/ 9717848 w 9717848"/>
              <a:gd name="connsiteY6" fmla="*/ 1439280 h 2878560"/>
              <a:gd name="connsiteX7" fmla="*/ 4858924 w 9717848"/>
              <a:gd name="connsiteY7" fmla="*/ 2878560 h 2878560"/>
              <a:gd name="connsiteX8" fmla="*/ 0 w 9717848"/>
              <a:gd name="connsiteY8" fmla="*/ 1439280 h 2878560"/>
              <a:gd name="connsiteX9" fmla="*/ 4858924 w 9717848"/>
              <a:gd name="connsiteY9" fmla="*/ 0 h 287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17848" h="2878560">
                <a:moveTo>
                  <a:pt x="4858924" y="264065"/>
                </a:moveTo>
                <a:cubicBezTo>
                  <a:pt x="2856750" y="264065"/>
                  <a:pt x="1233668" y="744844"/>
                  <a:pt x="1233668" y="1337916"/>
                </a:cubicBezTo>
                <a:cubicBezTo>
                  <a:pt x="1233668" y="1930988"/>
                  <a:pt x="2856750" y="2411767"/>
                  <a:pt x="4858924" y="2411767"/>
                </a:cubicBezTo>
                <a:cubicBezTo>
                  <a:pt x="6861098" y="2411767"/>
                  <a:pt x="8484180" y="1930988"/>
                  <a:pt x="8484180" y="1337916"/>
                </a:cubicBezTo>
                <a:cubicBezTo>
                  <a:pt x="8484180" y="744844"/>
                  <a:pt x="6861098" y="264065"/>
                  <a:pt x="4858924" y="264065"/>
                </a:cubicBezTo>
                <a:close/>
                <a:moveTo>
                  <a:pt x="4858924" y="0"/>
                </a:moveTo>
                <a:cubicBezTo>
                  <a:pt x="7542434" y="0"/>
                  <a:pt x="9717848" y="644388"/>
                  <a:pt x="9717848" y="1439280"/>
                </a:cubicBezTo>
                <a:cubicBezTo>
                  <a:pt x="9717848" y="2234172"/>
                  <a:pt x="7542434" y="2878560"/>
                  <a:pt x="4858924" y="2878560"/>
                </a:cubicBezTo>
                <a:cubicBezTo>
                  <a:pt x="2175414" y="2878560"/>
                  <a:pt x="0" y="2234172"/>
                  <a:pt x="0" y="1439280"/>
                </a:cubicBezTo>
                <a:cubicBezTo>
                  <a:pt x="0" y="644388"/>
                  <a:pt x="2175414" y="0"/>
                  <a:pt x="4858924" y="0"/>
                </a:cubicBezTo>
                <a:close/>
              </a:path>
            </a:pathLst>
          </a:custGeom>
          <a:gradFill>
            <a:gsLst>
              <a:gs pos="0">
                <a:schemeClr val="accent1">
                  <a:alpha val="0"/>
                </a:schemeClr>
              </a:gs>
              <a:gs pos="100000">
                <a:schemeClr val="accent1">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elvetica"/>
              <a:ea typeface="思源黑体 CN Regular"/>
              <a:cs typeface="+mn-cs"/>
            </a:endParaRPr>
          </a:p>
        </p:txBody>
      </p:sp>
      <p:sp>
        <p:nvSpPr>
          <p:cNvPr id="3" name="椭圆 2">
            <a:extLst>
              <a:ext uri="{FF2B5EF4-FFF2-40B4-BE49-F238E27FC236}">
                <a16:creationId xmlns:a16="http://schemas.microsoft.com/office/drawing/2014/main" id="{1B44F08B-0EBA-1FEE-A693-109647FB396B}"/>
              </a:ext>
            </a:extLst>
          </p:cNvPr>
          <p:cNvSpPr/>
          <p:nvPr/>
        </p:nvSpPr>
        <p:spPr>
          <a:xfrm>
            <a:off x="3252647" y="3167709"/>
            <a:ext cx="5676546" cy="1416828"/>
          </a:xfrm>
          <a:prstGeom prst="ellipse">
            <a:avLst/>
          </a:prstGeom>
          <a:gradFill>
            <a:gsLst>
              <a:gs pos="0">
                <a:schemeClr val="accent1">
                  <a:lumMod val="20000"/>
                  <a:lumOff val="80000"/>
                  <a:alpha val="0"/>
                </a:schemeClr>
              </a:gs>
              <a:gs pos="100000">
                <a:schemeClr val="accent1">
                  <a:lumMod val="20000"/>
                  <a:lumOff val="80000"/>
                  <a:alpha val="50000"/>
                </a:schemeClr>
              </a:gs>
            </a:gsLst>
            <a:lin ang="5400000" scaled="1"/>
          </a:gradFill>
          <a:ln w="25400">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solidFill>
                <a:prstClr val="white"/>
              </a:solidFill>
              <a:latin typeface="Helvetica"/>
            </a:endParaRPr>
          </a:p>
        </p:txBody>
      </p:sp>
      <p:sp>
        <p:nvSpPr>
          <p:cNvPr id="4" name="等腰三角形 3">
            <a:extLst>
              <a:ext uri="{FF2B5EF4-FFF2-40B4-BE49-F238E27FC236}">
                <a16:creationId xmlns:a16="http://schemas.microsoft.com/office/drawing/2014/main" id="{B3C16C40-CD33-8E24-7A23-1ED57251B634}"/>
              </a:ext>
            </a:extLst>
          </p:cNvPr>
          <p:cNvSpPr/>
          <p:nvPr/>
        </p:nvSpPr>
        <p:spPr>
          <a:xfrm>
            <a:off x="4446607" y="3016124"/>
            <a:ext cx="3298785" cy="590765"/>
          </a:xfrm>
          <a:prstGeom prst="triangle">
            <a:avLst/>
          </a:prstGeom>
          <a:gradFill flip="none" rotWithShape="1">
            <a:gsLst>
              <a:gs pos="0">
                <a:schemeClr val="accent1">
                  <a:alpha val="0"/>
                </a:schemeClr>
              </a:gs>
              <a:gs pos="100000">
                <a:schemeClr val="accent1">
                  <a:alpha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elvetica"/>
              <a:ea typeface="思源黑体 CN Regular"/>
              <a:cs typeface="+mn-cs"/>
            </a:endParaRPr>
          </a:p>
        </p:txBody>
      </p:sp>
      <p:sp>
        <p:nvSpPr>
          <p:cNvPr id="5" name="文本框 4">
            <a:extLst>
              <a:ext uri="{FF2B5EF4-FFF2-40B4-BE49-F238E27FC236}">
                <a16:creationId xmlns:a16="http://schemas.microsoft.com/office/drawing/2014/main" id="{453BBAAF-2EF6-FB0E-B722-D8F796FF03D8}"/>
              </a:ext>
            </a:extLst>
          </p:cNvPr>
          <p:cNvSpPr txBox="1"/>
          <p:nvPr/>
        </p:nvSpPr>
        <p:spPr>
          <a:xfrm>
            <a:off x="4464785" y="3586977"/>
            <a:ext cx="3262432" cy="443776"/>
          </a:xfrm>
          <a:prstGeom prst="rect">
            <a:avLst/>
          </a:prstGeom>
          <a:noFill/>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chemeClr val="accent1"/>
                </a:solidFill>
                <a:effectLst/>
                <a:uLnTx/>
                <a:uFillTx/>
                <a:latin typeface="OPPOSans M" panose="00020600040101010101" pitchFamily="18" charset="-122"/>
                <a:ea typeface="OPPOSans M" panose="00020600040101010101" pitchFamily="18" charset="-122"/>
                <a:cs typeface="OPPOSans M" panose="00020600040101010101" pitchFamily="18" charset="-122"/>
              </a:rPr>
              <a:t>销售和业务运作智慧工具集</a:t>
            </a:r>
          </a:p>
        </p:txBody>
      </p:sp>
      <p:sp>
        <p:nvSpPr>
          <p:cNvPr id="6" name="文本框 5">
            <a:extLst>
              <a:ext uri="{FF2B5EF4-FFF2-40B4-BE49-F238E27FC236}">
                <a16:creationId xmlns:a16="http://schemas.microsoft.com/office/drawing/2014/main" id="{2ED388D2-3ED7-6577-3036-91D06C34AF0A}"/>
              </a:ext>
            </a:extLst>
          </p:cNvPr>
          <p:cNvSpPr txBox="1"/>
          <p:nvPr/>
        </p:nvSpPr>
        <p:spPr>
          <a:xfrm>
            <a:off x="4875152" y="3956627"/>
            <a:ext cx="2441694" cy="373500"/>
          </a:xfrm>
          <a:prstGeom prst="rect">
            <a:avLst/>
          </a:prstGeom>
          <a:noFill/>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OPPOSans R" panose="00020600040101010101" pitchFamily="18" charset="-122"/>
              </a:rPr>
              <a:t>衔接战略与战术决策流程</a:t>
            </a:r>
          </a:p>
        </p:txBody>
      </p:sp>
      <p:sp>
        <p:nvSpPr>
          <p:cNvPr id="7" name="椭圆 6">
            <a:extLst>
              <a:ext uri="{FF2B5EF4-FFF2-40B4-BE49-F238E27FC236}">
                <a16:creationId xmlns:a16="http://schemas.microsoft.com/office/drawing/2014/main" id="{ECD0695C-506A-E7CC-4FCE-B8810B75FACB}"/>
              </a:ext>
            </a:extLst>
          </p:cNvPr>
          <p:cNvSpPr/>
          <p:nvPr/>
        </p:nvSpPr>
        <p:spPr>
          <a:xfrm>
            <a:off x="4454622" y="4212515"/>
            <a:ext cx="3272596" cy="816818"/>
          </a:xfrm>
          <a:prstGeom prst="ellipse">
            <a:avLst/>
          </a:prstGeom>
          <a:noFill/>
          <a:ln w="6350">
            <a:gradFill>
              <a:gsLst>
                <a:gs pos="23000">
                  <a:schemeClr val="tx1">
                    <a:lumMod val="50000"/>
                    <a:lumOff val="50000"/>
                    <a:alpha val="0"/>
                  </a:schemeClr>
                </a:gs>
                <a:gs pos="100000">
                  <a:schemeClr val="tx1">
                    <a:lumMod val="50000"/>
                    <a:lumOff val="50000"/>
                  </a:schemeClr>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elvetica"/>
              <a:ea typeface="思源黑体 CN Regular"/>
              <a:cs typeface="+mn-cs"/>
            </a:endParaRPr>
          </a:p>
        </p:txBody>
      </p:sp>
      <p:sp>
        <p:nvSpPr>
          <p:cNvPr id="8" name="椭圆 7">
            <a:extLst>
              <a:ext uri="{FF2B5EF4-FFF2-40B4-BE49-F238E27FC236}">
                <a16:creationId xmlns:a16="http://schemas.microsoft.com/office/drawing/2014/main" id="{326CA545-00C4-8F39-A431-D32ABF415CA7}"/>
              </a:ext>
            </a:extLst>
          </p:cNvPr>
          <p:cNvSpPr/>
          <p:nvPr/>
        </p:nvSpPr>
        <p:spPr>
          <a:xfrm>
            <a:off x="3042085" y="1524542"/>
            <a:ext cx="6097670" cy="1847493"/>
          </a:xfrm>
          <a:prstGeom prst="ellipse">
            <a:avLst/>
          </a:prstGeom>
          <a:gradFill>
            <a:gsLst>
              <a:gs pos="0">
                <a:schemeClr val="accent1">
                  <a:lumMod val="20000"/>
                  <a:lumOff val="80000"/>
                  <a:alpha val="0"/>
                </a:schemeClr>
              </a:gs>
              <a:gs pos="100000">
                <a:schemeClr val="accent1">
                  <a:lumMod val="20000"/>
                  <a:lumOff val="80000"/>
                  <a:alpha val="50000"/>
                </a:schemeClr>
              </a:gs>
            </a:gsLst>
            <a:lin ang="5400000" scaled="1"/>
          </a:gradFill>
          <a:ln w="25400">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elvetica"/>
              <a:ea typeface="思源黑体 CN Regular"/>
              <a:cs typeface="+mn-cs"/>
            </a:endParaRPr>
          </a:p>
        </p:txBody>
      </p:sp>
      <p:sp>
        <p:nvSpPr>
          <p:cNvPr id="9" name="文本框 8">
            <a:extLst>
              <a:ext uri="{FF2B5EF4-FFF2-40B4-BE49-F238E27FC236}">
                <a16:creationId xmlns:a16="http://schemas.microsoft.com/office/drawing/2014/main" id="{5D01F0E5-34AB-99E6-49E8-D16BC3C4564E}"/>
              </a:ext>
            </a:extLst>
          </p:cNvPr>
          <p:cNvSpPr txBox="1"/>
          <p:nvPr/>
        </p:nvSpPr>
        <p:spPr>
          <a:xfrm>
            <a:off x="4977746" y="1964754"/>
            <a:ext cx="2236510" cy="443776"/>
          </a:xfrm>
          <a:prstGeom prst="rect">
            <a:avLst/>
          </a:prstGeom>
          <a:noFill/>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chemeClr val="accent1"/>
                </a:solidFill>
                <a:effectLst/>
                <a:uLnTx/>
                <a:uFillTx/>
                <a:latin typeface="OPPOSans M" panose="00020600040101010101" pitchFamily="18" charset="-122"/>
                <a:ea typeface="OPPOSans M" panose="00020600040101010101" pitchFamily="18" charset="-122"/>
                <a:cs typeface="OPPOSans M" panose="00020600040101010101" pitchFamily="18" charset="-122"/>
              </a:rPr>
              <a:t>供应链决策驾驶舱</a:t>
            </a:r>
          </a:p>
        </p:txBody>
      </p:sp>
      <p:sp>
        <p:nvSpPr>
          <p:cNvPr id="10" name="文本框 9">
            <a:extLst>
              <a:ext uri="{FF2B5EF4-FFF2-40B4-BE49-F238E27FC236}">
                <a16:creationId xmlns:a16="http://schemas.microsoft.com/office/drawing/2014/main" id="{3239F55D-EA55-24B9-C9AB-583D121BFD5A}"/>
              </a:ext>
            </a:extLst>
          </p:cNvPr>
          <p:cNvSpPr txBox="1"/>
          <p:nvPr/>
        </p:nvSpPr>
        <p:spPr>
          <a:xfrm>
            <a:off x="4054415" y="2334404"/>
            <a:ext cx="4083169" cy="373500"/>
          </a:xfrm>
          <a:prstGeom prst="rect">
            <a:avLst/>
          </a:prstGeom>
          <a:noFill/>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OPPOSans R" panose="00020600040101010101" pitchFamily="18" charset="-122"/>
              </a:rPr>
              <a:t>供应网络端到端可视，监测与异常告警功能</a:t>
            </a:r>
          </a:p>
        </p:txBody>
      </p:sp>
      <p:sp>
        <p:nvSpPr>
          <p:cNvPr id="11" name="文本框 10">
            <a:extLst>
              <a:ext uri="{FF2B5EF4-FFF2-40B4-BE49-F238E27FC236}">
                <a16:creationId xmlns:a16="http://schemas.microsoft.com/office/drawing/2014/main" id="{D7891459-A369-01D8-BAF0-EC9966C586A9}"/>
              </a:ext>
            </a:extLst>
          </p:cNvPr>
          <p:cNvSpPr txBox="1"/>
          <p:nvPr/>
        </p:nvSpPr>
        <p:spPr>
          <a:xfrm>
            <a:off x="1132224" y="4303977"/>
            <a:ext cx="1107996" cy="646331"/>
          </a:xfrm>
          <a:prstGeom prst="rect">
            <a:avLst/>
          </a:prstGeom>
          <a:noFill/>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chemeClr val="accent1"/>
                </a:solidFill>
                <a:effectLst/>
                <a:uLnTx/>
                <a:uFillTx/>
                <a:latin typeface="OPPOSans M" panose="00020600040101010101" pitchFamily="18" charset="-122"/>
                <a:ea typeface="OPPOSans M" panose="00020600040101010101" pitchFamily="18" charset="-122"/>
                <a:cs typeface="OPPOSans M" panose="00020600040101010101" pitchFamily="18" charset="-122"/>
              </a:rPr>
              <a:t>业务</a:t>
            </a:r>
            <a:endParaRPr kumimoji="0" lang="en-US" altLang="zh-CN" sz="1800" b="1" i="0" u="none" strike="noStrike" kern="1200" cap="none" spc="0" normalizeH="0" baseline="0" noProof="0" dirty="0">
              <a:ln>
                <a:noFill/>
              </a:ln>
              <a:solidFill>
                <a:schemeClr val="accent1"/>
              </a:solidFill>
              <a:effectLst/>
              <a:uLnTx/>
              <a:uFillTx/>
              <a:latin typeface="OPPOSans M" panose="00020600040101010101" pitchFamily="18" charset="-122"/>
              <a:ea typeface="OPPOSans M" panose="00020600040101010101" pitchFamily="18" charset="-122"/>
              <a:cs typeface="OPPOSans M" panose="00020600040101010101" pitchFamily="18" charset="-122"/>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chemeClr val="accent1"/>
                </a:solidFill>
                <a:effectLst/>
                <a:uLnTx/>
                <a:uFillTx/>
                <a:latin typeface="OPPOSans M" panose="00020600040101010101" pitchFamily="18" charset="-122"/>
                <a:ea typeface="OPPOSans M" panose="00020600040101010101" pitchFamily="18" charset="-122"/>
                <a:cs typeface="OPPOSans M" panose="00020600040101010101" pitchFamily="18" charset="-122"/>
              </a:rPr>
              <a:t>需求模块</a:t>
            </a:r>
          </a:p>
        </p:txBody>
      </p:sp>
      <p:sp>
        <p:nvSpPr>
          <p:cNvPr id="12" name="文本框 11">
            <a:extLst>
              <a:ext uri="{FF2B5EF4-FFF2-40B4-BE49-F238E27FC236}">
                <a16:creationId xmlns:a16="http://schemas.microsoft.com/office/drawing/2014/main" id="{66627FEE-DC1B-60D8-09E5-5973DA3293A7}"/>
              </a:ext>
            </a:extLst>
          </p:cNvPr>
          <p:cNvSpPr txBox="1"/>
          <p:nvPr/>
        </p:nvSpPr>
        <p:spPr>
          <a:xfrm>
            <a:off x="1132224" y="5013808"/>
            <a:ext cx="1107996"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OPPOSans R" panose="00020600040101010101" pitchFamily="18" charset="-122"/>
              </a:rPr>
              <a:t>需求感知</a:t>
            </a:r>
          </a:p>
        </p:txBody>
      </p:sp>
      <p:sp>
        <p:nvSpPr>
          <p:cNvPr id="13" name="文本框 12">
            <a:extLst>
              <a:ext uri="{FF2B5EF4-FFF2-40B4-BE49-F238E27FC236}">
                <a16:creationId xmlns:a16="http://schemas.microsoft.com/office/drawing/2014/main" id="{5457DC39-D484-E7CF-0069-92187888949B}"/>
              </a:ext>
            </a:extLst>
          </p:cNvPr>
          <p:cNvSpPr txBox="1"/>
          <p:nvPr/>
        </p:nvSpPr>
        <p:spPr>
          <a:xfrm>
            <a:off x="901392" y="5319640"/>
            <a:ext cx="1338828"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OPPOSans R" panose="00020600040101010101" pitchFamily="18" charset="-122"/>
              </a:rPr>
              <a:t>与统计预测</a:t>
            </a:r>
          </a:p>
        </p:txBody>
      </p:sp>
      <p:sp>
        <p:nvSpPr>
          <p:cNvPr id="14" name="文本框 13">
            <a:extLst>
              <a:ext uri="{FF2B5EF4-FFF2-40B4-BE49-F238E27FC236}">
                <a16:creationId xmlns:a16="http://schemas.microsoft.com/office/drawing/2014/main" id="{A2C1AE31-8E04-B889-0F61-27DA7C01FCC9}"/>
              </a:ext>
            </a:extLst>
          </p:cNvPr>
          <p:cNvSpPr txBox="1"/>
          <p:nvPr/>
        </p:nvSpPr>
        <p:spPr>
          <a:xfrm>
            <a:off x="9721015" y="4303977"/>
            <a:ext cx="1274708" cy="646331"/>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chemeClr val="accent1"/>
                </a:solidFill>
                <a:effectLst/>
                <a:uLnTx/>
                <a:uFillTx/>
                <a:latin typeface="OPPOSans M" panose="00020600040101010101" pitchFamily="18" charset="-122"/>
                <a:ea typeface="OPPOSans M" panose="00020600040101010101" pitchFamily="18" charset="-122"/>
                <a:cs typeface="OPPOSans M" panose="00020600040101010101" pitchFamily="18" charset="-122"/>
              </a:rPr>
              <a:t>库存</a:t>
            </a:r>
            <a:r>
              <a:rPr kumimoji="0" lang="en-US" altLang="zh-CN" sz="1800" b="1" i="0" u="none" strike="noStrike" kern="1200" cap="none" spc="0" normalizeH="0" baseline="0" noProof="0" dirty="0">
                <a:ln>
                  <a:noFill/>
                </a:ln>
                <a:solidFill>
                  <a:schemeClr val="accent1"/>
                </a:solidFill>
                <a:effectLst/>
                <a:uLnTx/>
                <a:uFillTx/>
                <a:latin typeface="OPPOSans M" panose="00020600040101010101" pitchFamily="18" charset="-122"/>
                <a:ea typeface="OPPOSans M" panose="00020600040101010101" pitchFamily="18" charset="-122"/>
                <a:cs typeface="OPPOSans M" panose="00020600040101010101" pitchFamily="18" charset="-122"/>
              </a:rPr>
              <a:t>&amp;</a:t>
            </a:r>
            <a:r>
              <a:rPr kumimoji="0" lang="zh-CN" altLang="en-US" sz="1800" b="1" i="0" u="none" strike="noStrike" kern="1200" cap="none" spc="0" normalizeH="0" baseline="0" noProof="0" dirty="0">
                <a:ln>
                  <a:noFill/>
                </a:ln>
                <a:solidFill>
                  <a:schemeClr val="accent1"/>
                </a:solidFill>
                <a:effectLst/>
                <a:uLnTx/>
                <a:uFillTx/>
                <a:latin typeface="OPPOSans M" panose="00020600040101010101" pitchFamily="18" charset="-122"/>
                <a:ea typeface="OPPOSans M" panose="00020600040101010101" pitchFamily="18" charset="-122"/>
                <a:cs typeface="OPPOSans M" panose="00020600040101010101" pitchFamily="18" charset="-122"/>
              </a:rPr>
              <a:t>物流</a:t>
            </a:r>
            <a:endParaRPr kumimoji="0" lang="en-US" altLang="zh-CN" sz="1800" b="1" i="0" u="none" strike="noStrike" kern="1200" cap="none" spc="0" normalizeH="0" baseline="0" noProof="0" dirty="0">
              <a:ln>
                <a:noFill/>
              </a:ln>
              <a:solidFill>
                <a:schemeClr val="accent1"/>
              </a:solidFill>
              <a:effectLst/>
              <a:uLnTx/>
              <a:uFillTx/>
              <a:latin typeface="OPPOSans M" panose="00020600040101010101" pitchFamily="18" charset="-122"/>
              <a:ea typeface="OPPOSans M" panose="00020600040101010101" pitchFamily="18" charset="-122"/>
              <a:cs typeface="OPPOSans M" panose="00020600040101010101" pitchFamily="18"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chemeClr val="accent1"/>
                </a:solidFill>
                <a:effectLst/>
                <a:uLnTx/>
                <a:uFillTx/>
                <a:latin typeface="OPPOSans M" panose="00020600040101010101" pitchFamily="18" charset="-122"/>
                <a:ea typeface="OPPOSans M" panose="00020600040101010101" pitchFamily="18" charset="-122"/>
                <a:cs typeface="OPPOSans M" panose="00020600040101010101" pitchFamily="18" charset="-122"/>
              </a:rPr>
              <a:t>管理模块</a:t>
            </a:r>
          </a:p>
        </p:txBody>
      </p:sp>
      <p:sp>
        <p:nvSpPr>
          <p:cNvPr id="15" name="文本框 14">
            <a:extLst>
              <a:ext uri="{FF2B5EF4-FFF2-40B4-BE49-F238E27FC236}">
                <a16:creationId xmlns:a16="http://schemas.microsoft.com/office/drawing/2014/main" id="{547D7C1F-1E35-85FF-1E18-3A53C41513E9}"/>
              </a:ext>
            </a:extLst>
          </p:cNvPr>
          <p:cNvSpPr txBox="1"/>
          <p:nvPr/>
        </p:nvSpPr>
        <p:spPr>
          <a:xfrm>
            <a:off x="9721015" y="5013808"/>
            <a:ext cx="1415772" cy="33855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OPPOSans R" panose="00020600040101010101" pitchFamily="18" charset="-122"/>
              </a:rPr>
              <a:t>多阶库存优化</a:t>
            </a:r>
          </a:p>
        </p:txBody>
      </p:sp>
      <p:sp>
        <p:nvSpPr>
          <p:cNvPr id="16" name="文本框 15">
            <a:extLst>
              <a:ext uri="{FF2B5EF4-FFF2-40B4-BE49-F238E27FC236}">
                <a16:creationId xmlns:a16="http://schemas.microsoft.com/office/drawing/2014/main" id="{1A3E888D-C25F-ED6F-E760-A9519FC8740F}"/>
              </a:ext>
            </a:extLst>
          </p:cNvPr>
          <p:cNvSpPr txBox="1"/>
          <p:nvPr/>
        </p:nvSpPr>
        <p:spPr>
          <a:xfrm>
            <a:off x="9721015" y="5319640"/>
            <a:ext cx="1005403" cy="338554"/>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OPPOSans R" panose="00020600040101010101" pitchFamily="18" charset="-122"/>
              </a:rPr>
              <a:t>物流优化</a:t>
            </a:r>
          </a:p>
        </p:txBody>
      </p:sp>
      <p:sp>
        <p:nvSpPr>
          <p:cNvPr id="17" name="文本框 16">
            <a:extLst>
              <a:ext uri="{FF2B5EF4-FFF2-40B4-BE49-F238E27FC236}">
                <a16:creationId xmlns:a16="http://schemas.microsoft.com/office/drawing/2014/main" id="{A89685B1-7AB3-E248-9791-7706717B28BD}"/>
              </a:ext>
            </a:extLst>
          </p:cNvPr>
          <p:cNvSpPr txBox="1"/>
          <p:nvPr/>
        </p:nvSpPr>
        <p:spPr>
          <a:xfrm>
            <a:off x="5311170" y="5378299"/>
            <a:ext cx="1569660" cy="369332"/>
          </a:xfrm>
          <a:prstGeom prst="rect">
            <a:avLst/>
          </a:prstGeom>
          <a:noFill/>
        </p:spPr>
        <p:txBody>
          <a:bodyPr wrap="none">
            <a:spAutoFit/>
          </a:bodyPr>
          <a:lstStyle>
            <a:defPPr>
              <a:defRPr lang="zh-CN"/>
            </a:defPPr>
            <a:lvl1pPr>
              <a:defRPr>
                <a:solidFill>
                  <a:srgbClr val="297482"/>
                </a:solidFill>
                <a:latin typeface="+mj-lt"/>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chemeClr val="accent1"/>
                </a:solidFill>
                <a:effectLst/>
                <a:uLnTx/>
                <a:uFillTx/>
                <a:latin typeface="OPPOSans M" panose="00020600040101010101" pitchFamily="18" charset="-122"/>
                <a:ea typeface="OPPOSans M" panose="00020600040101010101" pitchFamily="18" charset="-122"/>
                <a:cs typeface="OPPOSans M" panose="00020600040101010101" pitchFamily="18" charset="-122"/>
              </a:rPr>
              <a:t>智慧排产模块</a:t>
            </a:r>
          </a:p>
        </p:txBody>
      </p:sp>
      <p:sp>
        <p:nvSpPr>
          <p:cNvPr id="18" name="文本框 17">
            <a:extLst>
              <a:ext uri="{FF2B5EF4-FFF2-40B4-BE49-F238E27FC236}">
                <a16:creationId xmlns:a16="http://schemas.microsoft.com/office/drawing/2014/main" id="{1C8DEB0A-58D4-B414-0048-DABA13593C71}"/>
              </a:ext>
            </a:extLst>
          </p:cNvPr>
          <p:cNvSpPr txBox="1"/>
          <p:nvPr/>
        </p:nvSpPr>
        <p:spPr>
          <a:xfrm>
            <a:off x="4637909" y="5747631"/>
            <a:ext cx="2916183"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OPPOSans R" panose="00020600040101010101" pitchFamily="18" charset="-122"/>
              </a:rPr>
              <a:t>受限供应与无限需求计划</a:t>
            </a:r>
          </a:p>
        </p:txBody>
      </p:sp>
      <p:sp>
        <p:nvSpPr>
          <p:cNvPr id="19" name="文本框 18">
            <a:extLst>
              <a:ext uri="{FF2B5EF4-FFF2-40B4-BE49-F238E27FC236}">
                <a16:creationId xmlns:a16="http://schemas.microsoft.com/office/drawing/2014/main" id="{06594C93-0D6E-6DAD-737B-A4B0253DC77D}"/>
              </a:ext>
            </a:extLst>
          </p:cNvPr>
          <p:cNvSpPr txBox="1"/>
          <p:nvPr/>
        </p:nvSpPr>
        <p:spPr>
          <a:xfrm>
            <a:off x="4753325" y="6065240"/>
            <a:ext cx="2685351"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solidFill>
                <a:effectLst/>
                <a:uLnTx/>
                <a:uFillTx/>
                <a:latin typeface="OPPOSans R" panose="00020600040101010101" pitchFamily="18" charset="-122"/>
                <a:ea typeface="OPPOSans R" panose="00020600040101010101" pitchFamily="18" charset="-122"/>
                <a:cs typeface="OPPOSans R" panose="00020600040101010101" pitchFamily="18" charset="-122"/>
              </a:rPr>
              <a:t>分配计划与订单重调度</a:t>
            </a:r>
          </a:p>
        </p:txBody>
      </p:sp>
      <p:sp>
        <p:nvSpPr>
          <p:cNvPr id="20" name="椭圆 19">
            <a:extLst>
              <a:ext uri="{FF2B5EF4-FFF2-40B4-BE49-F238E27FC236}">
                <a16:creationId xmlns:a16="http://schemas.microsoft.com/office/drawing/2014/main" id="{5243C440-44FC-7820-C6F3-A61234FEB148}"/>
              </a:ext>
            </a:extLst>
          </p:cNvPr>
          <p:cNvSpPr/>
          <p:nvPr/>
        </p:nvSpPr>
        <p:spPr>
          <a:xfrm>
            <a:off x="2513765" y="4315568"/>
            <a:ext cx="538480" cy="538480"/>
          </a:xfrm>
          <a:prstGeom prst="ellipse">
            <a:avLst/>
          </a:prstGeom>
          <a:solidFill>
            <a:schemeClr val="accent1">
              <a:lumMod val="20000"/>
              <a:lumOff val="80000"/>
            </a:schemeClr>
          </a:solidFill>
          <a:ln w="25400">
            <a:solidFill>
              <a:schemeClr val="accent1"/>
            </a:solidFill>
          </a:ln>
          <a:effectLst>
            <a:reflection blurRad="6350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Helvetica"/>
              <a:ea typeface="思源黑体 CN Regular"/>
              <a:cs typeface="+mn-cs"/>
            </a:endParaRPr>
          </a:p>
        </p:txBody>
      </p:sp>
      <p:sp>
        <p:nvSpPr>
          <p:cNvPr id="21" name="椭圆 20">
            <a:extLst>
              <a:ext uri="{FF2B5EF4-FFF2-40B4-BE49-F238E27FC236}">
                <a16:creationId xmlns:a16="http://schemas.microsoft.com/office/drawing/2014/main" id="{B21CA6FC-E42C-17EF-EC6A-7FF80E59DD4F}"/>
              </a:ext>
            </a:extLst>
          </p:cNvPr>
          <p:cNvSpPr/>
          <p:nvPr/>
        </p:nvSpPr>
        <p:spPr>
          <a:xfrm>
            <a:off x="9139755" y="4315568"/>
            <a:ext cx="538480" cy="538480"/>
          </a:xfrm>
          <a:prstGeom prst="ellipse">
            <a:avLst/>
          </a:prstGeom>
          <a:solidFill>
            <a:schemeClr val="accent1">
              <a:lumMod val="20000"/>
              <a:lumOff val="80000"/>
            </a:schemeClr>
          </a:solidFill>
          <a:ln w="25400">
            <a:solidFill>
              <a:schemeClr val="accent1"/>
            </a:solidFill>
          </a:ln>
          <a:effectLst>
            <a:reflection blurRad="6350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elvetica"/>
              <a:ea typeface="思源黑体 CN Regular"/>
              <a:cs typeface="+mn-cs"/>
            </a:endParaRPr>
          </a:p>
        </p:txBody>
      </p:sp>
      <p:sp>
        <p:nvSpPr>
          <p:cNvPr id="22" name="椭圆 21">
            <a:extLst>
              <a:ext uri="{FF2B5EF4-FFF2-40B4-BE49-F238E27FC236}">
                <a16:creationId xmlns:a16="http://schemas.microsoft.com/office/drawing/2014/main" id="{915FB01D-1AA9-4694-1689-488B20A93E5B}"/>
              </a:ext>
            </a:extLst>
          </p:cNvPr>
          <p:cNvSpPr/>
          <p:nvPr/>
        </p:nvSpPr>
        <p:spPr>
          <a:xfrm>
            <a:off x="5826760" y="4791592"/>
            <a:ext cx="538480" cy="538480"/>
          </a:xfrm>
          <a:prstGeom prst="ellipse">
            <a:avLst/>
          </a:prstGeom>
          <a:solidFill>
            <a:schemeClr val="accent1">
              <a:lumMod val="20000"/>
              <a:lumOff val="80000"/>
            </a:schemeClr>
          </a:solidFill>
          <a:ln w="25400">
            <a:solidFill>
              <a:schemeClr val="accent1"/>
            </a:solidFill>
          </a:ln>
          <a:effectLst>
            <a:reflection blurRad="63500" stA="50000" endA="300" endPos="5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Helvetica"/>
              <a:ea typeface="思源黑体 CN Regular"/>
              <a:cs typeface="+mn-cs"/>
            </a:endParaRPr>
          </a:p>
        </p:txBody>
      </p:sp>
      <p:sp>
        <p:nvSpPr>
          <p:cNvPr id="23" name="任意多边形: 形状 22">
            <a:extLst>
              <a:ext uri="{FF2B5EF4-FFF2-40B4-BE49-F238E27FC236}">
                <a16:creationId xmlns:a16="http://schemas.microsoft.com/office/drawing/2014/main" id="{F7672900-BC02-C6EC-5640-DB001C6A3B67}"/>
              </a:ext>
            </a:extLst>
          </p:cNvPr>
          <p:cNvSpPr/>
          <p:nvPr/>
        </p:nvSpPr>
        <p:spPr>
          <a:xfrm>
            <a:off x="9281781" y="4525392"/>
            <a:ext cx="254428" cy="146987"/>
          </a:xfrm>
          <a:custGeom>
            <a:avLst/>
            <a:gdLst>
              <a:gd name="connsiteX0" fmla="*/ 531383 w 563107"/>
              <a:gd name="connsiteY0" fmla="*/ 49003 h 325316"/>
              <a:gd name="connsiteX1" fmla="*/ 492294 w 563107"/>
              <a:gd name="connsiteY1" fmla="*/ 84268 h 325316"/>
              <a:gd name="connsiteX2" fmla="*/ 492577 w 563107"/>
              <a:gd name="connsiteY2" fmla="*/ 169102 h 325316"/>
              <a:gd name="connsiteX3" fmla="*/ 470908 w 563107"/>
              <a:gd name="connsiteY3" fmla="*/ 218671 h 325316"/>
              <a:gd name="connsiteX4" fmla="*/ 435926 w 563107"/>
              <a:gd name="connsiteY4" fmla="*/ 253653 h 325316"/>
              <a:gd name="connsiteX5" fmla="*/ 410292 w 563107"/>
              <a:gd name="connsiteY5" fmla="*/ 253653 h 325316"/>
              <a:gd name="connsiteX6" fmla="*/ 410292 w 563107"/>
              <a:gd name="connsiteY6" fmla="*/ 228019 h 325316"/>
              <a:gd name="connsiteX7" fmla="*/ 446265 w 563107"/>
              <a:gd name="connsiteY7" fmla="*/ 192045 h 325316"/>
              <a:gd name="connsiteX8" fmla="*/ 449806 w 563107"/>
              <a:gd name="connsiteY8" fmla="*/ 147008 h 325316"/>
              <a:gd name="connsiteX9" fmla="*/ 401228 w 563107"/>
              <a:gd name="connsiteY9" fmla="*/ 144459 h 325316"/>
              <a:gd name="connsiteX10" fmla="*/ 330415 w 563107"/>
              <a:gd name="connsiteY10" fmla="*/ 215272 h 325316"/>
              <a:gd name="connsiteX11" fmla="*/ 305488 w 563107"/>
              <a:gd name="connsiteY11" fmla="*/ 275322 h 325316"/>
              <a:gd name="connsiteX12" fmla="*/ 305488 w 563107"/>
              <a:gd name="connsiteY12" fmla="*/ 318235 h 325316"/>
              <a:gd name="connsiteX13" fmla="*/ 312570 w 563107"/>
              <a:gd name="connsiteY13" fmla="*/ 325316 h 325316"/>
              <a:gd name="connsiteX14" fmla="*/ 458020 w 563107"/>
              <a:gd name="connsiteY14" fmla="*/ 325174 h 325316"/>
              <a:gd name="connsiteX15" fmla="*/ 463402 w 563107"/>
              <a:gd name="connsiteY15" fmla="*/ 322625 h 325316"/>
              <a:gd name="connsiteX16" fmla="*/ 542996 w 563107"/>
              <a:gd name="connsiteY16" fmla="*/ 228444 h 325316"/>
              <a:gd name="connsiteX17" fmla="*/ 563107 w 563107"/>
              <a:gd name="connsiteY17" fmla="*/ 173634 h 325316"/>
              <a:gd name="connsiteX18" fmla="*/ 563107 w 563107"/>
              <a:gd name="connsiteY18" fmla="*/ 86392 h 325316"/>
              <a:gd name="connsiteX19" fmla="*/ 531383 w 563107"/>
              <a:gd name="connsiteY19" fmla="*/ 49003 h 325316"/>
              <a:gd name="connsiteX20" fmla="*/ 145026 w 563107"/>
              <a:gd name="connsiteY20" fmla="*/ 103529 h 325316"/>
              <a:gd name="connsiteX21" fmla="*/ 161737 w 563107"/>
              <a:gd name="connsiteY21" fmla="*/ 103529 h 325316"/>
              <a:gd name="connsiteX22" fmla="*/ 175617 w 563107"/>
              <a:gd name="connsiteY22" fmla="*/ 85401 h 325316"/>
              <a:gd name="connsiteX23" fmla="*/ 175617 w 563107"/>
              <a:gd name="connsiteY23" fmla="*/ 72654 h 325316"/>
              <a:gd name="connsiteX24" fmla="*/ 168394 w 563107"/>
              <a:gd name="connsiteY24" fmla="*/ 63165 h 325316"/>
              <a:gd name="connsiteX25" fmla="*/ 168394 w 563107"/>
              <a:gd name="connsiteY25" fmla="*/ 16287 h 325316"/>
              <a:gd name="connsiteX26" fmla="*/ 140069 w 563107"/>
              <a:gd name="connsiteY26" fmla="*/ 0 h 325316"/>
              <a:gd name="connsiteX27" fmla="*/ 140069 w 563107"/>
              <a:gd name="connsiteY27" fmla="*/ 61183 h 325316"/>
              <a:gd name="connsiteX28" fmla="*/ 131288 w 563107"/>
              <a:gd name="connsiteY28" fmla="*/ 72654 h 325316"/>
              <a:gd name="connsiteX29" fmla="*/ 131288 w 563107"/>
              <a:gd name="connsiteY29" fmla="*/ 85401 h 325316"/>
              <a:gd name="connsiteX30" fmla="*/ 145026 w 563107"/>
              <a:gd name="connsiteY30" fmla="*/ 103529 h 325316"/>
              <a:gd name="connsiteX31" fmla="*/ 161879 w 563107"/>
              <a:gd name="connsiteY31" fmla="*/ 144317 h 325316"/>
              <a:gd name="connsiteX32" fmla="*/ 113301 w 563107"/>
              <a:gd name="connsiteY32" fmla="*/ 146867 h 325316"/>
              <a:gd name="connsiteX33" fmla="*/ 116842 w 563107"/>
              <a:gd name="connsiteY33" fmla="*/ 191904 h 325316"/>
              <a:gd name="connsiteX34" fmla="*/ 152815 w 563107"/>
              <a:gd name="connsiteY34" fmla="*/ 227877 h 325316"/>
              <a:gd name="connsiteX35" fmla="*/ 152815 w 563107"/>
              <a:gd name="connsiteY35" fmla="*/ 253511 h 325316"/>
              <a:gd name="connsiteX36" fmla="*/ 127181 w 563107"/>
              <a:gd name="connsiteY36" fmla="*/ 253511 h 325316"/>
              <a:gd name="connsiteX37" fmla="*/ 92199 w 563107"/>
              <a:gd name="connsiteY37" fmla="*/ 218530 h 325316"/>
              <a:gd name="connsiteX38" fmla="*/ 70530 w 563107"/>
              <a:gd name="connsiteY38" fmla="*/ 168960 h 325316"/>
              <a:gd name="connsiteX39" fmla="*/ 70813 w 563107"/>
              <a:gd name="connsiteY39" fmla="*/ 84126 h 325316"/>
              <a:gd name="connsiteX40" fmla="*/ 31724 w 563107"/>
              <a:gd name="connsiteY40" fmla="*/ 48861 h 325316"/>
              <a:gd name="connsiteX41" fmla="*/ 0 w 563107"/>
              <a:gd name="connsiteY41" fmla="*/ 86109 h 325316"/>
              <a:gd name="connsiteX42" fmla="*/ 0 w 563107"/>
              <a:gd name="connsiteY42" fmla="*/ 173351 h 325316"/>
              <a:gd name="connsiteX43" fmla="*/ 20111 w 563107"/>
              <a:gd name="connsiteY43" fmla="*/ 228160 h 325316"/>
              <a:gd name="connsiteX44" fmla="*/ 99705 w 563107"/>
              <a:gd name="connsiteY44" fmla="*/ 322342 h 325316"/>
              <a:gd name="connsiteX45" fmla="*/ 105087 w 563107"/>
              <a:gd name="connsiteY45" fmla="*/ 324891 h 325316"/>
              <a:gd name="connsiteX46" fmla="*/ 250537 w 563107"/>
              <a:gd name="connsiteY46" fmla="*/ 325033 h 325316"/>
              <a:gd name="connsiteX47" fmla="*/ 257619 w 563107"/>
              <a:gd name="connsiteY47" fmla="*/ 317952 h 325316"/>
              <a:gd name="connsiteX48" fmla="*/ 257619 w 563107"/>
              <a:gd name="connsiteY48" fmla="*/ 275039 h 325316"/>
              <a:gd name="connsiteX49" fmla="*/ 232692 w 563107"/>
              <a:gd name="connsiteY49" fmla="*/ 214989 h 325316"/>
              <a:gd name="connsiteX50" fmla="*/ 161879 w 563107"/>
              <a:gd name="connsiteY50" fmla="*/ 144317 h 3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63107" h="325316">
                <a:moveTo>
                  <a:pt x="531383" y="49003"/>
                </a:moveTo>
                <a:cubicBezTo>
                  <a:pt x="510139" y="46878"/>
                  <a:pt x="492294" y="63449"/>
                  <a:pt x="492294" y="84268"/>
                </a:cubicBezTo>
                <a:lnTo>
                  <a:pt x="492577" y="169102"/>
                </a:lnTo>
                <a:cubicBezTo>
                  <a:pt x="491869" y="187797"/>
                  <a:pt x="484221" y="205358"/>
                  <a:pt x="470908" y="218671"/>
                </a:cubicBezTo>
                <a:lnTo>
                  <a:pt x="435926" y="253653"/>
                </a:lnTo>
                <a:cubicBezTo>
                  <a:pt x="428845" y="260734"/>
                  <a:pt x="417373" y="260734"/>
                  <a:pt x="410292" y="253653"/>
                </a:cubicBezTo>
                <a:cubicBezTo>
                  <a:pt x="403211" y="246572"/>
                  <a:pt x="403211" y="235100"/>
                  <a:pt x="410292" y="228019"/>
                </a:cubicBezTo>
                <a:lnTo>
                  <a:pt x="446265" y="192045"/>
                </a:lnTo>
                <a:cubicBezTo>
                  <a:pt x="458303" y="180007"/>
                  <a:pt x="460711" y="160180"/>
                  <a:pt x="449806" y="147008"/>
                </a:cubicBezTo>
                <a:cubicBezTo>
                  <a:pt x="437343" y="131712"/>
                  <a:pt x="414824" y="131004"/>
                  <a:pt x="401228" y="144459"/>
                </a:cubicBezTo>
                <a:lnTo>
                  <a:pt x="330415" y="215272"/>
                </a:lnTo>
                <a:cubicBezTo>
                  <a:pt x="314411" y="231276"/>
                  <a:pt x="305488" y="252803"/>
                  <a:pt x="305488" y="275322"/>
                </a:cubicBezTo>
                <a:lnTo>
                  <a:pt x="305488" y="318235"/>
                </a:lnTo>
                <a:cubicBezTo>
                  <a:pt x="305488" y="322200"/>
                  <a:pt x="308604" y="325316"/>
                  <a:pt x="312570" y="325316"/>
                </a:cubicBezTo>
                <a:lnTo>
                  <a:pt x="458020" y="325174"/>
                </a:lnTo>
                <a:cubicBezTo>
                  <a:pt x="460145" y="325174"/>
                  <a:pt x="462127" y="324183"/>
                  <a:pt x="463402" y="322625"/>
                </a:cubicBezTo>
                <a:lnTo>
                  <a:pt x="542996" y="228444"/>
                </a:lnTo>
                <a:cubicBezTo>
                  <a:pt x="556026" y="213148"/>
                  <a:pt x="563107" y="193745"/>
                  <a:pt x="563107" y="173634"/>
                </a:cubicBezTo>
                <a:lnTo>
                  <a:pt x="563107" y="86392"/>
                </a:lnTo>
                <a:cubicBezTo>
                  <a:pt x="563107" y="67697"/>
                  <a:pt x="549794" y="50844"/>
                  <a:pt x="531383" y="49003"/>
                </a:cubicBezTo>
                <a:close/>
                <a:moveTo>
                  <a:pt x="145026" y="103529"/>
                </a:moveTo>
                <a:cubicBezTo>
                  <a:pt x="149274" y="109053"/>
                  <a:pt x="157489" y="109053"/>
                  <a:pt x="161737" y="103529"/>
                </a:cubicBezTo>
                <a:lnTo>
                  <a:pt x="175617" y="85401"/>
                </a:lnTo>
                <a:cubicBezTo>
                  <a:pt x="178449" y="81577"/>
                  <a:pt x="178449" y="76336"/>
                  <a:pt x="175617" y="72654"/>
                </a:cubicBezTo>
                <a:lnTo>
                  <a:pt x="168394" y="63165"/>
                </a:lnTo>
                <a:lnTo>
                  <a:pt x="168394" y="16287"/>
                </a:lnTo>
                <a:lnTo>
                  <a:pt x="140069" y="0"/>
                </a:lnTo>
                <a:lnTo>
                  <a:pt x="140069" y="61183"/>
                </a:lnTo>
                <a:lnTo>
                  <a:pt x="131288" y="72654"/>
                </a:lnTo>
                <a:cubicBezTo>
                  <a:pt x="128455" y="76478"/>
                  <a:pt x="128455" y="81718"/>
                  <a:pt x="131288" y="85401"/>
                </a:cubicBezTo>
                <a:lnTo>
                  <a:pt x="145026" y="103529"/>
                </a:lnTo>
                <a:close/>
                <a:moveTo>
                  <a:pt x="161879" y="144317"/>
                </a:moveTo>
                <a:cubicBezTo>
                  <a:pt x="148283" y="130721"/>
                  <a:pt x="125764" y="131571"/>
                  <a:pt x="113301" y="146867"/>
                </a:cubicBezTo>
                <a:cubicBezTo>
                  <a:pt x="102396" y="160180"/>
                  <a:pt x="104804" y="179866"/>
                  <a:pt x="116842" y="191904"/>
                </a:cubicBezTo>
                <a:lnTo>
                  <a:pt x="152815" y="227877"/>
                </a:lnTo>
                <a:cubicBezTo>
                  <a:pt x="159896" y="234958"/>
                  <a:pt x="159896" y="246430"/>
                  <a:pt x="152815" y="253511"/>
                </a:cubicBezTo>
                <a:cubicBezTo>
                  <a:pt x="145734" y="260593"/>
                  <a:pt x="134262" y="260593"/>
                  <a:pt x="127181" y="253511"/>
                </a:cubicBezTo>
                <a:lnTo>
                  <a:pt x="92199" y="218530"/>
                </a:lnTo>
                <a:cubicBezTo>
                  <a:pt x="78886" y="205217"/>
                  <a:pt x="71238" y="187655"/>
                  <a:pt x="70530" y="168960"/>
                </a:cubicBezTo>
                <a:lnTo>
                  <a:pt x="70813" y="84126"/>
                </a:lnTo>
                <a:cubicBezTo>
                  <a:pt x="70813" y="63307"/>
                  <a:pt x="52968" y="46737"/>
                  <a:pt x="31724" y="48861"/>
                </a:cubicBezTo>
                <a:cubicBezTo>
                  <a:pt x="13313" y="50702"/>
                  <a:pt x="0" y="67556"/>
                  <a:pt x="0" y="86109"/>
                </a:cubicBezTo>
                <a:lnTo>
                  <a:pt x="0" y="173351"/>
                </a:lnTo>
                <a:cubicBezTo>
                  <a:pt x="0" y="193462"/>
                  <a:pt x="7081" y="212865"/>
                  <a:pt x="20111" y="228160"/>
                </a:cubicBezTo>
                <a:lnTo>
                  <a:pt x="99705" y="322342"/>
                </a:lnTo>
                <a:cubicBezTo>
                  <a:pt x="100980" y="323900"/>
                  <a:pt x="102963" y="324891"/>
                  <a:pt x="105087" y="324891"/>
                </a:cubicBezTo>
                <a:lnTo>
                  <a:pt x="250537" y="325033"/>
                </a:lnTo>
                <a:cubicBezTo>
                  <a:pt x="254503" y="325033"/>
                  <a:pt x="257619" y="321917"/>
                  <a:pt x="257619" y="317952"/>
                </a:cubicBezTo>
                <a:lnTo>
                  <a:pt x="257619" y="275039"/>
                </a:lnTo>
                <a:cubicBezTo>
                  <a:pt x="257619" y="252520"/>
                  <a:pt x="248696" y="230851"/>
                  <a:pt x="232692" y="214989"/>
                </a:cubicBezTo>
                <a:lnTo>
                  <a:pt x="161879" y="144317"/>
                </a:lnTo>
                <a:close/>
              </a:path>
            </a:pathLst>
          </a:custGeom>
          <a:solidFill>
            <a:schemeClr val="accent1"/>
          </a:solidFill>
          <a:ln w="141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a:ln>
                <a:noFill/>
              </a:ln>
              <a:solidFill>
                <a:prstClr val="black"/>
              </a:solidFill>
              <a:effectLst/>
              <a:uLnTx/>
              <a:uFillTx/>
              <a:latin typeface="OPPOSans R" panose="00020600040101010101" pitchFamily="18" charset="-122"/>
              <a:ea typeface="OPPOSans R" panose="00020600040101010101" pitchFamily="18" charset="-122"/>
              <a:cs typeface="OPPOSans R" panose="00020600040101010101" pitchFamily="18" charset="-122"/>
            </a:endParaRPr>
          </a:p>
        </p:txBody>
      </p:sp>
      <p:sp>
        <p:nvSpPr>
          <p:cNvPr id="24" name="任意多边形: 形状 23">
            <a:extLst>
              <a:ext uri="{FF2B5EF4-FFF2-40B4-BE49-F238E27FC236}">
                <a16:creationId xmlns:a16="http://schemas.microsoft.com/office/drawing/2014/main" id="{06EB4A56-7966-DE15-5A63-A41EDD4E2FA3}"/>
              </a:ext>
            </a:extLst>
          </p:cNvPr>
          <p:cNvSpPr/>
          <p:nvPr/>
        </p:nvSpPr>
        <p:spPr>
          <a:xfrm>
            <a:off x="9327727" y="4460442"/>
            <a:ext cx="162537" cy="248732"/>
          </a:xfrm>
          <a:custGeom>
            <a:avLst/>
            <a:gdLst>
              <a:gd name="connsiteX0" fmla="*/ 41213 w 359731"/>
              <a:gd name="connsiteY0" fmla="*/ 104804 h 550502"/>
              <a:gd name="connsiteX1" fmla="*/ 179016 w 359731"/>
              <a:gd name="connsiteY1" fmla="*/ 183973 h 550502"/>
              <a:gd name="connsiteX2" fmla="*/ 186381 w 359731"/>
              <a:gd name="connsiteY2" fmla="*/ 185956 h 550502"/>
              <a:gd name="connsiteX3" fmla="*/ 193745 w 359731"/>
              <a:gd name="connsiteY3" fmla="*/ 183973 h 550502"/>
              <a:gd name="connsiteX4" fmla="*/ 331548 w 359731"/>
              <a:gd name="connsiteY4" fmla="*/ 104804 h 550502"/>
              <a:gd name="connsiteX5" fmla="*/ 331548 w 359731"/>
              <a:gd name="connsiteY5" fmla="*/ 79169 h 550502"/>
              <a:gd name="connsiteX6" fmla="*/ 199835 w 359731"/>
              <a:gd name="connsiteY6" fmla="*/ 3541 h 550502"/>
              <a:gd name="connsiteX7" fmla="*/ 186381 w 359731"/>
              <a:gd name="connsiteY7" fmla="*/ 0 h 550502"/>
              <a:gd name="connsiteX8" fmla="*/ 172926 w 359731"/>
              <a:gd name="connsiteY8" fmla="*/ 3541 h 550502"/>
              <a:gd name="connsiteX9" fmla="*/ 41213 w 359731"/>
              <a:gd name="connsiteY9" fmla="*/ 79169 h 550502"/>
              <a:gd name="connsiteX10" fmla="*/ 41213 w 359731"/>
              <a:gd name="connsiteY10" fmla="*/ 104804 h 550502"/>
              <a:gd name="connsiteX11" fmla="*/ 152532 w 359731"/>
              <a:gd name="connsiteY11" fmla="*/ 508014 h 550502"/>
              <a:gd name="connsiteX12" fmla="*/ 7081 w 359731"/>
              <a:gd name="connsiteY12" fmla="*/ 508014 h 550502"/>
              <a:gd name="connsiteX13" fmla="*/ 0 w 359731"/>
              <a:gd name="connsiteY13" fmla="*/ 515095 h 550502"/>
              <a:gd name="connsiteX14" fmla="*/ 0 w 359731"/>
              <a:gd name="connsiteY14" fmla="*/ 543421 h 550502"/>
              <a:gd name="connsiteX15" fmla="*/ 7081 w 359731"/>
              <a:gd name="connsiteY15" fmla="*/ 550502 h 550502"/>
              <a:gd name="connsiteX16" fmla="*/ 152532 w 359731"/>
              <a:gd name="connsiteY16" fmla="*/ 550502 h 550502"/>
              <a:gd name="connsiteX17" fmla="*/ 159613 w 359731"/>
              <a:gd name="connsiteY17" fmla="*/ 543421 h 550502"/>
              <a:gd name="connsiteX18" fmla="*/ 159613 w 359731"/>
              <a:gd name="connsiteY18" fmla="*/ 515095 h 550502"/>
              <a:gd name="connsiteX19" fmla="*/ 152532 w 359731"/>
              <a:gd name="connsiteY19" fmla="*/ 508014 h 550502"/>
              <a:gd name="connsiteX20" fmla="*/ 285377 w 359731"/>
              <a:gd name="connsiteY20" fmla="*/ 212865 h 550502"/>
              <a:gd name="connsiteX21" fmla="*/ 299682 w 359731"/>
              <a:gd name="connsiteY21" fmla="*/ 188080 h 550502"/>
              <a:gd name="connsiteX22" fmla="*/ 299682 w 359731"/>
              <a:gd name="connsiteY22" fmla="*/ 164003 h 550502"/>
              <a:gd name="connsiteX23" fmla="*/ 211448 w 359731"/>
              <a:gd name="connsiteY23" fmla="*/ 214706 h 550502"/>
              <a:gd name="connsiteX24" fmla="*/ 186381 w 359731"/>
              <a:gd name="connsiteY24" fmla="*/ 221362 h 550502"/>
              <a:gd name="connsiteX25" fmla="*/ 161313 w 359731"/>
              <a:gd name="connsiteY25" fmla="*/ 214706 h 550502"/>
              <a:gd name="connsiteX26" fmla="*/ 94748 w 359731"/>
              <a:gd name="connsiteY26" fmla="*/ 176466 h 550502"/>
              <a:gd name="connsiteX27" fmla="*/ 94748 w 359731"/>
              <a:gd name="connsiteY27" fmla="*/ 217113 h 550502"/>
              <a:gd name="connsiteX28" fmla="*/ 172076 w 359731"/>
              <a:gd name="connsiteY28" fmla="*/ 261584 h 550502"/>
              <a:gd name="connsiteX29" fmla="*/ 200543 w 359731"/>
              <a:gd name="connsiteY29" fmla="*/ 261584 h 550502"/>
              <a:gd name="connsiteX30" fmla="*/ 285377 w 359731"/>
              <a:gd name="connsiteY30" fmla="*/ 212865 h 550502"/>
              <a:gd name="connsiteX31" fmla="*/ 352650 w 359731"/>
              <a:gd name="connsiteY31" fmla="*/ 508014 h 550502"/>
              <a:gd name="connsiteX32" fmla="*/ 207199 w 359731"/>
              <a:gd name="connsiteY32" fmla="*/ 508014 h 550502"/>
              <a:gd name="connsiteX33" fmla="*/ 200118 w 359731"/>
              <a:gd name="connsiteY33" fmla="*/ 515095 h 550502"/>
              <a:gd name="connsiteX34" fmla="*/ 200118 w 359731"/>
              <a:gd name="connsiteY34" fmla="*/ 543421 h 550502"/>
              <a:gd name="connsiteX35" fmla="*/ 207199 w 359731"/>
              <a:gd name="connsiteY35" fmla="*/ 550502 h 550502"/>
              <a:gd name="connsiteX36" fmla="*/ 352650 w 359731"/>
              <a:gd name="connsiteY36" fmla="*/ 550502 h 550502"/>
              <a:gd name="connsiteX37" fmla="*/ 359731 w 359731"/>
              <a:gd name="connsiteY37" fmla="*/ 543421 h 550502"/>
              <a:gd name="connsiteX38" fmla="*/ 359731 w 359731"/>
              <a:gd name="connsiteY38" fmla="*/ 515095 h 550502"/>
              <a:gd name="connsiteX39" fmla="*/ 352650 w 359731"/>
              <a:gd name="connsiteY39" fmla="*/ 508014 h 550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59731" h="550502">
                <a:moveTo>
                  <a:pt x="41213" y="104804"/>
                </a:moveTo>
                <a:lnTo>
                  <a:pt x="179016" y="183973"/>
                </a:lnTo>
                <a:cubicBezTo>
                  <a:pt x="181282" y="185247"/>
                  <a:pt x="183831" y="185956"/>
                  <a:pt x="186381" y="185956"/>
                </a:cubicBezTo>
                <a:cubicBezTo>
                  <a:pt x="188930" y="185956"/>
                  <a:pt x="191479" y="185247"/>
                  <a:pt x="193745" y="183973"/>
                </a:cubicBezTo>
                <a:lnTo>
                  <a:pt x="331548" y="104804"/>
                </a:lnTo>
                <a:cubicBezTo>
                  <a:pt x="341462" y="99139"/>
                  <a:pt x="341462" y="84834"/>
                  <a:pt x="331548" y="79169"/>
                </a:cubicBezTo>
                <a:lnTo>
                  <a:pt x="199835" y="3541"/>
                </a:lnTo>
                <a:cubicBezTo>
                  <a:pt x="195728" y="1133"/>
                  <a:pt x="191054" y="0"/>
                  <a:pt x="186381" y="0"/>
                </a:cubicBezTo>
                <a:cubicBezTo>
                  <a:pt x="181707" y="0"/>
                  <a:pt x="177033" y="1133"/>
                  <a:pt x="172926" y="3541"/>
                </a:cubicBezTo>
                <a:lnTo>
                  <a:pt x="41213" y="79169"/>
                </a:lnTo>
                <a:cubicBezTo>
                  <a:pt x="31299" y="84834"/>
                  <a:pt x="31299" y="99139"/>
                  <a:pt x="41213" y="104804"/>
                </a:cubicBezTo>
                <a:close/>
                <a:moveTo>
                  <a:pt x="152532" y="508014"/>
                </a:moveTo>
                <a:lnTo>
                  <a:pt x="7081" y="508014"/>
                </a:lnTo>
                <a:cubicBezTo>
                  <a:pt x="3116" y="508014"/>
                  <a:pt x="0" y="511130"/>
                  <a:pt x="0" y="515095"/>
                </a:cubicBezTo>
                <a:lnTo>
                  <a:pt x="0" y="543421"/>
                </a:lnTo>
                <a:cubicBezTo>
                  <a:pt x="0" y="547386"/>
                  <a:pt x="3116" y="550502"/>
                  <a:pt x="7081" y="550502"/>
                </a:cubicBezTo>
                <a:lnTo>
                  <a:pt x="152532" y="550502"/>
                </a:lnTo>
                <a:cubicBezTo>
                  <a:pt x="156497" y="550502"/>
                  <a:pt x="159613" y="547386"/>
                  <a:pt x="159613" y="543421"/>
                </a:cubicBezTo>
                <a:lnTo>
                  <a:pt x="159613" y="515095"/>
                </a:lnTo>
                <a:cubicBezTo>
                  <a:pt x="159613" y="511272"/>
                  <a:pt x="156497" y="508014"/>
                  <a:pt x="152532" y="508014"/>
                </a:cubicBezTo>
                <a:close/>
                <a:moveTo>
                  <a:pt x="285377" y="212865"/>
                </a:moveTo>
                <a:cubicBezTo>
                  <a:pt x="294300" y="207766"/>
                  <a:pt x="299682" y="198277"/>
                  <a:pt x="299682" y="188080"/>
                </a:cubicBezTo>
                <a:lnTo>
                  <a:pt x="299682" y="164003"/>
                </a:lnTo>
                <a:lnTo>
                  <a:pt x="211448" y="214706"/>
                </a:lnTo>
                <a:cubicBezTo>
                  <a:pt x="203801" y="219096"/>
                  <a:pt x="195161" y="221362"/>
                  <a:pt x="186381" y="221362"/>
                </a:cubicBezTo>
                <a:cubicBezTo>
                  <a:pt x="177600" y="221362"/>
                  <a:pt x="168960" y="219096"/>
                  <a:pt x="161313" y="214706"/>
                </a:cubicBezTo>
                <a:lnTo>
                  <a:pt x="94748" y="176466"/>
                </a:lnTo>
                <a:lnTo>
                  <a:pt x="94748" y="217113"/>
                </a:lnTo>
                <a:lnTo>
                  <a:pt x="172076" y="261584"/>
                </a:lnTo>
                <a:cubicBezTo>
                  <a:pt x="180857" y="266682"/>
                  <a:pt x="191762" y="266682"/>
                  <a:pt x="200543" y="261584"/>
                </a:cubicBezTo>
                <a:lnTo>
                  <a:pt x="285377" y="212865"/>
                </a:lnTo>
                <a:close/>
                <a:moveTo>
                  <a:pt x="352650" y="508014"/>
                </a:moveTo>
                <a:lnTo>
                  <a:pt x="207199" y="508014"/>
                </a:lnTo>
                <a:cubicBezTo>
                  <a:pt x="203234" y="508014"/>
                  <a:pt x="200118" y="511130"/>
                  <a:pt x="200118" y="515095"/>
                </a:cubicBezTo>
                <a:lnTo>
                  <a:pt x="200118" y="543421"/>
                </a:lnTo>
                <a:cubicBezTo>
                  <a:pt x="200118" y="547386"/>
                  <a:pt x="203234" y="550502"/>
                  <a:pt x="207199" y="550502"/>
                </a:cubicBezTo>
                <a:lnTo>
                  <a:pt x="352650" y="550502"/>
                </a:lnTo>
                <a:cubicBezTo>
                  <a:pt x="356615" y="550502"/>
                  <a:pt x="359731" y="547386"/>
                  <a:pt x="359731" y="543421"/>
                </a:cubicBezTo>
                <a:lnTo>
                  <a:pt x="359731" y="515095"/>
                </a:lnTo>
                <a:cubicBezTo>
                  <a:pt x="359731" y="511272"/>
                  <a:pt x="356474" y="508014"/>
                  <a:pt x="352650" y="508014"/>
                </a:cubicBezTo>
                <a:close/>
              </a:path>
            </a:pathLst>
          </a:custGeom>
          <a:solidFill>
            <a:schemeClr val="tx1"/>
          </a:solidFill>
          <a:ln w="141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Helvetica"/>
              <a:ea typeface="思源黑体 CN Regular"/>
              <a:cs typeface="+mn-cs"/>
            </a:endParaRPr>
          </a:p>
        </p:txBody>
      </p:sp>
      <p:sp>
        <p:nvSpPr>
          <p:cNvPr id="25" name="任意多边形: 形状 24">
            <a:extLst>
              <a:ext uri="{FF2B5EF4-FFF2-40B4-BE49-F238E27FC236}">
                <a16:creationId xmlns:a16="http://schemas.microsoft.com/office/drawing/2014/main" id="{0BDDAB01-5EEB-26E5-4877-E970870602D6}"/>
              </a:ext>
            </a:extLst>
          </p:cNvPr>
          <p:cNvSpPr/>
          <p:nvPr/>
        </p:nvSpPr>
        <p:spPr>
          <a:xfrm>
            <a:off x="5968786" y="5017908"/>
            <a:ext cx="254428" cy="124992"/>
          </a:xfrm>
          <a:custGeom>
            <a:avLst/>
            <a:gdLst>
              <a:gd name="connsiteX0" fmla="*/ 161879 w 563107"/>
              <a:gd name="connsiteY0" fmla="*/ 95640 h 276638"/>
              <a:gd name="connsiteX1" fmla="*/ 113301 w 563107"/>
              <a:gd name="connsiteY1" fmla="*/ 98189 h 276638"/>
              <a:gd name="connsiteX2" fmla="*/ 116842 w 563107"/>
              <a:gd name="connsiteY2" fmla="*/ 143227 h 276638"/>
              <a:gd name="connsiteX3" fmla="*/ 152815 w 563107"/>
              <a:gd name="connsiteY3" fmla="*/ 179200 h 276638"/>
              <a:gd name="connsiteX4" fmla="*/ 152815 w 563107"/>
              <a:gd name="connsiteY4" fmla="*/ 204834 h 276638"/>
              <a:gd name="connsiteX5" fmla="*/ 127181 w 563107"/>
              <a:gd name="connsiteY5" fmla="*/ 204834 h 276638"/>
              <a:gd name="connsiteX6" fmla="*/ 92199 w 563107"/>
              <a:gd name="connsiteY6" fmla="*/ 169852 h 276638"/>
              <a:gd name="connsiteX7" fmla="*/ 70530 w 563107"/>
              <a:gd name="connsiteY7" fmla="*/ 120283 h 276638"/>
              <a:gd name="connsiteX8" fmla="*/ 70813 w 563107"/>
              <a:gd name="connsiteY8" fmla="*/ 35449 h 276638"/>
              <a:gd name="connsiteX9" fmla="*/ 31724 w 563107"/>
              <a:gd name="connsiteY9" fmla="*/ 184 h 276638"/>
              <a:gd name="connsiteX10" fmla="*/ 0 w 563107"/>
              <a:gd name="connsiteY10" fmla="*/ 37432 h 276638"/>
              <a:gd name="connsiteX11" fmla="*/ 0 w 563107"/>
              <a:gd name="connsiteY11" fmla="*/ 124674 h 276638"/>
              <a:gd name="connsiteX12" fmla="*/ 20111 w 563107"/>
              <a:gd name="connsiteY12" fmla="*/ 179483 h 276638"/>
              <a:gd name="connsiteX13" fmla="*/ 99705 w 563107"/>
              <a:gd name="connsiteY13" fmla="*/ 273664 h 276638"/>
              <a:gd name="connsiteX14" fmla="*/ 105087 w 563107"/>
              <a:gd name="connsiteY14" fmla="*/ 276214 h 276638"/>
              <a:gd name="connsiteX15" fmla="*/ 250537 w 563107"/>
              <a:gd name="connsiteY15" fmla="*/ 276355 h 276638"/>
              <a:gd name="connsiteX16" fmla="*/ 257619 w 563107"/>
              <a:gd name="connsiteY16" fmla="*/ 269274 h 276638"/>
              <a:gd name="connsiteX17" fmla="*/ 257619 w 563107"/>
              <a:gd name="connsiteY17" fmla="*/ 226361 h 276638"/>
              <a:gd name="connsiteX18" fmla="*/ 232692 w 563107"/>
              <a:gd name="connsiteY18" fmla="*/ 166312 h 276638"/>
              <a:gd name="connsiteX19" fmla="*/ 161879 w 563107"/>
              <a:gd name="connsiteY19" fmla="*/ 95640 h 276638"/>
              <a:gd name="connsiteX20" fmla="*/ 531383 w 563107"/>
              <a:gd name="connsiteY20" fmla="*/ 326 h 276638"/>
              <a:gd name="connsiteX21" fmla="*/ 492294 w 563107"/>
              <a:gd name="connsiteY21" fmla="*/ 35590 h 276638"/>
              <a:gd name="connsiteX22" fmla="*/ 492577 w 563107"/>
              <a:gd name="connsiteY22" fmla="*/ 120425 h 276638"/>
              <a:gd name="connsiteX23" fmla="*/ 470908 w 563107"/>
              <a:gd name="connsiteY23" fmla="*/ 169994 h 276638"/>
              <a:gd name="connsiteX24" fmla="*/ 435926 w 563107"/>
              <a:gd name="connsiteY24" fmla="*/ 204976 h 276638"/>
              <a:gd name="connsiteX25" fmla="*/ 410292 w 563107"/>
              <a:gd name="connsiteY25" fmla="*/ 204976 h 276638"/>
              <a:gd name="connsiteX26" fmla="*/ 410292 w 563107"/>
              <a:gd name="connsiteY26" fmla="*/ 179342 h 276638"/>
              <a:gd name="connsiteX27" fmla="*/ 446265 w 563107"/>
              <a:gd name="connsiteY27" fmla="*/ 143368 h 276638"/>
              <a:gd name="connsiteX28" fmla="*/ 449806 w 563107"/>
              <a:gd name="connsiteY28" fmla="*/ 98331 h 276638"/>
              <a:gd name="connsiteX29" fmla="*/ 401228 w 563107"/>
              <a:gd name="connsiteY29" fmla="*/ 95782 h 276638"/>
              <a:gd name="connsiteX30" fmla="*/ 330415 w 563107"/>
              <a:gd name="connsiteY30" fmla="*/ 166595 h 276638"/>
              <a:gd name="connsiteX31" fmla="*/ 305488 w 563107"/>
              <a:gd name="connsiteY31" fmla="*/ 226645 h 276638"/>
              <a:gd name="connsiteX32" fmla="*/ 305488 w 563107"/>
              <a:gd name="connsiteY32" fmla="*/ 269558 h 276638"/>
              <a:gd name="connsiteX33" fmla="*/ 312570 w 563107"/>
              <a:gd name="connsiteY33" fmla="*/ 276639 h 276638"/>
              <a:gd name="connsiteX34" fmla="*/ 458020 w 563107"/>
              <a:gd name="connsiteY34" fmla="*/ 276497 h 276638"/>
              <a:gd name="connsiteX35" fmla="*/ 463402 w 563107"/>
              <a:gd name="connsiteY35" fmla="*/ 273948 h 276638"/>
              <a:gd name="connsiteX36" fmla="*/ 542996 w 563107"/>
              <a:gd name="connsiteY36" fmla="*/ 179766 h 276638"/>
              <a:gd name="connsiteX37" fmla="*/ 563107 w 563107"/>
              <a:gd name="connsiteY37" fmla="*/ 124957 h 276638"/>
              <a:gd name="connsiteX38" fmla="*/ 563107 w 563107"/>
              <a:gd name="connsiteY38" fmla="*/ 37715 h 276638"/>
              <a:gd name="connsiteX39" fmla="*/ 531383 w 563107"/>
              <a:gd name="connsiteY39" fmla="*/ 326 h 276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63107" h="276638">
                <a:moveTo>
                  <a:pt x="161879" y="95640"/>
                </a:moveTo>
                <a:cubicBezTo>
                  <a:pt x="148283" y="82044"/>
                  <a:pt x="125764" y="82894"/>
                  <a:pt x="113301" y="98189"/>
                </a:cubicBezTo>
                <a:cubicBezTo>
                  <a:pt x="102396" y="111502"/>
                  <a:pt x="104804" y="131188"/>
                  <a:pt x="116842" y="143227"/>
                </a:cubicBezTo>
                <a:lnTo>
                  <a:pt x="152815" y="179200"/>
                </a:lnTo>
                <a:cubicBezTo>
                  <a:pt x="159896" y="186281"/>
                  <a:pt x="159896" y="197753"/>
                  <a:pt x="152815" y="204834"/>
                </a:cubicBezTo>
                <a:cubicBezTo>
                  <a:pt x="145734" y="211916"/>
                  <a:pt x="134262" y="211916"/>
                  <a:pt x="127181" y="204834"/>
                </a:cubicBezTo>
                <a:lnTo>
                  <a:pt x="92199" y="169852"/>
                </a:lnTo>
                <a:cubicBezTo>
                  <a:pt x="78886" y="156540"/>
                  <a:pt x="71238" y="138978"/>
                  <a:pt x="70530" y="120283"/>
                </a:cubicBezTo>
                <a:lnTo>
                  <a:pt x="70813" y="35449"/>
                </a:lnTo>
                <a:cubicBezTo>
                  <a:pt x="70813" y="14630"/>
                  <a:pt x="52968" y="-1941"/>
                  <a:pt x="31724" y="184"/>
                </a:cubicBezTo>
                <a:cubicBezTo>
                  <a:pt x="13313" y="2025"/>
                  <a:pt x="0" y="18879"/>
                  <a:pt x="0" y="37432"/>
                </a:cubicBezTo>
                <a:lnTo>
                  <a:pt x="0" y="124674"/>
                </a:lnTo>
                <a:cubicBezTo>
                  <a:pt x="0" y="144785"/>
                  <a:pt x="7081" y="164187"/>
                  <a:pt x="20111" y="179483"/>
                </a:cubicBezTo>
                <a:lnTo>
                  <a:pt x="99705" y="273664"/>
                </a:lnTo>
                <a:cubicBezTo>
                  <a:pt x="101121" y="275223"/>
                  <a:pt x="102963" y="276214"/>
                  <a:pt x="105087" y="276214"/>
                </a:cubicBezTo>
                <a:lnTo>
                  <a:pt x="250537" y="276355"/>
                </a:lnTo>
                <a:cubicBezTo>
                  <a:pt x="254503" y="276355"/>
                  <a:pt x="257619" y="273240"/>
                  <a:pt x="257619" y="269274"/>
                </a:cubicBezTo>
                <a:lnTo>
                  <a:pt x="257619" y="226361"/>
                </a:lnTo>
                <a:cubicBezTo>
                  <a:pt x="257619" y="203843"/>
                  <a:pt x="248696" y="182174"/>
                  <a:pt x="232692" y="166312"/>
                </a:cubicBezTo>
                <a:lnTo>
                  <a:pt x="161879" y="95640"/>
                </a:lnTo>
                <a:close/>
                <a:moveTo>
                  <a:pt x="531383" y="326"/>
                </a:moveTo>
                <a:cubicBezTo>
                  <a:pt x="510139" y="-1799"/>
                  <a:pt x="492294" y="14771"/>
                  <a:pt x="492294" y="35590"/>
                </a:cubicBezTo>
                <a:lnTo>
                  <a:pt x="492577" y="120425"/>
                </a:lnTo>
                <a:cubicBezTo>
                  <a:pt x="491869" y="139119"/>
                  <a:pt x="484221" y="156681"/>
                  <a:pt x="470908" y="169994"/>
                </a:cubicBezTo>
                <a:lnTo>
                  <a:pt x="435926" y="204976"/>
                </a:lnTo>
                <a:cubicBezTo>
                  <a:pt x="428845" y="212057"/>
                  <a:pt x="417373" y="212057"/>
                  <a:pt x="410292" y="204976"/>
                </a:cubicBezTo>
                <a:cubicBezTo>
                  <a:pt x="403211" y="197895"/>
                  <a:pt x="403211" y="186423"/>
                  <a:pt x="410292" y="179342"/>
                </a:cubicBezTo>
                <a:lnTo>
                  <a:pt x="446265" y="143368"/>
                </a:lnTo>
                <a:cubicBezTo>
                  <a:pt x="458303" y="131330"/>
                  <a:pt x="460711" y="111502"/>
                  <a:pt x="449806" y="98331"/>
                </a:cubicBezTo>
                <a:cubicBezTo>
                  <a:pt x="437343" y="83035"/>
                  <a:pt x="414824" y="82327"/>
                  <a:pt x="401228" y="95782"/>
                </a:cubicBezTo>
                <a:lnTo>
                  <a:pt x="330415" y="166595"/>
                </a:lnTo>
                <a:cubicBezTo>
                  <a:pt x="314411" y="182599"/>
                  <a:pt x="305488" y="204126"/>
                  <a:pt x="305488" y="226645"/>
                </a:cubicBezTo>
                <a:lnTo>
                  <a:pt x="305488" y="269558"/>
                </a:lnTo>
                <a:cubicBezTo>
                  <a:pt x="305488" y="273523"/>
                  <a:pt x="308604" y="276639"/>
                  <a:pt x="312570" y="276639"/>
                </a:cubicBezTo>
                <a:lnTo>
                  <a:pt x="458020" y="276497"/>
                </a:lnTo>
                <a:cubicBezTo>
                  <a:pt x="460145" y="276497"/>
                  <a:pt x="462127" y="275506"/>
                  <a:pt x="463402" y="273948"/>
                </a:cubicBezTo>
                <a:lnTo>
                  <a:pt x="542996" y="179766"/>
                </a:lnTo>
                <a:cubicBezTo>
                  <a:pt x="556026" y="164471"/>
                  <a:pt x="563107" y="145068"/>
                  <a:pt x="563107" y="124957"/>
                </a:cubicBezTo>
                <a:lnTo>
                  <a:pt x="563107" y="37715"/>
                </a:lnTo>
                <a:cubicBezTo>
                  <a:pt x="563107" y="19020"/>
                  <a:pt x="549794" y="2167"/>
                  <a:pt x="531383" y="326"/>
                </a:cubicBezTo>
                <a:close/>
              </a:path>
            </a:pathLst>
          </a:custGeom>
          <a:solidFill>
            <a:schemeClr val="accent1"/>
          </a:solidFill>
          <a:ln w="141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Helvetica"/>
              <a:ea typeface="思源黑体 CN Regular"/>
              <a:cs typeface="+mn-cs"/>
            </a:endParaRPr>
          </a:p>
        </p:txBody>
      </p:sp>
      <p:sp>
        <p:nvSpPr>
          <p:cNvPr id="26" name="任意多边形: 形状 25">
            <a:extLst>
              <a:ext uri="{FF2B5EF4-FFF2-40B4-BE49-F238E27FC236}">
                <a16:creationId xmlns:a16="http://schemas.microsoft.com/office/drawing/2014/main" id="{07AADBE3-E1AA-7B14-1793-005E21FF78D1}"/>
              </a:ext>
            </a:extLst>
          </p:cNvPr>
          <p:cNvSpPr/>
          <p:nvPr/>
        </p:nvSpPr>
        <p:spPr>
          <a:xfrm>
            <a:off x="6014732" y="4941970"/>
            <a:ext cx="162537" cy="237725"/>
          </a:xfrm>
          <a:custGeom>
            <a:avLst/>
            <a:gdLst>
              <a:gd name="connsiteX0" fmla="*/ 158197 w 359731"/>
              <a:gd name="connsiteY0" fmla="*/ 218105 h 526142"/>
              <a:gd name="connsiteX1" fmla="*/ 132704 w 359731"/>
              <a:gd name="connsiteY1" fmla="*/ 228868 h 526142"/>
              <a:gd name="connsiteX2" fmla="*/ 132704 w 359731"/>
              <a:gd name="connsiteY2" fmla="*/ 264983 h 526142"/>
              <a:gd name="connsiteX3" fmla="*/ 235666 w 359731"/>
              <a:gd name="connsiteY3" fmla="*/ 264983 h 526142"/>
              <a:gd name="connsiteX4" fmla="*/ 235666 w 359731"/>
              <a:gd name="connsiteY4" fmla="*/ 228868 h 526142"/>
              <a:gd name="connsiteX5" fmla="*/ 210174 w 359731"/>
              <a:gd name="connsiteY5" fmla="*/ 218105 h 526142"/>
              <a:gd name="connsiteX6" fmla="*/ 213856 w 359731"/>
              <a:gd name="connsiteY6" fmla="*/ 169102 h 526142"/>
              <a:gd name="connsiteX7" fmla="*/ 292884 w 359731"/>
              <a:gd name="connsiteY7" fmla="*/ 197286 h 526142"/>
              <a:gd name="connsiteX8" fmla="*/ 292884 w 359731"/>
              <a:gd name="connsiteY8" fmla="*/ 142618 h 526142"/>
              <a:gd name="connsiteX9" fmla="*/ 219521 w 359731"/>
              <a:gd name="connsiteY9" fmla="*/ 93332 h 526142"/>
              <a:gd name="connsiteX10" fmla="*/ 222495 w 359731"/>
              <a:gd name="connsiteY10" fmla="*/ 53818 h 526142"/>
              <a:gd name="connsiteX11" fmla="*/ 184256 w 359731"/>
              <a:gd name="connsiteY11" fmla="*/ 0 h 526142"/>
              <a:gd name="connsiteX12" fmla="*/ 146158 w 359731"/>
              <a:gd name="connsiteY12" fmla="*/ 53818 h 526142"/>
              <a:gd name="connsiteX13" fmla="*/ 149133 w 359731"/>
              <a:gd name="connsiteY13" fmla="*/ 94040 h 526142"/>
              <a:gd name="connsiteX14" fmla="*/ 75629 w 359731"/>
              <a:gd name="connsiteY14" fmla="*/ 142618 h 526142"/>
              <a:gd name="connsiteX15" fmla="*/ 75629 w 359731"/>
              <a:gd name="connsiteY15" fmla="*/ 197286 h 526142"/>
              <a:gd name="connsiteX16" fmla="*/ 154656 w 359731"/>
              <a:gd name="connsiteY16" fmla="*/ 169102 h 526142"/>
              <a:gd name="connsiteX17" fmla="*/ 158197 w 359731"/>
              <a:gd name="connsiteY17" fmla="*/ 218105 h 526142"/>
              <a:gd name="connsiteX18" fmla="*/ 352650 w 359731"/>
              <a:gd name="connsiteY18" fmla="*/ 483654 h 526142"/>
              <a:gd name="connsiteX19" fmla="*/ 207199 w 359731"/>
              <a:gd name="connsiteY19" fmla="*/ 483654 h 526142"/>
              <a:gd name="connsiteX20" fmla="*/ 200118 w 359731"/>
              <a:gd name="connsiteY20" fmla="*/ 490736 h 526142"/>
              <a:gd name="connsiteX21" fmla="*/ 200118 w 359731"/>
              <a:gd name="connsiteY21" fmla="*/ 519061 h 526142"/>
              <a:gd name="connsiteX22" fmla="*/ 207199 w 359731"/>
              <a:gd name="connsiteY22" fmla="*/ 526142 h 526142"/>
              <a:gd name="connsiteX23" fmla="*/ 352650 w 359731"/>
              <a:gd name="connsiteY23" fmla="*/ 526142 h 526142"/>
              <a:gd name="connsiteX24" fmla="*/ 359731 w 359731"/>
              <a:gd name="connsiteY24" fmla="*/ 519061 h 526142"/>
              <a:gd name="connsiteX25" fmla="*/ 359731 w 359731"/>
              <a:gd name="connsiteY25" fmla="*/ 490736 h 526142"/>
              <a:gd name="connsiteX26" fmla="*/ 352650 w 359731"/>
              <a:gd name="connsiteY26" fmla="*/ 483654 h 526142"/>
              <a:gd name="connsiteX27" fmla="*/ 152532 w 359731"/>
              <a:gd name="connsiteY27" fmla="*/ 483654 h 526142"/>
              <a:gd name="connsiteX28" fmla="*/ 7081 w 359731"/>
              <a:gd name="connsiteY28" fmla="*/ 483654 h 526142"/>
              <a:gd name="connsiteX29" fmla="*/ 0 w 359731"/>
              <a:gd name="connsiteY29" fmla="*/ 490736 h 526142"/>
              <a:gd name="connsiteX30" fmla="*/ 0 w 359731"/>
              <a:gd name="connsiteY30" fmla="*/ 519061 h 526142"/>
              <a:gd name="connsiteX31" fmla="*/ 7081 w 359731"/>
              <a:gd name="connsiteY31" fmla="*/ 526142 h 526142"/>
              <a:gd name="connsiteX32" fmla="*/ 152532 w 359731"/>
              <a:gd name="connsiteY32" fmla="*/ 526142 h 526142"/>
              <a:gd name="connsiteX33" fmla="*/ 159613 w 359731"/>
              <a:gd name="connsiteY33" fmla="*/ 519061 h 526142"/>
              <a:gd name="connsiteX34" fmla="*/ 159613 w 359731"/>
              <a:gd name="connsiteY34" fmla="*/ 490736 h 526142"/>
              <a:gd name="connsiteX35" fmla="*/ 152532 w 359731"/>
              <a:gd name="connsiteY35" fmla="*/ 483654 h 526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59731" h="526142">
                <a:moveTo>
                  <a:pt x="158197" y="218105"/>
                </a:moveTo>
                <a:lnTo>
                  <a:pt x="132704" y="228868"/>
                </a:lnTo>
                <a:lnTo>
                  <a:pt x="132704" y="264983"/>
                </a:lnTo>
                <a:lnTo>
                  <a:pt x="235666" y="264983"/>
                </a:lnTo>
                <a:lnTo>
                  <a:pt x="235666" y="228868"/>
                </a:lnTo>
                <a:lnTo>
                  <a:pt x="210174" y="218105"/>
                </a:lnTo>
                <a:lnTo>
                  <a:pt x="213856" y="169102"/>
                </a:lnTo>
                <a:lnTo>
                  <a:pt x="292884" y="197286"/>
                </a:lnTo>
                <a:lnTo>
                  <a:pt x="292884" y="142618"/>
                </a:lnTo>
                <a:lnTo>
                  <a:pt x="219521" y="93332"/>
                </a:lnTo>
                <a:lnTo>
                  <a:pt x="222495" y="53818"/>
                </a:lnTo>
                <a:cubicBezTo>
                  <a:pt x="223628" y="38239"/>
                  <a:pt x="206208" y="0"/>
                  <a:pt x="184256" y="0"/>
                </a:cubicBezTo>
                <a:cubicBezTo>
                  <a:pt x="162304" y="0"/>
                  <a:pt x="144884" y="38239"/>
                  <a:pt x="146158" y="53818"/>
                </a:cubicBezTo>
                <a:lnTo>
                  <a:pt x="149133" y="94040"/>
                </a:lnTo>
                <a:lnTo>
                  <a:pt x="75629" y="142618"/>
                </a:lnTo>
                <a:lnTo>
                  <a:pt x="75629" y="197286"/>
                </a:lnTo>
                <a:lnTo>
                  <a:pt x="154656" y="169102"/>
                </a:lnTo>
                <a:lnTo>
                  <a:pt x="158197" y="218105"/>
                </a:lnTo>
                <a:close/>
                <a:moveTo>
                  <a:pt x="352650" y="483654"/>
                </a:moveTo>
                <a:lnTo>
                  <a:pt x="207199" y="483654"/>
                </a:lnTo>
                <a:cubicBezTo>
                  <a:pt x="203234" y="483654"/>
                  <a:pt x="200118" y="486770"/>
                  <a:pt x="200118" y="490736"/>
                </a:cubicBezTo>
                <a:lnTo>
                  <a:pt x="200118" y="519061"/>
                </a:lnTo>
                <a:cubicBezTo>
                  <a:pt x="200118" y="523026"/>
                  <a:pt x="203234" y="526142"/>
                  <a:pt x="207199" y="526142"/>
                </a:cubicBezTo>
                <a:lnTo>
                  <a:pt x="352650" y="526142"/>
                </a:lnTo>
                <a:cubicBezTo>
                  <a:pt x="356615" y="526142"/>
                  <a:pt x="359731" y="523026"/>
                  <a:pt x="359731" y="519061"/>
                </a:cubicBezTo>
                <a:lnTo>
                  <a:pt x="359731" y="490736"/>
                </a:lnTo>
                <a:cubicBezTo>
                  <a:pt x="359731" y="486911"/>
                  <a:pt x="356474" y="483654"/>
                  <a:pt x="352650" y="483654"/>
                </a:cubicBezTo>
                <a:close/>
                <a:moveTo>
                  <a:pt x="152532" y="483654"/>
                </a:moveTo>
                <a:lnTo>
                  <a:pt x="7081" y="483654"/>
                </a:lnTo>
                <a:cubicBezTo>
                  <a:pt x="3116" y="483654"/>
                  <a:pt x="0" y="486770"/>
                  <a:pt x="0" y="490736"/>
                </a:cubicBezTo>
                <a:lnTo>
                  <a:pt x="0" y="519061"/>
                </a:lnTo>
                <a:cubicBezTo>
                  <a:pt x="0" y="523026"/>
                  <a:pt x="3116" y="526142"/>
                  <a:pt x="7081" y="526142"/>
                </a:cubicBezTo>
                <a:lnTo>
                  <a:pt x="152532" y="526142"/>
                </a:lnTo>
                <a:cubicBezTo>
                  <a:pt x="156497" y="526142"/>
                  <a:pt x="159613" y="523026"/>
                  <a:pt x="159613" y="519061"/>
                </a:cubicBezTo>
                <a:lnTo>
                  <a:pt x="159613" y="490736"/>
                </a:lnTo>
                <a:cubicBezTo>
                  <a:pt x="159613" y="486911"/>
                  <a:pt x="156497" y="483654"/>
                  <a:pt x="152532" y="483654"/>
                </a:cubicBezTo>
                <a:close/>
              </a:path>
            </a:pathLst>
          </a:custGeom>
          <a:solidFill>
            <a:schemeClr val="tx1"/>
          </a:solidFill>
          <a:ln w="141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Helvetica"/>
              <a:ea typeface="思源黑体 CN Regular"/>
              <a:cs typeface="+mn-cs"/>
            </a:endParaRPr>
          </a:p>
        </p:txBody>
      </p:sp>
      <p:sp>
        <p:nvSpPr>
          <p:cNvPr id="27" name="任意多边形: 形状 26">
            <a:extLst>
              <a:ext uri="{FF2B5EF4-FFF2-40B4-BE49-F238E27FC236}">
                <a16:creationId xmlns:a16="http://schemas.microsoft.com/office/drawing/2014/main" id="{A3195D1C-C382-9071-CBF7-049F3FD67FBD}"/>
              </a:ext>
            </a:extLst>
          </p:cNvPr>
          <p:cNvSpPr/>
          <p:nvPr/>
        </p:nvSpPr>
        <p:spPr>
          <a:xfrm>
            <a:off x="2655792" y="4543899"/>
            <a:ext cx="254427" cy="124993"/>
          </a:xfrm>
          <a:custGeom>
            <a:avLst/>
            <a:gdLst>
              <a:gd name="connsiteX0" fmla="*/ 161879 w 563106"/>
              <a:gd name="connsiteY0" fmla="*/ 95640 h 276638"/>
              <a:gd name="connsiteX1" fmla="*/ 113301 w 563106"/>
              <a:gd name="connsiteY1" fmla="*/ 98189 h 276638"/>
              <a:gd name="connsiteX2" fmla="*/ 116842 w 563106"/>
              <a:gd name="connsiteY2" fmla="*/ 143227 h 276638"/>
              <a:gd name="connsiteX3" fmla="*/ 152815 w 563106"/>
              <a:gd name="connsiteY3" fmla="*/ 179200 h 276638"/>
              <a:gd name="connsiteX4" fmla="*/ 152815 w 563106"/>
              <a:gd name="connsiteY4" fmla="*/ 204834 h 276638"/>
              <a:gd name="connsiteX5" fmla="*/ 127181 w 563106"/>
              <a:gd name="connsiteY5" fmla="*/ 204834 h 276638"/>
              <a:gd name="connsiteX6" fmla="*/ 92199 w 563106"/>
              <a:gd name="connsiteY6" fmla="*/ 169852 h 276638"/>
              <a:gd name="connsiteX7" fmla="*/ 70530 w 563106"/>
              <a:gd name="connsiteY7" fmla="*/ 120283 h 276638"/>
              <a:gd name="connsiteX8" fmla="*/ 70813 w 563106"/>
              <a:gd name="connsiteY8" fmla="*/ 35449 h 276638"/>
              <a:gd name="connsiteX9" fmla="*/ 31724 w 563106"/>
              <a:gd name="connsiteY9" fmla="*/ 184 h 276638"/>
              <a:gd name="connsiteX10" fmla="*/ 0 w 563106"/>
              <a:gd name="connsiteY10" fmla="*/ 37432 h 276638"/>
              <a:gd name="connsiteX11" fmla="*/ 0 w 563106"/>
              <a:gd name="connsiteY11" fmla="*/ 124674 h 276638"/>
              <a:gd name="connsiteX12" fmla="*/ 20111 w 563106"/>
              <a:gd name="connsiteY12" fmla="*/ 179483 h 276638"/>
              <a:gd name="connsiteX13" fmla="*/ 99705 w 563106"/>
              <a:gd name="connsiteY13" fmla="*/ 273664 h 276638"/>
              <a:gd name="connsiteX14" fmla="*/ 105087 w 563106"/>
              <a:gd name="connsiteY14" fmla="*/ 276214 h 276638"/>
              <a:gd name="connsiteX15" fmla="*/ 250537 w 563106"/>
              <a:gd name="connsiteY15" fmla="*/ 276355 h 276638"/>
              <a:gd name="connsiteX16" fmla="*/ 257619 w 563106"/>
              <a:gd name="connsiteY16" fmla="*/ 269274 h 276638"/>
              <a:gd name="connsiteX17" fmla="*/ 257619 w 563106"/>
              <a:gd name="connsiteY17" fmla="*/ 226361 h 276638"/>
              <a:gd name="connsiteX18" fmla="*/ 232692 w 563106"/>
              <a:gd name="connsiteY18" fmla="*/ 166312 h 276638"/>
              <a:gd name="connsiteX19" fmla="*/ 161879 w 563106"/>
              <a:gd name="connsiteY19" fmla="*/ 95640 h 276638"/>
              <a:gd name="connsiteX20" fmla="*/ 531383 w 563106"/>
              <a:gd name="connsiteY20" fmla="*/ 326 h 276638"/>
              <a:gd name="connsiteX21" fmla="*/ 492294 w 563106"/>
              <a:gd name="connsiteY21" fmla="*/ 35590 h 276638"/>
              <a:gd name="connsiteX22" fmla="*/ 492577 w 563106"/>
              <a:gd name="connsiteY22" fmla="*/ 120425 h 276638"/>
              <a:gd name="connsiteX23" fmla="*/ 470908 w 563106"/>
              <a:gd name="connsiteY23" fmla="*/ 169994 h 276638"/>
              <a:gd name="connsiteX24" fmla="*/ 435926 w 563106"/>
              <a:gd name="connsiteY24" fmla="*/ 204976 h 276638"/>
              <a:gd name="connsiteX25" fmla="*/ 410292 w 563106"/>
              <a:gd name="connsiteY25" fmla="*/ 204976 h 276638"/>
              <a:gd name="connsiteX26" fmla="*/ 410292 w 563106"/>
              <a:gd name="connsiteY26" fmla="*/ 179341 h 276638"/>
              <a:gd name="connsiteX27" fmla="*/ 446265 w 563106"/>
              <a:gd name="connsiteY27" fmla="*/ 143368 h 276638"/>
              <a:gd name="connsiteX28" fmla="*/ 449806 w 563106"/>
              <a:gd name="connsiteY28" fmla="*/ 98331 h 276638"/>
              <a:gd name="connsiteX29" fmla="*/ 401228 w 563106"/>
              <a:gd name="connsiteY29" fmla="*/ 95782 h 276638"/>
              <a:gd name="connsiteX30" fmla="*/ 330415 w 563106"/>
              <a:gd name="connsiteY30" fmla="*/ 166595 h 276638"/>
              <a:gd name="connsiteX31" fmla="*/ 305488 w 563106"/>
              <a:gd name="connsiteY31" fmla="*/ 226644 h 276638"/>
              <a:gd name="connsiteX32" fmla="*/ 305488 w 563106"/>
              <a:gd name="connsiteY32" fmla="*/ 269558 h 276638"/>
              <a:gd name="connsiteX33" fmla="*/ 312570 w 563106"/>
              <a:gd name="connsiteY33" fmla="*/ 276639 h 276638"/>
              <a:gd name="connsiteX34" fmla="*/ 458020 w 563106"/>
              <a:gd name="connsiteY34" fmla="*/ 276497 h 276638"/>
              <a:gd name="connsiteX35" fmla="*/ 463402 w 563106"/>
              <a:gd name="connsiteY35" fmla="*/ 273948 h 276638"/>
              <a:gd name="connsiteX36" fmla="*/ 542996 w 563106"/>
              <a:gd name="connsiteY36" fmla="*/ 179766 h 276638"/>
              <a:gd name="connsiteX37" fmla="*/ 563107 w 563106"/>
              <a:gd name="connsiteY37" fmla="*/ 124957 h 276638"/>
              <a:gd name="connsiteX38" fmla="*/ 563107 w 563106"/>
              <a:gd name="connsiteY38" fmla="*/ 37715 h 276638"/>
              <a:gd name="connsiteX39" fmla="*/ 531383 w 563106"/>
              <a:gd name="connsiteY39" fmla="*/ 326 h 276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63106" h="276638">
                <a:moveTo>
                  <a:pt x="161879" y="95640"/>
                </a:moveTo>
                <a:cubicBezTo>
                  <a:pt x="148283" y="82044"/>
                  <a:pt x="125764" y="82894"/>
                  <a:pt x="113301" y="98189"/>
                </a:cubicBezTo>
                <a:cubicBezTo>
                  <a:pt x="102396" y="111502"/>
                  <a:pt x="104804" y="131188"/>
                  <a:pt x="116842" y="143227"/>
                </a:cubicBezTo>
                <a:lnTo>
                  <a:pt x="152815" y="179200"/>
                </a:lnTo>
                <a:cubicBezTo>
                  <a:pt x="159896" y="186281"/>
                  <a:pt x="159896" y="197753"/>
                  <a:pt x="152815" y="204834"/>
                </a:cubicBezTo>
                <a:cubicBezTo>
                  <a:pt x="145734" y="211916"/>
                  <a:pt x="134262" y="211916"/>
                  <a:pt x="127181" y="204834"/>
                </a:cubicBezTo>
                <a:lnTo>
                  <a:pt x="92199" y="169852"/>
                </a:lnTo>
                <a:cubicBezTo>
                  <a:pt x="78886" y="156540"/>
                  <a:pt x="71238" y="138978"/>
                  <a:pt x="70530" y="120283"/>
                </a:cubicBezTo>
                <a:lnTo>
                  <a:pt x="70813" y="35449"/>
                </a:lnTo>
                <a:cubicBezTo>
                  <a:pt x="70813" y="14630"/>
                  <a:pt x="52968" y="-1941"/>
                  <a:pt x="31724" y="184"/>
                </a:cubicBezTo>
                <a:cubicBezTo>
                  <a:pt x="13313" y="2025"/>
                  <a:pt x="0" y="18879"/>
                  <a:pt x="0" y="37432"/>
                </a:cubicBezTo>
                <a:lnTo>
                  <a:pt x="0" y="124674"/>
                </a:lnTo>
                <a:cubicBezTo>
                  <a:pt x="0" y="144784"/>
                  <a:pt x="7081" y="164187"/>
                  <a:pt x="20111" y="179483"/>
                </a:cubicBezTo>
                <a:lnTo>
                  <a:pt x="99705" y="273664"/>
                </a:lnTo>
                <a:cubicBezTo>
                  <a:pt x="100980" y="275223"/>
                  <a:pt x="102962" y="276214"/>
                  <a:pt x="105087" y="276214"/>
                </a:cubicBezTo>
                <a:lnTo>
                  <a:pt x="250537" y="276355"/>
                </a:lnTo>
                <a:cubicBezTo>
                  <a:pt x="254503" y="276355"/>
                  <a:pt x="257619" y="273240"/>
                  <a:pt x="257619" y="269274"/>
                </a:cubicBezTo>
                <a:lnTo>
                  <a:pt x="257619" y="226361"/>
                </a:lnTo>
                <a:cubicBezTo>
                  <a:pt x="257619" y="203843"/>
                  <a:pt x="248696" y="182174"/>
                  <a:pt x="232692" y="166312"/>
                </a:cubicBezTo>
                <a:lnTo>
                  <a:pt x="161879" y="95640"/>
                </a:lnTo>
                <a:close/>
                <a:moveTo>
                  <a:pt x="531383" y="326"/>
                </a:moveTo>
                <a:cubicBezTo>
                  <a:pt x="510139" y="-1799"/>
                  <a:pt x="492294" y="14771"/>
                  <a:pt x="492294" y="35590"/>
                </a:cubicBezTo>
                <a:lnTo>
                  <a:pt x="492577" y="120425"/>
                </a:lnTo>
                <a:cubicBezTo>
                  <a:pt x="491869" y="139119"/>
                  <a:pt x="484221" y="156681"/>
                  <a:pt x="470908" y="169994"/>
                </a:cubicBezTo>
                <a:lnTo>
                  <a:pt x="435926" y="204976"/>
                </a:lnTo>
                <a:cubicBezTo>
                  <a:pt x="428845" y="212057"/>
                  <a:pt x="417373" y="212057"/>
                  <a:pt x="410292" y="204976"/>
                </a:cubicBezTo>
                <a:cubicBezTo>
                  <a:pt x="403211" y="197894"/>
                  <a:pt x="403211" y="186423"/>
                  <a:pt x="410292" y="179341"/>
                </a:cubicBezTo>
                <a:lnTo>
                  <a:pt x="446265" y="143368"/>
                </a:lnTo>
                <a:cubicBezTo>
                  <a:pt x="458303" y="131330"/>
                  <a:pt x="460711" y="111502"/>
                  <a:pt x="449806" y="98331"/>
                </a:cubicBezTo>
                <a:cubicBezTo>
                  <a:pt x="437343" y="83035"/>
                  <a:pt x="414824" y="82327"/>
                  <a:pt x="401228" y="95782"/>
                </a:cubicBezTo>
                <a:lnTo>
                  <a:pt x="330415" y="166595"/>
                </a:lnTo>
                <a:cubicBezTo>
                  <a:pt x="314411" y="182599"/>
                  <a:pt x="305488" y="204126"/>
                  <a:pt x="305488" y="226644"/>
                </a:cubicBezTo>
                <a:lnTo>
                  <a:pt x="305488" y="269558"/>
                </a:lnTo>
                <a:cubicBezTo>
                  <a:pt x="305488" y="273523"/>
                  <a:pt x="308604" y="276639"/>
                  <a:pt x="312570" y="276639"/>
                </a:cubicBezTo>
                <a:lnTo>
                  <a:pt x="458020" y="276497"/>
                </a:lnTo>
                <a:cubicBezTo>
                  <a:pt x="460144" y="276497"/>
                  <a:pt x="462127" y="275506"/>
                  <a:pt x="463402" y="273948"/>
                </a:cubicBezTo>
                <a:lnTo>
                  <a:pt x="542996" y="179766"/>
                </a:lnTo>
                <a:cubicBezTo>
                  <a:pt x="555884" y="164471"/>
                  <a:pt x="563107" y="145068"/>
                  <a:pt x="563107" y="124957"/>
                </a:cubicBezTo>
                <a:lnTo>
                  <a:pt x="563107" y="37715"/>
                </a:lnTo>
                <a:cubicBezTo>
                  <a:pt x="563107" y="19020"/>
                  <a:pt x="549794" y="2167"/>
                  <a:pt x="531383" y="326"/>
                </a:cubicBezTo>
                <a:close/>
              </a:path>
            </a:pathLst>
          </a:custGeom>
          <a:solidFill>
            <a:schemeClr val="accent1"/>
          </a:solidFill>
          <a:ln w="141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Helvetica"/>
              <a:ea typeface="思源黑体 CN Regular"/>
              <a:cs typeface="+mn-cs"/>
            </a:endParaRPr>
          </a:p>
        </p:txBody>
      </p:sp>
      <p:sp>
        <p:nvSpPr>
          <p:cNvPr id="28" name="任意多边形: 形状 27">
            <a:extLst>
              <a:ext uri="{FF2B5EF4-FFF2-40B4-BE49-F238E27FC236}">
                <a16:creationId xmlns:a16="http://schemas.microsoft.com/office/drawing/2014/main" id="{FE94A2FA-C259-9371-0F2D-49704F55E436}"/>
              </a:ext>
            </a:extLst>
          </p:cNvPr>
          <p:cNvSpPr/>
          <p:nvPr/>
        </p:nvSpPr>
        <p:spPr>
          <a:xfrm>
            <a:off x="2701737" y="4463930"/>
            <a:ext cx="162537" cy="241757"/>
          </a:xfrm>
          <a:custGeom>
            <a:avLst/>
            <a:gdLst>
              <a:gd name="connsiteX0" fmla="*/ 152532 w 359731"/>
              <a:gd name="connsiteY0" fmla="*/ 492577 h 535065"/>
              <a:gd name="connsiteX1" fmla="*/ 7081 w 359731"/>
              <a:gd name="connsiteY1" fmla="*/ 492577 h 535065"/>
              <a:gd name="connsiteX2" fmla="*/ 0 w 359731"/>
              <a:gd name="connsiteY2" fmla="*/ 499659 h 535065"/>
              <a:gd name="connsiteX3" fmla="*/ 0 w 359731"/>
              <a:gd name="connsiteY3" fmla="*/ 527984 h 535065"/>
              <a:gd name="connsiteX4" fmla="*/ 7081 w 359731"/>
              <a:gd name="connsiteY4" fmla="*/ 535065 h 535065"/>
              <a:gd name="connsiteX5" fmla="*/ 152532 w 359731"/>
              <a:gd name="connsiteY5" fmla="*/ 535065 h 535065"/>
              <a:gd name="connsiteX6" fmla="*/ 159613 w 359731"/>
              <a:gd name="connsiteY6" fmla="*/ 527984 h 535065"/>
              <a:gd name="connsiteX7" fmla="*/ 159613 w 359731"/>
              <a:gd name="connsiteY7" fmla="*/ 499659 h 535065"/>
              <a:gd name="connsiteX8" fmla="*/ 152532 w 359731"/>
              <a:gd name="connsiteY8" fmla="*/ 492577 h 535065"/>
              <a:gd name="connsiteX9" fmla="*/ 352650 w 359731"/>
              <a:gd name="connsiteY9" fmla="*/ 492577 h 535065"/>
              <a:gd name="connsiteX10" fmla="*/ 207200 w 359731"/>
              <a:gd name="connsiteY10" fmla="*/ 492577 h 535065"/>
              <a:gd name="connsiteX11" fmla="*/ 200118 w 359731"/>
              <a:gd name="connsiteY11" fmla="*/ 499659 h 535065"/>
              <a:gd name="connsiteX12" fmla="*/ 200118 w 359731"/>
              <a:gd name="connsiteY12" fmla="*/ 527984 h 535065"/>
              <a:gd name="connsiteX13" fmla="*/ 207200 w 359731"/>
              <a:gd name="connsiteY13" fmla="*/ 535065 h 535065"/>
              <a:gd name="connsiteX14" fmla="*/ 352650 w 359731"/>
              <a:gd name="connsiteY14" fmla="*/ 535065 h 535065"/>
              <a:gd name="connsiteX15" fmla="*/ 359731 w 359731"/>
              <a:gd name="connsiteY15" fmla="*/ 527984 h 535065"/>
              <a:gd name="connsiteX16" fmla="*/ 359731 w 359731"/>
              <a:gd name="connsiteY16" fmla="*/ 499659 h 535065"/>
              <a:gd name="connsiteX17" fmla="*/ 352650 w 359731"/>
              <a:gd name="connsiteY17" fmla="*/ 492577 h 535065"/>
              <a:gd name="connsiteX18" fmla="*/ 325741 w 359731"/>
              <a:gd name="connsiteY18" fmla="*/ 141626 h 535065"/>
              <a:gd name="connsiteX19" fmla="*/ 184114 w 359731"/>
              <a:gd name="connsiteY19" fmla="*/ 0 h 535065"/>
              <a:gd name="connsiteX20" fmla="*/ 42488 w 359731"/>
              <a:gd name="connsiteY20" fmla="*/ 141626 h 535065"/>
              <a:gd name="connsiteX21" fmla="*/ 184114 w 359731"/>
              <a:gd name="connsiteY21" fmla="*/ 283253 h 535065"/>
              <a:gd name="connsiteX22" fmla="*/ 325741 w 359731"/>
              <a:gd name="connsiteY22" fmla="*/ 141626 h 535065"/>
              <a:gd name="connsiteX23" fmla="*/ 175192 w 359731"/>
              <a:gd name="connsiteY23" fmla="*/ 116559 h 535065"/>
              <a:gd name="connsiteX24" fmla="*/ 207908 w 359731"/>
              <a:gd name="connsiteY24" fmla="*/ 133412 h 535065"/>
              <a:gd name="connsiteX25" fmla="*/ 232976 w 359731"/>
              <a:gd name="connsiteY25" fmla="*/ 183406 h 535065"/>
              <a:gd name="connsiteX26" fmla="*/ 204650 w 359731"/>
              <a:gd name="connsiteY26" fmla="*/ 219096 h 535065"/>
              <a:gd name="connsiteX27" fmla="*/ 204650 w 359731"/>
              <a:gd name="connsiteY27" fmla="*/ 225045 h 535065"/>
              <a:gd name="connsiteX28" fmla="*/ 186947 w 359731"/>
              <a:gd name="connsiteY28" fmla="*/ 242748 h 535065"/>
              <a:gd name="connsiteX29" fmla="*/ 169244 w 359731"/>
              <a:gd name="connsiteY29" fmla="*/ 225045 h 535065"/>
              <a:gd name="connsiteX30" fmla="*/ 169244 w 359731"/>
              <a:gd name="connsiteY30" fmla="*/ 220371 h 535065"/>
              <a:gd name="connsiteX31" fmla="*/ 133270 w 359731"/>
              <a:gd name="connsiteY31" fmla="*/ 188363 h 535065"/>
              <a:gd name="connsiteX32" fmla="*/ 142476 w 359731"/>
              <a:gd name="connsiteY32" fmla="*/ 165137 h 535065"/>
              <a:gd name="connsiteX33" fmla="*/ 165703 w 359731"/>
              <a:gd name="connsiteY33" fmla="*/ 174343 h 535065"/>
              <a:gd name="connsiteX34" fmla="*/ 187513 w 359731"/>
              <a:gd name="connsiteY34" fmla="*/ 187372 h 535065"/>
              <a:gd name="connsiteX35" fmla="*/ 189071 w 359731"/>
              <a:gd name="connsiteY35" fmla="*/ 187230 h 535065"/>
              <a:gd name="connsiteX36" fmla="*/ 197994 w 359731"/>
              <a:gd name="connsiteY36" fmla="*/ 178025 h 535065"/>
              <a:gd name="connsiteX37" fmla="*/ 191621 w 359731"/>
              <a:gd name="connsiteY37" fmla="*/ 165137 h 535065"/>
              <a:gd name="connsiteX38" fmla="*/ 158905 w 359731"/>
              <a:gd name="connsiteY38" fmla="*/ 148283 h 535065"/>
              <a:gd name="connsiteX39" fmla="*/ 133979 w 359731"/>
              <a:gd name="connsiteY39" fmla="*/ 97298 h 535065"/>
              <a:gd name="connsiteX40" fmla="*/ 169102 w 359731"/>
              <a:gd name="connsiteY40" fmla="*/ 60333 h 535065"/>
              <a:gd name="connsiteX41" fmla="*/ 169102 w 359731"/>
              <a:gd name="connsiteY41" fmla="*/ 55376 h 535065"/>
              <a:gd name="connsiteX42" fmla="*/ 186805 w 359731"/>
              <a:gd name="connsiteY42" fmla="*/ 37673 h 535065"/>
              <a:gd name="connsiteX43" fmla="*/ 204509 w 359731"/>
              <a:gd name="connsiteY43" fmla="*/ 55376 h 535065"/>
              <a:gd name="connsiteX44" fmla="*/ 204509 w 359731"/>
              <a:gd name="connsiteY44" fmla="*/ 64157 h 535065"/>
              <a:gd name="connsiteX45" fmla="*/ 233400 w 359731"/>
              <a:gd name="connsiteY45" fmla="*/ 93332 h 535065"/>
              <a:gd name="connsiteX46" fmla="*/ 224195 w 359731"/>
              <a:gd name="connsiteY46" fmla="*/ 116559 h 535065"/>
              <a:gd name="connsiteX47" fmla="*/ 200968 w 359731"/>
              <a:gd name="connsiteY47" fmla="*/ 107353 h 535065"/>
              <a:gd name="connsiteX48" fmla="*/ 179157 w 359731"/>
              <a:gd name="connsiteY48" fmla="*/ 94323 h 535065"/>
              <a:gd name="connsiteX49" fmla="*/ 168819 w 359731"/>
              <a:gd name="connsiteY49" fmla="*/ 103671 h 535065"/>
              <a:gd name="connsiteX50" fmla="*/ 175192 w 359731"/>
              <a:gd name="connsiteY50" fmla="*/ 116559 h 53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59731" h="535065">
                <a:moveTo>
                  <a:pt x="152532" y="492577"/>
                </a:moveTo>
                <a:lnTo>
                  <a:pt x="7081" y="492577"/>
                </a:lnTo>
                <a:cubicBezTo>
                  <a:pt x="3116" y="492577"/>
                  <a:pt x="0" y="495693"/>
                  <a:pt x="0" y="499659"/>
                </a:cubicBezTo>
                <a:lnTo>
                  <a:pt x="0" y="527984"/>
                </a:lnTo>
                <a:cubicBezTo>
                  <a:pt x="0" y="531949"/>
                  <a:pt x="3116" y="535065"/>
                  <a:pt x="7081" y="535065"/>
                </a:cubicBezTo>
                <a:lnTo>
                  <a:pt x="152532" y="535065"/>
                </a:lnTo>
                <a:cubicBezTo>
                  <a:pt x="156497" y="535065"/>
                  <a:pt x="159613" y="531949"/>
                  <a:pt x="159613" y="527984"/>
                </a:cubicBezTo>
                <a:lnTo>
                  <a:pt x="159613" y="499659"/>
                </a:lnTo>
                <a:cubicBezTo>
                  <a:pt x="159613" y="495693"/>
                  <a:pt x="156497" y="492577"/>
                  <a:pt x="152532" y="492577"/>
                </a:cubicBezTo>
                <a:close/>
                <a:moveTo>
                  <a:pt x="352650" y="492577"/>
                </a:moveTo>
                <a:lnTo>
                  <a:pt x="207200" y="492577"/>
                </a:lnTo>
                <a:cubicBezTo>
                  <a:pt x="203234" y="492577"/>
                  <a:pt x="200118" y="495693"/>
                  <a:pt x="200118" y="499659"/>
                </a:cubicBezTo>
                <a:lnTo>
                  <a:pt x="200118" y="527984"/>
                </a:lnTo>
                <a:cubicBezTo>
                  <a:pt x="200118" y="531949"/>
                  <a:pt x="203234" y="535065"/>
                  <a:pt x="207200" y="535065"/>
                </a:cubicBezTo>
                <a:lnTo>
                  <a:pt x="352650" y="535065"/>
                </a:lnTo>
                <a:cubicBezTo>
                  <a:pt x="356616" y="535065"/>
                  <a:pt x="359731" y="531949"/>
                  <a:pt x="359731" y="527984"/>
                </a:cubicBezTo>
                <a:lnTo>
                  <a:pt x="359731" y="499659"/>
                </a:lnTo>
                <a:cubicBezTo>
                  <a:pt x="359731" y="495693"/>
                  <a:pt x="356474" y="492577"/>
                  <a:pt x="352650" y="492577"/>
                </a:cubicBezTo>
                <a:close/>
                <a:moveTo>
                  <a:pt x="325741" y="141626"/>
                </a:moveTo>
                <a:cubicBezTo>
                  <a:pt x="325741" y="63449"/>
                  <a:pt x="262292" y="0"/>
                  <a:pt x="184114" y="0"/>
                </a:cubicBezTo>
                <a:cubicBezTo>
                  <a:pt x="105937" y="0"/>
                  <a:pt x="42488" y="63449"/>
                  <a:pt x="42488" y="141626"/>
                </a:cubicBezTo>
                <a:cubicBezTo>
                  <a:pt x="42488" y="219805"/>
                  <a:pt x="105937" y="283253"/>
                  <a:pt x="184114" y="283253"/>
                </a:cubicBezTo>
                <a:cubicBezTo>
                  <a:pt x="262292" y="283253"/>
                  <a:pt x="325741" y="219946"/>
                  <a:pt x="325741" y="141626"/>
                </a:cubicBezTo>
                <a:close/>
                <a:moveTo>
                  <a:pt x="175192" y="116559"/>
                </a:moveTo>
                <a:lnTo>
                  <a:pt x="207908" y="133412"/>
                </a:lnTo>
                <a:cubicBezTo>
                  <a:pt x="226461" y="142901"/>
                  <a:pt x="236375" y="162587"/>
                  <a:pt x="232976" y="183406"/>
                </a:cubicBezTo>
                <a:cubicBezTo>
                  <a:pt x="230285" y="200118"/>
                  <a:pt x="219521" y="213148"/>
                  <a:pt x="204650" y="219096"/>
                </a:cubicBezTo>
                <a:lnTo>
                  <a:pt x="204650" y="225045"/>
                </a:lnTo>
                <a:cubicBezTo>
                  <a:pt x="204650" y="234817"/>
                  <a:pt x="196719" y="242748"/>
                  <a:pt x="186947" y="242748"/>
                </a:cubicBezTo>
                <a:cubicBezTo>
                  <a:pt x="177175" y="242748"/>
                  <a:pt x="169244" y="234817"/>
                  <a:pt x="169244" y="225045"/>
                </a:cubicBezTo>
                <a:lnTo>
                  <a:pt x="169244" y="220371"/>
                </a:lnTo>
                <a:cubicBezTo>
                  <a:pt x="153381" y="215697"/>
                  <a:pt x="140069" y="204226"/>
                  <a:pt x="133270" y="188363"/>
                </a:cubicBezTo>
                <a:cubicBezTo>
                  <a:pt x="129305" y="179441"/>
                  <a:pt x="133412" y="168961"/>
                  <a:pt x="142476" y="165137"/>
                </a:cubicBezTo>
                <a:cubicBezTo>
                  <a:pt x="151399" y="161313"/>
                  <a:pt x="161879" y="165420"/>
                  <a:pt x="165703" y="174343"/>
                </a:cubicBezTo>
                <a:cubicBezTo>
                  <a:pt x="169385" y="182982"/>
                  <a:pt x="178308" y="188222"/>
                  <a:pt x="187513" y="187372"/>
                </a:cubicBezTo>
                <a:lnTo>
                  <a:pt x="189071" y="187230"/>
                </a:lnTo>
                <a:cubicBezTo>
                  <a:pt x="195869" y="186097"/>
                  <a:pt x="197569" y="180432"/>
                  <a:pt x="197994" y="178025"/>
                </a:cubicBezTo>
                <a:cubicBezTo>
                  <a:pt x="198277" y="175900"/>
                  <a:pt x="198844" y="168819"/>
                  <a:pt x="191621" y="165137"/>
                </a:cubicBezTo>
                <a:lnTo>
                  <a:pt x="158905" y="148283"/>
                </a:lnTo>
                <a:cubicBezTo>
                  <a:pt x="140069" y="138652"/>
                  <a:pt x="130155" y="118117"/>
                  <a:pt x="133979" y="97298"/>
                </a:cubicBezTo>
                <a:cubicBezTo>
                  <a:pt x="137519" y="78461"/>
                  <a:pt x="150974" y="64440"/>
                  <a:pt x="169102" y="60333"/>
                </a:cubicBezTo>
                <a:lnTo>
                  <a:pt x="169102" y="55376"/>
                </a:lnTo>
                <a:cubicBezTo>
                  <a:pt x="169102" y="45604"/>
                  <a:pt x="177033" y="37673"/>
                  <a:pt x="186805" y="37673"/>
                </a:cubicBezTo>
                <a:cubicBezTo>
                  <a:pt x="196578" y="37673"/>
                  <a:pt x="204509" y="45604"/>
                  <a:pt x="204509" y="55376"/>
                </a:cubicBezTo>
                <a:lnTo>
                  <a:pt x="204509" y="64157"/>
                </a:lnTo>
                <a:cubicBezTo>
                  <a:pt x="217113" y="69822"/>
                  <a:pt x="227594" y="80019"/>
                  <a:pt x="233400" y="93332"/>
                </a:cubicBezTo>
                <a:cubicBezTo>
                  <a:pt x="237366" y="102254"/>
                  <a:pt x="233117" y="112735"/>
                  <a:pt x="224195" y="116559"/>
                </a:cubicBezTo>
                <a:cubicBezTo>
                  <a:pt x="215272" y="120524"/>
                  <a:pt x="204792" y="116276"/>
                  <a:pt x="200968" y="107353"/>
                </a:cubicBezTo>
                <a:cubicBezTo>
                  <a:pt x="197286" y="98714"/>
                  <a:pt x="188363" y="93615"/>
                  <a:pt x="179157" y="94323"/>
                </a:cubicBezTo>
                <a:cubicBezTo>
                  <a:pt x="171226" y="95173"/>
                  <a:pt x="169385" y="101122"/>
                  <a:pt x="168819" y="103671"/>
                </a:cubicBezTo>
                <a:cubicBezTo>
                  <a:pt x="168535" y="105654"/>
                  <a:pt x="167827" y="112735"/>
                  <a:pt x="175192" y="116559"/>
                </a:cubicBezTo>
                <a:close/>
              </a:path>
            </a:pathLst>
          </a:custGeom>
          <a:solidFill>
            <a:schemeClr val="tx1"/>
          </a:solidFill>
          <a:ln w="141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Helvetica"/>
              <a:ea typeface="思源黑体 CN Regular"/>
              <a:cs typeface="+mn-cs"/>
            </a:endParaRPr>
          </a:p>
        </p:txBody>
      </p:sp>
      <p:sp>
        <p:nvSpPr>
          <p:cNvPr id="29" name="文本框 28">
            <a:extLst>
              <a:ext uri="{FF2B5EF4-FFF2-40B4-BE49-F238E27FC236}">
                <a16:creationId xmlns:a16="http://schemas.microsoft.com/office/drawing/2014/main" id="{49F85A70-2567-90FC-9D34-296100113FDA}"/>
              </a:ext>
            </a:extLst>
          </p:cNvPr>
          <p:cNvSpPr txBox="1"/>
          <p:nvPr/>
        </p:nvSpPr>
        <p:spPr>
          <a:xfrm>
            <a:off x="402097" y="454206"/>
            <a:ext cx="7364516" cy="369332"/>
          </a:xfrm>
          <a:prstGeom prst="rect">
            <a:avLst/>
          </a:prstGeom>
          <a:noFill/>
        </p:spPr>
        <p:txBody>
          <a:bodyPr wrap="square" lIns="0" tIns="0" rIns="0" bIns="0">
            <a:spAutoFit/>
          </a:bodyPr>
          <a:lstStyle>
            <a:defPPr>
              <a:defRPr lang="en-US"/>
            </a:defPPr>
            <a:lvl1pPr>
              <a:defRPr sz="32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sz="2400" dirty="0"/>
              <a:t>销售和业务运作智慧工具集</a:t>
            </a:r>
          </a:p>
        </p:txBody>
      </p:sp>
      <p:sp>
        <p:nvSpPr>
          <p:cNvPr id="34" name="矩形: 圆角 33">
            <a:extLst>
              <a:ext uri="{FF2B5EF4-FFF2-40B4-BE49-F238E27FC236}">
                <a16:creationId xmlns:a16="http://schemas.microsoft.com/office/drawing/2014/main" id="{ABD5A191-46E0-D7FB-496A-E1BE679722EF}"/>
              </a:ext>
            </a:extLst>
          </p:cNvPr>
          <p:cNvSpPr/>
          <p:nvPr/>
        </p:nvSpPr>
        <p:spPr>
          <a:xfrm flipH="1">
            <a:off x="9823693" y="1412097"/>
            <a:ext cx="1202108" cy="292410"/>
          </a:xfrm>
          <a:prstGeom prst="roundRect">
            <a:avLst>
              <a:gd name="adj" fmla="val 50000"/>
            </a:avLst>
          </a:prstGeom>
          <a:gradFill flip="none" rotWithShape="1">
            <a:gsLst>
              <a:gs pos="0">
                <a:schemeClr val="accent3"/>
              </a:gs>
              <a:gs pos="100000">
                <a:schemeClr val="accent3">
                  <a:lumMod val="80000"/>
                  <a:lumOff val="20000"/>
                </a:schemeClr>
              </a:gs>
            </a:gsLst>
            <a:path path="circle">
              <a:fillToRect t="100000" r="100000"/>
            </a:path>
            <a:tileRect l="-100000" b="-100000"/>
          </a:gradFill>
          <a:ln w="38100">
            <a:noFill/>
          </a:ln>
          <a:effectLst>
            <a:outerShdw blurRad="190500" dir="5400000" sx="86000" sy="86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sp>
        <p:nvSpPr>
          <p:cNvPr id="35" name="矩形: 圆角 34">
            <a:extLst>
              <a:ext uri="{FF2B5EF4-FFF2-40B4-BE49-F238E27FC236}">
                <a16:creationId xmlns:a16="http://schemas.microsoft.com/office/drawing/2014/main" id="{65CB1471-06A1-A788-15A7-B10D6E660FC1}"/>
              </a:ext>
            </a:extLst>
          </p:cNvPr>
          <p:cNvSpPr/>
          <p:nvPr/>
        </p:nvSpPr>
        <p:spPr>
          <a:xfrm flipH="1">
            <a:off x="9823693" y="1860805"/>
            <a:ext cx="1202108" cy="292410"/>
          </a:xfrm>
          <a:prstGeom prst="roundRect">
            <a:avLst>
              <a:gd name="adj" fmla="val 50000"/>
            </a:avLst>
          </a:prstGeom>
          <a:gradFill flip="none" rotWithShape="1">
            <a:gsLst>
              <a:gs pos="0">
                <a:schemeClr val="accent3"/>
              </a:gs>
              <a:gs pos="100000">
                <a:schemeClr val="accent3">
                  <a:lumMod val="80000"/>
                  <a:lumOff val="20000"/>
                </a:schemeClr>
              </a:gs>
            </a:gsLst>
            <a:path path="circle">
              <a:fillToRect t="100000" r="100000"/>
            </a:path>
            <a:tileRect l="-100000" b="-100000"/>
          </a:gradFill>
          <a:ln w="38100">
            <a:noFill/>
          </a:ln>
          <a:effectLst>
            <a:outerShdw blurRad="190500" dir="5400000" sx="86000" sy="86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sp>
        <p:nvSpPr>
          <p:cNvPr id="36" name="矩形: 圆角 35">
            <a:extLst>
              <a:ext uri="{FF2B5EF4-FFF2-40B4-BE49-F238E27FC236}">
                <a16:creationId xmlns:a16="http://schemas.microsoft.com/office/drawing/2014/main" id="{6457BAE2-45F5-AB71-D90E-C22718A2214B}"/>
              </a:ext>
            </a:extLst>
          </p:cNvPr>
          <p:cNvSpPr/>
          <p:nvPr/>
        </p:nvSpPr>
        <p:spPr>
          <a:xfrm flipH="1">
            <a:off x="9823693" y="2309513"/>
            <a:ext cx="1202108" cy="292410"/>
          </a:xfrm>
          <a:prstGeom prst="roundRect">
            <a:avLst>
              <a:gd name="adj" fmla="val 50000"/>
            </a:avLst>
          </a:prstGeom>
          <a:gradFill flip="none" rotWithShape="1">
            <a:gsLst>
              <a:gs pos="0">
                <a:schemeClr val="accent3"/>
              </a:gs>
              <a:gs pos="100000">
                <a:schemeClr val="accent3">
                  <a:lumMod val="80000"/>
                  <a:lumOff val="20000"/>
                </a:schemeClr>
              </a:gs>
            </a:gsLst>
            <a:path path="circle">
              <a:fillToRect t="100000" r="100000"/>
            </a:path>
            <a:tileRect l="-100000" b="-100000"/>
          </a:gradFill>
          <a:ln w="38100">
            <a:noFill/>
          </a:ln>
          <a:effectLst>
            <a:outerShdw blurRad="190500" dir="5400000" sx="86000" sy="86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sp>
        <p:nvSpPr>
          <p:cNvPr id="37" name="矩形: 圆角 36">
            <a:extLst>
              <a:ext uri="{FF2B5EF4-FFF2-40B4-BE49-F238E27FC236}">
                <a16:creationId xmlns:a16="http://schemas.microsoft.com/office/drawing/2014/main" id="{4FAEE654-8D9F-668D-C7B9-4FE9DF846BC5}"/>
              </a:ext>
            </a:extLst>
          </p:cNvPr>
          <p:cNvSpPr/>
          <p:nvPr/>
        </p:nvSpPr>
        <p:spPr>
          <a:xfrm flipH="1">
            <a:off x="9823693" y="2758221"/>
            <a:ext cx="1202108" cy="292410"/>
          </a:xfrm>
          <a:prstGeom prst="roundRect">
            <a:avLst>
              <a:gd name="adj" fmla="val 50000"/>
            </a:avLst>
          </a:prstGeom>
          <a:gradFill flip="none" rotWithShape="1">
            <a:gsLst>
              <a:gs pos="0">
                <a:schemeClr val="accent3"/>
              </a:gs>
              <a:gs pos="100000">
                <a:schemeClr val="accent3">
                  <a:lumMod val="80000"/>
                  <a:lumOff val="20000"/>
                </a:schemeClr>
              </a:gs>
            </a:gsLst>
            <a:path path="circle">
              <a:fillToRect t="100000" r="100000"/>
            </a:path>
            <a:tileRect l="-100000" b="-100000"/>
          </a:gradFill>
          <a:ln w="38100">
            <a:noFill/>
          </a:ln>
          <a:effectLst>
            <a:outerShdw blurRad="190500" dir="5400000" sx="86000" sy="86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sp>
        <p:nvSpPr>
          <p:cNvPr id="38" name="矩形: 圆角 37">
            <a:extLst>
              <a:ext uri="{FF2B5EF4-FFF2-40B4-BE49-F238E27FC236}">
                <a16:creationId xmlns:a16="http://schemas.microsoft.com/office/drawing/2014/main" id="{B6F5CCB5-3D87-101D-1EA3-9ED22F6C24DE}"/>
              </a:ext>
            </a:extLst>
          </p:cNvPr>
          <p:cNvSpPr/>
          <p:nvPr/>
        </p:nvSpPr>
        <p:spPr>
          <a:xfrm flipH="1">
            <a:off x="9823693" y="3206930"/>
            <a:ext cx="1202108" cy="292410"/>
          </a:xfrm>
          <a:prstGeom prst="roundRect">
            <a:avLst>
              <a:gd name="adj" fmla="val 50000"/>
            </a:avLst>
          </a:prstGeom>
          <a:gradFill flip="none" rotWithShape="1">
            <a:gsLst>
              <a:gs pos="0">
                <a:schemeClr val="accent3"/>
              </a:gs>
              <a:gs pos="100000">
                <a:schemeClr val="accent3">
                  <a:lumMod val="80000"/>
                  <a:lumOff val="20000"/>
                </a:schemeClr>
              </a:gs>
            </a:gsLst>
            <a:path path="circle">
              <a:fillToRect t="100000" r="100000"/>
            </a:path>
            <a:tileRect l="-100000" b="-100000"/>
          </a:gradFill>
          <a:ln w="38100">
            <a:noFill/>
          </a:ln>
          <a:effectLst>
            <a:outerShdw blurRad="190500" dir="5400000" sx="86000" sy="86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sp>
        <p:nvSpPr>
          <p:cNvPr id="39" name="右大括号 38">
            <a:extLst>
              <a:ext uri="{FF2B5EF4-FFF2-40B4-BE49-F238E27FC236}">
                <a16:creationId xmlns:a16="http://schemas.microsoft.com/office/drawing/2014/main" id="{DD11D13E-16A9-5165-A55B-3DD15882DD80}"/>
              </a:ext>
            </a:extLst>
          </p:cNvPr>
          <p:cNvSpPr/>
          <p:nvPr/>
        </p:nvSpPr>
        <p:spPr>
          <a:xfrm flipH="1">
            <a:off x="9312956" y="1595636"/>
            <a:ext cx="338157" cy="1716273"/>
          </a:xfrm>
          <a:prstGeom prst="rightBrace">
            <a:avLst>
              <a:gd name="adj1" fmla="val 53950"/>
              <a:gd name="adj2" fmla="val 50000"/>
            </a:avLst>
          </a:prstGeom>
          <a:noFill/>
          <a:ln w="12700">
            <a:solidFill>
              <a:schemeClr val="bg1">
                <a:lumMod val="5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a:solidFill>
                <a:schemeClr val="lt1"/>
              </a:solidFill>
            </a:endParaRPr>
          </a:p>
        </p:txBody>
      </p:sp>
      <p:sp>
        <p:nvSpPr>
          <p:cNvPr id="40" name="文本框 39">
            <a:extLst>
              <a:ext uri="{FF2B5EF4-FFF2-40B4-BE49-F238E27FC236}">
                <a16:creationId xmlns:a16="http://schemas.microsoft.com/office/drawing/2014/main" id="{3C04C450-B966-E067-92DB-5FF5097514A7}"/>
              </a:ext>
            </a:extLst>
          </p:cNvPr>
          <p:cNvSpPr txBox="1"/>
          <p:nvPr/>
        </p:nvSpPr>
        <p:spPr>
          <a:xfrm>
            <a:off x="10039225" y="1434031"/>
            <a:ext cx="794532" cy="253916"/>
          </a:xfrm>
          <a:prstGeom prst="rect">
            <a:avLst/>
          </a:prstGeom>
          <a:noFill/>
        </p:spPr>
        <p:txBody>
          <a:bodyPr wrap="square">
            <a:spAutoFit/>
          </a:bodyPr>
          <a:lstStyle/>
          <a:p>
            <a:pPr algn="ctr"/>
            <a:r>
              <a:rPr lang="zh-CN" altLang="en-US" sz="1050" dirty="0">
                <a:solidFill>
                  <a:schemeClr val="bg1"/>
                </a:solidFill>
                <a:latin typeface="+mn-ea"/>
              </a:rPr>
              <a:t>业务感知</a:t>
            </a:r>
          </a:p>
        </p:txBody>
      </p:sp>
      <p:sp>
        <p:nvSpPr>
          <p:cNvPr id="41" name="文本框 40">
            <a:extLst>
              <a:ext uri="{FF2B5EF4-FFF2-40B4-BE49-F238E27FC236}">
                <a16:creationId xmlns:a16="http://schemas.microsoft.com/office/drawing/2014/main" id="{501B508D-86D3-3E45-27FC-71E718DF7714}"/>
              </a:ext>
            </a:extLst>
          </p:cNvPr>
          <p:cNvSpPr txBox="1"/>
          <p:nvPr/>
        </p:nvSpPr>
        <p:spPr>
          <a:xfrm>
            <a:off x="10039225" y="1896018"/>
            <a:ext cx="794532" cy="253916"/>
          </a:xfrm>
          <a:prstGeom prst="rect">
            <a:avLst/>
          </a:prstGeom>
          <a:noFill/>
        </p:spPr>
        <p:txBody>
          <a:bodyPr wrap="square">
            <a:spAutoFit/>
          </a:bodyPr>
          <a:lstStyle/>
          <a:p>
            <a:pPr algn="ctr"/>
            <a:r>
              <a:rPr lang="zh-CN" altLang="en-US" sz="1050" dirty="0">
                <a:solidFill>
                  <a:schemeClr val="bg1"/>
                </a:solidFill>
                <a:latin typeface="+mn-ea"/>
              </a:rPr>
              <a:t>业务感知</a:t>
            </a:r>
          </a:p>
        </p:txBody>
      </p:sp>
      <p:sp>
        <p:nvSpPr>
          <p:cNvPr id="42" name="文本框 41">
            <a:extLst>
              <a:ext uri="{FF2B5EF4-FFF2-40B4-BE49-F238E27FC236}">
                <a16:creationId xmlns:a16="http://schemas.microsoft.com/office/drawing/2014/main" id="{EF7DE2BA-24F4-0A88-C4C2-69BAAB1ADC9B}"/>
              </a:ext>
            </a:extLst>
          </p:cNvPr>
          <p:cNvSpPr txBox="1"/>
          <p:nvPr/>
        </p:nvSpPr>
        <p:spPr>
          <a:xfrm>
            <a:off x="10039225" y="2334829"/>
            <a:ext cx="794532" cy="253916"/>
          </a:xfrm>
          <a:prstGeom prst="rect">
            <a:avLst/>
          </a:prstGeom>
          <a:noFill/>
        </p:spPr>
        <p:txBody>
          <a:bodyPr wrap="square">
            <a:spAutoFit/>
          </a:bodyPr>
          <a:lstStyle/>
          <a:p>
            <a:pPr algn="ctr"/>
            <a:r>
              <a:rPr lang="zh-CN" altLang="en-US" sz="1050" dirty="0">
                <a:solidFill>
                  <a:schemeClr val="bg1"/>
                </a:solidFill>
                <a:latin typeface="+mn-ea"/>
              </a:rPr>
              <a:t>业务感知</a:t>
            </a:r>
          </a:p>
        </p:txBody>
      </p:sp>
      <p:sp>
        <p:nvSpPr>
          <p:cNvPr id="43" name="文本框 42">
            <a:extLst>
              <a:ext uri="{FF2B5EF4-FFF2-40B4-BE49-F238E27FC236}">
                <a16:creationId xmlns:a16="http://schemas.microsoft.com/office/drawing/2014/main" id="{9555E7DC-360E-7921-C218-1A604F52CE0A}"/>
              </a:ext>
            </a:extLst>
          </p:cNvPr>
          <p:cNvSpPr txBox="1"/>
          <p:nvPr/>
        </p:nvSpPr>
        <p:spPr>
          <a:xfrm>
            <a:off x="10039225" y="2787428"/>
            <a:ext cx="794532" cy="253916"/>
          </a:xfrm>
          <a:prstGeom prst="rect">
            <a:avLst/>
          </a:prstGeom>
          <a:noFill/>
        </p:spPr>
        <p:txBody>
          <a:bodyPr wrap="square">
            <a:spAutoFit/>
          </a:bodyPr>
          <a:lstStyle/>
          <a:p>
            <a:pPr algn="ctr"/>
            <a:r>
              <a:rPr lang="zh-CN" altLang="en-US" sz="1050" dirty="0">
                <a:solidFill>
                  <a:schemeClr val="bg1"/>
                </a:solidFill>
                <a:latin typeface="+mn-ea"/>
              </a:rPr>
              <a:t>业务感知</a:t>
            </a:r>
          </a:p>
        </p:txBody>
      </p:sp>
      <p:sp>
        <p:nvSpPr>
          <p:cNvPr id="44" name="文本框 43">
            <a:extLst>
              <a:ext uri="{FF2B5EF4-FFF2-40B4-BE49-F238E27FC236}">
                <a16:creationId xmlns:a16="http://schemas.microsoft.com/office/drawing/2014/main" id="{76756DB0-1E09-9508-6AC3-EAD00EE1F919}"/>
              </a:ext>
            </a:extLst>
          </p:cNvPr>
          <p:cNvSpPr txBox="1"/>
          <p:nvPr/>
        </p:nvSpPr>
        <p:spPr>
          <a:xfrm>
            <a:off x="10039225" y="3233859"/>
            <a:ext cx="794532" cy="253916"/>
          </a:xfrm>
          <a:prstGeom prst="rect">
            <a:avLst/>
          </a:prstGeom>
          <a:noFill/>
        </p:spPr>
        <p:txBody>
          <a:bodyPr wrap="square">
            <a:spAutoFit/>
          </a:bodyPr>
          <a:lstStyle/>
          <a:p>
            <a:pPr algn="ctr"/>
            <a:r>
              <a:rPr lang="zh-CN" altLang="en-US" sz="1050" dirty="0">
                <a:solidFill>
                  <a:schemeClr val="bg1"/>
                </a:solidFill>
                <a:latin typeface="+mn-ea"/>
              </a:rPr>
              <a:t>业务感知</a:t>
            </a:r>
          </a:p>
        </p:txBody>
      </p:sp>
      <p:sp>
        <p:nvSpPr>
          <p:cNvPr id="45" name="矩形: 圆角 44">
            <a:extLst>
              <a:ext uri="{FF2B5EF4-FFF2-40B4-BE49-F238E27FC236}">
                <a16:creationId xmlns:a16="http://schemas.microsoft.com/office/drawing/2014/main" id="{B60D2E79-2E99-FA23-1DF2-A870A1CBF290}"/>
              </a:ext>
            </a:extLst>
          </p:cNvPr>
          <p:cNvSpPr/>
          <p:nvPr/>
        </p:nvSpPr>
        <p:spPr>
          <a:xfrm>
            <a:off x="1154591" y="1415953"/>
            <a:ext cx="1202108" cy="292410"/>
          </a:xfrm>
          <a:prstGeom prst="roundRect">
            <a:avLst>
              <a:gd name="adj" fmla="val 50000"/>
            </a:avLst>
          </a:prstGeom>
          <a:gradFill flip="none" rotWithShape="1">
            <a:gsLst>
              <a:gs pos="0">
                <a:schemeClr val="accent2"/>
              </a:gs>
              <a:gs pos="100000">
                <a:schemeClr val="accent2">
                  <a:lumMod val="90000"/>
                  <a:lumOff val="10000"/>
                </a:schemeClr>
              </a:gs>
            </a:gsLst>
            <a:path path="circle">
              <a:fillToRect t="100000" r="100000"/>
            </a:path>
            <a:tileRect l="-100000" b="-100000"/>
          </a:gradFill>
          <a:ln w="38100">
            <a:noFill/>
          </a:ln>
          <a:effectLst>
            <a:outerShdw blurRad="190500" dir="5400000" sx="86000" sy="86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sp>
        <p:nvSpPr>
          <p:cNvPr id="46" name="矩形: 圆角 45">
            <a:extLst>
              <a:ext uri="{FF2B5EF4-FFF2-40B4-BE49-F238E27FC236}">
                <a16:creationId xmlns:a16="http://schemas.microsoft.com/office/drawing/2014/main" id="{CAD398FC-F534-C9F2-6089-3CCF6E5349A1}"/>
              </a:ext>
            </a:extLst>
          </p:cNvPr>
          <p:cNvSpPr/>
          <p:nvPr/>
        </p:nvSpPr>
        <p:spPr>
          <a:xfrm>
            <a:off x="1154591" y="1864661"/>
            <a:ext cx="1202108" cy="292410"/>
          </a:xfrm>
          <a:prstGeom prst="roundRect">
            <a:avLst>
              <a:gd name="adj" fmla="val 50000"/>
            </a:avLst>
          </a:prstGeom>
          <a:gradFill flip="none" rotWithShape="1">
            <a:gsLst>
              <a:gs pos="0">
                <a:schemeClr val="accent2"/>
              </a:gs>
              <a:gs pos="100000">
                <a:schemeClr val="accent2">
                  <a:lumMod val="90000"/>
                  <a:lumOff val="10000"/>
                </a:schemeClr>
              </a:gs>
            </a:gsLst>
            <a:path path="circle">
              <a:fillToRect t="100000" r="100000"/>
            </a:path>
            <a:tileRect l="-100000" b="-100000"/>
          </a:gradFill>
          <a:ln w="38100">
            <a:noFill/>
          </a:ln>
          <a:effectLst>
            <a:outerShdw blurRad="190500" dir="5400000" sx="86000" sy="86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sp>
        <p:nvSpPr>
          <p:cNvPr id="47" name="矩形: 圆角 46">
            <a:extLst>
              <a:ext uri="{FF2B5EF4-FFF2-40B4-BE49-F238E27FC236}">
                <a16:creationId xmlns:a16="http://schemas.microsoft.com/office/drawing/2014/main" id="{7A953A6F-BF04-5994-74A1-5CE3D4CA04B2}"/>
              </a:ext>
            </a:extLst>
          </p:cNvPr>
          <p:cNvSpPr/>
          <p:nvPr/>
        </p:nvSpPr>
        <p:spPr>
          <a:xfrm>
            <a:off x="1154591" y="2313369"/>
            <a:ext cx="1202108" cy="292410"/>
          </a:xfrm>
          <a:prstGeom prst="roundRect">
            <a:avLst>
              <a:gd name="adj" fmla="val 50000"/>
            </a:avLst>
          </a:prstGeom>
          <a:gradFill flip="none" rotWithShape="1">
            <a:gsLst>
              <a:gs pos="0">
                <a:schemeClr val="accent2"/>
              </a:gs>
              <a:gs pos="100000">
                <a:schemeClr val="accent2">
                  <a:lumMod val="90000"/>
                  <a:lumOff val="10000"/>
                </a:schemeClr>
              </a:gs>
            </a:gsLst>
            <a:path path="circle">
              <a:fillToRect t="100000" r="100000"/>
            </a:path>
            <a:tileRect l="-100000" b="-100000"/>
          </a:gradFill>
          <a:ln w="38100">
            <a:noFill/>
          </a:ln>
          <a:effectLst>
            <a:outerShdw blurRad="190500" dir="5400000" sx="86000" sy="86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sp>
        <p:nvSpPr>
          <p:cNvPr id="48" name="矩形: 圆角 47">
            <a:extLst>
              <a:ext uri="{FF2B5EF4-FFF2-40B4-BE49-F238E27FC236}">
                <a16:creationId xmlns:a16="http://schemas.microsoft.com/office/drawing/2014/main" id="{1BE9EAC1-B388-0EC2-E95F-A1A8C38D58FC}"/>
              </a:ext>
            </a:extLst>
          </p:cNvPr>
          <p:cNvSpPr/>
          <p:nvPr/>
        </p:nvSpPr>
        <p:spPr>
          <a:xfrm>
            <a:off x="1154591" y="2762077"/>
            <a:ext cx="1202108" cy="292410"/>
          </a:xfrm>
          <a:prstGeom prst="roundRect">
            <a:avLst>
              <a:gd name="adj" fmla="val 50000"/>
            </a:avLst>
          </a:prstGeom>
          <a:gradFill flip="none" rotWithShape="1">
            <a:gsLst>
              <a:gs pos="0">
                <a:schemeClr val="accent2"/>
              </a:gs>
              <a:gs pos="100000">
                <a:schemeClr val="accent2">
                  <a:lumMod val="90000"/>
                  <a:lumOff val="10000"/>
                </a:schemeClr>
              </a:gs>
            </a:gsLst>
            <a:path path="circle">
              <a:fillToRect t="100000" r="100000"/>
            </a:path>
            <a:tileRect l="-100000" b="-100000"/>
          </a:gradFill>
          <a:ln w="38100">
            <a:noFill/>
          </a:ln>
          <a:effectLst>
            <a:outerShdw blurRad="190500" dir="5400000" sx="86000" sy="86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sp>
        <p:nvSpPr>
          <p:cNvPr id="49" name="矩形: 圆角 48">
            <a:extLst>
              <a:ext uri="{FF2B5EF4-FFF2-40B4-BE49-F238E27FC236}">
                <a16:creationId xmlns:a16="http://schemas.microsoft.com/office/drawing/2014/main" id="{59833DE8-3303-3733-7271-70AA2FC67D99}"/>
              </a:ext>
            </a:extLst>
          </p:cNvPr>
          <p:cNvSpPr/>
          <p:nvPr/>
        </p:nvSpPr>
        <p:spPr>
          <a:xfrm>
            <a:off x="1154591" y="3210786"/>
            <a:ext cx="1202108" cy="292410"/>
          </a:xfrm>
          <a:prstGeom prst="roundRect">
            <a:avLst>
              <a:gd name="adj" fmla="val 50000"/>
            </a:avLst>
          </a:prstGeom>
          <a:gradFill flip="none" rotWithShape="1">
            <a:gsLst>
              <a:gs pos="0">
                <a:schemeClr val="accent2"/>
              </a:gs>
              <a:gs pos="100000">
                <a:schemeClr val="accent2">
                  <a:lumMod val="90000"/>
                  <a:lumOff val="10000"/>
                </a:schemeClr>
              </a:gs>
            </a:gsLst>
            <a:path path="circle">
              <a:fillToRect t="100000" r="100000"/>
            </a:path>
            <a:tileRect l="-100000" b="-100000"/>
          </a:gradFill>
          <a:ln w="38100">
            <a:noFill/>
          </a:ln>
          <a:effectLst>
            <a:outerShdw blurRad="190500" dir="5400000" sx="86000" sy="86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sp>
        <p:nvSpPr>
          <p:cNvPr id="50" name="右大括号 49">
            <a:extLst>
              <a:ext uri="{FF2B5EF4-FFF2-40B4-BE49-F238E27FC236}">
                <a16:creationId xmlns:a16="http://schemas.microsoft.com/office/drawing/2014/main" id="{A7F85F74-43DF-4FBE-CFF7-815AE20F7CB4}"/>
              </a:ext>
            </a:extLst>
          </p:cNvPr>
          <p:cNvSpPr/>
          <p:nvPr/>
        </p:nvSpPr>
        <p:spPr>
          <a:xfrm>
            <a:off x="2529279" y="1599492"/>
            <a:ext cx="338157" cy="1716273"/>
          </a:xfrm>
          <a:prstGeom prst="rightBrace">
            <a:avLst>
              <a:gd name="adj1" fmla="val 53950"/>
              <a:gd name="adj2" fmla="val 50000"/>
            </a:avLst>
          </a:prstGeom>
          <a:noFill/>
          <a:ln w="12700">
            <a:solidFill>
              <a:schemeClr val="bg1">
                <a:lumMod val="5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a:solidFill>
                <a:schemeClr val="lt1"/>
              </a:solidFill>
            </a:endParaRPr>
          </a:p>
        </p:txBody>
      </p:sp>
      <p:sp>
        <p:nvSpPr>
          <p:cNvPr id="51" name="文本框 50">
            <a:extLst>
              <a:ext uri="{FF2B5EF4-FFF2-40B4-BE49-F238E27FC236}">
                <a16:creationId xmlns:a16="http://schemas.microsoft.com/office/drawing/2014/main" id="{F6B3BAF6-6EDC-92A2-28D2-3BAA662B4AA3}"/>
              </a:ext>
            </a:extLst>
          </p:cNvPr>
          <p:cNvSpPr txBox="1"/>
          <p:nvPr/>
        </p:nvSpPr>
        <p:spPr>
          <a:xfrm>
            <a:off x="1358379" y="1437887"/>
            <a:ext cx="794532" cy="253916"/>
          </a:xfrm>
          <a:prstGeom prst="rect">
            <a:avLst/>
          </a:prstGeom>
          <a:noFill/>
        </p:spPr>
        <p:txBody>
          <a:bodyPr wrap="square">
            <a:spAutoFit/>
          </a:bodyPr>
          <a:lstStyle/>
          <a:p>
            <a:pPr algn="ctr"/>
            <a:r>
              <a:rPr lang="zh-CN" altLang="en-US" sz="1050" dirty="0">
                <a:solidFill>
                  <a:schemeClr val="bg1"/>
                </a:solidFill>
                <a:latin typeface="+mn-ea"/>
              </a:rPr>
              <a:t>业务感知</a:t>
            </a:r>
          </a:p>
        </p:txBody>
      </p:sp>
      <p:sp>
        <p:nvSpPr>
          <p:cNvPr id="52" name="文本框 51">
            <a:extLst>
              <a:ext uri="{FF2B5EF4-FFF2-40B4-BE49-F238E27FC236}">
                <a16:creationId xmlns:a16="http://schemas.microsoft.com/office/drawing/2014/main" id="{473E1159-5177-2D82-1738-FE7CEC5E37FB}"/>
              </a:ext>
            </a:extLst>
          </p:cNvPr>
          <p:cNvSpPr txBox="1"/>
          <p:nvPr/>
        </p:nvSpPr>
        <p:spPr>
          <a:xfrm>
            <a:off x="1358379" y="1899874"/>
            <a:ext cx="794532" cy="253916"/>
          </a:xfrm>
          <a:prstGeom prst="rect">
            <a:avLst/>
          </a:prstGeom>
          <a:noFill/>
        </p:spPr>
        <p:txBody>
          <a:bodyPr wrap="square">
            <a:spAutoFit/>
          </a:bodyPr>
          <a:lstStyle/>
          <a:p>
            <a:pPr algn="ctr"/>
            <a:r>
              <a:rPr lang="zh-CN" altLang="en-US" sz="1050" dirty="0">
                <a:solidFill>
                  <a:schemeClr val="bg1"/>
                </a:solidFill>
                <a:latin typeface="+mn-ea"/>
              </a:rPr>
              <a:t>业务感知</a:t>
            </a:r>
          </a:p>
        </p:txBody>
      </p:sp>
      <p:sp>
        <p:nvSpPr>
          <p:cNvPr id="53" name="文本框 52">
            <a:extLst>
              <a:ext uri="{FF2B5EF4-FFF2-40B4-BE49-F238E27FC236}">
                <a16:creationId xmlns:a16="http://schemas.microsoft.com/office/drawing/2014/main" id="{2C62C370-9A9B-26F1-CBB1-5CB14FFCE975}"/>
              </a:ext>
            </a:extLst>
          </p:cNvPr>
          <p:cNvSpPr txBox="1"/>
          <p:nvPr/>
        </p:nvSpPr>
        <p:spPr>
          <a:xfrm>
            <a:off x="1358379" y="2338685"/>
            <a:ext cx="794532" cy="253916"/>
          </a:xfrm>
          <a:prstGeom prst="rect">
            <a:avLst/>
          </a:prstGeom>
          <a:noFill/>
        </p:spPr>
        <p:txBody>
          <a:bodyPr wrap="square">
            <a:spAutoFit/>
          </a:bodyPr>
          <a:lstStyle/>
          <a:p>
            <a:pPr algn="ctr"/>
            <a:r>
              <a:rPr lang="zh-CN" altLang="en-US" sz="1050" dirty="0">
                <a:solidFill>
                  <a:schemeClr val="bg1"/>
                </a:solidFill>
                <a:latin typeface="+mn-ea"/>
              </a:rPr>
              <a:t>业务感知</a:t>
            </a:r>
          </a:p>
        </p:txBody>
      </p:sp>
      <p:sp>
        <p:nvSpPr>
          <p:cNvPr id="54" name="文本框 53">
            <a:extLst>
              <a:ext uri="{FF2B5EF4-FFF2-40B4-BE49-F238E27FC236}">
                <a16:creationId xmlns:a16="http://schemas.microsoft.com/office/drawing/2014/main" id="{0B6C6870-6F75-D568-6EED-2FBE823C4598}"/>
              </a:ext>
            </a:extLst>
          </p:cNvPr>
          <p:cNvSpPr txBox="1"/>
          <p:nvPr/>
        </p:nvSpPr>
        <p:spPr>
          <a:xfrm>
            <a:off x="1358379" y="2791284"/>
            <a:ext cx="794532" cy="253916"/>
          </a:xfrm>
          <a:prstGeom prst="rect">
            <a:avLst/>
          </a:prstGeom>
          <a:noFill/>
        </p:spPr>
        <p:txBody>
          <a:bodyPr wrap="square">
            <a:spAutoFit/>
          </a:bodyPr>
          <a:lstStyle/>
          <a:p>
            <a:pPr algn="ctr"/>
            <a:r>
              <a:rPr lang="zh-CN" altLang="en-US" sz="1050" dirty="0">
                <a:solidFill>
                  <a:schemeClr val="bg1"/>
                </a:solidFill>
                <a:latin typeface="+mn-ea"/>
              </a:rPr>
              <a:t>业务感知</a:t>
            </a:r>
          </a:p>
        </p:txBody>
      </p:sp>
      <p:sp>
        <p:nvSpPr>
          <p:cNvPr id="55" name="文本框 54">
            <a:extLst>
              <a:ext uri="{FF2B5EF4-FFF2-40B4-BE49-F238E27FC236}">
                <a16:creationId xmlns:a16="http://schemas.microsoft.com/office/drawing/2014/main" id="{8BA51E36-50EB-EB86-4F29-31C0A0F01F3B}"/>
              </a:ext>
            </a:extLst>
          </p:cNvPr>
          <p:cNvSpPr txBox="1"/>
          <p:nvPr/>
        </p:nvSpPr>
        <p:spPr>
          <a:xfrm>
            <a:off x="1358379" y="3237715"/>
            <a:ext cx="794532" cy="253916"/>
          </a:xfrm>
          <a:prstGeom prst="rect">
            <a:avLst/>
          </a:prstGeom>
          <a:noFill/>
        </p:spPr>
        <p:txBody>
          <a:bodyPr wrap="square">
            <a:spAutoFit/>
          </a:bodyPr>
          <a:lstStyle/>
          <a:p>
            <a:pPr algn="ctr"/>
            <a:r>
              <a:rPr lang="zh-CN" altLang="en-US" sz="1050" dirty="0">
                <a:solidFill>
                  <a:schemeClr val="bg1"/>
                </a:solidFill>
                <a:latin typeface="+mn-ea"/>
              </a:rPr>
              <a:t>业务感知</a:t>
            </a:r>
          </a:p>
        </p:txBody>
      </p:sp>
      <p:sp>
        <p:nvSpPr>
          <p:cNvPr id="56" name="任意多边形: 形状 55">
            <a:extLst>
              <a:ext uri="{FF2B5EF4-FFF2-40B4-BE49-F238E27FC236}">
                <a16:creationId xmlns:a16="http://schemas.microsoft.com/office/drawing/2014/main" id="{F52181D6-4554-04F4-6CFD-8884165D7FA6}"/>
              </a:ext>
            </a:extLst>
          </p:cNvPr>
          <p:cNvSpPr/>
          <p:nvPr/>
        </p:nvSpPr>
        <p:spPr>
          <a:xfrm>
            <a:off x="5211043" y="872916"/>
            <a:ext cx="1812210" cy="3244757"/>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0"/>
                </a:schemeClr>
              </a:gs>
              <a:gs pos="46000">
                <a:schemeClr val="accent1">
                  <a:alpha val="5000"/>
                </a:schemeClr>
              </a:gs>
              <a:gs pos="100000">
                <a:schemeClr val="accent1">
                  <a:alpha val="17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756277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0667F-43BD-634B-55D0-6011ACAD8B2F}"/>
            </a:ext>
          </a:extLst>
        </p:cNvPr>
        <p:cNvGrpSpPr/>
        <p:nvPr/>
      </p:nvGrpSpPr>
      <p:grpSpPr>
        <a:xfrm>
          <a:off x="0" y="0"/>
          <a:ext cx="0" cy="0"/>
          <a:chOff x="0" y="0"/>
          <a:chExt cx="0" cy="0"/>
        </a:xfrm>
      </p:grpSpPr>
      <p:sp>
        <p:nvSpPr>
          <p:cNvPr id="186" name="五边形 185">
            <a:extLst>
              <a:ext uri="{FF2B5EF4-FFF2-40B4-BE49-F238E27FC236}">
                <a16:creationId xmlns:a16="http://schemas.microsoft.com/office/drawing/2014/main" id="{09DB5E96-10DE-F554-FE11-7A66F4C9DFCC}"/>
              </a:ext>
            </a:extLst>
          </p:cNvPr>
          <p:cNvSpPr/>
          <p:nvPr/>
        </p:nvSpPr>
        <p:spPr>
          <a:xfrm>
            <a:off x="1459200" y="4160171"/>
            <a:ext cx="9273600" cy="1037448"/>
          </a:xfrm>
          <a:prstGeom prst="pentagon">
            <a:avLst/>
          </a:prstGeom>
          <a:gradFill>
            <a:gsLst>
              <a:gs pos="0">
                <a:schemeClr val="accent1">
                  <a:alpha val="0"/>
                </a:schemeClr>
              </a:gs>
              <a:gs pos="100000">
                <a:schemeClr val="accent1">
                  <a:alpha val="19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1" name="五边形 150">
            <a:extLst>
              <a:ext uri="{FF2B5EF4-FFF2-40B4-BE49-F238E27FC236}">
                <a16:creationId xmlns:a16="http://schemas.microsoft.com/office/drawing/2014/main" id="{A95BCB6E-4798-AAA8-E4B7-F19243736A37}"/>
              </a:ext>
            </a:extLst>
          </p:cNvPr>
          <p:cNvSpPr/>
          <p:nvPr/>
        </p:nvSpPr>
        <p:spPr>
          <a:xfrm>
            <a:off x="696000" y="2473053"/>
            <a:ext cx="10800000" cy="1213489"/>
          </a:xfrm>
          <a:prstGeom prst="pentagon">
            <a:avLst/>
          </a:prstGeom>
          <a:gradFill>
            <a:gsLst>
              <a:gs pos="0">
                <a:schemeClr val="accent1">
                  <a:alpha val="0"/>
                </a:schemeClr>
              </a:gs>
              <a:gs pos="100000">
                <a:schemeClr val="accent1">
                  <a:alpha val="19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五边形 11">
            <a:extLst>
              <a:ext uri="{FF2B5EF4-FFF2-40B4-BE49-F238E27FC236}">
                <a16:creationId xmlns:a16="http://schemas.microsoft.com/office/drawing/2014/main" id="{94281945-DBA6-5F6E-F54F-19C191E85A4C}"/>
              </a:ext>
            </a:extLst>
          </p:cNvPr>
          <p:cNvSpPr/>
          <p:nvPr/>
        </p:nvSpPr>
        <p:spPr>
          <a:xfrm>
            <a:off x="696000" y="2472850"/>
            <a:ext cx="10800000" cy="1135717"/>
          </a:xfrm>
          <a:prstGeom prst="pentagon">
            <a:avLst/>
          </a:prstGeom>
          <a:gradFill>
            <a:gsLst>
              <a:gs pos="0">
                <a:schemeClr val="accent1">
                  <a:alpha val="0"/>
                </a:schemeClr>
              </a:gs>
              <a:gs pos="100000">
                <a:schemeClr val="accent1">
                  <a:alpha val="19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五边形 2">
            <a:extLst>
              <a:ext uri="{FF2B5EF4-FFF2-40B4-BE49-F238E27FC236}">
                <a16:creationId xmlns:a16="http://schemas.microsoft.com/office/drawing/2014/main" id="{E76F2F0B-4F99-2638-61BC-8CBFD8B74DFE}"/>
              </a:ext>
            </a:extLst>
          </p:cNvPr>
          <p:cNvSpPr>
            <a:spLocks/>
          </p:cNvSpPr>
          <p:nvPr/>
        </p:nvSpPr>
        <p:spPr>
          <a:xfrm>
            <a:off x="3329505" y="5730866"/>
            <a:ext cx="5532990" cy="760831"/>
          </a:xfrm>
          <a:prstGeom prst="pentagon">
            <a:avLst/>
          </a:prstGeom>
          <a:gradFill>
            <a:gsLst>
              <a:gs pos="0">
                <a:schemeClr val="accent1">
                  <a:alpha val="0"/>
                </a:schemeClr>
              </a:gs>
              <a:gs pos="100000">
                <a:schemeClr val="accent1">
                  <a:alpha val="19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五边形 1">
            <a:extLst>
              <a:ext uri="{FF2B5EF4-FFF2-40B4-BE49-F238E27FC236}">
                <a16:creationId xmlns:a16="http://schemas.microsoft.com/office/drawing/2014/main" id="{67E5AD12-4688-F080-62EC-337D9036A7FF}"/>
              </a:ext>
            </a:extLst>
          </p:cNvPr>
          <p:cNvSpPr>
            <a:spLocks/>
          </p:cNvSpPr>
          <p:nvPr/>
        </p:nvSpPr>
        <p:spPr>
          <a:xfrm>
            <a:off x="2010000" y="5354434"/>
            <a:ext cx="8172000" cy="931142"/>
          </a:xfrm>
          <a:prstGeom prst="pentagon">
            <a:avLst/>
          </a:prstGeom>
          <a:gradFill>
            <a:gsLst>
              <a:gs pos="0">
                <a:schemeClr val="accent1">
                  <a:alpha val="0"/>
                </a:schemeClr>
              </a:gs>
              <a:gs pos="100000">
                <a:schemeClr val="accent1">
                  <a:alpha val="19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3B48288D-D3E7-1264-93EA-C989084B1258}"/>
              </a:ext>
            </a:extLst>
          </p:cNvPr>
          <p:cNvSpPr/>
          <p:nvPr/>
        </p:nvSpPr>
        <p:spPr>
          <a:xfrm>
            <a:off x="1480800" y="4305410"/>
            <a:ext cx="9252000" cy="948732"/>
          </a:xfrm>
          <a:prstGeom prst="pentagon">
            <a:avLst/>
          </a:prstGeom>
          <a:gradFill flip="none" rotWithShape="1">
            <a:gsLst>
              <a:gs pos="100000">
                <a:schemeClr val="accent1">
                  <a:lumMod val="30000"/>
                  <a:lumOff val="70000"/>
                </a:schemeClr>
              </a:gs>
              <a:gs pos="1000">
                <a:schemeClr val="accent1">
                  <a:lumMod val="0"/>
                  <a:lumOff val="100000"/>
                  <a:alpha val="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13" name="六边形 12">
            <a:extLst>
              <a:ext uri="{FF2B5EF4-FFF2-40B4-BE49-F238E27FC236}">
                <a16:creationId xmlns:a16="http://schemas.microsoft.com/office/drawing/2014/main" id="{4E2A2542-1706-29EA-6265-B3F2A4494465}"/>
              </a:ext>
            </a:extLst>
          </p:cNvPr>
          <p:cNvSpPr/>
          <p:nvPr/>
        </p:nvSpPr>
        <p:spPr>
          <a:xfrm>
            <a:off x="3625975" y="1095446"/>
            <a:ext cx="4940051" cy="881598"/>
          </a:xfrm>
          <a:prstGeom prst="hexagon">
            <a:avLst>
              <a:gd name="adj" fmla="val 108965"/>
              <a:gd name="vf" fmla="val 115470"/>
            </a:avLst>
          </a:prstGeom>
          <a:gradFill>
            <a:gsLst>
              <a:gs pos="0">
                <a:schemeClr val="bg1">
                  <a:lumMod val="0"/>
                  <a:lumOff val="100000"/>
                </a:schemeClr>
              </a:gs>
              <a:gs pos="90000">
                <a:schemeClr val="accent1">
                  <a:alpha val="0"/>
                  <a:lumMod val="0"/>
                  <a:lumOff val="100000"/>
                </a:schemeClr>
              </a:gs>
            </a:gsLst>
            <a:lin ang="16200000" scaled="1"/>
          </a:gradFill>
          <a:ln w="15875">
            <a:gradFill flip="none" rotWithShape="1">
              <a:gsLst>
                <a:gs pos="0">
                  <a:schemeClr val="accent1">
                    <a:alpha val="80000"/>
                  </a:schemeClr>
                </a:gs>
                <a:gs pos="100000">
                  <a:schemeClr val="accent1">
                    <a:alpha val="0"/>
                    <a:lumMod val="0"/>
                    <a:lumOff val="100000"/>
                  </a:schemeClr>
                </a:gs>
              </a:gsLst>
              <a:lin ang="16200000" scaled="1"/>
              <a:tileRect/>
            </a:gradFill>
            <a:prstDash val="solid"/>
          </a:ln>
          <a:effectLst>
            <a:outerShdw blurRad="381000" dir="5400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Medium" panose="020B0600000000000000" pitchFamily="34" charset="-122"/>
              <a:ea typeface="思源黑体 CN Medium" panose="020B0600000000000000" pitchFamily="34" charset="-122"/>
            </a:endParaRPr>
          </a:p>
        </p:txBody>
      </p:sp>
      <p:sp>
        <p:nvSpPr>
          <p:cNvPr id="135" name="五边形 134">
            <a:extLst>
              <a:ext uri="{FF2B5EF4-FFF2-40B4-BE49-F238E27FC236}">
                <a16:creationId xmlns:a16="http://schemas.microsoft.com/office/drawing/2014/main" id="{CEA9F376-E7A9-60F8-BFCD-CFEF4CF47D92}"/>
              </a:ext>
            </a:extLst>
          </p:cNvPr>
          <p:cNvSpPr>
            <a:spLocks noChangeAspect="1"/>
          </p:cNvSpPr>
          <p:nvPr/>
        </p:nvSpPr>
        <p:spPr>
          <a:xfrm>
            <a:off x="4368000" y="5584035"/>
            <a:ext cx="3456000" cy="514117"/>
          </a:xfrm>
          <a:prstGeom prst="pentagon">
            <a:avLst/>
          </a:prstGeom>
          <a:gradFill>
            <a:gsLst>
              <a:gs pos="0">
                <a:schemeClr val="accent1">
                  <a:alpha val="0"/>
                </a:schemeClr>
              </a:gs>
              <a:gs pos="100000">
                <a:schemeClr val="accent1">
                  <a:alpha val="19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9" name="六边形 138">
            <a:extLst>
              <a:ext uri="{FF2B5EF4-FFF2-40B4-BE49-F238E27FC236}">
                <a16:creationId xmlns:a16="http://schemas.microsoft.com/office/drawing/2014/main" id="{69FDA5A9-70BF-5DF0-A439-93EAC189BFC4}"/>
              </a:ext>
            </a:extLst>
          </p:cNvPr>
          <p:cNvSpPr/>
          <p:nvPr/>
        </p:nvSpPr>
        <p:spPr>
          <a:xfrm>
            <a:off x="2793120" y="4311401"/>
            <a:ext cx="1614431" cy="395484"/>
          </a:xfrm>
          <a:prstGeom prst="hexagon">
            <a:avLst/>
          </a:prstGeom>
          <a:gradFill flip="none" rotWithShape="1">
            <a:gsLst>
              <a:gs pos="0">
                <a:schemeClr val="accent1">
                  <a:lumMod val="60000"/>
                  <a:lumOff val="40000"/>
                </a:schemeClr>
              </a:gs>
              <a:gs pos="67000">
                <a:schemeClr val="accent1"/>
              </a:gs>
            </a:gsLst>
            <a:lin ang="5400000" scaled="1"/>
            <a:tileRect/>
          </a:gradFill>
          <a:ln>
            <a:noFill/>
          </a:ln>
          <a:effectLst>
            <a:reflection blurRad="127000" stA="76000" endPos="400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思源黑体 CN Medium" panose="020B0600000000000000" pitchFamily="34" charset="-122"/>
                <a:ea typeface="思源黑体 CN Medium" panose="020B0600000000000000" pitchFamily="34" charset="-122"/>
              </a:rPr>
              <a:t>整体方案表达</a:t>
            </a:r>
          </a:p>
        </p:txBody>
      </p:sp>
      <p:sp>
        <p:nvSpPr>
          <p:cNvPr id="140" name="六边形 139">
            <a:extLst>
              <a:ext uri="{FF2B5EF4-FFF2-40B4-BE49-F238E27FC236}">
                <a16:creationId xmlns:a16="http://schemas.microsoft.com/office/drawing/2014/main" id="{55AFB31D-7CFE-9B83-8357-141A350CEA4B}"/>
              </a:ext>
            </a:extLst>
          </p:cNvPr>
          <p:cNvSpPr/>
          <p:nvPr/>
        </p:nvSpPr>
        <p:spPr>
          <a:xfrm>
            <a:off x="5022147" y="4389616"/>
            <a:ext cx="2147706" cy="419814"/>
          </a:xfrm>
          <a:prstGeom prst="hexagon">
            <a:avLst/>
          </a:prstGeom>
          <a:gradFill flip="none" rotWithShape="1">
            <a:gsLst>
              <a:gs pos="0">
                <a:schemeClr val="accent1">
                  <a:lumMod val="60000"/>
                  <a:lumOff val="40000"/>
                </a:schemeClr>
              </a:gs>
              <a:gs pos="67000">
                <a:schemeClr val="accent1"/>
              </a:gs>
            </a:gsLst>
            <a:lin ang="5400000" scaled="1"/>
            <a:tileRect/>
          </a:gradFill>
          <a:ln>
            <a:noFill/>
          </a:ln>
          <a:effectLst>
            <a:reflection blurRad="127000" stA="76000" endPos="400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思源黑体 CN Medium" panose="020B0600000000000000" pitchFamily="34" charset="-122"/>
                <a:ea typeface="思源黑体 CN Medium" panose="020B0600000000000000" pitchFamily="34" charset="-122"/>
              </a:rPr>
              <a:t>节电率与经济效益</a:t>
            </a:r>
          </a:p>
        </p:txBody>
      </p:sp>
      <p:sp>
        <p:nvSpPr>
          <p:cNvPr id="141" name="六边形 140">
            <a:extLst>
              <a:ext uri="{FF2B5EF4-FFF2-40B4-BE49-F238E27FC236}">
                <a16:creationId xmlns:a16="http://schemas.microsoft.com/office/drawing/2014/main" id="{F5775B68-6EB2-6422-0E4C-B66D3E036A72}"/>
              </a:ext>
            </a:extLst>
          </p:cNvPr>
          <p:cNvSpPr/>
          <p:nvPr/>
        </p:nvSpPr>
        <p:spPr>
          <a:xfrm>
            <a:off x="7825491" y="4311462"/>
            <a:ext cx="1614431" cy="395484"/>
          </a:xfrm>
          <a:prstGeom prst="hexagon">
            <a:avLst/>
          </a:prstGeom>
          <a:gradFill flip="none" rotWithShape="1">
            <a:gsLst>
              <a:gs pos="0">
                <a:schemeClr val="accent1">
                  <a:lumMod val="60000"/>
                  <a:lumOff val="40000"/>
                </a:schemeClr>
              </a:gs>
              <a:gs pos="67000">
                <a:schemeClr val="accent1"/>
              </a:gs>
            </a:gsLst>
            <a:lin ang="5400000" scaled="1"/>
            <a:tileRect/>
          </a:gradFill>
          <a:ln>
            <a:noFill/>
          </a:ln>
          <a:effectLst>
            <a:reflection blurRad="127000" stA="76000" endPos="400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思源黑体 CN Medium" panose="020B0600000000000000" pitchFamily="34" charset="-122"/>
                <a:ea typeface="思源黑体 CN Medium" panose="020B0600000000000000" pitchFamily="34" charset="-122"/>
              </a:rPr>
              <a:t>产品精选</a:t>
            </a:r>
          </a:p>
        </p:txBody>
      </p:sp>
      <p:sp>
        <p:nvSpPr>
          <p:cNvPr id="154" name="文本框 153">
            <a:extLst>
              <a:ext uri="{FF2B5EF4-FFF2-40B4-BE49-F238E27FC236}">
                <a16:creationId xmlns:a16="http://schemas.microsoft.com/office/drawing/2014/main" id="{CCBB8363-5138-9C54-BF8D-568E413370C8}"/>
              </a:ext>
            </a:extLst>
          </p:cNvPr>
          <p:cNvSpPr txBox="1"/>
          <p:nvPr/>
        </p:nvSpPr>
        <p:spPr>
          <a:xfrm>
            <a:off x="5446250" y="5520644"/>
            <a:ext cx="1299500" cy="369332"/>
          </a:xfrm>
          <a:prstGeom prst="rect">
            <a:avLst/>
          </a:prstGeom>
          <a:noFill/>
        </p:spPr>
        <p:txBody>
          <a:bodyPr wrap="square" rtlCol="0">
            <a:spAutoFit/>
          </a:bodyPr>
          <a:lstStyle>
            <a:defPPr>
              <a:defRPr lang="zh-CN"/>
            </a:defPPr>
            <a:lvl1pPr algn="ctr">
              <a:defRPr>
                <a:solidFill>
                  <a:schemeClr val="accent1">
                    <a:lumMod val="20000"/>
                    <a:lumOff val="80000"/>
                  </a:schemeClr>
                </a:solidFill>
                <a:latin typeface="+mj-ea"/>
                <a:ea typeface="+mj-ea"/>
              </a:defRPr>
            </a:lvl1pPr>
          </a:lstStyle>
          <a:p>
            <a:pPr algn="dist"/>
            <a:r>
              <a:rPr lang="zh-CN" altLang="en-US" dirty="0">
                <a:solidFill>
                  <a:schemeClr val="accent1"/>
                </a:solidFill>
                <a:effectLst>
                  <a:reflection blurRad="88900" stA="55000" endA="300" endPos="45500" dist="38100" dir="5400000" sy="-100000" algn="bl" rotWithShape="0"/>
                </a:effectLst>
                <a:latin typeface="思源黑体 CN Medium" panose="020B0600000000000000" pitchFamily="34" charset="-122"/>
                <a:ea typeface="思源黑体 CN Medium" panose="020B0600000000000000" pitchFamily="34" charset="-122"/>
              </a:rPr>
              <a:t>执行计划</a:t>
            </a:r>
          </a:p>
        </p:txBody>
      </p:sp>
      <p:sp>
        <p:nvSpPr>
          <p:cNvPr id="155" name="文本框 154">
            <a:extLst>
              <a:ext uri="{FF2B5EF4-FFF2-40B4-BE49-F238E27FC236}">
                <a16:creationId xmlns:a16="http://schemas.microsoft.com/office/drawing/2014/main" id="{097FA0D2-F948-6AEA-2D21-A0322E994799}"/>
              </a:ext>
            </a:extLst>
          </p:cNvPr>
          <p:cNvSpPr txBox="1"/>
          <p:nvPr/>
        </p:nvSpPr>
        <p:spPr>
          <a:xfrm>
            <a:off x="4371546" y="3827190"/>
            <a:ext cx="3404458" cy="369332"/>
          </a:xfrm>
          <a:prstGeom prst="rect">
            <a:avLst/>
          </a:prstGeom>
          <a:noFill/>
        </p:spPr>
        <p:txBody>
          <a:bodyPr wrap="square" rtlCol="0">
            <a:spAutoFit/>
          </a:bodyPr>
          <a:lstStyle/>
          <a:p>
            <a:pPr algn="ctr"/>
            <a:r>
              <a:rPr lang="zh-CN" altLang="en-US" dirty="0">
                <a:solidFill>
                  <a:schemeClr val="accent1"/>
                </a:solidFill>
                <a:latin typeface="思源黑体 CN Medium" panose="020B0600000000000000" pitchFamily="34" charset="-122"/>
                <a:ea typeface="思源黑体 CN Medium" panose="020B0600000000000000" pitchFamily="34" charset="-122"/>
              </a:rPr>
              <a:t>节电系统产品组合核心点</a:t>
            </a:r>
          </a:p>
        </p:txBody>
      </p:sp>
      <p:grpSp>
        <p:nvGrpSpPr>
          <p:cNvPr id="136" name="组合 135">
            <a:extLst>
              <a:ext uri="{FF2B5EF4-FFF2-40B4-BE49-F238E27FC236}">
                <a16:creationId xmlns:a16="http://schemas.microsoft.com/office/drawing/2014/main" id="{4CAE607A-1DC9-5B09-E073-525D9A342A92}"/>
              </a:ext>
            </a:extLst>
          </p:cNvPr>
          <p:cNvGrpSpPr/>
          <p:nvPr/>
        </p:nvGrpSpPr>
        <p:grpSpPr>
          <a:xfrm>
            <a:off x="4901653" y="1054848"/>
            <a:ext cx="2388694" cy="852638"/>
            <a:chOff x="4901653" y="1092948"/>
            <a:chExt cx="2388694" cy="852638"/>
          </a:xfrm>
        </p:grpSpPr>
        <p:sp>
          <p:nvSpPr>
            <p:cNvPr id="137" name="文本框 136">
              <a:extLst>
                <a:ext uri="{FF2B5EF4-FFF2-40B4-BE49-F238E27FC236}">
                  <a16:creationId xmlns:a16="http://schemas.microsoft.com/office/drawing/2014/main" id="{33241D9E-7010-D536-170F-7E81369B8614}"/>
                </a:ext>
              </a:extLst>
            </p:cNvPr>
            <p:cNvSpPr txBox="1"/>
            <p:nvPr/>
          </p:nvSpPr>
          <p:spPr>
            <a:xfrm>
              <a:off x="4901653" y="1637809"/>
              <a:ext cx="2388694" cy="307777"/>
            </a:xfrm>
            <a:prstGeom prst="rect">
              <a:avLst/>
            </a:prstGeom>
            <a:noFill/>
          </p:spPr>
          <p:txBody>
            <a:bodyPr wrap="square" rtlCol="0">
              <a:spAutoFit/>
            </a:bodyPr>
            <a:lstStyle/>
            <a:p>
              <a:pPr algn="ctr"/>
              <a:r>
                <a:rPr lang="zh-CN" altLang="en-US" sz="1400" dirty="0">
                  <a:solidFill>
                    <a:schemeClr val="accent1"/>
                  </a:solidFill>
                  <a:latin typeface="思源黑体 CN Medium" panose="020B0600000000000000" pitchFamily="34" charset="-122"/>
                  <a:ea typeface="思源黑体 CN Medium" panose="020B0600000000000000" pitchFamily="34" charset="-122"/>
                </a:rPr>
                <a:t>产品在节能中的位置</a:t>
              </a:r>
            </a:p>
          </p:txBody>
        </p:sp>
        <p:sp>
          <p:nvSpPr>
            <p:cNvPr id="138" name="六边形 137">
              <a:extLst>
                <a:ext uri="{FF2B5EF4-FFF2-40B4-BE49-F238E27FC236}">
                  <a16:creationId xmlns:a16="http://schemas.microsoft.com/office/drawing/2014/main" id="{DADD7B30-3484-42C6-B608-27CB47D9D5BB}"/>
                </a:ext>
              </a:extLst>
            </p:cNvPr>
            <p:cNvSpPr/>
            <p:nvPr/>
          </p:nvSpPr>
          <p:spPr>
            <a:xfrm>
              <a:off x="4928892" y="1092948"/>
              <a:ext cx="2334217" cy="468000"/>
            </a:xfrm>
            <a:prstGeom prst="hexagon">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1">
                      <a:lumMod val="75000"/>
                    </a:schemeClr>
                  </a:solidFill>
                  <a:latin typeface="思源黑体 CN Bold" panose="020B0800000000000000" pitchFamily="34" charset="-122"/>
                  <a:ea typeface="思源黑体 CN Bold" panose="020B0800000000000000" pitchFamily="34" charset="-122"/>
                </a:rPr>
                <a:t>节能减排的目标</a:t>
              </a:r>
            </a:p>
          </p:txBody>
        </p:sp>
      </p:grpSp>
      <p:sp>
        <p:nvSpPr>
          <p:cNvPr id="5" name="矩形: 圆角 4">
            <a:extLst>
              <a:ext uri="{FF2B5EF4-FFF2-40B4-BE49-F238E27FC236}">
                <a16:creationId xmlns:a16="http://schemas.microsoft.com/office/drawing/2014/main" id="{5C53A384-4CAA-EAA6-F82E-879B3246375B}"/>
              </a:ext>
            </a:extLst>
          </p:cNvPr>
          <p:cNvSpPr/>
          <p:nvPr/>
        </p:nvSpPr>
        <p:spPr>
          <a:xfrm>
            <a:off x="4802747" y="2651766"/>
            <a:ext cx="2586507" cy="893458"/>
          </a:xfrm>
          <a:prstGeom prst="roundRect">
            <a:avLst/>
          </a:prstGeom>
          <a:noFill/>
          <a:ln w="6350">
            <a:gradFill>
              <a:gsLst>
                <a:gs pos="15000">
                  <a:schemeClr val="accent1"/>
                </a:gs>
                <a:gs pos="89000">
                  <a:schemeClr val="accent1">
                    <a:lumMod val="20000"/>
                    <a:lumOff val="80000"/>
                    <a:alpha val="0"/>
                  </a:schemeClr>
                </a:gs>
              </a:gsLst>
              <a:lin ang="5400000" scaled="0"/>
            </a:gradFill>
            <a:prstDash val="sysDash"/>
          </a:ln>
          <a:effectLst>
            <a:outerShdw blurRad="381000" dist="3175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00">
              <a:solidFill>
                <a:srgbClr val="171624"/>
              </a:solidFill>
              <a:latin typeface="思源黑体 CN Regular" panose="020B0500000000000000" pitchFamily="34" charset="-122"/>
              <a:ea typeface="思源黑体 CN Regular" panose="020B0500000000000000" pitchFamily="34" charset="-122"/>
            </a:endParaRPr>
          </a:p>
        </p:txBody>
      </p:sp>
      <p:sp>
        <p:nvSpPr>
          <p:cNvPr id="4" name="六边形 3">
            <a:extLst>
              <a:ext uri="{FF2B5EF4-FFF2-40B4-BE49-F238E27FC236}">
                <a16:creationId xmlns:a16="http://schemas.microsoft.com/office/drawing/2014/main" id="{DCC8483E-E794-8D9A-1860-8DF5A424D9FE}"/>
              </a:ext>
            </a:extLst>
          </p:cNvPr>
          <p:cNvSpPr/>
          <p:nvPr/>
        </p:nvSpPr>
        <p:spPr>
          <a:xfrm>
            <a:off x="5179619" y="2471297"/>
            <a:ext cx="1832762" cy="358572"/>
          </a:xfrm>
          <a:prstGeom prst="hexagon">
            <a:avLst/>
          </a:prstGeom>
          <a:gradFill flip="none" rotWithShape="1">
            <a:gsLst>
              <a:gs pos="0">
                <a:schemeClr val="accent2">
                  <a:lumMod val="60000"/>
                  <a:lumOff val="40000"/>
                </a:schemeClr>
              </a:gs>
              <a:gs pos="100000">
                <a:schemeClr val="accent2"/>
              </a:gs>
            </a:gsLst>
            <a:lin ang="5400000" scaled="1"/>
            <a:tileRect/>
          </a:gradFill>
          <a:ln>
            <a:noFill/>
          </a:ln>
          <a:effectLst>
            <a:outerShdw blurRad="317500" dist="88900" dir="2700000" sx="99000" sy="99000" algn="tl"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FFFFFF"/>
                </a:solidFill>
                <a:latin typeface="思源黑体 CN Medium" panose="020B0600000000000000" pitchFamily="34" charset="-122"/>
                <a:ea typeface="思源黑体 CN Medium" panose="020B0600000000000000" pitchFamily="34" charset="-122"/>
              </a:rPr>
              <a:t>节电产品的分析</a:t>
            </a:r>
          </a:p>
        </p:txBody>
      </p:sp>
      <p:sp>
        <p:nvSpPr>
          <p:cNvPr id="6" name="文本框 5">
            <a:extLst>
              <a:ext uri="{FF2B5EF4-FFF2-40B4-BE49-F238E27FC236}">
                <a16:creationId xmlns:a16="http://schemas.microsoft.com/office/drawing/2014/main" id="{E7102614-CC6B-6299-0C61-455D1BBB2B6C}"/>
              </a:ext>
            </a:extLst>
          </p:cNvPr>
          <p:cNvSpPr txBox="1"/>
          <p:nvPr/>
        </p:nvSpPr>
        <p:spPr>
          <a:xfrm>
            <a:off x="5176603" y="2963620"/>
            <a:ext cx="1838794" cy="523220"/>
          </a:xfrm>
          <a:prstGeom prst="rect">
            <a:avLst/>
          </a:prstGeom>
          <a:noFill/>
        </p:spPr>
        <p:txBody>
          <a:bodyPr wrap="square" rtlCol="0">
            <a:spAutoFit/>
          </a:bodyPr>
          <a:lstStyle/>
          <a:p>
            <a:pPr algn="ctr"/>
            <a:r>
              <a:rPr lang="zh-CN" altLang="en-US" sz="1400" dirty="0">
                <a:solidFill>
                  <a:schemeClr val="accent1">
                    <a:lumMod val="50000"/>
                  </a:schemeClr>
                </a:solidFill>
                <a:latin typeface="思源黑体 CN Medium" panose="020B0600000000000000" pitchFamily="34" charset="-122"/>
                <a:ea typeface="思源黑体 CN Medium" panose="020B0600000000000000" pitchFamily="34" charset="-122"/>
              </a:rPr>
              <a:t>产品特点与用户特性</a:t>
            </a:r>
            <a:endParaRPr lang="en-US" altLang="zh-CN" sz="1400" dirty="0">
              <a:solidFill>
                <a:schemeClr val="accent1">
                  <a:lumMod val="50000"/>
                </a:schemeClr>
              </a:solidFill>
              <a:latin typeface="思源黑体 CN Medium" panose="020B0600000000000000" pitchFamily="34" charset="-122"/>
              <a:ea typeface="思源黑体 CN Medium" panose="020B0600000000000000" pitchFamily="34" charset="-122"/>
            </a:endParaRPr>
          </a:p>
          <a:p>
            <a:pPr algn="ctr"/>
            <a:r>
              <a:rPr lang="zh-CN" altLang="en-US" sz="1400" dirty="0">
                <a:solidFill>
                  <a:schemeClr val="accent1">
                    <a:lumMod val="50000"/>
                  </a:schemeClr>
                </a:solidFill>
                <a:latin typeface="思源黑体 CN Medium" panose="020B0600000000000000" pitchFamily="34" charset="-122"/>
                <a:ea typeface="思源黑体 CN Medium" panose="020B0600000000000000" pitchFamily="34" charset="-122"/>
              </a:rPr>
              <a:t>相结合的模式</a:t>
            </a:r>
          </a:p>
        </p:txBody>
      </p:sp>
      <p:sp>
        <p:nvSpPr>
          <p:cNvPr id="7" name="矩形: 圆角 6">
            <a:extLst>
              <a:ext uri="{FF2B5EF4-FFF2-40B4-BE49-F238E27FC236}">
                <a16:creationId xmlns:a16="http://schemas.microsoft.com/office/drawing/2014/main" id="{69D4AAB5-951C-2A58-FC7F-68EF73CC6B7D}"/>
              </a:ext>
            </a:extLst>
          </p:cNvPr>
          <p:cNvSpPr/>
          <p:nvPr/>
        </p:nvSpPr>
        <p:spPr>
          <a:xfrm>
            <a:off x="7684839" y="2521140"/>
            <a:ext cx="2586507" cy="893458"/>
          </a:xfrm>
          <a:prstGeom prst="roundRect">
            <a:avLst/>
          </a:prstGeom>
          <a:noFill/>
          <a:ln w="6350">
            <a:gradFill>
              <a:gsLst>
                <a:gs pos="15000">
                  <a:schemeClr val="accent1"/>
                </a:gs>
                <a:gs pos="89000">
                  <a:schemeClr val="accent1">
                    <a:lumMod val="20000"/>
                    <a:lumOff val="80000"/>
                    <a:alpha val="0"/>
                  </a:schemeClr>
                </a:gs>
              </a:gsLst>
              <a:lin ang="5400000" scaled="0"/>
            </a:gradFill>
            <a:prstDash val="sysDash"/>
          </a:ln>
          <a:effectLst>
            <a:outerShdw blurRad="381000" dist="3175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00">
              <a:solidFill>
                <a:srgbClr val="171624"/>
              </a:solidFill>
              <a:latin typeface="思源黑体 CN Regular" panose="020B0500000000000000" pitchFamily="34" charset="-122"/>
              <a:ea typeface="思源黑体 CN Regular" panose="020B0500000000000000" pitchFamily="34" charset="-122"/>
            </a:endParaRPr>
          </a:p>
        </p:txBody>
      </p:sp>
      <p:sp>
        <p:nvSpPr>
          <p:cNvPr id="8" name="六边形 7">
            <a:extLst>
              <a:ext uri="{FF2B5EF4-FFF2-40B4-BE49-F238E27FC236}">
                <a16:creationId xmlns:a16="http://schemas.microsoft.com/office/drawing/2014/main" id="{1FC68F8F-7736-2D6D-ED03-146B53873538}"/>
              </a:ext>
            </a:extLst>
          </p:cNvPr>
          <p:cNvSpPr/>
          <p:nvPr/>
        </p:nvSpPr>
        <p:spPr>
          <a:xfrm>
            <a:off x="8061711" y="2340671"/>
            <a:ext cx="1832762" cy="358572"/>
          </a:xfrm>
          <a:prstGeom prst="hexagon">
            <a:avLst/>
          </a:prstGeom>
          <a:gradFill flip="none" rotWithShape="1">
            <a:gsLst>
              <a:gs pos="0">
                <a:schemeClr val="accent2">
                  <a:lumMod val="60000"/>
                  <a:lumOff val="40000"/>
                </a:schemeClr>
              </a:gs>
              <a:gs pos="100000">
                <a:schemeClr val="accent2"/>
              </a:gs>
            </a:gsLst>
            <a:lin ang="5400000" scaled="1"/>
            <a:tileRect/>
          </a:gradFill>
          <a:ln>
            <a:noFill/>
          </a:ln>
          <a:effectLst>
            <a:outerShdw blurRad="317500" dist="88900" dir="2700000" sx="99000" sy="99000" algn="tl"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FFFFFF"/>
                </a:solidFill>
                <a:latin typeface="思源黑体 CN Medium" panose="020B0600000000000000" pitchFamily="34" charset="-122"/>
                <a:ea typeface="思源黑体 CN Medium" panose="020B0600000000000000" pitchFamily="34" charset="-122"/>
              </a:rPr>
              <a:t>用户设备的分析</a:t>
            </a:r>
          </a:p>
        </p:txBody>
      </p:sp>
      <p:sp>
        <p:nvSpPr>
          <p:cNvPr id="14" name="文本框 13">
            <a:extLst>
              <a:ext uri="{FF2B5EF4-FFF2-40B4-BE49-F238E27FC236}">
                <a16:creationId xmlns:a16="http://schemas.microsoft.com/office/drawing/2014/main" id="{A34734AA-410F-1B1C-9FAC-0B9C08575ABC}"/>
              </a:ext>
            </a:extLst>
          </p:cNvPr>
          <p:cNvSpPr txBox="1"/>
          <p:nvPr/>
        </p:nvSpPr>
        <p:spPr>
          <a:xfrm>
            <a:off x="8058695" y="2832994"/>
            <a:ext cx="1838794" cy="523220"/>
          </a:xfrm>
          <a:prstGeom prst="rect">
            <a:avLst/>
          </a:prstGeom>
          <a:noFill/>
        </p:spPr>
        <p:txBody>
          <a:bodyPr wrap="square" rtlCol="0">
            <a:spAutoFit/>
          </a:bodyPr>
          <a:lstStyle/>
          <a:p>
            <a:pPr algn="ctr"/>
            <a:r>
              <a:rPr lang="zh-CN" altLang="en-US" sz="1400" dirty="0">
                <a:solidFill>
                  <a:schemeClr val="accent1">
                    <a:lumMod val="50000"/>
                  </a:schemeClr>
                </a:solidFill>
                <a:latin typeface="思源黑体 CN Medium" panose="020B0600000000000000" pitchFamily="34" charset="-122"/>
                <a:ea typeface="思源黑体 CN Medium" panose="020B0600000000000000" pitchFamily="34" charset="-122"/>
              </a:rPr>
              <a:t>设备情况的</a:t>
            </a:r>
          </a:p>
          <a:p>
            <a:pPr algn="ctr"/>
            <a:r>
              <a:rPr lang="zh-CN" altLang="en-US" sz="1400" dirty="0">
                <a:solidFill>
                  <a:schemeClr val="accent1">
                    <a:lumMod val="50000"/>
                  </a:schemeClr>
                </a:solidFill>
                <a:latin typeface="思源黑体 CN Medium" panose="020B0600000000000000" pitchFamily="34" charset="-122"/>
                <a:ea typeface="思源黑体 CN Medium" panose="020B0600000000000000" pitchFamily="34" charset="-122"/>
              </a:rPr>
              <a:t>汇总及分析</a:t>
            </a:r>
          </a:p>
        </p:txBody>
      </p:sp>
      <p:sp>
        <p:nvSpPr>
          <p:cNvPr id="15" name="矩形: 圆角 14">
            <a:extLst>
              <a:ext uri="{FF2B5EF4-FFF2-40B4-BE49-F238E27FC236}">
                <a16:creationId xmlns:a16="http://schemas.microsoft.com/office/drawing/2014/main" id="{1EC409F6-46DA-A99A-D294-7D89336CD1C3}"/>
              </a:ext>
            </a:extLst>
          </p:cNvPr>
          <p:cNvSpPr/>
          <p:nvPr/>
        </p:nvSpPr>
        <p:spPr>
          <a:xfrm>
            <a:off x="1920655" y="2521140"/>
            <a:ext cx="2586507" cy="893458"/>
          </a:xfrm>
          <a:prstGeom prst="roundRect">
            <a:avLst/>
          </a:prstGeom>
          <a:noFill/>
          <a:ln w="6350">
            <a:gradFill>
              <a:gsLst>
                <a:gs pos="15000">
                  <a:schemeClr val="accent1"/>
                </a:gs>
                <a:gs pos="89000">
                  <a:schemeClr val="accent1">
                    <a:lumMod val="20000"/>
                    <a:lumOff val="80000"/>
                    <a:alpha val="0"/>
                  </a:schemeClr>
                </a:gs>
              </a:gsLst>
              <a:lin ang="5400000" scaled="0"/>
            </a:gradFill>
            <a:prstDash val="sysDash"/>
          </a:ln>
          <a:effectLst>
            <a:outerShdw blurRad="381000" dist="317500" dir="27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200">
              <a:solidFill>
                <a:srgbClr val="171624"/>
              </a:solidFill>
              <a:latin typeface="思源黑体 CN Regular" panose="020B0500000000000000" pitchFamily="34" charset="-122"/>
              <a:ea typeface="思源黑体 CN Regular" panose="020B0500000000000000" pitchFamily="34" charset="-122"/>
            </a:endParaRPr>
          </a:p>
        </p:txBody>
      </p:sp>
      <p:sp>
        <p:nvSpPr>
          <p:cNvPr id="16" name="六边形 15">
            <a:extLst>
              <a:ext uri="{FF2B5EF4-FFF2-40B4-BE49-F238E27FC236}">
                <a16:creationId xmlns:a16="http://schemas.microsoft.com/office/drawing/2014/main" id="{00E6F897-2809-C4BA-F144-48827B67C788}"/>
              </a:ext>
            </a:extLst>
          </p:cNvPr>
          <p:cNvSpPr/>
          <p:nvPr/>
        </p:nvSpPr>
        <p:spPr>
          <a:xfrm>
            <a:off x="2297527" y="2340671"/>
            <a:ext cx="1832762" cy="358572"/>
          </a:xfrm>
          <a:prstGeom prst="hexagon">
            <a:avLst/>
          </a:prstGeom>
          <a:gradFill flip="none" rotWithShape="1">
            <a:gsLst>
              <a:gs pos="0">
                <a:schemeClr val="accent2">
                  <a:lumMod val="60000"/>
                  <a:lumOff val="40000"/>
                </a:schemeClr>
              </a:gs>
              <a:gs pos="100000">
                <a:schemeClr val="accent2"/>
              </a:gs>
            </a:gsLst>
            <a:lin ang="5400000" scaled="1"/>
            <a:tileRect/>
          </a:gradFill>
          <a:ln>
            <a:noFill/>
          </a:ln>
          <a:effectLst>
            <a:outerShdw blurRad="317500" dist="88900" dir="2700000" sx="99000" sy="99000" algn="tl"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FFFFFF"/>
                </a:solidFill>
                <a:latin typeface="思源黑体 CN Medium" panose="020B0600000000000000" pitchFamily="34" charset="-122"/>
                <a:ea typeface="思源黑体 CN Medium" panose="020B0600000000000000" pitchFamily="34" charset="-122"/>
              </a:rPr>
              <a:t>用电环境的分析</a:t>
            </a:r>
          </a:p>
        </p:txBody>
      </p:sp>
      <p:sp>
        <p:nvSpPr>
          <p:cNvPr id="17" name="文本框 16">
            <a:extLst>
              <a:ext uri="{FF2B5EF4-FFF2-40B4-BE49-F238E27FC236}">
                <a16:creationId xmlns:a16="http://schemas.microsoft.com/office/drawing/2014/main" id="{F73C8836-0FA0-D09A-2C8D-A51783DE3100}"/>
              </a:ext>
            </a:extLst>
          </p:cNvPr>
          <p:cNvSpPr txBox="1"/>
          <p:nvPr/>
        </p:nvSpPr>
        <p:spPr>
          <a:xfrm>
            <a:off x="2294511" y="2832994"/>
            <a:ext cx="1838794" cy="523220"/>
          </a:xfrm>
          <a:prstGeom prst="rect">
            <a:avLst/>
          </a:prstGeom>
          <a:noFill/>
        </p:spPr>
        <p:txBody>
          <a:bodyPr wrap="square" rtlCol="0">
            <a:spAutoFit/>
          </a:bodyPr>
          <a:lstStyle/>
          <a:p>
            <a:pPr algn="ctr"/>
            <a:r>
              <a:rPr lang="zh-CN" altLang="en-US" sz="1400" dirty="0">
                <a:solidFill>
                  <a:schemeClr val="accent1">
                    <a:lumMod val="50000"/>
                  </a:schemeClr>
                </a:solidFill>
                <a:latin typeface="思源黑体 CN Medium" panose="020B0600000000000000" pitchFamily="34" charset="-122"/>
                <a:ea typeface="思源黑体 CN Medium" panose="020B0600000000000000" pitchFamily="34" charset="-122"/>
              </a:rPr>
              <a:t>产品核心价值与</a:t>
            </a:r>
          </a:p>
          <a:p>
            <a:pPr algn="ctr"/>
            <a:r>
              <a:rPr lang="zh-CN" altLang="en-US" sz="1400" dirty="0">
                <a:solidFill>
                  <a:schemeClr val="accent1">
                    <a:lumMod val="50000"/>
                  </a:schemeClr>
                </a:solidFill>
                <a:latin typeface="思源黑体 CN Medium" panose="020B0600000000000000" pitchFamily="34" charset="-122"/>
                <a:ea typeface="思源黑体 CN Medium" panose="020B0600000000000000" pitchFamily="34" charset="-122"/>
              </a:rPr>
              <a:t>用电环境的契合点</a:t>
            </a:r>
          </a:p>
        </p:txBody>
      </p:sp>
      <p:grpSp>
        <p:nvGrpSpPr>
          <p:cNvPr id="32" name="组合 31">
            <a:extLst>
              <a:ext uri="{FF2B5EF4-FFF2-40B4-BE49-F238E27FC236}">
                <a16:creationId xmlns:a16="http://schemas.microsoft.com/office/drawing/2014/main" id="{E4453DF7-5EB4-BC6D-0987-19A8CEDB448C}"/>
              </a:ext>
            </a:extLst>
          </p:cNvPr>
          <p:cNvGrpSpPr>
            <a:grpSpLocks noChangeAspect="1"/>
          </p:cNvGrpSpPr>
          <p:nvPr/>
        </p:nvGrpSpPr>
        <p:grpSpPr>
          <a:xfrm>
            <a:off x="4332495" y="3728079"/>
            <a:ext cx="411573" cy="1008000"/>
            <a:chOff x="2285877" y="2321655"/>
            <a:chExt cx="270510" cy="662517"/>
          </a:xfrm>
        </p:grpSpPr>
        <p:cxnSp>
          <p:nvCxnSpPr>
            <p:cNvPr id="33" name="直接连接符 32">
              <a:extLst>
                <a:ext uri="{FF2B5EF4-FFF2-40B4-BE49-F238E27FC236}">
                  <a16:creationId xmlns:a16="http://schemas.microsoft.com/office/drawing/2014/main" id="{CE2FC39F-7D86-5035-FAE1-B5CBA8360313}"/>
                </a:ext>
              </a:extLst>
            </p:cNvPr>
            <p:cNvCxnSpPr>
              <a:cxnSpLocks/>
            </p:cNvCxnSpPr>
            <p:nvPr/>
          </p:nvCxnSpPr>
          <p:spPr>
            <a:xfrm>
              <a:off x="2428204" y="2321655"/>
              <a:ext cx="0" cy="612000"/>
            </a:xfrm>
            <a:prstGeom prst="line">
              <a:avLst/>
            </a:prstGeom>
            <a:ln w="15875" cap="rnd">
              <a:gradFill>
                <a:gsLst>
                  <a:gs pos="0">
                    <a:schemeClr val="accent1"/>
                  </a:gs>
                  <a:gs pos="100000">
                    <a:schemeClr val="accent1">
                      <a:lumMod val="30000"/>
                      <a:lumOff val="70000"/>
                      <a:alpha val="0"/>
                    </a:schemeClr>
                  </a:gs>
                </a:gsLst>
                <a:lin ang="5400000" scaled="1"/>
              </a:gra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C6455792-4A4F-7CC4-5D56-6853FB40928B}"/>
                </a:ext>
              </a:extLst>
            </p:cNvPr>
            <p:cNvCxnSpPr>
              <a:cxnSpLocks/>
            </p:cNvCxnSpPr>
            <p:nvPr/>
          </p:nvCxnSpPr>
          <p:spPr>
            <a:xfrm>
              <a:off x="2285877" y="2407680"/>
              <a:ext cx="0" cy="384328"/>
            </a:xfrm>
            <a:prstGeom prst="line">
              <a:avLst/>
            </a:prstGeom>
            <a:ln w="19050" cap="rnd">
              <a:gradFill>
                <a:gsLst>
                  <a:gs pos="0">
                    <a:schemeClr val="accent1"/>
                  </a:gs>
                  <a:gs pos="100000">
                    <a:schemeClr val="accent1">
                      <a:lumMod val="30000"/>
                      <a:lumOff val="70000"/>
                      <a:alpha val="0"/>
                    </a:schemeClr>
                  </a:gs>
                </a:gsLst>
                <a:lin ang="5400000" scaled="1"/>
              </a:gradFill>
              <a:prstDash val="sysDot"/>
              <a:headEnd type="stealth"/>
              <a:tailEnd type="none"/>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ED58F0ED-E8C9-D5BE-4C35-1EA6A70D3AFF}"/>
                </a:ext>
              </a:extLst>
            </p:cNvPr>
            <p:cNvCxnSpPr>
              <a:cxnSpLocks/>
            </p:cNvCxnSpPr>
            <p:nvPr/>
          </p:nvCxnSpPr>
          <p:spPr>
            <a:xfrm>
              <a:off x="2556387" y="2599844"/>
              <a:ext cx="0" cy="384328"/>
            </a:xfrm>
            <a:prstGeom prst="line">
              <a:avLst/>
            </a:prstGeom>
            <a:ln w="19050" cap="rnd">
              <a:gradFill>
                <a:gsLst>
                  <a:gs pos="0">
                    <a:schemeClr val="accent1"/>
                  </a:gs>
                  <a:gs pos="100000">
                    <a:schemeClr val="accent1">
                      <a:lumMod val="30000"/>
                      <a:lumOff val="70000"/>
                      <a:alpha val="0"/>
                    </a:schemeClr>
                  </a:gs>
                </a:gsLst>
                <a:lin ang="5400000" scaled="1"/>
              </a:gradFill>
              <a:prstDash val="sysDot"/>
              <a:headEnd type="stealth"/>
              <a:tailEnd type="none"/>
            </a:ln>
          </p:spPr>
          <p:style>
            <a:lnRef idx="1">
              <a:schemeClr val="accent1"/>
            </a:lnRef>
            <a:fillRef idx="0">
              <a:schemeClr val="accent1"/>
            </a:fillRef>
            <a:effectRef idx="0">
              <a:schemeClr val="accent1"/>
            </a:effectRef>
            <a:fontRef idx="minor">
              <a:schemeClr val="tx1"/>
            </a:fontRef>
          </p:style>
        </p:cxnSp>
      </p:grpSp>
      <p:grpSp>
        <p:nvGrpSpPr>
          <p:cNvPr id="40" name="组合 39">
            <a:extLst>
              <a:ext uri="{FF2B5EF4-FFF2-40B4-BE49-F238E27FC236}">
                <a16:creationId xmlns:a16="http://schemas.microsoft.com/office/drawing/2014/main" id="{655BA191-4729-434C-5706-8F01922028BD}"/>
              </a:ext>
            </a:extLst>
          </p:cNvPr>
          <p:cNvGrpSpPr>
            <a:grpSpLocks noChangeAspect="1"/>
          </p:cNvGrpSpPr>
          <p:nvPr/>
        </p:nvGrpSpPr>
        <p:grpSpPr>
          <a:xfrm flipH="1">
            <a:off x="7519994" y="3728079"/>
            <a:ext cx="411573" cy="1008000"/>
            <a:chOff x="2285877" y="2321655"/>
            <a:chExt cx="270510" cy="662517"/>
          </a:xfrm>
        </p:grpSpPr>
        <p:cxnSp>
          <p:nvCxnSpPr>
            <p:cNvPr id="41" name="直接连接符 40">
              <a:extLst>
                <a:ext uri="{FF2B5EF4-FFF2-40B4-BE49-F238E27FC236}">
                  <a16:creationId xmlns:a16="http://schemas.microsoft.com/office/drawing/2014/main" id="{056CB389-39E3-FBAE-7B75-D403645531F9}"/>
                </a:ext>
              </a:extLst>
            </p:cNvPr>
            <p:cNvCxnSpPr>
              <a:cxnSpLocks/>
            </p:cNvCxnSpPr>
            <p:nvPr/>
          </p:nvCxnSpPr>
          <p:spPr>
            <a:xfrm>
              <a:off x="2428204" y="2321655"/>
              <a:ext cx="0" cy="612000"/>
            </a:xfrm>
            <a:prstGeom prst="line">
              <a:avLst/>
            </a:prstGeom>
            <a:ln w="15875" cap="rnd">
              <a:gradFill>
                <a:gsLst>
                  <a:gs pos="0">
                    <a:schemeClr val="accent1"/>
                  </a:gs>
                  <a:gs pos="100000">
                    <a:schemeClr val="accent1">
                      <a:lumMod val="30000"/>
                      <a:lumOff val="70000"/>
                      <a:alpha val="0"/>
                    </a:schemeClr>
                  </a:gs>
                </a:gsLst>
                <a:lin ang="5400000" scaled="1"/>
              </a:gra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B46AA232-77B9-A70D-FDFE-AF3DF933919A}"/>
                </a:ext>
              </a:extLst>
            </p:cNvPr>
            <p:cNvCxnSpPr>
              <a:cxnSpLocks/>
            </p:cNvCxnSpPr>
            <p:nvPr/>
          </p:nvCxnSpPr>
          <p:spPr>
            <a:xfrm>
              <a:off x="2285877" y="2407680"/>
              <a:ext cx="0" cy="384328"/>
            </a:xfrm>
            <a:prstGeom prst="line">
              <a:avLst/>
            </a:prstGeom>
            <a:ln w="19050" cap="rnd">
              <a:gradFill>
                <a:gsLst>
                  <a:gs pos="0">
                    <a:schemeClr val="accent1"/>
                  </a:gs>
                  <a:gs pos="100000">
                    <a:schemeClr val="accent1">
                      <a:lumMod val="30000"/>
                      <a:lumOff val="70000"/>
                      <a:alpha val="0"/>
                    </a:schemeClr>
                  </a:gs>
                </a:gsLst>
                <a:lin ang="5400000" scaled="1"/>
              </a:gradFill>
              <a:prstDash val="sysDot"/>
              <a:headEnd type="stealth"/>
              <a:tailEnd type="none"/>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81F8360D-C49D-835B-9237-6AE7EE8FD589}"/>
                </a:ext>
              </a:extLst>
            </p:cNvPr>
            <p:cNvCxnSpPr>
              <a:cxnSpLocks/>
            </p:cNvCxnSpPr>
            <p:nvPr/>
          </p:nvCxnSpPr>
          <p:spPr>
            <a:xfrm>
              <a:off x="2556387" y="2599844"/>
              <a:ext cx="0" cy="384328"/>
            </a:xfrm>
            <a:prstGeom prst="line">
              <a:avLst/>
            </a:prstGeom>
            <a:ln w="19050" cap="rnd">
              <a:gradFill>
                <a:gsLst>
                  <a:gs pos="0">
                    <a:schemeClr val="accent1"/>
                  </a:gs>
                  <a:gs pos="100000">
                    <a:schemeClr val="accent1">
                      <a:lumMod val="30000"/>
                      <a:lumOff val="70000"/>
                      <a:alpha val="0"/>
                    </a:schemeClr>
                  </a:gs>
                </a:gsLst>
                <a:lin ang="5400000" scaled="1"/>
              </a:gradFill>
              <a:prstDash val="sysDot"/>
              <a:headEnd type="stealth"/>
              <a:tailEnd type="none"/>
            </a:ln>
          </p:spPr>
          <p:style>
            <a:lnRef idx="1">
              <a:schemeClr val="accent1"/>
            </a:lnRef>
            <a:fillRef idx="0">
              <a:schemeClr val="accent1"/>
            </a:fillRef>
            <a:effectRef idx="0">
              <a:schemeClr val="accent1"/>
            </a:effectRef>
            <a:fontRef idx="minor">
              <a:schemeClr val="tx1"/>
            </a:fontRef>
          </p:style>
        </p:cxnSp>
      </p:grpSp>
      <p:grpSp>
        <p:nvGrpSpPr>
          <p:cNvPr id="60" name="组合 59">
            <a:extLst>
              <a:ext uri="{FF2B5EF4-FFF2-40B4-BE49-F238E27FC236}">
                <a16:creationId xmlns:a16="http://schemas.microsoft.com/office/drawing/2014/main" id="{5ECDADB4-9453-CD18-F5E6-03DEAA3DF4D9}"/>
              </a:ext>
            </a:extLst>
          </p:cNvPr>
          <p:cNvGrpSpPr/>
          <p:nvPr/>
        </p:nvGrpSpPr>
        <p:grpSpPr>
          <a:xfrm>
            <a:off x="4377650" y="2050219"/>
            <a:ext cx="3436700" cy="838361"/>
            <a:chOff x="4357789" y="2124895"/>
            <a:chExt cx="3436700" cy="838361"/>
          </a:xfrm>
        </p:grpSpPr>
        <p:grpSp>
          <p:nvGrpSpPr>
            <p:cNvPr id="36" name="组合 35">
              <a:extLst>
                <a:ext uri="{FF2B5EF4-FFF2-40B4-BE49-F238E27FC236}">
                  <a16:creationId xmlns:a16="http://schemas.microsoft.com/office/drawing/2014/main" id="{BF8746D5-04A7-F587-0941-E5DFC580A273}"/>
                </a:ext>
              </a:extLst>
            </p:cNvPr>
            <p:cNvGrpSpPr>
              <a:grpSpLocks noChangeAspect="1"/>
            </p:cNvGrpSpPr>
            <p:nvPr/>
          </p:nvGrpSpPr>
          <p:grpSpPr>
            <a:xfrm>
              <a:off x="4357789" y="2124895"/>
              <a:ext cx="543864" cy="838361"/>
              <a:chOff x="2285877" y="2321655"/>
              <a:chExt cx="270510" cy="662517"/>
            </a:xfrm>
          </p:grpSpPr>
          <p:cxnSp>
            <p:nvCxnSpPr>
              <p:cNvPr id="37" name="直接连接符 36">
                <a:extLst>
                  <a:ext uri="{FF2B5EF4-FFF2-40B4-BE49-F238E27FC236}">
                    <a16:creationId xmlns:a16="http://schemas.microsoft.com/office/drawing/2014/main" id="{9D3149DA-06EE-7506-B8E6-B8797A7D8ED4}"/>
                  </a:ext>
                </a:extLst>
              </p:cNvPr>
              <p:cNvCxnSpPr>
                <a:cxnSpLocks/>
              </p:cNvCxnSpPr>
              <p:nvPr/>
            </p:nvCxnSpPr>
            <p:spPr>
              <a:xfrm>
                <a:off x="2428204" y="2321655"/>
                <a:ext cx="0" cy="612000"/>
              </a:xfrm>
              <a:prstGeom prst="line">
                <a:avLst/>
              </a:prstGeom>
              <a:ln w="15875" cap="rnd">
                <a:gradFill>
                  <a:gsLst>
                    <a:gs pos="0">
                      <a:schemeClr val="accent1"/>
                    </a:gs>
                    <a:gs pos="100000">
                      <a:schemeClr val="accent1">
                        <a:lumMod val="30000"/>
                        <a:lumOff val="70000"/>
                        <a:alpha val="0"/>
                      </a:schemeClr>
                    </a:gs>
                  </a:gsLst>
                  <a:lin ang="5400000" scaled="1"/>
                </a:gra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C44AE606-FB69-A5DF-6500-F9E3BF390480}"/>
                  </a:ext>
                </a:extLst>
              </p:cNvPr>
              <p:cNvCxnSpPr>
                <a:cxnSpLocks/>
              </p:cNvCxnSpPr>
              <p:nvPr/>
            </p:nvCxnSpPr>
            <p:spPr>
              <a:xfrm>
                <a:off x="2285877" y="2407680"/>
                <a:ext cx="0" cy="384328"/>
              </a:xfrm>
              <a:prstGeom prst="line">
                <a:avLst/>
              </a:prstGeom>
              <a:ln w="19050" cap="rnd">
                <a:gradFill>
                  <a:gsLst>
                    <a:gs pos="0">
                      <a:schemeClr val="accent1"/>
                    </a:gs>
                    <a:gs pos="100000">
                      <a:schemeClr val="accent1">
                        <a:lumMod val="30000"/>
                        <a:lumOff val="70000"/>
                        <a:alpha val="0"/>
                      </a:schemeClr>
                    </a:gs>
                  </a:gsLst>
                  <a:lin ang="5400000" scaled="1"/>
                </a:gradFill>
                <a:prstDash val="sysDot"/>
                <a:headEnd type="stealth"/>
                <a:tailEnd type="none"/>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10ACBDBA-710F-CA25-90C8-602B03733DE7}"/>
                  </a:ext>
                </a:extLst>
              </p:cNvPr>
              <p:cNvCxnSpPr>
                <a:cxnSpLocks/>
              </p:cNvCxnSpPr>
              <p:nvPr/>
            </p:nvCxnSpPr>
            <p:spPr>
              <a:xfrm>
                <a:off x="2556387" y="2599844"/>
                <a:ext cx="0" cy="384328"/>
              </a:xfrm>
              <a:prstGeom prst="line">
                <a:avLst/>
              </a:prstGeom>
              <a:ln w="19050" cap="rnd">
                <a:gradFill>
                  <a:gsLst>
                    <a:gs pos="0">
                      <a:schemeClr val="accent1"/>
                    </a:gs>
                    <a:gs pos="100000">
                      <a:schemeClr val="accent1">
                        <a:lumMod val="30000"/>
                        <a:lumOff val="70000"/>
                        <a:alpha val="0"/>
                      </a:schemeClr>
                    </a:gs>
                  </a:gsLst>
                  <a:lin ang="5400000" scaled="1"/>
                </a:gradFill>
                <a:prstDash val="sysDot"/>
                <a:headEnd type="stealth"/>
                <a:tailEnd type="none"/>
              </a:ln>
            </p:spPr>
            <p:style>
              <a:lnRef idx="1">
                <a:schemeClr val="accent1"/>
              </a:lnRef>
              <a:fillRef idx="0">
                <a:schemeClr val="accent1"/>
              </a:fillRef>
              <a:effectRef idx="0">
                <a:schemeClr val="accent1"/>
              </a:effectRef>
              <a:fontRef idx="minor">
                <a:schemeClr val="tx1"/>
              </a:fontRef>
            </p:style>
          </p:cxnSp>
        </p:grpSp>
        <p:grpSp>
          <p:nvGrpSpPr>
            <p:cNvPr id="44" name="组合 43">
              <a:extLst>
                <a:ext uri="{FF2B5EF4-FFF2-40B4-BE49-F238E27FC236}">
                  <a16:creationId xmlns:a16="http://schemas.microsoft.com/office/drawing/2014/main" id="{63CDD8D0-9AE8-2537-466A-2071653A2BCD}"/>
                </a:ext>
              </a:extLst>
            </p:cNvPr>
            <p:cNvGrpSpPr>
              <a:grpSpLocks noChangeAspect="1"/>
            </p:cNvGrpSpPr>
            <p:nvPr/>
          </p:nvGrpSpPr>
          <p:grpSpPr>
            <a:xfrm>
              <a:off x="7250625" y="2124895"/>
              <a:ext cx="543864" cy="838361"/>
              <a:chOff x="2285877" y="2321655"/>
              <a:chExt cx="270510" cy="662517"/>
            </a:xfrm>
          </p:grpSpPr>
          <p:cxnSp>
            <p:nvCxnSpPr>
              <p:cNvPr id="45" name="直接连接符 44">
                <a:extLst>
                  <a:ext uri="{FF2B5EF4-FFF2-40B4-BE49-F238E27FC236}">
                    <a16:creationId xmlns:a16="http://schemas.microsoft.com/office/drawing/2014/main" id="{D5DBA677-D8BB-CB9D-3B87-DAA25E2FF5BB}"/>
                  </a:ext>
                </a:extLst>
              </p:cNvPr>
              <p:cNvCxnSpPr>
                <a:cxnSpLocks/>
              </p:cNvCxnSpPr>
              <p:nvPr/>
            </p:nvCxnSpPr>
            <p:spPr>
              <a:xfrm>
                <a:off x="2428204" y="2321655"/>
                <a:ext cx="0" cy="612000"/>
              </a:xfrm>
              <a:prstGeom prst="line">
                <a:avLst/>
              </a:prstGeom>
              <a:ln w="15875" cap="rnd">
                <a:gradFill>
                  <a:gsLst>
                    <a:gs pos="0">
                      <a:schemeClr val="accent1"/>
                    </a:gs>
                    <a:gs pos="100000">
                      <a:schemeClr val="accent1">
                        <a:lumMod val="30000"/>
                        <a:lumOff val="70000"/>
                        <a:alpha val="0"/>
                      </a:schemeClr>
                    </a:gs>
                  </a:gsLst>
                  <a:lin ang="5400000" scaled="1"/>
                </a:gra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D3C7BBEB-195C-32ED-5E46-BCA5508C1AB0}"/>
                  </a:ext>
                </a:extLst>
              </p:cNvPr>
              <p:cNvCxnSpPr>
                <a:cxnSpLocks/>
              </p:cNvCxnSpPr>
              <p:nvPr/>
            </p:nvCxnSpPr>
            <p:spPr>
              <a:xfrm>
                <a:off x="2285877" y="2407680"/>
                <a:ext cx="0" cy="384328"/>
              </a:xfrm>
              <a:prstGeom prst="line">
                <a:avLst/>
              </a:prstGeom>
              <a:ln w="19050" cap="rnd">
                <a:gradFill>
                  <a:gsLst>
                    <a:gs pos="0">
                      <a:schemeClr val="accent1"/>
                    </a:gs>
                    <a:gs pos="100000">
                      <a:schemeClr val="accent1">
                        <a:lumMod val="30000"/>
                        <a:lumOff val="70000"/>
                        <a:alpha val="0"/>
                      </a:schemeClr>
                    </a:gs>
                  </a:gsLst>
                  <a:lin ang="5400000" scaled="1"/>
                </a:gradFill>
                <a:prstDash val="sysDot"/>
                <a:headEnd type="stealth"/>
                <a:tailEnd type="none"/>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48E7177C-9EB0-3BAA-637C-A9739A80DF1B}"/>
                  </a:ext>
                </a:extLst>
              </p:cNvPr>
              <p:cNvCxnSpPr>
                <a:cxnSpLocks/>
              </p:cNvCxnSpPr>
              <p:nvPr/>
            </p:nvCxnSpPr>
            <p:spPr>
              <a:xfrm>
                <a:off x="2556387" y="2599844"/>
                <a:ext cx="0" cy="384328"/>
              </a:xfrm>
              <a:prstGeom prst="line">
                <a:avLst/>
              </a:prstGeom>
              <a:ln w="19050" cap="rnd">
                <a:gradFill>
                  <a:gsLst>
                    <a:gs pos="0">
                      <a:schemeClr val="accent1"/>
                    </a:gs>
                    <a:gs pos="100000">
                      <a:schemeClr val="accent1">
                        <a:lumMod val="30000"/>
                        <a:lumOff val="70000"/>
                        <a:alpha val="0"/>
                      </a:schemeClr>
                    </a:gs>
                  </a:gsLst>
                  <a:lin ang="5400000" scaled="1"/>
                </a:gradFill>
                <a:prstDash val="sysDot"/>
                <a:headEnd type="stealth"/>
                <a:tailEnd type="none"/>
              </a:ln>
            </p:spPr>
            <p:style>
              <a:lnRef idx="1">
                <a:schemeClr val="accent1"/>
              </a:lnRef>
              <a:fillRef idx="0">
                <a:schemeClr val="accent1"/>
              </a:fillRef>
              <a:effectRef idx="0">
                <a:schemeClr val="accent1"/>
              </a:effectRef>
              <a:fontRef idx="minor">
                <a:schemeClr val="tx1"/>
              </a:fontRef>
            </p:style>
          </p:cxnSp>
        </p:grpSp>
      </p:grpSp>
      <p:grpSp>
        <p:nvGrpSpPr>
          <p:cNvPr id="56" name="组合 55">
            <a:extLst>
              <a:ext uri="{FF2B5EF4-FFF2-40B4-BE49-F238E27FC236}">
                <a16:creationId xmlns:a16="http://schemas.microsoft.com/office/drawing/2014/main" id="{362A100C-999C-D59A-709E-4D1C071286F5}"/>
              </a:ext>
            </a:extLst>
          </p:cNvPr>
          <p:cNvGrpSpPr/>
          <p:nvPr/>
        </p:nvGrpSpPr>
        <p:grpSpPr>
          <a:xfrm>
            <a:off x="3802867" y="5164100"/>
            <a:ext cx="4586268" cy="1194790"/>
            <a:chOff x="3946216" y="4943000"/>
            <a:chExt cx="4586268" cy="1194790"/>
          </a:xfrm>
        </p:grpSpPr>
        <p:grpSp>
          <p:nvGrpSpPr>
            <p:cNvPr id="48" name="组合 47">
              <a:extLst>
                <a:ext uri="{FF2B5EF4-FFF2-40B4-BE49-F238E27FC236}">
                  <a16:creationId xmlns:a16="http://schemas.microsoft.com/office/drawing/2014/main" id="{88EA7518-D67A-1FB2-4B3C-F7650EE9965F}"/>
                </a:ext>
              </a:extLst>
            </p:cNvPr>
            <p:cNvGrpSpPr>
              <a:grpSpLocks noChangeAspect="1"/>
            </p:cNvGrpSpPr>
            <p:nvPr/>
          </p:nvGrpSpPr>
          <p:grpSpPr>
            <a:xfrm>
              <a:off x="3946216" y="5020221"/>
              <a:ext cx="411573" cy="1117569"/>
              <a:chOff x="2285877" y="2271041"/>
              <a:chExt cx="270510" cy="734531"/>
            </a:xfrm>
          </p:grpSpPr>
          <p:cxnSp>
            <p:nvCxnSpPr>
              <p:cNvPr id="49" name="直接连接符 48">
                <a:extLst>
                  <a:ext uri="{FF2B5EF4-FFF2-40B4-BE49-F238E27FC236}">
                    <a16:creationId xmlns:a16="http://schemas.microsoft.com/office/drawing/2014/main" id="{AC756723-89B3-7B10-8512-CC7D1A151630}"/>
                  </a:ext>
                </a:extLst>
              </p:cNvPr>
              <p:cNvCxnSpPr>
                <a:cxnSpLocks/>
              </p:cNvCxnSpPr>
              <p:nvPr/>
            </p:nvCxnSpPr>
            <p:spPr>
              <a:xfrm>
                <a:off x="2428204" y="2271041"/>
                <a:ext cx="0" cy="612000"/>
              </a:xfrm>
              <a:prstGeom prst="line">
                <a:avLst/>
              </a:prstGeom>
              <a:ln w="15875" cap="rnd">
                <a:gradFill>
                  <a:gsLst>
                    <a:gs pos="0">
                      <a:schemeClr val="accent1"/>
                    </a:gs>
                    <a:gs pos="100000">
                      <a:schemeClr val="accent1">
                        <a:lumMod val="30000"/>
                        <a:lumOff val="70000"/>
                        <a:alpha val="0"/>
                      </a:schemeClr>
                    </a:gs>
                  </a:gsLst>
                  <a:lin ang="5400000" scaled="1"/>
                </a:gra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ACF20FF5-A79A-CC5F-4771-CEFBA54B6373}"/>
                  </a:ext>
                </a:extLst>
              </p:cNvPr>
              <p:cNvCxnSpPr>
                <a:cxnSpLocks/>
              </p:cNvCxnSpPr>
              <p:nvPr/>
            </p:nvCxnSpPr>
            <p:spPr>
              <a:xfrm>
                <a:off x="2285877" y="2407680"/>
                <a:ext cx="0" cy="384328"/>
              </a:xfrm>
              <a:prstGeom prst="line">
                <a:avLst/>
              </a:prstGeom>
              <a:ln w="19050" cap="rnd">
                <a:gradFill>
                  <a:gsLst>
                    <a:gs pos="0">
                      <a:schemeClr val="accent1"/>
                    </a:gs>
                    <a:gs pos="100000">
                      <a:schemeClr val="accent1">
                        <a:lumMod val="30000"/>
                        <a:lumOff val="70000"/>
                        <a:alpha val="0"/>
                      </a:schemeClr>
                    </a:gs>
                  </a:gsLst>
                  <a:lin ang="5400000" scaled="1"/>
                </a:gradFill>
                <a:prstDash val="sysDot"/>
                <a:headEnd type="stealth"/>
                <a:tailEnd type="none"/>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4BAF038C-2F8D-5086-CDD3-63480E452ACE}"/>
                  </a:ext>
                </a:extLst>
              </p:cNvPr>
              <p:cNvCxnSpPr>
                <a:cxnSpLocks/>
              </p:cNvCxnSpPr>
              <p:nvPr/>
            </p:nvCxnSpPr>
            <p:spPr>
              <a:xfrm>
                <a:off x="2556387" y="2499677"/>
                <a:ext cx="0" cy="505895"/>
              </a:xfrm>
              <a:prstGeom prst="line">
                <a:avLst/>
              </a:prstGeom>
              <a:ln w="19050" cap="rnd">
                <a:gradFill>
                  <a:gsLst>
                    <a:gs pos="0">
                      <a:schemeClr val="accent1"/>
                    </a:gs>
                    <a:gs pos="100000">
                      <a:schemeClr val="accent1">
                        <a:lumMod val="30000"/>
                        <a:lumOff val="70000"/>
                        <a:alpha val="0"/>
                      </a:schemeClr>
                    </a:gs>
                  </a:gsLst>
                  <a:lin ang="5400000" scaled="1"/>
                </a:gradFill>
                <a:prstDash val="sysDot"/>
                <a:headEnd type="stealth"/>
                <a:tailEnd type="none"/>
              </a:ln>
            </p:spPr>
            <p:style>
              <a:lnRef idx="1">
                <a:schemeClr val="accent1"/>
              </a:lnRef>
              <a:fillRef idx="0">
                <a:schemeClr val="accent1"/>
              </a:fillRef>
              <a:effectRef idx="0">
                <a:schemeClr val="accent1"/>
              </a:effectRef>
              <a:fontRef idx="minor">
                <a:schemeClr val="tx1"/>
              </a:fontRef>
            </p:style>
          </p:cxnSp>
        </p:grpSp>
        <p:grpSp>
          <p:nvGrpSpPr>
            <p:cNvPr id="52" name="组合 51">
              <a:extLst>
                <a:ext uri="{FF2B5EF4-FFF2-40B4-BE49-F238E27FC236}">
                  <a16:creationId xmlns:a16="http://schemas.microsoft.com/office/drawing/2014/main" id="{26A8BD99-48C2-C74E-7FCE-48CCCD3D053A}"/>
                </a:ext>
              </a:extLst>
            </p:cNvPr>
            <p:cNvGrpSpPr>
              <a:grpSpLocks noChangeAspect="1"/>
            </p:cNvGrpSpPr>
            <p:nvPr/>
          </p:nvGrpSpPr>
          <p:grpSpPr>
            <a:xfrm>
              <a:off x="6239349" y="4943000"/>
              <a:ext cx="2293135" cy="1008356"/>
              <a:chOff x="1049204" y="2234699"/>
              <a:chExt cx="1507183" cy="662751"/>
            </a:xfrm>
          </p:grpSpPr>
          <p:cxnSp>
            <p:nvCxnSpPr>
              <p:cNvPr id="53" name="直接连接符 52">
                <a:extLst>
                  <a:ext uri="{FF2B5EF4-FFF2-40B4-BE49-F238E27FC236}">
                    <a16:creationId xmlns:a16="http://schemas.microsoft.com/office/drawing/2014/main" id="{58ADA5D2-CA39-617A-D73E-6CF4D70BB917}"/>
                  </a:ext>
                </a:extLst>
              </p:cNvPr>
              <p:cNvCxnSpPr>
                <a:cxnSpLocks/>
              </p:cNvCxnSpPr>
              <p:nvPr/>
            </p:nvCxnSpPr>
            <p:spPr>
              <a:xfrm>
                <a:off x="2428204" y="2285450"/>
                <a:ext cx="0" cy="612000"/>
              </a:xfrm>
              <a:prstGeom prst="line">
                <a:avLst/>
              </a:prstGeom>
              <a:ln w="15875" cap="rnd">
                <a:gradFill>
                  <a:gsLst>
                    <a:gs pos="0">
                      <a:schemeClr val="accent1"/>
                    </a:gs>
                    <a:gs pos="100000">
                      <a:schemeClr val="accent1">
                        <a:lumMod val="30000"/>
                        <a:lumOff val="70000"/>
                        <a:alpha val="0"/>
                      </a:schemeClr>
                    </a:gs>
                  </a:gsLst>
                  <a:lin ang="5400000" scaled="1"/>
                </a:gra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619DDF4A-A240-9C94-1035-A24357EE0322}"/>
                  </a:ext>
                </a:extLst>
              </p:cNvPr>
              <p:cNvCxnSpPr>
                <a:cxnSpLocks/>
              </p:cNvCxnSpPr>
              <p:nvPr/>
            </p:nvCxnSpPr>
            <p:spPr>
              <a:xfrm>
                <a:off x="2285877" y="2407680"/>
                <a:ext cx="0" cy="384328"/>
              </a:xfrm>
              <a:prstGeom prst="line">
                <a:avLst/>
              </a:prstGeom>
              <a:ln w="19050" cap="rnd">
                <a:gradFill>
                  <a:gsLst>
                    <a:gs pos="0">
                      <a:schemeClr val="accent1"/>
                    </a:gs>
                    <a:gs pos="100000">
                      <a:schemeClr val="accent1">
                        <a:lumMod val="30000"/>
                        <a:lumOff val="70000"/>
                        <a:alpha val="0"/>
                      </a:schemeClr>
                    </a:gs>
                  </a:gsLst>
                  <a:lin ang="5400000" scaled="1"/>
                </a:gradFill>
                <a:prstDash val="sysDot"/>
                <a:headEnd type="stealth"/>
                <a:tailEnd type="none"/>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7B83A1DC-4659-C15C-98F8-A8D318ABD16E}"/>
                  </a:ext>
                </a:extLst>
              </p:cNvPr>
              <p:cNvCxnSpPr>
                <a:cxnSpLocks/>
              </p:cNvCxnSpPr>
              <p:nvPr/>
            </p:nvCxnSpPr>
            <p:spPr>
              <a:xfrm>
                <a:off x="2556387" y="2499677"/>
                <a:ext cx="0" cy="384328"/>
              </a:xfrm>
              <a:prstGeom prst="line">
                <a:avLst/>
              </a:prstGeom>
              <a:ln w="19050" cap="rnd">
                <a:gradFill>
                  <a:gsLst>
                    <a:gs pos="0">
                      <a:schemeClr val="accent1"/>
                    </a:gs>
                    <a:gs pos="100000">
                      <a:schemeClr val="accent1">
                        <a:lumMod val="30000"/>
                        <a:lumOff val="70000"/>
                        <a:alpha val="0"/>
                      </a:schemeClr>
                    </a:gs>
                  </a:gsLst>
                  <a:lin ang="5400000" scaled="1"/>
                </a:gradFill>
                <a:prstDash val="sysDot"/>
                <a:headEnd type="stealth"/>
                <a:tailEnd type="none"/>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431E8B11-2444-9421-5134-ACBCFEEF1810}"/>
                  </a:ext>
                </a:extLst>
              </p:cNvPr>
              <p:cNvCxnSpPr>
                <a:cxnSpLocks/>
              </p:cNvCxnSpPr>
              <p:nvPr/>
            </p:nvCxnSpPr>
            <p:spPr>
              <a:xfrm>
                <a:off x="1049204" y="2234699"/>
                <a:ext cx="0" cy="326662"/>
              </a:xfrm>
              <a:prstGeom prst="line">
                <a:avLst/>
              </a:prstGeom>
              <a:ln w="15875" cap="rnd">
                <a:gradFill>
                  <a:gsLst>
                    <a:gs pos="0">
                      <a:schemeClr val="accent1"/>
                    </a:gs>
                    <a:gs pos="100000">
                      <a:schemeClr val="accent1">
                        <a:lumMod val="30000"/>
                        <a:lumOff val="70000"/>
                        <a:alpha val="0"/>
                      </a:schemeClr>
                    </a:gs>
                  </a:gsLst>
                  <a:lin ang="5400000" scaled="1"/>
                </a:gradFill>
                <a:headEnd type="stealth"/>
                <a:tailEnd type="none"/>
              </a:ln>
            </p:spPr>
            <p:style>
              <a:lnRef idx="1">
                <a:schemeClr val="accent1"/>
              </a:lnRef>
              <a:fillRef idx="0">
                <a:schemeClr val="accent1"/>
              </a:fillRef>
              <a:effectRef idx="0">
                <a:schemeClr val="accent1"/>
              </a:effectRef>
              <a:fontRef idx="minor">
                <a:schemeClr val="tx1"/>
              </a:fontRef>
            </p:style>
          </p:cxnSp>
        </p:grpSp>
      </p:grpSp>
      <p:sp>
        <p:nvSpPr>
          <p:cNvPr id="187" name="椭圆 9">
            <a:extLst>
              <a:ext uri="{FF2B5EF4-FFF2-40B4-BE49-F238E27FC236}">
                <a16:creationId xmlns:a16="http://schemas.microsoft.com/office/drawing/2014/main" id="{9C10A201-8CBC-DC49-07E6-F4BD5DFCCA8E}"/>
              </a:ext>
            </a:extLst>
          </p:cNvPr>
          <p:cNvSpPr/>
          <p:nvPr/>
        </p:nvSpPr>
        <p:spPr>
          <a:xfrm>
            <a:off x="1646730" y="4072456"/>
            <a:ext cx="8898541" cy="948732"/>
          </a:xfrm>
          <a:prstGeom prst="pentagon">
            <a:avLst/>
          </a:prstGeom>
          <a:noFill/>
          <a:ln>
            <a:gradFill flip="none" rotWithShape="1">
              <a:gsLst>
                <a:gs pos="0">
                  <a:schemeClr val="accent1">
                    <a:lumMod val="5000"/>
                    <a:lumOff val="95000"/>
                    <a:alpha val="0"/>
                  </a:schemeClr>
                </a:gs>
                <a:gs pos="100000">
                  <a:schemeClr val="accent1">
                    <a:lumMod val="0"/>
                    <a:lumOff val="100000"/>
                    <a:alpha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endParaRPr>
          </a:p>
        </p:txBody>
      </p:sp>
      <p:sp>
        <p:nvSpPr>
          <p:cNvPr id="11" name="文本框 10">
            <a:extLst>
              <a:ext uri="{FF2B5EF4-FFF2-40B4-BE49-F238E27FC236}">
                <a16:creationId xmlns:a16="http://schemas.microsoft.com/office/drawing/2014/main" id="{A1C57968-38BD-FA09-8CDE-B677732CD725}"/>
              </a:ext>
            </a:extLst>
          </p:cNvPr>
          <p:cNvSpPr txBox="1"/>
          <p:nvPr/>
        </p:nvSpPr>
        <p:spPr>
          <a:xfrm>
            <a:off x="540435" y="366303"/>
            <a:ext cx="3262432" cy="369332"/>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策略达成和部署的过程</a:t>
            </a:r>
          </a:p>
        </p:txBody>
      </p:sp>
    </p:spTree>
    <p:extLst>
      <p:ext uri="{BB962C8B-B14F-4D97-AF65-F5344CB8AC3E}">
        <p14:creationId xmlns:p14="http://schemas.microsoft.com/office/powerpoint/2010/main" val="2882524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9CEC7-79A5-25B5-0B13-5128DC85FB23}"/>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A21C9B2A-7632-66B4-8CC6-0F29FC25D062}"/>
              </a:ext>
            </a:extLst>
          </p:cNvPr>
          <p:cNvSpPr txBox="1">
            <a:spLocks/>
          </p:cNvSpPr>
          <p:nvPr/>
        </p:nvSpPr>
        <p:spPr>
          <a:xfrm>
            <a:off x="442913" y="454025"/>
            <a:ext cx="9600579" cy="398571"/>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智慧企业价值链循环</a:t>
            </a:r>
          </a:p>
          <a:p>
            <a:endParaRPr lang="zh-CN" altLang="en-US" dirty="0"/>
          </a:p>
        </p:txBody>
      </p:sp>
      <p:grpSp>
        <p:nvGrpSpPr>
          <p:cNvPr id="3" name="组合 2">
            <a:extLst>
              <a:ext uri="{FF2B5EF4-FFF2-40B4-BE49-F238E27FC236}">
                <a16:creationId xmlns:a16="http://schemas.microsoft.com/office/drawing/2014/main" id="{523903B2-31FC-4799-E4D6-EE4B8D34DD05}"/>
              </a:ext>
            </a:extLst>
          </p:cNvPr>
          <p:cNvGrpSpPr/>
          <p:nvPr/>
        </p:nvGrpSpPr>
        <p:grpSpPr>
          <a:xfrm>
            <a:off x="6361354" y="524374"/>
            <a:ext cx="5091754" cy="5900121"/>
            <a:chOff x="15563852" y="-2585073"/>
            <a:chExt cx="5091754" cy="5900121"/>
          </a:xfrm>
        </p:grpSpPr>
        <p:sp>
          <p:nvSpPr>
            <p:cNvPr id="4" name="梯形 322">
              <a:extLst>
                <a:ext uri="{FF2B5EF4-FFF2-40B4-BE49-F238E27FC236}">
                  <a16:creationId xmlns:a16="http://schemas.microsoft.com/office/drawing/2014/main" id="{10EC6BAD-B971-523A-138F-83BED61921C1}"/>
                </a:ext>
              </a:extLst>
            </p:cNvPr>
            <p:cNvSpPr/>
            <p:nvPr/>
          </p:nvSpPr>
          <p:spPr>
            <a:xfrm rot="10800000">
              <a:off x="15563852" y="-2585073"/>
              <a:ext cx="5091754" cy="5876283"/>
            </a:xfrm>
            <a:custGeom>
              <a:avLst/>
              <a:gdLst>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 fmla="*/ 0 w 965390"/>
                <a:gd name="connsiteY0" fmla="*/ 697627 h 697627"/>
                <a:gd name="connsiteX1" fmla="*/ 174407 w 965390"/>
                <a:gd name="connsiteY1" fmla="*/ 0 h 697627"/>
                <a:gd name="connsiteX2" fmla="*/ 745261 w 965390"/>
                <a:gd name="connsiteY2" fmla="*/ 0 h 697627"/>
                <a:gd name="connsiteX3" fmla="*/ 965390 w 965390"/>
                <a:gd name="connsiteY3" fmla="*/ 697627 h 697627"/>
                <a:gd name="connsiteX4" fmla="*/ 0 w 965390"/>
                <a:gd name="connsiteY4" fmla="*/ 697627 h 697627"/>
                <a:gd name="connsiteX0" fmla="*/ 0 w 965390"/>
                <a:gd name="connsiteY0" fmla="*/ 697627 h 697627"/>
                <a:gd name="connsiteX1" fmla="*/ 197267 w 965390"/>
                <a:gd name="connsiteY1" fmla="*/ 0 h 697627"/>
                <a:gd name="connsiteX2" fmla="*/ 745261 w 965390"/>
                <a:gd name="connsiteY2" fmla="*/ 0 h 697627"/>
                <a:gd name="connsiteX3" fmla="*/ 965390 w 965390"/>
                <a:gd name="connsiteY3" fmla="*/ 697627 h 697627"/>
                <a:gd name="connsiteX4" fmla="*/ 0 w 965390"/>
                <a:gd name="connsiteY4" fmla="*/ 697627 h 697627"/>
                <a:gd name="connsiteX0" fmla="*/ 0 w 965390"/>
                <a:gd name="connsiteY0" fmla="*/ 697627 h 697627"/>
                <a:gd name="connsiteX1" fmla="*/ 255327 w 965390"/>
                <a:gd name="connsiteY1" fmla="*/ 0 h 697627"/>
                <a:gd name="connsiteX2" fmla="*/ 745261 w 965390"/>
                <a:gd name="connsiteY2" fmla="*/ 0 h 697627"/>
                <a:gd name="connsiteX3" fmla="*/ 965390 w 965390"/>
                <a:gd name="connsiteY3" fmla="*/ 697627 h 697627"/>
                <a:gd name="connsiteX4" fmla="*/ 0 w 965390"/>
                <a:gd name="connsiteY4" fmla="*/ 697627 h 697627"/>
                <a:gd name="connsiteX0" fmla="*/ 0 w 965390"/>
                <a:gd name="connsiteY0" fmla="*/ 701285 h 701285"/>
                <a:gd name="connsiteX1" fmla="*/ 255327 w 965390"/>
                <a:gd name="connsiteY1" fmla="*/ 3658 h 701285"/>
                <a:gd name="connsiteX2" fmla="*/ 694459 w 965390"/>
                <a:gd name="connsiteY2" fmla="*/ 0 h 701285"/>
                <a:gd name="connsiteX3" fmla="*/ 965390 w 965390"/>
                <a:gd name="connsiteY3" fmla="*/ 701285 h 701285"/>
                <a:gd name="connsiteX4" fmla="*/ 0 w 965390"/>
                <a:gd name="connsiteY4" fmla="*/ 701285 h 701285"/>
                <a:gd name="connsiteX0" fmla="*/ 0 w 965390"/>
                <a:gd name="connsiteY0" fmla="*/ 701285 h 708601"/>
                <a:gd name="connsiteX1" fmla="*/ 255327 w 965390"/>
                <a:gd name="connsiteY1" fmla="*/ 3658 h 708601"/>
                <a:gd name="connsiteX2" fmla="*/ 694459 w 965390"/>
                <a:gd name="connsiteY2" fmla="*/ 0 h 708601"/>
                <a:gd name="connsiteX3" fmla="*/ 965390 w 965390"/>
                <a:gd name="connsiteY3" fmla="*/ 708601 h 708601"/>
                <a:gd name="connsiteX4" fmla="*/ 0 w 965390"/>
                <a:gd name="connsiteY4" fmla="*/ 701285 h 708601"/>
                <a:gd name="connsiteX0" fmla="*/ 0 w 965390"/>
                <a:gd name="connsiteY0" fmla="*/ 701285 h 708601"/>
                <a:gd name="connsiteX1" fmla="*/ 255327 w 965390"/>
                <a:gd name="connsiteY1" fmla="*/ 3658 h 708601"/>
                <a:gd name="connsiteX2" fmla="*/ 694459 w 965390"/>
                <a:gd name="connsiteY2" fmla="*/ 0 h 708601"/>
                <a:gd name="connsiteX3" fmla="*/ 965390 w 965390"/>
                <a:gd name="connsiteY3" fmla="*/ 708601 h 708601"/>
                <a:gd name="connsiteX4" fmla="*/ 0 w 965390"/>
                <a:gd name="connsiteY4" fmla="*/ 701285 h 708601"/>
                <a:gd name="connsiteX0" fmla="*/ 0 w 965390"/>
                <a:gd name="connsiteY0" fmla="*/ 701285 h 708601"/>
                <a:gd name="connsiteX1" fmla="*/ 255327 w 965390"/>
                <a:gd name="connsiteY1" fmla="*/ 3658 h 708601"/>
                <a:gd name="connsiteX2" fmla="*/ 694459 w 965390"/>
                <a:gd name="connsiteY2" fmla="*/ 0 h 708601"/>
                <a:gd name="connsiteX3" fmla="*/ 965390 w 965390"/>
                <a:gd name="connsiteY3" fmla="*/ 708601 h 708601"/>
                <a:gd name="connsiteX4" fmla="*/ 0 w 965390"/>
                <a:gd name="connsiteY4" fmla="*/ 701285 h 708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390" h="708601">
                  <a:moveTo>
                    <a:pt x="0" y="701285"/>
                  </a:moveTo>
                  <a:cubicBezTo>
                    <a:pt x="142112" y="496738"/>
                    <a:pt x="281166" y="310848"/>
                    <a:pt x="255327" y="3658"/>
                  </a:cubicBezTo>
                  <a:lnTo>
                    <a:pt x="694459" y="0"/>
                  </a:lnTo>
                  <a:cubicBezTo>
                    <a:pt x="696612" y="269867"/>
                    <a:pt x="797877" y="425379"/>
                    <a:pt x="965390" y="708601"/>
                  </a:cubicBezTo>
                  <a:lnTo>
                    <a:pt x="0" y="701285"/>
                  </a:lnTo>
                  <a:close/>
                </a:path>
              </a:pathLst>
            </a:custGeom>
            <a:gradFill flip="none" rotWithShape="1">
              <a:gsLst>
                <a:gs pos="0">
                  <a:schemeClr val="accent2">
                    <a:alpha val="0"/>
                  </a:schemeClr>
                </a:gs>
                <a:gs pos="100000">
                  <a:schemeClr val="accent2">
                    <a:alpha val="1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阿里巴巴普惠体 2 65 Medium" panose="00020600040101010101" pitchFamily="18" charset="-122"/>
                <a:sym typeface="Arial Bold" panose="020B0704020202020204" pitchFamily="34" charset="0"/>
              </a:endParaRPr>
            </a:p>
          </p:txBody>
        </p:sp>
        <p:grpSp>
          <p:nvGrpSpPr>
            <p:cNvPr id="5" name="组合 4">
              <a:extLst>
                <a:ext uri="{FF2B5EF4-FFF2-40B4-BE49-F238E27FC236}">
                  <a16:creationId xmlns:a16="http://schemas.microsoft.com/office/drawing/2014/main" id="{3C83F00D-AAFD-8F87-F467-0037ACB5D8A7}"/>
                </a:ext>
              </a:extLst>
            </p:cNvPr>
            <p:cNvGrpSpPr/>
            <p:nvPr/>
          </p:nvGrpSpPr>
          <p:grpSpPr>
            <a:xfrm>
              <a:off x="15929593" y="-2119280"/>
              <a:ext cx="4221897" cy="5434328"/>
              <a:chOff x="15929593" y="-2119280"/>
              <a:chExt cx="4221897" cy="5434328"/>
            </a:xfrm>
          </p:grpSpPr>
          <p:sp>
            <p:nvSpPr>
              <p:cNvPr id="6" name="任意多边形: 形状 5">
                <a:extLst>
                  <a:ext uri="{FF2B5EF4-FFF2-40B4-BE49-F238E27FC236}">
                    <a16:creationId xmlns:a16="http://schemas.microsoft.com/office/drawing/2014/main" id="{961D01BE-018E-F8E1-1D5E-FD00FC9205B1}"/>
                  </a:ext>
                </a:extLst>
              </p:cNvPr>
              <p:cNvSpPr/>
              <p:nvPr/>
            </p:nvSpPr>
            <p:spPr>
              <a:xfrm flipV="1">
                <a:off x="16087452" y="-256830"/>
                <a:ext cx="710043" cy="2993461"/>
              </a:xfrm>
              <a:custGeom>
                <a:avLst/>
                <a:gdLst>
                  <a:gd name="connsiteX0" fmla="*/ 0 w 1922106"/>
                  <a:gd name="connsiteY0" fmla="*/ 4394718 h 4394718"/>
                  <a:gd name="connsiteX1" fmla="*/ 1455575 w 1922106"/>
                  <a:gd name="connsiteY1" fmla="*/ 2127379 h 4394718"/>
                  <a:gd name="connsiteX2" fmla="*/ 1922106 w 1922106"/>
                  <a:gd name="connsiteY2" fmla="*/ 0 h 4394718"/>
                  <a:gd name="connsiteX0" fmla="*/ 0 w 1922106"/>
                  <a:gd name="connsiteY0" fmla="*/ 4394718 h 4394718"/>
                  <a:gd name="connsiteX1" fmla="*/ 1625321 w 1922106"/>
                  <a:gd name="connsiteY1" fmla="*/ 2159206 h 4394718"/>
                  <a:gd name="connsiteX2" fmla="*/ 1922106 w 1922106"/>
                  <a:gd name="connsiteY2" fmla="*/ 0 h 4394718"/>
                  <a:gd name="connsiteX0" fmla="*/ 0 w 1476520"/>
                  <a:gd name="connsiteY0" fmla="*/ 4352281 h 4352281"/>
                  <a:gd name="connsiteX1" fmla="*/ 1179735 w 1476520"/>
                  <a:gd name="connsiteY1" fmla="*/ 2159206 h 4352281"/>
                  <a:gd name="connsiteX2" fmla="*/ 1476520 w 1476520"/>
                  <a:gd name="connsiteY2" fmla="*/ 0 h 4352281"/>
                  <a:gd name="connsiteX0" fmla="*/ 0 w 1285554"/>
                  <a:gd name="connsiteY0" fmla="*/ 4352281 h 4352281"/>
                  <a:gd name="connsiteX1" fmla="*/ 988769 w 1285554"/>
                  <a:gd name="connsiteY1" fmla="*/ 2159206 h 4352281"/>
                  <a:gd name="connsiteX2" fmla="*/ 1285554 w 1285554"/>
                  <a:gd name="connsiteY2" fmla="*/ 0 h 4352281"/>
                  <a:gd name="connsiteX0" fmla="*/ 0 w 1285554"/>
                  <a:gd name="connsiteY0" fmla="*/ 4352281 h 4352281"/>
                  <a:gd name="connsiteX1" fmla="*/ 988770 w 1285554"/>
                  <a:gd name="connsiteY1" fmla="*/ 2159206 h 4352281"/>
                  <a:gd name="connsiteX2" fmla="*/ 1285554 w 1285554"/>
                  <a:gd name="connsiteY2" fmla="*/ 0 h 4352281"/>
                  <a:gd name="connsiteX0" fmla="*/ 0 w 1285554"/>
                  <a:gd name="connsiteY0" fmla="*/ 4352281 h 4352281"/>
                  <a:gd name="connsiteX1" fmla="*/ 988770 w 1285554"/>
                  <a:gd name="connsiteY1" fmla="*/ 2159206 h 4352281"/>
                  <a:gd name="connsiteX2" fmla="*/ 1285554 w 1285554"/>
                  <a:gd name="connsiteY2" fmla="*/ 0 h 4352281"/>
                  <a:gd name="connsiteX0" fmla="*/ 0 w 1285554"/>
                  <a:gd name="connsiteY0" fmla="*/ 4352281 h 4352281"/>
                  <a:gd name="connsiteX1" fmla="*/ 988770 w 1285554"/>
                  <a:gd name="connsiteY1" fmla="*/ 2159206 h 4352281"/>
                  <a:gd name="connsiteX2" fmla="*/ 1285554 w 1285554"/>
                  <a:gd name="connsiteY2" fmla="*/ 0 h 4352281"/>
                  <a:gd name="connsiteX0" fmla="*/ 0 w 1301910"/>
                  <a:gd name="connsiteY0" fmla="*/ 4352281 h 4352281"/>
                  <a:gd name="connsiteX1" fmla="*/ 988770 w 1301910"/>
                  <a:gd name="connsiteY1" fmla="*/ 2159206 h 4352281"/>
                  <a:gd name="connsiteX2" fmla="*/ 1285554 w 1301910"/>
                  <a:gd name="connsiteY2" fmla="*/ 0 h 4352281"/>
                  <a:gd name="connsiteX0" fmla="*/ 0 w 1186609"/>
                  <a:gd name="connsiteY0" fmla="*/ 4437154 h 4437154"/>
                  <a:gd name="connsiteX1" fmla="*/ 872069 w 1186609"/>
                  <a:gd name="connsiteY1" fmla="*/ 2159206 h 4437154"/>
                  <a:gd name="connsiteX2" fmla="*/ 1168853 w 1186609"/>
                  <a:gd name="connsiteY2" fmla="*/ 0 h 4437154"/>
                  <a:gd name="connsiteX0" fmla="*/ 0 w 1193642"/>
                  <a:gd name="connsiteY0" fmla="*/ 4437154 h 4437154"/>
                  <a:gd name="connsiteX1" fmla="*/ 946333 w 1193642"/>
                  <a:gd name="connsiteY1" fmla="*/ 2180424 h 4437154"/>
                  <a:gd name="connsiteX2" fmla="*/ 1168853 w 1193642"/>
                  <a:gd name="connsiteY2" fmla="*/ 0 h 4437154"/>
                  <a:gd name="connsiteX0" fmla="*/ 0 w 1207240"/>
                  <a:gd name="connsiteY0" fmla="*/ 4437154 h 4437154"/>
                  <a:gd name="connsiteX1" fmla="*/ 1020597 w 1207240"/>
                  <a:gd name="connsiteY1" fmla="*/ 2180424 h 4437154"/>
                  <a:gd name="connsiteX2" fmla="*/ 1168853 w 1207240"/>
                  <a:gd name="connsiteY2" fmla="*/ 0 h 4437154"/>
                  <a:gd name="connsiteX0" fmla="*/ 0 w 1193238"/>
                  <a:gd name="connsiteY0" fmla="*/ 4437154 h 4437154"/>
                  <a:gd name="connsiteX1" fmla="*/ 1020597 w 1193238"/>
                  <a:gd name="connsiteY1" fmla="*/ 2180424 h 4437154"/>
                  <a:gd name="connsiteX2" fmla="*/ 1168853 w 1193238"/>
                  <a:gd name="connsiteY2" fmla="*/ 0 h 4437154"/>
                  <a:gd name="connsiteX0" fmla="*/ 0 w 1193237"/>
                  <a:gd name="connsiteY0" fmla="*/ 4437154 h 4437154"/>
                  <a:gd name="connsiteX1" fmla="*/ 1020597 w 1193237"/>
                  <a:gd name="connsiteY1" fmla="*/ 2180424 h 4437154"/>
                  <a:gd name="connsiteX2" fmla="*/ 1168853 w 1193237"/>
                  <a:gd name="connsiteY2" fmla="*/ 0 h 4437154"/>
                </a:gdLst>
                <a:ahLst/>
                <a:cxnLst>
                  <a:cxn ang="0">
                    <a:pos x="connsiteX0" y="connsiteY0"/>
                  </a:cxn>
                  <a:cxn ang="0">
                    <a:pos x="connsiteX1" y="connsiteY1"/>
                  </a:cxn>
                  <a:cxn ang="0">
                    <a:pos x="connsiteX2" y="connsiteY2"/>
                  </a:cxn>
                </a:cxnLst>
                <a:rect l="l" t="t" r="r" b="b"/>
                <a:pathLst>
                  <a:path w="1193237" h="4437154">
                    <a:moveTo>
                      <a:pt x="0" y="4437154"/>
                    </a:moveTo>
                    <a:cubicBezTo>
                      <a:pt x="567612" y="3669711"/>
                      <a:pt x="910663" y="2898732"/>
                      <a:pt x="1020597" y="2180424"/>
                    </a:cubicBezTo>
                    <a:cubicBezTo>
                      <a:pt x="1130531" y="1462116"/>
                      <a:pt x="1244291" y="538326"/>
                      <a:pt x="1168853" y="0"/>
                    </a:cubicBezTo>
                  </a:path>
                </a:pathLst>
              </a:custGeom>
              <a:noFill/>
              <a:ln w="38100">
                <a:gradFill>
                  <a:gsLst>
                    <a:gs pos="0">
                      <a:schemeClr val="accent2">
                        <a:lumMod val="75000"/>
                      </a:schemeClr>
                    </a:gs>
                    <a:gs pos="100000">
                      <a:schemeClr val="accent2">
                        <a:alpha val="0"/>
                      </a:schemeClr>
                    </a:gs>
                  </a:gsLst>
                  <a:lin ang="5400000" scaled="1"/>
                </a:gra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阿里巴巴普惠体 2 65 Medium" panose="00020600040101010101" pitchFamily="18" charset="-122"/>
                  <a:sym typeface="Arial Bold" panose="020B0704020202020204" pitchFamily="34" charset="0"/>
                </a:endParaRPr>
              </a:p>
            </p:txBody>
          </p:sp>
          <p:grpSp>
            <p:nvGrpSpPr>
              <p:cNvPr id="7" name="组合 6">
                <a:extLst>
                  <a:ext uri="{FF2B5EF4-FFF2-40B4-BE49-F238E27FC236}">
                    <a16:creationId xmlns:a16="http://schemas.microsoft.com/office/drawing/2014/main" id="{09E17C97-6FFC-1966-FBC1-E2D1A9092002}"/>
                  </a:ext>
                </a:extLst>
              </p:cNvPr>
              <p:cNvGrpSpPr/>
              <p:nvPr/>
            </p:nvGrpSpPr>
            <p:grpSpPr>
              <a:xfrm>
                <a:off x="17259575" y="1564523"/>
                <a:ext cx="1716938" cy="1517464"/>
                <a:chOff x="8728409" y="4652055"/>
                <a:chExt cx="2103422" cy="1859046"/>
              </a:xfrm>
            </p:grpSpPr>
            <p:sp>
              <p:nvSpPr>
                <p:cNvPr id="44" name="不完整圆 235">
                  <a:extLst>
                    <a:ext uri="{FF2B5EF4-FFF2-40B4-BE49-F238E27FC236}">
                      <a16:creationId xmlns:a16="http://schemas.microsoft.com/office/drawing/2014/main" id="{0FDF01B9-DC8B-1BA5-E12B-EAFA14E3A8BB}"/>
                    </a:ext>
                  </a:extLst>
                </p:cNvPr>
                <p:cNvSpPr/>
                <p:nvPr/>
              </p:nvSpPr>
              <p:spPr>
                <a:xfrm flipV="1">
                  <a:off x="8728409" y="5898025"/>
                  <a:ext cx="2103422" cy="124488"/>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solidFill>
                  <a:schemeClr val="accent1">
                    <a:lumMod val="20000"/>
                    <a:lumOff val="80000"/>
                    <a:alpha val="20000"/>
                  </a:schemeClr>
                </a:solidFill>
                <a:ln w="76200">
                  <a:gradFill flip="none" rotWithShape="1">
                    <a:gsLst>
                      <a:gs pos="0">
                        <a:schemeClr val="accent2"/>
                      </a:gs>
                      <a:gs pos="100000">
                        <a:schemeClr val="accent2"/>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45" name="Oval 289+">
                  <a:extLst>
                    <a:ext uri="{FF2B5EF4-FFF2-40B4-BE49-F238E27FC236}">
                      <a16:creationId xmlns:a16="http://schemas.microsoft.com/office/drawing/2014/main" id="{16E829B6-1D73-CDF9-ED51-FC71F5C927AC}"/>
                    </a:ext>
                  </a:extLst>
                </p:cNvPr>
                <p:cNvSpPr/>
                <p:nvPr>
                  <p:custDataLst>
                    <p:tags r:id="rId17"/>
                  </p:custDataLst>
                </p:nvPr>
              </p:nvSpPr>
              <p:spPr>
                <a:xfrm flipH="1">
                  <a:off x="8903949" y="4703035"/>
                  <a:ext cx="1639636" cy="1639636"/>
                </a:xfrm>
                <a:prstGeom prst="ellipse">
                  <a:avLst/>
                </a:prstGeom>
                <a:gradFill flip="none" rotWithShape="1">
                  <a:gsLst>
                    <a:gs pos="0">
                      <a:schemeClr val="accent2">
                        <a:alpha val="5000"/>
                      </a:schemeClr>
                    </a:gs>
                    <a:gs pos="100000">
                      <a:schemeClr val="accent2">
                        <a:lumMod val="75000"/>
                        <a:alpha val="5000"/>
                      </a:schemeClr>
                    </a:gs>
                  </a:gsLst>
                  <a:lin ang="2700000" scaled="1"/>
                  <a:tileRect/>
                </a:gradFill>
                <a:ln w="38100">
                  <a:noFill/>
                </a:ln>
                <a:effectLst>
                  <a:outerShdw blurRad="127000" dist="63500" dir="5400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46" name="文本框 45">
                  <a:extLst>
                    <a:ext uri="{FF2B5EF4-FFF2-40B4-BE49-F238E27FC236}">
                      <a16:creationId xmlns:a16="http://schemas.microsoft.com/office/drawing/2014/main" id="{174B5E77-AFC8-F2E8-78A2-EAD5891FABD1}"/>
                    </a:ext>
                  </a:extLst>
                </p:cNvPr>
                <p:cNvSpPr txBox="1"/>
                <p:nvPr/>
              </p:nvSpPr>
              <p:spPr>
                <a:xfrm>
                  <a:off x="8958046" y="5351173"/>
                  <a:ext cx="1563008" cy="870503"/>
                </a:xfrm>
                <a:prstGeom prst="rect">
                  <a:avLst/>
                </a:prstGeom>
                <a:noFill/>
              </p:spPr>
              <p:txBody>
                <a:bodyPr wrap="none" lIns="0" tIns="0" rIns="0" bIns="0" rtlCol="0" anchor="ctr" anchorCtr="0">
                  <a:prstTxWarp prst="textArchDown">
                    <a:avLst>
                      <a:gd name="adj" fmla="val 315044"/>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accent2"/>
                      </a:solidFill>
                      <a:effectLst/>
                      <a:uLnTx/>
                      <a:uFillTx/>
                      <a:latin typeface="+mj-ea"/>
                      <a:ea typeface="+mj-ea"/>
                      <a:cs typeface="阿里巴巴普惠体 2 65 Medium" panose="00020600040101010101" pitchFamily="18" charset="-122"/>
                      <a:sym typeface="Arial Bold" panose="020B0704020202020204" pitchFamily="34" charset="0"/>
                    </a:rPr>
                    <a:t>两个闭环</a:t>
                  </a:r>
                </a:p>
              </p:txBody>
            </p:sp>
            <p:sp>
              <p:nvSpPr>
                <p:cNvPr id="47" name="椭圆 46">
                  <a:extLst>
                    <a:ext uri="{FF2B5EF4-FFF2-40B4-BE49-F238E27FC236}">
                      <a16:creationId xmlns:a16="http://schemas.microsoft.com/office/drawing/2014/main" id="{72CB3FA4-EF9D-4DCA-57F7-5B071C4BA465}"/>
                    </a:ext>
                  </a:extLst>
                </p:cNvPr>
                <p:cNvSpPr/>
                <p:nvPr>
                  <p:custDataLst>
                    <p:tags r:id="rId18"/>
                  </p:custDataLst>
                </p:nvPr>
              </p:nvSpPr>
              <p:spPr>
                <a:xfrm flipH="1">
                  <a:off x="9212709" y="5011795"/>
                  <a:ext cx="1022116" cy="1022116"/>
                </a:xfrm>
                <a:prstGeom prst="ellipse">
                  <a:avLst/>
                </a:prstGeom>
                <a:gradFill flip="none" rotWithShape="1">
                  <a:gsLst>
                    <a:gs pos="0">
                      <a:schemeClr val="accent2"/>
                    </a:gs>
                    <a:gs pos="100000">
                      <a:schemeClr val="accent2">
                        <a:lumMod val="75000"/>
                      </a:schemeClr>
                    </a:gs>
                  </a:gsLst>
                  <a:lin ang="2700000" scaled="1"/>
                  <a:tileRect/>
                </a:gradFill>
                <a:ln w="38100">
                  <a:noFill/>
                </a:ln>
                <a:effectLst>
                  <a:outerShdw blurRad="127000" dist="63500" dir="5400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48" name="文本框 47">
                  <a:extLst>
                    <a:ext uri="{FF2B5EF4-FFF2-40B4-BE49-F238E27FC236}">
                      <a16:creationId xmlns:a16="http://schemas.microsoft.com/office/drawing/2014/main" id="{A90E17A2-D815-A278-F4C4-F0C76918216C}"/>
                    </a:ext>
                  </a:extLst>
                </p:cNvPr>
                <p:cNvSpPr txBox="1"/>
                <p:nvPr/>
              </p:nvSpPr>
              <p:spPr>
                <a:xfrm>
                  <a:off x="9346260" y="5407283"/>
                  <a:ext cx="754114" cy="301645"/>
                </a:xfrm>
                <a:prstGeom prst="rect">
                  <a:avLst/>
                </a:prstGeom>
                <a:noFill/>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FFFFFF"/>
                      </a:solidFill>
                      <a:effectLst/>
                      <a:uLnTx/>
                      <a:uFillTx/>
                      <a:latin typeface="+mj-ea"/>
                      <a:ea typeface="+mj-ea"/>
                      <a:cs typeface="阿里巴巴普惠体 2 65 Medium" panose="00020600040101010101" pitchFamily="18" charset="-122"/>
                      <a:sym typeface="Arial Bold" panose="020B0704020202020204" pitchFamily="34" charset="0"/>
                    </a:rPr>
                    <a:t>闭环化</a:t>
                  </a:r>
                </a:p>
              </p:txBody>
            </p:sp>
            <p:sp>
              <p:nvSpPr>
                <p:cNvPr id="49" name="弧形 48">
                  <a:extLst>
                    <a:ext uri="{FF2B5EF4-FFF2-40B4-BE49-F238E27FC236}">
                      <a16:creationId xmlns:a16="http://schemas.microsoft.com/office/drawing/2014/main" id="{7A012520-0163-8040-809D-59922909CDAF}"/>
                    </a:ext>
                  </a:extLst>
                </p:cNvPr>
                <p:cNvSpPr/>
                <p:nvPr/>
              </p:nvSpPr>
              <p:spPr>
                <a:xfrm>
                  <a:off x="8893008" y="4705749"/>
                  <a:ext cx="1805354" cy="1805352"/>
                </a:xfrm>
                <a:prstGeom prst="arc">
                  <a:avLst>
                    <a:gd name="adj1" fmla="val 9944496"/>
                    <a:gd name="adj2" fmla="val 14344831"/>
                  </a:avLst>
                </a:prstGeom>
                <a:noFill/>
                <a:ln w="12700" cap="flat" cmpd="sng" algn="ctr">
                  <a:gradFill flip="none" rotWithShape="1">
                    <a:gsLst>
                      <a:gs pos="0">
                        <a:schemeClr val="accent2">
                          <a:alpha val="0"/>
                        </a:schemeClr>
                      </a:gs>
                      <a:gs pos="100000">
                        <a:schemeClr val="accent2"/>
                      </a:gs>
                    </a:gsLst>
                    <a:path path="circle">
                      <a:fillToRect t="100000" r="100000"/>
                    </a:path>
                    <a:tileRect l="-100000" b="-100000"/>
                  </a:gradFill>
                  <a:prstDash val="solid"/>
                  <a:miter lim="800000"/>
                  <a:headEnd type="none"/>
                  <a:tailEnd type="stealth"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50" name="Arc 294+">
                  <a:extLst>
                    <a:ext uri="{FF2B5EF4-FFF2-40B4-BE49-F238E27FC236}">
                      <a16:creationId xmlns:a16="http://schemas.microsoft.com/office/drawing/2014/main" id="{4DE4A1E9-6D96-4CF5-F864-553170B96479}"/>
                    </a:ext>
                  </a:extLst>
                </p:cNvPr>
                <p:cNvSpPr/>
                <p:nvPr/>
              </p:nvSpPr>
              <p:spPr>
                <a:xfrm>
                  <a:off x="8889941" y="4652055"/>
                  <a:ext cx="1690618" cy="1690616"/>
                </a:xfrm>
                <a:prstGeom prst="arc">
                  <a:avLst>
                    <a:gd name="adj1" fmla="val 2904442"/>
                    <a:gd name="adj2" fmla="val 7685175"/>
                  </a:avLst>
                </a:prstGeom>
                <a:noFill/>
                <a:ln w="12700" cap="flat" cmpd="sng" algn="ctr">
                  <a:gradFill flip="none" rotWithShape="1">
                    <a:gsLst>
                      <a:gs pos="0">
                        <a:schemeClr val="accent2">
                          <a:alpha val="0"/>
                        </a:schemeClr>
                      </a:gs>
                      <a:gs pos="100000">
                        <a:schemeClr val="accent2"/>
                      </a:gs>
                    </a:gsLst>
                    <a:lin ang="13500000" scaled="1"/>
                    <a:tileRect/>
                  </a:gradFill>
                  <a:prstDash val="solid"/>
                  <a:miter lim="800000"/>
                  <a:headEnd type="none"/>
                  <a:tailEnd type="stealth"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51" name="Arc 294++">
                  <a:extLst>
                    <a:ext uri="{FF2B5EF4-FFF2-40B4-BE49-F238E27FC236}">
                      <a16:creationId xmlns:a16="http://schemas.microsoft.com/office/drawing/2014/main" id="{4265DF91-C8A1-4E1F-C4E4-EEE4D01A1D4C}"/>
                    </a:ext>
                  </a:extLst>
                </p:cNvPr>
                <p:cNvSpPr/>
                <p:nvPr/>
              </p:nvSpPr>
              <p:spPr>
                <a:xfrm>
                  <a:off x="8863505" y="4723047"/>
                  <a:ext cx="1690618" cy="1690616"/>
                </a:xfrm>
                <a:prstGeom prst="arc">
                  <a:avLst>
                    <a:gd name="adj1" fmla="val 17712440"/>
                    <a:gd name="adj2" fmla="val 890935"/>
                  </a:avLst>
                </a:prstGeom>
                <a:noFill/>
                <a:ln w="12700" cap="flat" cmpd="sng" algn="ctr">
                  <a:gradFill flip="none" rotWithShape="1">
                    <a:gsLst>
                      <a:gs pos="0">
                        <a:schemeClr val="accent2">
                          <a:alpha val="0"/>
                        </a:schemeClr>
                      </a:gs>
                      <a:gs pos="100000">
                        <a:schemeClr val="accent2"/>
                      </a:gs>
                    </a:gsLst>
                    <a:lin ang="2700000" scaled="1"/>
                    <a:tileRect/>
                  </a:gradFill>
                  <a:prstDash val="solid"/>
                  <a:miter lim="800000"/>
                  <a:headEnd type="none"/>
                  <a:tailEnd type="stealth"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mj-ea"/>
                    <a:ea typeface="+mj-ea"/>
                    <a:cs typeface="阿里巴巴普惠体 2 65 Medium" panose="00020600040101010101" pitchFamily="18" charset="-122"/>
                    <a:sym typeface="Arial Bold" panose="020B0704020202020204" pitchFamily="34" charset="0"/>
                  </a:endParaRPr>
                </a:p>
              </p:txBody>
            </p:sp>
          </p:grpSp>
          <p:grpSp>
            <p:nvGrpSpPr>
              <p:cNvPr id="8" name="组合 7">
                <a:extLst>
                  <a:ext uri="{FF2B5EF4-FFF2-40B4-BE49-F238E27FC236}">
                    <a16:creationId xmlns:a16="http://schemas.microsoft.com/office/drawing/2014/main" id="{8B4DD92A-88B5-4B1C-8166-DDEC7067A804}"/>
                  </a:ext>
                </a:extLst>
              </p:cNvPr>
              <p:cNvGrpSpPr/>
              <p:nvPr/>
            </p:nvGrpSpPr>
            <p:grpSpPr>
              <a:xfrm>
                <a:off x="17227506" y="-277379"/>
                <a:ext cx="1716938" cy="1517464"/>
                <a:chOff x="8728409" y="4652055"/>
                <a:chExt cx="2103422" cy="1859046"/>
              </a:xfrm>
            </p:grpSpPr>
            <p:sp>
              <p:nvSpPr>
                <p:cNvPr id="36" name="不完整圆 235">
                  <a:extLst>
                    <a:ext uri="{FF2B5EF4-FFF2-40B4-BE49-F238E27FC236}">
                      <a16:creationId xmlns:a16="http://schemas.microsoft.com/office/drawing/2014/main" id="{F9DD1C11-48C0-066C-BDEF-E1D510F9C19F}"/>
                    </a:ext>
                  </a:extLst>
                </p:cNvPr>
                <p:cNvSpPr/>
                <p:nvPr/>
              </p:nvSpPr>
              <p:spPr>
                <a:xfrm flipV="1">
                  <a:off x="8728409" y="5898025"/>
                  <a:ext cx="2103422" cy="124488"/>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solidFill>
                  <a:schemeClr val="accent1">
                    <a:lumMod val="20000"/>
                    <a:lumOff val="80000"/>
                    <a:alpha val="20000"/>
                  </a:schemeClr>
                </a:solidFill>
                <a:ln w="76200">
                  <a:gradFill flip="none" rotWithShape="1">
                    <a:gsLst>
                      <a:gs pos="0">
                        <a:schemeClr val="accent2"/>
                      </a:gs>
                      <a:gs pos="100000">
                        <a:schemeClr val="accent2"/>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37" name="Oval 289+">
                  <a:extLst>
                    <a:ext uri="{FF2B5EF4-FFF2-40B4-BE49-F238E27FC236}">
                      <a16:creationId xmlns:a16="http://schemas.microsoft.com/office/drawing/2014/main" id="{AA7C9476-FDE8-A235-C3A5-CD2C02BC19F8}"/>
                    </a:ext>
                  </a:extLst>
                </p:cNvPr>
                <p:cNvSpPr/>
                <p:nvPr>
                  <p:custDataLst>
                    <p:tags r:id="rId15"/>
                  </p:custDataLst>
                </p:nvPr>
              </p:nvSpPr>
              <p:spPr>
                <a:xfrm flipH="1">
                  <a:off x="8903949" y="4703035"/>
                  <a:ext cx="1639636" cy="1639636"/>
                </a:xfrm>
                <a:prstGeom prst="ellipse">
                  <a:avLst/>
                </a:prstGeom>
                <a:gradFill flip="none" rotWithShape="1">
                  <a:gsLst>
                    <a:gs pos="0">
                      <a:schemeClr val="accent2">
                        <a:alpha val="5000"/>
                      </a:schemeClr>
                    </a:gs>
                    <a:gs pos="100000">
                      <a:schemeClr val="accent2">
                        <a:lumMod val="75000"/>
                        <a:alpha val="5000"/>
                      </a:schemeClr>
                    </a:gs>
                  </a:gsLst>
                  <a:lin ang="2700000" scaled="1"/>
                  <a:tileRect/>
                </a:gradFill>
                <a:ln w="38100">
                  <a:noFill/>
                </a:ln>
                <a:effectLst>
                  <a:outerShdw blurRad="127000" dist="63500" dir="5400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38" name="文本框 37">
                  <a:extLst>
                    <a:ext uri="{FF2B5EF4-FFF2-40B4-BE49-F238E27FC236}">
                      <a16:creationId xmlns:a16="http://schemas.microsoft.com/office/drawing/2014/main" id="{92A60FF7-17AF-985B-44AB-96152508B6A2}"/>
                    </a:ext>
                  </a:extLst>
                </p:cNvPr>
                <p:cNvSpPr txBox="1"/>
                <p:nvPr/>
              </p:nvSpPr>
              <p:spPr>
                <a:xfrm>
                  <a:off x="8958046" y="5351173"/>
                  <a:ext cx="1563008" cy="870503"/>
                </a:xfrm>
                <a:prstGeom prst="rect">
                  <a:avLst/>
                </a:prstGeom>
                <a:noFill/>
              </p:spPr>
              <p:txBody>
                <a:bodyPr wrap="none" lIns="0" tIns="0" rIns="0" bIns="0" rtlCol="0" anchor="ctr" anchorCtr="0">
                  <a:prstTxWarp prst="textArchDown">
                    <a:avLst>
                      <a:gd name="adj" fmla="val 315044"/>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accent2"/>
                      </a:solidFill>
                      <a:effectLst/>
                      <a:uLnTx/>
                      <a:uFillTx/>
                      <a:latin typeface="+mj-ea"/>
                      <a:ea typeface="+mj-ea"/>
                      <a:cs typeface="阿里巴巴普惠体 2 65 Medium" panose="00020600040101010101" pitchFamily="18" charset="-122"/>
                      <a:sym typeface="Arial Bold" panose="020B0704020202020204" pitchFamily="34" charset="0"/>
                    </a:rPr>
                    <a:t>灵活发展</a:t>
                  </a:r>
                </a:p>
              </p:txBody>
            </p:sp>
            <p:sp>
              <p:nvSpPr>
                <p:cNvPr id="39" name="椭圆 38">
                  <a:extLst>
                    <a:ext uri="{FF2B5EF4-FFF2-40B4-BE49-F238E27FC236}">
                      <a16:creationId xmlns:a16="http://schemas.microsoft.com/office/drawing/2014/main" id="{5540CE4A-443B-C40D-97D7-EB43D15C5501}"/>
                    </a:ext>
                  </a:extLst>
                </p:cNvPr>
                <p:cNvSpPr/>
                <p:nvPr>
                  <p:custDataLst>
                    <p:tags r:id="rId16"/>
                  </p:custDataLst>
                </p:nvPr>
              </p:nvSpPr>
              <p:spPr>
                <a:xfrm flipH="1">
                  <a:off x="9212709" y="5011795"/>
                  <a:ext cx="1022116" cy="1022116"/>
                </a:xfrm>
                <a:prstGeom prst="ellipse">
                  <a:avLst/>
                </a:prstGeom>
                <a:gradFill flip="none" rotWithShape="1">
                  <a:gsLst>
                    <a:gs pos="0">
                      <a:schemeClr val="accent2"/>
                    </a:gs>
                    <a:gs pos="100000">
                      <a:schemeClr val="accent2">
                        <a:lumMod val="75000"/>
                      </a:schemeClr>
                    </a:gs>
                  </a:gsLst>
                  <a:lin ang="2700000" scaled="1"/>
                  <a:tileRect/>
                </a:gradFill>
                <a:ln w="38100">
                  <a:noFill/>
                </a:ln>
                <a:effectLst>
                  <a:outerShdw blurRad="127000" dist="63500" dir="5400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40" name="文本框 39">
                  <a:extLst>
                    <a:ext uri="{FF2B5EF4-FFF2-40B4-BE49-F238E27FC236}">
                      <a16:creationId xmlns:a16="http://schemas.microsoft.com/office/drawing/2014/main" id="{4599CEB5-C6D0-E54A-B597-5B0EF615030C}"/>
                    </a:ext>
                  </a:extLst>
                </p:cNvPr>
                <p:cNvSpPr txBox="1"/>
                <p:nvPr/>
              </p:nvSpPr>
              <p:spPr>
                <a:xfrm>
                  <a:off x="9380194" y="5426654"/>
                  <a:ext cx="754114" cy="301645"/>
                </a:xfrm>
                <a:prstGeom prst="rect">
                  <a:avLst/>
                </a:prstGeom>
                <a:noFill/>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FFFFFF"/>
                      </a:solidFill>
                      <a:effectLst/>
                      <a:uLnTx/>
                      <a:uFillTx/>
                      <a:latin typeface="+mj-ea"/>
                      <a:ea typeface="+mj-ea"/>
                      <a:cs typeface="阿里巴巴普惠体 2 65 Medium" panose="00020600040101010101" pitchFamily="18" charset="-122"/>
                      <a:sym typeface="Arial Bold" panose="020B0704020202020204" pitchFamily="34" charset="0"/>
                    </a:rPr>
                    <a:t>全域化</a:t>
                  </a:r>
                </a:p>
              </p:txBody>
            </p:sp>
            <p:sp>
              <p:nvSpPr>
                <p:cNvPr id="41" name="弧形 40">
                  <a:extLst>
                    <a:ext uri="{FF2B5EF4-FFF2-40B4-BE49-F238E27FC236}">
                      <a16:creationId xmlns:a16="http://schemas.microsoft.com/office/drawing/2014/main" id="{E4DC3C6D-2E19-5F4E-6B10-B5F415BCDF13}"/>
                    </a:ext>
                  </a:extLst>
                </p:cNvPr>
                <p:cNvSpPr/>
                <p:nvPr/>
              </p:nvSpPr>
              <p:spPr>
                <a:xfrm>
                  <a:off x="8893008" y="4705749"/>
                  <a:ext cx="1805354" cy="1805352"/>
                </a:xfrm>
                <a:prstGeom prst="arc">
                  <a:avLst>
                    <a:gd name="adj1" fmla="val 9944496"/>
                    <a:gd name="adj2" fmla="val 14239359"/>
                  </a:avLst>
                </a:prstGeom>
                <a:noFill/>
                <a:ln w="12700" cap="flat" cmpd="sng" algn="ctr">
                  <a:gradFill flip="none" rotWithShape="1">
                    <a:gsLst>
                      <a:gs pos="0">
                        <a:schemeClr val="accent2">
                          <a:alpha val="0"/>
                        </a:schemeClr>
                      </a:gs>
                      <a:gs pos="100000">
                        <a:schemeClr val="accent2"/>
                      </a:gs>
                    </a:gsLst>
                    <a:path path="circle">
                      <a:fillToRect t="100000" r="100000"/>
                    </a:path>
                    <a:tileRect l="-100000" b="-100000"/>
                  </a:gradFill>
                  <a:prstDash val="solid"/>
                  <a:miter lim="800000"/>
                  <a:headEnd type="none"/>
                  <a:tailEnd type="stealth"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42" name="Arc 294+">
                  <a:extLst>
                    <a:ext uri="{FF2B5EF4-FFF2-40B4-BE49-F238E27FC236}">
                      <a16:creationId xmlns:a16="http://schemas.microsoft.com/office/drawing/2014/main" id="{24008811-668C-2885-57F3-6F547BFF3A29}"/>
                    </a:ext>
                  </a:extLst>
                </p:cNvPr>
                <p:cNvSpPr/>
                <p:nvPr/>
              </p:nvSpPr>
              <p:spPr>
                <a:xfrm>
                  <a:off x="8889941" y="4652055"/>
                  <a:ext cx="1690618" cy="1690616"/>
                </a:xfrm>
                <a:prstGeom prst="arc">
                  <a:avLst>
                    <a:gd name="adj1" fmla="val 2904442"/>
                    <a:gd name="adj2" fmla="val 7685175"/>
                  </a:avLst>
                </a:prstGeom>
                <a:noFill/>
                <a:ln w="12700" cap="flat" cmpd="sng" algn="ctr">
                  <a:gradFill flip="none" rotWithShape="1">
                    <a:gsLst>
                      <a:gs pos="0">
                        <a:schemeClr val="accent2">
                          <a:alpha val="0"/>
                        </a:schemeClr>
                      </a:gs>
                      <a:gs pos="100000">
                        <a:schemeClr val="accent2"/>
                      </a:gs>
                    </a:gsLst>
                    <a:lin ang="13500000" scaled="1"/>
                    <a:tileRect/>
                  </a:gradFill>
                  <a:prstDash val="solid"/>
                  <a:miter lim="800000"/>
                  <a:headEnd type="none"/>
                  <a:tailEnd type="stealth"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43" name="Arc 294++">
                  <a:extLst>
                    <a:ext uri="{FF2B5EF4-FFF2-40B4-BE49-F238E27FC236}">
                      <a16:creationId xmlns:a16="http://schemas.microsoft.com/office/drawing/2014/main" id="{D643D422-DE89-3698-8130-787EB2F7EC7D}"/>
                    </a:ext>
                  </a:extLst>
                </p:cNvPr>
                <p:cNvSpPr/>
                <p:nvPr/>
              </p:nvSpPr>
              <p:spPr>
                <a:xfrm>
                  <a:off x="8863505" y="4723047"/>
                  <a:ext cx="1690618" cy="1690616"/>
                </a:xfrm>
                <a:prstGeom prst="arc">
                  <a:avLst>
                    <a:gd name="adj1" fmla="val 18087127"/>
                    <a:gd name="adj2" fmla="val 21570997"/>
                  </a:avLst>
                </a:prstGeom>
                <a:noFill/>
                <a:ln w="12700" cap="flat" cmpd="sng" algn="ctr">
                  <a:gradFill flip="none" rotWithShape="1">
                    <a:gsLst>
                      <a:gs pos="0">
                        <a:schemeClr val="accent2">
                          <a:alpha val="0"/>
                        </a:schemeClr>
                      </a:gs>
                      <a:gs pos="100000">
                        <a:schemeClr val="accent2"/>
                      </a:gs>
                    </a:gsLst>
                    <a:lin ang="2700000" scaled="1"/>
                    <a:tileRect/>
                  </a:gradFill>
                  <a:prstDash val="solid"/>
                  <a:miter lim="800000"/>
                  <a:headEnd type="none"/>
                  <a:tailEnd type="stealth"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mj-ea"/>
                    <a:ea typeface="+mj-ea"/>
                    <a:cs typeface="阿里巴巴普惠体 2 65 Medium" panose="00020600040101010101" pitchFamily="18" charset="-122"/>
                    <a:sym typeface="Arial Bold" panose="020B0704020202020204" pitchFamily="34" charset="0"/>
                  </a:endParaRPr>
                </a:p>
              </p:txBody>
            </p:sp>
          </p:grpSp>
          <p:sp>
            <p:nvSpPr>
              <p:cNvPr id="10" name="椭圆 9">
                <a:extLst>
                  <a:ext uri="{FF2B5EF4-FFF2-40B4-BE49-F238E27FC236}">
                    <a16:creationId xmlns:a16="http://schemas.microsoft.com/office/drawing/2014/main" id="{DEDB7074-F612-FCCC-1D08-48D6672A8D4C}"/>
                  </a:ext>
                </a:extLst>
              </p:cNvPr>
              <p:cNvSpPr/>
              <p:nvPr>
                <p:custDataLst>
                  <p:tags r:id="rId9"/>
                </p:custDataLst>
              </p:nvPr>
            </p:nvSpPr>
            <p:spPr>
              <a:xfrm flipH="1">
                <a:off x="17203532" y="1305831"/>
                <a:ext cx="349306" cy="349306"/>
              </a:xfrm>
              <a:prstGeom prst="ellipse">
                <a:avLst/>
              </a:prstGeom>
              <a:gradFill flip="none" rotWithShape="1">
                <a:gsLst>
                  <a:gs pos="0">
                    <a:schemeClr val="accent2"/>
                  </a:gs>
                  <a:gs pos="100000">
                    <a:schemeClr val="accent2">
                      <a:lumMod val="75000"/>
                    </a:schemeClr>
                  </a:gs>
                </a:gsLst>
                <a:lin ang="2700000" scaled="1"/>
                <a:tileRect/>
              </a:gradFill>
              <a:ln w="38100">
                <a:noFill/>
              </a:ln>
              <a:effectLst>
                <a:outerShdw blurRad="127000" dist="63500" dir="5400000" algn="ctr" rotWithShape="0">
                  <a:schemeClr val="accent2">
                    <a:alpha val="40000"/>
                  </a:schemeClr>
                </a:outerShdw>
                <a:softEdge rad="127000"/>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dirty="0">
                  <a:ln>
                    <a:noFill/>
                  </a:ln>
                  <a:solidFill>
                    <a:prstClr val="white"/>
                  </a:solidFill>
                  <a:effectLst>
                    <a:outerShdw blurRad="137160" dist="41148" dir="2699997" algn="tl">
                      <a:srgbClr val="000000">
                        <a:alpha val="40000"/>
                      </a:srgbClr>
                    </a:outerShdw>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11" name="椭圆 10">
                <a:extLst>
                  <a:ext uri="{FF2B5EF4-FFF2-40B4-BE49-F238E27FC236}">
                    <a16:creationId xmlns:a16="http://schemas.microsoft.com/office/drawing/2014/main" id="{31445BC0-DA19-E5E9-87C8-37E92AC6EFCD}"/>
                  </a:ext>
                </a:extLst>
              </p:cNvPr>
              <p:cNvSpPr/>
              <p:nvPr>
                <p:custDataLst>
                  <p:tags r:id="rId10"/>
                </p:custDataLst>
              </p:nvPr>
            </p:nvSpPr>
            <p:spPr>
              <a:xfrm flipH="1">
                <a:off x="18836485" y="-1796634"/>
                <a:ext cx="496072" cy="475045"/>
              </a:xfrm>
              <a:prstGeom prst="ellipse">
                <a:avLst/>
              </a:prstGeom>
              <a:gradFill flip="none" rotWithShape="1">
                <a:gsLst>
                  <a:gs pos="0">
                    <a:schemeClr val="accent1"/>
                  </a:gs>
                  <a:gs pos="100000">
                    <a:schemeClr val="accent1">
                      <a:lumMod val="75000"/>
                    </a:schemeClr>
                  </a:gs>
                </a:gsLst>
                <a:lin ang="2700000" scaled="1"/>
                <a:tileRect/>
              </a:gradFill>
              <a:ln w="38100">
                <a:noFill/>
              </a:ln>
              <a:effectLst>
                <a:outerShdw blurRad="127000" dist="63500" dir="5400000" algn="ctr" rotWithShape="0">
                  <a:schemeClr val="accent2">
                    <a:alpha val="40000"/>
                  </a:schemeClr>
                </a:outerShdw>
                <a:softEdge rad="127000"/>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dirty="0">
                  <a:ln>
                    <a:noFill/>
                  </a:ln>
                  <a:solidFill>
                    <a:prstClr val="white"/>
                  </a:solidFill>
                  <a:effectLst>
                    <a:outerShdw blurRad="137160" dist="41148" dir="2699997" algn="tl">
                      <a:srgbClr val="000000">
                        <a:alpha val="40000"/>
                      </a:srgbClr>
                    </a:outerShdw>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12" name="任意多边形: 形状 11">
                <a:extLst>
                  <a:ext uri="{FF2B5EF4-FFF2-40B4-BE49-F238E27FC236}">
                    <a16:creationId xmlns:a16="http://schemas.microsoft.com/office/drawing/2014/main" id="{8B7D15A2-1A84-7958-56A1-934DE1956CC5}"/>
                  </a:ext>
                </a:extLst>
              </p:cNvPr>
              <p:cNvSpPr/>
              <p:nvPr/>
            </p:nvSpPr>
            <p:spPr>
              <a:xfrm flipH="1" flipV="1">
                <a:off x="19441447" y="-281520"/>
                <a:ext cx="710043" cy="2993461"/>
              </a:xfrm>
              <a:custGeom>
                <a:avLst/>
                <a:gdLst>
                  <a:gd name="connsiteX0" fmla="*/ 0 w 1922106"/>
                  <a:gd name="connsiteY0" fmla="*/ 4394718 h 4394718"/>
                  <a:gd name="connsiteX1" fmla="*/ 1455575 w 1922106"/>
                  <a:gd name="connsiteY1" fmla="*/ 2127379 h 4394718"/>
                  <a:gd name="connsiteX2" fmla="*/ 1922106 w 1922106"/>
                  <a:gd name="connsiteY2" fmla="*/ 0 h 4394718"/>
                  <a:gd name="connsiteX0" fmla="*/ 0 w 1922106"/>
                  <a:gd name="connsiteY0" fmla="*/ 4394718 h 4394718"/>
                  <a:gd name="connsiteX1" fmla="*/ 1625321 w 1922106"/>
                  <a:gd name="connsiteY1" fmla="*/ 2159206 h 4394718"/>
                  <a:gd name="connsiteX2" fmla="*/ 1922106 w 1922106"/>
                  <a:gd name="connsiteY2" fmla="*/ 0 h 4394718"/>
                  <a:gd name="connsiteX0" fmla="*/ 0 w 1476520"/>
                  <a:gd name="connsiteY0" fmla="*/ 4352281 h 4352281"/>
                  <a:gd name="connsiteX1" fmla="*/ 1179735 w 1476520"/>
                  <a:gd name="connsiteY1" fmla="*/ 2159206 h 4352281"/>
                  <a:gd name="connsiteX2" fmla="*/ 1476520 w 1476520"/>
                  <a:gd name="connsiteY2" fmla="*/ 0 h 4352281"/>
                  <a:gd name="connsiteX0" fmla="*/ 0 w 1285554"/>
                  <a:gd name="connsiteY0" fmla="*/ 4352281 h 4352281"/>
                  <a:gd name="connsiteX1" fmla="*/ 988769 w 1285554"/>
                  <a:gd name="connsiteY1" fmla="*/ 2159206 h 4352281"/>
                  <a:gd name="connsiteX2" fmla="*/ 1285554 w 1285554"/>
                  <a:gd name="connsiteY2" fmla="*/ 0 h 4352281"/>
                  <a:gd name="connsiteX0" fmla="*/ 0 w 1285554"/>
                  <a:gd name="connsiteY0" fmla="*/ 4352281 h 4352281"/>
                  <a:gd name="connsiteX1" fmla="*/ 988770 w 1285554"/>
                  <a:gd name="connsiteY1" fmla="*/ 2159206 h 4352281"/>
                  <a:gd name="connsiteX2" fmla="*/ 1285554 w 1285554"/>
                  <a:gd name="connsiteY2" fmla="*/ 0 h 4352281"/>
                  <a:gd name="connsiteX0" fmla="*/ 0 w 1285554"/>
                  <a:gd name="connsiteY0" fmla="*/ 4352281 h 4352281"/>
                  <a:gd name="connsiteX1" fmla="*/ 988770 w 1285554"/>
                  <a:gd name="connsiteY1" fmla="*/ 2159206 h 4352281"/>
                  <a:gd name="connsiteX2" fmla="*/ 1285554 w 1285554"/>
                  <a:gd name="connsiteY2" fmla="*/ 0 h 4352281"/>
                  <a:gd name="connsiteX0" fmla="*/ 0 w 1285554"/>
                  <a:gd name="connsiteY0" fmla="*/ 4352281 h 4352281"/>
                  <a:gd name="connsiteX1" fmla="*/ 988770 w 1285554"/>
                  <a:gd name="connsiteY1" fmla="*/ 2159206 h 4352281"/>
                  <a:gd name="connsiteX2" fmla="*/ 1285554 w 1285554"/>
                  <a:gd name="connsiteY2" fmla="*/ 0 h 4352281"/>
                  <a:gd name="connsiteX0" fmla="*/ 0 w 1301910"/>
                  <a:gd name="connsiteY0" fmla="*/ 4352281 h 4352281"/>
                  <a:gd name="connsiteX1" fmla="*/ 988770 w 1301910"/>
                  <a:gd name="connsiteY1" fmla="*/ 2159206 h 4352281"/>
                  <a:gd name="connsiteX2" fmla="*/ 1285554 w 1301910"/>
                  <a:gd name="connsiteY2" fmla="*/ 0 h 4352281"/>
                  <a:gd name="connsiteX0" fmla="*/ 0 w 1186609"/>
                  <a:gd name="connsiteY0" fmla="*/ 4437154 h 4437154"/>
                  <a:gd name="connsiteX1" fmla="*/ 872069 w 1186609"/>
                  <a:gd name="connsiteY1" fmla="*/ 2159206 h 4437154"/>
                  <a:gd name="connsiteX2" fmla="*/ 1168853 w 1186609"/>
                  <a:gd name="connsiteY2" fmla="*/ 0 h 4437154"/>
                  <a:gd name="connsiteX0" fmla="*/ 0 w 1193642"/>
                  <a:gd name="connsiteY0" fmla="*/ 4437154 h 4437154"/>
                  <a:gd name="connsiteX1" fmla="*/ 946333 w 1193642"/>
                  <a:gd name="connsiteY1" fmla="*/ 2180424 h 4437154"/>
                  <a:gd name="connsiteX2" fmla="*/ 1168853 w 1193642"/>
                  <a:gd name="connsiteY2" fmla="*/ 0 h 4437154"/>
                  <a:gd name="connsiteX0" fmla="*/ 0 w 1207240"/>
                  <a:gd name="connsiteY0" fmla="*/ 4437154 h 4437154"/>
                  <a:gd name="connsiteX1" fmla="*/ 1020597 w 1207240"/>
                  <a:gd name="connsiteY1" fmla="*/ 2180424 h 4437154"/>
                  <a:gd name="connsiteX2" fmla="*/ 1168853 w 1207240"/>
                  <a:gd name="connsiteY2" fmla="*/ 0 h 4437154"/>
                  <a:gd name="connsiteX0" fmla="*/ 0 w 1193238"/>
                  <a:gd name="connsiteY0" fmla="*/ 4437154 h 4437154"/>
                  <a:gd name="connsiteX1" fmla="*/ 1020597 w 1193238"/>
                  <a:gd name="connsiteY1" fmla="*/ 2180424 h 4437154"/>
                  <a:gd name="connsiteX2" fmla="*/ 1168853 w 1193238"/>
                  <a:gd name="connsiteY2" fmla="*/ 0 h 4437154"/>
                  <a:gd name="connsiteX0" fmla="*/ 0 w 1193237"/>
                  <a:gd name="connsiteY0" fmla="*/ 4437154 h 4437154"/>
                  <a:gd name="connsiteX1" fmla="*/ 1020597 w 1193237"/>
                  <a:gd name="connsiteY1" fmla="*/ 2180424 h 4437154"/>
                  <a:gd name="connsiteX2" fmla="*/ 1168853 w 1193237"/>
                  <a:gd name="connsiteY2" fmla="*/ 0 h 4437154"/>
                </a:gdLst>
                <a:ahLst/>
                <a:cxnLst>
                  <a:cxn ang="0">
                    <a:pos x="connsiteX0" y="connsiteY0"/>
                  </a:cxn>
                  <a:cxn ang="0">
                    <a:pos x="connsiteX1" y="connsiteY1"/>
                  </a:cxn>
                  <a:cxn ang="0">
                    <a:pos x="connsiteX2" y="connsiteY2"/>
                  </a:cxn>
                </a:cxnLst>
                <a:rect l="l" t="t" r="r" b="b"/>
                <a:pathLst>
                  <a:path w="1193237" h="4437154">
                    <a:moveTo>
                      <a:pt x="0" y="4437154"/>
                    </a:moveTo>
                    <a:cubicBezTo>
                      <a:pt x="567612" y="3669711"/>
                      <a:pt x="910663" y="2898732"/>
                      <a:pt x="1020597" y="2180424"/>
                    </a:cubicBezTo>
                    <a:cubicBezTo>
                      <a:pt x="1130531" y="1462116"/>
                      <a:pt x="1244291" y="538326"/>
                      <a:pt x="1168853" y="0"/>
                    </a:cubicBezTo>
                  </a:path>
                </a:pathLst>
              </a:custGeom>
              <a:noFill/>
              <a:ln w="38100">
                <a:gradFill>
                  <a:gsLst>
                    <a:gs pos="0">
                      <a:schemeClr val="accent2">
                        <a:lumMod val="75000"/>
                      </a:schemeClr>
                    </a:gs>
                    <a:gs pos="100000">
                      <a:schemeClr val="accent2">
                        <a:alpha val="0"/>
                      </a:schemeClr>
                    </a:gs>
                  </a:gsLst>
                  <a:lin ang="5400000" scaled="1"/>
                </a:gra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13" name="不完整圆 235">
                <a:extLst>
                  <a:ext uri="{FF2B5EF4-FFF2-40B4-BE49-F238E27FC236}">
                    <a16:creationId xmlns:a16="http://schemas.microsoft.com/office/drawing/2014/main" id="{9FAED7D9-CE47-A477-6DF7-7A5679CA1B11}"/>
                  </a:ext>
                </a:extLst>
              </p:cNvPr>
              <p:cNvSpPr/>
              <p:nvPr/>
            </p:nvSpPr>
            <p:spPr>
              <a:xfrm>
                <a:off x="16580499" y="3008720"/>
                <a:ext cx="2989304" cy="176916"/>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solidFill>
                <a:schemeClr val="accent2">
                  <a:lumMod val="20000"/>
                  <a:lumOff val="80000"/>
                  <a:alpha val="20000"/>
                </a:schemeClr>
              </a:solidFill>
              <a:ln w="12700">
                <a:gradFill flip="none" rotWithShape="1">
                  <a:gsLst>
                    <a:gs pos="0">
                      <a:schemeClr val="accent2">
                        <a:alpha val="0"/>
                      </a:schemeClr>
                    </a:gs>
                    <a:gs pos="100000">
                      <a:schemeClr val="accent2"/>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14" name="不完整圆 235">
                <a:extLst>
                  <a:ext uri="{FF2B5EF4-FFF2-40B4-BE49-F238E27FC236}">
                    <a16:creationId xmlns:a16="http://schemas.microsoft.com/office/drawing/2014/main" id="{9D59F46F-325A-733C-9AA8-AFA99C94A039}"/>
                  </a:ext>
                </a:extLst>
              </p:cNvPr>
              <p:cNvSpPr/>
              <p:nvPr/>
            </p:nvSpPr>
            <p:spPr>
              <a:xfrm>
                <a:off x="16431088" y="1377650"/>
                <a:ext cx="3364334" cy="27240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solidFill>
                <a:schemeClr val="accent2">
                  <a:lumMod val="20000"/>
                  <a:lumOff val="80000"/>
                  <a:alpha val="20000"/>
                </a:schemeClr>
              </a:solidFill>
              <a:ln w="12700">
                <a:gradFill flip="none" rotWithShape="1">
                  <a:gsLst>
                    <a:gs pos="0">
                      <a:schemeClr val="accent2">
                        <a:alpha val="0"/>
                      </a:schemeClr>
                    </a:gs>
                    <a:gs pos="100000">
                      <a:schemeClr val="accent2"/>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15" name="不完整圆 235">
                <a:extLst>
                  <a:ext uri="{FF2B5EF4-FFF2-40B4-BE49-F238E27FC236}">
                    <a16:creationId xmlns:a16="http://schemas.microsoft.com/office/drawing/2014/main" id="{17905F75-591B-FEC1-BE5D-11A17E05BC7E}"/>
                  </a:ext>
                </a:extLst>
              </p:cNvPr>
              <p:cNvSpPr/>
              <p:nvPr/>
            </p:nvSpPr>
            <p:spPr>
              <a:xfrm>
                <a:off x="15929593" y="-902695"/>
                <a:ext cx="4106268" cy="26209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solidFill>
                <a:schemeClr val="accent3">
                  <a:lumMod val="20000"/>
                  <a:lumOff val="80000"/>
                  <a:alpha val="20000"/>
                </a:schemeClr>
              </a:solidFill>
              <a:ln w="12700">
                <a:gradFill flip="none" rotWithShape="1">
                  <a:gsLst>
                    <a:gs pos="0">
                      <a:schemeClr val="accent3">
                        <a:alpha val="0"/>
                      </a:schemeClr>
                    </a:gs>
                    <a:gs pos="100000">
                      <a:schemeClr val="accent3"/>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16" name="不完整圆 235">
                <a:extLst>
                  <a:ext uri="{FF2B5EF4-FFF2-40B4-BE49-F238E27FC236}">
                    <a16:creationId xmlns:a16="http://schemas.microsoft.com/office/drawing/2014/main" id="{B578F601-13FE-5971-D6CF-2F5ABDF7E8FB}"/>
                  </a:ext>
                </a:extLst>
              </p:cNvPr>
              <p:cNvSpPr/>
              <p:nvPr/>
            </p:nvSpPr>
            <p:spPr>
              <a:xfrm>
                <a:off x="16795272" y="3161108"/>
                <a:ext cx="2601084" cy="15394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solidFill>
                <a:schemeClr val="accent2">
                  <a:lumMod val="20000"/>
                  <a:lumOff val="80000"/>
                  <a:alpha val="20000"/>
                </a:schemeClr>
              </a:solidFill>
              <a:ln w="12700">
                <a:gradFill flip="none" rotWithShape="1">
                  <a:gsLst>
                    <a:gs pos="0">
                      <a:schemeClr val="accent2">
                        <a:alpha val="0"/>
                      </a:schemeClr>
                    </a:gs>
                    <a:gs pos="100000">
                      <a:schemeClr val="accent2"/>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阿里巴巴普惠体 2 65 Medium" panose="00020600040101010101" pitchFamily="18" charset="-122"/>
                  <a:sym typeface="Arial Bold" panose="020B0704020202020204" pitchFamily="34" charset="0"/>
                </a:endParaRPr>
              </a:p>
            </p:txBody>
          </p:sp>
          <p:grpSp>
            <p:nvGrpSpPr>
              <p:cNvPr id="17" name="组合 16">
                <a:extLst>
                  <a:ext uri="{FF2B5EF4-FFF2-40B4-BE49-F238E27FC236}">
                    <a16:creationId xmlns:a16="http://schemas.microsoft.com/office/drawing/2014/main" id="{070CF928-044F-90CD-6A57-84A3F44F1300}"/>
                  </a:ext>
                </a:extLst>
              </p:cNvPr>
              <p:cNvGrpSpPr/>
              <p:nvPr/>
            </p:nvGrpSpPr>
            <p:grpSpPr>
              <a:xfrm>
                <a:off x="18217367" y="-2119280"/>
                <a:ext cx="1716938" cy="1517464"/>
                <a:chOff x="8728409" y="4652055"/>
                <a:chExt cx="2103422" cy="1859046"/>
              </a:xfrm>
            </p:grpSpPr>
            <p:sp>
              <p:nvSpPr>
                <p:cNvPr id="28" name="不完整圆 235">
                  <a:extLst>
                    <a:ext uri="{FF2B5EF4-FFF2-40B4-BE49-F238E27FC236}">
                      <a16:creationId xmlns:a16="http://schemas.microsoft.com/office/drawing/2014/main" id="{8DF1878A-D2C8-708A-5637-C5755FC5BDCA}"/>
                    </a:ext>
                  </a:extLst>
                </p:cNvPr>
                <p:cNvSpPr/>
                <p:nvPr/>
              </p:nvSpPr>
              <p:spPr>
                <a:xfrm flipV="1">
                  <a:off x="8728409" y="5898025"/>
                  <a:ext cx="2103422" cy="124488"/>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solidFill>
                  <a:schemeClr val="accent1">
                    <a:lumMod val="20000"/>
                    <a:lumOff val="80000"/>
                    <a:alpha val="20000"/>
                  </a:schemeClr>
                </a:solidFill>
                <a:ln w="76200">
                  <a:gradFill flip="none" rotWithShape="1">
                    <a:gsLst>
                      <a:gs pos="0">
                        <a:schemeClr val="accent3"/>
                      </a:gs>
                      <a:gs pos="100000">
                        <a:schemeClr val="accent3">
                          <a:lumMod val="75000"/>
                        </a:schemeClr>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29" name="Oval 289+">
                  <a:extLst>
                    <a:ext uri="{FF2B5EF4-FFF2-40B4-BE49-F238E27FC236}">
                      <a16:creationId xmlns:a16="http://schemas.microsoft.com/office/drawing/2014/main" id="{46ACCC86-C993-38AD-7BED-7D6399D7C4A7}"/>
                    </a:ext>
                  </a:extLst>
                </p:cNvPr>
                <p:cNvSpPr/>
                <p:nvPr>
                  <p:custDataLst>
                    <p:tags r:id="rId13"/>
                  </p:custDataLst>
                </p:nvPr>
              </p:nvSpPr>
              <p:spPr>
                <a:xfrm flipH="1">
                  <a:off x="8903949" y="4703035"/>
                  <a:ext cx="1639636" cy="1639636"/>
                </a:xfrm>
                <a:prstGeom prst="ellipse">
                  <a:avLst/>
                </a:prstGeom>
                <a:gradFill flip="none" rotWithShape="1">
                  <a:gsLst>
                    <a:gs pos="0">
                      <a:schemeClr val="accent3">
                        <a:alpha val="5000"/>
                      </a:schemeClr>
                    </a:gs>
                    <a:gs pos="100000">
                      <a:schemeClr val="accent3">
                        <a:alpha val="5000"/>
                      </a:schemeClr>
                    </a:gs>
                  </a:gsLst>
                  <a:lin ang="2700000" scaled="1"/>
                  <a:tileRect/>
                </a:gradFill>
                <a:ln w="38100">
                  <a:noFill/>
                </a:ln>
                <a:effectLst>
                  <a:outerShdw blurRad="127000" dist="63500" dir="5400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30" name="文本框 29">
                  <a:extLst>
                    <a:ext uri="{FF2B5EF4-FFF2-40B4-BE49-F238E27FC236}">
                      <a16:creationId xmlns:a16="http://schemas.microsoft.com/office/drawing/2014/main" id="{53FCC432-6A71-FFB2-028C-4E2E252A8047}"/>
                    </a:ext>
                  </a:extLst>
                </p:cNvPr>
                <p:cNvSpPr txBox="1"/>
                <p:nvPr/>
              </p:nvSpPr>
              <p:spPr>
                <a:xfrm>
                  <a:off x="8958046" y="5363620"/>
                  <a:ext cx="1563008" cy="870503"/>
                </a:xfrm>
                <a:prstGeom prst="rect">
                  <a:avLst/>
                </a:prstGeom>
                <a:noFill/>
              </p:spPr>
              <p:txBody>
                <a:bodyPr wrap="none" lIns="0" tIns="0" rIns="0" bIns="0" rtlCol="0" anchor="ctr" anchorCtr="0">
                  <a:prstTxWarp prst="textArchDown">
                    <a:avLst>
                      <a:gd name="adj" fmla="val 315044"/>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accent3"/>
                      </a:solidFill>
                      <a:effectLst/>
                      <a:uLnTx/>
                      <a:uFillTx/>
                      <a:latin typeface="+mj-ea"/>
                      <a:ea typeface="+mj-ea"/>
                      <a:cs typeface="阿里巴巴普惠体 2 65 Medium" panose="00020600040101010101" pitchFamily="18" charset="-122"/>
                      <a:sym typeface="Arial Bold" panose="020B0704020202020204" pitchFamily="34" charset="0"/>
                    </a:rPr>
                    <a:t>智能工具</a:t>
                  </a:r>
                </a:p>
              </p:txBody>
            </p:sp>
            <p:sp>
              <p:nvSpPr>
                <p:cNvPr id="31" name="椭圆 30">
                  <a:extLst>
                    <a:ext uri="{FF2B5EF4-FFF2-40B4-BE49-F238E27FC236}">
                      <a16:creationId xmlns:a16="http://schemas.microsoft.com/office/drawing/2014/main" id="{64A70174-D3AE-F497-07FC-3D3B490FFB23}"/>
                    </a:ext>
                  </a:extLst>
                </p:cNvPr>
                <p:cNvSpPr/>
                <p:nvPr>
                  <p:custDataLst>
                    <p:tags r:id="rId14"/>
                  </p:custDataLst>
                </p:nvPr>
              </p:nvSpPr>
              <p:spPr>
                <a:xfrm flipH="1">
                  <a:off x="9212709" y="5011795"/>
                  <a:ext cx="1022116" cy="1022116"/>
                </a:xfrm>
                <a:prstGeom prst="ellipse">
                  <a:avLst/>
                </a:prstGeom>
                <a:gradFill flip="none" rotWithShape="1">
                  <a:gsLst>
                    <a:gs pos="0">
                      <a:schemeClr val="accent3"/>
                    </a:gs>
                    <a:gs pos="100000">
                      <a:schemeClr val="accent3">
                        <a:lumMod val="75000"/>
                      </a:schemeClr>
                    </a:gs>
                  </a:gsLst>
                  <a:lin ang="2700000" scaled="1"/>
                  <a:tileRect/>
                </a:gradFill>
                <a:ln w="38100">
                  <a:noFill/>
                </a:ln>
                <a:effectLst>
                  <a:outerShdw blurRad="127000" dist="63500" dir="5400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dirty="0">
                    <a:ln>
                      <a:noFill/>
                    </a:ln>
                    <a:solidFill>
                      <a:prstClr val="white"/>
                    </a:solidFill>
                    <a:effectLst>
                      <a:outerShdw blurRad="137160" dist="41148" dir="2699997" algn="tl">
                        <a:srgbClr val="000000">
                          <a:alpha val="40000"/>
                        </a:srgbClr>
                      </a:outerShdw>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32" name="文本框 31">
                  <a:extLst>
                    <a:ext uri="{FF2B5EF4-FFF2-40B4-BE49-F238E27FC236}">
                      <a16:creationId xmlns:a16="http://schemas.microsoft.com/office/drawing/2014/main" id="{0821E325-01CA-AB4F-16DC-62379F3C8B30}"/>
                    </a:ext>
                  </a:extLst>
                </p:cNvPr>
                <p:cNvSpPr txBox="1"/>
                <p:nvPr/>
              </p:nvSpPr>
              <p:spPr>
                <a:xfrm>
                  <a:off x="9449916" y="5255759"/>
                  <a:ext cx="502743" cy="603292"/>
                </a:xfrm>
                <a:prstGeom prst="rect">
                  <a:avLst/>
                </a:prstGeom>
                <a:noFill/>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FFFFFF"/>
                      </a:solidFill>
                      <a:effectLst/>
                      <a:uLnTx/>
                      <a:uFillTx/>
                      <a:latin typeface="+mj-ea"/>
                      <a:ea typeface="+mj-ea"/>
                      <a:cs typeface="阿里巴巴普惠体 2 65 Medium" panose="00020600040101010101" pitchFamily="18" charset="-122"/>
                      <a:sym typeface="Arial Bold" panose="020B0704020202020204" pitchFamily="34" charset="0"/>
                    </a:rPr>
                    <a:t>价值</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FFFFFF"/>
                      </a:solidFill>
                      <a:effectLst/>
                      <a:uLnTx/>
                      <a:uFillTx/>
                      <a:latin typeface="+mj-ea"/>
                      <a:ea typeface="+mj-ea"/>
                      <a:cs typeface="阿里巴巴普惠体 2 65 Medium" panose="00020600040101010101" pitchFamily="18" charset="-122"/>
                      <a:sym typeface="Arial Bold" panose="020B0704020202020204" pitchFamily="34" charset="0"/>
                    </a:rPr>
                    <a:t>分配</a:t>
                  </a:r>
                </a:p>
              </p:txBody>
            </p:sp>
            <p:sp>
              <p:nvSpPr>
                <p:cNvPr id="33" name="弧形 32">
                  <a:extLst>
                    <a:ext uri="{FF2B5EF4-FFF2-40B4-BE49-F238E27FC236}">
                      <a16:creationId xmlns:a16="http://schemas.microsoft.com/office/drawing/2014/main" id="{D373CF7E-DDC7-DF82-4C0F-C9F3FFA04233}"/>
                    </a:ext>
                  </a:extLst>
                </p:cNvPr>
                <p:cNvSpPr/>
                <p:nvPr/>
              </p:nvSpPr>
              <p:spPr>
                <a:xfrm>
                  <a:off x="8893008" y="4705749"/>
                  <a:ext cx="1805354" cy="1805352"/>
                </a:xfrm>
                <a:prstGeom prst="arc">
                  <a:avLst>
                    <a:gd name="adj1" fmla="val 9944496"/>
                    <a:gd name="adj2" fmla="val 13988555"/>
                  </a:avLst>
                </a:prstGeom>
                <a:noFill/>
                <a:ln w="12700" cap="flat" cmpd="sng" algn="ctr">
                  <a:gradFill flip="none" rotWithShape="1">
                    <a:gsLst>
                      <a:gs pos="0">
                        <a:schemeClr val="accent3">
                          <a:alpha val="0"/>
                        </a:schemeClr>
                      </a:gs>
                      <a:gs pos="100000">
                        <a:schemeClr val="accent3"/>
                      </a:gs>
                    </a:gsLst>
                    <a:path path="circle">
                      <a:fillToRect t="100000" r="100000"/>
                    </a:path>
                    <a:tileRect l="-100000" b="-100000"/>
                  </a:gradFill>
                  <a:prstDash val="solid"/>
                  <a:miter lim="800000"/>
                  <a:headEnd type="none"/>
                  <a:tailEnd type="stealth"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34" name="Arc 294+">
                  <a:extLst>
                    <a:ext uri="{FF2B5EF4-FFF2-40B4-BE49-F238E27FC236}">
                      <a16:creationId xmlns:a16="http://schemas.microsoft.com/office/drawing/2014/main" id="{78C2AAB9-4A15-4D0C-714D-380D2FDB569E}"/>
                    </a:ext>
                  </a:extLst>
                </p:cNvPr>
                <p:cNvSpPr/>
                <p:nvPr/>
              </p:nvSpPr>
              <p:spPr>
                <a:xfrm>
                  <a:off x="8889941" y="4652055"/>
                  <a:ext cx="1690618" cy="1690616"/>
                </a:xfrm>
                <a:prstGeom prst="arc">
                  <a:avLst>
                    <a:gd name="adj1" fmla="val 2904442"/>
                    <a:gd name="adj2" fmla="val 7685175"/>
                  </a:avLst>
                </a:prstGeom>
                <a:noFill/>
                <a:ln w="12700" cap="flat" cmpd="sng" algn="ctr">
                  <a:gradFill flip="none" rotWithShape="1">
                    <a:gsLst>
                      <a:gs pos="0">
                        <a:schemeClr val="accent3">
                          <a:alpha val="0"/>
                        </a:schemeClr>
                      </a:gs>
                      <a:gs pos="100000">
                        <a:schemeClr val="accent3"/>
                      </a:gs>
                    </a:gsLst>
                    <a:lin ang="13500000" scaled="1"/>
                    <a:tileRect/>
                  </a:gradFill>
                  <a:prstDash val="solid"/>
                  <a:miter lim="800000"/>
                  <a:headEnd type="none"/>
                  <a:tailEnd type="stealth"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35" name="Arc 294++">
                  <a:extLst>
                    <a:ext uri="{FF2B5EF4-FFF2-40B4-BE49-F238E27FC236}">
                      <a16:creationId xmlns:a16="http://schemas.microsoft.com/office/drawing/2014/main" id="{10A7B56F-18B4-415E-1943-5CB06657B57A}"/>
                    </a:ext>
                  </a:extLst>
                </p:cNvPr>
                <p:cNvSpPr/>
                <p:nvPr/>
              </p:nvSpPr>
              <p:spPr>
                <a:xfrm>
                  <a:off x="8863505" y="4723047"/>
                  <a:ext cx="1690618" cy="1690616"/>
                </a:xfrm>
                <a:prstGeom prst="arc">
                  <a:avLst>
                    <a:gd name="adj1" fmla="val 18151038"/>
                    <a:gd name="adj2" fmla="val 890935"/>
                  </a:avLst>
                </a:prstGeom>
                <a:noFill/>
                <a:ln w="12700" cap="flat" cmpd="sng" algn="ctr">
                  <a:gradFill flip="none" rotWithShape="1">
                    <a:gsLst>
                      <a:gs pos="0">
                        <a:schemeClr val="accent3">
                          <a:alpha val="0"/>
                        </a:schemeClr>
                      </a:gs>
                      <a:gs pos="100000">
                        <a:schemeClr val="accent3"/>
                      </a:gs>
                    </a:gsLst>
                    <a:lin ang="2700000" scaled="1"/>
                    <a:tileRect/>
                  </a:gradFill>
                  <a:prstDash val="solid"/>
                  <a:miter lim="800000"/>
                  <a:headEnd type="none"/>
                  <a:tailEnd type="stealth"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mj-ea"/>
                    <a:ea typeface="+mj-ea"/>
                    <a:cs typeface="阿里巴巴普惠体 2 65 Medium" panose="00020600040101010101" pitchFamily="18" charset="-122"/>
                    <a:sym typeface="Arial Bold" panose="020B0704020202020204" pitchFamily="34" charset="0"/>
                  </a:endParaRPr>
                </a:p>
              </p:txBody>
            </p:sp>
          </p:grpSp>
          <p:grpSp>
            <p:nvGrpSpPr>
              <p:cNvPr id="18" name="组合 17">
                <a:extLst>
                  <a:ext uri="{FF2B5EF4-FFF2-40B4-BE49-F238E27FC236}">
                    <a16:creationId xmlns:a16="http://schemas.microsoft.com/office/drawing/2014/main" id="{93B4E6C2-EF4B-D9E0-9574-62C98776F23D}"/>
                  </a:ext>
                </a:extLst>
              </p:cNvPr>
              <p:cNvGrpSpPr/>
              <p:nvPr/>
            </p:nvGrpSpPr>
            <p:grpSpPr>
              <a:xfrm>
                <a:off x="16285154" y="-2119280"/>
                <a:ext cx="1716938" cy="1517464"/>
                <a:chOff x="8728409" y="4652055"/>
                <a:chExt cx="2103422" cy="1859046"/>
              </a:xfrm>
            </p:grpSpPr>
            <p:sp>
              <p:nvSpPr>
                <p:cNvPr id="20" name="不完整圆 235">
                  <a:extLst>
                    <a:ext uri="{FF2B5EF4-FFF2-40B4-BE49-F238E27FC236}">
                      <a16:creationId xmlns:a16="http://schemas.microsoft.com/office/drawing/2014/main" id="{E3073EA1-C549-59F3-1A95-5A922C3702D9}"/>
                    </a:ext>
                  </a:extLst>
                </p:cNvPr>
                <p:cNvSpPr/>
                <p:nvPr/>
              </p:nvSpPr>
              <p:spPr>
                <a:xfrm flipV="1">
                  <a:off x="8728409" y="5898025"/>
                  <a:ext cx="2103422" cy="124488"/>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solidFill>
                  <a:schemeClr val="accent1">
                    <a:lumMod val="20000"/>
                    <a:lumOff val="80000"/>
                    <a:alpha val="20000"/>
                  </a:schemeClr>
                </a:solidFill>
                <a:ln w="76200">
                  <a:gradFill flip="none" rotWithShape="1">
                    <a:gsLst>
                      <a:gs pos="0">
                        <a:schemeClr val="accent3"/>
                      </a:gs>
                      <a:gs pos="100000">
                        <a:schemeClr val="accent3">
                          <a:lumMod val="75000"/>
                        </a:schemeClr>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21" name="Oval 289+">
                  <a:extLst>
                    <a:ext uri="{FF2B5EF4-FFF2-40B4-BE49-F238E27FC236}">
                      <a16:creationId xmlns:a16="http://schemas.microsoft.com/office/drawing/2014/main" id="{816B6DCB-461A-B4B9-826C-3833D599EE48}"/>
                    </a:ext>
                  </a:extLst>
                </p:cNvPr>
                <p:cNvSpPr/>
                <p:nvPr>
                  <p:custDataLst>
                    <p:tags r:id="rId11"/>
                  </p:custDataLst>
                </p:nvPr>
              </p:nvSpPr>
              <p:spPr>
                <a:xfrm flipH="1">
                  <a:off x="8903949" y="4703035"/>
                  <a:ext cx="1639636" cy="1639636"/>
                </a:xfrm>
                <a:prstGeom prst="ellipse">
                  <a:avLst/>
                </a:prstGeom>
                <a:gradFill flip="none" rotWithShape="1">
                  <a:gsLst>
                    <a:gs pos="0">
                      <a:schemeClr val="accent3">
                        <a:alpha val="5000"/>
                      </a:schemeClr>
                    </a:gs>
                    <a:gs pos="100000">
                      <a:schemeClr val="accent3">
                        <a:alpha val="5000"/>
                      </a:schemeClr>
                    </a:gs>
                  </a:gsLst>
                  <a:lin ang="2700000" scaled="1"/>
                  <a:tileRect/>
                </a:gradFill>
                <a:ln w="38100">
                  <a:noFill/>
                </a:ln>
                <a:effectLst>
                  <a:outerShdw blurRad="127000" dist="63500" dir="5400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prstClr val="white"/>
                    </a:solidFill>
                    <a:effectLst>
                      <a:outerShdw blurRad="137160" dist="41148" dir="2699997" algn="tl">
                        <a:srgbClr val="000000">
                          <a:alpha val="40000"/>
                        </a:srgbClr>
                      </a:outerShdw>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22" name="文本框 21">
                  <a:extLst>
                    <a:ext uri="{FF2B5EF4-FFF2-40B4-BE49-F238E27FC236}">
                      <a16:creationId xmlns:a16="http://schemas.microsoft.com/office/drawing/2014/main" id="{1C1EADC8-AE92-7096-2A9D-5E657EB2257D}"/>
                    </a:ext>
                  </a:extLst>
                </p:cNvPr>
                <p:cNvSpPr txBox="1"/>
                <p:nvPr/>
              </p:nvSpPr>
              <p:spPr>
                <a:xfrm>
                  <a:off x="8958046" y="5372828"/>
                  <a:ext cx="1563008" cy="870503"/>
                </a:xfrm>
                <a:prstGeom prst="rect">
                  <a:avLst/>
                </a:prstGeom>
                <a:noFill/>
              </p:spPr>
              <p:txBody>
                <a:bodyPr wrap="none" lIns="0" tIns="0" rIns="0" bIns="0" rtlCol="0" anchor="ctr" anchorCtr="0">
                  <a:prstTxWarp prst="textArchDown">
                    <a:avLst>
                      <a:gd name="adj" fmla="val 315044"/>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accent3"/>
                      </a:solidFill>
                      <a:effectLst/>
                      <a:uLnTx/>
                      <a:uFillTx/>
                      <a:latin typeface="+mj-ea"/>
                      <a:ea typeface="+mj-ea"/>
                      <a:cs typeface="阿里巴巴普惠体 2 65 Medium" panose="00020600040101010101" pitchFamily="18" charset="-122"/>
                      <a:sym typeface="Arial Bold" panose="020B0704020202020204" pitchFamily="34" charset="0"/>
                    </a:rPr>
                    <a:t>重要基石</a:t>
                  </a:r>
                </a:p>
              </p:txBody>
            </p:sp>
            <p:sp>
              <p:nvSpPr>
                <p:cNvPr id="23" name="椭圆 22">
                  <a:extLst>
                    <a:ext uri="{FF2B5EF4-FFF2-40B4-BE49-F238E27FC236}">
                      <a16:creationId xmlns:a16="http://schemas.microsoft.com/office/drawing/2014/main" id="{98A9795F-F84D-119F-83B3-2D553EBF7EFF}"/>
                    </a:ext>
                  </a:extLst>
                </p:cNvPr>
                <p:cNvSpPr/>
                <p:nvPr>
                  <p:custDataLst>
                    <p:tags r:id="rId12"/>
                  </p:custDataLst>
                </p:nvPr>
              </p:nvSpPr>
              <p:spPr>
                <a:xfrm flipH="1">
                  <a:off x="9212709" y="5011795"/>
                  <a:ext cx="1022116" cy="1022116"/>
                </a:xfrm>
                <a:prstGeom prst="ellipse">
                  <a:avLst/>
                </a:prstGeom>
                <a:gradFill flip="none" rotWithShape="1">
                  <a:gsLst>
                    <a:gs pos="0">
                      <a:schemeClr val="accent3"/>
                    </a:gs>
                    <a:gs pos="100000">
                      <a:schemeClr val="accent3">
                        <a:lumMod val="75000"/>
                      </a:schemeClr>
                    </a:gs>
                  </a:gsLst>
                  <a:lin ang="2700000" scaled="1"/>
                  <a:tileRect/>
                </a:gradFill>
                <a:ln w="38100">
                  <a:noFill/>
                </a:ln>
                <a:effectLst>
                  <a:outerShdw blurRad="127000" dist="63500" dir="5400000" algn="ctr"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dirty="0">
                    <a:ln>
                      <a:noFill/>
                    </a:ln>
                    <a:solidFill>
                      <a:prstClr val="white"/>
                    </a:solidFill>
                    <a:effectLst>
                      <a:outerShdw blurRad="137160" dist="41148" dir="2699997" algn="tl">
                        <a:srgbClr val="000000">
                          <a:alpha val="40000"/>
                        </a:srgbClr>
                      </a:outerShdw>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24" name="文本框 23">
                  <a:extLst>
                    <a:ext uri="{FF2B5EF4-FFF2-40B4-BE49-F238E27FC236}">
                      <a16:creationId xmlns:a16="http://schemas.microsoft.com/office/drawing/2014/main" id="{20ABD1FB-F582-5494-A4F1-4DCB13F303A1}"/>
                    </a:ext>
                  </a:extLst>
                </p:cNvPr>
                <p:cNvSpPr txBox="1"/>
                <p:nvPr/>
              </p:nvSpPr>
              <p:spPr>
                <a:xfrm>
                  <a:off x="9481108" y="5255065"/>
                  <a:ext cx="502743" cy="603292"/>
                </a:xfrm>
                <a:prstGeom prst="rect">
                  <a:avLst/>
                </a:prstGeom>
                <a:noFill/>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FFFFFF"/>
                      </a:solidFill>
                      <a:effectLst/>
                      <a:uLnTx/>
                      <a:uFillTx/>
                      <a:latin typeface="+mj-ea"/>
                      <a:ea typeface="+mj-ea"/>
                      <a:cs typeface="阿里巴巴普惠体 2 65 Medium" panose="00020600040101010101" pitchFamily="18" charset="-122"/>
                      <a:sym typeface="Arial Bold" panose="020B0704020202020204" pitchFamily="34" charset="0"/>
                    </a:rPr>
                    <a:t>价值</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FFFFFF"/>
                      </a:solidFill>
                      <a:effectLst/>
                      <a:uLnTx/>
                      <a:uFillTx/>
                      <a:latin typeface="+mj-ea"/>
                      <a:ea typeface="+mj-ea"/>
                      <a:cs typeface="阿里巴巴普惠体 2 65 Medium" panose="00020600040101010101" pitchFamily="18" charset="-122"/>
                      <a:sym typeface="Arial Bold" panose="020B0704020202020204" pitchFamily="34" charset="0"/>
                    </a:rPr>
                    <a:t>评价</a:t>
                  </a:r>
                </a:p>
              </p:txBody>
            </p:sp>
            <p:sp>
              <p:nvSpPr>
                <p:cNvPr id="25" name="弧形 24">
                  <a:extLst>
                    <a:ext uri="{FF2B5EF4-FFF2-40B4-BE49-F238E27FC236}">
                      <a16:creationId xmlns:a16="http://schemas.microsoft.com/office/drawing/2014/main" id="{D3B23980-6AF4-950C-D989-B58A2014EFCC}"/>
                    </a:ext>
                  </a:extLst>
                </p:cNvPr>
                <p:cNvSpPr/>
                <p:nvPr/>
              </p:nvSpPr>
              <p:spPr>
                <a:xfrm>
                  <a:off x="8893008" y="4705749"/>
                  <a:ext cx="1805354" cy="1805352"/>
                </a:xfrm>
                <a:prstGeom prst="arc">
                  <a:avLst>
                    <a:gd name="adj1" fmla="val 9944496"/>
                    <a:gd name="adj2" fmla="val 13988555"/>
                  </a:avLst>
                </a:prstGeom>
                <a:noFill/>
                <a:ln w="12700" cap="flat" cmpd="sng" algn="ctr">
                  <a:gradFill flip="none" rotWithShape="1">
                    <a:gsLst>
                      <a:gs pos="0">
                        <a:schemeClr val="accent3">
                          <a:alpha val="0"/>
                        </a:schemeClr>
                      </a:gs>
                      <a:gs pos="100000">
                        <a:schemeClr val="accent3"/>
                      </a:gs>
                    </a:gsLst>
                    <a:path path="circle">
                      <a:fillToRect t="100000" r="100000"/>
                    </a:path>
                    <a:tileRect l="-100000" b="-100000"/>
                  </a:gradFill>
                  <a:prstDash val="solid"/>
                  <a:miter lim="800000"/>
                  <a:headEnd type="none"/>
                  <a:tailEnd type="stealth"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26" name="Arc 294+">
                  <a:extLst>
                    <a:ext uri="{FF2B5EF4-FFF2-40B4-BE49-F238E27FC236}">
                      <a16:creationId xmlns:a16="http://schemas.microsoft.com/office/drawing/2014/main" id="{6CE76737-8ED6-5756-C37C-A0C221434CEA}"/>
                    </a:ext>
                  </a:extLst>
                </p:cNvPr>
                <p:cNvSpPr/>
                <p:nvPr/>
              </p:nvSpPr>
              <p:spPr>
                <a:xfrm>
                  <a:off x="8889941" y="4652055"/>
                  <a:ext cx="1690618" cy="1690616"/>
                </a:xfrm>
                <a:prstGeom prst="arc">
                  <a:avLst>
                    <a:gd name="adj1" fmla="val 2904442"/>
                    <a:gd name="adj2" fmla="val 7685175"/>
                  </a:avLst>
                </a:prstGeom>
                <a:noFill/>
                <a:ln w="12700" cap="flat" cmpd="sng" algn="ctr">
                  <a:gradFill flip="none" rotWithShape="1">
                    <a:gsLst>
                      <a:gs pos="0">
                        <a:schemeClr val="accent3">
                          <a:alpha val="0"/>
                        </a:schemeClr>
                      </a:gs>
                      <a:gs pos="100000">
                        <a:schemeClr val="accent3"/>
                      </a:gs>
                    </a:gsLst>
                    <a:lin ang="13500000" scaled="1"/>
                    <a:tileRect/>
                  </a:gradFill>
                  <a:prstDash val="solid"/>
                  <a:miter lim="800000"/>
                  <a:headEnd type="none"/>
                  <a:tailEnd type="stealth"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27" name="Arc 294++">
                  <a:extLst>
                    <a:ext uri="{FF2B5EF4-FFF2-40B4-BE49-F238E27FC236}">
                      <a16:creationId xmlns:a16="http://schemas.microsoft.com/office/drawing/2014/main" id="{380E8A92-5E37-2E3F-FCA1-2576955EB3AA}"/>
                    </a:ext>
                  </a:extLst>
                </p:cNvPr>
                <p:cNvSpPr/>
                <p:nvPr/>
              </p:nvSpPr>
              <p:spPr>
                <a:xfrm>
                  <a:off x="8863505" y="4723047"/>
                  <a:ext cx="1690618" cy="1690616"/>
                </a:xfrm>
                <a:prstGeom prst="arc">
                  <a:avLst>
                    <a:gd name="adj1" fmla="val 18151038"/>
                    <a:gd name="adj2" fmla="val 890935"/>
                  </a:avLst>
                </a:prstGeom>
                <a:noFill/>
                <a:ln w="12700" cap="flat" cmpd="sng" algn="ctr">
                  <a:gradFill flip="none" rotWithShape="1">
                    <a:gsLst>
                      <a:gs pos="0">
                        <a:schemeClr val="accent3">
                          <a:alpha val="0"/>
                        </a:schemeClr>
                      </a:gs>
                      <a:gs pos="100000">
                        <a:schemeClr val="accent3"/>
                      </a:gs>
                    </a:gsLst>
                    <a:lin ang="2700000" scaled="1"/>
                    <a:tileRect/>
                  </a:gradFill>
                  <a:prstDash val="solid"/>
                  <a:miter lim="800000"/>
                  <a:headEnd type="none"/>
                  <a:tailEnd type="stealth"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mj-ea"/>
                    <a:ea typeface="+mj-ea"/>
                    <a:cs typeface="阿里巴巴普惠体 2 65 Medium" panose="00020600040101010101" pitchFamily="18" charset="-122"/>
                    <a:sym typeface="Arial Bold" panose="020B0704020202020204" pitchFamily="34" charset="0"/>
                  </a:endParaRPr>
                </a:p>
              </p:txBody>
            </p:sp>
          </p:grpSp>
        </p:grpSp>
      </p:grpSp>
      <p:sp>
        <p:nvSpPr>
          <p:cNvPr id="52" name="文本框 51">
            <a:extLst>
              <a:ext uri="{FF2B5EF4-FFF2-40B4-BE49-F238E27FC236}">
                <a16:creationId xmlns:a16="http://schemas.microsoft.com/office/drawing/2014/main" id="{DB8E11BB-C1CC-027A-5ECC-88E9A407FAA0}"/>
              </a:ext>
            </a:extLst>
          </p:cNvPr>
          <p:cNvSpPr txBox="1"/>
          <p:nvPr/>
        </p:nvSpPr>
        <p:spPr>
          <a:xfrm>
            <a:off x="661683" y="4444288"/>
            <a:ext cx="492443" cy="1980207"/>
          </a:xfrm>
          <a:prstGeom prst="rect">
            <a:avLst/>
          </a:prstGeom>
          <a:noFill/>
        </p:spPr>
        <p:txBody>
          <a:bodyPr vert="eaVert"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chemeClr val="accent1"/>
                </a:solidFill>
                <a:effectLst/>
                <a:uLnTx/>
                <a:uFillTx/>
                <a:latin typeface="+mj-ea"/>
                <a:ea typeface="+mj-ea"/>
                <a:cs typeface="阿里巴巴普惠体 M" panose="00020600040101010101" pitchFamily="18" charset="-122"/>
              </a:rPr>
              <a:t>企业价值链循环</a:t>
            </a:r>
          </a:p>
        </p:txBody>
      </p:sp>
      <p:grpSp>
        <p:nvGrpSpPr>
          <p:cNvPr id="53" name="组合 52">
            <a:extLst>
              <a:ext uri="{FF2B5EF4-FFF2-40B4-BE49-F238E27FC236}">
                <a16:creationId xmlns:a16="http://schemas.microsoft.com/office/drawing/2014/main" id="{E6226F67-64EA-6E8A-37F2-B3351034CC51}"/>
              </a:ext>
            </a:extLst>
          </p:cNvPr>
          <p:cNvGrpSpPr/>
          <p:nvPr/>
        </p:nvGrpSpPr>
        <p:grpSpPr>
          <a:xfrm flipV="1">
            <a:off x="1587194" y="3008208"/>
            <a:ext cx="4152758" cy="960803"/>
            <a:chOff x="1769747" y="3968513"/>
            <a:chExt cx="8632088" cy="768160"/>
          </a:xfrm>
        </p:grpSpPr>
        <p:sp>
          <p:nvSpPr>
            <p:cNvPr id="54" name="任意多边形: 形状 53">
              <a:extLst>
                <a:ext uri="{FF2B5EF4-FFF2-40B4-BE49-F238E27FC236}">
                  <a16:creationId xmlns:a16="http://schemas.microsoft.com/office/drawing/2014/main" id="{59319C26-578C-345B-5EF9-C11A46964034}"/>
                </a:ext>
              </a:extLst>
            </p:cNvPr>
            <p:cNvSpPr/>
            <p:nvPr>
              <p:custDataLst>
                <p:tags r:id="rId7"/>
              </p:custDataLst>
            </p:nvPr>
          </p:nvSpPr>
          <p:spPr>
            <a:xfrm flipH="1">
              <a:off x="1769747" y="3968513"/>
              <a:ext cx="8632088" cy="588531"/>
            </a:xfrm>
            <a:custGeom>
              <a:avLst/>
              <a:gdLst>
                <a:gd name="connsiteX0" fmla="*/ 4316044 w 8632088"/>
                <a:gd name="connsiteY0" fmla="*/ 0 h 588531"/>
                <a:gd name="connsiteX1" fmla="*/ 115653 w 8632088"/>
                <a:gd name="connsiteY1" fmla="*/ 258985 h 588531"/>
                <a:gd name="connsiteX2" fmla="*/ 110961 w 8632088"/>
                <a:gd name="connsiteY2" fmla="*/ 258985 h 588531"/>
                <a:gd name="connsiteX3" fmla="*/ 0 w 8632088"/>
                <a:gd name="connsiteY3" fmla="*/ 588531 h 588531"/>
                <a:gd name="connsiteX4" fmla="*/ 8632088 w 8632088"/>
                <a:gd name="connsiteY4" fmla="*/ 588531 h 588531"/>
                <a:gd name="connsiteX5" fmla="*/ 8521127 w 8632088"/>
                <a:gd name="connsiteY5" fmla="*/ 258985 h 588531"/>
                <a:gd name="connsiteX6" fmla="*/ 8516435 w 8632088"/>
                <a:gd name="connsiteY6" fmla="*/ 258985 h 588531"/>
                <a:gd name="connsiteX7" fmla="*/ 4316044 w 8632088"/>
                <a:gd name="connsiteY7" fmla="*/ 0 h 58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32088" h="588531">
                  <a:moveTo>
                    <a:pt x="4316044" y="0"/>
                  </a:moveTo>
                  <a:cubicBezTo>
                    <a:pt x="1996232" y="0"/>
                    <a:pt x="115653" y="115952"/>
                    <a:pt x="115653" y="258985"/>
                  </a:cubicBezTo>
                  <a:lnTo>
                    <a:pt x="110961" y="258985"/>
                  </a:lnTo>
                  <a:lnTo>
                    <a:pt x="0" y="588531"/>
                  </a:lnTo>
                  <a:lnTo>
                    <a:pt x="8632088" y="588531"/>
                  </a:lnTo>
                  <a:lnTo>
                    <a:pt x="8521127" y="258985"/>
                  </a:lnTo>
                  <a:lnTo>
                    <a:pt x="8516435" y="258985"/>
                  </a:lnTo>
                  <a:cubicBezTo>
                    <a:pt x="8516435" y="115952"/>
                    <a:pt x="6635856" y="0"/>
                    <a:pt x="4316044" y="0"/>
                  </a:cubicBezTo>
                  <a:close/>
                </a:path>
              </a:pathLst>
            </a:custGeom>
            <a:gradFill flip="none" rotWithShape="1">
              <a:gsLst>
                <a:gs pos="0">
                  <a:schemeClr val="accent2"/>
                </a:gs>
                <a:gs pos="100000">
                  <a:schemeClr val="accent2">
                    <a:lumMod val="90000"/>
                    <a:lumOff val="10000"/>
                  </a:schemeClr>
                </a:gs>
              </a:gsLst>
              <a:path path="circle">
                <a:fillToRect t="100000" r="100000"/>
              </a:path>
              <a:tileRect l="-100000" b="-100000"/>
            </a:gradFill>
            <a:ln w="38100">
              <a:noFill/>
            </a:ln>
            <a:effectLst>
              <a:outerShdw blurRad="254000" dist="123444"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sp>
          <p:nvSpPr>
            <p:cNvPr id="55" name="椭圆 54">
              <a:extLst>
                <a:ext uri="{FF2B5EF4-FFF2-40B4-BE49-F238E27FC236}">
                  <a16:creationId xmlns:a16="http://schemas.microsoft.com/office/drawing/2014/main" id="{70A59445-E68F-E49A-6379-34B1F2A01F11}"/>
                </a:ext>
              </a:extLst>
            </p:cNvPr>
            <p:cNvSpPr/>
            <p:nvPr>
              <p:custDataLst>
                <p:tags r:id="rId8"/>
              </p:custDataLst>
            </p:nvPr>
          </p:nvSpPr>
          <p:spPr>
            <a:xfrm flipH="1">
              <a:off x="1769747" y="4376306"/>
              <a:ext cx="8632088" cy="360367"/>
            </a:xfrm>
            <a:prstGeom prst="ellipse">
              <a:avLst/>
            </a:prstGeom>
            <a:solidFill>
              <a:schemeClr val="accent2">
                <a:lumMod val="20000"/>
                <a:lumOff val="80000"/>
              </a:schemeClr>
            </a:solidFill>
            <a:ln w="15875">
              <a:gradFill>
                <a:gsLst>
                  <a:gs pos="78000">
                    <a:schemeClr val="accent2">
                      <a:alpha val="0"/>
                    </a:schemeClr>
                  </a:gs>
                  <a:gs pos="25000">
                    <a:schemeClr val="accent2"/>
                  </a:gs>
                </a:gsLst>
                <a:lin ang="5400000" scaled="1"/>
              </a:gra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grpSp>
      <p:grpSp>
        <p:nvGrpSpPr>
          <p:cNvPr id="56" name="组合 55">
            <a:extLst>
              <a:ext uri="{FF2B5EF4-FFF2-40B4-BE49-F238E27FC236}">
                <a16:creationId xmlns:a16="http://schemas.microsoft.com/office/drawing/2014/main" id="{689FA7F1-A262-D714-A95C-3CD3C4257DE9}"/>
              </a:ext>
            </a:extLst>
          </p:cNvPr>
          <p:cNvGrpSpPr/>
          <p:nvPr/>
        </p:nvGrpSpPr>
        <p:grpSpPr>
          <a:xfrm flipV="1">
            <a:off x="1085163" y="1872720"/>
            <a:ext cx="5131340" cy="973090"/>
            <a:chOff x="1769747" y="3968513"/>
            <a:chExt cx="8632088" cy="768160"/>
          </a:xfrm>
        </p:grpSpPr>
        <p:sp>
          <p:nvSpPr>
            <p:cNvPr id="57" name="任意多边形: 形状 56">
              <a:extLst>
                <a:ext uri="{FF2B5EF4-FFF2-40B4-BE49-F238E27FC236}">
                  <a16:creationId xmlns:a16="http://schemas.microsoft.com/office/drawing/2014/main" id="{FE7F603E-94C7-B5F5-8024-80630EE9859B}"/>
                </a:ext>
              </a:extLst>
            </p:cNvPr>
            <p:cNvSpPr/>
            <p:nvPr>
              <p:custDataLst>
                <p:tags r:id="rId5"/>
              </p:custDataLst>
            </p:nvPr>
          </p:nvSpPr>
          <p:spPr>
            <a:xfrm flipH="1">
              <a:off x="1769747" y="3968513"/>
              <a:ext cx="8632088" cy="588531"/>
            </a:xfrm>
            <a:custGeom>
              <a:avLst/>
              <a:gdLst>
                <a:gd name="connsiteX0" fmla="*/ 4316044 w 8632088"/>
                <a:gd name="connsiteY0" fmla="*/ 0 h 588531"/>
                <a:gd name="connsiteX1" fmla="*/ 115653 w 8632088"/>
                <a:gd name="connsiteY1" fmla="*/ 258985 h 588531"/>
                <a:gd name="connsiteX2" fmla="*/ 110961 w 8632088"/>
                <a:gd name="connsiteY2" fmla="*/ 258985 h 588531"/>
                <a:gd name="connsiteX3" fmla="*/ 0 w 8632088"/>
                <a:gd name="connsiteY3" fmla="*/ 588531 h 588531"/>
                <a:gd name="connsiteX4" fmla="*/ 8632088 w 8632088"/>
                <a:gd name="connsiteY4" fmla="*/ 588531 h 588531"/>
                <a:gd name="connsiteX5" fmla="*/ 8521127 w 8632088"/>
                <a:gd name="connsiteY5" fmla="*/ 258985 h 588531"/>
                <a:gd name="connsiteX6" fmla="*/ 8516435 w 8632088"/>
                <a:gd name="connsiteY6" fmla="*/ 258985 h 588531"/>
                <a:gd name="connsiteX7" fmla="*/ 4316044 w 8632088"/>
                <a:gd name="connsiteY7" fmla="*/ 0 h 58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32088" h="588531">
                  <a:moveTo>
                    <a:pt x="4316044" y="0"/>
                  </a:moveTo>
                  <a:cubicBezTo>
                    <a:pt x="1996232" y="0"/>
                    <a:pt x="115653" y="115952"/>
                    <a:pt x="115653" y="258985"/>
                  </a:cubicBezTo>
                  <a:lnTo>
                    <a:pt x="110961" y="258985"/>
                  </a:lnTo>
                  <a:lnTo>
                    <a:pt x="0" y="588531"/>
                  </a:lnTo>
                  <a:lnTo>
                    <a:pt x="8632088" y="588531"/>
                  </a:lnTo>
                  <a:lnTo>
                    <a:pt x="8521127" y="258985"/>
                  </a:lnTo>
                  <a:lnTo>
                    <a:pt x="8516435" y="258985"/>
                  </a:lnTo>
                  <a:cubicBezTo>
                    <a:pt x="8516435" y="115952"/>
                    <a:pt x="6635856" y="0"/>
                    <a:pt x="4316044" y="0"/>
                  </a:cubicBezTo>
                  <a:close/>
                </a:path>
              </a:pathLst>
            </a:custGeom>
            <a:gradFill flip="none" rotWithShape="1">
              <a:gsLst>
                <a:gs pos="0">
                  <a:schemeClr val="accent1"/>
                </a:gs>
                <a:gs pos="100000">
                  <a:schemeClr val="accent1"/>
                </a:gs>
              </a:gsLst>
              <a:path path="circle">
                <a:fillToRect t="100000" r="100000"/>
              </a:path>
              <a:tileRect l="-100000" b="-100000"/>
            </a:gradFill>
            <a:ln w="38100">
              <a:noFill/>
            </a:ln>
            <a:effectLst>
              <a:outerShdw blurRad="254000" dist="123444" dir="5400000" sx="99000" sy="99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sp>
          <p:nvSpPr>
            <p:cNvPr id="58" name="椭圆 57">
              <a:extLst>
                <a:ext uri="{FF2B5EF4-FFF2-40B4-BE49-F238E27FC236}">
                  <a16:creationId xmlns:a16="http://schemas.microsoft.com/office/drawing/2014/main" id="{A29E4623-E9D9-93F3-1F4A-D737ABAF8CFC}"/>
                </a:ext>
              </a:extLst>
            </p:cNvPr>
            <p:cNvSpPr/>
            <p:nvPr>
              <p:custDataLst>
                <p:tags r:id="rId6"/>
              </p:custDataLst>
            </p:nvPr>
          </p:nvSpPr>
          <p:spPr>
            <a:xfrm flipH="1">
              <a:off x="1769747" y="4376306"/>
              <a:ext cx="8632088" cy="360367"/>
            </a:xfrm>
            <a:prstGeom prst="ellipse">
              <a:avLst/>
            </a:prstGeom>
            <a:solidFill>
              <a:schemeClr val="accent1">
                <a:lumMod val="20000"/>
                <a:lumOff val="80000"/>
              </a:schemeClr>
            </a:solidFill>
            <a:ln w="15875">
              <a:gradFill>
                <a:gsLst>
                  <a:gs pos="78000">
                    <a:schemeClr val="accent1">
                      <a:alpha val="0"/>
                    </a:schemeClr>
                  </a:gs>
                  <a:gs pos="25000">
                    <a:schemeClr val="accent1"/>
                  </a:gs>
                </a:gsLst>
                <a:lin ang="5400000" scaled="1"/>
              </a:gra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grpSp>
      <p:grpSp>
        <p:nvGrpSpPr>
          <p:cNvPr id="59" name="组合 58">
            <a:extLst>
              <a:ext uri="{FF2B5EF4-FFF2-40B4-BE49-F238E27FC236}">
                <a16:creationId xmlns:a16="http://schemas.microsoft.com/office/drawing/2014/main" id="{665D5864-6B81-902A-49F2-37EAE6291917}"/>
              </a:ext>
            </a:extLst>
          </p:cNvPr>
          <p:cNvGrpSpPr/>
          <p:nvPr/>
        </p:nvGrpSpPr>
        <p:grpSpPr>
          <a:xfrm flipV="1">
            <a:off x="2084718" y="4205913"/>
            <a:ext cx="3246744" cy="960803"/>
            <a:chOff x="1769747" y="3968513"/>
            <a:chExt cx="8632088" cy="768160"/>
          </a:xfrm>
        </p:grpSpPr>
        <p:sp>
          <p:nvSpPr>
            <p:cNvPr id="60" name="任意多边形: 形状 59">
              <a:extLst>
                <a:ext uri="{FF2B5EF4-FFF2-40B4-BE49-F238E27FC236}">
                  <a16:creationId xmlns:a16="http://schemas.microsoft.com/office/drawing/2014/main" id="{C944AFB5-F6EA-2FEA-0132-FFA7E98C45BB}"/>
                </a:ext>
              </a:extLst>
            </p:cNvPr>
            <p:cNvSpPr/>
            <p:nvPr>
              <p:custDataLst>
                <p:tags r:id="rId3"/>
              </p:custDataLst>
            </p:nvPr>
          </p:nvSpPr>
          <p:spPr>
            <a:xfrm flipH="1">
              <a:off x="1769747" y="3968513"/>
              <a:ext cx="8632088" cy="588531"/>
            </a:xfrm>
            <a:custGeom>
              <a:avLst/>
              <a:gdLst>
                <a:gd name="connsiteX0" fmla="*/ 4316044 w 8632088"/>
                <a:gd name="connsiteY0" fmla="*/ 0 h 588531"/>
                <a:gd name="connsiteX1" fmla="*/ 115653 w 8632088"/>
                <a:gd name="connsiteY1" fmla="*/ 258985 h 588531"/>
                <a:gd name="connsiteX2" fmla="*/ 110961 w 8632088"/>
                <a:gd name="connsiteY2" fmla="*/ 258985 h 588531"/>
                <a:gd name="connsiteX3" fmla="*/ 0 w 8632088"/>
                <a:gd name="connsiteY3" fmla="*/ 588531 h 588531"/>
                <a:gd name="connsiteX4" fmla="*/ 8632088 w 8632088"/>
                <a:gd name="connsiteY4" fmla="*/ 588531 h 588531"/>
                <a:gd name="connsiteX5" fmla="*/ 8521127 w 8632088"/>
                <a:gd name="connsiteY5" fmla="*/ 258985 h 588531"/>
                <a:gd name="connsiteX6" fmla="*/ 8516435 w 8632088"/>
                <a:gd name="connsiteY6" fmla="*/ 258985 h 588531"/>
                <a:gd name="connsiteX7" fmla="*/ 4316044 w 8632088"/>
                <a:gd name="connsiteY7" fmla="*/ 0 h 58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32088" h="588531">
                  <a:moveTo>
                    <a:pt x="4316044" y="0"/>
                  </a:moveTo>
                  <a:cubicBezTo>
                    <a:pt x="1996232" y="0"/>
                    <a:pt x="115653" y="115952"/>
                    <a:pt x="115653" y="258985"/>
                  </a:cubicBezTo>
                  <a:lnTo>
                    <a:pt x="110961" y="258985"/>
                  </a:lnTo>
                  <a:lnTo>
                    <a:pt x="0" y="588531"/>
                  </a:lnTo>
                  <a:lnTo>
                    <a:pt x="8632088" y="588531"/>
                  </a:lnTo>
                  <a:lnTo>
                    <a:pt x="8521127" y="258985"/>
                  </a:lnTo>
                  <a:lnTo>
                    <a:pt x="8516435" y="258985"/>
                  </a:lnTo>
                  <a:cubicBezTo>
                    <a:pt x="8516435" y="115952"/>
                    <a:pt x="6635856" y="0"/>
                    <a:pt x="4316044" y="0"/>
                  </a:cubicBezTo>
                  <a:close/>
                </a:path>
              </a:pathLst>
            </a:custGeom>
            <a:gradFill flip="none" rotWithShape="1">
              <a:gsLst>
                <a:gs pos="0">
                  <a:schemeClr val="accent1"/>
                </a:gs>
                <a:gs pos="100000">
                  <a:schemeClr val="accent1"/>
                </a:gs>
              </a:gsLst>
              <a:path path="circle">
                <a:fillToRect t="100000" r="100000"/>
              </a:path>
              <a:tileRect l="-100000" b="-100000"/>
            </a:gradFill>
            <a:ln w="38100">
              <a:noFill/>
            </a:ln>
            <a:effectLst>
              <a:outerShdw blurRad="254000" dist="123444" dir="5400000" sx="99000" sy="99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sp>
          <p:nvSpPr>
            <p:cNvPr id="61" name="椭圆 60">
              <a:extLst>
                <a:ext uri="{FF2B5EF4-FFF2-40B4-BE49-F238E27FC236}">
                  <a16:creationId xmlns:a16="http://schemas.microsoft.com/office/drawing/2014/main" id="{B9E74B3B-CC2C-EB81-440B-E1EE004D0DE2}"/>
                </a:ext>
              </a:extLst>
            </p:cNvPr>
            <p:cNvSpPr/>
            <p:nvPr>
              <p:custDataLst>
                <p:tags r:id="rId4"/>
              </p:custDataLst>
            </p:nvPr>
          </p:nvSpPr>
          <p:spPr>
            <a:xfrm flipH="1">
              <a:off x="1769747" y="4376306"/>
              <a:ext cx="8632088" cy="360367"/>
            </a:xfrm>
            <a:prstGeom prst="ellipse">
              <a:avLst/>
            </a:prstGeom>
            <a:solidFill>
              <a:schemeClr val="accent1">
                <a:lumMod val="20000"/>
                <a:lumOff val="80000"/>
              </a:schemeClr>
            </a:solidFill>
            <a:ln w="15875">
              <a:gradFill>
                <a:gsLst>
                  <a:gs pos="78000">
                    <a:schemeClr val="accent1">
                      <a:alpha val="0"/>
                    </a:schemeClr>
                  </a:gs>
                  <a:gs pos="25000">
                    <a:schemeClr val="accent1"/>
                  </a:gs>
                </a:gsLst>
                <a:lin ang="5400000" scaled="1"/>
              </a:gra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grpSp>
      <p:grpSp>
        <p:nvGrpSpPr>
          <p:cNvPr id="62" name="组合 61">
            <a:extLst>
              <a:ext uri="{FF2B5EF4-FFF2-40B4-BE49-F238E27FC236}">
                <a16:creationId xmlns:a16="http://schemas.microsoft.com/office/drawing/2014/main" id="{7EB08BF4-9EBB-39A7-FF11-E9566CD52B94}"/>
              </a:ext>
            </a:extLst>
          </p:cNvPr>
          <p:cNvGrpSpPr/>
          <p:nvPr/>
        </p:nvGrpSpPr>
        <p:grpSpPr>
          <a:xfrm flipV="1">
            <a:off x="2530593" y="5391392"/>
            <a:ext cx="2354994" cy="696910"/>
            <a:chOff x="1769747" y="3968513"/>
            <a:chExt cx="8632088" cy="768160"/>
          </a:xfrm>
        </p:grpSpPr>
        <p:sp>
          <p:nvSpPr>
            <p:cNvPr id="63" name="任意多边形: 形状 62">
              <a:extLst>
                <a:ext uri="{FF2B5EF4-FFF2-40B4-BE49-F238E27FC236}">
                  <a16:creationId xmlns:a16="http://schemas.microsoft.com/office/drawing/2014/main" id="{A4E15BCF-2712-D0B0-7FB7-89CDD4CB49A7}"/>
                </a:ext>
              </a:extLst>
            </p:cNvPr>
            <p:cNvSpPr/>
            <p:nvPr>
              <p:custDataLst>
                <p:tags r:id="rId1"/>
              </p:custDataLst>
            </p:nvPr>
          </p:nvSpPr>
          <p:spPr>
            <a:xfrm flipH="1">
              <a:off x="1769747" y="3968513"/>
              <a:ext cx="8632088" cy="588531"/>
            </a:xfrm>
            <a:custGeom>
              <a:avLst/>
              <a:gdLst>
                <a:gd name="connsiteX0" fmla="*/ 4316044 w 8632088"/>
                <a:gd name="connsiteY0" fmla="*/ 0 h 588531"/>
                <a:gd name="connsiteX1" fmla="*/ 115653 w 8632088"/>
                <a:gd name="connsiteY1" fmla="*/ 258985 h 588531"/>
                <a:gd name="connsiteX2" fmla="*/ 110961 w 8632088"/>
                <a:gd name="connsiteY2" fmla="*/ 258985 h 588531"/>
                <a:gd name="connsiteX3" fmla="*/ 0 w 8632088"/>
                <a:gd name="connsiteY3" fmla="*/ 588531 h 588531"/>
                <a:gd name="connsiteX4" fmla="*/ 8632088 w 8632088"/>
                <a:gd name="connsiteY4" fmla="*/ 588531 h 588531"/>
                <a:gd name="connsiteX5" fmla="*/ 8521127 w 8632088"/>
                <a:gd name="connsiteY5" fmla="*/ 258985 h 588531"/>
                <a:gd name="connsiteX6" fmla="*/ 8516435 w 8632088"/>
                <a:gd name="connsiteY6" fmla="*/ 258985 h 588531"/>
                <a:gd name="connsiteX7" fmla="*/ 4316044 w 8632088"/>
                <a:gd name="connsiteY7" fmla="*/ 0 h 58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32088" h="588531">
                  <a:moveTo>
                    <a:pt x="4316044" y="0"/>
                  </a:moveTo>
                  <a:cubicBezTo>
                    <a:pt x="1996232" y="0"/>
                    <a:pt x="115653" y="115952"/>
                    <a:pt x="115653" y="258985"/>
                  </a:cubicBezTo>
                  <a:lnTo>
                    <a:pt x="110961" y="258985"/>
                  </a:lnTo>
                  <a:lnTo>
                    <a:pt x="0" y="588531"/>
                  </a:lnTo>
                  <a:lnTo>
                    <a:pt x="8632088" y="588531"/>
                  </a:lnTo>
                  <a:lnTo>
                    <a:pt x="8521127" y="258985"/>
                  </a:lnTo>
                  <a:lnTo>
                    <a:pt x="8516435" y="258985"/>
                  </a:lnTo>
                  <a:cubicBezTo>
                    <a:pt x="8516435" y="115952"/>
                    <a:pt x="6635856" y="0"/>
                    <a:pt x="4316044" y="0"/>
                  </a:cubicBezTo>
                  <a:close/>
                </a:path>
              </a:pathLst>
            </a:custGeom>
            <a:gradFill flip="none" rotWithShape="1">
              <a:gsLst>
                <a:gs pos="0">
                  <a:schemeClr val="accent2"/>
                </a:gs>
                <a:gs pos="100000">
                  <a:schemeClr val="accent2">
                    <a:lumMod val="90000"/>
                    <a:lumOff val="10000"/>
                  </a:schemeClr>
                </a:gs>
              </a:gsLst>
              <a:path path="circle">
                <a:fillToRect t="100000" r="100000"/>
              </a:path>
              <a:tileRect l="-100000" b="-100000"/>
            </a:gradFill>
            <a:ln w="38100">
              <a:noFill/>
            </a:ln>
            <a:effectLst>
              <a:outerShdw blurRad="254000" dist="123444"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sp>
          <p:nvSpPr>
            <p:cNvPr id="64" name="椭圆 63">
              <a:extLst>
                <a:ext uri="{FF2B5EF4-FFF2-40B4-BE49-F238E27FC236}">
                  <a16:creationId xmlns:a16="http://schemas.microsoft.com/office/drawing/2014/main" id="{8BB6F2C7-EF15-C416-B39D-798613BC2E01}"/>
                </a:ext>
              </a:extLst>
            </p:cNvPr>
            <p:cNvSpPr/>
            <p:nvPr>
              <p:custDataLst>
                <p:tags r:id="rId2"/>
              </p:custDataLst>
            </p:nvPr>
          </p:nvSpPr>
          <p:spPr>
            <a:xfrm flipH="1">
              <a:off x="1769747" y="4376306"/>
              <a:ext cx="8632088" cy="360367"/>
            </a:xfrm>
            <a:prstGeom prst="ellipse">
              <a:avLst/>
            </a:prstGeom>
            <a:solidFill>
              <a:schemeClr val="accent2">
                <a:lumMod val="20000"/>
                <a:lumOff val="80000"/>
              </a:schemeClr>
            </a:solidFill>
            <a:ln w="15875">
              <a:gradFill>
                <a:gsLst>
                  <a:gs pos="78000">
                    <a:schemeClr val="accent2">
                      <a:alpha val="0"/>
                    </a:schemeClr>
                  </a:gs>
                  <a:gs pos="25000">
                    <a:schemeClr val="accent2"/>
                  </a:gs>
                </a:gsLst>
                <a:lin ang="5400000" scaled="1"/>
              </a:gra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4" dirty="0">
                <a:solidFill>
                  <a:schemeClr val="bg1"/>
                </a:solidFill>
                <a:effectLst>
                  <a:outerShdw blurRad="137160" dist="41148" dir="2699997" algn="tl">
                    <a:srgbClr val="000000">
                      <a:alpha val="40000"/>
                    </a:srgbClr>
                  </a:outerShdw>
                </a:effectLst>
                <a:latin typeface="+mj-ea"/>
                <a:ea typeface="+mj-ea"/>
              </a:endParaRPr>
            </a:p>
          </p:txBody>
        </p:sp>
      </p:grpSp>
      <p:sp>
        <p:nvSpPr>
          <p:cNvPr id="65" name="文本框 64">
            <a:extLst>
              <a:ext uri="{FF2B5EF4-FFF2-40B4-BE49-F238E27FC236}">
                <a16:creationId xmlns:a16="http://schemas.microsoft.com/office/drawing/2014/main" id="{167D3B07-DCAF-94ED-80EC-6B08666DE93F}"/>
              </a:ext>
            </a:extLst>
          </p:cNvPr>
          <p:cNvSpPr txBox="1"/>
          <p:nvPr/>
        </p:nvSpPr>
        <p:spPr>
          <a:xfrm>
            <a:off x="2900225" y="1252025"/>
            <a:ext cx="1569661"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chemeClr val="accent1"/>
                </a:solidFill>
                <a:effectLst/>
                <a:uLnTx/>
                <a:uFillTx/>
                <a:latin typeface="+mj-ea"/>
                <a:ea typeface="+mj-ea"/>
                <a:cs typeface="阿里巴巴普惠体 2 65 Medium" panose="00020600040101010101" pitchFamily="18" charset="-122"/>
                <a:sym typeface="Arial Bold" panose="020B0704020202020204" pitchFamily="34" charset="0"/>
              </a:rPr>
              <a:t>员工价值循环</a:t>
            </a:r>
          </a:p>
        </p:txBody>
      </p:sp>
      <p:sp>
        <p:nvSpPr>
          <p:cNvPr id="66" name="male-human-group_46888">
            <a:extLst>
              <a:ext uri="{FF2B5EF4-FFF2-40B4-BE49-F238E27FC236}">
                <a16:creationId xmlns:a16="http://schemas.microsoft.com/office/drawing/2014/main" id="{E95D9455-FD74-5598-5CCD-3FFA2811B6D2}"/>
              </a:ext>
            </a:extLst>
          </p:cNvPr>
          <p:cNvSpPr/>
          <p:nvPr/>
        </p:nvSpPr>
        <p:spPr>
          <a:xfrm>
            <a:off x="1560774" y="1459583"/>
            <a:ext cx="1041712" cy="711605"/>
          </a:xfrm>
          <a:custGeom>
            <a:avLst/>
            <a:gdLst>
              <a:gd name="connsiteX0" fmla="*/ 574905 w 604306"/>
              <a:gd name="connsiteY0" fmla="*/ 168657 h 412808"/>
              <a:gd name="connsiteX1" fmla="*/ 574905 w 604306"/>
              <a:gd name="connsiteY1" fmla="*/ 206219 h 412808"/>
              <a:gd name="connsiteX2" fmla="*/ 574905 w 604306"/>
              <a:gd name="connsiteY2" fmla="*/ 168657 h 412808"/>
              <a:gd name="connsiteX3" fmla="*/ 94315 w 604306"/>
              <a:gd name="connsiteY3" fmla="*/ 168657 h 412808"/>
              <a:gd name="connsiteX4" fmla="*/ 94315 w 604306"/>
              <a:gd name="connsiteY4" fmla="*/ 206219 h 412808"/>
              <a:gd name="connsiteX5" fmla="*/ 94315 w 604306"/>
              <a:gd name="connsiteY5" fmla="*/ 168657 h 412808"/>
              <a:gd name="connsiteX6" fmla="*/ 509991 w 604306"/>
              <a:gd name="connsiteY6" fmla="*/ 168289 h 412808"/>
              <a:gd name="connsiteX7" fmla="*/ 509991 w 604306"/>
              <a:gd name="connsiteY7" fmla="*/ 206219 h 412808"/>
              <a:gd name="connsiteX8" fmla="*/ 29401 w 604306"/>
              <a:gd name="connsiteY8" fmla="*/ 168289 h 412808"/>
              <a:gd name="connsiteX9" fmla="*/ 29401 w 604306"/>
              <a:gd name="connsiteY9" fmla="*/ 206219 h 412808"/>
              <a:gd name="connsiteX10" fmla="*/ 464993 w 604306"/>
              <a:gd name="connsiteY10" fmla="*/ 161292 h 412808"/>
              <a:gd name="connsiteX11" fmla="*/ 464993 w 604306"/>
              <a:gd name="connsiteY11" fmla="*/ 204378 h 412808"/>
              <a:gd name="connsiteX12" fmla="*/ 464993 w 604306"/>
              <a:gd name="connsiteY12" fmla="*/ 161292 h 412808"/>
              <a:gd name="connsiteX13" fmla="*/ 390857 w 604306"/>
              <a:gd name="connsiteY13" fmla="*/ 161292 h 412808"/>
              <a:gd name="connsiteX14" fmla="*/ 386800 w 604306"/>
              <a:gd name="connsiteY14" fmla="*/ 170867 h 412808"/>
              <a:gd name="connsiteX15" fmla="*/ 386431 w 604306"/>
              <a:gd name="connsiteY15" fmla="*/ 188543 h 412808"/>
              <a:gd name="connsiteX16" fmla="*/ 390857 w 604306"/>
              <a:gd name="connsiteY16" fmla="*/ 204378 h 412808"/>
              <a:gd name="connsiteX17" fmla="*/ 216768 w 604306"/>
              <a:gd name="connsiteY17" fmla="*/ 161292 h 412808"/>
              <a:gd name="connsiteX18" fmla="*/ 216768 w 604306"/>
              <a:gd name="connsiteY18" fmla="*/ 204378 h 412808"/>
              <a:gd name="connsiteX19" fmla="*/ 221194 w 604306"/>
              <a:gd name="connsiteY19" fmla="*/ 188543 h 412808"/>
              <a:gd name="connsiteX20" fmla="*/ 220825 w 604306"/>
              <a:gd name="connsiteY20" fmla="*/ 170867 h 412808"/>
              <a:gd name="connsiteX21" fmla="*/ 216768 w 604306"/>
              <a:gd name="connsiteY21" fmla="*/ 161292 h 412808"/>
              <a:gd name="connsiteX22" fmla="*/ 142633 w 604306"/>
              <a:gd name="connsiteY22" fmla="*/ 161292 h 412808"/>
              <a:gd name="connsiteX23" fmla="*/ 142633 w 604306"/>
              <a:gd name="connsiteY23" fmla="*/ 204378 h 412808"/>
              <a:gd name="connsiteX24" fmla="*/ 347704 w 604306"/>
              <a:gd name="connsiteY24" fmla="*/ 153559 h 412808"/>
              <a:gd name="connsiteX25" fmla="*/ 347704 w 604306"/>
              <a:gd name="connsiteY25" fmla="*/ 204378 h 412808"/>
              <a:gd name="connsiteX26" fmla="*/ 347704 w 604306"/>
              <a:gd name="connsiteY26" fmla="*/ 153559 h 412808"/>
              <a:gd name="connsiteX27" fmla="*/ 259922 w 604306"/>
              <a:gd name="connsiteY27" fmla="*/ 153559 h 412808"/>
              <a:gd name="connsiteX28" fmla="*/ 259922 w 604306"/>
              <a:gd name="connsiteY28" fmla="*/ 204378 h 412808"/>
              <a:gd name="connsiteX29" fmla="*/ 542448 w 604306"/>
              <a:gd name="connsiteY29" fmla="*/ 128886 h 412808"/>
              <a:gd name="connsiteX30" fmla="*/ 534702 w 604306"/>
              <a:gd name="connsiteY30" fmla="*/ 180073 h 412808"/>
              <a:gd name="connsiteX31" fmla="*/ 542448 w 604306"/>
              <a:gd name="connsiteY31" fmla="*/ 190384 h 412808"/>
              <a:gd name="connsiteX32" fmla="*/ 542817 w 604306"/>
              <a:gd name="connsiteY32" fmla="*/ 190384 h 412808"/>
              <a:gd name="connsiteX33" fmla="*/ 550194 w 604306"/>
              <a:gd name="connsiteY33" fmla="*/ 180073 h 412808"/>
              <a:gd name="connsiteX34" fmla="*/ 542817 w 604306"/>
              <a:gd name="connsiteY34" fmla="*/ 128886 h 412808"/>
              <a:gd name="connsiteX35" fmla="*/ 61489 w 604306"/>
              <a:gd name="connsiteY35" fmla="*/ 128886 h 412808"/>
              <a:gd name="connsiteX36" fmla="*/ 54113 w 604306"/>
              <a:gd name="connsiteY36" fmla="*/ 180073 h 412808"/>
              <a:gd name="connsiteX37" fmla="*/ 61489 w 604306"/>
              <a:gd name="connsiteY37" fmla="*/ 190384 h 412808"/>
              <a:gd name="connsiteX38" fmla="*/ 61858 w 604306"/>
              <a:gd name="connsiteY38" fmla="*/ 190384 h 412808"/>
              <a:gd name="connsiteX39" fmla="*/ 69604 w 604306"/>
              <a:gd name="connsiteY39" fmla="*/ 180073 h 412808"/>
              <a:gd name="connsiteX40" fmla="*/ 61858 w 604306"/>
              <a:gd name="connsiteY40" fmla="*/ 128886 h 412808"/>
              <a:gd name="connsiteX41" fmla="*/ 427741 w 604306"/>
              <a:gd name="connsiteY41" fmla="*/ 116366 h 412808"/>
              <a:gd name="connsiteX42" fmla="*/ 418889 w 604306"/>
              <a:gd name="connsiteY42" fmla="*/ 174549 h 412808"/>
              <a:gd name="connsiteX43" fmla="*/ 427741 w 604306"/>
              <a:gd name="connsiteY43" fmla="*/ 186333 h 412808"/>
              <a:gd name="connsiteX44" fmla="*/ 428110 w 604306"/>
              <a:gd name="connsiteY44" fmla="*/ 186333 h 412808"/>
              <a:gd name="connsiteX45" fmla="*/ 436593 w 604306"/>
              <a:gd name="connsiteY45" fmla="*/ 174549 h 412808"/>
              <a:gd name="connsiteX46" fmla="*/ 428110 w 604306"/>
              <a:gd name="connsiteY46" fmla="*/ 116366 h 412808"/>
              <a:gd name="connsiteX47" fmla="*/ 179516 w 604306"/>
              <a:gd name="connsiteY47" fmla="*/ 116366 h 412808"/>
              <a:gd name="connsiteX48" fmla="*/ 171033 w 604306"/>
              <a:gd name="connsiteY48" fmla="*/ 174549 h 412808"/>
              <a:gd name="connsiteX49" fmla="*/ 179516 w 604306"/>
              <a:gd name="connsiteY49" fmla="*/ 186333 h 412808"/>
              <a:gd name="connsiteX50" fmla="*/ 179885 w 604306"/>
              <a:gd name="connsiteY50" fmla="*/ 186333 h 412808"/>
              <a:gd name="connsiteX51" fmla="*/ 188737 w 604306"/>
              <a:gd name="connsiteY51" fmla="*/ 174549 h 412808"/>
              <a:gd name="connsiteX52" fmla="*/ 179885 w 604306"/>
              <a:gd name="connsiteY52" fmla="*/ 116366 h 412808"/>
              <a:gd name="connsiteX53" fmla="*/ 303813 w 604306"/>
              <a:gd name="connsiteY53" fmla="*/ 100163 h 412808"/>
              <a:gd name="connsiteX54" fmla="*/ 293485 w 604306"/>
              <a:gd name="connsiteY54" fmla="*/ 169026 h 412808"/>
              <a:gd name="connsiteX55" fmla="*/ 303813 w 604306"/>
              <a:gd name="connsiteY55" fmla="*/ 183019 h 412808"/>
              <a:gd name="connsiteX56" fmla="*/ 314140 w 604306"/>
              <a:gd name="connsiteY56" fmla="*/ 169026 h 412808"/>
              <a:gd name="connsiteX57" fmla="*/ 293485 w 604306"/>
              <a:gd name="connsiteY57" fmla="*/ 87642 h 412808"/>
              <a:gd name="connsiteX58" fmla="*/ 303813 w 604306"/>
              <a:gd name="connsiteY58" fmla="*/ 98690 h 412808"/>
              <a:gd name="connsiteX59" fmla="*/ 314509 w 604306"/>
              <a:gd name="connsiteY59" fmla="*/ 88010 h 412808"/>
              <a:gd name="connsiteX60" fmla="*/ 330000 w 604306"/>
              <a:gd name="connsiteY60" fmla="*/ 94639 h 412808"/>
              <a:gd name="connsiteX61" fmla="*/ 332213 w 604306"/>
              <a:gd name="connsiteY61" fmla="*/ 95744 h 412808"/>
              <a:gd name="connsiteX62" fmla="*/ 375366 w 604306"/>
              <a:gd name="connsiteY62" fmla="*/ 135146 h 412808"/>
              <a:gd name="connsiteX63" fmla="*/ 403767 w 604306"/>
              <a:gd name="connsiteY63" fmla="*/ 112683 h 412808"/>
              <a:gd name="connsiteX64" fmla="*/ 405611 w 604306"/>
              <a:gd name="connsiteY64" fmla="*/ 111578 h 412808"/>
              <a:gd name="connsiteX65" fmla="*/ 418889 w 604306"/>
              <a:gd name="connsiteY65" fmla="*/ 105686 h 412808"/>
              <a:gd name="connsiteX66" fmla="*/ 419258 w 604306"/>
              <a:gd name="connsiteY66" fmla="*/ 105686 h 412808"/>
              <a:gd name="connsiteX67" fmla="*/ 427741 w 604306"/>
              <a:gd name="connsiteY67" fmla="*/ 114893 h 412808"/>
              <a:gd name="connsiteX68" fmla="*/ 436962 w 604306"/>
              <a:gd name="connsiteY68" fmla="*/ 106055 h 412808"/>
              <a:gd name="connsiteX69" fmla="*/ 449871 w 604306"/>
              <a:gd name="connsiteY69" fmla="*/ 111578 h 412808"/>
              <a:gd name="connsiteX70" fmla="*/ 452084 w 604306"/>
              <a:gd name="connsiteY70" fmla="*/ 112683 h 412808"/>
              <a:gd name="connsiteX71" fmla="*/ 491549 w 604306"/>
              <a:gd name="connsiteY71" fmla="*/ 151718 h 412808"/>
              <a:gd name="connsiteX72" fmla="*/ 521424 w 604306"/>
              <a:gd name="connsiteY72" fmla="*/ 125572 h 412808"/>
              <a:gd name="connsiteX73" fmla="*/ 523269 w 604306"/>
              <a:gd name="connsiteY73" fmla="*/ 124835 h 412808"/>
              <a:gd name="connsiteX74" fmla="*/ 534702 w 604306"/>
              <a:gd name="connsiteY74" fmla="*/ 119680 h 412808"/>
              <a:gd name="connsiteX75" fmla="*/ 535071 w 604306"/>
              <a:gd name="connsiteY75" fmla="*/ 119680 h 412808"/>
              <a:gd name="connsiteX76" fmla="*/ 542448 w 604306"/>
              <a:gd name="connsiteY76" fmla="*/ 127781 h 412808"/>
              <a:gd name="connsiteX77" fmla="*/ 550562 w 604306"/>
              <a:gd name="connsiteY77" fmla="*/ 119680 h 412808"/>
              <a:gd name="connsiteX78" fmla="*/ 561996 w 604306"/>
              <a:gd name="connsiteY78" fmla="*/ 124835 h 412808"/>
              <a:gd name="connsiteX79" fmla="*/ 563840 w 604306"/>
              <a:gd name="connsiteY79" fmla="*/ 125572 h 412808"/>
              <a:gd name="connsiteX80" fmla="*/ 591872 w 604306"/>
              <a:gd name="connsiteY80" fmla="*/ 227946 h 412808"/>
              <a:gd name="connsiteX81" fmla="*/ 581176 w 604306"/>
              <a:gd name="connsiteY81" fmla="*/ 234574 h 412808"/>
              <a:gd name="connsiteX82" fmla="*/ 575274 w 604306"/>
              <a:gd name="connsiteY82" fmla="*/ 232733 h 412808"/>
              <a:gd name="connsiteX83" fmla="*/ 571955 w 604306"/>
              <a:gd name="connsiteY83" fmla="*/ 230524 h 412808"/>
              <a:gd name="connsiteX84" fmla="*/ 571955 w 604306"/>
              <a:gd name="connsiteY84" fmla="*/ 346154 h 412808"/>
              <a:gd name="connsiteX85" fmla="*/ 557570 w 604306"/>
              <a:gd name="connsiteY85" fmla="*/ 360516 h 412808"/>
              <a:gd name="connsiteX86" fmla="*/ 542817 w 604306"/>
              <a:gd name="connsiteY86" fmla="*/ 346154 h 412808"/>
              <a:gd name="connsiteX87" fmla="*/ 542817 w 604306"/>
              <a:gd name="connsiteY87" fmla="*/ 245254 h 412808"/>
              <a:gd name="connsiteX88" fmla="*/ 542448 w 604306"/>
              <a:gd name="connsiteY88" fmla="*/ 245254 h 412808"/>
              <a:gd name="connsiteX89" fmla="*/ 540973 w 604306"/>
              <a:gd name="connsiteY89" fmla="*/ 245254 h 412808"/>
              <a:gd name="connsiteX90" fmla="*/ 540973 w 604306"/>
              <a:gd name="connsiteY90" fmla="*/ 346154 h 412808"/>
              <a:gd name="connsiteX91" fmla="*/ 526219 w 604306"/>
              <a:gd name="connsiteY91" fmla="*/ 360516 h 412808"/>
              <a:gd name="connsiteX92" fmla="*/ 511835 w 604306"/>
              <a:gd name="connsiteY92" fmla="*/ 346154 h 412808"/>
              <a:gd name="connsiteX93" fmla="*/ 511835 w 604306"/>
              <a:gd name="connsiteY93" fmla="*/ 231628 h 412808"/>
              <a:gd name="connsiteX94" fmla="*/ 509991 w 604306"/>
              <a:gd name="connsiteY94" fmla="*/ 232733 h 412808"/>
              <a:gd name="connsiteX95" fmla="*/ 504089 w 604306"/>
              <a:gd name="connsiteY95" fmla="*/ 234574 h 412808"/>
              <a:gd name="connsiteX96" fmla="*/ 493393 w 604306"/>
              <a:gd name="connsiteY96" fmla="*/ 227946 h 412808"/>
              <a:gd name="connsiteX97" fmla="*/ 488967 w 604306"/>
              <a:gd name="connsiteY97" fmla="*/ 219476 h 412808"/>
              <a:gd name="connsiteX98" fmla="*/ 484172 w 604306"/>
              <a:gd name="connsiteY98" fmla="*/ 229419 h 412808"/>
              <a:gd name="connsiteX99" fmla="*/ 471632 w 604306"/>
              <a:gd name="connsiteY99" fmla="*/ 236784 h 412808"/>
              <a:gd name="connsiteX100" fmla="*/ 464993 w 604306"/>
              <a:gd name="connsiteY100" fmla="*/ 234943 h 412808"/>
              <a:gd name="connsiteX101" fmla="*/ 461305 w 604306"/>
              <a:gd name="connsiteY101" fmla="*/ 231997 h 412808"/>
              <a:gd name="connsiteX102" fmla="*/ 461305 w 604306"/>
              <a:gd name="connsiteY102" fmla="*/ 363831 h 412808"/>
              <a:gd name="connsiteX103" fmla="*/ 444707 w 604306"/>
              <a:gd name="connsiteY103" fmla="*/ 380402 h 412808"/>
              <a:gd name="connsiteX104" fmla="*/ 428110 w 604306"/>
              <a:gd name="connsiteY104" fmla="*/ 363831 h 412808"/>
              <a:gd name="connsiteX105" fmla="*/ 428110 w 604306"/>
              <a:gd name="connsiteY105" fmla="*/ 248936 h 412808"/>
              <a:gd name="connsiteX106" fmla="*/ 427741 w 604306"/>
              <a:gd name="connsiteY106" fmla="*/ 248936 h 412808"/>
              <a:gd name="connsiteX107" fmla="*/ 425897 w 604306"/>
              <a:gd name="connsiteY107" fmla="*/ 248936 h 412808"/>
              <a:gd name="connsiteX108" fmla="*/ 425897 w 604306"/>
              <a:gd name="connsiteY108" fmla="*/ 363831 h 412808"/>
              <a:gd name="connsiteX109" fmla="*/ 409299 w 604306"/>
              <a:gd name="connsiteY109" fmla="*/ 380402 h 412808"/>
              <a:gd name="connsiteX110" fmla="*/ 392702 w 604306"/>
              <a:gd name="connsiteY110" fmla="*/ 364199 h 412808"/>
              <a:gd name="connsiteX111" fmla="*/ 392702 w 604306"/>
              <a:gd name="connsiteY111" fmla="*/ 233470 h 412808"/>
              <a:gd name="connsiteX112" fmla="*/ 390489 w 604306"/>
              <a:gd name="connsiteY112" fmla="*/ 234943 h 412808"/>
              <a:gd name="connsiteX113" fmla="*/ 383850 w 604306"/>
              <a:gd name="connsiteY113" fmla="*/ 236416 h 412808"/>
              <a:gd name="connsiteX114" fmla="*/ 372047 w 604306"/>
              <a:gd name="connsiteY114" fmla="*/ 230155 h 412808"/>
              <a:gd name="connsiteX115" fmla="*/ 370203 w 604306"/>
              <a:gd name="connsiteY115" fmla="*/ 233838 h 412808"/>
              <a:gd name="connsiteX116" fmla="*/ 355818 w 604306"/>
              <a:gd name="connsiteY116" fmla="*/ 242308 h 412808"/>
              <a:gd name="connsiteX117" fmla="*/ 347704 w 604306"/>
              <a:gd name="connsiteY117" fmla="*/ 240466 h 412808"/>
              <a:gd name="connsiteX118" fmla="*/ 343647 w 604306"/>
              <a:gd name="connsiteY118" fmla="*/ 237152 h 412808"/>
              <a:gd name="connsiteX119" fmla="*/ 343647 w 604306"/>
              <a:gd name="connsiteY119" fmla="*/ 393291 h 412808"/>
              <a:gd name="connsiteX120" fmla="*/ 324099 w 604306"/>
              <a:gd name="connsiteY120" fmla="*/ 412808 h 412808"/>
              <a:gd name="connsiteX121" fmla="*/ 304182 w 604306"/>
              <a:gd name="connsiteY121" fmla="*/ 393291 h 412808"/>
              <a:gd name="connsiteX122" fmla="*/ 304182 w 604306"/>
              <a:gd name="connsiteY122" fmla="*/ 257038 h 412808"/>
              <a:gd name="connsiteX123" fmla="*/ 303813 w 604306"/>
              <a:gd name="connsiteY123" fmla="*/ 257038 h 412808"/>
              <a:gd name="connsiteX124" fmla="*/ 301600 w 604306"/>
              <a:gd name="connsiteY124" fmla="*/ 257038 h 412808"/>
              <a:gd name="connsiteX125" fmla="*/ 301600 w 604306"/>
              <a:gd name="connsiteY125" fmla="*/ 393291 h 412808"/>
              <a:gd name="connsiteX126" fmla="*/ 282052 w 604306"/>
              <a:gd name="connsiteY126" fmla="*/ 412808 h 412808"/>
              <a:gd name="connsiteX127" fmla="*/ 262135 w 604306"/>
              <a:gd name="connsiteY127" fmla="*/ 393291 h 412808"/>
              <a:gd name="connsiteX128" fmla="*/ 262135 w 604306"/>
              <a:gd name="connsiteY128" fmla="*/ 238993 h 412808"/>
              <a:gd name="connsiteX129" fmla="*/ 259922 w 604306"/>
              <a:gd name="connsiteY129" fmla="*/ 240466 h 412808"/>
              <a:gd name="connsiteX130" fmla="*/ 251807 w 604306"/>
              <a:gd name="connsiteY130" fmla="*/ 242308 h 412808"/>
              <a:gd name="connsiteX131" fmla="*/ 237423 w 604306"/>
              <a:gd name="connsiteY131" fmla="*/ 233838 h 412808"/>
              <a:gd name="connsiteX132" fmla="*/ 235579 w 604306"/>
              <a:gd name="connsiteY132" fmla="*/ 230155 h 412808"/>
              <a:gd name="connsiteX133" fmla="*/ 223776 w 604306"/>
              <a:gd name="connsiteY133" fmla="*/ 236784 h 412808"/>
              <a:gd name="connsiteX134" fmla="*/ 216768 w 604306"/>
              <a:gd name="connsiteY134" fmla="*/ 234943 h 412808"/>
              <a:gd name="connsiteX135" fmla="*/ 213449 w 604306"/>
              <a:gd name="connsiteY135" fmla="*/ 231997 h 412808"/>
              <a:gd name="connsiteX136" fmla="*/ 213449 w 604306"/>
              <a:gd name="connsiteY136" fmla="*/ 364199 h 412808"/>
              <a:gd name="connsiteX137" fmla="*/ 196851 w 604306"/>
              <a:gd name="connsiteY137" fmla="*/ 380770 h 412808"/>
              <a:gd name="connsiteX138" fmla="*/ 180254 w 604306"/>
              <a:gd name="connsiteY138" fmla="*/ 364199 h 412808"/>
              <a:gd name="connsiteX139" fmla="*/ 180254 w 604306"/>
              <a:gd name="connsiteY139" fmla="*/ 248936 h 412808"/>
              <a:gd name="connsiteX140" fmla="*/ 179885 w 604306"/>
              <a:gd name="connsiteY140" fmla="*/ 248936 h 412808"/>
              <a:gd name="connsiteX141" fmla="*/ 177672 w 604306"/>
              <a:gd name="connsiteY141" fmla="*/ 248936 h 412808"/>
              <a:gd name="connsiteX142" fmla="*/ 177672 w 604306"/>
              <a:gd name="connsiteY142" fmla="*/ 364199 h 412808"/>
              <a:gd name="connsiteX143" fmla="*/ 161074 w 604306"/>
              <a:gd name="connsiteY143" fmla="*/ 380770 h 412808"/>
              <a:gd name="connsiteX144" fmla="*/ 144477 w 604306"/>
              <a:gd name="connsiteY144" fmla="*/ 364199 h 412808"/>
              <a:gd name="connsiteX145" fmla="*/ 144477 w 604306"/>
              <a:gd name="connsiteY145" fmla="*/ 233470 h 412808"/>
              <a:gd name="connsiteX146" fmla="*/ 142633 w 604306"/>
              <a:gd name="connsiteY146" fmla="*/ 234943 h 412808"/>
              <a:gd name="connsiteX147" fmla="*/ 135994 w 604306"/>
              <a:gd name="connsiteY147" fmla="*/ 236784 h 412808"/>
              <a:gd name="connsiteX148" fmla="*/ 123453 w 604306"/>
              <a:gd name="connsiteY148" fmla="*/ 229419 h 412808"/>
              <a:gd name="connsiteX149" fmla="*/ 116814 w 604306"/>
              <a:gd name="connsiteY149" fmla="*/ 215425 h 412808"/>
              <a:gd name="connsiteX150" fmla="*/ 110913 w 604306"/>
              <a:gd name="connsiteY150" fmla="*/ 227946 h 412808"/>
              <a:gd name="connsiteX151" fmla="*/ 100217 w 604306"/>
              <a:gd name="connsiteY151" fmla="*/ 234574 h 412808"/>
              <a:gd name="connsiteX152" fmla="*/ 94315 w 604306"/>
              <a:gd name="connsiteY152" fmla="*/ 233101 h 412808"/>
              <a:gd name="connsiteX153" fmla="*/ 90996 w 604306"/>
              <a:gd name="connsiteY153" fmla="*/ 230524 h 412808"/>
              <a:gd name="connsiteX154" fmla="*/ 90996 w 604306"/>
              <a:gd name="connsiteY154" fmla="*/ 346154 h 412808"/>
              <a:gd name="connsiteX155" fmla="*/ 76611 w 604306"/>
              <a:gd name="connsiteY155" fmla="*/ 360516 h 412808"/>
              <a:gd name="connsiteX156" fmla="*/ 61858 w 604306"/>
              <a:gd name="connsiteY156" fmla="*/ 346154 h 412808"/>
              <a:gd name="connsiteX157" fmla="*/ 61858 w 604306"/>
              <a:gd name="connsiteY157" fmla="*/ 245254 h 412808"/>
              <a:gd name="connsiteX158" fmla="*/ 60014 w 604306"/>
              <a:gd name="connsiteY158" fmla="*/ 245254 h 412808"/>
              <a:gd name="connsiteX159" fmla="*/ 60014 w 604306"/>
              <a:gd name="connsiteY159" fmla="*/ 346154 h 412808"/>
              <a:gd name="connsiteX160" fmla="*/ 45261 w 604306"/>
              <a:gd name="connsiteY160" fmla="*/ 360516 h 412808"/>
              <a:gd name="connsiteX161" fmla="*/ 30876 w 604306"/>
              <a:gd name="connsiteY161" fmla="*/ 346154 h 412808"/>
              <a:gd name="connsiteX162" fmla="*/ 30876 w 604306"/>
              <a:gd name="connsiteY162" fmla="*/ 231628 h 412808"/>
              <a:gd name="connsiteX163" fmla="*/ 29032 w 604306"/>
              <a:gd name="connsiteY163" fmla="*/ 232733 h 412808"/>
              <a:gd name="connsiteX164" fmla="*/ 23131 w 604306"/>
              <a:gd name="connsiteY164" fmla="*/ 234574 h 412808"/>
              <a:gd name="connsiteX165" fmla="*/ 12434 w 604306"/>
              <a:gd name="connsiteY165" fmla="*/ 227946 h 412808"/>
              <a:gd name="connsiteX166" fmla="*/ 40466 w 604306"/>
              <a:gd name="connsiteY166" fmla="*/ 125572 h 412808"/>
              <a:gd name="connsiteX167" fmla="*/ 42310 w 604306"/>
              <a:gd name="connsiteY167" fmla="*/ 124835 h 412808"/>
              <a:gd name="connsiteX168" fmla="*/ 54113 w 604306"/>
              <a:gd name="connsiteY168" fmla="*/ 119680 h 412808"/>
              <a:gd name="connsiteX169" fmla="*/ 61858 w 604306"/>
              <a:gd name="connsiteY169" fmla="*/ 127781 h 412808"/>
              <a:gd name="connsiteX170" fmla="*/ 69604 w 604306"/>
              <a:gd name="connsiteY170" fmla="*/ 119680 h 412808"/>
              <a:gd name="connsiteX171" fmla="*/ 81037 w 604306"/>
              <a:gd name="connsiteY171" fmla="*/ 124835 h 412808"/>
              <a:gd name="connsiteX172" fmla="*/ 82882 w 604306"/>
              <a:gd name="connsiteY172" fmla="*/ 125572 h 412808"/>
              <a:gd name="connsiteX173" fmla="*/ 114601 w 604306"/>
              <a:gd name="connsiteY173" fmla="*/ 154664 h 412808"/>
              <a:gd name="connsiteX174" fmla="*/ 155542 w 604306"/>
              <a:gd name="connsiteY174" fmla="*/ 112683 h 412808"/>
              <a:gd name="connsiteX175" fmla="*/ 157386 w 604306"/>
              <a:gd name="connsiteY175" fmla="*/ 111578 h 412808"/>
              <a:gd name="connsiteX176" fmla="*/ 171033 w 604306"/>
              <a:gd name="connsiteY176" fmla="*/ 105686 h 412808"/>
              <a:gd name="connsiteX177" fmla="*/ 179885 w 604306"/>
              <a:gd name="connsiteY177" fmla="*/ 114893 h 412808"/>
              <a:gd name="connsiteX178" fmla="*/ 188737 w 604306"/>
              <a:gd name="connsiteY178" fmla="*/ 106055 h 412808"/>
              <a:gd name="connsiteX179" fmla="*/ 202015 w 604306"/>
              <a:gd name="connsiteY179" fmla="*/ 111578 h 412808"/>
              <a:gd name="connsiteX180" fmla="*/ 203859 w 604306"/>
              <a:gd name="connsiteY180" fmla="*/ 112683 h 412808"/>
              <a:gd name="connsiteX181" fmla="*/ 232259 w 604306"/>
              <a:gd name="connsiteY181" fmla="*/ 135146 h 412808"/>
              <a:gd name="connsiteX182" fmla="*/ 275413 w 604306"/>
              <a:gd name="connsiteY182" fmla="*/ 95744 h 412808"/>
              <a:gd name="connsiteX183" fmla="*/ 277626 w 604306"/>
              <a:gd name="connsiteY183" fmla="*/ 94639 h 412808"/>
              <a:gd name="connsiteX184" fmla="*/ 293485 w 604306"/>
              <a:gd name="connsiteY184" fmla="*/ 87642 h 412808"/>
              <a:gd name="connsiteX185" fmla="*/ 542463 w 604306"/>
              <a:gd name="connsiteY185" fmla="*/ 54477 h 412808"/>
              <a:gd name="connsiteX186" fmla="*/ 574182 w 604306"/>
              <a:gd name="connsiteY186" fmla="*/ 86161 h 412808"/>
              <a:gd name="connsiteX187" fmla="*/ 542463 w 604306"/>
              <a:gd name="connsiteY187" fmla="*/ 117845 h 412808"/>
              <a:gd name="connsiteX188" fmla="*/ 510744 w 604306"/>
              <a:gd name="connsiteY188" fmla="*/ 86161 h 412808"/>
              <a:gd name="connsiteX189" fmla="*/ 542463 w 604306"/>
              <a:gd name="connsiteY189" fmla="*/ 54477 h 412808"/>
              <a:gd name="connsiteX190" fmla="*/ 61913 w 604306"/>
              <a:gd name="connsiteY190" fmla="*/ 54477 h 412808"/>
              <a:gd name="connsiteX191" fmla="*/ 93632 w 604306"/>
              <a:gd name="connsiteY191" fmla="*/ 86161 h 412808"/>
              <a:gd name="connsiteX192" fmla="*/ 61913 w 604306"/>
              <a:gd name="connsiteY192" fmla="*/ 117845 h 412808"/>
              <a:gd name="connsiteX193" fmla="*/ 30194 w 604306"/>
              <a:gd name="connsiteY193" fmla="*/ 86161 h 412808"/>
              <a:gd name="connsiteX194" fmla="*/ 61913 w 604306"/>
              <a:gd name="connsiteY194" fmla="*/ 54477 h 412808"/>
              <a:gd name="connsiteX195" fmla="*/ 427760 w 604306"/>
              <a:gd name="connsiteY195" fmla="*/ 31613 h 412808"/>
              <a:gd name="connsiteX196" fmla="*/ 463890 w 604306"/>
              <a:gd name="connsiteY196" fmla="*/ 67707 h 412808"/>
              <a:gd name="connsiteX197" fmla="*/ 427760 w 604306"/>
              <a:gd name="connsiteY197" fmla="*/ 103801 h 412808"/>
              <a:gd name="connsiteX198" fmla="*/ 391630 w 604306"/>
              <a:gd name="connsiteY198" fmla="*/ 67707 h 412808"/>
              <a:gd name="connsiteX199" fmla="*/ 427760 w 604306"/>
              <a:gd name="connsiteY199" fmla="*/ 31613 h 412808"/>
              <a:gd name="connsiteX200" fmla="*/ 179899 w 604306"/>
              <a:gd name="connsiteY200" fmla="*/ 31613 h 412808"/>
              <a:gd name="connsiteX201" fmla="*/ 216064 w 604306"/>
              <a:gd name="connsiteY201" fmla="*/ 67707 h 412808"/>
              <a:gd name="connsiteX202" fmla="*/ 179899 w 604306"/>
              <a:gd name="connsiteY202" fmla="*/ 103801 h 412808"/>
              <a:gd name="connsiteX203" fmla="*/ 143734 w 604306"/>
              <a:gd name="connsiteY203" fmla="*/ 67707 h 412808"/>
              <a:gd name="connsiteX204" fmla="*/ 179899 w 604306"/>
              <a:gd name="connsiteY204" fmla="*/ 31613 h 412808"/>
              <a:gd name="connsiteX205" fmla="*/ 303811 w 604306"/>
              <a:gd name="connsiteY205" fmla="*/ 0 h 412808"/>
              <a:gd name="connsiteX206" fmla="*/ 346609 w 604306"/>
              <a:gd name="connsiteY206" fmla="*/ 42692 h 412808"/>
              <a:gd name="connsiteX207" fmla="*/ 303811 w 604306"/>
              <a:gd name="connsiteY207" fmla="*/ 85384 h 412808"/>
              <a:gd name="connsiteX208" fmla="*/ 261013 w 604306"/>
              <a:gd name="connsiteY208" fmla="*/ 42692 h 412808"/>
              <a:gd name="connsiteX209" fmla="*/ 303811 w 604306"/>
              <a:gd name="connsiteY209" fmla="*/ 0 h 41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Lst>
            <a:rect l="l" t="t" r="r" b="b"/>
            <a:pathLst>
              <a:path w="604306" h="412808">
                <a:moveTo>
                  <a:pt x="574905" y="168657"/>
                </a:moveTo>
                <a:lnTo>
                  <a:pt x="574905" y="206219"/>
                </a:lnTo>
                <a:cubicBezTo>
                  <a:pt x="581913" y="189648"/>
                  <a:pt x="580438" y="177864"/>
                  <a:pt x="574905" y="168657"/>
                </a:cubicBezTo>
                <a:close/>
                <a:moveTo>
                  <a:pt x="94315" y="168657"/>
                </a:moveTo>
                <a:lnTo>
                  <a:pt x="94315" y="206219"/>
                </a:lnTo>
                <a:cubicBezTo>
                  <a:pt x="100954" y="189648"/>
                  <a:pt x="99479" y="177864"/>
                  <a:pt x="94315" y="168657"/>
                </a:cubicBezTo>
                <a:close/>
                <a:moveTo>
                  <a:pt x="509991" y="168289"/>
                </a:moveTo>
                <a:cubicBezTo>
                  <a:pt x="504827" y="177864"/>
                  <a:pt x="503352" y="189648"/>
                  <a:pt x="509991" y="206219"/>
                </a:cubicBezTo>
                <a:close/>
                <a:moveTo>
                  <a:pt x="29401" y="168289"/>
                </a:moveTo>
                <a:cubicBezTo>
                  <a:pt x="23868" y="177864"/>
                  <a:pt x="22393" y="189648"/>
                  <a:pt x="29401" y="206219"/>
                </a:cubicBezTo>
                <a:close/>
                <a:moveTo>
                  <a:pt x="464993" y="161292"/>
                </a:moveTo>
                <a:lnTo>
                  <a:pt x="464993" y="204378"/>
                </a:lnTo>
                <a:cubicBezTo>
                  <a:pt x="472370" y="185597"/>
                  <a:pt x="470894" y="171972"/>
                  <a:pt x="464993" y="161292"/>
                </a:cubicBezTo>
                <a:close/>
                <a:moveTo>
                  <a:pt x="390857" y="161292"/>
                </a:moveTo>
                <a:cubicBezTo>
                  <a:pt x="389013" y="164238"/>
                  <a:pt x="387907" y="167553"/>
                  <a:pt x="386800" y="170867"/>
                </a:cubicBezTo>
                <a:cubicBezTo>
                  <a:pt x="387169" y="176391"/>
                  <a:pt x="387169" y="182283"/>
                  <a:pt x="386431" y="188543"/>
                </a:cubicBezTo>
                <a:cubicBezTo>
                  <a:pt x="387169" y="193698"/>
                  <a:pt x="388644" y="198854"/>
                  <a:pt x="390857" y="204378"/>
                </a:cubicBezTo>
                <a:close/>
                <a:moveTo>
                  <a:pt x="216768" y="161292"/>
                </a:moveTo>
                <a:lnTo>
                  <a:pt x="216768" y="204378"/>
                </a:lnTo>
                <a:cubicBezTo>
                  <a:pt x="218981" y="198486"/>
                  <a:pt x="220456" y="193330"/>
                  <a:pt x="221194" y="188543"/>
                </a:cubicBezTo>
                <a:cubicBezTo>
                  <a:pt x="220456" y="182283"/>
                  <a:pt x="220456" y="176391"/>
                  <a:pt x="220825" y="170867"/>
                </a:cubicBezTo>
                <a:cubicBezTo>
                  <a:pt x="219719" y="167553"/>
                  <a:pt x="218612" y="164238"/>
                  <a:pt x="216768" y="161292"/>
                </a:cubicBezTo>
                <a:close/>
                <a:moveTo>
                  <a:pt x="142633" y="161292"/>
                </a:moveTo>
                <a:cubicBezTo>
                  <a:pt x="136731" y="171972"/>
                  <a:pt x="134887" y="185597"/>
                  <a:pt x="142633" y="204378"/>
                </a:cubicBezTo>
                <a:close/>
                <a:moveTo>
                  <a:pt x="347704" y="153559"/>
                </a:moveTo>
                <a:lnTo>
                  <a:pt x="347704" y="204378"/>
                </a:lnTo>
                <a:cubicBezTo>
                  <a:pt x="356556" y="182283"/>
                  <a:pt x="354712" y="166080"/>
                  <a:pt x="347704" y="153559"/>
                </a:cubicBezTo>
                <a:close/>
                <a:moveTo>
                  <a:pt x="259922" y="153559"/>
                </a:moveTo>
                <a:cubicBezTo>
                  <a:pt x="252914" y="166080"/>
                  <a:pt x="251070" y="182283"/>
                  <a:pt x="259922" y="204378"/>
                </a:cubicBezTo>
                <a:close/>
                <a:moveTo>
                  <a:pt x="542448" y="128886"/>
                </a:moveTo>
                <a:lnTo>
                  <a:pt x="534702" y="180073"/>
                </a:lnTo>
                <a:lnTo>
                  <a:pt x="542448" y="190384"/>
                </a:lnTo>
                <a:lnTo>
                  <a:pt x="542817" y="190384"/>
                </a:lnTo>
                <a:lnTo>
                  <a:pt x="550194" y="180073"/>
                </a:lnTo>
                <a:lnTo>
                  <a:pt x="542817" y="128886"/>
                </a:lnTo>
                <a:close/>
                <a:moveTo>
                  <a:pt x="61489" y="128886"/>
                </a:moveTo>
                <a:lnTo>
                  <a:pt x="54113" y="180073"/>
                </a:lnTo>
                <a:lnTo>
                  <a:pt x="61489" y="190384"/>
                </a:lnTo>
                <a:lnTo>
                  <a:pt x="61858" y="190384"/>
                </a:lnTo>
                <a:lnTo>
                  <a:pt x="69604" y="180073"/>
                </a:lnTo>
                <a:lnTo>
                  <a:pt x="61858" y="128886"/>
                </a:lnTo>
                <a:close/>
                <a:moveTo>
                  <a:pt x="427741" y="116366"/>
                </a:moveTo>
                <a:lnTo>
                  <a:pt x="418889" y="174549"/>
                </a:lnTo>
                <a:lnTo>
                  <a:pt x="427741" y="186333"/>
                </a:lnTo>
                <a:lnTo>
                  <a:pt x="428110" y="186333"/>
                </a:lnTo>
                <a:lnTo>
                  <a:pt x="436593" y="174549"/>
                </a:lnTo>
                <a:lnTo>
                  <a:pt x="428110" y="116366"/>
                </a:lnTo>
                <a:close/>
                <a:moveTo>
                  <a:pt x="179516" y="116366"/>
                </a:moveTo>
                <a:lnTo>
                  <a:pt x="171033" y="174549"/>
                </a:lnTo>
                <a:lnTo>
                  <a:pt x="179516" y="186333"/>
                </a:lnTo>
                <a:lnTo>
                  <a:pt x="179885" y="186333"/>
                </a:lnTo>
                <a:lnTo>
                  <a:pt x="188737" y="174549"/>
                </a:lnTo>
                <a:lnTo>
                  <a:pt x="179885" y="116366"/>
                </a:lnTo>
                <a:close/>
                <a:moveTo>
                  <a:pt x="303813" y="100163"/>
                </a:moveTo>
                <a:lnTo>
                  <a:pt x="293485" y="169026"/>
                </a:lnTo>
                <a:lnTo>
                  <a:pt x="303813" y="183019"/>
                </a:lnTo>
                <a:lnTo>
                  <a:pt x="314140" y="169026"/>
                </a:lnTo>
                <a:close/>
                <a:moveTo>
                  <a:pt x="293485" y="87642"/>
                </a:moveTo>
                <a:lnTo>
                  <a:pt x="303813" y="98690"/>
                </a:lnTo>
                <a:lnTo>
                  <a:pt x="314509" y="88010"/>
                </a:lnTo>
                <a:cubicBezTo>
                  <a:pt x="320041" y="89115"/>
                  <a:pt x="325205" y="91693"/>
                  <a:pt x="330000" y="94639"/>
                </a:cubicBezTo>
                <a:cubicBezTo>
                  <a:pt x="330738" y="95007"/>
                  <a:pt x="331475" y="95375"/>
                  <a:pt x="332213" y="95744"/>
                </a:cubicBezTo>
                <a:cubicBezTo>
                  <a:pt x="342540" y="102004"/>
                  <a:pt x="362457" y="114156"/>
                  <a:pt x="375366" y="135146"/>
                </a:cubicBezTo>
                <a:cubicBezTo>
                  <a:pt x="385325" y="123731"/>
                  <a:pt x="397128" y="116734"/>
                  <a:pt x="403767" y="112683"/>
                </a:cubicBezTo>
                <a:cubicBezTo>
                  <a:pt x="404504" y="112315"/>
                  <a:pt x="404873" y="111947"/>
                  <a:pt x="405611" y="111578"/>
                </a:cubicBezTo>
                <a:cubicBezTo>
                  <a:pt x="409668" y="109001"/>
                  <a:pt x="414463" y="106791"/>
                  <a:pt x="418889" y="105686"/>
                </a:cubicBezTo>
                <a:cubicBezTo>
                  <a:pt x="418889" y="105686"/>
                  <a:pt x="419258" y="105686"/>
                  <a:pt x="419258" y="105686"/>
                </a:cubicBezTo>
                <a:lnTo>
                  <a:pt x="427741" y="114893"/>
                </a:lnTo>
                <a:lnTo>
                  <a:pt x="436962" y="106055"/>
                </a:lnTo>
                <a:cubicBezTo>
                  <a:pt x="441388" y="107159"/>
                  <a:pt x="446182" y="109001"/>
                  <a:pt x="449871" y="111578"/>
                </a:cubicBezTo>
                <a:cubicBezTo>
                  <a:pt x="450608" y="111947"/>
                  <a:pt x="451346" y="112315"/>
                  <a:pt x="452084" y="112683"/>
                </a:cubicBezTo>
                <a:cubicBezTo>
                  <a:pt x="461305" y="118575"/>
                  <a:pt x="481222" y="130727"/>
                  <a:pt x="491549" y="151718"/>
                </a:cubicBezTo>
                <a:cubicBezTo>
                  <a:pt x="501139" y="138092"/>
                  <a:pt x="514417" y="129991"/>
                  <a:pt x="521424" y="125572"/>
                </a:cubicBezTo>
                <a:cubicBezTo>
                  <a:pt x="522162" y="125204"/>
                  <a:pt x="522531" y="125204"/>
                  <a:pt x="523269" y="124835"/>
                </a:cubicBezTo>
                <a:cubicBezTo>
                  <a:pt x="526588" y="122626"/>
                  <a:pt x="530645" y="120785"/>
                  <a:pt x="534702" y="119680"/>
                </a:cubicBezTo>
                <a:cubicBezTo>
                  <a:pt x="534702" y="119680"/>
                  <a:pt x="535071" y="119680"/>
                  <a:pt x="535071" y="119680"/>
                </a:cubicBezTo>
                <a:lnTo>
                  <a:pt x="542448" y="127781"/>
                </a:lnTo>
                <a:lnTo>
                  <a:pt x="550562" y="119680"/>
                </a:lnTo>
                <a:cubicBezTo>
                  <a:pt x="554620" y="120785"/>
                  <a:pt x="558677" y="122626"/>
                  <a:pt x="561996" y="124835"/>
                </a:cubicBezTo>
                <a:cubicBezTo>
                  <a:pt x="562734" y="125204"/>
                  <a:pt x="563103" y="125204"/>
                  <a:pt x="563840" y="125572"/>
                </a:cubicBezTo>
                <a:cubicBezTo>
                  <a:pt x="579331" y="135146"/>
                  <a:pt x="626542" y="164238"/>
                  <a:pt x="591872" y="227946"/>
                </a:cubicBezTo>
                <a:cubicBezTo>
                  <a:pt x="589659" y="231997"/>
                  <a:pt x="585602" y="234574"/>
                  <a:pt x="581176" y="234574"/>
                </a:cubicBezTo>
                <a:cubicBezTo>
                  <a:pt x="578962" y="234574"/>
                  <a:pt x="577118" y="233838"/>
                  <a:pt x="575274" y="232733"/>
                </a:cubicBezTo>
                <a:cubicBezTo>
                  <a:pt x="574168" y="232365"/>
                  <a:pt x="573061" y="231260"/>
                  <a:pt x="571955" y="230524"/>
                </a:cubicBezTo>
                <a:lnTo>
                  <a:pt x="571955" y="346154"/>
                </a:lnTo>
                <a:cubicBezTo>
                  <a:pt x="571955" y="354256"/>
                  <a:pt x="565684" y="360516"/>
                  <a:pt x="557570" y="360516"/>
                </a:cubicBezTo>
                <a:cubicBezTo>
                  <a:pt x="549456" y="360516"/>
                  <a:pt x="542817" y="354256"/>
                  <a:pt x="542817" y="346154"/>
                </a:cubicBezTo>
                <a:lnTo>
                  <a:pt x="542817" y="245254"/>
                </a:lnTo>
                <a:cubicBezTo>
                  <a:pt x="542817" y="245254"/>
                  <a:pt x="542817" y="245254"/>
                  <a:pt x="542448" y="245254"/>
                </a:cubicBezTo>
                <a:cubicBezTo>
                  <a:pt x="542079" y="245254"/>
                  <a:pt x="541342" y="245254"/>
                  <a:pt x="540973" y="245254"/>
                </a:cubicBezTo>
                <a:lnTo>
                  <a:pt x="540973" y="346154"/>
                </a:lnTo>
                <a:cubicBezTo>
                  <a:pt x="540973" y="354256"/>
                  <a:pt x="534334" y="360516"/>
                  <a:pt x="526219" y="360516"/>
                </a:cubicBezTo>
                <a:cubicBezTo>
                  <a:pt x="518474" y="360516"/>
                  <a:pt x="511835" y="354256"/>
                  <a:pt x="511835" y="346154"/>
                </a:cubicBezTo>
                <a:lnTo>
                  <a:pt x="511835" y="231628"/>
                </a:lnTo>
                <a:cubicBezTo>
                  <a:pt x="511097" y="231997"/>
                  <a:pt x="510728" y="232733"/>
                  <a:pt x="509991" y="232733"/>
                </a:cubicBezTo>
                <a:cubicBezTo>
                  <a:pt x="508146" y="233838"/>
                  <a:pt x="505934" y="234574"/>
                  <a:pt x="504089" y="234574"/>
                </a:cubicBezTo>
                <a:cubicBezTo>
                  <a:pt x="499663" y="234574"/>
                  <a:pt x="495606" y="231997"/>
                  <a:pt x="493393" y="227946"/>
                </a:cubicBezTo>
                <a:cubicBezTo>
                  <a:pt x="491549" y="225000"/>
                  <a:pt x="490442" y="222054"/>
                  <a:pt x="488967" y="219476"/>
                </a:cubicBezTo>
                <a:cubicBezTo>
                  <a:pt x="487492" y="222422"/>
                  <a:pt x="486016" y="225736"/>
                  <a:pt x="484172" y="229419"/>
                </a:cubicBezTo>
                <a:cubicBezTo>
                  <a:pt x="481590" y="233838"/>
                  <a:pt x="476796" y="236784"/>
                  <a:pt x="471632" y="236784"/>
                </a:cubicBezTo>
                <a:cubicBezTo>
                  <a:pt x="469419" y="236784"/>
                  <a:pt x="467206" y="236047"/>
                  <a:pt x="464993" y="234943"/>
                </a:cubicBezTo>
                <a:cubicBezTo>
                  <a:pt x="463518" y="234206"/>
                  <a:pt x="462411" y="233101"/>
                  <a:pt x="461305" y="231997"/>
                </a:cubicBezTo>
                <a:lnTo>
                  <a:pt x="461305" y="363831"/>
                </a:lnTo>
                <a:cubicBezTo>
                  <a:pt x="461305" y="373037"/>
                  <a:pt x="453928" y="380402"/>
                  <a:pt x="444707" y="380402"/>
                </a:cubicBezTo>
                <a:cubicBezTo>
                  <a:pt x="435855" y="380402"/>
                  <a:pt x="428110" y="373037"/>
                  <a:pt x="428110" y="363831"/>
                </a:cubicBezTo>
                <a:lnTo>
                  <a:pt x="428110" y="248936"/>
                </a:lnTo>
                <a:cubicBezTo>
                  <a:pt x="428110" y="248936"/>
                  <a:pt x="428110" y="248936"/>
                  <a:pt x="427741" y="248936"/>
                </a:cubicBezTo>
                <a:cubicBezTo>
                  <a:pt x="427372" y="248936"/>
                  <a:pt x="426634" y="248936"/>
                  <a:pt x="425897" y="248936"/>
                </a:cubicBezTo>
                <a:lnTo>
                  <a:pt x="425897" y="363831"/>
                </a:lnTo>
                <a:cubicBezTo>
                  <a:pt x="425897" y="373037"/>
                  <a:pt x="418520" y="380402"/>
                  <a:pt x="409299" y="380402"/>
                </a:cubicBezTo>
                <a:cubicBezTo>
                  <a:pt x="400078" y="380402"/>
                  <a:pt x="392702" y="373037"/>
                  <a:pt x="392702" y="364199"/>
                </a:cubicBezTo>
                <a:lnTo>
                  <a:pt x="392702" y="233470"/>
                </a:lnTo>
                <a:cubicBezTo>
                  <a:pt x="391964" y="233838"/>
                  <a:pt x="391226" y="234574"/>
                  <a:pt x="390489" y="234943"/>
                </a:cubicBezTo>
                <a:cubicBezTo>
                  <a:pt x="388644" y="236047"/>
                  <a:pt x="386063" y="236416"/>
                  <a:pt x="383850" y="236416"/>
                </a:cubicBezTo>
                <a:cubicBezTo>
                  <a:pt x="379424" y="236416"/>
                  <a:pt x="374998" y="234206"/>
                  <a:pt x="372047" y="230155"/>
                </a:cubicBezTo>
                <a:cubicBezTo>
                  <a:pt x="371678" y="231628"/>
                  <a:pt x="370940" y="232733"/>
                  <a:pt x="370203" y="233838"/>
                </a:cubicBezTo>
                <a:cubicBezTo>
                  <a:pt x="367252" y="239362"/>
                  <a:pt x="361720" y="242308"/>
                  <a:pt x="355818" y="242308"/>
                </a:cubicBezTo>
                <a:cubicBezTo>
                  <a:pt x="353236" y="242308"/>
                  <a:pt x="350286" y="241939"/>
                  <a:pt x="347704" y="240466"/>
                </a:cubicBezTo>
                <a:cubicBezTo>
                  <a:pt x="346229" y="239730"/>
                  <a:pt x="344753" y="238257"/>
                  <a:pt x="343647" y="237152"/>
                </a:cubicBezTo>
                <a:lnTo>
                  <a:pt x="343647" y="393291"/>
                </a:lnTo>
                <a:cubicBezTo>
                  <a:pt x="343647" y="403970"/>
                  <a:pt x="334795" y="412808"/>
                  <a:pt x="324099" y="412808"/>
                </a:cubicBezTo>
                <a:cubicBezTo>
                  <a:pt x="313034" y="412808"/>
                  <a:pt x="304182" y="403970"/>
                  <a:pt x="304182" y="393291"/>
                </a:cubicBezTo>
                <a:lnTo>
                  <a:pt x="304182" y="257038"/>
                </a:lnTo>
                <a:cubicBezTo>
                  <a:pt x="304182" y="257038"/>
                  <a:pt x="304182" y="257038"/>
                  <a:pt x="303813" y="257038"/>
                </a:cubicBezTo>
                <a:cubicBezTo>
                  <a:pt x="303075" y="257038"/>
                  <a:pt x="302337" y="257038"/>
                  <a:pt x="301600" y="257038"/>
                </a:cubicBezTo>
                <a:lnTo>
                  <a:pt x="301600" y="393291"/>
                </a:lnTo>
                <a:cubicBezTo>
                  <a:pt x="301600" y="403970"/>
                  <a:pt x="292748" y="412808"/>
                  <a:pt x="282052" y="412808"/>
                </a:cubicBezTo>
                <a:cubicBezTo>
                  <a:pt x="270987" y="412808"/>
                  <a:pt x="262135" y="403970"/>
                  <a:pt x="262135" y="393291"/>
                </a:cubicBezTo>
                <a:lnTo>
                  <a:pt x="262135" y="238993"/>
                </a:lnTo>
                <a:cubicBezTo>
                  <a:pt x="261397" y="239362"/>
                  <a:pt x="260659" y="240098"/>
                  <a:pt x="259922" y="240466"/>
                </a:cubicBezTo>
                <a:cubicBezTo>
                  <a:pt x="257340" y="241939"/>
                  <a:pt x="254389" y="242308"/>
                  <a:pt x="251807" y="242308"/>
                </a:cubicBezTo>
                <a:cubicBezTo>
                  <a:pt x="245906" y="242308"/>
                  <a:pt x="240373" y="239362"/>
                  <a:pt x="237423" y="233838"/>
                </a:cubicBezTo>
                <a:cubicBezTo>
                  <a:pt x="236685" y="232733"/>
                  <a:pt x="235947" y="231260"/>
                  <a:pt x="235579" y="230155"/>
                </a:cubicBezTo>
                <a:cubicBezTo>
                  <a:pt x="232628" y="234206"/>
                  <a:pt x="228202" y="236784"/>
                  <a:pt x="223776" y="236784"/>
                </a:cubicBezTo>
                <a:cubicBezTo>
                  <a:pt x="221194" y="236784"/>
                  <a:pt x="218981" y="236047"/>
                  <a:pt x="216768" y="234943"/>
                </a:cubicBezTo>
                <a:cubicBezTo>
                  <a:pt x="215662" y="234206"/>
                  <a:pt x="214186" y="233101"/>
                  <a:pt x="213449" y="231997"/>
                </a:cubicBezTo>
                <a:lnTo>
                  <a:pt x="213449" y="364199"/>
                </a:lnTo>
                <a:cubicBezTo>
                  <a:pt x="213449" y="373037"/>
                  <a:pt x="205703" y="380770"/>
                  <a:pt x="196851" y="380770"/>
                </a:cubicBezTo>
                <a:cubicBezTo>
                  <a:pt x="187630" y="380770"/>
                  <a:pt x="180254" y="373037"/>
                  <a:pt x="180254" y="364199"/>
                </a:cubicBezTo>
                <a:lnTo>
                  <a:pt x="180254" y="248936"/>
                </a:lnTo>
                <a:cubicBezTo>
                  <a:pt x="179885" y="248936"/>
                  <a:pt x="179885" y="248936"/>
                  <a:pt x="179885" y="248936"/>
                </a:cubicBezTo>
                <a:cubicBezTo>
                  <a:pt x="179147" y="248936"/>
                  <a:pt x="178409" y="248936"/>
                  <a:pt x="177672" y="248936"/>
                </a:cubicBezTo>
                <a:lnTo>
                  <a:pt x="177672" y="364199"/>
                </a:lnTo>
                <a:cubicBezTo>
                  <a:pt x="177672" y="373037"/>
                  <a:pt x="170295" y="380770"/>
                  <a:pt x="161074" y="380770"/>
                </a:cubicBezTo>
                <a:cubicBezTo>
                  <a:pt x="151853" y="380770"/>
                  <a:pt x="144477" y="373037"/>
                  <a:pt x="144477" y="364199"/>
                </a:cubicBezTo>
                <a:lnTo>
                  <a:pt x="144477" y="233470"/>
                </a:lnTo>
                <a:cubicBezTo>
                  <a:pt x="144108" y="233838"/>
                  <a:pt x="143370" y="234574"/>
                  <a:pt x="142633" y="234943"/>
                </a:cubicBezTo>
                <a:cubicBezTo>
                  <a:pt x="140420" y="236047"/>
                  <a:pt x="138207" y="236784"/>
                  <a:pt x="135994" y="236784"/>
                </a:cubicBezTo>
                <a:cubicBezTo>
                  <a:pt x="130830" y="236784"/>
                  <a:pt x="126035" y="233838"/>
                  <a:pt x="123453" y="229419"/>
                </a:cubicBezTo>
                <a:cubicBezTo>
                  <a:pt x="120871" y="224632"/>
                  <a:pt x="118658" y="219844"/>
                  <a:pt x="116814" y="215425"/>
                </a:cubicBezTo>
                <a:cubicBezTo>
                  <a:pt x="115339" y="219476"/>
                  <a:pt x="113495" y="223527"/>
                  <a:pt x="110913" y="227946"/>
                </a:cubicBezTo>
                <a:cubicBezTo>
                  <a:pt x="108700" y="231997"/>
                  <a:pt x="104643" y="234574"/>
                  <a:pt x="100217" y="234574"/>
                </a:cubicBezTo>
                <a:cubicBezTo>
                  <a:pt x="98004" y="234574"/>
                  <a:pt x="96160" y="233838"/>
                  <a:pt x="94315" y="233101"/>
                </a:cubicBezTo>
                <a:cubicBezTo>
                  <a:pt x="93209" y="232365"/>
                  <a:pt x="92102" y="231260"/>
                  <a:pt x="90996" y="230524"/>
                </a:cubicBezTo>
                <a:lnTo>
                  <a:pt x="90996" y="346154"/>
                </a:lnTo>
                <a:cubicBezTo>
                  <a:pt x="90996" y="354256"/>
                  <a:pt x="84726" y="360516"/>
                  <a:pt x="76611" y="360516"/>
                </a:cubicBezTo>
                <a:cubicBezTo>
                  <a:pt x="68497" y="360516"/>
                  <a:pt x="61858" y="354256"/>
                  <a:pt x="61858" y="346154"/>
                </a:cubicBezTo>
                <a:lnTo>
                  <a:pt x="61858" y="245254"/>
                </a:lnTo>
                <a:cubicBezTo>
                  <a:pt x="61120" y="245254"/>
                  <a:pt x="60383" y="245254"/>
                  <a:pt x="60014" y="245254"/>
                </a:cubicBezTo>
                <a:lnTo>
                  <a:pt x="60014" y="346154"/>
                </a:lnTo>
                <a:cubicBezTo>
                  <a:pt x="60014" y="354256"/>
                  <a:pt x="53375" y="360516"/>
                  <a:pt x="45261" y="360516"/>
                </a:cubicBezTo>
                <a:cubicBezTo>
                  <a:pt x="37515" y="360516"/>
                  <a:pt x="30876" y="354256"/>
                  <a:pt x="30876" y="346154"/>
                </a:cubicBezTo>
                <a:lnTo>
                  <a:pt x="30876" y="231628"/>
                </a:lnTo>
                <a:cubicBezTo>
                  <a:pt x="30138" y="231997"/>
                  <a:pt x="29770" y="232733"/>
                  <a:pt x="29032" y="232733"/>
                </a:cubicBezTo>
                <a:cubicBezTo>
                  <a:pt x="27188" y="233838"/>
                  <a:pt x="24975" y="234574"/>
                  <a:pt x="23131" y="234574"/>
                </a:cubicBezTo>
                <a:cubicBezTo>
                  <a:pt x="18705" y="234574"/>
                  <a:pt x="14647" y="231997"/>
                  <a:pt x="12434" y="227946"/>
                </a:cubicBezTo>
                <a:cubicBezTo>
                  <a:pt x="-22236" y="164238"/>
                  <a:pt x="24975" y="135146"/>
                  <a:pt x="40466" y="125572"/>
                </a:cubicBezTo>
                <a:cubicBezTo>
                  <a:pt x="41203" y="125204"/>
                  <a:pt x="41572" y="125204"/>
                  <a:pt x="42310" y="124835"/>
                </a:cubicBezTo>
                <a:cubicBezTo>
                  <a:pt x="45629" y="122626"/>
                  <a:pt x="49687" y="120785"/>
                  <a:pt x="54113" y="119680"/>
                </a:cubicBezTo>
                <a:lnTo>
                  <a:pt x="61858" y="127781"/>
                </a:lnTo>
                <a:lnTo>
                  <a:pt x="69604" y="119680"/>
                </a:lnTo>
                <a:cubicBezTo>
                  <a:pt x="73661" y="120785"/>
                  <a:pt x="77718" y="122626"/>
                  <a:pt x="81037" y="124835"/>
                </a:cubicBezTo>
                <a:cubicBezTo>
                  <a:pt x="81775" y="125204"/>
                  <a:pt x="82144" y="125204"/>
                  <a:pt x="82882" y="125572"/>
                </a:cubicBezTo>
                <a:cubicBezTo>
                  <a:pt x="90258" y="130359"/>
                  <a:pt x="105012" y="139197"/>
                  <a:pt x="114601" y="154664"/>
                </a:cubicBezTo>
                <a:cubicBezTo>
                  <a:pt x="124560" y="131832"/>
                  <a:pt x="145583" y="118575"/>
                  <a:pt x="155542" y="112683"/>
                </a:cubicBezTo>
                <a:cubicBezTo>
                  <a:pt x="156279" y="112315"/>
                  <a:pt x="157017" y="111947"/>
                  <a:pt x="157386" y="111578"/>
                </a:cubicBezTo>
                <a:cubicBezTo>
                  <a:pt x="161443" y="109001"/>
                  <a:pt x="166238" y="106791"/>
                  <a:pt x="171033" y="105686"/>
                </a:cubicBezTo>
                <a:lnTo>
                  <a:pt x="179885" y="114893"/>
                </a:lnTo>
                <a:lnTo>
                  <a:pt x="188737" y="106055"/>
                </a:lnTo>
                <a:cubicBezTo>
                  <a:pt x="193532" y="107159"/>
                  <a:pt x="197958" y="109001"/>
                  <a:pt x="202015" y="111578"/>
                </a:cubicBezTo>
                <a:cubicBezTo>
                  <a:pt x="202384" y="111947"/>
                  <a:pt x="203121" y="112315"/>
                  <a:pt x="203859" y="112683"/>
                </a:cubicBezTo>
                <a:cubicBezTo>
                  <a:pt x="210498" y="116734"/>
                  <a:pt x="222301" y="123731"/>
                  <a:pt x="232259" y="135146"/>
                </a:cubicBezTo>
                <a:cubicBezTo>
                  <a:pt x="245168" y="114524"/>
                  <a:pt x="265085" y="102004"/>
                  <a:pt x="275413" y="95744"/>
                </a:cubicBezTo>
                <a:cubicBezTo>
                  <a:pt x="276150" y="95375"/>
                  <a:pt x="276888" y="95007"/>
                  <a:pt x="277626" y="94639"/>
                </a:cubicBezTo>
                <a:cubicBezTo>
                  <a:pt x="282420" y="91325"/>
                  <a:pt x="287953" y="89115"/>
                  <a:pt x="293485" y="87642"/>
                </a:cubicBezTo>
                <a:close/>
                <a:moveTo>
                  <a:pt x="542463" y="54477"/>
                </a:moveTo>
                <a:cubicBezTo>
                  <a:pt x="559981" y="54477"/>
                  <a:pt x="574182" y="68662"/>
                  <a:pt x="574182" y="86161"/>
                </a:cubicBezTo>
                <a:cubicBezTo>
                  <a:pt x="574182" y="103660"/>
                  <a:pt x="559981" y="117845"/>
                  <a:pt x="542463" y="117845"/>
                </a:cubicBezTo>
                <a:cubicBezTo>
                  <a:pt x="524945" y="117845"/>
                  <a:pt x="510744" y="103660"/>
                  <a:pt x="510744" y="86161"/>
                </a:cubicBezTo>
                <a:cubicBezTo>
                  <a:pt x="510744" y="68662"/>
                  <a:pt x="524945" y="54477"/>
                  <a:pt x="542463" y="54477"/>
                </a:cubicBezTo>
                <a:close/>
                <a:moveTo>
                  <a:pt x="61913" y="54477"/>
                </a:moveTo>
                <a:cubicBezTo>
                  <a:pt x="79431" y="54477"/>
                  <a:pt x="93632" y="68662"/>
                  <a:pt x="93632" y="86161"/>
                </a:cubicBezTo>
                <a:cubicBezTo>
                  <a:pt x="93632" y="103660"/>
                  <a:pt x="79431" y="117845"/>
                  <a:pt x="61913" y="117845"/>
                </a:cubicBezTo>
                <a:cubicBezTo>
                  <a:pt x="44395" y="117845"/>
                  <a:pt x="30194" y="103660"/>
                  <a:pt x="30194" y="86161"/>
                </a:cubicBezTo>
                <a:cubicBezTo>
                  <a:pt x="30194" y="68662"/>
                  <a:pt x="44395" y="54477"/>
                  <a:pt x="61913" y="54477"/>
                </a:cubicBezTo>
                <a:close/>
                <a:moveTo>
                  <a:pt x="427760" y="31613"/>
                </a:moveTo>
                <a:cubicBezTo>
                  <a:pt x="447714" y="31613"/>
                  <a:pt x="463890" y="47773"/>
                  <a:pt x="463890" y="67707"/>
                </a:cubicBezTo>
                <a:cubicBezTo>
                  <a:pt x="463890" y="87641"/>
                  <a:pt x="447714" y="103801"/>
                  <a:pt x="427760" y="103801"/>
                </a:cubicBezTo>
                <a:cubicBezTo>
                  <a:pt x="407806" y="103801"/>
                  <a:pt x="391630" y="87641"/>
                  <a:pt x="391630" y="67707"/>
                </a:cubicBezTo>
                <a:cubicBezTo>
                  <a:pt x="391630" y="47773"/>
                  <a:pt x="407806" y="31613"/>
                  <a:pt x="427760" y="31613"/>
                </a:cubicBezTo>
                <a:close/>
                <a:moveTo>
                  <a:pt x="179899" y="31613"/>
                </a:moveTo>
                <a:cubicBezTo>
                  <a:pt x="199872" y="31613"/>
                  <a:pt x="216064" y="47773"/>
                  <a:pt x="216064" y="67707"/>
                </a:cubicBezTo>
                <a:cubicBezTo>
                  <a:pt x="216064" y="87641"/>
                  <a:pt x="199872" y="103801"/>
                  <a:pt x="179899" y="103801"/>
                </a:cubicBezTo>
                <a:cubicBezTo>
                  <a:pt x="159926" y="103801"/>
                  <a:pt x="143734" y="87641"/>
                  <a:pt x="143734" y="67707"/>
                </a:cubicBezTo>
                <a:cubicBezTo>
                  <a:pt x="143734" y="47773"/>
                  <a:pt x="159926" y="31613"/>
                  <a:pt x="179899" y="31613"/>
                </a:cubicBezTo>
                <a:close/>
                <a:moveTo>
                  <a:pt x="303811" y="0"/>
                </a:moveTo>
                <a:cubicBezTo>
                  <a:pt x="327448" y="0"/>
                  <a:pt x="346609" y="19114"/>
                  <a:pt x="346609" y="42692"/>
                </a:cubicBezTo>
                <a:cubicBezTo>
                  <a:pt x="346609" y="66270"/>
                  <a:pt x="327448" y="85384"/>
                  <a:pt x="303811" y="85384"/>
                </a:cubicBezTo>
                <a:cubicBezTo>
                  <a:pt x="280174" y="85384"/>
                  <a:pt x="261013" y="66270"/>
                  <a:pt x="261013" y="42692"/>
                </a:cubicBezTo>
                <a:cubicBezTo>
                  <a:pt x="261013" y="19114"/>
                  <a:pt x="280174" y="0"/>
                  <a:pt x="30381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67" name="文本框 66">
            <a:extLst>
              <a:ext uri="{FF2B5EF4-FFF2-40B4-BE49-F238E27FC236}">
                <a16:creationId xmlns:a16="http://schemas.microsoft.com/office/drawing/2014/main" id="{DFAB68E4-13A4-0F4B-36C4-68B8EFD139F7}"/>
              </a:ext>
            </a:extLst>
          </p:cNvPr>
          <p:cNvSpPr txBox="1"/>
          <p:nvPr/>
        </p:nvSpPr>
        <p:spPr>
          <a:xfrm>
            <a:off x="2807843" y="2424812"/>
            <a:ext cx="1800493"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effectLst/>
                <a:uLnTx/>
                <a:uFillTx/>
                <a:latin typeface="+mj-ea"/>
                <a:ea typeface="+mj-ea"/>
                <a:cs typeface="阿里巴巴普惠体 2 65 Medium" panose="00020600040101010101" pitchFamily="18" charset="-122"/>
                <a:sym typeface="Arial Bold" panose="020B0704020202020204" pitchFamily="34" charset="0"/>
              </a:rPr>
              <a:t>为什么创造价值</a:t>
            </a:r>
          </a:p>
        </p:txBody>
      </p:sp>
      <p:sp>
        <p:nvSpPr>
          <p:cNvPr id="68" name="文本框 67">
            <a:extLst>
              <a:ext uri="{FF2B5EF4-FFF2-40B4-BE49-F238E27FC236}">
                <a16:creationId xmlns:a16="http://schemas.microsoft.com/office/drawing/2014/main" id="{E0753BAD-8EF8-2F99-883C-2F8BD9EFA5C5}"/>
              </a:ext>
            </a:extLst>
          </p:cNvPr>
          <p:cNvSpPr txBox="1"/>
          <p:nvPr/>
        </p:nvSpPr>
        <p:spPr>
          <a:xfrm>
            <a:off x="3218580" y="3041068"/>
            <a:ext cx="90281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mj-ea"/>
                <a:ea typeface="+mj-ea"/>
                <a:cs typeface="阿里巴巴普惠体 2 65 Medium" panose="00020600040101010101" pitchFamily="18" charset="-122"/>
                <a:sym typeface="Arial Bold" panose="020B0704020202020204" pitchFamily="34" charset="0"/>
              </a:rPr>
              <a:t>宣传分层</a:t>
            </a:r>
          </a:p>
        </p:txBody>
      </p:sp>
      <p:sp>
        <p:nvSpPr>
          <p:cNvPr id="69" name="文本框 68">
            <a:extLst>
              <a:ext uri="{FF2B5EF4-FFF2-40B4-BE49-F238E27FC236}">
                <a16:creationId xmlns:a16="http://schemas.microsoft.com/office/drawing/2014/main" id="{F2F441D2-AD71-70FA-2CB8-BC0A08DDE298}"/>
              </a:ext>
            </a:extLst>
          </p:cNvPr>
          <p:cNvSpPr txBox="1"/>
          <p:nvPr/>
        </p:nvSpPr>
        <p:spPr>
          <a:xfrm>
            <a:off x="2906701" y="3556239"/>
            <a:ext cx="1569660"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effectLst/>
                <a:uLnTx/>
                <a:uFillTx/>
                <a:latin typeface="+mj-ea"/>
                <a:ea typeface="+mj-ea"/>
                <a:cs typeface="阿里巴巴普惠体 2 65 Medium" panose="00020600040101010101" pitchFamily="18" charset="-122"/>
                <a:sym typeface="Arial Bold" panose="020B0704020202020204" pitchFamily="34" charset="0"/>
              </a:rPr>
              <a:t>为谁创造价值</a:t>
            </a:r>
          </a:p>
        </p:txBody>
      </p:sp>
      <p:sp>
        <p:nvSpPr>
          <p:cNvPr id="70" name="文本框 69">
            <a:extLst>
              <a:ext uri="{FF2B5EF4-FFF2-40B4-BE49-F238E27FC236}">
                <a16:creationId xmlns:a16="http://schemas.microsoft.com/office/drawing/2014/main" id="{E51D3119-41E3-8948-1F24-64A28BE01022}"/>
              </a:ext>
            </a:extLst>
          </p:cNvPr>
          <p:cNvSpPr txBox="1"/>
          <p:nvPr/>
        </p:nvSpPr>
        <p:spPr>
          <a:xfrm>
            <a:off x="2734106" y="4210915"/>
            <a:ext cx="198002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mj-ea"/>
                <a:ea typeface="+mj-ea"/>
                <a:cs typeface="阿里巴巴普惠体 2 65 Medium" panose="00020600040101010101" pitchFamily="18" charset="-122"/>
                <a:sym typeface="Arial Bold" panose="020B0704020202020204" pitchFamily="34" charset="0"/>
              </a:rPr>
              <a:t>多维度测评数智化工具</a:t>
            </a:r>
          </a:p>
        </p:txBody>
      </p:sp>
      <p:sp>
        <p:nvSpPr>
          <p:cNvPr id="71" name="文本框 70">
            <a:extLst>
              <a:ext uri="{FF2B5EF4-FFF2-40B4-BE49-F238E27FC236}">
                <a16:creationId xmlns:a16="http://schemas.microsoft.com/office/drawing/2014/main" id="{E7D400EA-CF8D-39AD-0B56-AC3DF8FAD9D6}"/>
              </a:ext>
            </a:extLst>
          </p:cNvPr>
          <p:cNvSpPr txBox="1"/>
          <p:nvPr/>
        </p:nvSpPr>
        <p:spPr>
          <a:xfrm>
            <a:off x="2923260" y="4736911"/>
            <a:ext cx="1569661" cy="369332"/>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effectLst/>
                <a:uLnTx/>
                <a:uFillTx/>
                <a:latin typeface="+mj-ea"/>
                <a:ea typeface="+mj-ea"/>
                <a:cs typeface="阿里巴巴普惠体 2 65 Medium" panose="00020600040101010101" pitchFamily="18" charset="-122"/>
                <a:sym typeface="Arial Bold" panose="020B0704020202020204" pitchFamily="34" charset="0"/>
              </a:rPr>
              <a:t>谁创造了价值</a:t>
            </a:r>
          </a:p>
        </p:txBody>
      </p:sp>
      <p:sp>
        <p:nvSpPr>
          <p:cNvPr id="72" name="文本框 71">
            <a:extLst>
              <a:ext uri="{FF2B5EF4-FFF2-40B4-BE49-F238E27FC236}">
                <a16:creationId xmlns:a16="http://schemas.microsoft.com/office/drawing/2014/main" id="{2A243AED-3A9D-0664-9103-75F25C6EAAEF}"/>
              </a:ext>
            </a:extLst>
          </p:cNvPr>
          <p:cNvSpPr txBox="1"/>
          <p:nvPr/>
        </p:nvSpPr>
        <p:spPr>
          <a:xfrm>
            <a:off x="2872975" y="5357070"/>
            <a:ext cx="162095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mj-ea"/>
                <a:ea typeface="+mj-ea"/>
                <a:cs typeface="阿里巴巴普惠体 2 65 Medium" panose="00020600040101010101" pitchFamily="18" charset="-122"/>
                <a:sym typeface="Arial Bold" panose="020B0704020202020204" pitchFamily="34" charset="0"/>
              </a:rPr>
              <a:t>职位的期望和机会</a:t>
            </a:r>
          </a:p>
        </p:txBody>
      </p:sp>
      <p:sp>
        <p:nvSpPr>
          <p:cNvPr id="73" name="文本框 72">
            <a:extLst>
              <a:ext uri="{FF2B5EF4-FFF2-40B4-BE49-F238E27FC236}">
                <a16:creationId xmlns:a16="http://schemas.microsoft.com/office/drawing/2014/main" id="{1DB5C0B5-4550-26AA-2845-F711C919E99E}"/>
              </a:ext>
            </a:extLst>
          </p:cNvPr>
          <p:cNvSpPr txBox="1"/>
          <p:nvPr/>
        </p:nvSpPr>
        <p:spPr>
          <a:xfrm>
            <a:off x="3174188" y="1783755"/>
            <a:ext cx="108234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accent1"/>
                </a:solidFill>
                <a:effectLst/>
                <a:uLnTx/>
                <a:uFillTx/>
                <a:latin typeface="+mj-ea"/>
                <a:ea typeface="+mj-ea"/>
                <a:cs typeface="阿里巴巴普惠体 2 65 Medium" panose="00020600040101010101" pitchFamily="18" charset="-122"/>
                <a:sym typeface="Arial Bold" panose="020B0704020202020204" pitchFamily="34" charset="0"/>
              </a:rPr>
              <a:t>企业价值链</a:t>
            </a:r>
          </a:p>
        </p:txBody>
      </p:sp>
      <p:sp>
        <p:nvSpPr>
          <p:cNvPr id="74" name="文本框 73">
            <a:extLst>
              <a:ext uri="{FF2B5EF4-FFF2-40B4-BE49-F238E27FC236}">
                <a16:creationId xmlns:a16="http://schemas.microsoft.com/office/drawing/2014/main" id="{999706CE-762E-4BCD-FB4B-2D07630F9650}"/>
              </a:ext>
            </a:extLst>
          </p:cNvPr>
          <p:cNvSpPr txBox="1"/>
          <p:nvPr/>
        </p:nvSpPr>
        <p:spPr>
          <a:xfrm>
            <a:off x="3071267" y="5764954"/>
            <a:ext cx="1261884"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effectLst/>
                <a:uLnTx/>
                <a:uFillTx/>
                <a:latin typeface="+mj-ea"/>
                <a:ea typeface="+mj-ea"/>
                <a:cs typeface="阿里巴巴普惠体 2 65 Medium" panose="00020600040101010101" pitchFamily="18" charset="-122"/>
                <a:sym typeface="Arial Bold" panose="020B0704020202020204" pitchFamily="34" charset="0"/>
              </a:rPr>
              <a:t>个人价值与贡献</a:t>
            </a:r>
          </a:p>
        </p:txBody>
      </p:sp>
      <p:sp>
        <p:nvSpPr>
          <p:cNvPr id="75" name="male-human-group_46888">
            <a:extLst>
              <a:ext uri="{FF2B5EF4-FFF2-40B4-BE49-F238E27FC236}">
                <a16:creationId xmlns:a16="http://schemas.microsoft.com/office/drawing/2014/main" id="{0CB1B90E-15F2-36C7-3CF4-1497D4206C26}"/>
              </a:ext>
            </a:extLst>
          </p:cNvPr>
          <p:cNvSpPr/>
          <p:nvPr/>
        </p:nvSpPr>
        <p:spPr>
          <a:xfrm>
            <a:off x="4672323" y="1459583"/>
            <a:ext cx="1041712" cy="711605"/>
          </a:xfrm>
          <a:custGeom>
            <a:avLst/>
            <a:gdLst>
              <a:gd name="connsiteX0" fmla="*/ 574905 w 604306"/>
              <a:gd name="connsiteY0" fmla="*/ 168657 h 412808"/>
              <a:gd name="connsiteX1" fmla="*/ 574905 w 604306"/>
              <a:gd name="connsiteY1" fmla="*/ 206219 h 412808"/>
              <a:gd name="connsiteX2" fmla="*/ 574905 w 604306"/>
              <a:gd name="connsiteY2" fmla="*/ 168657 h 412808"/>
              <a:gd name="connsiteX3" fmla="*/ 94315 w 604306"/>
              <a:gd name="connsiteY3" fmla="*/ 168657 h 412808"/>
              <a:gd name="connsiteX4" fmla="*/ 94315 w 604306"/>
              <a:gd name="connsiteY4" fmla="*/ 206219 h 412808"/>
              <a:gd name="connsiteX5" fmla="*/ 94315 w 604306"/>
              <a:gd name="connsiteY5" fmla="*/ 168657 h 412808"/>
              <a:gd name="connsiteX6" fmla="*/ 509991 w 604306"/>
              <a:gd name="connsiteY6" fmla="*/ 168289 h 412808"/>
              <a:gd name="connsiteX7" fmla="*/ 509991 w 604306"/>
              <a:gd name="connsiteY7" fmla="*/ 206219 h 412808"/>
              <a:gd name="connsiteX8" fmla="*/ 29401 w 604306"/>
              <a:gd name="connsiteY8" fmla="*/ 168289 h 412808"/>
              <a:gd name="connsiteX9" fmla="*/ 29401 w 604306"/>
              <a:gd name="connsiteY9" fmla="*/ 206219 h 412808"/>
              <a:gd name="connsiteX10" fmla="*/ 464993 w 604306"/>
              <a:gd name="connsiteY10" fmla="*/ 161292 h 412808"/>
              <a:gd name="connsiteX11" fmla="*/ 464993 w 604306"/>
              <a:gd name="connsiteY11" fmla="*/ 204378 h 412808"/>
              <a:gd name="connsiteX12" fmla="*/ 464993 w 604306"/>
              <a:gd name="connsiteY12" fmla="*/ 161292 h 412808"/>
              <a:gd name="connsiteX13" fmla="*/ 390857 w 604306"/>
              <a:gd name="connsiteY13" fmla="*/ 161292 h 412808"/>
              <a:gd name="connsiteX14" fmla="*/ 386800 w 604306"/>
              <a:gd name="connsiteY14" fmla="*/ 170867 h 412808"/>
              <a:gd name="connsiteX15" fmla="*/ 386431 w 604306"/>
              <a:gd name="connsiteY15" fmla="*/ 188543 h 412808"/>
              <a:gd name="connsiteX16" fmla="*/ 390857 w 604306"/>
              <a:gd name="connsiteY16" fmla="*/ 204378 h 412808"/>
              <a:gd name="connsiteX17" fmla="*/ 216768 w 604306"/>
              <a:gd name="connsiteY17" fmla="*/ 161292 h 412808"/>
              <a:gd name="connsiteX18" fmla="*/ 216768 w 604306"/>
              <a:gd name="connsiteY18" fmla="*/ 204378 h 412808"/>
              <a:gd name="connsiteX19" fmla="*/ 221194 w 604306"/>
              <a:gd name="connsiteY19" fmla="*/ 188543 h 412808"/>
              <a:gd name="connsiteX20" fmla="*/ 220825 w 604306"/>
              <a:gd name="connsiteY20" fmla="*/ 170867 h 412808"/>
              <a:gd name="connsiteX21" fmla="*/ 216768 w 604306"/>
              <a:gd name="connsiteY21" fmla="*/ 161292 h 412808"/>
              <a:gd name="connsiteX22" fmla="*/ 142633 w 604306"/>
              <a:gd name="connsiteY22" fmla="*/ 161292 h 412808"/>
              <a:gd name="connsiteX23" fmla="*/ 142633 w 604306"/>
              <a:gd name="connsiteY23" fmla="*/ 204378 h 412808"/>
              <a:gd name="connsiteX24" fmla="*/ 347704 w 604306"/>
              <a:gd name="connsiteY24" fmla="*/ 153559 h 412808"/>
              <a:gd name="connsiteX25" fmla="*/ 347704 w 604306"/>
              <a:gd name="connsiteY25" fmla="*/ 204378 h 412808"/>
              <a:gd name="connsiteX26" fmla="*/ 347704 w 604306"/>
              <a:gd name="connsiteY26" fmla="*/ 153559 h 412808"/>
              <a:gd name="connsiteX27" fmla="*/ 259922 w 604306"/>
              <a:gd name="connsiteY27" fmla="*/ 153559 h 412808"/>
              <a:gd name="connsiteX28" fmla="*/ 259922 w 604306"/>
              <a:gd name="connsiteY28" fmla="*/ 204378 h 412808"/>
              <a:gd name="connsiteX29" fmla="*/ 542448 w 604306"/>
              <a:gd name="connsiteY29" fmla="*/ 128886 h 412808"/>
              <a:gd name="connsiteX30" fmla="*/ 534702 w 604306"/>
              <a:gd name="connsiteY30" fmla="*/ 180073 h 412808"/>
              <a:gd name="connsiteX31" fmla="*/ 542448 w 604306"/>
              <a:gd name="connsiteY31" fmla="*/ 190384 h 412808"/>
              <a:gd name="connsiteX32" fmla="*/ 542817 w 604306"/>
              <a:gd name="connsiteY32" fmla="*/ 190384 h 412808"/>
              <a:gd name="connsiteX33" fmla="*/ 550194 w 604306"/>
              <a:gd name="connsiteY33" fmla="*/ 180073 h 412808"/>
              <a:gd name="connsiteX34" fmla="*/ 542817 w 604306"/>
              <a:gd name="connsiteY34" fmla="*/ 128886 h 412808"/>
              <a:gd name="connsiteX35" fmla="*/ 61489 w 604306"/>
              <a:gd name="connsiteY35" fmla="*/ 128886 h 412808"/>
              <a:gd name="connsiteX36" fmla="*/ 54113 w 604306"/>
              <a:gd name="connsiteY36" fmla="*/ 180073 h 412808"/>
              <a:gd name="connsiteX37" fmla="*/ 61489 w 604306"/>
              <a:gd name="connsiteY37" fmla="*/ 190384 h 412808"/>
              <a:gd name="connsiteX38" fmla="*/ 61858 w 604306"/>
              <a:gd name="connsiteY38" fmla="*/ 190384 h 412808"/>
              <a:gd name="connsiteX39" fmla="*/ 69604 w 604306"/>
              <a:gd name="connsiteY39" fmla="*/ 180073 h 412808"/>
              <a:gd name="connsiteX40" fmla="*/ 61858 w 604306"/>
              <a:gd name="connsiteY40" fmla="*/ 128886 h 412808"/>
              <a:gd name="connsiteX41" fmla="*/ 427741 w 604306"/>
              <a:gd name="connsiteY41" fmla="*/ 116366 h 412808"/>
              <a:gd name="connsiteX42" fmla="*/ 418889 w 604306"/>
              <a:gd name="connsiteY42" fmla="*/ 174549 h 412808"/>
              <a:gd name="connsiteX43" fmla="*/ 427741 w 604306"/>
              <a:gd name="connsiteY43" fmla="*/ 186333 h 412808"/>
              <a:gd name="connsiteX44" fmla="*/ 428110 w 604306"/>
              <a:gd name="connsiteY44" fmla="*/ 186333 h 412808"/>
              <a:gd name="connsiteX45" fmla="*/ 436593 w 604306"/>
              <a:gd name="connsiteY45" fmla="*/ 174549 h 412808"/>
              <a:gd name="connsiteX46" fmla="*/ 428110 w 604306"/>
              <a:gd name="connsiteY46" fmla="*/ 116366 h 412808"/>
              <a:gd name="connsiteX47" fmla="*/ 179516 w 604306"/>
              <a:gd name="connsiteY47" fmla="*/ 116366 h 412808"/>
              <a:gd name="connsiteX48" fmla="*/ 171033 w 604306"/>
              <a:gd name="connsiteY48" fmla="*/ 174549 h 412808"/>
              <a:gd name="connsiteX49" fmla="*/ 179516 w 604306"/>
              <a:gd name="connsiteY49" fmla="*/ 186333 h 412808"/>
              <a:gd name="connsiteX50" fmla="*/ 179885 w 604306"/>
              <a:gd name="connsiteY50" fmla="*/ 186333 h 412808"/>
              <a:gd name="connsiteX51" fmla="*/ 188737 w 604306"/>
              <a:gd name="connsiteY51" fmla="*/ 174549 h 412808"/>
              <a:gd name="connsiteX52" fmla="*/ 179885 w 604306"/>
              <a:gd name="connsiteY52" fmla="*/ 116366 h 412808"/>
              <a:gd name="connsiteX53" fmla="*/ 303813 w 604306"/>
              <a:gd name="connsiteY53" fmla="*/ 100163 h 412808"/>
              <a:gd name="connsiteX54" fmla="*/ 293485 w 604306"/>
              <a:gd name="connsiteY54" fmla="*/ 169026 h 412808"/>
              <a:gd name="connsiteX55" fmla="*/ 303813 w 604306"/>
              <a:gd name="connsiteY55" fmla="*/ 183019 h 412808"/>
              <a:gd name="connsiteX56" fmla="*/ 314140 w 604306"/>
              <a:gd name="connsiteY56" fmla="*/ 169026 h 412808"/>
              <a:gd name="connsiteX57" fmla="*/ 293485 w 604306"/>
              <a:gd name="connsiteY57" fmla="*/ 87642 h 412808"/>
              <a:gd name="connsiteX58" fmla="*/ 303813 w 604306"/>
              <a:gd name="connsiteY58" fmla="*/ 98690 h 412808"/>
              <a:gd name="connsiteX59" fmla="*/ 314509 w 604306"/>
              <a:gd name="connsiteY59" fmla="*/ 88010 h 412808"/>
              <a:gd name="connsiteX60" fmla="*/ 330000 w 604306"/>
              <a:gd name="connsiteY60" fmla="*/ 94639 h 412808"/>
              <a:gd name="connsiteX61" fmla="*/ 332213 w 604306"/>
              <a:gd name="connsiteY61" fmla="*/ 95744 h 412808"/>
              <a:gd name="connsiteX62" fmla="*/ 375366 w 604306"/>
              <a:gd name="connsiteY62" fmla="*/ 135146 h 412808"/>
              <a:gd name="connsiteX63" fmla="*/ 403767 w 604306"/>
              <a:gd name="connsiteY63" fmla="*/ 112683 h 412808"/>
              <a:gd name="connsiteX64" fmla="*/ 405611 w 604306"/>
              <a:gd name="connsiteY64" fmla="*/ 111578 h 412808"/>
              <a:gd name="connsiteX65" fmla="*/ 418889 w 604306"/>
              <a:gd name="connsiteY65" fmla="*/ 105686 h 412808"/>
              <a:gd name="connsiteX66" fmla="*/ 419258 w 604306"/>
              <a:gd name="connsiteY66" fmla="*/ 105686 h 412808"/>
              <a:gd name="connsiteX67" fmla="*/ 427741 w 604306"/>
              <a:gd name="connsiteY67" fmla="*/ 114893 h 412808"/>
              <a:gd name="connsiteX68" fmla="*/ 436962 w 604306"/>
              <a:gd name="connsiteY68" fmla="*/ 106055 h 412808"/>
              <a:gd name="connsiteX69" fmla="*/ 449871 w 604306"/>
              <a:gd name="connsiteY69" fmla="*/ 111578 h 412808"/>
              <a:gd name="connsiteX70" fmla="*/ 452084 w 604306"/>
              <a:gd name="connsiteY70" fmla="*/ 112683 h 412808"/>
              <a:gd name="connsiteX71" fmla="*/ 491549 w 604306"/>
              <a:gd name="connsiteY71" fmla="*/ 151718 h 412808"/>
              <a:gd name="connsiteX72" fmla="*/ 521424 w 604306"/>
              <a:gd name="connsiteY72" fmla="*/ 125572 h 412808"/>
              <a:gd name="connsiteX73" fmla="*/ 523269 w 604306"/>
              <a:gd name="connsiteY73" fmla="*/ 124835 h 412808"/>
              <a:gd name="connsiteX74" fmla="*/ 534702 w 604306"/>
              <a:gd name="connsiteY74" fmla="*/ 119680 h 412808"/>
              <a:gd name="connsiteX75" fmla="*/ 535071 w 604306"/>
              <a:gd name="connsiteY75" fmla="*/ 119680 h 412808"/>
              <a:gd name="connsiteX76" fmla="*/ 542448 w 604306"/>
              <a:gd name="connsiteY76" fmla="*/ 127781 h 412808"/>
              <a:gd name="connsiteX77" fmla="*/ 550562 w 604306"/>
              <a:gd name="connsiteY77" fmla="*/ 119680 h 412808"/>
              <a:gd name="connsiteX78" fmla="*/ 561996 w 604306"/>
              <a:gd name="connsiteY78" fmla="*/ 124835 h 412808"/>
              <a:gd name="connsiteX79" fmla="*/ 563840 w 604306"/>
              <a:gd name="connsiteY79" fmla="*/ 125572 h 412808"/>
              <a:gd name="connsiteX80" fmla="*/ 591872 w 604306"/>
              <a:gd name="connsiteY80" fmla="*/ 227946 h 412808"/>
              <a:gd name="connsiteX81" fmla="*/ 581176 w 604306"/>
              <a:gd name="connsiteY81" fmla="*/ 234574 h 412808"/>
              <a:gd name="connsiteX82" fmla="*/ 575274 w 604306"/>
              <a:gd name="connsiteY82" fmla="*/ 232733 h 412808"/>
              <a:gd name="connsiteX83" fmla="*/ 571955 w 604306"/>
              <a:gd name="connsiteY83" fmla="*/ 230524 h 412808"/>
              <a:gd name="connsiteX84" fmla="*/ 571955 w 604306"/>
              <a:gd name="connsiteY84" fmla="*/ 346154 h 412808"/>
              <a:gd name="connsiteX85" fmla="*/ 557570 w 604306"/>
              <a:gd name="connsiteY85" fmla="*/ 360516 h 412808"/>
              <a:gd name="connsiteX86" fmla="*/ 542817 w 604306"/>
              <a:gd name="connsiteY86" fmla="*/ 346154 h 412808"/>
              <a:gd name="connsiteX87" fmla="*/ 542817 w 604306"/>
              <a:gd name="connsiteY87" fmla="*/ 245254 h 412808"/>
              <a:gd name="connsiteX88" fmla="*/ 542448 w 604306"/>
              <a:gd name="connsiteY88" fmla="*/ 245254 h 412808"/>
              <a:gd name="connsiteX89" fmla="*/ 540973 w 604306"/>
              <a:gd name="connsiteY89" fmla="*/ 245254 h 412808"/>
              <a:gd name="connsiteX90" fmla="*/ 540973 w 604306"/>
              <a:gd name="connsiteY90" fmla="*/ 346154 h 412808"/>
              <a:gd name="connsiteX91" fmla="*/ 526219 w 604306"/>
              <a:gd name="connsiteY91" fmla="*/ 360516 h 412808"/>
              <a:gd name="connsiteX92" fmla="*/ 511835 w 604306"/>
              <a:gd name="connsiteY92" fmla="*/ 346154 h 412808"/>
              <a:gd name="connsiteX93" fmla="*/ 511835 w 604306"/>
              <a:gd name="connsiteY93" fmla="*/ 231628 h 412808"/>
              <a:gd name="connsiteX94" fmla="*/ 509991 w 604306"/>
              <a:gd name="connsiteY94" fmla="*/ 232733 h 412808"/>
              <a:gd name="connsiteX95" fmla="*/ 504089 w 604306"/>
              <a:gd name="connsiteY95" fmla="*/ 234574 h 412808"/>
              <a:gd name="connsiteX96" fmla="*/ 493393 w 604306"/>
              <a:gd name="connsiteY96" fmla="*/ 227946 h 412808"/>
              <a:gd name="connsiteX97" fmla="*/ 488967 w 604306"/>
              <a:gd name="connsiteY97" fmla="*/ 219476 h 412808"/>
              <a:gd name="connsiteX98" fmla="*/ 484172 w 604306"/>
              <a:gd name="connsiteY98" fmla="*/ 229419 h 412808"/>
              <a:gd name="connsiteX99" fmla="*/ 471632 w 604306"/>
              <a:gd name="connsiteY99" fmla="*/ 236784 h 412808"/>
              <a:gd name="connsiteX100" fmla="*/ 464993 w 604306"/>
              <a:gd name="connsiteY100" fmla="*/ 234943 h 412808"/>
              <a:gd name="connsiteX101" fmla="*/ 461305 w 604306"/>
              <a:gd name="connsiteY101" fmla="*/ 231997 h 412808"/>
              <a:gd name="connsiteX102" fmla="*/ 461305 w 604306"/>
              <a:gd name="connsiteY102" fmla="*/ 363831 h 412808"/>
              <a:gd name="connsiteX103" fmla="*/ 444707 w 604306"/>
              <a:gd name="connsiteY103" fmla="*/ 380402 h 412808"/>
              <a:gd name="connsiteX104" fmla="*/ 428110 w 604306"/>
              <a:gd name="connsiteY104" fmla="*/ 363831 h 412808"/>
              <a:gd name="connsiteX105" fmla="*/ 428110 w 604306"/>
              <a:gd name="connsiteY105" fmla="*/ 248936 h 412808"/>
              <a:gd name="connsiteX106" fmla="*/ 427741 w 604306"/>
              <a:gd name="connsiteY106" fmla="*/ 248936 h 412808"/>
              <a:gd name="connsiteX107" fmla="*/ 425897 w 604306"/>
              <a:gd name="connsiteY107" fmla="*/ 248936 h 412808"/>
              <a:gd name="connsiteX108" fmla="*/ 425897 w 604306"/>
              <a:gd name="connsiteY108" fmla="*/ 363831 h 412808"/>
              <a:gd name="connsiteX109" fmla="*/ 409299 w 604306"/>
              <a:gd name="connsiteY109" fmla="*/ 380402 h 412808"/>
              <a:gd name="connsiteX110" fmla="*/ 392702 w 604306"/>
              <a:gd name="connsiteY110" fmla="*/ 364199 h 412808"/>
              <a:gd name="connsiteX111" fmla="*/ 392702 w 604306"/>
              <a:gd name="connsiteY111" fmla="*/ 233470 h 412808"/>
              <a:gd name="connsiteX112" fmla="*/ 390489 w 604306"/>
              <a:gd name="connsiteY112" fmla="*/ 234943 h 412808"/>
              <a:gd name="connsiteX113" fmla="*/ 383850 w 604306"/>
              <a:gd name="connsiteY113" fmla="*/ 236416 h 412808"/>
              <a:gd name="connsiteX114" fmla="*/ 372047 w 604306"/>
              <a:gd name="connsiteY114" fmla="*/ 230155 h 412808"/>
              <a:gd name="connsiteX115" fmla="*/ 370203 w 604306"/>
              <a:gd name="connsiteY115" fmla="*/ 233838 h 412808"/>
              <a:gd name="connsiteX116" fmla="*/ 355818 w 604306"/>
              <a:gd name="connsiteY116" fmla="*/ 242308 h 412808"/>
              <a:gd name="connsiteX117" fmla="*/ 347704 w 604306"/>
              <a:gd name="connsiteY117" fmla="*/ 240466 h 412808"/>
              <a:gd name="connsiteX118" fmla="*/ 343647 w 604306"/>
              <a:gd name="connsiteY118" fmla="*/ 237152 h 412808"/>
              <a:gd name="connsiteX119" fmla="*/ 343647 w 604306"/>
              <a:gd name="connsiteY119" fmla="*/ 393291 h 412808"/>
              <a:gd name="connsiteX120" fmla="*/ 324099 w 604306"/>
              <a:gd name="connsiteY120" fmla="*/ 412808 h 412808"/>
              <a:gd name="connsiteX121" fmla="*/ 304182 w 604306"/>
              <a:gd name="connsiteY121" fmla="*/ 393291 h 412808"/>
              <a:gd name="connsiteX122" fmla="*/ 304182 w 604306"/>
              <a:gd name="connsiteY122" fmla="*/ 257038 h 412808"/>
              <a:gd name="connsiteX123" fmla="*/ 303813 w 604306"/>
              <a:gd name="connsiteY123" fmla="*/ 257038 h 412808"/>
              <a:gd name="connsiteX124" fmla="*/ 301600 w 604306"/>
              <a:gd name="connsiteY124" fmla="*/ 257038 h 412808"/>
              <a:gd name="connsiteX125" fmla="*/ 301600 w 604306"/>
              <a:gd name="connsiteY125" fmla="*/ 393291 h 412808"/>
              <a:gd name="connsiteX126" fmla="*/ 282052 w 604306"/>
              <a:gd name="connsiteY126" fmla="*/ 412808 h 412808"/>
              <a:gd name="connsiteX127" fmla="*/ 262135 w 604306"/>
              <a:gd name="connsiteY127" fmla="*/ 393291 h 412808"/>
              <a:gd name="connsiteX128" fmla="*/ 262135 w 604306"/>
              <a:gd name="connsiteY128" fmla="*/ 238993 h 412808"/>
              <a:gd name="connsiteX129" fmla="*/ 259922 w 604306"/>
              <a:gd name="connsiteY129" fmla="*/ 240466 h 412808"/>
              <a:gd name="connsiteX130" fmla="*/ 251807 w 604306"/>
              <a:gd name="connsiteY130" fmla="*/ 242308 h 412808"/>
              <a:gd name="connsiteX131" fmla="*/ 237423 w 604306"/>
              <a:gd name="connsiteY131" fmla="*/ 233838 h 412808"/>
              <a:gd name="connsiteX132" fmla="*/ 235579 w 604306"/>
              <a:gd name="connsiteY132" fmla="*/ 230155 h 412808"/>
              <a:gd name="connsiteX133" fmla="*/ 223776 w 604306"/>
              <a:gd name="connsiteY133" fmla="*/ 236784 h 412808"/>
              <a:gd name="connsiteX134" fmla="*/ 216768 w 604306"/>
              <a:gd name="connsiteY134" fmla="*/ 234943 h 412808"/>
              <a:gd name="connsiteX135" fmla="*/ 213449 w 604306"/>
              <a:gd name="connsiteY135" fmla="*/ 231997 h 412808"/>
              <a:gd name="connsiteX136" fmla="*/ 213449 w 604306"/>
              <a:gd name="connsiteY136" fmla="*/ 364199 h 412808"/>
              <a:gd name="connsiteX137" fmla="*/ 196851 w 604306"/>
              <a:gd name="connsiteY137" fmla="*/ 380770 h 412808"/>
              <a:gd name="connsiteX138" fmla="*/ 180254 w 604306"/>
              <a:gd name="connsiteY138" fmla="*/ 364199 h 412808"/>
              <a:gd name="connsiteX139" fmla="*/ 180254 w 604306"/>
              <a:gd name="connsiteY139" fmla="*/ 248936 h 412808"/>
              <a:gd name="connsiteX140" fmla="*/ 179885 w 604306"/>
              <a:gd name="connsiteY140" fmla="*/ 248936 h 412808"/>
              <a:gd name="connsiteX141" fmla="*/ 177672 w 604306"/>
              <a:gd name="connsiteY141" fmla="*/ 248936 h 412808"/>
              <a:gd name="connsiteX142" fmla="*/ 177672 w 604306"/>
              <a:gd name="connsiteY142" fmla="*/ 364199 h 412808"/>
              <a:gd name="connsiteX143" fmla="*/ 161074 w 604306"/>
              <a:gd name="connsiteY143" fmla="*/ 380770 h 412808"/>
              <a:gd name="connsiteX144" fmla="*/ 144477 w 604306"/>
              <a:gd name="connsiteY144" fmla="*/ 364199 h 412808"/>
              <a:gd name="connsiteX145" fmla="*/ 144477 w 604306"/>
              <a:gd name="connsiteY145" fmla="*/ 233470 h 412808"/>
              <a:gd name="connsiteX146" fmla="*/ 142633 w 604306"/>
              <a:gd name="connsiteY146" fmla="*/ 234943 h 412808"/>
              <a:gd name="connsiteX147" fmla="*/ 135994 w 604306"/>
              <a:gd name="connsiteY147" fmla="*/ 236784 h 412808"/>
              <a:gd name="connsiteX148" fmla="*/ 123453 w 604306"/>
              <a:gd name="connsiteY148" fmla="*/ 229419 h 412808"/>
              <a:gd name="connsiteX149" fmla="*/ 116814 w 604306"/>
              <a:gd name="connsiteY149" fmla="*/ 215425 h 412808"/>
              <a:gd name="connsiteX150" fmla="*/ 110913 w 604306"/>
              <a:gd name="connsiteY150" fmla="*/ 227946 h 412808"/>
              <a:gd name="connsiteX151" fmla="*/ 100217 w 604306"/>
              <a:gd name="connsiteY151" fmla="*/ 234574 h 412808"/>
              <a:gd name="connsiteX152" fmla="*/ 94315 w 604306"/>
              <a:gd name="connsiteY152" fmla="*/ 233101 h 412808"/>
              <a:gd name="connsiteX153" fmla="*/ 90996 w 604306"/>
              <a:gd name="connsiteY153" fmla="*/ 230524 h 412808"/>
              <a:gd name="connsiteX154" fmla="*/ 90996 w 604306"/>
              <a:gd name="connsiteY154" fmla="*/ 346154 h 412808"/>
              <a:gd name="connsiteX155" fmla="*/ 76611 w 604306"/>
              <a:gd name="connsiteY155" fmla="*/ 360516 h 412808"/>
              <a:gd name="connsiteX156" fmla="*/ 61858 w 604306"/>
              <a:gd name="connsiteY156" fmla="*/ 346154 h 412808"/>
              <a:gd name="connsiteX157" fmla="*/ 61858 w 604306"/>
              <a:gd name="connsiteY157" fmla="*/ 245254 h 412808"/>
              <a:gd name="connsiteX158" fmla="*/ 60014 w 604306"/>
              <a:gd name="connsiteY158" fmla="*/ 245254 h 412808"/>
              <a:gd name="connsiteX159" fmla="*/ 60014 w 604306"/>
              <a:gd name="connsiteY159" fmla="*/ 346154 h 412808"/>
              <a:gd name="connsiteX160" fmla="*/ 45261 w 604306"/>
              <a:gd name="connsiteY160" fmla="*/ 360516 h 412808"/>
              <a:gd name="connsiteX161" fmla="*/ 30876 w 604306"/>
              <a:gd name="connsiteY161" fmla="*/ 346154 h 412808"/>
              <a:gd name="connsiteX162" fmla="*/ 30876 w 604306"/>
              <a:gd name="connsiteY162" fmla="*/ 231628 h 412808"/>
              <a:gd name="connsiteX163" fmla="*/ 29032 w 604306"/>
              <a:gd name="connsiteY163" fmla="*/ 232733 h 412808"/>
              <a:gd name="connsiteX164" fmla="*/ 23131 w 604306"/>
              <a:gd name="connsiteY164" fmla="*/ 234574 h 412808"/>
              <a:gd name="connsiteX165" fmla="*/ 12434 w 604306"/>
              <a:gd name="connsiteY165" fmla="*/ 227946 h 412808"/>
              <a:gd name="connsiteX166" fmla="*/ 40466 w 604306"/>
              <a:gd name="connsiteY166" fmla="*/ 125572 h 412808"/>
              <a:gd name="connsiteX167" fmla="*/ 42310 w 604306"/>
              <a:gd name="connsiteY167" fmla="*/ 124835 h 412808"/>
              <a:gd name="connsiteX168" fmla="*/ 54113 w 604306"/>
              <a:gd name="connsiteY168" fmla="*/ 119680 h 412808"/>
              <a:gd name="connsiteX169" fmla="*/ 61858 w 604306"/>
              <a:gd name="connsiteY169" fmla="*/ 127781 h 412808"/>
              <a:gd name="connsiteX170" fmla="*/ 69604 w 604306"/>
              <a:gd name="connsiteY170" fmla="*/ 119680 h 412808"/>
              <a:gd name="connsiteX171" fmla="*/ 81037 w 604306"/>
              <a:gd name="connsiteY171" fmla="*/ 124835 h 412808"/>
              <a:gd name="connsiteX172" fmla="*/ 82882 w 604306"/>
              <a:gd name="connsiteY172" fmla="*/ 125572 h 412808"/>
              <a:gd name="connsiteX173" fmla="*/ 114601 w 604306"/>
              <a:gd name="connsiteY173" fmla="*/ 154664 h 412808"/>
              <a:gd name="connsiteX174" fmla="*/ 155542 w 604306"/>
              <a:gd name="connsiteY174" fmla="*/ 112683 h 412808"/>
              <a:gd name="connsiteX175" fmla="*/ 157386 w 604306"/>
              <a:gd name="connsiteY175" fmla="*/ 111578 h 412808"/>
              <a:gd name="connsiteX176" fmla="*/ 171033 w 604306"/>
              <a:gd name="connsiteY176" fmla="*/ 105686 h 412808"/>
              <a:gd name="connsiteX177" fmla="*/ 179885 w 604306"/>
              <a:gd name="connsiteY177" fmla="*/ 114893 h 412808"/>
              <a:gd name="connsiteX178" fmla="*/ 188737 w 604306"/>
              <a:gd name="connsiteY178" fmla="*/ 106055 h 412808"/>
              <a:gd name="connsiteX179" fmla="*/ 202015 w 604306"/>
              <a:gd name="connsiteY179" fmla="*/ 111578 h 412808"/>
              <a:gd name="connsiteX180" fmla="*/ 203859 w 604306"/>
              <a:gd name="connsiteY180" fmla="*/ 112683 h 412808"/>
              <a:gd name="connsiteX181" fmla="*/ 232259 w 604306"/>
              <a:gd name="connsiteY181" fmla="*/ 135146 h 412808"/>
              <a:gd name="connsiteX182" fmla="*/ 275413 w 604306"/>
              <a:gd name="connsiteY182" fmla="*/ 95744 h 412808"/>
              <a:gd name="connsiteX183" fmla="*/ 277626 w 604306"/>
              <a:gd name="connsiteY183" fmla="*/ 94639 h 412808"/>
              <a:gd name="connsiteX184" fmla="*/ 293485 w 604306"/>
              <a:gd name="connsiteY184" fmla="*/ 87642 h 412808"/>
              <a:gd name="connsiteX185" fmla="*/ 542463 w 604306"/>
              <a:gd name="connsiteY185" fmla="*/ 54477 h 412808"/>
              <a:gd name="connsiteX186" fmla="*/ 574182 w 604306"/>
              <a:gd name="connsiteY186" fmla="*/ 86161 h 412808"/>
              <a:gd name="connsiteX187" fmla="*/ 542463 w 604306"/>
              <a:gd name="connsiteY187" fmla="*/ 117845 h 412808"/>
              <a:gd name="connsiteX188" fmla="*/ 510744 w 604306"/>
              <a:gd name="connsiteY188" fmla="*/ 86161 h 412808"/>
              <a:gd name="connsiteX189" fmla="*/ 542463 w 604306"/>
              <a:gd name="connsiteY189" fmla="*/ 54477 h 412808"/>
              <a:gd name="connsiteX190" fmla="*/ 61913 w 604306"/>
              <a:gd name="connsiteY190" fmla="*/ 54477 h 412808"/>
              <a:gd name="connsiteX191" fmla="*/ 93632 w 604306"/>
              <a:gd name="connsiteY191" fmla="*/ 86161 h 412808"/>
              <a:gd name="connsiteX192" fmla="*/ 61913 w 604306"/>
              <a:gd name="connsiteY192" fmla="*/ 117845 h 412808"/>
              <a:gd name="connsiteX193" fmla="*/ 30194 w 604306"/>
              <a:gd name="connsiteY193" fmla="*/ 86161 h 412808"/>
              <a:gd name="connsiteX194" fmla="*/ 61913 w 604306"/>
              <a:gd name="connsiteY194" fmla="*/ 54477 h 412808"/>
              <a:gd name="connsiteX195" fmla="*/ 427760 w 604306"/>
              <a:gd name="connsiteY195" fmla="*/ 31613 h 412808"/>
              <a:gd name="connsiteX196" fmla="*/ 463890 w 604306"/>
              <a:gd name="connsiteY196" fmla="*/ 67707 h 412808"/>
              <a:gd name="connsiteX197" fmla="*/ 427760 w 604306"/>
              <a:gd name="connsiteY197" fmla="*/ 103801 h 412808"/>
              <a:gd name="connsiteX198" fmla="*/ 391630 w 604306"/>
              <a:gd name="connsiteY198" fmla="*/ 67707 h 412808"/>
              <a:gd name="connsiteX199" fmla="*/ 427760 w 604306"/>
              <a:gd name="connsiteY199" fmla="*/ 31613 h 412808"/>
              <a:gd name="connsiteX200" fmla="*/ 179899 w 604306"/>
              <a:gd name="connsiteY200" fmla="*/ 31613 h 412808"/>
              <a:gd name="connsiteX201" fmla="*/ 216064 w 604306"/>
              <a:gd name="connsiteY201" fmla="*/ 67707 h 412808"/>
              <a:gd name="connsiteX202" fmla="*/ 179899 w 604306"/>
              <a:gd name="connsiteY202" fmla="*/ 103801 h 412808"/>
              <a:gd name="connsiteX203" fmla="*/ 143734 w 604306"/>
              <a:gd name="connsiteY203" fmla="*/ 67707 h 412808"/>
              <a:gd name="connsiteX204" fmla="*/ 179899 w 604306"/>
              <a:gd name="connsiteY204" fmla="*/ 31613 h 412808"/>
              <a:gd name="connsiteX205" fmla="*/ 303811 w 604306"/>
              <a:gd name="connsiteY205" fmla="*/ 0 h 412808"/>
              <a:gd name="connsiteX206" fmla="*/ 346609 w 604306"/>
              <a:gd name="connsiteY206" fmla="*/ 42692 h 412808"/>
              <a:gd name="connsiteX207" fmla="*/ 303811 w 604306"/>
              <a:gd name="connsiteY207" fmla="*/ 85384 h 412808"/>
              <a:gd name="connsiteX208" fmla="*/ 261013 w 604306"/>
              <a:gd name="connsiteY208" fmla="*/ 42692 h 412808"/>
              <a:gd name="connsiteX209" fmla="*/ 303811 w 604306"/>
              <a:gd name="connsiteY209" fmla="*/ 0 h 41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Lst>
            <a:rect l="l" t="t" r="r" b="b"/>
            <a:pathLst>
              <a:path w="604306" h="412808">
                <a:moveTo>
                  <a:pt x="574905" y="168657"/>
                </a:moveTo>
                <a:lnTo>
                  <a:pt x="574905" y="206219"/>
                </a:lnTo>
                <a:cubicBezTo>
                  <a:pt x="581913" y="189648"/>
                  <a:pt x="580438" y="177864"/>
                  <a:pt x="574905" y="168657"/>
                </a:cubicBezTo>
                <a:close/>
                <a:moveTo>
                  <a:pt x="94315" y="168657"/>
                </a:moveTo>
                <a:lnTo>
                  <a:pt x="94315" y="206219"/>
                </a:lnTo>
                <a:cubicBezTo>
                  <a:pt x="100954" y="189648"/>
                  <a:pt x="99479" y="177864"/>
                  <a:pt x="94315" y="168657"/>
                </a:cubicBezTo>
                <a:close/>
                <a:moveTo>
                  <a:pt x="509991" y="168289"/>
                </a:moveTo>
                <a:cubicBezTo>
                  <a:pt x="504827" y="177864"/>
                  <a:pt x="503352" y="189648"/>
                  <a:pt x="509991" y="206219"/>
                </a:cubicBezTo>
                <a:close/>
                <a:moveTo>
                  <a:pt x="29401" y="168289"/>
                </a:moveTo>
                <a:cubicBezTo>
                  <a:pt x="23868" y="177864"/>
                  <a:pt x="22393" y="189648"/>
                  <a:pt x="29401" y="206219"/>
                </a:cubicBezTo>
                <a:close/>
                <a:moveTo>
                  <a:pt x="464993" y="161292"/>
                </a:moveTo>
                <a:lnTo>
                  <a:pt x="464993" y="204378"/>
                </a:lnTo>
                <a:cubicBezTo>
                  <a:pt x="472370" y="185597"/>
                  <a:pt x="470894" y="171972"/>
                  <a:pt x="464993" y="161292"/>
                </a:cubicBezTo>
                <a:close/>
                <a:moveTo>
                  <a:pt x="390857" y="161292"/>
                </a:moveTo>
                <a:cubicBezTo>
                  <a:pt x="389013" y="164238"/>
                  <a:pt x="387907" y="167553"/>
                  <a:pt x="386800" y="170867"/>
                </a:cubicBezTo>
                <a:cubicBezTo>
                  <a:pt x="387169" y="176391"/>
                  <a:pt x="387169" y="182283"/>
                  <a:pt x="386431" y="188543"/>
                </a:cubicBezTo>
                <a:cubicBezTo>
                  <a:pt x="387169" y="193698"/>
                  <a:pt x="388644" y="198854"/>
                  <a:pt x="390857" y="204378"/>
                </a:cubicBezTo>
                <a:close/>
                <a:moveTo>
                  <a:pt x="216768" y="161292"/>
                </a:moveTo>
                <a:lnTo>
                  <a:pt x="216768" y="204378"/>
                </a:lnTo>
                <a:cubicBezTo>
                  <a:pt x="218981" y="198486"/>
                  <a:pt x="220456" y="193330"/>
                  <a:pt x="221194" y="188543"/>
                </a:cubicBezTo>
                <a:cubicBezTo>
                  <a:pt x="220456" y="182283"/>
                  <a:pt x="220456" y="176391"/>
                  <a:pt x="220825" y="170867"/>
                </a:cubicBezTo>
                <a:cubicBezTo>
                  <a:pt x="219719" y="167553"/>
                  <a:pt x="218612" y="164238"/>
                  <a:pt x="216768" y="161292"/>
                </a:cubicBezTo>
                <a:close/>
                <a:moveTo>
                  <a:pt x="142633" y="161292"/>
                </a:moveTo>
                <a:cubicBezTo>
                  <a:pt x="136731" y="171972"/>
                  <a:pt x="134887" y="185597"/>
                  <a:pt x="142633" y="204378"/>
                </a:cubicBezTo>
                <a:close/>
                <a:moveTo>
                  <a:pt x="347704" y="153559"/>
                </a:moveTo>
                <a:lnTo>
                  <a:pt x="347704" y="204378"/>
                </a:lnTo>
                <a:cubicBezTo>
                  <a:pt x="356556" y="182283"/>
                  <a:pt x="354712" y="166080"/>
                  <a:pt x="347704" y="153559"/>
                </a:cubicBezTo>
                <a:close/>
                <a:moveTo>
                  <a:pt x="259922" y="153559"/>
                </a:moveTo>
                <a:cubicBezTo>
                  <a:pt x="252914" y="166080"/>
                  <a:pt x="251070" y="182283"/>
                  <a:pt x="259922" y="204378"/>
                </a:cubicBezTo>
                <a:close/>
                <a:moveTo>
                  <a:pt x="542448" y="128886"/>
                </a:moveTo>
                <a:lnTo>
                  <a:pt x="534702" y="180073"/>
                </a:lnTo>
                <a:lnTo>
                  <a:pt x="542448" y="190384"/>
                </a:lnTo>
                <a:lnTo>
                  <a:pt x="542817" y="190384"/>
                </a:lnTo>
                <a:lnTo>
                  <a:pt x="550194" y="180073"/>
                </a:lnTo>
                <a:lnTo>
                  <a:pt x="542817" y="128886"/>
                </a:lnTo>
                <a:close/>
                <a:moveTo>
                  <a:pt x="61489" y="128886"/>
                </a:moveTo>
                <a:lnTo>
                  <a:pt x="54113" y="180073"/>
                </a:lnTo>
                <a:lnTo>
                  <a:pt x="61489" y="190384"/>
                </a:lnTo>
                <a:lnTo>
                  <a:pt x="61858" y="190384"/>
                </a:lnTo>
                <a:lnTo>
                  <a:pt x="69604" y="180073"/>
                </a:lnTo>
                <a:lnTo>
                  <a:pt x="61858" y="128886"/>
                </a:lnTo>
                <a:close/>
                <a:moveTo>
                  <a:pt x="427741" y="116366"/>
                </a:moveTo>
                <a:lnTo>
                  <a:pt x="418889" y="174549"/>
                </a:lnTo>
                <a:lnTo>
                  <a:pt x="427741" y="186333"/>
                </a:lnTo>
                <a:lnTo>
                  <a:pt x="428110" y="186333"/>
                </a:lnTo>
                <a:lnTo>
                  <a:pt x="436593" y="174549"/>
                </a:lnTo>
                <a:lnTo>
                  <a:pt x="428110" y="116366"/>
                </a:lnTo>
                <a:close/>
                <a:moveTo>
                  <a:pt x="179516" y="116366"/>
                </a:moveTo>
                <a:lnTo>
                  <a:pt x="171033" y="174549"/>
                </a:lnTo>
                <a:lnTo>
                  <a:pt x="179516" y="186333"/>
                </a:lnTo>
                <a:lnTo>
                  <a:pt x="179885" y="186333"/>
                </a:lnTo>
                <a:lnTo>
                  <a:pt x="188737" y="174549"/>
                </a:lnTo>
                <a:lnTo>
                  <a:pt x="179885" y="116366"/>
                </a:lnTo>
                <a:close/>
                <a:moveTo>
                  <a:pt x="303813" y="100163"/>
                </a:moveTo>
                <a:lnTo>
                  <a:pt x="293485" y="169026"/>
                </a:lnTo>
                <a:lnTo>
                  <a:pt x="303813" y="183019"/>
                </a:lnTo>
                <a:lnTo>
                  <a:pt x="314140" y="169026"/>
                </a:lnTo>
                <a:close/>
                <a:moveTo>
                  <a:pt x="293485" y="87642"/>
                </a:moveTo>
                <a:lnTo>
                  <a:pt x="303813" y="98690"/>
                </a:lnTo>
                <a:lnTo>
                  <a:pt x="314509" y="88010"/>
                </a:lnTo>
                <a:cubicBezTo>
                  <a:pt x="320041" y="89115"/>
                  <a:pt x="325205" y="91693"/>
                  <a:pt x="330000" y="94639"/>
                </a:cubicBezTo>
                <a:cubicBezTo>
                  <a:pt x="330738" y="95007"/>
                  <a:pt x="331475" y="95375"/>
                  <a:pt x="332213" y="95744"/>
                </a:cubicBezTo>
                <a:cubicBezTo>
                  <a:pt x="342540" y="102004"/>
                  <a:pt x="362457" y="114156"/>
                  <a:pt x="375366" y="135146"/>
                </a:cubicBezTo>
                <a:cubicBezTo>
                  <a:pt x="385325" y="123731"/>
                  <a:pt x="397128" y="116734"/>
                  <a:pt x="403767" y="112683"/>
                </a:cubicBezTo>
                <a:cubicBezTo>
                  <a:pt x="404504" y="112315"/>
                  <a:pt x="404873" y="111947"/>
                  <a:pt x="405611" y="111578"/>
                </a:cubicBezTo>
                <a:cubicBezTo>
                  <a:pt x="409668" y="109001"/>
                  <a:pt x="414463" y="106791"/>
                  <a:pt x="418889" y="105686"/>
                </a:cubicBezTo>
                <a:cubicBezTo>
                  <a:pt x="418889" y="105686"/>
                  <a:pt x="419258" y="105686"/>
                  <a:pt x="419258" y="105686"/>
                </a:cubicBezTo>
                <a:lnTo>
                  <a:pt x="427741" y="114893"/>
                </a:lnTo>
                <a:lnTo>
                  <a:pt x="436962" y="106055"/>
                </a:lnTo>
                <a:cubicBezTo>
                  <a:pt x="441388" y="107159"/>
                  <a:pt x="446182" y="109001"/>
                  <a:pt x="449871" y="111578"/>
                </a:cubicBezTo>
                <a:cubicBezTo>
                  <a:pt x="450608" y="111947"/>
                  <a:pt x="451346" y="112315"/>
                  <a:pt x="452084" y="112683"/>
                </a:cubicBezTo>
                <a:cubicBezTo>
                  <a:pt x="461305" y="118575"/>
                  <a:pt x="481222" y="130727"/>
                  <a:pt x="491549" y="151718"/>
                </a:cubicBezTo>
                <a:cubicBezTo>
                  <a:pt x="501139" y="138092"/>
                  <a:pt x="514417" y="129991"/>
                  <a:pt x="521424" y="125572"/>
                </a:cubicBezTo>
                <a:cubicBezTo>
                  <a:pt x="522162" y="125204"/>
                  <a:pt x="522531" y="125204"/>
                  <a:pt x="523269" y="124835"/>
                </a:cubicBezTo>
                <a:cubicBezTo>
                  <a:pt x="526588" y="122626"/>
                  <a:pt x="530645" y="120785"/>
                  <a:pt x="534702" y="119680"/>
                </a:cubicBezTo>
                <a:cubicBezTo>
                  <a:pt x="534702" y="119680"/>
                  <a:pt x="535071" y="119680"/>
                  <a:pt x="535071" y="119680"/>
                </a:cubicBezTo>
                <a:lnTo>
                  <a:pt x="542448" y="127781"/>
                </a:lnTo>
                <a:lnTo>
                  <a:pt x="550562" y="119680"/>
                </a:lnTo>
                <a:cubicBezTo>
                  <a:pt x="554620" y="120785"/>
                  <a:pt x="558677" y="122626"/>
                  <a:pt x="561996" y="124835"/>
                </a:cubicBezTo>
                <a:cubicBezTo>
                  <a:pt x="562734" y="125204"/>
                  <a:pt x="563103" y="125204"/>
                  <a:pt x="563840" y="125572"/>
                </a:cubicBezTo>
                <a:cubicBezTo>
                  <a:pt x="579331" y="135146"/>
                  <a:pt x="626542" y="164238"/>
                  <a:pt x="591872" y="227946"/>
                </a:cubicBezTo>
                <a:cubicBezTo>
                  <a:pt x="589659" y="231997"/>
                  <a:pt x="585602" y="234574"/>
                  <a:pt x="581176" y="234574"/>
                </a:cubicBezTo>
                <a:cubicBezTo>
                  <a:pt x="578962" y="234574"/>
                  <a:pt x="577118" y="233838"/>
                  <a:pt x="575274" y="232733"/>
                </a:cubicBezTo>
                <a:cubicBezTo>
                  <a:pt x="574168" y="232365"/>
                  <a:pt x="573061" y="231260"/>
                  <a:pt x="571955" y="230524"/>
                </a:cubicBezTo>
                <a:lnTo>
                  <a:pt x="571955" y="346154"/>
                </a:lnTo>
                <a:cubicBezTo>
                  <a:pt x="571955" y="354256"/>
                  <a:pt x="565684" y="360516"/>
                  <a:pt x="557570" y="360516"/>
                </a:cubicBezTo>
                <a:cubicBezTo>
                  <a:pt x="549456" y="360516"/>
                  <a:pt x="542817" y="354256"/>
                  <a:pt x="542817" y="346154"/>
                </a:cubicBezTo>
                <a:lnTo>
                  <a:pt x="542817" y="245254"/>
                </a:lnTo>
                <a:cubicBezTo>
                  <a:pt x="542817" y="245254"/>
                  <a:pt x="542817" y="245254"/>
                  <a:pt x="542448" y="245254"/>
                </a:cubicBezTo>
                <a:cubicBezTo>
                  <a:pt x="542079" y="245254"/>
                  <a:pt x="541342" y="245254"/>
                  <a:pt x="540973" y="245254"/>
                </a:cubicBezTo>
                <a:lnTo>
                  <a:pt x="540973" y="346154"/>
                </a:lnTo>
                <a:cubicBezTo>
                  <a:pt x="540973" y="354256"/>
                  <a:pt x="534334" y="360516"/>
                  <a:pt x="526219" y="360516"/>
                </a:cubicBezTo>
                <a:cubicBezTo>
                  <a:pt x="518474" y="360516"/>
                  <a:pt x="511835" y="354256"/>
                  <a:pt x="511835" y="346154"/>
                </a:cubicBezTo>
                <a:lnTo>
                  <a:pt x="511835" y="231628"/>
                </a:lnTo>
                <a:cubicBezTo>
                  <a:pt x="511097" y="231997"/>
                  <a:pt x="510728" y="232733"/>
                  <a:pt x="509991" y="232733"/>
                </a:cubicBezTo>
                <a:cubicBezTo>
                  <a:pt x="508146" y="233838"/>
                  <a:pt x="505934" y="234574"/>
                  <a:pt x="504089" y="234574"/>
                </a:cubicBezTo>
                <a:cubicBezTo>
                  <a:pt x="499663" y="234574"/>
                  <a:pt x="495606" y="231997"/>
                  <a:pt x="493393" y="227946"/>
                </a:cubicBezTo>
                <a:cubicBezTo>
                  <a:pt x="491549" y="225000"/>
                  <a:pt x="490442" y="222054"/>
                  <a:pt x="488967" y="219476"/>
                </a:cubicBezTo>
                <a:cubicBezTo>
                  <a:pt x="487492" y="222422"/>
                  <a:pt x="486016" y="225736"/>
                  <a:pt x="484172" y="229419"/>
                </a:cubicBezTo>
                <a:cubicBezTo>
                  <a:pt x="481590" y="233838"/>
                  <a:pt x="476796" y="236784"/>
                  <a:pt x="471632" y="236784"/>
                </a:cubicBezTo>
                <a:cubicBezTo>
                  <a:pt x="469419" y="236784"/>
                  <a:pt x="467206" y="236047"/>
                  <a:pt x="464993" y="234943"/>
                </a:cubicBezTo>
                <a:cubicBezTo>
                  <a:pt x="463518" y="234206"/>
                  <a:pt x="462411" y="233101"/>
                  <a:pt x="461305" y="231997"/>
                </a:cubicBezTo>
                <a:lnTo>
                  <a:pt x="461305" y="363831"/>
                </a:lnTo>
                <a:cubicBezTo>
                  <a:pt x="461305" y="373037"/>
                  <a:pt x="453928" y="380402"/>
                  <a:pt x="444707" y="380402"/>
                </a:cubicBezTo>
                <a:cubicBezTo>
                  <a:pt x="435855" y="380402"/>
                  <a:pt x="428110" y="373037"/>
                  <a:pt x="428110" y="363831"/>
                </a:cubicBezTo>
                <a:lnTo>
                  <a:pt x="428110" y="248936"/>
                </a:lnTo>
                <a:cubicBezTo>
                  <a:pt x="428110" y="248936"/>
                  <a:pt x="428110" y="248936"/>
                  <a:pt x="427741" y="248936"/>
                </a:cubicBezTo>
                <a:cubicBezTo>
                  <a:pt x="427372" y="248936"/>
                  <a:pt x="426634" y="248936"/>
                  <a:pt x="425897" y="248936"/>
                </a:cubicBezTo>
                <a:lnTo>
                  <a:pt x="425897" y="363831"/>
                </a:lnTo>
                <a:cubicBezTo>
                  <a:pt x="425897" y="373037"/>
                  <a:pt x="418520" y="380402"/>
                  <a:pt x="409299" y="380402"/>
                </a:cubicBezTo>
                <a:cubicBezTo>
                  <a:pt x="400078" y="380402"/>
                  <a:pt x="392702" y="373037"/>
                  <a:pt x="392702" y="364199"/>
                </a:cubicBezTo>
                <a:lnTo>
                  <a:pt x="392702" y="233470"/>
                </a:lnTo>
                <a:cubicBezTo>
                  <a:pt x="391964" y="233838"/>
                  <a:pt x="391226" y="234574"/>
                  <a:pt x="390489" y="234943"/>
                </a:cubicBezTo>
                <a:cubicBezTo>
                  <a:pt x="388644" y="236047"/>
                  <a:pt x="386063" y="236416"/>
                  <a:pt x="383850" y="236416"/>
                </a:cubicBezTo>
                <a:cubicBezTo>
                  <a:pt x="379424" y="236416"/>
                  <a:pt x="374998" y="234206"/>
                  <a:pt x="372047" y="230155"/>
                </a:cubicBezTo>
                <a:cubicBezTo>
                  <a:pt x="371678" y="231628"/>
                  <a:pt x="370940" y="232733"/>
                  <a:pt x="370203" y="233838"/>
                </a:cubicBezTo>
                <a:cubicBezTo>
                  <a:pt x="367252" y="239362"/>
                  <a:pt x="361720" y="242308"/>
                  <a:pt x="355818" y="242308"/>
                </a:cubicBezTo>
                <a:cubicBezTo>
                  <a:pt x="353236" y="242308"/>
                  <a:pt x="350286" y="241939"/>
                  <a:pt x="347704" y="240466"/>
                </a:cubicBezTo>
                <a:cubicBezTo>
                  <a:pt x="346229" y="239730"/>
                  <a:pt x="344753" y="238257"/>
                  <a:pt x="343647" y="237152"/>
                </a:cubicBezTo>
                <a:lnTo>
                  <a:pt x="343647" y="393291"/>
                </a:lnTo>
                <a:cubicBezTo>
                  <a:pt x="343647" y="403970"/>
                  <a:pt x="334795" y="412808"/>
                  <a:pt x="324099" y="412808"/>
                </a:cubicBezTo>
                <a:cubicBezTo>
                  <a:pt x="313034" y="412808"/>
                  <a:pt x="304182" y="403970"/>
                  <a:pt x="304182" y="393291"/>
                </a:cubicBezTo>
                <a:lnTo>
                  <a:pt x="304182" y="257038"/>
                </a:lnTo>
                <a:cubicBezTo>
                  <a:pt x="304182" y="257038"/>
                  <a:pt x="304182" y="257038"/>
                  <a:pt x="303813" y="257038"/>
                </a:cubicBezTo>
                <a:cubicBezTo>
                  <a:pt x="303075" y="257038"/>
                  <a:pt x="302337" y="257038"/>
                  <a:pt x="301600" y="257038"/>
                </a:cubicBezTo>
                <a:lnTo>
                  <a:pt x="301600" y="393291"/>
                </a:lnTo>
                <a:cubicBezTo>
                  <a:pt x="301600" y="403970"/>
                  <a:pt x="292748" y="412808"/>
                  <a:pt x="282052" y="412808"/>
                </a:cubicBezTo>
                <a:cubicBezTo>
                  <a:pt x="270987" y="412808"/>
                  <a:pt x="262135" y="403970"/>
                  <a:pt x="262135" y="393291"/>
                </a:cubicBezTo>
                <a:lnTo>
                  <a:pt x="262135" y="238993"/>
                </a:lnTo>
                <a:cubicBezTo>
                  <a:pt x="261397" y="239362"/>
                  <a:pt x="260659" y="240098"/>
                  <a:pt x="259922" y="240466"/>
                </a:cubicBezTo>
                <a:cubicBezTo>
                  <a:pt x="257340" y="241939"/>
                  <a:pt x="254389" y="242308"/>
                  <a:pt x="251807" y="242308"/>
                </a:cubicBezTo>
                <a:cubicBezTo>
                  <a:pt x="245906" y="242308"/>
                  <a:pt x="240373" y="239362"/>
                  <a:pt x="237423" y="233838"/>
                </a:cubicBezTo>
                <a:cubicBezTo>
                  <a:pt x="236685" y="232733"/>
                  <a:pt x="235947" y="231260"/>
                  <a:pt x="235579" y="230155"/>
                </a:cubicBezTo>
                <a:cubicBezTo>
                  <a:pt x="232628" y="234206"/>
                  <a:pt x="228202" y="236784"/>
                  <a:pt x="223776" y="236784"/>
                </a:cubicBezTo>
                <a:cubicBezTo>
                  <a:pt x="221194" y="236784"/>
                  <a:pt x="218981" y="236047"/>
                  <a:pt x="216768" y="234943"/>
                </a:cubicBezTo>
                <a:cubicBezTo>
                  <a:pt x="215662" y="234206"/>
                  <a:pt x="214186" y="233101"/>
                  <a:pt x="213449" y="231997"/>
                </a:cubicBezTo>
                <a:lnTo>
                  <a:pt x="213449" y="364199"/>
                </a:lnTo>
                <a:cubicBezTo>
                  <a:pt x="213449" y="373037"/>
                  <a:pt x="205703" y="380770"/>
                  <a:pt x="196851" y="380770"/>
                </a:cubicBezTo>
                <a:cubicBezTo>
                  <a:pt x="187630" y="380770"/>
                  <a:pt x="180254" y="373037"/>
                  <a:pt x="180254" y="364199"/>
                </a:cubicBezTo>
                <a:lnTo>
                  <a:pt x="180254" y="248936"/>
                </a:lnTo>
                <a:cubicBezTo>
                  <a:pt x="179885" y="248936"/>
                  <a:pt x="179885" y="248936"/>
                  <a:pt x="179885" y="248936"/>
                </a:cubicBezTo>
                <a:cubicBezTo>
                  <a:pt x="179147" y="248936"/>
                  <a:pt x="178409" y="248936"/>
                  <a:pt x="177672" y="248936"/>
                </a:cubicBezTo>
                <a:lnTo>
                  <a:pt x="177672" y="364199"/>
                </a:lnTo>
                <a:cubicBezTo>
                  <a:pt x="177672" y="373037"/>
                  <a:pt x="170295" y="380770"/>
                  <a:pt x="161074" y="380770"/>
                </a:cubicBezTo>
                <a:cubicBezTo>
                  <a:pt x="151853" y="380770"/>
                  <a:pt x="144477" y="373037"/>
                  <a:pt x="144477" y="364199"/>
                </a:cubicBezTo>
                <a:lnTo>
                  <a:pt x="144477" y="233470"/>
                </a:lnTo>
                <a:cubicBezTo>
                  <a:pt x="144108" y="233838"/>
                  <a:pt x="143370" y="234574"/>
                  <a:pt x="142633" y="234943"/>
                </a:cubicBezTo>
                <a:cubicBezTo>
                  <a:pt x="140420" y="236047"/>
                  <a:pt x="138207" y="236784"/>
                  <a:pt x="135994" y="236784"/>
                </a:cubicBezTo>
                <a:cubicBezTo>
                  <a:pt x="130830" y="236784"/>
                  <a:pt x="126035" y="233838"/>
                  <a:pt x="123453" y="229419"/>
                </a:cubicBezTo>
                <a:cubicBezTo>
                  <a:pt x="120871" y="224632"/>
                  <a:pt x="118658" y="219844"/>
                  <a:pt x="116814" y="215425"/>
                </a:cubicBezTo>
                <a:cubicBezTo>
                  <a:pt x="115339" y="219476"/>
                  <a:pt x="113495" y="223527"/>
                  <a:pt x="110913" y="227946"/>
                </a:cubicBezTo>
                <a:cubicBezTo>
                  <a:pt x="108700" y="231997"/>
                  <a:pt x="104643" y="234574"/>
                  <a:pt x="100217" y="234574"/>
                </a:cubicBezTo>
                <a:cubicBezTo>
                  <a:pt x="98004" y="234574"/>
                  <a:pt x="96160" y="233838"/>
                  <a:pt x="94315" y="233101"/>
                </a:cubicBezTo>
                <a:cubicBezTo>
                  <a:pt x="93209" y="232365"/>
                  <a:pt x="92102" y="231260"/>
                  <a:pt x="90996" y="230524"/>
                </a:cubicBezTo>
                <a:lnTo>
                  <a:pt x="90996" y="346154"/>
                </a:lnTo>
                <a:cubicBezTo>
                  <a:pt x="90996" y="354256"/>
                  <a:pt x="84726" y="360516"/>
                  <a:pt x="76611" y="360516"/>
                </a:cubicBezTo>
                <a:cubicBezTo>
                  <a:pt x="68497" y="360516"/>
                  <a:pt x="61858" y="354256"/>
                  <a:pt x="61858" y="346154"/>
                </a:cubicBezTo>
                <a:lnTo>
                  <a:pt x="61858" y="245254"/>
                </a:lnTo>
                <a:cubicBezTo>
                  <a:pt x="61120" y="245254"/>
                  <a:pt x="60383" y="245254"/>
                  <a:pt x="60014" y="245254"/>
                </a:cubicBezTo>
                <a:lnTo>
                  <a:pt x="60014" y="346154"/>
                </a:lnTo>
                <a:cubicBezTo>
                  <a:pt x="60014" y="354256"/>
                  <a:pt x="53375" y="360516"/>
                  <a:pt x="45261" y="360516"/>
                </a:cubicBezTo>
                <a:cubicBezTo>
                  <a:pt x="37515" y="360516"/>
                  <a:pt x="30876" y="354256"/>
                  <a:pt x="30876" y="346154"/>
                </a:cubicBezTo>
                <a:lnTo>
                  <a:pt x="30876" y="231628"/>
                </a:lnTo>
                <a:cubicBezTo>
                  <a:pt x="30138" y="231997"/>
                  <a:pt x="29770" y="232733"/>
                  <a:pt x="29032" y="232733"/>
                </a:cubicBezTo>
                <a:cubicBezTo>
                  <a:pt x="27188" y="233838"/>
                  <a:pt x="24975" y="234574"/>
                  <a:pt x="23131" y="234574"/>
                </a:cubicBezTo>
                <a:cubicBezTo>
                  <a:pt x="18705" y="234574"/>
                  <a:pt x="14647" y="231997"/>
                  <a:pt x="12434" y="227946"/>
                </a:cubicBezTo>
                <a:cubicBezTo>
                  <a:pt x="-22236" y="164238"/>
                  <a:pt x="24975" y="135146"/>
                  <a:pt x="40466" y="125572"/>
                </a:cubicBezTo>
                <a:cubicBezTo>
                  <a:pt x="41203" y="125204"/>
                  <a:pt x="41572" y="125204"/>
                  <a:pt x="42310" y="124835"/>
                </a:cubicBezTo>
                <a:cubicBezTo>
                  <a:pt x="45629" y="122626"/>
                  <a:pt x="49687" y="120785"/>
                  <a:pt x="54113" y="119680"/>
                </a:cubicBezTo>
                <a:lnTo>
                  <a:pt x="61858" y="127781"/>
                </a:lnTo>
                <a:lnTo>
                  <a:pt x="69604" y="119680"/>
                </a:lnTo>
                <a:cubicBezTo>
                  <a:pt x="73661" y="120785"/>
                  <a:pt x="77718" y="122626"/>
                  <a:pt x="81037" y="124835"/>
                </a:cubicBezTo>
                <a:cubicBezTo>
                  <a:pt x="81775" y="125204"/>
                  <a:pt x="82144" y="125204"/>
                  <a:pt x="82882" y="125572"/>
                </a:cubicBezTo>
                <a:cubicBezTo>
                  <a:pt x="90258" y="130359"/>
                  <a:pt x="105012" y="139197"/>
                  <a:pt x="114601" y="154664"/>
                </a:cubicBezTo>
                <a:cubicBezTo>
                  <a:pt x="124560" y="131832"/>
                  <a:pt x="145583" y="118575"/>
                  <a:pt x="155542" y="112683"/>
                </a:cubicBezTo>
                <a:cubicBezTo>
                  <a:pt x="156279" y="112315"/>
                  <a:pt x="157017" y="111947"/>
                  <a:pt x="157386" y="111578"/>
                </a:cubicBezTo>
                <a:cubicBezTo>
                  <a:pt x="161443" y="109001"/>
                  <a:pt x="166238" y="106791"/>
                  <a:pt x="171033" y="105686"/>
                </a:cubicBezTo>
                <a:lnTo>
                  <a:pt x="179885" y="114893"/>
                </a:lnTo>
                <a:lnTo>
                  <a:pt x="188737" y="106055"/>
                </a:lnTo>
                <a:cubicBezTo>
                  <a:pt x="193532" y="107159"/>
                  <a:pt x="197958" y="109001"/>
                  <a:pt x="202015" y="111578"/>
                </a:cubicBezTo>
                <a:cubicBezTo>
                  <a:pt x="202384" y="111947"/>
                  <a:pt x="203121" y="112315"/>
                  <a:pt x="203859" y="112683"/>
                </a:cubicBezTo>
                <a:cubicBezTo>
                  <a:pt x="210498" y="116734"/>
                  <a:pt x="222301" y="123731"/>
                  <a:pt x="232259" y="135146"/>
                </a:cubicBezTo>
                <a:cubicBezTo>
                  <a:pt x="245168" y="114524"/>
                  <a:pt x="265085" y="102004"/>
                  <a:pt x="275413" y="95744"/>
                </a:cubicBezTo>
                <a:cubicBezTo>
                  <a:pt x="276150" y="95375"/>
                  <a:pt x="276888" y="95007"/>
                  <a:pt x="277626" y="94639"/>
                </a:cubicBezTo>
                <a:cubicBezTo>
                  <a:pt x="282420" y="91325"/>
                  <a:pt x="287953" y="89115"/>
                  <a:pt x="293485" y="87642"/>
                </a:cubicBezTo>
                <a:close/>
                <a:moveTo>
                  <a:pt x="542463" y="54477"/>
                </a:moveTo>
                <a:cubicBezTo>
                  <a:pt x="559981" y="54477"/>
                  <a:pt x="574182" y="68662"/>
                  <a:pt x="574182" y="86161"/>
                </a:cubicBezTo>
                <a:cubicBezTo>
                  <a:pt x="574182" y="103660"/>
                  <a:pt x="559981" y="117845"/>
                  <a:pt x="542463" y="117845"/>
                </a:cubicBezTo>
                <a:cubicBezTo>
                  <a:pt x="524945" y="117845"/>
                  <a:pt x="510744" y="103660"/>
                  <a:pt x="510744" y="86161"/>
                </a:cubicBezTo>
                <a:cubicBezTo>
                  <a:pt x="510744" y="68662"/>
                  <a:pt x="524945" y="54477"/>
                  <a:pt x="542463" y="54477"/>
                </a:cubicBezTo>
                <a:close/>
                <a:moveTo>
                  <a:pt x="61913" y="54477"/>
                </a:moveTo>
                <a:cubicBezTo>
                  <a:pt x="79431" y="54477"/>
                  <a:pt x="93632" y="68662"/>
                  <a:pt x="93632" y="86161"/>
                </a:cubicBezTo>
                <a:cubicBezTo>
                  <a:pt x="93632" y="103660"/>
                  <a:pt x="79431" y="117845"/>
                  <a:pt x="61913" y="117845"/>
                </a:cubicBezTo>
                <a:cubicBezTo>
                  <a:pt x="44395" y="117845"/>
                  <a:pt x="30194" y="103660"/>
                  <a:pt x="30194" y="86161"/>
                </a:cubicBezTo>
                <a:cubicBezTo>
                  <a:pt x="30194" y="68662"/>
                  <a:pt x="44395" y="54477"/>
                  <a:pt x="61913" y="54477"/>
                </a:cubicBezTo>
                <a:close/>
                <a:moveTo>
                  <a:pt x="427760" y="31613"/>
                </a:moveTo>
                <a:cubicBezTo>
                  <a:pt x="447714" y="31613"/>
                  <a:pt x="463890" y="47773"/>
                  <a:pt x="463890" y="67707"/>
                </a:cubicBezTo>
                <a:cubicBezTo>
                  <a:pt x="463890" y="87641"/>
                  <a:pt x="447714" y="103801"/>
                  <a:pt x="427760" y="103801"/>
                </a:cubicBezTo>
                <a:cubicBezTo>
                  <a:pt x="407806" y="103801"/>
                  <a:pt x="391630" y="87641"/>
                  <a:pt x="391630" y="67707"/>
                </a:cubicBezTo>
                <a:cubicBezTo>
                  <a:pt x="391630" y="47773"/>
                  <a:pt x="407806" y="31613"/>
                  <a:pt x="427760" y="31613"/>
                </a:cubicBezTo>
                <a:close/>
                <a:moveTo>
                  <a:pt x="179899" y="31613"/>
                </a:moveTo>
                <a:cubicBezTo>
                  <a:pt x="199872" y="31613"/>
                  <a:pt x="216064" y="47773"/>
                  <a:pt x="216064" y="67707"/>
                </a:cubicBezTo>
                <a:cubicBezTo>
                  <a:pt x="216064" y="87641"/>
                  <a:pt x="199872" y="103801"/>
                  <a:pt x="179899" y="103801"/>
                </a:cubicBezTo>
                <a:cubicBezTo>
                  <a:pt x="159926" y="103801"/>
                  <a:pt x="143734" y="87641"/>
                  <a:pt x="143734" y="67707"/>
                </a:cubicBezTo>
                <a:cubicBezTo>
                  <a:pt x="143734" y="47773"/>
                  <a:pt x="159926" y="31613"/>
                  <a:pt x="179899" y="31613"/>
                </a:cubicBezTo>
                <a:close/>
                <a:moveTo>
                  <a:pt x="303811" y="0"/>
                </a:moveTo>
                <a:cubicBezTo>
                  <a:pt x="327448" y="0"/>
                  <a:pt x="346609" y="19114"/>
                  <a:pt x="346609" y="42692"/>
                </a:cubicBezTo>
                <a:cubicBezTo>
                  <a:pt x="346609" y="66270"/>
                  <a:pt x="327448" y="85384"/>
                  <a:pt x="303811" y="85384"/>
                </a:cubicBezTo>
                <a:cubicBezTo>
                  <a:pt x="280174" y="85384"/>
                  <a:pt x="261013" y="66270"/>
                  <a:pt x="261013" y="42692"/>
                </a:cubicBezTo>
                <a:cubicBezTo>
                  <a:pt x="261013" y="19114"/>
                  <a:pt x="280174" y="0"/>
                  <a:pt x="30381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j-ea"/>
              <a:ea typeface="+mj-ea"/>
              <a:cs typeface="阿里巴巴普惠体 2 65 Medium" panose="00020600040101010101" pitchFamily="18" charset="-122"/>
              <a:sym typeface="Arial Bold" panose="020B0704020202020204" pitchFamily="34" charset="0"/>
            </a:endParaRPr>
          </a:p>
        </p:txBody>
      </p:sp>
      <p:pic>
        <p:nvPicPr>
          <p:cNvPr id="76" name="图片 75">
            <a:extLst>
              <a:ext uri="{FF2B5EF4-FFF2-40B4-BE49-F238E27FC236}">
                <a16:creationId xmlns:a16="http://schemas.microsoft.com/office/drawing/2014/main" id="{99A737BB-885F-CFB5-217C-C62839899E0B}"/>
              </a:ext>
            </a:extLst>
          </p:cNvPr>
          <p:cNvPicPr>
            <a:picLocks noChangeAspect="1"/>
          </p:cNvPicPr>
          <p:nvPr/>
        </p:nvPicPr>
        <p:blipFill rotWithShape="1">
          <a:blip r:embed="rId20">
            <a:duotone>
              <a:schemeClr val="accent2">
                <a:shade val="45000"/>
                <a:satMod val="135000"/>
              </a:schemeClr>
              <a:prstClr val="white"/>
            </a:duotone>
          </a:blip>
          <a:srcRect l="36442" r="36442"/>
          <a:stretch/>
        </p:blipFill>
        <p:spPr>
          <a:xfrm>
            <a:off x="2358098" y="5943009"/>
            <a:ext cx="2699984" cy="828434"/>
          </a:xfrm>
          <a:prstGeom prst="rect">
            <a:avLst/>
          </a:prstGeom>
        </p:spPr>
      </p:pic>
      <p:sp>
        <p:nvSpPr>
          <p:cNvPr id="77" name="任意多边形: 形状 76">
            <a:extLst>
              <a:ext uri="{FF2B5EF4-FFF2-40B4-BE49-F238E27FC236}">
                <a16:creationId xmlns:a16="http://schemas.microsoft.com/office/drawing/2014/main" id="{430C9C5A-2C49-41D5-44F8-4847AACCF2AF}"/>
              </a:ext>
            </a:extLst>
          </p:cNvPr>
          <p:cNvSpPr/>
          <p:nvPr/>
        </p:nvSpPr>
        <p:spPr>
          <a:xfrm flipV="1">
            <a:off x="1166766" y="2812473"/>
            <a:ext cx="710043" cy="2993461"/>
          </a:xfrm>
          <a:custGeom>
            <a:avLst/>
            <a:gdLst>
              <a:gd name="connsiteX0" fmla="*/ 0 w 1922106"/>
              <a:gd name="connsiteY0" fmla="*/ 4394718 h 4394718"/>
              <a:gd name="connsiteX1" fmla="*/ 1455575 w 1922106"/>
              <a:gd name="connsiteY1" fmla="*/ 2127379 h 4394718"/>
              <a:gd name="connsiteX2" fmla="*/ 1922106 w 1922106"/>
              <a:gd name="connsiteY2" fmla="*/ 0 h 4394718"/>
              <a:gd name="connsiteX0" fmla="*/ 0 w 1922106"/>
              <a:gd name="connsiteY0" fmla="*/ 4394718 h 4394718"/>
              <a:gd name="connsiteX1" fmla="*/ 1625321 w 1922106"/>
              <a:gd name="connsiteY1" fmla="*/ 2159206 h 4394718"/>
              <a:gd name="connsiteX2" fmla="*/ 1922106 w 1922106"/>
              <a:gd name="connsiteY2" fmla="*/ 0 h 4394718"/>
              <a:gd name="connsiteX0" fmla="*/ 0 w 1476520"/>
              <a:gd name="connsiteY0" fmla="*/ 4352281 h 4352281"/>
              <a:gd name="connsiteX1" fmla="*/ 1179735 w 1476520"/>
              <a:gd name="connsiteY1" fmla="*/ 2159206 h 4352281"/>
              <a:gd name="connsiteX2" fmla="*/ 1476520 w 1476520"/>
              <a:gd name="connsiteY2" fmla="*/ 0 h 4352281"/>
              <a:gd name="connsiteX0" fmla="*/ 0 w 1285554"/>
              <a:gd name="connsiteY0" fmla="*/ 4352281 h 4352281"/>
              <a:gd name="connsiteX1" fmla="*/ 988769 w 1285554"/>
              <a:gd name="connsiteY1" fmla="*/ 2159206 h 4352281"/>
              <a:gd name="connsiteX2" fmla="*/ 1285554 w 1285554"/>
              <a:gd name="connsiteY2" fmla="*/ 0 h 4352281"/>
              <a:gd name="connsiteX0" fmla="*/ 0 w 1285554"/>
              <a:gd name="connsiteY0" fmla="*/ 4352281 h 4352281"/>
              <a:gd name="connsiteX1" fmla="*/ 988770 w 1285554"/>
              <a:gd name="connsiteY1" fmla="*/ 2159206 h 4352281"/>
              <a:gd name="connsiteX2" fmla="*/ 1285554 w 1285554"/>
              <a:gd name="connsiteY2" fmla="*/ 0 h 4352281"/>
              <a:gd name="connsiteX0" fmla="*/ 0 w 1285554"/>
              <a:gd name="connsiteY0" fmla="*/ 4352281 h 4352281"/>
              <a:gd name="connsiteX1" fmla="*/ 988770 w 1285554"/>
              <a:gd name="connsiteY1" fmla="*/ 2159206 h 4352281"/>
              <a:gd name="connsiteX2" fmla="*/ 1285554 w 1285554"/>
              <a:gd name="connsiteY2" fmla="*/ 0 h 4352281"/>
              <a:gd name="connsiteX0" fmla="*/ 0 w 1285554"/>
              <a:gd name="connsiteY0" fmla="*/ 4352281 h 4352281"/>
              <a:gd name="connsiteX1" fmla="*/ 988770 w 1285554"/>
              <a:gd name="connsiteY1" fmla="*/ 2159206 h 4352281"/>
              <a:gd name="connsiteX2" fmla="*/ 1285554 w 1285554"/>
              <a:gd name="connsiteY2" fmla="*/ 0 h 4352281"/>
              <a:gd name="connsiteX0" fmla="*/ 0 w 1301910"/>
              <a:gd name="connsiteY0" fmla="*/ 4352281 h 4352281"/>
              <a:gd name="connsiteX1" fmla="*/ 988770 w 1301910"/>
              <a:gd name="connsiteY1" fmla="*/ 2159206 h 4352281"/>
              <a:gd name="connsiteX2" fmla="*/ 1285554 w 1301910"/>
              <a:gd name="connsiteY2" fmla="*/ 0 h 4352281"/>
              <a:gd name="connsiteX0" fmla="*/ 0 w 1186609"/>
              <a:gd name="connsiteY0" fmla="*/ 4437154 h 4437154"/>
              <a:gd name="connsiteX1" fmla="*/ 872069 w 1186609"/>
              <a:gd name="connsiteY1" fmla="*/ 2159206 h 4437154"/>
              <a:gd name="connsiteX2" fmla="*/ 1168853 w 1186609"/>
              <a:gd name="connsiteY2" fmla="*/ 0 h 4437154"/>
              <a:gd name="connsiteX0" fmla="*/ 0 w 1193642"/>
              <a:gd name="connsiteY0" fmla="*/ 4437154 h 4437154"/>
              <a:gd name="connsiteX1" fmla="*/ 946333 w 1193642"/>
              <a:gd name="connsiteY1" fmla="*/ 2180424 h 4437154"/>
              <a:gd name="connsiteX2" fmla="*/ 1168853 w 1193642"/>
              <a:gd name="connsiteY2" fmla="*/ 0 h 4437154"/>
              <a:gd name="connsiteX0" fmla="*/ 0 w 1207240"/>
              <a:gd name="connsiteY0" fmla="*/ 4437154 h 4437154"/>
              <a:gd name="connsiteX1" fmla="*/ 1020597 w 1207240"/>
              <a:gd name="connsiteY1" fmla="*/ 2180424 h 4437154"/>
              <a:gd name="connsiteX2" fmla="*/ 1168853 w 1207240"/>
              <a:gd name="connsiteY2" fmla="*/ 0 h 4437154"/>
              <a:gd name="connsiteX0" fmla="*/ 0 w 1193238"/>
              <a:gd name="connsiteY0" fmla="*/ 4437154 h 4437154"/>
              <a:gd name="connsiteX1" fmla="*/ 1020597 w 1193238"/>
              <a:gd name="connsiteY1" fmla="*/ 2180424 h 4437154"/>
              <a:gd name="connsiteX2" fmla="*/ 1168853 w 1193238"/>
              <a:gd name="connsiteY2" fmla="*/ 0 h 4437154"/>
              <a:gd name="connsiteX0" fmla="*/ 0 w 1193237"/>
              <a:gd name="connsiteY0" fmla="*/ 4437154 h 4437154"/>
              <a:gd name="connsiteX1" fmla="*/ 1020597 w 1193237"/>
              <a:gd name="connsiteY1" fmla="*/ 2180424 h 4437154"/>
              <a:gd name="connsiteX2" fmla="*/ 1168853 w 1193237"/>
              <a:gd name="connsiteY2" fmla="*/ 0 h 4437154"/>
            </a:gdLst>
            <a:ahLst/>
            <a:cxnLst>
              <a:cxn ang="0">
                <a:pos x="connsiteX0" y="connsiteY0"/>
              </a:cxn>
              <a:cxn ang="0">
                <a:pos x="connsiteX1" y="connsiteY1"/>
              </a:cxn>
              <a:cxn ang="0">
                <a:pos x="connsiteX2" y="connsiteY2"/>
              </a:cxn>
            </a:cxnLst>
            <a:rect l="l" t="t" r="r" b="b"/>
            <a:pathLst>
              <a:path w="1193237" h="4437154">
                <a:moveTo>
                  <a:pt x="0" y="4437154"/>
                </a:moveTo>
                <a:cubicBezTo>
                  <a:pt x="567612" y="3669711"/>
                  <a:pt x="910663" y="2898732"/>
                  <a:pt x="1020597" y="2180424"/>
                </a:cubicBezTo>
                <a:cubicBezTo>
                  <a:pt x="1130531" y="1462116"/>
                  <a:pt x="1244291" y="538326"/>
                  <a:pt x="1168853" y="0"/>
                </a:cubicBezTo>
              </a:path>
            </a:pathLst>
          </a:custGeom>
          <a:noFill/>
          <a:ln w="38100">
            <a:gradFill>
              <a:gsLst>
                <a:gs pos="0">
                  <a:schemeClr val="accent1">
                    <a:lumMod val="75000"/>
                  </a:schemeClr>
                </a:gs>
                <a:gs pos="100000">
                  <a:schemeClr val="accent1">
                    <a:alpha val="0"/>
                  </a:schemeClr>
                </a:gs>
              </a:gsLst>
              <a:lin ang="5400000" scaled="1"/>
            </a:gra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阿里巴巴普惠体 2 65 Medium" panose="00020600040101010101" pitchFamily="18" charset="-122"/>
              <a:sym typeface="Arial Bold" panose="020B0704020202020204" pitchFamily="34" charset="0"/>
            </a:endParaRPr>
          </a:p>
        </p:txBody>
      </p:sp>
      <p:sp>
        <p:nvSpPr>
          <p:cNvPr id="78" name="任意多边形: 形状 77">
            <a:extLst>
              <a:ext uri="{FF2B5EF4-FFF2-40B4-BE49-F238E27FC236}">
                <a16:creationId xmlns:a16="http://schemas.microsoft.com/office/drawing/2014/main" id="{DF3AD844-525B-390D-0AAF-5F9C20D7A549}"/>
              </a:ext>
            </a:extLst>
          </p:cNvPr>
          <p:cNvSpPr/>
          <p:nvPr/>
        </p:nvSpPr>
        <p:spPr>
          <a:xfrm flipH="1" flipV="1">
            <a:off x="5451825" y="2837270"/>
            <a:ext cx="710043" cy="2993461"/>
          </a:xfrm>
          <a:custGeom>
            <a:avLst/>
            <a:gdLst>
              <a:gd name="connsiteX0" fmla="*/ 0 w 1922106"/>
              <a:gd name="connsiteY0" fmla="*/ 4394718 h 4394718"/>
              <a:gd name="connsiteX1" fmla="*/ 1455575 w 1922106"/>
              <a:gd name="connsiteY1" fmla="*/ 2127379 h 4394718"/>
              <a:gd name="connsiteX2" fmla="*/ 1922106 w 1922106"/>
              <a:gd name="connsiteY2" fmla="*/ 0 h 4394718"/>
              <a:gd name="connsiteX0" fmla="*/ 0 w 1922106"/>
              <a:gd name="connsiteY0" fmla="*/ 4394718 h 4394718"/>
              <a:gd name="connsiteX1" fmla="*/ 1625321 w 1922106"/>
              <a:gd name="connsiteY1" fmla="*/ 2159206 h 4394718"/>
              <a:gd name="connsiteX2" fmla="*/ 1922106 w 1922106"/>
              <a:gd name="connsiteY2" fmla="*/ 0 h 4394718"/>
              <a:gd name="connsiteX0" fmla="*/ 0 w 1476520"/>
              <a:gd name="connsiteY0" fmla="*/ 4352281 h 4352281"/>
              <a:gd name="connsiteX1" fmla="*/ 1179735 w 1476520"/>
              <a:gd name="connsiteY1" fmla="*/ 2159206 h 4352281"/>
              <a:gd name="connsiteX2" fmla="*/ 1476520 w 1476520"/>
              <a:gd name="connsiteY2" fmla="*/ 0 h 4352281"/>
              <a:gd name="connsiteX0" fmla="*/ 0 w 1285554"/>
              <a:gd name="connsiteY0" fmla="*/ 4352281 h 4352281"/>
              <a:gd name="connsiteX1" fmla="*/ 988769 w 1285554"/>
              <a:gd name="connsiteY1" fmla="*/ 2159206 h 4352281"/>
              <a:gd name="connsiteX2" fmla="*/ 1285554 w 1285554"/>
              <a:gd name="connsiteY2" fmla="*/ 0 h 4352281"/>
              <a:gd name="connsiteX0" fmla="*/ 0 w 1285554"/>
              <a:gd name="connsiteY0" fmla="*/ 4352281 h 4352281"/>
              <a:gd name="connsiteX1" fmla="*/ 988770 w 1285554"/>
              <a:gd name="connsiteY1" fmla="*/ 2159206 h 4352281"/>
              <a:gd name="connsiteX2" fmla="*/ 1285554 w 1285554"/>
              <a:gd name="connsiteY2" fmla="*/ 0 h 4352281"/>
              <a:gd name="connsiteX0" fmla="*/ 0 w 1285554"/>
              <a:gd name="connsiteY0" fmla="*/ 4352281 h 4352281"/>
              <a:gd name="connsiteX1" fmla="*/ 988770 w 1285554"/>
              <a:gd name="connsiteY1" fmla="*/ 2159206 h 4352281"/>
              <a:gd name="connsiteX2" fmla="*/ 1285554 w 1285554"/>
              <a:gd name="connsiteY2" fmla="*/ 0 h 4352281"/>
              <a:gd name="connsiteX0" fmla="*/ 0 w 1285554"/>
              <a:gd name="connsiteY0" fmla="*/ 4352281 h 4352281"/>
              <a:gd name="connsiteX1" fmla="*/ 988770 w 1285554"/>
              <a:gd name="connsiteY1" fmla="*/ 2159206 h 4352281"/>
              <a:gd name="connsiteX2" fmla="*/ 1285554 w 1285554"/>
              <a:gd name="connsiteY2" fmla="*/ 0 h 4352281"/>
              <a:gd name="connsiteX0" fmla="*/ 0 w 1301910"/>
              <a:gd name="connsiteY0" fmla="*/ 4352281 h 4352281"/>
              <a:gd name="connsiteX1" fmla="*/ 988770 w 1301910"/>
              <a:gd name="connsiteY1" fmla="*/ 2159206 h 4352281"/>
              <a:gd name="connsiteX2" fmla="*/ 1285554 w 1301910"/>
              <a:gd name="connsiteY2" fmla="*/ 0 h 4352281"/>
              <a:gd name="connsiteX0" fmla="*/ 0 w 1186609"/>
              <a:gd name="connsiteY0" fmla="*/ 4437154 h 4437154"/>
              <a:gd name="connsiteX1" fmla="*/ 872069 w 1186609"/>
              <a:gd name="connsiteY1" fmla="*/ 2159206 h 4437154"/>
              <a:gd name="connsiteX2" fmla="*/ 1168853 w 1186609"/>
              <a:gd name="connsiteY2" fmla="*/ 0 h 4437154"/>
              <a:gd name="connsiteX0" fmla="*/ 0 w 1193642"/>
              <a:gd name="connsiteY0" fmla="*/ 4437154 h 4437154"/>
              <a:gd name="connsiteX1" fmla="*/ 946333 w 1193642"/>
              <a:gd name="connsiteY1" fmla="*/ 2180424 h 4437154"/>
              <a:gd name="connsiteX2" fmla="*/ 1168853 w 1193642"/>
              <a:gd name="connsiteY2" fmla="*/ 0 h 4437154"/>
              <a:gd name="connsiteX0" fmla="*/ 0 w 1207240"/>
              <a:gd name="connsiteY0" fmla="*/ 4437154 h 4437154"/>
              <a:gd name="connsiteX1" fmla="*/ 1020597 w 1207240"/>
              <a:gd name="connsiteY1" fmla="*/ 2180424 h 4437154"/>
              <a:gd name="connsiteX2" fmla="*/ 1168853 w 1207240"/>
              <a:gd name="connsiteY2" fmla="*/ 0 h 4437154"/>
              <a:gd name="connsiteX0" fmla="*/ 0 w 1193238"/>
              <a:gd name="connsiteY0" fmla="*/ 4437154 h 4437154"/>
              <a:gd name="connsiteX1" fmla="*/ 1020597 w 1193238"/>
              <a:gd name="connsiteY1" fmla="*/ 2180424 h 4437154"/>
              <a:gd name="connsiteX2" fmla="*/ 1168853 w 1193238"/>
              <a:gd name="connsiteY2" fmla="*/ 0 h 4437154"/>
              <a:gd name="connsiteX0" fmla="*/ 0 w 1193237"/>
              <a:gd name="connsiteY0" fmla="*/ 4437154 h 4437154"/>
              <a:gd name="connsiteX1" fmla="*/ 1020597 w 1193237"/>
              <a:gd name="connsiteY1" fmla="*/ 2180424 h 4437154"/>
              <a:gd name="connsiteX2" fmla="*/ 1168853 w 1193237"/>
              <a:gd name="connsiteY2" fmla="*/ 0 h 4437154"/>
            </a:gdLst>
            <a:ahLst/>
            <a:cxnLst>
              <a:cxn ang="0">
                <a:pos x="connsiteX0" y="connsiteY0"/>
              </a:cxn>
              <a:cxn ang="0">
                <a:pos x="connsiteX1" y="connsiteY1"/>
              </a:cxn>
              <a:cxn ang="0">
                <a:pos x="connsiteX2" y="connsiteY2"/>
              </a:cxn>
            </a:cxnLst>
            <a:rect l="l" t="t" r="r" b="b"/>
            <a:pathLst>
              <a:path w="1193237" h="4437154">
                <a:moveTo>
                  <a:pt x="0" y="4437154"/>
                </a:moveTo>
                <a:cubicBezTo>
                  <a:pt x="567612" y="3669711"/>
                  <a:pt x="910663" y="2898732"/>
                  <a:pt x="1020597" y="2180424"/>
                </a:cubicBezTo>
                <a:cubicBezTo>
                  <a:pt x="1130531" y="1462116"/>
                  <a:pt x="1244291" y="538326"/>
                  <a:pt x="1168853" y="0"/>
                </a:cubicBezTo>
              </a:path>
            </a:pathLst>
          </a:custGeom>
          <a:noFill/>
          <a:ln w="38100">
            <a:gradFill>
              <a:gsLst>
                <a:gs pos="0">
                  <a:schemeClr val="accent1">
                    <a:lumMod val="75000"/>
                  </a:schemeClr>
                </a:gs>
                <a:gs pos="100000">
                  <a:schemeClr val="accent1">
                    <a:alpha val="0"/>
                  </a:schemeClr>
                </a:gs>
              </a:gsLst>
              <a:lin ang="5400000" scaled="1"/>
            </a:gra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阿里巴巴普惠体 2 65 Medium" panose="00020600040101010101" pitchFamily="18" charset="-122"/>
              <a:sym typeface="Arial Bold" panose="020B0704020202020204" pitchFamily="34" charset="0"/>
            </a:endParaRPr>
          </a:p>
        </p:txBody>
      </p:sp>
    </p:spTree>
    <p:extLst>
      <p:ext uri="{BB962C8B-B14F-4D97-AF65-F5344CB8AC3E}">
        <p14:creationId xmlns:p14="http://schemas.microsoft.com/office/powerpoint/2010/main" val="2465236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3058E-7997-E1D1-2E08-6D3A12BA5EB0}"/>
            </a:ext>
          </a:extLst>
        </p:cNvPr>
        <p:cNvGrpSpPr/>
        <p:nvPr/>
      </p:nvGrpSpPr>
      <p:grpSpPr>
        <a:xfrm>
          <a:off x="0" y="0"/>
          <a:ext cx="0" cy="0"/>
          <a:chOff x="0" y="0"/>
          <a:chExt cx="0" cy="0"/>
        </a:xfrm>
      </p:grpSpPr>
      <p:sp>
        <p:nvSpPr>
          <p:cNvPr id="3" name="文本占位符 2">
            <a:extLst>
              <a:ext uri="{FF2B5EF4-FFF2-40B4-BE49-F238E27FC236}">
                <a16:creationId xmlns:a16="http://schemas.microsoft.com/office/drawing/2014/main" id="{90838235-C611-AA05-AEEB-631915DB02F6}"/>
              </a:ext>
            </a:extLst>
          </p:cNvPr>
          <p:cNvSpPr txBox="1">
            <a:spLocks/>
          </p:cNvSpPr>
          <p:nvPr/>
        </p:nvSpPr>
        <p:spPr>
          <a:xfrm>
            <a:off x="442913" y="315966"/>
            <a:ext cx="9600579" cy="398571"/>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磁力引擎商业产品地图</a:t>
            </a:r>
          </a:p>
          <a:p>
            <a:endParaRPr lang="zh-CN" altLang="en-US" dirty="0"/>
          </a:p>
        </p:txBody>
      </p:sp>
      <p:sp>
        <p:nvSpPr>
          <p:cNvPr id="11" name="任意多边形: 形状 10">
            <a:extLst>
              <a:ext uri="{FF2B5EF4-FFF2-40B4-BE49-F238E27FC236}">
                <a16:creationId xmlns:a16="http://schemas.microsoft.com/office/drawing/2014/main" id="{B908FDAA-FFC8-E037-3D38-6FD1BA1D30C3}"/>
              </a:ext>
            </a:extLst>
          </p:cNvPr>
          <p:cNvSpPr/>
          <p:nvPr/>
        </p:nvSpPr>
        <p:spPr>
          <a:xfrm rot="18900000" flipH="1">
            <a:off x="4323987" y="3001966"/>
            <a:ext cx="558366" cy="1167496"/>
          </a:xfrm>
          <a:custGeom>
            <a:avLst/>
            <a:gdLst>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Lst>
            <a:ahLst/>
            <a:cxnLst>
              <a:cxn ang="0">
                <a:pos x="connsiteX0" y="connsiteY0"/>
              </a:cxn>
              <a:cxn ang="0">
                <a:pos x="connsiteX1" y="connsiteY1"/>
              </a:cxn>
            </a:cxnLst>
            <a:rect l="l" t="t" r="r" b="b"/>
            <a:pathLst>
              <a:path w="478971" h="1001485">
                <a:moveTo>
                  <a:pt x="478971" y="1001485"/>
                </a:moveTo>
                <a:cubicBezTo>
                  <a:pt x="425994" y="606697"/>
                  <a:pt x="273957" y="288108"/>
                  <a:pt x="0" y="0"/>
                </a:cubicBezTo>
              </a:path>
            </a:pathLst>
          </a:custGeom>
          <a:noFill/>
          <a:ln>
            <a:solidFill>
              <a:schemeClr val="bg2">
                <a:lumMod val="90000"/>
              </a:schemeClr>
            </a:solidFill>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M" panose="00020600040101010101" pitchFamily="18" charset="-122"/>
              <a:ea typeface="OPPOSans M" panose="00020600040101010101" pitchFamily="18" charset="-122"/>
              <a:cs typeface="OPPOSans M" panose="00020600040101010101" pitchFamily="18" charset="-122"/>
            </a:endParaRPr>
          </a:p>
        </p:txBody>
      </p:sp>
      <p:sp>
        <p:nvSpPr>
          <p:cNvPr id="12" name="任意多边形: 形状 11">
            <a:extLst>
              <a:ext uri="{FF2B5EF4-FFF2-40B4-BE49-F238E27FC236}">
                <a16:creationId xmlns:a16="http://schemas.microsoft.com/office/drawing/2014/main" id="{35E5FC59-3BF4-1E3F-2BC3-042C71B5ACD5}"/>
              </a:ext>
            </a:extLst>
          </p:cNvPr>
          <p:cNvSpPr/>
          <p:nvPr/>
        </p:nvSpPr>
        <p:spPr>
          <a:xfrm rot="4066694">
            <a:off x="2906445" y="2864585"/>
            <a:ext cx="558368" cy="1167494"/>
          </a:xfrm>
          <a:custGeom>
            <a:avLst/>
            <a:gdLst>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Lst>
            <a:ahLst/>
            <a:cxnLst>
              <a:cxn ang="0">
                <a:pos x="connsiteX0" y="connsiteY0"/>
              </a:cxn>
              <a:cxn ang="0">
                <a:pos x="connsiteX1" y="connsiteY1"/>
              </a:cxn>
            </a:cxnLst>
            <a:rect l="l" t="t" r="r" b="b"/>
            <a:pathLst>
              <a:path w="478971" h="1001485">
                <a:moveTo>
                  <a:pt x="478971" y="1001485"/>
                </a:moveTo>
                <a:cubicBezTo>
                  <a:pt x="425994" y="606697"/>
                  <a:pt x="273957" y="288108"/>
                  <a:pt x="0" y="0"/>
                </a:cubicBezTo>
              </a:path>
            </a:pathLst>
          </a:custGeom>
          <a:noFill/>
          <a:ln>
            <a:solidFill>
              <a:schemeClr val="bg2">
                <a:lumMod val="90000"/>
              </a:schemeClr>
            </a:solidFill>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M" panose="00020600040101010101" pitchFamily="18" charset="-122"/>
              <a:ea typeface="OPPOSans M" panose="00020600040101010101" pitchFamily="18" charset="-122"/>
              <a:cs typeface="OPPOSans M" panose="00020600040101010101" pitchFamily="18" charset="-122"/>
            </a:endParaRPr>
          </a:p>
        </p:txBody>
      </p:sp>
      <p:sp>
        <p:nvSpPr>
          <p:cNvPr id="13" name="任意多边形: 形状 12">
            <a:extLst>
              <a:ext uri="{FF2B5EF4-FFF2-40B4-BE49-F238E27FC236}">
                <a16:creationId xmlns:a16="http://schemas.microsoft.com/office/drawing/2014/main" id="{8A5ADC7E-3CD7-2A03-59A6-7FBCDA9E0829}"/>
              </a:ext>
            </a:extLst>
          </p:cNvPr>
          <p:cNvSpPr/>
          <p:nvPr/>
        </p:nvSpPr>
        <p:spPr>
          <a:xfrm rot="16389012" flipH="1">
            <a:off x="8032672" y="2597240"/>
            <a:ext cx="558368" cy="1167496"/>
          </a:xfrm>
          <a:custGeom>
            <a:avLst/>
            <a:gdLst>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Lst>
            <a:ahLst/>
            <a:cxnLst>
              <a:cxn ang="0">
                <a:pos x="connsiteX0" y="connsiteY0"/>
              </a:cxn>
              <a:cxn ang="0">
                <a:pos x="connsiteX1" y="connsiteY1"/>
              </a:cxn>
            </a:cxnLst>
            <a:rect l="l" t="t" r="r" b="b"/>
            <a:pathLst>
              <a:path w="478971" h="1001485">
                <a:moveTo>
                  <a:pt x="478971" y="1001485"/>
                </a:moveTo>
                <a:cubicBezTo>
                  <a:pt x="425994" y="606697"/>
                  <a:pt x="273957" y="288108"/>
                  <a:pt x="0" y="0"/>
                </a:cubicBezTo>
              </a:path>
            </a:pathLst>
          </a:custGeom>
          <a:noFill/>
          <a:ln>
            <a:solidFill>
              <a:schemeClr val="bg2">
                <a:lumMod val="90000"/>
              </a:schemeClr>
            </a:solidFill>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M" panose="00020600040101010101" pitchFamily="18" charset="-122"/>
              <a:ea typeface="OPPOSans M" panose="00020600040101010101" pitchFamily="18" charset="-122"/>
              <a:cs typeface="OPPOSans M" panose="00020600040101010101" pitchFamily="18" charset="-122"/>
            </a:endParaRPr>
          </a:p>
        </p:txBody>
      </p:sp>
      <p:sp>
        <p:nvSpPr>
          <p:cNvPr id="14" name="任意多边形: 形状 13">
            <a:extLst>
              <a:ext uri="{FF2B5EF4-FFF2-40B4-BE49-F238E27FC236}">
                <a16:creationId xmlns:a16="http://schemas.microsoft.com/office/drawing/2014/main" id="{B1C6DDD1-E4A9-24D7-E064-4C06F1EF3BA1}"/>
              </a:ext>
            </a:extLst>
          </p:cNvPr>
          <p:cNvSpPr/>
          <p:nvPr/>
        </p:nvSpPr>
        <p:spPr>
          <a:xfrm rot="1135275">
            <a:off x="7143471" y="3140420"/>
            <a:ext cx="558368" cy="1167494"/>
          </a:xfrm>
          <a:custGeom>
            <a:avLst/>
            <a:gdLst>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Lst>
            <a:ahLst/>
            <a:cxnLst>
              <a:cxn ang="0">
                <a:pos x="connsiteX0" y="connsiteY0"/>
              </a:cxn>
              <a:cxn ang="0">
                <a:pos x="connsiteX1" y="connsiteY1"/>
              </a:cxn>
            </a:cxnLst>
            <a:rect l="l" t="t" r="r" b="b"/>
            <a:pathLst>
              <a:path w="478971" h="1001485">
                <a:moveTo>
                  <a:pt x="478971" y="1001485"/>
                </a:moveTo>
                <a:cubicBezTo>
                  <a:pt x="304483" y="643874"/>
                  <a:pt x="203474" y="343595"/>
                  <a:pt x="0" y="0"/>
                </a:cubicBezTo>
              </a:path>
            </a:pathLst>
          </a:custGeom>
          <a:noFill/>
          <a:ln>
            <a:solidFill>
              <a:schemeClr val="bg2">
                <a:lumMod val="90000"/>
              </a:schemeClr>
            </a:solidFill>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M" panose="00020600040101010101" pitchFamily="18" charset="-122"/>
              <a:ea typeface="OPPOSans M" panose="00020600040101010101" pitchFamily="18" charset="-122"/>
              <a:cs typeface="OPPOSans M" panose="00020600040101010101" pitchFamily="18" charset="-122"/>
            </a:endParaRPr>
          </a:p>
        </p:txBody>
      </p:sp>
      <p:sp>
        <p:nvSpPr>
          <p:cNvPr id="15" name="任意多边形: 形状 14">
            <a:extLst>
              <a:ext uri="{FF2B5EF4-FFF2-40B4-BE49-F238E27FC236}">
                <a16:creationId xmlns:a16="http://schemas.microsoft.com/office/drawing/2014/main" id="{DBDEA9C5-9FD5-4429-FA1D-1B8E94EC0AE8}"/>
              </a:ext>
            </a:extLst>
          </p:cNvPr>
          <p:cNvSpPr/>
          <p:nvPr/>
        </p:nvSpPr>
        <p:spPr>
          <a:xfrm rot="5030073">
            <a:off x="6042034" y="2656806"/>
            <a:ext cx="558368" cy="1167494"/>
          </a:xfrm>
          <a:custGeom>
            <a:avLst/>
            <a:gdLst>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 name="connsiteX0" fmla="*/ 478971 w 478971"/>
              <a:gd name="connsiteY0" fmla="*/ 1001485 h 1001485"/>
              <a:gd name="connsiteX1" fmla="*/ 0 w 478971"/>
              <a:gd name="connsiteY1" fmla="*/ 0 h 1001485"/>
            </a:gdLst>
            <a:ahLst/>
            <a:cxnLst>
              <a:cxn ang="0">
                <a:pos x="connsiteX0" y="connsiteY0"/>
              </a:cxn>
              <a:cxn ang="0">
                <a:pos x="connsiteX1" y="connsiteY1"/>
              </a:cxn>
            </a:cxnLst>
            <a:rect l="l" t="t" r="r" b="b"/>
            <a:pathLst>
              <a:path w="478971" h="1001485">
                <a:moveTo>
                  <a:pt x="478971" y="1001485"/>
                </a:moveTo>
                <a:cubicBezTo>
                  <a:pt x="425994" y="606697"/>
                  <a:pt x="273957" y="288108"/>
                  <a:pt x="0" y="0"/>
                </a:cubicBezTo>
              </a:path>
            </a:pathLst>
          </a:custGeom>
          <a:noFill/>
          <a:ln>
            <a:solidFill>
              <a:schemeClr val="bg2">
                <a:lumMod val="90000"/>
              </a:schemeClr>
            </a:solidFill>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M" panose="00020600040101010101" pitchFamily="18" charset="-122"/>
              <a:ea typeface="OPPOSans M" panose="00020600040101010101" pitchFamily="18" charset="-122"/>
              <a:cs typeface="OPPOSans M" panose="00020600040101010101" pitchFamily="18" charset="-122"/>
            </a:endParaRPr>
          </a:p>
        </p:txBody>
      </p:sp>
      <p:sp>
        <p:nvSpPr>
          <p:cNvPr id="16" name="不完整圆 235">
            <a:extLst>
              <a:ext uri="{FF2B5EF4-FFF2-40B4-BE49-F238E27FC236}">
                <a16:creationId xmlns:a16="http://schemas.microsoft.com/office/drawing/2014/main" id="{CFD7D9AC-1A9A-DA57-4153-3E9DC16F1D1A}"/>
              </a:ext>
            </a:extLst>
          </p:cNvPr>
          <p:cNvSpPr/>
          <p:nvPr/>
        </p:nvSpPr>
        <p:spPr>
          <a:xfrm>
            <a:off x="570234" y="5714198"/>
            <a:ext cx="11043200" cy="667518"/>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solidFill>
            <a:schemeClr val="accent1">
              <a:lumMod val="20000"/>
              <a:lumOff val="80000"/>
              <a:alpha val="20000"/>
            </a:schemeClr>
          </a:solidFill>
          <a:ln w="12700">
            <a:gradFill flip="none" rotWithShape="1">
              <a:gsLst>
                <a:gs pos="0">
                  <a:schemeClr val="accent1">
                    <a:alpha val="0"/>
                  </a:schemeClr>
                </a:gs>
                <a:gs pos="100000">
                  <a:schemeClr val="accent1">
                    <a:lumMod val="98000"/>
                    <a:lumOff val="2000"/>
                  </a:schemeClr>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M" panose="00020600040101010101" pitchFamily="18" charset="-122"/>
              <a:ea typeface="OPPOSans M" panose="00020600040101010101" pitchFamily="18" charset="-122"/>
              <a:cs typeface="OPPOSans M" panose="00020600040101010101" pitchFamily="18" charset="-122"/>
            </a:endParaRPr>
          </a:p>
        </p:txBody>
      </p:sp>
      <p:sp>
        <p:nvSpPr>
          <p:cNvPr id="17" name="不完整圆 235">
            <a:extLst>
              <a:ext uri="{FF2B5EF4-FFF2-40B4-BE49-F238E27FC236}">
                <a16:creationId xmlns:a16="http://schemas.microsoft.com/office/drawing/2014/main" id="{EF9F47EA-435C-A12D-9A93-16D0E5D795A2}"/>
              </a:ext>
            </a:extLst>
          </p:cNvPr>
          <p:cNvSpPr/>
          <p:nvPr/>
        </p:nvSpPr>
        <p:spPr>
          <a:xfrm>
            <a:off x="1190866" y="3473547"/>
            <a:ext cx="9275946" cy="54898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a:gsLst>
              <a:gs pos="0">
                <a:schemeClr val="accent1">
                  <a:lumMod val="20000"/>
                  <a:lumOff val="80000"/>
                  <a:alpha val="0"/>
                </a:schemeClr>
              </a:gs>
              <a:gs pos="100000">
                <a:schemeClr val="accent1">
                  <a:lumMod val="20000"/>
                  <a:lumOff val="80000"/>
                  <a:alpha val="50000"/>
                </a:schemeClr>
              </a:gs>
            </a:gsLst>
            <a:lin ang="5400000" scaled="1"/>
          </a:gradFill>
          <a:ln w="25400">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prstClr val="white"/>
              </a:solidFill>
              <a:latin typeface="Helvetica"/>
            </a:endParaRPr>
          </a:p>
        </p:txBody>
      </p:sp>
      <p:sp>
        <p:nvSpPr>
          <p:cNvPr id="18" name="不完整圆 235">
            <a:extLst>
              <a:ext uri="{FF2B5EF4-FFF2-40B4-BE49-F238E27FC236}">
                <a16:creationId xmlns:a16="http://schemas.microsoft.com/office/drawing/2014/main" id="{4CC98EA7-A851-BC36-4E44-606564530041}"/>
              </a:ext>
            </a:extLst>
          </p:cNvPr>
          <p:cNvSpPr/>
          <p:nvPr/>
        </p:nvSpPr>
        <p:spPr>
          <a:xfrm>
            <a:off x="1932308" y="5605180"/>
            <a:ext cx="8319052" cy="50724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solidFill>
            <a:schemeClr val="accent1">
              <a:lumMod val="20000"/>
              <a:lumOff val="80000"/>
              <a:alpha val="20000"/>
            </a:schemeClr>
          </a:solidFill>
          <a:ln w="76200">
            <a:gradFill flip="none" rotWithShape="1">
              <a:gsLst>
                <a:gs pos="0">
                  <a:schemeClr val="accent1">
                    <a:alpha val="0"/>
                  </a:schemeClr>
                </a:gs>
                <a:gs pos="100000">
                  <a:schemeClr val="accent1"/>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OPPOSans M" panose="00020600040101010101" pitchFamily="18" charset="-122"/>
              <a:ea typeface="OPPOSans M" panose="00020600040101010101" pitchFamily="18" charset="-122"/>
              <a:cs typeface="OPPOSans M" panose="00020600040101010101" pitchFamily="18" charset="-122"/>
            </a:endParaRPr>
          </a:p>
        </p:txBody>
      </p:sp>
      <p:sp>
        <p:nvSpPr>
          <p:cNvPr id="19" name="不完整圆 235">
            <a:extLst>
              <a:ext uri="{FF2B5EF4-FFF2-40B4-BE49-F238E27FC236}">
                <a16:creationId xmlns:a16="http://schemas.microsoft.com/office/drawing/2014/main" id="{BEF5D9FF-DA72-E660-B8C5-F1F723230199}"/>
              </a:ext>
            </a:extLst>
          </p:cNvPr>
          <p:cNvSpPr/>
          <p:nvPr/>
        </p:nvSpPr>
        <p:spPr>
          <a:xfrm>
            <a:off x="1249355" y="3370259"/>
            <a:ext cx="9275946" cy="54898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a:gsLst>
              <a:gs pos="0">
                <a:schemeClr val="accent1">
                  <a:lumMod val="20000"/>
                  <a:lumOff val="80000"/>
                  <a:alpha val="0"/>
                </a:schemeClr>
              </a:gs>
              <a:gs pos="100000">
                <a:schemeClr val="accent1">
                  <a:lumMod val="20000"/>
                  <a:lumOff val="80000"/>
                  <a:alpha val="50000"/>
                </a:schemeClr>
              </a:gs>
            </a:gsLst>
            <a:lin ang="5400000" scaled="1"/>
          </a:gradFill>
          <a:ln w="25400">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prstClr val="white"/>
              </a:solidFill>
              <a:latin typeface="Helvetica"/>
            </a:endParaRPr>
          </a:p>
        </p:txBody>
      </p:sp>
      <p:sp>
        <p:nvSpPr>
          <p:cNvPr id="20" name="不完整圆 235">
            <a:extLst>
              <a:ext uri="{FF2B5EF4-FFF2-40B4-BE49-F238E27FC236}">
                <a16:creationId xmlns:a16="http://schemas.microsoft.com/office/drawing/2014/main" id="{8824F985-0BC3-6368-9749-0481933F4097}"/>
              </a:ext>
            </a:extLst>
          </p:cNvPr>
          <p:cNvSpPr/>
          <p:nvPr/>
        </p:nvSpPr>
        <p:spPr>
          <a:xfrm>
            <a:off x="1190866" y="3246200"/>
            <a:ext cx="9275946" cy="54898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a:gsLst>
              <a:gs pos="0">
                <a:schemeClr val="accent1">
                  <a:lumMod val="20000"/>
                  <a:lumOff val="80000"/>
                  <a:alpha val="0"/>
                </a:schemeClr>
              </a:gs>
              <a:gs pos="100000">
                <a:schemeClr val="accent1">
                  <a:lumMod val="20000"/>
                  <a:lumOff val="80000"/>
                  <a:alpha val="50000"/>
                </a:schemeClr>
              </a:gs>
            </a:gsLst>
            <a:lin ang="5400000" scaled="1"/>
          </a:gradFill>
          <a:ln w="25400">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prstClr val="white"/>
              </a:solidFill>
              <a:latin typeface="Helvetica"/>
            </a:endParaRPr>
          </a:p>
        </p:txBody>
      </p:sp>
      <p:grpSp>
        <p:nvGrpSpPr>
          <p:cNvPr id="22" name="组合 21">
            <a:extLst>
              <a:ext uri="{FF2B5EF4-FFF2-40B4-BE49-F238E27FC236}">
                <a16:creationId xmlns:a16="http://schemas.microsoft.com/office/drawing/2014/main" id="{EE3190A6-C23F-A871-6E10-48B092F9B889}"/>
              </a:ext>
            </a:extLst>
          </p:cNvPr>
          <p:cNvGrpSpPr/>
          <p:nvPr/>
        </p:nvGrpSpPr>
        <p:grpSpPr>
          <a:xfrm>
            <a:off x="2517234" y="4249258"/>
            <a:ext cx="1528086" cy="1965164"/>
            <a:chOff x="3339603" y="3907317"/>
            <a:chExt cx="1367194" cy="1758253"/>
          </a:xfrm>
        </p:grpSpPr>
        <p:sp>
          <p:nvSpPr>
            <p:cNvPr id="23" name="任意多边形: 形状 22">
              <a:extLst>
                <a:ext uri="{FF2B5EF4-FFF2-40B4-BE49-F238E27FC236}">
                  <a16:creationId xmlns:a16="http://schemas.microsoft.com/office/drawing/2014/main" id="{7445FA37-295F-E7A5-681B-0CF41F3DB975}"/>
                </a:ext>
              </a:extLst>
            </p:cNvPr>
            <p:cNvSpPr/>
            <p:nvPr/>
          </p:nvSpPr>
          <p:spPr>
            <a:xfrm>
              <a:off x="3339603" y="3907317"/>
              <a:ext cx="1367194" cy="1758253"/>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0"/>
                  </a:schemeClr>
                </a:gs>
                <a:gs pos="46000">
                  <a:schemeClr val="accent1">
                    <a:alpha val="13000"/>
                  </a:schemeClr>
                </a:gs>
                <a:gs pos="100000">
                  <a:schemeClr val="accent1">
                    <a:alpha val="44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OPPOSans M" panose="00020600040101010101" pitchFamily="18" charset="-122"/>
                <a:ea typeface="OPPOSans M" panose="00020600040101010101" pitchFamily="18" charset="-122"/>
                <a:cs typeface="OPPOSans M" panose="00020600040101010101" pitchFamily="18" charset="-122"/>
              </a:endParaRPr>
            </a:p>
          </p:txBody>
        </p:sp>
        <p:sp>
          <p:nvSpPr>
            <p:cNvPr id="24" name="文本框 23">
              <a:extLst>
                <a:ext uri="{FF2B5EF4-FFF2-40B4-BE49-F238E27FC236}">
                  <a16:creationId xmlns:a16="http://schemas.microsoft.com/office/drawing/2014/main" id="{E569F541-DFC2-5404-596C-9A63C73C6F00}"/>
                </a:ext>
              </a:extLst>
            </p:cNvPr>
            <p:cNvSpPr txBox="1"/>
            <p:nvPr/>
          </p:nvSpPr>
          <p:spPr>
            <a:xfrm>
              <a:off x="3714037" y="4215974"/>
              <a:ext cx="564328" cy="1073947"/>
            </a:xfrm>
            <a:prstGeom prst="rect">
              <a:avLst/>
            </a:prstGeom>
            <a:noFill/>
          </p:spPr>
          <p:txBody>
            <a:bodyPr wrap="square" rtlCol="0">
              <a:spAutoFit/>
            </a:bodyPr>
            <a:lstStyle/>
            <a:p>
              <a:pPr algn="ctr"/>
              <a:r>
                <a:rPr lang="zh-CN" altLang="en-US" b="1" dirty="0">
                  <a:gradFill flip="none" rotWithShape="1">
                    <a:gsLst>
                      <a:gs pos="0">
                        <a:schemeClr val="accent1"/>
                      </a:gs>
                      <a:gs pos="100000">
                        <a:schemeClr val="accent1">
                          <a:lumMod val="75000"/>
                        </a:schemeClr>
                      </a:gs>
                    </a:gsLst>
                    <a:lin ang="2700000" scaled="1"/>
                    <a:tileRect/>
                  </a:gradFill>
                  <a:latin typeface="OPPOSans M" panose="00020600040101010101" pitchFamily="18" charset="-122"/>
                  <a:ea typeface="OPPOSans M" panose="00020600040101010101" pitchFamily="18" charset="-122"/>
                  <a:cs typeface="OPPOSans M" panose="00020600040101010101" pitchFamily="18" charset="-122"/>
                </a:rPr>
                <a:t>跨城地网</a:t>
              </a:r>
            </a:p>
          </p:txBody>
        </p:sp>
      </p:grpSp>
      <p:grpSp>
        <p:nvGrpSpPr>
          <p:cNvPr id="25" name="组合 24">
            <a:extLst>
              <a:ext uri="{FF2B5EF4-FFF2-40B4-BE49-F238E27FC236}">
                <a16:creationId xmlns:a16="http://schemas.microsoft.com/office/drawing/2014/main" id="{F08A926C-6BBA-96E5-F774-6B70C49AC719}"/>
              </a:ext>
            </a:extLst>
          </p:cNvPr>
          <p:cNvGrpSpPr/>
          <p:nvPr/>
        </p:nvGrpSpPr>
        <p:grpSpPr>
          <a:xfrm>
            <a:off x="3921690" y="4249258"/>
            <a:ext cx="1528086" cy="1965164"/>
            <a:chOff x="3339603" y="3907317"/>
            <a:chExt cx="1367194" cy="1758253"/>
          </a:xfrm>
        </p:grpSpPr>
        <p:sp>
          <p:nvSpPr>
            <p:cNvPr id="26" name="任意多边形: 形状 25">
              <a:extLst>
                <a:ext uri="{FF2B5EF4-FFF2-40B4-BE49-F238E27FC236}">
                  <a16:creationId xmlns:a16="http://schemas.microsoft.com/office/drawing/2014/main" id="{812A5339-019A-B290-FD43-D811A32C2B8C}"/>
                </a:ext>
              </a:extLst>
            </p:cNvPr>
            <p:cNvSpPr/>
            <p:nvPr/>
          </p:nvSpPr>
          <p:spPr>
            <a:xfrm>
              <a:off x="3339603" y="3907317"/>
              <a:ext cx="1367194" cy="1758253"/>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0"/>
                  </a:schemeClr>
                </a:gs>
                <a:gs pos="46000">
                  <a:schemeClr val="accent1">
                    <a:alpha val="13000"/>
                  </a:schemeClr>
                </a:gs>
                <a:gs pos="100000">
                  <a:schemeClr val="accent1">
                    <a:alpha val="44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OPPOSans M" panose="00020600040101010101" pitchFamily="18" charset="-122"/>
                <a:ea typeface="OPPOSans M" panose="00020600040101010101" pitchFamily="18" charset="-122"/>
                <a:cs typeface="OPPOSans M" panose="00020600040101010101" pitchFamily="18" charset="-122"/>
              </a:endParaRPr>
            </a:p>
          </p:txBody>
        </p:sp>
        <p:sp>
          <p:nvSpPr>
            <p:cNvPr id="27" name="文本框 26">
              <a:extLst>
                <a:ext uri="{FF2B5EF4-FFF2-40B4-BE49-F238E27FC236}">
                  <a16:creationId xmlns:a16="http://schemas.microsoft.com/office/drawing/2014/main" id="{78D483F9-BB87-C83A-F9F9-BAB4B8A5DE8D}"/>
                </a:ext>
              </a:extLst>
            </p:cNvPr>
            <p:cNvSpPr txBox="1"/>
            <p:nvPr/>
          </p:nvSpPr>
          <p:spPr>
            <a:xfrm>
              <a:off x="3714037" y="4215974"/>
              <a:ext cx="564328" cy="1073947"/>
            </a:xfrm>
            <a:prstGeom prst="rect">
              <a:avLst/>
            </a:prstGeom>
            <a:noFill/>
          </p:spPr>
          <p:txBody>
            <a:bodyPr wrap="square" rtlCol="0">
              <a:spAutoFit/>
            </a:bodyPr>
            <a:lstStyle/>
            <a:p>
              <a:pPr algn="ctr"/>
              <a:r>
                <a:rPr lang="zh-CN" altLang="en-US" b="1" dirty="0">
                  <a:gradFill flip="none" rotWithShape="1">
                    <a:gsLst>
                      <a:gs pos="0">
                        <a:schemeClr val="accent1"/>
                      </a:gs>
                      <a:gs pos="100000">
                        <a:schemeClr val="accent1">
                          <a:lumMod val="75000"/>
                        </a:schemeClr>
                      </a:gs>
                    </a:gsLst>
                    <a:lin ang="2700000" scaled="1"/>
                    <a:tileRect/>
                  </a:gradFill>
                  <a:latin typeface="OPPOSans M" panose="00020600040101010101" pitchFamily="18" charset="-122"/>
                  <a:ea typeface="OPPOSans M" panose="00020600040101010101" pitchFamily="18" charset="-122"/>
                  <a:cs typeface="OPPOSans M" panose="00020600040101010101" pitchFamily="18" charset="-122"/>
                </a:rPr>
                <a:t>跨城空网</a:t>
              </a:r>
            </a:p>
          </p:txBody>
        </p:sp>
      </p:grpSp>
      <p:grpSp>
        <p:nvGrpSpPr>
          <p:cNvPr id="28" name="组合 27">
            <a:extLst>
              <a:ext uri="{FF2B5EF4-FFF2-40B4-BE49-F238E27FC236}">
                <a16:creationId xmlns:a16="http://schemas.microsoft.com/office/drawing/2014/main" id="{48E7A03B-2225-5030-03BC-54D03114B91B}"/>
              </a:ext>
            </a:extLst>
          </p:cNvPr>
          <p:cNvGrpSpPr/>
          <p:nvPr/>
        </p:nvGrpSpPr>
        <p:grpSpPr>
          <a:xfrm>
            <a:off x="5326146" y="4249258"/>
            <a:ext cx="1528086" cy="1965164"/>
            <a:chOff x="3339603" y="3907317"/>
            <a:chExt cx="1367194" cy="1758253"/>
          </a:xfrm>
        </p:grpSpPr>
        <p:sp>
          <p:nvSpPr>
            <p:cNvPr id="29" name="任意多边形: 形状 28">
              <a:extLst>
                <a:ext uri="{FF2B5EF4-FFF2-40B4-BE49-F238E27FC236}">
                  <a16:creationId xmlns:a16="http://schemas.microsoft.com/office/drawing/2014/main" id="{F337B1C4-D33B-E5FD-9A2F-CD1BFF72FB6A}"/>
                </a:ext>
              </a:extLst>
            </p:cNvPr>
            <p:cNvSpPr/>
            <p:nvPr/>
          </p:nvSpPr>
          <p:spPr>
            <a:xfrm>
              <a:off x="3339603" y="3907317"/>
              <a:ext cx="1367194" cy="1758253"/>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2">
                    <a:alpha val="0"/>
                  </a:schemeClr>
                </a:gs>
                <a:gs pos="46000">
                  <a:schemeClr val="accent2">
                    <a:alpha val="13000"/>
                  </a:schemeClr>
                </a:gs>
                <a:gs pos="100000">
                  <a:schemeClr val="accent2">
                    <a:alpha val="44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OPPOSans M" panose="00020600040101010101" pitchFamily="18" charset="-122"/>
                <a:ea typeface="OPPOSans M" panose="00020600040101010101" pitchFamily="18" charset="-122"/>
                <a:cs typeface="OPPOSans M" panose="00020600040101010101" pitchFamily="18" charset="-122"/>
              </a:endParaRPr>
            </a:p>
          </p:txBody>
        </p:sp>
        <p:sp>
          <p:nvSpPr>
            <p:cNvPr id="30" name="文本框 29">
              <a:extLst>
                <a:ext uri="{FF2B5EF4-FFF2-40B4-BE49-F238E27FC236}">
                  <a16:creationId xmlns:a16="http://schemas.microsoft.com/office/drawing/2014/main" id="{763745CF-4A61-B45B-62A1-D3A27D26B404}"/>
                </a:ext>
              </a:extLst>
            </p:cNvPr>
            <p:cNvSpPr txBox="1"/>
            <p:nvPr/>
          </p:nvSpPr>
          <p:spPr>
            <a:xfrm>
              <a:off x="3714037" y="4215974"/>
              <a:ext cx="564328" cy="1073947"/>
            </a:xfrm>
            <a:prstGeom prst="rect">
              <a:avLst/>
            </a:prstGeom>
            <a:noFill/>
          </p:spPr>
          <p:txBody>
            <a:bodyPr wrap="square" rtlCol="0">
              <a:spAutoFit/>
            </a:bodyPr>
            <a:lstStyle/>
            <a:p>
              <a:pPr algn="ctr"/>
              <a:r>
                <a:rPr lang="zh-CN" altLang="en-US" b="1" dirty="0">
                  <a:gradFill flip="none" rotWithShape="1">
                    <a:gsLst>
                      <a:gs pos="0">
                        <a:schemeClr val="accent2"/>
                      </a:gs>
                      <a:gs pos="100000">
                        <a:schemeClr val="accent2">
                          <a:lumMod val="75000"/>
                        </a:schemeClr>
                      </a:gs>
                    </a:gsLst>
                    <a:lin ang="2700000" scaled="1"/>
                    <a:tileRect/>
                  </a:gradFill>
                  <a:latin typeface="OPPOSans M" panose="00020600040101010101" pitchFamily="18" charset="-122"/>
                  <a:ea typeface="OPPOSans M" panose="00020600040101010101" pitchFamily="18" charset="-122"/>
                  <a:cs typeface="OPPOSans M" panose="00020600040101010101" pitchFamily="18" charset="-122"/>
                </a:rPr>
                <a:t>本地生活</a:t>
              </a:r>
            </a:p>
          </p:txBody>
        </p:sp>
      </p:grpSp>
      <p:grpSp>
        <p:nvGrpSpPr>
          <p:cNvPr id="31" name="组合 30">
            <a:extLst>
              <a:ext uri="{FF2B5EF4-FFF2-40B4-BE49-F238E27FC236}">
                <a16:creationId xmlns:a16="http://schemas.microsoft.com/office/drawing/2014/main" id="{D41E0DE9-DCF7-3600-0098-689F52F4B3C1}"/>
              </a:ext>
            </a:extLst>
          </p:cNvPr>
          <p:cNvGrpSpPr/>
          <p:nvPr/>
        </p:nvGrpSpPr>
        <p:grpSpPr>
          <a:xfrm>
            <a:off x="6730602" y="4249258"/>
            <a:ext cx="1528086" cy="1965164"/>
            <a:chOff x="3339603" y="3907317"/>
            <a:chExt cx="1367194" cy="1758253"/>
          </a:xfrm>
        </p:grpSpPr>
        <p:sp>
          <p:nvSpPr>
            <p:cNvPr id="32" name="任意多边形: 形状 31">
              <a:extLst>
                <a:ext uri="{FF2B5EF4-FFF2-40B4-BE49-F238E27FC236}">
                  <a16:creationId xmlns:a16="http://schemas.microsoft.com/office/drawing/2014/main" id="{3B0DA753-8B88-1D0A-E4C8-455B49FE7197}"/>
                </a:ext>
              </a:extLst>
            </p:cNvPr>
            <p:cNvSpPr/>
            <p:nvPr/>
          </p:nvSpPr>
          <p:spPr>
            <a:xfrm>
              <a:off x="3339603" y="3907317"/>
              <a:ext cx="1367194" cy="1758253"/>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2">
                    <a:alpha val="0"/>
                  </a:schemeClr>
                </a:gs>
                <a:gs pos="46000">
                  <a:schemeClr val="accent2">
                    <a:alpha val="13000"/>
                  </a:schemeClr>
                </a:gs>
                <a:gs pos="100000">
                  <a:schemeClr val="accent2">
                    <a:alpha val="44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OPPOSans M" panose="00020600040101010101" pitchFamily="18" charset="-122"/>
                <a:ea typeface="OPPOSans M" panose="00020600040101010101" pitchFamily="18" charset="-122"/>
                <a:cs typeface="OPPOSans M" panose="00020600040101010101" pitchFamily="18" charset="-122"/>
              </a:endParaRPr>
            </a:p>
          </p:txBody>
        </p:sp>
        <p:sp>
          <p:nvSpPr>
            <p:cNvPr id="33" name="文本框 32">
              <a:extLst>
                <a:ext uri="{FF2B5EF4-FFF2-40B4-BE49-F238E27FC236}">
                  <a16:creationId xmlns:a16="http://schemas.microsoft.com/office/drawing/2014/main" id="{B9DDF42A-DE91-304F-3D46-4597AA990C1A}"/>
                </a:ext>
              </a:extLst>
            </p:cNvPr>
            <p:cNvSpPr txBox="1"/>
            <p:nvPr/>
          </p:nvSpPr>
          <p:spPr>
            <a:xfrm>
              <a:off x="3714037" y="4215974"/>
              <a:ext cx="564328" cy="1073947"/>
            </a:xfrm>
            <a:prstGeom prst="rect">
              <a:avLst/>
            </a:prstGeom>
            <a:noFill/>
          </p:spPr>
          <p:txBody>
            <a:bodyPr wrap="square" rtlCol="0">
              <a:spAutoFit/>
            </a:bodyPr>
            <a:lstStyle/>
            <a:p>
              <a:pPr algn="ctr"/>
              <a:r>
                <a:rPr lang="zh-CN" altLang="en-US" b="1" dirty="0">
                  <a:gradFill flip="none" rotWithShape="1">
                    <a:gsLst>
                      <a:gs pos="0">
                        <a:schemeClr val="accent2"/>
                      </a:gs>
                      <a:gs pos="100000">
                        <a:schemeClr val="accent2">
                          <a:lumMod val="75000"/>
                        </a:schemeClr>
                      </a:gs>
                    </a:gsLst>
                    <a:lin ang="2700000" scaled="1"/>
                    <a:tileRect/>
                  </a:gradFill>
                  <a:latin typeface="OPPOSans M" panose="00020600040101010101" pitchFamily="18" charset="-122"/>
                  <a:ea typeface="OPPOSans M" panose="00020600040101010101" pitchFamily="18" charset="-122"/>
                  <a:cs typeface="OPPOSans M" panose="00020600040101010101" pitchFamily="18" charset="-122"/>
                </a:rPr>
                <a:t>本地收派</a:t>
              </a:r>
            </a:p>
          </p:txBody>
        </p:sp>
      </p:grpSp>
      <p:grpSp>
        <p:nvGrpSpPr>
          <p:cNvPr id="34" name="组合 33">
            <a:extLst>
              <a:ext uri="{FF2B5EF4-FFF2-40B4-BE49-F238E27FC236}">
                <a16:creationId xmlns:a16="http://schemas.microsoft.com/office/drawing/2014/main" id="{4F57A289-357E-A1A6-790E-5A9C1FC3B11E}"/>
              </a:ext>
            </a:extLst>
          </p:cNvPr>
          <p:cNvGrpSpPr/>
          <p:nvPr/>
        </p:nvGrpSpPr>
        <p:grpSpPr>
          <a:xfrm>
            <a:off x="8135058" y="4216751"/>
            <a:ext cx="1528086" cy="1965164"/>
            <a:chOff x="3339603" y="3907317"/>
            <a:chExt cx="1367194" cy="1758253"/>
          </a:xfrm>
        </p:grpSpPr>
        <p:sp>
          <p:nvSpPr>
            <p:cNvPr id="35" name="任意多边形: 形状 34">
              <a:extLst>
                <a:ext uri="{FF2B5EF4-FFF2-40B4-BE49-F238E27FC236}">
                  <a16:creationId xmlns:a16="http://schemas.microsoft.com/office/drawing/2014/main" id="{ED0DEDF4-A055-E416-A0B2-3ADAB93E6A12}"/>
                </a:ext>
              </a:extLst>
            </p:cNvPr>
            <p:cNvSpPr/>
            <p:nvPr/>
          </p:nvSpPr>
          <p:spPr>
            <a:xfrm>
              <a:off x="3339603" y="3907317"/>
              <a:ext cx="1367194" cy="1758253"/>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3">
                    <a:alpha val="0"/>
                  </a:schemeClr>
                </a:gs>
                <a:gs pos="46000">
                  <a:schemeClr val="accent3">
                    <a:alpha val="13000"/>
                  </a:schemeClr>
                </a:gs>
                <a:gs pos="100000">
                  <a:schemeClr val="accent3">
                    <a:alpha val="44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OPPOSans M" panose="00020600040101010101" pitchFamily="18" charset="-122"/>
                <a:ea typeface="OPPOSans M" panose="00020600040101010101" pitchFamily="18" charset="-122"/>
                <a:cs typeface="OPPOSans M" panose="00020600040101010101" pitchFamily="18" charset="-122"/>
              </a:endParaRPr>
            </a:p>
          </p:txBody>
        </p:sp>
        <p:sp>
          <p:nvSpPr>
            <p:cNvPr id="36" name="文本框 35">
              <a:extLst>
                <a:ext uri="{FF2B5EF4-FFF2-40B4-BE49-F238E27FC236}">
                  <a16:creationId xmlns:a16="http://schemas.microsoft.com/office/drawing/2014/main" id="{2BB41C4C-8A01-37AE-C91B-854F890C6587}"/>
                </a:ext>
              </a:extLst>
            </p:cNvPr>
            <p:cNvSpPr txBox="1"/>
            <p:nvPr/>
          </p:nvSpPr>
          <p:spPr>
            <a:xfrm>
              <a:off x="3714037" y="4215974"/>
              <a:ext cx="564328" cy="1073947"/>
            </a:xfrm>
            <a:prstGeom prst="rect">
              <a:avLst/>
            </a:prstGeom>
            <a:noFill/>
          </p:spPr>
          <p:txBody>
            <a:bodyPr wrap="square" rtlCol="0">
              <a:spAutoFit/>
            </a:bodyPr>
            <a:lstStyle/>
            <a:p>
              <a:pPr algn="ctr"/>
              <a:r>
                <a:rPr lang="zh-CN" altLang="en-US" b="1" dirty="0">
                  <a:solidFill>
                    <a:schemeClr val="accent3"/>
                  </a:solidFill>
                  <a:latin typeface="OPPOSans M" panose="00020600040101010101" pitchFamily="18" charset="-122"/>
                  <a:ea typeface="OPPOSans M" panose="00020600040101010101" pitchFamily="18" charset="-122"/>
                  <a:cs typeface="OPPOSans M" panose="00020600040101010101" pitchFamily="18" charset="-122"/>
                </a:rPr>
                <a:t>行业流向</a:t>
              </a:r>
            </a:p>
          </p:txBody>
        </p:sp>
      </p:grpSp>
      <p:grpSp>
        <p:nvGrpSpPr>
          <p:cNvPr id="37" name="组合 36">
            <a:extLst>
              <a:ext uri="{FF2B5EF4-FFF2-40B4-BE49-F238E27FC236}">
                <a16:creationId xmlns:a16="http://schemas.microsoft.com/office/drawing/2014/main" id="{0E3BAA41-AE5B-A6BB-2F68-CC74DE7710F1}"/>
              </a:ext>
            </a:extLst>
          </p:cNvPr>
          <p:cNvGrpSpPr/>
          <p:nvPr/>
        </p:nvGrpSpPr>
        <p:grpSpPr>
          <a:xfrm>
            <a:off x="2540729" y="3214006"/>
            <a:ext cx="903642" cy="903224"/>
            <a:chOff x="3162121" y="2544909"/>
            <a:chExt cx="775150" cy="774792"/>
          </a:xfrm>
        </p:grpSpPr>
        <p:sp>
          <p:nvSpPr>
            <p:cNvPr id="38" name="椭圆 37">
              <a:extLst>
                <a:ext uri="{FF2B5EF4-FFF2-40B4-BE49-F238E27FC236}">
                  <a16:creationId xmlns:a16="http://schemas.microsoft.com/office/drawing/2014/main" id="{CBE902E7-90C4-3342-85E4-26C24D2029DE}"/>
                </a:ext>
              </a:extLst>
            </p:cNvPr>
            <p:cNvSpPr/>
            <p:nvPr/>
          </p:nvSpPr>
          <p:spPr>
            <a:xfrm>
              <a:off x="3162121" y="2544909"/>
              <a:ext cx="775150" cy="774792"/>
            </a:xfrm>
            <a:prstGeom prst="ellipse">
              <a:avLst/>
            </a:prstGeom>
            <a:gradFill>
              <a:gsLst>
                <a:gs pos="0">
                  <a:schemeClr val="accent1"/>
                </a:gs>
                <a:gs pos="100000">
                  <a:schemeClr val="accent1">
                    <a:lumMod val="75000"/>
                  </a:schemeClr>
                </a:gs>
              </a:gsLst>
              <a:lin ang="2700000" scaled="1"/>
            </a:gradFill>
            <a:ln w="6055" cap="flat">
              <a:noFill/>
              <a:prstDash val="solid"/>
              <a:miter/>
            </a:ln>
            <a:effectLst>
              <a:outerShdw blurRad="304800" dist="165100" dir="5400000" algn="t" rotWithShape="0">
                <a:schemeClr val="accent1">
                  <a:alpha val="20000"/>
                </a:schemeClr>
              </a:outerShdw>
            </a:effectLst>
          </p:spPr>
          <p:txBody>
            <a:bodyPr lIns="108000" tIns="108000" rIns="108000" bIns="108000" rtlCol="0" anchor="ctr"/>
            <a:lstStyle/>
            <a:p>
              <a:pPr algn="ctr"/>
              <a:endParaRPr lang="zh-CN" altLang="en-US" sz="1200" b="1" dirty="0">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100" name="文本框 99">
              <a:extLst>
                <a:ext uri="{FF2B5EF4-FFF2-40B4-BE49-F238E27FC236}">
                  <a16:creationId xmlns:a16="http://schemas.microsoft.com/office/drawing/2014/main" id="{33708B44-6B8F-E759-8368-8E790D4C990F}"/>
                </a:ext>
              </a:extLst>
            </p:cNvPr>
            <p:cNvSpPr txBox="1"/>
            <p:nvPr/>
          </p:nvSpPr>
          <p:spPr>
            <a:xfrm>
              <a:off x="3394205" y="2717663"/>
              <a:ext cx="264013" cy="370994"/>
            </a:xfrm>
            <a:prstGeom prst="rect">
              <a:avLst/>
            </a:prstGeom>
            <a:noFill/>
          </p:spPr>
          <p:txBody>
            <a:bodyPr wrap="none" lIns="0" tIns="0" rIns="0" bIns="0" rtlCol="0">
              <a:spAutoFit/>
            </a:bodyPr>
            <a:lstStyle/>
            <a:p>
              <a:pPr algn="ctr">
                <a:lnSpc>
                  <a:spcPct val="120000"/>
                </a:lnSpc>
              </a:pPr>
              <a:r>
                <a:rPr lang="zh-CN" altLang="en-US" sz="1200" b="1" dirty="0">
                  <a:solidFill>
                    <a:srgbClr val="FFFFFF"/>
                  </a:solidFill>
                  <a:latin typeface="OPPOSans M" panose="00020600040101010101" pitchFamily="18" charset="-122"/>
                  <a:ea typeface="OPPOSans M" panose="00020600040101010101" pitchFamily="18" charset="-122"/>
                  <a:cs typeface="OPPOSans M" panose="00020600040101010101" pitchFamily="18" charset="-122"/>
                </a:rPr>
                <a:t>教育</a:t>
              </a:r>
              <a:endParaRPr lang="en-US" altLang="zh-CN" sz="1200" b="1" dirty="0">
                <a:solidFill>
                  <a:srgbClr val="FFFFFF"/>
                </a:solidFill>
                <a:latin typeface="OPPOSans M" panose="00020600040101010101" pitchFamily="18" charset="-122"/>
                <a:ea typeface="OPPOSans M" panose="00020600040101010101" pitchFamily="18" charset="-122"/>
                <a:cs typeface="OPPOSans M" panose="00020600040101010101" pitchFamily="18" charset="-122"/>
              </a:endParaRPr>
            </a:p>
            <a:p>
              <a:pPr algn="ctr">
                <a:lnSpc>
                  <a:spcPct val="120000"/>
                </a:lnSpc>
              </a:pPr>
              <a:r>
                <a:rPr lang="zh-CN" altLang="en-US" sz="1200" b="1" dirty="0">
                  <a:solidFill>
                    <a:srgbClr val="FFFFFF"/>
                  </a:solidFill>
                  <a:latin typeface="OPPOSans M" panose="00020600040101010101" pitchFamily="18" charset="-122"/>
                  <a:ea typeface="OPPOSans M" panose="00020600040101010101" pitchFamily="18" charset="-122"/>
                  <a:cs typeface="OPPOSans M" panose="00020600040101010101" pitchFamily="18" charset="-122"/>
                </a:rPr>
                <a:t>背景</a:t>
              </a:r>
            </a:p>
          </p:txBody>
        </p:sp>
      </p:grpSp>
      <p:grpSp>
        <p:nvGrpSpPr>
          <p:cNvPr id="101" name="组合 100">
            <a:extLst>
              <a:ext uri="{FF2B5EF4-FFF2-40B4-BE49-F238E27FC236}">
                <a16:creationId xmlns:a16="http://schemas.microsoft.com/office/drawing/2014/main" id="{4F365ED9-A5E9-4865-D1BA-BAC5E0BAB5CA}"/>
              </a:ext>
            </a:extLst>
          </p:cNvPr>
          <p:cNvGrpSpPr/>
          <p:nvPr/>
        </p:nvGrpSpPr>
        <p:grpSpPr>
          <a:xfrm>
            <a:off x="4105501" y="3431119"/>
            <a:ext cx="903642" cy="903224"/>
            <a:chOff x="3162121" y="2544909"/>
            <a:chExt cx="775150" cy="774792"/>
          </a:xfrm>
        </p:grpSpPr>
        <p:sp>
          <p:nvSpPr>
            <p:cNvPr id="102" name="椭圆 101">
              <a:extLst>
                <a:ext uri="{FF2B5EF4-FFF2-40B4-BE49-F238E27FC236}">
                  <a16:creationId xmlns:a16="http://schemas.microsoft.com/office/drawing/2014/main" id="{DE2B16D4-87DB-EB75-FF23-3992AC645D80}"/>
                </a:ext>
              </a:extLst>
            </p:cNvPr>
            <p:cNvSpPr/>
            <p:nvPr/>
          </p:nvSpPr>
          <p:spPr>
            <a:xfrm>
              <a:off x="3162121" y="2544909"/>
              <a:ext cx="775150" cy="774792"/>
            </a:xfrm>
            <a:prstGeom prst="ellipse">
              <a:avLst/>
            </a:prstGeom>
            <a:gradFill>
              <a:gsLst>
                <a:gs pos="0">
                  <a:schemeClr val="accent1"/>
                </a:gs>
                <a:gs pos="100000">
                  <a:schemeClr val="accent1">
                    <a:lumMod val="75000"/>
                  </a:schemeClr>
                </a:gs>
              </a:gsLst>
              <a:lin ang="2700000" scaled="1"/>
            </a:gradFill>
            <a:ln w="6055" cap="flat">
              <a:noFill/>
              <a:prstDash val="solid"/>
              <a:miter/>
            </a:ln>
            <a:effectLst>
              <a:outerShdw blurRad="304800" dist="165100" dir="5400000" algn="t" rotWithShape="0">
                <a:schemeClr val="accent1">
                  <a:alpha val="20000"/>
                </a:schemeClr>
              </a:outerShdw>
            </a:effectLst>
          </p:spPr>
          <p:txBody>
            <a:bodyPr lIns="108000" tIns="108000" rIns="108000" bIns="108000" rtlCol="0" anchor="ctr"/>
            <a:lstStyle/>
            <a:p>
              <a:pPr algn="ctr"/>
              <a:endParaRPr lang="zh-CN" altLang="en-US" sz="1200" b="1" dirty="0">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103" name="文本框 102">
              <a:extLst>
                <a:ext uri="{FF2B5EF4-FFF2-40B4-BE49-F238E27FC236}">
                  <a16:creationId xmlns:a16="http://schemas.microsoft.com/office/drawing/2014/main" id="{B3FE62A9-D7E5-3727-92EF-B50B04AE23F0}"/>
                </a:ext>
              </a:extLst>
            </p:cNvPr>
            <p:cNvSpPr txBox="1"/>
            <p:nvPr/>
          </p:nvSpPr>
          <p:spPr>
            <a:xfrm>
              <a:off x="3351309" y="2746064"/>
              <a:ext cx="396019" cy="370994"/>
            </a:xfrm>
            <a:prstGeom prst="rect">
              <a:avLst/>
            </a:prstGeom>
            <a:noFill/>
          </p:spPr>
          <p:txBody>
            <a:bodyPr wrap="none" lIns="0" tIns="0" rIns="0" bIns="0" rtlCol="0">
              <a:spAutoFit/>
            </a:bodyPr>
            <a:lstStyle/>
            <a:p>
              <a:pPr algn="ctr">
                <a:lnSpc>
                  <a:spcPct val="120000"/>
                </a:lnSpc>
              </a:pPr>
              <a:r>
                <a:rPr lang="zh-CN" altLang="en-US" sz="1200" b="1" dirty="0">
                  <a:solidFill>
                    <a:srgbClr val="FFFFFF"/>
                  </a:solidFill>
                  <a:latin typeface="OPPOSans M" panose="00020600040101010101" pitchFamily="18" charset="-122"/>
                  <a:ea typeface="OPPOSans M" panose="00020600040101010101" pitchFamily="18" charset="-122"/>
                  <a:cs typeface="OPPOSans M" panose="00020600040101010101" pitchFamily="18" charset="-122"/>
                </a:rPr>
                <a:t>传统</a:t>
              </a:r>
            </a:p>
            <a:p>
              <a:pPr algn="ctr">
                <a:lnSpc>
                  <a:spcPct val="120000"/>
                </a:lnSpc>
              </a:pPr>
              <a:r>
                <a:rPr lang="zh-CN" altLang="en-US" sz="1200" b="1" dirty="0">
                  <a:solidFill>
                    <a:srgbClr val="FFFFFF"/>
                  </a:solidFill>
                  <a:latin typeface="OPPOSans M" panose="00020600040101010101" pitchFamily="18" charset="-122"/>
                  <a:ea typeface="OPPOSans M" panose="00020600040101010101" pitchFamily="18" charset="-122"/>
                  <a:cs typeface="OPPOSans M" panose="00020600040101010101" pitchFamily="18" charset="-122"/>
                </a:rPr>
                <a:t>互联网</a:t>
              </a:r>
            </a:p>
          </p:txBody>
        </p:sp>
      </p:grpSp>
      <p:grpSp>
        <p:nvGrpSpPr>
          <p:cNvPr id="104" name="组合 103">
            <a:extLst>
              <a:ext uri="{FF2B5EF4-FFF2-40B4-BE49-F238E27FC236}">
                <a16:creationId xmlns:a16="http://schemas.microsoft.com/office/drawing/2014/main" id="{C944E764-A4CD-C4CB-94EA-462C50F3E7A3}"/>
              </a:ext>
            </a:extLst>
          </p:cNvPr>
          <p:cNvGrpSpPr/>
          <p:nvPr/>
        </p:nvGrpSpPr>
        <p:grpSpPr>
          <a:xfrm>
            <a:off x="5547459" y="3252080"/>
            <a:ext cx="903642" cy="903224"/>
            <a:chOff x="3162121" y="2544909"/>
            <a:chExt cx="775150" cy="774792"/>
          </a:xfrm>
        </p:grpSpPr>
        <p:sp>
          <p:nvSpPr>
            <p:cNvPr id="105" name="椭圆 104">
              <a:extLst>
                <a:ext uri="{FF2B5EF4-FFF2-40B4-BE49-F238E27FC236}">
                  <a16:creationId xmlns:a16="http://schemas.microsoft.com/office/drawing/2014/main" id="{31F4170C-D820-8F5D-E103-1CF4E6B77FEC}"/>
                </a:ext>
              </a:extLst>
            </p:cNvPr>
            <p:cNvSpPr/>
            <p:nvPr/>
          </p:nvSpPr>
          <p:spPr>
            <a:xfrm>
              <a:off x="3162121" y="2544909"/>
              <a:ext cx="775150" cy="774792"/>
            </a:xfrm>
            <a:prstGeom prst="ellipse">
              <a:avLst/>
            </a:prstGeom>
            <a:solidFill>
              <a:schemeClr val="accent2"/>
            </a:solidFill>
            <a:ln w="6055" cap="flat">
              <a:noFill/>
              <a:prstDash val="solid"/>
              <a:miter/>
            </a:ln>
            <a:effectLst>
              <a:outerShdw blurRad="304800" dist="165100" dir="5400000" algn="t" rotWithShape="0">
                <a:schemeClr val="accent2">
                  <a:lumMod val="75000"/>
                  <a:alpha val="20000"/>
                </a:schemeClr>
              </a:outerShdw>
            </a:effectLst>
          </p:spPr>
          <p:txBody>
            <a:bodyPr lIns="108000" tIns="108000" rIns="108000" bIns="108000" rtlCol="0" anchor="ctr"/>
            <a:lstStyle/>
            <a:p>
              <a:pPr algn="ctr"/>
              <a:endParaRPr lang="zh-CN" altLang="en-US" sz="1200" b="1" dirty="0">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106" name="文本框 105">
              <a:extLst>
                <a:ext uri="{FF2B5EF4-FFF2-40B4-BE49-F238E27FC236}">
                  <a16:creationId xmlns:a16="http://schemas.microsoft.com/office/drawing/2014/main" id="{14250A9C-785E-289F-7FE2-DE7A5BED6562}"/>
                </a:ext>
              </a:extLst>
            </p:cNvPr>
            <p:cNvSpPr txBox="1"/>
            <p:nvPr/>
          </p:nvSpPr>
          <p:spPr>
            <a:xfrm>
              <a:off x="3414030" y="2744866"/>
              <a:ext cx="264013" cy="370994"/>
            </a:xfrm>
            <a:prstGeom prst="rect">
              <a:avLst/>
            </a:prstGeom>
            <a:noFill/>
          </p:spPr>
          <p:txBody>
            <a:bodyPr wrap="none" lIns="0" tIns="0" rIns="0" bIns="0" rtlCol="0">
              <a:spAutoFit/>
            </a:bodyPr>
            <a:lstStyle/>
            <a:p>
              <a:pPr algn="ctr">
                <a:lnSpc>
                  <a:spcPct val="120000"/>
                </a:lnSpc>
              </a:pPr>
              <a:r>
                <a:rPr lang="zh-CN" altLang="en-US" sz="1200" b="1" dirty="0">
                  <a:solidFill>
                    <a:srgbClr val="FFFFFF"/>
                  </a:solidFill>
                  <a:latin typeface="OPPOSans M" panose="00020600040101010101" pitchFamily="18" charset="-122"/>
                  <a:ea typeface="OPPOSans M" panose="00020600040101010101" pitchFamily="18" charset="-122"/>
                  <a:cs typeface="OPPOSans M" panose="00020600040101010101" pitchFamily="18" charset="-122"/>
                </a:rPr>
                <a:t>社交</a:t>
              </a:r>
            </a:p>
            <a:p>
              <a:pPr algn="ctr">
                <a:lnSpc>
                  <a:spcPct val="120000"/>
                </a:lnSpc>
              </a:pPr>
              <a:r>
                <a:rPr lang="zh-CN" altLang="en-US" sz="1200" b="1" dirty="0">
                  <a:solidFill>
                    <a:srgbClr val="FFFFFF"/>
                  </a:solidFill>
                  <a:latin typeface="OPPOSans M" panose="00020600040101010101" pitchFamily="18" charset="-122"/>
                  <a:ea typeface="OPPOSans M" panose="00020600040101010101" pitchFamily="18" charset="-122"/>
                  <a:cs typeface="OPPOSans M" panose="00020600040101010101" pitchFamily="18" charset="-122"/>
                </a:rPr>
                <a:t>网络</a:t>
              </a:r>
            </a:p>
          </p:txBody>
        </p:sp>
      </p:grpSp>
      <p:grpSp>
        <p:nvGrpSpPr>
          <p:cNvPr id="107" name="组合 106">
            <a:extLst>
              <a:ext uri="{FF2B5EF4-FFF2-40B4-BE49-F238E27FC236}">
                <a16:creationId xmlns:a16="http://schemas.microsoft.com/office/drawing/2014/main" id="{76F44E6B-1567-60DC-7A48-962340A24CE1}"/>
              </a:ext>
            </a:extLst>
          </p:cNvPr>
          <p:cNvGrpSpPr/>
          <p:nvPr/>
        </p:nvGrpSpPr>
        <p:grpSpPr>
          <a:xfrm>
            <a:off x="7014839" y="3443536"/>
            <a:ext cx="903642" cy="903224"/>
            <a:chOff x="3162121" y="2459714"/>
            <a:chExt cx="775150" cy="774792"/>
          </a:xfrm>
        </p:grpSpPr>
        <p:sp>
          <p:nvSpPr>
            <p:cNvPr id="108" name="椭圆 107">
              <a:extLst>
                <a:ext uri="{FF2B5EF4-FFF2-40B4-BE49-F238E27FC236}">
                  <a16:creationId xmlns:a16="http://schemas.microsoft.com/office/drawing/2014/main" id="{2098173E-6E7B-51E8-A8DF-37115311A658}"/>
                </a:ext>
              </a:extLst>
            </p:cNvPr>
            <p:cNvSpPr/>
            <p:nvPr/>
          </p:nvSpPr>
          <p:spPr>
            <a:xfrm>
              <a:off x="3162121" y="2459714"/>
              <a:ext cx="775150" cy="774792"/>
            </a:xfrm>
            <a:prstGeom prst="ellipse">
              <a:avLst/>
            </a:prstGeom>
            <a:solidFill>
              <a:schemeClr val="accent2"/>
            </a:solidFill>
            <a:ln w="6055" cap="flat">
              <a:noFill/>
              <a:prstDash val="solid"/>
              <a:miter/>
            </a:ln>
            <a:effectLst>
              <a:outerShdw blurRad="304800" dist="165100" dir="5400000" algn="t" rotWithShape="0">
                <a:schemeClr val="accent2">
                  <a:lumMod val="75000"/>
                  <a:alpha val="20000"/>
                </a:schemeClr>
              </a:outerShdw>
            </a:effectLst>
          </p:spPr>
          <p:txBody>
            <a:bodyPr lIns="108000" tIns="108000" rIns="108000" bIns="108000" rtlCol="0" anchor="ctr"/>
            <a:lstStyle/>
            <a:p>
              <a:pPr algn="ctr"/>
              <a:endParaRPr lang="zh-CN" altLang="en-US" sz="1200" b="1" dirty="0">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109" name="文本框 108">
              <a:extLst>
                <a:ext uri="{FF2B5EF4-FFF2-40B4-BE49-F238E27FC236}">
                  <a16:creationId xmlns:a16="http://schemas.microsoft.com/office/drawing/2014/main" id="{9677A67E-52A0-32C6-AC30-0ED13D31FB8B}"/>
                </a:ext>
              </a:extLst>
            </p:cNvPr>
            <p:cNvSpPr txBox="1"/>
            <p:nvPr/>
          </p:nvSpPr>
          <p:spPr>
            <a:xfrm>
              <a:off x="3366440" y="2709368"/>
              <a:ext cx="396019" cy="31681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0" normalizeH="0" baseline="0" noProof="0" dirty="0">
                  <a:ln>
                    <a:noFill/>
                  </a:ln>
                  <a:solidFill>
                    <a:prstClr val="white"/>
                  </a:solidFill>
                  <a:effectLst/>
                  <a:uLnTx/>
                  <a:uFillTx/>
                  <a:latin typeface="+mj-ea"/>
                  <a:ea typeface="+mj-ea"/>
                </a:rPr>
                <a:t>移动</a:t>
              </a:r>
              <a:endParaRPr kumimoji="1" lang="en-US" altLang="zh-CN" sz="1200" b="0" i="0" u="none" strike="noStrike" kern="1200" cap="none" spc="0" normalizeH="0" baseline="0" noProof="0" dirty="0">
                <a:ln>
                  <a:noFill/>
                </a:ln>
                <a:solidFill>
                  <a:prstClr val="white"/>
                </a:solidFill>
                <a:effectLst/>
                <a:uLnTx/>
                <a:uFillTx/>
                <a:latin typeface="+mj-ea"/>
                <a:ea typeface="+mj-ea"/>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0" normalizeH="0" baseline="0" noProof="0" dirty="0">
                  <a:ln>
                    <a:noFill/>
                  </a:ln>
                  <a:solidFill>
                    <a:prstClr val="white"/>
                  </a:solidFill>
                  <a:effectLst/>
                  <a:uLnTx/>
                  <a:uFillTx/>
                  <a:latin typeface="+mj-ea"/>
                  <a:ea typeface="+mj-ea"/>
                </a:rPr>
                <a:t>互联网</a:t>
              </a:r>
            </a:p>
          </p:txBody>
        </p:sp>
      </p:grpSp>
      <p:grpSp>
        <p:nvGrpSpPr>
          <p:cNvPr id="110" name="组合 109">
            <a:extLst>
              <a:ext uri="{FF2B5EF4-FFF2-40B4-BE49-F238E27FC236}">
                <a16:creationId xmlns:a16="http://schemas.microsoft.com/office/drawing/2014/main" id="{2613A344-CC64-7B31-8B69-217C5F063EEE}"/>
              </a:ext>
            </a:extLst>
          </p:cNvPr>
          <p:cNvGrpSpPr/>
          <p:nvPr/>
        </p:nvGrpSpPr>
        <p:grpSpPr>
          <a:xfrm>
            <a:off x="8301426" y="3160176"/>
            <a:ext cx="903642" cy="903224"/>
            <a:chOff x="3162121" y="2544909"/>
            <a:chExt cx="775150" cy="774792"/>
          </a:xfrm>
        </p:grpSpPr>
        <p:sp>
          <p:nvSpPr>
            <p:cNvPr id="111" name="椭圆 110">
              <a:extLst>
                <a:ext uri="{FF2B5EF4-FFF2-40B4-BE49-F238E27FC236}">
                  <a16:creationId xmlns:a16="http://schemas.microsoft.com/office/drawing/2014/main" id="{B8F7B7A8-0719-7340-B9AC-CF23F4DD4B21}"/>
                </a:ext>
              </a:extLst>
            </p:cNvPr>
            <p:cNvSpPr/>
            <p:nvPr/>
          </p:nvSpPr>
          <p:spPr>
            <a:xfrm>
              <a:off x="3162121" y="2544909"/>
              <a:ext cx="775150" cy="774792"/>
            </a:xfrm>
            <a:prstGeom prst="ellipse">
              <a:avLst/>
            </a:prstGeom>
            <a:solidFill>
              <a:schemeClr val="accent3"/>
            </a:solidFill>
            <a:ln w="6055" cap="flat">
              <a:noFill/>
              <a:prstDash val="solid"/>
              <a:miter/>
            </a:ln>
            <a:effectLst>
              <a:outerShdw blurRad="304800" dist="165100" dir="5400000" algn="t" rotWithShape="0">
                <a:schemeClr val="accent3">
                  <a:alpha val="20000"/>
                </a:schemeClr>
              </a:outerShdw>
            </a:effectLst>
          </p:spPr>
          <p:txBody>
            <a:bodyPr lIns="108000" tIns="108000" rIns="108000" bIns="108000" rtlCol="0" anchor="ctr"/>
            <a:lstStyle/>
            <a:p>
              <a:pPr algn="ctr"/>
              <a:endParaRPr lang="zh-CN" altLang="en-US" sz="1200" b="1" dirty="0">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112" name="文本框 111">
              <a:extLst>
                <a:ext uri="{FF2B5EF4-FFF2-40B4-BE49-F238E27FC236}">
                  <a16:creationId xmlns:a16="http://schemas.microsoft.com/office/drawing/2014/main" id="{22909C44-1B37-AA3D-7D3F-525969C321ED}"/>
                </a:ext>
              </a:extLst>
            </p:cNvPr>
            <p:cNvSpPr txBox="1"/>
            <p:nvPr/>
          </p:nvSpPr>
          <p:spPr>
            <a:xfrm>
              <a:off x="3357071" y="2743638"/>
              <a:ext cx="396020" cy="31681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0" normalizeH="0" baseline="0" noProof="0" dirty="0">
                  <a:ln>
                    <a:noFill/>
                  </a:ln>
                  <a:solidFill>
                    <a:prstClr val="white"/>
                  </a:solidFill>
                  <a:effectLst/>
                  <a:uLnTx/>
                  <a:uFillTx/>
                  <a:latin typeface="+mj-ea"/>
                  <a:ea typeface="+mj-ea"/>
                </a:rPr>
                <a:t>产业</a:t>
              </a:r>
              <a:endParaRPr kumimoji="1" lang="en-US" altLang="zh-CN" sz="1200" b="0" i="0" u="none" strike="noStrike" kern="1200" cap="none" spc="0" normalizeH="0" baseline="0" noProof="0" dirty="0">
                <a:ln>
                  <a:noFill/>
                </a:ln>
                <a:solidFill>
                  <a:prstClr val="white"/>
                </a:solidFill>
                <a:effectLst/>
                <a:uLnTx/>
                <a:uFillTx/>
                <a:latin typeface="+mj-ea"/>
                <a:ea typeface="+mj-ea"/>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200" b="0" i="0" u="none" strike="noStrike" kern="1200" cap="none" spc="0" normalizeH="0" baseline="0" noProof="0" dirty="0">
                  <a:ln>
                    <a:noFill/>
                  </a:ln>
                  <a:solidFill>
                    <a:prstClr val="white"/>
                  </a:solidFill>
                  <a:effectLst/>
                  <a:uLnTx/>
                  <a:uFillTx/>
                  <a:latin typeface="+mj-ea"/>
                  <a:ea typeface="+mj-ea"/>
                </a:rPr>
                <a:t>互联网</a:t>
              </a:r>
            </a:p>
          </p:txBody>
        </p:sp>
      </p:grpSp>
      <p:grpSp>
        <p:nvGrpSpPr>
          <p:cNvPr id="113" name="组合 112">
            <a:extLst>
              <a:ext uri="{FF2B5EF4-FFF2-40B4-BE49-F238E27FC236}">
                <a16:creationId xmlns:a16="http://schemas.microsoft.com/office/drawing/2014/main" id="{C284370D-C1B0-D7D2-83DA-00AC056FC568}"/>
              </a:ext>
            </a:extLst>
          </p:cNvPr>
          <p:cNvGrpSpPr/>
          <p:nvPr/>
        </p:nvGrpSpPr>
        <p:grpSpPr>
          <a:xfrm>
            <a:off x="6341310" y="1627731"/>
            <a:ext cx="2018994" cy="2050064"/>
            <a:chOff x="5603545" y="1851901"/>
            <a:chExt cx="911836" cy="925868"/>
          </a:xfrm>
        </p:grpSpPr>
        <p:sp>
          <p:nvSpPr>
            <p:cNvPr id="114" name="Oval 289+">
              <a:extLst>
                <a:ext uri="{FF2B5EF4-FFF2-40B4-BE49-F238E27FC236}">
                  <a16:creationId xmlns:a16="http://schemas.microsoft.com/office/drawing/2014/main" id="{83A5180F-DBE3-27D2-8A37-24FA80A12A97}"/>
                </a:ext>
              </a:extLst>
            </p:cNvPr>
            <p:cNvSpPr/>
            <p:nvPr>
              <p:custDataLst>
                <p:tags r:id="rId3"/>
              </p:custDataLst>
            </p:nvPr>
          </p:nvSpPr>
          <p:spPr>
            <a:xfrm flipH="1">
              <a:off x="5624784" y="1879253"/>
              <a:ext cx="808032" cy="808030"/>
            </a:xfrm>
            <a:prstGeom prst="ellipse">
              <a:avLst/>
            </a:prstGeom>
            <a:gradFill flip="none" rotWithShape="1">
              <a:gsLst>
                <a:gs pos="0">
                  <a:schemeClr val="accent2">
                    <a:alpha val="5000"/>
                  </a:schemeClr>
                </a:gs>
                <a:gs pos="100000">
                  <a:schemeClr val="accent2">
                    <a:alpha val="5000"/>
                  </a:schemeClr>
                </a:gs>
              </a:gsLst>
              <a:lin ang="2700000" scaled="1"/>
              <a:tileRect/>
            </a:gradFill>
            <a:ln w="38100">
              <a:noFill/>
            </a:ln>
            <a:effectLst>
              <a:outerShdw blurRad="127000" dist="63500" dir="5400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000">
                <a:solidFill>
                  <a:schemeClr val="bg1"/>
                </a:solidFill>
                <a:effectLst>
                  <a:outerShdw blurRad="137160" dist="41148" dir="2699997" algn="tl">
                    <a:srgbClr val="000000">
                      <a:alpha val="40000"/>
                    </a:srgbClr>
                  </a:outerShdw>
                </a:effectLst>
                <a:latin typeface="OPPOSans M" panose="00020600040101010101" pitchFamily="18" charset="-122"/>
                <a:ea typeface="OPPOSans M" panose="00020600040101010101" pitchFamily="18" charset="-122"/>
                <a:cs typeface="OPPOSans M" panose="00020600040101010101" pitchFamily="18" charset="-122"/>
              </a:endParaRPr>
            </a:p>
          </p:txBody>
        </p:sp>
        <p:sp>
          <p:nvSpPr>
            <p:cNvPr id="115" name="椭圆 114">
              <a:extLst>
                <a:ext uri="{FF2B5EF4-FFF2-40B4-BE49-F238E27FC236}">
                  <a16:creationId xmlns:a16="http://schemas.microsoft.com/office/drawing/2014/main" id="{54F6B990-E33E-76A8-C483-4C8123603DF2}"/>
                </a:ext>
              </a:extLst>
            </p:cNvPr>
            <p:cNvSpPr/>
            <p:nvPr>
              <p:custDataLst>
                <p:tags r:id="rId4"/>
              </p:custDataLst>
            </p:nvPr>
          </p:nvSpPr>
          <p:spPr>
            <a:xfrm rot="16200000" flipH="1">
              <a:off x="5732266" y="1986734"/>
              <a:ext cx="593068" cy="593068"/>
            </a:xfrm>
            <a:prstGeom prst="ellipse">
              <a:avLst/>
            </a:prstGeom>
            <a:solidFill>
              <a:schemeClr val="accent2"/>
            </a:solidFill>
            <a:ln w="38100">
              <a:noFill/>
            </a:ln>
            <a:effectLst>
              <a:outerShdw blurRad="127000" dist="63500" dir="5400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000" dirty="0">
                <a:solidFill>
                  <a:schemeClr val="bg1"/>
                </a:solidFill>
                <a:effectLst>
                  <a:outerShdw blurRad="137160" dist="41148" dir="2699997" algn="tl">
                    <a:srgbClr val="000000">
                      <a:alpha val="40000"/>
                    </a:srgbClr>
                  </a:outerShdw>
                </a:effectLst>
                <a:latin typeface="OPPOSans M" panose="00020600040101010101" pitchFamily="18" charset="-122"/>
                <a:ea typeface="OPPOSans M" panose="00020600040101010101" pitchFamily="18" charset="-122"/>
                <a:cs typeface="OPPOSans M" panose="00020600040101010101" pitchFamily="18" charset="-122"/>
              </a:endParaRPr>
            </a:p>
          </p:txBody>
        </p:sp>
        <p:sp>
          <p:nvSpPr>
            <p:cNvPr id="116" name="文本框 115">
              <a:extLst>
                <a:ext uri="{FF2B5EF4-FFF2-40B4-BE49-F238E27FC236}">
                  <a16:creationId xmlns:a16="http://schemas.microsoft.com/office/drawing/2014/main" id="{917D4BC1-74E9-FFE7-BD3C-9C2893E27586}"/>
                </a:ext>
              </a:extLst>
            </p:cNvPr>
            <p:cNvSpPr txBox="1"/>
            <p:nvPr/>
          </p:nvSpPr>
          <p:spPr>
            <a:xfrm>
              <a:off x="5870124" y="2169345"/>
              <a:ext cx="324335" cy="227845"/>
            </a:xfrm>
            <a:prstGeom prst="rect">
              <a:avLst/>
            </a:prstGeom>
            <a:noFill/>
          </p:spPr>
          <p:txBody>
            <a:bodyPr wrap="none" lIns="0" tIns="0" rIns="0" bIns="0" rtlCol="0" anchor="ctr" anchorCtr="0">
              <a:sp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OPPOSans M" panose="00020600040101010101" pitchFamily="18" charset="-122"/>
                  <a:ea typeface="OPPOSans M" panose="00020600040101010101" pitchFamily="18" charset="-122"/>
                  <a:cs typeface="OPPOSans M" panose="00020600040101010101" pitchFamily="18" charset="-122"/>
                  <a:sym typeface="+mn-lt"/>
                </a:rPr>
                <a:t>数据方向</a:t>
              </a:r>
              <a:endParaRPr kumimoji="0" lang="en-US" altLang="zh-CN" sz="1400" b="0" i="0" u="none" strike="noStrike" kern="0" cap="none" spc="0" normalizeH="0" baseline="0" noProof="0" dirty="0">
                <a:ln>
                  <a:noFill/>
                </a:ln>
                <a:solidFill>
                  <a:srgbClr val="FFFFFF"/>
                </a:solidFill>
                <a:effectLst/>
                <a:uLnTx/>
                <a:uFillTx/>
                <a:latin typeface="OPPOSans M" panose="00020600040101010101" pitchFamily="18" charset="-122"/>
                <a:ea typeface="OPPOSans M" panose="00020600040101010101" pitchFamily="18" charset="-122"/>
                <a:cs typeface="OPPOSans M" panose="00020600040101010101" pitchFamily="18" charset="-122"/>
                <a:sym typeface="+mn-lt"/>
              </a:endParaRP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OPPOSans M" panose="00020600040101010101" pitchFamily="18" charset="-122"/>
                  <a:ea typeface="OPPOSans M" panose="00020600040101010101" pitchFamily="18" charset="-122"/>
                  <a:cs typeface="OPPOSans M" panose="00020600040101010101" pitchFamily="18" charset="-122"/>
                  <a:sym typeface="+mn-lt"/>
                </a:rPr>
                <a:t>的应用</a:t>
              </a:r>
            </a:p>
          </p:txBody>
        </p:sp>
        <p:sp>
          <p:nvSpPr>
            <p:cNvPr id="117" name="弧形 116">
              <a:extLst>
                <a:ext uri="{FF2B5EF4-FFF2-40B4-BE49-F238E27FC236}">
                  <a16:creationId xmlns:a16="http://schemas.microsoft.com/office/drawing/2014/main" id="{3B2A20D8-5BD7-6918-200A-01A3EB9B4B8E}"/>
                </a:ext>
              </a:extLst>
            </p:cNvPr>
            <p:cNvSpPr/>
            <p:nvPr/>
          </p:nvSpPr>
          <p:spPr>
            <a:xfrm>
              <a:off x="5625679" y="1888071"/>
              <a:ext cx="889702" cy="889698"/>
            </a:xfrm>
            <a:prstGeom prst="arc">
              <a:avLst>
                <a:gd name="adj1" fmla="val 9944496"/>
                <a:gd name="adj2" fmla="val 13988555"/>
              </a:avLst>
            </a:prstGeom>
            <a:noFill/>
            <a:ln w="12700" cap="flat" cmpd="sng" algn="ctr">
              <a:gradFill flip="none" rotWithShape="1">
                <a:gsLst>
                  <a:gs pos="0">
                    <a:schemeClr val="accent2">
                      <a:alpha val="0"/>
                    </a:schemeClr>
                  </a:gs>
                  <a:gs pos="100000">
                    <a:schemeClr val="accent2"/>
                  </a:gs>
                </a:gsLst>
                <a:path path="circle">
                  <a:fillToRect t="100000" r="100000"/>
                </a:path>
                <a:tileRect l="-100000" b="-100000"/>
              </a:gradFill>
              <a:prstDash val="solid"/>
              <a:miter lim="800000"/>
              <a:headEnd type="none"/>
              <a:tailEnd type="stealth"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OPPOSans M" panose="00020600040101010101" pitchFamily="18" charset="-122"/>
                <a:ea typeface="OPPOSans M" panose="00020600040101010101" pitchFamily="18" charset="-122"/>
                <a:cs typeface="OPPOSans M" panose="00020600040101010101" pitchFamily="18" charset="-122"/>
              </a:endParaRPr>
            </a:p>
          </p:txBody>
        </p:sp>
        <p:sp>
          <p:nvSpPr>
            <p:cNvPr id="118" name="Arc 294+">
              <a:extLst>
                <a:ext uri="{FF2B5EF4-FFF2-40B4-BE49-F238E27FC236}">
                  <a16:creationId xmlns:a16="http://schemas.microsoft.com/office/drawing/2014/main" id="{716FB18F-B600-2724-AFB8-30E6F627C3E0}"/>
                </a:ext>
              </a:extLst>
            </p:cNvPr>
            <p:cNvSpPr/>
            <p:nvPr/>
          </p:nvSpPr>
          <p:spPr>
            <a:xfrm>
              <a:off x="5618884" y="1851901"/>
              <a:ext cx="833158" cy="833154"/>
            </a:xfrm>
            <a:prstGeom prst="arc">
              <a:avLst>
                <a:gd name="adj1" fmla="val 2904442"/>
                <a:gd name="adj2" fmla="val 7685175"/>
              </a:avLst>
            </a:prstGeom>
            <a:noFill/>
            <a:ln w="12700" cap="flat" cmpd="sng" algn="ctr">
              <a:gradFill flip="none" rotWithShape="1">
                <a:gsLst>
                  <a:gs pos="0">
                    <a:schemeClr val="accent2">
                      <a:alpha val="0"/>
                    </a:schemeClr>
                  </a:gs>
                  <a:gs pos="100000">
                    <a:schemeClr val="accent2"/>
                  </a:gs>
                </a:gsLst>
                <a:lin ang="13500000" scaled="1"/>
                <a:tileRect/>
              </a:gradFill>
              <a:prstDash val="solid"/>
              <a:miter lim="800000"/>
              <a:headEnd type="none"/>
              <a:tailEnd type="stealth"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OPPOSans M" panose="00020600040101010101" pitchFamily="18" charset="-122"/>
                <a:ea typeface="OPPOSans M" panose="00020600040101010101" pitchFamily="18" charset="-122"/>
                <a:cs typeface="OPPOSans M" panose="00020600040101010101" pitchFamily="18" charset="-122"/>
              </a:endParaRPr>
            </a:p>
          </p:txBody>
        </p:sp>
        <p:sp>
          <p:nvSpPr>
            <p:cNvPr id="119" name="Arc 294++">
              <a:extLst>
                <a:ext uri="{FF2B5EF4-FFF2-40B4-BE49-F238E27FC236}">
                  <a16:creationId xmlns:a16="http://schemas.microsoft.com/office/drawing/2014/main" id="{076BC9F8-C9C5-E06C-ECC4-B0821E966FD0}"/>
                </a:ext>
              </a:extLst>
            </p:cNvPr>
            <p:cNvSpPr/>
            <p:nvPr/>
          </p:nvSpPr>
          <p:spPr>
            <a:xfrm>
              <a:off x="5603545" y="1893093"/>
              <a:ext cx="833158" cy="833154"/>
            </a:xfrm>
            <a:prstGeom prst="arc">
              <a:avLst>
                <a:gd name="adj1" fmla="val 18151038"/>
                <a:gd name="adj2" fmla="val 890935"/>
              </a:avLst>
            </a:prstGeom>
            <a:noFill/>
            <a:ln w="12700" cap="flat" cmpd="sng" algn="ctr">
              <a:gradFill flip="none" rotWithShape="1">
                <a:gsLst>
                  <a:gs pos="0">
                    <a:schemeClr val="accent2">
                      <a:alpha val="0"/>
                    </a:schemeClr>
                  </a:gs>
                  <a:gs pos="100000">
                    <a:schemeClr val="accent2"/>
                  </a:gs>
                </a:gsLst>
                <a:lin ang="2700000" scaled="1"/>
                <a:tileRect/>
              </a:gradFill>
              <a:prstDash val="solid"/>
              <a:miter lim="800000"/>
              <a:headEnd type="none"/>
              <a:tailEnd type="stealth"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OPPOSans M" panose="00020600040101010101" pitchFamily="18" charset="-122"/>
                <a:ea typeface="OPPOSans M" panose="00020600040101010101" pitchFamily="18" charset="-122"/>
                <a:cs typeface="OPPOSans M" panose="00020600040101010101" pitchFamily="18" charset="-122"/>
              </a:endParaRPr>
            </a:p>
          </p:txBody>
        </p:sp>
      </p:grpSp>
      <p:grpSp>
        <p:nvGrpSpPr>
          <p:cNvPr id="120" name="组合 119">
            <a:extLst>
              <a:ext uri="{FF2B5EF4-FFF2-40B4-BE49-F238E27FC236}">
                <a16:creationId xmlns:a16="http://schemas.microsoft.com/office/drawing/2014/main" id="{BD6CE947-25FE-7A0B-348C-995B782AA54A}"/>
              </a:ext>
            </a:extLst>
          </p:cNvPr>
          <p:cNvGrpSpPr/>
          <p:nvPr/>
        </p:nvGrpSpPr>
        <p:grpSpPr>
          <a:xfrm>
            <a:off x="3050133" y="1627731"/>
            <a:ext cx="2018994" cy="2050064"/>
            <a:chOff x="5603545" y="1851901"/>
            <a:chExt cx="911836" cy="925868"/>
          </a:xfrm>
        </p:grpSpPr>
        <p:sp>
          <p:nvSpPr>
            <p:cNvPr id="121" name="Oval 289+">
              <a:extLst>
                <a:ext uri="{FF2B5EF4-FFF2-40B4-BE49-F238E27FC236}">
                  <a16:creationId xmlns:a16="http://schemas.microsoft.com/office/drawing/2014/main" id="{61A7B218-71BF-BBDB-B948-844123D37BDE}"/>
                </a:ext>
              </a:extLst>
            </p:cNvPr>
            <p:cNvSpPr/>
            <p:nvPr>
              <p:custDataLst>
                <p:tags r:id="rId1"/>
              </p:custDataLst>
            </p:nvPr>
          </p:nvSpPr>
          <p:spPr>
            <a:xfrm flipH="1">
              <a:off x="5624784" y="1879253"/>
              <a:ext cx="808032" cy="808030"/>
            </a:xfrm>
            <a:prstGeom prst="ellipse">
              <a:avLst/>
            </a:prstGeom>
            <a:gradFill flip="none" rotWithShape="1">
              <a:gsLst>
                <a:gs pos="0">
                  <a:schemeClr val="accent1">
                    <a:alpha val="5000"/>
                  </a:schemeClr>
                </a:gs>
                <a:gs pos="100000">
                  <a:schemeClr val="accent1">
                    <a:lumMod val="75000"/>
                    <a:alpha val="5000"/>
                  </a:schemeClr>
                </a:gs>
              </a:gsLst>
              <a:lin ang="2700000" scaled="1"/>
              <a:tileRect/>
            </a:gradFill>
            <a:ln w="38100">
              <a:noFill/>
            </a:ln>
            <a:effectLst>
              <a:outerShdw blurRad="127000" dist="63500" dir="5400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000">
                <a:solidFill>
                  <a:schemeClr val="bg1"/>
                </a:solidFill>
                <a:effectLst>
                  <a:outerShdw blurRad="137160" dist="41148" dir="2699997" algn="tl">
                    <a:srgbClr val="000000">
                      <a:alpha val="40000"/>
                    </a:srgbClr>
                  </a:outerShdw>
                </a:effectLst>
                <a:latin typeface="OPPOSans M" panose="00020600040101010101" pitchFamily="18" charset="-122"/>
                <a:ea typeface="OPPOSans M" panose="00020600040101010101" pitchFamily="18" charset="-122"/>
                <a:cs typeface="OPPOSans M" panose="00020600040101010101" pitchFamily="18" charset="-122"/>
              </a:endParaRPr>
            </a:p>
          </p:txBody>
        </p:sp>
        <p:sp>
          <p:nvSpPr>
            <p:cNvPr id="122" name="椭圆 121">
              <a:extLst>
                <a:ext uri="{FF2B5EF4-FFF2-40B4-BE49-F238E27FC236}">
                  <a16:creationId xmlns:a16="http://schemas.microsoft.com/office/drawing/2014/main" id="{C7DCE6D9-D426-64B3-C6C3-24B0EB8CD3CB}"/>
                </a:ext>
              </a:extLst>
            </p:cNvPr>
            <p:cNvSpPr/>
            <p:nvPr>
              <p:custDataLst>
                <p:tags r:id="rId2"/>
              </p:custDataLst>
            </p:nvPr>
          </p:nvSpPr>
          <p:spPr>
            <a:xfrm flipH="1">
              <a:off x="5732266" y="1986734"/>
              <a:ext cx="593068" cy="593068"/>
            </a:xfrm>
            <a:prstGeom prst="ellipse">
              <a:avLst/>
            </a:prstGeom>
            <a:gradFill flip="none" rotWithShape="1">
              <a:gsLst>
                <a:gs pos="0">
                  <a:schemeClr val="accent1"/>
                </a:gs>
                <a:gs pos="100000">
                  <a:schemeClr val="accent1">
                    <a:lumMod val="75000"/>
                  </a:schemeClr>
                </a:gs>
              </a:gsLst>
              <a:lin ang="2700000" scaled="1"/>
              <a:tileRect/>
            </a:gradFill>
            <a:ln w="38100">
              <a:noFill/>
            </a:ln>
            <a:effectLst>
              <a:outerShdw blurRad="127000" dist="63500" dir="5400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000" dirty="0">
                <a:solidFill>
                  <a:schemeClr val="bg1"/>
                </a:solidFill>
                <a:effectLst>
                  <a:outerShdw blurRad="137160" dist="41148" dir="2699997" algn="tl">
                    <a:srgbClr val="000000">
                      <a:alpha val="40000"/>
                    </a:srgbClr>
                  </a:outerShdw>
                </a:effectLst>
                <a:latin typeface="OPPOSans M" panose="00020600040101010101" pitchFamily="18" charset="-122"/>
                <a:ea typeface="OPPOSans M" panose="00020600040101010101" pitchFamily="18" charset="-122"/>
                <a:cs typeface="OPPOSans M" panose="00020600040101010101" pitchFamily="18" charset="-122"/>
              </a:endParaRPr>
            </a:p>
          </p:txBody>
        </p:sp>
        <p:sp>
          <p:nvSpPr>
            <p:cNvPr id="123" name="文本框 122">
              <a:extLst>
                <a:ext uri="{FF2B5EF4-FFF2-40B4-BE49-F238E27FC236}">
                  <a16:creationId xmlns:a16="http://schemas.microsoft.com/office/drawing/2014/main" id="{EA0BF603-F7AD-273F-C35C-3D19FA95AD35}"/>
                </a:ext>
              </a:extLst>
            </p:cNvPr>
            <p:cNvSpPr txBox="1"/>
            <p:nvPr/>
          </p:nvSpPr>
          <p:spPr>
            <a:xfrm>
              <a:off x="5870501" y="2169345"/>
              <a:ext cx="324335" cy="227845"/>
            </a:xfrm>
            <a:prstGeom prst="rect">
              <a:avLst/>
            </a:prstGeom>
            <a:noFill/>
          </p:spPr>
          <p:txBody>
            <a:bodyPr wrap="none" lIns="0" tIns="0" rIns="0" bIns="0" rtlCol="0" anchor="ctr" anchorCtr="0">
              <a:spAutoFit/>
            </a:body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OPPOSans M" panose="00020600040101010101" pitchFamily="18" charset="-122"/>
                  <a:ea typeface="OPPOSans M" panose="00020600040101010101" pitchFamily="18" charset="-122"/>
                  <a:cs typeface="OPPOSans M" panose="00020600040101010101" pitchFamily="18" charset="-122"/>
                  <a:sym typeface="+mn-lt"/>
                </a:rPr>
                <a:t>用户</a:t>
              </a:r>
            </a:p>
            <a:p>
              <a:pPr marL="0" marR="0" lvl="0" indent="0" algn="ctr" defTabSz="914400" eaLnBrk="1" fontAlgn="auto" latinLnBrk="0" hangingPunct="1">
                <a:lnSpc>
                  <a:spcPct val="12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OPPOSans M" panose="00020600040101010101" pitchFamily="18" charset="-122"/>
                  <a:ea typeface="OPPOSans M" panose="00020600040101010101" pitchFamily="18" charset="-122"/>
                  <a:cs typeface="OPPOSans M" panose="00020600040101010101" pitchFamily="18" charset="-122"/>
                  <a:sym typeface="+mn-lt"/>
                </a:rPr>
                <a:t>生成内容</a:t>
              </a:r>
            </a:p>
          </p:txBody>
        </p:sp>
        <p:sp>
          <p:nvSpPr>
            <p:cNvPr id="124" name="弧形 123">
              <a:extLst>
                <a:ext uri="{FF2B5EF4-FFF2-40B4-BE49-F238E27FC236}">
                  <a16:creationId xmlns:a16="http://schemas.microsoft.com/office/drawing/2014/main" id="{866111B1-18D7-A50B-AE59-177690C3FEED}"/>
                </a:ext>
              </a:extLst>
            </p:cNvPr>
            <p:cNvSpPr/>
            <p:nvPr/>
          </p:nvSpPr>
          <p:spPr>
            <a:xfrm>
              <a:off x="5625679" y="1888071"/>
              <a:ext cx="889702" cy="889698"/>
            </a:xfrm>
            <a:prstGeom prst="arc">
              <a:avLst>
                <a:gd name="adj1" fmla="val 9944496"/>
                <a:gd name="adj2" fmla="val 13988555"/>
              </a:avLst>
            </a:prstGeom>
            <a:noFill/>
            <a:ln w="12700" cap="flat" cmpd="sng" algn="ctr">
              <a:gradFill flip="none" rotWithShape="1">
                <a:gsLst>
                  <a:gs pos="0">
                    <a:schemeClr val="accent1">
                      <a:alpha val="0"/>
                    </a:schemeClr>
                  </a:gs>
                  <a:gs pos="100000">
                    <a:schemeClr val="accent1">
                      <a:lumMod val="75000"/>
                    </a:schemeClr>
                  </a:gs>
                </a:gsLst>
                <a:path path="circle">
                  <a:fillToRect t="100000" r="100000"/>
                </a:path>
                <a:tileRect l="-100000" b="-100000"/>
              </a:gradFill>
              <a:prstDash val="solid"/>
              <a:miter lim="800000"/>
              <a:headEnd type="none"/>
              <a:tailEnd type="stealth"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OPPOSans M" panose="00020600040101010101" pitchFamily="18" charset="-122"/>
                <a:ea typeface="OPPOSans M" panose="00020600040101010101" pitchFamily="18" charset="-122"/>
                <a:cs typeface="OPPOSans M" panose="00020600040101010101" pitchFamily="18" charset="-122"/>
              </a:endParaRPr>
            </a:p>
          </p:txBody>
        </p:sp>
        <p:sp>
          <p:nvSpPr>
            <p:cNvPr id="125" name="Arc 294+">
              <a:extLst>
                <a:ext uri="{FF2B5EF4-FFF2-40B4-BE49-F238E27FC236}">
                  <a16:creationId xmlns:a16="http://schemas.microsoft.com/office/drawing/2014/main" id="{0F0C9797-2C7D-67D7-7B83-77EDCA567B0D}"/>
                </a:ext>
              </a:extLst>
            </p:cNvPr>
            <p:cNvSpPr/>
            <p:nvPr/>
          </p:nvSpPr>
          <p:spPr>
            <a:xfrm>
              <a:off x="5618884" y="1851901"/>
              <a:ext cx="833158" cy="833154"/>
            </a:xfrm>
            <a:prstGeom prst="arc">
              <a:avLst>
                <a:gd name="adj1" fmla="val 2904442"/>
                <a:gd name="adj2" fmla="val 7685175"/>
              </a:avLst>
            </a:prstGeom>
            <a:noFill/>
            <a:ln w="12700" cap="flat" cmpd="sng" algn="ctr">
              <a:gradFill flip="none" rotWithShape="1">
                <a:gsLst>
                  <a:gs pos="0">
                    <a:schemeClr val="accent1">
                      <a:alpha val="0"/>
                    </a:schemeClr>
                  </a:gs>
                  <a:gs pos="100000">
                    <a:schemeClr val="accent1">
                      <a:lumMod val="75000"/>
                    </a:schemeClr>
                  </a:gs>
                </a:gsLst>
                <a:lin ang="13500000" scaled="1"/>
                <a:tileRect/>
              </a:gradFill>
              <a:prstDash val="solid"/>
              <a:miter lim="800000"/>
              <a:headEnd type="none"/>
              <a:tailEnd type="stealth"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OPPOSans M" panose="00020600040101010101" pitchFamily="18" charset="-122"/>
                <a:ea typeface="OPPOSans M" panose="00020600040101010101" pitchFamily="18" charset="-122"/>
                <a:cs typeface="OPPOSans M" panose="00020600040101010101" pitchFamily="18" charset="-122"/>
              </a:endParaRPr>
            </a:p>
          </p:txBody>
        </p:sp>
        <p:sp>
          <p:nvSpPr>
            <p:cNvPr id="126" name="Arc 294++">
              <a:extLst>
                <a:ext uri="{FF2B5EF4-FFF2-40B4-BE49-F238E27FC236}">
                  <a16:creationId xmlns:a16="http://schemas.microsoft.com/office/drawing/2014/main" id="{F0A0EBC8-BF59-F935-8E9E-9238AF519557}"/>
                </a:ext>
              </a:extLst>
            </p:cNvPr>
            <p:cNvSpPr/>
            <p:nvPr/>
          </p:nvSpPr>
          <p:spPr>
            <a:xfrm>
              <a:off x="5603545" y="1893093"/>
              <a:ext cx="833158" cy="833154"/>
            </a:xfrm>
            <a:prstGeom prst="arc">
              <a:avLst>
                <a:gd name="adj1" fmla="val 18151038"/>
                <a:gd name="adj2" fmla="val 890935"/>
              </a:avLst>
            </a:prstGeom>
            <a:noFill/>
            <a:ln w="12700" cap="flat" cmpd="sng" algn="ctr">
              <a:gradFill flip="none" rotWithShape="1">
                <a:gsLst>
                  <a:gs pos="0">
                    <a:schemeClr val="accent1">
                      <a:alpha val="0"/>
                    </a:schemeClr>
                  </a:gs>
                  <a:gs pos="100000">
                    <a:schemeClr val="accent1">
                      <a:lumMod val="75000"/>
                    </a:schemeClr>
                  </a:gs>
                </a:gsLst>
                <a:lin ang="2700000" scaled="1"/>
                <a:tileRect/>
              </a:gradFill>
              <a:prstDash val="solid"/>
              <a:miter lim="800000"/>
              <a:headEnd type="none"/>
              <a:tailEnd type="stealth"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black"/>
                </a:solidFill>
                <a:effectLst/>
                <a:uLnTx/>
                <a:uFillTx/>
                <a:latin typeface="OPPOSans M" panose="00020600040101010101" pitchFamily="18" charset="-122"/>
                <a:ea typeface="OPPOSans M" panose="00020600040101010101" pitchFamily="18" charset="-122"/>
                <a:cs typeface="OPPOSans M" panose="00020600040101010101" pitchFamily="18" charset="-122"/>
              </a:endParaRPr>
            </a:p>
          </p:txBody>
        </p:sp>
      </p:grpSp>
      <p:sp>
        <p:nvSpPr>
          <p:cNvPr id="127" name="不完整圆 235">
            <a:extLst>
              <a:ext uri="{FF2B5EF4-FFF2-40B4-BE49-F238E27FC236}">
                <a16:creationId xmlns:a16="http://schemas.microsoft.com/office/drawing/2014/main" id="{75A7DF00-C86F-13FA-835C-C82D7159524F}"/>
              </a:ext>
            </a:extLst>
          </p:cNvPr>
          <p:cNvSpPr/>
          <p:nvPr/>
        </p:nvSpPr>
        <p:spPr>
          <a:xfrm>
            <a:off x="2625110" y="1356668"/>
            <a:ext cx="6711522" cy="471958"/>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5" fmla="*/ 4026946 w 7870963"/>
              <a:gd name="connsiteY5" fmla="*/ 788884 h 1503420"/>
              <a:gd name="connsiteX0" fmla="*/ 3935506 w 7870963"/>
              <a:gd name="connsiteY0" fmla="*/ 697444 h 1503420"/>
              <a:gd name="connsiteX1" fmla="*/ 5906537 w 7870963"/>
              <a:gd name="connsiteY1" fmla="*/ 0 h 1503420"/>
              <a:gd name="connsiteX2" fmla="*/ 4526152 w 7870963"/>
              <a:gd name="connsiteY2" fmla="*/ 1494279 h 1503420"/>
              <a:gd name="connsiteX3" fmla="*/ 3348134 w 7870963"/>
              <a:gd name="connsiteY3" fmla="*/ 1494381 h 1503420"/>
              <a:gd name="connsiteX4" fmla="*/ 1951661 w 7870963"/>
              <a:gd name="connsiteY4" fmla="*/ 1528 h 1503420"/>
              <a:gd name="connsiteX0" fmla="*/ 5906537 w 7870963"/>
              <a:gd name="connsiteY0" fmla="*/ 0 h 1503420"/>
              <a:gd name="connsiteX1" fmla="*/ 4526152 w 7870963"/>
              <a:gd name="connsiteY1" fmla="*/ 1494279 h 1503420"/>
              <a:gd name="connsiteX2" fmla="*/ 3348134 w 7870963"/>
              <a:gd name="connsiteY2" fmla="*/ 1494381 h 1503420"/>
              <a:gd name="connsiteX3" fmla="*/ 1951661 w 7870963"/>
              <a:gd name="connsiteY3" fmla="*/ 1528 h 1503420"/>
            </a:gdLst>
            <a:ahLst/>
            <a:cxnLst>
              <a:cxn ang="0">
                <a:pos x="connsiteX0" y="connsiteY0"/>
              </a:cxn>
              <a:cxn ang="0">
                <a:pos x="connsiteX1" y="connsiteY1"/>
              </a:cxn>
              <a:cxn ang="0">
                <a:pos x="connsiteX2" y="connsiteY2"/>
              </a:cxn>
              <a:cxn ang="0">
                <a:pos x="connsiteX3" y="connsiteY3"/>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a:gsLst>
              <a:gs pos="0">
                <a:schemeClr val="accent1">
                  <a:lumMod val="20000"/>
                  <a:lumOff val="80000"/>
                  <a:alpha val="0"/>
                </a:schemeClr>
              </a:gs>
              <a:gs pos="100000">
                <a:schemeClr val="accent1">
                  <a:lumMod val="20000"/>
                  <a:lumOff val="80000"/>
                  <a:alpha val="50000"/>
                </a:schemeClr>
              </a:gs>
            </a:gsLst>
            <a:lin ang="5400000" scaled="1"/>
          </a:gradFill>
          <a:ln w="25400">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prstClr val="white"/>
              </a:solidFill>
              <a:latin typeface="Helvetica"/>
            </a:endParaRPr>
          </a:p>
        </p:txBody>
      </p:sp>
      <p:sp>
        <p:nvSpPr>
          <p:cNvPr id="128" name="文本框 127">
            <a:extLst>
              <a:ext uri="{FF2B5EF4-FFF2-40B4-BE49-F238E27FC236}">
                <a16:creationId xmlns:a16="http://schemas.microsoft.com/office/drawing/2014/main" id="{B8594F51-3B26-AB1C-0DF4-20DBE2257D92}"/>
              </a:ext>
            </a:extLst>
          </p:cNvPr>
          <p:cNvSpPr txBox="1"/>
          <p:nvPr/>
        </p:nvSpPr>
        <p:spPr>
          <a:xfrm>
            <a:off x="3754780" y="1152282"/>
            <a:ext cx="4380278" cy="495136"/>
          </a:xfrm>
          <a:prstGeom prst="rect">
            <a:avLst/>
          </a:prstGeom>
          <a:noFill/>
        </p:spPr>
        <p:txBody>
          <a:bodyPr wrap="square" lIns="0" tIns="0" rIns="0" bIns="0">
            <a:spAutoFit/>
          </a:bodyPr>
          <a:lstStyle/>
          <a:p>
            <a:pPr algn="ctr">
              <a:lnSpc>
                <a:spcPct val="120000"/>
              </a:lnSpc>
            </a:pPr>
            <a:r>
              <a:rPr lang="zh-CN" altLang="en-US" sz="1400" b="0" i="0" dirty="0">
                <a:solidFill>
                  <a:schemeClr val="accent1"/>
                </a:solidFill>
                <a:effectLst/>
                <a:latin typeface="OPPOSans M" panose="00020600040101010101" pitchFamily="18" charset="-122"/>
                <a:ea typeface="OPPOSans M" panose="00020600040101010101" pitchFamily="18" charset="-122"/>
                <a:cs typeface="OPPOSans M" panose="00020600040101010101" pitchFamily="18" charset="-122"/>
              </a:rPr>
              <a:t>复杂系统是由很多高度相关的、互联的又或者混杂的元素和实体组成的系统</a:t>
            </a:r>
          </a:p>
        </p:txBody>
      </p:sp>
    </p:spTree>
    <p:extLst>
      <p:ext uri="{BB962C8B-B14F-4D97-AF65-F5344CB8AC3E}">
        <p14:creationId xmlns:p14="http://schemas.microsoft.com/office/powerpoint/2010/main" val="2339461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6DB76-F208-2E36-B6F5-DFB8072816A3}"/>
            </a:ext>
          </a:extLst>
        </p:cNvPr>
        <p:cNvGrpSpPr/>
        <p:nvPr/>
      </p:nvGrpSpPr>
      <p:grpSpPr>
        <a:xfrm>
          <a:off x="0" y="0"/>
          <a:ext cx="0" cy="0"/>
          <a:chOff x="0" y="0"/>
          <a:chExt cx="0" cy="0"/>
        </a:xfrm>
      </p:grpSpPr>
      <p:sp>
        <p:nvSpPr>
          <p:cNvPr id="87" name="任意多边形: 形状 86">
            <a:extLst>
              <a:ext uri="{FF2B5EF4-FFF2-40B4-BE49-F238E27FC236}">
                <a16:creationId xmlns:a16="http://schemas.microsoft.com/office/drawing/2014/main" id="{BE1F3A27-32D4-DFC0-FF80-40B010068F38}"/>
              </a:ext>
            </a:extLst>
          </p:cNvPr>
          <p:cNvSpPr/>
          <p:nvPr/>
        </p:nvSpPr>
        <p:spPr>
          <a:xfrm>
            <a:off x="2955018" y="2178176"/>
            <a:ext cx="5898684" cy="2581422"/>
          </a:xfrm>
          <a:custGeom>
            <a:avLst/>
            <a:gdLst>
              <a:gd name="connsiteX0" fmla="*/ 2202094 w 4415454"/>
              <a:gd name="connsiteY0" fmla="*/ 0 h 1965485"/>
              <a:gd name="connsiteX1" fmla="*/ 2207727 w 4415454"/>
              <a:gd name="connsiteY1" fmla="*/ 687 h 1965485"/>
              <a:gd name="connsiteX2" fmla="*/ 2213360 w 4415454"/>
              <a:gd name="connsiteY2" fmla="*/ 0 h 1965485"/>
              <a:gd name="connsiteX3" fmla="*/ 2213360 w 4415454"/>
              <a:gd name="connsiteY3" fmla="*/ 1374 h 1965485"/>
              <a:gd name="connsiteX4" fmla="*/ 4415454 w 4415454"/>
              <a:gd name="connsiteY4" fmla="*/ 270001 h 1965485"/>
              <a:gd name="connsiteX5" fmla="*/ 2455421 w 4415454"/>
              <a:gd name="connsiteY5" fmla="*/ 1530869 h 1965485"/>
              <a:gd name="connsiteX6" fmla="*/ 2702282 w 4415454"/>
              <a:gd name="connsiteY6" fmla="*/ 1530869 h 1965485"/>
              <a:gd name="connsiteX7" fmla="*/ 2208559 w 4415454"/>
              <a:gd name="connsiteY7" fmla="*/ 1965485 h 1965485"/>
              <a:gd name="connsiteX8" fmla="*/ 2207727 w 4415454"/>
              <a:gd name="connsiteY8" fmla="*/ 1964753 h 1965485"/>
              <a:gd name="connsiteX9" fmla="*/ 2206895 w 4415454"/>
              <a:gd name="connsiteY9" fmla="*/ 1965485 h 1965485"/>
              <a:gd name="connsiteX10" fmla="*/ 1713172 w 4415454"/>
              <a:gd name="connsiteY10" fmla="*/ 1530869 h 1965485"/>
              <a:gd name="connsiteX11" fmla="*/ 1960033 w 4415454"/>
              <a:gd name="connsiteY11" fmla="*/ 1530869 h 1965485"/>
              <a:gd name="connsiteX12" fmla="*/ 0 w 4415454"/>
              <a:gd name="connsiteY12" fmla="*/ 270001 h 1965485"/>
              <a:gd name="connsiteX13" fmla="*/ 2202094 w 4415454"/>
              <a:gd name="connsiteY13" fmla="*/ 1374 h 1965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5454" h="1965485">
                <a:moveTo>
                  <a:pt x="2202094" y="0"/>
                </a:moveTo>
                <a:lnTo>
                  <a:pt x="2207727" y="687"/>
                </a:lnTo>
                <a:lnTo>
                  <a:pt x="2213360" y="0"/>
                </a:lnTo>
                <a:lnTo>
                  <a:pt x="2213360" y="1374"/>
                </a:lnTo>
                <a:lnTo>
                  <a:pt x="4415454" y="270001"/>
                </a:lnTo>
                <a:cubicBezTo>
                  <a:pt x="3108765" y="750114"/>
                  <a:pt x="2568310" y="886848"/>
                  <a:pt x="2455421" y="1530869"/>
                </a:cubicBezTo>
                <a:lnTo>
                  <a:pt x="2702282" y="1530869"/>
                </a:lnTo>
                <a:lnTo>
                  <a:pt x="2208559" y="1965485"/>
                </a:lnTo>
                <a:lnTo>
                  <a:pt x="2207727" y="1964753"/>
                </a:lnTo>
                <a:lnTo>
                  <a:pt x="2206895" y="1965485"/>
                </a:lnTo>
                <a:lnTo>
                  <a:pt x="1713172" y="1530869"/>
                </a:lnTo>
                <a:lnTo>
                  <a:pt x="1960033" y="1530869"/>
                </a:lnTo>
                <a:cubicBezTo>
                  <a:pt x="1847144" y="886848"/>
                  <a:pt x="1306689" y="750114"/>
                  <a:pt x="0" y="270001"/>
                </a:cubicBezTo>
                <a:lnTo>
                  <a:pt x="2202094" y="1374"/>
                </a:lnTo>
                <a:close/>
              </a:path>
            </a:pathLst>
          </a:custGeom>
          <a:gradFill>
            <a:gsLst>
              <a:gs pos="0">
                <a:srgbClr val="0F79FF">
                  <a:alpha val="0"/>
                  <a:lumMod val="0"/>
                  <a:lumOff val="100000"/>
                </a:srgbClr>
              </a:gs>
              <a:gs pos="100000">
                <a:schemeClr val="accent1"/>
              </a:gs>
              <a:gs pos="53000">
                <a:schemeClr val="accent1">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j-ea"/>
              <a:ea typeface="+mj-ea"/>
              <a:cs typeface="+mn-cs"/>
            </a:endParaRPr>
          </a:p>
        </p:txBody>
      </p:sp>
      <p:sp>
        <p:nvSpPr>
          <p:cNvPr id="88" name="文本框 87">
            <a:extLst>
              <a:ext uri="{FF2B5EF4-FFF2-40B4-BE49-F238E27FC236}">
                <a16:creationId xmlns:a16="http://schemas.microsoft.com/office/drawing/2014/main" id="{0688AE03-735A-F614-BF8D-8180011C0D46}"/>
              </a:ext>
            </a:extLst>
          </p:cNvPr>
          <p:cNvSpPr txBox="1"/>
          <p:nvPr/>
        </p:nvSpPr>
        <p:spPr>
          <a:xfrm>
            <a:off x="3296859" y="4716356"/>
            <a:ext cx="5215002" cy="1216169"/>
          </a:xfrm>
          <a:prstGeom prst="rect">
            <a:avLst/>
          </a:prstGeom>
          <a:noFill/>
        </p:spPr>
        <p:txBody>
          <a:bodyPr wrap="none">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chemeClr val="accent1"/>
                </a:solidFill>
                <a:effectLst/>
                <a:uLnTx/>
                <a:uFillTx/>
                <a:latin typeface="+mj-ea"/>
                <a:ea typeface="+mj-ea"/>
                <a:cs typeface="+mn-cs"/>
              </a:rPr>
              <a:t>楼宇平台节能管理能力</a:t>
            </a:r>
          </a:p>
        </p:txBody>
      </p:sp>
      <p:sp>
        <p:nvSpPr>
          <p:cNvPr id="89" name="椭圆 88">
            <a:extLst>
              <a:ext uri="{FF2B5EF4-FFF2-40B4-BE49-F238E27FC236}">
                <a16:creationId xmlns:a16="http://schemas.microsoft.com/office/drawing/2014/main" id="{D216D39D-1A26-DCF9-5D57-AA330FD46CC8}"/>
              </a:ext>
            </a:extLst>
          </p:cNvPr>
          <p:cNvSpPr/>
          <p:nvPr/>
        </p:nvSpPr>
        <p:spPr>
          <a:xfrm>
            <a:off x="2769330" y="1515717"/>
            <a:ext cx="6270060" cy="1462210"/>
          </a:xfrm>
          <a:prstGeom prst="ellipse">
            <a:avLst/>
          </a:prstGeom>
          <a:gradFill>
            <a:gsLst>
              <a:gs pos="0">
                <a:srgbClr val="F9FDFF">
                  <a:alpha val="0"/>
                </a:srgbClr>
              </a:gs>
              <a:gs pos="100000">
                <a:schemeClr val="accent1">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mj-ea"/>
              <a:ea typeface="+mj-ea"/>
              <a:cs typeface="+mn-cs"/>
            </a:endParaRPr>
          </a:p>
        </p:txBody>
      </p:sp>
      <p:sp>
        <p:nvSpPr>
          <p:cNvPr id="90" name="椭圆 89">
            <a:extLst>
              <a:ext uri="{FF2B5EF4-FFF2-40B4-BE49-F238E27FC236}">
                <a16:creationId xmlns:a16="http://schemas.microsoft.com/office/drawing/2014/main" id="{C27DE5EF-18FB-8599-7894-DF719D43DE5C}"/>
              </a:ext>
            </a:extLst>
          </p:cNvPr>
          <p:cNvSpPr/>
          <p:nvPr/>
        </p:nvSpPr>
        <p:spPr>
          <a:xfrm>
            <a:off x="1924241" y="1445459"/>
            <a:ext cx="7960239" cy="1899499"/>
          </a:xfrm>
          <a:prstGeom prst="ellipse">
            <a:avLst/>
          </a:prstGeom>
          <a:noFill/>
          <a:ln>
            <a:gradFill>
              <a:gsLst>
                <a:gs pos="21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j-ea"/>
              <a:ea typeface="+mj-ea"/>
              <a:cs typeface="+mn-cs"/>
            </a:endParaRPr>
          </a:p>
        </p:txBody>
      </p:sp>
      <p:sp>
        <p:nvSpPr>
          <p:cNvPr id="100" name="文本框 99">
            <a:extLst>
              <a:ext uri="{FF2B5EF4-FFF2-40B4-BE49-F238E27FC236}">
                <a16:creationId xmlns:a16="http://schemas.microsoft.com/office/drawing/2014/main" id="{3E20066B-8248-0184-EEC3-9EB051C8069F}"/>
              </a:ext>
            </a:extLst>
          </p:cNvPr>
          <p:cNvSpPr txBox="1"/>
          <p:nvPr/>
        </p:nvSpPr>
        <p:spPr>
          <a:xfrm>
            <a:off x="5434607" y="3518704"/>
            <a:ext cx="877163" cy="369332"/>
          </a:xfrm>
          <a:prstGeom prst="rect">
            <a:avLst/>
          </a:prstGeom>
          <a:noFill/>
        </p:spPr>
        <p:txBody>
          <a:bodyPr wrap="none">
            <a:spAutoFit/>
          </a:bodyPr>
          <a:lstStyle>
            <a:defPPr>
              <a:defRPr lang="zh-CN"/>
            </a:defPPr>
            <a:lvl1pPr algn="r">
              <a:defRPr sz="14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srgbClr val="2C3644"/>
                </a:solidFill>
                <a:effectLst/>
                <a:uLnTx/>
                <a:uFillTx/>
                <a:latin typeface="+mj-ea"/>
                <a:ea typeface="+mj-ea"/>
                <a:cs typeface="+mn-cs"/>
              </a:rPr>
              <a:t>数据采集和</a:t>
            </a:r>
            <a:endParaRPr kumimoji="0" lang="en-US" altLang="zh-CN" sz="900" b="0" i="0" u="none" strike="noStrike" kern="1200" cap="none" spc="0" normalizeH="0" baseline="0" noProof="0" dirty="0">
              <a:ln>
                <a:noFill/>
              </a:ln>
              <a:solidFill>
                <a:srgbClr val="2C3644"/>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srgbClr val="2C3644"/>
                </a:solidFill>
                <a:effectLst/>
                <a:uLnTx/>
                <a:uFillTx/>
                <a:latin typeface="+mj-ea"/>
                <a:ea typeface="+mj-ea"/>
                <a:cs typeface="+mn-cs"/>
              </a:rPr>
              <a:t>接口转换网关</a:t>
            </a:r>
          </a:p>
        </p:txBody>
      </p:sp>
      <p:sp>
        <p:nvSpPr>
          <p:cNvPr id="101" name="文本框 100">
            <a:extLst>
              <a:ext uri="{FF2B5EF4-FFF2-40B4-BE49-F238E27FC236}">
                <a16:creationId xmlns:a16="http://schemas.microsoft.com/office/drawing/2014/main" id="{F038B0D2-2FBF-A766-A322-E4C5F784C733}"/>
              </a:ext>
            </a:extLst>
          </p:cNvPr>
          <p:cNvSpPr txBox="1"/>
          <p:nvPr/>
        </p:nvSpPr>
        <p:spPr>
          <a:xfrm>
            <a:off x="8016880" y="6010008"/>
            <a:ext cx="902811" cy="523220"/>
          </a:xfrm>
          <a:prstGeom prst="rect">
            <a:avLst/>
          </a:prstGeom>
          <a:noFill/>
        </p:spPr>
        <p:txBody>
          <a:bodyPr wrap="none">
            <a:spAutoFit/>
          </a:bodyPr>
          <a:lstStyle>
            <a:defPPr>
              <a:defRPr lang="zh-CN"/>
            </a:defPPr>
            <a:lvl1pPr>
              <a:defRPr sz="14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2C3644"/>
                </a:solidFill>
                <a:effectLst/>
                <a:uLnTx/>
                <a:uFillTx/>
                <a:latin typeface="+mj-ea"/>
                <a:ea typeface="+mj-ea"/>
                <a:cs typeface="+mn-cs"/>
              </a:rPr>
              <a:t>变配电</a:t>
            </a:r>
            <a:endParaRPr kumimoji="0" lang="en-US" altLang="zh-CN" sz="1400" b="1" i="0" u="none" strike="noStrike" kern="1200" cap="none" spc="0" normalizeH="0" baseline="0" noProof="0" dirty="0">
              <a:ln>
                <a:noFill/>
              </a:ln>
              <a:solidFill>
                <a:srgbClr val="2C3644"/>
              </a:solidFill>
              <a:effectLst/>
              <a:uLnTx/>
              <a:uFillTx/>
              <a:latin typeface="+mj-ea"/>
              <a:ea typeface="+mj-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2C3644"/>
                </a:solidFill>
                <a:effectLst/>
                <a:uLnTx/>
                <a:uFillTx/>
                <a:latin typeface="+mj-ea"/>
                <a:ea typeface="+mj-ea"/>
                <a:cs typeface="+mn-cs"/>
              </a:rPr>
              <a:t>分析优化</a:t>
            </a:r>
          </a:p>
        </p:txBody>
      </p:sp>
      <p:sp>
        <p:nvSpPr>
          <p:cNvPr id="102" name="文本框 101">
            <a:extLst>
              <a:ext uri="{FF2B5EF4-FFF2-40B4-BE49-F238E27FC236}">
                <a16:creationId xmlns:a16="http://schemas.microsoft.com/office/drawing/2014/main" id="{4874719D-92D8-A98A-621D-AAF72741D828}"/>
              </a:ext>
            </a:extLst>
          </p:cNvPr>
          <p:cNvSpPr txBox="1"/>
          <p:nvPr/>
        </p:nvSpPr>
        <p:spPr>
          <a:xfrm>
            <a:off x="2889029" y="6010008"/>
            <a:ext cx="902811" cy="523220"/>
          </a:xfrm>
          <a:prstGeom prst="rect">
            <a:avLst/>
          </a:prstGeom>
          <a:noFill/>
        </p:spPr>
        <p:txBody>
          <a:bodyPr wrap="none">
            <a:spAutoFit/>
          </a:bodyPr>
          <a:lstStyle>
            <a:defPPr>
              <a:defRPr lang="zh-CN"/>
            </a:defPPr>
            <a:lvl1pPr algn="r">
              <a:defRPr sz="1400"/>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2C3644"/>
                </a:solidFill>
                <a:effectLst/>
                <a:uLnTx/>
                <a:uFillTx/>
                <a:latin typeface="+mj-ea"/>
                <a:ea typeface="+mj-ea"/>
                <a:cs typeface="+mn-cs"/>
              </a:rPr>
              <a:t>GHG</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2C3644"/>
                </a:solidFill>
                <a:effectLst/>
                <a:uLnTx/>
                <a:uFillTx/>
                <a:latin typeface="+mj-ea"/>
                <a:ea typeface="+mj-ea"/>
                <a:cs typeface="+mn-cs"/>
              </a:rPr>
              <a:t>排放优化</a:t>
            </a:r>
          </a:p>
        </p:txBody>
      </p:sp>
      <p:sp>
        <p:nvSpPr>
          <p:cNvPr id="103" name="文本框 102">
            <a:extLst>
              <a:ext uri="{FF2B5EF4-FFF2-40B4-BE49-F238E27FC236}">
                <a16:creationId xmlns:a16="http://schemas.microsoft.com/office/drawing/2014/main" id="{3450227E-5C88-159A-6181-28C159369814}"/>
              </a:ext>
            </a:extLst>
          </p:cNvPr>
          <p:cNvSpPr txBox="1"/>
          <p:nvPr/>
        </p:nvSpPr>
        <p:spPr>
          <a:xfrm>
            <a:off x="4611356" y="6245075"/>
            <a:ext cx="902811" cy="307777"/>
          </a:xfrm>
          <a:prstGeom prst="rect">
            <a:avLst/>
          </a:prstGeom>
          <a:noFill/>
        </p:spPr>
        <p:txBody>
          <a:bodyPr wrap="none">
            <a:spAutoFit/>
          </a:bodyPr>
          <a:lstStyle>
            <a:defPPr>
              <a:defRPr lang="zh-CN"/>
            </a:defPPr>
            <a:lvl1pPr algn="r">
              <a:defRPr sz="14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2C3644"/>
                </a:solidFill>
                <a:effectLst/>
                <a:uLnTx/>
                <a:uFillTx/>
                <a:latin typeface="+mj-ea"/>
                <a:ea typeface="+mj-ea"/>
                <a:cs typeface="+mn-cs"/>
              </a:rPr>
              <a:t>能耗监测</a:t>
            </a:r>
          </a:p>
        </p:txBody>
      </p:sp>
      <p:sp>
        <p:nvSpPr>
          <p:cNvPr id="104" name="文本框 103">
            <a:extLst>
              <a:ext uri="{FF2B5EF4-FFF2-40B4-BE49-F238E27FC236}">
                <a16:creationId xmlns:a16="http://schemas.microsoft.com/office/drawing/2014/main" id="{2E6A1091-DC33-9BF7-F294-9BCBF4BE05AF}"/>
              </a:ext>
            </a:extLst>
          </p:cNvPr>
          <p:cNvSpPr txBox="1"/>
          <p:nvPr/>
        </p:nvSpPr>
        <p:spPr>
          <a:xfrm>
            <a:off x="6294554" y="6245075"/>
            <a:ext cx="902811" cy="307777"/>
          </a:xfrm>
          <a:prstGeom prst="rect">
            <a:avLst/>
          </a:prstGeom>
          <a:noFill/>
        </p:spPr>
        <p:txBody>
          <a:bodyPr wrap="none">
            <a:spAutoFit/>
          </a:bodyPr>
          <a:lstStyle>
            <a:defPPr>
              <a:defRPr lang="zh-CN"/>
            </a:defPPr>
            <a:lvl1pPr algn="r">
              <a:defRPr sz="14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2C3644"/>
                </a:solidFill>
                <a:effectLst/>
                <a:uLnTx/>
                <a:uFillTx/>
                <a:latin typeface="+mj-ea"/>
                <a:ea typeface="+mj-ea"/>
                <a:cs typeface="+mn-cs"/>
              </a:rPr>
              <a:t>绿色机房</a:t>
            </a:r>
          </a:p>
        </p:txBody>
      </p:sp>
      <p:sp>
        <p:nvSpPr>
          <p:cNvPr id="105" name="椭圆 104">
            <a:extLst>
              <a:ext uri="{FF2B5EF4-FFF2-40B4-BE49-F238E27FC236}">
                <a16:creationId xmlns:a16="http://schemas.microsoft.com/office/drawing/2014/main" id="{9C9E0A58-7CE3-AE1D-77D3-3DBB8D8D9FA1}"/>
              </a:ext>
            </a:extLst>
          </p:cNvPr>
          <p:cNvSpPr/>
          <p:nvPr/>
        </p:nvSpPr>
        <p:spPr>
          <a:xfrm>
            <a:off x="4127054" y="4818983"/>
            <a:ext cx="3554614" cy="828953"/>
          </a:xfrm>
          <a:prstGeom prst="ellipse">
            <a:avLst/>
          </a:prstGeom>
          <a:gradFill>
            <a:gsLst>
              <a:gs pos="0">
                <a:srgbClr val="F9FDFF">
                  <a:alpha val="0"/>
                </a:srgbClr>
              </a:gs>
              <a:gs pos="100000">
                <a:schemeClr val="accent1">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mj-ea"/>
              <a:ea typeface="+mj-ea"/>
              <a:cs typeface="+mn-cs"/>
            </a:endParaRPr>
          </a:p>
        </p:txBody>
      </p:sp>
      <p:sp>
        <p:nvSpPr>
          <p:cNvPr id="106" name="椭圆 105">
            <a:extLst>
              <a:ext uri="{FF2B5EF4-FFF2-40B4-BE49-F238E27FC236}">
                <a16:creationId xmlns:a16="http://schemas.microsoft.com/office/drawing/2014/main" id="{DED6B49D-7453-4B33-D468-795F71F9299C}"/>
              </a:ext>
            </a:extLst>
          </p:cNvPr>
          <p:cNvSpPr/>
          <p:nvPr/>
        </p:nvSpPr>
        <p:spPr>
          <a:xfrm>
            <a:off x="2769330" y="4718119"/>
            <a:ext cx="6270060" cy="1462215"/>
          </a:xfrm>
          <a:prstGeom prst="ellipse">
            <a:avLst/>
          </a:prstGeom>
          <a:noFill/>
          <a:ln>
            <a:gradFill>
              <a:gsLst>
                <a:gs pos="21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mj-ea"/>
              <a:ea typeface="+mj-ea"/>
              <a:cs typeface="+mn-cs"/>
            </a:endParaRPr>
          </a:p>
        </p:txBody>
      </p:sp>
      <p:sp>
        <p:nvSpPr>
          <p:cNvPr id="107" name="文本框 106">
            <a:extLst>
              <a:ext uri="{FF2B5EF4-FFF2-40B4-BE49-F238E27FC236}">
                <a16:creationId xmlns:a16="http://schemas.microsoft.com/office/drawing/2014/main" id="{205CAB5D-B5E9-7162-B525-C36E847103B2}"/>
              </a:ext>
            </a:extLst>
          </p:cNvPr>
          <p:cNvSpPr txBox="1"/>
          <p:nvPr/>
        </p:nvSpPr>
        <p:spPr>
          <a:xfrm>
            <a:off x="9122261" y="5233460"/>
            <a:ext cx="902811" cy="52322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2C3644"/>
                </a:solidFill>
                <a:effectLst/>
                <a:uLnTx/>
                <a:uFillTx/>
                <a:latin typeface="+mj-ea"/>
                <a:ea typeface="+mj-ea"/>
                <a:cs typeface="+mn-cs"/>
              </a:rPr>
              <a:t>HVAC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2C3644"/>
                </a:solidFill>
                <a:effectLst/>
                <a:uLnTx/>
                <a:uFillTx/>
                <a:latin typeface="+mj-ea"/>
                <a:ea typeface="+mj-ea"/>
                <a:cs typeface="+mn-cs"/>
              </a:rPr>
              <a:t>耗能分析</a:t>
            </a:r>
          </a:p>
        </p:txBody>
      </p:sp>
      <p:sp>
        <p:nvSpPr>
          <p:cNvPr id="108" name="文本框 107">
            <a:extLst>
              <a:ext uri="{FF2B5EF4-FFF2-40B4-BE49-F238E27FC236}">
                <a16:creationId xmlns:a16="http://schemas.microsoft.com/office/drawing/2014/main" id="{3006E477-5C1F-FEED-3A5D-721AA622F62A}"/>
              </a:ext>
            </a:extLst>
          </p:cNvPr>
          <p:cNvSpPr txBox="1"/>
          <p:nvPr/>
        </p:nvSpPr>
        <p:spPr>
          <a:xfrm>
            <a:off x="1783648" y="5233460"/>
            <a:ext cx="902811" cy="523220"/>
          </a:xfrm>
          <a:prstGeom prst="rect">
            <a:avLst/>
          </a:prstGeom>
          <a:noFill/>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2C3644"/>
                </a:solidFill>
                <a:effectLst/>
                <a:uLnTx/>
                <a:uFillTx/>
                <a:latin typeface="+mj-ea"/>
                <a:ea typeface="+mj-ea"/>
                <a:cs typeface="+mn-cs"/>
              </a:rPr>
              <a:t>HVAC</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2C3644"/>
                </a:solidFill>
                <a:effectLst/>
                <a:uLnTx/>
                <a:uFillTx/>
                <a:latin typeface="+mj-ea"/>
                <a:ea typeface="+mj-ea"/>
                <a:cs typeface="+mn-cs"/>
              </a:rPr>
              <a:t>耗能优化</a:t>
            </a:r>
          </a:p>
        </p:txBody>
      </p:sp>
      <p:sp>
        <p:nvSpPr>
          <p:cNvPr id="112" name="椭圆 111">
            <a:extLst>
              <a:ext uri="{FF2B5EF4-FFF2-40B4-BE49-F238E27FC236}">
                <a16:creationId xmlns:a16="http://schemas.microsoft.com/office/drawing/2014/main" id="{7BD79997-783C-C3AB-5D46-AB1DA24FE789}"/>
              </a:ext>
            </a:extLst>
          </p:cNvPr>
          <p:cNvSpPr/>
          <p:nvPr/>
        </p:nvSpPr>
        <p:spPr>
          <a:xfrm>
            <a:off x="2718245" y="5468967"/>
            <a:ext cx="116860" cy="99865"/>
          </a:xfrm>
          <a:prstGeom prst="ellipse">
            <a:avLst/>
          </a:prstGeom>
          <a:gradFill>
            <a:gsLst>
              <a:gs pos="0">
                <a:schemeClr val="accent1">
                  <a:lumMod val="20000"/>
                  <a:lumOff val="80000"/>
                </a:schemeClr>
              </a:gs>
              <a:gs pos="42000">
                <a:schemeClr val="accent1">
                  <a:lumMod val="60000"/>
                  <a:lumOff val="40000"/>
                </a:schemeClr>
              </a:gs>
              <a:gs pos="100000">
                <a:schemeClr val="accent1"/>
              </a:gs>
            </a:gsLst>
            <a:path path="circle">
              <a:fillToRect r="100000" b="100000"/>
            </a:path>
          </a:gradFill>
          <a:ln w="25400" cap="flat" cmpd="sng" algn="ctr">
            <a:solidFill>
              <a:schemeClr val="bg1"/>
            </a:solidFill>
            <a:prstDash val="solid"/>
            <a:miter lim="800000"/>
          </a:ln>
          <a:effectLst>
            <a:outerShdw blurRad="165100" sx="102000" sy="102000" algn="ctr" rotWithShape="0">
              <a:srgbClr val="0F79F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mj-ea"/>
              <a:ea typeface="+mj-ea"/>
              <a:cs typeface="+mn-cs"/>
            </a:endParaRPr>
          </a:p>
        </p:txBody>
      </p:sp>
      <p:sp>
        <p:nvSpPr>
          <p:cNvPr id="113" name="椭圆 112">
            <a:extLst>
              <a:ext uri="{FF2B5EF4-FFF2-40B4-BE49-F238E27FC236}">
                <a16:creationId xmlns:a16="http://schemas.microsoft.com/office/drawing/2014/main" id="{F14BD29F-1F8D-D140-6498-BE2954EFDB65}"/>
              </a:ext>
            </a:extLst>
          </p:cNvPr>
          <p:cNvSpPr/>
          <p:nvPr/>
        </p:nvSpPr>
        <p:spPr>
          <a:xfrm>
            <a:off x="8973615" y="5468967"/>
            <a:ext cx="116860" cy="99865"/>
          </a:xfrm>
          <a:prstGeom prst="ellipse">
            <a:avLst/>
          </a:prstGeom>
          <a:gradFill>
            <a:gsLst>
              <a:gs pos="0">
                <a:schemeClr val="accent1">
                  <a:lumMod val="20000"/>
                  <a:lumOff val="80000"/>
                </a:schemeClr>
              </a:gs>
              <a:gs pos="42000">
                <a:schemeClr val="accent1">
                  <a:lumMod val="60000"/>
                  <a:lumOff val="40000"/>
                </a:schemeClr>
              </a:gs>
              <a:gs pos="100000">
                <a:schemeClr val="accent1"/>
              </a:gs>
            </a:gsLst>
            <a:path path="circle">
              <a:fillToRect r="100000" b="100000"/>
            </a:path>
          </a:gradFill>
          <a:ln w="25400" cap="flat" cmpd="sng" algn="ctr">
            <a:solidFill>
              <a:schemeClr val="bg1"/>
            </a:solidFill>
            <a:prstDash val="solid"/>
            <a:miter lim="800000"/>
          </a:ln>
          <a:effectLst>
            <a:outerShdw blurRad="165100" sx="102000" sy="102000" algn="ctr" rotWithShape="0">
              <a:srgbClr val="0F79F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mj-ea"/>
              <a:ea typeface="+mj-ea"/>
              <a:cs typeface="+mn-cs"/>
            </a:endParaRPr>
          </a:p>
        </p:txBody>
      </p:sp>
      <p:sp>
        <p:nvSpPr>
          <p:cNvPr id="114" name="椭圆 113">
            <a:extLst>
              <a:ext uri="{FF2B5EF4-FFF2-40B4-BE49-F238E27FC236}">
                <a16:creationId xmlns:a16="http://schemas.microsoft.com/office/drawing/2014/main" id="{6F23F496-124A-B201-7EBC-B36BD3496627}"/>
              </a:ext>
            </a:extLst>
          </p:cNvPr>
          <p:cNvSpPr/>
          <p:nvPr/>
        </p:nvSpPr>
        <p:spPr>
          <a:xfrm>
            <a:off x="5004330" y="6107261"/>
            <a:ext cx="116860" cy="99865"/>
          </a:xfrm>
          <a:prstGeom prst="ellipse">
            <a:avLst/>
          </a:prstGeom>
          <a:gradFill>
            <a:gsLst>
              <a:gs pos="0">
                <a:schemeClr val="accent1">
                  <a:lumMod val="20000"/>
                  <a:lumOff val="80000"/>
                </a:schemeClr>
              </a:gs>
              <a:gs pos="42000">
                <a:schemeClr val="accent1">
                  <a:lumMod val="60000"/>
                  <a:lumOff val="40000"/>
                </a:schemeClr>
              </a:gs>
              <a:gs pos="100000">
                <a:schemeClr val="accent1"/>
              </a:gs>
            </a:gsLst>
            <a:path path="circle">
              <a:fillToRect r="100000" b="100000"/>
            </a:path>
          </a:gradFill>
          <a:ln w="25400" cap="flat" cmpd="sng" algn="ctr">
            <a:solidFill>
              <a:schemeClr val="bg1"/>
            </a:solidFill>
            <a:prstDash val="solid"/>
            <a:miter lim="800000"/>
          </a:ln>
          <a:effectLst>
            <a:outerShdw blurRad="165100" sx="102000" sy="102000" algn="ctr" rotWithShape="0">
              <a:srgbClr val="0F79F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mj-ea"/>
              <a:ea typeface="+mj-ea"/>
              <a:cs typeface="+mn-cs"/>
            </a:endParaRPr>
          </a:p>
        </p:txBody>
      </p:sp>
      <p:sp>
        <p:nvSpPr>
          <p:cNvPr id="115" name="椭圆 114">
            <a:extLst>
              <a:ext uri="{FF2B5EF4-FFF2-40B4-BE49-F238E27FC236}">
                <a16:creationId xmlns:a16="http://schemas.microsoft.com/office/drawing/2014/main" id="{71284161-BF3C-0E8D-2F81-EBF9C3EB0141}"/>
              </a:ext>
            </a:extLst>
          </p:cNvPr>
          <p:cNvSpPr/>
          <p:nvPr/>
        </p:nvSpPr>
        <p:spPr>
          <a:xfrm>
            <a:off x="6687528" y="6107261"/>
            <a:ext cx="116860" cy="99865"/>
          </a:xfrm>
          <a:prstGeom prst="ellipse">
            <a:avLst/>
          </a:prstGeom>
          <a:gradFill>
            <a:gsLst>
              <a:gs pos="0">
                <a:schemeClr val="accent1">
                  <a:lumMod val="20000"/>
                  <a:lumOff val="80000"/>
                </a:schemeClr>
              </a:gs>
              <a:gs pos="42000">
                <a:schemeClr val="accent1">
                  <a:lumMod val="60000"/>
                  <a:lumOff val="40000"/>
                </a:schemeClr>
              </a:gs>
              <a:gs pos="100000">
                <a:schemeClr val="accent1"/>
              </a:gs>
            </a:gsLst>
            <a:path path="circle">
              <a:fillToRect r="100000" b="100000"/>
            </a:path>
          </a:gradFill>
          <a:ln w="25400" cap="flat" cmpd="sng" algn="ctr">
            <a:solidFill>
              <a:schemeClr val="bg1"/>
            </a:solidFill>
            <a:prstDash val="solid"/>
            <a:miter lim="800000"/>
          </a:ln>
          <a:effectLst>
            <a:outerShdw blurRad="165100" sx="102000" sy="102000" algn="ctr" rotWithShape="0">
              <a:srgbClr val="0F79F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mj-ea"/>
              <a:ea typeface="+mj-ea"/>
              <a:cs typeface="+mn-cs"/>
            </a:endParaRPr>
          </a:p>
        </p:txBody>
      </p:sp>
      <p:sp>
        <p:nvSpPr>
          <p:cNvPr id="116" name="椭圆 115">
            <a:extLst>
              <a:ext uri="{FF2B5EF4-FFF2-40B4-BE49-F238E27FC236}">
                <a16:creationId xmlns:a16="http://schemas.microsoft.com/office/drawing/2014/main" id="{00CDAAB9-6367-FC0B-66BD-1AA849C1373D}"/>
              </a:ext>
            </a:extLst>
          </p:cNvPr>
          <p:cNvSpPr/>
          <p:nvPr/>
        </p:nvSpPr>
        <p:spPr>
          <a:xfrm>
            <a:off x="7987665" y="5948290"/>
            <a:ext cx="116860" cy="99865"/>
          </a:xfrm>
          <a:prstGeom prst="ellipse">
            <a:avLst/>
          </a:prstGeom>
          <a:gradFill>
            <a:gsLst>
              <a:gs pos="0">
                <a:schemeClr val="accent1">
                  <a:lumMod val="20000"/>
                  <a:lumOff val="80000"/>
                </a:schemeClr>
              </a:gs>
              <a:gs pos="42000">
                <a:schemeClr val="accent1">
                  <a:lumMod val="60000"/>
                  <a:lumOff val="40000"/>
                </a:schemeClr>
              </a:gs>
              <a:gs pos="100000">
                <a:schemeClr val="accent1"/>
              </a:gs>
            </a:gsLst>
            <a:path path="circle">
              <a:fillToRect r="100000" b="100000"/>
            </a:path>
          </a:gradFill>
          <a:ln w="25400" cap="flat" cmpd="sng" algn="ctr">
            <a:solidFill>
              <a:schemeClr val="bg1"/>
            </a:solidFill>
            <a:prstDash val="solid"/>
            <a:miter lim="800000"/>
          </a:ln>
          <a:effectLst>
            <a:outerShdw blurRad="165100" sx="102000" sy="102000" algn="ctr" rotWithShape="0">
              <a:srgbClr val="0F79F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mj-ea"/>
              <a:ea typeface="+mj-ea"/>
              <a:cs typeface="+mn-cs"/>
            </a:endParaRPr>
          </a:p>
        </p:txBody>
      </p:sp>
      <p:sp>
        <p:nvSpPr>
          <p:cNvPr id="117" name="椭圆 116">
            <a:extLst>
              <a:ext uri="{FF2B5EF4-FFF2-40B4-BE49-F238E27FC236}">
                <a16:creationId xmlns:a16="http://schemas.microsoft.com/office/drawing/2014/main" id="{1E0244F0-CF3A-93D9-C235-19BA8B620DDF}"/>
              </a:ext>
            </a:extLst>
          </p:cNvPr>
          <p:cNvSpPr/>
          <p:nvPr/>
        </p:nvSpPr>
        <p:spPr>
          <a:xfrm>
            <a:off x="3704194" y="5948290"/>
            <a:ext cx="116860" cy="99865"/>
          </a:xfrm>
          <a:prstGeom prst="ellipse">
            <a:avLst/>
          </a:prstGeom>
          <a:gradFill>
            <a:gsLst>
              <a:gs pos="0">
                <a:schemeClr val="accent1">
                  <a:lumMod val="20000"/>
                  <a:lumOff val="80000"/>
                </a:schemeClr>
              </a:gs>
              <a:gs pos="42000">
                <a:schemeClr val="accent1">
                  <a:lumMod val="60000"/>
                  <a:lumOff val="40000"/>
                </a:schemeClr>
              </a:gs>
              <a:gs pos="100000">
                <a:schemeClr val="accent1"/>
              </a:gs>
            </a:gsLst>
            <a:path path="circle">
              <a:fillToRect r="100000" b="100000"/>
            </a:path>
          </a:gradFill>
          <a:ln w="25400" cap="flat" cmpd="sng" algn="ctr">
            <a:solidFill>
              <a:schemeClr val="bg1"/>
            </a:solidFill>
            <a:prstDash val="solid"/>
            <a:miter lim="800000"/>
          </a:ln>
          <a:effectLst>
            <a:outerShdw blurRad="165100" sx="102000" sy="102000" algn="ctr" rotWithShape="0">
              <a:srgbClr val="0F79F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a:ln>
                <a:noFill/>
              </a:ln>
              <a:solidFill>
                <a:prstClr val="white"/>
              </a:solidFill>
              <a:effectLst/>
              <a:uLnTx/>
              <a:uFillTx/>
              <a:latin typeface="+mj-ea"/>
              <a:ea typeface="+mj-ea"/>
              <a:cs typeface="+mn-cs"/>
            </a:endParaRPr>
          </a:p>
        </p:txBody>
      </p:sp>
      <p:pic>
        <p:nvPicPr>
          <p:cNvPr id="118" name="图形 117">
            <a:extLst>
              <a:ext uri="{FF2B5EF4-FFF2-40B4-BE49-F238E27FC236}">
                <a16:creationId xmlns:a16="http://schemas.microsoft.com/office/drawing/2014/main" id="{E303C56D-A2A7-7328-53B3-19874760C3B5}"/>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453015" y="4396284"/>
            <a:ext cx="2902690" cy="1246807"/>
          </a:xfrm>
          <a:prstGeom prst="rect">
            <a:avLst/>
          </a:prstGeom>
        </p:spPr>
      </p:pic>
      <p:sp>
        <p:nvSpPr>
          <p:cNvPr id="119" name="椭圆 118">
            <a:extLst>
              <a:ext uri="{FF2B5EF4-FFF2-40B4-BE49-F238E27FC236}">
                <a16:creationId xmlns:a16="http://schemas.microsoft.com/office/drawing/2014/main" id="{2F8CC2CC-BA0C-8AD1-E019-71B399576B2F}"/>
              </a:ext>
            </a:extLst>
          </p:cNvPr>
          <p:cNvSpPr/>
          <p:nvPr/>
        </p:nvSpPr>
        <p:spPr>
          <a:xfrm>
            <a:off x="2914583" y="3247487"/>
            <a:ext cx="5979555" cy="1426861"/>
          </a:xfrm>
          <a:prstGeom prst="ellipse">
            <a:avLst/>
          </a:prstGeom>
          <a:noFill/>
          <a:ln w="3175">
            <a:gradFill>
              <a:gsLst>
                <a:gs pos="21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j-ea"/>
              <a:ea typeface="+mj-ea"/>
              <a:cs typeface="+mn-cs"/>
            </a:endParaRPr>
          </a:p>
        </p:txBody>
      </p:sp>
      <p:sp>
        <p:nvSpPr>
          <p:cNvPr id="91" name="椭圆 90">
            <a:extLst>
              <a:ext uri="{FF2B5EF4-FFF2-40B4-BE49-F238E27FC236}">
                <a16:creationId xmlns:a16="http://schemas.microsoft.com/office/drawing/2014/main" id="{F2614B96-FEB6-05BB-143E-62630BA937A3}"/>
              </a:ext>
            </a:extLst>
          </p:cNvPr>
          <p:cNvSpPr/>
          <p:nvPr/>
        </p:nvSpPr>
        <p:spPr>
          <a:xfrm>
            <a:off x="3842290" y="1580402"/>
            <a:ext cx="962910" cy="962909"/>
          </a:xfrm>
          <a:prstGeom prst="ellipse">
            <a:avLst/>
          </a:prstGeom>
          <a:solidFill>
            <a:schemeClr val="accent1"/>
          </a:solidFill>
          <a:ln>
            <a:noFill/>
          </a:ln>
          <a:effectLst>
            <a:outerShdw blurRad="254000" dist="101600" dir="2700000" sx="102000" sy="102000" algn="tl" rotWithShape="0">
              <a:schemeClr val="accent1">
                <a:alpha val="40000"/>
              </a:schemeClr>
            </a:outerShdw>
            <a:reflection blurRad="88900" stA="30000" endPos="17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b="0" i="0" u="none" strike="noStrike" kern="1200" cap="none" spc="0" normalizeH="0" baseline="0" noProof="0" dirty="0">
              <a:ln>
                <a:noFill/>
              </a:ln>
              <a:solidFill>
                <a:prstClr val="white"/>
              </a:solidFill>
              <a:effectLst/>
              <a:uLnTx/>
              <a:uFillTx/>
              <a:latin typeface="+mj-ea"/>
              <a:ea typeface="+mj-ea"/>
              <a:cs typeface="+mn-cs"/>
            </a:endParaRPr>
          </a:p>
        </p:txBody>
      </p:sp>
      <p:sp>
        <p:nvSpPr>
          <p:cNvPr id="92" name="椭圆 91">
            <a:extLst>
              <a:ext uri="{FF2B5EF4-FFF2-40B4-BE49-F238E27FC236}">
                <a16:creationId xmlns:a16="http://schemas.microsoft.com/office/drawing/2014/main" id="{F2C90B54-180D-B2AE-E508-27189226B3A7}"/>
              </a:ext>
            </a:extLst>
          </p:cNvPr>
          <p:cNvSpPr/>
          <p:nvPr/>
        </p:nvSpPr>
        <p:spPr>
          <a:xfrm>
            <a:off x="7058176" y="1580402"/>
            <a:ext cx="962910" cy="962909"/>
          </a:xfrm>
          <a:prstGeom prst="ellipse">
            <a:avLst/>
          </a:prstGeom>
          <a:solidFill>
            <a:schemeClr val="accent1"/>
          </a:solidFill>
          <a:ln>
            <a:noFill/>
          </a:ln>
          <a:effectLst>
            <a:outerShdw blurRad="254000" dist="101600" dir="2700000" sx="102000" sy="102000" algn="tl" rotWithShape="0">
              <a:schemeClr val="accent1">
                <a:alpha val="40000"/>
              </a:schemeClr>
            </a:outerShdw>
            <a:reflection blurRad="88900" stA="30000" endPos="17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b="0" i="0" u="none" strike="noStrike" kern="1200" cap="none" spc="0" normalizeH="0" baseline="0" noProof="0" dirty="0">
              <a:ln>
                <a:noFill/>
              </a:ln>
              <a:solidFill>
                <a:prstClr val="white"/>
              </a:solidFill>
              <a:effectLst/>
              <a:uLnTx/>
              <a:uFillTx/>
              <a:latin typeface="+mj-ea"/>
              <a:ea typeface="+mj-ea"/>
              <a:cs typeface="+mn-cs"/>
            </a:endParaRPr>
          </a:p>
        </p:txBody>
      </p:sp>
      <p:sp>
        <p:nvSpPr>
          <p:cNvPr id="93" name="椭圆 92">
            <a:extLst>
              <a:ext uri="{FF2B5EF4-FFF2-40B4-BE49-F238E27FC236}">
                <a16:creationId xmlns:a16="http://schemas.microsoft.com/office/drawing/2014/main" id="{4E7AA211-A46B-C4AC-3119-ED0360CBAD71}"/>
              </a:ext>
            </a:extLst>
          </p:cNvPr>
          <p:cNvSpPr/>
          <p:nvPr/>
        </p:nvSpPr>
        <p:spPr>
          <a:xfrm>
            <a:off x="5003607" y="1159068"/>
            <a:ext cx="855190" cy="855186"/>
          </a:xfrm>
          <a:prstGeom prst="ellipse">
            <a:avLst/>
          </a:prstGeom>
          <a:solidFill>
            <a:schemeClr val="accent3"/>
          </a:solidFill>
          <a:ln>
            <a:noFill/>
          </a:ln>
          <a:effectLst>
            <a:outerShdw blurRad="254000" dist="101600" dir="2700000" sx="102000" sy="102000" algn="tl" rotWithShape="0">
              <a:schemeClr val="accent3">
                <a:alpha val="40000"/>
              </a:schemeClr>
            </a:outerShdw>
            <a:reflection blurRad="88900" stA="30000" endPos="17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b="0" i="0" u="none" strike="noStrike" kern="1200" cap="none" spc="0" normalizeH="0" baseline="0" noProof="0" dirty="0">
              <a:ln>
                <a:noFill/>
              </a:ln>
              <a:solidFill>
                <a:prstClr val="white"/>
              </a:solidFill>
              <a:effectLst/>
              <a:uLnTx/>
              <a:uFillTx/>
              <a:latin typeface="+mj-ea"/>
              <a:ea typeface="+mj-ea"/>
              <a:cs typeface="+mn-cs"/>
            </a:endParaRPr>
          </a:p>
        </p:txBody>
      </p:sp>
      <p:sp>
        <p:nvSpPr>
          <p:cNvPr id="94" name="椭圆 93">
            <a:extLst>
              <a:ext uri="{FF2B5EF4-FFF2-40B4-BE49-F238E27FC236}">
                <a16:creationId xmlns:a16="http://schemas.microsoft.com/office/drawing/2014/main" id="{3F618510-9392-56D3-ADE3-EAEF3B5CC346}"/>
              </a:ext>
            </a:extLst>
          </p:cNvPr>
          <p:cNvSpPr/>
          <p:nvPr/>
        </p:nvSpPr>
        <p:spPr>
          <a:xfrm>
            <a:off x="6001958" y="1159068"/>
            <a:ext cx="855190" cy="855186"/>
          </a:xfrm>
          <a:prstGeom prst="ellipse">
            <a:avLst/>
          </a:prstGeom>
          <a:solidFill>
            <a:schemeClr val="accent2"/>
          </a:solidFill>
          <a:ln>
            <a:noFill/>
          </a:ln>
          <a:effectLst>
            <a:outerShdw blurRad="254000" dist="101600" dir="2700000" sx="102000" sy="102000" algn="tl" rotWithShape="0">
              <a:schemeClr val="accent2">
                <a:alpha val="40000"/>
              </a:schemeClr>
            </a:outerShdw>
            <a:reflection blurRad="88900" stA="30000" endPos="17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b="0" i="0" u="none" strike="noStrike" kern="1200" cap="none" spc="0" normalizeH="0" baseline="0" noProof="0" dirty="0">
              <a:ln>
                <a:noFill/>
              </a:ln>
              <a:solidFill>
                <a:prstClr val="white"/>
              </a:solidFill>
              <a:effectLst/>
              <a:uLnTx/>
              <a:uFillTx/>
              <a:latin typeface="+mj-ea"/>
              <a:ea typeface="+mj-ea"/>
              <a:cs typeface="+mn-cs"/>
            </a:endParaRPr>
          </a:p>
        </p:txBody>
      </p:sp>
      <p:sp>
        <p:nvSpPr>
          <p:cNvPr id="95" name="椭圆 94">
            <a:extLst>
              <a:ext uri="{FF2B5EF4-FFF2-40B4-BE49-F238E27FC236}">
                <a16:creationId xmlns:a16="http://schemas.microsoft.com/office/drawing/2014/main" id="{3C420760-0C29-2F11-C916-0829BA96D27A}"/>
              </a:ext>
            </a:extLst>
          </p:cNvPr>
          <p:cNvSpPr/>
          <p:nvPr/>
        </p:nvSpPr>
        <p:spPr>
          <a:xfrm>
            <a:off x="4755842" y="2050525"/>
            <a:ext cx="1066118" cy="1066117"/>
          </a:xfrm>
          <a:prstGeom prst="ellipse">
            <a:avLst/>
          </a:prstGeom>
          <a:solidFill>
            <a:schemeClr val="accent2"/>
          </a:solidFill>
          <a:ln>
            <a:noFill/>
          </a:ln>
          <a:effectLst>
            <a:outerShdw blurRad="254000" dist="101600" dir="2700000" sx="102000" sy="102000" algn="tl" rotWithShape="0">
              <a:schemeClr val="accent2">
                <a:alpha val="40000"/>
              </a:schemeClr>
            </a:outerShdw>
            <a:reflection blurRad="88900" stA="30000" endPos="17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prstClr val="white"/>
              </a:solidFill>
              <a:effectLst/>
              <a:uLnTx/>
              <a:uFillTx/>
              <a:latin typeface="+mj-ea"/>
              <a:ea typeface="+mj-ea"/>
              <a:cs typeface="+mn-cs"/>
            </a:endParaRPr>
          </a:p>
        </p:txBody>
      </p:sp>
      <p:sp>
        <p:nvSpPr>
          <p:cNvPr id="96" name="椭圆 95">
            <a:extLst>
              <a:ext uri="{FF2B5EF4-FFF2-40B4-BE49-F238E27FC236}">
                <a16:creationId xmlns:a16="http://schemas.microsoft.com/office/drawing/2014/main" id="{13DA7AE7-D8A2-7917-0C9C-3DEB956025FC}"/>
              </a:ext>
            </a:extLst>
          </p:cNvPr>
          <p:cNvSpPr/>
          <p:nvPr/>
        </p:nvSpPr>
        <p:spPr>
          <a:xfrm>
            <a:off x="6038794" y="2050525"/>
            <a:ext cx="1066118" cy="1066117"/>
          </a:xfrm>
          <a:prstGeom prst="ellipse">
            <a:avLst/>
          </a:prstGeom>
          <a:solidFill>
            <a:schemeClr val="accent3"/>
          </a:solidFill>
          <a:ln>
            <a:noFill/>
          </a:ln>
          <a:effectLst>
            <a:outerShdw blurRad="254000" dist="101600" dir="2700000" sx="102000" sy="102000" algn="tl" rotWithShape="0">
              <a:schemeClr val="accent3">
                <a:alpha val="40000"/>
              </a:schemeClr>
            </a:outerShdw>
            <a:reflection blurRad="88900" stA="30000" endPos="17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dirty="0">
              <a:ln>
                <a:noFill/>
              </a:ln>
              <a:solidFill>
                <a:prstClr val="white"/>
              </a:solidFill>
              <a:effectLst/>
              <a:uLnTx/>
              <a:uFillTx/>
              <a:latin typeface="+mj-ea"/>
              <a:ea typeface="+mj-ea"/>
              <a:cs typeface="+mn-cs"/>
            </a:endParaRPr>
          </a:p>
        </p:txBody>
      </p:sp>
      <p:sp>
        <p:nvSpPr>
          <p:cNvPr id="97" name="文本框 96">
            <a:extLst>
              <a:ext uri="{FF2B5EF4-FFF2-40B4-BE49-F238E27FC236}">
                <a16:creationId xmlns:a16="http://schemas.microsoft.com/office/drawing/2014/main" id="{11DAB6DE-82D6-B381-68F7-78FA56D057B9}"/>
              </a:ext>
            </a:extLst>
          </p:cNvPr>
          <p:cNvSpPr txBox="1"/>
          <p:nvPr/>
        </p:nvSpPr>
        <p:spPr>
          <a:xfrm>
            <a:off x="5069565" y="1352295"/>
            <a:ext cx="723275"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mj-ea"/>
                <a:ea typeface="+mj-ea"/>
                <a:cs typeface="+mn-cs"/>
              </a:rPr>
              <a:t>水流量</a:t>
            </a:r>
            <a:endParaRPr kumimoji="0" lang="en-US" altLang="zh-CN" sz="1400" b="0" i="0" u="none" strike="noStrike" kern="1200" cap="none" spc="0" normalizeH="0" baseline="0" noProof="0" dirty="0">
              <a:ln>
                <a:noFill/>
              </a:ln>
              <a:solidFill>
                <a:prstClr val="white"/>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mj-ea"/>
                <a:ea typeface="+mj-ea"/>
                <a:cs typeface="+mn-cs"/>
              </a:rPr>
              <a:t>控制</a:t>
            </a:r>
          </a:p>
        </p:txBody>
      </p:sp>
      <p:sp>
        <p:nvSpPr>
          <p:cNvPr id="98" name="文本框 97">
            <a:extLst>
              <a:ext uri="{FF2B5EF4-FFF2-40B4-BE49-F238E27FC236}">
                <a16:creationId xmlns:a16="http://schemas.microsoft.com/office/drawing/2014/main" id="{B3B9596A-EC39-EF52-2AAB-6535612D4AE8}"/>
              </a:ext>
            </a:extLst>
          </p:cNvPr>
          <p:cNvSpPr txBox="1"/>
          <p:nvPr/>
        </p:nvSpPr>
        <p:spPr>
          <a:xfrm>
            <a:off x="6157684" y="1352295"/>
            <a:ext cx="543739"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mj-ea"/>
                <a:ea typeface="+mj-ea"/>
                <a:cs typeface="+mn-cs"/>
              </a:rPr>
              <a:t>控制</a:t>
            </a:r>
            <a:endParaRPr kumimoji="0" lang="en-US" altLang="zh-CN" sz="1400" b="0" i="0" u="none" strike="noStrike" kern="1200" cap="none" spc="0" normalizeH="0" baseline="0" noProof="0" dirty="0">
              <a:ln>
                <a:noFill/>
              </a:ln>
              <a:solidFill>
                <a:prstClr val="white"/>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mj-ea"/>
                <a:ea typeface="+mj-ea"/>
                <a:cs typeface="+mn-cs"/>
              </a:rPr>
              <a:t>阀门</a:t>
            </a:r>
          </a:p>
        </p:txBody>
      </p:sp>
      <p:sp>
        <p:nvSpPr>
          <p:cNvPr id="99" name="文本框 98">
            <a:extLst>
              <a:ext uri="{FF2B5EF4-FFF2-40B4-BE49-F238E27FC236}">
                <a16:creationId xmlns:a16="http://schemas.microsoft.com/office/drawing/2014/main" id="{66B6CEAE-AAB6-6BB5-BE51-07685D0C59FB}"/>
              </a:ext>
            </a:extLst>
          </p:cNvPr>
          <p:cNvSpPr txBox="1"/>
          <p:nvPr/>
        </p:nvSpPr>
        <p:spPr>
          <a:xfrm>
            <a:off x="7177993" y="1827489"/>
            <a:ext cx="723275" cy="523220"/>
          </a:xfrm>
          <a:prstGeom prst="rect">
            <a:avLst/>
          </a:prstGeom>
          <a:noFill/>
        </p:spPr>
        <p:txBody>
          <a:bodyPr wrap="none">
            <a:spAutoFit/>
          </a:bodyPr>
          <a:lstStyle>
            <a:defPPr>
              <a:defRPr lang="zh-CN"/>
            </a:defPPr>
            <a:lvl1pPr algn="ctr">
              <a:defRPr sz="11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mj-ea"/>
                <a:ea typeface="+mj-ea"/>
                <a:cs typeface="+mn-cs"/>
              </a:rPr>
              <a:t>灯光</a:t>
            </a:r>
            <a:endParaRPr kumimoji="0" lang="en-US" altLang="zh-CN" sz="1400" b="0" i="0" u="none" strike="noStrike" kern="1200" cap="none" spc="0" normalizeH="0" baseline="0" noProof="0" dirty="0">
              <a:ln>
                <a:noFill/>
              </a:ln>
              <a:solidFill>
                <a:prstClr val="white"/>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mj-ea"/>
                <a:ea typeface="+mj-ea"/>
                <a:cs typeface="+mn-cs"/>
              </a:rPr>
              <a:t>传感器</a:t>
            </a:r>
          </a:p>
        </p:txBody>
      </p:sp>
      <p:sp>
        <p:nvSpPr>
          <p:cNvPr id="109" name="文本框 108">
            <a:extLst>
              <a:ext uri="{FF2B5EF4-FFF2-40B4-BE49-F238E27FC236}">
                <a16:creationId xmlns:a16="http://schemas.microsoft.com/office/drawing/2014/main" id="{36A2B24A-9397-3232-F907-891A567D8025}"/>
              </a:ext>
            </a:extLst>
          </p:cNvPr>
          <p:cNvSpPr txBox="1"/>
          <p:nvPr/>
        </p:nvSpPr>
        <p:spPr>
          <a:xfrm>
            <a:off x="3962108" y="1827489"/>
            <a:ext cx="723275" cy="523220"/>
          </a:xfrm>
          <a:prstGeom prst="rect">
            <a:avLst/>
          </a:prstGeom>
          <a:noFill/>
        </p:spPr>
        <p:txBody>
          <a:bodyPr wrap="none">
            <a:spAutoFit/>
          </a:bodyPr>
          <a:lstStyle>
            <a:defPPr>
              <a:defRPr lang="zh-CN"/>
            </a:defPPr>
            <a:lvl1pPr algn="ctr">
              <a:defRPr sz="11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mj-ea"/>
                <a:ea typeface="+mj-ea"/>
                <a:cs typeface="+mn-cs"/>
              </a:rPr>
              <a:t>压力</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mj-ea"/>
                <a:ea typeface="+mj-ea"/>
                <a:cs typeface="+mn-cs"/>
              </a:rPr>
              <a:t>传感器</a:t>
            </a:r>
          </a:p>
        </p:txBody>
      </p:sp>
      <p:sp>
        <p:nvSpPr>
          <p:cNvPr id="110" name="文本框 109">
            <a:extLst>
              <a:ext uri="{FF2B5EF4-FFF2-40B4-BE49-F238E27FC236}">
                <a16:creationId xmlns:a16="http://schemas.microsoft.com/office/drawing/2014/main" id="{22189A99-2951-0CA3-290D-490A73F4E065}"/>
              </a:ext>
            </a:extLst>
          </p:cNvPr>
          <p:cNvSpPr txBox="1"/>
          <p:nvPr/>
        </p:nvSpPr>
        <p:spPr>
          <a:xfrm>
            <a:off x="4927263" y="2349217"/>
            <a:ext cx="723275"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mj-ea"/>
                <a:ea typeface="+mj-ea"/>
                <a:cs typeface="+mn-cs"/>
              </a:rPr>
              <a:t>温湿度</a:t>
            </a:r>
            <a:endParaRPr kumimoji="0" lang="en-US" altLang="zh-CN" sz="1400" b="0" i="0" u="none" strike="noStrike" kern="1200" cap="none" spc="0" normalizeH="0" baseline="0" noProof="0" dirty="0">
              <a:ln>
                <a:noFill/>
              </a:ln>
              <a:solidFill>
                <a:prstClr val="white"/>
              </a:solidFill>
              <a:effectLst/>
              <a:uLnTx/>
              <a:uFillTx/>
              <a:latin typeface="+mj-ea"/>
              <a:ea typeface="+mj-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mj-ea"/>
                <a:ea typeface="+mj-ea"/>
                <a:cs typeface="+mn-cs"/>
              </a:rPr>
              <a:t>传感器</a:t>
            </a:r>
          </a:p>
        </p:txBody>
      </p:sp>
      <p:sp>
        <p:nvSpPr>
          <p:cNvPr id="111" name="文本框 110">
            <a:extLst>
              <a:ext uri="{FF2B5EF4-FFF2-40B4-BE49-F238E27FC236}">
                <a16:creationId xmlns:a16="http://schemas.microsoft.com/office/drawing/2014/main" id="{AAA6F26F-B8F8-8426-0298-A85F08A01010}"/>
              </a:ext>
            </a:extLst>
          </p:cNvPr>
          <p:cNvSpPr txBox="1"/>
          <p:nvPr/>
        </p:nvSpPr>
        <p:spPr>
          <a:xfrm>
            <a:off x="6130703" y="2349217"/>
            <a:ext cx="902811"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mj-ea"/>
                <a:ea typeface="+mj-ea"/>
                <a:cs typeface="+mn-cs"/>
              </a:rPr>
              <a:t>电力监控</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mj-ea"/>
                <a:ea typeface="+mj-ea"/>
                <a:cs typeface="+mn-cs"/>
              </a:rPr>
              <a:t>仪表</a:t>
            </a:r>
          </a:p>
        </p:txBody>
      </p:sp>
      <p:sp>
        <p:nvSpPr>
          <p:cNvPr id="123" name="文本框 122">
            <a:extLst>
              <a:ext uri="{FF2B5EF4-FFF2-40B4-BE49-F238E27FC236}">
                <a16:creationId xmlns:a16="http://schemas.microsoft.com/office/drawing/2014/main" id="{20C1EF98-9B10-1974-0963-3888A5D15D64}"/>
              </a:ext>
            </a:extLst>
          </p:cNvPr>
          <p:cNvSpPr txBox="1"/>
          <p:nvPr/>
        </p:nvSpPr>
        <p:spPr>
          <a:xfrm>
            <a:off x="527557" y="454206"/>
            <a:ext cx="7364516" cy="369332"/>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楼宇平台节能管理</a:t>
            </a:r>
          </a:p>
        </p:txBody>
      </p:sp>
    </p:spTree>
    <p:extLst>
      <p:ext uri="{BB962C8B-B14F-4D97-AF65-F5344CB8AC3E}">
        <p14:creationId xmlns:p14="http://schemas.microsoft.com/office/powerpoint/2010/main" val="4166599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F3C15FA-79C6-0C6F-4648-F5A339A37B5A}"/>
              </a:ext>
            </a:extLst>
          </p:cNvPr>
          <p:cNvGrpSpPr/>
          <p:nvPr/>
        </p:nvGrpSpPr>
        <p:grpSpPr>
          <a:xfrm>
            <a:off x="2999034" y="1044574"/>
            <a:ext cx="6193930" cy="1965325"/>
            <a:chOff x="2999034" y="1044574"/>
            <a:chExt cx="6193930" cy="1965325"/>
          </a:xfrm>
        </p:grpSpPr>
        <p:sp>
          <p:nvSpPr>
            <p:cNvPr id="3" name="椭圆 2">
              <a:extLst>
                <a:ext uri="{FF2B5EF4-FFF2-40B4-BE49-F238E27FC236}">
                  <a16:creationId xmlns:a16="http://schemas.microsoft.com/office/drawing/2014/main" id="{B1A30044-FF26-28A2-8A66-BC45B51908C8}"/>
                </a:ext>
              </a:extLst>
            </p:cNvPr>
            <p:cNvSpPr/>
            <p:nvPr/>
          </p:nvSpPr>
          <p:spPr>
            <a:xfrm>
              <a:off x="2999034" y="1044574"/>
              <a:ext cx="6193930" cy="1965325"/>
            </a:xfrm>
            <a:prstGeom prst="ellipse">
              <a:avLst/>
            </a:prstGeom>
            <a:noFill/>
            <a:ln w="9525">
              <a:gradFill>
                <a:gsLst>
                  <a:gs pos="32000">
                    <a:schemeClr val="accent1">
                      <a:alpha val="0"/>
                    </a:schemeClr>
                  </a:gs>
                  <a:gs pos="100000">
                    <a:schemeClr val="accent1">
                      <a:alpha val="33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 name="椭圆 3">
              <a:extLst>
                <a:ext uri="{FF2B5EF4-FFF2-40B4-BE49-F238E27FC236}">
                  <a16:creationId xmlns:a16="http://schemas.microsoft.com/office/drawing/2014/main" id="{12AFD0AC-1ADA-FB75-4214-9398D4C624BF}"/>
                </a:ext>
              </a:extLst>
            </p:cNvPr>
            <p:cNvSpPr/>
            <p:nvPr/>
          </p:nvSpPr>
          <p:spPr>
            <a:xfrm>
              <a:off x="3117693" y="1165225"/>
              <a:ext cx="5956612" cy="1844674"/>
            </a:xfrm>
            <a:prstGeom prst="ellipse">
              <a:avLst/>
            </a:prstGeom>
            <a:noFill/>
            <a:ln w="9525">
              <a:gradFill>
                <a:gsLst>
                  <a:gs pos="32000">
                    <a:schemeClr val="accent1">
                      <a:alpha val="0"/>
                    </a:schemeClr>
                  </a:gs>
                  <a:gs pos="100000">
                    <a:schemeClr val="accent1">
                      <a:alpha val="33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5" name="椭圆 4">
              <a:extLst>
                <a:ext uri="{FF2B5EF4-FFF2-40B4-BE49-F238E27FC236}">
                  <a16:creationId xmlns:a16="http://schemas.microsoft.com/office/drawing/2014/main" id="{65A69F47-4A4D-9E11-B32B-E2391CB5149C}"/>
                </a:ext>
              </a:extLst>
            </p:cNvPr>
            <p:cNvSpPr/>
            <p:nvPr/>
          </p:nvSpPr>
          <p:spPr>
            <a:xfrm>
              <a:off x="3252172" y="1350624"/>
              <a:ext cx="5687655" cy="1659274"/>
            </a:xfrm>
            <a:prstGeom prst="ellipse">
              <a:avLst/>
            </a:prstGeom>
            <a:noFill/>
            <a:ln w="9525">
              <a:gradFill>
                <a:gsLst>
                  <a:gs pos="32000">
                    <a:schemeClr val="accent1">
                      <a:alpha val="0"/>
                    </a:schemeClr>
                  </a:gs>
                  <a:gs pos="100000">
                    <a:schemeClr val="accent1">
                      <a:alpha val="33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6" name="椭圆 5">
              <a:extLst>
                <a:ext uri="{FF2B5EF4-FFF2-40B4-BE49-F238E27FC236}">
                  <a16:creationId xmlns:a16="http://schemas.microsoft.com/office/drawing/2014/main" id="{DD3FC29F-D965-B61E-6651-AB5081A3990F}"/>
                </a:ext>
              </a:extLst>
            </p:cNvPr>
            <p:cNvSpPr/>
            <p:nvPr/>
          </p:nvSpPr>
          <p:spPr>
            <a:xfrm>
              <a:off x="3378740" y="1442698"/>
              <a:ext cx="5434519" cy="1567199"/>
            </a:xfrm>
            <a:prstGeom prst="ellipse">
              <a:avLst/>
            </a:prstGeom>
            <a:noFill/>
            <a:ln w="9525">
              <a:gradFill>
                <a:gsLst>
                  <a:gs pos="32000">
                    <a:schemeClr val="accent1">
                      <a:alpha val="0"/>
                    </a:schemeClr>
                  </a:gs>
                  <a:gs pos="100000">
                    <a:schemeClr val="accent1">
                      <a:alpha val="33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7" name="椭圆 6">
              <a:extLst>
                <a:ext uri="{FF2B5EF4-FFF2-40B4-BE49-F238E27FC236}">
                  <a16:creationId xmlns:a16="http://schemas.microsoft.com/office/drawing/2014/main" id="{34F73568-4C37-C9DD-D438-4B60321E1469}"/>
                </a:ext>
              </a:extLst>
            </p:cNvPr>
            <p:cNvSpPr/>
            <p:nvPr/>
          </p:nvSpPr>
          <p:spPr>
            <a:xfrm>
              <a:off x="3511242" y="1549400"/>
              <a:ext cx="5169517" cy="1460497"/>
            </a:xfrm>
            <a:prstGeom prst="ellipse">
              <a:avLst/>
            </a:prstGeom>
            <a:noFill/>
            <a:ln w="9525">
              <a:gradFill>
                <a:gsLst>
                  <a:gs pos="32000">
                    <a:schemeClr val="accent1">
                      <a:alpha val="0"/>
                    </a:schemeClr>
                  </a:gs>
                  <a:gs pos="100000">
                    <a:schemeClr val="accent1">
                      <a:alpha val="33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sp>
        <p:nvSpPr>
          <p:cNvPr id="8" name="文本框 7">
            <a:extLst>
              <a:ext uri="{FF2B5EF4-FFF2-40B4-BE49-F238E27FC236}">
                <a16:creationId xmlns:a16="http://schemas.microsoft.com/office/drawing/2014/main" id="{CA0E0B30-F698-0B0A-96EE-2E92CD919744}"/>
              </a:ext>
            </a:extLst>
          </p:cNvPr>
          <p:cNvSpPr txBox="1"/>
          <p:nvPr/>
        </p:nvSpPr>
        <p:spPr>
          <a:xfrm>
            <a:off x="649705" y="523557"/>
            <a:ext cx="7001329" cy="430887"/>
          </a:xfrm>
          <a:prstGeom prst="rect">
            <a:avLst/>
          </a:prstGeom>
          <a:noFill/>
        </p:spPr>
        <p:txBody>
          <a:bodyPr wrap="square" lIns="0" tIns="0" rIns="0" bIns="0">
            <a:spAutoFit/>
          </a:bodyPr>
          <a:lstStyle/>
          <a:p>
            <a:r>
              <a:rPr lang="zh-CN" altLang="en-US" sz="2800" b="1" dirty="0">
                <a:solidFill>
                  <a:schemeClr val="bg1"/>
                </a:solidFill>
                <a:latin typeface="+mj-ea"/>
                <a:ea typeface="+mj-ea"/>
              </a:rPr>
              <a:t>智能云平台</a:t>
            </a:r>
          </a:p>
        </p:txBody>
      </p:sp>
      <p:sp>
        <p:nvSpPr>
          <p:cNvPr id="9" name="任意多边形: 形状 8">
            <a:extLst>
              <a:ext uri="{FF2B5EF4-FFF2-40B4-BE49-F238E27FC236}">
                <a16:creationId xmlns:a16="http://schemas.microsoft.com/office/drawing/2014/main" id="{8A9F6AB3-3AB8-FDAF-8413-5256FCB5D1CC}"/>
              </a:ext>
            </a:extLst>
          </p:cNvPr>
          <p:cNvSpPr/>
          <p:nvPr/>
        </p:nvSpPr>
        <p:spPr>
          <a:xfrm flipH="1">
            <a:off x="4049137" y="2316487"/>
            <a:ext cx="4093726" cy="1954199"/>
          </a:xfrm>
          <a:custGeom>
            <a:avLst/>
            <a:gdLst>
              <a:gd name="connsiteX0" fmla="*/ 1641475 w 3279972"/>
              <a:gd name="connsiteY0" fmla="*/ 0 h 1914525"/>
              <a:gd name="connsiteX1" fmla="*/ 1639986 w 3279972"/>
              <a:gd name="connsiteY1" fmla="*/ 1737 h 1914525"/>
              <a:gd name="connsiteX2" fmla="*/ 1638497 w 3279972"/>
              <a:gd name="connsiteY2" fmla="*/ 0 h 1914525"/>
              <a:gd name="connsiteX3" fmla="*/ 1639563 w 3279972"/>
              <a:gd name="connsiteY3" fmla="*/ 2230 h 1914525"/>
              <a:gd name="connsiteX4" fmla="*/ 0 w 3279972"/>
              <a:gd name="connsiteY4" fmla="*/ 1914525 h 1914525"/>
              <a:gd name="connsiteX5" fmla="*/ 520700 w 3279972"/>
              <a:gd name="connsiteY5" fmla="*/ 1482725 h 1914525"/>
              <a:gd name="connsiteX6" fmla="*/ 1022350 w 3279972"/>
              <a:gd name="connsiteY6" fmla="*/ 971550 h 1914525"/>
              <a:gd name="connsiteX7" fmla="*/ 1368425 w 3279972"/>
              <a:gd name="connsiteY7" fmla="*/ 527050 h 1914525"/>
              <a:gd name="connsiteX8" fmla="*/ 1511796 w 3279972"/>
              <a:gd name="connsiteY8" fmla="*/ 271264 h 1914525"/>
              <a:gd name="connsiteX9" fmla="*/ 1639986 w 3279972"/>
              <a:gd name="connsiteY9" fmla="*/ 3115 h 1914525"/>
              <a:gd name="connsiteX10" fmla="*/ 1768177 w 3279972"/>
              <a:gd name="connsiteY10" fmla="*/ 271264 h 1914525"/>
              <a:gd name="connsiteX11" fmla="*/ 1911547 w 3279972"/>
              <a:gd name="connsiteY11" fmla="*/ 527050 h 1914525"/>
              <a:gd name="connsiteX12" fmla="*/ 2257622 w 3279972"/>
              <a:gd name="connsiteY12" fmla="*/ 971550 h 1914525"/>
              <a:gd name="connsiteX13" fmla="*/ 2759272 w 3279972"/>
              <a:gd name="connsiteY13" fmla="*/ 1482725 h 1914525"/>
              <a:gd name="connsiteX14" fmla="*/ 3279972 w 3279972"/>
              <a:gd name="connsiteY14" fmla="*/ 1914525 h 1914525"/>
              <a:gd name="connsiteX15" fmla="*/ 1640409 w 3279972"/>
              <a:gd name="connsiteY15" fmla="*/ 2230 h 1914525"/>
              <a:gd name="connsiteX0" fmla="*/ 1641475 w 3286156"/>
              <a:gd name="connsiteY0" fmla="*/ 0 h 1931914"/>
              <a:gd name="connsiteX1" fmla="*/ 1639986 w 3286156"/>
              <a:gd name="connsiteY1" fmla="*/ 1737 h 1931914"/>
              <a:gd name="connsiteX2" fmla="*/ 1638497 w 3286156"/>
              <a:gd name="connsiteY2" fmla="*/ 0 h 1931914"/>
              <a:gd name="connsiteX3" fmla="*/ 1639563 w 3286156"/>
              <a:gd name="connsiteY3" fmla="*/ 2230 h 1931914"/>
              <a:gd name="connsiteX4" fmla="*/ 0 w 3286156"/>
              <a:gd name="connsiteY4" fmla="*/ 1914525 h 1931914"/>
              <a:gd name="connsiteX5" fmla="*/ 520700 w 3286156"/>
              <a:gd name="connsiteY5" fmla="*/ 1482725 h 1931914"/>
              <a:gd name="connsiteX6" fmla="*/ 1022350 w 3286156"/>
              <a:gd name="connsiteY6" fmla="*/ 971550 h 1931914"/>
              <a:gd name="connsiteX7" fmla="*/ 1368425 w 3286156"/>
              <a:gd name="connsiteY7" fmla="*/ 527050 h 1931914"/>
              <a:gd name="connsiteX8" fmla="*/ 1511796 w 3286156"/>
              <a:gd name="connsiteY8" fmla="*/ 271264 h 1931914"/>
              <a:gd name="connsiteX9" fmla="*/ 1639986 w 3286156"/>
              <a:gd name="connsiteY9" fmla="*/ 3115 h 1931914"/>
              <a:gd name="connsiteX10" fmla="*/ 1768177 w 3286156"/>
              <a:gd name="connsiteY10" fmla="*/ 271264 h 1931914"/>
              <a:gd name="connsiteX11" fmla="*/ 1911547 w 3286156"/>
              <a:gd name="connsiteY11" fmla="*/ 527050 h 1931914"/>
              <a:gd name="connsiteX12" fmla="*/ 2257622 w 3286156"/>
              <a:gd name="connsiteY12" fmla="*/ 971550 h 1931914"/>
              <a:gd name="connsiteX13" fmla="*/ 2759272 w 3286156"/>
              <a:gd name="connsiteY13" fmla="*/ 1482725 h 1931914"/>
              <a:gd name="connsiteX14" fmla="*/ 3279972 w 3286156"/>
              <a:gd name="connsiteY14" fmla="*/ 1914525 h 1931914"/>
              <a:gd name="connsiteX15" fmla="*/ 2390971 w 3286156"/>
              <a:gd name="connsiteY15" fmla="*/ 867978 h 1931914"/>
              <a:gd name="connsiteX16" fmla="*/ 1640409 w 3286156"/>
              <a:gd name="connsiteY16" fmla="*/ 2230 h 1931914"/>
              <a:gd name="connsiteX17" fmla="*/ 1641475 w 3286156"/>
              <a:gd name="connsiteY17" fmla="*/ 0 h 1931914"/>
              <a:gd name="connsiteX0" fmla="*/ 2390971 w 3286156"/>
              <a:gd name="connsiteY0" fmla="*/ 867978 h 1931914"/>
              <a:gd name="connsiteX1" fmla="*/ 1640409 w 3286156"/>
              <a:gd name="connsiteY1" fmla="*/ 2230 h 1931914"/>
              <a:gd name="connsiteX2" fmla="*/ 1641475 w 3286156"/>
              <a:gd name="connsiteY2" fmla="*/ 0 h 1931914"/>
              <a:gd name="connsiteX3" fmla="*/ 1639986 w 3286156"/>
              <a:gd name="connsiteY3" fmla="*/ 1737 h 1931914"/>
              <a:gd name="connsiteX4" fmla="*/ 1638497 w 3286156"/>
              <a:gd name="connsiteY4" fmla="*/ 0 h 1931914"/>
              <a:gd name="connsiteX5" fmla="*/ 1639563 w 3286156"/>
              <a:gd name="connsiteY5" fmla="*/ 2230 h 1931914"/>
              <a:gd name="connsiteX6" fmla="*/ 0 w 3286156"/>
              <a:gd name="connsiteY6" fmla="*/ 1914525 h 1931914"/>
              <a:gd name="connsiteX7" fmla="*/ 520700 w 3286156"/>
              <a:gd name="connsiteY7" fmla="*/ 1482725 h 1931914"/>
              <a:gd name="connsiteX8" fmla="*/ 1022350 w 3286156"/>
              <a:gd name="connsiteY8" fmla="*/ 971550 h 1931914"/>
              <a:gd name="connsiteX9" fmla="*/ 1368425 w 3286156"/>
              <a:gd name="connsiteY9" fmla="*/ 527050 h 1931914"/>
              <a:gd name="connsiteX10" fmla="*/ 1511796 w 3286156"/>
              <a:gd name="connsiteY10" fmla="*/ 271264 h 1931914"/>
              <a:gd name="connsiteX11" fmla="*/ 1639986 w 3286156"/>
              <a:gd name="connsiteY11" fmla="*/ 3115 h 1931914"/>
              <a:gd name="connsiteX12" fmla="*/ 1768177 w 3286156"/>
              <a:gd name="connsiteY12" fmla="*/ 271264 h 1931914"/>
              <a:gd name="connsiteX13" fmla="*/ 1911547 w 3286156"/>
              <a:gd name="connsiteY13" fmla="*/ 527050 h 1931914"/>
              <a:gd name="connsiteX14" fmla="*/ 2257622 w 3286156"/>
              <a:gd name="connsiteY14" fmla="*/ 971550 h 1931914"/>
              <a:gd name="connsiteX15" fmla="*/ 2759272 w 3286156"/>
              <a:gd name="connsiteY15" fmla="*/ 1482725 h 1931914"/>
              <a:gd name="connsiteX16" fmla="*/ 3279972 w 3286156"/>
              <a:gd name="connsiteY16" fmla="*/ 1914525 h 1931914"/>
              <a:gd name="connsiteX17" fmla="*/ 2482411 w 3286156"/>
              <a:gd name="connsiteY17" fmla="*/ 959418 h 1931914"/>
              <a:gd name="connsiteX0" fmla="*/ 1640409 w 3286156"/>
              <a:gd name="connsiteY0" fmla="*/ 2230 h 1931914"/>
              <a:gd name="connsiteX1" fmla="*/ 1641475 w 3286156"/>
              <a:gd name="connsiteY1" fmla="*/ 0 h 1931914"/>
              <a:gd name="connsiteX2" fmla="*/ 1639986 w 3286156"/>
              <a:gd name="connsiteY2" fmla="*/ 1737 h 1931914"/>
              <a:gd name="connsiteX3" fmla="*/ 1638497 w 3286156"/>
              <a:gd name="connsiteY3" fmla="*/ 0 h 1931914"/>
              <a:gd name="connsiteX4" fmla="*/ 1639563 w 3286156"/>
              <a:gd name="connsiteY4" fmla="*/ 2230 h 1931914"/>
              <a:gd name="connsiteX5" fmla="*/ 0 w 3286156"/>
              <a:gd name="connsiteY5" fmla="*/ 1914525 h 1931914"/>
              <a:gd name="connsiteX6" fmla="*/ 520700 w 3286156"/>
              <a:gd name="connsiteY6" fmla="*/ 1482725 h 1931914"/>
              <a:gd name="connsiteX7" fmla="*/ 1022350 w 3286156"/>
              <a:gd name="connsiteY7" fmla="*/ 971550 h 1931914"/>
              <a:gd name="connsiteX8" fmla="*/ 1368425 w 3286156"/>
              <a:gd name="connsiteY8" fmla="*/ 527050 h 1931914"/>
              <a:gd name="connsiteX9" fmla="*/ 1511796 w 3286156"/>
              <a:gd name="connsiteY9" fmla="*/ 271264 h 1931914"/>
              <a:gd name="connsiteX10" fmla="*/ 1639986 w 3286156"/>
              <a:gd name="connsiteY10" fmla="*/ 3115 h 1931914"/>
              <a:gd name="connsiteX11" fmla="*/ 1768177 w 3286156"/>
              <a:gd name="connsiteY11" fmla="*/ 271264 h 1931914"/>
              <a:gd name="connsiteX12" fmla="*/ 1911547 w 3286156"/>
              <a:gd name="connsiteY12" fmla="*/ 527050 h 1931914"/>
              <a:gd name="connsiteX13" fmla="*/ 2257622 w 3286156"/>
              <a:gd name="connsiteY13" fmla="*/ 971550 h 1931914"/>
              <a:gd name="connsiteX14" fmla="*/ 2759272 w 3286156"/>
              <a:gd name="connsiteY14" fmla="*/ 1482725 h 1931914"/>
              <a:gd name="connsiteX15" fmla="*/ 3279972 w 3286156"/>
              <a:gd name="connsiteY15" fmla="*/ 1914525 h 1931914"/>
              <a:gd name="connsiteX16" fmla="*/ 2482411 w 3286156"/>
              <a:gd name="connsiteY16" fmla="*/ 959418 h 1931914"/>
              <a:gd name="connsiteX0" fmla="*/ 1640409 w 3286156"/>
              <a:gd name="connsiteY0" fmla="*/ 2230 h 1931914"/>
              <a:gd name="connsiteX1" fmla="*/ 1641475 w 3286156"/>
              <a:gd name="connsiteY1" fmla="*/ 0 h 1931914"/>
              <a:gd name="connsiteX2" fmla="*/ 1639986 w 3286156"/>
              <a:gd name="connsiteY2" fmla="*/ 1737 h 1931914"/>
              <a:gd name="connsiteX3" fmla="*/ 1638497 w 3286156"/>
              <a:gd name="connsiteY3" fmla="*/ 0 h 1931914"/>
              <a:gd name="connsiteX4" fmla="*/ 1639563 w 3286156"/>
              <a:gd name="connsiteY4" fmla="*/ 2230 h 1931914"/>
              <a:gd name="connsiteX5" fmla="*/ 0 w 3286156"/>
              <a:gd name="connsiteY5" fmla="*/ 1914525 h 1931914"/>
              <a:gd name="connsiteX6" fmla="*/ 520700 w 3286156"/>
              <a:gd name="connsiteY6" fmla="*/ 1482725 h 1931914"/>
              <a:gd name="connsiteX7" fmla="*/ 1022350 w 3286156"/>
              <a:gd name="connsiteY7" fmla="*/ 971550 h 1931914"/>
              <a:gd name="connsiteX8" fmla="*/ 1368425 w 3286156"/>
              <a:gd name="connsiteY8" fmla="*/ 527050 h 1931914"/>
              <a:gd name="connsiteX9" fmla="*/ 1511796 w 3286156"/>
              <a:gd name="connsiteY9" fmla="*/ 271264 h 1931914"/>
              <a:gd name="connsiteX10" fmla="*/ 1639986 w 3286156"/>
              <a:gd name="connsiteY10" fmla="*/ 3115 h 1931914"/>
              <a:gd name="connsiteX11" fmla="*/ 1768177 w 3286156"/>
              <a:gd name="connsiteY11" fmla="*/ 271264 h 1931914"/>
              <a:gd name="connsiteX12" fmla="*/ 1911547 w 3286156"/>
              <a:gd name="connsiteY12" fmla="*/ 527050 h 1931914"/>
              <a:gd name="connsiteX13" fmla="*/ 2257622 w 3286156"/>
              <a:gd name="connsiteY13" fmla="*/ 971550 h 1931914"/>
              <a:gd name="connsiteX14" fmla="*/ 2759272 w 3286156"/>
              <a:gd name="connsiteY14" fmla="*/ 1482725 h 1931914"/>
              <a:gd name="connsiteX15" fmla="*/ 3279972 w 3286156"/>
              <a:gd name="connsiteY15" fmla="*/ 1914525 h 1931914"/>
              <a:gd name="connsiteX0" fmla="*/ 1640409 w 3286156"/>
              <a:gd name="connsiteY0" fmla="*/ 2230 h 1931914"/>
              <a:gd name="connsiteX1" fmla="*/ 1641475 w 3286156"/>
              <a:gd name="connsiteY1" fmla="*/ 0 h 1931914"/>
              <a:gd name="connsiteX2" fmla="*/ 1639986 w 3286156"/>
              <a:gd name="connsiteY2" fmla="*/ 1737 h 1931914"/>
              <a:gd name="connsiteX3" fmla="*/ 1638497 w 3286156"/>
              <a:gd name="connsiteY3" fmla="*/ 0 h 1931914"/>
              <a:gd name="connsiteX4" fmla="*/ 1639563 w 3286156"/>
              <a:gd name="connsiteY4" fmla="*/ 2230 h 1931914"/>
              <a:gd name="connsiteX5" fmla="*/ 1279721 w 3286156"/>
              <a:gd name="connsiteY5" fmla="*/ 96452 h 1931914"/>
              <a:gd name="connsiteX6" fmla="*/ 0 w 3286156"/>
              <a:gd name="connsiteY6" fmla="*/ 1914525 h 1931914"/>
              <a:gd name="connsiteX7" fmla="*/ 520700 w 3286156"/>
              <a:gd name="connsiteY7" fmla="*/ 1482725 h 1931914"/>
              <a:gd name="connsiteX8" fmla="*/ 1022350 w 3286156"/>
              <a:gd name="connsiteY8" fmla="*/ 971550 h 1931914"/>
              <a:gd name="connsiteX9" fmla="*/ 1368425 w 3286156"/>
              <a:gd name="connsiteY9" fmla="*/ 527050 h 1931914"/>
              <a:gd name="connsiteX10" fmla="*/ 1511796 w 3286156"/>
              <a:gd name="connsiteY10" fmla="*/ 271264 h 1931914"/>
              <a:gd name="connsiteX11" fmla="*/ 1639986 w 3286156"/>
              <a:gd name="connsiteY11" fmla="*/ 3115 h 1931914"/>
              <a:gd name="connsiteX12" fmla="*/ 1768177 w 3286156"/>
              <a:gd name="connsiteY12" fmla="*/ 271264 h 1931914"/>
              <a:gd name="connsiteX13" fmla="*/ 1911547 w 3286156"/>
              <a:gd name="connsiteY13" fmla="*/ 527050 h 1931914"/>
              <a:gd name="connsiteX14" fmla="*/ 2257622 w 3286156"/>
              <a:gd name="connsiteY14" fmla="*/ 971550 h 1931914"/>
              <a:gd name="connsiteX15" fmla="*/ 2759272 w 3286156"/>
              <a:gd name="connsiteY15" fmla="*/ 1482725 h 1931914"/>
              <a:gd name="connsiteX16" fmla="*/ 3279972 w 3286156"/>
              <a:gd name="connsiteY16" fmla="*/ 1914525 h 1931914"/>
              <a:gd name="connsiteX0" fmla="*/ 1640409 w 3286156"/>
              <a:gd name="connsiteY0" fmla="*/ 2230 h 1931914"/>
              <a:gd name="connsiteX1" fmla="*/ 1641475 w 3286156"/>
              <a:gd name="connsiteY1" fmla="*/ 0 h 1931914"/>
              <a:gd name="connsiteX2" fmla="*/ 1639986 w 3286156"/>
              <a:gd name="connsiteY2" fmla="*/ 1737 h 1931914"/>
              <a:gd name="connsiteX3" fmla="*/ 1638497 w 3286156"/>
              <a:gd name="connsiteY3" fmla="*/ 0 h 1931914"/>
              <a:gd name="connsiteX4" fmla="*/ 1639563 w 3286156"/>
              <a:gd name="connsiteY4" fmla="*/ 2230 h 1931914"/>
              <a:gd name="connsiteX5" fmla="*/ 1711521 w 3286156"/>
              <a:gd name="connsiteY5" fmla="*/ 1233102 h 1931914"/>
              <a:gd name="connsiteX6" fmla="*/ 0 w 3286156"/>
              <a:gd name="connsiteY6" fmla="*/ 1914525 h 1931914"/>
              <a:gd name="connsiteX7" fmla="*/ 520700 w 3286156"/>
              <a:gd name="connsiteY7" fmla="*/ 1482725 h 1931914"/>
              <a:gd name="connsiteX8" fmla="*/ 1022350 w 3286156"/>
              <a:gd name="connsiteY8" fmla="*/ 971550 h 1931914"/>
              <a:gd name="connsiteX9" fmla="*/ 1368425 w 3286156"/>
              <a:gd name="connsiteY9" fmla="*/ 527050 h 1931914"/>
              <a:gd name="connsiteX10" fmla="*/ 1511796 w 3286156"/>
              <a:gd name="connsiteY10" fmla="*/ 271264 h 1931914"/>
              <a:gd name="connsiteX11" fmla="*/ 1639986 w 3286156"/>
              <a:gd name="connsiteY11" fmla="*/ 3115 h 1931914"/>
              <a:gd name="connsiteX12" fmla="*/ 1768177 w 3286156"/>
              <a:gd name="connsiteY12" fmla="*/ 271264 h 1931914"/>
              <a:gd name="connsiteX13" fmla="*/ 1911547 w 3286156"/>
              <a:gd name="connsiteY13" fmla="*/ 527050 h 1931914"/>
              <a:gd name="connsiteX14" fmla="*/ 2257622 w 3286156"/>
              <a:gd name="connsiteY14" fmla="*/ 971550 h 1931914"/>
              <a:gd name="connsiteX15" fmla="*/ 2759272 w 3286156"/>
              <a:gd name="connsiteY15" fmla="*/ 1482725 h 1931914"/>
              <a:gd name="connsiteX16" fmla="*/ 3279972 w 3286156"/>
              <a:gd name="connsiteY16" fmla="*/ 1914525 h 1931914"/>
              <a:gd name="connsiteX0" fmla="*/ 1640409 w 3286156"/>
              <a:gd name="connsiteY0" fmla="*/ 2230 h 1931914"/>
              <a:gd name="connsiteX1" fmla="*/ 1641475 w 3286156"/>
              <a:gd name="connsiteY1" fmla="*/ 0 h 1931914"/>
              <a:gd name="connsiteX2" fmla="*/ 1639986 w 3286156"/>
              <a:gd name="connsiteY2" fmla="*/ 1737 h 1931914"/>
              <a:gd name="connsiteX3" fmla="*/ 1638497 w 3286156"/>
              <a:gd name="connsiteY3" fmla="*/ 0 h 1931914"/>
              <a:gd name="connsiteX4" fmla="*/ 1639563 w 3286156"/>
              <a:gd name="connsiteY4" fmla="*/ 2230 h 1931914"/>
              <a:gd name="connsiteX5" fmla="*/ 1644846 w 3286156"/>
              <a:gd name="connsiteY5" fmla="*/ 315527 h 1931914"/>
              <a:gd name="connsiteX6" fmla="*/ 1711521 w 3286156"/>
              <a:gd name="connsiteY6" fmla="*/ 1233102 h 1931914"/>
              <a:gd name="connsiteX7" fmla="*/ 0 w 3286156"/>
              <a:gd name="connsiteY7" fmla="*/ 1914525 h 1931914"/>
              <a:gd name="connsiteX8" fmla="*/ 520700 w 3286156"/>
              <a:gd name="connsiteY8" fmla="*/ 1482725 h 1931914"/>
              <a:gd name="connsiteX9" fmla="*/ 1022350 w 3286156"/>
              <a:gd name="connsiteY9" fmla="*/ 971550 h 1931914"/>
              <a:gd name="connsiteX10" fmla="*/ 1368425 w 3286156"/>
              <a:gd name="connsiteY10" fmla="*/ 527050 h 1931914"/>
              <a:gd name="connsiteX11" fmla="*/ 1511796 w 3286156"/>
              <a:gd name="connsiteY11" fmla="*/ 271264 h 1931914"/>
              <a:gd name="connsiteX12" fmla="*/ 1639986 w 3286156"/>
              <a:gd name="connsiteY12" fmla="*/ 3115 h 1931914"/>
              <a:gd name="connsiteX13" fmla="*/ 1768177 w 3286156"/>
              <a:gd name="connsiteY13" fmla="*/ 271264 h 1931914"/>
              <a:gd name="connsiteX14" fmla="*/ 1911547 w 3286156"/>
              <a:gd name="connsiteY14" fmla="*/ 527050 h 1931914"/>
              <a:gd name="connsiteX15" fmla="*/ 2257622 w 3286156"/>
              <a:gd name="connsiteY15" fmla="*/ 971550 h 1931914"/>
              <a:gd name="connsiteX16" fmla="*/ 2759272 w 3286156"/>
              <a:gd name="connsiteY16" fmla="*/ 1482725 h 1931914"/>
              <a:gd name="connsiteX17" fmla="*/ 3279972 w 3286156"/>
              <a:gd name="connsiteY17" fmla="*/ 1914525 h 1931914"/>
              <a:gd name="connsiteX0" fmla="*/ 1640409 w 3286156"/>
              <a:gd name="connsiteY0" fmla="*/ 2230 h 1931914"/>
              <a:gd name="connsiteX1" fmla="*/ 1641475 w 3286156"/>
              <a:gd name="connsiteY1" fmla="*/ 0 h 1931914"/>
              <a:gd name="connsiteX2" fmla="*/ 1639986 w 3286156"/>
              <a:gd name="connsiteY2" fmla="*/ 1737 h 1931914"/>
              <a:gd name="connsiteX3" fmla="*/ 1638497 w 3286156"/>
              <a:gd name="connsiteY3" fmla="*/ 0 h 1931914"/>
              <a:gd name="connsiteX4" fmla="*/ 1639563 w 3286156"/>
              <a:gd name="connsiteY4" fmla="*/ 2230 h 1931914"/>
              <a:gd name="connsiteX5" fmla="*/ 1971871 w 3286156"/>
              <a:gd name="connsiteY5" fmla="*/ 1572827 h 1931914"/>
              <a:gd name="connsiteX6" fmla="*/ 1711521 w 3286156"/>
              <a:gd name="connsiteY6" fmla="*/ 1233102 h 1931914"/>
              <a:gd name="connsiteX7" fmla="*/ 0 w 3286156"/>
              <a:gd name="connsiteY7" fmla="*/ 1914525 h 1931914"/>
              <a:gd name="connsiteX8" fmla="*/ 520700 w 3286156"/>
              <a:gd name="connsiteY8" fmla="*/ 1482725 h 1931914"/>
              <a:gd name="connsiteX9" fmla="*/ 1022350 w 3286156"/>
              <a:gd name="connsiteY9" fmla="*/ 971550 h 1931914"/>
              <a:gd name="connsiteX10" fmla="*/ 1368425 w 3286156"/>
              <a:gd name="connsiteY10" fmla="*/ 527050 h 1931914"/>
              <a:gd name="connsiteX11" fmla="*/ 1511796 w 3286156"/>
              <a:gd name="connsiteY11" fmla="*/ 271264 h 1931914"/>
              <a:gd name="connsiteX12" fmla="*/ 1639986 w 3286156"/>
              <a:gd name="connsiteY12" fmla="*/ 3115 h 1931914"/>
              <a:gd name="connsiteX13" fmla="*/ 1768177 w 3286156"/>
              <a:gd name="connsiteY13" fmla="*/ 271264 h 1931914"/>
              <a:gd name="connsiteX14" fmla="*/ 1911547 w 3286156"/>
              <a:gd name="connsiteY14" fmla="*/ 527050 h 1931914"/>
              <a:gd name="connsiteX15" fmla="*/ 2257622 w 3286156"/>
              <a:gd name="connsiteY15" fmla="*/ 971550 h 1931914"/>
              <a:gd name="connsiteX16" fmla="*/ 2759272 w 3286156"/>
              <a:gd name="connsiteY16" fmla="*/ 1482725 h 1931914"/>
              <a:gd name="connsiteX17" fmla="*/ 3279972 w 3286156"/>
              <a:gd name="connsiteY17" fmla="*/ 1914525 h 1931914"/>
              <a:gd name="connsiteX0" fmla="*/ 1640409 w 3286156"/>
              <a:gd name="connsiteY0" fmla="*/ 94365 h 2024049"/>
              <a:gd name="connsiteX1" fmla="*/ 1641475 w 3286156"/>
              <a:gd name="connsiteY1" fmla="*/ 92135 h 2024049"/>
              <a:gd name="connsiteX2" fmla="*/ 1639986 w 3286156"/>
              <a:gd name="connsiteY2" fmla="*/ 93872 h 2024049"/>
              <a:gd name="connsiteX3" fmla="*/ 1638497 w 3286156"/>
              <a:gd name="connsiteY3" fmla="*/ 92135 h 2024049"/>
              <a:gd name="connsiteX4" fmla="*/ 1639563 w 3286156"/>
              <a:gd name="connsiteY4" fmla="*/ 94365 h 2024049"/>
              <a:gd name="connsiteX5" fmla="*/ 1971871 w 3286156"/>
              <a:gd name="connsiteY5" fmla="*/ 1664962 h 2024049"/>
              <a:gd name="connsiteX6" fmla="*/ 1711521 w 3286156"/>
              <a:gd name="connsiteY6" fmla="*/ 1325237 h 2024049"/>
              <a:gd name="connsiteX7" fmla="*/ 0 w 3286156"/>
              <a:gd name="connsiteY7" fmla="*/ 2006660 h 2024049"/>
              <a:gd name="connsiteX8" fmla="*/ 520700 w 3286156"/>
              <a:gd name="connsiteY8" fmla="*/ 1574860 h 2024049"/>
              <a:gd name="connsiteX9" fmla="*/ 1022350 w 3286156"/>
              <a:gd name="connsiteY9" fmla="*/ 1063685 h 2024049"/>
              <a:gd name="connsiteX10" fmla="*/ 1368425 w 3286156"/>
              <a:gd name="connsiteY10" fmla="*/ 619185 h 2024049"/>
              <a:gd name="connsiteX11" fmla="*/ 1511796 w 3286156"/>
              <a:gd name="connsiteY11" fmla="*/ 363399 h 2024049"/>
              <a:gd name="connsiteX12" fmla="*/ 1633636 w 3286156"/>
              <a:gd name="connsiteY12" fmla="*/ 0 h 2024049"/>
              <a:gd name="connsiteX13" fmla="*/ 1768177 w 3286156"/>
              <a:gd name="connsiteY13" fmla="*/ 363399 h 2024049"/>
              <a:gd name="connsiteX14" fmla="*/ 1911547 w 3286156"/>
              <a:gd name="connsiteY14" fmla="*/ 619185 h 2024049"/>
              <a:gd name="connsiteX15" fmla="*/ 2257622 w 3286156"/>
              <a:gd name="connsiteY15" fmla="*/ 1063685 h 2024049"/>
              <a:gd name="connsiteX16" fmla="*/ 2759272 w 3286156"/>
              <a:gd name="connsiteY16" fmla="*/ 1574860 h 2024049"/>
              <a:gd name="connsiteX17" fmla="*/ 3279972 w 3286156"/>
              <a:gd name="connsiteY17" fmla="*/ 2006660 h 2024049"/>
              <a:gd name="connsiteX0" fmla="*/ 1640409 w 3286156"/>
              <a:gd name="connsiteY0" fmla="*/ 94365 h 2024049"/>
              <a:gd name="connsiteX1" fmla="*/ 1641475 w 3286156"/>
              <a:gd name="connsiteY1" fmla="*/ 92135 h 2024049"/>
              <a:gd name="connsiteX2" fmla="*/ 1639986 w 3286156"/>
              <a:gd name="connsiteY2" fmla="*/ 93872 h 2024049"/>
              <a:gd name="connsiteX3" fmla="*/ 1638497 w 3286156"/>
              <a:gd name="connsiteY3" fmla="*/ 92135 h 2024049"/>
              <a:gd name="connsiteX4" fmla="*/ 1652263 w 3286156"/>
              <a:gd name="connsiteY4" fmla="*/ 986540 h 2024049"/>
              <a:gd name="connsiteX5" fmla="*/ 1971871 w 3286156"/>
              <a:gd name="connsiteY5" fmla="*/ 1664962 h 2024049"/>
              <a:gd name="connsiteX6" fmla="*/ 1711521 w 3286156"/>
              <a:gd name="connsiteY6" fmla="*/ 1325237 h 2024049"/>
              <a:gd name="connsiteX7" fmla="*/ 0 w 3286156"/>
              <a:gd name="connsiteY7" fmla="*/ 2006660 h 2024049"/>
              <a:gd name="connsiteX8" fmla="*/ 520700 w 3286156"/>
              <a:gd name="connsiteY8" fmla="*/ 1574860 h 2024049"/>
              <a:gd name="connsiteX9" fmla="*/ 1022350 w 3286156"/>
              <a:gd name="connsiteY9" fmla="*/ 1063685 h 2024049"/>
              <a:gd name="connsiteX10" fmla="*/ 1368425 w 3286156"/>
              <a:gd name="connsiteY10" fmla="*/ 619185 h 2024049"/>
              <a:gd name="connsiteX11" fmla="*/ 1511796 w 3286156"/>
              <a:gd name="connsiteY11" fmla="*/ 363399 h 2024049"/>
              <a:gd name="connsiteX12" fmla="*/ 1633636 w 3286156"/>
              <a:gd name="connsiteY12" fmla="*/ 0 h 2024049"/>
              <a:gd name="connsiteX13" fmla="*/ 1768177 w 3286156"/>
              <a:gd name="connsiteY13" fmla="*/ 363399 h 2024049"/>
              <a:gd name="connsiteX14" fmla="*/ 1911547 w 3286156"/>
              <a:gd name="connsiteY14" fmla="*/ 619185 h 2024049"/>
              <a:gd name="connsiteX15" fmla="*/ 2257622 w 3286156"/>
              <a:gd name="connsiteY15" fmla="*/ 1063685 h 2024049"/>
              <a:gd name="connsiteX16" fmla="*/ 2759272 w 3286156"/>
              <a:gd name="connsiteY16" fmla="*/ 1574860 h 2024049"/>
              <a:gd name="connsiteX17" fmla="*/ 3279972 w 3286156"/>
              <a:gd name="connsiteY17" fmla="*/ 2006660 h 2024049"/>
              <a:gd name="connsiteX0" fmla="*/ 1640409 w 3286156"/>
              <a:gd name="connsiteY0" fmla="*/ 94365 h 2024049"/>
              <a:gd name="connsiteX1" fmla="*/ 1641475 w 3286156"/>
              <a:gd name="connsiteY1" fmla="*/ 92135 h 2024049"/>
              <a:gd name="connsiteX2" fmla="*/ 1639986 w 3286156"/>
              <a:gd name="connsiteY2" fmla="*/ 93872 h 2024049"/>
              <a:gd name="connsiteX3" fmla="*/ 1457522 w 3286156"/>
              <a:gd name="connsiteY3" fmla="*/ 914460 h 2024049"/>
              <a:gd name="connsiteX4" fmla="*/ 1652263 w 3286156"/>
              <a:gd name="connsiteY4" fmla="*/ 986540 h 2024049"/>
              <a:gd name="connsiteX5" fmla="*/ 1971871 w 3286156"/>
              <a:gd name="connsiteY5" fmla="*/ 1664962 h 2024049"/>
              <a:gd name="connsiteX6" fmla="*/ 1711521 w 3286156"/>
              <a:gd name="connsiteY6" fmla="*/ 1325237 h 2024049"/>
              <a:gd name="connsiteX7" fmla="*/ 0 w 3286156"/>
              <a:gd name="connsiteY7" fmla="*/ 2006660 h 2024049"/>
              <a:gd name="connsiteX8" fmla="*/ 520700 w 3286156"/>
              <a:gd name="connsiteY8" fmla="*/ 1574860 h 2024049"/>
              <a:gd name="connsiteX9" fmla="*/ 1022350 w 3286156"/>
              <a:gd name="connsiteY9" fmla="*/ 1063685 h 2024049"/>
              <a:gd name="connsiteX10" fmla="*/ 1368425 w 3286156"/>
              <a:gd name="connsiteY10" fmla="*/ 619185 h 2024049"/>
              <a:gd name="connsiteX11" fmla="*/ 1511796 w 3286156"/>
              <a:gd name="connsiteY11" fmla="*/ 363399 h 2024049"/>
              <a:gd name="connsiteX12" fmla="*/ 1633636 w 3286156"/>
              <a:gd name="connsiteY12" fmla="*/ 0 h 2024049"/>
              <a:gd name="connsiteX13" fmla="*/ 1768177 w 3286156"/>
              <a:gd name="connsiteY13" fmla="*/ 363399 h 2024049"/>
              <a:gd name="connsiteX14" fmla="*/ 1911547 w 3286156"/>
              <a:gd name="connsiteY14" fmla="*/ 619185 h 2024049"/>
              <a:gd name="connsiteX15" fmla="*/ 2257622 w 3286156"/>
              <a:gd name="connsiteY15" fmla="*/ 1063685 h 2024049"/>
              <a:gd name="connsiteX16" fmla="*/ 2759272 w 3286156"/>
              <a:gd name="connsiteY16" fmla="*/ 1574860 h 2024049"/>
              <a:gd name="connsiteX17" fmla="*/ 3279972 w 3286156"/>
              <a:gd name="connsiteY17" fmla="*/ 2006660 h 2024049"/>
              <a:gd name="connsiteX0" fmla="*/ 1640409 w 3286156"/>
              <a:gd name="connsiteY0" fmla="*/ 94365 h 2024049"/>
              <a:gd name="connsiteX1" fmla="*/ 1641475 w 3286156"/>
              <a:gd name="connsiteY1" fmla="*/ 92135 h 2024049"/>
              <a:gd name="connsiteX2" fmla="*/ 1457522 w 3286156"/>
              <a:gd name="connsiteY2" fmla="*/ 914460 h 2024049"/>
              <a:gd name="connsiteX3" fmla="*/ 1652263 w 3286156"/>
              <a:gd name="connsiteY3" fmla="*/ 986540 h 2024049"/>
              <a:gd name="connsiteX4" fmla="*/ 1971871 w 3286156"/>
              <a:gd name="connsiteY4" fmla="*/ 1664962 h 2024049"/>
              <a:gd name="connsiteX5" fmla="*/ 1711521 w 3286156"/>
              <a:gd name="connsiteY5" fmla="*/ 1325237 h 2024049"/>
              <a:gd name="connsiteX6" fmla="*/ 0 w 3286156"/>
              <a:gd name="connsiteY6" fmla="*/ 2006660 h 2024049"/>
              <a:gd name="connsiteX7" fmla="*/ 520700 w 3286156"/>
              <a:gd name="connsiteY7" fmla="*/ 1574860 h 2024049"/>
              <a:gd name="connsiteX8" fmla="*/ 1022350 w 3286156"/>
              <a:gd name="connsiteY8" fmla="*/ 1063685 h 2024049"/>
              <a:gd name="connsiteX9" fmla="*/ 1368425 w 3286156"/>
              <a:gd name="connsiteY9" fmla="*/ 619185 h 2024049"/>
              <a:gd name="connsiteX10" fmla="*/ 1511796 w 3286156"/>
              <a:gd name="connsiteY10" fmla="*/ 363399 h 2024049"/>
              <a:gd name="connsiteX11" fmla="*/ 1633636 w 3286156"/>
              <a:gd name="connsiteY11" fmla="*/ 0 h 2024049"/>
              <a:gd name="connsiteX12" fmla="*/ 1768177 w 3286156"/>
              <a:gd name="connsiteY12" fmla="*/ 363399 h 2024049"/>
              <a:gd name="connsiteX13" fmla="*/ 1911547 w 3286156"/>
              <a:gd name="connsiteY13" fmla="*/ 619185 h 2024049"/>
              <a:gd name="connsiteX14" fmla="*/ 2257622 w 3286156"/>
              <a:gd name="connsiteY14" fmla="*/ 1063685 h 2024049"/>
              <a:gd name="connsiteX15" fmla="*/ 2759272 w 3286156"/>
              <a:gd name="connsiteY15" fmla="*/ 1574860 h 2024049"/>
              <a:gd name="connsiteX16" fmla="*/ 3279972 w 3286156"/>
              <a:gd name="connsiteY16" fmla="*/ 2006660 h 2024049"/>
              <a:gd name="connsiteX0" fmla="*/ 1640409 w 3286156"/>
              <a:gd name="connsiteY0" fmla="*/ 94365 h 2024049"/>
              <a:gd name="connsiteX1" fmla="*/ 1457522 w 3286156"/>
              <a:gd name="connsiteY1" fmla="*/ 914460 h 2024049"/>
              <a:gd name="connsiteX2" fmla="*/ 1652263 w 3286156"/>
              <a:gd name="connsiteY2" fmla="*/ 986540 h 2024049"/>
              <a:gd name="connsiteX3" fmla="*/ 1971871 w 3286156"/>
              <a:gd name="connsiteY3" fmla="*/ 1664962 h 2024049"/>
              <a:gd name="connsiteX4" fmla="*/ 1711521 w 3286156"/>
              <a:gd name="connsiteY4" fmla="*/ 1325237 h 2024049"/>
              <a:gd name="connsiteX5" fmla="*/ 0 w 3286156"/>
              <a:gd name="connsiteY5" fmla="*/ 2006660 h 2024049"/>
              <a:gd name="connsiteX6" fmla="*/ 520700 w 3286156"/>
              <a:gd name="connsiteY6" fmla="*/ 1574860 h 2024049"/>
              <a:gd name="connsiteX7" fmla="*/ 1022350 w 3286156"/>
              <a:gd name="connsiteY7" fmla="*/ 1063685 h 2024049"/>
              <a:gd name="connsiteX8" fmla="*/ 1368425 w 3286156"/>
              <a:gd name="connsiteY8" fmla="*/ 619185 h 2024049"/>
              <a:gd name="connsiteX9" fmla="*/ 1511796 w 3286156"/>
              <a:gd name="connsiteY9" fmla="*/ 363399 h 2024049"/>
              <a:gd name="connsiteX10" fmla="*/ 1633636 w 3286156"/>
              <a:gd name="connsiteY10" fmla="*/ 0 h 2024049"/>
              <a:gd name="connsiteX11" fmla="*/ 1768177 w 3286156"/>
              <a:gd name="connsiteY11" fmla="*/ 363399 h 2024049"/>
              <a:gd name="connsiteX12" fmla="*/ 1911547 w 3286156"/>
              <a:gd name="connsiteY12" fmla="*/ 619185 h 2024049"/>
              <a:gd name="connsiteX13" fmla="*/ 2257622 w 3286156"/>
              <a:gd name="connsiteY13" fmla="*/ 1063685 h 2024049"/>
              <a:gd name="connsiteX14" fmla="*/ 2759272 w 3286156"/>
              <a:gd name="connsiteY14" fmla="*/ 1574860 h 2024049"/>
              <a:gd name="connsiteX15" fmla="*/ 3279972 w 3286156"/>
              <a:gd name="connsiteY15" fmla="*/ 2006660 h 2024049"/>
              <a:gd name="connsiteX0" fmla="*/ 1457522 w 3286156"/>
              <a:gd name="connsiteY0" fmla="*/ 914460 h 2024049"/>
              <a:gd name="connsiteX1" fmla="*/ 1652263 w 3286156"/>
              <a:gd name="connsiteY1" fmla="*/ 986540 h 2024049"/>
              <a:gd name="connsiteX2" fmla="*/ 1971871 w 3286156"/>
              <a:gd name="connsiteY2" fmla="*/ 1664962 h 2024049"/>
              <a:gd name="connsiteX3" fmla="*/ 1711521 w 3286156"/>
              <a:gd name="connsiteY3" fmla="*/ 1325237 h 2024049"/>
              <a:gd name="connsiteX4" fmla="*/ 0 w 3286156"/>
              <a:gd name="connsiteY4" fmla="*/ 2006660 h 2024049"/>
              <a:gd name="connsiteX5" fmla="*/ 520700 w 3286156"/>
              <a:gd name="connsiteY5" fmla="*/ 1574860 h 2024049"/>
              <a:gd name="connsiteX6" fmla="*/ 1022350 w 3286156"/>
              <a:gd name="connsiteY6" fmla="*/ 1063685 h 2024049"/>
              <a:gd name="connsiteX7" fmla="*/ 1368425 w 3286156"/>
              <a:gd name="connsiteY7" fmla="*/ 619185 h 2024049"/>
              <a:gd name="connsiteX8" fmla="*/ 1511796 w 3286156"/>
              <a:gd name="connsiteY8" fmla="*/ 363399 h 2024049"/>
              <a:gd name="connsiteX9" fmla="*/ 1633636 w 3286156"/>
              <a:gd name="connsiteY9" fmla="*/ 0 h 2024049"/>
              <a:gd name="connsiteX10" fmla="*/ 1768177 w 3286156"/>
              <a:gd name="connsiteY10" fmla="*/ 363399 h 2024049"/>
              <a:gd name="connsiteX11" fmla="*/ 1911547 w 3286156"/>
              <a:gd name="connsiteY11" fmla="*/ 619185 h 2024049"/>
              <a:gd name="connsiteX12" fmla="*/ 2257622 w 3286156"/>
              <a:gd name="connsiteY12" fmla="*/ 1063685 h 2024049"/>
              <a:gd name="connsiteX13" fmla="*/ 2759272 w 3286156"/>
              <a:gd name="connsiteY13" fmla="*/ 1574860 h 2024049"/>
              <a:gd name="connsiteX14" fmla="*/ 3279972 w 3286156"/>
              <a:gd name="connsiteY14" fmla="*/ 2006660 h 2024049"/>
              <a:gd name="connsiteX0" fmla="*/ 1457522 w 3286156"/>
              <a:gd name="connsiteY0" fmla="*/ 844610 h 1954199"/>
              <a:gd name="connsiteX1" fmla="*/ 1652263 w 3286156"/>
              <a:gd name="connsiteY1" fmla="*/ 916690 h 1954199"/>
              <a:gd name="connsiteX2" fmla="*/ 1971871 w 3286156"/>
              <a:gd name="connsiteY2" fmla="*/ 1595112 h 1954199"/>
              <a:gd name="connsiteX3" fmla="*/ 1711521 w 3286156"/>
              <a:gd name="connsiteY3" fmla="*/ 1255387 h 1954199"/>
              <a:gd name="connsiteX4" fmla="*/ 0 w 3286156"/>
              <a:gd name="connsiteY4" fmla="*/ 1936810 h 1954199"/>
              <a:gd name="connsiteX5" fmla="*/ 520700 w 3286156"/>
              <a:gd name="connsiteY5" fmla="*/ 1505010 h 1954199"/>
              <a:gd name="connsiteX6" fmla="*/ 1022350 w 3286156"/>
              <a:gd name="connsiteY6" fmla="*/ 993835 h 1954199"/>
              <a:gd name="connsiteX7" fmla="*/ 1368425 w 3286156"/>
              <a:gd name="connsiteY7" fmla="*/ 549335 h 1954199"/>
              <a:gd name="connsiteX8" fmla="*/ 1511796 w 3286156"/>
              <a:gd name="connsiteY8" fmla="*/ 293549 h 1954199"/>
              <a:gd name="connsiteX9" fmla="*/ 1630461 w 3286156"/>
              <a:gd name="connsiteY9" fmla="*/ 0 h 1954199"/>
              <a:gd name="connsiteX10" fmla="*/ 1768177 w 3286156"/>
              <a:gd name="connsiteY10" fmla="*/ 293549 h 1954199"/>
              <a:gd name="connsiteX11" fmla="*/ 1911547 w 3286156"/>
              <a:gd name="connsiteY11" fmla="*/ 549335 h 1954199"/>
              <a:gd name="connsiteX12" fmla="*/ 2257622 w 3286156"/>
              <a:gd name="connsiteY12" fmla="*/ 993835 h 1954199"/>
              <a:gd name="connsiteX13" fmla="*/ 2759272 w 3286156"/>
              <a:gd name="connsiteY13" fmla="*/ 1505010 h 1954199"/>
              <a:gd name="connsiteX14" fmla="*/ 3279972 w 3286156"/>
              <a:gd name="connsiteY14" fmla="*/ 1936810 h 1954199"/>
              <a:gd name="connsiteX0" fmla="*/ 1457522 w 3286156"/>
              <a:gd name="connsiteY0" fmla="*/ 844610 h 1954199"/>
              <a:gd name="connsiteX1" fmla="*/ 1971871 w 3286156"/>
              <a:gd name="connsiteY1" fmla="*/ 1595112 h 1954199"/>
              <a:gd name="connsiteX2" fmla="*/ 1711521 w 3286156"/>
              <a:gd name="connsiteY2" fmla="*/ 1255387 h 1954199"/>
              <a:gd name="connsiteX3" fmla="*/ 0 w 3286156"/>
              <a:gd name="connsiteY3" fmla="*/ 1936810 h 1954199"/>
              <a:gd name="connsiteX4" fmla="*/ 520700 w 3286156"/>
              <a:gd name="connsiteY4" fmla="*/ 1505010 h 1954199"/>
              <a:gd name="connsiteX5" fmla="*/ 1022350 w 3286156"/>
              <a:gd name="connsiteY5" fmla="*/ 993835 h 1954199"/>
              <a:gd name="connsiteX6" fmla="*/ 1368425 w 3286156"/>
              <a:gd name="connsiteY6" fmla="*/ 549335 h 1954199"/>
              <a:gd name="connsiteX7" fmla="*/ 1511796 w 3286156"/>
              <a:gd name="connsiteY7" fmla="*/ 293549 h 1954199"/>
              <a:gd name="connsiteX8" fmla="*/ 1630461 w 3286156"/>
              <a:gd name="connsiteY8" fmla="*/ 0 h 1954199"/>
              <a:gd name="connsiteX9" fmla="*/ 1768177 w 3286156"/>
              <a:gd name="connsiteY9" fmla="*/ 293549 h 1954199"/>
              <a:gd name="connsiteX10" fmla="*/ 1911547 w 3286156"/>
              <a:gd name="connsiteY10" fmla="*/ 549335 h 1954199"/>
              <a:gd name="connsiteX11" fmla="*/ 2257622 w 3286156"/>
              <a:gd name="connsiteY11" fmla="*/ 993835 h 1954199"/>
              <a:gd name="connsiteX12" fmla="*/ 2759272 w 3286156"/>
              <a:gd name="connsiteY12" fmla="*/ 1505010 h 1954199"/>
              <a:gd name="connsiteX13" fmla="*/ 3279972 w 3286156"/>
              <a:gd name="connsiteY13" fmla="*/ 1936810 h 1954199"/>
              <a:gd name="connsiteX0" fmla="*/ 1971871 w 3286156"/>
              <a:gd name="connsiteY0" fmla="*/ 1595112 h 1954199"/>
              <a:gd name="connsiteX1" fmla="*/ 1711521 w 3286156"/>
              <a:gd name="connsiteY1" fmla="*/ 1255387 h 1954199"/>
              <a:gd name="connsiteX2" fmla="*/ 0 w 3286156"/>
              <a:gd name="connsiteY2" fmla="*/ 1936810 h 1954199"/>
              <a:gd name="connsiteX3" fmla="*/ 520700 w 3286156"/>
              <a:gd name="connsiteY3" fmla="*/ 1505010 h 1954199"/>
              <a:gd name="connsiteX4" fmla="*/ 1022350 w 3286156"/>
              <a:gd name="connsiteY4" fmla="*/ 993835 h 1954199"/>
              <a:gd name="connsiteX5" fmla="*/ 1368425 w 3286156"/>
              <a:gd name="connsiteY5" fmla="*/ 549335 h 1954199"/>
              <a:gd name="connsiteX6" fmla="*/ 1511796 w 3286156"/>
              <a:gd name="connsiteY6" fmla="*/ 293549 h 1954199"/>
              <a:gd name="connsiteX7" fmla="*/ 1630461 w 3286156"/>
              <a:gd name="connsiteY7" fmla="*/ 0 h 1954199"/>
              <a:gd name="connsiteX8" fmla="*/ 1768177 w 3286156"/>
              <a:gd name="connsiteY8" fmla="*/ 293549 h 1954199"/>
              <a:gd name="connsiteX9" fmla="*/ 1911547 w 3286156"/>
              <a:gd name="connsiteY9" fmla="*/ 549335 h 1954199"/>
              <a:gd name="connsiteX10" fmla="*/ 2257622 w 3286156"/>
              <a:gd name="connsiteY10" fmla="*/ 993835 h 1954199"/>
              <a:gd name="connsiteX11" fmla="*/ 2759272 w 3286156"/>
              <a:gd name="connsiteY11" fmla="*/ 1505010 h 1954199"/>
              <a:gd name="connsiteX12" fmla="*/ 3279972 w 3286156"/>
              <a:gd name="connsiteY12" fmla="*/ 1936810 h 1954199"/>
              <a:gd name="connsiteX0" fmla="*/ 2029115 w 3343400"/>
              <a:gd name="connsiteY0" fmla="*/ 1595112 h 1954199"/>
              <a:gd name="connsiteX1" fmla="*/ 57244 w 3343400"/>
              <a:gd name="connsiteY1" fmla="*/ 1936810 h 1954199"/>
              <a:gd name="connsiteX2" fmla="*/ 577944 w 3343400"/>
              <a:gd name="connsiteY2" fmla="*/ 1505010 h 1954199"/>
              <a:gd name="connsiteX3" fmla="*/ 1079594 w 3343400"/>
              <a:gd name="connsiteY3" fmla="*/ 993835 h 1954199"/>
              <a:gd name="connsiteX4" fmla="*/ 1425669 w 3343400"/>
              <a:gd name="connsiteY4" fmla="*/ 549335 h 1954199"/>
              <a:gd name="connsiteX5" fmla="*/ 1569040 w 3343400"/>
              <a:gd name="connsiteY5" fmla="*/ 293549 h 1954199"/>
              <a:gd name="connsiteX6" fmla="*/ 1687705 w 3343400"/>
              <a:gd name="connsiteY6" fmla="*/ 0 h 1954199"/>
              <a:gd name="connsiteX7" fmla="*/ 1825421 w 3343400"/>
              <a:gd name="connsiteY7" fmla="*/ 293549 h 1954199"/>
              <a:gd name="connsiteX8" fmla="*/ 1968791 w 3343400"/>
              <a:gd name="connsiteY8" fmla="*/ 549335 h 1954199"/>
              <a:gd name="connsiteX9" fmla="*/ 2314866 w 3343400"/>
              <a:gd name="connsiteY9" fmla="*/ 993835 h 1954199"/>
              <a:gd name="connsiteX10" fmla="*/ 2816516 w 3343400"/>
              <a:gd name="connsiteY10" fmla="*/ 1505010 h 1954199"/>
              <a:gd name="connsiteX11" fmla="*/ 3337216 w 3343400"/>
              <a:gd name="connsiteY11" fmla="*/ 1936810 h 1954199"/>
              <a:gd name="connsiteX0" fmla="*/ 2797465 w 3343400"/>
              <a:gd name="connsiteY0" fmla="*/ 1918962 h 1960643"/>
              <a:gd name="connsiteX1" fmla="*/ 57244 w 3343400"/>
              <a:gd name="connsiteY1" fmla="*/ 1936810 h 1960643"/>
              <a:gd name="connsiteX2" fmla="*/ 577944 w 3343400"/>
              <a:gd name="connsiteY2" fmla="*/ 1505010 h 1960643"/>
              <a:gd name="connsiteX3" fmla="*/ 1079594 w 3343400"/>
              <a:gd name="connsiteY3" fmla="*/ 993835 h 1960643"/>
              <a:gd name="connsiteX4" fmla="*/ 1425669 w 3343400"/>
              <a:gd name="connsiteY4" fmla="*/ 549335 h 1960643"/>
              <a:gd name="connsiteX5" fmla="*/ 1569040 w 3343400"/>
              <a:gd name="connsiteY5" fmla="*/ 293549 h 1960643"/>
              <a:gd name="connsiteX6" fmla="*/ 1687705 w 3343400"/>
              <a:gd name="connsiteY6" fmla="*/ 0 h 1960643"/>
              <a:gd name="connsiteX7" fmla="*/ 1825421 w 3343400"/>
              <a:gd name="connsiteY7" fmla="*/ 293549 h 1960643"/>
              <a:gd name="connsiteX8" fmla="*/ 1968791 w 3343400"/>
              <a:gd name="connsiteY8" fmla="*/ 549335 h 1960643"/>
              <a:gd name="connsiteX9" fmla="*/ 2314866 w 3343400"/>
              <a:gd name="connsiteY9" fmla="*/ 993835 h 1960643"/>
              <a:gd name="connsiteX10" fmla="*/ 2816516 w 3343400"/>
              <a:gd name="connsiteY10" fmla="*/ 1505010 h 1960643"/>
              <a:gd name="connsiteX11" fmla="*/ 3337216 w 3343400"/>
              <a:gd name="connsiteY11" fmla="*/ 1936810 h 1960643"/>
              <a:gd name="connsiteX0" fmla="*/ 57244 w 3343400"/>
              <a:gd name="connsiteY0" fmla="*/ 1936810 h 1954199"/>
              <a:gd name="connsiteX1" fmla="*/ 577944 w 3343400"/>
              <a:gd name="connsiteY1" fmla="*/ 1505010 h 1954199"/>
              <a:gd name="connsiteX2" fmla="*/ 1079594 w 3343400"/>
              <a:gd name="connsiteY2" fmla="*/ 993835 h 1954199"/>
              <a:gd name="connsiteX3" fmla="*/ 1425669 w 3343400"/>
              <a:gd name="connsiteY3" fmla="*/ 549335 h 1954199"/>
              <a:gd name="connsiteX4" fmla="*/ 1569040 w 3343400"/>
              <a:gd name="connsiteY4" fmla="*/ 293549 h 1954199"/>
              <a:gd name="connsiteX5" fmla="*/ 1687705 w 3343400"/>
              <a:gd name="connsiteY5" fmla="*/ 0 h 1954199"/>
              <a:gd name="connsiteX6" fmla="*/ 1825421 w 3343400"/>
              <a:gd name="connsiteY6" fmla="*/ 293549 h 1954199"/>
              <a:gd name="connsiteX7" fmla="*/ 1968791 w 3343400"/>
              <a:gd name="connsiteY7" fmla="*/ 549335 h 1954199"/>
              <a:gd name="connsiteX8" fmla="*/ 2314866 w 3343400"/>
              <a:gd name="connsiteY8" fmla="*/ 993835 h 1954199"/>
              <a:gd name="connsiteX9" fmla="*/ 2816516 w 3343400"/>
              <a:gd name="connsiteY9" fmla="*/ 1505010 h 1954199"/>
              <a:gd name="connsiteX10" fmla="*/ 3337216 w 3343400"/>
              <a:gd name="connsiteY10" fmla="*/ 1936810 h 1954199"/>
              <a:gd name="connsiteX0" fmla="*/ 0 w 3286156"/>
              <a:gd name="connsiteY0" fmla="*/ 1936810 h 1954199"/>
              <a:gd name="connsiteX1" fmla="*/ 520700 w 3286156"/>
              <a:gd name="connsiteY1" fmla="*/ 1505010 h 1954199"/>
              <a:gd name="connsiteX2" fmla="*/ 1022350 w 3286156"/>
              <a:gd name="connsiteY2" fmla="*/ 993835 h 1954199"/>
              <a:gd name="connsiteX3" fmla="*/ 1368425 w 3286156"/>
              <a:gd name="connsiteY3" fmla="*/ 549335 h 1954199"/>
              <a:gd name="connsiteX4" fmla="*/ 1511796 w 3286156"/>
              <a:gd name="connsiteY4" fmla="*/ 293549 h 1954199"/>
              <a:gd name="connsiteX5" fmla="*/ 1630461 w 3286156"/>
              <a:gd name="connsiteY5" fmla="*/ 0 h 1954199"/>
              <a:gd name="connsiteX6" fmla="*/ 1768177 w 3286156"/>
              <a:gd name="connsiteY6" fmla="*/ 293549 h 1954199"/>
              <a:gd name="connsiteX7" fmla="*/ 1911547 w 3286156"/>
              <a:gd name="connsiteY7" fmla="*/ 549335 h 1954199"/>
              <a:gd name="connsiteX8" fmla="*/ 2257622 w 3286156"/>
              <a:gd name="connsiteY8" fmla="*/ 993835 h 1954199"/>
              <a:gd name="connsiteX9" fmla="*/ 2759272 w 3286156"/>
              <a:gd name="connsiteY9" fmla="*/ 1505010 h 1954199"/>
              <a:gd name="connsiteX10" fmla="*/ 3279972 w 3286156"/>
              <a:gd name="connsiteY10" fmla="*/ 1936810 h 1954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6156" h="1954199">
                <a:moveTo>
                  <a:pt x="0" y="1936810"/>
                </a:moveTo>
                <a:cubicBezTo>
                  <a:pt x="94688" y="1890043"/>
                  <a:pt x="350308" y="1662173"/>
                  <a:pt x="520700" y="1505010"/>
                </a:cubicBezTo>
                <a:cubicBezTo>
                  <a:pt x="691092" y="1347848"/>
                  <a:pt x="881062" y="1153114"/>
                  <a:pt x="1022350" y="993835"/>
                </a:cubicBezTo>
                <a:cubicBezTo>
                  <a:pt x="1163637" y="834556"/>
                  <a:pt x="1265238" y="711260"/>
                  <a:pt x="1368425" y="549335"/>
                </a:cubicBezTo>
                <a:cubicBezTo>
                  <a:pt x="1420019" y="468373"/>
                  <a:pt x="1467048" y="382251"/>
                  <a:pt x="1511796" y="293549"/>
                </a:cubicBezTo>
                <a:lnTo>
                  <a:pt x="1630461" y="0"/>
                </a:lnTo>
                <a:lnTo>
                  <a:pt x="1768177" y="293549"/>
                </a:lnTo>
                <a:cubicBezTo>
                  <a:pt x="1812924" y="382251"/>
                  <a:pt x="1859954" y="468373"/>
                  <a:pt x="1911547" y="549335"/>
                </a:cubicBezTo>
                <a:cubicBezTo>
                  <a:pt x="2014734" y="711260"/>
                  <a:pt x="2116335" y="834556"/>
                  <a:pt x="2257622" y="993835"/>
                </a:cubicBezTo>
                <a:cubicBezTo>
                  <a:pt x="2398910" y="1153114"/>
                  <a:pt x="2588880" y="1347848"/>
                  <a:pt x="2759272" y="1505010"/>
                </a:cubicBezTo>
                <a:cubicBezTo>
                  <a:pt x="2929664" y="1662173"/>
                  <a:pt x="3341356" y="2039268"/>
                  <a:pt x="3279972" y="1936810"/>
                </a:cubicBezTo>
              </a:path>
            </a:pathLst>
          </a:custGeom>
          <a:gradFill>
            <a:gsLst>
              <a:gs pos="1724">
                <a:schemeClr val="accent2">
                  <a:alpha val="0"/>
                </a:schemeClr>
              </a:gs>
              <a:gs pos="67792">
                <a:schemeClr val="accent2">
                  <a:alpha val="15000"/>
                </a:schemeClr>
              </a:gs>
              <a:gs pos="34000">
                <a:schemeClr val="accent2">
                  <a:alpha val="15000"/>
                </a:schemeClr>
              </a:gs>
              <a:gs pos="100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p>
        </p:txBody>
      </p:sp>
      <p:sp>
        <p:nvSpPr>
          <p:cNvPr id="10" name="任意多边形: 形状 9">
            <a:extLst>
              <a:ext uri="{FF2B5EF4-FFF2-40B4-BE49-F238E27FC236}">
                <a16:creationId xmlns:a16="http://schemas.microsoft.com/office/drawing/2014/main" id="{BEFB6985-DBA1-4CF3-CBF5-25FD5E07575F}"/>
              </a:ext>
            </a:extLst>
          </p:cNvPr>
          <p:cNvSpPr/>
          <p:nvPr/>
        </p:nvSpPr>
        <p:spPr>
          <a:xfrm flipH="1">
            <a:off x="3052656" y="3726188"/>
            <a:ext cx="6086686" cy="2608256"/>
          </a:xfrm>
          <a:custGeom>
            <a:avLst/>
            <a:gdLst>
              <a:gd name="connsiteX0" fmla="*/ 1641475 w 3279972"/>
              <a:gd name="connsiteY0" fmla="*/ 0 h 1914525"/>
              <a:gd name="connsiteX1" fmla="*/ 1639986 w 3279972"/>
              <a:gd name="connsiteY1" fmla="*/ 1737 h 1914525"/>
              <a:gd name="connsiteX2" fmla="*/ 1638497 w 3279972"/>
              <a:gd name="connsiteY2" fmla="*/ 0 h 1914525"/>
              <a:gd name="connsiteX3" fmla="*/ 1639563 w 3279972"/>
              <a:gd name="connsiteY3" fmla="*/ 2230 h 1914525"/>
              <a:gd name="connsiteX4" fmla="*/ 0 w 3279972"/>
              <a:gd name="connsiteY4" fmla="*/ 1914525 h 1914525"/>
              <a:gd name="connsiteX5" fmla="*/ 520700 w 3279972"/>
              <a:gd name="connsiteY5" fmla="*/ 1482725 h 1914525"/>
              <a:gd name="connsiteX6" fmla="*/ 1022350 w 3279972"/>
              <a:gd name="connsiteY6" fmla="*/ 971550 h 1914525"/>
              <a:gd name="connsiteX7" fmla="*/ 1368425 w 3279972"/>
              <a:gd name="connsiteY7" fmla="*/ 527050 h 1914525"/>
              <a:gd name="connsiteX8" fmla="*/ 1511796 w 3279972"/>
              <a:gd name="connsiteY8" fmla="*/ 271264 h 1914525"/>
              <a:gd name="connsiteX9" fmla="*/ 1639986 w 3279972"/>
              <a:gd name="connsiteY9" fmla="*/ 3115 h 1914525"/>
              <a:gd name="connsiteX10" fmla="*/ 1768177 w 3279972"/>
              <a:gd name="connsiteY10" fmla="*/ 271264 h 1914525"/>
              <a:gd name="connsiteX11" fmla="*/ 1911547 w 3279972"/>
              <a:gd name="connsiteY11" fmla="*/ 527050 h 1914525"/>
              <a:gd name="connsiteX12" fmla="*/ 2257622 w 3279972"/>
              <a:gd name="connsiteY12" fmla="*/ 971550 h 1914525"/>
              <a:gd name="connsiteX13" fmla="*/ 2759272 w 3279972"/>
              <a:gd name="connsiteY13" fmla="*/ 1482725 h 1914525"/>
              <a:gd name="connsiteX14" fmla="*/ 3279972 w 3279972"/>
              <a:gd name="connsiteY14" fmla="*/ 1914525 h 1914525"/>
              <a:gd name="connsiteX15" fmla="*/ 1640409 w 3279972"/>
              <a:gd name="connsiteY15" fmla="*/ 2230 h 1914525"/>
              <a:gd name="connsiteX0" fmla="*/ 1641475 w 3286156"/>
              <a:gd name="connsiteY0" fmla="*/ 0 h 1931914"/>
              <a:gd name="connsiteX1" fmla="*/ 1639986 w 3286156"/>
              <a:gd name="connsiteY1" fmla="*/ 1737 h 1931914"/>
              <a:gd name="connsiteX2" fmla="*/ 1638497 w 3286156"/>
              <a:gd name="connsiteY2" fmla="*/ 0 h 1931914"/>
              <a:gd name="connsiteX3" fmla="*/ 1639563 w 3286156"/>
              <a:gd name="connsiteY3" fmla="*/ 2230 h 1931914"/>
              <a:gd name="connsiteX4" fmla="*/ 0 w 3286156"/>
              <a:gd name="connsiteY4" fmla="*/ 1914525 h 1931914"/>
              <a:gd name="connsiteX5" fmla="*/ 520700 w 3286156"/>
              <a:gd name="connsiteY5" fmla="*/ 1482725 h 1931914"/>
              <a:gd name="connsiteX6" fmla="*/ 1022350 w 3286156"/>
              <a:gd name="connsiteY6" fmla="*/ 971550 h 1931914"/>
              <a:gd name="connsiteX7" fmla="*/ 1368425 w 3286156"/>
              <a:gd name="connsiteY7" fmla="*/ 527050 h 1931914"/>
              <a:gd name="connsiteX8" fmla="*/ 1511796 w 3286156"/>
              <a:gd name="connsiteY8" fmla="*/ 271264 h 1931914"/>
              <a:gd name="connsiteX9" fmla="*/ 1639986 w 3286156"/>
              <a:gd name="connsiteY9" fmla="*/ 3115 h 1931914"/>
              <a:gd name="connsiteX10" fmla="*/ 1768177 w 3286156"/>
              <a:gd name="connsiteY10" fmla="*/ 271264 h 1931914"/>
              <a:gd name="connsiteX11" fmla="*/ 1911547 w 3286156"/>
              <a:gd name="connsiteY11" fmla="*/ 527050 h 1931914"/>
              <a:gd name="connsiteX12" fmla="*/ 2257622 w 3286156"/>
              <a:gd name="connsiteY12" fmla="*/ 971550 h 1931914"/>
              <a:gd name="connsiteX13" fmla="*/ 2759272 w 3286156"/>
              <a:gd name="connsiteY13" fmla="*/ 1482725 h 1931914"/>
              <a:gd name="connsiteX14" fmla="*/ 3279972 w 3286156"/>
              <a:gd name="connsiteY14" fmla="*/ 1914525 h 1931914"/>
              <a:gd name="connsiteX15" fmla="*/ 2390971 w 3286156"/>
              <a:gd name="connsiteY15" fmla="*/ 867978 h 1931914"/>
              <a:gd name="connsiteX16" fmla="*/ 1640409 w 3286156"/>
              <a:gd name="connsiteY16" fmla="*/ 2230 h 1931914"/>
              <a:gd name="connsiteX17" fmla="*/ 1641475 w 3286156"/>
              <a:gd name="connsiteY17" fmla="*/ 0 h 1931914"/>
              <a:gd name="connsiteX0" fmla="*/ 2390971 w 3286156"/>
              <a:gd name="connsiteY0" fmla="*/ 867978 h 1931914"/>
              <a:gd name="connsiteX1" fmla="*/ 1640409 w 3286156"/>
              <a:gd name="connsiteY1" fmla="*/ 2230 h 1931914"/>
              <a:gd name="connsiteX2" fmla="*/ 1641475 w 3286156"/>
              <a:gd name="connsiteY2" fmla="*/ 0 h 1931914"/>
              <a:gd name="connsiteX3" fmla="*/ 1639986 w 3286156"/>
              <a:gd name="connsiteY3" fmla="*/ 1737 h 1931914"/>
              <a:gd name="connsiteX4" fmla="*/ 1638497 w 3286156"/>
              <a:gd name="connsiteY4" fmla="*/ 0 h 1931914"/>
              <a:gd name="connsiteX5" fmla="*/ 1639563 w 3286156"/>
              <a:gd name="connsiteY5" fmla="*/ 2230 h 1931914"/>
              <a:gd name="connsiteX6" fmla="*/ 0 w 3286156"/>
              <a:gd name="connsiteY6" fmla="*/ 1914525 h 1931914"/>
              <a:gd name="connsiteX7" fmla="*/ 520700 w 3286156"/>
              <a:gd name="connsiteY7" fmla="*/ 1482725 h 1931914"/>
              <a:gd name="connsiteX8" fmla="*/ 1022350 w 3286156"/>
              <a:gd name="connsiteY8" fmla="*/ 971550 h 1931914"/>
              <a:gd name="connsiteX9" fmla="*/ 1368425 w 3286156"/>
              <a:gd name="connsiteY9" fmla="*/ 527050 h 1931914"/>
              <a:gd name="connsiteX10" fmla="*/ 1511796 w 3286156"/>
              <a:gd name="connsiteY10" fmla="*/ 271264 h 1931914"/>
              <a:gd name="connsiteX11" fmla="*/ 1639986 w 3286156"/>
              <a:gd name="connsiteY11" fmla="*/ 3115 h 1931914"/>
              <a:gd name="connsiteX12" fmla="*/ 1768177 w 3286156"/>
              <a:gd name="connsiteY12" fmla="*/ 271264 h 1931914"/>
              <a:gd name="connsiteX13" fmla="*/ 1911547 w 3286156"/>
              <a:gd name="connsiteY13" fmla="*/ 527050 h 1931914"/>
              <a:gd name="connsiteX14" fmla="*/ 2257622 w 3286156"/>
              <a:gd name="connsiteY14" fmla="*/ 971550 h 1931914"/>
              <a:gd name="connsiteX15" fmla="*/ 2759272 w 3286156"/>
              <a:gd name="connsiteY15" fmla="*/ 1482725 h 1931914"/>
              <a:gd name="connsiteX16" fmla="*/ 3279972 w 3286156"/>
              <a:gd name="connsiteY16" fmla="*/ 1914525 h 1931914"/>
              <a:gd name="connsiteX17" fmla="*/ 2482411 w 3286156"/>
              <a:gd name="connsiteY17" fmla="*/ 959418 h 1931914"/>
              <a:gd name="connsiteX0" fmla="*/ 1640409 w 3286156"/>
              <a:gd name="connsiteY0" fmla="*/ 2230 h 1931914"/>
              <a:gd name="connsiteX1" fmla="*/ 1641475 w 3286156"/>
              <a:gd name="connsiteY1" fmla="*/ 0 h 1931914"/>
              <a:gd name="connsiteX2" fmla="*/ 1639986 w 3286156"/>
              <a:gd name="connsiteY2" fmla="*/ 1737 h 1931914"/>
              <a:gd name="connsiteX3" fmla="*/ 1638497 w 3286156"/>
              <a:gd name="connsiteY3" fmla="*/ 0 h 1931914"/>
              <a:gd name="connsiteX4" fmla="*/ 1639563 w 3286156"/>
              <a:gd name="connsiteY4" fmla="*/ 2230 h 1931914"/>
              <a:gd name="connsiteX5" fmla="*/ 0 w 3286156"/>
              <a:gd name="connsiteY5" fmla="*/ 1914525 h 1931914"/>
              <a:gd name="connsiteX6" fmla="*/ 520700 w 3286156"/>
              <a:gd name="connsiteY6" fmla="*/ 1482725 h 1931914"/>
              <a:gd name="connsiteX7" fmla="*/ 1022350 w 3286156"/>
              <a:gd name="connsiteY7" fmla="*/ 971550 h 1931914"/>
              <a:gd name="connsiteX8" fmla="*/ 1368425 w 3286156"/>
              <a:gd name="connsiteY8" fmla="*/ 527050 h 1931914"/>
              <a:gd name="connsiteX9" fmla="*/ 1511796 w 3286156"/>
              <a:gd name="connsiteY9" fmla="*/ 271264 h 1931914"/>
              <a:gd name="connsiteX10" fmla="*/ 1639986 w 3286156"/>
              <a:gd name="connsiteY10" fmla="*/ 3115 h 1931914"/>
              <a:gd name="connsiteX11" fmla="*/ 1768177 w 3286156"/>
              <a:gd name="connsiteY11" fmla="*/ 271264 h 1931914"/>
              <a:gd name="connsiteX12" fmla="*/ 1911547 w 3286156"/>
              <a:gd name="connsiteY12" fmla="*/ 527050 h 1931914"/>
              <a:gd name="connsiteX13" fmla="*/ 2257622 w 3286156"/>
              <a:gd name="connsiteY13" fmla="*/ 971550 h 1931914"/>
              <a:gd name="connsiteX14" fmla="*/ 2759272 w 3286156"/>
              <a:gd name="connsiteY14" fmla="*/ 1482725 h 1931914"/>
              <a:gd name="connsiteX15" fmla="*/ 3279972 w 3286156"/>
              <a:gd name="connsiteY15" fmla="*/ 1914525 h 1931914"/>
              <a:gd name="connsiteX16" fmla="*/ 2482411 w 3286156"/>
              <a:gd name="connsiteY16" fmla="*/ 959418 h 1931914"/>
              <a:gd name="connsiteX0" fmla="*/ 1640409 w 3286156"/>
              <a:gd name="connsiteY0" fmla="*/ 2230 h 1931914"/>
              <a:gd name="connsiteX1" fmla="*/ 1641475 w 3286156"/>
              <a:gd name="connsiteY1" fmla="*/ 0 h 1931914"/>
              <a:gd name="connsiteX2" fmla="*/ 1639986 w 3286156"/>
              <a:gd name="connsiteY2" fmla="*/ 1737 h 1931914"/>
              <a:gd name="connsiteX3" fmla="*/ 1638497 w 3286156"/>
              <a:gd name="connsiteY3" fmla="*/ 0 h 1931914"/>
              <a:gd name="connsiteX4" fmla="*/ 1639563 w 3286156"/>
              <a:gd name="connsiteY4" fmla="*/ 2230 h 1931914"/>
              <a:gd name="connsiteX5" fmla="*/ 0 w 3286156"/>
              <a:gd name="connsiteY5" fmla="*/ 1914525 h 1931914"/>
              <a:gd name="connsiteX6" fmla="*/ 520700 w 3286156"/>
              <a:gd name="connsiteY6" fmla="*/ 1482725 h 1931914"/>
              <a:gd name="connsiteX7" fmla="*/ 1022350 w 3286156"/>
              <a:gd name="connsiteY7" fmla="*/ 971550 h 1931914"/>
              <a:gd name="connsiteX8" fmla="*/ 1368425 w 3286156"/>
              <a:gd name="connsiteY8" fmla="*/ 527050 h 1931914"/>
              <a:gd name="connsiteX9" fmla="*/ 1511796 w 3286156"/>
              <a:gd name="connsiteY9" fmla="*/ 271264 h 1931914"/>
              <a:gd name="connsiteX10" fmla="*/ 1639986 w 3286156"/>
              <a:gd name="connsiteY10" fmla="*/ 3115 h 1931914"/>
              <a:gd name="connsiteX11" fmla="*/ 1768177 w 3286156"/>
              <a:gd name="connsiteY11" fmla="*/ 271264 h 1931914"/>
              <a:gd name="connsiteX12" fmla="*/ 1911547 w 3286156"/>
              <a:gd name="connsiteY12" fmla="*/ 527050 h 1931914"/>
              <a:gd name="connsiteX13" fmla="*/ 2257622 w 3286156"/>
              <a:gd name="connsiteY13" fmla="*/ 971550 h 1931914"/>
              <a:gd name="connsiteX14" fmla="*/ 2759272 w 3286156"/>
              <a:gd name="connsiteY14" fmla="*/ 1482725 h 1931914"/>
              <a:gd name="connsiteX15" fmla="*/ 3279972 w 3286156"/>
              <a:gd name="connsiteY15" fmla="*/ 1914525 h 1931914"/>
              <a:gd name="connsiteX0" fmla="*/ 1640409 w 3286156"/>
              <a:gd name="connsiteY0" fmla="*/ 2230 h 1931914"/>
              <a:gd name="connsiteX1" fmla="*/ 1641475 w 3286156"/>
              <a:gd name="connsiteY1" fmla="*/ 0 h 1931914"/>
              <a:gd name="connsiteX2" fmla="*/ 1639986 w 3286156"/>
              <a:gd name="connsiteY2" fmla="*/ 1737 h 1931914"/>
              <a:gd name="connsiteX3" fmla="*/ 1638497 w 3286156"/>
              <a:gd name="connsiteY3" fmla="*/ 0 h 1931914"/>
              <a:gd name="connsiteX4" fmla="*/ 1639563 w 3286156"/>
              <a:gd name="connsiteY4" fmla="*/ 2230 h 1931914"/>
              <a:gd name="connsiteX5" fmla="*/ 1279721 w 3286156"/>
              <a:gd name="connsiteY5" fmla="*/ 96452 h 1931914"/>
              <a:gd name="connsiteX6" fmla="*/ 0 w 3286156"/>
              <a:gd name="connsiteY6" fmla="*/ 1914525 h 1931914"/>
              <a:gd name="connsiteX7" fmla="*/ 520700 w 3286156"/>
              <a:gd name="connsiteY7" fmla="*/ 1482725 h 1931914"/>
              <a:gd name="connsiteX8" fmla="*/ 1022350 w 3286156"/>
              <a:gd name="connsiteY8" fmla="*/ 971550 h 1931914"/>
              <a:gd name="connsiteX9" fmla="*/ 1368425 w 3286156"/>
              <a:gd name="connsiteY9" fmla="*/ 527050 h 1931914"/>
              <a:gd name="connsiteX10" fmla="*/ 1511796 w 3286156"/>
              <a:gd name="connsiteY10" fmla="*/ 271264 h 1931914"/>
              <a:gd name="connsiteX11" fmla="*/ 1639986 w 3286156"/>
              <a:gd name="connsiteY11" fmla="*/ 3115 h 1931914"/>
              <a:gd name="connsiteX12" fmla="*/ 1768177 w 3286156"/>
              <a:gd name="connsiteY12" fmla="*/ 271264 h 1931914"/>
              <a:gd name="connsiteX13" fmla="*/ 1911547 w 3286156"/>
              <a:gd name="connsiteY13" fmla="*/ 527050 h 1931914"/>
              <a:gd name="connsiteX14" fmla="*/ 2257622 w 3286156"/>
              <a:gd name="connsiteY14" fmla="*/ 971550 h 1931914"/>
              <a:gd name="connsiteX15" fmla="*/ 2759272 w 3286156"/>
              <a:gd name="connsiteY15" fmla="*/ 1482725 h 1931914"/>
              <a:gd name="connsiteX16" fmla="*/ 3279972 w 3286156"/>
              <a:gd name="connsiteY16" fmla="*/ 1914525 h 1931914"/>
              <a:gd name="connsiteX0" fmla="*/ 1640409 w 3286156"/>
              <a:gd name="connsiteY0" fmla="*/ 2230 h 1931914"/>
              <a:gd name="connsiteX1" fmla="*/ 1641475 w 3286156"/>
              <a:gd name="connsiteY1" fmla="*/ 0 h 1931914"/>
              <a:gd name="connsiteX2" fmla="*/ 1639986 w 3286156"/>
              <a:gd name="connsiteY2" fmla="*/ 1737 h 1931914"/>
              <a:gd name="connsiteX3" fmla="*/ 1638497 w 3286156"/>
              <a:gd name="connsiteY3" fmla="*/ 0 h 1931914"/>
              <a:gd name="connsiteX4" fmla="*/ 1639563 w 3286156"/>
              <a:gd name="connsiteY4" fmla="*/ 2230 h 1931914"/>
              <a:gd name="connsiteX5" fmla="*/ 1711521 w 3286156"/>
              <a:gd name="connsiteY5" fmla="*/ 1233102 h 1931914"/>
              <a:gd name="connsiteX6" fmla="*/ 0 w 3286156"/>
              <a:gd name="connsiteY6" fmla="*/ 1914525 h 1931914"/>
              <a:gd name="connsiteX7" fmla="*/ 520700 w 3286156"/>
              <a:gd name="connsiteY7" fmla="*/ 1482725 h 1931914"/>
              <a:gd name="connsiteX8" fmla="*/ 1022350 w 3286156"/>
              <a:gd name="connsiteY8" fmla="*/ 971550 h 1931914"/>
              <a:gd name="connsiteX9" fmla="*/ 1368425 w 3286156"/>
              <a:gd name="connsiteY9" fmla="*/ 527050 h 1931914"/>
              <a:gd name="connsiteX10" fmla="*/ 1511796 w 3286156"/>
              <a:gd name="connsiteY10" fmla="*/ 271264 h 1931914"/>
              <a:gd name="connsiteX11" fmla="*/ 1639986 w 3286156"/>
              <a:gd name="connsiteY11" fmla="*/ 3115 h 1931914"/>
              <a:gd name="connsiteX12" fmla="*/ 1768177 w 3286156"/>
              <a:gd name="connsiteY12" fmla="*/ 271264 h 1931914"/>
              <a:gd name="connsiteX13" fmla="*/ 1911547 w 3286156"/>
              <a:gd name="connsiteY13" fmla="*/ 527050 h 1931914"/>
              <a:gd name="connsiteX14" fmla="*/ 2257622 w 3286156"/>
              <a:gd name="connsiteY14" fmla="*/ 971550 h 1931914"/>
              <a:gd name="connsiteX15" fmla="*/ 2759272 w 3286156"/>
              <a:gd name="connsiteY15" fmla="*/ 1482725 h 1931914"/>
              <a:gd name="connsiteX16" fmla="*/ 3279972 w 3286156"/>
              <a:gd name="connsiteY16" fmla="*/ 1914525 h 1931914"/>
              <a:gd name="connsiteX0" fmla="*/ 1640409 w 3286156"/>
              <a:gd name="connsiteY0" fmla="*/ 2230 h 1931914"/>
              <a:gd name="connsiteX1" fmla="*/ 1641475 w 3286156"/>
              <a:gd name="connsiteY1" fmla="*/ 0 h 1931914"/>
              <a:gd name="connsiteX2" fmla="*/ 1639986 w 3286156"/>
              <a:gd name="connsiteY2" fmla="*/ 1737 h 1931914"/>
              <a:gd name="connsiteX3" fmla="*/ 1638497 w 3286156"/>
              <a:gd name="connsiteY3" fmla="*/ 0 h 1931914"/>
              <a:gd name="connsiteX4" fmla="*/ 1639563 w 3286156"/>
              <a:gd name="connsiteY4" fmla="*/ 2230 h 1931914"/>
              <a:gd name="connsiteX5" fmla="*/ 1644846 w 3286156"/>
              <a:gd name="connsiteY5" fmla="*/ 315527 h 1931914"/>
              <a:gd name="connsiteX6" fmla="*/ 1711521 w 3286156"/>
              <a:gd name="connsiteY6" fmla="*/ 1233102 h 1931914"/>
              <a:gd name="connsiteX7" fmla="*/ 0 w 3286156"/>
              <a:gd name="connsiteY7" fmla="*/ 1914525 h 1931914"/>
              <a:gd name="connsiteX8" fmla="*/ 520700 w 3286156"/>
              <a:gd name="connsiteY8" fmla="*/ 1482725 h 1931914"/>
              <a:gd name="connsiteX9" fmla="*/ 1022350 w 3286156"/>
              <a:gd name="connsiteY9" fmla="*/ 971550 h 1931914"/>
              <a:gd name="connsiteX10" fmla="*/ 1368425 w 3286156"/>
              <a:gd name="connsiteY10" fmla="*/ 527050 h 1931914"/>
              <a:gd name="connsiteX11" fmla="*/ 1511796 w 3286156"/>
              <a:gd name="connsiteY11" fmla="*/ 271264 h 1931914"/>
              <a:gd name="connsiteX12" fmla="*/ 1639986 w 3286156"/>
              <a:gd name="connsiteY12" fmla="*/ 3115 h 1931914"/>
              <a:gd name="connsiteX13" fmla="*/ 1768177 w 3286156"/>
              <a:gd name="connsiteY13" fmla="*/ 271264 h 1931914"/>
              <a:gd name="connsiteX14" fmla="*/ 1911547 w 3286156"/>
              <a:gd name="connsiteY14" fmla="*/ 527050 h 1931914"/>
              <a:gd name="connsiteX15" fmla="*/ 2257622 w 3286156"/>
              <a:gd name="connsiteY15" fmla="*/ 971550 h 1931914"/>
              <a:gd name="connsiteX16" fmla="*/ 2759272 w 3286156"/>
              <a:gd name="connsiteY16" fmla="*/ 1482725 h 1931914"/>
              <a:gd name="connsiteX17" fmla="*/ 3279972 w 3286156"/>
              <a:gd name="connsiteY17" fmla="*/ 1914525 h 1931914"/>
              <a:gd name="connsiteX0" fmla="*/ 1640409 w 3286156"/>
              <a:gd name="connsiteY0" fmla="*/ 2230 h 1931914"/>
              <a:gd name="connsiteX1" fmla="*/ 1641475 w 3286156"/>
              <a:gd name="connsiteY1" fmla="*/ 0 h 1931914"/>
              <a:gd name="connsiteX2" fmla="*/ 1639986 w 3286156"/>
              <a:gd name="connsiteY2" fmla="*/ 1737 h 1931914"/>
              <a:gd name="connsiteX3" fmla="*/ 1638497 w 3286156"/>
              <a:gd name="connsiteY3" fmla="*/ 0 h 1931914"/>
              <a:gd name="connsiteX4" fmla="*/ 1639563 w 3286156"/>
              <a:gd name="connsiteY4" fmla="*/ 2230 h 1931914"/>
              <a:gd name="connsiteX5" fmla="*/ 1971871 w 3286156"/>
              <a:gd name="connsiteY5" fmla="*/ 1572827 h 1931914"/>
              <a:gd name="connsiteX6" fmla="*/ 1711521 w 3286156"/>
              <a:gd name="connsiteY6" fmla="*/ 1233102 h 1931914"/>
              <a:gd name="connsiteX7" fmla="*/ 0 w 3286156"/>
              <a:gd name="connsiteY7" fmla="*/ 1914525 h 1931914"/>
              <a:gd name="connsiteX8" fmla="*/ 520700 w 3286156"/>
              <a:gd name="connsiteY8" fmla="*/ 1482725 h 1931914"/>
              <a:gd name="connsiteX9" fmla="*/ 1022350 w 3286156"/>
              <a:gd name="connsiteY9" fmla="*/ 971550 h 1931914"/>
              <a:gd name="connsiteX10" fmla="*/ 1368425 w 3286156"/>
              <a:gd name="connsiteY10" fmla="*/ 527050 h 1931914"/>
              <a:gd name="connsiteX11" fmla="*/ 1511796 w 3286156"/>
              <a:gd name="connsiteY11" fmla="*/ 271264 h 1931914"/>
              <a:gd name="connsiteX12" fmla="*/ 1639986 w 3286156"/>
              <a:gd name="connsiteY12" fmla="*/ 3115 h 1931914"/>
              <a:gd name="connsiteX13" fmla="*/ 1768177 w 3286156"/>
              <a:gd name="connsiteY13" fmla="*/ 271264 h 1931914"/>
              <a:gd name="connsiteX14" fmla="*/ 1911547 w 3286156"/>
              <a:gd name="connsiteY14" fmla="*/ 527050 h 1931914"/>
              <a:gd name="connsiteX15" fmla="*/ 2257622 w 3286156"/>
              <a:gd name="connsiteY15" fmla="*/ 971550 h 1931914"/>
              <a:gd name="connsiteX16" fmla="*/ 2759272 w 3286156"/>
              <a:gd name="connsiteY16" fmla="*/ 1482725 h 1931914"/>
              <a:gd name="connsiteX17" fmla="*/ 3279972 w 3286156"/>
              <a:gd name="connsiteY17" fmla="*/ 1914525 h 1931914"/>
              <a:gd name="connsiteX0" fmla="*/ 1640409 w 3286156"/>
              <a:gd name="connsiteY0" fmla="*/ 94365 h 2024049"/>
              <a:gd name="connsiteX1" fmla="*/ 1641475 w 3286156"/>
              <a:gd name="connsiteY1" fmla="*/ 92135 h 2024049"/>
              <a:gd name="connsiteX2" fmla="*/ 1639986 w 3286156"/>
              <a:gd name="connsiteY2" fmla="*/ 93872 h 2024049"/>
              <a:gd name="connsiteX3" fmla="*/ 1638497 w 3286156"/>
              <a:gd name="connsiteY3" fmla="*/ 92135 h 2024049"/>
              <a:gd name="connsiteX4" fmla="*/ 1639563 w 3286156"/>
              <a:gd name="connsiteY4" fmla="*/ 94365 h 2024049"/>
              <a:gd name="connsiteX5" fmla="*/ 1971871 w 3286156"/>
              <a:gd name="connsiteY5" fmla="*/ 1664962 h 2024049"/>
              <a:gd name="connsiteX6" fmla="*/ 1711521 w 3286156"/>
              <a:gd name="connsiteY6" fmla="*/ 1325237 h 2024049"/>
              <a:gd name="connsiteX7" fmla="*/ 0 w 3286156"/>
              <a:gd name="connsiteY7" fmla="*/ 2006660 h 2024049"/>
              <a:gd name="connsiteX8" fmla="*/ 520700 w 3286156"/>
              <a:gd name="connsiteY8" fmla="*/ 1574860 h 2024049"/>
              <a:gd name="connsiteX9" fmla="*/ 1022350 w 3286156"/>
              <a:gd name="connsiteY9" fmla="*/ 1063685 h 2024049"/>
              <a:gd name="connsiteX10" fmla="*/ 1368425 w 3286156"/>
              <a:gd name="connsiteY10" fmla="*/ 619185 h 2024049"/>
              <a:gd name="connsiteX11" fmla="*/ 1511796 w 3286156"/>
              <a:gd name="connsiteY11" fmla="*/ 363399 h 2024049"/>
              <a:gd name="connsiteX12" fmla="*/ 1633636 w 3286156"/>
              <a:gd name="connsiteY12" fmla="*/ 0 h 2024049"/>
              <a:gd name="connsiteX13" fmla="*/ 1768177 w 3286156"/>
              <a:gd name="connsiteY13" fmla="*/ 363399 h 2024049"/>
              <a:gd name="connsiteX14" fmla="*/ 1911547 w 3286156"/>
              <a:gd name="connsiteY14" fmla="*/ 619185 h 2024049"/>
              <a:gd name="connsiteX15" fmla="*/ 2257622 w 3286156"/>
              <a:gd name="connsiteY15" fmla="*/ 1063685 h 2024049"/>
              <a:gd name="connsiteX16" fmla="*/ 2759272 w 3286156"/>
              <a:gd name="connsiteY16" fmla="*/ 1574860 h 2024049"/>
              <a:gd name="connsiteX17" fmla="*/ 3279972 w 3286156"/>
              <a:gd name="connsiteY17" fmla="*/ 2006660 h 2024049"/>
              <a:gd name="connsiteX0" fmla="*/ 1640409 w 3286156"/>
              <a:gd name="connsiteY0" fmla="*/ 94365 h 2024049"/>
              <a:gd name="connsiteX1" fmla="*/ 1641475 w 3286156"/>
              <a:gd name="connsiteY1" fmla="*/ 92135 h 2024049"/>
              <a:gd name="connsiteX2" fmla="*/ 1639986 w 3286156"/>
              <a:gd name="connsiteY2" fmla="*/ 93872 h 2024049"/>
              <a:gd name="connsiteX3" fmla="*/ 1638497 w 3286156"/>
              <a:gd name="connsiteY3" fmla="*/ 92135 h 2024049"/>
              <a:gd name="connsiteX4" fmla="*/ 1652263 w 3286156"/>
              <a:gd name="connsiteY4" fmla="*/ 986540 h 2024049"/>
              <a:gd name="connsiteX5" fmla="*/ 1971871 w 3286156"/>
              <a:gd name="connsiteY5" fmla="*/ 1664962 h 2024049"/>
              <a:gd name="connsiteX6" fmla="*/ 1711521 w 3286156"/>
              <a:gd name="connsiteY6" fmla="*/ 1325237 h 2024049"/>
              <a:gd name="connsiteX7" fmla="*/ 0 w 3286156"/>
              <a:gd name="connsiteY7" fmla="*/ 2006660 h 2024049"/>
              <a:gd name="connsiteX8" fmla="*/ 520700 w 3286156"/>
              <a:gd name="connsiteY8" fmla="*/ 1574860 h 2024049"/>
              <a:gd name="connsiteX9" fmla="*/ 1022350 w 3286156"/>
              <a:gd name="connsiteY9" fmla="*/ 1063685 h 2024049"/>
              <a:gd name="connsiteX10" fmla="*/ 1368425 w 3286156"/>
              <a:gd name="connsiteY10" fmla="*/ 619185 h 2024049"/>
              <a:gd name="connsiteX11" fmla="*/ 1511796 w 3286156"/>
              <a:gd name="connsiteY11" fmla="*/ 363399 h 2024049"/>
              <a:gd name="connsiteX12" fmla="*/ 1633636 w 3286156"/>
              <a:gd name="connsiteY12" fmla="*/ 0 h 2024049"/>
              <a:gd name="connsiteX13" fmla="*/ 1768177 w 3286156"/>
              <a:gd name="connsiteY13" fmla="*/ 363399 h 2024049"/>
              <a:gd name="connsiteX14" fmla="*/ 1911547 w 3286156"/>
              <a:gd name="connsiteY14" fmla="*/ 619185 h 2024049"/>
              <a:gd name="connsiteX15" fmla="*/ 2257622 w 3286156"/>
              <a:gd name="connsiteY15" fmla="*/ 1063685 h 2024049"/>
              <a:gd name="connsiteX16" fmla="*/ 2759272 w 3286156"/>
              <a:gd name="connsiteY16" fmla="*/ 1574860 h 2024049"/>
              <a:gd name="connsiteX17" fmla="*/ 3279972 w 3286156"/>
              <a:gd name="connsiteY17" fmla="*/ 2006660 h 2024049"/>
              <a:gd name="connsiteX0" fmla="*/ 1640409 w 3286156"/>
              <a:gd name="connsiteY0" fmla="*/ 94365 h 2024049"/>
              <a:gd name="connsiteX1" fmla="*/ 1641475 w 3286156"/>
              <a:gd name="connsiteY1" fmla="*/ 92135 h 2024049"/>
              <a:gd name="connsiteX2" fmla="*/ 1639986 w 3286156"/>
              <a:gd name="connsiteY2" fmla="*/ 93872 h 2024049"/>
              <a:gd name="connsiteX3" fmla="*/ 1457522 w 3286156"/>
              <a:gd name="connsiteY3" fmla="*/ 914460 h 2024049"/>
              <a:gd name="connsiteX4" fmla="*/ 1652263 w 3286156"/>
              <a:gd name="connsiteY4" fmla="*/ 986540 h 2024049"/>
              <a:gd name="connsiteX5" fmla="*/ 1971871 w 3286156"/>
              <a:gd name="connsiteY5" fmla="*/ 1664962 h 2024049"/>
              <a:gd name="connsiteX6" fmla="*/ 1711521 w 3286156"/>
              <a:gd name="connsiteY6" fmla="*/ 1325237 h 2024049"/>
              <a:gd name="connsiteX7" fmla="*/ 0 w 3286156"/>
              <a:gd name="connsiteY7" fmla="*/ 2006660 h 2024049"/>
              <a:gd name="connsiteX8" fmla="*/ 520700 w 3286156"/>
              <a:gd name="connsiteY8" fmla="*/ 1574860 h 2024049"/>
              <a:gd name="connsiteX9" fmla="*/ 1022350 w 3286156"/>
              <a:gd name="connsiteY9" fmla="*/ 1063685 h 2024049"/>
              <a:gd name="connsiteX10" fmla="*/ 1368425 w 3286156"/>
              <a:gd name="connsiteY10" fmla="*/ 619185 h 2024049"/>
              <a:gd name="connsiteX11" fmla="*/ 1511796 w 3286156"/>
              <a:gd name="connsiteY11" fmla="*/ 363399 h 2024049"/>
              <a:gd name="connsiteX12" fmla="*/ 1633636 w 3286156"/>
              <a:gd name="connsiteY12" fmla="*/ 0 h 2024049"/>
              <a:gd name="connsiteX13" fmla="*/ 1768177 w 3286156"/>
              <a:gd name="connsiteY13" fmla="*/ 363399 h 2024049"/>
              <a:gd name="connsiteX14" fmla="*/ 1911547 w 3286156"/>
              <a:gd name="connsiteY14" fmla="*/ 619185 h 2024049"/>
              <a:gd name="connsiteX15" fmla="*/ 2257622 w 3286156"/>
              <a:gd name="connsiteY15" fmla="*/ 1063685 h 2024049"/>
              <a:gd name="connsiteX16" fmla="*/ 2759272 w 3286156"/>
              <a:gd name="connsiteY16" fmla="*/ 1574860 h 2024049"/>
              <a:gd name="connsiteX17" fmla="*/ 3279972 w 3286156"/>
              <a:gd name="connsiteY17" fmla="*/ 2006660 h 2024049"/>
              <a:gd name="connsiteX0" fmla="*/ 1640409 w 3286156"/>
              <a:gd name="connsiteY0" fmla="*/ 94365 h 2024049"/>
              <a:gd name="connsiteX1" fmla="*/ 1641475 w 3286156"/>
              <a:gd name="connsiteY1" fmla="*/ 92135 h 2024049"/>
              <a:gd name="connsiteX2" fmla="*/ 1457522 w 3286156"/>
              <a:gd name="connsiteY2" fmla="*/ 914460 h 2024049"/>
              <a:gd name="connsiteX3" fmla="*/ 1652263 w 3286156"/>
              <a:gd name="connsiteY3" fmla="*/ 986540 h 2024049"/>
              <a:gd name="connsiteX4" fmla="*/ 1971871 w 3286156"/>
              <a:gd name="connsiteY4" fmla="*/ 1664962 h 2024049"/>
              <a:gd name="connsiteX5" fmla="*/ 1711521 w 3286156"/>
              <a:gd name="connsiteY5" fmla="*/ 1325237 h 2024049"/>
              <a:gd name="connsiteX6" fmla="*/ 0 w 3286156"/>
              <a:gd name="connsiteY6" fmla="*/ 2006660 h 2024049"/>
              <a:gd name="connsiteX7" fmla="*/ 520700 w 3286156"/>
              <a:gd name="connsiteY7" fmla="*/ 1574860 h 2024049"/>
              <a:gd name="connsiteX8" fmla="*/ 1022350 w 3286156"/>
              <a:gd name="connsiteY8" fmla="*/ 1063685 h 2024049"/>
              <a:gd name="connsiteX9" fmla="*/ 1368425 w 3286156"/>
              <a:gd name="connsiteY9" fmla="*/ 619185 h 2024049"/>
              <a:gd name="connsiteX10" fmla="*/ 1511796 w 3286156"/>
              <a:gd name="connsiteY10" fmla="*/ 363399 h 2024049"/>
              <a:gd name="connsiteX11" fmla="*/ 1633636 w 3286156"/>
              <a:gd name="connsiteY11" fmla="*/ 0 h 2024049"/>
              <a:gd name="connsiteX12" fmla="*/ 1768177 w 3286156"/>
              <a:gd name="connsiteY12" fmla="*/ 363399 h 2024049"/>
              <a:gd name="connsiteX13" fmla="*/ 1911547 w 3286156"/>
              <a:gd name="connsiteY13" fmla="*/ 619185 h 2024049"/>
              <a:gd name="connsiteX14" fmla="*/ 2257622 w 3286156"/>
              <a:gd name="connsiteY14" fmla="*/ 1063685 h 2024049"/>
              <a:gd name="connsiteX15" fmla="*/ 2759272 w 3286156"/>
              <a:gd name="connsiteY15" fmla="*/ 1574860 h 2024049"/>
              <a:gd name="connsiteX16" fmla="*/ 3279972 w 3286156"/>
              <a:gd name="connsiteY16" fmla="*/ 2006660 h 2024049"/>
              <a:gd name="connsiteX0" fmla="*/ 1640409 w 3286156"/>
              <a:gd name="connsiteY0" fmla="*/ 94365 h 2024049"/>
              <a:gd name="connsiteX1" fmla="*/ 1457522 w 3286156"/>
              <a:gd name="connsiteY1" fmla="*/ 914460 h 2024049"/>
              <a:gd name="connsiteX2" fmla="*/ 1652263 w 3286156"/>
              <a:gd name="connsiteY2" fmla="*/ 986540 h 2024049"/>
              <a:gd name="connsiteX3" fmla="*/ 1971871 w 3286156"/>
              <a:gd name="connsiteY3" fmla="*/ 1664962 h 2024049"/>
              <a:gd name="connsiteX4" fmla="*/ 1711521 w 3286156"/>
              <a:gd name="connsiteY4" fmla="*/ 1325237 h 2024049"/>
              <a:gd name="connsiteX5" fmla="*/ 0 w 3286156"/>
              <a:gd name="connsiteY5" fmla="*/ 2006660 h 2024049"/>
              <a:gd name="connsiteX6" fmla="*/ 520700 w 3286156"/>
              <a:gd name="connsiteY6" fmla="*/ 1574860 h 2024049"/>
              <a:gd name="connsiteX7" fmla="*/ 1022350 w 3286156"/>
              <a:gd name="connsiteY7" fmla="*/ 1063685 h 2024049"/>
              <a:gd name="connsiteX8" fmla="*/ 1368425 w 3286156"/>
              <a:gd name="connsiteY8" fmla="*/ 619185 h 2024049"/>
              <a:gd name="connsiteX9" fmla="*/ 1511796 w 3286156"/>
              <a:gd name="connsiteY9" fmla="*/ 363399 h 2024049"/>
              <a:gd name="connsiteX10" fmla="*/ 1633636 w 3286156"/>
              <a:gd name="connsiteY10" fmla="*/ 0 h 2024049"/>
              <a:gd name="connsiteX11" fmla="*/ 1768177 w 3286156"/>
              <a:gd name="connsiteY11" fmla="*/ 363399 h 2024049"/>
              <a:gd name="connsiteX12" fmla="*/ 1911547 w 3286156"/>
              <a:gd name="connsiteY12" fmla="*/ 619185 h 2024049"/>
              <a:gd name="connsiteX13" fmla="*/ 2257622 w 3286156"/>
              <a:gd name="connsiteY13" fmla="*/ 1063685 h 2024049"/>
              <a:gd name="connsiteX14" fmla="*/ 2759272 w 3286156"/>
              <a:gd name="connsiteY14" fmla="*/ 1574860 h 2024049"/>
              <a:gd name="connsiteX15" fmla="*/ 3279972 w 3286156"/>
              <a:gd name="connsiteY15" fmla="*/ 2006660 h 2024049"/>
              <a:gd name="connsiteX0" fmla="*/ 1457522 w 3286156"/>
              <a:gd name="connsiteY0" fmla="*/ 914460 h 2024049"/>
              <a:gd name="connsiteX1" fmla="*/ 1652263 w 3286156"/>
              <a:gd name="connsiteY1" fmla="*/ 986540 h 2024049"/>
              <a:gd name="connsiteX2" fmla="*/ 1971871 w 3286156"/>
              <a:gd name="connsiteY2" fmla="*/ 1664962 h 2024049"/>
              <a:gd name="connsiteX3" fmla="*/ 1711521 w 3286156"/>
              <a:gd name="connsiteY3" fmla="*/ 1325237 h 2024049"/>
              <a:gd name="connsiteX4" fmla="*/ 0 w 3286156"/>
              <a:gd name="connsiteY4" fmla="*/ 2006660 h 2024049"/>
              <a:gd name="connsiteX5" fmla="*/ 520700 w 3286156"/>
              <a:gd name="connsiteY5" fmla="*/ 1574860 h 2024049"/>
              <a:gd name="connsiteX6" fmla="*/ 1022350 w 3286156"/>
              <a:gd name="connsiteY6" fmla="*/ 1063685 h 2024049"/>
              <a:gd name="connsiteX7" fmla="*/ 1368425 w 3286156"/>
              <a:gd name="connsiteY7" fmla="*/ 619185 h 2024049"/>
              <a:gd name="connsiteX8" fmla="*/ 1511796 w 3286156"/>
              <a:gd name="connsiteY8" fmla="*/ 363399 h 2024049"/>
              <a:gd name="connsiteX9" fmla="*/ 1633636 w 3286156"/>
              <a:gd name="connsiteY9" fmla="*/ 0 h 2024049"/>
              <a:gd name="connsiteX10" fmla="*/ 1768177 w 3286156"/>
              <a:gd name="connsiteY10" fmla="*/ 363399 h 2024049"/>
              <a:gd name="connsiteX11" fmla="*/ 1911547 w 3286156"/>
              <a:gd name="connsiteY11" fmla="*/ 619185 h 2024049"/>
              <a:gd name="connsiteX12" fmla="*/ 2257622 w 3286156"/>
              <a:gd name="connsiteY12" fmla="*/ 1063685 h 2024049"/>
              <a:gd name="connsiteX13" fmla="*/ 2759272 w 3286156"/>
              <a:gd name="connsiteY13" fmla="*/ 1574860 h 2024049"/>
              <a:gd name="connsiteX14" fmla="*/ 3279972 w 3286156"/>
              <a:gd name="connsiteY14" fmla="*/ 2006660 h 2024049"/>
              <a:gd name="connsiteX0" fmla="*/ 1457522 w 3286156"/>
              <a:gd name="connsiteY0" fmla="*/ 844610 h 1954199"/>
              <a:gd name="connsiteX1" fmla="*/ 1652263 w 3286156"/>
              <a:gd name="connsiteY1" fmla="*/ 916690 h 1954199"/>
              <a:gd name="connsiteX2" fmla="*/ 1971871 w 3286156"/>
              <a:gd name="connsiteY2" fmla="*/ 1595112 h 1954199"/>
              <a:gd name="connsiteX3" fmla="*/ 1711521 w 3286156"/>
              <a:gd name="connsiteY3" fmla="*/ 1255387 h 1954199"/>
              <a:gd name="connsiteX4" fmla="*/ 0 w 3286156"/>
              <a:gd name="connsiteY4" fmla="*/ 1936810 h 1954199"/>
              <a:gd name="connsiteX5" fmla="*/ 520700 w 3286156"/>
              <a:gd name="connsiteY5" fmla="*/ 1505010 h 1954199"/>
              <a:gd name="connsiteX6" fmla="*/ 1022350 w 3286156"/>
              <a:gd name="connsiteY6" fmla="*/ 993835 h 1954199"/>
              <a:gd name="connsiteX7" fmla="*/ 1368425 w 3286156"/>
              <a:gd name="connsiteY7" fmla="*/ 549335 h 1954199"/>
              <a:gd name="connsiteX8" fmla="*/ 1511796 w 3286156"/>
              <a:gd name="connsiteY8" fmla="*/ 293549 h 1954199"/>
              <a:gd name="connsiteX9" fmla="*/ 1630461 w 3286156"/>
              <a:gd name="connsiteY9" fmla="*/ 0 h 1954199"/>
              <a:gd name="connsiteX10" fmla="*/ 1768177 w 3286156"/>
              <a:gd name="connsiteY10" fmla="*/ 293549 h 1954199"/>
              <a:gd name="connsiteX11" fmla="*/ 1911547 w 3286156"/>
              <a:gd name="connsiteY11" fmla="*/ 549335 h 1954199"/>
              <a:gd name="connsiteX12" fmla="*/ 2257622 w 3286156"/>
              <a:gd name="connsiteY12" fmla="*/ 993835 h 1954199"/>
              <a:gd name="connsiteX13" fmla="*/ 2759272 w 3286156"/>
              <a:gd name="connsiteY13" fmla="*/ 1505010 h 1954199"/>
              <a:gd name="connsiteX14" fmla="*/ 3279972 w 3286156"/>
              <a:gd name="connsiteY14" fmla="*/ 1936810 h 1954199"/>
              <a:gd name="connsiteX0" fmla="*/ 1457522 w 3286156"/>
              <a:gd name="connsiteY0" fmla="*/ 844610 h 1954199"/>
              <a:gd name="connsiteX1" fmla="*/ 1971871 w 3286156"/>
              <a:gd name="connsiteY1" fmla="*/ 1595112 h 1954199"/>
              <a:gd name="connsiteX2" fmla="*/ 1711521 w 3286156"/>
              <a:gd name="connsiteY2" fmla="*/ 1255387 h 1954199"/>
              <a:gd name="connsiteX3" fmla="*/ 0 w 3286156"/>
              <a:gd name="connsiteY3" fmla="*/ 1936810 h 1954199"/>
              <a:gd name="connsiteX4" fmla="*/ 520700 w 3286156"/>
              <a:gd name="connsiteY4" fmla="*/ 1505010 h 1954199"/>
              <a:gd name="connsiteX5" fmla="*/ 1022350 w 3286156"/>
              <a:gd name="connsiteY5" fmla="*/ 993835 h 1954199"/>
              <a:gd name="connsiteX6" fmla="*/ 1368425 w 3286156"/>
              <a:gd name="connsiteY6" fmla="*/ 549335 h 1954199"/>
              <a:gd name="connsiteX7" fmla="*/ 1511796 w 3286156"/>
              <a:gd name="connsiteY7" fmla="*/ 293549 h 1954199"/>
              <a:gd name="connsiteX8" fmla="*/ 1630461 w 3286156"/>
              <a:gd name="connsiteY8" fmla="*/ 0 h 1954199"/>
              <a:gd name="connsiteX9" fmla="*/ 1768177 w 3286156"/>
              <a:gd name="connsiteY9" fmla="*/ 293549 h 1954199"/>
              <a:gd name="connsiteX10" fmla="*/ 1911547 w 3286156"/>
              <a:gd name="connsiteY10" fmla="*/ 549335 h 1954199"/>
              <a:gd name="connsiteX11" fmla="*/ 2257622 w 3286156"/>
              <a:gd name="connsiteY11" fmla="*/ 993835 h 1954199"/>
              <a:gd name="connsiteX12" fmla="*/ 2759272 w 3286156"/>
              <a:gd name="connsiteY12" fmla="*/ 1505010 h 1954199"/>
              <a:gd name="connsiteX13" fmla="*/ 3279972 w 3286156"/>
              <a:gd name="connsiteY13" fmla="*/ 1936810 h 1954199"/>
              <a:gd name="connsiteX0" fmla="*/ 1971871 w 3286156"/>
              <a:gd name="connsiteY0" fmla="*/ 1595112 h 1954199"/>
              <a:gd name="connsiteX1" fmla="*/ 1711521 w 3286156"/>
              <a:gd name="connsiteY1" fmla="*/ 1255387 h 1954199"/>
              <a:gd name="connsiteX2" fmla="*/ 0 w 3286156"/>
              <a:gd name="connsiteY2" fmla="*/ 1936810 h 1954199"/>
              <a:gd name="connsiteX3" fmla="*/ 520700 w 3286156"/>
              <a:gd name="connsiteY3" fmla="*/ 1505010 h 1954199"/>
              <a:gd name="connsiteX4" fmla="*/ 1022350 w 3286156"/>
              <a:gd name="connsiteY4" fmla="*/ 993835 h 1954199"/>
              <a:gd name="connsiteX5" fmla="*/ 1368425 w 3286156"/>
              <a:gd name="connsiteY5" fmla="*/ 549335 h 1954199"/>
              <a:gd name="connsiteX6" fmla="*/ 1511796 w 3286156"/>
              <a:gd name="connsiteY6" fmla="*/ 293549 h 1954199"/>
              <a:gd name="connsiteX7" fmla="*/ 1630461 w 3286156"/>
              <a:gd name="connsiteY7" fmla="*/ 0 h 1954199"/>
              <a:gd name="connsiteX8" fmla="*/ 1768177 w 3286156"/>
              <a:gd name="connsiteY8" fmla="*/ 293549 h 1954199"/>
              <a:gd name="connsiteX9" fmla="*/ 1911547 w 3286156"/>
              <a:gd name="connsiteY9" fmla="*/ 549335 h 1954199"/>
              <a:gd name="connsiteX10" fmla="*/ 2257622 w 3286156"/>
              <a:gd name="connsiteY10" fmla="*/ 993835 h 1954199"/>
              <a:gd name="connsiteX11" fmla="*/ 2759272 w 3286156"/>
              <a:gd name="connsiteY11" fmla="*/ 1505010 h 1954199"/>
              <a:gd name="connsiteX12" fmla="*/ 3279972 w 3286156"/>
              <a:gd name="connsiteY12" fmla="*/ 1936810 h 1954199"/>
              <a:gd name="connsiteX0" fmla="*/ 2029115 w 3343400"/>
              <a:gd name="connsiteY0" fmla="*/ 1595112 h 1954199"/>
              <a:gd name="connsiteX1" fmla="*/ 57244 w 3343400"/>
              <a:gd name="connsiteY1" fmla="*/ 1936810 h 1954199"/>
              <a:gd name="connsiteX2" fmla="*/ 577944 w 3343400"/>
              <a:gd name="connsiteY2" fmla="*/ 1505010 h 1954199"/>
              <a:gd name="connsiteX3" fmla="*/ 1079594 w 3343400"/>
              <a:gd name="connsiteY3" fmla="*/ 993835 h 1954199"/>
              <a:gd name="connsiteX4" fmla="*/ 1425669 w 3343400"/>
              <a:gd name="connsiteY4" fmla="*/ 549335 h 1954199"/>
              <a:gd name="connsiteX5" fmla="*/ 1569040 w 3343400"/>
              <a:gd name="connsiteY5" fmla="*/ 293549 h 1954199"/>
              <a:gd name="connsiteX6" fmla="*/ 1687705 w 3343400"/>
              <a:gd name="connsiteY6" fmla="*/ 0 h 1954199"/>
              <a:gd name="connsiteX7" fmla="*/ 1825421 w 3343400"/>
              <a:gd name="connsiteY7" fmla="*/ 293549 h 1954199"/>
              <a:gd name="connsiteX8" fmla="*/ 1968791 w 3343400"/>
              <a:gd name="connsiteY8" fmla="*/ 549335 h 1954199"/>
              <a:gd name="connsiteX9" fmla="*/ 2314866 w 3343400"/>
              <a:gd name="connsiteY9" fmla="*/ 993835 h 1954199"/>
              <a:gd name="connsiteX10" fmla="*/ 2816516 w 3343400"/>
              <a:gd name="connsiteY10" fmla="*/ 1505010 h 1954199"/>
              <a:gd name="connsiteX11" fmla="*/ 3337216 w 3343400"/>
              <a:gd name="connsiteY11" fmla="*/ 1936810 h 1954199"/>
              <a:gd name="connsiteX0" fmla="*/ 2797465 w 3343400"/>
              <a:gd name="connsiteY0" fmla="*/ 1918962 h 1960643"/>
              <a:gd name="connsiteX1" fmla="*/ 57244 w 3343400"/>
              <a:gd name="connsiteY1" fmla="*/ 1936810 h 1960643"/>
              <a:gd name="connsiteX2" fmla="*/ 577944 w 3343400"/>
              <a:gd name="connsiteY2" fmla="*/ 1505010 h 1960643"/>
              <a:gd name="connsiteX3" fmla="*/ 1079594 w 3343400"/>
              <a:gd name="connsiteY3" fmla="*/ 993835 h 1960643"/>
              <a:gd name="connsiteX4" fmla="*/ 1425669 w 3343400"/>
              <a:gd name="connsiteY4" fmla="*/ 549335 h 1960643"/>
              <a:gd name="connsiteX5" fmla="*/ 1569040 w 3343400"/>
              <a:gd name="connsiteY5" fmla="*/ 293549 h 1960643"/>
              <a:gd name="connsiteX6" fmla="*/ 1687705 w 3343400"/>
              <a:gd name="connsiteY6" fmla="*/ 0 h 1960643"/>
              <a:gd name="connsiteX7" fmla="*/ 1825421 w 3343400"/>
              <a:gd name="connsiteY7" fmla="*/ 293549 h 1960643"/>
              <a:gd name="connsiteX8" fmla="*/ 1968791 w 3343400"/>
              <a:gd name="connsiteY8" fmla="*/ 549335 h 1960643"/>
              <a:gd name="connsiteX9" fmla="*/ 2314866 w 3343400"/>
              <a:gd name="connsiteY9" fmla="*/ 993835 h 1960643"/>
              <a:gd name="connsiteX10" fmla="*/ 2816516 w 3343400"/>
              <a:gd name="connsiteY10" fmla="*/ 1505010 h 1960643"/>
              <a:gd name="connsiteX11" fmla="*/ 3337216 w 3343400"/>
              <a:gd name="connsiteY11" fmla="*/ 1936810 h 1960643"/>
              <a:gd name="connsiteX0" fmla="*/ 57244 w 3343400"/>
              <a:gd name="connsiteY0" fmla="*/ 1936810 h 1954199"/>
              <a:gd name="connsiteX1" fmla="*/ 577944 w 3343400"/>
              <a:gd name="connsiteY1" fmla="*/ 1505010 h 1954199"/>
              <a:gd name="connsiteX2" fmla="*/ 1079594 w 3343400"/>
              <a:gd name="connsiteY2" fmla="*/ 993835 h 1954199"/>
              <a:gd name="connsiteX3" fmla="*/ 1425669 w 3343400"/>
              <a:gd name="connsiteY3" fmla="*/ 549335 h 1954199"/>
              <a:gd name="connsiteX4" fmla="*/ 1569040 w 3343400"/>
              <a:gd name="connsiteY4" fmla="*/ 293549 h 1954199"/>
              <a:gd name="connsiteX5" fmla="*/ 1687705 w 3343400"/>
              <a:gd name="connsiteY5" fmla="*/ 0 h 1954199"/>
              <a:gd name="connsiteX6" fmla="*/ 1825421 w 3343400"/>
              <a:gd name="connsiteY6" fmla="*/ 293549 h 1954199"/>
              <a:gd name="connsiteX7" fmla="*/ 1968791 w 3343400"/>
              <a:gd name="connsiteY7" fmla="*/ 549335 h 1954199"/>
              <a:gd name="connsiteX8" fmla="*/ 2314866 w 3343400"/>
              <a:gd name="connsiteY8" fmla="*/ 993835 h 1954199"/>
              <a:gd name="connsiteX9" fmla="*/ 2816516 w 3343400"/>
              <a:gd name="connsiteY9" fmla="*/ 1505010 h 1954199"/>
              <a:gd name="connsiteX10" fmla="*/ 3337216 w 3343400"/>
              <a:gd name="connsiteY10" fmla="*/ 1936810 h 1954199"/>
              <a:gd name="connsiteX0" fmla="*/ 0 w 3286156"/>
              <a:gd name="connsiteY0" fmla="*/ 1936810 h 1954199"/>
              <a:gd name="connsiteX1" fmla="*/ 520700 w 3286156"/>
              <a:gd name="connsiteY1" fmla="*/ 1505010 h 1954199"/>
              <a:gd name="connsiteX2" fmla="*/ 1022350 w 3286156"/>
              <a:gd name="connsiteY2" fmla="*/ 993835 h 1954199"/>
              <a:gd name="connsiteX3" fmla="*/ 1368425 w 3286156"/>
              <a:gd name="connsiteY3" fmla="*/ 549335 h 1954199"/>
              <a:gd name="connsiteX4" fmla="*/ 1511796 w 3286156"/>
              <a:gd name="connsiteY4" fmla="*/ 293549 h 1954199"/>
              <a:gd name="connsiteX5" fmla="*/ 1630461 w 3286156"/>
              <a:gd name="connsiteY5" fmla="*/ 0 h 1954199"/>
              <a:gd name="connsiteX6" fmla="*/ 1768177 w 3286156"/>
              <a:gd name="connsiteY6" fmla="*/ 293549 h 1954199"/>
              <a:gd name="connsiteX7" fmla="*/ 1911547 w 3286156"/>
              <a:gd name="connsiteY7" fmla="*/ 549335 h 1954199"/>
              <a:gd name="connsiteX8" fmla="*/ 2257622 w 3286156"/>
              <a:gd name="connsiteY8" fmla="*/ 993835 h 1954199"/>
              <a:gd name="connsiteX9" fmla="*/ 2759272 w 3286156"/>
              <a:gd name="connsiteY9" fmla="*/ 1505010 h 1954199"/>
              <a:gd name="connsiteX10" fmla="*/ 3279972 w 3286156"/>
              <a:gd name="connsiteY10" fmla="*/ 1936810 h 1954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6156" h="1954199">
                <a:moveTo>
                  <a:pt x="0" y="1936810"/>
                </a:moveTo>
                <a:cubicBezTo>
                  <a:pt x="94688" y="1890043"/>
                  <a:pt x="350308" y="1662173"/>
                  <a:pt x="520700" y="1505010"/>
                </a:cubicBezTo>
                <a:cubicBezTo>
                  <a:pt x="691092" y="1347848"/>
                  <a:pt x="881062" y="1153114"/>
                  <a:pt x="1022350" y="993835"/>
                </a:cubicBezTo>
                <a:cubicBezTo>
                  <a:pt x="1163637" y="834556"/>
                  <a:pt x="1265238" y="711260"/>
                  <a:pt x="1368425" y="549335"/>
                </a:cubicBezTo>
                <a:cubicBezTo>
                  <a:pt x="1420019" y="468373"/>
                  <a:pt x="1467048" y="382251"/>
                  <a:pt x="1511796" y="293549"/>
                </a:cubicBezTo>
                <a:lnTo>
                  <a:pt x="1630461" y="0"/>
                </a:lnTo>
                <a:lnTo>
                  <a:pt x="1768177" y="293549"/>
                </a:lnTo>
                <a:cubicBezTo>
                  <a:pt x="1812924" y="382251"/>
                  <a:pt x="1859954" y="468373"/>
                  <a:pt x="1911547" y="549335"/>
                </a:cubicBezTo>
                <a:cubicBezTo>
                  <a:pt x="2014734" y="711260"/>
                  <a:pt x="2116335" y="834556"/>
                  <a:pt x="2257622" y="993835"/>
                </a:cubicBezTo>
                <a:cubicBezTo>
                  <a:pt x="2398910" y="1153114"/>
                  <a:pt x="2588880" y="1347848"/>
                  <a:pt x="2759272" y="1505010"/>
                </a:cubicBezTo>
                <a:cubicBezTo>
                  <a:pt x="2929664" y="1662173"/>
                  <a:pt x="3341356" y="2039268"/>
                  <a:pt x="3279972" y="1936810"/>
                </a:cubicBezTo>
              </a:path>
            </a:pathLst>
          </a:custGeom>
          <a:gradFill>
            <a:gsLst>
              <a:gs pos="1724">
                <a:schemeClr val="accent1">
                  <a:alpha val="0"/>
                </a:schemeClr>
              </a:gs>
              <a:gs pos="67792">
                <a:schemeClr val="accent1">
                  <a:alpha val="15000"/>
                </a:schemeClr>
              </a:gs>
              <a:gs pos="34000">
                <a:schemeClr val="accent1">
                  <a:alpha val="15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p>
        </p:txBody>
      </p:sp>
      <p:grpSp>
        <p:nvGrpSpPr>
          <p:cNvPr id="11" name="组合 10">
            <a:extLst>
              <a:ext uri="{FF2B5EF4-FFF2-40B4-BE49-F238E27FC236}">
                <a16:creationId xmlns:a16="http://schemas.microsoft.com/office/drawing/2014/main" id="{50FD9381-ACAF-12BD-5390-8B3689DB466C}"/>
              </a:ext>
            </a:extLst>
          </p:cNvPr>
          <p:cNvGrpSpPr/>
          <p:nvPr/>
        </p:nvGrpSpPr>
        <p:grpSpPr>
          <a:xfrm>
            <a:off x="3186515" y="1368182"/>
            <a:ext cx="5818970" cy="1148006"/>
            <a:chOff x="3186515" y="1368182"/>
            <a:chExt cx="5818970" cy="1148006"/>
          </a:xfrm>
        </p:grpSpPr>
        <p:sp>
          <p:nvSpPr>
            <p:cNvPr id="12" name="文本框 11">
              <a:extLst>
                <a:ext uri="{FF2B5EF4-FFF2-40B4-BE49-F238E27FC236}">
                  <a16:creationId xmlns:a16="http://schemas.microsoft.com/office/drawing/2014/main" id="{D993A2AF-DB3C-E9BA-17E1-204FD46CEC55}"/>
                </a:ext>
              </a:extLst>
            </p:cNvPr>
            <p:cNvSpPr txBox="1"/>
            <p:nvPr/>
          </p:nvSpPr>
          <p:spPr>
            <a:xfrm>
              <a:off x="8156149" y="1751823"/>
              <a:ext cx="543739" cy="307777"/>
            </a:xfrm>
            <a:prstGeom prst="rect">
              <a:avLst/>
            </a:prstGeom>
            <a:noFill/>
          </p:spPr>
          <p:txBody>
            <a:bodyPr wrap="none" rtlCol="0">
              <a:spAutoFit/>
            </a:bodyPr>
            <a:lstStyle/>
            <a:p>
              <a:pPr algn="ctr"/>
              <a:r>
                <a:rPr lang="zh-CN" altLang="en-US" sz="1400" b="1" dirty="0">
                  <a:solidFill>
                    <a:schemeClr val="accent1"/>
                  </a:solidFill>
                  <a:latin typeface="+mj-ea"/>
                  <a:ea typeface="+mj-ea"/>
                </a:rPr>
                <a:t>服务</a:t>
              </a:r>
            </a:p>
          </p:txBody>
        </p:sp>
        <p:sp>
          <p:nvSpPr>
            <p:cNvPr id="13" name="椭圆 12">
              <a:extLst>
                <a:ext uri="{FF2B5EF4-FFF2-40B4-BE49-F238E27FC236}">
                  <a16:creationId xmlns:a16="http://schemas.microsoft.com/office/drawing/2014/main" id="{DD53FC8D-8E27-BF40-3EA8-8CB1E492C206}"/>
                </a:ext>
              </a:extLst>
            </p:cNvPr>
            <p:cNvSpPr/>
            <p:nvPr/>
          </p:nvSpPr>
          <p:spPr>
            <a:xfrm>
              <a:off x="7850551" y="1771571"/>
              <a:ext cx="1154934" cy="360442"/>
            </a:xfrm>
            <a:prstGeom prst="ellipse">
              <a:avLst/>
            </a:prstGeom>
            <a:noFill/>
            <a:ln w="19050">
              <a:gradFill>
                <a:gsLst>
                  <a:gs pos="0">
                    <a:schemeClr val="accent1">
                      <a:alpha val="0"/>
                    </a:schemeClr>
                  </a:gs>
                  <a:gs pos="100000">
                    <a:schemeClr val="accent1"/>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n-ea"/>
              </a:endParaRPr>
            </a:p>
          </p:txBody>
        </p:sp>
        <p:sp>
          <p:nvSpPr>
            <p:cNvPr id="14" name="文本框 13">
              <a:extLst>
                <a:ext uri="{FF2B5EF4-FFF2-40B4-BE49-F238E27FC236}">
                  <a16:creationId xmlns:a16="http://schemas.microsoft.com/office/drawing/2014/main" id="{A9FF9E4E-4FD9-36E4-7E73-CC09A911C5FD}"/>
                </a:ext>
              </a:extLst>
            </p:cNvPr>
            <p:cNvSpPr txBox="1"/>
            <p:nvPr/>
          </p:nvSpPr>
          <p:spPr>
            <a:xfrm>
              <a:off x="7084277" y="2135998"/>
              <a:ext cx="543739" cy="307777"/>
            </a:xfrm>
            <a:prstGeom prst="rect">
              <a:avLst/>
            </a:prstGeom>
            <a:noFill/>
          </p:spPr>
          <p:txBody>
            <a:bodyPr wrap="none" rtlCol="0">
              <a:spAutoFit/>
            </a:bodyPr>
            <a:lstStyle/>
            <a:p>
              <a:pPr algn="ctr"/>
              <a:r>
                <a:rPr lang="zh-CN" altLang="en-US" sz="1400" b="1" dirty="0">
                  <a:solidFill>
                    <a:schemeClr val="accent1"/>
                  </a:solidFill>
                  <a:latin typeface="+mj-ea"/>
                  <a:ea typeface="+mj-ea"/>
                </a:rPr>
                <a:t>应用</a:t>
              </a:r>
            </a:p>
          </p:txBody>
        </p:sp>
        <p:sp>
          <p:nvSpPr>
            <p:cNvPr id="15" name="椭圆 14">
              <a:extLst>
                <a:ext uri="{FF2B5EF4-FFF2-40B4-BE49-F238E27FC236}">
                  <a16:creationId xmlns:a16="http://schemas.microsoft.com/office/drawing/2014/main" id="{C6E1B5BA-133A-35E0-2944-53C652398512}"/>
                </a:ext>
              </a:extLst>
            </p:cNvPr>
            <p:cNvSpPr/>
            <p:nvPr/>
          </p:nvSpPr>
          <p:spPr>
            <a:xfrm>
              <a:off x="6778677" y="2155746"/>
              <a:ext cx="1154934" cy="360442"/>
            </a:xfrm>
            <a:prstGeom prst="ellipse">
              <a:avLst/>
            </a:prstGeom>
            <a:noFill/>
            <a:ln w="19050">
              <a:gradFill>
                <a:gsLst>
                  <a:gs pos="0">
                    <a:schemeClr val="accent1">
                      <a:alpha val="0"/>
                    </a:schemeClr>
                  </a:gs>
                  <a:gs pos="100000">
                    <a:schemeClr val="accent1"/>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6" name="文本框 15">
              <a:extLst>
                <a:ext uri="{FF2B5EF4-FFF2-40B4-BE49-F238E27FC236}">
                  <a16:creationId xmlns:a16="http://schemas.microsoft.com/office/drawing/2014/main" id="{3B77AEC3-6C55-2ED1-618C-A39368B38DE1}"/>
                </a:ext>
              </a:extLst>
            </p:cNvPr>
            <p:cNvSpPr txBox="1"/>
            <p:nvPr/>
          </p:nvSpPr>
          <p:spPr>
            <a:xfrm>
              <a:off x="4576340" y="2135998"/>
              <a:ext cx="543739" cy="307777"/>
            </a:xfrm>
            <a:prstGeom prst="rect">
              <a:avLst/>
            </a:prstGeom>
            <a:noFill/>
          </p:spPr>
          <p:txBody>
            <a:bodyPr wrap="none" rtlCol="0">
              <a:spAutoFit/>
            </a:bodyPr>
            <a:lstStyle/>
            <a:p>
              <a:pPr algn="ctr"/>
              <a:r>
                <a:rPr lang="zh-CN" altLang="en-US" sz="1400" b="1" dirty="0">
                  <a:solidFill>
                    <a:schemeClr val="accent1"/>
                  </a:solidFill>
                  <a:latin typeface="+mj-ea"/>
                  <a:ea typeface="+mj-ea"/>
                </a:rPr>
                <a:t>产品</a:t>
              </a:r>
            </a:p>
          </p:txBody>
        </p:sp>
        <p:sp>
          <p:nvSpPr>
            <p:cNvPr id="17" name="椭圆 16">
              <a:extLst>
                <a:ext uri="{FF2B5EF4-FFF2-40B4-BE49-F238E27FC236}">
                  <a16:creationId xmlns:a16="http://schemas.microsoft.com/office/drawing/2014/main" id="{D5FA77FE-F7D5-AE53-E395-BB1D81521020}"/>
                </a:ext>
              </a:extLst>
            </p:cNvPr>
            <p:cNvSpPr/>
            <p:nvPr/>
          </p:nvSpPr>
          <p:spPr>
            <a:xfrm>
              <a:off x="4270740" y="2155746"/>
              <a:ext cx="1154934" cy="360442"/>
            </a:xfrm>
            <a:prstGeom prst="ellipse">
              <a:avLst/>
            </a:prstGeom>
            <a:noFill/>
            <a:ln w="19050">
              <a:gradFill>
                <a:gsLst>
                  <a:gs pos="0">
                    <a:schemeClr val="accent1">
                      <a:alpha val="0"/>
                    </a:schemeClr>
                  </a:gs>
                  <a:gs pos="100000">
                    <a:schemeClr val="accent1"/>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18" name="文本框 17">
              <a:extLst>
                <a:ext uri="{FF2B5EF4-FFF2-40B4-BE49-F238E27FC236}">
                  <a16:creationId xmlns:a16="http://schemas.microsoft.com/office/drawing/2014/main" id="{A8E9C73B-7B02-053A-8B05-ADBF56100DA4}"/>
                </a:ext>
              </a:extLst>
            </p:cNvPr>
            <p:cNvSpPr txBox="1"/>
            <p:nvPr/>
          </p:nvSpPr>
          <p:spPr>
            <a:xfrm>
              <a:off x="3402346" y="1751823"/>
              <a:ext cx="723275" cy="307777"/>
            </a:xfrm>
            <a:prstGeom prst="rect">
              <a:avLst/>
            </a:prstGeom>
            <a:noFill/>
          </p:spPr>
          <p:txBody>
            <a:bodyPr wrap="none" rtlCol="0">
              <a:spAutoFit/>
            </a:bodyPr>
            <a:lstStyle/>
            <a:p>
              <a:pPr algn="ctr"/>
              <a:r>
                <a:rPr lang="zh-CN" altLang="en-US" sz="1400" b="1" dirty="0">
                  <a:solidFill>
                    <a:schemeClr val="accent1"/>
                  </a:solidFill>
                  <a:latin typeface="+mj-ea"/>
                  <a:ea typeface="+mj-ea"/>
                </a:rPr>
                <a:t>开发者</a:t>
              </a:r>
            </a:p>
          </p:txBody>
        </p:sp>
        <p:sp>
          <p:nvSpPr>
            <p:cNvPr id="19" name="椭圆 18">
              <a:extLst>
                <a:ext uri="{FF2B5EF4-FFF2-40B4-BE49-F238E27FC236}">
                  <a16:creationId xmlns:a16="http://schemas.microsoft.com/office/drawing/2014/main" id="{75354FAA-2170-33CC-385D-E7D2C4D390B5}"/>
                </a:ext>
              </a:extLst>
            </p:cNvPr>
            <p:cNvSpPr/>
            <p:nvPr/>
          </p:nvSpPr>
          <p:spPr>
            <a:xfrm>
              <a:off x="3186515" y="1771571"/>
              <a:ext cx="1154934" cy="360442"/>
            </a:xfrm>
            <a:prstGeom prst="ellipse">
              <a:avLst/>
            </a:prstGeom>
            <a:noFill/>
            <a:ln w="19050">
              <a:gradFill>
                <a:gsLst>
                  <a:gs pos="0">
                    <a:schemeClr val="accent1">
                      <a:alpha val="0"/>
                    </a:schemeClr>
                  </a:gs>
                  <a:gs pos="100000">
                    <a:schemeClr val="accent1"/>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
          <p:nvSpPr>
            <p:cNvPr id="20" name="椭圆 19">
              <a:extLst>
                <a:ext uri="{FF2B5EF4-FFF2-40B4-BE49-F238E27FC236}">
                  <a16:creationId xmlns:a16="http://schemas.microsoft.com/office/drawing/2014/main" id="{4F88A0C7-2BCF-4506-89DB-26199B0AA600}"/>
                </a:ext>
              </a:extLst>
            </p:cNvPr>
            <p:cNvSpPr/>
            <p:nvPr/>
          </p:nvSpPr>
          <p:spPr>
            <a:xfrm>
              <a:off x="5592000" y="1368182"/>
              <a:ext cx="1008001" cy="1008000"/>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chemeClr val="tx1"/>
                  </a:solidFill>
                </a:rPr>
                <a:t>核心</a:t>
              </a:r>
            </a:p>
          </p:txBody>
        </p:sp>
        <p:sp>
          <p:nvSpPr>
            <p:cNvPr id="21" name="椭圆 20">
              <a:extLst>
                <a:ext uri="{FF2B5EF4-FFF2-40B4-BE49-F238E27FC236}">
                  <a16:creationId xmlns:a16="http://schemas.microsoft.com/office/drawing/2014/main" id="{87EFEB8B-ECAE-43FD-1654-A431A4C599C8}"/>
                </a:ext>
              </a:extLst>
            </p:cNvPr>
            <p:cNvSpPr/>
            <p:nvPr/>
          </p:nvSpPr>
          <p:spPr>
            <a:xfrm>
              <a:off x="5207524" y="1603112"/>
              <a:ext cx="1776955" cy="552633"/>
            </a:xfrm>
            <a:prstGeom prst="ellipse">
              <a:avLst/>
            </a:prstGeom>
            <a:noFill/>
            <a:ln>
              <a:gradFill>
                <a:gsLst>
                  <a:gs pos="0">
                    <a:schemeClr val="accent1">
                      <a:lumMod val="20000"/>
                      <a:lumOff val="80000"/>
                      <a:alpha val="0"/>
                    </a:schemeClr>
                  </a:gs>
                  <a:gs pos="100000">
                    <a:schemeClr val="accent1">
                      <a:lumMod val="60000"/>
                      <a:lumOff val="4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sp>
        <p:nvSpPr>
          <p:cNvPr id="22" name="文本框 21">
            <a:extLst>
              <a:ext uri="{FF2B5EF4-FFF2-40B4-BE49-F238E27FC236}">
                <a16:creationId xmlns:a16="http://schemas.microsoft.com/office/drawing/2014/main" id="{40C24E19-3C73-21BF-BBE3-D64D2F5B4367}"/>
              </a:ext>
            </a:extLst>
          </p:cNvPr>
          <p:cNvSpPr txBox="1"/>
          <p:nvPr/>
        </p:nvSpPr>
        <p:spPr>
          <a:xfrm>
            <a:off x="5490707" y="3084051"/>
            <a:ext cx="1210588" cy="338554"/>
          </a:xfrm>
          <a:prstGeom prst="rect">
            <a:avLst/>
          </a:prstGeom>
          <a:noFill/>
        </p:spPr>
        <p:txBody>
          <a:bodyPr wrap="none" rtlCol="0">
            <a:spAutoFit/>
          </a:bodyPr>
          <a:lstStyle/>
          <a:p>
            <a:pPr algn="ctr"/>
            <a:r>
              <a:rPr lang="zh-CN" altLang="en-US" sz="1600" b="1" dirty="0">
                <a:solidFill>
                  <a:schemeClr val="bg1"/>
                </a:solidFill>
                <a:latin typeface="+mj-ea"/>
                <a:ea typeface="+mj-ea"/>
              </a:rPr>
              <a:t>多样化生态</a:t>
            </a:r>
          </a:p>
        </p:txBody>
      </p:sp>
      <p:sp>
        <p:nvSpPr>
          <p:cNvPr id="23" name="文本框 22">
            <a:extLst>
              <a:ext uri="{FF2B5EF4-FFF2-40B4-BE49-F238E27FC236}">
                <a16:creationId xmlns:a16="http://schemas.microsoft.com/office/drawing/2014/main" id="{B7E97EC8-D4B4-F3C7-2F88-40838F546AF5}"/>
              </a:ext>
            </a:extLst>
          </p:cNvPr>
          <p:cNvSpPr txBox="1">
            <a:spLocks/>
          </p:cNvSpPr>
          <p:nvPr/>
        </p:nvSpPr>
        <p:spPr>
          <a:xfrm>
            <a:off x="2251584" y="2712101"/>
            <a:ext cx="985731" cy="523220"/>
          </a:xfrm>
          <a:prstGeom prst="rect">
            <a:avLst/>
          </a:prstGeom>
          <a:noFill/>
        </p:spPr>
        <p:txBody>
          <a:bodyPr wrap="square" rtlCol="0">
            <a:spAutoFit/>
          </a:bodyPr>
          <a:lstStyle/>
          <a:p>
            <a:pPr algn="ctr"/>
            <a:r>
              <a:rPr lang="zh-CN" altLang="en-US" sz="1400" dirty="0">
                <a:solidFill>
                  <a:schemeClr val="bg1"/>
                </a:solidFill>
                <a:latin typeface="+mn-ea"/>
              </a:rPr>
              <a:t>数据采集整合</a:t>
            </a:r>
          </a:p>
        </p:txBody>
      </p:sp>
      <p:sp>
        <p:nvSpPr>
          <p:cNvPr id="24" name="椭圆 23">
            <a:extLst>
              <a:ext uri="{FF2B5EF4-FFF2-40B4-BE49-F238E27FC236}">
                <a16:creationId xmlns:a16="http://schemas.microsoft.com/office/drawing/2014/main" id="{733C1D80-CC19-FAC3-019F-AE1797A9E731}"/>
              </a:ext>
            </a:extLst>
          </p:cNvPr>
          <p:cNvSpPr/>
          <p:nvPr/>
        </p:nvSpPr>
        <p:spPr>
          <a:xfrm>
            <a:off x="2166982" y="2947387"/>
            <a:ext cx="1154934" cy="360442"/>
          </a:xfrm>
          <a:prstGeom prst="ellipse">
            <a:avLst/>
          </a:prstGeom>
          <a:noFill/>
          <a:ln w="25400">
            <a:gradFill>
              <a:gsLst>
                <a:gs pos="39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6" name="文本框 25">
            <a:extLst>
              <a:ext uri="{FF2B5EF4-FFF2-40B4-BE49-F238E27FC236}">
                <a16:creationId xmlns:a16="http://schemas.microsoft.com/office/drawing/2014/main" id="{092C559D-5773-CC85-7DD7-1A8AB9EFE478}"/>
              </a:ext>
            </a:extLst>
          </p:cNvPr>
          <p:cNvSpPr txBox="1">
            <a:spLocks/>
          </p:cNvSpPr>
          <p:nvPr/>
        </p:nvSpPr>
        <p:spPr>
          <a:xfrm>
            <a:off x="3698949" y="3297203"/>
            <a:ext cx="902811" cy="523220"/>
          </a:xfrm>
          <a:prstGeom prst="rect">
            <a:avLst/>
          </a:prstGeom>
          <a:noFill/>
        </p:spPr>
        <p:txBody>
          <a:bodyPr wrap="square" rtlCol="0">
            <a:spAutoFit/>
          </a:bodyPr>
          <a:lstStyle/>
          <a:p>
            <a:pPr algn="ctr"/>
            <a:r>
              <a:rPr lang="zh-CN" altLang="en-US" sz="1400" dirty="0">
                <a:solidFill>
                  <a:schemeClr val="bg1"/>
                </a:solidFill>
                <a:latin typeface="+mn-ea"/>
              </a:rPr>
              <a:t>数据存储管理</a:t>
            </a:r>
          </a:p>
        </p:txBody>
      </p:sp>
      <p:sp>
        <p:nvSpPr>
          <p:cNvPr id="27" name="椭圆 26">
            <a:extLst>
              <a:ext uri="{FF2B5EF4-FFF2-40B4-BE49-F238E27FC236}">
                <a16:creationId xmlns:a16="http://schemas.microsoft.com/office/drawing/2014/main" id="{86412503-A62A-FC16-EE97-30692A0A7211}"/>
              </a:ext>
            </a:extLst>
          </p:cNvPr>
          <p:cNvSpPr/>
          <p:nvPr/>
        </p:nvSpPr>
        <p:spPr>
          <a:xfrm>
            <a:off x="3572887" y="3532489"/>
            <a:ext cx="1154934" cy="360442"/>
          </a:xfrm>
          <a:prstGeom prst="ellipse">
            <a:avLst/>
          </a:prstGeom>
          <a:noFill/>
          <a:ln w="25400">
            <a:gradFill>
              <a:gsLst>
                <a:gs pos="39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29" name="文本框 28">
            <a:extLst>
              <a:ext uri="{FF2B5EF4-FFF2-40B4-BE49-F238E27FC236}">
                <a16:creationId xmlns:a16="http://schemas.microsoft.com/office/drawing/2014/main" id="{3D940F2D-7BAA-66A9-08F2-5EF3FF4B50FC}"/>
              </a:ext>
            </a:extLst>
          </p:cNvPr>
          <p:cNvSpPr txBox="1"/>
          <p:nvPr/>
        </p:nvSpPr>
        <p:spPr>
          <a:xfrm>
            <a:off x="5599605" y="3547019"/>
            <a:ext cx="923116" cy="523220"/>
          </a:xfrm>
          <a:prstGeom prst="rect">
            <a:avLst/>
          </a:prstGeom>
          <a:noFill/>
        </p:spPr>
        <p:txBody>
          <a:bodyPr wrap="square" rtlCol="0">
            <a:spAutoFit/>
          </a:bodyPr>
          <a:lstStyle/>
          <a:p>
            <a:pPr algn="ctr"/>
            <a:r>
              <a:rPr lang="zh-CN" altLang="en-US" sz="1400" dirty="0">
                <a:solidFill>
                  <a:schemeClr val="bg1"/>
                </a:solidFill>
                <a:latin typeface="+mn-ea"/>
              </a:rPr>
              <a:t>数据处理分析</a:t>
            </a:r>
          </a:p>
        </p:txBody>
      </p:sp>
      <p:sp>
        <p:nvSpPr>
          <p:cNvPr id="31" name="椭圆 30">
            <a:extLst>
              <a:ext uri="{FF2B5EF4-FFF2-40B4-BE49-F238E27FC236}">
                <a16:creationId xmlns:a16="http://schemas.microsoft.com/office/drawing/2014/main" id="{DCAB6083-7BCF-94CA-9643-D0BFD2DF23F9}"/>
              </a:ext>
            </a:extLst>
          </p:cNvPr>
          <p:cNvSpPr/>
          <p:nvPr/>
        </p:nvSpPr>
        <p:spPr>
          <a:xfrm>
            <a:off x="5483694" y="3782305"/>
            <a:ext cx="1154934" cy="360442"/>
          </a:xfrm>
          <a:prstGeom prst="ellipse">
            <a:avLst/>
          </a:prstGeom>
          <a:noFill/>
          <a:ln w="25400">
            <a:gradFill>
              <a:gsLst>
                <a:gs pos="39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33" name="文本框 32">
            <a:extLst>
              <a:ext uri="{FF2B5EF4-FFF2-40B4-BE49-F238E27FC236}">
                <a16:creationId xmlns:a16="http://schemas.microsoft.com/office/drawing/2014/main" id="{0776F085-A58F-0A65-FA6F-3534A65437A4}"/>
              </a:ext>
            </a:extLst>
          </p:cNvPr>
          <p:cNvSpPr txBox="1"/>
          <p:nvPr/>
        </p:nvSpPr>
        <p:spPr>
          <a:xfrm>
            <a:off x="7607543" y="3292498"/>
            <a:ext cx="957338" cy="523220"/>
          </a:xfrm>
          <a:prstGeom prst="rect">
            <a:avLst/>
          </a:prstGeom>
          <a:noFill/>
        </p:spPr>
        <p:txBody>
          <a:bodyPr wrap="square" rtlCol="0">
            <a:spAutoFit/>
          </a:bodyPr>
          <a:lstStyle/>
          <a:p>
            <a:pPr algn="ctr"/>
            <a:r>
              <a:rPr lang="zh-CN" altLang="en-US" sz="1400" dirty="0">
                <a:solidFill>
                  <a:schemeClr val="bg1"/>
                </a:solidFill>
                <a:latin typeface="+mn-ea"/>
              </a:rPr>
              <a:t>数据挖掘预测</a:t>
            </a:r>
          </a:p>
        </p:txBody>
      </p:sp>
      <p:sp>
        <p:nvSpPr>
          <p:cNvPr id="34" name="椭圆 33">
            <a:extLst>
              <a:ext uri="{FF2B5EF4-FFF2-40B4-BE49-F238E27FC236}">
                <a16:creationId xmlns:a16="http://schemas.microsoft.com/office/drawing/2014/main" id="{252EB1C5-C8A3-CE12-3B67-BDB7BF712A67}"/>
              </a:ext>
            </a:extLst>
          </p:cNvPr>
          <p:cNvSpPr/>
          <p:nvPr/>
        </p:nvSpPr>
        <p:spPr>
          <a:xfrm>
            <a:off x="7508743" y="3532489"/>
            <a:ext cx="1154934" cy="360442"/>
          </a:xfrm>
          <a:prstGeom prst="ellipse">
            <a:avLst/>
          </a:prstGeom>
          <a:noFill/>
          <a:ln w="25400">
            <a:gradFill>
              <a:gsLst>
                <a:gs pos="39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36" name="文本框 35">
            <a:extLst>
              <a:ext uri="{FF2B5EF4-FFF2-40B4-BE49-F238E27FC236}">
                <a16:creationId xmlns:a16="http://schemas.microsoft.com/office/drawing/2014/main" id="{F8753F63-8CB1-BAA0-06E3-1FB369ED1BCA}"/>
              </a:ext>
            </a:extLst>
          </p:cNvPr>
          <p:cNvSpPr txBox="1"/>
          <p:nvPr/>
        </p:nvSpPr>
        <p:spPr>
          <a:xfrm>
            <a:off x="8964719" y="2700307"/>
            <a:ext cx="957338" cy="523220"/>
          </a:xfrm>
          <a:prstGeom prst="rect">
            <a:avLst/>
          </a:prstGeom>
          <a:noFill/>
        </p:spPr>
        <p:txBody>
          <a:bodyPr wrap="square" rtlCol="0">
            <a:spAutoFit/>
          </a:bodyPr>
          <a:lstStyle/>
          <a:p>
            <a:pPr algn="ctr"/>
            <a:r>
              <a:rPr lang="zh-CN" altLang="en-US" sz="1400" dirty="0">
                <a:solidFill>
                  <a:schemeClr val="bg1"/>
                </a:solidFill>
                <a:latin typeface="+mn-ea"/>
              </a:rPr>
              <a:t>数据安全保障</a:t>
            </a:r>
          </a:p>
        </p:txBody>
      </p:sp>
      <p:sp>
        <p:nvSpPr>
          <p:cNvPr id="37" name="椭圆 36">
            <a:extLst>
              <a:ext uri="{FF2B5EF4-FFF2-40B4-BE49-F238E27FC236}">
                <a16:creationId xmlns:a16="http://schemas.microsoft.com/office/drawing/2014/main" id="{EAE28E12-5942-4543-873F-969D76271C38}"/>
              </a:ext>
            </a:extLst>
          </p:cNvPr>
          <p:cNvSpPr/>
          <p:nvPr/>
        </p:nvSpPr>
        <p:spPr>
          <a:xfrm>
            <a:off x="8865920" y="2947387"/>
            <a:ext cx="1154934" cy="360442"/>
          </a:xfrm>
          <a:prstGeom prst="ellipse">
            <a:avLst/>
          </a:prstGeom>
          <a:noFill/>
          <a:ln w="25400">
            <a:gradFill>
              <a:gsLst>
                <a:gs pos="39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39" name="任意多边形: 形状 38">
            <a:extLst>
              <a:ext uri="{FF2B5EF4-FFF2-40B4-BE49-F238E27FC236}">
                <a16:creationId xmlns:a16="http://schemas.microsoft.com/office/drawing/2014/main" id="{6F34E709-23CE-6FBA-7447-2584BE43FA40}"/>
              </a:ext>
            </a:extLst>
          </p:cNvPr>
          <p:cNvSpPr/>
          <p:nvPr/>
        </p:nvSpPr>
        <p:spPr>
          <a:xfrm>
            <a:off x="1526890" y="3187190"/>
            <a:ext cx="9138219" cy="1584079"/>
          </a:xfrm>
          <a:custGeom>
            <a:avLst/>
            <a:gdLst>
              <a:gd name="connsiteX0" fmla="*/ 29506 w 7335520"/>
              <a:gd name="connsiteY0" fmla="*/ 0 h 1664287"/>
              <a:gd name="connsiteX1" fmla="*/ 42261 w 7335520"/>
              <a:gd name="connsiteY1" fmla="*/ 40489 h 1664287"/>
              <a:gd name="connsiteX2" fmla="*/ 3667760 w 7335520"/>
              <a:gd name="connsiteY2" fmla="*/ 1294649 h 1664287"/>
              <a:gd name="connsiteX3" fmla="*/ 7293259 w 7335520"/>
              <a:gd name="connsiteY3" fmla="*/ 40489 h 1664287"/>
              <a:gd name="connsiteX4" fmla="*/ 7306014 w 7335520"/>
              <a:gd name="connsiteY4" fmla="*/ 0 h 1664287"/>
              <a:gd name="connsiteX5" fmla="*/ 7316584 w 7335520"/>
              <a:gd name="connsiteY5" fmla="*/ 33552 h 1664287"/>
              <a:gd name="connsiteX6" fmla="*/ 7335520 w 7335520"/>
              <a:gd name="connsiteY6" fmla="*/ 184819 h 1664287"/>
              <a:gd name="connsiteX7" fmla="*/ 3667760 w 7335520"/>
              <a:gd name="connsiteY7" fmla="*/ 1664287 h 1664287"/>
              <a:gd name="connsiteX8" fmla="*/ 0 w 7335520"/>
              <a:gd name="connsiteY8" fmla="*/ 184819 h 1664287"/>
              <a:gd name="connsiteX9" fmla="*/ 18936 w 7335520"/>
              <a:gd name="connsiteY9" fmla="*/ 33552 h 1664287"/>
              <a:gd name="connsiteX10" fmla="*/ 29506 w 7335520"/>
              <a:gd name="connsiteY10" fmla="*/ 0 h 1664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35520" h="1664287">
                <a:moveTo>
                  <a:pt x="29506" y="0"/>
                </a:moveTo>
                <a:lnTo>
                  <a:pt x="42261" y="40489"/>
                </a:lnTo>
                <a:cubicBezTo>
                  <a:pt x="311267" y="750644"/>
                  <a:pt x="1832017" y="1294649"/>
                  <a:pt x="3667760" y="1294649"/>
                </a:cubicBezTo>
                <a:cubicBezTo>
                  <a:pt x="5503504" y="1294649"/>
                  <a:pt x="7024253" y="750644"/>
                  <a:pt x="7293259" y="40489"/>
                </a:cubicBezTo>
                <a:lnTo>
                  <a:pt x="7306014" y="0"/>
                </a:lnTo>
                <a:lnTo>
                  <a:pt x="7316584" y="33552"/>
                </a:lnTo>
                <a:cubicBezTo>
                  <a:pt x="7329106" y="83287"/>
                  <a:pt x="7335520" y="133751"/>
                  <a:pt x="7335520" y="184819"/>
                </a:cubicBezTo>
                <a:cubicBezTo>
                  <a:pt x="7335520" y="1001907"/>
                  <a:pt x="5693408" y="1664287"/>
                  <a:pt x="3667760" y="1664287"/>
                </a:cubicBezTo>
                <a:cubicBezTo>
                  <a:pt x="1642112" y="1664287"/>
                  <a:pt x="0" y="1001907"/>
                  <a:pt x="0" y="184819"/>
                </a:cubicBezTo>
                <a:cubicBezTo>
                  <a:pt x="0" y="133751"/>
                  <a:pt x="6415" y="83287"/>
                  <a:pt x="18936" y="33552"/>
                </a:cubicBezTo>
                <a:lnTo>
                  <a:pt x="29506" y="0"/>
                </a:lnTo>
                <a:close/>
              </a:path>
            </a:pathLst>
          </a:custGeom>
          <a:gradFill>
            <a:gsLst>
              <a:gs pos="0">
                <a:schemeClr val="accent2">
                  <a:alpha val="0"/>
                </a:schemeClr>
              </a:gs>
              <a:gs pos="50000">
                <a:schemeClr val="accent2">
                  <a:alpha val="15000"/>
                </a:schemeClr>
              </a:gs>
              <a:gs pos="100000">
                <a:schemeClr val="accent2">
                  <a:alpha val="0"/>
                </a:schemeClr>
              </a:gs>
            </a:gsLst>
            <a:lin ang="0" scaled="0"/>
          </a:gradFill>
          <a:ln w="381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p>
        </p:txBody>
      </p:sp>
      <p:sp>
        <p:nvSpPr>
          <p:cNvPr id="40" name="椭圆 39">
            <a:extLst>
              <a:ext uri="{FF2B5EF4-FFF2-40B4-BE49-F238E27FC236}">
                <a16:creationId xmlns:a16="http://schemas.microsoft.com/office/drawing/2014/main" id="{3C242CBD-6E20-FFEC-AE8B-74DB4E7B1ECA}"/>
              </a:ext>
            </a:extLst>
          </p:cNvPr>
          <p:cNvSpPr/>
          <p:nvPr/>
        </p:nvSpPr>
        <p:spPr>
          <a:xfrm>
            <a:off x="1526890" y="1954936"/>
            <a:ext cx="9138219" cy="2816333"/>
          </a:xfrm>
          <a:prstGeom prst="ellipse">
            <a:avLst/>
          </a:prstGeom>
          <a:noFill/>
          <a:ln w="12700">
            <a:gradFill>
              <a:gsLst>
                <a:gs pos="46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1" name="文本框 40">
            <a:extLst>
              <a:ext uri="{FF2B5EF4-FFF2-40B4-BE49-F238E27FC236}">
                <a16:creationId xmlns:a16="http://schemas.microsoft.com/office/drawing/2014/main" id="{89D16153-F88B-774A-DCE6-8AAEAF733B99}"/>
              </a:ext>
            </a:extLst>
          </p:cNvPr>
          <p:cNvSpPr txBox="1"/>
          <p:nvPr/>
        </p:nvSpPr>
        <p:spPr>
          <a:xfrm>
            <a:off x="5388114" y="4432715"/>
            <a:ext cx="1415772" cy="338554"/>
          </a:xfrm>
          <a:prstGeom prst="rect">
            <a:avLst/>
          </a:prstGeom>
          <a:noFill/>
        </p:spPr>
        <p:txBody>
          <a:bodyPr wrap="none" rtlCol="0">
            <a:spAutoFit/>
          </a:bodyPr>
          <a:lstStyle/>
          <a:p>
            <a:pPr algn="ctr"/>
            <a:r>
              <a:rPr lang="zh-CN" altLang="en-US" sz="1600" b="1" dirty="0">
                <a:solidFill>
                  <a:schemeClr val="bg1"/>
                </a:solidFill>
                <a:latin typeface="+mj-ea"/>
                <a:ea typeface="+mj-ea"/>
              </a:rPr>
              <a:t>大数据技术栈</a:t>
            </a:r>
          </a:p>
        </p:txBody>
      </p:sp>
      <p:sp>
        <p:nvSpPr>
          <p:cNvPr id="42" name="椭圆 41">
            <a:extLst>
              <a:ext uri="{FF2B5EF4-FFF2-40B4-BE49-F238E27FC236}">
                <a16:creationId xmlns:a16="http://schemas.microsoft.com/office/drawing/2014/main" id="{5C468ED8-E786-8D58-D531-E411A03BF717}"/>
              </a:ext>
            </a:extLst>
          </p:cNvPr>
          <p:cNvSpPr/>
          <p:nvPr/>
        </p:nvSpPr>
        <p:spPr>
          <a:xfrm>
            <a:off x="2717800" y="4890935"/>
            <a:ext cx="1355712" cy="360442"/>
          </a:xfrm>
          <a:prstGeom prst="ellipse">
            <a:avLst/>
          </a:prstGeom>
          <a:noFill/>
          <a:ln w="25400">
            <a:gradFill>
              <a:gsLst>
                <a:gs pos="3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43" name="文本框 42">
            <a:extLst>
              <a:ext uri="{FF2B5EF4-FFF2-40B4-BE49-F238E27FC236}">
                <a16:creationId xmlns:a16="http://schemas.microsoft.com/office/drawing/2014/main" id="{CFD51FD5-80ED-BCC6-EC44-376CA93F5386}"/>
              </a:ext>
            </a:extLst>
          </p:cNvPr>
          <p:cNvSpPr txBox="1"/>
          <p:nvPr/>
        </p:nvSpPr>
        <p:spPr>
          <a:xfrm>
            <a:off x="2865777" y="4778189"/>
            <a:ext cx="1059760" cy="307777"/>
          </a:xfrm>
          <a:prstGeom prst="rect">
            <a:avLst/>
          </a:prstGeom>
          <a:noFill/>
        </p:spPr>
        <p:txBody>
          <a:bodyPr wrap="square" rtlCol="0">
            <a:spAutoFit/>
          </a:bodyPr>
          <a:lstStyle/>
          <a:p>
            <a:pPr algn="ctr"/>
            <a:r>
              <a:rPr lang="zh-CN" altLang="en-US" sz="1400" b="1" dirty="0">
                <a:solidFill>
                  <a:schemeClr val="bg1"/>
                </a:solidFill>
                <a:latin typeface="+mj-ea"/>
                <a:ea typeface="+mj-ea"/>
              </a:rPr>
              <a:t>数据处理</a:t>
            </a:r>
          </a:p>
        </p:txBody>
      </p:sp>
      <p:sp>
        <p:nvSpPr>
          <p:cNvPr id="44" name="椭圆 43">
            <a:extLst>
              <a:ext uri="{FF2B5EF4-FFF2-40B4-BE49-F238E27FC236}">
                <a16:creationId xmlns:a16="http://schemas.microsoft.com/office/drawing/2014/main" id="{E3DA1686-A993-3389-0A98-D16C7892C78E}"/>
              </a:ext>
            </a:extLst>
          </p:cNvPr>
          <p:cNvSpPr/>
          <p:nvPr/>
        </p:nvSpPr>
        <p:spPr>
          <a:xfrm>
            <a:off x="5418145" y="5203733"/>
            <a:ext cx="1355712" cy="360442"/>
          </a:xfrm>
          <a:prstGeom prst="ellipse">
            <a:avLst/>
          </a:prstGeom>
          <a:noFill/>
          <a:ln w="25400">
            <a:gradFill>
              <a:gsLst>
                <a:gs pos="3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45" name="文本框 44">
            <a:extLst>
              <a:ext uri="{FF2B5EF4-FFF2-40B4-BE49-F238E27FC236}">
                <a16:creationId xmlns:a16="http://schemas.microsoft.com/office/drawing/2014/main" id="{DB0668A1-A3A9-5FC0-175E-ECCAA14351C3}"/>
              </a:ext>
            </a:extLst>
          </p:cNvPr>
          <p:cNvSpPr txBox="1"/>
          <p:nvPr/>
        </p:nvSpPr>
        <p:spPr>
          <a:xfrm>
            <a:off x="5566119" y="5090987"/>
            <a:ext cx="1059760" cy="307777"/>
          </a:xfrm>
          <a:prstGeom prst="rect">
            <a:avLst/>
          </a:prstGeom>
          <a:noFill/>
        </p:spPr>
        <p:txBody>
          <a:bodyPr wrap="square" rtlCol="0">
            <a:spAutoFit/>
          </a:bodyPr>
          <a:lstStyle/>
          <a:p>
            <a:pPr algn="ctr"/>
            <a:r>
              <a:rPr lang="zh-CN" altLang="en-US" sz="1400" b="1" dirty="0">
                <a:solidFill>
                  <a:schemeClr val="bg1"/>
                </a:solidFill>
                <a:latin typeface="+mj-ea"/>
                <a:ea typeface="+mj-ea"/>
              </a:rPr>
              <a:t>智能分析</a:t>
            </a:r>
          </a:p>
        </p:txBody>
      </p:sp>
      <p:sp>
        <p:nvSpPr>
          <p:cNvPr id="46" name="椭圆 45">
            <a:extLst>
              <a:ext uri="{FF2B5EF4-FFF2-40B4-BE49-F238E27FC236}">
                <a16:creationId xmlns:a16="http://schemas.microsoft.com/office/drawing/2014/main" id="{AADDA0D5-5848-6150-FA5A-7C49FB83DCE0}"/>
              </a:ext>
            </a:extLst>
          </p:cNvPr>
          <p:cNvSpPr/>
          <p:nvPr/>
        </p:nvSpPr>
        <p:spPr>
          <a:xfrm>
            <a:off x="8118488" y="4890935"/>
            <a:ext cx="1355712" cy="360442"/>
          </a:xfrm>
          <a:prstGeom prst="ellipse">
            <a:avLst/>
          </a:prstGeom>
          <a:noFill/>
          <a:ln w="25400">
            <a:gradFill>
              <a:gsLst>
                <a:gs pos="3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47" name="文本框 46">
            <a:extLst>
              <a:ext uri="{FF2B5EF4-FFF2-40B4-BE49-F238E27FC236}">
                <a16:creationId xmlns:a16="http://schemas.microsoft.com/office/drawing/2014/main" id="{20CD86AC-3246-C1EE-413E-8734613BAAB1}"/>
              </a:ext>
            </a:extLst>
          </p:cNvPr>
          <p:cNvSpPr txBox="1"/>
          <p:nvPr/>
        </p:nvSpPr>
        <p:spPr>
          <a:xfrm>
            <a:off x="8266464" y="4778189"/>
            <a:ext cx="1059760" cy="307777"/>
          </a:xfrm>
          <a:prstGeom prst="rect">
            <a:avLst/>
          </a:prstGeom>
          <a:noFill/>
        </p:spPr>
        <p:txBody>
          <a:bodyPr wrap="square" rtlCol="0">
            <a:spAutoFit/>
          </a:bodyPr>
          <a:lstStyle/>
          <a:p>
            <a:pPr algn="ctr"/>
            <a:r>
              <a:rPr lang="zh-CN" altLang="en-US" sz="1400" b="1">
                <a:solidFill>
                  <a:schemeClr val="bg1"/>
                </a:solidFill>
                <a:latin typeface="+mj-ea"/>
                <a:ea typeface="+mj-ea"/>
              </a:rPr>
              <a:t>云端服务</a:t>
            </a:r>
            <a:endParaRPr lang="zh-CN" altLang="en-US" sz="1400" b="1" dirty="0">
              <a:solidFill>
                <a:schemeClr val="bg1"/>
              </a:solidFill>
              <a:latin typeface="+mj-ea"/>
              <a:ea typeface="+mj-ea"/>
            </a:endParaRPr>
          </a:p>
        </p:txBody>
      </p:sp>
      <p:sp>
        <p:nvSpPr>
          <p:cNvPr id="48" name="文本框 47">
            <a:extLst>
              <a:ext uri="{FF2B5EF4-FFF2-40B4-BE49-F238E27FC236}">
                <a16:creationId xmlns:a16="http://schemas.microsoft.com/office/drawing/2014/main" id="{E0598A42-EEAF-6BB2-5491-5A00971FDC8E}"/>
              </a:ext>
            </a:extLst>
          </p:cNvPr>
          <p:cNvSpPr txBox="1"/>
          <p:nvPr/>
        </p:nvSpPr>
        <p:spPr>
          <a:xfrm>
            <a:off x="5490705" y="5947732"/>
            <a:ext cx="1210588" cy="338554"/>
          </a:xfrm>
          <a:prstGeom prst="rect">
            <a:avLst/>
          </a:prstGeom>
          <a:noFill/>
        </p:spPr>
        <p:txBody>
          <a:bodyPr wrap="none" rtlCol="0">
            <a:spAutoFit/>
          </a:bodyPr>
          <a:lstStyle/>
          <a:p>
            <a:pPr algn="ctr"/>
            <a:r>
              <a:rPr lang="zh-CN" altLang="en-US" sz="1600" b="1" dirty="0">
                <a:solidFill>
                  <a:schemeClr val="bg1"/>
                </a:solidFill>
                <a:latin typeface="+mj-ea"/>
                <a:ea typeface="+mj-ea"/>
              </a:rPr>
              <a:t>智能云平台</a:t>
            </a:r>
          </a:p>
        </p:txBody>
      </p:sp>
      <p:sp>
        <p:nvSpPr>
          <p:cNvPr id="49" name="椭圆 48">
            <a:extLst>
              <a:ext uri="{FF2B5EF4-FFF2-40B4-BE49-F238E27FC236}">
                <a16:creationId xmlns:a16="http://schemas.microsoft.com/office/drawing/2014/main" id="{1B135687-004F-ABB3-97E6-3B53540AE31C}"/>
              </a:ext>
            </a:extLst>
          </p:cNvPr>
          <p:cNvSpPr/>
          <p:nvPr/>
        </p:nvSpPr>
        <p:spPr>
          <a:xfrm>
            <a:off x="819150" y="2409166"/>
            <a:ext cx="10553700" cy="3404260"/>
          </a:xfrm>
          <a:prstGeom prst="ellipse">
            <a:avLst/>
          </a:prstGeom>
          <a:noFill/>
          <a:ln w="38100">
            <a:gradFill>
              <a:gsLst>
                <a:gs pos="2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50" name="椭圆 49">
            <a:extLst>
              <a:ext uri="{FF2B5EF4-FFF2-40B4-BE49-F238E27FC236}">
                <a16:creationId xmlns:a16="http://schemas.microsoft.com/office/drawing/2014/main" id="{D0E11F63-DACE-38D6-6C39-FB52CC5873BD}"/>
              </a:ext>
            </a:extLst>
          </p:cNvPr>
          <p:cNvSpPr/>
          <p:nvPr/>
        </p:nvSpPr>
        <p:spPr>
          <a:xfrm>
            <a:off x="1526890" y="1609462"/>
            <a:ext cx="9138219" cy="2816333"/>
          </a:xfrm>
          <a:prstGeom prst="ellipse">
            <a:avLst/>
          </a:prstGeom>
          <a:noFill/>
          <a:ln w="31750">
            <a:gradFill>
              <a:gsLst>
                <a:gs pos="19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51" name="椭圆 50">
            <a:extLst>
              <a:ext uri="{FF2B5EF4-FFF2-40B4-BE49-F238E27FC236}">
                <a16:creationId xmlns:a16="http://schemas.microsoft.com/office/drawing/2014/main" id="{686DE13D-EFE2-F550-5CF3-56AA6F676ABF}"/>
              </a:ext>
            </a:extLst>
          </p:cNvPr>
          <p:cNvSpPr/>
          <p:nvPr/>
        </p:nvSpPr>
        <p:spPr>
          <a:xfrm>
            <a:off x="2826756" y="951250"/>
            <a:ext cx="6538488" cy="2058650"/>
          </a:xfrm>
          <a:prstGeom prst="ellipse">
            <a:avLst/>
          </a:prstGeom>
          <a:noFill/>
          <a:ln w="317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Tree>
    <p:extLst>
      <p:ext uri="{BB962C8B-B14F-4D97-AF65-F5344CB8AC3E}">
        <p14:creationId xmlns:p14="http://schemas.microsoft.com/office/powerpoint/2010/main" val="591568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grpSp>
        <p:nvGrpSpPr>
          <p:cNvPr id="30" name="组合 29">
            <a:extLst>
              <a:ext uri="{FF2B5EF4-FFF2-40B4-BE49-F238E27FC236}">
                <a16:creationId xmlns:a16="http://schemas.microsoft.com/office/drawing/2014/main" id="{ACACC06E-E83D-737A-9460-405577529B6C}"/>
              </a:ext>
            </a:extLst>
          </p:cNvPr>
          <p:cNvGrpSpPr/>
          <p:nvPr/>
        </p:nvGrpSpPr>
        <p:grpSpPr>
          <a:xfrm>
            <a:off x="739197" y="1651698"/>
            <a:ext cx="2941692" cy="2191706"/>
            <a:chOff x="995769" y="1521367"/>
            <a:chExt cx="2855177" cy="2127249"/>
          </a:xfrm>
          <a:scene3d>
            <a:camera prst="perspectiveRight"/>
            <a:lightRig rig="threePt" dir="t"/>
          </a:scene3d>
        </p:grpSpPr>
        <p:sp>
          <p:nvSpPr>
            <p:cNvPr id="52" name="矩形: 圆角 51">
              <a:extLst>
                <a:ext uri="{FF2B5EF4-FFF2-40B4-BE49-F238E27FC236}">
                  <a16:creationId xmlns:a16="http://schemas.microsoft.com/office/drawing/2014/main" id="{CB8E9BF7-BB59-A283-19F1-7F10074FC8CF}"/>
                </a:ext>
              </a:extLst>
            </p:cNvPr>
            <p:cNvSpPr/>
            <p:nvPr/>
          </p:nvSpPr>
          <p:spPr>
            <a:xfrm>
              <a:off x="995769" y="1521367"/>
              <a:ext cx="2855177" cy="2127249"/>
            </a:xfrm>
            <a:prstGeom prst="roundRect">
              <a:avLst>
                <a:gd name="adj" fmla="val 3972"/>
              </a:avLst>
            </a:prstGeom>
            <a:solidFill>
              <a:schemeClr val="accent1">
                <a:alpha val="30000"/>
              </a:schemeClr>
            </a:solidFill>
            <a:ln>
              <a:noFill/>
            </a:ln>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3" name="组合 52">
              <a:extLst>
                <a:ext uri="{FF2B5EF4-FFF2-40B4-BE49-F238E27FC236}">
                  <a16:creationId xmlns:a16="http://schemas.microsoft.com/office/drawing/2014/main" id="{64E2B9C5-B26F-79C2-D609-8A1447BD14CA}"/>
                </a:ext>
              </a:extLst>
            </p:cNvPr>
            <p:cNvGrpSpPr/>
            <p:nvPr/>
          </p:nvGrpSpPr>
          <p:grpSpPr>
            <a:xfrm>
              <a:off x="1065056" y="1521367"/>
              <a:ext cx="2716603" cy="2127249"/>
              <a:chOff x="285497" y="1867599"/>
              <a:chExt cx="2716603" cy="2127249"/>
            </a:xfrm>
          </p:grpSpPr>
          <p:sp>
            <p:nvSpPr>
              <p:cNvPr id="54" name="矩形: 圆角 53">
                <a:extLst>
                  <a:ext uri="{FF2B5EF4-FFF2-40B4-BE49-F238E27FC236}">
                    <a16:creationId xmlns:a16="http://schemas.microsoft.com/office/drawing/2014/main" id="{4F5378BE-3905-C240-3522-D5E501B1CE27}"/>
                  </a:ext>
                </a:extLst>
              </p:cNvPr>
              <p:cNvSpPr/>
              <p:nvPr/>
            </p:nvSpPr>
            <p:spPr>
              <a:xfrm>
                <a:off x="285497" y="1867599"/>
                <a:ext cx="2716603" cy="2127249"/>
              </a:xfrm>
              <a:prstGeom prst="roundRect">
                <a:avLst>
                  <a:gd name="adj" fmla="val 3972"/>
                </a:avLst>
              </a:prstGeom>
              <a:gradFill>
                <a:gsLst>
                  <a:gs pos="100000">
                    <a:schemeClr val="accent1">
                      <a:alpha val="0"/>
                    </a:schemeClr>
                  </a:gs>
                  <a:gs pos="0">
                    <a:schemeClr val="accent1"/>
                  </a:gs>
                </a:gsLst>
                <a:lin ang="5400000" scaled="0"/>
              </a:gradFill>
              <a:ln>
                <a:noFill/>
              </a:ln>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矩形: 圆角 54">
                <a:extLst>
                  <a:ext uri="{FF2B5EF4-FFF2-40B4-BE49-F238E27FC236}">
                    <a16:creationId xmlns:a16="http://schemas.microsoft.com/office/drawing/2014/main" id="{1B75E7E2-B729-5D06-750F-B7AF56EDD0DA}"/>
                  </a:ext>
                </a:extLst>
              </p:cNvPr>
              <p:cNvSpPr/>
              <p:nvPr/>
            </p:nvSpPr>
            <p:spPr>
              <a:xfrm>
                <a:off x="385312" y="2255962"/>
                <a:ext cx="2516972" cy="1643579"/>
              </a:xfrm>
              <a:prstGeom prst="roundRect">
                <a:avLst>
                  <a:gd name="adj" fmla="val 4137"/>
                </a:avLst>
              </a:prstGeom>
              <a:solidFill>
                <a:schemeClr val="tx2"/>
              </a:solidFill>
              <a:ln>
                <a:noFill/>
              </a:ln>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D8E688A3-4596-08F8-EE48-FE4F4FF26E91}"/>
                  </a:ext>
                </a:extLst>
              </p:cNvPr>
              <p:cNvSpPr txBox="1"/>
              <p:nvPr/>
            </p:nvSpPr>
            <p:spPr>
              <a:xfrm>
                <a:off x="412742" y="1920251"/>
                <a:ext cx="2462113" cy="338554"/>
              </a:xfrm>
              <a:prstGeom prst="rect">
                <a:avLst/>
              </a:prstGeom>
              <a:noFill/>
              <a:sp3d prstMaterial="matte"/>
            </p:spPr>
            <p:txBody>
              <a:bodyPr wrap="square" rtlCol="0">
                <a:spAutoFit/>
              </a:bodyPr>
              <a:lstStyle/>
              <a:p>
                <a:pPr algn="ctr"/>
                <a:r>
                  <a:rPr lang="zh-CN" altLang="en-US" sz="1600" b="1" dirty="0">
                    <a:latin typeface="+mj-ea"/>
                    <a:ea typeface="+mj-ea"/>
                  </a:rPr>
                  <a:t>更符合消费习惯的场景</a:t>
                </a:r>
              </a:p>
            </p:txBody>
          </p:sp>
          <p:grpSp>
            <p:nvGrpSpPr>
              <p:cNvPr id="57" name="组合 56">
                <a:extLst>
                  <a:ext uri="{FF2B5EF4-FFF2-40B4-BE49-F238E27FC236}">
                    <a16:creationId xmlns:a16="http://schemas.microsoft.com/office/drawing/2014/main" id="{3395AFAA-FFF9-E2F6-57AB-CB7D71069E90}"/>
                  </a:ext>
                </a:extLst>
              </p:cNvPr>
              <p:cNvGrpSpPr/>
              <p:nvPr/>
            </p:nvGrpSpPr>
            <p:grpSpPr>
              <a:xfrm>
                <a:off x="351974" y="2283626"/>
                <a:ext cx="2555051" cy="1521676"/>
                <a:chOff x="-146978" y="1510429"/>
                <a:chExt cx="7154465" cy="4260883"/>
              </a:xfrm>
            </p:grpSpPr>
            <p:sp>
              <p:nvSpPr>
                <p:cNvPr id="58" name="椭圆 57">
                  <a:extLst>
                    <a:ext uri="{FF2B5EF4-FFF2-40B4-BE49-F238E27FC236}">
                      <a16:creationId xmlns:a16="http://schemas.microsoft.com/office/drawing/2014/main" id="{51FC2219-E2F7-4A67-598C-44C90312EBA7}"/>
                    </a:ext>
                  </a:extLst>
                </p:cNvPr>
                <p:cNvSpPr/>
                <p:nvPr/>
              </p:nvSpPr>
              <p:spPr>
                <a:xfrm rot="10800000">
                  <a:off x="1078690" y="3010740"/>
                  <a:ext cx="2015499" cy="2015499"/>
                </a:xfrm>
                <a:prstGeom prst="ellipse">
                  <a:avLst/>
                </a:prstGeom>
                <a:noFill/>
                <a:ln w="12700" cap="rnd">
                  <a:gradFill>
                    <a:gsLst>
                      <a:gs pos="0">
                        <a:schemeClr val="accent1"/>
                      </a:gs>
                      <a:gs pos="53000">
                        <a:schemeClr val="accent1">
                          <a:alpha val="0"/>
                        </a:schemeClr>
                      </a:gs>
                    </a:gsLst>
                    <a:lin ang="5400000" scaled="1"/>
                  </a:gradFill>
                  <a:prstDash val="solid"/>
                  <a:round/>
                </a:ln>
                <a:effectLst>
                  <a:outerShdw blurRad="635000" dist="50800" dir="5400000" algn="ctr" rotWithShape="0">
                    <a:schemeClr val="accent1">
                      <a:alpha val="20000"/>
                    </a:schemeClr>
                  </a:outerShdw>
                </a:effectLst>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38421" tIns="119211" rIns="238421" bIns="119211" numCol="1" spcCol="0" rtlCol="0" fromWordArt="0" anchor="ctr" anchorCtr="0" forceAA="0" compatLnSpc="1">
                  <a:normAutofit/>
                </a:bodyPr>
                <a:lstStyle/>
                <a:p>
                  <a:pPr algn="ctr" defTabSz="2382551"/>
                  <a:endParaRPr lang="zh-CN" altLang="en-US" sz="800" b="1" dirty="0">
                    <a:solidFill>
                      <a:schemeClr val="accent1"/>
                    </a:solidFill>
                    <a:latin typeface="微软雅黑" panose="020B0503020204020204" pitchFamily="34" charset="-122"/>
                    <a:ea typeface="微软雅黑" panose="020B0503020204020204" pitchFamily="34" charset="-122"/>
                  </a:endParaRPr>
                </a:p>
              </p:txBody>
            </p:sp>
            <p:sp>
              <p:nvSpPr>
                <p:cNvPr id="59" name="弧形 58">
                  <a:extLst>
                    <a:ext uri="{FF2B5EF4-FFF2-40B4-BE49-F238E27FC236}">
                      <a16:creationId xmlns:a16="http://schemas.microsoft.com/office/drawing/2014/main" id="{CBF0A595-9787-FE05-7BA6-2C30A00282A7}"/>
                    </a:ext>
                  </a:extLst>
                </p:cNvPr>
                <p:cNvSpPr/>
                <p:nvPr/>
              </p:nvSpPr>
              <p:spPr>
                <a:xfrm rot="10194190">
                  <a:off x="848197" y="2795599"/>
                  <a:ext cx="2488154" cy="2488154"/>
                </a:xfrm>
                <a:prstGeom prst="arc">
                  <a:avLst>
                    <a:gd name="adj1" fmla="val 16050563"/>
                    <a:gd name="adj2" fmla="val 14857220"/>
                  </a:avLst>
                </a:prstGeom>
                <a:noFill/>
                <a:ln w="9525">
                  <a:gradFill>
                    <a:gsLst>
                      <a:gs pos="0">
                        <a:schemeClr val="accent1"/>
                      </a:gs>
                      <a:gs pos="100000">
                        <a:schemeClr val="accent1">
                          <a:alpha val="0"/>
                        </a:schemeClr>
                      </a:gs>
                    </a:gsLst>
                    <a:lin ang="5400000" scaled="1"/>
                  </a:gradFill>
                  <a:prstDash val="sysDot"/>
                </a:ln>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4193" tIns="12097" rIns="24193" bIns="12097" numCol="1" spcCol="0" rtlCol="0" fromWordArt="0" anchor="ctr" anchorCtr="0" forceAA="0" compatLnSpc="1">
                  <a:prstTxWarp prst="textNoShape">
                    <a:avLst/>
                  </a:prstTxWarp>
                  <a:noAutofit/>
                </a:bodyPr>
                <a:lstStyle/>
                <a:p>
                  <a:pPr algn="ctr"/>
                  <a:endParaRPr lang="zh-CN" altLang="en-US" sz="100" dirty="0">
                    <a:solidFill>
                      <a:schemeClr val="accent1"/>
                    </a:solidFill>
                    <a:latin typeface="微软雅黑" panose="020B0503020204020204" pitchFamily="34" charset="-122"/>
                    <a:ea typeface="微软雅黑" panose="020B0503020204020204" pitchFamily="34" charset="-122"/>
                  </a:endParaRPr>
                </a:p>
              </p:txBody>
            </p:sp>
            <p:sp>
              <p:nvSpPr>
                <p:cNvPr id="60" name="椭圆 59">
                  <a:extLst>
                    <a:ext uri="{FF2B5EF4-FFF2-40B4-BE49-F238E27FC236}">
                      <a16:creationId xmlns:a16="http://schemas.microsoft.com/office/drawing/2014/main" id="{93BFE24B-4DCF-3631-BB0E-A506839982A5}"/>
                    </a:ext>
                  </a:extLst>
                </p:cNvPr>
                <p:cNvSpPr/>
                <p:nvPr/>
              </p:nvSpPr>
              <p:spPr>
                <a:xfrm>
                  <a:off x="1528301" y="3517929"/>
                  <a:ext cx="1125131" cy="1125131"/>
                </a:xfrm>
                <a:prstGeom prst="ellipse">
                  <a:avLst/>
                </a:prstGeom>
                <a:solidFill>
                  <a:schemeClr val="accent1"/>
                </a:solidFill>
                <a:ln w="12700" cap="flat" cmpd="sng" algn="ctr">
                  <a:noFill/>
                  <a:prstDash val="solid"/>
                  <a:miter lim="800000"/>
                </a:ln>
                <a:effectLst>
                  <a:outerShdw blurRad="635000" dist="635000" dir="5400000" algn="t" rotWithShape="0">
                    <a:schemeClr val="accent1">
                      <a:lumMod val="75000"/>
                      <a:alpha val="15000"/>
                    </a:schemeClr>
                  </a:outerShdw>
                </a:effectLst>
                <a:sp3d prstMaterial="matte"/>
              </p:spPr>
              <p:txBody>
                <a:bodyPr rtlCol="0" anchor="ctr"/>
                <a:lstStyle/>
                <a:p>
                  <a:pPr algn="ctr"/>
                  <a:endParaRPr lang="zh-CN" altLang="en-US" sz="900" kern="0" dirty="0">
                    <a:solidFill>
                      <a:srgbClr val="FFFFFF"/>
                    </a:solidFill>
                    <a:latin typeface="微软雅黑" panose="020B0503020204020204" pitchFamily="34" charset="-122"/>
                    <a:ea typeface="微软雅黑" panose="020B0503020204020204" pitchFamily="34" charset="-122"/>
                  </a:endParaRPr>
                </a:p>
              </p:txBody>
            </p:sp>
            <p:sp>
              <p:nvSpPr>
                <p:cNvPr id="61" name="文本框 60">
                  <a:extLst>
                    <a:ext uri="{FF2B5EF4-FFF2-40B4-BE49-F238E27FC236}">
                      <a16:creationId xmlns:a16="http://schemas.microsoft.com/office/drawing/2014/main" id="{718F4F4F-94E4-3AC8-FC90-8153C9E2AF8D}"/>
                    </a:ext>
                  </a:extLst>
                </p:cNvPr>
                <p:cNvSpPr txBox="1"/>
                <p:nvPr/>
              </p:nvSpPr>
              <p:spPr>
                <a:xfrm>
                  <a:off x="1582834" y="3650223"/>
                  <a:ext cx="1016062" cy="861814"/>
                </a:xfrm>
                <a:prstGeom prst="rect">
                  <a:avLst/>
                </a:prstGeom>
                <a:noFill/>
                <a:sp3d prstMaterial="matte"/>
              </p:spPr>
              <p:txBody>
                <a:bodyPr wrap="square" rtlCol="0" anchor="ctr"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zh-CN" altLang="en-US" sz="700" b="1" dirty="0">
                      <a:latin typeface="微软雅黑" panose="020B0503020204020204" pitchFamily="34" charset="-122"/>
                      <a:ea typeface="微软雅黑" panose="020B0503020204020204" pitchFamily="34" charset="-122"/>
                    </a:rPr>
                    <a:t>产品</a:t>
                  </a:r>
                  <a:endParaRPr lang="en-US" altLang="zh-CN" sz="700" b="1" dirty="0">
                    <a:latin typeface="微软雅黑" panose="020B0503020204020204" pitchFamily="34" charset="-122"/>
                    <a:ea typeface="微软雅黑" panose="020B0503020204020204" pitchFamily="34" charset="-122"/>
                  </a:endParaRPr>
                </a:p>
                <a:p>
                  <a:pPr algn="ctr"/>
                  <a:r>
                    <a:rPr lang="zh-CN" altLang="en-US" sz="700" b="1" dirty="0">
                      <a:latin typeface="微软雅黑" panose="020B0503020204020204" pitchFamily="34" charset="-122"/>
                      <a:ea typeface="微软雅黑" panose="020B0503020204020204" pitchFamily="34" charset="-122"/>
                    </a:rPr>
                    <a:t>赋能</a:t>
                  </a:r>
                  <a:endParaRPr lang="en-US" altLang="zh-CN" sz="700" b="1" dirty="0">
                    <a:latin typeface="微软雅黑" panose="020B0503020204020204" pitchFamily="34" charset="-122"/>
                    <a:ea typeface="微软雅黑" panose="020B0503020204020204" pitchFamily="34" charset="-122"/>
                  </a:endParaRPr>
                </a:p>
              </p:txBody>
            </p:sp>
            <p:sp>
              <p:nvSpPr>
                <p:cNvPr id="62" name="椭圆 61">
                  <a:extLst>
                    <a:ext uri="{FF2B5EF4-FFF2-40B4-BE49-F238E27FC236}">
                      <a16:creationId xmlns:a16="http://schemas.microsoft.com/office/drawing/2014/main" id="{2EB3DA9C-BE1F-4814-8734-050687202671}"/>
                    </a:ext>
                  </a:extLst>
                </p:cNvPr>
                <p:cNvSpPr/>
                <p:nvPr/>
              </p:nvSpPr>
              <p:spPr>
                <a:xfrm>
                  <a:off x="1149207" y="4453898"/>
                  <a:ext cx="102860" cy="102860"/>
                </a:xfrm>
                <a:prstGeom prst="ellipse">
                  <a:avLst/>
                </a:prstGeom>
                <a:solidFill>
                  <a:schemeClr val="tx2"/>
                </a:solidFill>
                <a:ln>
                  <a:solidFill>
                    <a:schemeClr val="accent1"/>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微软雅黑" panose="020B0503020204020204" pitchFamily="34" charset="-122"/>
                    <a:ea typeface="微软雅黑" panose="020B0503020204020204" pitchFamily="34" charset="-122"/>
                  </a:endParaRPr>
                </a:p>
              </p:txBody>
            </p:sp>
            <p:sp>
              <p:nvSpPr>
                <p:cNvPr id="63" name="椭圆 62">
                  <a:extLst>
                    <a:ext uri="{FF2B5EF4-FFF2-40B4-BE49-F238E27FC236}">
                      <a16:creationId xmlns:a16="http://schemas.microsoft.com/office/drawing/2014/main" id="{18D4AD12-B55C-8FC5-42BF-FD32F3DC68D8}"/>
                    </a:ext>
                  </a:extLst>
                </p:cNvPr>
                <p:cNvSpPr/>
                <p:nvPr/>
              </p:nvSpPr>
              <p:spPr>
                <a:xfrm>
                  <a:off x="2040844" y="4974809"/>
                  <a:ext cx="102860" cy="102860"/>
                </a:xfrm>
                <a:prstGeom prst="ellipse">
                  <a:avLst/>
                </a:prstGeom>
                <a:solidFill>
                  <a:schemeClr val="tx2"/>
                </a:solidFill>
                <a:ln>
                  <a:solidFill>
                    <a:schemeClr val="accent1"/>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微软雅黑" panose="020B0503020204020204" pitchFamily="34" charset="-122"/>
                    <a:ea typeface="微软雅黑" panose="020B0503020204020204" pitchFamily="34" charset="-122"/>
                  </a:endParaRPr>
                </a:p>
              </p:txBody>
            </p:sp>
            <p:sp>
              <p:nvSpPr>
                <p:cNvPr id="64" name="椭圆 63">
                  <a:extLst>
                    <a:ext uri="{FF2B5EF4-FFF2-40B4-BE49-F238E27FC236}">
                      <a16:creationId xmlns:a16="http://schemas.microsoft.com/office/drawing/2014/main" id="{9AA2D245-D1CA-6F72-6CDC-8280DD0BFE45}"/>
                    </a:ext>
                  </a:extLst>
                </p:cNvPr>
                <p:cNvSpPr/>
                <p:nvPr/>
              </p:nvSpPr>
              <p:spPr>
                <a:xfrm>
                  <a:off x="2915700" y="4453898"/>
                  <a:ext cx="102860" cy="102860"/>
                </a:xfrm>
                <a:prstGeom prst="ellipse">
                  <a:avLst/>
                </a:prstGeom>
                <a:solidFill>
                  <a:schemeClr val="tx2"/>
                </a:solidFill>
                <a:ln>
                  <a:solidFill>
                    <a:schemeClr val="accent1"/>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微软雅黑" panose="020B0503020204020204" pitchFamily="34" charset="-122"/>
                    <a:ea typeface="微软雅黑" panose="020B0503020204020204" pitchFamily="34" charset="-122"/>
                  </a:endParaRPr>
                </a:p>
              </p:txBody>
            </p:sp>
            <p:sp>
              <p:nvSpPr>
                <p:cNvPr id="65" name="文本框 64">
                  <a:extLst>
                    <a:ext uri="{FF2B5EF4-FFF2-40B4-BE49-F238E27FC236}">
                      <a16:creationId xmlns:a16="http://schemas.microsoft.com/office/drawing/2014/main" id="{BB46F20B-F8F8-1693-11C6-255456F190B1}"/>
                    </a:ext>
                  </a:extLst>
                </p:cNvPr>
                <p:cNvSpPr txBox="1"/>
                <p:nvPr/>
              </p:nvSpPr>
              <p:spPr>
                <a:xfrm>
                  <a:off x="-146978" y="4556167"/>
                  <a:ext cx="1904730" cy="542404"/>
                </a:xfrm>
                <a:prstGeom prst="rect">
                  <a:avLst/>
                </a:prstGeom>
                <a:noFill/>
                <a:sp3d prstMaterial="matte"/>
              </p:spPr>
              <p:txBody>
                <a:bodyPr wrap="square">
                  <a:spAutoFit/>
                </a:bodyPr>
                <a:lstStyle/>
                <a:p>
                  <a:pPr algn="ctr">
                    <a:lnSpc>
                      <a:spcPct val="120000"/>
                    </a:lnSpc>
                  </a:pPr>
                  <a:r>
                    <a:rPr lang="zh-CN" altLang="en-US" sz="600" dirty="0">
                      <a:solidFill>
                        <a:schemeClr val="bg1"/>
                      </a:solidFill>
                      <a:latin typeface="微软雅黑" panose="020B0503020204020204" pitchFamily="34" charset="-122"/>
                      <a:ea typeface="微软雅黑" panose="020B0503020204020204" pitchFamily="34" charset="-122"/>
                    </a:rPr>
                    <a:t>品牌效应</a:t>
                  </a:r>
                  <a:endParaRPr lang="en-US" altLang="zh-CN" sz="600" dirty="0">
                    <a:solidFill>
                      <a:schemeClr val="bg1"/>
                    </a:solidFill>
                    <a:latin typeface="微软雅黑" panose="020B0503020204020204" pitchFamily="34" charset="-122"/>
                    <a:ea typeface="微软雅黑" panose="020B0503020204020204" pitchFamily="34" charset="-122"/>
                  </a:endParaRPr>
                </a:p>
              </p:txBody>
            </p:sp>
            <p:sp>
              <p:nvSpPr>
                <p:cNvPr id="66" name="文本框 65">
                  <a:extLst>
                    <a:ext uri="{FF2B5EF4-FFF2-40B4-BE49-F238E27FC236}">
                      <a16:creationId xmlns:a16="http://schemas.microsoft.com/office/drawing/2014/main" id="{6FEB8AE5-6767-7838-87FE-F36A03AE89DE}"/>
                    </a:ext>
                  </a:extLst>
                </p:cNvPr>
                <p:cNvSpPr txBox="1"/>
                <p:nvPr/>
              </p:nvSpPr>
              <p:spPr>
                <a:xfrm>
                  <a:off x="1134077" y="5228908"/>
                  <a:ext cx="1904730" cy="542404"/>
                </a:xfrm>
                <a:prstGeom prst="rect">
                  <a:avLst/>
                </a:prstGeom>
                <a:noFill/>
                <a:sp3d prstMaterial="matte"/>
              </p:spPr>
              <p:txBody>
                <a:bodyPr wrap="square">
                  <a:spAutoFit/>
                </a:bodyPr>
                <a:lstStyle/>
                <a:p>
                  <a:pPr algn="ctr">
                    <a:lnSpc>
                      <a:spcPct val="120000"/>
                    </a:lnSpc>
                  </a:pPr>
                  <a:r>
                    <a:rPr lang="zh-CN" altLang="en-US" sz="600" dirty="0">
                      <a:solidFill>
                        <a:schemeClr val="bg1"/>
                      </a:solidFill>
                      <a:latin typeface="微软雅黑" panose="020B0503020204020204" pitchFamily="34" charset="-122"/>
                      <a:ea typeface="微软雅黑" panose="020B0503020204020204" pitchFamily="34" charset="-122"/>
                    </a:rPr>
                    <a:t>品牌效应</a:t>
                  </a:r>
                  <a:endParaRPr lang="en-US" altLang="zh-CN" sz="600" dirty="0">
                    <a:solidFill>
                      <a:schemeClr val="bg1"/>
                    </a:solidFill>
                    <a:latin typeface="微软雅黑" panose="020B0503020204020204" pitchFamily="34" charset="-122"/>
                    <a:ea typeface="微软雅黑" panose="020B0503020204020204" pitchFamily="34" charset="-122"/>
                  </a:endParaRPr>
                </a:p>
              </p:txBody>
            </p:sp>
            <p:sp>
              <p:nvSpPr>
                <p:cNvPr id="67" name="文本框 66">
                  <a:extLst>
                    <a:ext uri="{FF2B5EF4-FFF2-40B4-BE49-F238E27FC236}">
                      <a16:creationId xmlns:a16="http://schemas.microsoft.com/office/drawing/2014/main" id="{13F35234-3A4E-98B3-4947-53FC5B67D84E}"/>
                    </a:ext>
                  </a:extLst>
                </p:cNvPr>
                <p:cNvSpPr txBox="1"/>
                <p:nvPr/>
              </p:nvSpPr>
              <p:spPr>
                <a:xfrm>
                  <a:off x="2484006" y="4556167"/>
                  <a:ext cx="1904730" cy="542404"/>
                </a:xfrm>
                <a:prstGeom prst="rect">
                  <a:avLst/>
                </a:prstGeom>
                <a:noFill/>
                <a:sp3d prstMaterial="matte"/>
              </p:spPr>
              <p:txBody>
                <a:bodyPr wrap="square">
                  <a:spAutoFit/>
                </a:bodyPr>
                <a:lstStyle/>
                <a:p>
                  <a:pPr algn="ctr">
                    <a:lnSpc>
                      <a:spcPct val="120000"/>
                    </a:lnSpc>
                  </a:pPr>
                  <a:r>
                    <a:rPr lang="zh-CN" altLang="en-US" sz="600" dirty="0">
                      <a:solidFill>
                        <a:schemeClr val="bg1"/>
                      </a:solidFill>
                      <a:latin typeface="微软雅黑" panose="020B0503020204020204" pitchFamily="34" charset="-122"/>
                      <a:ea typeface="微软雅黑" panose="020B0503020204020204" pitchFamily="34" charset="-122"/>
                    </a:rPr>
                    <a:t>品牌效应</a:t>
                  </a:r>
                  <a:endParaRPr lang="en-US" altLang="zh-CN" sz="600" dirty="0">
                    <a:solidFill>
                      <a:schemeClr val="bg1"/>
                    </a:solidFill>
                    <a:latin typeface="微软雅黑" panose="020B0503020204020204" pitchFamily="34" charset="-122"/>
                    <a:ea typeface="微软雅黑" panose="020B0503020204020204" pitchFamily="34" charset="-122"/>
                  </a:endParaRPr>
                </a:p>
              </p:txBody>
            </p:sp>
            <p:sp>
              <p:nvSpPr>
                <p:cNvPr id="68" name="椭圆 67">
                  <a:extLst>
                    <a:ext uri="{FF2B5EF4-FFF2-40B4-BE49-F238E27FC236}">
                      <a16:creationId xmlns:a16="http://schemas.microsoft.com/office/drawing/2014/main" id="{D402CC1F-DDB5-C631-6E12-6599471250AE}"/>
                    </a:ext>
                  </a:extLst>
                </p:cNvPr>
                <p:cNvSpPr/>
                <p:nvPr/>
              </p:nvSpPr>
              <p:spPr>
                <a:xfrm rot="10800000" flipV="1">
                  <a:off x="3697439" y="2223258"/>
                  <a:ext cx="2015499" cy="2015499"/>
                </a:xfrm>
                <a:prstGeom prst="ellipse">
                  <a:avLst/>
                </a:prstGeom>
                <a:noFill/>
                <a:ln w="12700" cap="rnd">
                  <a:gradFill>
                    <a:gsLst>
                      <a:gs pos="0">
                        <a:schemeClr val="accent2"/>
                      </a:gs>
                      <a:gs pos="53000">
                        <a:schemeClr val="accent2">
                          <a:alpha val="0"/>
                        </a:schemeClr>
                      </a:gs>
                    </a:gsLst>
                    <a:lin ang="5400000" scaled="1"/>
                  </a:gradFill>
                  <a:prstDash val="solid"/>
                  <a:round/>
                </a:ln>
                <a:effectLst>
                  <a:outerShdw blurRad="635000" dist="50800" dir="5400000" algn="ctr" rotWithShape="0">
                    <a:schemeClr val="accent1">
                      <a:alpha val="20000"/>
                    </a:schemeClr>
                  </a:outerShdw>
                </a:effectLst>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38421" tIns="119211" rIns="238421" bIns="119211" numCol="1" spcCol="0" rtlCol="0" fromWordArt="0" anchor="ctr" anchorCtr="0" forceAA="0" compatLnSpc="1">
                  <a:normAutofit/>
                </a:bodyPr>
                <a:lstStyle/>
                <a:p>
                  <a:pPr algn="ctr" defTabSz="2382551"/>
                  <a:endParaRPr lang="zh-CN" altLang="en-US" sz="800" b="1" dirty="0">
                    <a:solidFill>
                      <a:schemeClr val="accent1"/>
                    </a:solidFill>
                    <a:latin typeface="微软雅黑" panose="020B0503020204020204" pitchFamily="34" charset="-122"/>
                    <a:ea typeface="微软雅黑" panose="020B0503020204020204" pitchFamily="34" charset="-122"/>
                  </a:endParaRPr>
                </a:p>
              </p:txBody>
            </p:sp>
            <p:sp>
              <p:nvSpPr>
                <p:cNvPr id="69" name="弧形 68">
                  <a:extLst>
                    <a:ext uri="{FF2B5EF4-FFF2-40B4-BE49-F238E27FC236}">
                      <a16:creationId xmlns:a16="http://schemas.microsoft.com/office/drawing/2014/main" id="{314F6666-541E-587C-28DA-A35E2408F815}"/>
                    </a:ext>
                  </a:extLst>
                </p:cNvPr>
                <p:cNvSpPr/>
                <p:nvPr/>
              </p:nvSpPr>
              <p:spPr>
                <a:xfrm rot="11405810" flipV="1">
                  <a:off x="3466946" y="1965744"/>
                  <a:ext cx="2488154" cy="2488154"/>
                </a:xfrm>
                <a:prstGeom prst="arc">
                  <a:avLst>
                    <a:gd name="adj1" fmla="val 16050563"/>
                    <a:gd name="adj2" fmla="val 14857220"/>
                  </a:avLst>
                </a:prstGeom>
                <a:noFill/>
                <a:ln w="9525">
                  <a:gradFill>
                    <a:gsLst>
                      <a:gs pos="0">
                        <a:schemeClr val="accent2"/>
                      </a:gs>
                      <a:gs pos="100000">
                        <a:schemeClr val="accent2">
                          <a:alpha val="0"/>
                        </a:schemeClr>
                      </a:gs>
                    </a:gsLst>
                    <a:lin ang="5400000" scaled="1"/>
                  </a:gradFill>
                  <a:prstDash val="sysDot"/>
                </a:ln>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4193" tIns="12097" rIns="24193" bIns="12097" numCol="1" spcCol="0" rtlCol="0" fromWordArt="0" anchor="ctr" anchorCtr="0" forceAA="0" compatLnSpc="1">
                  <a:prstTxWarp prst="textNoShape">
                    <a:avLst/>
                  </a:prstTxWarp>
                  <a:noAutofit/>
                </a:bodyPr>
                <a:lstStyle/>
                <a:p>
                  <a:pPr algn="ctr"/>
                  <a:endParaRPr lang="zh-CN" altLang="en-US" sz="100" dirty="0">
                    <a:solidFill>
                      <a:schemeClr val="accent1"/>
                    </a:solidFill>
                    <a:latin typeface="微软雅黑" panose="020B0503020204020204" pitchFamily="34" charset="-122"/>
                    <a:ea typeface="微软雅黑" panose="020B0503020204020204" pitchFamily="34" charset="-122"/>
                  </a:endParaRPr>
                </a:p>
              </p:txBody>
            </p:sp>
            <p:sp>
              <p:nvSpPr>
                <p:cNvPr id="70" name="椭圆 69">
                  <a:extLst>
                    <a:ext uri="{FF2B5EF4-FFF2-40B4-BE49-F238E27FC236}">
                      <a16:creationId xmlns:a16="http://schemas.microsoft.com/office/drawing/2014/main" id="{A688A092-064B-1150-184D-DD1E46E0E4C6}"/>
                    </a:ext>
                  </a:extLst>
                </p:cNvPr>
                <p:cNvSpPr/>
                <p:nvPr/>
              </p:nvSpPr>
              <p:spPr>
                <a:xfrm flipV="1">
                  <a:off x="4147049" y="2606437"/>
                  <a:ext cx="1125130" cy="1125132"/>
                </a:xfrm>
                <a:prstGeom prst="ellipse">
                  <a:avLst/>
                </a:prstGeom>
                <a:solidFill>
                  <a:schemeClr val="accent2"/>
                </a:solidFill>
                <a:ln w="12700" cap="flat" cmpd="sng" algn="ctr">
                  <a:noFill/>
                  <a:prstDash val="solid"/>
                  <a:miter lim="800000"/>
                </a:ln>
                <a:effectLst>
                  <a:outerShdw blurRad="635000" dist="635000" dir="7200000" algn="t" rotWithShape="0">
                    <a:schemeClr val="accent2">
                      <a:alpha val="15000"/>
                    </a:schemeClr>
                  </a:outerShdw>
                </a:effectLst>
                <a:sp3d prstMaterial="matte"/>
              </p:spPr>
              <p:txBody>
                <a:bodyPr rtlCol="0" anchor="ctr"/>
                <a:lstStyle/>
                <a:p>
                  <a:pPr algn="ct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71" name="文本框 70">
                  <a:extLst>
                    <a:ext uri="{FF2B5EF4-FFF2-40B4-BE49-F238E27FC236}">
                      <a16:creationId xmlns:a16="http://schemas.microsoft.com/office/drawing/2014/main" id="{45008A88-BB85-A450-ABE0-C3CC12296E72}"/>
                    </a:ext>
                  </a:extLst>
                </p:cNvPr>
                <p:cNvSpPr txBox="1"/>
                <p:nvPr/>
              </p:nvSpPr>
              <p:spPr>
                <a:xfrm>
                  <a:off x="4201581" y="2738732"/>
                  <a:ext cx="1016062" cy="861814"/>
                </a:xfrm>
                <a:prstGeom prst="rect">
                  <a:avLst/>
                </a:prstGeom>
                <a:noFill/>
                <a:sp3d prstMaterial="matte"/>
              </p:spPr>
              <p:txBody>
                <a:bodyPr wrap="square" rtlCol="0" anchor="ctr"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zh-CN" altLang="en-US" sz="700" b="1" dirty="0">
                      <a:latin typeface="微软雅黑" panose="020B0503020204020204" pitchFamily="34" charset="-122"/>
                      <a:ea typeface="微软雅黑" panose="020B0503020204020204" pitchFamily="34" charset="-122"/>
                    </a:rPr>
                    <a:t>产品</a:t>
                  </a:r>
                  <a:endParaRPr lang="en-US" altLang="zh-CN" sz="700" b="1" dirty="0">
                    <a:latin typeface="微软雅黑" panose="020B0503020204020204" pitchFamily="34" charset="-122"/>
                    <a:ea typeface="微软雅黑" panose="020B0503020204020204" pitchFamily="34" charset="-122"/>
                  </a:endParaRPr>
                </a:p>
                <a:p>
                  <a:pPr algn="ctr"/>
                  <a:r>
                    <a:rPr lang="zh-CN" altLang="en-US" sz="700" b="1" dirty="0">
                      <a:latin typeface="微软雅黑" panose="020B0503020204020204" pitchFamily="34" charset="-122"/>
                      <a:ea typeface="微软雅黑" panose="020B0503020204020204" pitchFamily="34" charset="-122"/>
                    </a:rPr>
                    <a:t>赋能</a:t>
                  </a:r>
                  <a:endParaRPr lang="en-US" altLang="zh-CN" sz="700" b="1" dirty="0">
                    <a:latin typeface="微软雅黑" panose="020B0503020204020204" pitchFamily="34" charset="-122"/>
                    <a:ea typeface="微软雅黑" panose="020B0503020204020204" pitchFamily="34" charset="-122"/>
                  </a:endParaRPr>
                </a:p>
              </p:txBody>
            </p:sp>
            <p:sp>
              <p:nvSpPr>
                <p:cNvPr id="72" name="椭圆 71">
                  <a:extLst>
                    <a:ext uri="{FF2B5EF4-FFF2-40B4-BE49-F238E27FC236}">
                      <a16:creationId xmlns:a16="http://schemas.microsoft.com/office/drawing/2014/main" id="{BAD65174-8283-3716-58FB-B2A08DA9E820}"/>
                    </a:ext>
                  </a:extLst>
                </p:cNvPr>
                <p:cNvSpPr/>
                <p:nvPr/>
              </p:nvSpPr>
              <p:spPr>
                <a:xfrm flipV="1">
                  <a:off x="3767956" y="2692739"/>
                  <a:ext cx="102860" cy="102860"/>
                </a:xfrm>
                <a:prstGeom prst="ellipse">
                  <a:avLst/>
                </a:prstGeom>
                <a:solidFill>
                  <a:schemeClr val="tx2"/>
                </a:solidFill>
                <a:ln>
                  <a:solidFill>
                    <a:schemeClr val="accent2"/>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微软雅黑" panose="020B0503020204020204" pitchFamily="34" charset="-122"/>
                    <a:ea typeface="微软雅黑" panose="020B0503020204020204" pitchFamily="34" charset="-122"/>
                  </a:endParaRPr>
                </a:p>
              </p:txBody>
            </p:sp>
            <p:sp>
              <p:nvSpPr>
                <p:cNvPr id="73" name="椭圆 72">
                  <a:extLst>
                    <a:ext uri="{FF2B5EF4-FFF2-40B4-BE49-F238E27FC236}">
                      <a16:creationId xmlns:a16="http://schemas.microsoft.com/office/drawing/2014/main" id="{3EC6CBE6-69E0-9ED1-15A9-49C1B16ECB0F}"/>
                    </a:ext>
                  </a:extLst>
                </p:cNvPr>
                <p:cNvSpPr/>
                <p:nvPr/>
              </p:nvSpPr>
              <p:spPr>
                <a:xfrm flipV="1">
                  <a:off x="4659593" y="2171828"/>
                  <a:ext cx="102860" cy="102860"/>
                </a:xfrm>
                <a:prstGeom prst="ellipse">
                  <a:avLst/>
                </a:prstGeom>
                <a:solidFill>
                  <a:schemeClr val="tx2"/>
                </a:solidFill>
                <a:ln>
                  <a:solidFill>
                    <a:schemeClr val="accent2"/>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微软雅黑" panose="020B0503020204020204" pitchFamily="34" charset="-122"/>
                    <a:ea typeface="微软雅黑" panose="020B0503020204020204" pitchFamily="34" charset="-122"/>
                  </a:endParaRPr>
                </a:p>
              </p:txBody>
            </p:sp>
            <p:sp>
              <p:nvSpPr>
                <p:cNvPr id="74" name="椭圆 73">
                  <a:extLst>
                    <a:ext uri="{FF2B5EF4-FFF2-40B4-BE49-F238E27FC236}">
                      <a16:creationId xmlns:a16="http://schemas.microsoft.com/office/drawing/2014/main" id="{CEA138B9-7521-3E7A-C195-B315C1239A52}"/>
                    </a:ext>
                  </a:extLst>
                </p:cNvPr>
                <p:cNvSpPr/>
                <p:nvPr/>
              </p:nvSpPr>
              <p:spPr>
                <a:xfrm flipV="1">
                  <a:off x="5534449" y="2692739"/>
                  <a:ext cx="102860" cy="102860"/>
                </a:xfrm>
                <a:prstGeom prst="ellipse">
                  <a:avLst/>
                </a:prstGeom>
                <a:solidFill>
                  <a:schemeClr val="tx2"/>
                </a:solidFill>
                <a:ln>
                  <a:solidFill>
                    <a:schemeClr val="accent2"/>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微软雅黑" panose="020B0503020204020204" pitchFamily="34" charset="-122"/>
                    <a:ea typeface="微软雅黑" panose="020B0503020204020204" pitchFamily="34" charset="-122"/>
                  </a:endParaRPr>
                </a:p>
              </p:txBody>
            </p:sp>
            <p:sp>
              <p:nvSpPr>
                <p:cNvPr id="75" name="文本框 74">
                  <a:extLst>
                    <a:ext uri="{FF2B5EF4-FFF2-40B4-BE49-F238E27FC236}">
                      <a16:creationId xmlns:a16="http://schemas.microsoft.com/office/drawing/2014/main" id="{63362F8C-956E-AE5F-CA0A-B2C260AB6E3E}"/>
                    </a:ext>
                  </a:extLst>
                </p:cNvPr>
                <p:cNvSpPr txBox="1"/>
                <p:nvPr/>
              </p:nvSpPr>
              <p:spPr>
                <a:xfrm>
                  <a:off x="2471770" y="2173252"/>
                  <a:ext cx="1904730" cy="542404"/>
                </a:xfrm>
                <a:prstGeom prst="rect">
                  <a:avLst/>
                </a:prstGeom>
                <a:noFill/>
                <a:sp3d prstMaterial="matte"/>
              </p:spPr>
              <p:txBody>
                <a:bodyPr wrap="square">
                  <a:spAutoFit/>
                </a:bodyPr>
                <a:lstStyle/>
                <a:p>
                  <a:pPr algn="ctr">
                    <a:lnSpc>
                      <a:spcPct val="120000"/>
                    </a:lnSpc>
                  </a:pPr>
                  <a:r>
                    <a:rPr lang="zh-CN" altLang="en-US" sz="600" dirty="0">
                      <a:solidFill>
                        <a:schemeClr val="bg1"/>
                      </a:solidFill>
                      <a:latin typeface="微软雅黑" panose="020B0503020204020204" pitchFamily="34" charset="-122"/>
                      <a:ea typeface="微软雅黑" panose="020B0503020204020204" pitchFamily="34" charset="-122"/>
                    </a:rPr>
                    <a:t>品牌效应</a:t>
                  </a:r>
                  <a:endParaRPr lang="en-US" altLang="zh-CN" sz="600" dirty="0">
                    <a:solidFill>
                      <a:schemeClr val="bg1"/>
                    </a:solidFill>
                    <a:latin typeface="微软雅黑" panose="020B0503020204020204" pitchFamily="34" charset="-122"/>
                    <a:ea typeface="微软雅黑" panose="020B0503020204020204" pitchFamily="34" charset="-122"/>
                  </a:endParaRPr>
                </a:p>
              </p:txBody>
            </p:sp>
            <p:sp>
              <p:nvSpPr>
                <p:cNvPr id="76" name="文本框 75">
                  <a:extLst>
                    <a:ext uri="{FF2B5EF4-FFF2-40B4-BE49-F238E27FC236}">
                      <a16:creationId xmlns:a16="http://schemas.microsoft.com/office/drawing/2014/main" id="{55F6FEB5-72AE-8633-59CD-24624673EEE6}"/>
                    </a:ext>
                  </a:extLst>
                </p:cNvPr>
                <p:cNvSpPr txBox="1"/>
                <p:nvPr/>
              </p:nvSpPr>
              <p:spPr>
                <a:xfrm>
                  <a:off x="3752822" y="1510429"/>
                  <a:ext cx="1904730" cy="542403"/>
                </a:xfrm>
                <a:prstGeom prst="rect">
                  <a:avLst/>
                </a:prstGeom>
                <a:noFill/>
                <a:sp3d prstMaterial="matte"/>
              </p:spPr>
              <p:txBody>
                <a:bodyPr wrap="square">
                  <a:spAutoFit/>
                </a:bodyPr>
                <a:lstStyle/>
                <a:p>
                  <a:pPr algn="ctr">
                    <a:lnSpc>
                      <a:spcPct val="120000"/>
                    </a:lnSpc>
                  </a:pPr>
                  <a:r>
                    <a:rPr lang="zh-CN" altLang="en-US" sz="600" dirty="0">
                      <a:solidFill>
                        <a:schemeClr val="bg1"/>
                      </a:solidFill>
                      <a:latin typeface="微软雅黑" panose="020B0503020204020204" pitchFamily="34" charset="-122"/>
                      <a:ea typeface="微软雅黑" panose="020B0503020204020204" pitchFamily="34" charset="-122"/>
                    </a:rPr>
                    <a:t>品牌效应</a:t>
                  </a:r>
                  <a:endParaRPr lang="en-US" altLang="zh-CN" sz="600" dirty="0">
                    <a:solidFill>
                      <a:schemeClr val="bg1"/>
                    </a:solidFill>
                    <a:latin typeface="微软雅黑" panose="020B0503020204020204" pitchFamily="34" charset="-122"/>
                    <a:ea typeface="微软雅黑" panose="020B0503020204020204" pitchFamily="34" charset="-122"/>
                  </a:endParaRPr>
                </a:p>
              </p:txBody>
            </p:sp>
            <p:sp>
              <p:nvSpPr>
                <p:cNvPr id="77" name="文本框 76">
                  <a:extLst>
                    <a:ext uri="{FF2B5EF4-FFF2-40B4-BE49-F238E27FC236}">
                      <a16:creationId xmlns:a16="http://schemas.microsoft.com/office/drawing/2014/main" id="{8856623A-BF3B-CD14-A6FC-8193600136A0}"/>
                    </a:ext>
                  </a:extLst>
                </p:cNvPr>
                <p:cNvSpPr txBox="1"/>
                <p:nvPr/>
              </p:nvSpPr>
              <p:spPr>
                <a:xfrm>
                  <a:off x="5102757" y="2173252"/>
                  <a:ext cx="1904730" cy="542404"/>
                </a:xfrm>
                <a:prstGeom prst="rect">
                  <a:avLst/>
                </a:prstGeom>
                <a:noFill/>
                <a:sp3d prstMaterial="matte"/>
              </p:spPr>
              <p:txBody>
                <a:bodyPr wrap="square">
                  <a:spAutoFit/>
                </a:bodyPr>
                <a:lstStyle/>
                <a:p>
                  <a:pPr algn="ctr">
                    <a:lnSpc>
                      <a:spcPct val="120000"/>
                    </a:lnSpc>
                  </a:pPr>
                  <a:r>
                    <a:rPr lang="zh-CN" altLang="en-US" sz="600" dirty="0">
                      <a:solidFill>
                        <a:schemeClr val="bg1"/>
                      </a:solidFill>
                      <a:latin typeface="微软雅黑" panose="020B0503020204020204" pitchFamily="34" charset="-122"/>
                      <a:ea typeface="微软雅黑" panose="020B0503020204020204" pitchFamily="34" charset="-122"/>
                    </a:rPr>
                    <a:t>品牌效应</a:t>
                  </a:r>
                  <a:endParaRPr lang="en-US" altLang="zh-CN" sz="600" dirty="0">
                    <a:solidFill>
                      <a:schemeClr val="bg1"/>
                    </a:solidFill>
                    <a:latin typeface="微软雅黑" panose="020B0503020204020204" pitchFamily="34" charset="-122"/>
                    <a:ea typeface="微软雅黑" panose="020B0503020204020204" pitchFamily="34" charset="-122"/>
                  </a:endParaRPr>
                </a:p>
              </p:txBody>
            </p:sp>
          </p:grpSp>
        </p:grpSp>
      </p:grpSp>
      <p:grpSp>
        <p:nvGrpSpPr>
          <p:cNvPr id="78" name="组合 77">
            <a:extLst>
              <a:ext uri="{FF2B5EF4-FFF2-40B4-BE49-F238E27FC236}">
                <a16:creationId xmlns:a16="http://schemas.microsoft.com/office/drawing/2014/main" id="{B805BCA6-C64B-8C80-E862-AF9707097CBB}"/>
              </a:ext>
            </a:extLst>
          </p:cNvPr>
          <p:cNvGrpSpPr/>
          <p:nvPr/>
        </p:nvGrpSpPr>
        <p:grpSpPr>
          <a:xfrm>
            <a:off x="8511112" y="1651698"/>
            <a:ext cx="2941692" cy="2191706"/>
            <a:chOff x="8339633" y="1521367"/>
            <a:chExt cx="2855177" cy="2127249"/>
          </a:xfrm>
          <a:scene3d>
            <a:camera prst="perspectiveLeft"/>
            <a:lightRig rig="threePt" dir="t"/>
          </a:scene3d>
        </p:grpSpPr>
        <p:sp>
          <p:nvSpPr>
            <p:cNvPr id="79" name="矩形: 圆角 78">
              <a:extLst>
                <a:ext uri="{FF2B5EF4-FFF2-40B4-BE49-F238E27FC236}">
                  <a16:creationId xmlns:a16="http://schemas.microsoft.com/office/drawing/2014/main" id="{571209E1-1C3D-3CDE-CA65-379E1E91994E}"/>
                </a:ext>
              </a:extLst>
            </p:cNvPr>
            <p:cNvSpPr/>
            <p:nvPr/>
          </p:nvSpPr>
          <p:spPr>
            <a:xfrm>
              <a:off x="8339633" y="1521367"/>
              <a:ext cx="2855177" cy="2127249"/>
            </a:xfrm>
            <a:prstGeom prst="roundRect">
              <a:avLst>
                <a:gd name="adj" fmla="val 3972"/>
              </a:avLst>
            </a:prstGeom>
            <a:solidFill>
              <a:schemeClr val="accent1">
                <a:alpha val="30000"/>
              </a:schemeClr>
            </a:solidFill>
            <a:ln>
              <a:noFill/>
            </a:ln>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0" name="组合 79">
              <a:extLst>
                <a:ext uri="{FF2B5EF4-FFF2-40B4-BE49-F238E27FC236}">
                  <a16:creationId xmlns:a16="http://schemas.microsoft.com/office/drawing/2014/main" id="{6DD26341-4761-19EC-2D42-53DB23EE2F74}"/>
                </a:ext>
              </a:extLst>
            </p:cNvPr>
            <p:cNvGrpSpPr/>
            <p:nvPr/>
          </p:nvGrpSpPr>
          <p:grpSpPr>
            <a:xfrm>
              <a:off x="8408920" y="1521367"/>
              <a:ext cx="2716603" cy="2127249"/>
              <a:chOff x="310897" y="1867599"/>
              <a:chExt cx="2716603" cy="2127249"/>
            </a:xfrm>
            <a:effectLst/>
          </p:grpSpPr>
          <p:sp>
            <p:nvSpPr>
              <p:cNvPr id="81" name="矩形: 圆角 80">
                <a:extLst>
                  <a:ext uri="{FF2B5EF4-FFF2-40B4-BE49-F238E27FC236}">
                    <a16:creationId xmlns:a16="http://schemas.microsoft.com/office/drawing/2014/main" id="{D24DDDB1-7D07-35CC-BD3C-AE9C6463D1DC}"/>
                  </a:ext>
                </a:extLst>
              </p:cNvPr>
              <p:cNvSpPr/>
              <p:nvPr/>
            </p:nvSpPr>
            <p:spPr>
              <a:xfrm>
                <a:off x="310897" y="1867599"/>
                <a:ext cx="2716603" cy="2127249"/>
              </a:xfrm>
              <a:prstGeom prst="roundRect">
                <a:avLst>
                  <a:gd name="adj" fmla="val 3972"/>
                </a:avLst>
              </a:prstGeom>
              <a:gradFill>
                <a:gsLst>
                  <a:gs pos="100000">
                    <a:schemeClr val="accent1">
                      <a:alpha val="0"/>
                    </a:schemeClr>
                  </a:gs>
                  <a:gs pos="0">
                    <a:schemeClr val="accent1"/>
                  </a:gs>
                </a:gsLst>
                <a:lin ang="5400000" scaled="0"/>
              </a:gradFill>
              <a:ln>
                <a:noFill/>
              </a:ln>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2" name="矩形: 圆角 81">
                <a:extLst>
                  <a:ext uri="{FF2B5EF4-FFF2-40B4-BE49-F238E27FC236}">
                    <a16:creationId xmlns:a16="http://schemas.microsoft.com/office/drawing/2014/main" id="{241CF17A-110E-DBB4-1933-456D0DE9DD8B}"/>
                  </a:ext>
                </a:extLst>
              </p:cNvPr>
              <p:cNvSpPr/>
              <p:nvPr/>
            </p:nvSpPr>
            <p:spPr>
              <a:xfrm>
                <a:off x="385312" y="2255962"/>
                <a:ext cx="2516972" cy="1643579"/>
              </a:xfrm>
              <a:prstGeom prst="roundRect">
                <a:avLst>
                  <a:gd name="adj" fmla="val 4137"/>
                </a:avLst>
              </a:prstGeom>
              <a:solidFill>
                <a:schemeClr val="tx2"/>
              </a:solidFill>
              <a:ln>
                <a:noFill/>
              </a:ln>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3" name="文本框 82">
                <a:extLst>
                  <a:ext uri="{FF2B5EF4-FFF2-40B4-BE49-F238E27FC236}">
                    <a16:creationId xmlns:a16="http://schemas.microsoft.com/office/drawing/2014/main" id="{52374800-0286-8210-49A9-35B4F508477F}"/>
                  </a:ext>
                </a:extLst>
              </p:cNvPr>
              <p:cNvSpPr txBox="1"/>
              <p:nvPr/>
            </p:nvSpPr>
            <p:spPr>
              <a:xfrm>
                <a:off x="412742" y="1920251"/>
                <a:ext cx="2462113" cy="338554"/>
              </a:xfrm>
              <a:prstGeom prst="rect">
                <a:avLst/>
              </a:prstGeom>
              <a:noFill/>
              <a:sp3d prstMaterial="matte"/>
            </p:spPr>
            <p:txBody>
              <a:bodyPr wrap="square" rtlCol="0">
                <a:spAutoFit/>
              </a:bodyPr>
              <a:lstStyle/>
              <a:p>
                <a:pPr algn="ctr"/>
                <a:r>
                  <a:rPr lang="zh-CN" altLang="en-US" sz="1600" b="1" dirty="0">
                    <a:latin typeface="+mj-ea"/>
                    <a:ea typeface="+mj-ea"/>
                  </a:rPr>
                  <a:t>更符合消费习惯的场景</a:t>
                </a:r>
              </a:p>
            </p:txBody>
          </p:sp>
          <p:grpSp>
            <p:nvGrpSpPr>
              <p:cNvPr id="84" name="组合 83">
                <a:extLst>
                  <a:ext uri="{FF2B5EF4-FFF2-40B4-BE49-F238E27FC236}">
                    <a16:creationId xmlns:a16="http://schemas.microsoft.com/office/drawing/2014/main" id="{4C9DBCE4-8D7E-0A66-0298-2C2C1852A98E}"/>
                  </a:ext>
                </a:extLst>
              </p:cNvPr>
              <p:cNvGrpSpPr/>
              <p:nvPr/>
            </p:nvGrpSpPr>
            <p:grpSpPr>
              <a:xfrm>
                <a:off x="351974" y="2315984"/>
                <a:ext cx="2555051" cy="1489318"/>
                <a:chOff x="-146978" y="1601035"/>
                <a:chExt cx="7154465" cy="4170277"/>
              </a:xfrm>
            </p:grpSpPr>
            <p:sp>
              <p:nvSpPr>
                <p:cNvPr id="85" name="椭圆 84">
                  <a:extLst>
                    <a:ext uri="{FF2B5EF4-FFF2-40B4-BE49-F238E27FC236}">
                      <a16:creationId xmlns:a16="http://schemas.microsoft.com/office/drawing/2014/main" id="{EAF45B61-1E0B-8669-060F-90D18ABD3777}"/>
                    </a:ext>
                  </a:extLst>
                </p:cNvPr>
                <p:cNvSpPr/>
                <p:nvPr/>
              </p:nvSpPr>
              <p:spPr>
                <a:xfrm rot="10800000">
                  <a:off x="1078690" y="3010740"/>
                  <a:ext cx="2015499" cy="2015499"/>
                </a:xfrm>
                <a:prstGeom prst="ellipse">
                  <a:avLst/>
                </a:prstGeom>
                <a:noFill/>
                <a:ln w="12700" cap="rnd">
                  <a:gradFill>
                    <a:gsLst>
                      <a:gs pos="0">
                        <a:schemeClr val="accent1"/>
                      </a:gs>
                      <a:gs pos="53000">
                        <a:schemeClr val="accent1">
                          <a:alpha val="0"/>
                        </a:schemeClr>
                      </a:gs>
                    </a:gsLst>
                    <a:lin ang="5400000" scaled="1"/>
                  </a:gradFill>
                  <a:prstDash val="solid"/>
                  <a:round/>
                </a:ln>
                <a:effectLst>
                  <a:outerShdw blurRad="635000" dist="50800" dir="5400000" algn="ctr" rotWithShape="0">
                    <a:schemeClr val="accent1">
                      <a:alpha val="20000"/>
                    </a:schemeClr>
                  </a:outerShdw>
                </a:effectLst>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38421" tIns="119211" rIns="238421" bIns="119211" numCol="1" spcCol="0" rtlCol="0" fromWordArt="0" anchor="ctr" anchorCtr="0" forceAA="0" compatLnSpc="1">
                  <a:normAutofit/>
                </a:bodyPr>
                <a:lstStyle/>
                <a:p>
                  <a:pPr algn="ctr" defTabSz="2382551"/>
                  <a:endParaRPr lang="zh-CN" altLang="en-US" sz="800" b="1" dirty="0">
                    <a:solidFill>
                      <a:schemeClr val="accent1"/>
                    </a:solidFill>
                    <a:latin typeface="微软雅黑" panose="020B0503020204020204" pitchFamily="34" charset="-122"/>
                    <a:ea typeface="微软雅黑" panose="020B0503020204020204" pitchFamily="34" charset="-122"/>
                  </a:endParaRPr>
                </a:p>
              </p:txBody>
            </p:sp>
            <p:sp>
              <p:nvSpPr>
                <p:cNvPr id="86" name="弧形 85">
                  <a:extLst>
                    <a:ext uri="{FF2B5EF4-FFF2-40B4-BE49-F238E27FC236}">
                      <a16:creationId xmlns:a16="http://schemas.microsoft.com/office/drawing/2014/main" id="{902C5D43-72B9-4B20-EAC1-F29DC8A4162D}"/>
                    </a:ext>
                  </a:extLst>
                </p:cNvPr>
                <p:cNvSpPr/>
                <p:nvPr/>
              </p:nvSpPr>
              <p:spPr>
                <a:xfrm rot="10194190">
                  <a:off x="848197" y="2795599"/>
                  <a:ext cx="2488154" cy="2488154"/>
                </a:xfrm>
                <a:prstGeom prst="arc">
                  <a:avLst>
                    <a:gd name="adj1" fmla="val 16050563"/>
                    <a:gd name="adj2" fmla="val 14857220"/>
                  </a:avLst>
                </a:prstGeom>
                <a:noFill/>
                <a:ln w="9525">
                  <a:gradFill>
                    <a:gsLst>
                      <a:gs pos="0">
                        <a:schemeClr val="accent1"/>
                      </a:gs>
                      <a:gs pos="100000">
                        <a:schemeClr val="accent1">
                          <a:alpha val="0"/>
                        </a:schemeClr>
                      </a:gs>
                    </a:gsLst>
                    <a:lin ang="5400000" scaled="1"/>
                  </a:gradFill>
                  <a:prstDash val="sysDot"/>
                </a:ln>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4193" tIns="12097" rIns="24193" bIns="12097" numCol="1" spcCol="0" rtlCol="0" fromWordArt="0" anchor="ctr" anchorCtr="0" forceAA="0" compatLnSpc="1">
                  <a:prstTxWarp prst="textNoShape">
                    <a:avLst/>
                  </a:prstTxWarp>
                  <a:noAutofit/>
                </a:bodyPr>
                <a:lstStyle/>
                <a:p>
                  <a:pPr algn="ctr"/>
                  <a:endParaRPr lang="zh-CN" altLang="en-US" sz="100" dirty="0">
                    <a:solidFill>
                      <a:schemeClr val="accent1"/>
                    </a:solidFill>
                    <a:latin typeface="微软雅黑" panose="020B0503020204020204" pitchFamily="34" charset="-122"/>
                    <a:ea typeface="微软雅黑" panose="020B0503020204020204" pitchFamily="34" charset="-122"/>
                  </a:endParaRPr>
                </a:p>
              </p:txBody>
            </p:sp>
            <p:sp>
              <p:nvSpPr>
                <p:cNvPr id="87" name="椭圆 86">
                  <a:extLst>
                    <a:ext uri="{FF2B5EF4-FFF2-40B4-BE49-F238E27FC236}">
                      <a16:creationId xmlns:a16="http://schemas.microsoft.com/office/drawing/2014/main" id="{05D76DBB-09E8-5696-0338-A066DAB5BBFD}"/>
                    </a:ext>
                  </a:extLst>
                </p:cNvPr>
                <p:cNvSpPr/>
                <p:nvPr/>
              </p:nvSpPr>
              <p:spPr>
                <a:xfrm>
                  <a:off x="1528301" y="3517929"/>
                  <a:ext cx="1125131" cy="1125131"/>
                </a:xfrm>
                <a:prstGeom prst="ellipse">
                  <a:avLst/>
                </a:prstGeom>
                <a:solidFill>
                  <a:schemeClr val="accent1"/>
                </a:solidFill>
                <a:ln w="12700" cap="flat" cmpd="sng" algn="ctr">
                  <a:noFill/>
                  <a:prstDash val="solid"/>
                  <a:miter lim="800000"/>
                </a:ln>
                <a:effectLst>
                  <a:outerShdw blurRad="635000" dist="635000" dir="5400000" algn="t" rotWithShape="0">
                    <a:schemeClr val="accent1">
                      <a:lumMod val="75000"/>
                      <a:alpha val="15000"/>
                    </a:schemeClr>
                  </a:outerShdw>
                </a:effectLst>
                <a:sp3d prstMaterial="matte"/>
              </p:spPr>
              <p:txBody>
                <a:bodyPr rtlCol="0" anchor="ctr"/>
                <a:lstStyle/>
                <a:p>
                  <a:pPr algn="ctr"/>
                  <a:endParaRPr lang="zh-CN" altLang="en-US" sz="900" kern="0" dirty="0">
                    <a:solidFill>
                      <a:srgbClr val="FFFFFF"/>
                    </a:solidFill>
                    <a:latin typeface="微软雅黑" panose="020B0503020204020204" pitchFamily="34" charset="-122"/>
                    <a:ea typeface="微软雅黑" panose="020B0503020204020204" pitchFamily="34" charset="-122"/>
                  </a:endParaRPr>
                </a:p>
              </p:txBody>
            </p:sp>
            <p:sp>
              <p:nvSpPr>
                <p:cNvPr id="88" name="文本框 87">
                  <a:extLst>
                    <a:ext uri="{FF2B5EF4-FFF2-40B4-BE49-F238E27FC236}">
                      <a16:creationId xmlns:a16="http://schemas.microsoft.com/office/drawing/2014/main" id="{2562DDF3-7C8D-4D28-5FA4-D14AE8016D7E}"/>
                    </a:ext>
                  </a:extLst>
                </p:cNvPr>
                <p:cNvSpPr txBox="1"/>
                <p:nvPr/>
              </p:nvSpPr>
              <p:spPr>
                <a:xfrm>
                  <a:off x="1582834" y="3650223"/>
                  <a:ext cx="1016062" cy="861814"/>
                </a:xfrm>
                <a:prstGeom prst="rect">
                  <a:avLst/>
                </a:prstGeom>
                <a:noFill/>
                <a:sp3d prstMaterial="matte"/>
              </p:spPr>
              <p:txBody>
                <a:bodyPr wrap="square" rtlCol="0" anchor="ctr"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zh-CN" altLang="en-US" sz="700" b="1" dirty="0">
                      <a:latin typeface="微软雅黑" panose="020B0503020204020204" pitchFamily="34" charset="-122"/>
                      <a:ea typeface="微软雅黑" panose="020B0503020204020204" pitchFamily="34" charset="-122"/>
                    </a:rPr>
                    <a:t>产品</a:t>
                  </a:r>
                  <a:endParaRPr lang="en-US" altLang="zh-CN" sz="700" b="1" dirty="0">
                    <a:latin typeface="微软雅黑" panose="020B0503020204020204" pitchFamily="34" charset="-122"/>
                    <a:ea typeface="微软雅黑" panose="020B0503020204020204" pitchFamily="34" charset="-122"/>
                  </a:endParaRPr>
                </a:p>
                <a:p>
                  <a:pPr algn="ctr"/>
                  <a:r>
                    <a:rPr lang="zh-CN" altLang="en-US" sz="700" b="1" dirty="0">
                      <a:latin typeface="微软雅黑" panose="020B0503020204020204" pitchFamily="34" charset="-122"/>
                      <a:ea typeface="微软雅黑" panose="020B0503020204020204" pitchFamily="34" charset="-122"/>
                    </a:rPr>
                    <a:t>赋能</a:t>
                  </a:r>
                  <a:endParaRPr lang="en-US" altLang="zh-CN" sz="700" b="1" dirty="0">
                    <a:latin typeface="微软雅黑" panose="020B0503020204020204" pitchFamily="34" charset="-122"/>
                    <a:ea typeface="微软雅黑" panose="020B0503020204020204" pitchFamily="34" charset="-122"/>
                  </a:endParaRPr>
                </a:p>
              </p:txBody>
            </p:sp>
            <p:sp>
              <p:nvSpPr>
                <p:cNvPr id="89" name="椭圆 88">
                  <a:extLst>
                    <a:ext uri="{FF2B5EF4-FFF2-40B4-BE49-F238E27FC236}">
                      <a16:creationId xmlns:a16="http://schemas.microsoft.com/office/drawing/2014/main" id="{8EA14350-4C79-8AC5-EA8D-856512E66692}"/>
                    </a:ext>
                  </a:extLst>
                </p:cNvPr>
                <p:cNvSpPr/>
                <p:nvPr/>
              </p:nvSpPr>
              <p:spPr>
                <a:xfrm>
                  <a:off x="1149207" y="4453898"/>
                  <a:ext cx="102860" cy="102860"/>
                </a:xfrm>
                <a:prstGeom prst="ellipse">
                  <a:avLst/>
                </a:prstGeom>
                <a:solidFill>
                  <a:schemeClr val="tx2"/>
                </a:solidFill>
                <a:ln>
                  <a:solidFill>
                    <a:schemeClr val="accent1"/>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微软雅黑" panose="020B0503020204020204" pitchFamily="34" charset="-122"/>
                    <a:ea typeface="微软雅黑" panose="020B0503020204020204" pitchFamily="34" charset="-122"/>
                  </a:endParaRPr>
                </a:p>
              </p:txBody>
            </p:sp>
            <p:sp>
              <p:nvSpPr>
                <p:cNvPr id="90" name="椭圆 89">
                  <a:extLst>
                    <a:ext uri="{FF2B5EF4-FFF2-40B4-BE49-F238E27FC236}">
                      <a16:creationId xmlns:a16="http://schemas.microsoft.com/office/drawing/2014/main" id="{FC7E7B3E-5834-CD03-3D42-57D8EDB014A0}"/>
                    </a:ext>
                  </a:extLst>
                </p:cNvPr>
                <p:cNvSpPr/>
                <p:nvPr/>
              </p:nvSpPr>
              <p:spPr>
                <a:xfrm>
                  <a:off x="2040844" y="4974809"/>
                  <a:ext cx="102860" cy="102860"/>
                </a:xfrm>
                <a:prstGeom prst="ellipse">
                  <a:avLst/>
                </a:prstGeom>
                <a:solidFill>
                  <a:schemeClr val="tx2"/>
                </a:solidFill>
                <a:ln>
                  <a:solidFill>
                    <a:schemeClr val="accent1"/>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微软雅黑" panose="020B0503020204020204" pitchFamily="34" charset="-122"/>
                    <a:ea typeface="微软雅黑" panose="020B0503020204020204" pitchFamily="34" charset="-122"/>
                  </a:endParaRPr>
                </a:p>
              </p:txBody>
            </p:sp>
            <p:sp>
              <p:nvSpPr>
                <p:cNvPr id="91" name="椭圆 90">
                  <a:extLst>
                    <a:ext uri="{FF2B5EF4-FFF2-40B4-BE49-F238E27FC236}">
                      <a16:creationId xmlns:a16="http://schemas.microsoft.com/office/drawing/2014/main" id="{CF0E3663-4D2B-EB19-EDDE-27510960D09D}"/>
                    </a:ext>
                  </a:extLst>
                </p:cNvPr>
                <p:cNvSpPr/>
                <p:nvPr/>
              </p:nvSpPr>
              <p:spPr>
                <a:xfrm>
                  <a:off x="2915700" y="4453898"/>
                  <a:ext cx="102860" cy="102860"/>
                </a:xfrm>
                <a:prstGeom prst="ellipse">
                  <a:avLst/>
                </a:prstGeom>
                <a:solidFill>
                  <a:schemeClr val="tx2"/>
                </a:solidFill>
                <a:ln>
                  <a:solidFill>
                    <a:schemeClr val="accent1"/>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微软雅黑" panose="020B0503020204020204" pitchFamily="34" charset="-122"/>
                    <a:ea typeface="微软雅黑" panose="020B0503020204020204" pitchFamily="34" charset="-122"/>
                  </a:endParaRPr>
                </a:p>
              </p:txBody>
            </p:sp>
            <p:sp>
              <p:nvSpPr>
                <p:cNvPr id="92" name="文本框 91">
                  <a:extLst>
                    <a:ext uri="{FF2B5EF4-FFF2-40B4-BE49-F238E27FC236}">
                      <a16:creationId xmlns:a16="http://schemas.microsoft.com/office/drawing/2014/main" id="{1454FA1A-01D7-1C2A-222F-A272421C2D8E}"/>
                    </a:ext>
                  </a:extLst>
                </p:cNvPr>
                <p:cNvSpPr txBox="1"/>
                <p:nvPr/>
              </p:nvSpPr>
              <p:spPr>
                <a:xfrm>
                  <a:off x="-146978" y="4556167"/>
                  <a:ext cx="1904730" cy="542404"/>
                </a:xfrm>
                <a:prstGeom prst="rect">
                  <a:avLst/>
                </a:prstGeom>
                <a:noFill/>
                <a:sp3d prstMaterial="matte"/>
              </p:spPr>
              <p:txBody>
                <a:bodyPr wrap="square">
                  <a:spAutoFit/>
                </a:bodyPr>
                <a:lstStyle/>
                <a:p>
                  <a:pPr algn="ctr">
                    <a:lnSpc>
                      <a:spcPct val="120000"/>
                    </a:lnSpc>
                  </a:pPr>
                  <a:r>
                    <a:rPr lang="zh-CN" altLang="en-US" sz="600" dirty="0">
                      <a:solidFill>
                        <a:schemeClr val="bg1"/>
                      </a:solidFill>
                      <a:latin typeface="微软雅黑" panose="020B0503020204020204" pitchFamily="34" charset="-122"/>
                      <a:ea typeface="微软雅黑" panose="020B0503020204020204" pitchFamily="34" charset="-122"/>
                    </a:rPr>
                    <a:t>品牌效应</a:t>
                  </a:r>
                  <a:endParaRPr lang="en-US" altLang="zh-CN" sz="600" dirty="0">
                    <a:solidFill>
                      <a:schemeClr val="bg1"/>
                    </a:solidFill>
                    <a:latin typeface="微软雅黑" panose="020B0503020204020204" pitchFamily="34" charset="-122"/>
                    <a:ea typeface="微软雅黑" panose="020B0503020204020204" pitchFamily="34" charset="-122"/>
                  </a:endParaRPr>
                </a:p>
              </p:txBody>
            </p:sp>
            <p:sp>
              <p:nvSpPr>
                <p:cNvPr id="93" name="文本框 92">
                  <a:extLst>
                    <a:ext uri="{FF2B5EF4-FFF2-40B4-BE49-F238E27FC236}">
                      <a16:creationId xmlns:a16="http://schemas.microsoft.com/office/drawing/2014/main" id="{C10AED24-0DC9-899B-9877-5F380B1DA481}"/>
                    </a:ext>
                  </a:extLst>
                </p:cNvPr>
                <p:cNvSpPr txBox="1"/>
                <p:nvPr/>
              </p:nvSpPr>
              <p:spPr>
                <a:xfrm>
                  <a:off x="1134077" y="5228908"/>
                  <a:ext cx="1904730" cy="542404"/>
                </a:xfrm>
                <a:prstGeom prst="rect">
                  <a:avLst/>
                </a:prstGeom>
                <a:noFill/>
                <a:sp3d prstMaterial="matte"/>
              </p:spPr>
              <p:txBody>
                <a:bodyPr wrap="square">
                  <a:spAutoFit/>
                </a:bodyPr>
                <a:lstStyle/>
                <a:p>
                  <a:pPr algn="ctr">
                    <a:lnSpc>
                      <a:spcPct val="120000"/>
                    </a:lnSpc>
                  </a:pPr>
                  <a:r>
                    <a:rPr lang="zh-CN" altLang="en-US" sz="600" dirty="0">
                      <a:solidFill>
                        <a:schemeClr val="bg1"/>
                      </a:solidFill>
                      <a:latin typeface="微软雅黑" panose="020B0503020204020204" pitchFamily="34" charset="-122"/>
                      <a:ea typeface="微软雅黑" panose="020B0503020204020204" pitchFamily="34" charset="-122"/>
                    </a:rPr>
                    <a:t>品牌效应</a:t>
                  </a:r>
                  <a:endParaRPr lang="en-US" altLang="zh-CN" sz="600" dirty="0">
                    <a:solidFill>
                      <a:schemeClr val="bg1"/>
                    </a:solidFill>
                    <a:latin typeface="微软雅黑" panose="020B0503020204020204" pitchFamily="34" charset="-122"/>
                    <a:ea typeface="微软雅黑" panose="020B0503020204020204" pitchFamily="34" charset="-122"/>
                  </a:endParaRPr>
                </a:p>
              </p:txBody>
            </p:sp>
            <p:sp>
              <p:nvSpPr>
                <p:cNvPr id="94" name="文本框 93">
                  <a:extLst>
                    <a:ext uri="{FF2B5EF4-FFF2-40B4-BE49-F238E27FC236}">
                      <a16:creationId xmlns:a16="http://schemas.microsoft.com/office/drawing/2014/main" id="{178DF1F8-0A0A-45CB-759B-F0D8A8E83502}"/>
                    </a:ext>
                  </a:extLst>
                </p:cNvPr>
                <p:cNvSpPr txBox="1"/>
                <p:nvPr/>
              </p:nvSpPr>
              <p:spPr>
                <a:xfrm>
                  <a:off x="2484006" y="4556167"/>
                  <a:ext cx="1904730" cy="542404"/>
                </a:xfrm>
                <a:prstGeom prst="rect">
                  <a:avLst/>
                </a:prstGeom>
                <a:noFill/>
                <a:sp3d prstMaterial="matte"/>
              </p:spPr>
              <p:txBody>
                <a:bodyPr wrap="square">
                  <a:spAutoFit/>
                </a:bodyPr>
                <a:lstStyle/>
                <a:p>
                  <a:pPr algn="ctr">
                    <a:lnSpc>
                      <a:spcPct val="120000"/>
                    </a:lnSpc>
                  </a:pPr>
                  <a:r>
                    <a:rPr lang="zh-CN" altLang="en-US" sz="600" dirty="0">
                      <a:solidFill>
                        <a:schemeClr val="bg1"/>
                      </a:solidFill>
                      <a:latin typeface="微软雅黑" panose="020B0503020204020204" pitchFamily="34" charset="-122"/>
                      <a:ea typeface="微软雅黑" panose="020B0503020204020204" pitchFamily="34" charset="-122"/>
                    </a:rPr>
                    <a:t>品牌效应</a:t>
                  </a:r>
                  <a:endParaRPr lang="en-US" altLang="zh-CN" sz="600" dirty="0">
                    <a:solidFill>
                      <a:schemeClr val="bg1"/>
                    </a:solidFill>
                    <a:latin typeface="微软雅黑" panose="020B0503020204020204" pitchFamily="34" charset="-122"/>
                    <a:ea typeface="微软雅黑" panose="020B0503020204020204" pitchFamily="34" charset="-122"/>
                  </a:endParaRPr>
                </a:p>
              </p:txBody>
            </p:sp>
            <p:sp>
              <p:nvSpPr>
                <p:cNvPr id="95" name="椭圆 94">
                  <a:extLst>
                    <a:ext uri="{FF2B5EF4-FFF2-40B4-BE49-F238E27FC236}">
                      <a16:creationId xmlns:a16="http://schemas.microsoft.com/office/drawing/2014/main" id="{CCE9B419-6772-E489-7B5E-732DA0CED0EA}"/>
                    </a:ext>
                  </a:extLst>
                </p:cNvPr>
                <p:cNvSpPr/>
                <p:nvPr/>
              </p:nvSpPr>
              <p:spPr>
                <a:xfrm rot="10800000" flipV="1">
                  <a:off x="3697439" y="2223258"/>
                  <a:ext cx="2015499" cy="2015499"/>
                </a:xfrm>
                <a:prstGeom prst="ellipse">
                  <a:avLst/>
                </a:prstGeom>
                <a:noFill/>
                <a:ln w="12700" cap="rnd">
                  <a:gradFill>
                    <a:gsLst>
                      <a:gs pos="0">
                        <a:schemeClr val="accent2"/>
                      </a:gs>
                      <a:gs pos="53000">
                        <a:schemeClr val="accent2">
                          <a:alpha val="0"/>
                        </a:schemeClr>
                      </a:gs>
                    </a:gsLst>
                    <a:lin ang="5400000" scaled="1"/>
                  </a:gradFill>
                  <a:prstDash val="solid"/>
                  <a:round/>
                </a:ln>
                <a:effectLst>
                  <a:outerShdw blurRad="635000" dist="50800" dir="5400000" algn="ctr" rotWithShape="0">
                    <a:schemeClr val="accent1">
                      <a:alpha val="20000"/>
                    </a:schemeClr>
                  </a:outerShdw>
                </a:effectLst>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238421" tIns="119211" rIns="238421" bIns="119211" numCol="1" spcCol="0" rtlCol="0" fromWordArt="0" anchor="ctr" anchorCtr="0" forceAA="0" compatLnSpc="1">
                  <a:normAutofit/>
                </a:bodyPr>
                <a:lstStyle/>
                <a:p>
                  <a:pPr algn="ctr" defTabSz="2382551"/>
                  <a:endParaRPr lang="zh-CN" altLang="en-US" sz="800" b="1" dirty="0">
                    <a:solidFill>
                      <a:schemeClr val="accent1"/>
                    </a:solidFill>
                    <a:latin typeface="微软雅黑" panose="020B0503020204020204" pitchFamily="34" charset="-122"/>
                    <a:ea typeface="微软雅黑" panose="020B0503020204020204" pitchFamily="34" charset="-122"/>
                  </a:endParaRPr>
                </a:p>
              </p:txBody>
            </p:sp>
            <p:sp>
              <p:nvSpPr>
                <p:cNvPr id="96" name="弧形 95">
                  <a:extLst>
                    <a:ext uri="{FF2B5EF4-FFF2-40B4-BE49-F238E27FC236}">
                      <a16:creationId xmlns:a16="http://schemas.microsoft.com/office/drawing/2014/main" id="{E4258BFC-A417-A327-B4FF-B157182C8338}"/>
                    </a:ext>
                  </a:extLst>
                </p:cNvPr>
                <p:cNvSpPr/>
                <p:nvPr/>
              </p:nvSpPr>
              <p:spPr>
                <a:xfrm rot="11405810" flipV="1">
                  <a:off x="3466946" y="1965744"/>
                  <a:ext cx="2488154" cy="2488154"/>
                </a:xfrm>
                <a:prstGeom prst="arc">
                  <a:avLst>
                    <a:gd name="adj1" fmla="val 16050563"/>
                    <a:gd name="adj2" fmla="val 14857220"/>
                  </a:avLst>
                </a:prstGeom>
                <a:noFill/>
                <a:ln w="9525">
                  <a:gradFill>
                    <a:gsLst>
                      <a:gs pos="0">
                        <a:schemeClr val="accent2"/>
                      </a:gs>
                      <a:gs pos="100000">
                        <a:schemeClr val="accent2">
                          <a:alpha val="0"/>
                        </a:schemeClr>
                      </a:gs>
                    </a:gsLst>
                    <a:lin ang="5400000" scaled="1"/>
                  </a:gradFill>
                  <a:prstDash val="sysDot"/>
                </a:ln>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4193" tIns="12097" rIns="24193" bIns="12097" numCol="1" spcCol="0" rtlCol="0" fromWordArt="0" anchor="ctr" anchorCtr="0" forceAA="0" compatLnSpc="1">
                  <a:prstTxWarp prst="textNoShape">
                    <a:avLst/>
                  </a:prstTxWarp>
                  <a:noAutofit/>
                </a:bodyPr>
                <a:lstStyle/>
                <a:p>
                  <a:pPr algn="ctr"/>
                  <a:endParaRPr lang="zh-CN" altLang="en-US" sz="100" dirty="0">
                    <a:solidFill>
                      <a:schemeClr val="accent1"/>
                    </a:solidFill>
                    <a:latin typeface="微软雅黑" panose="020B0503020204020204" pitchFamily="34" charset="-122"/>
                    <a:ea typeface="微软雅黑" panose="020B0503020204020204" pitchFamily="34" charset="-122"/>
                  </a:endParaRPr>
                </a:p>
              </p:txBody>
            </p:sp>
            <p:sp>
              <p:nvSpPr>
                <p:cNvPr id="97" name="椭圆 96">
                  <a:extLst>
                    <a:ext uri="{FF2B5EF4-FFF2-40B4-BE49-F238E27FC236}">
                      <a16:creationId xmlns:a16="http://schemas.microsoft.com/office/drawing/2014/main" id="{6B4A067F-A49A-269D-0514-5F7F903196F7}"/>
                    </a:ext>
                  </a:extLst>
                </p:cNvPr>
                <p:cNvSpPr/>
                <p:nvPr/>
              </p:nvSpPr>
              <p:spPr>
                <a:xfrm flipV="1">
                  <a:off x="4147049" y="2606437"/>
                  <a:ext cx="1125130" cy="1125132"/>
                </a:xfrm>
                <a:prstGeom prst="ellipse">
                  <a:avLst/>
                </a:prstGeom>
                <a:solidFill>
                  <a:schemeClr val="accent2"/>
                </a:solidFill>
                <a:ln w="12700" cap="flat" cmpd="sng" algn="ctr">
                  <a:noFill/>
                  <a:prstDash val="solid"/>
                  <a:miter lim="800000"/>
                </a:ln>
                <a:effectLst>
                  <a:outerShdw blurRad="635000" dist="635000" dir="7200000" algn="t" rotWithShape="0">
                    <a:schemeClr val="accent2">
                      <a:alpha val="15000"/>
                    </a:schemeClr>
                  </a:outerShdw>
                </a:effectLst>
                <a:sp3d prstMaterial="matte"/>
              </p:spPr>
              <p:txBody>
                <a:bodyPr rtlCol="0" anchor="ctr"/>
                <a:lstStyle/>
                <a:p>
                  <a:pPr algn="ctr"/>
                  <a:endParaRPr lang="zh-CN" altLang="en-US" sz="1000" dirty="0">
                    <a:solidFill>
                      <a:schemeClr val="bg1"/>
                    </a:solidFill>
                    <a:latin typeface="微软雅黑" panose="020B0503020204020204" pitchFamily="34" charset="-122"/>
                    <a:ea typeface="微软雅黑" panose="020B0503020204020204" pitchFamily="34" charset="-122"/>
                  </a:endParaRPr>
                </a:p>
              </p:txBody>
            </p:sp>
            <p:sp>
              <p:nvSpPr>
                <p:cNvPr id="98" name="文本框 97">
                  <a:extLst>
                    <a:ext uri="{FF2B5EF4-FFF2-40B4-BE49-F238E27FC236}">
                      <a16:creationId xmlns:a16="http://schemas.microsoft.com/office/drawing/2014/main" id="{67159FA5-2040-6593-5882-74A91F9EC50D}"/>
                    </a:ext>
                  </a:extLst>
                </p:cNvPr>
                <p:cNvSpPr txBox="1"/>
                <p:nvPr/>
              </p:nvSpPr>
              <p:spPr>
                <a:xfrm>
                  <a:off x="4201581" y="2738732"/>
                  <a:ext cx="1016062" cy="861814"/>
                </a:xfrm>
                <a:prstGeom prst="rect">
                  <a:avLst/>
                </a:prstGeom>
                <a:noFill/>
                <a:sp3d prstMaterial="matte"/>
              </p:spPr>
              <p:txBody>
                <a:bodyPr wrap="square" rtlCol="0" anchor="ctr"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zh-CN" altLang="en-US" sz="700" b="1" dirty="0">
                      <a:latin typeface="微软雅黑" panose="020B0503020204020204" pitchFamily="34" charset="-122"/>
                      <a:ea typeface="微软雅黑" panose="020B0503020204020204" pitchFamily="34" charset="-122"/>
                    </a:rPr>
                    <a:t>产品</a:t>
                  </a:r>
                  <a:endParaRPr lang="en-US" altLang="zh-CN" sz="700" b="1" dirty="0">
                    <a:latin typeface="微软雅黑" panose="020B0503020204020204" pitchFamily="34" charset="-122"/>
                    <a:ea typeface="微软雅黑" panose="020B0503020204020204" pitchFamily="34" charset="-122"/>
                  </a:endParaRPr>
                </a:p>
                <a:p>
                  <a:pPr algn="ctr"/>
                  <a:r>
                    <a:rPr lang="zh-CN" altLang="en-US" sz="700" b="1" dirty="0">
                      <a:latin typeface="微软雅黑" panose="020B0503020204020204" pitchFamily="34" charset="-122"/>
                      <a:ea typeface="微软雅黑" panose="020B0503020204020204" pitchFamily="34" charset="-122"/>
                    </a:rPr>
                    <a:t>赋能</a:t>
                  </a:r>
                  <a:endParaRPr lang="en-US" altLang="zh-CN" sz="700" b="1" dirty="0">
                    <a:latin typeface="微软雅黑" panose="020B0503020204020204" pitchFamily="34" charset="-122"/>
                    <a:ea typeface="微软雅黑" panose="020B0503020204020204" pitchFamily="34" charset="-122"/>
                  </a:endParaRPr>
                </a:p>
              </p:txBody>
            </p:sp>
            <p:sp>
              <p:nvSpPr>
                <p:cNvPr id="99" name="椭圆 98">
                  <a:extLst>
                    <a:ext uri="{FF2B5EF4-FFF2-40B4-BE49-F238E27FC236}">
                      <a16:creationId xmlns:a16="http://schemas.microsoft.com/office/drawing/2014/main" id="{3EC1C440-6FD5-0391-7711-9485344A21E3}"/>
                    </a:ext>
                  </a:extLst>
                </p:cNvPr>
                <p:cNvSpPr/>
                <p:nvPr/>
              </p:nvSpPr>
              <p:spPr>
                <a:xfrm flipV="1">
                  <a:off x="3767956" y="2692739"/>
                  <a:ext cx="102860" cy="102860"/>
                </a:xfrm>
                <a:prstGeom prst="ellipse">
                  <a:avLst/>
                </a:prstGeom>
                <a:solidFill>
                  <a:schemeClr val="tx2"/>
                </a:solidFill>
                <a:ln>
                  <a:solidFill>
                    <a:schemeClr val="accent2"/>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微软雅黑" panose="020B0503020204020204" pitchFamily="34" charset="-122"/>
                    <a:ea typeface="微软雅黑" panose="020B0503020204020204" pitchFamily="34" charset="-122"/>
                  </a:endParaRPr>
                </a:p>
              </p:txBody>
            </p:sp>
            <p:sp>
              <p:nvSpPr>
                <p:cNvPr id="100" name="椭圆 99">
                  <a:extLst>
                    <a:ext uri="{FF2B5EF4-FFF2-40B4-BE49-F238E27FC236}">
                      <a16:creationId xmlns:a16="http://schemas.microsoft.com/office/drawing/2014/main" id="{669633EB-C67A-6BA7-C412-FBDD479CB98C}"/>
                    </a:ext>
                  </a:extLst>
                </p:cNvPr>
                <p:cNvSpPr/>
                <p:nvPr/>
              </p:nvSpPr>
              <p:spPr>
                <a:xfrm flipV="1">
                  <a:off x="4659593" y="2171828"/>
                  <a:ext cx="102860" cy="102860"/>
                </a:xfrm>
                <a:prstGeom prst="ellipse">
                  <a:avLst/>
                </a:prstGeom>
                <a:solidFill>
                  <a:schemeClr val="tx2"/>
                </a:solidFill>
                <a:ln>
                  <a:solidFill>
                    <a:schemeClr val="accent2"/>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微软雅黑" panose="020B0503020204020204" pitchFamily="34" charset="-122"/>
                    <a:ea typeface="微软雅黑" panose="020B0503020204020204" pitchFamily="34" charset="-122"/>
                  </a:endParaRPr>
                </a:p>
              </p:txBody>
            </p:sp>
            <p:sp>
              <p:nvSpPr>
                <p:cNvPr id="101" name="椭圆 100">
                  <a:extLst>
                    <a:ext uri="{FF2B5EF4-FFF2-40B4-BE49-F238E27FC236}">
                      <a16:creationId xmlns:a16="http://schemas.microsoft.com/office/drawing/2014/main" id="{430C6CE2-5FFB-F016-6A08-67F6EEBB6541}"/>
                    </a:ext>
                  </a:extLst>
                </p:cNvPr>
                <p:cNvSpPr/>
                <p:nvPr/>
              </p:nvSpPr>
              <p:spPr>
                <a:xfrm flipV="1">
                  <a:off x="5534449" y="2692739"/>
                  <a:ext cx="102860" cy="102860"/>
                </a:xfrm>
                <a:prstGeom prst="ellipse">
                  <a:avLst/>
                </a:prstGeom>
                <a:solidFill>
                  <a:schemeClr val="tx2"/>
                </a:solidFill>
                <a:ln>
                  <a:solidFill>
                    <a:schemeClr val="accent2"/>
                  </a:solidFill>
                </a:ln>
                <a:sp3d prstMaterial="matt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latin typeface="微软雅黑" panose="020B0503020204020204" pitchFamily="34" charset="-122"/>
                    <a:ea typeface="微软雅黑" panose="020B0503020204020204" pitchFamily="34" charset="-122"/>
                  </a:endParaRPr>
                </a:p>
              </p:txBody>
            </p:sp>
            <p:sp>
              <p:nvSpPr>
                <p:cNvPr id="102" name="文本框 101">
                  <a:extLst>
                    <a:ext uri="{FF2B5EF4-FFF2-40B4-BE49-F238E27FC236}">
                      <a16:creationId xmlns:a16="http://schemas.microsoft.com/office/drawing/2014/main" id="{8FFFC458-CBEB-3AB5-822A-88AAF0A309F8}"/>
                    </a:ext>
                  </a:extLst>
                </p:cNvPr>
                <p:cNvSpPr txBox="1"/>
                <p:nvPr/>
              </p:nvSpPr>
              <p:spPr>
                <a:xfrm>
                  <a:off x="2471770" y="2173252"/>
                  <a:ext cx="1904730" cy="542404"/>
                </a:xfrm>
                <a:prstGeom prst="rect">
                  <a:avLst/>
                </a:prstGeom>
                <a:noFill/>
                <a:sp3d prstMaterial="matte"/>
              </p:spPr>
              <p:txBody>
                <a:bodyPr wrap="square">
                  <a:spAutoFit/>
                </a:bodyPr>
                <a:lstStyle/>
                <a:p>
                  <a:pPr algn="ctr">
                    <a:lnSpc>
                      <a:spcPct val="120000"/>
                    </a:lnSpc>
                  </a:pPr>
                  <a:r>
                    <a:rPr lang="zh-CN" altLang="en-US" sz="600" dirty="0">
                      <a:solidFill>
                        <a:schemeClr val="bg1"/>
                      </a:solidFill>
                      <a:latin typeface="微软雅黑" panose="020B0503020204020204" pitchFamily="34" charset="-122"/>
                      <a:ea typeface="微软雅黑" panose="020B0503020204020204" pitchFamily="34" charset="-122"/>
                    </a:rPr>
                    <a:t>品牌效应</a:t>
                  </a:r>
                  <a:endParaRPr lang="en-US" altLang="zh-CN" sz="600" dirty="0">
                    <a:solidFill>
                      <a:schemeClr val="bg1"/>
                    </a:solidFill>
                    <a:latin typeface="微软雅黑" panose="020B0503020204020204" pitchFamily="34" charset="-122"/>
                    <a:ea typeface="微软雅黑" panose="020B0503020204020204" pitchFamily="34" charset="-122"/>
                  </a:endParaRPr>
                </a:p>
              </p:txBody>
            </p:sp>
            <p:sp>
              <p:nvSpPr>
                <p:cNvPr id="103" name="文本框 102">
                  <a:extLst>
                    <a:ext uri="{FF2B5EF4-FFF2-40B4-BE49-F238E27FC236}">
                      <a16:creationId xmlns:a16="http://schemas.microsoft.com/office/drawing/2014/main" id="{FAB0D7CB-303C-C1B5-D08C-617CD80CA0BD}"/>
                    </a:ext>
                  </a:extLst>
                </p:cNvPr>
                <p:cNvSpPr txBox="1"/>
                <p:nvPr/>
              </p:nvSpPr>
              <p:spPr>
                <a:xfrm>
                  <a:off x="3752822" y="1601035"/>
                  <a:ext cx="1904730" cy="542404"/>
                </a:xfrm>
                <a:prstGeom prst="rect">
                  <a:avLst/>
                </a:prstGeom>
                <a:noFill/>
                <a:sp3d prstMaterial="matte"/>
              </p:spPr>
              <p:txBody>
                <a:bodyPr wrap="square">
                  <a:spAutoFit/>
                </a:bodyPr>
                <a:lstStyle/>
                <a:p>
                  <a:pPr algn="ctr">
                    <a:lnSpc>
                      <a:spcPct val="120000"/>
                    </a:lnSpc>
                  </a:pPr>
                  <a:r>
                    <a:rPr lang="zh-CN" altLang="en-US" sz="600" dirty="0">
                      <a:solidFill>
                        <a:schemeClr val="bg1"/>
                      </a:solidFill>
                      <a:latin typeface="微软雅黑" panose="020B0503020204020204" pitchFamily="34" charset="-122"/>
                      <a:ea typeface="微软雅黑" panose="020B0503020204020204" pitchFamily="34" charset="-122"/>
                    </a:rPr>
                    <a:t>品牌效应</a:t>
                  </a:r>
                  <a:endParaRPr lang="en-US" altLang="zh-CN" sz="600" dirty="0">
                    <a:solidFill>
                      <a:schemeClr val="bg1"/>
                    </a:solidFill>
                    <a:latin typeface="微软雅黑" panose="020B0503020204020204" pitchFamily="34" charset="-122"/>
                    <a:ea typeface="微软雅黑" panose="020B0503020204020204" pitchFamily="34" charset="-122"/>
                  </a:endParaRPr>
                </a:p>
              </p:txBody>
            </p:sp>
            <p:sp>
              <p:nvSpPr>
                <p:cNvPr id="104" name="文本框 103">
                  <a:extLst>
                    <a:ext uri="{FF2B5EF4-FFF2-40B4-BE49-F238E27FC236}">
                      <a16:creationId xmlns:a16="http://schemas.microsoft.com/office/drawing/2014/main" id="{74E58EFB-00B2-171E-39F4-4DF2BC290179}"/>
                    </a:ext>
                  </a:extLst>
                </p:cNvPr>
                <p:cNvSpPr txBox="1"/>
                <p:nvPr/>
              </p:nvSpPr>
              <p:spPr>
                <a:xfrm>
                  <a:off x="5102757" y="2173252"/>
                  <a:ext cx="1904730" cy="542404"/>
                </a:xfrm>
                <a:prstGeom prst="rect">
                  <a:avLst/>
                </a:prstGeom>
                <a:noFill/>
                <a:sp3d prstMaterial="matte"/>
              </p:spPr>
              <p:txBody>
                <a:bodyPr wrap="square">
                  <a:spAutoFit/>
                </a:bodyPr>
                <a:lstStyle/>
                <a:p>
                  <a:pPr algn="ctr">
                    <a:lnSpc>
                      <a:spcPct val="120000"/>
                    </a:lnSpc>
                  </a:pPr>
                  <a:r>
                    <a:rPr lang="zh-CN" altLang="en-US" sz="600" dirty="0">
                      <a:solidFill>
                        <a:schemeClr val="bg1"/>
                      </a:solidFill>
                      <a:latin typeface="微软雅黑" panose="020B0503020204020204" pitchFamily="34" charset="-122"/>
                      <a:ea typeface="微软雅黑" panose="020B0503020204020204" pitchFamily="34" charset="-122"/>
                    </a:rPr>
                    <a:t>品牌效应</a:t>
                  </a:r>
                  <a:endParaRPr lang="en-US" altLang="zh-CN" sz="600" dirty="0">
                    <a:solidFill>
                      <a:schemeClr val="bg1"/>
                    </a:solidFill>
                    <a:latin typeface="微软雅黑" panose="020B0503020204020204" pitchFamily="34" charset="-122"/>
                    <a:ea typeface="微软雅黑" panose="020B0503020204020204" pitchFamily="34" charset="-122"/>
                  </a:endParaRPr>
                </a:p>
              </p:txBody>
            </p:sp>
          </p:grpSp>
        </p:grpSp>
      </p:grpSp>
      <p:sp>
        <p:nvSpPr>
          <p:cNvPr id="105" name="椭圆 104">
            <a:extLst>
              <a:ext uri="{FF2B5EF4-FFF2-40B4-BE49-F238E27FC236}">
                <a16:creationId xmlns:a16="http://schemas.microsoft.com/office/drawing/2014/main" id="{2F70F52B-20AE-176D-C50D-77B407EDF013}"/>
              </a:ext>
            </a:extLst>
          </p:cNvPr>
          <p:cNvSpPr/>
          <p:nvPr/>
        </p:nvSpPr>
        <p:spPr>
          <a:xfrm>
            <a:off x="4194175" y="1580363"/>
            <a:ext cx="3803650" cy="1252248"/>
          </a:xfrm>
          <a:prstGeom prst="ellipse">
            <a:avLst/>
          </a:prstGeom>
          <a:noFill/>
          <a:ln>
            <a:gradFill>
              <a:gsLst>
                <a:gs pos="24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a:extLst>
              <a:ext uri="{FF2B5EF4-FFF2-40B4-BE49-F238E27FC236}">
                <a16:creationId xmlns:a16="http://schemas.microsoft.com/office/drawing/2014/main" id="{989346F3-C343-CB5C-73DE-7444B6E705FF}"/>
              </a:ext>
            </a:extLst>
          </p:cNvPr>
          <p:cNvSpPr/>
          <p:nvPr/>
        </p:nvSpPr>
        <p:spPr>
          <a:xfrm>
            <a:off x="1485900" y="3891002"/>
            <a:ext cx="9220200" cy="2589584"/>
          </a:xfrm>
          <a:prstGeom prst="ellipse">
            <a:avLst/>
          </a:prstGeom>
          <a:noFill/>
          <a:ln>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 name="椭圆 107">
            <a:extLst>
              <a:ext uri="{FF2B5EF4-FFF2-40B4-BE49-F238E27FC236}">
                <a16:creationId xmlns:a16="http://schemas.microsoft.com/office/drawing/2014/main" id="{6E8830B7-9666-FF3C-4456-02CB85749B34}"/>
              </a:ext>
            </a:extLst>
          </p:cNvPr>
          <p:cNvSpPr/>
          <p:nvPr/>
        </p:nvSpPr>
        <p:spPr>
          <a:xfrm>
            <a:off x="1485900" y="3891003"/>
            <a:ext cx="9220200" cy="2589584"/>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 name="椭圆 108">
            <a:extLst>
              <a:ext uri="{FF2B5EF4-FFF2-40B4-BE49-F238E27FC236}">
                <a16:creationId xmlns:a16="http://schemas.microsoft.com/office/drawing/2014/main" id="{72CDD1EF-C04F-DDC9-3BEF-5FFD10646E8B}"/>
              </a:ext>
            </a:extLst>
          </p:cNvPr>
          <p:cNvSpPr/>
          <p:nvPr/>
        </p:nvSpPr>
        <p:spPr>
          <a:xfrm>
            <a:off x="2665128" y="4062272"/>
            <a:ext cx="6834472" cy="2033880"/>
          </a:xfrm>
          <a:prstGeom prst="ellipse">
            <a:avLst/>
          </a:prstGeom>
          <a:gradFill>
            <a:gsLst>
              <a:gs pos="28000">
                <a:schemeClr val="accent2">
                  <a:alpha val="0"/>
                </a:schemeClr>
              </a:gs>
              <a:gs pos="100000">
                <a:schemeClr val="accent2">
                  <a:alpha val="23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a:extLst>
              <a:ext uri="{FF2B5EF4-FFF2-40B4-BE49-F238E27FC236}">
                <a16:creationId xmlns:a16="http://schemas.microsoft.com/office/drawing/2014/main" id="{C428BC1B-CE85-47B0-AB7C-1B67E3570CCF}"/>
              </a:ext>
            </a:extLst>
          </p:cNvPr>
          <p:cNvSpPr/>
          <p:nvPr/>
        </p:nvSpPr>
        <p:spPr>
          <a:xfrm>
            <a:off x="3224108" y="3955897"/>
            <a:ext cx="5731932" cy="1695948"/>
          </a:xfrm>
          <a:prstGeom prst="ellipse">
            <a:avLst/>
          </a:prstGeom>
          <a:gradFill>
            <a:gsLst>
              <a:gs pos="28000">
                <a:schemeClr val="accent2">
                  <a:alpha val="0"/>
                </a:schemeClr>
              </a:gs>
              <a:gs pos="100000">
                <a:schemeClr val="accent2">
                  <a:alpha val="2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任意多边形: 形状 110">
            <a:extLst>
              <a:ext uri="{FF2B5EF4-FFF2-40B4-BE49-F238E27FC236}">
                <a16:creationId xmlns:a16="http://schemas.microsoft.com/office/drawing/2014/main" id="{A2619E66-0E76-2EAF-9586-29082501A9F7}"/>
              </a:ext>
            </a:extLst>
          </p:cNvPr>
          <p:cNvSpPr/>
          <p:nvPr/>
        </p:nvSpPr>
        <p:spPr>
          <a:xfrm flipV="1">
            <a:off x="3976889" y="2203296"/>
            <a:ext cx="4238224" cy="2809882"/>
          </a:xfrm>
          <a:custGeom>
            <a:avLst/>
            <a:gdLst>
              <a:gd name="connsiteX0" fmla="*/ 0 w 3551767"/>
              <a:gd name="connsiteY0" fmla="*/ 2354771 h 2354771"/>
              <a:gd name="connsiteX1" fmla="*/ 2000 w 3551767"/>
              <a:gd name="connsiteY1" fmla="*/ 2354771 h 2354771"/>
              <a:gd name="connsiteX2" fmla="*/ 23513 w 3551767"/>
              <a:gd name="connsiteY2" fmla="*/ 2335420 h 2354771"/>
              <a:gd name="connsiteX3" fmla="*/ 1775883 w 3551767"/>
              <a:gd name="connsiteY3" fmla="*/ 1953012 h 2354771"/>
              <a:gd name="connsiteX4" fmla="*/ 3528253 w 3551767"/>
              <a:gd name="connsiteY4" fmla="*/ 2335420 h 2354771"/>
              <a:gd name="connsiteX5" fmla="*/ 3549766 w 3551767"/>
              <a:gd name="connsiteY5" fmla="*/ 2354771 h 2354771"/>
              <a:gd name="connsiteX6" fmla="*/ 3551767 w 3551767"/>
              <a:gd name="connsiteY6" fmla="*/ 2354771 h 2354771"/>
              <a:gd name="connsiteX7" fmla="*/ 3545447 w 3551767"/>
              <a:gd name="connsiteY7" fmla="*/ 2340066 h 2354771"/>
              <a:gd name="connsiteX8" fmla="*/ 3532019 w 3551767"/>
              <a:gd name="connsiteY8" fmla="*/ 2324497 h 2354771"/>
              <a:gd name="connsiteX9" fmla="*/ 2979102 w 3551767"/>
              <a:gd name="connsiteY9" fmla="*/ 1288234 h 2354771"/>
              <a:gd name="connsiteX10" fmla="*/ 2800987 w 3551767"/>
              <a:gd name="connsiteY10" fmla="*/ 727293 h 2354771"/>
              <a:gd name="connsiteX11" fmla="*/ 2747651 w 3551767"/>
              <a:gd name="connsiteY11" fmla="*/ 483776 h 2354771"/>
              <a:gd name="connsiteX12" fmla="*/ 2539734 w 3551767"/>
              <a:gd name="connsiteY12" fmla="*/ 0 h 2354771"/>
              <a:gd name="connsiteX13" fmla="*/ 1012033 w 3551767"/>
              <a:gd name="connsiteY13" fmla="*/ 0 h 2354771"/>
              <a:gd name="connsiteX14" fmla="*/ 804120 w 3551767"/>
              <a:gd name="connsiteY14" fmla="*/ 483766 h 2354771"/>
              <a:gd name="connsiteX15" fmla="*/ 750782 w 3551767"/>
              <a:gd name="connsiteY15" fmla="*/ 727293 h 2354771"/>
              <a:gd name="connsiteX16" fmla="*/ 572667 w 3551767"/>
              <a:gd name="connsiteY16" fmla="*/ 1288234 h 2354771"/>
              <a:gd name="connsiteX17" fmla="*/ 19749 w 3551767"/>
              <a:gd name="connsiteY17" fmla="*/ 2324497 h 2354771"/>
              <a:gd name="connsiteX18" fmla="*/ 6319 w 3551767"/>
              <a:gd name="connsiteY18" fmla="*/ 2340069 h 2354771"/>
              <a:gd name="connsiteX19" fmla="*/ 0 w 3551767"/>
              <a:gd name="connsiteY19" fmla="*/ 2354771 h 2354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551767" h="2354771">
                <a:moveTo>
                  <a:pt x="0" y="2354771"/>
                </a:moveTo>
                <a:lnTo>
                  <a:pt x="2000" y="2354771"/>
                </a:lnTo>
                <a:lnTo>
                  <a:pt x="23513" y="2335420"/>
                </a:lnTo>
                <a:cubicBezTo>
                  <a:pt x="312226" y="2110695"/>
                  <a:pt x="988121" y="1953012"/>
                  <a:pt x="1775883" y="1953012"/>
                </a:cubicBezTo>
                <a:cubicBezTo>
                  <a:pt x="2563645" y="1953012"/>
                  <a:pt x="3239541" y="2110695"/>
                  <a:pt x="3528253" y="2335420"/>
                </a:cubicBezTo>
                <a:lnTo>
                  <a:pt x="3549766" y="2354771"/>
                </a:lnTo>
                <a:lnTo>
                  <a:pt x="3551767" y="2354771"/>
                </a:lnTo>
                <a:lnTo>
                  <a:pt x="3545447" y="2340066"/>
                </a:lnTo>
                <a:lnTo>
                  <a:pt x="3532019" y="2324497"/>
                </a:lnTo>
                <a:cubicBezTo>
                  <a:pt x="3348401" y="2097975"/>
                  <a:pt x="3145372" y="1726783"/>
                  <a:pt x="2979102" y="1288234"/>
                </a:cubicBezTo>
                <a:cubicBezTo>
                  <a:pt x="2905204" y="1093323"/>
                  <a:pt x="2845563" y="903560"/>
                  <a:pt x="2800987" y="727293"/>
                </a:cubicBezTo>
                <a:lnTo>
                  <a:pt x="2747651" y="483776"/>
                </a:lnTo>
                <a:lnTo>
                  <a:pt x="2539734" y="0"/>
                </a:lnTo>
                <a:lnTo>
                  <a:pt x="1012033" y="0"/>
                </a:lnTo>
                <a:lnTo>
                  <a:pt x="804120" y="483766"/>
                </a:lnTo>
                <a:lnTo>
                  <a:pt x="750782" y="727293"/>
                </a:lnTo>
                <a:cubicBezTo>
                  <a:pt x="706206" y="903560"/>
                  <a:pt x="646565" y="1093323"/>
                  <a:pt x="572667" y="1288234"/>
                </a:cubicBezTo>
                <a:cubicBezTo>
                  <a:pt x="406397" y="1726783"/>
                  <a:pt x="203368" y="2097975"/>
                  <a:pt x="19749" y="2324497"/>
                </a:cubicBezTo>
                <a:lnTo>
                  <a:pt x="6319" y="2340069"/>
                </a:lnTo>
                <a:lnTo>
                  <a:pt x="0" y="2354771"/>
                </a:lnTo>
                <a:close/>
              </a:path>
            </a:pathLst>
          </a:custGeom>
          <a:gradFill>
            <a:gsLst>
              <a:gs pos="21000">
                <a:schemeClr val="accent1">
                  <a:alpha val="0"/>
                </a:schemeClr>
              </a:gs>
              <a:gs pos="58000">
                <a:schemeClr val="accent1">
                  <a:alpha val="5000"/>
                </a:schemeClr>
              </a:gs>
              <a:gs pos="99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2" name="文本框 111">
            <a:extLst>
              <a:ext uri="{FF2B5EF4-FFF2-40B4-BE49-F238E27FC236}">
                <a16:creationId xmlns:a16="http://schemas.microsoft.com/office/drawing/2014/main" id="{E5E52093-2D29-0F67-6E5C-FE90D06DC855}"/>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新平台新增长</a:t>
            </a:r>
            <a:endParaRPr lang="en-US" altLang="zh-CN" dirty="0"/>
          </a:p>
        </p:txBody>
      </p:sp>
      <p:sp>
        <p:nvSpPr>
          <p:cNvPr id="113" name="椭圆 112">
            <a:extLst>
              <a:ext uri="{FF2B5EF4-FFF2-40B4-BE49-F238E27FC236}">
                <a16:creationId xmlns:a16="http://schemas.microsoft.com/office/drawing/2014/main" id="{374AF3C7-85F3-8942-4F4E-7904781AF02D}"/>
              </a:ext>
            </a:extLst>
          </p:cNvPr>
          <p:cNvSpPr/>
          <p:nvPr/>
        </p:nvSpPr>
        <p:spPr>
          <a:xfrm>
            <a:off x="4642087" y="1467079"/>
            <a:ext cx="942718" cy="94271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a:solidFill>
                <a:schemeClr val="tx1"/>
              </a:solidFill>
            </a:endParaRPr>
          </a:p>
        </p:txBody>
      </p:sp>
      <p:sp>
        <p:nvSpPr>
          <p:cNvPr id="114" name="文本框 113">
            <a:extLst>
              <a:ext uri="{FF2B5EF4-FFF2-40B4-BE49-F238E27FC236}">
                <a16:creationId xmlns:a16="http://schemas.microsoft.com/office/drawing/2014/main" id="{9A9653C5-9595-E286-A7A4-069324CF1758}"/>
              </a:ext>
            </a:extLst>
          </p:cNvPr>
          <p:cNvSpPr txBox="1"/>
          <p:nvPr/>
        </p:nvSpPr>
        <p:spPr>
          <a:xfrm>
            <a:off x="4740751" y="1646051"/>
            <a:ext cx="745391" cy="584775"/>
          </a:xfrm>
          <a:prstGeom prst="rect">
            <a:avLst/>
          </a:prstGeom>
          <a:noFill/>
        </p:spPr>
        <p:txBody>
          <a:bodyPr wrap="square" rtlCol="0">
            <a:spAutoFit/>
          </a:bodyPr>
          <a:lstStyle/>
          <a:p>
            <a:pPr algn="ctr"/>
            <a:r>
              <a:rPr lang="zh-CN" altLang="en-US" sz="1600" b="1" dirty="0">
                <a:latin typeface="+mj-ea"/>
                <a:ea typeface="+mj-ea"/>
              </a:rPr>
              <a:t>触达提效</a:t>
            </a:r>
          </a:p>
        </p:txBody>
      </p:sp>
      <p:sp>
        <p:nvSpPr>
          <p:cNvPr id="115" name="椭圆 114">
            <a:extLst>
              <a:ext uri="{FF2B5EF4-FFF2-40B4-BE49-F238E27FC236}">
                <a16:creationId xmlns:a16="http://schemas.microsoft.com/office/drawing/2014/main" id="{83D1A814-CA3D-434D-E56B-5BF24D9A858C}"/>
              </a:ext>
            </a:extLst>
          </p:cNvPr>
          <p:cNvSpPr/>
          <p:nvPr/>
        </p:nvSpPr>
        <p:spPr>
          <a:xfrm>
            <a:off x="5621478" y="1782380"/>
            <a:ext cx="942718" cy="94271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a:solidFill>
                <a:schemeClr val="tx1"/>
              </a:solidFill>
            </a:endParaRPr>
          </a:p>
        </p:txBody>
      </p:sp>
      <p:sp>
        <p:nvSpPr>
          <p:cNvPr id="116" name="椭圆 115">
            <a:extLst>
              <a:ext uri="{FF2B5EF4-FFF2-40B4-BE49-F238E27FC236}">
                <a16:creationId xmlns:a16="http://schemas.microsoft.com/office/drawing/2014/main" id="{D1B5FEA1-F81A-C6A2-9DE9-6BF95B141CB0}"/>
              </a:ext>
            </a:extLst>
          </p:cNvPr>
          <p:cNvSpPr/>
          <p:nvPr/>
        </p:nvSpPr>
        <p:spPr>
          <a:xfrm>
            <a:off x="6600869" y="1467079"/>
            <a:ext cx="942718" cy="94271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endParaRPr>
          </a:p>
        </p:txBody>
      </p:sp>
      <p:sp>
        <p:nvSpPr>
          <p:cNvPr id="117" name="文本框 116">
            <a:extLst>
              <a:ext uri="{FF2B5EF4-FFF2-40B4-BE49-F238E27FC236}">
                <a16:creationId xmlns:a16="http://schemas.microsoft.com/office/drawing/2014/main" id="{41986176-8E09-CD39-6171-BD25B69614B4}"/>
              </a:ext>
            </a:extLst>
          </p:cNvPr>
          <p:cNvSpPr txBox="1"/>
          <p:nvPr/>
        </p:nvSpPr>
        <p:spPr>
          <a:xfrm>
            <a:off x="5720142" y="1961352"/>
            <a:ext cx="745391" cy="584775"/>
          </a:xfrm>
          <a:prstGeom prst="rect">
            <a:avLst/>
          </a:prstGeom>
          <a:noFill/>
        </p:spPr>
        <p:txBody>
          <a:bodyPr wrap="square" rtlCol="0">
            <a:spAutoFit/>
          </a:bodyPr>
          <a:lstStyle/>
          <a:p>
            <a:pPr algn="ctr"/>
            <a:r>
              <a:rPr lang="zh-CN" altLang="en-US" sz="1600" b="1" dirty="0">
                <a:latin typeface="+mj-ea"/>
                <a:ea typeface="+mj-ea"/>
              </a:rPr>
              <a:t>连接提效</a:t>
            </a:r>
          </a:p>
        </p:txBody>
      </p:sp>
      <p:sp>
        <p:nvSpPr>
          <p:cNvPr id="118" name="文本框 117">
            <a:extLst>
              <a:ext uri="{FF2B5EF4-FFF2-40B4-BE49-F238E27FC236}">
                <a16:creationId xmlns:a16="http://schemas.microsoft.com/office/drawing/2014/main" id="{CB60E974-C0EB-9A4A-7E4E-B29FE4D24AFE}"/>
              </a:ext>
            </a:extLst>
          </p:cNvPr>
          <p:cNvSpPr txBox="1"/>
          <p:nvPr/>
        </p:nvSpPr>
        <p:spPr>
          <a:xfrm>
            <a:off x="6699533" y="1646051"/>
            <a:ext cx="745391" cy="584775"/>
          </a:xfrm>
          <a:prstGeom prst="rect">
            <a:avLst/>
          </a:prstGeom>
          <a:noFill/>
        </p:spPr>
        <p:txBody>
          <a:bodyPr wrap="square" rtlCol="0">
            <a:spAutoFit/>
          </a:bodyPr>
          <a:lstStyle/>
          <a:p>
            <a:pPr algn="ctr"/>
            <a:r>
              <a:rPr lang="zh-CN" altLang="en-US" sz="1600" b="1" dirty="0">
                <a:latin typeface="+mj-ea"/>
                <a:ea typeface="+mj-ea"/>
              </a:rPr>
              <a:t>交易提效</a:t>
            </a:r>
          </a:p>
        </p:txBody>
      </p:sp>
      <p:sp>
        <p:nvSpPr>
          <p:cNvPr id="119" name="任意多边形: 形状 118">
            <a:extLst>
              <a:ext uri="{FF2B5EF4-FFF2-40B4-BE49-F238E27FC236}">
                <a16:creationId xmlns:a16="http://schemas.microsoft.com/office/drawing/2014/main" id="{B9670588-3C0A-97DD-5024-584151201945}"/>
              </a:ext>
            </a:extLst>
          </p:cNvPr>
          <p:cNvSpPr/>
          <p:nvPr/>
        </p:nvSpPr>
        <p:spPr>
          <a:xfrm flipV="1">
            <a:off x="4320117" y="2430852"/>
            <a:ext cx="3551767" cy="2354771"/>
          </a:xfrm>
          <a:custGeom>
            <a:avLst/>
            <a:gdLst>
              <a:gd name="connsiteX0" fmla="*/ 0 w 3551767"/>
              <a:gd name="connsiteY0" fmla="*/ 2354771 h 2354771"/>
              <a:gd name="connsiteX1" fmla="*/ 2000 w 3551767"/>
              <a:gd name="connsiteY1" fmla="*/ 2354771 h 2354771"/>
              <a:gd name="connsiteX2" fmla="*/ 23513 w 3551767"/>
              <a:gd name="connsiteY2" fmla="*/ 2335420 h 2354771"/>
              <a:gd name="connsiteX3" fmla="*/ 1775883 w 3551767"/>
              <a:gd name="connsiteY3" fmla="*/ 1953012 h 2354771"/>
              <a:gd name="connsiteX4" fmla="*/ 3528253 w 3551767"/>
              <a:gd name="connsiteY4" fmla="*/ 2335420 h 2354771"/>
              <a:gd name="connsiteX5" fmla="*/ 3549766 w 3551767"/>
              <a:gd name="connsiteY5" fmla="*/ 2354771 h 2354771"/>
              <a:gd name="connsiteX6" fmla="*/ 3551767 w 3551767"/>
              <a:gd name="connsiteY6" fmla="*/ 2354771 h 2354771"/>
              <a:gd name="connsiteX7" fmla="*/ 3545447 w 3551767"/>
              <a:gd name="connsiteY7" fmla="*/ 2340066 h 2354771"/>
              <a:gd name="connsiteX8" fmla="*/ 3532019 w 3551767"/>
              <a:gd name="connsiteY8" fmla="*/ 2324497 h 2354771"/>
              <a:gd name="connsiteX9" fmla="*/ 2979102 w 3551767"/>
              <a:gd name="connsiteY9" fmla="*/ 1288234 h 2354771"/>
              <a:gd name="connsiteX10" fmla="*/ 2800987 w 3551767"/>
              <a:gd name="connsiteY10" fmla="*/ 727293 h 2354771"/>
              <a:gd name="connsiteX11" fmla="*/ 2747651 w 3551767"/>
              <a:gd name="connsiteY11" fmla="*/ 483776 h 2354771"/>
              <a:gd name="connsiteX12" fmla="*/ 2539734 w 3551767"/>
              <a:gd name="connsiteY12" fmla="*/ 0 h 2354771"/>
              <a:gd name="connsiteX13" fmla="*/ 1012033 w 3551767"/>
              <a:gd name="connsiteY13" fmla="*/ 0 h 2354771"/>
              <a:gd name="connsiteX14" fmla="*/ 804120 w 3551767"/>
              <a:gd name="connsiteY14" fmla="*/ 483766 h 2354771"/>
              <a:gd name="connsiteX15" fmla="*/ 750782 w 3551767"/>
              <a:gd name="connsiteY15" fmla="*/ 727293 h 2354771"/>
              <a:gd name="connsiteX16" fmla="*/ 572667 w 3551767"/>
              <a:gd name="connsiteY16" fmla="*/ 1288234 h 2354771"/>
              <a:gd name="connsiteX17" fmla="*/ 19749 w 3551767"/>
              <a:gd name="connsiteY17" fmla="*/ 2324497 h 2354771"/>
              <a:gd name="connsiteX18" fmla="*/ 6319 w 3551767"/>
              <a:gd name="connsiteY18" fmla="*/ 2340069 h 2354771"/>
              <a:gd name="connsiteX19" fmla="*/ 0 w 3551767"/>
              <a:gd name="connsiteY19" fmla="*/ 2354771 h 2354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551767" h="2354771">
                <a:moveTo>
                  <a:pt x="0" y="2354771"/>
                </a:moveTo>
                <a:lnTo>
                  <a:pt x="2000" y="2354771"/>
                </a:lnTo>
                <a:lnTo>
                  <a:pt x="23513" y="2335420"/>
                </a:lnTo>
                <a:cubicBezTo>
                  <a:pt x="312226" y="2110695"/>
                  <a:pt x="988121" y="1953012"/>
                  <a:pt x="1775883" y="1953012"/>
                </a:cubicBezTo>
                <a:cubicBezTo>
                  <a:pt x="2563645" y="1953012"/>
                  <a:pt x="3239541" y="2110695"/>
                  <a:pt x="3528253" y="2335420"/>
                </a:cubicBezTo>
                <a:lnTo>
                  <a:pt x="3549766" y="2354771"/>
                </a:lnTo>
                <a:lnTo>
                  <a:pt x="3551767" y="2354771"/>
                </a:lnTo>
                <a:lnTo>
                  <a:pt x="3545447" y="2340066"/>
                </a:lnTo>
                <a:lnTo>
                  <a:pt x="3532019" y="2324497"/>
                </a:lnTo>
                <a:cubicBezTo>
                  <a:pt x="3348401" y="2097975"/>
                  <a:pt x="3145372" y="1726783"/>
                  <a:pt x="2979102" y="1288234"/>
                </a:cubicBezTo>
                <a:cubicBezTo>
                  <a:pt x="2905204" y="1093323"/>
                  <a:pt x="2845563" y="903560"/>
                  <a:pt x="2800987" y="727293"/>
                </a:cubicBezTo>
                <a:lnTo>
                  <a:pt x="2747651" y="483776"/>
                </a:lnTo>
                <a:lnTo>
                  <a:pt x="2539734" y="0"/>
                </a:lnTo>
                <a:lnTo>
                  <a:pt x="1012033" y="0"/>
                </a:lnTo>
                <a:lnTo>
                  <a:pt x="804120" y="483766"/>
                </a:lnTo>
                <a:lnTo>
                  <a:pt x="750782" y="727293"/>
                </a:lnTo>
                <a:cubicBezTo>
                  <a:pt x="706206" y="903560"/>
                  <a:pt x="646565" y="1093323"/>
                  <a:pt x="572667" y="1288234"/>
                </a:cubicBezTo>
                <a:cubicBezTo>
                  <a:pt x="406397" y="1726783"/>
                  <a:pt x="203368" y="2097975"/>
                  <a:pt x="19749" y="2324497"/>
                </a:cubicBezTo>
                <a:lnTo>
                  <a:pt x="6319" y="2340069"/>
                </a:lnTo>
                <a:lnTo>
                  <a:pt x="0" y="2354771"/>
                </a:lnTo>
                <a:close/>
              </a:path>
            </a:pathLst>
          </a:custGeom>
          <a:gradFill>
            <a:gsLst>
              <a:gs pos="0">
                <a:schemeClr val="accent1">
                  <a:alpha val="0"/>
                </a:schemeClr>
              </a:gs>
              <a:gs pos="100000">
                <a:schemeClr val="accent1">
                  <a:alpha val="23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0" name="椭圆 119">
            <a:extLst>
              <a:ext uri="{FF2B5EF4-FFF2-40B4-BE49-F238E27FC236}">
                <a16:creationId xmlns:a16="http://schemas.microsoft.com/office/drawing/2014/main" id="{07EA1975-A06F-A5BF-DC75-5804E49B5DFB}"/>
              </a:ext>
            </a:extLst>
          </p:cNvPr>
          <p:cNvSpPr/>
          <p:nvPr/>
        </p:nvSpPr>
        <p:spPr>
          <a:xfrm>
            <a:off x="4382347" y="3984684"/>
            <a:ext cx="3415454" cy="1050788"/>
          </a:xfrm>
          <a:prstGeom prst="ellipse">
            <a:avLst/>
          </a:prstGeom>
          <a:gradFill>
            <a:gsLst>
              <a:gs pos="18000">
                <a:schemeClr val="accent2">
                  <a:alpha val="0"/>
                </a:schemeClr>
              </a:gs>
              <a:gs pos="100000">
                <a:schemeClr val="accent2">
                  <a:alpha val="18000"/>
                </a:schemeClr>
              </a:gs>
            </a:gsLst>
            <a:lin ang="5400000" scaled="1"/>
          </a:gradFill>
          <a:ln>
            <a:gradFill>
              <a:gsLst>
                <a:gs pos="18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a:extLst>
              <a:ext uri="{FF2B5EF4-FFF2-40B4-BE49-F238E27FC236}">
                <a16:creationId xmlns:a16="http://schemas.microsoft.com/office/drawing/2014/main" id="{01B7890C-8127-C617-1A6A-22AC6FBEE9FA}"/>
              </a:ext>
            </a:extLst>
          </p:cNvPr>
          <p:cNvSpPr/>
          <p:nvPr/>
        </p:nvSpPr>
        <p:spPr>
          <a:xfrm>
            <a:off x="4324881" y="4463123"/>
            <a:ext cx="100262" cy="100262"/>
          </a:xfrm>
          <a:prstGeom prst="ellipse">
            <a:avLst/>
          </a:prstGeom>
          <a:solidFill>
            <a:schemeClr val="tx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a:extLst>
              <a:ext uri="{FF2B5EF4-FFF2-40B4-BE49-F238E27FC236}">
                <a16:creationId xmlns:a16="http://schemas.microsoft.com/office/drawing/2014/main" id="{A6C9A157-B519-661A-C494-9F50057E0FE0}"/>
              </a:ext>
            </a:extLst>
          </p:cNvPr>
          <p:cNvSpPr/>
          <p:nvPr/>
        </p:nvSpPr>
        <p:spPr>
          <a:xfrm>
            <a:off x="4893206" y="4849269"/>
            <a:ext cx="100262" cy="100262"/>
          </a:xfrm>
          <a:prstGeom prst="ellipse">
            <a:avLst/>
          </a:prstGeom>
          <a:solidFill>
            <a:schemeClr val="tx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椭圆 122">
            <a:extLst>
              <a:ext uri="{FF2B5EF4-FFF2-40B4-BE49-F238E27FC236}">
                <a16:creationId xmlns:a16="http://schemas.microsoft.com/office/drawing/2014/main" id="{836D181F-9798-BE90-E629-D06BF944D1A6}"/>
              </a:ext>
            </a:extLst>
          </p:cNvPr>
          <p:cNvSpPr/>
          <p:nvPr/>
        </p:nvSpPr>
        <p:spPr>
          <a:xfrm>
            <a:off x="7199031" y="4849269"/>
            <a:ext cx="100262" cy="100262"/>
          </a:xfrm>
          <a:prstGeom prst="ellipse">
            <a:avLst/>
          </a:prstGeom>
          <a:solidFill>
            <a:schemeClr val="tx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D9655166-FC44-7EDF-0758-F44C5A105D99}"/>
              </a:ext>
            </a:extLst>
          </p:cNvPr>
          <p:cNvSpPr/>
          <p:nvPr/>
        </p:nvSpPr>
        <p:spPr>
          <a:xfrm>
            <a:off x="6045869" y="4974194"/>
            <a:ext cx="100262" cy="100262"/>
          </a:xfrm>
          <a:prstGeom prst="ellipse">
            <a:avLst/>
          </a:prstGeom>
          <a:solidFill>
            <a:schemeClr val="tx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a:extLst>
              <a:ext uri="{FF2B5EF4-FFF2-40B4-BE49-F238E27FC236}">
                <a16:creationId xmlns:a16="http://schemas.microsoft.com/office/drawing/2014/main" id="{4C27EE81-0687-500D-E804-0EFCD1B92C67}"/>
              </a:ext>
            </a:extLst>
          </p:cNvPr>
          <p:cNvSpPr/>
          <p:nvPr/>
        </p:nvSpPr>
        <p:spPr>
          <a:xfrm>
            <a:off x="7741181" y="4463123"/>
            <a:ext cx="100262" cy="100262"/>
          </a:xfrm>
          <a:prstGeom prst="ellipse">
            <a:avLst/>
          </a:prstGeom>
          <a:solidFill>
            <a:schemeClr val="tx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文本框 125">
            <a:extLst>
              <a:ext uri="{FF2B5EF4-FFF2-40B4-BE49-F238E27FC236}">
                <a16:creationId xmlns:a16="http://schemas.microsoft.com/office/drawing/2014/main" id="{BE45305C-0FAF-70AB-ACF6-063C47AA72FC}"/>
              </a:ext>
            </a:extLst>
          </p:cNvPr>
          <p:cNvSpPr txBox="1"/>
          <p:nvPr/>
        </p:nvSpPr>
        <p:spPr>
          <a:xfrm>
            <a:off x="3581304" y="4340801"/>
            <a:ext cx="723275" cy="307777"/>
          </a:xfrm>
          <a:prstGeom prst="rect">
            <a:avLst/>
          </a:prstGeom>
          <a:noFill/>
        </p:spPr>
        <p:txBody>
          <a:bodyPr wrap="none" rtlCol="0">
            <a:spAutoFit/>
          </a:bodyPr>
          <a:lstStyle/>
          <a:p>
            <a:pPr algn="ctr"/>
            <a:r>
              <a:rPr lang="zh-CN" altLang="en-US" sz="1400" b="1" dirty="0">
                <a:solidFill>
                  <a:schemeClr val="bg1"/>
                </a:solidFill>
              </a:rPr>
              <a:t>差异感</a:t>
            </a:r>
          </a:p>
        </p:txBody>
      </p:sp>
      <p:sp>
        <p:nvSpPr>
          <p:cNvPr id="127" name="文本框 126">
            <a:extLst>
              <a:ext uri="{FF2B5EF4-FFF2-40B4-BE49-F238E27FC236}">
                <a16:creationId xmlns:a16="http://schemas.microsoft.com/office/drawing/2014/main" id="{503F7F9A-3FB4-77F6-EF5F-7C435F13A425}"/>
              </a:ext>
            </a:extLst>
          </p:cNvPr>
          <p:cNvSpPr txBox="1"/>
          <p:nvPr/>
        </p:nvSpPr>
        <p:spPr>
          <a:xfrm>
            <a:off x="4578467" y="4957679"/>
            <a:ext cx="723275" cy="307777"/>
          </a:xfrm>
          <a:prstGeom prst="rect">
            <a:avLst/>
          </a:prstGeom>
          <a:noFill/>
        </p:spPr>
        <p:txBody>
          <a:bodyPr wrap="none" rtlCol="0">
            <a:spAutoFit/>
          </a:bodyPr>
          <a:lstStyle/>
          <a:p>
            <a:pPr algn="ctr"/>
            <a:r>
              <a:rPr lang="zh-CN" altLang="en-US" sz="1400" b="1" dirty="0">
                <a:solidFill>
                  <a:schemeClr val="bg1"/>
                </a:solidFill>
              </a:rPr>
              <a:t>故事感</a:t>
            </a:r>
          </a:p>
        </p:txBody>
      </p:sp>
      <p:sp>
        <p:nvSpPr>
          <p:cNvPr id="128" name="文本框 127">
            <a:extLst>
              <a:ext uri="{FF2B5EF4-FFF2-40B4-BE49-F238E27FC236}">
                <a16:creationId xmlns:a16="http://schemas.microsoft.com/office/drawing/2014/main" id="{A6C02595-7A1C-8DBA-4439-5B3F5DA51F0B}"/>
              </a:ext>
            </a:extLst>
          </p:cNvPr>
          <p:cNvSpPr txBox="1"/>
          <p:nvPr/>
        </p:nvSpPr>
        <p:spPr>
          <a:xfrm>
            <a:off x="6881401" y="4957679"/>
            <a:ext cx="723275" cy="307777"/>
          </a:xfrm>
          <a:prstGeom prst="rect">
            <a:avLst/>
          </a:prstGeom>
          <a:noFill/>
        </p:spPr>
        <p:txBody>
          <a:bodyPr wrap="none" rtlCol="0">
            <a:spAutoFit/>
          </a:bodyPr>
          <a:lstStyle/>
          <a:p>
            <a:pPr algn="ctr"/>
            <a:r>
              <a:rPr lang="zh-CN" altLang="en-US" sz="1400" b="1" dirty="0">
                <a:solidFill>
                  <a:schemeClr val="bg1"/>
                </a:solidFill>
              </a:rPr>
              <a:t>互动感</a:t>
            </a:r>
          </a:p>
        </p:txBody>
      </p:sp>
      <p:sp>
        <p:nvSpPr>
          <p:cNvPr id="129" name="文本框 128">
            <a:extLst>
              <a:ext uri="{FF2B5EF4-FFF2-40B4-BE49-F238E27FC236}">
                <a16:creationId xmlns:a16="http://schemas.microsoft.com/office/drawing/2014/main" id="{0051A931-28FA-835D-6CE6-4B5FAE206880}"/>
              </a:ext>
            </a:extLst>
          </p:cNvPr>
          <p:cNvSpPr txBox="1"/>
          <p:nvPr/>
        </p:nvSpPr>
        <p:spPr>
          <a:xfrm>
            <a:off x="7873905" y="4340801"/>
            <a:ext cx="723275" cy="307777"/>
          </a:xfrm>
          <a:prstGeom prst="rect">
            <a:avLst/>
          </a:prstGeom>
          <a:noFill/>
        </p:spPr>
        <p:txBody>
          <a:bodyPr wrap="none" rtlCol="0">
            <a:spAutoFit/>
          </a:bodyPr>
          <a:lstStyle/>
          <a:p>
            <a:pPr algn="ctr"/>
            <a:r>
              <a:rPr lang="zh-CN" altLang="en-US" sz="1400" b="1" dirty="0">
                <a:solidFill>
                  <a:schemeClr val="bg1"/>
                </a:solidFill>
              </a:rPr>
              <a:t>沉浸感</a:t>
            </a:r>
          </a:p>
        </p:txBody>
      </p:sp>
      <p:sp>
        <p:nvSpPr>
          <p:cNvPr id="130" name="文本框 129">
            <a:extLst>
              <a:ext uri="{FF2B5EF4-FFF2-40B4-BE49-F238E27FC236}">
                <a16:creationId xmlns:a16="http://schemas.microsoft.com/office/drawing/2014/main" id="{A9B001EE-A383-E257-F775-7E2738F14DE2}"/>
              </a:ext>
            </a:extLst>
          </p:cNvPr>
          <p:cNvSpPr txBox="1"/>
          <p:nvPr/>
        </p:nvSpPr>
        <p:spPr>
          <a:xfrm>
            <a:off x="5734363" y="5134101"/>
            <a:ext cx="723275" cy="307777"/>
          </a:xfrm>
          <a:prstGeom prst="rect">
            <a:avLst/>
          </a:prstGeom>
          <a:noFill/>
        </p:spPr>
        <p:txBody>
          <a:bodyPr wrap="none" rtlCol="0">
            <a:spAutoFit/>
          </a:bodyPr>
          <a:lstStyle/>
          <a:p>
            <a:pPr algn="ctr"/>
            <a:r>
              <a:rPr lang="zh-CN" altLang="en-US" sz="1400" b="1" dirty="0">
                <a:solidFill>
                  <a:schemeClr val="bg1"/>
                </a:solidFill>
              </a:rPr>
              <a:t>代入感</a:t>
            </a:r>
          </a:p>
        </p:txBody>
      </p:sp>
      <p:sp>
        <p:nvSpPr>
          <p:cNvPr id="131" name="任意多边形: 形状 130">
            <a:extLst>
              <a:ext uri="{FF2B5EF4-FFF2-40B4-BE49-F238E27FC236}">
                <a16:creationId xmlns:a16="http://schemas.microsoft.com/office/drawing/2014/main" id="{515BAB5C-CB77-E1AF-D1DA-1619211A0FA9}"/>
              </a:ext>
            </a:extLst>
          </p:cNvPr>
          <p:cNvSpPr/>
          <p:nvPr/>
        </p:nvSpPr>
        <p:spPr>
          <a:xfrm flipV="1">
            <a:off x="4216400" y="2805911"/>
            <a:ext cx="476250" cy="1209676"/>
          </a:xfrm>
          <a:custGeom>
            <a:avLst/>
            <a:gdLst>
              <a:gd name="connsiteX0" fmla="*/ 0 w 3551767"/>
              <a:gd name="connsiteY0" fmla="*/ 2354771 h 2354771"/>
              <a:gd name="connsiteX1" fmla="*/ 2000 w 3551767"/>
              <a:gd name="connsiteY1" fmla="*/ 2354771 h 2354771"/>
              <a:gd name="connsiteX2" fmla="*/ 23513 w 3551767"/>
              <a:gd name="connsiteY2" fmla="*/ 2335420 h 2354771"/>
              <a:gd name="connsiteX3" fmla="*/ 1775883 w 3551767"/>
              <a:gd name="connsiteY3" fmla="*/ 1953012 h 2354771"/>
              <a:gd name="connsiteX4" fmla="*/ 3528253 w 3551767"/>
              <a:gd name="connsiteY4" fmla="*/ 2335420 h 2354771"/>
              <a:gd name="connsiteX5" fmla="*/ 3549766 w 3551767"/>
              <a:gd name="connsiteY5" fmla="*/ 2354771 h 2354771"/>
              <a:gd name="connsiteX6" fmla="*/ 3551767 w 3551767"/>
              <a:gd name="connsiteY6" fmla="*/ 2354771 h 2354771"/>
              <a:gd name="connsiteX7" fmla="*/ 3545447 w 3551767"/>
              <a:gd name="connsiteY7" fmla="*/ 2340066 h 2354771"/>
              <a:gd name="connsiteX8" fmla="*/ 3532019 w 3551767"/>
              <a:gd name="connsiteY8" fmla="*/ 2324497 h 2354771"/>
              <a:gd name="connsiteX9" fmla="*/ 2979102 w 3551767"/>
              <a:gd name="connsiteY9" fmla="*/ 1288234 h 2354771"/>
              <a:gd name="connsiteX10" fmla="*/ 2800987 w 3551767"/>
              <a:gd name="connsiteY10" fmla="*/ 727293 h 2354771"/>
              <a:gd name="connsiteX11" fmla="*/ 2747651 w 3551767"/>
              <a:gd name="connsiteY11" fmla="*/ 483776 h 2354771"/>
              <a:gd name="connsiteX12" fmla="*/ 2539734 w 3551767"/>
              <a:gd name="connsiteY12" fmla="*/ 0 h 2354771"/>
              <a:gd name="connsiteX13" fmla="*/ 1012033 w 3551767"/>
              <a:gd name="connsiteY13" fmla="*/ 0 h 2354771"/>
              <a:gd name="connsiteX14" fmla="*/ 804120 w 3551767"/>
              <a:gd name="connsiteY14" fmla="*/ 483766 h 2354771"/>
              <a:gd name="connsiteX15" fmla="*/ 750782 w 3551767"/>
              <a:gd name="connsiteY15" fmla="*/ 727293 h 2354771"/>
              <a:gd name="connsiteX16" fmla="*/ 572667 w 3551767"/>
              <a:gd name="connsiteY16" fmla="*/ 1288234 h 2354771"/>
              <a:gd name="connsiteX17" fmla="*/ 19749 w 3551767"/>
              <a:gd name="connsiteY17" fmla="*/ 2324497 h 2354771"/>
              <a:gd name="connsiteX18" fmla="*/ 6319 w 3551767"/>
              <a:gd name="connsiteY18" fmla="*/ 2340069 h 2354771"/>
              <a:gd name="connsiteX19" fmla="*/ 0 w 3551767"/>
              <a:gd name="connsiteY19" fmla="*/ 2354771 h 2354771"/>
              <a:gd name="connsiteX0" fmla="*/ 0 w 3551767"/>
              <a:gd name="connsiteY0" fmla="*/ 2354771 h 2354771"/>
              <a:gd name="connsiteX1" fmla="*/ 2000 w 3551767"/>
              <a:gd name="connsiteY1" fmla="*/ 2354771 h 2354771"/>
              <a:gd name="connsiteX2" fmla="*/ 23513 w 3551767"/>
              <a:gd name="connsiteY2" fmla="*/ 2335420 h 2354771"/>
              <a:gd name="connsiteX3" fmla="*/ 1775883 w 3551767"/>
              <a:gd name="connsiteY3" fmla="*/ 1953012 h 2354771"/>
              <a:gd name="connsiteX4" fmla="*/ 3528253 w 3551767"/>
              <a:gd name="connsiteY4" fmla="*/ 2335420 h 2354771"/>
              <a:gd name="connsiteX5" fmla="*/ 3549766 w 3551767"/>
              <a:gd name="connsiteY5" fmla="*/ 2354771 h 2354771"/>
              <a:gd name="connsiteX6" fmla="*/ 3551767 w 3551767"/>
              <a:gd name="connsiteY6" fmla="*/ 2354771 h 2354771"/>
              <a:gd name="connsiteX7" fmla="*/ 3545447 w 3551767"/>
              <a:gd name="connsiteY7" fmla="*/ 2340066 h 2354771"/>
              <a:gd name="connsiteX8" fmla="*/ 2979102 w 3551767"/>
              <a:gd name="connsiteY8" fmla="*/ 1288234 h 2354771"/>
              <a:gd name="connsiteX9" fmla="*/ 2800987 w 3551767"/>
              <a:gd name="connsiteY9" fmla="*/ 727293 h 2354771"/>
              <a:gd name="connsiteX10" fmla="*/ 2747651 w 3551767"/>
              <a:gd name="connsiteY10" fmla="*/ 483776 h 2354771"/>
              <a:gd name="connsiteX11" fmla="*/ 2539734 w 3551767"/>
              <a:gd name="connsiteY11" fmla="*/ 0 h 2354771"/>
              <a:gd name="connsiteX12" fmla="*/ 1012033 w 3551767"/>
              <a:gd name="connsiteY12" fmla="*/ 0 h 2354771"/>
              <a:gd name="connsiteX13" fmla="*/ 804120 w 3551767"/>
              <a:gd name="connsiteY13" fmla="*/ 483766 h 2354771"/>
              <a:gd name="connsiteX14" fmla="*/ 750782 w 3551767"/>
              <a:gd name="connsiteY14" fmla="*/ 727293 h 2354771"/>
              <a:gd name="connsiteX15" fmla="*/ 572667 w 3551767"/>
              <a:gd name="connsiteY15" fmla="*/ 1288234 h 2354771"/>
              <a:gd name="connsiteX16" fmla="*/ 19749 w 3551767"/>
              <a:gd name="connsiteY16" fmla="*/ 2324497 h 2354771"/>
              <a:gd name="connsiteX17" fmla="*/ 6319 w 3551767"/>
              <a:gd name="connsiteY17" fmla="*/ 2340069 h 2354771"/>
              <a:gd name="connsiteX18" fmla="*/ 0 w 3551767"/>
              <a:gd name="connsiteY18" fmla="*/ 2354771 h 2354771"/>
              <a:gd name="connsiteX0" fmla="*/ 0 w 3551767"/>
              <a:gd name="connsiteY0" fmla="*/ 2354771 h 2354771"/>
              <a:gd name="connsiteX1" fmla="*/ 2000 w 3551767"/>
              <a:gd name="connsiteY1" fmla="*/ 2354771 h 2354771"/>
              <a:gd name="connsiteX2" fmla="*/ 23513 w 3551767"/>
              <a:gd name="connsiteY2" fmla="*/ 2335420 h 2354771"/>
              <a:gd name="connsiteX3" fmla="*/ 1775883 w 3551767"/>
              <a:gd name="connsiteY3" fmla="*/ 1953012 h 2354771"/>
              <a:gd name="connsiteX4" fmla="*/ 3528253 w 3551767"/>
              <a:gd name="connsiteY4" fmla="*/ 2335420 h 2354771"/>
              <a:gd name="connsiteX5" fmla="*/ 3549766 w 3551767"/>
              <a:gd name="connsiteY5" fmla="*/ 2354771 h 2354771"/>
              <a:gd name="connsiteX6" fmla="*/ 3551767 w 3551767"/>
              <a:gd name="connsiteY6" fmla="*/ 2354771 h 2354771"/>
              <a:gd name="connsiteX7" fmla="*/ 2979102 w 3551767"/>
              <a:gd name="connsiteY7" fmla="*/ 1288234 h 2354771"/>
              <a:gd name="connsiteX8" fmla="*/ 2800987 w 3551767"/>
              <a:gd name="connsiteY8" fmla="*/ 727293 h 2354771"/>
              <a:gd name="connsiteX9" fmla="*/ 2747651 w 3551767"/>
              <a:gd name="connsiteY9" fmla="*/ 483776 h 2354771"/>
              <a:gd name="connsiteX10" fmla="*/ 2539734 w 3551767"/>
              <a:gd name="connsiteY10" fmla="*/ 0 h 2354771"/>
              <a:gd name="connsiteX11" fmla="*/ 1012033 w 3551767"/>
              <a:gd name="connsiteY11" fmla="*/ 0 h 2354771"/>
              <a:gd name="connsiteX12" fmla="*/ 804120 w 3551767"/>
              <a:gd name="connsiteY12" fmla="*/ 483766 h 2354771"/>
              <a:gd name="connsiteX13" fmla="*/ 750782 w 3551767"/>
              <a:gd name="connsiteY13" fmla="*/ 727293 h 2354771"/>
              <a:gd name="connsiteX14" fmla="*/ 572667 w 3551767"/>
              <a:gd name="connsiteY14" fmla="*/ 1288234 h 2354771"/>
              <a:gd name="connsiteX15" fmla="*/ 19749 w 3551767"/>
              <a:gd name="connsiteY15" fmla="*/ 2324497 h 2354771"/>
              <a:gd name="connsiteX16" fmla="*/ 6319 w 3551767"/>
              <a:gd name="connsiteY16" fmla="*/ 2340069 h 2354771"/>
              <a:gd name="connsiteX17" fmla="*/ 0 w 3551767"/>
              <a:gd name="connsiteY17" fmla="*/ 2354771 h 2354771"/>
              <a:gd name="connsiteX0" fmla="*/ 0 w 3549766"/>
              <a:gd name="connsiteY0" fmla="*/ 2354771 h 2354771"/>
              <a:gd name="connsiteX1" fmla="*/ 2000 w 3549766"/>
              <a:gd name="connsiteY1" fmla="*/ 2354771 h 2354771"/>
              <a:gd name="connsiteX2" fmla="*/ 23513 w 3549766"/>
              <a:gd name="connsiteY2" fmla="*/ 2335420 h 2354771"/>
              <a:gd name="connsiteX3" fmla="*/ 1775883 w 3549766"/>
              <a:gd name="connsiteY3" fmla="*/ 1953012 h 2354771"/>
              <a:gd name="connsiteX4" fmla="*/ 3528253 w 3549766"/>
              <a:gd name="connsiteY4" fmla="*/ 2335420 h 2354771"/>
              <a:gd name="connsiteX5" fmla="*/ 3549766 w 3549766"/>
              <a:gd name="connsiteY5" fmla="*/ 2354771 h 2354771"/>
              <a:gd name="connsiteX6" fmla="*/ 2979102 w 3549766"/>
              <a:gd name="connsiteY6" fmla="*/ 1288234 h 2354771"/>
              <a:gd name="connsiteX7" fmla="*/ 2800987 w 3549766"/>
              <a:gd name="connsiteY7" fmla="*/ 727293 h 2354771"/>
              <a:gd name="connsiteX8" fmla="*/ 2747651 w 3549766"/>
              <a:gd name="connsiteY8" fmla="*/ 483776 h 2354771"/>
              <a:gd name="connsiteX9" fmla="*/ 2539734 w 3549766"/>
              <a:gd name="connsiteY9" fmla="*/ 0 h 2354771"/>
              <a:gd name="connsiteX10" fmla="*/ 1012033 w 3549766"/>
              <a:gd name="connsiteY10" fmla="*/ 0 h 2354771"/>
              <a:gd name="connsiteX11" fmla="*/ 804120 w 3549766"/>
              <a:gd name="connsiteY11" fmla="*/ 483766 h 2354771"/>
              <a:gd name="connsiteX12" fmla="*/ 750782 w 3549766"/>
              <a:gd name="connsiteY12" fmla="*/ 727293 h 2354771"/>
              <a:gd name="connsiteX13" fmla="*/ 572667 w 3549766"/>
              <a:gd name="connsiteY13" fmla="*/ 1288234 h 2354771"/>
              <a:gd name="connsiteX14" fmla="*/ 19749 w 3549766"/>
              <a:gd name="connsiteY14" fmla="*/ 2324497 h 2354771"/>
              <a:gd name="connsiteX15" fmla="*/ 6319 w 3549766"/>
              <a:gd name="connsiteY15" fmla="*/ 2340069 h 2354771"/>
              <a:gd name="connsiteX16" fmla="*/ 0 w 3549766"/>
              <a:gd name="connsiteY16" fmla="*/ 2354771 h 2354771"/>
              <a:gd name="connsiteX0" fmla="*/ 0 w 3528253"/>
              <a:gd name="connsiteY0" fmla="*/ 2354771 h 2354771"/>
              <a:gd name="connsiteX1" fmla="*/ 2000 w 3528253"/>
              <a:gd name="connsiteY1" fmla="*/ 2354771 h 2354771"/>
              <a:gd name="connsiteX2" fmla="*/ 23513 w 3528253"/>
              <a:gd name="connsiteY2" fmla="*/ 2335420 h 2354771"/>
              <a:gd name="connsiteX3" fmla="*/ 1775883 w 3528253"/>
              <a:gd name="connsiteY3" fmla="*/ 1953012 h 2354771"/>
              <a:gd name="connsiteX4" fmla="*/ 3528253 w 3528253"/>
              <a:gd name="connsiteY4" fmla="*/ 2335420 h 2354771"/>
              <a:gd name="connsiteX5" fmla="*/ 2979102 w 3528253"/>
              <a:gd name="connsiteY5" fmla="*/ 1288234 h 2354771"/>
              <a:gd name="connsiteX6" fmla="*/ 2800987 w 3528253"/>
              <a:gd name="connsiteY6" fmla="*/ 727293 h 2354771"/>
              <a:gd name="connsiteX7" fmla="*/ 2747651 w 3528253"/>
              <a:gd name="connsiteY7" fmla="*/ 483776 h 2354771"/>
              <a:gd name="connsiteX8" fmla="*/ 2539734 w 3528253"/>
              <a:gd name="connsiteY8" fmla="*/ 0 h 2354771"/>
              <a:gd name="connsiteX9" fmla="*/ 1012033 w 3528253"/>
              <a:gd name="connsiteY9" fmla="*/ 0 h 2354771"/>
              <a:gd name="connsiteX10" fmla="*/ 804120 w 3528253"/>
              <a:gd name="connsiteY10" fmla="*/ 483766 h 2354771"/>
              <a:gd name="connsiteX11" fmla="*/ 750782 w 3528253"/>
              <a:gd name="connsiteY11" fmla="*/ 727293 h 2354771"/>
              <a:gd name="connsiteX12" fmla="*/ 572667 w 3528253"/>
              <a:gd name="connsiteY12" fmla="*/ 1288234 h 2354771"/>
              <a:gd name="connsiteX13" fmla="*/ 19749 w 3528253"/>
              <a:gd name="connsiteY13" fmla="*/ 2324497 h 2354771"/>
              <a:gd name="connsiteX14" fmla="*/ 6319 w 3528253"/>
              <a:gd name="connsiteY14" fmla="*/ 2340069 h 2354771"/>
              <a:gd name="connsiteX15" fmla="*/ 0 w 3528253"/>
              <a:gd name="connsiteY15" fmla="*/ 2354771 h 2354771"/>
              <a:gd name="connsiteX0" fmla="*/ 0 w 3030702"/>
              <a:gd name="connsiteY0" fmla="*/ 2354771 h 2354771"/>
              <a:gd name="connsiteX1" fmla="*/ 2000 w 3030702"/>
              <a:gd name="connsiteY1" fmla="*/ 2354771 h 2354771"/>
              <a:gd name="connsiteX2" fmla="*/ 23513 w 3030702"/>
              <a:gd name="connsiteY2" fmla="*/ 2335420 h 2354771"/>
              <a:gd name="connsiteX3" fmla="*/ 1775883 w 3030702"/>
              <a:gd name="connsiteY3" fmla="*/ 1953012 h 2354771"/>
              <a:gd name="connsiteX4" fmla="*/ 2979102 w 3030702"/>
              <a:gd name="connsiteY4" fmla="*/ 1288234 h 2354771"/>
              <a:gd name="connsiteX5" fmla="*/ 2800987 w 3030702"/>
              <a:gd name="connsiteY5" fmla="*/ 727293 h 2354771"/>
              <a:gd name="connsiteX6" fmla="*/ 2747651 w 3030702"/>
              <a:gd name="connsiteY6" fmla="*/ 483776 h 2354771"/>
              <a:gd name="connsiteX7" fmla="*/ 2539734 w 3030702"/>
              <a:gd name="connsiteY7" fmla="*/ 0 h 2354771"/>
              <a:gd name="connsiteX8" fmla="*/ 1012033 w 3030702"/>
              <a:gd name="connsiteY8" fmla="*/ 0 h 2354771"/>
              <a:gd name="connsiteX9" fmla="*/ 804120 w 3030702"/>
              <a:gd name="connsiteY9" fmla="*/ 483766 h 2354771"/>
              <a:gd name="connsiteX10" fmla="*/ 750782 w 3030702"/>
              <a:gd name="connsiteY10" fmla="*/ 727293 h 2354771"/>
              <a:gd name="connsiteX11" fmla="*/ 572667 w 3030702"/>
              <a:gd name="connsiteY11" fmla="*/ 1288234 h 2354771"/>
              <a:gd name="connsiteX12" fmla="*/ 19749 w 3030702"/>
              <a:gd name="connsiteY12" fmla="*/ 2324497 h 2354771"/>
              <a:gd name="connsiteX13" fmla="*/ 6319 w 3030702"/>
              <a:gd name="connsiteY13" fmla="*/ 2340069 h 2354771"/>
              <a:gd name="connsiteX14" fmla="*/ 0 w 3030702"/>
              <a:gd name="connsiteY14" fmla="*/ 2354771 h 2354771"/>
              <a:gd name="connsiteX0" fmla="*/ 0 w 3154175"/>
              <a:gd name="connsiteY0" fmla="*/ 2354771 h 2354771"/>
              <a:gd name="connsiteX1" fmla="*/ 2000 w 3154175"/>
              <a:gd name="connsiteY1" fmla="*/ 2354771 h 2354771"/>
              <a:gd name="connsiteX2" fmla="*/ 23513 w 3154175"/>
              <a:gd name="connsiteY2" fmla="*/ 2335420 h 2354771"/>
              <a:gd name="connsiteX3" fmla="*/ 2979102 w 3154175"/>
              <a:gd name="connsiteY3" fmla="*/ 1288234 h 2354771"/>
              <a:gd name="connsiteX4" fmla="*/ 2800987 w 3154175"/>
              <a:gd name="connsiteY4" fmla="*/ 727293 h 2354771"/>
              <a:gd name="connsiteX5" fmla="*/ 2747651 w 3154175"/>
              <a:gd name="connsiteY5" fmla="*/ 483776 h 2354771"/>
              <a:gd name="connsiteX6" fmla="*/ 2539734 w 3154175"/>
              <a:gd name="connsiteY6" fmla="*/ 0 h 2354771"/>
              <a:gd name="connsiteX7" fmla="*/ 1012033 w 3154175"/>
              <a:gd name="connsiteY7" fmla="*/ 0 h 2354771"/>
              <a:gd name="connsiteX8" fmla="*/ 804120 w 3154175"/>
              <a:gd name="connsiteY8" fmla="*/ 483766 h 2354771"/>
              <a:gd name="connsiteX9" fmla="*/ 750782 w 3154175"/>
              <a:gd name="connsiteY9" fmla="*/ 727293 h 2354771"/>
              <a:gd name="connsiteX10" fmla="*/ 572667 w 3154175"/>
              <a:gd name="connsiteY10" fmla="*/ 1288234 h 2354771"/>
              <a:gd name="connsiteX11" fmla="*/ 19749 w 3154175"/>
              <a:gd name="connsiteY11" fmla="*/ 2324497 h 2354771"/>
              <a:gd name="connsiteX12" fmla="*/ 6319 w 3154175"/>
              <a:gd name="connsiteY12" fmla="*/ 2340069 h 2354771"/>
              <a:gd name="connsiteX13" fmla="*/ 0 w 3154175"/>
              <a:gd name="connsiteY13" fmla="*/ 2354771 h 2354771"/>
              <a:gd name="connsiteX0" fmla="*/ 4319 w 3152175"/>
              <a:gd name="connsiteY0" fmla="*/ 2340069 h 2354771"/>
              <a:gd name="connsiteX1" fmla="*/ 0 w 3152175"/>
              <a:gd name="connsiteY1" fmla="*/ 2354771 h 2354771"/>
              <a:gd name="connsiteX2" fmla="*/ 21513 w 3152175"/>
              <a:gd name="connsiteY2" fmla="*/ 2335420 h 2354771"/>
              <a:gd name="connsiteX3" fmla="*/ 2977102 w 3152175"/>
              <a:gd name="connsiteY3" fmla="*/ 1288234 h 2354771"/>
              <a:gd name="connsiteX4" fmla="*/ 2798987 w 3152175"/>
              <a:gd name="connsiteY4" fmla="*/ 727293 h 2354771"/>
              <a:gd name="connsiteX5" fmla="*/ 2745651 w 3152175"/>
              <a:gd name="connsiteY5" fmla="*/ 483776 h 2354771"/>
              <a:gd name="connsiteX6" fmla="*/ 2537734 w 3152175"/>
              <a:gd name="connsiteY6" fmla="*/ 0 h 2354771"/>
              <a:gd name="connsiteX7" fmla="*/ 1010033 w 3152175"/>
              <a:gd name="connsiteY7" fmla="*/ 0 h 2354771"/>
              <a:gd name="connsiteX8" fmla="*/ 802120 w 3152175"/>
              <a:gd name="connsiteY8" fmla="*/ 483766 h 2354771"/>
              <a:gd name="connsiteX9" fmla="*/ 748782 w 3152175"/>
              <a:gd name="connsiteY9" fmla="*/ 727293 h 2354771"/>
              <a:gd name="connsiteX10" fmla="*/ 570667 w 3152175"/>
              <a:gd name="connsiteY10" fmla="*/ 1288234 h 2354771"/>
              <a:gd name="connsiteX11" fmla="*/ 17749 w 3152175"/>
              <a:gd name="connsiteY11" fmla="*/ 2324497 h 2354771"/>
              <a:gd name="connsiteX12" fmla="*/ 4319 w 3152175"/>
              <a:gd name="connsiteY12" fmla="*/ 2340069 h 2354771"/>
              <a:gd name="connsiteX0" fmla="*/ 17749 w 3152175"/>
              <a:gd name="connsiteY0" fmla="*/ 2324497 h 2354771"/>
              <a:gd name="connsiteX1" fmla="*/ 0 w 3152175"/>
              <a:gd name="connsiteY1" fmla="*/ 2354771 h 2354771"/>
              <a:gd name="connsiteX2" fmla="*/ 21513 w 3152175"/>
              <a:gd name="connsiteY2" fmla="*/ 2335420 h 2354771"/>
              <a:gd name="connsiteX3" fmla="*/ 2977102 w 3152175"/>
              <a:gd name="connsiteY3" fmla="*/ 1288234 h 2354771"/>
              <a:gd name="connsiteX4" fmla="*/ 2798987 w 3152175"/>
              <a:gd name="connsiteY4" fmla="*/ 727293 h 2354771"/>
              <a:gd name="connsiteX5" fmla="*/ 2745651 w 3152175"/>
              <a:gd name="connsiteY5" fmla="*/ 483776 h 2354771"/>
              <a:gd name="connsiteX6" fmla="*/ 2537734 w 3152175"/>
              <a:gd name="connsiteY6" fmla="*/ 0 h 2354771"/>
              <a:gd name="connsiteX7" fmla="*/ 1010033 w 3152175"/>
              <a:gd name="connsiteY7" fmla="*/ 0 h 2354771"/>
              <a:gd name="connsiteX8" fmla="*/ 802120 w 3152175"/>
              <a:gd name="connsiteY8" fmla="*/ 483766 h 2354771"/>
              <a:gd name="connsiteX9" fmla="*/ 748782 w 3152175"/>
              <a:gd name="connsiteY9" fmla="*/ 727293 h 2354771"/>
              <a:gd name="connsiteX10" fmla="*/ 570667 w 3152175"/>
              <a:gd name="connsiteY10" fmla="*/ 1288234 h 2354771"/>
              <a:gd name="connsiteX11" fmla="*/ 17749 w 3152175"/>
              <a:gd name="connsiteY11" fmla="*/ 2324497 h 2354771"/>
              <a:gd name="connsiteX0" fmla="*/ 17749 w 2798987"/>
              <a:gd name="connsiteY0" fmla="*/ 2324497 h 2354771"/>
              <a:gd name="connsiteX1" fmla="*/ 0 w 2798987"/>
              <a:gd name="connsiteY1" fmla="*/ 2354771 h 2354771"/>
              <a:gd name="connsiteX2" fmla="*/ 21513 w 2798987"/>
              <a:gd name="connsiteY2" fmla="*/ 2335420 h 2354771"/>
              <a:gd name="connsiteX3" fmla="*/ 2798987 w 2798987"/>
              <a:gd name="connsiteY3" fmla="*/ 727293 h 2354771"/>
              <a:gd name="connsiteX4" fmla="*/ 2745651 w 2798987"/>
              <a:gd name="connsiteY4" fmla="*/ 483776 h 2354771"/>
              <a:gd name="connsiteX5" fmla="*/ 2537734 w 2798987"/>
              <a:gd name="connsiteY5" fmla="*/ 0 h 2354771"/>
              <a:gd name="connsiteX6" fmla="*/ 1010033 w 2798987"/>
              <a:gd name="connsiteY6" fmla="*/ 0 h 2354771"/>
              <a:gd name="connsiteX7" fmla="*/ 802120 w 2798987"/>
              <a:gd name="connsiteY7" fmla="*/ 483766 h 2354771"/>
              <a:gd name="connsiteX8" fmla="*/ 748782 w 2798987"/>
              <a:gd name="connsiteY8" fmla="*/ 727293 h 2354771"/>
              <a:gd name="connsiteX9" fmla="*/ 570667 w 2798987"/>
              <a:gd name="connsiteY9" fmla="*/ 1288234 h 2354771"/>
              <a:gd name="connsiteX10" fmla="*/ 17749 w 2798987"/>
              <a:gd name="connsiteY10" fmla="*/ 2324497 h 2354771"/>
              <a:gd name="connsiteX0" fmla="*/ 17749 w 2745651"/>
              <a:gd name="connsiteY0" fmla="*/ 2324497 h 2354771"/>
              <a:gd name="connsiteX1" fmla="*/ 0 w 2745651"/>
              <a:gd name="connsiteY1" fmla="*/ 2354771 h 2354771"/>
              <a:gd name="connsiteX2" fmla="*/ 21513 w 2745651"/>
              <a:gd name="connsiteY2" fmla="*/ 2335420 h 2354771"/>
              <a:gd name="connsiteX3" fmla="*/ 2745651 w 2745651"/>
              <a:gd name="connsiteY3" fmla="*/ 483776 h 2354771"/>
              <a:gd name="connsiteX4" fmla="*/ 2537734 w 2745651"/>
              <a:gd name="connsiteY4" fmla="*/ 0 h 2354771"/>
              <a:gd name="connsiteX5" fmla="*/ 1010033 w 2745651"/>
              <a:gd name="connsiteY5" fmla="*/ 0 h 2354771"/>
              <a:gd name="connsiteX6" fmla="*/ 802120 w 2745651"/>
              <a:gd name="connsiteY6" fmla="*/ 483766 h 2354771"/>
              <a:gd name="connsiteX7" fmla="*/ 748782 w 2745651"/>
              <a:gd name="connsiteY7" fmla="*/ 727293 h 2354771"/>
              <a:gd name="connsiteX8" fmla="*/ 570667 w 2745651"/>
              <a:gd name="connsiteY8" fmla="*/ 1288234 h 2354771"/>
              <a:gd name="connsiteX9" fmla="*/ 17749 w 2745651"/>
              <a:gd name="connsiteY9" fmla="*/ 2324497 h 2354771"/>
              <a:gd name="connsiteX0" fmla="*/ 17749 w 2747161"/>
              <a:gd name="connsiteY0" fmla="*/ 2324497 h 2354771"/>
              <a:gd name="connsiteX1" fmla="*/ 0 w 2747161"/>
              <a:gd name="connsiteY1" fmla="*/ 2354771 h 2354771"/>
              <a:gd name="connsiteX2" fmla="*/ 21513 w 2747161"/>
              <a:gd name="connsiteY2" fmla="*/ 2335420 h 2354771"/>
              <a:gd name="connsiteX3" fmla="*/ 2745651 w 2747161"/>
              <a:gd name="connsiteY3" fmla="*/ 483776 h 2354771"/>
              <a:gd name="connsiteX4" fmla="*/ 2537734 w 2747161"/>
              <a:gd name="connsiteY4" fmla="*/ 0 h 2354771"/>
              <a:gd name="connsiteX5" fmla="*/ 1010033 w 2747161"/>
              <a:gd name="connsiteY5" fmla="*/ 0 h 2354771"/>
              <a:gd name="connsiteX6" fmla="*/ 802120 w 2747161"/>
              <a:gd name="connsiteY6" fmla="*/ 483766 h 2354771"/>
              <a:gd name="connsiteX7" fmla="*/ 748782 w 2747161"/>
              <a:gd name="connsiteY7" fmla="*/ 727293 h 2354771"/>
              <a:gd name="connsiteX8" fmla="*/ 570667 w 2747161"/>
              <a:gd name="connsiteY8" fmla="*/ 1288234 h 2354771"/>
              <a:gd name="connsiteX9" fmla="*/ 17749 w 2747161"/>
              <a:gd name="connsiteY9" fmla="*/ 2324497 h 2354771"/>
              <a:gd name="connsiteX0" fmla="*/ 17749 w 2537734"/>
              <a:gd name="connsiteY0" fmla="*/ 2324497 h 2354771"/>
              <a:gd name="connsiteX1" fmla="*/ 0 w 2537734"/>
              <a:gd name="connsiteY1" fmla="*/ 2354771 h 2354771"/>
              <a:gd name="connsiteX2" fmla="*/ 21513 w 2537734"/>
              <a:gd name="connsiteY2" fmla="*/ 2335420 h 2354771"/>
              <a:gd name="connsiteX3" fmla="*/ 2537734 w 2537734"/>
              <a:gd name="connsiteY3" fmla="*/ 0 h 2354771"/>
              <a:gd name="connsiteX4" fmla="*/ 1010033 w 2537734"/>
              <a:gd name="connsiteY4" fmla="*/ 0 h 2354771"/>
              <a:gd name="connsiteX5" fmla="*/ 802120 w 2537734"/>
              <a:gd name="connsiteY5" fmla="*/ 483766 h 2354771"/>
              <a:gd name="connsiteX6" fmla="*/ 748782 w 2537734"/>
              <a:gd name="connsiteY6" fmla="*/ 727293 h 2354771"/>
              <a:gd name="connsiteX7" fmla="*/ 570667 w 2537734"/>
              <a:gd name="connsiteY7" fmla="*/ 1288234 h 2354771"/>
              <a:gd name="connsiteX8" fmla="*/ 17749 w 2537734"/>
              <a:gd name="connsiteY8" fmla="*/ 2324497 h 2354771"/>
              <a:gd name="connsiteX0" fmla="*/ 2537734 w 2614364"/>
              <a:gd name="connsiteY0" fmla="*/ 0 h 2354771"/>
              <a:gd name="connsiteX1" fmla="*/ 1010033 w 2614364"/>
              <a:gd name="connsiteY1" fmla="*/ 0 h 2354771"/>
              <a:gd name="connsiteX2" fmla="*/ 802120 w 2614364"/>
              <a:gd name="connsiteY2" fmla="*/ 483766 h 2354771"/>
              <a:gd name="connsiteX3" fmla="*/ 748782 w 2614364"/>
              <a:gd name="connsiteY3" fmla="*/ 727293 h 2354771"/>
              <a:gd name="connsiteX4" fmla="*/ 570667 w 2614364"/>
              <a:gd name="connsiteY4" fmla="*/ 1288234 h 2354771"/>
              <a:gd name="connsiteX5" fmla="*/ 17749 w 2614364"/>
              <a:gd name="connsiteY5" fmla="*/ 2324497 h 2354771"/>
              <a:gd name="connsiteX6" fmla="*/ 0 w 2614364"/>
              <a:gd name="connsiteY6" fmla="*/ 2354771 h 2354771"/>
              <a:gd name="connsiteX7" fmla="*/ 21513 w 2614364"/>
              <a:gd name="connsiteY7" fmla="*/ 2335420 h 2354771"/>
              <a:gd name="connsiteX8" fmla="*/ 2614364 w 2614364"/>
              <a:gd name="connsiteY8" fmla="*/ 76630 h 2354771"/>
              <a:gd name="connsiteX0" fmla="*/ 2537734 w 2537734"/>
              <a:gd name="connsiteY0" fmla="*/ 0 h 2354771"/>
              <a:gd name="connsiteX1" fmla="*/ 1010033 w 2537734"/>
              <a:gd name="connsiteY1" fmla="*/ 0 h 2354771"/>
              <a:gd name="connsiteX2" fmla="*/ 802120 w 2537734"/>
              <a:gd name="connsiteY2" fmla="*/ 483766 h 2354771"/>
              <a:gd name="connsiteX3" fmla="*/ 748782 w 2537734"/>
              <a:gd name="connsiteY3" fmla="*/ 727293 h 2354771"/>
              <a:gd name="connsiteX4" fmla="*/ 570667 w 2537734"/>
              <a:gd name="connsiteY4" fmla="*/ 1288234 h 2354771"/>
              <a:gd name="connsiteX5" fmla="*/ 17749 w 2537734"/>
              <a:gd name="connsiteY5" fmla="*/ 2324497 h 2354771"/>
              <a:gd name="connsiteX6" fmla="*/ 0 w 2537734"/>
              <a:gd name="connsiteY6" fmla="*/ 2354771 h 2354771"/>
              <a:gd name="connsiteX7" fmla="*/ 21513 w 2537734"/>
              <a:gd name="connsiteY7" fmla="*/ 2335420 h 2354771"/>
              <a:gd name="connsiteX0" fmla="*/ 1010033 w 1010033"/>
              <a:gd name="connsiteY0" fmla="*/ 0 h 2354771"/>
              <a:gd name="connsiteX1" fmla="*/ 802120 w 1010033"/>
              <a:gd name="connsiteY1" fmla="*/ 483766 h 2354771"/>
              <a:gd name="connsiteX2" fmla="*/ 748782 w 1010033"/>
              <a:gd name="connsiteY2" fmla="*/ 727293 h 2354771"/>
              <a:gd name="connsiteX3" fmla="*/ 570667 w 1010033"/>
              <a:gd name="connsiteY3" fmla="*/ 1288234 h 2354771"/>
              <a:gd name="connsiteX4" fmla="*/ 17749 w 1010033"/>
              <a:gd name="connsiteY4" fmla="*/ 2324497 h 2354771"/>
              <a:gd name="connsiteX5" fmla="*/ 0 w 1010033"/>
              <a:gd name="connsiteY5" fmla="*/ 2354771 h 2354771"/>
              <a:gd name="connsiteX6" fmla="*/ 21513 w 1010033"/>
              <a:gd name="connsiteY6" fmla="*/ 2335420 h 2354771"/>
              <a:gd name="connsiteX0" fmla="*/ 802120 w 802120"/>
              <a:gd name="connsiteY0" fmla="*/ 0 h 1871005"/>
              <a:gd name="connsiteX1" fmla="*/ 748782 w 802120"/>
              <a:gd name="connsiteY1" fmla="*/ 243527 h 1871005"/>
              <a:gd name="connsiteX2" fmla="*/ 570667 w 802120"/>
              <a:gd name="connsiteY2" fmla="*/ 804468 h 1871005"/>
              <a:gd name="connsiteX3" fmla="*/ 17749 w 802120"/>
              <a:gd name="connsiteY3" fmla="*/ 1840731 h 1871005"/>
              <a:gd name="connsiteX4" fmla="*/ 0 w 802120"/>
              <a:gd name="connsiteY4" fmla="*/ 1871005 h 1871005"/>
              <a:gd name="connsiteX5" fmla="*/ 21513 w 802120"/>
              <a:gd name="connsiteY5" fmla="*/ 1851654 h 1871005"/>
              <a:gd name="connsiteX0" fmla="*/ 784371 w 784371"/>
              <a:gd name="connsiteY0" fmla="*/ 0 h 1851654"/>
              <a:gd name="connsiteX1" fmla="*/ 731033 w 784371"/>
              <a:gd name="connsiteY1" fmla="*/ 243527 h 1851654"/>
              <a:gd name="connsiteX2" fmla="*/ 552918 w 784371"/>
              <a:gd name="connsiteY2" fmla="*/ 804468 h 1851654"/>
              <a:gd name="connsiteX3" fmla="*/ 0 w 784371"/>
              <a:gd name="connsiteY3" fmla="*/ 1840731 h 1851654"/>
              <a:gd name="connsiteX4" fmla="*/ 3764 w 784371"/>
              <a:gd name="connsiteY4" fmla="*/ 1851654 h 1851654"/>
              <a:gd name="connsiteX0" fmla="*/ 784371 w 784371"/>
              <a:gd name="connsiteY0" fmla="*/ 0 h 1840731"/>
              <a:gd name="connsiteX1" fmla="*/ 731033 w 784371"/>
              <a:gd name="connsiteY1" fmla="*/ 243527 h 1840731"/>
              <a:gd name="connsiteX2" fmla="*/ 552918 w 784371"/>
              <a:gd name="connsiteY2" fmla="*/ 804468 h 1840731"/>
              <a:gd name="connsiteX3" fmla="*/ 0 w 784371"/>
              <a:gd name="connsiteY3" fmla="*/ 1840731 h 1840731"/>
              <a:gd name="connsiteX0" fmla="*/ 784371 w 784371"/>
              <a:gd name="connsiteY0" fmla="*/ 0 h 1840731"/>
              <a:gd name="connsiteX1" fmla="*/ 731033 w 784371"/>
              <a:gd name="connsiteY1" fmla="*/ 243527 h 1840731"/>
              <a:gd name="connsiteX2" fmla="*/ 552918 w 784371"/>
              <a:gd name="connsiteY2" fmla="*/ 804468 h 1840731"/>
              <a:gd name="connsiteX3" fmla="*/ 303777 w 784371"/>
              <a:gd name="connsiteY3" fmla="*/ 1365994 h 1840731"/>
              <a:gd name="connsiteX4" fmla="*/ 0 w 784371"/>
              <a:gd name="connsiteY4" fmla="*/ 1840731 h 1840731"/>
              <a:gd name="connsiteX0" fmla="*/ 784371 w 784371"/>
              <a:gd name="connsiteY0" fmla="*/ 0 h 1840731"/>
              <a:gd name="connsiteX1" fmla="*/ 731033 w 784371"/>
              <a:gd name="connsiteY1" fmla="*/ 243527 h 1840731"/>
              <a:gd name="connsiteX2" fmla="*/ 702890 w 784371"/>
              <a:gd name="connsiteY2" fmla="*/ 352247 h 1840731"/>
              <a:gd name="connsiteX3" fmla="*/ 552918 w 784371"/>
              <a:gd name="connsiteY3" fmla="*/ 804468 h 1840731"/>
              <a:gd name="connsiteX4" fmla="*/ 303777 w 784371"/>
              <a:gd name="connsiteY4" fmla="*/ 1365994 h 1840731"/>
              <a:gd name="connsiteX5" fmla="*/ 0 w 784371"/>
              <a:gd name="connsiteY5" fmla="*/ 1840731 h 1840731"/>
              <a:gd name="connsiteX0" fmla="*/ 731033 w 731033"/>
              <a:gd name="connsiteY0" fmla="*/ 0 h 1597204"/>
              <a:gd name="connsiteX1" fmla="*/ 702890 w 731033"/>
              <a:gd name="connsiteY1" fmla="*/ 108720 h 1597204"/>
              <a:gd name="connsiteX2" fmla="*/ 552918 w 731033"/>
              <a:gd name="connsiteY2" fmla="*/ 560941 h 1597204"/>
              <a:gd name="connsiteX3" fmla="*/ 303777 w 731033"/>
              <a:gd name="connsiteY3" fmla="*/ 1122467 h 1597204"/>
              <a:gd name="connsiteX4" fmla="*/ 0 w 731033"/>
              <a:gd name="connsiteY4" fmla="*/ 1597204 h 1597204"/>
              <a:gd name="connsiteX0" fmla="*/ 702890 w 702890"/>
              <a:gd name="connsiteY0" fmla="*/ 0 h 1488484"/>
              <a:gd name="connsiteX1" fmla="*/ 552918 w 702890"/>
              <a:gd name="connsiteY1" fmla="*/ 452221 h 1488484"/>
              <a:gd name="connsiteX2" fmla="*/ 303777 w 702890"/>
              <a:gd name="connsiteY2" fmla="*/ 1013747 h 1488484"/>
              <a:gd name="connsiteX3" fmla="*/ 0 w 702890"/>
              <a:gd name="connsiteY3" fmla="*/ 1488484 h 1488484"/>
              <a:gd name="connsiteX0" fmla="*/ 399113 w 399113"/>
              <a:gd name="connsiteY0" fmla="*/ 0 h 1013747"/>
              <a:gd name="connsiteX1" fmla="*/ 249141 w 399113"/>
              <a:gd name="connsiteY1" fmla="*/ 452221 h 1013747"/>
              <a:gd name="connsiteX2" fmla="*/ 0 w 399113"/>
              <a:gd name="connsiteY2" fmla="*/ 1013747 h 1013747"/>
            </a:gdLst>
            <a:ahLst/>
            <a:cxnLst>
              <a:cxn ang="0">
                <a:pos x="connsiteX0" y="connsiteY0"/>
              </a:cxn>
              <a:cxn ang="0">
                <a:pos x="connsiteX1" y="connsiteY1"/>
              </a:cxn>
              <a:cxn ang="0">
                <a:pos x="connsiteX2" y="connsiteY2"/>
              </a:cxn>
            </a:cxnLst>
            <a:rect l="l" t="t" r="r" b="b"/>
            <a:pathLst>
              <a:path w="399113" h="1013747">
                <a:moveTo>
                  <a:pt x="399113" y="0"/>
                </a:moveTo>
                <a:cubicBezTo>
                  <a:pt x="369427" y="93490"/>
                  <a:pt x="315660" y="283263"/>
                  <a:pt x="249141" y="452221"/>
                </a:cubicBezTo>
                <a:cubicBezTo>
                  <a:pt x="177932" y="639299"/>
                  <a:pt x="92153" y="841037"/>
                  <a:pt x="0" y="1013747"/>
                </a:cubicBezTo>
              </a:path>
            </a:pathLst>
          </a:custGeom>
          <a:noFill/>
          <a:ln cap="rnd">
            <a:gradFill>
              <a:gsLst>
                <a:gs pos="0">
                  <a:schemeClr val="accent1">
                    <a:alpha val="0"/>
                  </a:schemeClr>
                </a:gs>
                <a:gs pos="100000">
                  <a:schemeClr val="accent1"/>
                </a:gs>
              </a:gsLst>
              <a:lin ang="5400000" scaled="1"/>
            </a:gradFill>
            <a:tailEnd type="arrow" w="lg" len="me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2" name="任意多边形: 形状 131">
            <a:extLst>
              <a:ext uri="{FF2B5EF4-FFF2-40B4-BE49-F238E27FC236}">
                <a16:creationId xmlns:a16="http://schemas.microsoft.com/office/drawing/2014/main" id="{DC24144B-BF11-6A63-2A06-5D2F44552AFE}"/>
              </a:ext>
            </a:extLst>
          </p:cNvPr>
          <p:cNvSpPr/>
          <p:nvPr/>
        </p:nvSpPr>
        <p:spPr>
          <a:xfrm flipH="1" flipV="1">
            <a:off x="7487872" y="2805911"/>
            <a:ext cx="476250" cy="1209676"/>
          </a:xfrm>
          <a:custGeom>
            <a:avLst/>
            <a:gdLst>
              <a:gd name="connsiteX0" fmla="*/ 0 w 3551767"/>
              <a:gd name="connsiteY0" fmla="*/ 2354771 h 2354771"/>
              <a:gd name="connsiteX1" fmla="*/ 2000 w 3551767"/>
              <a:gd name="connsiteY1" fmla="*/ 2354771 h 2354771"/>
              <a:gd name="connsiteX2" fmla="*/ 23513 w 3551767"/>
              <a:gd name="connsiteY2" fmla="*/ 2335420 h 2354771"/>
              <a:gd name="connsiteX3" fmla="*/ 1775883 w 3551767"/>
              <a:gd name="connsiteY3" fmla="*/ 1953012 h 2354771"/>
              <a:gd name="connsiteX4" fmla="*/ 3528253 w 3551767"/>
              <a:gd name="connsiteY4" fmla="*/ 2335420 h 2354771"/>
              <a:gd name="connsiteX5" fmla="*/ 3549766 w 3551767"/>
              <a:gd name="connsiteY5" fmla="*/ 2354771 h 2354771"/>
              <a:gd name="connsiteX6" fmla="*/ 3551767 w 3551767"/>
              <a:gd name="connsiteY6" fmla="*/ 2354771 h 2354771"/>
              <a:gd name="connsiteX7" fmla="*/ 3545447 w 3551767"/>
              <a:gd name="connsiteY7" fmla="*/ 2340066 h 2354771"/>
              <a:gd name="connsiteX8" fmla="*/ 3532019 w 3551767"/>
              <a:gd name="connsiteY8" fmla="*/ 2324497 h 2354771"/>
              <a:gd name="connsiteX9" fmla="*/ 2979102 w 3551767"/>
              <a:gd name="connsiteY9" fmla="*/ 1288234 h 2354771"/>
              <a:gd name="connsiteX10" fmla="*/ 2800987 w 3551767"/>
              <a:gd name="connsiteY10" fmla="*/ 727293 h 2354771"/>
              <a:gd name="connsiteX11" fmla="*/ 2747651 w 3551767"/>
              <a:gd name="connsiteY11" fmla="*/ 483776 h 2354771"/>
              <a:gd name="connsiteX12" fmla="*/ 2539734 w 3551767"/>
              <a:gd name="connsiteY12" fmla="*/ 0 h 2354771"/>
              <a:gd name="connsiteX13" fmla="*/ 1012033 w 3551767"/>
              <a:gd name="connsiteY13" fmla="*/ 0 h 2354771"/>
              <a:gd name="connsiteX14" fmla="*/ 804120 w 3551767"/>
              <a:gd name="connsiteY14" fmla="*/ 483766 h 2354771"/>
              <a:gd name="connsiteX15" fmla="*/ 750782 w 3551767"/>
              <a:gd name="connsiteY15" fmla="*/ 727293 h 2354771"/>
              <a:gd name="connsiteX16" fmla="*/ 572667 w 3551767"/>
              <a:gd name="connsiteY16" fmla="*/ 1288234 h 2354771"/>
              <a:gd name="connsiteX17" fmla="*/ 19749 w 3551767"/>
              <a:gd name="connsiteY17" fmla="*/ 2324497 h 2354771"/>
              <a:gd name="connsiteX18" fmla="*/ 6319 w 3551767"/>
              <a:gd name="connsiteY18" fmla="*/ 2340069 h 2354771"/>
              <a:gd name="connsiteX19" fmla="*/ 0 w 3551767"/>
              <a:gd name="connsiteY19" fmla="*/ 2354771 h 2354771"/>
              <a:gd name="connsiteX0" fmla="*/ 0 w 3551767"/>
              <a:gd name="connsiteY0" fmla="*/ 2354771 h 2354771"/>
              <a:gd name="connsiteX1" fmla="*/ 2000 w 3551767"/>
              <a:gd name="connsiteY1" fmla="*/ 2354771 h 2354771"/>
              <a:gd name="connsiteX2" fmla="*/ 23513 w 3551767"/>
              <a:gd name="connsiteY2" fmla="*/ 2335420 h 2354771"/>
              <a:gd name="connsiteX3" fmla="*/ 1775883 w 3551767"/>
              <a:gd name="connsiteY3" fmla="*/ 1953012 h 2354771"/>
              <a:gd name="connsiteX4" fmla="*/ 3528253 w 3551767"/>
              <a:gd name="connsiteY4" fmla="*/ 2335420 h 2354771"/>
              <a:gd name="connsiteX5" fmla="*/ 3549766 w 3551767"/>
              <a:gd name="connsiteY5" fmla="*/ 2354771 h 2354771"/>
              <a:gd name="connsiteX6" fmla="*/ 3551767 w 3551767"/>
              <a:gd name="connsiteY6" fmla="*/ 2354771 h 2354771"/>
              <a:gd name="connsiteX7" fmla="*/ 3545447 w 3551767"/>
              <a:gd name="connsiteY7" fmla="*/ 2340066 h 2354771"/>
              <a:gd name="connsiteX8" fmla="*/ 2979102 w 3551767"/>
              <a:gd name="connsiteY8" fmla="*/ 1288234 h 2354771"/>
              <a:gd name="connsiteX9" fmla="*/ 2800987 w 3551767"/>
              <a:gd name="connsiteY9" fmla="*/ 727293 h 2354771"/>
              <a:gd name="connsiteX10" fmla="*/ 2747651 w 3551767"/>
              <a:gd name="connsiteY10" fmla="*/ 483776 h 2354771"/>
              <a:gd name="connsiteX11" fmla="*/ 2539734 w 3551767"/>
              <a:gd name="connsiteY11" fmla="*/ 0 h 2354771"/>
              <a:gd name="connsiteX12" fmla="*/ 1012033 w 3551767"/>
              <a:gd name="connsiteY12" fmla="*/ 0 h 2354771"/>
              <a:gd name="connsiteX13" fmla="*/ 804120 w 3551767"/>
              <a:gd name="connsiteY13" fmla="*/ 483766 h 2354771"/>
              <a:gd name="connsiteX14" fmla="*/ 750782 w 3551767"/>
              <a:gd name="connsiteY14" fmla="*/ 727293 h 2354771"/>
              <a:gd name="connsiteX15" fmla="*/ 572667 w 3551767"/>
              <a:gd name="connsiteY15" fmla="*/ 1288234 h 2354771"/>
              <a:gd name="connsiteX16" fmla="*/ 19749 w 3551767"/>
              <a:gd name="connsiteY16" fmla="*/ 2324497 h 2354771"/>
              <a:gd name="connsiteX17" fmla="*/ 6319 w 3551767"/>
              <a:gd name="connsiteY17" fmla="*/ 2340069 h 2354771"/>
              <a:gd name="connsiteX18" fmla="*/ 0 w 3551767"/>
              <a:gd name="connsiteY18" fmla="*/ 2354771 h 2354771"/>
              <a:gd name="connsiteX0" fmla="*/ 0 w 3551767"/>
              <a:gd name="connsiteY0" fmla="*/ 2354771 h 2354771"/>
              <a:gd name="connsiteX1" fmla="*/ 2000 w 3551767"/>
              <a:gd name="connsiteY1" fmla="*/ 2354771 h 2354771"/>
              <a:gd name="connsiteX2" fmla="*/ 23513 w 3551767"/>
              <a:gd name="connsiteY2" fmla="*/ 2335420 h 2354771"/>
              <a:gd name="connsiteX3" fmla="*/ 1775883 w 3551767"/>
              <a:gd name="connsiteY3" fmla="*/ 1953012 h 2354771"/>
              <a:gd name="connsiteX4" fmla="*/ 3528253 w 3551767"/>
              <a:gd name="connsiteY4" fmla="*/ 2335420 h 2354771"/>
              <a:gd name="connsiteX5" fmla="*/ 3549766 w 3551767"/>
              <a:gd name="connsiteY5" fmla="*/ 2354771 h 2354771"/>
              <a:gd name="connsiteX6" fmla="*/ 3551767 w 3551767"/>
              <a:gd name="connsiteY6" fmla="*/ 2354771 h 2354771"/>
              <a:gd name="connsiteX7" fmla="*/ 2979102 w 3551767"/>
              <a:gd name="connsiteY7" fmla="*/ 1288234 h 2354771"/>
              <a:gd name="connsiteX8" fmla="*/ 2800987 w 3551767"/>
              <a:gd name="connsiteY8" fmla="*/ 727293 h 2354771"/>
              <a:gd name="connsiteX9" fmla="*/ 2747651 w 3551767"/>
              <a:gd name="connsiteY9" fmla="*/ 483776 h 2354771"/>
              <a:gd name="connsiteX10" fmla="*/ 2539734 w 3551767"/>
              <a:gd name="connsiteY10" fmla="*/ 0 h 2354771"/>
              <a:gd name="connsiteX11" fmla="*/ 1012033 w 3551767"/>
              <a:gd name="connsiteY11" fmla="*/ 0 h 2354771"/>
              <a:gd name="connsiteX12" fmla="*/ 804120 w 3551767"/>
              <a:gd name="connsiteY12" fmla="*/ 483766 h 2354771"/>
              <a:gd name="connsiteX13" fmla="*/ 750782 w 3551767"/>
              <a:gd name="connsiteY13" fmla="*/ 727293 h 2354771"/>
              <a:gd name="connsiteX14" fmla="*/ 572667 w 3551767"/>
              <a:gd name="connsiteY14" fmla="*/ 1288234 h 2354771"/>
              <a:gd name="connsiteX15" fmla="*/ 19749 w 3551767"/>
              <a:gd name="connsiteY15" fmla="*/ 2324497 h 2354771"/>
              <a:gd name="connsiteX16" fmla="*/ 6319 w 3551767"/>
              <a:gd name="connsiteY16" fmla="*/ 2340069 h 2354771"/>
              <a:gd name="connsiteX17" fmla="*/ 0 w 3551767"/>
              <a:gd name="connsiteY17" fmla="*/ 2354771 h 2354771"/>
              <a:gd name="connsiteX0" fmla="*/ 0 w 3549766"/>
              <a:gd name="connsiteY0" fmla="*/ 2354771 h 2354771"/>
              <a:gd name="connsiteX1" fmla="*/ 2000 w 3549766"/>
              <a:gd name="connsiteY1" fmla="*/ 2354771 h 2354771"/>
              <a:gd name="connsiteX2" fmla="*/ 23513 w 3549766"/>
              <a:gd name="connsiteY2" fmla="*/ 2335420 h 2354771"/>
              <a:gd name="connsiteX3" fmla="*/ 1775883 w 3549766"/>
              <a:gd name="connsiteY3" fmla="*/ 1953012 h 2354771"/>
              <a:gd name="connsiteX4" fmla="*/ 3528253 w 3549766"/>
              <a:gd name="connsiteY4" fmla="*/ 2335420 h 2354771"/>
              <a:gd name="connsiteX5" fmla="*/ 3549766 w 3549766"/>
              <a:gd name="connsiteY5" fmla="*/ 2354771 h 2354771"/>
              <a:gd name="connsiteX6" fmla="*/ 2979102 w 3549766"/>
              <a:gd name="connsiteY6" fmla="*/ 1288234 h 2354771"/>
              <a:gd name="connsiteX7" fmla="*/ 2800987 w 3549766"/>
              <a:gd name="connsiteY7" fmla="*/ 727293 h 2354771"/>
              <a:gd name="connsiteX8" fmla="*/ 2747651 w 3549766"/>
              <a:gd name="connsiteY8" fmla="*/ 483776 h 2354771"/>
              <a:gd name="connsiteX9" fmla="*/ 2539734 w 3549766"/>
              <a:gd name="connsiteY9" fmla="*/ 0 h 2354771"/>
              <a:gd name="connsiteX10" fmla="*/ 1012033 w 3549766"/>
              <a:gd name="connsiteY10" fmla="*/ 0 h 2354771"/>
              <a:gd name="connsiteX11" fmla="*/ 804120 w 3549766"/>
              <a:gd name="connsiteY11" fmla="*/ 483766 h 2354771"/>
              <a:gd name="connsiteX12" fmla="*/ 750782 w 3549766"/>
              <a:gd name="connsiteY12" fmla="*/ 727293 h 2354771"/>
              <a:gd name="connsiteX13" fmla="*/ 572667 w 3549766"/>
              <a:gd name="connsiteY13" fmla="*/ 1288234 h 2354771"/>
              <a:gd name="connsiteX14" fmla="*/ 19749 w 3549766"/>
              <a:gd name="connsiteY14" fmla="*/ 2324497 h 2354771"/>
              <a:gd name="connsiteX15" fmla="*/ 6319 w 3549766"/>
              <a:gd name="connsiteY15" fmla="*/ 2340069 h 2354771"/>
              <a:gd name="connsiteX16" fmla="*/ 0 w 3549766"/>
              <a:gd name="connsiteY16" fmla="*/ 2354771 h 2354771"/>
              <a:gd name="connsiteX0" fmla="*/ 0 w 3528253"/>
              <a:gd name="connsiteY0" fmla="*/ 2354771 h 2354771"/>
              <a:gd name="connsiteX1" fmla="*/ 2000 w 3528253"/>
              <a:gd name="connsiteY1" fmla="*/ 2354771 h 2354771"/>
              <a:gd name="connsiteX2" fmla="*/ 23513 w 3528253"/>
              <a:gd name="connsiteY2" fmla="*/ 2335420 h 2354771"/>
              <a:gd name="connsiteX3" fmla="*/ 1775883 w 3528253"/>
              <a:gd name="connsiteY3" fmla="*/ 1953012 h 2354771"/>
              <a:gd name="connsiteX4" fmla="*/ 3528253 w 3528253"/>
              <a:gd name="connsiteY4" fmla="*/ 2335420 h 2354771"/>
              <a:gd name="connsiteX5" fmla="*/ 2979102 w 3528253"/>
              <a:gd name="connsiteY5" fmla="*/ 1288234 h 2354771"/>
              <a:gd name="connsiteX6" fmla="*/ 2800987 w 3528253"/>
              <a:gd name="connsiteY6" fmla="*/ 727293 h 2354771"/>
              <a:gd name="connsiteX7" fmla="*/ 2747651 w 3528253"/>
              <a:gd name="connsiteY7" fmla="*/ 483776 h 2354771"/>
              <a:gd name="connsiteX8" fmla="*/ 2539734 w 3528253"/>
              <a:gd name="connsiteY8" fmla="*/ 0 h 2354771"/>
              <a:gd name="connsiteX9" fmla="*/ 1012033 w 3528253"/>
              <a:gd name="connsiteY9" fmla="*/ 0 h 2354771"/>
              <a:gd name="connsiteX10" fmla="*/ 804120 w 3528253"/>
              <a:gd name="connsiteY10" fmla="*/ 483766 h 2354771"/>
              <a:gd name="connsiteX11" fmla="*/ 750782 w 3528253"/>
              <a:gd name="connsiteY11" fmla="*/ 727293 h 2354771"/>
              <a:gd name="connsiteX12" fmla="*/ 572667 w 3528253"/>
              <a:gd name="connsiteY12" fmla="*/ 1288234 h 2354771"/>
              <a:gd name="connsiteX13" fmla="*/ 19749 w 3528253"/>
              <a:gd name="connsiteY13" fmla="*/ 2324497 h 2354771"/>
              <a:gd name="connsiteX14" fmla="*/ 6319 w 3528253"/>
              <a:gd name="connsiteY14" fmla="*/ 2340069 h 2354771"/>
              <a:gd name="connsiteX15" fmla="*/ 0 w 3528253"/>
              <a:gd name="connsiteY15" fmla="*/ 2354771 h 2354771"/>
              <a:gd name="connsiteX0" fmla="*/ 0 w 3030702"/>
              <a:gd name="connsiteY0" fmla="*/ 2354771 h 2354771"/>
              <a:gd name="connsiteX1" fmla="*/ 2000 w 3030702"/>
              <a:gd name="connsiteY1" fmla="*/ 2354771 h 2354771"/>
              <a:gd name="connsiteX2" fmla="*/ 23513 w 3030702"/>
              <a:gd name="connsiteY2" fmla="*/ 2335420 h 2354771"/>
              <a:gd name="connsiteX3" fmla="*/ 1775883 w 3030702"/>
              <a:gd name="connsiteY3" fmla="*/ 1953012 h 2354771"/>
              <a:gd name="connsiteX4" fmla="*/ 2979102 w 3030702"/>
              <a:gd name="connsiteY4" fmla="*/ 1288234 h 2354771"/>
              <a:gd name="connsiteX5" fmla="*/ 2800987 w 3030702"/>
              <a:gd name="connsiteY5" fmla="*/ 727293 h 2354771"/>
              <a:gd name="connsiteX6" fmla="*/ 2747651 w 3030702"/>
              <a:gd name="connsiteY6" fmla="*/ 483776 h 2354771"/>
              <a:gd name="connsiteX7" fmla="*/ 2539734 w 3030702"/>
              <a:gd name="connsiteY7" fmla="*/ 0 h 2354771"/>
              <a:gd name="connsiteX8" fmla="*/ 1012033 w 3030702"/>
              <a:gd name="connsiteY8" fmla="*/ 0 h 2354771"/>
              <a:gd name="connsiteX9" fmla="*/ 804120 w 3030702"/>
              <a:gd name="connsiteY9" fmla="*/ 483766 h 2354771"/>
              <a:gd name="connsiteX10" fmla="*/ 750782 w 3030702"/>
              <a:gd name="connsiteY10" fmla="*/ 727293 h 2354771"/>
              <a:gd name="connsiteX11" fmla="*/ 572667 w 3030702"/>
              <a:gd name="connsiteY11" fmla="*/ 1288234 h 2354771"/>
              <a:gd name="connsiteX12" fmla="*/ 19749 w 3030702"/>
              <a:gd name="connsiteY12" fmla="*/ 2324497 h 2354771"/>
              <a:gd name="connsiteX13" fmla="*/ 6319 w 3030702"/>
              <a:gd name="connsiteY13" fmla="*/ 2340069 h 2354771"/>
              <a:gd name="connsiteX14" fmla="*/ 0 w 3030702"/>
              <a:gd name="connsiteY14" fmla="*/ 2354771 h 2354771"/>
              <a:gd name="connsiteX0" fmla="*/ 0 w 3154175"/>
              <a:gd name="connsiteY0" fmla="*/ 2354771 h 2354771"/>
              <a:gd name="connsiteX1" fmla="*/ 2000 w 3154175"/>
              <a:gd name="connsiteY1" fmla="*/ 2354771 h 2354771"/>
              <a:gd name="connsiteX2" fmla="*/ 23513 w 3154175"/>
              <a:gd name="connsiteY2" fmla="*/ 2335420 h 2354771"/>
              <a:gd name="connsiteX3" fmla="*/ 2979102 w 3154175"/>
              <a:gd name="connsiteY3" fmla="*/ 1288234 h 2354771"/>
              <a:gd name="connsiteX4" fmla="*/ 2800987 w 3154175"/>
              <a:gd name="connsiteY4" fmla="*/ 727293 h 2354771"/>
              <a:gd name="connsiteX5" fmla="*/ 2747651 w 3154175"/>
              <a:gd name="connsiteY5" fmla="*/ 483776 h 2354771"/>
              <a:gd name="connsiteX6" fmla="*/ 2539734 w 3154175"/>
              <a:gd name="connsiteY6" fmla="*/ 0 h 2354771"/>
              <a:gd name="connsiteX7" fmla="*/ 1012033 w 3154175"/>
              <a:gd name="connsiteY7" fmla="*/ 0 h 2354771"/>
              <a:gd name="connsiteX8" fmla="*/ 804120 w 3154175"/>
              <a:gd name="connsiteY8" fmla="*/ 483766 h 2354771"/>
              <a:gd name="connsiteX9" fmla="*/ 750782 w 3154175"/>
              <a:gd name="connsiteY9" fmla="*/ 727293 h 2354771"/>
              <a:gd name="connsiteX10" fmla="*/ 572667 w 3154175"/>
              <a:gd name="connsiteY10" fmla="*/ 1288234 h 2354771"/>
              <a:gd name="connsiteX11" fmla="*/ 19749 w 3154175"/>
              <a:gd name="connsiteY11" fmla="*/ 2324497 h 2354771"/>
              <a:gd name="connsiteX12" fmla="*/ 6319 w 3154175"/>
              <a:gd name="connsiteY12" fmla="*/ 2340069 h 2354771"/>
              <a:gd name="connsiteX13" fmla="*/ 0 w 3154175"/>
              <a:gd name="connsiteY13" fmla="*/ 2354771 h 2354771"/>
              <a:gd name="connsiteX0" fmla="*/ 4319 w 3152175"/>
              <a:gd name="connsiteY0" fmla="*/ 2340069 h 2354771"/>
              <a:gd name="connsiteX1" fmla="*/ 0 w 3152175"/>
              <a:gd name="connsiteY1" fmla="*/ 2354771 h 2354771"/>
              <a:gd name="connsiteX2" fmla="*/ 21513 w 3152175"/>
              <a:gd name="connsiteY2" fmla="*/ 2335420 h 2354771"/>
              <a:gd name="connsiteX3" fmla="*/ 2977102 w 3152175"/>
              <a:gd name="connsiteY3" fmla="*/ 1288234 h 2354771"/>
              <a:gd name="connsiteX4" fmla="*/ 2798987 w 3152175"/>
              <a:gd name="connsiteY4" fmla="*/ 727293 h 2354771"/>
              <a:gd name="connsiteX5" fmla="*/ 2745651 w 3152175"/>
              <a:gd name="connsiteY5" fmla="*/ 483776 h 2354771"/>
              <a:gd name="connsiteX6" fmla="*/ 2537734 w 3152175"/>
              <a:gd name="connsiteY6" fmla="*/ 0 h 2354771"/>
              <a:gd name="connsiteX7" fmla="*/ 1010033 w 3152175"/>
              <a:gd name="connsiteY7" fmla="*/ 0 h 2354771"/>
              <a:gd name="connsiteX8" fmla="*/ 802120 w 3152175"/>
              <a:gd name="connsiteY8" fmla="*/ 483766 h 2354771"/>
              <a:gd name="connsiteX9" fmla="*/ 748782 w 3152175"/>
              <a:gd name="connsiteY9" fmla="*/ 727293 h 2354771"/>
              <a:gd name="connsiteX10" fmla="*/ 570667 w 3152175"/>
              <a:gd name="connsiteY10" fmla="*/ 1288234 h 2354771"/>
              <a:gd name="connsiteX11" fmla="*/ 17749 w 3152175"/>
              <a:gd name="connsiteY11" fmla="*/ 2324497 h 2354771"/>
              <a:gd name="connsiteX12" fmla="*/ 4319 w 3152175"/>
              <a:gd name="connsiteY12" fmla="*/ 2340069 h 2354771"/>
              <a:gd name="connsiteX0" fmla="*/ 17749 w 3152175"/>
              <a:gd name="connsiteY0" fmla="*/ 2324497 h 2354771"/>
              <a:gd name="connsiteX1" fmla="*/ 0 w 3152175"/>
              <a:gd name="connsiteY1" fmla="*/ 2354771 h 2354771"/>
              <a:gd name="connsiteX2" fmla="*/ 21513 w 3152175"/>
              <a:gd name="connsiteY2" fmla="*/ 2335420 h 2354771"/>
              <a:gd name="connsiteX3" fmla="*/ 2977102 w 3152175"/>
              <a:gd name="connsiteY3" fmla="*/ 1288234 h 2354771"/>
              <a:gd name="connsiteX4" fmla="*/ 2798987 w 3152175"/>
              <a:gd name="connsiteY4" fmla="*/ 727293 h 2354771"/>
              <a:gd name="connsiteX5" fmla="*/ 2745651 w 3152175"/>
              <a:gd name="connsiteY5" fmla="*/ 483776 h 2354771"/>
              <a:gd name="connsiteX6" fmla="*/ 2537734 w 3152175"/>
              <a:gd name="connsiteY6" fmla="*/ 0 h 2354771"/>
              <a:gd name="connsiteX7" fmla="*/ 1010033 w 3152175"/>
              <a:gd name="connsiteY7" fmla="*/ 0 h 2354771"/>
              <a:gd name="connsiteX8" fmla="*/ 802120 w 3152175"/>
              <a:gd name="connsiteY8" fmla="*/ 483766 h 2354771"/>
              <a:gd name="connsiteX9" fmla="*/ 748782 w 3152175"/>
              <a:gd name="connsiteY9" fmla="*/ 727293 h 2354771"/>
              <a:gd name="connsiteX10" fmla="*/ 570667 w 3152175"/>
              <a:gd name="connsiteY10" fmla="*/ 1288234 h 2354771"/>
              <a:gd name="connsiteX11" fmla="*/ 17749 w 3152175"/>
              <a:gd name="connsiteY11" fmla="*/ 2324497 h 2354771"/>
              <a:gd name="connsiteX0" fmla="*/ 17749 w 2798987"/>
              <a:gd name="connsiteY0" fmla="*/ 2324497 h 2354771"/>
              <a:gd name="connsiteX1" fmla="*/ 0 w 2798987"/>
              <a:gd name="connsiteY1" fmla="*/ 2354771 h 2354771"/>
              <a:gd name="connsiteX2" fmla="*/ 21513 w 2798987"/>
              <a:gd name="connsiteY2" fmla="*/ 2335420 h 2354771"/>
              <a:gd name="connsiteX3" fmla="*/ 2798987 w 2798987"/>
              <a:gd name="connsiteY3" fmla="*/ 727293 h 2354771"/>
              <a:gd name="connsiteX4" fmla="*/ 2745651 w 2798987"/>
              <a:gd name="connsiteY4" fmla="*/ 483776 h 2354771"/>
              <a:gd name="connsiteX5" fmla="*/ 2537734 w 2798987"/>
              <a:gd name="connsiteY5" fmla="*/ 0 h 2354771"/>
              <a:gd name="connsiteX6" fmla="*/ 1010033 w 2798987"/>
              <a:gd name="connsiteY6" fmla="*/ 0 h 2354771"/>
              <a:gd name="connsiteX7" fmla="*/ 802120 w 2798987"/>
              <a:gd name="connsiteY7" fmla="*/ 483766 h 2354771"/>
              <a:gd name="connsiteX8" fmla="*/ 748782 w 2798987"/>
              <a:gd name="connsiteY8" fmla="*/ 727293 h 2354771"/>
              <a:gd name="connsiteX9" fmla="*/ 570667 w 2798987"/>
              <a:gd name="connsiteY9" fmla="*/ 1288234 h 2354771"/>
              <a:gd name="connsiteX10" fmla="*/ 17749 w 2798987"/>
              <a:gd name="connsiteY10" fmla="*/ 2324497 h 2354771"/>
              <a:gd name="connsiteX0" fmla="*/ 17749 w 2745651"/>
              <a:gd name="connsiteY0" fmla="*/ 2324497 h 2354771"/>
              <a:gd name="connsiteX1" fmla="*/ 0 w 2745651"/>
              <a:gd name="connsiteY1" fmla="*/ 2354771 h 2354771"/>
              <a:gd name="connsiteX2" fmla="*/ 21513 w 2745651"/>
              <a:gd name="connsiteY2" fmla="*/ 2335420 h 2354771"/>
              <a:gd name="connsiteX3" fmla="*/ 2745651 w 2745651"/>
              <a:gd name="connsiteY3" fmla="*/ 483776 h 2354771"/>
              <a:gd name="connsiteX4" fmla="*/ 2537734 w 2745651"/>
              <a:gd name="connsiteY4" fmla="*/ 0 h 2354771"/>
              <a:gd name="connsiteX5" fmla="*/ 1010033 w 2745651"/>
              <a:gd name="connsiteY5" fmla="*/ 0 h 2354771"/>
              <a:gd name="connsiteX6" fmla="*/ 802120 w 2745651"/>
              <a:gd name="connsiteY6" fmla="*/ 483766 h 2354771"/>
              <a:gd name="connsiteX7" fmla="*/ 748782 w 2745651"/>
              <a:gd name="connsiteY7" fmla="*/ 727293 h 2354771"/>
              <a:gd name="connsiteX8" fmla="*/ 570667 w 2745651"/>
              <a:gd name="connsiteY8" fmla="*/ 1288234 h 2354771"/>
              <a:gd name="connsiteX9" fmla="*/ 17749 w 2745651"/>
              <a:gd name="connsiteY9" fmla="*/ 2324497 h 2354771"/>
              <a:gd name="connsiteX0" fmla="*/ 17749 w 2747161"/>
              <a:gd name="connsiteY0" fmla="*/ 2324497 h 2354771"/>
              <a:gd name="connsiteX1" fmla="*/ 0 w 2747161"/>
              <a:gd name="connsiteY1" fmla="*/ 2354771 h 2354771"/>
              <a:gd name="connsiteX2" fmla="*/ 21513 w 2747161"/>
              <a:gd name="connsiteY2" fmla="*/ 2335420 h 2354771"/>
              <a:gd name="connsiteX3" fmla="*/ 2745651 w 2747161"/>
              <a:gd name="connsiteY3" fmla="*/ 483776 h 2354771"/>
              <a:gd name="connsiteX4" fmla="*/ 2537734 w 2747161"/>
              <a:gd name="connsiteY4" fmla="*/ 0 h 2354771"/>
              <a:gd name="connsiteX5" fmla="*/ 1010033 w 2747161"/>
              <a:gd name="connsiteY5" fmla="*/ 0 h 2354771"/>
              <a:gd name="connsiteX6" fmla="*/ 802120 w 2747161"/>
              <a:gd name="connsiteY6" fmla="*/ 483766 h 2354771"/>
              <a:gd name="connsiteX7" fmla="*/ 748782 w 2747161"/>
              <a:gd name="connsiteY7" fmla="*/ 727293 h 2354771"/>
              <a:gd name="connsiteX8" fmla="*/ 570667 w 2747161"/>
              <a:gd name="connsiteY8" fmla="*/ 1288234 h 2354771"/>
              <a:gd name="connsiteX9" fmla="*/ 17749 w 2747161"/>
              <a:gd name="connsiteY9" fmla="*/ 2324497 h 2354771"/>
              <a:gd name="connsiteX0" fmla="*/ 17749 w 2537734"/>
              <a:gd name="connsiteY0" fmla="*/ 2324497 h 2354771"/>
              <a:gd name="connsiteX1" fmla="*/ 0 w 2537734"/>
              <a:gd name="connsiteY1" fmla="*/ 2354771 h 2354771"/>
              <a:gd name="connsiteX2" fmla="*/ 21513 w 2537734"/>
              <a:gd name="connsiteY2" fmla="*/ 2335420 h 2354771"/>
              <a:gd name="connsiteX3" fmla="*/ 2537734 w 2537734"/>
              <a:gd name="connsiteY3" fmla="*/ 0 h 2354771"/>
              <a:gd name="connsiteX4" fmla="*/ 1010033 w 2537734"/>
              <a:gd name="connsiteY4" fmla="*/ 0 h 2354771"/>
              <a:gd name="connsiteX5" fmla="*/ 802120 w 2537734"/>
              <a:gd name="connsiteY5" fmla="*/ 483766 h 2354771"/>
              <a:gd name="connsiteX6" fmla="*/ 748782 w 2537734"/>
              <a:gd name="connsiteY6" fmla="*/ 727293 h 2354771"/>
              <a:gd name="connsiteX7" fmla="*/ 570667 w 2537734"/>
              <a:gd name="connsiteY7" fmla="*/ 1288234 h 2354771"/>
              <a:gd name="connsiteX8" fmla="*/ 17749 w 2537734"/>
              <a:gd name="connsiteY8" fmla="*/ 2324497 h 2354771"/>
              <a:gd name="connsiteX0" fmla="*/ 2537734 w 2614364"/>
              <a:gd name="connsiteY0" fmla="*/ 0 h 2354771"/>
              <a:gd name="connsiteX1" fmla="*/ 1010033 w 2614364"/>
              <a:gd name="connsiteY1" fmla="*/ 0 h 2354771"/>
              <a:gd name="connsiteX2" fmla="*/ 802120 w 2614364"/>
              <a:gd name="connsiteY2" fmla="*/ 483766 h 2354771"/>
              <a:gd name="connsiteX3" fmla="*/ 748782 w 2614364"/>
              <a:gd name="connsiteY3" fmla="*/ 727293 h 2354771"/>
              <a:gd name="connsiteX4" fmla="*/ 570667 w 2614364"/>
              <a:gd name="connsiteY4" fmla="*/ 1288234 h 2354771"/>
              <a:gd name="connsiteX5" fmla="*/ 17749 w 2614364"/>
              <a:gd name="connsiteY5" fmla="*/ 2324497 h 2354771"/>
              <a:gd name="connsiteX6" fmla="*/ 0 w 2614364"/>
              <a:gd name="connsiteY6" fmla="*/ 2354771 h 2354771"/>
              <a:gd name="connsiteX7" fmla="*/ 21513 w 2614364"/>
              <a:gd name="connsiteY7" fmla="*/ 2335420 h 2354771"/>
              <a:gd name="connsiteX8" fmla="*/ 2614364 w 2614364"/>
              <a:gd name="connsiteY8" fmla="*/ 76630 h 2354771"/>
              <a:gd name="connsiteX0" fmla="*/ 2537734 w 2537734"/>
              <a:gd name="connsiteY0" fmla="*/ 0 h 2354771"/>
              <a:gd name="connsiteX1" fmla="*/ 1010033 w 2537734"/>
              <a:gd name="connsiteY1" fmla="*/ 0 h 2354771"/>
              <a:gd name="connsiteX2" fmla="*/ 802120 w 2537734"/>
              <a:gd name="connsiteY2" fmla="*/ 483766 h 2354771"/>
              <a:gd name="connsiteX3" fmla="*/ 748782 w 2537734"/>
              <a:gd name="connsiteY3" fmla="*/ 727293 h 2354771"/>
              <a:gd name="connsiteX4" fmla="*/ 570667 w 2537734"/>
              <a:gd name="connsiteY4" fmla="*/ 1288234 h 2354771"/>
              <a:gd name="connsiteX5" fmla="*/ 17749 w 2537734"/>
              <a:gd name="connsiteY5" fmla="*/ 2324497 h 2354771"/>
              <a:gd name="connsiteX6" fmla="*/ 0 w 2537734"/>
              <a:gd name="connsiteY6" fmla="*/ 2354771 h 2354771"/>
              <a:gd name="connsiteX7" fmla="*/ 21513 w 2537734"/>
              <a:gd name="connsiteY7" fmla="*/ 2335420 h 2354771"/>
              <a:gd name="connsiteX0" fmla="*/ 1010033 w 1010033"/>
              <a:gd name="connsiteY0" fmla="*/ 0 h 2354771"/>
              <a:gd name="connsiteX1" fmla="*/ 802120 w 1010033"/>
              <a:gd name="connsiteY1" fmla="*/ 483766 h 2354771"/>
              <a:gd name="connsiteX2" fmla="*/ 748782 w 1010033"/>
              <a:gd name="connsiteY2" fmla="*/ 727293 h 2354771"/>
              <a:gd name="connsiteX3" fmla="*/ 570667 w 1010033"/>
              <a:gd name="connsiteY3" fmla="*/ 1288234 h 2354771"/>
              <a:gd name="connsiteX4" fmla="*/ 17749 w 1010033"/>
              <a:gd name="connsiteY4" fmla="*/ 2324497 h 2354771"/>
              <a:gd name="connsiteX5" fmla="*/ 0 w 1010033"/>
              <a:gd name="connsiteY5" fmla="*/ 2354771 h 2354771"/>
              <a:gd name="connsiteX6" fmla="*/ 21513 w 1010033"/>
              <a:gd name="connsiteY6" fmla="*/ 2335420 h 2354771"/>
              <a:gd name="connsiteX0" fmla="*/ 802120 w 802120"/>
              <a:gd name="connsiteY0" fmla="*/ 0 h 1871005"/>
              <a:gd name="connsiteX1" fmla="*/ 748782 w 802120"/>
              <a:gd name="connsiteY1" fmla="*/ 243527 h 1871005"/>
              <a:gd name="connsiteX2" fmla="*/ 570667 w 802120"/>
              <a:gd name="connsiteY2" fmla="*/ 804468 h 1871005"/>
              <a:gd name="connsiteX3" fmla="*/ 17749 w 802120"/>
              <a:gd name="connsiteY3" fmla="*/ 1840731 h 1871005"/>
              <a:gd name="connsiteX4" fmla="*/ 0 w 802120"/>
              <a:gd name="connsiteY4" fmla="*/ 1871005 h 1871005"/>
              <a:gd name="connsiteX5" fmla="*/ 21513 w 802120"/>
              <a:gd name="connsiteY5" fmla="*/ 1851654 h 1871005"/>
              <a:gd name="connsiteX0" fmla="*/ 784371 w 784371"/>
              <a:gd name="connsiteY0" fmla="*/ 0 h 1851654"/>
              <a:gd name="connsiteX1" fmla="*/ 731033 w 784371"/>
              <a:gd name="connsiteY1" fmla="*/ 243527 h 1851654"/>
              <a:gd name="connsiteX2" fmla="*/ 552918 w 784371"/>
              <a:gd name="connsiteY2" fmla="*/ 804468 h 1851654"/>
              <a:gd name="connsiteX3" fmla="*/ 0 w 784371"/>
              <a:gd name="connsiteY3" fmla="*/ 1840731 h 1851654"/>
              <a:gd name="connsiteX4" fmla="*/ 3764 w 784371"/>
              <a:gd name="connsiteY4" fmla="*/ 1851654 h 1851654"/>
              <a:gd name="connsiteX0" fmla="*/ 784371 w 784371"/>
              <a:gd name="connsiteY0" fmla="*/ 0 h 1840731"/>
              <a:gd name="connsiteX1" fmla="*/ 731033 w 784371"/>
              <a:gd name="connsiteY1" fmla="*/ 243527 h 1840731"/>
              <a:gd name="connsiteX2" fmla="*/ 552918 w 784371"/>
              <a:gd name="connsiteY2" fmla="*/ 804468 h 1840731"/>
              <a:gd name="connsiteX3" fmla="*/ 0 w 784371"/>
              <a:gd name="connsiteY3" fmla="*/ 1840731 h 1840731"/>
              <a:gd name="connsiteX0" fmla="*/ 784371 w 784371"/>
              <a:gd name="connsiteY0" fmla="*/ 0 h 1840731"/>
              <a:gd name="connsiteX1" fmla="*/ 731033 w 784371"/>
              <a:gd name="connsiteY1" fmla="*/ 243527 h 1840731"/>
              <a:gd name="connsiteX2" fmla="*/ 552918 w 784371"/>
              <a:gd name="connsiteY2" fmla="*/ 804468 h 1840731"/>
              <a:gd name="connsiteX3" fmla="*/ 303777 w 784371"/>
              <a:gd name="connsiteY3" fmla="*/ 1365994 h 1840731"/>
              <a:gd name="connsiteX4" fmla="*/ 0 w 784371"/>
              <a:gd name="connsiteY4" fmla="*/ 1840731 h 1840731"/>
              <a:gd name="connsiteX0" fmla="*/ 784371 w 784371"/>
              <a:gd name="connsiteY0" fmla="*/ 0 h 1840731"/>
              <a:gd name="connsiteX1" fmla="*/ 731033 w 784371"/>
              <a:gd name="connsiteY1" fmla="*/ 243527 h 1840731"/>
              <a:gd name="connsiteX2" fmla="*/ 702890 w 784371"/>
              <a:gd name="connsiteY2" fmla="*/ 352247 h 1840731"/>
              <a:gd name="connsiteX3" fmla="*/ 552918 w 784371"/>
              <a:gd name="connsiteY3" fmla="*/ 804468 h 1840731"/>
              <a:gd name="connsiteX4" fmla="*/ 303777 w 784371"/>
              <a:gd name="connsiteY4" fmla="*/ 1365994 h 1840731"/>
              <a:gd name="connsiteX5" fmla="*/ 0 w 784371"/>
              <a:gd name="connsiteY5" fmla="*/ 1840731 h 1840731"/>
              <a:gd name="connsiteX0" fmla="*/ 731033 w 731033"/>
              <a:gd name="connsiteY0" fmla="*/ 0 h 1597204"/>
              <a:gd name="connsiteX1" fmla="*/ 702890 w 731033"/>
              <a:gd name="connsiteY1" fmla="*/ 108720 h 1597204"/>
              <a:gd name="connsiteX2" fmla="*/ 552918 w 731033"/>
              <a:gd name="connsiteY2" fmla="*/ 560941 h 1597204"/>
              <a:gd name="connsiteX3" fmla="*/ 303777 w 731033"/>
              <a:gd name="connsiteY3" fmla="*/ 1122467 h 1597204"/>
              <a:gd name="connsiteX4" fmla="*/ 0 w 731033"/>
              <a:gd name="connsiteY4" fmla="*/ 1597204 h 1597204"/>
              <a:gd name="connsiteX0" fmla="*/ 702890 w 702890"/>
              <a:gd name="connsiteY0" fmla="*/ 0 h 1488484"/>
              <a:gd name="connsiteX1" fmla="*/ 552918 w 702890"/>
              <a:gd name="connsiteY1" fmla="*/ 452221 h 1488484"/>
              <a:gd name="connsiteX2" fmla="*/ 303777 w 702890"/>
              <a:gd name="connsiteY2" fmla="*/ 1013747 h 1488484"/>
              <a:gd name="connsiteX3" fmla="*/ 0 w 702890"/>
              <a:gd name="connsiteY3" fmla="*/ 1488484 h 1488484"/>
              <a:gd name="connsiteX0" fmla="*/ 399113 w 399113"/>
              <a:gd name="connsiteY0" fmla="*/ 0 h 1013747"/>
              <a:gd name="connsiteX1" fmla="*/ 249141 w 399113"/>
              <a:gd name="connsiteY1" fmla="*/ 452221 h 1013747"/>
              <a:gd name="connsiteX2" fmla="*/ 0 w 399113"/>
              <a:gd name="connsiteY2" fmla="*/ 1013747 h 1013747"/>
            </a:gdLst>
            <a:ahLst/>
            <a:cxnLst>
              <a:cxn ang="0">
                <a:pos x="connsiteX0" y="connsiteY0"/>
              </a:cxn>
              <a:cxn ang="0">
                <a:pos x="connsiteX1" y="connsiteY1"/>
              </a:cxn>
              <a:cxn ang="0">
                <a:pos x="connsiteX2" y="connsiteY2"/>
              </a:cxn>
            </a:cxnLst>
            <a:rect l="l" t="t" r="r" b="b"/>
            <a:pathLst>
              <a:path w="399113" h="1013747">
                <a:moveTo>
                  <a:pt x="399113" y="0"/>
                </a:moveTo>
                <a:cubicBezTo>
                  <a:pt x="369427" y="93490"/>
                  <a:pt x="315660" y="283263"/>
                  <a:pt x="249141" y="452221"/>
                </a:cubicBezTo>
                <a:cubicBezTo>
                  <a:pt x="177932" y="639299"/>
                  <a:pt x="92153" y="841037"/>
                  <a:pt x="0" y="1013747"/>
                </a:cubicBezTo>
              </a:path>
            </a:pathLst>
          </a:custGeom>
          <a:noFill/>
          <a:ln cap="rnd">
            <a:gradFill>
              <a:gsLst>
                <a:gs pos="0">
                  <a:schemeClr val="accent1">
                    <a:alpha val="0"/>
                  </a:schemeClr>
                </a:gs>
                <a:gs pos="100000">
                  <a:schemeClr val="accent1"/>
                </a:gs>
              </a:gsLst>
              <a:lin ang="5400000" scaled="1"/>
            </a:gradFill>
            <a:tailEnd type="arrow" w="lg" len="me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3" name="任意多边形: 形状 132">
            <a:extLst>
              <a:ext uri="{FF2B5EF4-FFF2-40B4-BE49-F238E27FC236}">
                <a16:creationId xmlns:a16="http://schemas.microsoft.com/office/drawing/2014/main" id="{33A9E405-B1D2-B52E-B9F4-CCB80541E793}"/>
              </a:ext>
            </a:extLst>
          </p:cNvPr>
          <p:cNvSpPr/>
          <p:nvPr/>
        </p:nvSpPr>
        <p:spPr>
          <a:xfrm>
            <a:off x="5348223" y="2903582"/>
            <a:ext cx="1478977" cy="1716762"/>
          </a:xfrm>
          <a:custGeom>
            <a:avLst/>
            <a:gdLst>
              <a:gd name="connsiteX0" fmla="*/ 739673 w 1478977"/>
              <a:gd name="connsiteY0" fmla="*/ 0 h 1714898"/>
              <a:gd name="connsiteX1" fmla="*/ 1174970 w 1478977"/>
              <a:gd name="connsiteY1" fmla="*/ 432229 h 1714898"/>
              <a:gd name="connsiteX2" fmla="*/ 953732 w 1478977"/>
              <a:gd name="connsiteY2" fmla="*/ 432229 h 1714898"/>
              <a:gd name="connsiteX3" fmla="*/ 964962 w 1478977"/>
              <a:gd name="connsiteY3" fmla="*/ 493716 h 1714898"/>
              <a:gd name="connsiteX4" fmla="*/ 1478977 w 1478977"/>
              <a:gd name="connsiteY4" fmla="*/ 1689970 h 1714898"/>
              <a:gd name="connsiteX5" fmla="*/ 1478977 w 1478977"/>
              <a:gd name="connsiteY5" fmla="*/ 1714898 h 1714898"/>
              <a:gd name="connsiteX6" fmla="*/ 739488 w 1478977"/>
              <a:gd name="connsiteY6" fmla="*/ 1710476 h 1714898"/>
              <a:gd name="connsiteX7" fmla="*/ 0 w 1478977"/>
              <a:gd name="connsiteY7" fmla="*/ 1714898 h 1714898"/>
              <a:gd name="connsiteX8" fmla="*/ 0 w 1478977"/>
              <a:gd name="connsiteY8" fmla="*/ 1689970 h 1714898"/>
              <a:gd name="connsiteX9" fmla="*/ 513642 w 1478977"/>
              <a:gd name="connsiteY9" fmla="*/ 493716 h 1714898"/>
              <a:gd name="connsiteX10" fmla="*/ 524873 w 1478977"/>
              <a:gd name="connsiteY10" fmla="*/ 432229 h 1714898"/>
              <a:gd name="connsiteX11" fmla="*/ 304007 w 1478977"/>
              <a:gd name="connsiteY11" fmla="*/ 432229 h 1714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8977" h="1714898">
                <a:moveTo>
                  <a:pt x="739673" y="0"/>
                </a:moveTo>
                <a:lnTo>
                  <a:pt x="1174970" y="432229"/>
                </a:lnTo>
                <a:lnTo>
                  <a:pt x="953732" y="432229"/>
                </a:lnTo>
                <a:lnTo>
                  <a:pt x="964962" y="493716"/>
                </a:lnTo>
                <a:cubicBezTo>
                  <a:pt x="1091069" y="1085201"/>
                  <a:pt x="1437375" y="1656125"/>
                  <a:pt x="1478977" y="1689970"/>
                </a:cubicBezTo>
                <a:lnTo>
                  <a:pt x="1478977" y="1714898"/>
                </a:lnTo>
                <a:lnTo>
                  <a:pt x="739488" y="1710476"/>
                </a:lnTo>
                <a:lnTo>
                  <a:pt x="0" y="1714898"/>
                </a:lnTo>
                <a:lnTo>
                  <a:pt x="0" y="1689970"/>
                </a:lnTo>
                <a:cubicBezTo>
                  <a:pt x="41243" y="1656125"/>
                  <a:pt x="387530" y="1085201"/>
                  <a:pt x="513642" y="493716"/>
                </a:cubicBezTo>
                <a:lnTo>
                  <a:pt x="524873" y="432229"/>
                </a:lnTo>
                <a:lnTo>
                  <a:pt x="304007" y="432229"/>
                </a:lnTo>
                <a:close/>
              </a:path>
            </a:pathLst>
          </a:custGeom>
          <a:gradFill>
            <a:gsLst>
              <a:gs pos="0">
                <a:schemeClr val="accent1"/>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3502933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0" name="任意多边形: 形状 29">
            <a:extLst>
              <a:ext uri="{FF2B5EF4-FFF2-40B4-BE49-F238E27FC236}">
                <a16:creationId xmlns:a16="http://schemas.microsoft.com/office/drawing/2014/main" id="{E3DEB11B-77E1-1266-BBE4-FAC8DD322B80}"/>
              </a:ext>
            </a:extLst>
          </p:cNvPr>
          <p:cNvSpPr/>
          <p:nvPr/>
        </p:nvSpPr>
        <p:spPr>
          <a:xfrm flipH="1" flipV="1">
            <a:off x="3500481" y="2414657"/>
            <a:ext cx="5191038" cy="1492563"/>
          </a:xfrm>
          <a:custGeom>
            <a:avLst/>
            <a:gdLst>
              <a:gd name="connsiteX0" fmla="*/ 5244132 w 5244132"/>
              <a:gd name="connsiteY0" fmla="*/ 2423246 h 2423246"/>
              <a:gd name="connsiteX1" fmla="*/ 2748385 w 5244132"/>
              <a:gd name="connsiteY1" fmla="*/ 2423246 h 2423246"/>
              <a:gd name="connsiteX2" fmla="*/ 2495747 w 5244132"/>
              <a:gd name="connsiteY2" fmla="*/ 2423246 h 2423246"/>
              <a:gd name="connsiteX3" fmla="*/ 0 w 5244132"/>
              <a:gd name="connsiteY3" fmla="*/ 2423246 h 2423246"/>
              <a:gd name="connsiteX4" fmla="*/ 599123 w 5244132"/>
              <a:gd name="connsiteY4" fmla="*/ 1264229 h 2423246"/>
              <a:gd name="connsiteX5" fmla="*/ 1013716 w 5244132"/>
              <a:gd name="connsiteY5" fmla="*/ 0 h 2423246"/>
              <a:gd name="connsiteX6" fmla="*/ 2490416 w 5244132"/>
              <a:gd name="connsiteY6" fmla="*/ 0 h 2423246"/>
              <a:gd name="connsiteX7" fmla="*/ 2753716 w 5244132"/>
              <a:gd name="connsiteY7" fmla="*/ 0 h 2423246"/>
              <a:gd name="connsiteX8" fmla="*/ 4230416 w 5244132"/>
              <a:gd name="connsiteY8" fmla="*/ 0 h 2423246"/>
              <a:gd name="connsiteX9" fmla="*/ 4645009 w 5244132"/>
              <a:gd name="connsiteY9" fmla="*/ 1264229 h 2423246"/>
              <a:gd name="connsiteX10" fmla="*/ 5244132 w 5244132"/>
              <a:gd name="connsiteY10" fmla="*/ 2423246 h 242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4132" h="2423246">
                <a:moveTo>
                  <a:pt x="5244132" y="2423246"/>
                </a:moveTo>
                <a:lnTo>
                  <a:pt x="2748385" y="2423246"/>
                </a:lnTo>
                <a:lnTo>
                  <a:pt x="2495747" y="2423246"/>
                </a:lnTo>
                <a:lnTo>
                  <a:pt x="0" y="2423246"/>
                </a:lnTo>
                <a:cubicBezTo>
                  <a:pt x="240348" y="2062307"/>
                  <a:pt x="282575" y="2031568"/>
                  <a:pt x="599123" y="1264229"/>
                </a:cubicBezTo>
                <a:cubicBezTo>
                  <a:pt x="854161" y="609139"/>
                  <a:pt x="875518" y="421410"/>
                  <a:pt x="1013716" y="0"/>
                </a:cubicBezTo>
                <a:lnTo>
                  <a:pt x="2490416" y="0"/>
                </a:lnTo>
                <a:lnTo>
                  <a:pt x="2753716" y="0"/>
                </a:lnTo>
                <a:lnTo>
                  <a:pt x="4230416" y="0"/>
                </a:lnTo>
                <a:cubicBezTo>
                  <a:pt x="4368614" y="421410"/>
                  <a:pt x="4389971" y="609139"/>
                  <a:pt x="4645009" y="1264229"/>
                </a:cubicBezTo>
                <a:cubicBezTo>
                  <a:pt x="4961557" y="2031568"/>
                  <a:pt x="5003784" y="2062307"/>
                  <a:pt x="5244132" y="2423246"/>
                </a:cubicBezTo>
                <a:close/>
              </a:path>
            </a:pathLst>
          </a:custGeom>
          <a:gradFill>
            <a:gsLst>
              <a:gs pos="0">
                <a:schemeClr val="accent2">
                  <a:alpha val="0"/>
                </a:schemeClr>
              </a:gs>
              <a:gs pos="41000">
                <a:schemeClr val="accent2">
                  <a:alpha val="10000"/>
                </a:schemeClr>
              </a:gs>
              <a:gs pos="100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6" name="文本框 35">
            <a:extLst>
              <a:ext uri="{FF2B5EF4-FFF2-40B4-BE49-F238E27FC236}">
                <a16:creationId xmlns:a16="http://schemas.microsoft.com/office/drawing/2014/main" id="{B598540C-020C-5ECC-1C8A-F0F35ED152C8}"/>
              </a:ext>
            </a:extLst>
          </p:cNvPr>
          <p:cNvSpPr txBox="1"/>
          <p:nvPr/>
        </p:nvSpPr>
        <p:spPr>
          <a:xfrm>
            <a:off x="649706" y="523557"/>
            <a:ext cx="6862344"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产品数据模型</a:t>
            </a:r>
          </a:p>
        </p:txBody>
      </p:sp>
      <p:sp>
        <p:nvSpPr>
          <p:cNvPr id="37" name="任意多边形: 形状 36">
            <a:extLst>
              <a:ext uri="{FF2B5EF4-FFF2-40B4-BE49-F238E27FC236}">
                <a16:creationId xmlns:a16="http://schemas.microsoft.com/office/drawing/2014/main" id="{08F511A4-6519-E9B1-E0C4-3458451B16C2}"/>
              </a:ext>
            </a:extLst>
          </p:cNvPr>
          <p:cNvSpPr/>
          <p:nvPr/>
        </p:nvSpPr>
        <p:spPr>
          <a:xfrm>
            <a:off x="2848351" y="4598141"/>
            <a:ext cx="6495299" cy="1664247"/>
          </a:xfrm>
          <a:custGeom>
            <a:avLst/>
            <a:gdLst>
              <a:gd name="connsiteX0" fmla="*/ 3863867 w 4880014"/>
              <a:gd name="connsiteY0" fmla="*/ 1157175 h 1664247"/>
              <a:gd name="connsiteX1" fmla="*/ 4204386 w 4880014"/>
              <a:gd name="connsiteY1" fmla="*/ 1404274 h 1664247"/>
              <a:gd name="connsiteX2" fmla="*/ 4165353 w 4880014"/>
              <a:gd name="connsiteY2" fmla="*/ 1420416 h 1664247"/>
              <a:gd name="connsiteX3" fmla="*/ 2440007 w 4880014"/>
              <a:gd name="connsiteY3" fmla="*/ 1664247 h 1664247"/>
              <a:gd name="connsiteX4" fmla="*/ 714662 w 4880014"/>
              <a:gd name="connsiteY4" fmla="*/ 1420416 h 1664247"/>
              <a:gd name="connsiteX5" fmla="*/ 675653 w 4880014"/>
              <a:gd name="connsiteY5" fmla="*/ 1404285 h 1664247"/>
              <a:gd name="connsiteX6" fmla="*/ 1016173 w 4880014"/>
              <a:gd name="connsiteY6" fmla="*/ 1157184 h 1664247"/>
              <a:gd name="connsiteX7" fmla="*/ 1034958 w 4880014"/>
              <a:gd name="connsiteY7" fmla="*/ 1163634 h 1664247"/>
              <a:gd name="connsiteX8" fmla="*/ 2440007 w 4880014"/>
              <a:gd name="connsiteY8" fmla="*/ 1328527 h 1664247"/>
              <a:gd name="connsiteX9" fmla="*/ 3845057 w 4880014"/>
              <a:gd name="connsiteY9" fmla="*/ 1163634 h 1664247"/>
              <a:gd name="connsiteX10" fmla="*/ 2482870 w 4880014"/>
              <a:gd name="connsiteY10" fmla="*/ 0 h 1664247"/>
              <a:gd name="connsiteX11" fmla="*/ 2689484 w 4880014"/>
              <a:gd name="connsiteY11" fmla="*/ 3559 h 1664247"/>
              <a:gd name="connsiteX12" fmla="*/ 4880014 w 4880014"/>
              <a:gd name="connsiteY12" fmla="*/ 831754 h 1664247"/>
              <a:gd name="connsiteX13" fmla="*/ 4463299 w 4880014"/>
              <a:gd name="connsiteY13" fmla="*/ 1297209 h 1664247"/>
              <a:gd name="connsiteX14" fmla="*/ 4297363 w 4880014"/>
              <a:gd name="connsiteY14" fmla="*/ 1365827 h 1664247"/>
              <a:gd name="connsiteX15" fmla="*/ 3962943 w 4880014"/>
              <a:gd name="connsiteY15" fmla="*/ 1123153 h 1664247"/>
              <a:gd name="connsiteX16" fmla="*/ 4087692 w 4880014"/>
              <a:gd name="connsiteY16" fmla="*/ 1080315 h 1664247"/>
              <a:gd name="connsiteX17" fmla="*/ 4427047 w 4880014"/>
              <a:gd name="connsiteY17" fmla="*/ 765547 h 1664247"/>
              <a:gd name="connsiteX18" fmla="*/ 2840465 w 4880014"/>
              <a:gd name="connsiteY18" fmla="*/ 214005 h 1664247"/>
              <a:gd name="connsiteX19" fmla="*/ 2482870 w 4880014"/>
              <a:gd name="connsiteY19" fmla="*/ 203792 h 1664247"/>
              <a:gd name="connsiteX20" fmla="*/ 2397145 w 4880014"/>
              <a:gd name="connsiteY20" fmla="*/ 0 h 1664247"/>
              <a:gd name="connsiteX21" fmla="*/ 2397145 w 4880014"/>
              <a:gd name="connsiteY21" fmla="*/ 203791 h 1664247"/>
              <a:gd name="connsiteX22" fmla="*/ 2039549 w 4880014"/>
              <a:gd name="connsiteY22" fmla="*/ 214005 h 1664247"/>
              <a:gd name="connsiteX23" fmla="*/ 452967 w 4880014"/>
              <a:gd name="connsiteY23" fmla="*/ 765547 h 1664247"/>
              <a:gd name="connsiteX24" fmla="*/ 792323 w 4880014"/>
              <a:gd name="connsiteY24" fmla="*/ 1080315 h 1664247"/>
              <a:gd name="connsiteX25" fmla="*/ 917098 w 4880014"/>
              <a:gd name="connsiteY25" fmla="*/ 1123162 h 1664247"/>
              <a:gd name="connsiteX26" fmla="*/ 582676 w 4880014"/>
              <a:gd name="connsiteY26" fmla="*/ 1365837 h 1664247"/>
              <a:gd name="connsiteX27" fmla="*/ 416715 w 4880014"/>
              <a:gd name="connsiteY27" fmla="*/ 1297209 h 1664247"/>
              <a:gd name="connsiteX28" fmla="*/ 0 w 4880014"/>
              <a:gd name="connsiteY28" fmla="*/ 831754 h 1664247"/>
              <a:gd name="connsiteX29" fmla="*/ 2190531 w 4880014"/>
              <a:gd name="connsiteY29" fmla="*/ 3559 h 1664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880014" h="1664247">
                <a:moveTo>
                  <a:pt x="3863867" y="1157175"/>
                </a:moveTo>
                <a:lnTo>
                  <a:pt x="4204386" y="1404274"/>
                </a:lnTo>
                <a:lnTo>
                  <a:pt x="4165353" y="1420416"/>
                </a:lnTo>
                <a:cubicBezTo>
                  <a:pt x="3723799" y="1571067"/>
                  <a:pt x="3113797" y="1664247"/>
                  <a:pt x="2440007" y="1664247"/>
                </a:cubicBezTo>
                <a:cubicBezTo>
                  <a:pt x="1766218" y="1664247"/>
                  <a:pt x="1156216" y="1571067"/>
                  <a:pt x="714662" y="1420416"/>
                </a:cubicBezTo>
                <a:lnTo>
                  <a:pt x="675653" y="1404285"/>
                </a:lnTo>
                <a:lnTo>
                  <a:pt x="1016173" y="1157184"/>
                </a:lnTo>
                <a:lnTo>
                  <a:pt x="1034958" y="1163634"/>
                </a:lnTo>
                <a:cubicBezTo>
                  <a:pt x="1394541" y="1265513"/>
                  <a:pt x="1891301" y="1328527"/>
                  <a:pt x="2440007" y="1328527"/>
                </a:cubicBezTo>
                <a:cubicBezTo>
                  <a:pt x="2988713" y="1328527"/>
                  <a:pt x="3485473" y="1265513"/>
                  <a:pt x="3845057" y="1163634"/>
                </a:cubicBezTo>
                <a:close/>
                <a:moveTo>
                  <a:pt x="2482870" y="0"/>
                </a:moveTo>
                <a:lnTo>
                  <a:pt x="2689484" y="3559"/>
                </a:lnTo>
                <a:cubicBezTo>
                  <a:pt x="3919872" y="46191"/>
                  <a:pt x="4880014" y="400717"/>
                  <a:pt x="4880014" y="831754"/>
                </a:cubicBezTo>
                <a:cubicBezTo>
                  <a:pt x="4880014" y="1004169"/>
                  <a:pt x="4726391" y="1164342"/>
                  <a:pt x="4463299" y="1297209"/>
                </a:cubicBezTo>
                <a:lnTo>
                  <a:pt x="4297363" y="1365827"/>
                </a:lnTo>
                <a:lnTo>
                  <a:pt x="3962943" y="1123153"/>
                </a:lnTo>
                <a:lnTo>
                  <a:pt x="4087692" y="1080315"/>
                </a:lnTo>
                <a:cubicBezTo>
                  <a:pt x="4301943" y="990462"/>
                  <a:pt x="4427047" y="882144"/>
                  <a:pt x="4427047" y="765547"/>
                </a:cubicBezTo>
                <a:cubicBezTo>
                  <a:pt x="4427047" y="493488"/>
                  <a:pt x="3745926" y="266501"/>
                  <a:pt x="2840465" y="214005"/>
                </a:cubicBezTo>
                <a:lnTo>
                  <a:pt x="2482870" y="203792"/>
                </a:lnTo>
                <a:close/>
                <a:moveTo>
                  <a:pt x="2397145" y="0"/>
                </a:moveTo>
                <a:lnTo>
                  <a:pt x="2397145" y="203791"/>
                </a:lnTo>
                <a:lnTo>
                  <a:pt x="2039549" y="214005"/>
                </a:lnTo>
                <a:cubicBezTo>
                  <a:pt x="1134089" y="266501"/>
                  <a:pt x="452967" y="493488"/>
                  <a:pt x="452967" y="765547"/>
                </a:cubicBezTo>
                <a:cubicBezTo>
                  <a:pt x="452967" y="882144"/>
                  <a:pt x="578071" y="990462"/>
                  <a:pt x="792323" y="1080315"/>
                </a:cubicBezTo>
                <a:lnTo>
                  <a:pt x="917098" y="1123162"/>
                </a:lnTo>
                <a:lnTo>
                  <a:pt x="582676" y="1365837"/>
                </a:lnTo>
                <a:lnTo>
                  <a:pt x="416715" y="1297209"/>
                </a:lnTo>
                <a:cubicBezTo>
                  <a:pt x="153623" y="1164342"/>
                  <a:pt x="0" y="1004169"/>
                  <a:pt x="0" y="831754"/>
                </a:cubicBezTo>
                <a:cubicBezTo>
                  <a:pt x="0" y="400717"/>
                  <a:pt x="960142" y="46191"/>
                  <a:pt x="2190531" y="3559"/>
                </a:cubicBezTo>
                <a:close/>
              </a:path>
            </a:pathLst>
          </a:custGeom>
          <a:gradFill>
            <a:gsLst>
              <a:gs pos="0">
                <a:schemeClr val="accent1">
                  <a:alpha val="24000"/>
                </a:schemeClr>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8" name="椭圆 37">
            <a:extLst>
              <a:ext uri="{FF2B5EF4-FFF2-40B4-BE49-F238E27FC236}">
                <a16:creationId xmlns:a16="http://schemas.microsoft.com/office/drawing/2014/main" id="{117D19F9-6B64-8061-85AA-4EDDFB031052}"/>
              </a:ext>
            </a:extLst>
          </p:cNvPr>
          <p:cNvSpPr/>
          <p:nvPr/>
        </p:nvSpPr>
        <p:spPr>
          <a:xfrm>
            <a:off x="3322948" y="1719539"/>
            <a:ext cx="5546104" cy="1058023"/>
          </a:xfrm>
          <a:prstGeom prst="ellipse">
            <a:avLst/>
          </a:prstGeom>
          <a:gradFill>
            <a:gsLst>
              <a:gs pos="0">
                <a:schemeClr val="accent1">
                  <a:alpha val="0"/>
                </a:schemeClr>
              </a:gs>
              <a:gs pos="100000">
                <a:schemeClr val="accent1">
                  <a:alpha val="19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任意多边形: 形状 38">
            <a:extLst>
              <a:ext uri="{FF2B5EF4-FFF2-40B4-BE49-F238E27FC236}">
                <a16:creationId xmlns:a16="http://schemas.microsoft.com/office/drawing/2014/main" id="{493760AB-D378-41C9-6FF1-12230DFDDFDE}"/>
              </a:ext>
            </a:extLst>
          </p:cNvPr>
          <p:cNvSpPr/>
          <p:nvPr/>
        </p:nvSpPr>
        <p:spPr>
          <a:xfrm flipH="1" flipV="1">
            <a:off x="3500481" y="4316277"/>
            <a:ext cx="5191038" cy="1382225"/>
          </a:xfrm>
          <a:custGeom>
            <a:avLst/>
            <a:gdLst>
              <a:gd name="connsiteX0" fmla="*/ 5244132 w 5244132"/>
              <a:gd name="connsiteY0" fmla="*/ 2423246 h 2423246"/>
              <a:gd name="connsiteX1" fmla="*/ 2748385 w 5244132"/>
              <a:gd name="connsiteY1" fmla="*/ 2423246 h 2423246"/>
              <a:gd name="connsiteX2" fmla="*/ 2495747 w 5244132"/>
              <a:gd name="connsiteY2" fmla="*/ 2423246 h 2423246"/>
              <a:gd name="connsiteX3" fmla="*/ 0 w 5244132"/>
              <a:gd name="connsiteY3" fmla="*/ 2423246 h 2423246"/>
              <a:gd name="connsiteX4" fmla="*/ 599123 w 5244132"/>
              <a:gd name="connsiteY4" fmla="*/ 1264229 h 2423246"/>
              <a:gd name="connsiteX5" fmla="*/ 1013716 w 5244132"/>
              <a:gd name="connsiteY5" fmla="*/ 0 h 2423246"/>
              <a:gd name="connsiteX6" fmla="*/ 2490416 w 5244132"/>
              <a:gd name="connsiteY6" fmla="*/ 0 h 2423246"/>
              <a:gd name="connsiteX7" fmla="*/ 2753716 w 5244132"/>
              <a:gd name="connsiteY7" fmla="*/ 0 h 2423246"/>
              <a:gd name="connsiteX8" fmla="*/ 4230416 w 5244132"/>
              <a:gd name="connsiteY8" fmla="*/ 0 h 2423246"/>
              <a:gd name="connsiteX9" fmla="*/ 4645009 w 5244132"/>
              <a:gd name="connsiteY9" fmla="*/ 1264229 h 2423246"/>
              <a:gd name="connsiteX10" fmla="*/ 5244132 w 5244132"/>
              <a:gd name="connsiteY10" fmla="*/ 2423246 h 242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4132" h="2423246">
                <a:moveTo>
                  <a:pt x="5244132" y="2423246"/>
                </a:moveTo>
                <a:lnTo>
                  <a:pt x="2748385" y="2423246"/>
                </a:lnTo>
                <a:lnTo>
                  <a:pt x="2495747" y="2423246"/>
                </a:lnTo>
                <a:lnTo>
                  <a:pt x="0" y="2423246"/>
                </a:lnTo>
                <a:cubicBezTo>
                  <a:pt x="240348" y="2062307"/>
                  <a:pt x="282575" y="2031568"/>
                  <a:pt x="599123" y="1264229"/>
                </a:cubicBezTo>
                <a:cubicBezTo>
                  <a:pt x="854161" y="609139"/>
                  <a:pt x="875518" y="421410"/>
                  <a:pt x="1013716" y="0"/>
                </a:cubicBezTo>
                <a:lnTo>
                  <a:pt x="2490416" y="0"/>
                </a:lnTo>
                <a:lnTo>
                  <a:pt x="2753716" y="0"/>
                </a:lnTo>
                <a:lnTo>
                  <a:pt x="4230416" y="0"/>
                </a:lnTo>
                <a:cubicBezTo>
                  <a:pt x="4368614" y="421410"/>
                  <a:pt x="4389971" y="609139"/>
                  <a:pt x="4645009" y="1264229"/>
                </a:cubicBezTo>
                <a:cubicBezTo>
                  <a:pt x="4961557" y="2031568"/>
                  <a:pt x="5003784" y="2062307"/>
                  <a:pt x="5244132" y="2423246"/>
                </a:cubicBezTo>
                <a:close/>
              </a:path>
            </a:pathLst>
          </a:custGeom>
          <a:gradFill>
            <a:gsLst>
              <a:gs pos="0">
                <a:schemeClr val="tx1">
                  <a:alpha val="0"/>
                </a:schemeClr>
              </a:gs>
              <a:gs pos="33000">
                <a:schemeClr val="accent1">
                  <a:alpha val="2000"/>
                </a:schemeClr>
              </a:gs>
              <a:gs pos="67000">
                <a:schemeClr val="accent1">
                  <a:alpha val="30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0" name="椭圆 39">
            <a:extLst>
              <a:ext uri="{FF2B5EF4-FFF2-40B4-BE49-F238E27FC236}">
                <a16:creationId xmlns:a16="http://schemas.microsoft.com/office/drawing/2014/main" id="{3F31E049-E12F-B778-12C9-26F4D78411EC}"/>
              </a:ext>
            </a:extLst>
          </p:cNvPr>
          <p:cNvSpPr/>
          <p:nvPr/>
        </p:nvSpPr>
        <p:spPr>
          <a:xfrm>
            <a:off x="3794760" y="1890398"/>
            <a:ext cx="4602480" cy="724436"/>
          </a:xfrm>
          <a:prstGeom prst="ellipse">
            <a:avLst/>
          </a:prstGeom>
          <a:noFill/>
          <a:ln w="19050">
            <a:gradFill>
              <a:gsLst>
                <a:gs pos="0">
                  <a:schemeClr val="accent1">
                    <a:alpha val="0"/>
                  </a:schemeClr>
                </a:gs>
                <a:gs pos="100000">
                  <a:schemeClr val="accent1">
                    <a:alpha val="38000"/>
                  </a:schemeClr>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EED2CF5D-83D5-C052-CEF4-56772730EF10}"/>
              </a:ext>
            </a:extLst>
          </p:cNvPr>
          <p:cNvSpPr txBox="1"/>
          <p:nvPr/>
        </p:nvSpPr>
        <p:spPr>
          <a:xfrm>
            <a:off x="5567650" y="5946407"/>
            <a:ext cx="1056701" cy="307777"/>
          </a:xfrm>
          <a:prstGeom prst="rect">
            <a:avLst/>
          </a:prstGeom>
          <a:noFill/>
        </p:spPr>
        <p:txBody>
          <a:bodyPr wrap="none" rtlCol="0">
            <a:spAutoFit/>
          </a:bodyPr>
          <a:lstStyle/>
          <a:p>
            <a:pPr algn="ctr"/>
            <a:r>
              <a:rPr lang="zh-CN" altLang="en-US" sz="1400" b="1" spc="300" dirty="0">
                <a:latin typeface="+mj-ea"/>
                <a:ea typeface="+mj-ea"/>
              </a:rPr>
              <a:t>数据整合</a:t>
            </a:r>
          </a:p>
        </p:txBody>
      </p:sp>
      <p:sp>
        <p:nvSpPr>
          <p:cNvPr id="42" name="文本框 41">
            <a:extLst>
              <a:ext uri="{FF2B5EF4-FFF2-40B4-BE49-F238E27FC236}">
                <a16:creationId xmlns:a16="http://schemas.microsoft.com/office/drawing/2014/main" id="{8308499E-5268-9E21-8601-E2C22DA44443}"/>
              </a:ext>
            </a:extLst>
          </p:cNvPr>
          <p:cNvSpPr txBox="1"/>
          <p:nvPr/>
        </p:nvSpPr>
        <p:spPr>
          <a:xfrm>
            <a:off x="5311170" y="1231583"/>
            <a:ext cx="1569661" cy="369332"/>
          </a:xfrm>
          <a:prstGeom prst="rect">
            <a:avLst/>
          </a:prstGeom>
          <a:noFill/>
        </p:spPr>
        <p:txBody>
          <a:bodyPr wrap="none" rtlCol="0">
            <a:spAutoFit/>
          </a:bodyPr>
          <a:lstStyle/>
          <a:p>
            <a:pPr algn="ctr"/>
            <a:r>
              <a:rPr lang="zh-CN" altLang="en-US" b="1" dirty="0">
                <a:solidFill>
                  <a:schemeClr val="accent1"/>
                </a:solidFill>
                <a:latin typeface="+mj-ea"/>
                <a:ea typeface="+mj-ea"/>
              </a:rPr>
              <a:t>智能决策梯度</a:t>
            </a:r>
          </a:p>
        </p:txBody>
      </p:sp>
      <p:sp>
        <p:nvSpPr>
          <p:cNvPr id="43" name="文本框 42">
            <a:extLst>
              <a:ext uri="{FF2B5EF4-FFF2-40B4-BE49-F238E27FC236}">
                <a16:creationId xmlns:a16="http://schemas.microsoft.com/office/drawing/2014/main" id="{35190BE1-42FA-F9AD-C072-B3CC3D0B3B76}"/>
              </a:ext>
            </a:extLst>
          </p:cNvPr>
          <p:cNvSpPr txBox="1"/>
          <p:nvPr/>
        </p:nvSpPr>
        <p:spPr>
          <a:xfrm>
            <a:off x="2894223" y="5144471"/>
            <a:ext cx="631402" cy="461665"/>
          </a:xfrm>
          <a:prstGeom prst="rect">
            <a:avLst/>
          </a:prstGeom>
          <a:noFill/>
        </p:spPr>
        <p:txBody>
          <a:bodyPr wrap="square" rtlCol="0">
            <a:spAutoFit/>
          </a:bodyPr>
          <a:lstStyle/>
          <a:p>
            <a:pPr algn="ctr"/>
            <a:r>
              <a:rPr lang="zh-CN" altLang="en-US" sz="1200" b="1" dirty="0">
                <a:latin typeface="+mj-ea"/>
                <a:ea typeface="+mj-ea"/>
              </a:rPr>
              <a:t>数据收集</a:t>
            </a:r>
          </a:p>
        </p:txBody>
      </p:sp>
      <p:sp>
        <p:nvSpPr>
          <p:cNvPr id="44" name="文本框 43">
            <a:extLst>
              <a:ext uri="{FF2B5EF4-FFF2-40B4-BE49-F238E27FC236}">
                <a16:creationId xmlns:a16="http://schemas.microsoft.com/office/drawing/2014/main" id="{83E527F9-C54E-E055-58FF-5CD8198915D6}"/>
              </a:ext>
            </a:extLst>
          </p:cNvPr>
          <p:cNvSpPr txBox="1"/>
          <p:nvPr/>
        </p:nvSpPr>
        <p:spPr>
          <a:xfrm>
            <a:off x="8634668" y="5144471"/>
            <a:ext cx="690032" cy="461665"/>
          </a:xfrm>
          <a:prstGeom prst="rect">
            <a:avLst/>
          </a:prstGeom>
          <a:noFill/>
        </p:spPr>
        <p:txBody>
          <a:bodyPr wrap="square" rtlCol="0">
            <a:spAutoFit/>
          </a:bodyPr>
          <a:lstStyle/>
          <a:p>
            <a:pPr algn="ctr"/>
            <a:r>
              <a:rPr lang="zh-CN" altLang="en-US" sz="1200" b="1" dirty="0">
                <a:latin typeface="+mj-ea"/>
                <a:ea typeface="+mj-ea"/>
              </a:rPr>
              <a:t>数据</a:t>
            </a:r>
            <a:endParaRPr lang="en-US" altLang="zh-CN" sz="1200" b="1" dirty="0">
              <a:latin typeface="+mj-ea"/>
              <a:ea typeface="+mj-ea"/>
            </a:endParaRPr>
          </a:p>
          <a:p>
            <a:pPr algn="ctr"/>
            <a:r>
              <a:rPr lang="zh-CN" altLang="en-US" sz="1200" b="1" dirty="0">
                <a:latin typeface="+mj-ea"/>
                <a:ea typeface="+mj-ea"/>
              </a:rPr>
              <a:t>标准化</a:t>
            </a:r>
          </a:p>
        </p:txBody>
      </p:sp>
      <p:sp>
        <p:nvSpPr>
          <p:cNvPr id="45" name="文本框 44">
            <a:extLst>
              <a:ext uri="{FF2B5EF4-FFF2-40B4-BE49-F238E27FC236}">
                <a16:creationId xmlns:a16="http://schemas.microsoft.com/office/drawing/2014/main" id="{E2459206-CB25-C245-BC7D-4F7E9F1C7F92}"/>
              </a:ext>
            </a:extLst>
          </p:cNvPr>
          <p:cNvSpPr txBox="1"/>
          <p:nvPr/>
        </p:nvSpPr>
        <p:spPr>
          <a:xfrm>
            <a:off x="3681684" y="2112106"/>
            <a:ext cx="798388" cy="276999"/>
          </a:xfrm>
          <a:prstGeom prst="rect">
            <a:avLst/>
          </a:prstGeom>
          <a:noFill/>
        </p:spPr>
        <p:txBody>
          <a:bodyPr wrap="square" rtlCol="0">
            <a:spAutoFit/>
          </a:bodyPr>
          <a:lstStyle/>
          <a:p>
            <a:pPr algn="ctr"/>
            <a:r>
              <a:rPr lang="zh-CN" altLang="en-US" sz="1200" dirty="0">
                <a:solidFill>
                  <a:schemeClr val="bg1"/>
                </a:solidFill>
                <a:latin typeface="+mj-ea"/>
                <a:ea typeface="+mj-ea"/>
              </a:rPr>
              <a:t>数据挖掘</a:t>
            </a:r>
          </a:p>
        </p:txBody>
      </p:sp>
      <p:sp>
        <p:nvSpPr>
          <p:cNvPr id="46" name="文本框 45">
            <a:extLst>
              <a:ext uri="{FF2B5EF4-FFF2-40B4-BE49-F238E27FC236}">
                <a16:creationId xmlns:a16="http://schemas.microsoft.com/office/drawing/2014/main" id="{2609A0E8-CEDB-E7A5-A43A-D68BA7865CCA}"/>
              </a:ext>
            </a:extLst>
          </p:cNvPr>
          <p:cNvSpPr txBox="1"/>
          <p:nvPr/>
        </p:nvSpPr>
        <p:spPr>
          <a:xfrm>
            <a:off x="7617594" y="2112106"/>
            <a:ext cx="806456" cy="276999"/>
          </a:xfrm>
          <a:prstGeom prst="rect">
            <a:avLst/>
          </a:prstGeom>
          <a:noFill/>
        </p:spPr>
        <p:txBody>
          <a:bodyPr wrap="square" rtlCol="0">
            <a:spAutoFit/>
          </a:bodyPr>
          <a:lstStyle/>
          <a:p>
            <a:r>
              <a:rPr lang="zh-CN" altLang="en-US" sz="1200" dirty="0">
                <a:solidFill>
                  <a:schemeClr val="bg1"/>
                </a:solidFill>
                <a:latin typeface="+mj-ea"/>
                <a:ea typeface="+mj-ea"/>
              </a:rPr>
              <a:t>持续改进</a:t>
            </a:r>
          </a:p>
        </p:txBody>
      </p:sp>
      <p:sp>
        <p:nvSpPr>
          <p:cNvPr id="47" name="椭圆 46">
            <a:extLst>
              <a:ext uri="{FF2B5EF4-FFF2-40B4-BE49-F238E27FC236}">
                <a16:creationId xmlns:a16="http://schemas.microsoft.com/office/drawing/2014/main" id="{7AB162B2-3BC2-D1C9-FCD3-7D7C58858118}"/>
              </a:ext>
            </a:extLst>
          </p:cNvPr>
          <p:cNvSpPr>
            <a:spLocks/>
          </p:cNvSpPr>
          <p:nvPr/>
        </p:nvSpPr>
        <p:spPr>
          <a:xfrm>
            <a:off x="3770771" y="1387704"/>
            <a:ext cx="670363" cy="670361"/>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endParaRPr>
          </a:p>
        </p:txBody>
      </p:sp>
      <p:sp>
        <p:nvSpPr>
          <p:cNvPr id="53" name="图形 68">
            <a:extLst>
              <a:ext uri="{FF2B5EF4-FFF2-40B4-BE49-F238E27FC236}">
                <a16:creationId xmlns:a16="http://schemas.microsoft.com/office/drawing/2014/main" id="{A46CF4BE-BD31-5ECC-3359-9556F0D569E0}"/>
              </a:ext>
            </a:extLst>
          </p:cNvPr>
          <p:cNvSpPr/>
          <p:nvPr/>
        </p:nvSpPr>
        <p:spPr>
          <a:xfrm>
            <a:off x="3986042" y="1607657"/>
            <a:ext cx="239820" cy="230454"/>
          </a:xfrm>
          <a:custGeom>
            <a:avLst/>
            <a:gdLst>
              <a:gd name="connsiteX0" fmla="*/ 223242 w 1451967"/>
              <a:gd name="connsiteY0" fmla="*/ 446484 h 1395263"/>
              <a:gd name="connsiteX1" fmla="*/ 429909 w 1451967"/>
              <a:gd name="connsiteY1" fmla="*/ 306958 h 1395263"/>
              <a:gd name="connsiteX2" fmla="*/ 1395543 w 1451967"/>
              <a:gd name="connsiteY2" fmla="*/ 306958 h 1395263"/>
              <a:gd name="connsiteX3" fmla="*/ 1451353 w 1451967"/>
              <a:gd name="connsiteY3" fmla="*/ 251147 h 1395263"/>
              <a:gd name="connsiteX4" fmla="*/ 1395543 w 1451967"/>
              <a:gd name="connsiteY4" fmla="*/ 195337 h 1395263"/>
              <a:gd name="connsiteX5" fmla="*/ 443694 w 1451967"/>
              <a:gd name="connsiteY5" fmla="*/ 195337 h 1395263"/>
              <a:gd name="connsiteX6" fmla="*/ 223242 w 1451967"/>
              <a:gd name="connsiteY6" fmla="*/ 0 h 1395263"/>
              <a:gd name="connsiteX7" fmla="*/ 0 w 1451967"/>
              <a:gd name="connsiteY7" fmla="*/ 223242 h 1395263"/>
              <a:gd name="connsiteX8" fmla="*/ 223242 w 1451967"/>
              <a:gd name="connsiteY8" fmla="*/ 446484 h 1395263"/>
              <a:gd name="connsiteX9" fmla="*/ 223242 w 1451967"/>
              <a:gd name="connsiteY9" fmla="*/ 111621 h 1395263"/>
              <a:gd name="connsiteX10" fmla="*/ 334863 w 1451967"/>
              <a:gd name="connsiteY10" fmla="*/ 223298 h 1395263"/>
              <a:gd name="connsiteX11" fmla="*/ 223186 w 1451967"/>
              <a:gd name="connsiteY11" fmla="*/ 334919 h 1395263"/>
              <a:gd name="connsiteX12" fmla="*/ 111565 w 1451967"/>
              <a:gd name="connsiteY12" fmla="*/ 223242 h 1395263"/>
              <a:gd name="connsiteX13" fmla="*/ 223242 w 1451967"/>
              <a:gd name="connsiteY13" fmla="*/ 111621 h 1395263"/>
              <a:gd name="connsiteX14" fmla="*/ 1396157 w 1451967"/>
              <a:gd name="connsiteY14" fmla="*/ 948779 h 1395263"/>
              <a:gd name="connsiteX15" fmla="*/ 446484 w 1451967"/>
              <a:gd name="connsiteY15" fmla="*/ 948779 h 1395263"/>
              <a:gd name="connsiteX16" fmla="*/ 439062 w 1451967"/>
              <a:gd name="connsiteY16" fmla="*/ 950286 h 1395263"/>
              <a:gd name="connsiteX17" fmla="*/ 223242 w 1451967"/>
              <a:gd name="connsiteY17" fmla="*/ 781348 h 1395263"/>
              <a:gd name="connsiteX18" fmla="*/ 0 w 1451967"/>
              <a:gd name="connsiteY18" fmla="*/ 1004590 h 1395263"/>
              <a:gd name="connsiteX19" fmla="*/ 223242 w 1451967"/>
              <a:gd name="connsiteY19" fmla="*/ 1227832 h 1395263"/>
              <a:gd name="connsiteX20" fmla="*/ 439062 w 1451967"/>
              <a:gd name="connsiteY20" fmla="*/ 1058894 h 1395263"/>
              <a:gd name="connsiteX21" fmla="*/ 446484 w 1451967"/>
              <a:gd name="connsiteY21" fmla="*/ 1060400 h 1395263"/>
              <a:gd name="connsiteX22" fmla="*/ 1396157 w 1451967"/>
              <a:gd name="connsiteY22" fmla="*/ 1060400 h 1395263"/>
              <a:gd name="connsiteX23" fmla="*/ 1451967 w 1451967"/>
              <a:gd name="connsiteY23" fmla="*/ 1004590 h 1395263"/>
              <a:gd name="connsiteX24" fmla="*/ 1396157 w 1451967"/>
              <a:gd name="connsiteY24" fmla="*/ 948779 h 1395263"/>
              <a:gd name="connsiteX25" fmla="*/ 223242 w 1451967"/>
              <a:gd name="connsiteY25" fmla="*/ 1116211 h 1395263"/>
              <a:gd name="connsiteX26" fmla="*/ 111621 w 1451967"/>
              <a:gd name="connsiteY26" fmla="*/ 1004534 h 1395263"/>
              <a:gd name="connsiteX27" fmla="*/ 223298 w 1451967"/>
              <a:gd name="connsiteY27" fmla="*/ 892913 h 1395263"/>
              <a:gd name="connsiteX28" fmla="*/ 334919 w 1451967"/>
              <a:gd name="connsiteY28" fmla="*/ 1004590 h 1395263"/>
              <a:gd name="connsiteX29" fmla="*/ 223242 w 1451967"/>
              <a:gd name="connsiteY29" fmla="*/ 1116211 h 1395263"/>
              <a:gd name="connsiteX30" fmla="*/ 1396157 w 1451967"/>
              <a:gd name="connsiteY30" fmla="*/ 558106 h 1395263"/>
              <a:gd name="connsiteX31" fmla="*/ 892969 w 1451967"/>
              <a:gd name="connsiteY31" fmla="*/ 558106 h 1395263"/>
              <a:gd name="connsiteX32" fmla="*/ 837158 w 1451967"/>
              <a:gd name="connsiteY32" fmla="*/ 613916 h 1395263"/>
              <a:gd name="connsiteX33" fmla="*/ 892969 w 1451967"/>
              <a:gd name="connsiteY33" fmla="*/ 669727 h 1395263"/>
              <a:gd name="connsiteX34" fmla="*/ 1396157 w 1451967"/>
              <a:gd name="connsiteY34" fmla="*/ 669727 h 1395263"/>
              <a:gd name="connsiteX35" fmla="*/ 1451967 w 1451967"/>
              <a:gd name="connsiteY35" fmla="*/ 613916 h 1395263"/>
              <a:gd name="connsiteX36" fmla="*/ 1396157 w 1451967"/>
              <a:gd name="connsiteY36" fmla="*/ 558106 h 1395263"/>
              <a:gd name="connsiteX37" fmla="*/ 1396157 w 1451967"/>
              <a:gd name="connsiteY37" fmla="*/ 1283643 h 1395263"/>
              <a:gd name="connsiteX38" fmla="*/ 892969 w 1451967"/>
              <a:gd name="connsiteY38" fmla="*/ 1283643 h 1395263"/>
              <a:gd name="connsiteX39" fmla="*/ 837158 w 1451967"/>
              <a:gd name="connsiteY39" fmla="*/ 1339453 h 1395263"/>
              <a:gd name="connsiteX40" fmla="*/ 892969 w 1451967"/>
              <a:gd name="connsiteY40" fmla="*/ 1395264 h 1395263"/>
              <a:gd name="connsiteX41" fmla="*/ 1396157 w 1451967"/>
              <a:gd name="connsiteY41" fmla="*/ 1395264 h 1395263"/>
              <a:gd name="connsiteX42" fmla="*/ 1451967 w 1451967"/>
              <a:gd name="connsiteY42" fmla="*/ 1339453 h 1395263"/>
              <a:gd name="connsiteX43" fmla="*/ 1396157 w 1451967"/>
              <a:gd name="connsiteY43" fmla="*/ 1283643 h 139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51967" h="1395263">
                <a:moveTo>
                  <a:pt x="223242" y="446484"/>
                </a:moveTo>
                <a:cubicBezTo>
                  <a:pt x="314130" y="446445"/>
                  <a:pt x="395897" y="391242"/>
                  <a:pt x="429909" y="306958"/>
                </a:cubicBezTo>
                <a:lnTo>
                  <a:pt x="1395543" y="306958"/>
                </a:lnTo>
                <a:cubicBezTo>
                  <a:pt x="1426366" y="306958"/>
                  <a:pt x="1451353" y="281971"/>
                  <a:pt x="1451353" y="251147"/>
                </a:cubicBezTo>
                <a:cubicBezTo>
                  <a:pt x="1451353" y="220324"/>
                  <a:pt x="1426366" y="195337"/>
                  <a:pt x="1395543" y="195337"/>
                </a:cubicBezTo>
                <a:lnTo>
                  <a:pt x="443694" y="195337"/>
                </a:lnTo>
                <a:cubicBezTo>
                  <a:pt x="429797" y="85390"/>
                  <a:pt x="336984" y="0"/>
                  <a:pt x="223242" y="0"/>
                </a:cubicBezTo>
                <a:cubicBezTo>
                  <a:pt x="99949" y="0"/>
                  <a:pt x="0" y="99949"/>
                  <a:pt x="0" y="223242"/>
                </a:cubicBezTo>
                <a:cubicBezTo>
                  <a:pt x="0" y="346535"/>
                  <a:pt x="99949" y="446484"/>
                  <a:pt x="223242" y="446484"/>
                </a:cubicBezTo>
                <a:close/>
                <a:moveTo>
                  <a:pt x="223242" y="111621"/>
                </a:moveTo>
                <a:cubicBezTo>
                  <a:pt x="284904" y="111637"/>
                  <a:pt x="334879" y="161636"/>
                  <a:pt x="334863" y="223298"/>
                </a:cubicBezTo>
                <a:cubicBezTo>
                  <a:pt x="334848" y="284960"/>
                  <a:pt x="284848" y="334934"/>
                  <a:pt x="223186" y="334919"/>
                </a:cubicBezTo>
                <a:cubicBezTo>
                  <a:pt x="161524" y="334904"/>
                  <a:pt x="111550" y="284904"/>
                  <a:pt x="111565" y="223242"/>
                </a:cubicBezTo>
                <a:cubicBezTo>
                  <a:pt x="111581" y="161580"/>
                  <a:pt x="161580" y="111606"/>
                  <a:pt x="223242" y="111621"/>
                </a:cubicBezTo>
                <a:close/>
                <a:moveTo>
                  <a:pt x="1396157" y="948779"/>
                </a:moveTo>
                <a:lnTo>
                  <a:pt x="446484" y="948779"/>
                </a:lnTo>
                <a:cubicBezTo>
                  <a:pt x="443861" y="948779"/>
                  <a:pt x="441573" y="949951"/>
                  <a:pt x="439062" y="950286"/>
                </a:cubicBezTo>
                <a:cubicBezTo>
                  <a:pt x="414365" y="851151"/>
                  <a:pt x="325407" y="781517"/>
                  <a:pt x="223242" y="781348"/>
                </a:cubicBezTo>
                <a:cubicBezTo>
                  <a:pt x="99949" y="781348"/>
                  <a:pt x="0" y="881297"/>
                  <a:pt x="0" y="1004590"/>
                </a:cubicBezTo>
                <a:cubicBezTo>
                  <a:pt x="0" y="1127883"/>
                  <a:pt x="99949" y="1227832"/>
                  <a:pt x="223242" y="1227832"/>
                </a:cubicBezTo>
                <a:cubicBezTo>
                  <a:pt x="325407" y="1227663"/>
                  <a:pt x="414365" y="1158029"/>
                  <a:pt x="439062" y="1058894"/>
                </a:cubicBezTo>
                <a:cubicBezTo>
                  <a:pt x="441573" y="1059228"/>
                  <a:pt x="443861" y="1060400"/>
                  <a:pt x="446484" y="1060400"/>
                </a:cubicBezTo>
                <a:lnTo>
                  <a:pt x="1396157" y="1060400"/>
                </a:lnTo>
                <a:cubicBezTo>
                  <a:pt x="1426980" y="1060400"/>
                  <a:pt x="1451967" y="1035413"/>
                  <a:pt x="1451967" y="1004590"/>
                </a:cubicBezTo>
                <a:cubicBezTo>
                  <a:pt x="1451967" y="973767"/>
                  <a:pt x="1426980" y="948779"/>
                  <a:pt x="1396157" y="948779"/>
                </a:cubicBezTo>
                <a:close/>
                <a:moveTo>
                  <a:pt x="223242" y="1116211"/>
                </a:moveTo>
                <a:cubicBezTo>
                  <a:pt x="161580" y="1116196"/>
                  <a:pt x="111606" y="1066196"/>
                  <a:pt x="111621" y="1004534"/>
                </a:cubicBezTo>
                <a:cubicBezTo>
                  <a:pt x="111637" y="942872"/>
                  <a:pt x="161636" y="892897"/>
                  <a:pt x="223298" y="892913"/>
                </a:cubicBezTo>
                <a:cubicBezTo>
                  <a:pt x="284960" y="892928"/>
                  <a:pt x="334934" y="942928"/>
                  <a:pt x="334919" y="1004590"/>
                </a:cubicBezTo>
                <a:cubicBezTo>
                  <a:pt x="334904" y="1066252"/>
                  <a:pt x="284904" y="1116226"/>
                  <a:pt x="223242" y="1116211"/>
                </a:cubicBezTo>
                <a:close/>
                <a:moveTo>
                  <a:pt x="1396157" y="558106"/>
                </a:moveTo>
                <a:lnTo>
                  <a:pt x="892969" y="558106"/>
                </a:lnTo>
                <a:cubicBezTo>
                  <a:pt x="862145" y="558106"/>
                  <a:pt x="837158" y="583093"/>
                  <a:pt x="837158" y="613916"/>
                </a:cubicBezTo>
                <a:cubicBezTo>
                  <a:pt x="837158" y="644739"/>
                  <a:pt x="862145" y="669727"/>
                  <a:pt x="892969" y="669727"/>
                </a:cubicBezTo>
                <a:lnTo>
                  <a:pt x="1396157" y="669727"/>
                </a:lnTo>
                <a:cubicBezTo>
                  <a:pt x="1426980" y="669727"/>
                  <a:pt x="1451967" y="644739"/>
                  <a:pt x="1451967" y="613916"/>
                </a:cubicBezTo>
                <a:cubicBezTo>
                  <a:pt x="1451967" y="583093"/>
                  <a:pt x="1426980" y="558106"/>
                  <a:pt x="1396157" y="558106"/>
                </a:cubicBezTo>
                <a:close/>
                <a:moveTo>
                  <a:pt x="1396157" y="1283643"/>
                </a:moveTo>
                <a:lnTo>
                  <a:pt x="892969" y="1283643"/>
                </a:lnTo>
                <a:cubicBezTo>
                  <a:pt x="862145" y="1283643"/>
                  <a:pt x="837158" y="1308630"/>
                  <a:pt x="837158" y="1339453"/>
                </a:cubicBezTo>
                <a:cubicBezTo>
                  <a:pt x="837158" y="1370277"/>
                  <a:pt x="862145" y="1395264"/>
                  <a:pt x="892969" y="1395264"/>
                </a:cubicBezTo>
                <a:lnTo>
                  <a:pt x="1396157" y="1395264"/>
                </a:lnTo>
                <a:cubicBezTo>
                  <a:pt x="1426980" y="1395264"/>
                  <a:pt x="1451967" y="1370277"/>
                  <a:pt x="1451967" y="1339453"/>
                </a:cubicBezTo>
                <a:cubicBezTo>
                  <a:pt x="1451967" y="1308630"/>
                  <a:pt x="1426980" y="1283643"/>
                  <a:pt x="1396157" y="1283643"/>
                </a:cubicBezTo>
                <a:close/>
              </a:path>
            </a:pathLst>
          </a:custGeom>
          <a:solidFill>
            <a:schemeClr val="tx1"/>
          </a:solidFill>
          <a:ln w="1860" cap="flat">
            <a:noFill/>
            <a:prstDash val="solid"/>
            <a:miter/>
          </a:ln>
        </p:spPr>
        <p:txBody>
          <a:bodyPr rtlCol="0" anchor="ctr"/>
          <a:lstStyle/>
          <a:p>
            <a:endParaRPr lang="zh-CN" altLang="en-US"/>
          </a:p>
        </p:txBody>
      </p:sp>
      <p:grpSp>
        <p:nvGrpSpPr>
          <p:cNvPr id="79" name="组合 78">
            <a:extLst>
              <a:ext uri="{FF2B5EF4-FFF2-40B4-BE49-F238E27FC236}">
                <a16:creationId xmlns:a16="http://schemas.microsoft.com/office/drawing/2014/main" id="{5AC5C1A6-5AF0-C376-489D-9BF84A001050}"/>
              </a:ext>
            </a:extLst>
          </p:cNvPr>
          <p:cNvGrpSpPr/>
          <p:nvPr/>
        </p:nvGrpSpPr>
        <p:grpSpPr>
          <a:xfrm>
            <a:off x="4996715" y="1815386"/>
            <a:ext cx="670363" cy="670361"/>
            <a:chOff x="4835889" y="1948697"/>
            <a:chExt cx="670363" cy="670361"/>
          </a:xfrm>
        </p:grpSpPr>
        <p:sp>
          <p:nvSpPr>
            <p:cNvPr id="51" name="椭圆 50">
              <a:extLst>
                <a:ext uri="{FF2B5EF4-FFF2-40B4-BE49-F238E27FC236}">
                  <a16:creationId xmlns:a16="http://schemas.microsoft.com/office/drawing/2014/main" id="{4A6CCEDD-C79B-6C38-DD05-C03F596B0B3D}"/>
                </a:ext>
              </a:extLst>
            </p:cNvPr>
            <p:cNvSpPr>
              <a:spLocks/>
            </p:cNvSpPr>
            <p:nvPr/>
          </p:nvSpPr>
          <p:spPr>
            <a:xfrm>
              <a:off x="4835889" y="1948697"/>
              <a:ext cx="670363" cy="670361"/>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endParaRPr>
            </a:p>
          </p:txBody>
        </p:sp>
        <p:sp>
          <p:nvSpPr>
            <p:cNvPr id="54" name="图形 72">
              <a:extLst>
                <a:ext uri="{FF2B5EF4-FFF2-40B4-BE49-F238E27FC236}">
                  <a16:creationId xmlns:a16="http://schemas.microsoft.com/office/drawing/2014/main" id="{0524779B-D6DA-38E1-5F67-6DBD48153CEA}"/>
                </a:ext>
              </a:extLst>
            </p:cNvPr>
            <p:cNvSpPr/>
            <p:nvPr/>
          </p:nvSpPr>
          <p:spPr>
            <a:xfrm>
              <a:off x="5042328" y="2137828"/>
              <a:ext cx="257484" cy="292098"/>
            </a:xfrm>
            <a:custGeom>
              <a:avLst/>
              <a:gdLst>
                <a:gd name="connsiteX0" fmla="*/ 174046 w 174521"/>
                <a:gd name="connsiteY0" fmla="*/ 46091 h 186608"/>
                <a:gd name="connsiteX1" fmla="*/ 87280 w 174521"/>
                <a:gd name="connsiteY1" fmla="*/ 104 h 186608"/>
                <a:gd name="connsiteX2" fmla="*/ 86444 w 174521"/>
                <a:gd name="connsiteY2" fmla="*/ 102 h 186608"/>
                <a:gd name="connsiteX3" fmla="*/ 479 w 174521"/>
                <a:gd name="connsiteY3" fmla="*/ 45256 h 186608"/>
                <a:gd name="connsiteX4" fmla="*/ 0 w 174521"/>
                <a:gd name="connsiteY4" fmla="*/ 46048 h 186608"/>
                <a:gd name="connsiteX5" fmla="*/ 0 w 174521"/>
                <a:gd name="connsiteY5" fmla="*/ 139492 h 186608"/>
                <a:gd name="connsiteX6" fmla="*/ 468 w 174521"/>
                <a:gd name="connsiteY6" fmla="*/ 140278 h 186608"/>
                <a:gd name="connsiteX7" fmla="*/ 85577 w 174521"/>
                <a:gd name="connsiteY7" fmla="*/ 186500 h 186608"/>
                <a:gd name="connsiteX8" fmla="*/ 86424 w 174521"/>
                <a:gd name="connsiteY8" fmla="*/ 186504 h 186608"/>
                <a:gd name="connsiteX9" fmla="*/ 91630 w 174521"/>
                <a:gd name="connsiteY9" fmla="*/ 183738 h 186608"/>
                <a:gd name="connsiteX10" fmla="*/ 92206 w 174521"/>
                <a:gd name="connsiteY10" fmla="*/ 183433 h 186608"/>
                <a:gd name="connsiteX11" fmla="*/ 174046 w 174521"/>
                <a:gd name="connsiteY11" fmla="*/ 139946 h 186608"/>
                <a:gd name="connsiteX12" fmla="*/ 174521 w 174521"/>
                <a:gd name="connsiteY12" fmla="*/ 139155 h 186608"/>
                <a:gd name="connsiteX13" fmla="*/ 174522 w 174521"/>
                <a:gd name="connsiteY13" fmla="*/ 46881 h 186608"/>
                <a:gd name="connsiteX14" fmla="*/ 174046 w 174521"/>
                <a:gd name="connsiteY14" fmla="*/ 46091 h 186608"/>
                <a:gd name="connsiteX15" fmla="*/ 163540 w 174521"/>
                <a:gd name="connsiteY15" fmla="*/ 62313 h 186608"/>
                <a:gd name="connsiteX16" fmla="*/ 163540 w 174521"/>
                <a:gd name="connsiteY16" fmla="*/ 133092 h 186608"/>
                <a:gd name="connsiteX17" fmla="*/ 92422 w 174521"/>
                <a:gd name="connsiteY17" fmla="*/ 170882 h 186608"/>
                <a:gd name="connsiteX18" fmla="*/ 92422 w 174521"/>
                <a:gd name="connsiteY18" fmla="*/ 136101 h 186608"/>
                <a:gd name="connsiteX19" fmla="*/ 126488 w 174521"/>
                <a:gd name="connsiteY19" fmla="*/ 116967 h 186608"/>
                <a:gd name="connsiteX20" fmla="*/ 126945 w 174521"/>
                <a:gd name="connsiteY20" fmla="*/ 116187 h 186608"/>
                <a:gd name="connsiteX21" fmla="*/ 126945 w 174521"/>
                <a:gd name="connsiteY21" fmla="*/ 78859 h 186608"/>
                <a:gd name="connsiteX22" fmla="*/ 163540 w 174521"/>
                <a:gd name="connsiteY22" fmla="*/ 62313 h 186608"/>
                <a:gd name="connsiteX23" fmla="*/ 54423 w 174521"/>
                <a:gd name="connsiteY23" fmla="*/ 110489 h 186608"/>
                <a:gd name="connsiteX24" fmla="*/ 54423 w 174521"/>
                <a:gd name="connsiteY24" fmla="*/ 81381 h 186608"/>
                <a:gd name="connsiteX25" fmla="*/ 81439 w 174521"/>
                <a:gd name="connsiteY25" fmla="*/ 93595 h 186608"/>
                <a:gd name="connsiteX26" fmla="*/ 81439 w 174521"/>
                <a:gd name="connsiteY26" fmla="*/ 125998 h 186608"/>
                <a:gd name="connsiteX27" fmla="*/ 54423 w 174521"/>
                <a:gd name="connsiteY27" fmla="*/ 110489 h 186608"/>
                <a:gd name="connsiteX28" fmla="*/ 10983 w 174521"/>
                <a:gd name="connsiteY28" fmla="*/ 133491 h 186608"/>
                <a:gd name="connsiteX29" fmla="*/ 10983 w 174521"/>
                <a:gd name="connsiteY29" fmla="*/ 61739 h 186608"/>
                <a:gd name="connsiteX30" fmla="*/ 43441 w 174521"/>
                <a:gd name="connsiteY30" fmla="*/ 76414 h 186608"/>
                <a:gd name="connsiteX31" fmla="*/ 43441 w 174521"/>
                <a:gd name="connsiteY31" fmla="*/ 116329 h 186608"/>
                <a:gd name="connsiteX32" fmla="*/ 43891 w 174521"/>
                <a:gd name="connsiteY32" fmla="*/ 117105 h 186608"/>
                <a:gd name="connsiteX33" fmla="*/ 81440 w 174521"/>
                <a:gd name="connsiteY33" fmla="*/ 138661 h 186608"/>
                <a:gd name="connsiteX34" fmla="*/ 81440 w 174521"/>
                <a:gd name="connsiteY34" fmla="*/ 171755 h 186608"/>
                <a:gd name="connsiteX35" fmla="*/ 10983 w 174521"/>
                <a:gd name="connsiteY35" fmla="*/ 133491 h 186608"/>
                <a:gd name="connsiteX36" fmla="*/ 10983 w 174521"/>
                <a:gd name="connsiteY36" fmla="*/ 133491 h 186608"/>
                <a:gd name="connsiteX37" fmla="*/ 124170 w 174521"/>
                <a:gd name="connsiteY37" fmla="*/ 68061 h 186608"/>
                <a:gd name="connsiteX38" fmla="*/ 85458 w 174521"/>
                <a:gd name="connsiteY38" fmla="*/ 46374 h 186608"/>
                <a:gd name="connsiteX39" fmla="*/ 85021 w 174521"/>
                <a:gd name="connsiteY39" fmla="*/ 46261 h 186608"/>
                <a:gd name="connsiteX40" fmla="*/ 84585 w 174521"/>
                <a:gd name="connsiteY40" fmla="*/ 46373 h 186608"/>
                <a:gd name="connsiteX41" fmla="*/ 48260 w 174521"/>
                <a:gd name="connsiteY41" fmla="*/ 66541 h 186608"/>
                <a:gd name="connsiteX42" fmla="*/ 13496 w 174521"/>
                <a:gd name="connsiteY42" fmla="*/ 50823 h 186608"/>
                <a:gd name="connsiteX43" fmla="*/ 86839 w 174521"/>
                <a:gd name="connsiteY43" fmla="*/ 12300 h 186608"/>
                <a:gd name="connsiteX44" fmla="*/ 160800 w 174521"/>
                <a:gd name="connsiteY44" fmla="*/ 51499 h 186608"/>
                <a:gd name="connsiteX45" fmla="*/ 124170 w 174521"/>
                <a:gd name="connsiteY45" fmla="*/ 68061 h 186608"/>
                <a:gd name="connsiteX46" fmla="*/ 84998 w 174521"/>
                <a:gd name="connsiteY46" fmla="*/ 58704 h 186608"/>
                <a:gd name="connsiteX47" fmla="*/ 111734 w 174521"/>
                <a:gd name="connsiteY47" fmla="*/ 73684 h 186608"/>
                <a:gd name="connsiteX48" fmla="*/ 87896 w 174521"/>
                <a:gd name="connsiteY48" fmla="*/ 84462 h 186608"/>
                <a:gd name="connsiteX49" fmla="*/ 60730 w 174521"/>
                <a:gd name="connsiteY49" fmla="*/ 72180 h 186608"/>
                <a:gd name="connsiteX50" fmla="*/ 84998 w 174521"/>
                <a:gd name="connsiteY50" fmla="*/ 58704 h 186608"/>
                <a:gd name="connsiteX51" fmla="*/ 115962 w 174521"/>
                <a:gd name="connsiteY51" fmla="*/ 83825 h 186608"/>
                <a:gd name="connsiteX52" fmla="*/ 115962 w 174521"/>
                <a:gd name="connsiteY52" fmla="*/ 110283 h 186608"/>
                <a:gd name="connsiteX53" fmla="*/ 92423 w 174521"/>
                <a:gd name="connsiteY53" fmla="*/ 123505 h 186608"/>
                <a:gd name="connsiteX54" fmla="*/ 92423 w 174521"/>
                <a:gd name="connsiteY54" fmla="*/ 94468 h 186608"/>
                <a:gd name="connsiteX55" fmla="*/ 115962 w 174521"/>
                <a:gd name="connsiteY55" fmla="*/ 83825 h 186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74521" h="186608">
                  <a:moveTo>
                    <a:pt x="174046" y="46091"/>
                  </a:moveTo>
                  <a:lnTo>
                    <a:pt x="87280" y="104"/>
                  </a:lnTo>
                  <a:cubicBezTo>
                    <a:pt x="87018" y="-34"/>
                    <a:pt x="86706" y="-35"/>
                    <a:pt x="86444" y="102"/>
                  </a:cubicBezTo>
                  <a:lnTo>
                    <a:pt x="479" y="45256"/>
                  </a:lnTo>
                  <a:cubicBezTo>
                    <a:pt x="184" y="45410"/>
                    <a:pt x="0" y="45716"/>
                    <a:pt x="0" y="46048"/>
                  </a:cubicBezTo>
                  <a:lnTo>
                    <a:pt x="0" y="139492"/>
                  </a:lnTo>
                  <a:cubicBezTo>
                    <a:pt x="0" y="139820"/>
                    <a:pt x="179" y="140122"/>
                    <a:pt x="468" y="140278"/>
                  </a:cubicBezTo>
                  <a:lnTo>
                    <a:pt x="85577" y="186500"/>
                  </a:lnTo>
                  <a:cubicBezTo>
                    <a:pt x="85841" y="186643"/>
                    <a:pt x="86159" y="186645"/>
                    <a:pt x="86424" y="186504"/>
                  </a:cubicBezTo>
                  <a:lnTo>
                    <a:pt x="91630" y="183738"/>
                  </a:lnTo>
                  <a:cubicBezTo>
                    <a:pt x="91853" y="183713"/>
                    <a:pt x="92059" y="183604"/>
                    <a:pt x="92206" y="183433"/>
                  </a:cubicBezTo>
                  <a:lnTo>
                    <a:pt x="174046" y="139946"/>
                  </a:lnTo>
                  <a:cubicBezTo>
                    <a:pt x="174338" y="139790"/>
                    <a:pt x="174521" y="139486"/>
                    <a:pt x="174521" y="139155"/>
                  </a:cubicBezTo>
                  <a:lnTo>
                    <a:pt x="174522" y="46881"/>
                  </a:lnTo>
                  <a:cubicBezTo>
                    <a:pt x="174522" y="46550"/>
                    <a:pt x="174339" y="46246"/>
                    <a:pt x="174046" y="46091"/>
                  </a:cubicBezTo>
                  <a:close/>
                  <a:moveTo>
                    <a:pt x="163540" y="62313"/>
                  </a:moveTo>
                  <a:lnTo>
                    <a:pt x="163540" y="133092"/>
                  </a:lnTo>
                  <a:lnTo>
                    <a:pt x="92422" y="170882"/>
                  </a:lnTo>
                  <a:lnTo>
                    <a:pt x="92422" y="136101"/>
                  </a:lnTo>
                  <a:lnTo>
                    <a:pt x="126488" y="116967"/>
                  </a:lnTo>
                  <a:cubicBezTo>
                    <a:pt x="126770" y="116809"/>
                    <a:pt x="126945" y="116510"/>
                    <a:pt x="126945" y="116187"/>
                  </a:cubicBezTo>
                  <a:lnTo>
                    <a:pt x="126945" y="78859"/>
                  </a:lnTo>
                  <a:lnTo>
                    <a:pt x="163540" y="62313"/>
                  </a:lnTo>
                  <a:close/>
                  <a:moveTo>
                    <a:pt x="54423" y="110489"/>
                  </a:moveTo>
                  <a:lnTo>
                    <a:pt x="54423" y="81381"/>
                  </a:lnTo>
                  <a:lnTo>
                    <a:pt x="81439" y="93595"/>
                  </a:lnTo>
                  <a:lnTo>
                    <a:pt x="81439" y="125998"/>
                  </a:lnTo>
                  <a:lnTo>
                    <a:pt x="54423" y="110489"/>
                  </a:lnTo>
                  <a:close/>
                  <a:moveTo>
                    <a:pt x="10983" y="133491"/>
                  </a:moveTo>
                  <a:lnTo>
                    <a:pt x="10983" y="61739"/>
                  </a:lnTo>
                  <a:lnTo>
                    <a:pt x="43441" y="76414"/>
                  </a:lnTo>
                  <a:lnTo>
                    <a:pt x="43441" y="116329"/>
                  </a:lnTo>
                  <a:cubicBezTo>
                    <a:pt x="43441" y="116649"/>
                    <a:pt x="43612" y="116946"/>
                    <a:pt x="43891" y="117105"/>
                  </a:cubicBezTo>
                  <a:lnTo>
                    <a:pt x="81440" y="138661"/>
                  </a:lnTo>
                  <a:lnTo>
                    <a:pt x="81440" y="171755"/>
                  </a:lnTo>
                  <a:lnTo>
                    <a:pt x="10983" y="133491"/>
                  </a:lnTo>
                  <a:lnTo>
                    <a:pt x="10983" y="133491"/>
                  </a:lnTo>
                  <a:close/>
                  <a:moveTo>
                    <a:pt x="124170" y="68061"/>
                  </a:moveTo>
                  <a:lnTo>
                    <a:pt x="85458" y="46374"/>
                  </a:lnTo>
                  <a:cubicBezTo>
                    <a:pt x="85324" y="46300"/>
                    <a:pt x="85174" y="46261"/>
                    <a:pt x="85021" y="46261"/>
                  </a:cubicBezTo>
                  <a:cubicBezTo>
                    <a:pt x="84871" y="46261"/>
                    <a:pt x="84721" y="46298"/>
                    <a:pt x="84585" y="46373"/>
                  </a:cubicBezTo>
                  <a:lnTo>
                    <a:pt x="48260" y="66541"/>
                  </a:lnTo>
                  <a:lnTo>
                    <a:pt x="13496" y="50823"/>
                  </a:lnTo>
                  <a:lnTo>
                    <a:pt x="86839" y="12300"/>
                  </a:lnTo>
                  <a:lnTo>
                    <a:pt x="160800" y="51499"/>
                  </a:lnTo>
                  <a:lnTo>
                    <a:pt x="124170" y="68061"/>
                  </a:lnTo>
                  <a:close/>
                  <a:moveTo>
                    <a:pt x="84998" y="58704"/>
                  </a:moveTo>
                  <a:lnTo>
                    <a:pt x="111734" y="73684"/>
                  </a:lnTo>
                  <a:lnTo>
                    <a:pt x="87896" y="84462"/>
                  </a:lnTo>
                  <a:lnTo>
                    <a:pt x="60730" y="72180"/>
                  </a:lnTo>
                  <a:lnTo>
                    <a:pt x="84998" y="58704"/>
                  </a:lnTo>
                  <a:close/>
                  <a:moveTo>
                    <a:pt x="115962" y="83825"/>
                  </a:moveTo>
                  <a:lnTo>
                    <a:pt x="115962" y="110283"/>
                  </a:lnTo>
                  <a:lnTo>
                    <a:pt x="92423" y="123505"/>
                  </a:lnTo>
                  <a:lnTo>
                    <a:pt x="92423" y="94468"/>
                  </a:lnTo>
                  <a:lnTo>
                    <a:pt x="115962" y="83825"/>
                  </a:lnTo>
                  <a:close/>
                </a:path>
              </a:pathLst>
            </a:custGeom>
            <a:solidFill>
              <a:schemeClr val="tx1"/>
            </a:solidFill>
            <a:ln w="186" cap="flat">
              <a:noFill/>
              <a:prstDash val="solid"/>
              <a:miter/>
            </a:ln>
          </p:spPr>
          <p:txBody>
            <a:bodyPr rtlCol="0" anchor="ctr"/>
            <a:lstStyle/>
            <a:p>
              <a:endParaRPr lang="zh-CN" altLang="en-US"/>
            </a:p>
          </p:txBody>
        </p:sp>
      </p:grpSp>
      <p:grpSp>
        <p:nvGrpSpPr>
          <p:cNvPr id="80" name="组合 79">
            <a:extLst>
              <a:ext uri="{FF2B5EF4-FFF2-40B4-BE49-F238E27FC236}">
                <a16:creationId xmlns:a16="http://schemas.microsoft.com/office/drawing/2014/main" id="{0E03415B-B6BD-C4F2-5CD9-17D46BFB217E}"/>
              </a:ext>
            </a:extLst>
          </p:cNvPr>
          <p:cNvGrpSpPr/>
          <p:nvPr/>
        </p:nvGrpSpPr>
        <p:grpSpPr>
          <a:xfrm>
            <a:off x="6383916" y="1815386"/>
            <a:ext cx="670363" cy="670361"/>
            <a:chOff x="6588876" y="1948697"/>
            <a:chExt cx="670363" cy="670361"/>
          </a:xfrm>
        </p:grpSpPr>
        <p:sp>
          <p:nvSpPr>
            <p:cNvPr id="52" name="椭圆 51">
              <a:extLst>
                <a:ext uri="{FF2B5EF4-FFF2-40B4-BE49-F238E27FC236}">
                  <a16:creationId xmlns:a16="http://schemas.microsoft.com/office/drawing/2014/main" id="{FE459C84-B0E8-5A7D-525D-785D2062443D}"/>
                </a:ext>
              </a:extLst>
            </p:cNvPr>
            <p:cNvSpPr>
              <a:spLocks/>
            </p:cNvSpPr>
            <p:nvPr/>
          </p:nvSpPr>
          <p:spPr>
            <a:xfrm>
              <a:off x="6588876" y="1948697"/>
              <a:ext cx="670363" cy="670361"/>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endParaRPr>
            </a:p>
          </p:txBody>
        </p:sp>
        <p:sp>
          <p:nvSpPr>
            <p:cNvPr id="55" name="图形 76">
              <a:extLst>
                <a:ext uri="{FF2B5EF4-FFF2-40B4-BE49-F238E27FC236}">
                  <a16:creationId xmlns:a16="http://schemas.microsoft.com/office/drawing/2014/main" id="{EA846A32-A6F1-8130-FCB1-34D1DD7D8AAB}"/>
                </a:ext>
              </a:extLst>
            </p:cNvPr>
            <p:cNvSpPr/>
            <p:nvPr/>
          </p:nvSpPr>
          <p:spPr>
            <a:xfrm>
              <a:off x="6781701" y="2166840"/>
              <a:ext cx="284713" cy="234075"/>
            </a:xfrm>
            <a:custGeom>
              <a:avLst/>
              <a:gdLst>
                <a:gd name="connsiteX0" fmla="*/ 118004 w 212744"/>
                <a:gd name="connsiteY0" fmla="*/ 60738 h 212795"/>
                <a:gd name="connsiteX1" fmla="*/ 130232 w 212744"/>
                <a:gd name="connsiteY1" fmla="*/ 75858 h 212795"/>
                <a:gd name="connsiteX2" fmla="*/ 118599 w 212744"/>
                <a:gd name="connsiteY2" fmla="*/ 91753 h 212795"/>
                <a:gd name="connsiteX3" fmla="*/ 106370 w 212744"/>
                <a:gd name="connsiteY3" fmla="*/ 76633 h 212795"/>
                <a:gd name="connsiteX4" fmla="*/ 106367 w 212744"/>
                <a:gd name="connsiteY4" fmla="*/ 76237 h 212795"/>
                <a:gd name="connsiteX5" fmla="*/ 118004 w 212744"/>
                <a:gd name="connsiteY5" fmla="*/ 60738 h 212795"/>
                <a:gd name="connsiteX6" fmla="*/ 114206 w 212744"/>
                <a:gd name="connsiteY6" fmla="*/ 19453 h 212795"/>
                <a:gd name="connsiteX7" fmla="*/ 61851 w 212744"/>
                <a:gd name="connsiteY7" fmla="*/ 89675 h 212795"/>
                <a:gd name="connsiteX8" fmla="*/ 61851 w 212744"/>
                <a:gd name="connsiteY8" fmla="*/ 91749 h 212795"/>
                <a:gd name="connsiteX9" fmla="*/ 60192 w 212744"/>
                <a:gd name="connsiteY9" fmla="*/ 99810 h 212795"/>
                <a:gd name="connsiteX10" fmla="*/ 55309 w 212744"/>
                <a:gd name="connsiteY10" fmla="*/ 102962 h 212795"/>
                <a:gd name="connsiteX11" fmla="*/ 48927 w 212744"/>
                <a:gd name="connsiteY11" fmla="*/ 102962 h 212795"/>
                <a:gd name="connsiteX12" fmla="*/ 14378 w 212744"/>
                <a:gd name="connsiteY12" fmla="*/ 148989 h 212795"/>
                <a:gd name="connsiteX13" fmla="*/ 48927 w 212744"/>
                <a:gd name="connsiteY13" fmla="*/ 195016 h 212795"/>
                <a:gd name="connsiteX14" fmla="*/ 60628 w 212744"/>
                <a:gd name="connsiteY14" fmla="*/ 195016 h 212795"/>
                <a:gd name="connsiteX15" fmla="*/ 65850 w 212744"/>
                <a:gd name="connsiteY15" fmla="*/ 198030 h 212795"/>
                <a:gd name="connsiteX16" fmla="*/ 67276 w 212744"/>
                <a:gd name="connsiteY16" fmla="*/ 203394 h 212795"/>
                <a:gd name="connsiteX17" fmla="*/ 60192 w 212744"/>
                <a:gd name="connsiteY17" fmla="*/ 212740 h 212795"/>
                <a:gd name="connsiteX18" fmla="*/ 60160 w 212744"/>
                <a:gd name="connsiteY18" fmla="*/ 212741 h 212795"/>
                <a:gd name="connsiteX19" fmla="*/ 48661 w 212744"/>
                <a:gd name="connsiteY19" fmla="*/ 212741 h 212795"/>
                <a:gd name="connsiteX20" fmla="*/ 14240 w 212744"/>
                <a:gd name="connsiteY20" fmla="*/ 193758 h 212795"/>
                <a:gd name="connsiteX21" fmla="*/ 14006 w 212744"/>
                <a:gd name="connsiteY21" fmla="*/ 102506 h 212795"/>
                <a:gd name="connsiteX22" fmla="*/ 47480 w 212744"/>
                <a:gd name="connsiteY22" fmla="*/ 83205 h 212795"/>
                <a:gd name="connsiteX23" fmla="*/ 114217 w 212744"/>
                <a:gd name="connsiteY23" fmla="*/ 0 h 212795"/>
                <a:gd name="connsiteX24" fmla="*/ 160041 w 212744"/>
                <a:gd name="connsiteY24" fmla="*/ 24361 h 212795"/>
                <a:gd name="connsiteX25" fmla="*/ 160509 w 212744"/>
                <a:gd name="connsiteY25" fmla="*/ 24832 h 212795"/>
                <a:gd name="connsiteX26" fmla="*/ 162051 w 212744"/>
                <a:gd name="connsiteY26" fmla="*/ 26726 h 212795"/>
                <a:gd name="connsiteX27" fmla="*/ 164870 w 212744"/>
                <a:gd name="connsiteY27" fmla="*/ 34800 h 212795"/>
                <a:gd name="connsiteX28" fmla="*/ 157786 w 212744"/>
                <a:gd name="connsiteY28" fmla="*/ 44243 h 212795"/>
                <a:gd name="connsiteX29" fmla="*/ 151606 w 212744"/>
                <a:gd name="connsiteY29" fmla="*/ 40095 h 212795"/>
                <a:gd name="connsiteX30" fmla="*/ 150297 w 212744"/>
                <a:gd name="connsiteY30" fmla="*/ 38505 h 212795"/>
                <a:gd name="connsiteX31" fmla="*/ 149595 w 212744"/>
                <a:gd name="connsiteY31" fmla="*/ 37551 h 212795"/>
                <a:gd name="connsiteX32" fmla="*/ 114217 w 212744"/>
                <a:gd name="connsiteY32" fmla="*/ 19370 h 212795"/>
                <a:gd name="connsiteX33" fmla="*/ 141373 w 212744"/>
                <a:gd name="connsiteY33" fmla="*/ 202897 h 212795"/>
                <a:gd name="connsiteX34" fmla="*/ 138639 w 212744"/>
                <a:gd name="connsiteY34" fmla="*/ 199896 h 212795"/>
                <a:gd name="connsiteX35" fmla="*/ 119695 w 212744"/>
                <a:gd name="connsiteY35" fmla="*/ 175010 h 212795"/>
                <a:gd name="connsiteX36" fmla="*/ 117099 w 212744"/>
                <a:gd name="connsiteY36" fmla="*/ 173627 h 212795"/>
                <a:gd name="connsiteX37" fmla="*/ 109866 w 212744"/>
                <a:gd name="connsiteY37" fmla="*/ 173627 h 212795"/>
                <a:gd name="connsiteX38" fmla="*/ 100399 w 212744"/>
                <a:gd name="connsiteY38" fmla="*/ 180457 h 212795"/>
                <a:gd name="connsiteX39" fmla="*/ 91400 w 212744"/>
                <a:gd name="connsiteY39" fmla="*/ 175065 h 212795"/>
                <a:gd name="connsiteX40" fmla="*/ 88794 w 212744"/>
                <a:gd name="connsiteY40" fmla="*/ 161737 h 212795"/>
                <a:gd name="connsiteX41" fmla="*/ 100282 w 212744"/>
                <a:gd name="connsiteY41" fmla="*/ 148906 h 212795"/>
                <a:gd name="connsiteX42" fmla="*/ 100399 w 212744"/>
                <a:gd name="connsiteY42" fmla="*/ 148906 h 212795"/>
                <a:gd name="connsiteX43" fmla="*/ 109515 w 212744"/>
                <a:gd name="connsiteY43" fmla="*/ 155238 h 212795"/>
                <a:gd name="connsiteX44" fmla="*/ 123024 w 212744"/>
                <a:gd name="connsiteY44" fmla="*/ 155238 h 212795"/>
                <a:gd name="connsiteX45" fmla="*/ 125864 w 212744"/>
                <a:gd name="connsiteY45" fmla="*/ 156842 h 212795"/>
                <a:gd name="connsiteX46" fmla="*/ 148596 w 212744"/>
                <a:gd name="connsiteY46" fmla="*/ 187259 h 212795"/>
                <a:gd name="connsiteX47" fmla="*/ 151319 w 212744"/>
                <a:gd name="connsiteY47" fmla="*/ 188849 h 212795"/>
                <a:gd name="connsiteX48" fmla="*/ 174050 w 212744"/>
                <a:gd name="connsiteY48" fmla="*/ 188849 h 212795"/>
                <a:gd name="connsiteX49" fmla="*/ 183517 w 212744"/>
                <a:gd name="connsiteY49" fmla="*/ 181867 h 212795"/>
                <a:gd name="connsiteX50" fmla="*/ 192526 w 212744"/>
                <a:gd name="connsiteY50" fmla="*/ 187107 h 212795"/>
                <a:gd name="connsiteX51" fmla="*/ 195122 w 212744"/>
                <a:gd name="connsiteY51" fmla="*/ 200104 h 212795"/>
                <a:gd name="connsiteX52" fmla="*/ 183634 w 212744"/>
                <a:gd name="connsiteY52" fmla="*/ 212796 h 212795"/>
                <a:gd name="connsiteX53" fmla="*/ 174401 w 212744"/>
                <a:gd name="connsiteY53" fmla="*/ 206450 h 212795"/>
                <a:gd name="connsiteX54" fmla="*/ 147755 w 212744"/>
                <a:gd name="connsiteY54" fmla="*/ 206450 h 212795"/>
                <a:gd name="connsiteX55" fmla="*/ 141373 w 212744"/>
                <a:gd name="connsiteY55" fmla="*/ 202966 h 212795"/>
                <a:gd name="connsiteX56" fmla="*/ 86061 w 212744"/>
                <a:gd name="connsiteY56" fmla="*/ 133117 h 212795"/>
                <a:gd name="connsiteX57" fmla="*/ 74456 w 212744"/>
                <a:gd name="connsiteY57" fmla="*/ 117785 h 212795"/>
                <a:gd name="connsiteX58" fmla="*/ 74456 w 212744"/>
                <a:gd name="connsiteY58" fmla="*/ 117784 h 212795"/>
                <a:gd name="connsiteX59" fmla="*/ 85345 w 212744"/>
                <a:gd name="connsiteY59" fmla="*/ 102324 h 212795"/>
                <a:gd name="connsiteX60" fmla="*/ 86071 w 212744"/>
                <a:gd name="connsiteY60" fmla="*/ 102312 h 212795"/>
                <a:gd name="connsiteX61" fmla="*/ 94241 w 212744"/>
                <a:gd name="connsiteY61" fmla="*/ 107069 h 212795"/>
                <a:gd name="connsiteX62" fmla="*/ 94709 w 212744"/>
                <a:gd name="connsiteY62" fmla="*/ 107234 h 212795"/>
                <a:gd name="connsiteX63" fmla="*/ 127279 w 212744"/>
                <a:gd name="connsiteY63" fmla="*/ 107234 h 212795"/>
                <a:gd name="connsiteX64" fmla="*/ 130364 w 212744"/>
                <a:gd name="connsiteY64" fmla="*/ 105313 h 212795"/>
                <a:gd name="connsiteX65" fmla="*/ 145628 w 212744"/>
                <a:gd name="connsiteY65" fmla="*/ 84339 h 212795"/>
                <a:gd name="connsiteX66" fmla="*/ 152010 w 212744"/>
                <a:gd name="connsiteY66" fmla="*/ 80854 h 212795"/>
                <a:gd name="connsiteX67" fmla="*/ 171082 w 212744"/>
                <a:gd name="connsiteY67" fmla="*/ 80854 h 212795"/>
                <a:gd name="connsiteX68" fmla="*/ 180432 w 212744"/>
                <a:gd name="connsiteY68" fmla="*/ 74508 h 212795"/>
                <a:gd name="connsiteX69" fmla="*/ 184570 w 212744"/>
                <a:gd name="connsiteY69" fmla="*/ 75476 h 212795"/>
                <a:gd name="connsiteX70" fmla="*/ 190952 w 212744"/>
                <a:gd name="connsiteY70" fmla="*/ 83869 h 212795"/>
                <a:gd name="connsiteX71" fmla="*/ 191186 w 212744"/>
                <a:gd name="connsiteY71" fmla="*/ 95607 h 212795"/>
                <a:gd name="connsiteX72" fmla="*/ 180177 w 212744"/>
                <a:gd name="connsiteY72" fmla="*/ 105437 h 212795"/>
                <a:gd name="connsiteX73" fmla="*/ 176145 w 212744"/>
                <a:gd name="connsiteY73" fmla="*/ 104331 h 212795"/>
                <a:gd name="connsiteX74" fmla="*/ 170699 w 212744"/>
                <a:gd name="connsiteY74" fmla="*/ 98455 h 212795"/>
                <a:gd name="connsiteX75" fmla="*/ 155807 w 212744"/>
                <a:gd name="connsiteY75" fmla="*/ 98455 h 212795"/>
                <a:gd name="connsiteX76" fmla="*/ 153095 w 212744"/>
                <a:gd name="connsiteY76" fmla="*/ 100059 h 212795"/>
                <a:gd name="connsiteX77" fmla="*/ 137214 w 212744"/>
                <a:gd name="connsiteY77" fmla="*/ 121074 h 212795"/>
                <a:gd name="connsiteX78" fmla="*/ 130832 w 212744"/>
                <a:gd name="connsiteY78" fmla="*/ 124434 h 212795"/>
                <a:gd name="connsiteX79" fmla="*/ 96485 w 212744"/>
                <a:gd name="connsiteY79" fmla="*/ 124434 h 212795"/>
                <a:gd name="connsiteX80" fmla="*/ 86061 w 212744"/>
                <a:gd name="connsiteY80" fmla="*/ 133158 h 212795"/>
                <a:gd name="connsiteX81" fmla="*/ 165030 w 212744"/>
                <a:gd name="connsiteY81" fmla="*/ 151091 h 212795"/>
                <a:gd name="connsiteX82" fmla="*/ 155797 w 212744"/>
                <a:gd name="connsiteY82" fmla="*/ 157437 h 212795"/>
                <a:gd name="connsiteX83" fmla="*/ 144090 w 212744"/>
                <a:gd name="connsiteY83" fmla="*/ 142683 h 212795"/>
                <a:gd name="connsiteX84" fmla="*/ 144096 w 212744"/>
                <a:gd name="connsiteY84" fmla="*/ 141896 h 212795"/>
                <a:gd name="connsiteX85" fmla="*/ 155701 w 212744"/>
                <a:gd name="connsiteY85" fmla="*/ 126356 h 212795"/>
                <a:gd name="connsiteX86" fmla="*/ 155807 w 212744"/>
                <a:gd name="connsiteY86" fmla="*/ 126356 h 212795"/>
                <a:gd name="connsiteX87" fmla="*/ 165285 w 212744"/>
                <a:gd name="connsiteY87" fmla="*/ 133269 h 212795"/>
                <a:gd name="connsiteX88" fmla="*/ 191569 w 212744"/>
                <a:gd name="connsiteY88" fmla="*/ 133269 h 212795"/>
                <a:gd name="connsiteX89" fmla="*/ 201036 w 212744"/>
                <a:gd name="connsiteY89" fmla="*/ 126480 h 212795"/>
                <a:gd name="connsiteX90" fmla="*/ 212743 w 212744"/>
                <a:gd name="connsiteY90" fmla="*/ 141235 h 212795"/>
                <a:gd name="connsiteX91" fmla="*/ 212737 w 212744"/>
                <a:gd name="connsiteY91" fmla="*/ 142007 h 212795"/>
                <a:gd name="connsiteX92" fmla="*/ 201132 w 212744"/>
                <a:gd name="connsiteY92" fmla="*/ 157561 h 212795"/>
                <a:gd name="connsiteX93" fmla="*/ 191782 w 212744"/>
                <a:gd name="connsiteY93" fmla="*/ 151049 h 212795"/>
                <a:gd name="connsiteX94" fmla="*/ 165040 w 212744"/>
                <a:gd name="connsiteY94" fmla="*/ 151049 h 212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212744" h="212795">
                  <a:moveTo>
                    <a:pt x="118004" y="60738"/>
                  </a:moveTo>
                  <a:cubicBezTo>
                    <a:pt x="124593" y="60524"/>
                    <a:pt x="130068" y="67294"/>
                    <a:pt x="130232" y="75858"/>
                  </a:cubicBezTo>
                  <a:cubicBezTo>
                    <a:pt x="130397" y="84423"/>
                    <a:pt x="125189" y="91540"/>
                    <a:pt x="118599" y="91753"/>
                  </a:cubicBezTo>
                  <a:cubicBezTo>
                    <a:pt x="112010" y="91967"/>
                    <a:pt x="106535" y="85197"/>
                    <a:pt x="106370" y="76633"/>
                  </a:cubicBezTo>
                  <a:cubicBezTo>
                    <a:pt x="106368" y="76501"/>
                    <a:pt x="106367" y="76369"/>
                    <a:pt x="106367" y="76237"/>
                  </a:cubicBezTo>
                  <a:cubicBezTo>
                    <a:pt x="106290" y="67781"/>
                    <a:pt x="111498" y="60844"/>
                    <a:pt x="118004" y="60738"/>
                  </a:cubicBezTo>
                  <a:close/>
                  <a:moveTo>
                    <a:pt x="114206" y="19453"/>
                  </a:moveTo>
                  <a:cubicBezTo>
                    <a:pt x="85242" y="19453"/>
                    <a:pt x="61691" y="50935"/>
                    <a:pt x="61851" y="89675"/>
                  </a:cubicBezTo>
                  <a:lnTo>
                    <a:pt x="61851" y="91749"/>
                  </a:lnTo>
                  <a:cubicBezTo>
                    <a:pt x="61968" y="94266"/>
                    <a:pt x="62096" y="96962"/>
                    <a:pt x="60192" y="99810"/>
                  </a:cubicBezTo>
                  <a:cubicBezTo>
                    <a:pt x="58971" y="101696"/>
                    <a:pt x="57203" y="102838"/>
                    <a:pt x="55309" y="102962"/>
                  </a:cubicBezTo>
                  <a:lnTo>
                    <a:pt x="48927" y="102962"/>
                  </a:lnTo>
                  <a:cubicBezTo>
                    <a:pt x="29780" y="102962"/>
                    <a:pt x="14378" y="123521"/>
                    <a:pt x="14378" y="148989"/>
                  </a:cubicBezTo>
                  <a:cubicBezTo>
                    <a:pt x="14378" y="174456"/>
                    <a:pt x="29908" y="195016"/>
                    <a:pt x="48927" y="195016"/>
                  </a:cubicBezTo>
                  <a:lnTo>
                    <a:pt x="60628" y="195016"/>
                  </a:lnTo>
                  <a:cubicBezTo>
                    <a:pt x="62620" y="195004"/>
                    <a:pt x="64521" y="196101"/>
                    <a:pt x="65850" y="198030"/>
                  </a:cubicBezTo>
                  <a:cubicBezTo>
                    <a:pt x="66871" y="199488"/>
                    <a:pt x="67387" y="201428"/>
                    <a:pt x="67276" y="203394"/>
                  </a:cubicBezTo>
                  <a:cubicBezTo>
                    <a:pt x="67305" y="208518"/>
                    <a:pt x="64134" y="212702"/>
                    <a:pt x="60192" y="212740"/>
                  </a:cubicBezTo>
                  <a:cubicBezTo>
                    <a:pt x="60181" y="212741"/>
                    <a:pt x="60170" y="212741"/>
                    <a:pt x="60160" y="212741"/>
                  </a:cubicBezTo>
                  <a:lnTo>
                    <a:pt x="48661" y="212741"/>
                  </a:lnTo>
                  <a:cubicBezTo>
                    <a:pt x="35680" y="212752"/>
                    <a:pt x="23254" y="205899"/>
                    <a:pt x="14240" y="193758"/>
                  </a:cubicBezTo>
                  <a:cubicBezTo>
                    <a:pt x="-4656" y="168346"/>
                    <a:pt x="-4759" y="128081"/>
                    <a:pt x="14006" y="102506"/>
                  </a:cubicBezTo>
                  <a:cubicBezTo>
                    <a:pt x="22731" y="90516"/>
                    <a:pt x="34786" y="83565"/>
                    <a:pt x="47480" y="83205"/>
                  </a:cubicBezTo>
                  <a:cubicBezTo>
                    <a:pt x="49746" y="36542"/>
                    <a:pt x="79072" y="0"/>
                    <a:pt x="114217" y="0"/>
                  </a:cubicBezTo>
                  <a:cubicBezTo>
                    <a:pt x="131359" y="-8"/>
                    <a:pt x="147817" y="8741"/>
                    <a:pt x="160041" y="24361"/>
                  </a:cubicBezTo>
                  <a:lnTo>
                    <a:pt x="160509" y="24832"/>
                  </a:lnTo>
                  <a:cubicBezTo>
                    <a:pt x="161056" y="25416"/>
                    <a:pt x="161572" y="26049"/>
                    <a:pt x="162051" y="26726"/>
                  </a:cubicBezTo>
                  <a:cubicBezTo>
                    <a:pt x="163788" y="28815"/>
                    <a:pt x="164804" y="31725"/>
                    <a:pt x="164870" y="34800"/>
                  </a:cubicBezTo>
                  <a:cubicBezTo>
                    <a:pt x="164888" y="39934"/>
                    <a:pt x="161735" y="44138"/>
                    <a:pt x="157786" y="44243"/>
                  </a:cubicBezTo>
                  <a:cubicBezTo>
                    <a:pt x="155321" y="44295"/>
                    <a:pt x="153000" y="42738"/>
                    <a:pt x="151606" y="40095"/>
                  </a:cubicBezTo>
                  <a:cubicBezTo>
                    <a:pt x="151094" y="39681"/>
                    <a:pt x="150650" y="39141"/>
                    <a:pt x="150297" y="38505"/>
                  </a:cubicBezTo>
                  <a:cubicBezTo>
                    <a:pt x="150063" y="38353"/>
                    <a:pt x="149946" y="38035"/>
                    <a:pt x="149595" y="37551"/>
                  </a:cubicBezTo>
                  <a:cubicBezTo>
                    <a:pt x="140023" y="25837"/>
                    <a:pt x="127364" y="19332"/>
                    <a:pt x="114217" y="19370"/>
                  </a:cubicBezTo>
                  <a:close/>
                  <a:moveTo>
                    <a:pt x="141373" y="202897"/>
                  </a:moveTo>
                  <a:lnTo>
                    <a:pt x="138639" y="199896"/>
                  </a:lnTo>
                  <a:lnTo>
                    <a:pt x="119695" y="175010"/>
                  </a:lnTo>
                  <a:cubicBezTo>
                    <a:pt x="119007" y="174115"/>
                    <a:pt x="118072" y="173617"/>
                    <a:pt x="117099" y="173627"/>
                  </a:cubicBezTo>
                  <a:lnTo>
                    <a:pt x="109866" y="173627"/>
                  </a:lnTo>
                  <a:cubicBezTo>
                    <a:pt x="107866" y="177925"/>
                    <a:pt x="104264" y="180525"/>
                    <a:pt x="100399" y="180457"/>
                  </a:cubicBezTo>
                  <a:cubicBezTo>
                    <a:pt x="96923" y="180544"/>
                    <a:pt x="93607" y="178558"/>
                    <a:pt x="91400" y="175065"/>
                  </a:cubicBezTo>
                  <a:cubicBezTo>
                    <a:pt x="89123" y="171299"/>
                    <a:pt x="88177" y="166458"/>
                    <a:pt x="88794" y="161737"/>
                  </a:cubicBezTo>
                  <a:cubicBezTo>
                    <a:pt x="89739" y="154416"/>
                    <a:pt x="94572" y="149017"/>
                    <a:pt x="100282" y="148906"/>
                  </a:cubicBezTo>
                  <a:lnTo>
                    <a:pt x="100399" y="148906"/>
                  </a:lnTo>
                  <a:cubicBezTo>
                    <a:pt x="104035" y="149036"/>
                    <a:pt x="107412" y="151381"/>
                    <a:pt x="109515" y="155238"/>
                  </a:cubicBezTo>
                  <a:lnTo>
                    <a:pt x="123024" y="155238"/>
                  </a:lnTo>
                  <a:cubicBezTo>
                    <a:pt x="124097" y="155262"/>
                    <a:pt x="125119" y="155839"/>
                    <a:pt x="125864" y="156842"/>
                  </a:cubicBezTo>
                  <a:lnTo>
                    <a:pt x="148596" y="187259"/>
                  </a:lnTo>
                  <a:cubicBezTo>
                    <a:pt x="149326" y="188199"/>
                    <a:pt x="150293" y="188764"/>
                    <a:pt x="151319" y="188849"/>
                  </a:cubicBezTo>
                  <a:lnTo>
                    <a:pt x="174050" y="188849"/>
                  </a:lnTo>
                  <a:cubicBezTo>
                    <a:pt x="176038" y="184515"/>
                    <a:pt x="179635" y="181862"/>
                    <a:pt x="183517" y="181867"/>
                  </a:cubicBezTo>
                  <a:cubicBezTo>
                    <a:pt x="186980" y="181724"/>
                    <a:pt x="190301" y="183656"/>
                    <a:pt x="192526" y="187107"/>
                  </a:cubicBezTo>
                  <a:cubicBezTo>
                    <a:pt x="194815" y="190736"/>
                    <a:pt x="195763" y="195486"/>
                    <a:pt x="195122" y="200104"/>
                  </a:cubicBezTo>
                  <a:cubicBezTo>
                    <a:pt x="194216" y="207432"/>
                    <a:pt x="189344" y="212815"/>
                    <a:pt x="183634" y="212796"/>
                  </a:cubicBezTo>
                  <a:cubicBezTo>
                    <a:pt x="179951" y="212731"/>
                    <a:pt x="176516" y="210370"/>
                    <a:pt x="174401" y="206450"/>
                  </a:cubicBezTo>
                  <a:lnTo>
                    <a:pt x="147755" y="206450"/>
                  </a:lnTo>
                  <a:cubicBezTo>
                    <a:pt x="145356" y="206438"/>
                    <a:pt x="143059" y="205184"/>
                    <a:pt x="141373" y="202966"/>
                  </a:cubicBezTo>
                  <a:close/>
                  <a:moveTo>
                    <a:pt x="86061" y="133117"/>
                  </a:moveTo>
                  <a:cubicBezTo>
                    <a:pt x="79599" y="133048"/>
                    <a:pt x="74403" y="126184"/>
                    <a:pt x="74456" y="117785"/>
                  </a:cubicBezTo>
                  <a:cubicBezTo>
                    <a:pt x="74456" y="117784"/>
                    <a:pt x="74456" y="117784"/>
                    <a:pt x="74456" y="117784"/>
                  </a:cubicBezTo>
                  <a:cubicBezTo>
                    <a:pt x="74178" y="109606"/>
                    <a:pt x="79054" y="102684"/>
                    <a:pt x="85345" y="102324"/>
                  </a:cubicBezTo>
                  <a:cubicBezTo>
                    <a:pt x="85587" y="102310"/>
                    <a:pt x="85829" y="102306"/>
                    <a:pt x="86071" y="102312"/>
                  </a:cubicBezTo>
                  <a:cubicBezTo>
                    <a:pt x="89191" y="102312"/>
                    <a:pt x="92164" y="104042"/>
                    <a:pt x="94241" y="107069"/>
                  </a:cubicBezTo>
                  <a:lnTo>
                    <a:pt x="94709" y="107234"/>
                  </a:lnTo>
                  <a:lnTo>
                    <a:pt x="127279" y="107234"/>
                  </a:lnTo>
                  <a:cubicBezTo>
                    <a:pt x="128466" y="107167"/>
                    <a:pt x="129580" y="106473"/>
                    <a:pt x="130364" y="105313"/>
                  </a:cubicBezTo>
                  <a:lnTo>
                    <a:pt x="145628" y="84339"/>
                  </a:lnTo>
                  <a:cubicBezTo>
                    <a:pt x="147316" y="82124"/>
                    <a:pt x="149612" y="80871"/>
                    <a:pt x="152010" y="80854"/>
                  </a:cubicBezTo>
                  <a:lnTo>
                    <a:pt x="171082" y="80854"/>
                  </a:lnTo>
                  <a:cubicBezTo>
                    <a:pt x="173132" y="76761"/>
                    <a:pt x="176676" y="74355"/>
                    <a:pt x="180432" y="74508"/>
                  </a:cubicBezTo>
                  <a:cubicBezTo>
                    <a:pt x="181844" y="74519"/>
                    <a:pt x="183244" y="74847"/>
                    <a:pt x="184570" y="75476"/>
                  </a:cubicBezTo>
                  <a:cubicBezTo>
                    <a:pt x="187460" y="77080"/>
                    <a:pt x="189751" y="80093"/>
                    <a:pt x="190952" y="83869"/>
                  </a:cubicBezTo>
                  <a:cubicBezTo>
                    <a:pt x="192147" y="87608"/>
                    <a:pt x="192231" y="91792"/>
                    <a:pt x="191186" y="95607"/>
                  </a:cubicBezTo>
                  <a:cubicBezTo>
                    <a:pt x="189407" y="101501"/>
                    <a:pt x="185048" y="105394"/>
                    <a:pt x="180177" y="105437"/>
                  </a:cubicBezTo>
                  <a:cubicBezTo>
                    <a:pt x="178793" y="105384"/>
                    <a:pt x="177427" y="105010"/>
                    <a:pt x="176145" y="104331"/>
                  </a:cubicBezTo>
                  <a:cubicBezTo>
                    <a:pt x="173837" y="103308"/>
                    <a:pt x="171898" y="101216"/>
                    <a:pt x="170699" y="98455"/>
                  </a:cubicBezTo>
                  <a:lnTo>
                    <a:pt x="155807" y="98455"/>
                  </a:lnTo>
                  <a:cubicBezTo>
                    <a:pt x="154771" y="98477"/>
                    <a:pt x="153789" y="99058"/>
                    <a:pt x="153095" y="100059"/>
                  </a:cubicBezTo>
                  <a:lnTo>
                    <a:pt x="137214" y="121074"/>
                  </a:lnTo>
                  <a:cubicBezTo>
                    <a:pt x="135511" y="123246"/>
                    <a:pt x="133217" y="124454"/>
                    <a:pt x="130832" y="124434"/>
                  </a:cubicBezTo>
                  <a:lnTo>
                    <a:pt x="96485" y="124434"/>
                  </a:lnTo>
                  <a:cubicBezTo>
                    <a:pt x="94720" y="129851"/>
                    <a:pt x="90585" y="133311"/>
                    <a:pt x="86061" y="133158"/>
                  </a:cubicBezTo>
                  <a:close/>
                  <a:moveTo>
                    <a:pt x="165030" y="151091"/>
                  </a:moveTo>
                  <a:cubicBezTo>
                    <a:pt x="162937" y="155043"/>
                    <a:pt x="159488" y="157413"/>
                    <a:pt x="155797" y="157437"/>
                  </a:cubicBezTo>
                  <a:cubicBezTo>
                    <a:pt x="149429" y="157564"/>
                    <a:pt x="144188" y="150959"/>
                    <a:pt x="144090" y="142683"/>
                  </a:cubicBezTo>
                  <a:cubicBezTo>
                    <a:pt x="144086" y="142420"/>
                    <a:pt x="144089" y="142158"/>
                    <a:pt x="144096" y="141896"/>
                  </a:cubicBezTo>
                  <a:cubicBezTo>
                    <a:pt x="144096" y="133020"/>
                    <a:pt x="149064" y="126356"/>
                    <a:pt x="155701" y="126356"/>
                  </a:cubicBezTo>
                  <a:lnTo>
                    <a:pt x="155807" y="126356"/>
                  </a:lnTo>
                  <a:cubicBezTo>
                    <a:pt x="159675" y="126367"/>
                    <a:pt x="163262" y="128983"/>
                    <a:pt x="165285" y="133269"/>
                  </a:cubicBezTo>
                  <a:lnTo>
                    <a:pt x="191569" y="133269"/>
                  </a:lnTo>
                  <a:cubicBezTo>
                    <a:pt x="193592" y="129007"/>
                    <a:pt x="197183" y="126432"/>
                    <a:pt x="201036" y="126480"/>
                  </a:cubicBezTo>
                  <a:cubicBezTo>
                    <a:pt x="207403" y="126353"/>
                    <a:pt x="212645" y="132959"/>
                    <a:pt x="212743" y="141235"/>
                  </a:cubicBezTo>
                  <a:cubicBezTo>
                    <a:pt x="212746" y="141492"/>
                    <a:pt x="212744" y="141750"/>
                    <a:pt x="212737" y="142007"/>
                  </a:cubicBezTo>
                  <a:cubicBezTo>
                    <a:pt x="212737" y="150883"/>
                    <a:pt x="207758" y="157561"/>
                    <a:pt x="201132" y="157561"/>
                  </a:cubicBezTo>
                  <a:cubicBezTo>
                    <a:pt x="197345" y="157709"/>
                    <a:pt x="193784" y="155229"/>
                    <a:pt x="191782" y="151049"/>
                  </a:cubicBezTo>
                  <a:lnTo>
                    <a:pt x="165040" y="151049"/>
                  </a:lnTo>
                  <a:close/>
                </a:path>
              </a:pathLst>
            </a:custGeom>
            <a:solidFill>
              <a:schemeClr val="tx1"/>
            </a:solidFill>
            <a:ln w="157" cap="flat">
              <a:noFill/>
              <a:prstDash val="solid"/>
              <a:miter/>
            </a:ln>
          </p:spPr>
          <p:txBody>
            <a:bodyPr rtlCol="0" anchor="ctr"/>
            <a:lstStyle/>
            <a:p>
              <a:endParaRPr lang="zh-CN" altLang="en-US"/>
            </a:p>
          </p:txBody>
        </p:sp>
      </p:grpSp>
      <p:grpSp>
        <p:nvGrpSpPr>
          <p:cNvPr id="81" name="组合 80">
            <a:extLst>
              <a:ext uri="{FF2B5EF4-FFF2-40B4-BE49-F238E27FC236}">
                <a16:creationId xmlns:a16="http://schemas.microsoft.com/office/drawing/2014/main" id="{C37898E4-5732-3230-CA18-C7F581E3B530}"/>
              </a:ext>
            </a:extLst>
          </p:cNvPr>
          <p:cNvGrpSpPr/>
          <p:nvPr/>
        </p:nvGrpSpPr>
        <p:grpSpPr>
          <a:xfrm>
            <a:off x="7685641" y="1392672"/>
            <a:ext cx="670363" cy="670361"/>
            <a:chOff x="7685641" y="1392672"/>
            <a:chExt cx="670363" cy="670361"/>
          </a:xfrm>
        </p:grpSpPr>
        <p:sp>
          <p:nvSpPr>
            <p:cNvPr id="50" name="椭圆 49">
              <a:extLst>
                <a:ext uri="{FF2B5EF4-FFF2-40B4-BE49-F238E27FC236}">
                  <a16:creationId xmlns:a16="http://schemas.microsoft.com/office/drawing/2014/main" id="{635B5FEF-DD94-69DB-0831-12CE24C4370A}"/>
                </a:ext>
              </a:extLst>
            </p:cNvPr>
            <p:cNvSpPr>
              <a:spLocks/>
            </p:cNvSpPr>
            <p:nvPr/>
          </p:nvSpPr>
          <p:spPr>
            <a:xfrm>
              <a:off x="7685641" y="1392672"/>
              <a:ext cx="670363" cy="670361"/>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endParaRPr>
            </a:p>
          </p:txBody>
        </p:sp>
        <p:grpSp>
          <p:nvGrpSpPr>
            <p:cNvPr id="56" name="组合 55">
              <a:extLst>
                <a:ext uri="{FF2B5EF4-FFF2-40B4-BE49-F238E27FC236}">
                  <a16:creationId xmlns:a16="http://schemas.microsoft.com/office/drawing/2014/main" id="{B1BE2A3D-2F58-38F8-B4AD-50EB496D5DC2}"/>
                </a:ext>
              </a:extLst>
            </p:cNvPr>
            <p:cNvGrpSpPr/>
            <p:nvPr/>
          </p:nvGrpSpPr>
          <p:grpSpPr>
            <a:xfrm>
              <a:off x="7918742" y="1599362"/>
              <a:ext cx="238024" cy="256981"/>
              <a:chOff x="6935195" y="1986200"/>
              <a:chExt cx="210493" cy="227257"/>
            </a:xfrm>
            <a:solidFill>
              <a:schemeClr val="tx1"/>
            </a:solidFill>
          </p:grpSpPr>
          <p:sp>
            <p:nvSpPr>
              <p:cNvPr id="57" name="任意多边形: 形状 56">
                <a:extLst>
                  <a:ext uri="{FF2B5EF4-FFF2-40B4-BE49-F238E27FC236}">
                    <a16:creationId xmlns:a16="http://schemas.microsoft.com/office/drawing/2014/main" id="{FFE659AA-5A67-20BA-F1DF-D233C69EBBBB}"/>
                  </a:ext>
                </a:extLst>
              </p:cNvPr>
              <p:cNvSpPr/>
              <p:nvPr/>
            </p:nvSpPr>
            <p:spPr>
              <a:xfrm>
                <a:off x="6935195" y="1986200"/>
                <a:ext cx="178529" cy="218387"/>
              </a:xfrm>
              <a:custGeom>
                <a:avLst/>
                <a:gdLst>
                  <a:gd name="connsiteX0" fmla="*/ 170441 w 178529"/>
                  <a:gd name="connsiteY0" fmla="*/ 0 h 218387"/>
                  <a:gd name="connsiteX1" fmla="*/ 178530 w 178529"/>
                  <a:gd name="connsiteY1" fmla="*/ 8088 h 218387"/>
                  <a:gd name="connsiteX2" fmla="*/ 178530 w 178529"/>
                  <a:gd name="connsiteY2" fmla="*/ 99083 h 218387"/>
                  <a:gd name="connsiteX3" fmla="*/ 176508 w 178529"/>
                  <a:gd name="connsiteY3" fmla="*/ 101105 h 218387"/>
                  <a:gd name="connsiteX4" fmla="*/ 162353 w 178529"/>
                  <a:gd name="connsiteY4" fmla="*/ 101105 h 218387"/>
                  <a:gd name="connsiteX5" fmla="*/ 160331 w 178529"/>
                  <a:gd name="connsiteY5" fmla="*/ 99083 h 218387"/>
                  <a:gd name="connsiteX6" fmla="*/ 160331 w 178529"/>
                  <a:gd name="connsiteY6" fmla="*/ 18199 h 218387"/>
                  <a:gd name="connsiteX7" fmla="*/ 18199 w 178529"/>
                  <a:gd name="connsiteY7" fmla="*/ 18199 h 218387"/>
                  <a:gd name="connsiteX8" fmla="*/ 18199 w 178529"/>
                  <a:gd name="connsiteY8" fmla="*/ 200189 h 218387"/>
                  <a:gd name="connsiteX9" fmla="*/ 74818 w 178529"/>
                  <a:gd name="connsiteY9" fmla="*/ 200189 h 218387"/>
                  <a:gd name="connsiteX10" fmla="*/ 76840 w 178529"/>
                  <a:gd name="connsiteY10" fmla="*/ 202211 h 218387"/>
                  <a:gd name="connsiteX11" fmla="*/ 76840 w 178529"/>
                  <a:gd name="connsiteY11" fmla="*/ 216366 h 218387"/>
                  <a:gd name="connsiteX12" fmla="*/ 74818 w 178529"/>
                  <a:gd name="connsiteY12" fmla="*/ 218388 h 218387"/>
                  <a:gd name="connsiteX13" fmla="*/ 8088 w 178529"/>
                  <a:gd name="connsiteY13" fmla="*/ 218388 h 218387"/>
                  <a:gd name="connsiteX14" fmla="*/ 0 w 178529"/>
                  <a:gd name="connsiteY14" fmla="*/ 210299 h 218387"/>
                  <a:gd name="connsiteX15" fmla="*/ 0 w 178529"/>
                  <a:gd name="connsiteY15" fmla="*/ 8088 h 218387"/>
                  <a:gd name="connsiteX16" fmla="*/ 8088 w 178529"/>
                  <a:gd name="connsiteY16" fmla="*/ 0 h 218387"/>
                  <a:gd name="connsiteX17" fmla="*/ 83665 w 178529"/>
                  <a:gd name="connsiteY17" fmla="*/ 91500 h 218387"/>
                  <a:gd name="connsiteX18" fmla="*/ 85687 w 178529"/>
                  <a:gd name="connsiteY18" fmla="*/ 93523 h 218387"/>
                  <a:gd name="connsiteX19" fmla="*/ 85687 w 178529"/>
                  <a:gd name="connsiteY19" fmla="*/ 105655 h 218387"/>
                  <a:gd name="connsiteX20" fmla="*/ 83665 w 178529"/>
                  <a:gd name="connsiteY20" fmla="*/ 107677 h 218387"/>
                  <a:gd name="connsiteX21" fmla="*/ 37156 w 178529"/>
                  <a:gd name="connsiteY21" fmla="*/ 107677 h 218387"/>
                  <a:gd name="connsiteX22" fmla="*/ 35134 w 178529"/>
                  <a:gd name="connsiteY22" fmla="*/ 105655 h 218387"/>
                  <a:gd name="connsiteX23" fmla="*/ 35134 w 178529"/>
                  <a:gd name="connsiteY23" fmla="*/ 93523 h 218387"/>
                  <a:gd name="connsiteX24" fmla="*/ 37156 w 178529"/>
                  <a:gd name="connsiteY24" fmla="*/ 91500 h 218387"/>
                  <a:gd name="connsiteX25" fmla="*/ 134218 w 178529"/>
                  <a:gd name="connsiteY25" fmla="*/ 55102 h 218387"/>
                  <a:gd name="connsiteX26" fmla="*/ 136240 w 178529"/>
                  <a:gd name="connsiteY26" fmla="*/ 57125 h 218387"/>
                  <a:gd name="connsiteX27" fmla="*/ 136240 w 178529"/>
                  <a:gd name="connsiteY27" fmla="*/ 69257 h 218387"/>
                  <a:gd name="connsiteX28" fmla="*/ 134218 w 178529"/>
                  <a:gd name="connsiteY28" fmla="*/ 71279 h 218387"/>
                  <a:gd name="connsiteX29" fmla="*/ 37156 w 178529"/>
                  <a:gd name="connsiteY29" fmla="*/ 71279 h 218387"/>
                  <a:gd name="connsiteX30" fmla="*/ 35134 w 178529"/>
                  <a:gd name="connsiteY30" fmla="*/ 69257 h 218387"/>
                  <a:gd name="connsiteX31" fmla="*/ 35134 w 178529"/>
                  <a:gd name="connsiteY31" fmla="*/ 57125 h 218387"/>
                  <a:gd name="connsiteX32" fmla="*/ 37156 w 178529"/>
                  <a:gd name="connsiteY32" fmla="*/ 55102 h 21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78529" h="218387">
                    <a:moveTo>
                      <a:pt x="170441" y="0"/>
                    </a:moveTo>
                    <a:cubicBezTo>
                      <a:pt x="174915" y="0"/>
                      <a:pt x="178530" y="3615"/>
                      <a:pt x="178530" y="8088"/>
                    </a:cubicBezTo>
                    <a:lnTo>
                      <a:pt x="178530" y="99083"/>
                    </a:lnTo>
                    <a:cubicBezTo>
                      <a:pt x="178530" y="100196"/>
                      <a:pt x="177620" y="101105"/>
                      <a:pt x="176508" y="101105"/>
                    </a:cubicBezTo>
                    <a:lnTo>
                      <a:pt x="162353" y="101105"/>
                    </a:lnTo>
                    <a:cubicBezTo>
                      <a:pt x="161241" y="101105"/>
                      <a:pt x="160331" y="100196"/>
                      <a:pt x="160331" y="99083"/>
                    </a:cubicBezTo>
                    <a:lnTo>
                      <a:pt x="160331" y="18199"/>
                    </a:lnTo>
                    <a:lnTo>
                      <a:pt x="18199" y="18199"/>
                    </a:lnTo>
                    <a:lnTo>
                      <a:pt x="18199" y="200189"/>
                    </a:lnTo>
                    <a:lnTo>
                      <a:pt x="74818" y="200189"/>
                    </a:lnTo>
                    <a:cubicBezTo>
                      <a:pt x="75930" y="200189"/>
                      <a:pt x="76840" y="201099"/>
                      <a:pt x="76840" y="202211"/>
                    </a:cubicBezTo>
                    <a:lnTo>
                      <a:pt x="76840" y="216366"/>
                    </a:lnTo>
                    <a:cubicBezTo>
                      <a:pt x="76840" y="217478"/>
                      <a:pt x="75930" y="218388"/>
                      <a:pt x="74818" y="218388"/>
                    </a:cubicBezTo>
                    <a:lnTo>
                      <a:pt x="8088" y="218388"/>
                    </a:lnTo>
                    <a:cubicBezTo>
                      <a:pt x="3615" y="218388"/>
                      <a:pt x="0" y="214773"/>
                      <a:pt x="0" y="210299"/>
                    </a:cubicBezTo>
                    <a:lnTo>
                      <a:pt x="0" y="8088"/>
                    </a:lnTo>
                    <a:cubicBezTo>
                      <a:pt x="0" y="3615"/>
                      <a:pt x="3615" y="0"/>
                      <a:pt x="8088" y="0"/>
                    </a:cubicBezTo>
                    <a:close/>
                    <a:moveTo>
                      <a:pt x="83665" y="91500"/>
                    </a:moveTo>
                    <a:cubicBezTo>
                      <a:pt x="84777" y="91500"/>
                      <a:pt x="85687" y="92410"/>
                      <a:pt x="85687" y="93523"/>
                    </a:cubicBezTo>
                    <a:lnTo>
                      <a:pt x="85687" y="105655"/>
                    </a:lnTo>
                    <a:cubicBezTo>
                      <a:pt x="85687" y="106767"/>
                      <a:pt x="84777" y="107677"/>
                      <a:pt x="83665" y="107677"/>
                    </a:cubicBezTo>
                    <a:lnTo>
                      <a:pt x="37156" y="107677"/>
                    </a:lnTo>
                    <a:cubicBezTo>
                      <a:pt x="36044" y="107677"/>
                      <a:pt x="35134" y="106767"/>
                      <a:pt x="35134" y="105655"/>
                    </a:cubicBezTo>
                    <a:lnTo>
                      <a:pt x="35134" y="93523"/>
                    </a:lnTo>
                    <a:cubicBezTo>
                      <a:pt x="35134" y="92410"/>
                      <a:pt x="36044" y="91500"/>
                      <a:pt x="37156" y="91500"/>
                    </a:cubicBezTo>
                    <a:close/>
                    <a:moveTo>
                      <a:pt x="134218" y="55102"/>
                    </a:moveTo>
                    <a:cubicBezTo>
                      <a:pt x="135330" y="55102"/>
                      <a:pt x="136240" y="56012"/>
                      <a:pt x="136240" y="57125"/>
                    </a:cubicBezTo>
                    <a:lnTo>
                      <a:pt x="136240" y="69257"/>
                    </a:lnTo>
                    <a:cubicBezTo>
                      <a:pt x="136240" y="70369"/>
                      <a:pt x="135330" y="71279"/>
                      <a:pt x="134218" y="71279"/>
                    </a:cubicBezTo>
                    <a:lnTo>
                      <a:pt x="37156" y="71279"/>
                    </a:lnTo>
                    <a:cubicBezTo>
                      <a:pt x="36044" y="71279"/>
                      <a:pt x="35134" y="70369"/>
                      <a:pt x="35134" y="69257"/>
                    </a:cubicBezTo>
                    <a:lnTo>
                      <a:pt x="35134" y="57125"/>
                    </a:lnTo>
                    <a:cubicBezTo>
                      <a:pt x="35134" y="56012"/>
                      <a:pt x="36044" y="55102"/>
                      <a:pt x="37156" y="55102"/>
                    </a:cubicBezTo>
                    <a:close/>
                  </a:path>
                </a:pathLst>
              </a:custGeom>
              <a:grpFill/>
              <a:ln w="251" cap="flat">
                <a:noFill/>
                <a:prstDash val="solid"/>
                <a:miter/>
              </a:ln>
            </p:spPr>
            <p:txBody>
              <a:bodyPr rtlCol="0" anchor="ctr"/>
              <a:lstStyle/>
              <a:p>
                <a:endParaRPr lang="zh-CN" altLang="en-US"/>
              </a:p>
            </p:txBody>
          </p:sp>
          <p:sp>
            <p:nvSpPr>
              <p:cNvPr id="58" name="任意多边形: 形状 57">
                <a:extLst>
                  <a:ext uri="{FF2B5EF4-FFF2-40B4-BE49-F238E27FC236}">
                    <a16:creationId xmlns:a16="http://schemas.microsoft.com/office/drawing/2014/main" id="{E897593F-1094-8D5A-1789-CF9D14A74432}"/>
                  </a:ext>
                </a:extLst>
              </p:cNvPr>
              <p:cNvSpPr/>
              <p:nvPr/>
            </p:nvSpPr>
            <p:spPr>
              <a:xfrm>
                <a:off x="7000214" y="2099631"/>
                <a:ext cx="145474" cy="77405"/>
              </a:xfrm>
              <a:custGeom>
                <a:avLst/>
                <a:gdLst>
                  <a:gd name="connsiteX0" fmla="*/ 76823 w 145474"/>
                  <a:gd name="connsiteY0" fmla="*/ 930 h 77405"/>
                  <a:gd name="connsiteX1" fmla="*/ 76953 w 145474"/>
                  <a:gd name="connsiteY1" fmla="*/ 991 h 77405"/>
                  <a:gd name="connsiteX2" fmla="*/ 143176 w 145474"/>
                  <a:gd name="connsiteY2" fmla="*/ 32686 h 77405"/>
                  <a:gd name="connsiteX3" fmla="*/ 145072 w 145474"/>
                  <a:gd name="connsiteY3" fmla="*/ 34577 h 77405"/>
                  <a:gd name="connsiteX4" fmla="*/ 143263 w 145474"/>
                  <a:gd name="connsiteY4" fmla="*/ 39939 h 77405"/>
                  <a:gd name="connsiteX5" fmla="*/ 143187 w 145474"/>
                  <a:gd name="connsiteY5" fmla="*/ 39976 h 77405"/>
                  <a:gd name="connsiteX6" fmla="*/ 141995 w 145474"/>
                  <a:gd name="connsiteY6" fmla="*/ 40551 h 77405"/>
                  <a:gd name="connsiteX7" fmla="*/ 141995 w 145474"/>
                  <a:gd name="connsiteY7" fmla="*/ 74373 h 77405"/>
                  <a:gd name="connsiteX8" fmla="*/ 138962 w 145474"/>
                  <a:gd name="connsiteY8" fmla="*/ 77406 h 77405"/>
                  <a:gd name="connsiteX9" fmla="*/ 133401 w 145474"/>
                  <a:gd name="connsiteY9" fmla="*/ 77406 h 77405"/>
                  <a:gd name="connsiteX10" fmla="*/ 130368 w 145474"/>
                  <a:gd name="connsiteY10" fmla="*/ 74373 h 77405"/>
                  <a:gd name="connsiteX11" fmla="*/ 130368 w 145474"/>
                  <a:gd name="connsiteY11" fmla="*/ 46160 h 77405"/>
                  <a:gd name="connsiteX12" fmla="*/ 76981 w 145474"/>
                  <a:gd name="connsiteY12" fmla="*/ 71913 h 77405"/>
                  <a:gd name="connsiteX13" fmla="*/ 68310 w 145474"/>
                  <a:gd name="connsiteY13" fmla="*/ 71967 h 77405"/>
                  <a:gd name="connsiteX14" fmla="*/ 68179 w 145474"/>
                  <a:gd name="connsiteY14" fmla="*/ 71905 h 77405"/>
                  <a:gd name="connsiteX15" fmla="*/ 2281 w 145474"/>
                  <a:gd name="connsiteY15" fmla="*/ 39973 h 77405"/>
                  <a:gd name="connsiteX16" fmla="*/ 400 w 145474"/>
                  <a:gd name="connsiteY16" fmla="*/ 38086 h 77405"/>
                  <a:gd name="connsiteX17" fmla="*/ 2217 w 145474"/>
                  <a:gd name="connsiteY17" fmla="*/ 32726 h 77405"/>
                  <a:gd name="connsiteX18" fmla="*/ 2292 w 145474"/>
                  <a:gd name="connsiteY18" fmla="*/ 32689 h 77405"/>
                  <a:gd name="connsiteX19" fmla="*/ 68207 w 145474"/>
                  <a:gd name="connsiteY19" fmla="*/ 998 h 77405"/>
                  <a:gd name="connsiteX20" fmla="*/ 76823 w 145474"/>
                  <a:gd name="connsiteY20" fmla="*/ 930 h 77405"/>
                  <a:gd name="connsiteX21" fmla="*/ 72636 w 145474"/>
                  <a:gd name="connsiteY21" fmla="*/ 14720 h 77405"/>
                  <a:gd name="connsiteX22" fmla="*/ 27998 w 145474"/>
                  <a:gd name="connsiteY22" fmla="*/ 36373 h 77405"/>
                  <a:gd name="connsiteX23" fmla="*/ 72636 w 145474"/>
                  <a:gd name="connsiteY23" fmla="*/ 58196 h 77405"/>
                  <a:gd name="connsiteX24" fmla="*/ 117477 w 145474"/>
                  <a:gd name="connsiteY24" fmla="*/ 36373 h 77405"/>
                  <a:gd name="connsiteX25" fmla="*/ 72636 w 145474"/>
                  <a:gd name="connsiteY25" fmla="*/ 14720 h 7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5474" h="77405">
                    <a:moveTo>
                      <a:pt x="76823" y="930"/>
                    </a:moveTo>
                    <a:lnTo>
                      <a:pt x="76953" y="991"/>
                    </a:lnTo>
                    <a:lnTo>
                      <a:pt x="143176" y="32686"/>
                    </a:lnTo>
                    <a:cubicBezTo>
                      <a:pt x="144004" y="33082"/>
                      <a:pt x="144673" y="33749"/>
                      <a:pt x="145072" y="34577"/>
                    </a:cubicBezTo>
                    <a:cubicBezTo>
                      <a:pt x="146030" y="36563"/>
                      <a:pt x="145220" y="38945"/>
                      <a:pt x="143263" y="39939"/>
                    </a:cubicBezTo>
                    <a:lnTo>
                      <a:pt x="143187" y="39976"/>
                    </a:lnTo>
                    <a:lnTo>
                      <a:pt x="141995" y="40551"/>
                    </a:lnTo>
                    <a:lnTo>
                      <a:pt x="141995" y="74373"/>
                    </a:lnTo>
                    <a:cubicBezTo>
                      <a:pt x="141995" y="76048"/>
                      <a:pt x="140637" y="77406"/>
                      <a:pt x="138962" y="77406"/>
                    </a:cubicBezTo>
                    <a:lnTo>
                      <a:pt x="133401" y="77406"/>
                    </a:lnTo>
                    <a:cubicBezTo>
                      <a:pt x="131726" y="77406"/>
                      <a:pt x="130368" y="76048"/>
                      <a:pt x="130368" y="74373"/>
                    </a:cubicBezTo>
                    <a:lnTo>
                      <a:pt x="130368" y="46160"/>
                    </a:lnTo>
                    <a:lnTo>
                      <a:pt x="76981" y="71913"/>
                    </a:lnTo>
                    <a:cubicBezTo>
                      <a:pt x="74245" y="73233"/>
                      <a:pt x="71061" y="73253"/>
                      <a:pt x="68310" y="71967"/>
                    </a:cubicBezTo>
                    <a:lnTo>
                      <a:pt x="68179" y="71905"/>
                    </a:lnTo>
                    <a:lnTo>
                      <a:pt x="2281" y="39973"/>
                    </a:lnTo>
                    <a:cubicBezTo>
                      <a:pt x="1459" y="39575"/>
                      <a:pt x="796" y="38910"/>
                      <a:pt x="400" y="38086"/>
                    </a:cubicBezTo>
                    <a:cubicBezTo>
                      <a:pt x="-555" y="36099"/>
                      <a:pt x="258" y="33718"/>
                      <a:pt x="2217" y="32726"/>
                    </a:cubicBezTo>
                    <a:lnTo>
                      <a:pt x="2292" y="32689"/>
                    </a:lnTo>
                    <a:lnTo>
                      <a:pt x="68207" y="998"/>
                    </a:lnTo>
                    <a:cubicBezTo>
                      <a:pt x="70925" y="-308"/>
                      <a:pt x="74084" y="-334"/>
                      <a:pt x="76823" y="930"/>
                    </a:cubicBezTo>
                    <a:close/>
                    <a:moveTo>
                      <a:pt x="72636" y="14720"/>
                    </a:moveTo>
                    <a:lnTo>
                      <a:pt x="27998" y="36373"/>
                    </a:lnTo>
                    <a:lnTo>
                      <a:pt x="72636" y="58196"/>
                    </a:lnTo>
                    <a:lnTo>
                      <a:pt x="117477" y="36373"/>
                    </a:lnTo>
                    <a:lnTo>
                      <a:pt x="72636" y="14720"/>
                    </a:lnTo>
                    <a:close/>
                  </a:path>
                </a:pathLst>
              </a:custGeom>
              <a:grpFill/>
              <a:ln w="251" cap="flat">
                <a:noFill/>
                <a:prstDash val="solid"/>
                <a:miter/>
              </a:ln>
            </p:spPr>
            <p:txBody>
              <a:bodyPr rtlCol="0" anchor="ctr"/>
              <a:lstStyle/>
              <a:p>
                <a:endParaRPr lang="zh-CN" altLang="en-US"/>
              </a:p>
            </p:txBody>
          </p:sp>
          <p:sp>
            <p:nvSpPr>
              <p:cNvPr id="59" name="任意多边形: 形状 58">
                <a:extLst>
                  <a:ext uri="{FF2B5EF4-FFF2-40B4-BE49-F238E27FC236}">
                    <a16:creationId xmlns:a16="http://schemas.microsoft.com/office/drawing/2014/main" id="{697F40A3-603A-ED96-5055-807700BEBE50}"/>
                  </a:ext>
                </a:extLst>
              </p:cNvPr>
              <p:cNvSpPr/>
              <p:nvPr/>
            </p:nvSpPr>
            <p:spPr>
              <a:xfrm>
                <a:off x="7020126" y="2147938"/>
                <a:ext cx="105652" cy="65519"/>
              </a:xfrm>
              <a:custGeom>
                <a:avLst/>
                <a:gdLst>
                  <a:gd name="connsiteX0" fmla="*/ 143 w 105652"/>
                  <a:gd name="connsiteY0" fmla="*/ 0 h 65519"/>
                  <a:gd name="connsiteX1" fmla="*/ 15309 w 105652"/>
                  <a:gd name="connsiteY1" fmla="*/ 62 h 65519"/>
                  <a:gd name="connsiteX2" fmla="*/ 15182 w 105652"/>
                  <a:gd name="connsiteY2" fmla="*/ 31261 h 65519"/>
                  <a:gd name="connsiteX3" fmla="*/ 52782 w 105652"/>
                  <a:gd name="connsiteY3" fmla="*/ 49721 h 65519"/>
                  <a:gd name="connsiteX4" fmla="*/ 90487 w 105652"/>
                  <a:gd name="connsiteY4" fmla="*/ 31247 h 65519"/>
                  <a:gd name="connsiteX5" fmla="*/ 90487 w 105652"/>
                  <a:gd name="connsiteY5" fmla="*/ 31 h 65519"/>
                  <a:gd name="connsiteX6" fmla="*/ 105653 w 105652"/>
                  <a:gd name="connsiteY6" fmla="*/ 31 h 65519"/>
                  <a:gd name="connsiteX7" fmla="*/ 105653 w 105652"/>
                  <a:gd name="connsiteY7" fmla="*/ 35345 h 65519"/>
                  <a:gd name="connsiteX8" fmla="*/ 100943 w 105652"/>
                  <a:gd name="connsiteY8" fmla="*/ 43012 h 65519"/>
                  <a:gd name="connsiteX9" fmla="*/ 100840 w 105652"/>
                  <a:gd name="connsiteY9" fmla="*/ 43063 h 65519"/>
                  <a:gd name="connsiteX10" fmla="*/ 57006 w 105652"/>
                  <a:gd name="connsiteY10" fmla="*/ 64540 h 65519"/>
                  <a:gd name="connsiteX11" fmla="*/ 48674 w 105652"/>
                  <a:gd name="connsiteY11" fmla="*/ 64598 h 65519"/>
                  <a:gd name="connsiteX12" fmla="*/ 48547 w 105652"/>
                  <a:gd name="connsiteY12" fmla="*/ 64536 h 65519"/>
                  <a:gd name="connsiteX13" fmla="*/ 4807 w 105652"/>
                  <a:gd name="connsiteY13" fmla="*/ 43062 h 65519"/>
                  <a:gd name="connsiteX14" fmla="*/ 0 w 105652"/>
                  <a:gd name="connsiteY14" fmla="*/ 35427 h 65519"/>
                  <a:gd name="connsiteX15" fmla="*/ 0 w 105652"/>
                  <a:gd name="connsiteY15" fmla="*/ 35313 h 65519"/>
                  <a:gd name="connsiteX16" fmla="*/ 143 w 105652"/>
                  <a:gd name="connsiteY16" fmla="*/ 0 h 65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52" h="65519">
                    <a:moveTo>
                      <a:pt x="143" y="0"/>
                    </a:moveTo>
                    <a:lnTo>
                      <a:pt x="15309" y="62"/>
                    </a:lnTo>
                    <a:lnTo>
                      <a:pt x="15182" y="31261"/>
                    </a:lnTo>
                    <a:lnTo>
                      <a:pt x="52782" y="49721"/>
                    </a:lnTo>
                    <a:lnTo>
                      <a:pt x="90487" y="31247"/>
                    </a:lnTo>
                    <a:lnTo>
                      <a:pt x="90487" y="31"/>
                    </a:lnTo>
                    <a:lnTo>
                      <a:pt x="105653" y="31"/>
                    </a:lnTo>
                    <a:lnTo>
                      <a:pt x="105653" y="35345"/>
                    </a:lnTo>
                    <a:cubicBezTo>
                      <a:pt x="105653" y="38584"/>
                      <a:pt x="103832" y="41548"/>
                      <a:pt x="100943" y="43012"/>
                    </a:cubicBezTo>
                    <a:lnTo>
                      <a:pt x="100840" y="43063"/>
                    </a:lnTo>
                    <a:lnTo>
                      <a:pt x="57006" y="64540"/>
                    </a:lnTo>
                    <a:cubicBezTo>
                      <a:pt x="54382" y="65825"/>
                      <a:pt x="51315" y="65847"/>
                      <a:pt x="48674" y="64598"/>
                    </a:cubicBezTo>
                    <a:lnTo>
                      <a:pt x="48547" y="64536"/>
                    </a:lnTo>
                    <a:lnTo>
                      <a:pt x="4807" y="43062"/>
                    </a:lnTo>
                    <a:cubicBezTo>
                      <a:pt x="1890" y="41630"/>
                      <a:pt x="30" y="38676"/>
                      <a:pt x="0" y="35427"/>
                    </a:cubicBezTo>
                    <a:lnTo>
                      <a:pt x="0" y="35313"/>
                    </a:lnTo>
                    <a:lnTo>
                      <a:pt x="143" y="0"/>
                    </a:lnTo>
                    <a:close/>
                  </a:path>
                </a:pathLst>
              </a:custGeom>
              <a:grpFill/>
              <a:ln w="251" cap="flat">
                <a:noFill/>
                <a:prstDash val="solid"/>
                <a:miter/>
              </a:ln>
            </p:spPr>
            <p:txBody>
              <a:bodyPr rtlCol="0" anchor="ctr"/>
              <a:lstStyle/>
              <a:p>
                <a:endParaRPr lang="zh-CN" altLang="en-US"/>
              </a:p>
            </p:txBody>
          </p:sp>
        </p:grpSp>
      </p:grpSp>
      <p:sp>
        <p:nvSpPr>
          <p:cNvPr id="60" name="椭圆 59">
            <a:extLst>
              <a:ext uri="{FF2B5EF4-FFF2-40B4-BE49-F238E27FC236}">
                <a16:creationId xmlns:a16="http://schemas.microsoft.com/office/drawing/2014/main" id="{D4FD1013-F6B7-CFA8-A436-8C6FA9912DBB}"/>
              </a:ext>
            </a:extLst>
          </p:cNvPr>
          <p:cNvSpPr/>
          <p:nvPr/>
        </p:nvSpPr>
        <p:spPr>
          <a:xfrm>
            <a:off x="3884784" y="4953000"/>
            <a:ext cx="4422433" cy="835240"/>
          </a:xfrm>
          <a:prstGeom prst="ellipse">
            <a:avLst/>
          </a:prstGeom>
          <a:gradFill flip="none" rotWithShape="1">
            <a:gsLst>
              <a:gs pos="19000">
                <a:schemeClr val="accent1">
                  <a:alpha val="0"/>
                </a:schemeClr>
              </a:gs>
              <a:gs pos="100000">
                <a:schemeClr val="accent1">
                  <a:alpha val="3400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文本框 60">
            <a:extLst>
              <a:ext uri="{FF2B5EF4-FFF2-40B4-BE49-F238E27FC236}">
                <a16:creationId xmlns:a16="http://schemas.microsoft.com/office/drawing/2014/main" id="{1847A5A5-D479-7414-C7A0-35891E927598}"/>
              </a:ext>
            </a:extLst>
          </p:cNvPr>
          <p:cNvSpPr txBox="1"/>
          <p:nvPr/>
        </p:nvSpPr>
        <p:spPr>
          <a:xfrm>
            <a:off x="5311170" y="5144471"/>
            <a:ext cx="1569661" cy="369332"/>
          </a:xfrm>
          <a:prstGeom prst="rect">
            <a:avLst/>
          </a:prstGeom>
          <a:noFill/>
        </p:spPr>
        <p:txBody>
          <a:bodyPr wrap="none" rtlCol="0">
            <a:spAutoFit/>
          </a:bodyPr>
          <a:lstStyle/>
          <a:p>
            <a:pPr algn="ctr"/>
            <a:r>
              <a:rPr lang="zh-CN" altLang="en-US" b="1" dirty="0">
                <a:solidFill>
                  <a:schemeClr val="accent1"/>
                </a:solidFill>
                <a:latin typeface="+mj-ea"/>
                <a:ea typeface="+mj-ea"/>
              </a:rPr>
              <a:t>基础数据梯度</a:t>
            </a:r>
          </a:p>
        </p:txBody>
      </p:sp>
      <p:sp>
        <p:nvSpPr>
          <p:cNvPr id="62" name="椭圆 61">
            <a:extLst>
              <a:ext uri="{FF2B5EF4-FFF2-40B4-BE49-F238E27FC236}">
                <a16:creationId xmlns:a16="http://schemas.microsoft.com/office/drawing/2014/main" id="{8953BBF9-5333-D804-6CB9-1D4C7C4500F2}"/>
              </a:ext>
            </a:extLst>
          </p:cNvPr>
          <p:cNvSpPr/>
          <p:nvPr/>
        </p:nvSpPr>
        <p:spPr>
          <a:xfrm>
            <a:off x="2251514" y="3026900"/>
            <a:ext cx="7688971" cy="1589968"/>
          </a:xfrm>
          <a:prstGeom prst="ellipse">
            <a:avLst/>
          </a:prstGeom>
          <a:gradFill>
            <a:gsLst>
              <a:gs pos="0">
                <a:schemeClr val="accent2">
                  <a:alpha val="0"/>
                </a:schemeClr>
              </a:gs>
              <a:gs pos="100000">
                <a:schemeClr val="accent2">
                  <a:alpha val="1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 name="椭圆 62">
            <a:extLst>
              <a:ext uri="{FF2B5EF4-FFF2-40B4-BE49-F238E27FC236}">
                <a16:creationId xmlns:a16="http://schemas.microsoft.com/office/drawing/2014/main" id="{96EA77C0-5089-44E2-EAF9-9DCC51B4C973}"/>
              </a:ext>
            </a:extLst>
          </p:cNvPr>
          <p:cNvSpPr/>
          <p:nvPr/>
        </p:nvSpPr>
        <p:spPr>
          <a:xfrm>
            <a:off x="2251515" y="2897020"/>
            <a:ext cx="7688971" cy="1589968"/>
          </a:xfrm>
          <a:prstGeom prst="ellipse">
            <a:avLst/>
          </a:prstGeom>
          <a:gradFill>
            <a:gsLst>
              <a:gs pos="0">
                <a:schemeClr val="accent2">
                  <a:alpha val="0"/>
                </a:schemeClr>
              </a:gs>
              <a:gs pos="100000">
                <a:schemeClr val="accent2">
                  <a:alpha val="9000"/>
                </a:schemeClr>
              </a:gs>
            </a:gsLst>
            <a:lin ang="5400000" scaled="1"/>
          </a:gradFill>
          <a:ln>
            <a:gradFill>
              <a:gsLst>
                <a:gs pos="13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 name="椭圆 63">
            <a:extLst>
              <a:ext uri="{FF2B5EF4-FFF2-40B4-BE49-F238E27FC236}">
                <a16:creationId xmlns:a16="http://schemas.microsoft.com/office/drawing/2014/main" id="{184A73B7-E10A-0C5F-202C-4E2513EDFA6C}"/>
              </a:ext>
            </a:extLst>
          </p:cNvPr>
          <p:cNvSpPr/>
          <p:nvPr/>
        </p:nvSpPr>
        <p:spPr>
          <a:xfrm>
            <a:off x="3884784" y="3301494"/>
            <a:ext cx="4422433" cy="746813"/>
          </a:xfrm>
          <a:prstGeom prst="ellipse">
            <a:avLst/>
          </a:prstGeom>
          <a:gradFill flip="none" rotWithShape="1">
            <a:gsLst>
              <a:gs pos="56000">
                <a:schemeClr val="accent2">
                  <a:alpha val="0"/>
                </a:schemeClr>
              </a:gs>
              <a:gs pos="100000">
                <a:schemeClr val="accent2">
                  <a:alpha val="3500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 name="文本框 64">
            <a:extLst>
              <a:ext uri="{FF2B5EF4-FFF2-40B4-BE49-F238E27FC236}">
                <a16:creationId xmlns:a16="http://schemas.microsoft.com/office/drawing/2014/main" id="{D68A6D81-B969-8DF6-5F84-70DADD2C0881}"/>
              </a:ext>
            </a:extLst>
          </p:cNvPr>
          <p:cNvSpPr txBox="1"/>
          <p:nvPr/>
        </p:nvSpPr>
        <p:spPr>
          <a:xfrm>
            <a:off x="5311170" y="3157430"/>
            <a:ext cx="1569660" cy="369332"/>
          </a:xfrm>
          <a:prstGeom prst="rect">
            <a:avLst/>
          </a:prstGeom>
          <a:noFill/>
        </p:spPr>
        <p:txBody>
          <a:bodyPr wrap="none" rtlCol="0">
            <a:spAutoFit/>
          </a:bodyPr>
          <a:lstStyle/>
          <a:p>
            <a:pPr algn="ctr"/>
            <a:r>
              <a:rPr lang="zh-CN" altLang="en-US" b="1" dirty="0">
                <a:solidFill>
                  <a:schemeClr val="accent2"/>
                </a:solidFill>
                <a:latin typeface="+mj-ea"/>
                <a:ea typeface="+mj-ea"/>
              </a:rPr>
              <a:t>业务逻辑梯度</a:t>
            </a:r>
          </a:p>
        </p:txBody>
      </p:sp>
      <p:sp>
        <p:nvSpPr>
          <p:cNvPr id="66" name="椭圆 65">
            <a:extLst>
              <a:ext uri="{FF2B5EF4-FFF2-40B4-BE49-F238E27FC236}">
                <a16:creationId xmlns:a16="http://schemas.microsoft.com/office/drawing/2014/main" id="{654B989A-A378-1140-E131-0F9BA1271C5B}"/>
              </a:ext>
            </a:extLst>
          </p:cNvPr>
          <p:cNvSpPr/>
          <p:nvPr/>
        </p:nvSpPr>
        <p:spPr>
          <a:xfrm>
            <a:off x="2850001" y="3201709"/>
            <a:ext cx="6491998" cy="1125692"/>
          </a:xfrm>
          <a:prstGeom prst="ellipse">
            <a:avLst/>
          </a:prstGeom>
          <a:noFill/>
          <a:ln w="19050">
            <a:gradFill>
              <a:gsLst>
                <a:gs pos="0">
                  <a:schemeClr val="accent2">
                    <a:alpha val="0"/>
                  </a:schemeClr>
                </a:gs>
                <a:gs pos="100000">
                  <a:schemeClr val="accent2">
                    <a:alpha val="31000"/>
                  </a:schemeClr>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a:extLst>
              <a:ext uri="{FF2B5EF4-FFF2-40B4-BE49-F238E27FC236}">
                <a16:creationId xmlns:a16="http://schemas.microsoft.com/office/drawing/2014/main" id="{4E01F947-269F-3303-D950-C83923C219E6}"/>
              </a:ext>
            </a:extLst>
          </p:cNvPr>
          <p:cNvSpPr txBox="1">
            <a:spLocks/>
          </p:cNvSpPr>
          <p:nvPr/>
        </p:nvSpPr>
        <p:spPr>
          <a:xfrm>
            <a:off x="2831663" y="2915290"/>
            <a:ext cx="670363" cy="670361"/>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68" name="文本框 67">
            <a:extLst>
              <a:ext uri="{FF2B5EF4-FFF2-40B4-BE49-F238E27FC236}">
                <a16:creationId xmlns:a16="http://schemas.microsoft.com/office/drawing/2014/main" id="{7886EAE9-6620-5317-B012-80B3FB94C1FD}"/>
              </a:ext>
            </a:extLst>
          </p:cNvPr>
          <p:cNvSpPr txBox="1">
            <a:spLocks/>
          </p:cNvSpPr>
          <p:nvPr/>
        </p:nvSpPr>
        <p:spPr>
          <a:xfrm>
            <a:off x="4429810" y="3419097"/>
            <a:ext cx="670363" cy="670361"/>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69" name="文本框 68">
            <a:extLst>
              <a:ext uri="{FF2B5EF4-FFF2-40B4-BE49-F238E27FC236}">
                <a16:creationId xmlns:a16="http://schemas.microsoft.com/office/drawing/2014/main" id="{599B6777-1B5A-2266-6397-F8C10AC76EF9}"/>
              </a:ext>
            </a:extLst>
          </p:cNvPr>
          <p:cNvSpPr txBox="1">
            <a:spLocks/>
          </p:cNvSpPr>
          <p:nvPr/>
        </p:nvSpPr>
        <p:spPr>
          <a:xfrm>
            <a:off x="6836869" y="3419097"/>
            <a:ext cx="670363" cy="670361"/>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70" name="文本框 69">
            <a:extLst>
              <a:ext uri="{FF2B5EF4-FFF2-40B4-BE49-F238E27FC236}">
                <a16:creationId xmlns:a16="http://schemas.microsoft.com/office/drawing/2014/main" id="{A2EC3466-1CCC-1638-EB5C-D510A004A6DB}"/>
              </a:ext>
            </a:extLst>
          </p:cNvPr>
          <p:cNvSpPr txBox="1">
            <a:spLocks/>
          </p:cNvSpPr>
          <p:nvPr/>
        </p:nvSpPr>
        <p:spPr>
          <a:xfrm>
            <a:off x="8751454" y="2915290"/>
            <a:ext cx="670363" cy="670361"/>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71" name="文本框 70">
            <a:extLst>
              <a:ext uri="{FF2B5EF4-FFF2-40B4-BE49-F238E27FC236}">
                <a16:creationId xmlns:a16="http://schemas.microsoft.com/office/drawing/2014/main" id="{3F466456-1946-4DCE-8573-CE496E1C7EBC}"/>
              </a:ext>
            </a:extLst>
          </p:cNvPr>
          <p:cNvSpPr txBox="1">
            <a:spLocks/>
          </p:cNvSpPr>
          <p:nvPr/>
        </p:nvSpPr>
        <p:spPr>
          <a:xfrm>
            <a:off x="2588812" y="3617472"/>
            <a:ext cx="1156064" cy="369542"/>
          </a:xfrm>
          <a:prstGeom prst="roundRect">
            <a:avLst/>
          </a:prstGeom>
          <a:noFill/>
          <a:ln w="12700" cap="flat" cmpd="sng" algn="ctr">
            <a:noFill/>
            <a:prstDash val="solid"/>
            <a:miter lim="800000"/>
          </a:ln>
          <a:effectLst>
            <a:outerShdw blurRad="228600" dist="50800" dir="5400000" algn="t" rotWithShape="0">
              <a:schemeClr val="accent2">
                <a:alpha val="17000"/>
              </a:schemeClr>
            </a:outerShdw>
          </a:effectLst>
        </p:spPr>
        <p:txBody>
          <a:bodyPr lIns="0" rIns="0" rtlCol="0" anchor="ctr"/>
          <a:lstStyle>
            <a:defPPr>
              <a:defRPr lang="zh-CN"/>
            </a:defPPr>
            <a:lvl1pPr algn="ctr" defTabSz="889000">
              <a:spcBef>
                <a:spcPct val="0"/>
              </a:spcBef>
              <a:defRPr sz="1400" b="1">
                <a:solidFill>
                  <a:schemeClr val="accent3"/>
                </a:solidFill>
                <a:latin typeface="+mn-ea"/>
              </a:defRPr>
            </a:lvl1pPr>
          </a:lstStyle>
          <a:p>
            <a:r>
              <a:rPr lang="zh-CN" altLang="en-US" b="0" dirty="0">
                <a:solidFill>
                  <a:schemeClr val="bg1"/>
                </a:solidFill>
                <a:latin typeface="+mj-ea"/>
                <a:ea typeface="+mj-ea"/>
              </a:rPr>
              <a:t>业务规则定义</a:t>
            </a:r>
          </a:p>
        </p:txBody>
      </p:sp>
      <p:sp>
        <p:nvSpPr>
          <p:cNvPr id="72" name="文本框 71">
            <a:extLst>
              <a:ext uri="{FF2B5EF4-FFF2-40B4-BE49-F238E27FC236}">
                <a16:creationId xmlns:a16="http://schemas.microsoft.com/office/drawing/2014/main" id="{1697D4AC-029C-9AA6-A093-6AEC3854E088}"/>
              </a:ext>
            </a:extLst>
          </p:cNvPr>
          <p:cNvSpPr txBox="1">
            <a:spLocks/>
          </p:cNvSpPr>
          <p:nvPr/>
        </p:nvSpPr>
        <p:spPr>
          <a:xfrm>
            <a:off x="4186959" y="4108946"/>
            <a:ext cx="1156064" cy="369542"/>
          </a:xfrm>
          <a:prstGeom prst="roundRect">
            <a:avLst/>
          </a:prstGeom>
          <a:noFill/>
          <a:ln w="12700" cap="flat" cmpd="sng" algn="ctr">
            <a:noFill/>
            <a:prstDash val="solid"/>
            <a:miter lim="800000"/>
          </a:ln>
          <a:effectLst>
            <a:outerShdw blurRad="228600" dist="50800" dir="5400000" algn="t" rotWithShape="0">
              <a:schemeClr val="accent2">
                <a:alpha val="17000"/>
              </a:schemeClr>
            </a:outerShdw>
          </a:effectLst>
        </p:spPr>
        <p:txBody>
          <a:bodyPr lIns="0" rIns="0" rtlCol="0" anchor="ctr"/>
          <a:lstStyle>
            <a:defPPr>
              <a:defRPr lang="zh-CN"/>
            </a:defPPr>
            <a:lvl1pPr algn="ctr" defTabSz="889000">
              <a:spcBef>
                <a:spcPct val="0"/>
              </a:spcBef>
              <a:defRPr sz="1400" b="1">
                <a:solidFill>
                  <a:schemeClr val="bg1"/>
                </a:solidFill>
                <a:latin typeface="+mn-ea"/>
              </a:defRPr>
            </a:lvl1pPr>
          </a:lstStyle>
          <a:p>
            <a:r>
              <a:rPr lang="zh-CN" altLang="en-US" b="0" dirty="0">
                <a:latin typeface="+mj-ea"/>
                <a:ea typeface="+mj-ea"/>
              </a:rPr>
              <a:t>数据模型设计</a:t>
            </a:r>
          </a:p>
        </p:txBody>
      </p:sp>
      <p:sp>
        <p:nvSpPr>
          <p:cNvPr id="73" name="文本框 72">
            <a:extLst>
              <a:ext uri="{FF2B5EF4-FFF2-40B4-BE49-F238E27FC236}">
                <a16:creationId xmlns:a16="http://schemas.microsoft.com/office/drawing/2014/main" id="{55351AFC-C6E2-0C84-6E50-C347179319D1}"/>
              </a:ext>
            </a:extLst>
          </p:cNvPr>
          <p:cNvSpPr txBox="1">
            <a:spLocks/>
          </p:cNvSpPr>
          <p:nvPr/>
        </p:nvSpPr>
        <p:spPr>
          <a:xfrm>
            <a:off x="6594018" y="4098338"/>
            <a:ext cx="1156064" cy="369542"/>
          </a:xfrm>
          <a:prstGeom prst="roundRect">
            <a:avLst/>
          </a:prstGeom>
          <a:noFill/>
          <a:ln w="12700" cap="flat" cmpd="sng" algn="ctr">
            <a:noFill/>
            <a:prstDash val="solid"/>
            <a:miter lim="800000"/>
          </a:ln>
          <a:effectLst>
            <a:outerShdw blurRad="228600" dist="50800" dir="5400000" algn="t" rotWithShape="0">
              <a:schemeClr val="accent2">
                <a:alpha val="17000"/>
              </a:schemeClr>
            </a:outerShdw>
          </a:effectLst>
        </p:spPr>
        <p:txBody>
          <a:bodyPr lIns="0" rIns="0" rtlCol="0" anchor="ctr"/>
          <a:lstStyle>
            <a:defPPr>
              <a:defRPr lang="zh-CN"/>
            </a:defPPr>
            <a:lvl1pPr algn="ctr" defTabSz="889000">
              <a:spcBef>
                <a:spcPct val="0"/>
              </a:spcBef>
              <a:defRPr sz="1400" b="1">
                <a:solidFill>
                  <a:schemeClr val="bg1"/>
                </a:solidFill>
                <a:latin typeface="+mn-ea"/>
              </a:defRPr>
            </a:lvl1pPr>
          </a:lstStyle>
          <a:p>
            <a:r>
              <a:rPr lang="zh-CN" altLang="en-US" b="0" dirty="0">
                <a:latin typeface="+mj-ea"/>
                <a:ea typeface="+mj-ea"/>
              </a:rPr>
              <a:t>业务逻辑实现</a:t>
            </a:r>
          </a:p>
        </p:txBody>
      </p:sp>
      <p:sp>
        <p:nvSpPr>
          <p:cNvPr id="74" name="文本框 73">
            <a:extLst>
              <a:ext uri="{FF2B5EF4-FFF2-40B4-BE49-F238E27FC236}">
                <a16:creationId xmlns:a16="http://schemas.microsoft.com/office/drawing/2014/main" id="{5B83D887-1191-76B9-EDB3-4FCB67800B9C}"/>
              </a:ext>
            </a:extLst>
          </p:cNvPr>
          <p:cNvSpPr txBox="1">
            <a:spLocks/>
          </p:cNvSpPr>
          <p:nvPr/>
        </p:nvSpPr>
        <p:spPr>
          <a:xfrm>
            <a:off x="8508603" y="3617472"/>
            <a:ext cx="1156064" cy="369542"/>
          </a:xfrm>
          <a:prstGeom prst="roundRect">
            <a:avLst/>
          </a:prstGeom>
          <a:noFill/>
          <a:ln w="12700" cap="flat" cmpd="sng" algn="ctr">
            <a:noFill/>
            <a:prstDash val="solid"/>
            <a:miter lim="800000"/>
          </a:ln>
          <a:effectLst>
            <a:outerShdw blurRad="228600" dist="50800" dir="5400000" algn="t" rotWithShape="0">
              <a:schemeClr val="accent2">
                <a:alpha val="17000"/>
              </a:schemeClr>
            </a:outerShdw>
          </a:effectLst>
        </p:spPr>
        <p:txBody>
          <a:bodyPr lIns="0" rIns="0" rtlCol="0" anchor="ctr"/>
          <a:lstStyle>
            <a:defPPr>
              <a:defRPr lang="zh-CN"/>
            </a:defPPr>
            <a:lvl1pPr algn="ctr" defTabSz="889000">
              <a:spcBef>
                <a:spcPct val="0"/>
              </a:spcBef>
              <a:defRPr sz="1400" b="1">
                <a:solidFill>
                  <a:schemeClr val="bg1"/>
                </a:solidFill>
                <a:latin typeface="+mn-ea"/>
              </a:defRPr>
            </a:lvl1pPr>
          </a:lstStyle>
          <a:p>
            <a:r>
              <a:rPr lang="zh-CN" altLang="en-US" b="0" dirty="0">
                <a:latin typeface="+mj-ea"/>
                <a:ea typeface="+mj-ea"/>
              </a:rPr>
              <a:t>业务逻辑分析</a:t>
            </a:r>
          </a:p>
        </p:txBody>
      </p:sp>
      <p:sp>
        <p:nvSpPr>
          <p:cNvPr id="75" name="图形 102">
            <a:extLst>
              <a:ext uri="{FF2B5EF4-FFF2-40B4-BE49-F238E27FC236}">
                <a16:creationId xmlns:a16="http://schemas.microsoft.com/office/drawing/2014/main" id="{23C4FC07-2F67-2095-BA13-330CA77052AC}"/>
              </a:ext>
            </a:extLst>
          </p:cNvPr>
          <p:cNvSpPr/>
          <p:nvPr/>
        </p:nvSpPr>
        <p:spPr>
          <a:xfrm>
            <a:off x="3037932" y="3121130"/>
            <a:ext cx="257824" cy="258680"/>
          </a:xfrm>
          <a:custGeom>
            <a:avLst/>
            <a:gdLst>
              <a:gd name="connsiteX0" fmla="*/ 1205589 w 1620577"/>
              <a:gd name="connsiteY0" fmla="*/ 766931 h 1625956"/>
              <a:gd name="connsiteX1" fmla="*/ 1566527 w 1620577"/>
              <a:gd name="connsiteY1" fmla="*/ 424031 h 1625956"/>
              <a:gd name="connsiteX2" fmla="*/ 1566527 w 1620577"/>
              <a:gd name="connsiteY2" fmla="*/ 163046 h 1625956"/>
              <a:gd name="connsiteX3" fmla="*/ 1476456 w 1620577"/>
              <a:gd name="connsiteY3" fmla="*/ 72975 h 1625956"/>
              <a:gd name="connsiteX4" fmla="*/ 1218864 w 1620577"/>
              <a:gd name="connsiteY4" fmla="*/ 69701 h 1625956"/>
              <a:gd name="connsiteX5" fmla="*/ 866320 w 1620577"/>
              <a:gd name="connsiteY5" fmla="*/ 404445 h 1625956"/>
              <a:gd name="connsiteX6" fmla="*/ 523896 w 1620577"/>
              <a:gd name="connsiteY6" fmla="*/ 38626 h 1625956"/>
              <a:gd name="connsiteX7" fmla="*/ 521098 w 1620577"/>
              <a:gd name="connsiteY7" fmla="*/ 35709 h 1625956"/>
              <a:gd name="connsiteX8" fmla="*/ 350531 w 1620577"/>
              <a:gd name="connsiteY8" fmla="*/ 34945 h 1625956"/>
              <a:gd name="connsiteX9" fmla="*/ 350482 w 1620577"/>
              <a:gd name="connsiteY9" fmla="*/ 34994 h 1625956"/>
              <a:gd name="connsiteX10" fmla="*/ 93426 w 1620577"/>
              <a:gd name="connsiteY10" fmla="*/ 292050 h 1625956"/>
              <a:gd name="connsiteX11" fmla="*/ 91342 w 1620577"/>
              <a:gd name="connsiteY11" fmla="*/ 459750 h 1625956"/>
              <a:gd name="connsiteX12" fmla="*/ 428706 w 1620577"/>
              <a:gd name="connsiteY12" fmla="*/ 820152 h 1625956"/>
              <a:gd name="connsiteX13" fmla="*/ 109737 w 1620577"/>
              <a:gd name="connsiteY13" fmla="*/ 1123166 h 1625956"/>
              <a:gd name="connsiteX14" fmla="*/ 57171 w 1620577"/>
              <a:gd name="connsiteY14" fmla="*/ 1214844 h 1625956"/>
              <a:gd name="connsiteX15" fmla="*/ 3236 w 1620577"/>
              <a:gd name="connsiteY15" fmla="*/ 1445051 h 1625956"/>
              <a:gd name="connsiteX16" fmla="*/ 94319 w 1620577"/>
              <a:gd name="connsiteY16" fmla="*/ 1591748 h 1625956"/>
              <a:gd name="connsiteX17" fmla="*/ 156529 w 1620577"/>
              <a:gd name="connsiteY17" fmla="*/ 1590010 h 1625956"/>
              <a:gd name="connsiteX18" fmla="*/ 378461 w 1620577"/>
              <a:gd name="connsiteY18" fmla="*/ 1524645 h 1625956"/>
              <a:gd name="connsiteX19" fmla="*/ 453471 w 1620577"/>
              <a:gd name="connsiteY19" fmla="*/ 1481425 h 1625956"/>
              <a:gd name="connsiteX20" fmla="*/ 767974 w 1620577"/>
              <a:gd name="connsiteY20" fmla="*/ 1182638 h 1625956"/>
              <a:gd name="connsiteX21" fmla="*/ 1146772 w 1620577"/>
              <a:gd name="connsiteY21" fmla="*/ 1587331 h 1625956"/>
              <a:gd name="connsiteX22" fmla="*/ 1149570 w 1620577"/>
              <a:gd name="connsiteY22" fmla="*/ 1590248 h 1625956"/>
              <a:gd name="connsiteX23" fmla="*/ 1320137 w 1620577"/>
              <a:gd name="connsiteY23" fmla="*/ 1591012 h 1625956"/>
              <a:gd name="connsiteX24" fmla="*/ 1320186 w 1620577"/>
              <a:gd name="connsiteY24" fmla="*/ 1590962 h 1625956"/>
              <a:gd name="connsiteX25" fmla="*/ 1577242 w 1620577"/>
              <a:gd name="connsiteY25" fmla="*/ 1333907 h 1625956"/>
              <a:gd name="connsiteX26" fmla="*/ 1579326 w 1620577"/>
              <a:gd name="connsiteY26" fmla="*/ 1166207 h 1625956"/>
              <a:gd name="connsiteX27" fmla="*/ 1205589 w 1620577"/>
              <a:gd name="connsiteY27" fmla="*/ 766931 h 1625956"/>
              <a:gd name="connsiteX28" fmla="*/ 447339 w 1620577"/>
              <a:gd name="connsiteY28" fmla="*/ 1323072 h 1625956"/>
              <a:gd name="connsiteX29" fmla="*/ 279699 w 1620577"/>
              <a:gd name="connsiteY29" fmla="*/ 1155432 h 1625956"/>
              <a:gd name="connsiteX30" fmla="*/ 261482 w 1620577"/>
              <a:gd name="connsiteY30" fmla="*/ 1143347 h 1625956"/>
              <a:gd name="connsiteX31" fmla="*/ 1094146 w 1620577"/>
              <a:gd name="connsiteY31" fmla="*/ 352296 h 1625956"/>
              <a:gd name="connsiteX32" fmla="*/ 1269525 w 1620577"/>
              <a:gd name="connsiteY32" fmla="*/ 527675 h 1625956"/>
              <a:gd name="connsiteX33" fmla="*/ 1278395 w 1620577"/>
              <a:gd name="connsiteY33" fmla="*/ 533568 h 1625956"/>
              <a:gd name="connsiteX34" fmla="*/ 447339 w 1620577"/>
              <a:gd name="connsiteY34" fmla="*/ 1323072 h 1625956"/>
              <a:gd name="connsiteX35" fmla="*/ 1300839 w 1620577"/>
              <a:gd name="connsiteY35" fmla="*/ 155902 h 1625956"/>
              <a:gd name="connsiteX36" fmla="*/ 1392219 w 1620577"/>
              <a:gd name="connsiteY36" fmla="*/ 157093 h 1625956"/>
              <a:gd name="connsiteX37" fmla="*/ 1482290 w 1620577"/>
              <a:gd name="connsiteY37" fmla="*/ 247164 h 1625956"/>
              <a:gd name="connsiteX38" fmla="*/ 1481099 w 1620577"/>
              <a:gd name="connsiteY38" fmla="*/ 340925 h 1625956"/>
              <a:gd name="connsiteX39" fmla="*/ 1361203 w 1620577"/>
              <a:gd name="connsiteY39" fmla="*/ 454809 h 1625956"/>
              <a:gd name="connsiteX40" fmla="*/ 1353643 w 1620577"/>
              <a:gd name="connsiteY40" fmla="*/ 443438 h 1625956"/>
              <a:gd name="connsiteX41" fmla="*/ 1180407 w 1620577"/>
              <a:gd name="connsiteY41" fmla="*/ 270202 h 1625956"/>
              <a:gd name="connsiteX42" fmla="*/ 1300839 w 1620577"/>
              <a:gd name="connsiteY42" fmla="*/ 155902 h 1625956"/>
              <a:gd name="connsiteX43" fmla="*/ 389832 w 1620577"/>
              <a:gd name="connsiteY43" fmla="*/ 604470 h 1625956"/>
              <a:gd name="connsiteX44" fmla="*/ 430968 w 1620577"/>
              <a:gd name="connsiteY44" fmla="*/ 587206 h 1625956"/>
              <a:gd name="connsiteX45" fmla="*/ 520265 w 1620577"/>
              <a:gd name="connsiteY45" fmla="*/ 497909 h 1625956"/>
              <a:gd name="connsiteX46" fmla="*/ 520265 w 1620577"/>
              <a:gd name="connsiteY46" fmla="*/ 413732 h 1625956"/>
              <a:gd name="connsiteX47" fmla="*/ 436088 w 1620577"/>
              <a:gd name="connsiteY47" fmla="*/ 413732 h 1625956"/>
              <a:gd name="connsiteX48" fmla="*/ 346791 w 1620577"/>
              <a:gd name="connsiteY48" fmla="*/ 503029 h 1625956"/>
              <a:gd name="connsiteX49" fmla="*/ 330182 w 1620577"/>
              <a:gd name="connsiteY49" fmla="*/ 540712 h 1625956"/>
              <a:gd name="connsiteX50" fmla="*/ 178317 w 1620577"/>
              <a:gd name="connsiteY50" fmla="*/ 378430 h 1625956"/>
              <a:gd name="connsiteX51" fmla="*/ 177663 w 1620577"/>
              <a:gd name="connsiteY51" fmla="*/ 376287 h 1625956"/>
              <a:gd name="connsiteX52" fmla="*/ 434718 w 1620577"/>
              <a:gd name="connsiteY52" fmla="*/ 119171 h 1625956"/>
              <a:gd name="connsiteX53" fmla="*/ 437040 w 1620577"/>
              <a:gd name="connsiteY53" fmla="*/ 119945 h 1625956"/>
              <a:gd name="connsiteX54" fmla="*/ 780059 w 1620577"/>
              <a:gd name="connsiteY54" fmla="*/ 486420 h 1625956"/>
              <a:gd name="connsiteX55" fmla="*/ 515086 w 1620577"/>
              <a:gd name="connsiteY55" fmla="*/ 738177 h 1625956"/>
              <a:gd name="connsiteX56" fmla="*/ 389832 w 1620577"/>
              <a:gd name="connsiteY56" fmla="*/ 604470 h 1625956"/>
              <a:gd name="connsiteX57" fmla="*/ 122894 w 1620577"/>
              <a:gd name="connsiteY57" fmla="*/ 1475829 h 1625956"/>
              <a:gd name="connsiteX58" fmla="*/ 119182 w 1620577"/>
              <a:gd name="connsiteY58" fmla="*/ 1473844 h 1625956"/>
              <a:gd name="connsiteX59" fmla="*/ 119143 w 1620577"/>
              <a:gd name="connsiteY59" fmla="*/ 1472257 h 1625956"/>
              <a:gd name="connsiteX60" fmla="*/ 173079 w 1620577"/>
              <a:gd name="connsiteY60" fmla="*/ 1242050 h 1625956"/>
              <a:gd name="connsiteX61" fmla="*/ 182961 w 1620577"/>
              <a:gd name="connsiteY61" fmla="*/ 1220678 h 1625956"/>
              <a:gd name="connsiteX62" fmla="*/ 195522 w 1620577"/>
              <a:gd name="connsiteY62" fmla="*/ 1239549 h 1625956"/>
              <a:gd name="connsiteX63" fmla="*/ 359769 w 1620577"/>
              <a:gd name="connsiteY63" fmla="*/ 1403796 h 1625956"/>
              <a:gd name="connsiteX64" fmla="*/ 344886 w 1620577"/>
              <a:gd name="connsiteY64" fmla="*/ 1410404 h 1625956"/>
              <a:gd name="connsiteX65" fmla="*/ 122894 w 1620577"/>
              <a:gd name="connsiteY65" fmla="*/ 1475829 h 1625956"/>
              <a:gd name="connsiteX66" fmla="*/ 1236009 w 1620577"/>
              <a:gd name="connsiteY66" fmla="*/ 1506845 h 1625956"/>
              <a:gd name="connsiteX67" fmla="*/ 1233687 w 1620577"/>
              <a:gd name="connsiteY67" fmla="*/ 1506071 h 1625956"/>
              <a:gd name="connsiteX68" fmla="*/ 1000027 w 1620577"/>
              <a:gd name="connsiteY68" fmla="*/ 1256456 h 1625956"/>
              <a:gd name="connsiteX69" fmla="*/ 1026221 w 1620577"/>
              <a:gd name="connsiteY69" fmla="*/ 1242109 h 1625956"/>
              <a:gd name="connsiteX70" fmla="*/ 1115518 w 1620577"/>
              <a:gd name="connsiteY70" fmla="*/ 1152813 h 1625956"/>
              <a:gd name="connsiteX71" fmla="*/ 1115518 w 1620577"/>
              <a:gd name="connsiteY71" fmla="*/ 1068635 h 1625956"/>
              <a:gd name="connsiteX72" fmla="*/ 1031341 w 1620577"/>
              <a:gd name="connsiteY72" fmla="*/ 1068635 h 1625956"/>
              <a:gd name="connsiteX73" fmla="*/ 942044 w 1620577"/>
              <a:gd name="connsiteY73" fmla="*/ 1157932 h 1625956"/>
              <a:gd name="connsiteX74" fmla="*/ 928471 w 1620577"/>
              <a:gd name="connsiteY74" fmla="*/ 1180078 h 1625956"/>
              <a:gd name="connsiteX75" fmla="*/ 854235 w 1620577"/>
              <a:gd name="connsiteY75" fmla="*/ 1100723 h 1625956"/>
              <a:gd name="connsiteX76" fmla="*/ 1119209 w 1620577"/>
              <a:gd name="connsiteY76" fmla="*/ 848965 h 1625956"/>
              <a:gd name="connsiteX77" fmla="*/ 1492351 w 1620577"/>
              <a:gd name="connsiteY77" fmla="*/ 1247646 h 1625956"/>
              <a:gd name="connsiteX78" fmla="*/ 1493006 w 1620577"/>
              <a:gd name="connsiteY78" fmla="*/ 1249789 h 1625956"/>
              <a:gd name="connsiteX79" fmla="*/ 1236009 w 1620577"/>
              <a:gd name="connsiteY79" fmla="*/ 1506845 h 1625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620577" h="1625956">
                <a:moveTo>
                  <a:pt x="1205589" y="766931"/>
                </a:moveTo>
                <a:lnTo>
                  <a:pt x="1566527" y="424031"/>
                </a:lnTo>
                <a:cubicBezTo>
                  <a:pt x="1638594" y="351961"/>
                  <a:pt x="1638594" y="235115"/>
                  <a:pt x="1566527" y="163046"/>
                </a:cubicBezTo>
                <a:lnTo>
                  <a:pt x="1476456" y="72975"/>
                </a:lnTo>
                <a:cubicBezTo>
                  <a:pt x="1405682" y="2222"/>
                  <a:pt x="1291413" y="769"/>
                  <a:pt x="1218864" y="69701"/>
                </a:cubicBezTo>
                <a:lnTo>
                  <a:pt x="866320" y="404445"/>
                </a:lnTo>
                <a:lnTo>
                  <a:pt x="523896" y="38626"/>
                </a:lnTo>
                <a:lnTo>
                  <a:pt x="521098" y="35709"/>
                </a:lnTo>
                <a:cubicBezTo>
                  <a:pt x="474208" y="-11603"/>
                  <a:pt x="397843" y="-11945"/>
                  <a:pt x="350531" y="34945"/>
                </a:cubicBezTo>
                <a:cubicBezTo>
                  <a:pt x="350515" y="34961"/>
                  <a:pt x="350498" y="34978"/>
                  <a:pt x="350482" y="34994"/>
                </a:cubicBezTo>
                <a:lnTo>
                  <a:pt x="93426" y="292050"/>
                </a:lnTo>
                <a:cubicBezTo>
                  <a:pt x="47589" y="338228"/>
                  <a:pt x="46667" y="412447"/>
                  <a:pt x="91342" y="459750"/>
                </a:cubicBezTo>
                <a:lnTo>
                  <a:pt x="428706" y="820152"/>
                </a:lnTo>
                <a:lnTo>
                  <a:pt x="109737" y="1123166"/>
                </a:lnTo>
                <a:cubicBezTo>
                  <a:pt x="83659" y="1147952"/>
                  <a:pt x="65388" y="1179816"/>
                  <a:pt x="57171" y="1214844"/>
                </a:cubicBezTo>
                <a:lnTo>
                  <a:pt x="3236" y="1445051"/>
                </a:lnTo>
                <a:cubicBezTo>
                  <a:pt x="-12121" y="1510713"/>
                  <a:pt x="28658" y="1576391"/>
                  <a:pt x="94319" y="1591748"/>
                </a:cubicBezTo>
                <a:cubicBezTo>
                  <a:pt x="114858" y="1596552"/>
                  <a:pt x="136291" y="1595953"/>
                  <a:pt x="156529" y="1590010"/>
                </a:cubicBezTo>
                <a:lnTo>
                  <a:pt x="378461" y="1524645"/>
                </a:lnTo>
                <a:cubicBezTo>
                  <a:pt x="406522" y="1516354"/>
                  <a:pt x="432225" y="1501544"/>
                  <a:pt x="453471" y="1481425"/>
                </a:cubicBezTo>
                <a:lnTo>
                  <a:pt x="767974" y="1182638"/>
                </a:lnTo>
                <a:lnTo>
                  <a:pt x="1146772" y="1587331"/>
                </a:lnTo>
                <a:lnTo>
                  <a:pt x="1149570" y="1590248"/>
                </a:lnTo>
                <a:cubicBezTo>
                  <a:pt x="1196460" y="1637560"/>
                  <a:pt x="1272825" y="1637902"/>
                  <a:pt x="1320137" y="1591012"/>
                </a:cubicBezTo>
                <a:cubicBezTo>
                  <a:pt x="1320153" y="1590995"/>
                  <a:pt x="1320170" y="1590979"/>
                  <a:pt x="1320186" y="1590962"/>
                </a:cubicBezTo>
                <a:lnTo>
                  <a:pt x="1577242" y="1333907"/>
                </a:lnTo>
                <a:cubicBezTo>
                  <a:pt x="1623079" y="1287729"/>
                  <a:pt x="1624001" y="1213509"/>
                  <a:pt x="1579326" y="1166207"/>
                </a:cubicBezTo>
                <a:lnTo>
                  <a:pt x="1205589" y="766931"/>
                </a:lnTo>
                <a:close/>
                <a:moveTo>
                  <a:pt x="447339" y="1323072"/>
                </a:moveTo>
                <a:lnTo>
                  <a:pt x="279699" y="1155432"/>
                </a:lnTo>
                <a:cubicBezTo>
                  <a:pt x="274439" y="1150296"/>
                  <a:pt x="268259" y="1146197"/>
                  <a:pt x="261482" y="1143347"/>
                </a:cubicBezTo>
                <a:lnTo>
                  <a:pt x="1094146" y="352296"/>
                </a:lnTo>
                <a:lnTo>
                  <a:pt x="1269525" y="527675"/>
                </a:lnTo>
                <a:cubicBezTo>
                  <a:pt x="1272145" y="530294"/>
                  <a:pt x="1275419" y="531544"/>
                  <a:pt x="1278395" y="533568"/>
                </a:cubicBezTo>
                <a:lnTo>
                  <a:pt x="447339" y="1323072"/>
                </a:lnTo>
                <a:close/>
                <a:moveTo>
                  <a:pt x="1300839" y="155902"/>
                </a:moveTo>
                <a:cubicBezTo>
                  <a:pt x="1326587" y="131465"/>
                  <a:pt x="1367117" y="131994"/>
                  <a:pt x="1392219" y="157093"/>
                </a:cubicBezTo>
                <a:lnTo>
                  <a:pt x="1482290" y="247164"/>
                </a:lnTo>
                <a:cubicBezTo>
                  <a:pt x="1507888" y="272762"/>
                  <a:pt x="1507888" y="314196"/>
                  <a:pt x="1481099" y="340925"/>
                </a:cubicBezTo>
                <a:lnTo>
                  <a:pt x="1361203" y="454809"/>
                </a:lnTo>
                <a:cubicBezTo>
                  <a:pt x="1358822" y="450939"/>
                  <a:pt x="1357036" y="446831"/>
                  <a:pt x="1353643" y="443438"/>
                </a:cubicBezTo>
                <a:lnTo>
                  <a:pt x="1180407" y="270202"/>
                </a:lnTo>
                <a:lnTo>
                  <a:pt x="1300839" y="155902"/>
                </a:lnTo>
                <a:close/>
                <a:moveTo>
                  <a:pt x="389832" y="604470"/>
                </a:moveTo>
                <a:cubicBezTo>
                  <a:pt x="404715" y="604232"/>
                  <a:pt x="419598" y="598577"/>
                  <a:pt x="430968" y="587206"/>
                </a:cubicBezTo>
                <a:lnTo>
                  <a:pt x="520265" y="497909"/>
                </a:lnTo>
                <a:cubicBezTo>
                  <a:pt x="543510" y="474664"/>
                  <a:pt x="543510" y="436977"/>
                  <a:pt x="520265" y="413732"/>
                </a:cubicBezTo>
                <a:cubicBezTo>
                  <a:pt x="497020" y="390487"/>
                  <a:pt x="459333" y="390487"/>
                  <a:pt x="436088" y="413732"/>
                </a:cubicBezTo>
                <a:lnTo>
                  <a:pt x="346791" y="503029"/>
                </a:lnTo>
                <a:cubicBezTo>
                  <a:pt x="336903" y="513184"/>
                  <a:pt x="331007" y="526563"/>
                  <a:pt x="330182" y="540712"/>
                </a:cubicBezTo>
                <a:lnTo>
                  <a:pt x="178317" y="378430"/>
                </a:lnTo>
                <a:cubicBezTo>
                  <a:pt x="177365" y="377477"/>
                  <a:pt x="177365" y="376525"/>
                  <a:pt x="177663" y="376287"/>
                </a:cubicBezTo>
                <a:lnTo>
                  <a:pt x="434718" y="119171"/>
                </a:lnTo>
                <a:cubicBezTo>
                  <a:pt x="434957" y="118933"/>
                  <a:pt x="435969" y="118933"/>
                  <a:pt x="437040" y="119945"/>
                </a:cubicBezTo>
                <a:lnTo>
                  <a:pt x="780059" y="486420"/>
                </a:lnTo>
                <a:lnTo>
                  <a:pt x="515086" y="738177"/>
                </a:lnTo>
                <a:lnTo>
                  <a:pt x="389832" y="604470"/>
                </a:lnTo>
                <a:close/>
                <a:moveTo>
                  <a:pt x="122894" y="1475829"/>
                </a:moveTo>
                <a:cubicBezTo>
                  <a:pt x="121320" y="1476306"/>
                  <a:pt x="119659" y="1475417"/>
                  <a:pt x="119182" y="1473844"/>
                </a:cubicBezTo>
                <a:cubicBezTo>
                  <a:pt x="119026" y="1473328"/>
                  <a:pt x="119012" y="1472780"/>
                  <a:pt x="119143" y="1472257"/>
                </a:cubicBezTo>
                <a:lnTo>
                  <a:pt x="173079" y="1242050"/>
                </a:lnTo>
                <a:cubicBezTo>
                  <a:pt x="174924" y="1234311"/>
                  <a:pt x="178555" y="1227227"/>
                  <a:pt x="182961" y="1220678"/>
                </a:cubicBezTo>
                <a:cubicBezTo>
                  <a:pt x="185892" y="1227719"/>
                  <a:pt x="190158" y="1234127"/>
                  <a:pt x="195522" y="1239549"/>
                </a:cubicBezTo>
                <a:lnTo>
                  <a:pt x="359769" y="1403796"/>
                </a:lnTo>
                <a:cubicBezTo>
                  <a:pt x="355103" y="1406612"/>
                  <a:pt x="350103" y="1408832"/>
                  <a:pt x="344886" y="1410404"/>
                </a:cubicBezTo>
                <a:lnTo>
                  <a:pt x="122894" y="1475829"/>
                </a:lnTo>
                <a:close/>
                <a:moveTo>
                  <a:pt x="1236009" y="1506845"/>
                </a:moveTo>
                <a:cubicBezTo>
                  <a:pt x="1235771" y="1507083"/>
                  <a:pt x="1234759" y="1507083"/>
                  <a:pt x="1233687" y="1506071"/>
                </a:cubicBezTo>
                <a:lnTo>
                  <a:pt x="1000027" y="1256456"/>
                </a:lnTo>
                <a:cubicBezTo>
                  <a:pt x="1009860" y="1254038"/>
                  <a:pt x="1018889" y="1249092"/>
                  <a:pt x="1026221" y="1242109"/>
                </a:cubicBezTo>
                <a:lnTo>
                  <a:pt x="1115518" y="1152813"/>
                </a:lnTo>
                <a:cubicBezTo>
                  <a:pt x="1138763" y="1129568"/>
                  <a:pt x="1138763" y="1091880"/>
                  <a:pt x="1115518" y="1068635"/>
                </a:cubicBezTo>
                <a:cubicBezTo>
                  <a:pt x="1092273" y="1045390"/>
                  <a:pt x="1054586" y="1045390"/>
                  <a:pt x="1031341" y="1068635"/>
                </a:cubicBezTo>
                <a:lnTo>
                  <a:pt x="942044" y="1157932"/>
                </a:lnTo>
                <a:cubicBezTo>
                  <a:pt x="935929" y="1164213"/>
                  <a:pt x="931292" y="1171778"/>
                  <a:pt x="928471" y="1180078"/>
                </a:cubicBezTo>
                <a:lnTo>
                  <a:pt x="854235" y="1100723"/>
                </a:lnTo>
                <a:lnTo>
                  <a:pt x="1119209" y="848965"/>
                </a:lnTo>
                <a:lnTo>
                  <a:pt x="1492351" y="1247646"/>
                </a:lnTo>
                <a:cubicBezTo>
                  <a:pt x="1493244" y="1248598"/>
                  <a:pt x="1493244" y="1249551"/>
                  <a:pt x="1493006" y="1249789"/>
                </a:cubicBezTo>
                <a:lnTo>
                  <a:pt x="1236009" y="1506845"/>
                </a:lnTo>
                <a:close/>
              </a:path>
            </a:pathLst>
          </a:custGeom>
          <a:solidFill>
            <a:schemeClr val="tx1"/>
          </a:solidFill>
          <a:ln w="1860" cap="flat">
            <a:noFill/>
            <a:prstDash val="solid"/>
            <a:miter/>
          </a:ln>
        </p:spPr>
        <p:txBody>
          <a:bodyPr rtlCol="0" anchor="ctr"/>
          <a:lstStyle/>
          <a:p>
            <a:endParaRPr lang="zh-CN" altLang="en-US">
              <a:solidFill>
                <a:schemeClr val="bg1"/>
              </a:solidFill>
            </a:endParaRPr>
          </a:p>
        </p:txBody>
      </p:sp>
      <p:sp>
        <p:nvSpPr>
          <p:cNvPr id="76" name="图形 112">
            <a:extLst>
              <a:ext uri="{FF2B5EF4-FFF2-40B4-BE49-F238E27FC236}">
                <a16:creationId xmlns:a16="http://schemas.microsoft.com/office/drawing/2014/main" id="{2866AB78-927A-5161-F211-F8F35F93CA96}"/>
              </a:ext>
            </a:extLst>
          </p:cNvPr>
          <p:cNvSpPr/>
          <p:nvPr/>
        </p:nvSpPr>
        <p:spPr>
          <a:xfrm>
            <a:off x="4636172" y="3625386"/>
            <a:ext cx="257639" cy="257783"/>
          </a:xfrm>
          <a:custGeom>
            <a:avLst/>
            <a:gdLst>
              <a:gd name="connsiteX0" fmla="*/ 108651 w 257639"/>
              <a:gd name="connsiteY0" fmla="*/ 117665 h 257783"/>
              <a:gd name="connsiteX1" fmla="*/ 11965 w 257639"/>
              <a:gd name="connsiteY1" fmla="*/ 67518 h 257783"/>
              <a:gd name="connsiteX2" fmla="*/ 954 w 257639"/>
              <a:gd name="connsiteY2" fmla="*/ 71001 h 257783"/>
              <a:gd name="connsiteX3" fmla="*/ 33 w 257639"/>
              <a:gd name="connsiteY3" fmla="*/ 75722 h 257783"/>
              <a:gd name="connsiteX4" fmla="*/ 33 w 257639"/>
              <a:gd name="connsiteY4" fmla="*/ 186763 h 257783"/>
              <a:gd name="connsiteX5" fmla="*/ 3936 w 257639"/>
              <a:gd name="connsiteY5" fmla="*/ 193811 h 257783"/>
              <a:gd name="connsiteX6" fmla="*/ 100399 w 257639"/>
              <a:gd name="connsiteY6" fmla="*/ 256322 h 257783"/>
              <a:gd name="connsiteX7" fmla="*/ 104636 w 257639"/>
              <a:gd name="connsiteY7" fmla="*/ 257708 h 257783"/>
              <a:gd name="connsiteX8" fmla="*/ 112666 w 257639"/>
              <a:gd name="connsiteY8" fmla="*/ 249389 h 257783"/>
              <a:gd name="connsiteX9" fmla="*/ 112666 w 257639"/>
              <a:gd name="connsiteY9" fmla="*/ 125176 h 257783"/>
              <a:gd name="connsiteX10" fmla="*/ 108428 w 257639"/>
              <a:gd name="connsiteY10" fmla="*/ 117665 h 257783"/>
              <a:gd name="connsiteX11" fmla="*/ 96719 w 257639"/>
              <a:gd name="connsiteY11" fmla="*/ 234483 h 257783"/>
              <a:gd name="connsiteX12" fmla="*/ 16203 w 257639"/>
              <a:gd name="connsiteY12" fmla="*/ 182025 h 257783"/>
              <a:gd name="connsiteX13" fmla="*/ 16203 w 257639"/>
              <a:gd name="connsiteY13" fmla="*/ 89587 h 257783"/>
              <a:gd name="connsiteX14" fmla="*/ 96719 w 257639"/>
              <a:gd name="connsiteY14" fmla="*/ 130607 h 257783"/>
              <a:gd name="connsiteX15" fmla="*/ 254181 w 257639"/>
              <a:gd name="connsiteY15" fmla="*/ 66363 h 257783"/>
              <a:gd name="connsiteX16" fmla="*/ 246487 w 257639"/>
              <a:gd name="connsiteY16" fmla="*/ 66363 h 257783"/>
              <a:gd name="connsiteX17" fmla="*/ 133854 w 257639"/>
              <a:gd name="connsiteY17" fmla="*/ 117665 h 257783"/>
              <a:gd name="connsiteX18" fmla="*/ 129059 w 257639"/>
              <a:gd name="connsiteY18" fmla="*/ 125292 h 257783"/>
              <a:gd name="connsiteX19" fmla="*/ 129059 w 257639"/>
              <a:gd name="connsiteY19" fmla="*/ 249505 h 257783"/>
              <a:gd name="connsiteX20" fmla="*/ 137127 w 257639"/>
              <a:gd name="connsiteY20" fmla="*/ 257783 h 257783"/>
              <a:gd name="connsiteX21" fmla="*/ 141103 w 257639"/>
              <a:gd name="connsiteY21" fmla="*/ 256668 h 257783"/>
              <a:gd name="connsiteX22" fmla="*/ 253624 w 257639"/>
              <a:gd name="connsiteY22" fmla="*/ 189882 h 257783"/>
              <a:gd name="connsiteX23" fmla="*/ 257639 w 257639"/>
              <a:gd name="connsiteY23" fmla="*/ 182718 h 257783"/>
              <a:gd name="connsiteX24" fmla="*/ 257639 w 257639"/>
              <a:gd name="connsiteY24" fmla="*/ 73411 h 257783"/>
              <a:gd name="connsiteX25" fmla="*/ 254070 w 257639"/>
              <a:gd name="connsiteY25" fmla="*/ 66363 h 257783"/>
              <a:gd name="connsiteX26" fmla="*/ 241803 w 257639"/>
              <a:gd name="connsiteY26" fmla="*/ 177403 h 257783"/>
              <a:gd name="connsiteX27" fmla="*/ 145006 w 257639"/>
              <a:gd name="connsiteY27" fmla="*/ 234483 h 257783"/>
              <a:gd name="connsiteX28" fmla="*/ 145006 w 257639"/>
              <a:gd name="connsiteY28" fmla="*/ 130491 h 257783"/>
              <a:gd name="connsiteX29" fmla="*/ 241692 w 257639"/>
              <a:gd name="connsiteY29" fmla="*/ 86121 h 257783"/>
              <a:gd name="connsiteX30" fmla="*/ 240911 w 257639"/>
              <a:gd name="connsiteY30" fmla="*/ 44986 h 257783"/>
              <a:gd name="connsiteX31" fmla="*/ 235447 w 257639"/>
              <a:gd name="connsiteY31" fmla="*/ 37476 h 257783"/>
              <a:gd name="connsiteX32" fmla="*/ 133854 w 257639"/>
              <a:gd name="connsiteY32" fmla="*/ 385 h 257783"/>
              <a:gd name="connsiteX33" fmla="*/ 129059 w 257639"/>
              <a:gd name="connsiteY33" fmla="*/ 385 h 257783"/>
              <a:gd name="connsiteX34" fmla="*/ 20329 w 257639"/>
              <a:gd name="connsiteY34" fmla="*/ 39787 h 257783"/>
              <a:gd name="connsiteX35" fmla="*/ 15236 w 257639"/>
              <a:gd name="connsiteY35" fmla="*/ 50302 h 257783"/>
              <a:gd name="connsiteX36" fmla="*/ 19325 w 257639"/>
              <a:gd name="connsiteY36" fmla="*/ 55154 h 257783"/>
              <a:gd name="connsiteX37" fmla="*/ 116011 w 257639"/>
              <a:gd name="connsiteY37" fmla="*/ 105302 h 257783"/>
              <a:gd name="connsiteX38" fmla="*/ 119580 w 257639"/>
              <a:gd name="connsiteY38" fmla="*/ 106111 h 257783"/>
              <a:gd name="connsiteX39" fmla="*/ 122814 w 257639"/>
              <a:gd name="connsiteY39" fmla="*/ 106111 h 257783"/>
              <a:gd name="connsiteX40" fmla="*/ 235558 w 257639"/>
              <a:gd name="connsiteY40" fmla="*/ 54346 h 257783"/>
              <a:gd name="connsiteX41" fmla="*/ 240911 w 257639"/>
              <a:gd name="connsiteY41" fmla="*/ 44986 h 257783"/>
              <a:gd name="connsiteX42" fmla="*/ 120137 w 257639"/>
              <a:gd name="connsiteY42" fmla="*/ 88085 h 257783"/>
              <a:gd name="connsiteX43" fmla="*/ 43859 w 257639"/>
              <a:gd name="connsiteY43" fmla="*/ 49146 h 257783"/>
              <a:gd name="connsiteX44" fmla="*/ 131066 w 257639"/>
              <a:gd name="connsiteY44" fmla="*/ 17486 h 257783"/>
              <a:gd name="connsiteX45" fmla="*/ 210801 w 257639"/>
              <a:gd name="connsiteY45" fmla="*/ 45795 h 257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7639" h="257783">
                <a:moveTo>
                  <a:pt x="108651" y="117665"/>
                </a:moveTo>
                <a:lnTo>
                  <a:pt x="11965" y="67518"/>
                </a:lnTo>
                <a:cubicBezTo>
                  <a:pt x="7996" y="65329"/>
                  <a:pt x="3067" y="66889"/>
                  <a:pt x="954" y="71001"/>
                </a:cubicBezTo>
                <a:cubicBezTo>
                  <a:pt x="211" y="72449"/>
                  <a:pt x="-109" y="74089"/>
                  <a:pt x="33" y="75722"/>
                </a:cubicBezTo>
                <a:lnTo>
                  <a:pt x="33" y="186763"/>
                </a:lnTo>
                <a:cubicBezTo>
                  <a:pt x="63" y="189655"/>
                  <a:pt x="1541" y="192324"/>
                  <a:pt x="3936" y="193811"/>
                </a:cubicBezTo>
                <a:lnTo>
                  <a:pt x="100399" y="256322"/>
                </a:lnTo>
                <a:cubicBezTo>
                  <a:pt x="101662" y="257177"/>
                  <a:pt x="103128" y="257656"/>
                  <a:pt x="104636" y="257708"/>
                </a:cubicBezTo>
                <a:cubicBezTo>
                  <a:pt x="109071" y="257708"/>
                  <a:pt x="112666" y="253984"/>
                  <a:pt x="112666" y="249389"/>
                </a:cubicBezTo>
                <a:lnTo>
                  <a:pt x="112666" y="125176"/>
                </a:lnTo>
                <a:cubicBezTo>
                  <a:pt x="112730" y="122046"/>
                  <a:pt x="111092" y="119143"/>
                  <a:pt x="108428" y="117665"/>
                </a:cubicBezTo>
                <a:close/>
                <a:moveTo>
                  <a:pt x="96719" y="234483"/>
                </a:moveTo>
                <a:lnTo>
                  <a:pt x="16203" y="182025"/>
                </a:lnTo>
                <a:lnTo>
                  <a:pt x="16203" y="89587"/>
                </a:lnTo>
                <a:lnTo>
                  <a:pt x="96719" y="130607"/>
                </a:lnTo>
                <a:close/>
                <a:moveTo>
                  <a:pt x="254181" y="66363"/>
                </a:moveTo>
                <a:cubicBezTo>
                  <a:pt x="251784" y="65006"/>
                  <a:pt x="248885" y="65006"/>
                  <a:pt x="246487" y="66363"/>
                </a:cubicBezTo>
                <a:lnTo>
                  <a:pt x="133854" y="117665"/>
                </a:lnTo>
                <a:cubicBezTo>
                  <a:pt x="130936" y="118996"/>
                  <a:pt x="129054" y="121989"/>
                  <a:pt x="129059" y="125292"/>
                </a:cubicBezTo>
                <a:lnTo>
                  <a:pt x="129059" y="249505"/>
                </a:lnTo>
                <a:cubicBezTo>
                  <a:pt x="129081" y="254099"/>
                  <a:pt x="132693" y="257806"/>
                  <a:pt x="137127" y="257783"/>
                </a:cubicBezTo>
                <a:cubicBezTo>
                  <a:pt x="138523" y="257776"/>
                  <a:pt x="139894" y="257392"/>
                  <a:pt x="141103" y="256668"/>
                </a:cubicBezTo>
                <a:lnTo>
                  <a:pt x="253624" y="189882"/>
                </a:lnTo>
                <a:cubicBezTo>
                  <a:pt x="256096" y="188404"/>
                  <a:pt x="257624" y="185676"/>
                  <a:pt x="257639" y="182718"/>
                </a:cubicBezTo>
                <a:lnTo>
                  <a:pt x="257639" y="73411"/>
                </a:lnTo>
                <a:cubicBezTo>
                  <a:pt x="257681" y="70586"/>
                  <a:pt x="256337" y="67932"/>
                  <a:pt x="254070" y="66363"/>
                </a:cubicBezTo>
                <a:close/>
                <a:moveTo>
                  <a:pt x="241803" y="177403"/>
                </a:moveTo>
                <a:lnTo>
                  <a:pt x="145006" y="234483"/>
                </a:lnTo>
                <a:lnTo>
                  <a:pt x="145006" y="130491"/>
                </a:lnTo>
                <a:lnTo>
                  <a:pt x="241692" y="86121"/>
                </a:lnTo>
                <a:close/>
                <a:moveTo>
                  <a:pt x="240911" y="44986"/>
                </a:moveTo>
                <a:cubicBezTo>
                  <a:pt x="240761" y="41554"/>
                  <a:pt x="238590" y="38570"/>
                  <a:pt x="235447" y="37476"/>
                </a:cubicBezTo>
                <a:lnTo>
                  <a:pt x="133854" y="385"/>
                </a:lnTo>
                <a:cubicBezTo>
                  <a:pt x="132294" y="-128"/>
                  <a:pt x="130619" y="-128"/>
                  <a:pt x="129059" y="385"/>
                </a:cubicBezTo>
                <a:lnTo>
                  <a:pt x="20329" y="39787"/>
                </a:lnTo>
                <a:cubicBezTo>
                  <a:pt x="16120" y="41233"/>
                  <a:pt x="13840" y="45941"/>
                  <a:pt x="15236" y="50302"/>
                </a:cubicBezTo>
                <a:cubicBezTo>
                  <a:pt x="15915" y="52423"/>
                  <a:pt x="17389" y="54172"/>
                  <a:pt x="19325" y="55154"/>
                </a:cubicBezTo>
                <a:lnTo>
                  <a:pt x="116011" y="105302"/>
                </a:lnTo>
                <a:cubicBezTo>
                  <a:pt x="117125" y="105852"/>
                  <a:pt x="118346" y="106129"/>
                  <a:pt x="119580" y="106111"/>
                </a:cubicBezTo>
                <a:cubicBezTo>
                  <a:pt x="120647" y="106332"/>
                  <a:pt x="121746" y="106332"/>
                  <a:pt x="122814" y="106111"/>
                </a:cubicBezTo>
                <a:lnTo>
                  <a:pt x="235558" y="54346"/>
                </a:lnTo>
                <a:cubicBezTo>
                  <a:pt x="239337" y="53034"/>
                  <a:pt x="241615" y="49050"/>
                  <a:pt x="240911" y="44986"/>
                </a:cubicBezTo>
                <a:close/>
                <a:moveTo>
                  <a:pt x="120137" y="88085"/>
                </a:moveTo>
                <a:lnTo>
                  <a:pt x="43859" y="49146"/>
                </a:lnTo>
                <a:lnTo>
                  <a:pt x="131066" y="17486"/>
                </a:lnTo>
                <a:lnTo>
                  <a:pt x="210801" y="45795"/>
                </a:lnTo>
                <a:close/>
              </a:path>
            </a:pathLst>
          </a:custGeom>
          <a:solidFill>
            <a:schemeClr val="tx1"/>
          </a:solidFill>
          <a:ln w="242" cap="flat">
            <a:noFill/>
            <a:prstDash val="solid"/>
            <a:miter/>
          </a:ln>
        </p:spPr>
        <p:txBody>
          <a:bodyPr rtlCol="0" anchor="ctr"/>
          <a:lstStyle/>
          <a:p>
            <a:endParaRPr lang="zh-CN" altLang="en-US"/>
          </a:p>
        </p:txBody>
      </p:sp>
      <p:sp>
        <p:nvSpPr>
          <p:cNvPr id="77" name="图形 122">
            <a:extLst>
              <a:ext uri="{FF2B5EF4-FFF2-40B4-BE49-F238E27FC236}">
                <a16:creationId xmlns:a16="http://schemas.microsoft.com/office/drawing/2014/main" id="{E713D36B-7D62-689E-317F-3329B4371B9A}"/>
              </a:ext>
            </a:extLst>
          </p:cNvPr>
          <p:cNvSpPr/>
          <p:nvPr/>
        </p:nvSpPr>
        <p:spPr>
          <a:xfrm>
            <a:off x="7037389" y="3620521"/>
            <a:ext cx="243290" cy="242287"/>
          </a:xfrm>
          <a:custGeom>
            <a:avLst/>
            <a:gdLst>
              <a:gd name="connsiteX0" fmla="*/ 103755 w 207030"/>
              <a:gd name="connsiteY0" fmla="*/ 115938 h 206176"/>
              <a:gd name="connsiteX1" fmla="*/ 158761 w 207030"/>
              <a:gd name="connsiteY1" fmla="*/ 115938 h 206176"/>
              <a:gd name="connsiteX2" fmla="*/ 193974 w 207030"/>
              <a:gd name="connsiteY2" fmla="*/ 125296 h 206176"/>
              <a:gd name="connsiteX3" fmla="*/ 203332 w 207030"/>
              <a:gd name="connsiteY3" fmla="*/ 90082 h 206176"/>
              <a:gd name="connsiteX4" fmla="*/ 168119 w 207030"/>
              <a:gd name="connsiteY4" fmla="*/ 80724 h 206176"/>
              <a:gd name="connsiteX5" fmla="*/ 155283 w 207030"/>
              <a:gd name="connsiteY5" fmla="*/ 103056 h 206176"/>
              <a:gd name="connsiteX6" fmla="*/ 103755 w 207030"/>
              <a:gd name="connsiteY6" fmla="*/ 103056 h 206176"/>
              <a:gd name="connsiteX7" fmla="*/ 103755 w 207030"/>
              <a:gd name="connsiteY7" fmla="*/ 29242 h 206176"/>
              <a:gd name="connsiteX8" fmla="*/ 159792 w 207030"/>
              <a:gd name="connsiteY8" fmla="*/ 29242 h 206176"/>
              <a:gd name="connsiteX9" fmla="*/ 188411 w 207030"/>
              <a:gd name="connsiteY9" fmla="*/ 47041 h 206176"/>
              <a:gd name="connsiteX10" fmla="*/ 206210 w 207030"/>
              <a:gd name="connsiteY10" fmla="*/ 18421 h 206176"/>
              <a:gd name="connsiteX11" fmla="*/ 182979 w 207030"/>
              <a:gd name="connsiteY11" fmla="*/ 0 h 206176"/>
              <a:gd name="connsiteX12" fmla="*/ 161853 w 207030"/>
              <a:gd name="connsiteY12" fmla="*/ 12882 h 206176"/>
              <a:gd name="connsiteX13" fmla="*/ 97185 w 207030"/>
              <a:gd name="connsiteY13" fmla="*/ 12882 h 206176"/>
              <a:gd name="connsiteX14" fmla="*/ 90744 w 207030"/>
              <a:gd name="connsiteY14" fmla="*/ 21126 h 206176"/>
              <a:gd name="connsiteX15" fmla="*/ 90744 w 207030"/>
              <a:gd name="connsiteY15" fmla="*/ 103056 h 206176"/>
              <a:gd name="connsiteX16" fmla="*/ 48105 w 207030"/>
              <a:gd name="connsiteY16" fmla="*/ 103056 h 206176"/>
              <a:gd name="connsiteX17" fmla="*/ 22195 w 207030"/>
              <a:gd name="connsiteY17" fmla="*/ 80937 h 206176"/>
              <a:gd name="connsiteX18" fmla="*/ 76 w 207030"/>
              <a:gd name="connsiteY18" fmla="*/ 106847 h 206176"/>
              <a:gd name="connsiteX19" fmla="*/ 25986 w 207030"/>
              <a:gd name="connsiteY19" fmla="*/ 128966 h 206176"/>
              <a:gd name="connsiteX20" fmla="*/ 45529 w 207030"/>
              <a:gd name="connsiteY20" fmla="*/ 115938 h 206176"/>
              <a:gd name="connsiteX21" fmla="*/ 90873 w 207030"/>
              <a:gd name="connsiteY21" fmla="*/ 115938 h 206176"/>
              <a:gd name="connsiteX22" fmla="*/ 90873 w 207030"/>
              <a:gd name="connsiteY22" fmla="*/ 184985 h 206176"/>
              <a:gd name="connsiteX23" fmla="*/ 97314 w 207030"/>
              <a:gd name="connsiteY23" fmla="*/ 193229 h 206176"/>
              <a:gd name="connsiteX24" fmla="*/ 158375 w 207030"/>
              <a:gd name="connsiteY24" fmla="*/ 193229 h 206176"/>
              <a:gd name="connsiteX25" fmla="*/ 181047 w 207030"/>
              <a:gd name="connsiteY25" fmla="*/ 206111 h 206176"/>
              <a:gd name="connsiteX26" fmla="*/ 206966 w 207030"/>
              <a:gd name="connsiteY26" fmla="*/ 183723 h 206176"/>
              <a:gd name="connsiteX27" fmla="*/ 184577 w 207030"/>
              <a:gd name="connsiteY27" fmla="*/ 157804 h 206176"/>
              <a:gd name="connsiteX28" fmla="*/ 181047 w 207030"/>
              <a:gd name="connsiteY28" fmla="*/ 157804 h 206176"/>
              <a:gd name="connsiteX29" fmla="*/ 155283 w 207030"/>
              <a:gd name="connsiteY29" fmla="*/ 176869 h 206176"/>
              <a:gd name="connsiteX30" fmla="*/ 103755 w 207030"/>
              <a:gd name="connsiteY30" fmla="*/ 176869 h 206176"/>
              <a:gd name="connsiteX31" fmla="*/ 181047 w 207030"/>
              <a:gd name="connsiteY31" fmla="*/ 93394 h 206176"/>
              <a:gd name="connsiteX32" fmla="*/ 188518 w 207030"/>
              <a:gd name="connsiteY32" fmla="*/ 97388 h 206176"/>
              <a:gd name="connsiteX33" fmla="*/ 188518 w 207030"/>
              <a:gd name="connsiteY33" fmla="*/ 105374 h 206176"/>
              <a:gd name="connsiteX34" fmla="*/ 181047 w 207030"/>
              <a:gd name="connsiteY34" fmla="*/ 109368 h 206176"/>
              <a:gd name="connsiteX35" fmla="*/ 171975 w 207030"/>
              <a:gd name="connsiteY35" fmla="*/ 102337 h 206176"/>
              <a:gd name="connsiteX36" fmla="*/ 179006 w 207030"/>
              <a:gd name="connsiteY36" fmla="*/ 93265 h 206176"/>
              <a:gd name="connsiteX37" fmla="*/ 181047 w 207030"/>
              <a:gd name="connsiteY37" fmla="*/ 93265 h 206176"/>
              <a:gd name="connsiteX38" fmla="*/ 182979 w 207030"/>
              <a:gd name="connsiteY38" fmla="*/ 16102 h 206176"/>
              <a:gd name="connsiteX39" fmla="*/ 190690 w 207030"/>
              <a:gd name="connsiteY39" fmla="*/ 24604 h 206176"/>
              <a:gd name="connsiteX40" fmla="*/ 182189 w 207030"/>
              <a:gd name="connsiteY40" fmla="*/ 32314 h 206176"/>
              <a:gd name="connsiteX41" fmla="*/ 174477 w 207030"/>
              <a:gd name="connsiteY41" fmla="*/ 23832 h 206176"/>
              <a:gd name="connsiteX42" fmla="*/ 182701 w 207030"/>
              <a:gd name="connsiteY42" fmla="*/ 16089 h 206176"/>
              <a:gd name="connsiteX43" fmla="*/ 182979 w 207030"/>
              <a:gd name="connsiteY43" fmla="*/ 16102 h 206176"/>
              <a:gd name="connsiteX44" fmla="*/ 31358 w 207030"/>
              <a:gd name="connsiteY44" fmla="*/ 108595 h 206176"/>
              <a:gd name="connsiteX45" fmla="*/ 24531 w 207030"/>
              <a:gd name="connsiteY45" fmla="*/ 112588 h 206176"/>
              <a:gd name="connsiteX46" fmla="*/ 16480 w 207030"/>
              <a:gd name="connsiteY46" fmla="*/ 104537 h 206176"/>
              <a:gd name="connsiteX47" fmla="*/ 24531 w 207030"/>
              <a:gd name="connsiteY47" fmla="*/ 96486 h 206176"/>
              <a:gd name="connsiteX48" fmla="*/ 31358 w 207030"/>
              <a:gd name="connsiteY48" fmla="*/ 100479 h 206176"/>
              <a:gd name="connsiteX49" fmla="*/ 31358 w 207030"/>
              <a:gd name="connsiteY49" fmla="*/ 108595 h 206176"/>
              <a:gd name="connsiteX50" fmla="*/ 181047 w 207030"/>
              <a:gd name="connsiteY50" fmla="*/ 173778 h 206176"/>
              <a:gd name="connsiteX51" fmla="*/ 188630 w 207030"/>
              <a:gd name="connsiteY51" fmla="*/ 182393 h 206176"/>
              <a:gd name="connsiteX52" fmla="*/ 180015 w 207030"/>
              <a:gd name="connsiteY52" fmla="*/ 189976 h 206176"/>
              <a:gd name="connsiteX53" fmla="*/ 172416 w 207030"/>
              <a:gd name="connsiteY53" fmla="*/ 181764 h 206176"/>
              <a:gd name="connsiteX54" fmla="*/ 181047 w 207030"/>
              <a:gd name="connsiteY54" fmla="*/ 173778 h 206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07030" h="206176">
                <a:moveTo>
                  <a:pt x="103755" y="115938"/>
                </a:moveTo>
                <a:lnTo>
                  <a:pt x="158761" y="115938"/>
                </a:lnTo>
                <a:cubicBezTo>
                  <a:pt x="165901" y="128246"/>
                  <a:pt x="181666" y="132435"/>
                  <a:pt x="193974" y="125296"/>
                </a:cubicBezTo>
                <a:cubicBezTo>
                  <a:pt x="206282" y="118156"/>
                  <a:pt x="210472" y="102390"/>
                  <a:pt x="203332" y="90082"/>
                </a:cubicBezTo>
                <a:cubicBezTo>
                  <a:pt x="196193" y="77774"/>
                  <a:pt x="180427" y="73584"/>
                  <a:pt x="168119" y="80724"/>
                </a:cubicBezTo>
                <a:cubicBezTo>
                  <a:pt x="160159" y="85342"/>
                  <a:pt x="155267" y="93854"/>
                  <a:pt x="155283" y="103056"/>
                </a:cubicBezTo>
                <a:lnTo>
                  <a:pt x="103755" y="103056"/>
                </a:lnTo>
                <a:lnTo>
                  <a:pt x="103755" y="29242"/>
                </a:lnTo>
                <a:lnTo>
                  <a:pt x="159792" y="29242"/>
                </a:lnTo>
                <a:cubicBezTo>
                  <a:pt x="162780" y="42060"/>
                  <a:pt x="175593" y="50029"/>
                  <a:pt x="188411" y="47041"/>
                </a:cubicBezTo>
                <a:cubicBezTo>
                  <a:pt x="201229" y="44053"/>
                  <a:pt x="209198" y="31239"/>
                  <a:pt x="206210" y="18421"/>
                </a:cubicBezTo>
                <a:cubicBezTo>
                  <a:pt x="203693" y="7625"/>
                  <a:pt x="194065" y="-10"/>
                  <a:pt x="182979" y="0"/>
                </a:cubicBezTo>
                <a:cubicBezTo>
                  <a:pt x="174077" y="-14"/>
                  <a:pt x="165917" y="4961"/>
                  <a:pt x="161853" y="12882"/>
                </a:cubicBezTo>
                <a:lnTo>
                  <a:pt x="97185" y="12882"/>
                </a:lnTo>
                <a:cubicBezTo>
                  <a:pt x="93151" y="13418"/>
                  <a:pt x="90288" y="17083"/>
                  <a:pt x="90744" y="21126"/>
                </a:cubicBezTo>
                <a:lnTo>
                  <a:pt x="90744" y="103056"/>
                </a:lnTo>
                <a:lnTo>
                  <a:pt x="48105" y="103056"/>
                </a:lnTo>
                <a:cubicBezTo>
                  <a:pt x="47058" y="89793"/>
                  <a:pt x="35458" y="79890"/>
                  <a:pt x="22195" y="80937"/>
                </a:cubicBezTo>
                <a:cubicBezTo>
                  <a:pt x="8932" y="81984"/>
                  <a:pt x="-971" y="93584"/>
                  <a:pt x="76" y="106847"/>
                </a:cubicBezTo>
                <a:cubicBezTo>
                  <a:pt x="1123" y="120110"/>
                  <a:pt x="12723" y="130013"/>
                  <a:pt x="25986" y="128966"/>
                </a:cubicBezTo>
                <a:cubicBezTo>
                  <a:pt x="34320" y="128308"/>
                  <a:pt x="41716" y="123377"/>
                  <a:pt x="45529" y="115938"/>
                </a:cubicBezTo>
                <a:lnTo>
                  <a:pt x="90873" y="115938"/>
                </a:lnTo>
                <a:lnTo>
                  <a:pt x="90873" y="184985"/>
                </a:lnTo>
                <a:cubicBezTo>
                  <a:pt x="90417" y="189028"/>
                  <a:pt x="93280" y="192694"/>
                  <a:pt x="97314" y="193229"/>
                </a:cubicBezTo>
                <a:lnTo>
                  <a:pt x="158375" y="193229"/>
                </a:lnTo>
                <a:cubicBezTo>
                  <a:pt x="163041" y="201313"/>
                  <a:pt x="171714" y="206241"/>
                  <a:pt x="181047" y="206111"/>
                </a:cubicBezTo>
                <a:cubicBezTo>
                  <a:pt x="194386" y="207086"/>
                  <a:pt x="205991" y="197062"/>
                  <a:pt x="206966" y="183723"/>
                </a:cubicBezTo>
                <a:cubicBezTo>
                  <a:pt x="207940" y="170383"/>
                  <a:pt x="197917" y="158779"/>
                  <a:pt x="184577" y="157804"/>
                </a:cubicBezTo>
                <a:cubicBezTo>
                  <a:pt x="183402" y="157718"/>
                  <a:pt x="182222" y="157718"/>
                  <a:pt x="181047" y="157804"/>
                </a:cubicBezTo>
                <a:cubicBezTo>
                  <a:pt x="169070" y="157394"/>
                  <a:pt x="158392" y="165296"/>
                  <a:pt x="155283" y="176869"/>
                </a:cubicBezTo>
                <a:lnTo>
                  <a:pt x="103755" y="176869"/>
                </a:lnTo>
                <a:close/>
                <a:moveTo>
                  <a:pt x="181047" y="93394"/>
                </a:moveTo>
                <a:cubicBezTo>
                  <a:pt x="184058" y="93352"/>
                  <a:pt x="186880" y="94861"/>
                  <a:pt x="188518" y="97388"/>
                </a:cubicBezTo>
                <a:cubicBezTo>
                  <a:pt x="190030" y="99835"/>
                  <a:pt x="190030" y="102927"/>
                  <a:pt x="188518" y="105374"/>
                </a:cubicBezTo>
                <a:cubicBezTo>
                  <a:pt x="186880" y="107901"/>
                  <a:pt x="184058" y="109410"/>
                  <a:pt x="181047" y="109368"/>
                </a:cubicBezTo>
                <a:cubicBezTo>
                  <a:pt x="176600" y="109931"/>
                  <a:pt x="172539" y="106784"/>
                  <a:pt x="171975" y="102337"/>
                </a:cubicBezTo>
                <a:cubicBezTo>
                  <a:pt x="171412" y="97890"/>
                  <a:pt x="174559" y="93829"/>
                  <a:pt x="179006" y="93265"/>
                </a:cubicBezTo>
                <a:cubicBezTo>
                  <a:pt x="179683" y="93179"/>
                  <a:pt x="180369" y="93179"/>
                  <a:pt x="181047" y="93265"/>
                </a:cubicBezTo>
                <a:close/>
                <a:moveTo>
                  <a:pt x="182979" y="16102"/>
                </a:moveTo>
                <a:cubicBezTo>
                  <a:pt x="187456" y="16321"/>
                  <a:pt x="190908" y="20127"/>
                  <a:pt x="190690" y="24604"/>
                </a:cubicBezTo>
                <a:cubicBezTo>
                  <a:pt x="190472" y="29081"/>
                  <a:pt x="186665" y="32533"/>
                  <a:pt x="182189" y="32314"/>
                </a:cubicBezTo>
                <a:cubicBezTo>
                  <a:pt x="177719" y="32097"/>
                  <a:pt x="174269" y="28302"/>
                  <a:pt x="174477" y="23832"/>
                </a:cubicBezTo>
                <a:cubicBezTo>
                  <a:pt x="174610" y="19423"/>
                  <a:pt x="178292" y="15956"/>
                  <a:pt x="182701" y="16089"/>
                </a:cubicBezTo>
                <a:cubicBezTo>
                  <a:pt x="182794" y="16092"/>
                  <a:pt x="182886" y="16096"/>
                  <a:pt x="182979" y="16102"/>
                </a:cubicBezTo>
                <a:close/>
                <a:moveTo>
                  <a:pt x="31358" y="108595"/>
                </a:moveTo>
                <a:cubicBezTo>
                  <a:pt x="29967" y="111058"/>
                  <a:pt x="27360" y="112583"/>
                  <a:pt x="24531" y="112588"/>
                </a:cubicBezTo>
                <a:cubicBezTo>
                  <a:pt x="20084" y="112588"/>
                  <a:pt x="16480" y="108984"/>
                  <a:pt x="16480" y="104537"/>
                </a:cubicBezTo>
                <a:cubicBezTo>
                  <a:pt x="16480" y="100090"/>
                  <a:pt x="20084" y="96486"/>
                  <a:pt x="24531" y="96486"/>
                </a:cubicBezTo>
                <a:cubicBezTo>
                  <a:pt x="27360" y="96491"/>
                  <a:pt x="29967" y="98016"/>
                  <a:pt x="31358" y="100479"/>
                </a:cubicBezTo>
                <a:cubicBezTo>
                  <a:pt x="32808" y="102990"/>
                  <a:pt x="32808" y="106084"/>
                  <a:pt x="31358" y="108595"/>
                </a:cubicBezTo>
                <a:close/>
                <a:moveTo>
                  <a:pt x="181047" y="173778"/>
                </a:moveTo>
                <a:cubicBezTo>
                  <a:pt x="185520" y="174063"/>
                  <a:pt x="188915" y="177920"/>
                  <a:pt x="188630" y="182393"/>
                </a:cubicBezTo>
                <a:cubicBezTo>
                  <a:pt x="188345" y="186866"/>
                  <a:pt x="184488" y="190261"/>
                  <a:pt x="180015" y="189976"/>
                </a:cubicBezTo>
                <a:cubicBezTo>
                  <a:pt x="175698" y="189701"/>
                  <a:pt x="172356" y="186089"/>
                  <a:pt x="172416" y="181764"/>
                </a:cubicBezTo>
                <a:cubicBezTo>
                  <a:pt x="172625" y="177190"/>
                  <a:pt x="176470" y="173632"/>
                  <a:pt x="181047" y="173778"/>
                </a:cubicBezTo>
                <a:close/>
              </a:path>
            </a:pathLst>
          </a:custGeom>
          <a:solidFill>
            <a:schemeClr val="tx1"/>
          </a:solidFill>
          <a:ln w="251" cap="flat">
            <a:noFill/>
            <a:prstDash val="solid"/>
            <a:miter/>
          </a:ln>
        </p:spPr>
        <p:txBody>
          <a:bodyPr rtlCol="0" anchor="ctr"/>
          <a:lstStyle/>
          <a:p>
            <a:endParaRPr lang="zh-CN" altLang="en-US"/>
          </a:p>
        </p:txBody>
      </p:sp>
      <p:sp>
        <p:nvSpPr>
          <p:cNvPr id="78" name="任意多边形: 形状 77">
            <a:extLst>
              <a:ext uri="{FF2B5EF4-FFF2-40B4-BE49-F238E27FC236}">
                <a16:creationId xmlns:a16="http://schemas.microsoft.com/office/drawing/2014/main" id="{D5525E19-F95B-0C6F-0E74-EECE8E0E6856}"/>
              </a:ext>
            </a:extLst>
          </p:cNvPr>
          <p:cNvSpPr/>
          <p:nvPr/>
        </p:nvSpPr>
        <p:spPr>
          <a:xfrm>
            <a:off x="8981094" y="3144972"/>
            <a:ext cx="211083" cy="210996"/>
          </a:xfrm>
          <a:custGeom>
            <a:avLst/>
            <a:gdLst>
              <a:gd name="connsiteX0" fmla="*/ 10204 w 162260"/>
              <a:gd name="connsiteY0" fmla="*/ 101370 h 162193"/>
              <a:gd name="connsiteX1" fmla="*/ 20341 w 162260"/>
              <a:gd name="connsiteY1" fmla="*/ 111507 h 162193"/>
              <a:gd name="connsiteX2" fmla="*/ 20341 w 162260"/>
              <a:gd name="connsiteY2" fmla="*/ 152056 h 162193"/>
              <a:gd name="connsiteX3" fmla="*/ 10204 w 162260"/>
              <a:gd name="connsiteY3" fmla="*/ 162193 h 162193"/>
              <a:gd name="connsiteX4" fmla="*/ 67 w 162260"/>
              <a:gd name="connsiteY4" fmla="*/ 152056 h 162193"/>
              <a:gd name="connsiteX5" fmla="*/ 67 w 162260"/>
              <a:gd name="connsiteY5" fmla="*/ 111507 h 162193"/>
              <a:gd name="connsiteX6" fmla="*/ 10204 w 162260"/>
              <a:gd name="connsiteY6" fmla="*/ 101370 h 162193"/>
              <a:gd name="connsiteX7" fmla="*/ 104985 w 162260"/>
              <a:gd name="connsiteY7" fmla="*/ 86165 h 162193"/>
              <a:gd name="connsiteX8" fmla="*/ 115122 w 162260"/>
              <a:gd name="connsiteY8" fmla="*/ 96302 h 162193"/>
              <a:gd name="connsiteX9" fmla="*/ 115122 w 162260"/>
              <a:gd name="connsiteY9" fmla="*/ 152056 h 162193"/>
              <a:gd name="connsiteX10" fmla="*/ 104985 w 162260"/>
              <a:gd name="connsiteY10" fmla="*/ 162193 h 162193"/>
              <a:gd name="connsiteX11" fmla="*/ 94848 w 162260"/>
              <a:gd name="connsiteY11" fmla="*/ 152056 h 162193"/>
              <a:gd name="connsiteX12" fmla="*/ 94848 w 162260"/>
              <a:gd name="connsiteY12" fmla="*/ 96302 h 162193"/>
              <a:gd name="connsiteX13" fmla="*/ 104985 w 162260"/>
              <a:gd name="connsiteY13" fmla="*/ 86165 h 162193"/>
              <a:gd name="connsiteX14" fmla="*/ 152123 w 162260"/>
              <a:gd name="connsiteY14" fmla="*/ 70959 h 162193"/>
              <a:gd name="connsiteX15" fmla="*/ 162260 w 162260"/>
              <a:gd name="connsiteY15" fmla="*/ 81096 h 162193"/>
              <a:gd name="connsiteX16" fmla="*/ 162260 w 162260"/>
              <a:gd name="connsiteY16" fmla="*/ 152056 h 162193"/>
              <a:gd name="connsiteX17" fmla="*/ 152123 w 162260"/>
              <a:gd name="connsiteY17" fmla="*/ 162193 h 162193"/>
              <a:gd name="connsiteX18" fmla="*/ 141986 w 162260"/>
              <a:gd name="connsiteY18" fmla="*/ 152056 h 162193"/>
              <a:gd name="connsiteX19" fmla="*/ 141986 w 162260"/>
              <a:gd name="connsiteY19" fmla="*/ 81096 h 162193"/>
              <a:gd name="connsiteX20" fmla="*/ 152123 w 162260"/>
              <a:gd name="connsiteY20" fmla="*/ 70959 h 162193"/>
              <a:gd name="connsiteX21" fmla="*/ 57341 w 162260"/>
              <a:gd name="connsiteY21" fmla="*/ 65890 h 162193"/>
              <a:gd name="connsiteX22" fmla="*/ 67478 w 162260"/>
              <a:gd name="connsiteY22" fmla="*/ 76028 h 162193"/>
              <a:gd name="connsiteX23" fmla="*/ 67478 w 162260"/>
              <a:gd name="connsiteY23" fmla="*/ 152056 h 162193"/>
              <a:gd name="connsiteX24" fmla="*/ 57341 w 162260"/>
              <a:gd name="connsiteY24" fmla="*/ 162193 h 162193"/>
              <a:gd name="connsiteX25" fmla="*/ 47204 w 162260"/>
              <a:gd name="connsiteY25" fmla="*/ 152056 h 162193"/>
              <a:gd name="connsiteX26" fmla="*/ 47204 w 162260"/>
              <a:gd name="connsiteY26" fmla="*/ 76028 h 162193"/>
              <a:gd name="connsiteX27" fmla="*/ 57341 w 162260"/>
              <a:gd name="connsiteY27" fmla="*/ 65890 h 162193"/>
              <a:gd name="connsiteX28" fmla="*/ 121712 w 162260"/>
              <a:gd name="connsiteY28" fmla="*/ 0 h 162193"/>
              <a:gd name="connsiteX29" fmla="*/ 152123 w 162260"/>
              <a:gd name="connsiteY29" fmla="*/ 0 h 162193"/>
              <a:gd name="connsiteX30" fmla="*/ 155164 w 162260"/>
              <a:gd name="connsiteY30" fmla="*/ 3041 h 162193"/>
              <a:gd name="connsiteX31" fmla="*/ 159219 w 162260"/>
              <a:gd name="connsiteY31" fmla="*/ 3041 h 162193"/>
              <a:gd name="connsiteX32" fmla="*/ 159219 w 162260"/>
              <a:gd name="connsiteY32" fmla="*/ 7096 h 162193"/>
              <a:gd name="connsiteX33" fmla="*/ 162260 w 162260"/>
              <a:gd name="connsiteY33" fmla="*/ 10137 h 162193"/>
              <a:gd name="connsiteX34" fmla="*/ 162260 w 162260"/>
              <a:gd name="connsiteY34" fmla="*/ 40548 h 162193"/>
              <a:gd name="connsiteX35" fmla="*/ 152123 w 162260"/>
              <a:gd name="connsiteY35" fmla="*/ 50685 h 162193"/>
              <a:gd name="connsiteX36" fmla="*/ 141986 w 162260"/>
              <a:gd name="connsiteY36" fmla="*/ 40548 h 162193"/>
              <a:gd name="connsiteX37" fmla="*/ 141986 w 162260"/>
              <a:gd name="connsiteY37" fmla="*/ 34466 h 162193"/>
              <a:gd name="connsiteX38" fmla="*/ 114109 w 162260"/>
              <a:gd name="connsiteY38" fmla="*/ 62343 h 162193"/>
              <a:gd name="connsiteX39" fmla="*/ 113602 w 162260"/>
              <a:gd name="connsiteY39" fmla="*/ 62850 h 162193"/>
              <a:gd name="connsiteX40" fmla="*/ 106506 w 162260"/>
              <a:gd name="connsiteY40" fmla="*/ 65891 h 162193"/>
              <a:gd name="connsiteX41" fmla="*/ 99917 w 162260"/>
              <a:gd name="connsiteY41" fmla="*/ 63357 h 162193"/>
              <a:gd name="connsiteX42" fmla="*/ 65799 w 162260"/>
              <a:gd name="connsiteY42" fmla="*/ 33504 h 162193"/>
              <a:gd name="connsiteX43" fmla="*/ 16793 w 162260"/>
              <a:gd name="connsiteY43" fmla="*/ 78055 h 162193"/>
              <a:gd name="connsiteX44" fmla="*/ 10204 w 162260"/>
              <a:gd name="connsiteY44" fmla="*/ 81096 h 162193"/>
              <a:gd name="connsiteX45" fmla="*/ 2601 w 162260"/>
              <a:gd name="connsiteY45" fmla="*/ 77548 h 162193"/>
              <a:gd name="connsiteX46" fmla="*/ 3108 w 162260"/>
              <a:gd name="connsiteY46" fmla="*/ 63356 h 162193"/>
              <a:gd name="connsiteX47" fmla="*/ 58862 w 162260"/>
              <a:gd name="connsiteY47" fmla="*/ 12671 h 162193"/>
              <a:gd name="connsiteX48" fmla="*/ 67992 w 162260"/>
              <a:gd name="connsiteY48" fmla="*/ 12997 h 162193"/>
              <a:gd name="connsiteX49" fmla="*/ 72547 w 162260"/>
              <a:gd name="connsiteY49" fmla="*/ 12672 h 162193"/>
              <a:gd name="connsiteX50" fmla="*/ 106067 w 162260"/>
              <a:gd name="connsiteY50" fmla="*/ 42001 h 162193"/>
              <a:gd name="connsiteX51" fmla="*/ 127794 w 162260"/>
              <a:gd name="connsiteY51" fmla="*/ 20274 h 162193"/>
              <a:gd name="connsiteX52" fmla="*/ 121712 w 162260"/>
              <a:gd name="connsiteY52" fmla="*/ 20274 h 162193"/>
              <a:gd name="connsiteX53" fmla="*/ 111575 w 162260"/>
              <a:gd name="connsiteY53" fmla="*/ 10137 h 162193"/>
              <a:gd name="connsiteX54" fmla="*/ 121712 w 162260"/>
              <a:gd name="connsiteY54" fmla="*/ 0 h 162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62260" h="162193">
                <a:moveTo>
                  <a:pt x="10204" y="101370"/>
                </a:moveTo>
                <a:cubicBezTo>
                  <a:pt x="15779" y="101370"/>
                  <a:pt x="20341" y="105932"/>
                  <a:pt x="20341" y="111507"/>
                </a:cubicBezTo>
                <a:lnTo>
                  <a:pt x="20341" y="152056"/>
                </a:lnTo>
                <a:cubicBezTo>
                  <a:pt x="20341" y="157631"/>
                  <a:pt x="15779" y="162193"/>
                  <a:pt x="10204" y="162193"/>
                </a:cubicBezTo>
                <a:cubicBezTo>
                  <a:pt x="4628" y="162193"/>
                  <a:pt x="67" y="157631"/>
                  <a:pt x="67" y="152056"/>
                </a:cubicBezTo>
                <a:lnTo>
                  <a:pt x="67" y="111507"/>
                </a:lnTo>
                <a:cubicBezTo>
                  <a:pt x="67" y="105932"/>
                  <a:pt x="4628" y="101370"/>
                  <a:pt x="10204" y="101370"/>
                </a:cubicBezTo>
                <a:close/>
                <a:moveTo>
                  <a:pt x="104985" y="86165"/>
                </a:moveTo>
                <a:cubicBezTo>
                  <a:pt x="110561" y="86165"/>
                  <a:pt x="115122" y="90726"/>
                  <a:pt x="115122" y="96302"/>
                </a:cubicBezTo>
                <a:lnTo>
                  <a:pt x="115122" y="152056"/>
                </a:lnTo>
                <a:cubicBezTo>
                  <a:pt x="115122" y="157631"/>
                  <a:pt x="110561" y="162193"/>
                  <a:pt x="104985" y="162193"/>
                </a:cubicBezTo>
                <a:cubicBezTo>
                  <a:pt x="99410" y="162193"/>
                  <a:pt x="94848" y="157631"/>
                  <a:pt x="94848" y="152056"/>
                </a:cubicBezTo>
                <a:lnTo>
                  <a:pt x="94848" y="96302"/>
                </a:lnTo>
                <a:cubicBezTo>
                  <a:pt x="94848" y="90726"/>
                  <a:pt x="99410" y="86165"/>
                  <a:pt x="104985" y="86165"/>
                </a:cubicBezTo>
                <a:close/>
                <a:moveTo>
                  <a:pt x="152123" y="70959"/>
                </a:moveTo>
                <a:cubicBezTo>
                  <a:pt x="157698" y="70959"/>
                  <a:pt x="162260" y="75521"/>
                  <a:pt x="162260" y="81096"/>
                </a:cubicBezTo>
                <a:lnTo>
                  <a:pt x="162260" y="152056"/>
                </a:lnTo>
                <a:cubicBezTo>
                  <a:pt x="162260" y="157631"/>
                  <a:pt x="157698" y="162193"/>
                  <a:pt x="152123" y="162193"/>
                </a:cubicBezTo>
                <a:cubicBezTo>
                  <a:pt x="146547" y="162193"/>
                  <a:pt x="141986" y="157631"/>
                  <a:pt x="141986" y="152056"/>
                </a:cubicBezTo>
                <a:lnTo>
                  <a:pt x="141986" y="81096"/>
                </a:lnTo>
                <a:cubicBezTo>
                  <a:pt x="141986" y="75521"/>
                  <a:pt x="146547" y="70959"/>
                  <a:pt x="152123" y="70959"/>
                </a:cubicBezTo>
                <a:close/>
                <a:moveTo>
                  <a:pt x="57341" y="65890"/>
                </a:moveTo>
                <a:cubicBezTo>
                  <a:pt x="62916" y="65890"/>
                  <a:pt x="67478" y="70452"/>
                  <a:pt x="67478" y="76028"/>
                </a:cubicBezTo>
                <a:lnTo>
                  <a:pt x="67478" y="152056"/>
                </a:lnTo>
                <a:cubicBezTo>
                  <a:pt x="67478" y="157631"/>
                  <a:pt x="62916" y="162193"/>
                  <a:pt x="57341" y="162193"/>
                </a:cubicBezTo>
                <a:cubicBezTo>
                  <a:pt x="51766" y="162193"/>
                  <a:pt x="47204" y="157631"/>
                  <a:pt x="47204" y="152056"/>
                </a:cubicBezTo>
                <a:lnTo>
                  <a:pt x="47204" y="76028"/>
                </a:lnTo>
                <a:cubicBezTo>
                  <a:pt x="47204" y="70452"/>
                  <a:pt x="51766" y="65890"/>
                  <a:pt x="57341" y="65890"/>
                </a:cubicBezTo>
                <a:close/>
                <a:moveTo>
                  <a:pt x="121712" y="0"/>
                </a:moveTo>
                <a:lnTo>
                  <a:pt x="152123" y="0"/>
                </a:lnTo>
                <a:lnTo>
                  <a:pt x="155164" y="3041"/>
                </a:lnTo>
                <a:lnTo>
                  <a:pt x="159219" y="3041"/>
                </a:lnTo>
                <a:lnTo>
                  <a:pt x="159219" y="7096"/>
                </a:lnTo>
                <a:lnTo>
                  <a:pt x="162260" y="10137"/>
                </a:lnTo>
                <a:lnTo>
                  <a:pt x="162260" y="40548"/>
                </a:lnTo>
                <a:cubicBezTo>
                  <a:pt x="162260" y="46124"/>
                  <a:pt x="157698" y="50685"/>
                  <a:pt x="152123" y="50685"/>
                </a:cubicBezTo>
                <a:cubicBezTo>
                  <a:pt x="146548" y="50685"/>
                  <a:pt x="141986" y="46124"/>
                  <a:pt x="141986" y="40548"/>
                </a:cubicBezTo>
                <a:lnTo>
                  <a:pt x="141986" y="34466"/>
                </a:lnTo>
                <a:lnTo>
                  <a:pt x="114109" y="62343"/>
                </a:lnTo>
                <a:lnTo>
                  <a:pt x="113602" y="62850"/>
                </a:lnTo>
                <a:cubicBezTo>
                  <a:pt x="111575" y="64877"/>
                  <a:pt x="109040" y="65891"/>
                  <a:pt x="106506" y="65891"/>
                </a:cubicBezTo>
                <a:cubicBezTo>
                  <a:pt x="103972" y="65891"/>
                  <a:pt x="101944" y="64878"/>
                  <a:pt x="99917" y="63357"/>
                </a:cubicBezTo>
                <a:lnTo>
                  <a:pt x="65799" y="33504"/>
                </a:lnTo>
                <a:lnTo>
                  <a:pt x="16793" y="78055"/>
                </a:lnTo>
                <a:cubicBezTo>
                  <a:pt x="15272" y="80082"/>
                  <a:pt x="12738" y="81096"/>
                  <a:pt x="10204" y="81096"/>
                </a:cubicBezTo>
                <a:cubicBezTo>
                  <a:pt x="7669" y="81096"/>
                  <a:pt x="4628" y="80082"/>
                  <a:pt x="2601" y="77548"/>
                </a:cubicBezTo>
                <a:cubicBezTo>
                  <a:pt x="-947" y="73493"/>
                  <a:pt x="-947" y="66904"/>
                  <a:pt x="3108" y="63356"/>
                </a:cubicBezTo>
                <a:lnTo>
                  <a:pt x="58862" y="12671"/>
                </a:lnTo>
                <a:lnTo>
                  <a:pt x="67992" y="12997"/>
                </a:lnTo>
                <a:lnTo>
                  <a:pt x="72547" y="12672"/>
                </a:lnTo>
                <a:lnTo>
                  <a:pt x="106067" y="42001"/>
                </a:lnTo>
                <a:lnTo>
                  <a:pt x="127794" y="20274"/>
                </a:lnTo>
                <a:lnTo>
                  <a:pt x="121712" y="20274"/>
                </a:lnTo>
                <a:cubicBezTo>
                  <a:pt x="116137" y="20274"/>
                  <a:pt x="111575" y="15712"/>
                  <a:pt x="111575" y="10137"/>
                </a:cubicBezTo>
                <a:cubicBezTo>
                  <a:pt x="111575" y="4562"/>
                  <a:pt x="116137" y="0"/>
                  <a:pt x="121712" y="0"/>
                </a:cubicBezTo>
                <a:close/>
              </a:path>
            </a:pathLst>
          </a:custGeom>
          <a:solidFill>
            <a:schemeClr val="tx1"/>
          </a:solidFill>
          <a:ln w="233" cap="flat">
            <a:noFill/>
            <a:prstDash val="solid"/>
            <a:miter/>
          </a:ln>
        </p:spPr>
        <p:txBody>
          <a:bodyPr rtlCol="0" anchor="ctr"/>
          <a:lstStyle/>
          <a:p>
            <a:endParaRPr lang="zh-CN" altLang="en-US"/>
          </a:p>
        </p:txBody>
      </p:sp>
      <p:sp>
        <p:nvSpPr>
          <p:cNvPr id="48" name="文本框 47">
            <a:extLst>
              <a:ext uri="{FF2B5EF4-FFF2-40B4-BE49-F238E27FC236}">
                <a16:creationId xmlns:a16="http://schemas.microsoft.com/office/drawing/2014/main" id="{90539735-08DC-95F5-90FA-C69EEA31A583}"/>
              </a:ext>
            </a:extLst>
          </p:cNvPr>
          <p:cNvSpPr txBox="1"/>
          <p:nvPr/>
        </p:nvSpPr>
        <p:spPr>
          <a:xfrm>
            <a:off x="4682446" y="2494838"/>
            <a:ext cx="1298900" cy="276999"/>
          </a:xfrm>
          <a:prstGeom prst="rect">
            <a:avLst/>
          </a:prstGeom>
          <a:noFill/>
        </p:spPr>
        <p:txBody>
          <a:bodyPr wrap="square" rtlCol="0">
            <a:spAutoFit/>
          </a:bodyPr>
          <a:lstStyle/>
          <a:p>
            <a:pPr algn="ctr"/>
            <a:r>
              <a:rPr lang="zh-CN" altLang="en-US" sz="1200" dirty="0">
                <a:solidFill>
                  <a:schemeClr val="bg1"/>
                </a:solidFill>
                <a:latin typeface="+mj-ea"/>
                <a:ea typeface="+mj-ea"/>
              </a:rPr>
              <a:t>模型评估</a:t>
            </a:r>
          </a:p>
        </p:txBody>
      </p:sp>
      <p:sp>
        <p:nvSpPr>
          <p:cNvPr id="49" name="文本框 48">
            <a:extLst>
              <a:ext uri="{FF2B5EF4-FFF2-40B4-BE49-F238E27FC236}">
                <a16:creationId xmlns:a16="http://schemas.microsoft.com/office/drawing/2014/main" id="{200BADBC-EF05-F74B-9987-72E2BF748F84}"/>
              </a:ext>
            </a:extLst>
          </p:cNvPr>
          <p:cNvSpPr txBox="1"/>
          <p:nvPr/>
        </p:nvSpPr>
        <p:spPr>
          <a:xfrm>
            <a:off x="6101763" y="2494838"/>
            <a:ext cx="1234668" cy="276999"/>
          </a:xfrm>
          <a:prstGeom prst="rect">
            <a:avLst/>
          </a:prstGeom>
          <a:noFill/>
        </p:spPr>
        <p:txBody>
          <a:bodyPr wrap="square" rtlCol="0">
            <a:spAutoFit/>
          </a:bodyPr>
          <a:lstStyle/>
          <a:p>
            <a:pPr algn="ctr"/>
            <a:r>
              <a:rPr lang="zh-CN" altLang="en-US" sz="1200" dirty="0">
                <a:solidFill>
                  <a:schemeClr val="bg1"/>
                </a:solidFill>
                <a:latin typeface="+mj-ea"/>
                <a:ea typeface="+mj-ea"/>
              </a:rPr>
              <a:t>智能决策</a:t>
            </a:r>
          </a:p>
        </p:txBody>
      </p:sp>
    </p:spTree>
    <p:extLst>
      <p:ext uri="{BB962C8B-B14F-4D97-AF65-F5344CB8AC3E}">
        <p14:creationId xmlns:p14="http://schemas.microsoft.com/office/powerpoint/2010/main" val="4244452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C61A0A1-6440-CD09-A09F-6164600C9F63}"/>
              </a:ext>
            </a:extLst>
          </p:cNvPr>
          <p:cNvSpPr txBox="1">
            <a:spLocks/>
          </p:cNvSpPr>
          <p:nvPr/>
        </p:nvSpPr>
        <p:spPr>
          <a:xfrm>
            <a:off x="975758" y="2403124"/>
            <a:ext cx="1559814" cy="340519"/>
          </a:xfrm>
          <a:prstGeom prst="roundRect">
            <a:avLst>
              <a:gd name="adj" fmla="val 50000"/>
            </a:avLst>
          </a:prstGeom>
          <a:solidFill>
            <a:schemeClr val="tx2"/>
          </a:solidFill>
          <a:ln w="12700" cap="flat" cmpd="sng" algn="ctr">
            <a:noFill/>
            <a:prstDash val="solid"/>
            <a:miter lim="800000"/>
          </a:ln>
          <a:effectLst>
            <a:outerShdw blurRad="88900" dist="38100" dir="5400000" algn="t" rotWithShape="0">
              <a:schemeClr val="accent2">
                <a:alpha val="22000"/>
              </a:schemeClr>
            </a:outerShdw>
          </a:effectLst>
        </p:spPr>
        <p:txBody>
          <a:bodyPr lIns="0" rIns="0" rtlCol="0" anchor="ctr"/>
          <a:lstStyle>
            <a:defPPr>
              <a:defRPr lang="en-US"/>
            </a:defPPr>
            <a:lvl1pPr algn="ctr" defTabSz="889000">
              <a:spcBef>
                <a:spcPct val="0"/>
              </a:spcBef>
              <a:defRPr sz="1200" b="1">
                <a:solidFill>
                  <a:schemeClr val="accent1"/>
                </a:solidFill>
                <a:latin typeface="+mn-ea"/>
              </a:defRPr>
            </a:lvl1pPr>
          </a:lstStyle>
          <a:p>
            <a:endParaRPr lang="zh-CN" altLang="en-US" dirty="0"/>
          </a:p>
        </p:txBody>
      </p:sp>
      <p:sp>
        <p:nvSpPr>
          <p:cNvPr id="3" name="文本框 2">
            <a:extLst>
              <a:ext uri="{FF2B5EF4-FFF2-40B4-BE49-F238E27FC236}">
                <a16:creationId xmlns:a16="http://schemas.microsoft.com/office/drawing/2014/main" id="{545C29F3-F129-CAFA-C40C-60291A5F15C6}"/>
              </a:ext>
            </a:extLst>
          </p:cNvPr>
          <p:cNvSpPr txBox="1">
            <a:spLocks/>
          </p:cNvSpPr>
          <p:nvPr/>
        </p:nvSpPr>
        <p:spPr>
          <a:xfrm>
            <a:off x="975758" y="2921516"/>
            <a:ext cx="1559814" cy="340519"/>
          </a:xfrm>
          <a:prstGeom prst="roundRect">
            <a:avLst>
              <a:gd name="adj" fmla="val 50000"/>
            </a:avLst>
          </a:prstGeom>
          <a:solidFill>
            <a:schemeClr val="tx2"/>
          </a:solidFill>
          <a:ln w="12700" cap="flat" cmpd="sng" algn="ctr">
            <a:noFill/>
            <a:prstDash val="solid"/>
            <a:miter lim="800000"/>
          </a:ln>
          <a:effectLst>
            <a:outerShdw blurRad="88900" dist="38100" dir="5400000" algn="t" rotWithShape="0">
              <a:schemeClr val="accent2">
                <a:alpha val="22000"/>
              </a:schemeClr>
            </a:outerShdw>
          </a:effectLst>
        </p:spPr>
        <p:txBody>
          <a:bodyPr lIns="0" rIns="0" rtlCol="0" anchor="ctr"/>
          <a:lstStyle>
            <a:defPPr>
              <a:defRPr lang="en-US"/>
            </a:defPPr>
            <a:lvl1pPr algn="ctr" defTabSz="889000">
              <a:spcBef>
                <a:spcPct val="0"/>
              </a:spcBef>
              <a:defRPr sz="1200" b="1">
                <a:solidFill>
                  <a:schemeClr val="accent1"/>
                </a:solidFill>
                <a:latin typeface="+mn-ea"/>
              </a:defRPr>
            </a:lvl1pPr>
          </a:lstStyle>
          <a:p>
            <a:endParaRPr lang="zh-CN" altLang="en-US" dirty="0"/>
          </a:p>
        </p:txBody>
      </p:sp>
      <p:sp>
        <p:nvSpPr>
          <p:cNvPr id="4" name="文本框 3">
            <a:extLst>
              <a:ext uri="{FF2B5EF4-FFF2-40B4-BE49-F238E27FC236}">
                <a16:creationId xmlns:a16="http://schemas.microsoft.com/office/drawing/2014/main" id="{AF81C93E-4ED6-FF5D-9A79-5AFB887AD6D1}"/>
              </a:ext>
            </a:extLst>
          </p:cNvPr>
          <p:cNvSpPr txBox="1">
            <a:spLocks/>
          </p:cNvSpPr>
          <p:nvPr/>
        </p:nvSpPr>
        <p:spPr>
          <a:xfrm>
            <a:off x="975758" y="3447126"/>
            <a:ext cx="1559814" cy="340519"/>
          </a:xfrm>
          <a:prstGeom prst="roundRect">
            <a:avLst>
              <a:gd name="adj" fmla="val 50000"/>
            </a:avLst>
          </a:prstGeom>
          <a:solidFill>
            <a:schemeClr val="tx2"/>
          </a:solidFill>
          <a:ln w="12700" cap="flat" cmpd="sng" algn="ctr">
            <a:noFill/>
            <a:prstDash val="solid"/>
            <a:miter lim="800000"/>
          </a:ln>
          <a:effectLst>
            <a:outerShdw blurRad="88900" dist="38100" dir="5400000" algn="t" rotWithShape="0">
              <a:schemeClr val="accent2">
                <a:alpha val="22000"/>
              </a:schemeClr>
            </a:outerShdw>
          </a:effectLst>
        </p:spPr>
        <p:txBody>
          <a:bodyPr lIns="0" rIns="0" rtlCol="0" anchor="ctr"/>
          <a:lstStyle>
            <a:defPPr>
              <a:defRPr lang="en-US"/>
            </a:defPPr>
            <a:lvl1pPr algn="ctr" defTabSz="889000">
              <a:spcBef>
                <a:spcPct val="0"/>
              </a:spcBef>
              <a:defRPr sz="1200" b="1">
                <a:solidFill>
                  <a:schemeClr val="accent1"/>
                </a:solidFill>
                <a:latin typeface="+mn-ea"/>
              </a:defRPr>
            </a:lvl1pPr>
          </a:lstStyle>
          <a:p>
            <a:endParaRPr lang="zh-CN" altLang="en-US" dirty="0"/>
          </a:p>
        </p:txBody>
      </p:sp>
      <p:sp>
        <p:nvSpPr>
          <p:cNvPr id="5" name="任意多边形: 形状 4">
            <a:extLst>
              <a:ext uri="{FF2B5EF4-FFF2-40B4-BE49-F238E27FC236}">
                <a16:creationId xmlns:a16="http://schemas.microsoft.com/office/drawing/2014/main" id="{8F60D633-1A70-98F9-5F04-24606B929940}"/>
              </a:ext>
            </a:extLst>
          </p:cNvPr>
          <p:cNvSpPr/>
          <p:nvPr/>
        </p:nvSpPr>
        <p:spPr>
          <a:xfrm>
            <a:off x="4788958" y="894080"/>
            <a:ext cx="2614083" cy="4068031"/>
          </a:xfrm>
          <a:custGeom>
            <a:avLst/>
            <a:gdLst>
              <a:gd name="connsiteX0" fmla="*/ 1307042 w 2614083"/>
              <a:gd name="connsiteY0" fmla="*/ 0 h 3922171"/>
              <a:gd name="connsiteX1" fmla="*/ 1969559 w 2614083"/>
              <a:gd name="connsiteY1" fmla="*/ 468100 h 3922171"/>
              <a:gd name="connsiteX2" fmla="*/ 1695296 w 2614083"/>
              <a:gd name="connsiteY2" fmla="*/ 468100 h 3922171"/>
              <a:gd name="connsiteX3" fmla="*/ 1705565 w 2614083"/>
              <a:gd name="connsiteY3" fmla="*/ 555789 h 3922171"/>
              <a:gd name="connsiteX4" fmla="*/ 2614083 w 2614083"/>
              <a:gd name="connsiteY4" fmla="*/ 3853453 h 3922171"/>
              <a:gd name="connsiteX5" fmla="*/ 2614083 w 2614083"/>
              <a:gd name="connsiteY5" fmla="*/ 3922171 h 3922171"/>
              <a:gd name="connsiteX6" fmla="*/ 1307041 w 2614083"/>
              <a:gd name="connsiteY6" fmla="*/ 3909982 h 3922171"/>
              <a:gd name="connsiteX7" fmla="*/ 0 w 2614083"/>
              <a:gd name="connsiteY7" fmla="*/ 3922171 h 3922171"/>
              <a:gd name="connsiteX8" fmla="*/ 0 w 2614083"/>
              <a:gd name="connsiteY8" fmla="*/ 3853453 h 3922171"/>
              <a:gd name="connsiteX9" fmla="*/ 907859 w 2614083"/>
              <a:gd name="connsiteY9" fmla="*/ 555789 h 3922171"/>
              <a:gd name="connsiteX10" fmla="*/ 918129 w 2614083"/>
              <a:gd name="connsiteY10" fmla="*/ 468100 h 3922171"/>
              <a:gd name="connsiteX11" fmla="*/ 644525 w 2614083"/>
              <a:gd name="connsiteY11" fmla="*/ 468100 h 392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14083" h="3922171">
                <a:moveTo>
                  <a:pt x="1307042" y="0"/>
                </a:moveTo>
                <a:lnTo>
                  <a:pt x="1969559" y="468100"/>
                </a:lnTo>
                <a:lnTo>
                  <a:pt x="1695296" y="468100"/>
                </a:lnTo>
                <a:lnTo>
                  <a:pt x="1705565" y="555789"/>
                </a:lnTo>
                <a:cubicBezTo>
                  <a:pt x="1928458" y="2186312"/>
                  <a:pt x="2540552" y="3760154"/>
                  <a:pt x="2614083" y="3853453"/>
                </a:cubicBezTo>
                <a:lnTo>
                  <a:pt x="2614083" y="3922171"/>
                </a:lnTo>
                <a:lnTo>
                  <a:pt x="1307041" y="3909982"/>
                </a:lnTo>
                <a:lnTo>
                  <a:pt x="0" y="3922171"/>
                </a:lnTo>
                <a:lnTo>
                  <a:pt x="0" y="3853453"/>
                </a:lnTo>
                <a:cubicBezTo>
                  <a:pt x="72897" y="3760154"/>
                  <a:pt x="684957" y="2186312"/>
                  <a:pt x="907859" y="555789"/>
                </a:cubicBezTo>
                <a:lnTo>
                  <a:pt x="918129" y="468100"/>
                </a:lnTo>
                <a:lnTo>
                  <a:pt x="644525" y="468100"/>
                </a:lnTo>
                <a:close/>
              </a:path>
            </a:pathLst>
          </a:custGeom>
          <a:gradFill>
            <a:gsLst>
              <a:gs pos="0">
                <a:schemeClr val="accent1">
                  <a:alpha val="29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6" name="组合 5">
            <a:extLst>
              <a:ext uri="{FF2B5EF4-FFF2-40B4-BE49-F238E27FC236}">
                <a16:creationId xmlns:a16="http://schemas.microsoft.com/office/drawing/2014/main" id="{F17AE575-ECA1-09A4-EC54-E05648FD4B19}"/>
              </a:ext>
            </a:extLst>
          </p:cNvPr>
          <p:cNvGrpSpPr/>
          <p:nvPr/>
        </p:nvGrpSpPr>
        <p:grpSpPr>
          <a:xfrm>
            <a:off x="2785004" y="1788071"/>
            <a:ext cx="6621991" cy="2521163"/>
            <a:chOff x="2772833" y="1788071"/>
            <a:chExt cx="6621991" cy="2521163"/>
          </a:xfrm>
        </p:grpSpPr>
        <p:sp>
          <p:nvSpPr>
            <p:cNvPr id="7" name="任意多边形: 形状 6">
              <a:extLst>
                <a:ext uri="{FF2B5EF4-FFF2-40B4-BE49-F238E27FC236}">
                  <a16:creationId xmlns:a16="http://schemas.microsoft.com/office/drawing/2014/main" id="{76482953-0052-550D-BFBF-2DAB2CA8695A}"/>
                </a:ext>
              </a:extLst>
            </p:cNvPr>
            <p:cNvSpPr/>
            <p:nvPr/>
          </p:nvSpPr>
          <p:spPr>
            <a:xfrm>
              <a:off x="2772833" y="2120561"/>
              <a:ext cx="6608233" cy="1824904"/>
            </a:xfrm>
            <a:custGeom>
              <a:avLst/>
              <a:gdLst>
                <a:gd name="connsiteX0" fmla="*/ 0 w 6608233"/>
                <a:gd name="connsiteY0" fmla="*/ 0 h 1824904"/>
                <a:gd name="connsiteX1" fmla="*/ 11483 w 6608233"/>
                <a:gd name="connsiteY1" fmla="*/ 0 h 1824904"/>
                <a:gd name="connsiteX2" fmla="*/ 4300 w 6608233"/>
                <a:gd name="connsiteY2" fmla="*/ 10332 h 1824904"/>
                <a:gd name="connsiteX3" fmla="*/ 1 w 6608233"/>
                <a:gd name="connsiteY3" fmla="*/ 28931 h 1824904"/>
                <a:gd name="connsiteX4" fmla="*/ 3304118 w 6608233"/>
                <a:gd name="connsiteY4" fmla="*/ 390353 h 1824904"/>
                <a:gd name="connsiteX5" fmla="*/ 6603936 w 6608233"/>
                <a:gd name="connsiteY5" fmla="*/ 47530 h 1824904"/>
                <a:gd name="connsiteX6" fmla="*/ 6608233 w 6608233"/>
                <a:gd name="connsiteY6" fmla="*/ 28940 h 1824904"/>
                <a:gd name="connsiteX7" fmla="*/ 6608233 w 6608233"/>
                <a:gd name="connsiteY7" fmla="*/ 1824904 h 1824904"/>
                <a:gd name="connsiteX8" fmla="*/ 6607693 w 6608233"/>
                <a:gd name="connsiteY8" fmla="*/ 1824904 h 1824904"/>
                <a:gd name="connsiteX9" fmla="*/ 6603936 w 6608233"/>
                <a:gd name="connsiteY9" fmla="*/ 1808652 h 1824904"/>
                <a:gd name="connsiteX10" fmla="*/ 3304118 w 6608233"/>
                <a:gd name="connsiteY10" fmla="*/ 1465829 h 1824904"/>
                <a:gd name="connsiteX11" fmla="*/ 4300 w 6608233"/>
                <a:gd name="connsiteY11" fmla="*/ 1808652 h 1824904"/>
                <a:gd name="connsiteX12" fmla="*/ 544 w 6608233"/>
                <a:gd name="connsiteY12" fmla="*/ 1824904 h 1824904"/>
                <a:gd name="connsiteX13" fmla="*/ 0 w 6608233"/>
                <a:gd name="connsiteY13" fmla="*/ 1824904 h 1824904"/>
                <a:gd name="connsiteX14" fmla="*/ 0 w 6608233"/>
                <a:gd name="connsiteY14" fmla="*/ 0 h 1824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08233" h="1824904">
                  <a:moveTo>
                    <a:pt x="0" y="0"/>
                  </a:moveTo>
                  <a:lnTo>
                    <a:pt x="11483" y="0"/>
                  </a:lnTo>
                  <a:lnTo>
                    <a:pt x="4300" y="10332"/>
                  </a:lnTo>
                  <a:cubicBezTo>
                    <a:pt x="1446" y="16492"/>
                    <a:pt x="1" y="22693"/>
                    <a:pt x="1" y="28931"/>
                  </a:cubicBezTo>
                  <a:cubicBezTo>
                    <a:pt x="1" y="228539"/>
                    <a:pt x="1479305" y="390353"/>
                    <a:pt x="3304118" y="390353"/>
                  </a:cubicBezTo>
                  <a:cubicBezTo>
                    <a:pt x="5071906" y="390353"/>
                    <a:pt x="6515441" y="238494"/>
                    <a:pt x="6603936" y="47530"/>
                  </a:cubicBezTo>
                  <a:lnTo>
                    <a:pt x="6608233" y="28940"/>
                  </a:lnTo>
                  <a:lnTo>
                    <a:pt x="6608233" y="1824904"/>
                  </a:lnTo>
                  <a:lnTo>
                    <a:pt x="6607693" y="1824904"/>
                  </a:lnTo>
                  <a:lnTo>
                    <a:pt x="6603936" y="1808652"/>
                  </a:lnTo>
                  <a:cubicBezTo>
                    <a:pt x="6515441" y="1617688"/>
                    <a:pt x="5071906" y="1465829"/>
                    <a:pt x="3304118" y="1465829"/>
                  </a:cubicBezTo>
                  <a:cubicBezTo>
                    <a:pt x="1536331" y="1465829"/>
                    <a:pt x="92795" y="1617688"/>
                    <a:pt x="4300" y="1808652"/>
                  </a:cubicBezTo>
                  <a:lnTo>
                    <a:pt x="544" y="1824904"/>
                  </a:lnTo>
                  <a:lnTo>
                    <a:pt x="0" y="1824904"/>
                  </a:lnTo>
                  <a:lnTo>
                    <a:pt x="0" y="0"/>
                  </a:lnTo>
                  <a:close/>
                </a:path>
              </a:pathLst>
            </a:custGeom>
            <a:gradFill>
              <a:gsLst>
                <a:gs pos="11000">
                  <a:schemeClr val="accent2">
                    <a:alpha val="0"/>
                  </a:schemeClr>
                </a:gs>
                <a:gs pos="44232">
                  <a:schemeClr val="accent2">
                    <a:alpha val="6000"/>
                  </a:schemeClr>
                </a:gs>
                <a:gs pos="78000">
                  <a:schemeClr val="accent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8" name="组合 7">
              <a:extLst>
                <a:ext uri="{FF2B5EF4-FFF2-40B4-BE49-F238E27FC236}">
                  <a16:creationId xmlns:a16="http://schemas.microsoft.com/office/drawing/2014/main" id="{5BA3B52B-B0A1-969E-96A3-758D64792176}"/>
                </a:ext>
              </a:extLst>
            </p:cNvPr>
            <p:cNvGrpSpPr/>
            <p:nvPr/>
          </p:nvGrpSpPr>
          <p:grpSpPr>
            <a:xfrm>
              <a:off x="2772833" y="1898312"/>
              <a:ext cx="931334" cy="2298334"/>
              <a:chOff x="2772833" y="1898312"/>
              <a:chExt cx="931334" cy="2298334"/>
            </a:xfrm>
          </p:grpSpPr>
          <p:sp>
            <p:nvSpPr>
              <p:cNvPr id="15" name="任意多边形: 形状 14">
                <a:extLst>
                  <a:ext uri="{FF2B5EF4-FFF2-40B4-BE49-F238E27FC236}">
                    <a16:creationId xmlns:a16="http://schemas.microsoft.com/office/drawing/2014/main" id="{FE3348B3-B640-42A5-8B71-EB36FFA6F6C4}"/>
                  </a:ext>
                </a:extLst>
              </p:cNvPr>
              <p:cNvSpPr/>
              <p:nvPr/>
            </p:nvSpPr>
            <p:spPr>
              <a:xfrm>
                <a:off x="2772833" y="1898312"/>
                <a:ext cx="931334" cy="2047154"/>
              </a:xfrm>
              <a:custGeom>
                <a:avLst/>
                <a:gdLst>
                  <a:gd name="connsiteX0" fmla="*/ 931334 w 931334"/>
                  <a:gd name="connsiteY0" fmla="*/ 0 h 2047154"/>
                  <a:gd name="connsiteX1" fmla="*/ 931334 w 931334"/>
                  <a:gd name="connsiteY1" fmla="*/ 433162 h 2047154"/>
                  <a:gd name="connsiteX2" fmla="*/ 931334 w 931334"/>
                  <a:gd name="connsiteY2" fmla="*/ 475173 h 2047154"/>
                  <a:gd name="connsiteX3" fmla="*/ 931334 w 931334"/>
                  <a:gd name="connsiteY3" fmla="*/ 502362 h 2047154"/>
                  <a:gd name="connsiteX4" fmla="*/ 931334 w 931334"/>
                  <a:gd name="connsiteY4" fmla="*/ 908335 h 2047154"/>
                  <a:gd name="connsiteX5" fmla="*/ 931334 w 931334"/>
                  <a:gd name="connsiteY5" fmla="*/ 977535 h 2047154"/>
                  <a:gd name="connsiteX6" fmla="*/ 931334 w 931334"/>
                  <a:gd name="connsiteY6" fmla="*/ 1784688 h 2047154"/>
                  <a:gd name="connsiteX7" fmla="*/ 931334 w 931334"/>
                  <a:gd name="connsiteY7" fmla="*/ 1795973 h 2047154"/>
                  <a:gd name="connsiteX8" fmla="*/ 754500 w 931334"/>
                  <a:gd name="connsiteY8" fmla="*/ 1817256 h 2047154"/>
                  <a:gd name="connsiteX9" fmla="*/ 0 w 931334"/>
                  <a:gd name="connsiteY9" fmla="*/ 2047154 h 2047154"/>
                  <a:gd name="connsiteX10" fmla="*/ 0 w 931334"/>
                  <a:gd name="connsiteY10" fmla="*/ 1784688 h 2047154"/>
                  <a:gd name="connsiteX11" fmla="*/ 0 w 931334"/>
                  <a:gd name="connsiteY11" fmla="*/ 726355 h 2047154"/>
                  <a:gd name="connsiteX12" fmla="*/ 0 w 931334"/>
                  <a:gd name="connsiteY12" fmla="*/ 726354 h 2047154"/>
                  <a:gd name="connsiteX13" fmla="*/ 0 w 931334"/>
                  <a:gd name="connsiteY13" fmla="*/ 251182 h 2047154"/>
                  <a:gd name="connsiteX14" fmla="*/ 2 w 931334"/>
                  <a:gd name="connsiteY14" fmla="*/ 251185 h 2047154"/>
                  <a:gd name="connsiteX15" fmla="*/ 0 w 931334"/>
                  <a:gd name="connsiteY15" fmla="*/ 251181 h 2047154"/>
                  <a:gd name="connsiteX16" fmla="*/ 754500 w 931334"/>
                  <a:gd name="connsiteY16" fmla="*/ 21283 h 20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31334" h="2047154">
                    <a:moveTo>
                      <a:pt x="931334" y="0"/>
                    </a:moveTo>
                    <a:lnTo>
                      <a:pt x="931334" y="433162"/>
                    </a:lnTo>
                    <a:lnTo>
                      <a:pt x="931334" y="475173"/>
                    </a:lnTo>
                    <a:lnTo>
                      <a:pt x="931334" y="502362"/>
                    </a:lnTo>
                    <a:lnTo>
                      <a:pt x="931334" y="908335"/>
                    </a:lnTo>
                    <a:lnTo>
                      <a:pt x="931334" y="977535"/>
                    </a:lnTo>
                    <a:lnTo>
                      <a:pt x="931334" y="1784688"/>
                    </a:lnTo>
                    <a:lnTo>
                      <a:pt x="931334" y="1795973"/>
                    </a:lnTo>
                    <a:lnTo>
                      <a:pt x="754500" y="1817256"/>
                    </a:lnTo>
                    <a:cubicBezTo>
                      <a:pt x="283148" y="1879731"/>
                      <a:pt x="0" y="1959826"/>
                      <a:pt x="0" y="2047154"/>
                    </a:cubicBezTo>
                    <a:lnTo>
                      <a:pt x="0" y="1784688"/>
                    </a:lnTo>
                    <a:lnTo>
                      <a:pt x="0" y="726355"/>
                    </a:lnTo>
                    <a:lnTo>
                      <a:pt x="0" y="726354"/>
                    </a:lnTo>
                    <a:lnTo>
                      <a:pt x="0" y="251182"/>
                    </a:lnTo>
                    <a:lnTo>
                      <a:pt x="2" y="251185"/>
                    </a:lnTo>
                    <a:lnTo>
                      <a:pt x="0" y="251181"/>
                    </a:lnTo>
                    <a:cubicBezTo>
                      <a:pt x="0" y="163853"/>
                      <a:pt x="283148" y="83758"/>
                      <a:pt x="754500" y="21283"/>
                    </a:cubicBezTo>
                    <a:close/>
                  </a:path>
                </a:pathLst>
              </a:custGeom>
              <a:gradFill>
                <a:gsLst>
                  <a:gs pos="0">
                    <a:schemeClr val="accent2">
                      <a:alpha val="0"/>
                    </a:schemeClr>
                  </a:gs>
                  <a:gs pos="100000">
                    <a:schemeClr val="accent2">
                      <a:alpha val="17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任意多边形: 形状 15">
                <a:extLst>
                  <a:ext uri="{FF2B5EF4-FFF2-40B4-BE49-F238E27FC236}">
                    <a16:creationId xmlns:a16="http://schemas.microsoft.com/office/drawing/2014/main" id="{B6589ED3-2ACA-B898-82DC-992F45A77F7C}"/>
                  </a:ext>
                </a:extLst>
              </p:cNvPr>
              <p:cNvSpPr/>
              <p:nvPr/>
            </p:nvSpPr>
            <p:spPr>
              <a:xfrm flipV="1">
                <a:off x="2772833" y="2149492"/>
                <a:ext cx="931334" cy="2047154"/>
              </a:xfrm>
              <a:custGeom>
                <a:avLst/>
                <a:gdLst>
                  <a:gd name="connsiteX0" fmla="*/ 931334 w 931334"/>
                  <a:gd name="connsiteY0" fmla="*/ 0 h 2047154"/>
                  <a:gd name="connsiteX1" fmla="*/ 931334 w 931334"/>
                  <a:gd name="connsiteY1" fmla="*/ 433162 h 2047154"/>
                  <a:gd name="connsiteX2" fmla="*/ 931334 w 931334"/>
                  <a:gd name="connsiteY2" fmla="*/ 475173 h 2047154"/>
                  <a:gd name="connsiteX3" fmla="*/ 931334 w 931334"/>
                  <a:gd name="connsiteY3" fmla="*/ 502362 h 2047154"/>
                  <a:gd name="connsiteX4" fmla="*/ 931334 w 931334"/>
                  <a:gd name="connsiteY4" fmla="*/ 908335 h 2047154"/>
                  <a:gd name="connsiteX5" fmla="*/ 931334 w 931334"/>
                  <a:gd name="connsiteY5" fmla="*/ 977535 h 2047154"/>
                  <a:gd name="connsiteX6" fmla="*/ 931334 w 931334"/>
                  <a:gd name="connsiteY6" fmla="*/ 1784688 h 2047154"/>
                  <a:gd name="connsiteX7" fmla="*/ 931334 w 931334"/>
                  <a:gd name="connsiteY7" fmla="*/ 1795973 h 2047154"/>
                  <a:gd name="connsiteX8" fmla="*/ 754500 w 931334"/>
                  <a:gd name="connsiteY8" fmla="*/ 1817256 h 2047154"/>
                  <a:gd name="connsiteX9" fmla="*/ 0 w 931334"/>
                  <a:gd name="connsiteY9" fmla="*/ 2047154 h 2047154"/>
                  <a:gd name="connsiteX10" fmla="*/ 0 w 931334"/>
                  <a:gd name="connsiteY10" fmla="*/ 1784688 h 2047154"/>
                  <a:gd name="connsiteX11" fmla="*/ 0 w 931334"/>
                  <a:gd name="connsiteY11" fmla="*/ 726355 h 2047154"/>
                  <a:gd name="connsiteX12" fmla="*/ 0 w 931334"/>
                  <a:gd name="connsiteY12" fmla="*/ 726354 h 2047154"/>
                  <a:gd name="connsiteX13" fmla="*/ 0 w 931334"/>
                  <a:gd name="connsiteY13" fmla="*/ 251182 h 2047154"/>
                  <a:gd name="connsiteX14" fmla="*/ 2 w 931334"/>
                  <a:gd name="connsiteY14" fmla="*/ 251185 h 2047154"/>
                  <a:gd name="connsiteX15" fmla="*/ 0 w 931334"/>
                  <a:gd name="connsiteY15" fmla="*/ 251181 h 2047154"/>
                  <a:gd name="connsiteX16" fmla="*/ 754500 w 931334"/>
                  <a:gd name="connsiteY16" fmla="*/ 21283 h 20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31334" h="2047154">
                    <a:moveTo>
                      <a:pt x="931334" y="0"/>
                    </a:moveTo>
                    <a:lnTo>
                      <a:pt x="931334" y="433162"/>
                    </a:lnTo>
                    <a:lnTo>
                      <a:pt x="931334" y="475173"/>
                    </a:lnTo>
                    <a:lnTo>
                      <a:pt x="931334" y="502362"/>
                    </a:lnTo>
                    <a:lnTo>
                      <a:pt x="931334" y="908335"/>
                    </a:lnTo>
                    <a:lnTo>
                      <a:pt x="931334" y="977535"/>
                    </a:lnTo>
                    <a:lnTo>
                      <a:pt x="931334" y="1784688"/>
                    </a:lnTo>
                    <a:lnTo>
                      <a:pt x="931334" y="1795973"/>
                    </a:lnTo>
                    <a:lnTo>
                      <a:pt x="754500" y="1817256"/>
                    </a:lnTo>
                    <a:cubicBezTo>
                      <a:pt x="283148" y="1879731"/>
                      <a:pt x="0" y="1959826"/>
                      <a:pt x="0" y="2047154"/>
                    </a:cubicBezTo>
                    <a:lnTo>
                      <a:pt x="0" y="1784688"/>
                    </a:lnTo>
                    <a:lnTo>
                      <a:pt x="0" y="726355"/>
                    </a:lnTo>
                    <a:lnTo>
                      <a:pt x="0" y="726354"/>
                    </a:lnTo>
                    <a:lnTo>
                      <a:pt x="0" y="251182"/>
                    </a:lnTo>
                    <a:lnTo>
                      <a:pt x="2" y="251185"/>
                    </a:lnTo>
                    <a:lnTo>
                      <a:pt x="0" y="251181"/>
                    </a:lnTo>
                    <a:cubicBezTo>
                      <a:pt x="0" y="163853"/>
                      <a:pt x="283148" y="83758"/>
                      <a:pt x="754500" y="21283"/>
                    </a:cubicBezTo>
                    <a:close/>
                  </a:path>
                </a:pathLst>
              </a:custGeom>
              <a:gradFill>
                <a:gsLst>
                  <a:gs pos="0">
                    <a:schemeClr val="accent2">
                      <a:alpha val="0"/>
                    </a:schemeClr>
                  </a:gs>
                  <a:gs pos="100000">
                    <a:schemeClr val="accent2">
                      <a:alpha val="31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9" name="组合 8">
              <a:extLst>
                <a:ext uri="{FF2B5EF4-FFF2-40B4-BE49-F238E27FC236}">
                  <a16:creationId xmlns:a16="http://schemas.microsoft.com/office/drawing/2014/main" id="{FF64B7BD-6835-6A51-1CCC-F89A51EB052F}"/>
                </a:ext>
              </a:extLst>
            </p:cNvPr>
            <p:cNvGrpSpPr/>
            <p:nvPr/>
          </p:nvGrpSpPr>
          <p:grpSpPr>
            <a:xfrm flipH="1">
              <a:off x="8463490" y="1898312"/>
              <a:ext cx="931334" cy="2298334"/>
              <a:chOff x="2772833" y="1898312"/>
              <a:chExt cx="931334" cy="2298334"/>
            </a:xfrm>
          </p:grpSpPr>
          <p:sp>
            <p:nvSpPr>
              <p:cNvPr id="13" name="任意多边形: 形状 12">
                <a:extLst>
                  <a:ext uri="{FF2B5EF4-FFF2-40B4-BE49-F238E27FC236}">
                    <a16:creationId xmlns:a16="http://schemas.microsoft.com/office/drawing/2014/main" id="{BDED47F3-1DF4-47B2-1C04-351B7A62AB73}"/>
                  </a:ext>
                </a:extLst>
              </p:cNvPr>
              <p:cNvSpPr/>
              <p:nvPr/>
            </p:nvSpPr>
            <p:spPr>
              <a:xfrm>
                <a:off x="2772833" y="1898312"/>
                <a:ext cx="931334" cy="2047154"/>
              </a:xfrm>
              <a:custGeom>
                <a:avLst/>
                <a:gdLst>
                  <a:gd name="connsiteX0" fmla="*/ 931334 w 931334"/>
                  <a:gd name="connsiteY0" fmla="*/ 0 h 2047154"/>
                  <a:gd name="connsiteX1" fmla="*/ 931334 w 931334"/>
                  <a:gd name="connsiteY1" fmla="*/ 433162 h 2047154"/>
                  <a:gd name="connsiteX2" fmla="*/ 931334 w 931334"/>
                  <a:gd name="connsiteY2" fmla="*/ 475173 h 2047154"/>
                  <a:gd name="connsiteX3" fmla="*/ 931334 w 931334"/>
                  <a:gd name="connsiteY3" fmla="*/ 502362 h 2047154"/>
                  <a:gd name="connsiteX4" fmla="*/ 931334 w 931334"/>
                  <a:gd name="connsiteY4" fmla="*/ 908335 h 2047154"/>
                  <a:gd name="connsiteX5" fmla="*/ 931334 w 931334"/>
                  <a:gd name="connsiteY5" fmla="*/ 977535 h 2047154"/>
                  <a:gd name="connsiteX6" fmla="*/ 931334 w 931334"/>
                  <a:gd name="connsiteY6" fmla="*/ 1784688 h 2047154"/>
                  <a:gd name="connsiteX7" fmla="*/ 931334 w 931334"/>
                  <a:gd name="connsiteY7" fmla="*/ 1795973 h 2047154"/>
                  <a:gd name="connsiteX8" fmla="*/ 754500 w 931334"/>
                  <a:gd name="connsiteY8" fmla="*/ 1817256 h 2047154"/>
                  <a:gd name="connsiteX9" fmla="*/ 0 w 931334"/>
                  <a:gd name="connsiteY9" fmla="*/ 2047154 h 2047154"/>
                  <a:gd name="connsiteX10" fmla="*/ 0 w 931334"/>
                  <a:gd name="connsiteY10" fmla="*/ 1784688 h 2047154"/>
                  <a:gd name="connsiteX11" fmla="*/ 0 w 931334"/>
                  <a:gd name="connsiteY11" fmla="*/ 726355 h 2047154"/>
                  <a:gd name="connsiteX12" fmla="*/ 0 w 931334"/>
                  <a:gd name="connsiteY12" fmla="*/ 726354 h 2047154"/>
                  <a:gd name="connsiteX13" fmla="*/ 0 w 931334"/>
                  <a:gd name="connsiteY13" fmla="*/ 251182 h 2047154"/>
                  <a:gd name="connsiteX14" fmla="*/ 2 w 931334"/>
                  <a:gd name="connsiteY14" fmla="*/ 251185 h 2047154"/>
                  <a:gd name="connsiteX15" fmla="*/ 0 w 931334"/>
                  <a:gd name="connsiteY15" fmla="*/ 251181 h 2047154"/>
                  <a:gd name="connsiteX16" fmla="*/ 754500 w 931334"/>
                  <a:gd name="connsiteY16" fmla="*/ 21283 h 20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31334" h="2047154">
                    <a:moveTo>
                      <a:pt x="931334" y="0"/>
                    </a:moveTo>
                    <a:lnTo>
                      <a:pt x="931334" y="433162"/>
                    </a:lnTo>
                    <a:lnTo>
                      <a:pt x="931334" y="475173"/>
                    </a:lnTo>
                    <a:lnTo>
                      <a:pt x="931334" y="502362"/>
                    </a:lnTo>
                    <a:lnTo>
                      <a:pt x="931334" y="908335"/>
                    </a:lnTo>
                    <a:lnTo>
                      <a:pt x="931334" y="977535"/>
                    </a:lnTo>
                    <a:lnTo>
                      <a:pt x="931334" y="1784688"/>
                    </a:lnTo>
                    <a:lnTo>
                      <a:pt x="931334" y="1795973"/>
                    </a:lnTo>
                    <a:lnTo>
                      <a:pt x="754500" y="1817256"/>
                    </a:lnTo>
                    <a:cubicBezTo>
                      <a:pt x="283148" y="1879731"/>
                      <a:pt x="0" y="1959826"/>
                      <a:pt x="0" y="2047154"/>
                    </a:cubicBezTo>
                    <a:lnTo>
                      <a:pt x="0" y="1784688"/>
                    </a:lnTo>
                    <a:lnTo>
                      <a:pt x="0" y="726355"/>
                    </a:lnTo>
                    <a:lnTo>
                      <a:pt x="0" y="726354"/>
                    </a:lnTo>
                    <a:lnTo>
                      <a:pt x="0" y="251182"/>
                    </a:lnTo>
                    <a:lnTo>
                      <a:pt x="2" y="251185"/>
                    </a:lnTo>
                    <a:lnTo>
                      <a:pt x="0" y="251181"/>
                    </a:lnTo>
                    <a:cubicBezTo>
                      <a:pt x="0" y="163853"/>
                      <a:pt x="283148" y="83758"/>
                      <a:pt x="754500" y="21283"/>
                    </a:cubicBezTo>
                    <a:close/>
                  </a:path>
                </a:pathLst>
              </a:custGeom>
              <a:gradFill>
                <a:gsLst>
                  <a:gs pos="0">
                    <a:schemeClr val="accent2">
                      <a:alpha val="0"/>
                    </a:schemeClr>
                  </a:gs>
                  <a:gs pos="100000">
                    <a:schemeClr val="accent2">
                      <a:alpha val="17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任意多边形: 形状 13">
                <a:extLst>
                  <a:ext uri="{FF2B5EF4-FFF2-40B4-BE49-F238E27FC236}">
                    <a16:creationId xmlns:a16="http://schemas.microsoft.com/office/drawing/2014/main" id="{9F2F2F33-CC6A-2799-74BA-CC652FEFA2DC}"/>
                  </a:ext>
                </a:extLst>
              </p:cNvPr>
              <p:cNvSpPr/>
              <p:nvPr/>
            </p:nvSpPr>
            <p:spPr>
              <a:xfrm flipV="1">
                <a:off x="2772833" y="2149492"/>
                <a:ext cx="931334" cy="2047154"/>
              </a:xfrm>
              <a:custGeom>
                <a:avLst/>
                <a:gdLst>
                  <a:gd name="connsiteX0" fmla="*/ 931334 w 931334"/>
                  <a:gd name="connsiteY0" fmla="*/ 0 h 2047154"/>
                  <a:gd name="connsiteX1" fmla="*/ 931334 w 931334"/>
                  <a:gd name="connsiteY1" fmla="*/ 433162 h 2047154"/>
                  <a:gd name="connsiteX2" fmla="*/ 931334 w 931334"/>
                  <a:gd name="connsiteY2" fmla="*/ 475173 h 2047154"/>
                  <a:gd name="connsiteX3" fmla="*/ 931334 w 931334"/>
                  <a:gd name="connsiteY3" fmla="*/ 502362 h 2047154"/>
                  <a:gd name="connsiteX4" fmla="*/ 931334 w 931334"/>
                  <a:gd name="connsiteY4" fmla="*/ 908335 h 2047154"/>
                  <a:gd name="connsiteX5" fmla="*/ 931334 w 931334"/>
                  <a:gd name="connsiteY5" fmla="*/ 977535 h 2047154"/>
                  <a:gd name="connsiteX6" fmla="*/ 931334 w 931334"/>
                  <a:gd name="connsiteY6" fmla="*/ 1784688 h 2047154"/>
                  <a:gd name="connsiteX7" fmla="*/ 931334 w 931334"/>
                  <a:gd name="connsiteY7" fmla="*/ 1795973 h 2047154"/>
                  <a:gd name="connsiteX8" fmla="*/ 754500 w 931334"/>
                  <a:gd name="connsiteY8" fmla="*/ 1817256 h 2047154"/>
                  <a:gd name="connsiteX9" fmla="*/ 0 w 931334"/>
                  <a:gd name="connsiteY9" fmla="*/ 2047154 h 2047154"/>
                  <a:gd name="connsiteX10" fmla="*/ 0 w 931334"/>
                  <a:gd name="connsiteY10" fmla="*/ 1784688 h 2047154"/>
                  <a:gd name="connsiteX11" fmla="*/ 0 w 931334"/>
                  <a:gd name="connsiteY11" fmla="*/ 726355 h 2047154"/>
                  <a:gd name="connsiteX12" fmla="*/ 0 w 931334"/>
                  <a:gd name="connsiteY12" fmla="*/ 726354 h 2047154"/>
                  <a:gd name="connsiteX13" fmla="*/ 0 w 931334"/>
                  <a:gd name="connsiteY13" fmla="*/ 251182 h 2047154"/>
                  <a:gd name="connsiteX14" fmla="*/ 2 w 931334"/>
                  <a:gd name="connsiteY14" fmla="*/ 251185 h 2047154"/>
                  <a:gd name="connsiteX15" fmla="*/ 0 w 931334"/>
                  <a:gd name="connsiteY15" fmla="*/ 251181 h 2047154"/>
                  <a:gd name="connsiteX16" fmla="*/ 754500 w 931334"/>
                  <a:gd name="connsiteY16" fmla="*/ 21283 h 20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31334" h="2047154">
                    <a:moveTo>
                      <a:pt x="931334" y="0"/>
                    </a:moveTo>
                    <a:lnTo>
                      <a:pt x="931334" y="433162"/>
                    </a:lnTo>
                    <a:lnTo>
                      <a:pt x="931334" y="475173"/>
                    </a:lnTo>
                    <a:lnTo>
                      <a:pt x="931334" y="502362"/>
                    </a:lnTo>
                    <a:lnTo>
                      <a:pt x="931334" y="908335"/>
                    </a:lnTo>
                    <a:lnTo>
                      <a:pt x="931334" y="977535"/>
                    </a:lnTo>
                    <a:lnTo>
                      <a:pt x="931334" y="1784688"/>
                    </a:lnTo>
                    <a:lnTo>
                      <a:pt x="931334" y="1795973"/>
                    </a:lnTo>
                    <a:lnTo>
                      <a:pt x="754500" y="1817256"/>
                    </a:lnTo>
                    <a:cubicBezTo>
                      <a:pt x="283148" y="1879731"/>
                      <a:pt x="0" y="1959826"/>
                      <a:pt x="0" y="2047154"/>
                    </a:cubicBezTo>
                    <a:lnTo>
                      <a:pt x="0" y="1784688"/>
                    </a:lnTo>
                    <a:lnTo>
                      <a:pt x="0" y="726355"/>
                    </a:lnTo>
                    <a:lnTo>
                      <a:pt x="0" y="726354"/>
                    </a:lnTo>
                    <a:lnTo>
                      <a:pt x="0" y="251182"/>
                    </a:lnTo>
                    <a:lnTo>
                      <a:pt x="2" y="251185"/>
                    </a:lnTo>
                    <a:lnTo>
                      <a:pt x="0" y="251181"/>
                    </a:lnTo>
                    <a:cubicBezTo>
                      <a:pt x="0" y="163853"/>
                      <a:pt x="283148" y="83758"/>
                      <a:pt x="754500" y="21283"/>
                    </a:cubicBezTo>
                    <a:close/>
                  </a:path>
                </a:pathLst>
              </a:custGeom>
              <a:gradFill>
                <a:gsLst>
                  <a:gs pos="0">
                    <a:schemeClr val="accent2">
                      <a:alpha val="0"/>
                    </a:schemeClr>
                  </a:gs>
                  <a:gs pos="100000">
                    <a:schemeClr val="accent2">
                      <a:alpha val="31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10" name="弧形 9">
              <a:extLst>
                <a:ext uri="{FF2B5EF4-FFF2-40B4-BE49-F238E27FC236}">
                  <a16:creationId xmlns:a16="http://schemas.microsoft.com/office/drawing/2014/main" id="{B2483FC8-FFB1-9630-25D2-439CA654E1EB}"/>
                </a:ext>
              </a:extLst>
            </p:cNvPr>
            <p:cNvSpPr/>
            <p:nvPr/>
          </p:nvSpPr>
          <p:spPr>
            <a:xfrm>
              <a:off x="2772833" y="1788071"/>
              <a:ext cx="6608234" cy="722843"/>
            </a:xfrm>
            <a:prstGeom prst="arc">
              <a:avLst>
                <a:gd name="adj1" fmla="val 21241313"/>
                <a:gd name="adj2" fmla="val 11160399"/>
              </a:avLst>
            </a:prstGeom>
            <a:noFill/>
            <a:ln>
              <a:gradFill>
                <a:gsLst>
                  <a:gs pos="70000">
                    <a:schemeClr val="accent2"/>
                  </a:gs>
                  <a:gs pos="3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弧形 10">
              <a:extLst>
                <a:ext uri="{FF2B5EF4-FFF2-40B4-BE49-F238E27FC236}">
                  <a16:creationId xmlns:a16="http://schemas.microsoft.com/office/drawing/2014/main" id="{0870E836-0A5B-4754-9627-125871E02BA5}"/>
                </a:ext>
              </a:extLst>
            </p:cNvPr>
            <p:cNvSpPr/>
            <p:nvPr/>
          </p:nvSpPr>
          <p:spPr>
            <a:xfrm>
              <a:off x="2772833" y="3586391"/>
              <a:ext cx="6608234" cy="722843"/>
            </a:xfrm>
            <a:prstGeom prst="arc">
              <a:avLst>
                <a:gd name="adj1" fmla="val 10437849"/>
                <a:gd name="adj2" fmla="val 358707"/>
              </a:avLst>
            </a:prstGeom>
            <a:noFill/>
            <a:ln>
              <a:solidFill>
                <a:schemeClr val="accent2">
                  <a:alpha val="51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a:extLst>
                <a:ext uri="{FF2B5EF4-FFF2-40B4-BE49-F238E27FC236}">
                  <a16:creationId xmlns:a16="http://schemas.microsoft.com/office/drawing/2014/main" id="{4E85B027-6FD3-6DA8-DA58-E8FCD524452E}"/>
                </a:ext>
              </a:extLst>
            </p:cNvPr>
            <p:cNvSpPr/>
            <p:nvPr/>
          </p:nvSpPr>
          <p:spPr>
            <a:xfrm>
              <a:off x="9369585" y="2120562"/>
              <a:ext cx="11480" cy="28922"/>
            </a:xfrm>
            <a:custGeom>
              <a:avLst/>
              <a:gdLst>
                <a:gd name="connsiteX0" fmla="*/ 0 w 11480"/>
                <a:gd name="connsiteY0" fmla="*/ 0 h 28922"/>
                <a:gd name="connsiteX1" fmla="*/ 11480 w 11480"/>
                <a:gd name="connsiteY1" fmla="*/ 0 h 28922"/>
                <a:gd name="connsiteX2" fmla="*/ 11480 w 11480"/>
                <a:gd name="connsiteY2" fmla="*/ 28922 h 28922"/>
                <a:gd name="connsiteX3" fmla="*/ 7183 w 11480"/>
                <a:gd name="connsiteY3" fmla="*/ 10332 h 28922"/>
                <a:gd name="connsiteX4" fmla="*/ 0 w 11480"/>
                <a:gd name="connsiteY4" fmla="*/ 0 h 28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80" h="28922">
                  <a:moveTo>
                    <a:pt x="0" y="0"/>
                  </a:moveTo>
                  <a:lnTo>
                    <a:pt x="11480" y="0"/>
                  </a:lnTo>
                  <a:lnTo>
                    <a:pt x="11480" y="28922"/>
                  </a:lnTo>
                  <a:lnTo>
                    <a:pt x="7183" y="10332"/>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7" name="文本框 16">
            <a:extLst>
              <a:ext uri="{FF2B5EF4-FFF2-40B4-BE49-F238E27FC236}">
                <a16:creationId xmlns:a16="http://schemas.microsoft.com/office/drawing/2014/main" id="{915CAA47-C5AC-2DD0-6EC2-EBF78A2E988D}"/>
              </a:ext>
            </a:extLst>
          </p:cNvPr>
          <p:cNvSpPr txBox="1"/>
          <p:nvPr/>
        </p:nvSpPr>
        <p:spPr>
          <a:xfrm>
            <a:off x="649706" y="523557"/>
            <a:ext cx="6862344"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品牌推广模型</a:t>
            </a:r>
          </a:p>
        </p:txBody>
      </p:sp>
      <p:sp>
        <p:nvSpPr>
          <p:cNvPr id="18" name="椭圆 17">
            <a:extLst>
              <a:ext uri="{FF2B5EF4-FFF2-40B4-BE49-F238E27FC236}">
                <a16:creationId xmlns:a16="http://schemas.microsoft.com/office/drawing/2014/main" id="{230EE029-A192-89FD-0069-4E287D53CEFC}"/>
              </a:ext>
            </a:extLst>
          </p:cNvPr>
          <p:cNvSpPr/>
          <p:nvPr/>
        </p:nvSpPr>
        <p:spPr>
          <a:xfrm>
            <a:off x="4729481" y="3570109"/>
            <a:ext cx="2733038" cy="320676"/>
          </a:xfrm>
          <a:prstGeom prst="ellipse">
            <a:avLst/>
          </a:prstGeom>
          <a:gradFill>
            <a:gsLst>
              <a:gs pos="0">
                <a:schemeClr val="accent1">
                  <a:alpha val="0"/>
                </a:schemeClr>
              </a:gs>
              <a:gs pos="100000">
                <a:schemeClr val="accent1">
                  <a:alpha val="28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8AE08FAE-26DD-192A-5AB8-D7F5733BF314}"/>
              </a:ext>
            </a:extLst>
          </p:cNvPr>
          <p:cNvSpPr/>
          <p:nvPr/>
        </p:nvSpPr>
        <p:spPr>
          <a:xfrm>
            <a:off x="4827588" y="2786006"/>
            <a:ext cx="2536822" cy="320676"/>
          </a:xfrm>
          <a:prstGeom prst="ellipse">
            <a:avLst/>
          </a:prstGeom>
          <a:gradFill>
            <a:gsLst>
              <a:gs pos="0">
                <a:schemeClr val="accent1">
                  <a:alpha val="0"/>
                </a:schemeClr>
              </a:gs>
              <a:gs pos="100000">
                <a:schemeClr val="accent1">
                  <a:alpha val="28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6F97EB7F-F419-BE1A-4AB2-B2A107B2F238}"/>
              </a:ext>
            </a:extLst>
          </p:cNvPr>
          <p:cNvSpPr/>
          <p:nvPr/>
        </p:nvSpPr>
        <p:spPr>
          <a:xfrm>
            <a:off x="4693178" y="4458892"/>
            <a:ext cx="2805642" cy="320676"/>
          </a:xfrm>
          <a:prstGeom prst="ellipse">
            <a:avLst/>
          </a:prstGeom>
          <a:gradFill>
            <a:gsLst>
              <a:gs pos="0">
                <a:schemeClr val="accent1">
                  <a:alpha val="0"/>
                </a:schemeClr>
              </a:gs>
              <a:gs pos="100000">
                <a:schemeClr val="accent1">
                  <a:alpha val="28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0A0E3570-07A5-5984-FBDB-2A4F4D1801F4}"/>
              </a:ext>
            </a:extLst>
          </p:cNvPr>
          <p:cNvSpPr/>
          <p:nvPr/>
        </p:nvSpPr>
        <p:spPr>
          <a:xfrm>
            <a:off x="4827588" y="1689645"/>
            <a:ext cx="2536822" cy="320676"/>
          </a:xfrm>
          <a:prstGeom prst="ellipse">
            <a:avLst/>
          </a:prstGeom>
          <a:gradFill>
            <a:gsLst>
              <a:gs pos="0">
                <a:schemeClr val="accent1">
                  <a:alpha val="0"/>
                </a:schemeClr>
              </a:gs>
              <a:gs pos="100000">
                <a:schemeClr val="accent1">
                  <a:alpha val="28000"/>
                </a:schemeClr>
              </a:gs>
            </a:gsLst>
            <a:lin ang="5400000" scaled="1"/>
          </a:gradFill>
          <a:ln>
            <a:gradFill>
              <a:gsLst>
                <a:gs pos="1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0810FAE5-A9B7-80D3-243B-A5062FB72AB0}"/>
              </a:ext>
            </a:extLst>
          </p:cNvPr>
          <p:cNvSpPr/>
          <p:nvPr/>
        </p:nvSpPr>
        <p:spPr>
          <a:xfrm>
            <a:off x="4693178" y="1800770"/>
            <a:ext cx="2805642" cy="320676"/>
          </a:xfrm>
          <a:prstGeom prst="ellipse">
            <a:avLst/>
          </a:prstGeom>
          <a:noFill/>
          <a:ln>
            <a:gradFill>
              <a:gsLst>
                <a:gs pos="26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弧形 22">
            <a:extLst>
              <a:ext uri="{FF2B5EF4-FFF2-40B4-BE49-F238E27FC236}">
                <a16:creationId xmlns:a16="http://schemas.microsoft.com/office/drawing/2014/main" id="{2DE9CAEB-59D1-2283-D368-153EC744FFC5}"/>
              </a:ext>
            </a:extLst>
          </p:cNvPr>
          <p:cNvSpPr/>
          <p:nvPr/>
        </p:nvSpPr>
        <p:spPr>
          <a:xfrm>
            <a:off x="1813092" y="5035699"/>
            <a:ext cx="8564880" cy="1313536"/>
          </a:xfrm>
          <a:prstGeom prst="arc">
            <a:avLst>
              <a:gd name="adj1" fmla="val 21339292"/>
              <a:gd name="adj2" fmla="val 11046363"/>
            </a:avLst>
          </a:prstGeom>
          <a:noFill/>
          <a:ln w="19050">
            <a:gradFill>
              <a:gsLst>
                <a:gs pos="3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弧形 73">
            <a:extLst>
              <a:ext uri="{FF2B5EF4-FFF2-40B4-BE49-F238E27FC236}">
                <a16:creationId xmlns:a16="http://schemas.microsoft.com/office/drawing/2014/main" id="{D51C5B84-8F4D-9663-ED01-F50067F5C857}"/>
              </a:ext>
            </a:extLst>
          </p:cNvPr>
          <p:cNvSpPr/>
          <p:nvPr/>
        </p:nvSpPr>
        <p:spPr>
          <a:xfrm>
            <a:off x="2842001" y="5333492"/>
            <a:ext cx="2688342" cy="266071"/>
          </a:xfrm>
          <a:custGeom>
            <a:avLst/>
            <a:gdLst>
              <a:gd name="connsiteX0" fmla="*/ 3955543 w 9042400"/>
              <a:gd name="connsiteY0" fmla="*/ 817741 h 820966"/>
              <a:gd name="connsiteX1" fmla="*/ 1267201 w 9042400"/>
              <a:gd name="connsiteY1" fmla="*/ 695467 h 820966"/>
              <a:gd name="connsiteX2" fmla="*/ 4521200 w 9042400"/>
              <a:gd name="connsiteY2" fmla="*/ 410483 h 820966"/>
              <a:gd name="connsiteX3" fmla="*/ 3955543 w 9042400"/>
              <a:gd name="connsiteY3" fmla="*/ 817741 h 820966"/>
              <a:gd name="connsiteX0" fmla="*/ 3955543 w 9042400"/>
              <a:gd name="connsiteY0" fmla="*/ 817741 h 820966"/>
              <a:gd name="connsiteX1" fmla="*/ 1267201 w 9042400"/>
              <a:gd name="connsiteY1" fmla="*/ 695467 h 820966"/>
              <a:gd name="connsiteX0" fmla="*/ 3253999 w 3345439"/>
              <a:gd name="connsiteY0" fmla="*/ 0 h 407258"/>
              <a:gd name="connsiteX1" fmla="*/ 2688342 w 3345439"/>
              <a:gd name="connsiteY1" fmla="*/ 407258 h 407258"/>
              <a:gd name="connsiteX2" fmla="*/ 0 w 3345439"/>
              <a:gd name="connsiteY2" fmla="*/ 284984 h 407258"/>
              <a:gd name="connsiteX3" fmla="*/ 3345439 w 3345439"/>
              <a:gd name="connsiteY3" fmla="*/ 91440 h 407258"/>
              <a:gd name="connsiteX0" fmla="*/ 2688342 w 3345439"/>
              <a:gd name="connsiteY0" fmla="*/ 407258 h 407258"/>
              <a:gd name="connsiteX1" fmla="*/ 0 w 3345439"/>
              <a:gd name="connsiteY1" fmla="*/ 284984 h 407258"/>
              <a:gd name="connsiteX0" fmla="*/ 3253999 w 3253999"/>
              <a:gd name="connsiteY0" fmla="*/ 0 h 407258"/>
              <a:gd name="connsiteX1" fmla="*/ 2688342 w 3253999"/>
              <a:gd name="connsiteY1" fmla="*/ 407258 h 407258"/>
              <a:gd name="connsiteX2" fmla="*/ 0 w 3253999"/>
              <a:gd name="connsiteY2" fmla="*/ 284984 h 407258"/>
              <a:gd name="connsiteX0" fmla="*/ 2688342 w 3253999"/>
              <a:gd name="connsiteY0" fmla="*/ 407258 h 407258"/>
              <a:gd name="connsiteX1" fmla="*/ 0 w 3253999"/>
              <a:gd name="connsiteY1" fmla="*/ 284984 h 407258"/>
              <a:gd name="connsiteX0" fmla="*/ 2688342 w 2688342"/>
              <a:gd name="connsiteY0" fmla="*/ 122274 h 122274"/>
              <a:gd name="connsiteX1" fmla="*/ 0 w 2688342"/>
              <a:gd name="connsiteY1" fmla="*/ 0 h 122274"/>
              <a:gd name="connsiteX0" fmla="*/ 2688342 w 2688342"/>
              <a:gd name="connsiteY0" fmla="*/ 122274 h 122274"/>
              <a:gd name="connsiteX1" fmla="*/ 0 w 2688342"/>
              <a:gd name="connsiteY1" fmla="*/ 0 h 122274"/>
            </a:gdLst>
            <a:ahLst/>
            <a:cxnLst>
              <a:cxn ang="0">
                <a:pos x="connsiteX0" y="connsiteY0"/>
              </a:cxn>
              <a:cxn ang="0">
                <a:pos x="connsiteX1" y="connsiteY1"/>
              </a:cxn>
            </a:cxnLst>
            <a:rect l="l" t="t" r="r" b="b"/>
            <a:pathLst>
              <a:path w="2688342" h="122274" stroke="0" extrusionOk="0">
                <a:moveTo>
                  <a:pt x="2688342" y="122274"/>
                </a:moveTo>
                <a:cubicBezTo>
                  <a:pt x="1664822" y="110556"/>
                  <a:pt x="716221" y="67410"/>
                  <a:pt x="0" y="0"/>
                </a:cubicBezTo>
              </a:path>
              <a:path w="2688342" h="122274" fill="none">
                <a:moveTo>
                  <a:pt x="2688342" y="122274"/>
                </a:moveTo>
                <a:cubicBezTo>
                  <a:pt x="1664822" y="110556"/>
                  <a:pt x="716221" y="67410"/>
                  <a:pt x="0" y="0"/>
                </a:cubicBezTo>
              </a:path>
            </a:pathLst>
          </a:custGeom>
          <a:noFill/>
          <a:ln w="15875">
            <a:solidFill>
              <a:schemeClr val="accent1"/>
            </a:solidFill>
            <a:headEnd type="arrow"/>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弧形 75">
            <a:extLst>
              <a:ext uri="{FF2B5EF4-FFF2-40B4-BE49-F238E27FC236}">
                <a16:creationId xmlns:a16="http://schemas.microsoft.com/office/drawing/2014/main" id="{2D10AED1-67ED-695A-4A5B-AA5A00A99111}"/>
              </a:ext>
            </a:extLst>
          </p:cNvPr>
          <p:cNvSpPr/>
          <p:nvPr/>
        </p:nvSpPr>
        <p:spPr>
          <a:xfrm>
            <a:off x="6641697" y="5337167"/>
            <a:ext cx="2687840" cy="262396"/>
          </a:xfrm>
          <a:custGeom>
            <a:avLst/>
            <a:gdLst>
              <a:gd name="connsiteX0" fmla="*/ 7754737 w 9042400"/>
              <a:gd name="connsiteY0" fmla="*/ 697380 h 820966"/>
              <a:gd name="connsiteX1" fmla="*/ 5066897 w 9042400"/>
              <a:gd name="connsiteY1" fmla="*/ 817965 h 820966"/>
              <a:gd name="connsiteX2" fmla="*/ 4521200 w 9042400"/>
              <a:gd name="connsiteY2" fmla="*/ 410483 h 820966"/>
              <a:gd name="connsiteX3" fmla="*/ 7754737 w 9042400"/>
              <a:gd name="connsiteY3" fmla="*/ 697380 h 820966"/>
              <a:gd name="connsiteX0" fmla="*/ 7754737 w 9042400"/>
              <a:gd name="connsiteY0" fmla="*/ 697380 h 820966"/>
              <a:gd name="connsiteX1" fmla="*/ 5066897 w 9042400"/>
              <a:gd name="connsiteY1" fmla="*/ 817965 h 820966"/>
              <a:gd name="connsiteX0" fmla="*/ 0 w 3233537"/>
              <a:gd name="connsiteY0" fmla="*/ 0 h 407482"/>
              <a:gd name="connsiteX1" fmla="*/ 3233537 w 3233537"/>
              <a:gd name="connsiteY1" fmla="*/ 286897 h 407482"/>
              <a:gd name="connsiteX2" fmla="*/ 545697 w 3233537"/>
              <a:gd name="connsiteY2" fmla="*/ 407482 h 407482"/>
              <a:gd name="connsiteX3" fmla="*/ 91440 w 3233537"/>
              <a:gd name="connsiteY3" fmla="*/ 91440 h 407482"/>
              <a:gd name="connsiteX0" fmla="*/ 3233537 w 3233537"/>
              <a:gd name="connsiteY0" fmla="*/ 286897 h 407482"/>
              <a:gd name="connsiteX1" fmla="*/ 545697 w 3233537"/>
              <a:gd name="connsiteY1" fmla="*/ 407482 h 407482"/>
              <a:gd name="connsiteX0" fmla="*/ 0 w 3233537"/>
              <a:gd name="connsiteY0" fmla="*/ 0 h 407482"/>
              <a:gd name="connsiteX1" fmla="*/ 3233537 w 3233537"/>
              <a:gd name="connsiteY1" fmla="*/ 286897 h 407482"/>
              <a:gd name="connsiteX2" fmla="*/ 545697 w 3233537"/>
              <a:gd name="connsiteY2" fmla="*/ 407482 h 407482"/>
              <a:gd name="connsiteX0" fmla="*/ 3233537 w 3233537"/>
              <a:gd name="connsiteY0" fmla="*/ 286897 h 407482"/>
              <a:gd name="connsiteX1" fmla="*/ 545697 w 3233537"/>
              <a:gd name="connsiteY1" fmla="*/ 407482 h 407482"/>
              <a:gd name="connsiteX0" fmla="*/ 2687840 w 2687840"/>
              <a:gd name="connsiteY0" fmla="*/ 0 h 120585"/>
              <a:gd name="connsiteX1" fmla="*/ 0 w 2687840"/>
              <a:gd name="connsiteY1" fmla="*/ 120585 h 120585"/>
              <a:gd name="connsiteX0" fmla="*/ 2687840 w 2687840"/>
              <a:gd name="connsiteY0" fmla="*/ 0 h 120585"/>
              <a:gd name="connsiteX1" fmla="*/ 0 w 2687840"/>
              <a:gd name="connsiteY1" fmla="*/ 120585 h 120585"/>
            </a:gdLst>
            <a:ahLst/>
            <a:cxnLst>
              <a:cxn ang="0">
                <a:pos x="connsiteX0" y="connsiteY0"/>
              </a:cxn>
              <a:cxn ang="0">
                <a:pos x="connsiteX1" y="connsiteY1"/>
              </a:cxn>
            </a:cxnLst>
            <a:rect l="l" t="t" r="r" b="b"/>
            <a:pathLst>
              <a:path w="2687840" h="120585" stroke="0" extrusionOk="0">
                <a:moveTo>
                  <a:pt x="2687840" y="0"/>
                </a:moveTo>
                <a:cubicBezTo>
                  <a:pt x="1969031" y="66780"/>
                  <a:pt x="1020930" y="109315"/>
                  <a:pt x="0" y="120585"/>
                </a:cubicBezTo>
              </a:path>
              <a:path w="2687840" h="120585" fill="none">
                <a:moveTo>
                  <a:pt x="2687840" y="0"/>
                </a:moveTo>
                <a:cubicBezTo>
                  <a:pt x="1969031" y="66780"/>
                  <a:pt x="1020930" y="109315"/>
                  <a:pt x="0" y="120585"/>
                </a:cubicBezTo>
              </a:path>
            </a:pathLst>
          </a:custGeom>
          <a:noFill/>
          <a:ln w="15875">
            <a:solidFill>
              <a:schemeClr val="accent1"/>
            </a:solidFill>
            <a:headEnd type="arrow"/>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a16="http://schemas.microsoft.com/office/drawing/2014/main" id="{A64791CC-70A0-4E9C-79C8-0B6B5DD1A5D0}"/>
              </a:ext>
            </a:extLst>
          </p:cNvPr>
          <p:cNvSpPr/>
          <p:nvPr/>
        </p:nvSpPr>
        <p:spPr>
          <a:xfrm>
            <a:off x="1832877" y="4783644"/>
            <a:ext cx="862599" cy="862599"/>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endParaRPr>
          </a:p>
        </p:txBody>
      </p:sp>
      <p:sp>
        <p:nvSpPr>
          <p:cNvPr id="27" name="椭圆 26">
            <a:extLst>
              <a:ext uri="{FF2B5EF4-FFF2-40B4-BE49-F238E27FC236}">
                <a16:creationId xmlns:a16="http://schemas.microsoft.com/office/drawing/2014/main" id="{3862DC40-F060-2D1D-2A86-0DFBCC015FBB}"/>
              </a:ext>
            </a:extLst>
          </p:cNvPr>
          <p:cNvSpPr/>
          <p:nvPr/>
        </p:nvSpPr>
        <p:spPr>
          <a:xfrm>
            <a:off x="5664700" y="5098890"/>
            <a:ext cx="862599" cy="862599"/>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endParaRPr>
          </a:p>
        </p:txBody>
      </p:sp>
      <p:sp>
        <p:nvSpPr>
          <p:cNvPr id="28" name="椭圆 27">
            <a:extLst>
              <a:ext uri="{FF2B5EF4-FFF2-40B4-BE49-F238E27FC236}">
                <a16:creationId xmlns:a16="http://schemas.microsoft.com/office/drawing/2014/main" id="{D7BFDAF2-D9AC-B19F-9961-ACF4DF3FEFF3}"/>
              </a:ext>
            </a:extLst>
          </p:cNvPr>
          <p:cNvSpPr/>
          <p:nvPr/>
        </p:nvSpPr>
        <p:spPr>
          <a:xfrm>
            <a:off x="9464048" y="4783644"/>
            <a:ext cx="862599" cy="862599"/>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chemeClr val="tx1"/>
              </a:solidFill>
            </a:endParaRPr>
          </a:p>
        </p:txBody>
      </p:sp>
      <p:sp>
        <p:nvSpPr>
          <p:cNvPr id="29" name="文本框 28">
            <a:extLst>
              <a:ext uri="{FF2B5EF4-FFF2-40B4-BE49-F238E27FC236}">
                <a16:creationId xmlns:a16="http://schemas.microsoft.com/office/drawing/2014/main" id="{CF474871-A130-C462-D62A-F0D1CBAEB3BC}"/>
              </a:ext>
            </a:extLst>
          </p:cNvPr>
          <p:cNvSpPr txBox="1"/>
          <p:nvPr/>
        </p:nvSpPr>
        <p:spPr>
          <a:xfrm>
            <a:off x="5285521" y="1531978"/>
            <a:ext cx="1620957" cy="338554"/>
          </a:xfrm>
          <a:prstGeom prst="rect">
            <a:avLst/>
          </a:prstGeom>
          <a:noFill/>
        </p:spPr>
        <p:txBody>
          <a:bodyPr wrap="none" rtlCol="0">
            <a:spAutoFit/>
          </a:bodyPr>
          <a:lstStyle/>
          <a:p>
            <a:pPr algn="ctr"/>
            <a:r>
              <a:rPr lang="zh-CN" altLang="en-US" sz="1600" b="1" dirty="0">
                <a:solidFill>
                  <a:schemeClr val="accent1"/>
                </a:solidFill>
              </a:rPr>
              <a:t>忠诚度培养阶段</a:t>
            </a:r>
          </a:p>
        </p:txBody>
      </p:sp>
      <p:sp>
        <p:nvSpPr>
          <p:cNvPr id="31" name="文本框 30">
            <a:extLst>
              <a:ext uri="{FF2B5EF4-FFF2-40B4-BE49-F238E27FC236}">
                <a16:creationId xmlns:a16="http://schemas.microsoft.com/office/drawing/2014/main" id="{40178C9A-E4E2-C074-717C-6A734D8C900E}"/>
              </a:ext>
            </a:extLst>
          </p:cNvPr>
          <p:cNvSpPr txBox="1"/>
          <p:nvPr/>
        </p:nvSpPr>
        <p:spPr>
          <a:xfrm>
            <a:off x="5388114" y="2632455"/>
            <a:ext cx="1415772" cy="338554"/>
          </a:xfrm>
          <a:prstGeom prst="rect">
            <a:avLst/>
          </a:prstGeom>
          <a:noFill/>
        </p:spPr>
        <p:txBody>
          <a:bodyPr wrap="none" rtlCol="0">
            <a:spAutoFit/>
          </a:bodyPr>
          <a:lstStyle/>
          <a:p>
            <a:pPr algn="ctr"/>
            <a:r>
              <a:rPr lang="zh-CN" altLang="en-US" sz="1600" b="1" dirty="0">
                <a:solidFill>
                  <a:schemeClr val="accent1"/>
                </a:solidFill>
              </a:rPr>
              <a:t>购买决策阶段</a:t>
            </a:r>
          </a:p>
        </p:txBody>
      </p:sp>
      <p:sp>
        <p:nvSpPr>
          <p:cNvPr id="32" name="文本框 31">
            <a:extLst>
              <a:ext uri="{FF2B5EF4-FFF2-40B4-BE49-F238E27FC236}">
                <a16:creationId xmlns:a16="http://schemas.microsoft.com/office/drawing/2014/main" id="{1549AE8E-833D-A11D-E407-4464D2679A76}"/>
              </a:ext>
            </a:extLst>
          </p:cNvPr>
          <p:cNvSpPr txBox="1"/>
          <p:nvPr/>
        </p:nvSpPr>
        <p:spPr>
          <a:xfrm>
            <a:off x="5388113" y="3473948"/>
            <a:ext cx="1415772" cy="338554"/>
          </a:xfrm>
          <a:prstGeom prst="rect">
            <a:avLst/>
          </a:prstGeom>
          <a:noFill/>
        </p:spPr>
        <p:txBody>
          <a:bodyPr wrap="none" rtlCol="0">
            <a:spAutoFit/>
          </a:bodyPr>
          <a:lstStyle/>
          <a:p>
            <a:pPr algn="ctr"/>
            <a:r>
              <a:rPr lang="zh-CN" altLang="en-US" sz="1600" b="1" dirty="0">
                <a:solidFill>
                  <a:schemeClr val="accent1"/>
                </a:solidFill>
              </a:rPr>
              <a:t>产生兴趣阶段</a:t>
            </a:r>
          </a:p>
        </p:txBody>
      </p:sp>
      <p:sp>
        <p:nvSpPr>
          <p:cNvPr id="33" name="文本框 32">
            <a:extLst>
              <a:ext uri="{FF2B5EF4-FFF2-40B4-BE49-F238E27FC236}">
                <a16:creationId xmlns:a16="http://schemas.microsoft.com/office/drawing/2014/main" id="{9C712CE5-935B-177E-AA23-0DAE732AC304}"/>
              </a:ext>
            </a:extLst>
          </p:cNvPr>
          <p:cNvSpPr txBox="1"/>
          <p:nvPr/>
        </p:nvSpPr>
        <p:spPr>
          <a:xfrm>
            <a:off x="5388113" y="4326744"/>
            <a:ext cx="1415772" cy="338554"/>
          </a:xfrm>
          <a:prstGeom prst="rect">
            <a:avLst/>
          </a:prstGeom>
          <a:noFill/>
        </p:spPr>
        <p:txBody>
          <a:bodyPr wrap="none" rtlCol="0">
            <a:spAutoFit/>
          </a:bodyPr>
          <a:lstStyle/>
          <a:p>
            <a:pPr algn="ctr"/>
            <a:r>
              <a:rPr lang="zh-CN" altLang="en-US" sz="1600" b="1" dirty="0">
                <a:solidFill>
                  <a:schemeClr val="accent1"/>
                </a:solidFill>
              </a:rPr>
              <a:t>产品认知阶段</a:t>
            </a:r>
          </a:p>
        </p:txBody>
      </p:sp>
      <p:sp>
        <p:nvSpPr>
          <p:cNvPr id="34" name="等腰三角形 33">
            <a:extLst>
              <a:ext uri="{FF2B5EF4-FFF2-40B4-BE49-F238E27FC236}">
                <a16:creationId xmlns:a16="http://schemas.microsoft.com/office/drawing/2014/main" id="{681F7770-E20C-A5F0-3326-9DF3E2293DFA}"/>
              </a:ext>
            </a:extLst>
          </p:cNvPr>
          <p:cNvSpPr/>
          <p:nvPr/>
        </p:nvSpPr>
        <p:spPr>
          <a:xfrm>
            <a:off x="5998948" y="2334961"/>
            <a:ext cx="194102" cy="103097"/>
          </a:xfrm>
          <a:prstGeom prst="triangle">
            <a:avLst/>
          </a:prstGeom>
          <a:gradFill>
            <a:gsLst>
              <a:gs pos="0">
                <a:schemeClr val="accent1"/>
              </a:gs>
              <a:gs pos="100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a:extLst>
              <a:ext uri="{FF2B5EF4-FFF2-40B4-BE49-F238E27FC236}">
                <a16:creationId xmlns:a16="http://schemas.microsoft.com/office/drawing/2014/main" id="{1583185D-2457-6EAB-0A80-A50C0F9A4876}"/>
              </a:ext>
            </a:extLst>
          </p:cNvPr>
          <p:cNvSpPr/>
          <p:nvPr/>
        </p:nvSpPr>
        <p:spPr>
          <a:xfrm>
            <a:off x="5998948" y="4111731"/>
            <a:ext cx="194102" cy="103097"/>
          </a:xfrm>
          <a:prstGeom prst="triangle">
            <a:avLst/>
          </a:prstGeom>
          <a:gradFill>
            <a:gsLst>
              <a:gs pos="0">
                <a:schemeClr val="accent1"/>
              </a:gs>
              <a:gs pos="100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等腰三角形 78">
            <a:extLst>
              <a:ext uri="{FF2B5EF4-FFF2-40B4-BE49-F238E27FC236}">
                <a16:creationId xmlns:a16="http://schemas.microsoft.com/office/drawing/2014/main" id="{B3157B5B-1BDF-0B49-8B81-1E4ED3075F40}"/>
              </a:ext>
            </a:extLst>
          </p:cNvPr>
          <p:cNvSpPr/>
          <p:nvPr/>
        </p:nvSpPr>
        <p:spPr>
          <a:xfrm>
            <a:off x="5998948" y="3347200"/>
            <a:ext cx="194102" cy="103097"/>
          </a:xfrm>
          <a:prstGeom prst="triangle">
            <a:avLst/>
          </a:prstGeom>
          <a:gradFill>
            <a:gsLst>
              <a:gs pos="0">
                <a:schemeClr val="accent1"/>
              </a:gs>
              <a:gs pos="100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文本框 79">
            <a:extLst>
              <a:ext uri="{FF2B5EF4-FFF2-40B4-BE49-F238E27FC236}">
                <a16:creationId xmlns:a16="http://schemas.microsoft.com/office/drawing/2014/main" id="{4D935311-C737-A617-47AC-2BC6627EA025}"/>
              </a:ext>
            </a:extLst>
          </p:cNvPr>
          <p:cNvSpPr txBox="1">
            <a:spLocks/>
          </p:cNvSpPr>
          <p:nvPr/>
        </p:nvSpPr>
        <p:spPr>
          <a:xfrm>
            <a:off x="2882443" y="3153891"/>
            <a:ext cx="687424" cy="374571"/>
          </a:xfrm>
          <a:prstGeom prst="roundRect">
            <a:avLst>
              <a:gd name="adj" fmla="val 50000"/>
            </a:avLst>
          </a:prstGeom>
          <a:noFill/>
          <a:ln w="12700" cap="flat" cmpd="sng" algn="ctr">
            <a:noFill/>
            <a:prstDash val="solid"/>
            <a:miter lim="800000"/>
          </a:ln>
          <a:effectLst>
            <a:outerShdw blurRad="228600" dist="50800" dir="5400000" algn="t" rotWithShape="0">
              <a:schemeClr val="accent2">
                <a:alpha val="17000"/>
              </a:schemeClr>
            </a:outerShdw>
          </a:effectLst>
        </p:spPr>
        <p:txBody>
          <a:bodyPr lIns="0" rIns="0" rtlCol="0" anchor="ctr"/>
          <a:lstStyle>
            <a:defPPr>
              <a:defRPr lang="zh-CN"/>
            </a:defPPr>
            <a:lvl1pPr algn="ctr" defTabSz="889000">
              <a:spcBef>
                <a:spcPct val="0"/>
              </a:spcBef>
              <a:defRPr b="1">
                <a:solidFill>
                  <a:schemeClr val="accent3"/>
                </a:solidFill>
                <a:latin typeface="+mn-ea"/>
              </a:defRPr>
            </a:lvl1pPr>
          </a:lstStyle>
          <a:p>
            <a:r>
              <a:rPr lang="zh-CN" altLang="en-US" sz="1600" dirty="0">
                <a:solidFill>
                  <a:schemeClr val="bg1"/>
                </a:solidFill>
              </a:rPr>
              <a:t>线上</a:t>
            </a:r>
          </a:p>
        </p:txBody>
      </p:sp>
      <p:sp>
        <p:nvSpPr>
          <p:cNvPr id="81" name="文本框 80">
            <a:extLst>
              <a:ext uri="{FF2B5EF4-FFF2-40B4-BE49-F238E27FC236}">
                <a16:creationId xmlns:a16="http://schemas.microsoft.com/office/drawing/2014/main" id="{A897E5C1-6AE0-17F4-0C7C-0D81E1199587}"/>
              </a:ext>
            </a:extLst>
          </p:cNvPr>
          <p:cNvSpPr txBox="1">
            <a:spLocks/>
          </p:cNvSpPr>
          <p:nvPr/>
        </p:nvSpPr>
        <p:spPr>
          <a:xfrm>
            <a:off x="8532938" y="3153891"/>
            <a:ext cx="687424" cy="374571"/>
          </a:xfrm>
          <a:prstGeom prst="roundRect">
            <a:avLst>
              <a:gd name="adj" fmla="val 50000"/>
            </a:avLst>
          </a:prstGeom>
          <a:noFill/>
          <a:ln w="12700" cap="flat" cmpd="sng" algn="ctr">
            <a:noFill/>
            <a:prstDash val="solid"/>
            <a:miter lim="800000"/>
          </a:ln>
          <a:effectLst/>
        </p:spPr>
        <p:txBody>
          <a:bodyPr lIns="0" rIns="0" rtlCol="0" anchor="ctr"/>
          <a:lstStyle>
            <a:defPPr>
              <a:defRPr lang="zh-CN"/>
            </a:defPPr>
            <a:lvl1pPr algn="ctr" defTabSz="889000">
              <a:spcBef>
                <a:spcPct val="0"/>
              </a:spcBef>
              <a:defRPr b="1">
                <a:solidFill>
                  <a:schemeClr val="accent3"/>
                </a:solidFill>
                <a:latin typeface="+mn-ea"/>
              </a:defRPr>
            </a:lvl1pPr>
          </a:lstStyle>
          <a:p>
            <a:r>
              <a:rPr lang="zh-CN" altLang="en-US" sz="1600" dirty="0">
                <a:solidFill>
                  <a:schemeClr val="bg1"/>
                </a:solidFill>
              </a:rPr>
              <a:t>线下</a:t>
            </a:r>
          </a:p>
        </p:txBody>
      </p:sp>
      <p:sp>
        <p:nvSpPr>
          <p:cNvPr id="82" name="文本框 81">
            <a:extLst>
              <a:ext uri="{FF2B5EF4-FFF2-40B4-BE49-F238E27FC236}">
                <a16:creationId xmlns:a16="http://schemas.microsoft.com/office/drawing/2014/main" id="{3622FBBC-6D44-5EF0-3216-B98A45A2D98D}"/>
              </a:ext>
            </a:extLst>
          </p:cNvPr>
          <p:cNvSpPr txBox="1"/>
          <p:nvPr/>
        </p:nvSpPr>
        <p:spPr>
          <a:xfrm rot="183898">
            <a:off x="3609335" y="5671154"/>
            <a:ext cx="902811" cy="307777"/>
          </a:xfrm>
          <a:prstGeom prst="rect">
            <a:avLst/>
          </a:prstGeom>
          <a:noFill/>
        </p:spPr>
        <p:txBody>
          <a:bodyPr wrap="none" rtlCol="0">
            <a:spAutoFit/>
          </a:bodyPr>
          <a:lstStyle/>
          <a:p>
            <a:pPr algn="ctr"/>
            <a:r>
              <a:rPr lang="zh-CN" altLang="en-US" sz="1400" dirty="0">
                <a:solidFill>
                  <a:schemeClr val="bg1"/>
                </a:solidFill>
              </a:rPr>
              <a:t>渠道支持</a:t>
            </a:r>
          </a:p>
        </p:txBody>
      </p:sp>
      <p:sp>
        <p:nvSpPr>
          <p:cNvPr id="83" name="文本框 82">
            <a:extLst>
              <a:ext uri="{FF2B5EF4-FFF2-40B4-BE49-F238E27FC236}">
                <a16:creationId xmlns:a16="http://schemas.microsoft.com/office/drawing/2014/main" id="{3AB109FB-DC6E-EDD9-678A-8FDBBED8203B}"/>
              </a:ext>
            </a:extLst>
          </p:cNvPr>
          <p:cNvSpPr txBox="1"/>
          <p:nvPr/>
        </p:nvSpPr>
        <p:spPr>
          <a:xfrm rot="21446429">
            <a:off x="7505243" y="5673162"/>
            <a:ext cx="902811" cy="307777"/>
          </a:xfrm>
          <a:prstGeom prst="rect">
            <a:avLst/>
          </a:prstGeom>
          <a:noFill/>
        </p:spPr>
        <p:txBody>
          <a:bodyPr wrap="none" rtlCol="0">
            <a:spAutoFit/>
          </a:bodyPr>
          <a:lstStyle/>
          <a:p>
            <a:pPr algn="ctr"/>
            <a:r>
              <a:rPr lang="zh-CN" altLang="en-US" sz="1400" dirty="0">
                <a:solidFill>
                  <a:schemeClr val="bg1"/>
                </a:solidFill>
              </a:rPr>
              <a:t>情况反馈</a:t>
            </a:r>
          </a:p>
        </p:txBody>
      </p:sp>
      <p:sp>
        <p:nvSpPr>
          <p:cNvPr id="84" name="图形 2">
            <a:extLst>
              <a:ext uri="{FF2B5EF4-FFF2-40B4-BE49-F238E27FC236}">
                <a16:creationId xmlns:a16="http://schemas.microsoft.com/office/drawing/2014/main" id="{9235F561-44A8-3EFA-9B1F-A4814968875E}"/>
              </a:ext>
            </a:extLst>
          </p:cNvPr>
          <p:cNvSpPr/>
          <p:nvPr/>
        </p:nvSpPr>
        <p:spPr>
          <a:xfrm>
            <a:off x="2136872" y="4945263"/>
            <a:ext cx="257078" cy="256408"/>
          </a:xfrm>
          <a:custGeom>
            <a:avLst/>
            <a:gdLst>
              <a:gd name="connsiteX0" fmla="*/ 311006 w 784141"/>
              <a:gd name="connsiteY0" fmla="*/ 236078 h 782102"/>
              <a:gd name="connsiteX1" fmla="*/ 340413 w 784141"/>
              <a:gd name="connsiteY1" fmla="*/ 206671 h 782102"/>
              <a:gd name="connsiteX2" fmla="*/ 572334 w 784141"/>
              <a:gd name="connsiteY2" fmla="*/ 206671 h 782102"/>
              <a:gd name="connsiteX3" fmla="*/ 601741 w 784141"/>
              <a:gd name="connsiteY3" fmla="*/ 236078 h 782102"/>
              <a:gd name="connsiteX4" fmla="*/ 572334 w 784141"/>
              <a:gd name="connsiteY4" fmla="*/ 265484 h 782102"/>
              <a:gd name="connsiteX5" fmla="*/ 340413 w 784141"/>
              <a:gd name="connsiteY5" fmla="*/ 265484 h 782102"/>
              <a:gd name="connsiteX6" fmla="*/ 311006 w 784141"/>
              <a:gd name="connsiteY6" fmla="*/ 236078 h 782102"/>
              <a:gd name="connsiteX7" fmla="*/ 340413 w 784141"/>
              <a:gd name="connsiteY7" fmla="*/ 360370 h 782102"/>
              <a:gd name="connsiteX8" fmla="*/ 572334 w 784141"/>
              <a:gd name="connsiteY8" fmla="*/ 360370 h 782102"/>
              <a:gd name="connsiteX9" fmla="*/ 601741 w 784141"/>
              <a:gd name="connsiteY9" fmla="*/ 330964 h 782102"/>
              <a:gd name="connsiteX10" fmla="*/ 572334 w 784141"/>
              <a:gd name="connsiteY10" fmla="*/ 301557 h 782102"/>
              <a:gd name="connsiteX11" fmla="*/ 340413 w 784141"/>
              <a:gd name="connsiteY11" fmla="*/ 301557 h 782102"/>
              <a:gd name="connsiteX12" fmla="*/ 311006 w 784141"/>
              <a:gd name="connsiteY12" fmla="*/ 330964 h 782102"/>
              <a:gd name="connsiteX13" fmla="*/ 340413 w 784141"/>
              <a:gd name="connsiteY13" fmla="*/ 360370 h 782102"/>
              <a:gd name="connsiteX14" fmla="*/ 784142 w 784141"/>
              <a:gd name="connsiteY14" fmla="*/ 550299 h 782102"/>
              <a:gd name="connsiteX15" fmla="*/ 784142 w 784141"/>
              <a:gd name="connsiteY15" fmla="*/ 718976 h 782102"/>
              <a:gd name="connsiteX16" fmla="*/ 721015 w 784141"/>
              <a:gd name="connsiteY16" fmla="*/ 782103 h 782102"/>
              <a:gd name="connsiteX17" fmla="*/ 63127 w 784141"/>
              <a:gd name="connsiteY17" fmla="*/ 782103 h 782102"/>
              <a:gd name="connsiteX18" fmla="*/ 0 w 784141"/>
              <a:gd name="connsiteY18" fmla="*/ 718976 h 782102"/>
              <a:gd name="connsiteX19" fmla="*/ 0 w 784141"/>
              <a:gd name="connsiteY19" fmla="*/ 550299 h 782102"/>
              <a:gd name="connsiteX20" fmla="*/ 27407 w 784141"/>
              <a:gd name="connsiteY20" fmla="*/ 498308 h 782102"/>
              <a:gd name="connsiteX21" fmla="*/ 27407 w 784141"/>
              <a:gd name="connsiteY21" fmla="*/ 162247 h 782102"/>
              <a:gd name="connsiteX22" fmla="*/ 124293 w 784141"/>
              <a:gd name="connsiteY22" fmla="*/ 65361 h 782102"/>
              <a:gd name="connsiteX23" fmla="*/ 161777 w 784141"/>
              <a:gd name="connsiteY23" fmla="*/ 65361 h 782102"/>
              <a:gd name="connsiteX24" fmla="*/ 252977 w 784141"/>
              <a:gd name="connsiteY24" fmla="*/ 0 h 782102"/>
              <a:gd name="connsiteX25" fmla="*/ 659927 w 784141"/>
              <a:gd name="connsiteY25" fmla="*/ 0 h 782102"/>
              <a:gd name="connsiteX26" fmla="*/ 756813 w 784141"/>
              <a:gd name="connsiteY26" fmla="*/ 96925 h 782102"/>
              <a:gd name="connsiteX27" fmla="*/ 756813 w 784141"/>
              <a:gd name="connsiteY27" fmla="*/ 498269 h 782102"/>
              <a:gd name="connsiteX28" fmla="*/ 784142 w 784141"/>
              <a:gd name="connsiteY28" fmla="*/ 550299 h 782102"/>
              <a:gd name="connsiteX29" fmla="*/ 214826 w 784141"/>
              <a:gd name="connsiteY29" fmla="*/ 96925 h 782102"/>
              <a:gd name="connsiteX30" fmla="*/ 214826 w 784141"/>
              <a:gd name="connsiteY30" fmla="*/ 487094 h 782102"/>
              <a:gd name="connsiteX31" fmla="*/ 283089 w 784141"/>
              <a:gd name="connsiteY31" fmla="*/ 487094 h 782102"/>
              <a:gd name="connsiteX32" fmla="*/ 312339 w 784141"/>
              <a:gd name="connsiteY32" fmla="*/ 513521 h 782102"/>
              <a:gd name="connsiteX33" fmla="*/ 392051 w 784141"/>
              <a:gd name="connsiteY33" fmla="*/ 550338 h 782102"/>
              <a:gd name="connsiteX34" fmla="*/ 471763 w 784141"/>
              <a:gd name="connsiteY34" fmla="*/ 513521 h 782102"/>
              <a:gd name="connsiteX35" fmla="*/ 501013 w 784141"/>
              <a:gd name="connsiteY35" fmla="*/ 487094 h 782102"/>
              <a:gd name="connsiteX36" fmla="*/ 697882 w 784141"/>
              <a:gd name="connsiteY36" fmla="*/ 487094 h 782102"/>
              <a:gd name="connsiteX37" fmla="*/ 697882 w 784141"/>
              <a:gd name="connsiteY37" fmla="*/ 96925 h 782102"/>
              <a:gd name="connsiteX38" fmla="*/ 659810 w 784141"/>
              <a:gd name="connsiteY38" fmla="*/ 58814 h 782102"/>
              <a:gd name="connsiteX39" fmla="*/ 252898 w 784141"/>
              <a:gd name="connsiteY39" fmla="*/ 58814 h 782102"/>
              <a:gd name="connsiteX40" fmla="*/ 214826 w 784141"/>
              <a:gd name="connsiteY40" fmla="*/ 96925 h 782102"/>
              <a:gd name="connsiteX41" fmla="*/ 86181 w 784141"/>
              <a:gd name="connsiteY41" fmla="*/ 162247 h 782102"/>
              <a:gd name="connsiteX42" fmla="*/ 86181 w 784141"/>
              <a:gd name="connsiteY42" fmla="*/ 487094 h 782102"/>
              <a:gd name="connsiteX43" fmla="*/ 155974 w 784141"/>
              <a:gd name="connsiteY43" fmla="*/ 487094 h 782102"/>
              <a:gd name="connsiteX44" fmla="*/ 155974 w 784141"/>
              <a:gd name="connsiteY44" fmla="*/ 124214 h 782102"/>
              <a:gd name="connsiteX45" fmla="*/ 124214 w 784141"/>
              <a:gd name="connsiteY45" fmla="*/ 124214 h 782102"/>
              <a:gd name="connsiteX46" fmla="*/ 86181 w 784141"/>
              <a:gd name="connsiteY46" fmla="*/ 162247 h 782102"/>
              <a:gd name="connsiteX47" fmla="*/ 725328 w 784141"/>
              <a:gd name="connsiteY47" fmla="*/ 550299 h 782102"/>
              <a:gd name="connsiteX48" fmla="*/ 721055 w 784141"/>
              <a:gd name="connsiteY48" fmla="*/ 545947 h 782102"/>
              <a:gd name="connsiteX49" fmla="*/ 721015 w 784141"/>
              <a:gd name="connsiteY49" fmla="*/ 545947 h 782102"/>
              <a:gd name="connsiteX50" fmla="*/ 522343 w 784141"/>
              <a:gd name="connsiteY50" fmla="*/ 545947 h 782102"/>
              <a:gd name="connsiteX51" fmla="*/ 392090 w 784141"/>
              <a:gd name="connsiteY51" fmla="*/ 609191 h 782102"/>
              <a:gd name="connsiteX52" fmla="*/ 261760 w 784141"/>
              <a:gd name="connsiteY52" fmla="*/ 545947 h 782102"/>
              <a:gd name="connsiteX53" fmla="*/ 63127 w 784141"/>
              <a:gd name="connsiteY53" fmla="*/ 545947 h 782102"/>
              <a:gd name="connsiteX54" fmla="*/ 58813 w 784141"/>
              <a:gd name="connsiteY54" fmla="*/ 550260 h 782102"/>
              <a:gd name="connsiteX55" fmla="*/ 58814 w 784141"/>
              <a:gd name="connsiteY55" fmla="*/ 550299 h 782102"/>
              <a:gd name="connsiteX56" fmla="*/ 58814 w 784141"/>
              <a:gd name="connsiteY56" fmla="*/ 718976 h 782102"/>
              <a:gd name="connsiteX57" fmla="*/ 63127 w 784141"/>
              <a:gd name="connsiteY57" fmla="*/ 723289 h 782102"/>
              <a:gd name="connsiteX58" fmla="*/ 721015 w 784141"/>
              <a:gd name="connsiteY58" fmla="*/ 723289 h 782102"/>
              <a:gd name="connsiteX59" fmla="*/ 725328 w 784141"/>
              <a:gd name="connsiteY59" fmla="*/ 718976 h 782102"/>
              <a:gd name="connsiteX60" fmla="*/ 725328 w 784141"/>
              <a:gd name="connsiteY60" fmla="*/ 550299 h 782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84141" h="782102">
                <a:moveTo>
                  <a:pt x="311006" y="236078"/>
                </a:moveTo>
                <a:cubicBezTo>
                  <a:pt x="311006" y="219837"/>
                  <a:pt x="324172" y="206671"/>
                  <a:pt x="340413" y="206671"/>
                </a:cubicBezTo>
                <a:lnTo>
                  <a:pt x="572334" y="206671"/>
                </a:lnTo>
                <a:cubicBezTo>
                  <a:pt x="588575" y="206671"/>
                  <a:pt x="601741" y="219837"/>
                  <a:pt x="601741" y="236078"/>
                </a:cubicBezTo>
                <a:cubicBezTo>
                  <a:pt x="601741" y="252319"/>
                  <a:pt x="588575" y="265484"/>
                  <a:pt x="572334" y="265484"/>
                </a:cubicBezTo>
                <a:lnTo>
                  <a:pt x="340413" y="265484"/>
                </a:lnTo>
                <a:cubicBezTo>
                  <a:pt x="324172" y="265484"/>
                  <a:pt x="311006" y="252319"/>
                  <a:pt x="311006" y="236078"/>
                </a:cubicBezTo>
                <a:close/>
                <a:moveTo>
                  <a:pt x="340413" y="360370"/>
                </a:moveTo>
                <a:lnTo>
                  <a:pt x="572334" y="360370"/>
                </a:lnTo>
                <a:cubicBezTo>
                  <a:pt x="588575" y="360370"/>
                  <a:pt x="601741" y="347204"/>
                  <a:pt x="601741" y="330964"/>
                </a:cubicBezTo>
                <a:cubicBezTo>
                  <a:pt x="601741" y="314723"/>
                  <a:pt x="588575" y="301557"/>
                  <a:pt x="572334" y="301557"/>
                </a:cubicBezTo>
                <a:lnTo>
                  <a:pt x="340413" y="301557"/>
                </a:lnTo>
                <a:cubicBezTo>
                  <a:pt x="324172" y="301557"/>
                  <a:pt x="311006" y="314723"/>
                  <a:pt x="311006" y="330964"/>
                </a:cubicBezTo>
                <a:cubicBezTo>
                  <a:pt x="311006" y="347204"/>
                  <a:pt x="324172" y="360370"/>
                  <a:pt x="340413" y="360370"/>
                </a:cubicBezTo>
                <a:close/>
                <a:moveTo>
                  <a:pt x="784142" y="550299"/>
                </a:moveTo>
                <a:lnTo>
                  <a:pt x="784142" y="718976"/>
                </a:lnTo>
                <a:cubicBezTo>
                  <a:pt x="784142" y="753794"/>
                  <a:pt x="755794" y="782103"/>
                  <a:pt x="721015" y="782103"/>
                </a:cubicBezTo>
                <a:lnTo>
                  <a:pt x="63127" y="782103"/>
                </a:lnTo>
                <a:cubicBezTo>
                  <a:pt x="28309" y="782103"/>
                  <a:pt x="0" y="753755"/>
                  <a:pt x="0" y="718976"/>
                </a:cubicBezTo>
                <a:lnTo>
                  <a:pt x="0" y="550299"/>
                </a:lnTo>
                <a:cubicBezTo>
                  <a:pt x="0" y="528734"/>
                  <a:pt x="10900" y="509678"/>
                  <a:pt x="27407" y="498308"/>
                </a:cubicBezTo>
                <a:lnTo>
                  <a:pt x="27407" y="162247"/>
                </a:lnTo>
                <a:cubicBezTo>
                  <a:pt x="27472" y="108765"/>
                  <a:pt x="70811" y="65426"/>
                  <a:pt x="124293" y="65361"/>
                </a:cubicBezTo>
                <a:lnTo>
                  <a:pt x="161777" y="65361"/>
                </a:lnTo>
                <a:cubicBezTo>
                  <a:pt x="175134" y="26360"/>
                  <a:pt x="211751" y="117"/>
                  <a:pt x="252977" y="0"/>
                </a:cubicBezTo>
                <a:lnTo>
                  <a:pt x="659927" y="0"/>
                </a:lnTo>
                <a:cubicBezTo>
                  <a:pt x="713415" y="86"/>
                  <a:pt x="756748" y="43437"/>
                  <a:pt x="756813" y="96925"/>
                </a:cubicBezTo>
                <a:lnTo>
                  <a:pt x="756813" y="498269"/>
                </a:lnTo>
                <a:cubicBezTo>
                  <a:pt x="773281" y="509718"/>
                  <a:pt x="784142" y="528734"/>
                  <a:pt x="784142" y="550299"/>
                </a:cubicBezTo>
                <a:close/>
                <a:moveTo>
                  <a:pt x="214826" y="96925"/>
                </a:moveTo>
                <a:lnTo>
                  <a:pt x="214826" y="487094"/>
                </a:lnTo>
                <a:lnTo>
                  <a:pt x="283089" y="487094"/>
                </a:lnTo>
                <a:cubicBezTo>
                  <a:pt x="298174" y="487097"/>
                  <a:pt x="310811" y="498514"/>
                  <a:pt x="312339" y="513521"/>
                </a:cubicBezTo>
                <a:cubicBezTo>
                  <a:pt x="313908" y="528930"/>
                  <a:pt x="345000" y="550338"/>
                  <a:pt x="392051" y="550338"/>
                </a:cubicBezTo>
                <a:cubicBezTo>
                  <a:pt x="439102" y="550338"/>
                  <a:pt x="470195" y="528891"/>
                  <a:pt x="471763" y="513521"/>
                </a:cubicBezTo>
                <a:cubicBezTo>
                  <a:pt x="473292" y="498514"/>
                  <a:pt x="485928" y="487097"/>
                  <a:pt x="501013" y="487094"/>
                </a:cubicBezTo>
                <a:lnTo>
                  <a:pt x="697882" y="487094"/>
                </a:lnTo>
                <a:lnTo>
                  <a:pt x="697882" y="96925"/>
                </a:lnTo>
                <a:cubicBezTo>
                  <a:pt x="697860" y="75901"/>
                  <a:pt x="680834" y="58857"/>
                  <a:pt x="659810" y="58814"/>
                </a:cubicBezTo>
                <a:lnTo>
                  <a:pt x="252898" y="58814"/>
                </a:lnTo>
                <a:cubicBezTo>
                  <a:pt x="231883" y="58878"/>
                  <a:pt x="214869" y="75910"/>
                  <a:pt x="214826" y="96925"/>
                </a:cubicBezTo>
                <a:close/>
                <a:moveTo>
                  <a:pt x="86181" y="162247"/>
                </a:moveTo>
                <a:lnTo>
                  <a:pt x="86181" y="487094"/>
                </a:lnTo>
                <a:lnTo>
                  <a:pt x="155974" y="487094"/>
                </a:lnTo>
                <a:lnTo>
                  <a:pt x="155974" y="124214"/>
                </a:lnTo>
                <a:lnTo>
                  <a:pt x="124214" y="124214"/>
                </a:lnTo>
                <a:cubicBezTo>
                  <a:pt x="103227" y="124257"/>
                  <a:pt x="86225" y="141260"/>
                  <a:pt x="86181" y="162247"/>
                </a:cubicBezTo>
                <a:close/>
                <a:moveTo>
                  <a:pt x="725328" y="550299"/>
                </a:moveTo>
                <a:cubicBezTo>
                  <a:pt x="725350" y="547917"/>
                  <a:pt x="723436" y="545969"/>
                  <a:pt x="721055" y="545947"/>
                </a:cubicBezTo>
                <a:cubicBezTo>
                  <a:pt x="721041" y="545947"/>
                  <a:pt x="721028" y="545947"/>
                  <a:pt x="721015" y="545947"/>
                </a:cubicBezTo>
                <a:lnTo>
                  <a:pt x="522343" y="545947"/>
                </a:lnTo>
                <a:cubicBezTo>
                  <a:pt x="503091" y="583352"/>
                  <a:pt x="452316" y="609191"/>
                  <a:pt x="392090" y="609191"/>
                </a:cubicBezTo>
                <a:cubicBezTo>
                  <a:pt x="331865" y="609191"/>
                  <a:pt x="281090" y="583352"/>
                  <a:pt x="261760" y="545947"/>
                </a:cubicBezTo>
                <a:lnTo>
                  <a:pt x="63127" y="545947"/>
                </a:lnTo>
                <a:cubicBezTo>
                  <a:pt x="60745" y="545947"/>
                  <a:pt x="58813" y="547878"/>
                  <a:pt x="58813" y="550260"/>
                </a:cubicBezTo>
                <a:cubicBezTo>
                  <a:pt x="58813" y="550273"/>
                  <a:pt x="58813" y="550286"/>
                  <a:pt x="58814" y="550299"/>
                </a:cubicBezTo>
                <a:lnTo>
                  <a:pt x="58814" y="718976"/>
                </a:lnTo>
                <a:cubicBezTo>
                  <a:pt x="58814" y="721407"/>
                  <a:pt x="60696" y="723289"/>
                  <a:pt x="63127" y="723289"/>
                </a:cubicBezTo>
                <a:lnTo>
                  <a:pt x="721015" y="723289"/>
                </a:lnTo>
                <a:cubicBezTo>
                  <a:pt x="723397" y="723289"/>
                  <a:pt x="725328" y="721358"/>
                  <a:pt x="725328" y="718976"/>
                </a:cubicBezTo>
                <a:lnTo>
                  <a:pt x="725328" y="550299"/>
                </a:lnTo>
                <a:close/>
              </a:path>
            </a:pathLst>
          </a:custGeom>
          <a:solidFill>
            <a:schemeClr val="tx1"/>
          </a:solidFill>
          <a:ln w="837" cap="flat">
            <a:noFill/>
            <a:prstDash val="solid"/>
            <a:miter/>
          </a:ln>
        </p:spPr>
        <p:txBody>
          <a:bodyPr rtlCol="0" anchor="ctr"/>
          <a:lstStyle/>
          <a:p>
            <a:endParaRPr lang="zh-CN" altLang="en-US"/>
          </a:p>
        </p:txBody>
      </p:sp>
      <p:sp>
        <p:nvSpPr>
          <p:cNvPr id="85" name="文本框 84">
            <a:extLst>
              <a:ext uri="{FF2B5EF4-FFF2-40B4-BE49-F238E27FC236}">
                <a16:creationId xmlns:a16="http://schemas.microsoft.com/office/drawing/2014/main" id="{0C84B3CB-1E07-DB17-FD70-FCE8FDB03C4F}"/>
              </a:ext>
            </a:extLst>
          </p:cNvPr>
          <p:cNvSpPr txBox="1"/>
          <p:nvPr/>
        </p:nvSpPr>
        <p:spPr>
          <a:xfrm>
            <a:off x="1994857" y="5214730"/>
            <a:ext cx="543739" cy="307777"/>
          </a:xfrm>
          <a:prstGeom prst="rect">
            <a:avLst/>
          </a:prstGeom>
          <a:noFill/>
        </p:spPr>
        <p:txBody>
          <a:bodyPr wrap="none" rtlCol="0">
            <a:spAutoFit/>
          </a:bodyPr>
          <a:lstStyle/>
          <a:p>
            <a:pPr algn="ctr"/>
            <a:r>
              <a:rPr lang="zh-CN" altLang="en-US" sz="1400" b="1" dirty="0"/>
              <a:t>业务</a:t>
            </a:r>
          </a:p>
        </p:txBody>
      </p:sp>
      <p:sp>
        <p:nvSpPr>
          <p:cNvPr id="86" name="文本框 85">
            <a:extLst>
              <a:ext uri="{FF2B5EF4-FFF2-40B4-BE49-F238E27FC236}">
                <a16:creationId xmlns:a16="http://schemas.microsoft.com/office/drawing/2014/main" id="{92E4E05E-ECEF-F3E4-B4B0-CC973EB50834}"/>
              </a:ext>
            </a:extLst>
          </p:cNvPr>
          <p:cNvSpPr txBox="1"/>
          <p:nvPr/>
        </p:nvSpPr>
        <p:spPr>
          <a:xfrm>
            <a:off x="5824130" y="5540620"/>
            <a:ext cx="543739" cy="307777"/>
          </a:xfrm>
          <a:prstGeom prst="rect">
            <a:avLst/>
          </a:prstGeom>
          <a:noFill/>
        </p:spPr>
        <p:txBody>
          <a:bodyPr wrap="none" rtlCol="0">
            <a:spAutoFit/>
          </a:bodyPr>
          <a:lstStyle/>
          <a:p>
            <a:pPr algn="ctr"/>
            <a:r>
              <a:rPr lang="zh-CN" altLang="en-US" sz="1400" b="1" dirty="0"/>
              <a:t>门市</a:t>
            </a:r>
          </a:p>
        </p:txBody>
      </p:sp>
      <p:sp>
        <p:nvSpPr>
          <p:cNvPr id="87" name="文本框 86">
            <a:extLst>
              <a:ext uri="{FF2B5EF4-FFF2-40B4-BE49-F238E27FC236}">
                <a16:creationId xmlns:a16="http://schemas.microsoft.com/office/drawing/2014/main" id="{65BB3991-CA30-BBC6-49CD-DA76DD50908E}"/>
              </a:ext>
            </a:extLst>
          </p:cNvPr>
          <p:cNvSpPr txBox="1"/>
          <p:nvPr/>
        </p:nvSpPr>
        <p:spPr>
          <a:xfrm>
            <a:off x="9618374" y="5214730"/>
            <a:ext cx="543739" cy="307777"/>
          </a:xfrm>
          <a:prstGeom prst="rect">
            <a:avLst/>
          </a:prstGeom>
          <a:noFill/>
        </p:spPr>
        <p:txBody>
          <a:bodyPr wrap="none" rtlCol="0">
            <a:spAutoFit/>
          </a:bodyPr>
          <a:lstStyle/>
          <a:p>
            <a:pPr algn="ctr"/>
            <a:r>
              <a:rPr lang="zh-CN" altLang="en-US" sz="1400" b="1" dirty="0"/>
              <a:t>产品</a:t>
            </a:r>
          </a:p>
        </p:txBody>
      </p:sp>
      <p:sp>
        <p:nvSpPr>
          <p:cNvPr id="88" name="图形 18">
            <a:extLst>
              <a:ext uri="{FF2B5EF4-FFF2-40B4-BE49-F238E27FC236}">
                <a16:creationId xmlns:a16="http://schemas.microsoft.com/office/drawing/2014/main" id="{F755B547-FA6F-9FC3-4514-2E4C10C21994}"/>
              </a:ext>
            </a:extLst>
          </p:cNvPr>
          <p:cNvSpPr/>
          <p:nvPr/>
        </p:nvSpPr>
        <p:spPr>
          <a:xfrm>
            <a:off x="5971846" y="5277447"/>
            <a:ext cx="248306" cy="233692"/>
          </a:xfrm>
          <a:custGeom>
            <a:avLst/>
            <a:gdLst>
              <a:gd name="connsiteX0" fmla="*/ 221947 w 224015"/>
              <a:gd name="connsiteY0" fmla="*/ 64108 h 201063"/>
              <a:gd name="connsiteX1" fmla="*/ 221947 w 224015"/>
              <a:gd name="connsiteY1" fmla="*/ 64108 h 201063"/>
              <a:gd name="connsiteX2" fmla="*/ 221460 w 224015"/>
              <a:gd name="connsiteY2" fmla="*/ 62651 h 201063"/>
              <a:gd name="connsiteX3" fmla="*/ 202519 w 224015"/>
              <a:gd name="connsiteY3" fmla="*/ 15541 h 201063"/>
              <a:gd name="connsiteX4" fmla="*/ 178722 w 224015"/>
              <a:gd name="connsiteY4" fmla="*/ 0 h 201063"/>
              <a:gd name="connsiteX5" fmla="*/ 46623 w 224015"/>
              <a:gd name="connsiteY5" fmla="*/ 0 h 201063"/>
              <a:gd name="connsiteX6" fmla="*/ 23312 w 224015"/>
              <a:gd name="connsiteY6" fmla="*/ 15055 h 201063"/>
              <a:gd name="connsiteX7" fmla="*/ 2915 w 224015"/>
              <a:gd name="connsiteY7" fmla="*/ 63136 h 201063"/>
              <a:gd name="connsiteX8" fmla="*/ 2428 w 224015"/>
              <a:gd name="connsiteY8" fmla="*/ 64107 h 201063"/>
              <a:gd name="connsiteX9" fmla="*/ 0 w 224015"/>
              <a:gd name="connsiteY9" fmla="*/ 77706 h 201063"/>
              <a:gd name="connsiteX10" fmla="*/ 23312 w 224015"/>
              <a:gd name="connsiteY10" fmla="*/ 116558 h 201063"/>
              <a:gd name="connsiteX11" fmla="*/ 23312 w 224015"/>
              <a:gd name="connsiteY11" fmla="*/ 116558 h 201063"/>
              <a:gd name="connsiteX12" fmla="*/ 23312 w 224015"/>
              <a:gd name="connsiteY12" fmla="*/ 116558 h 201063"/>
              <a:gd name="connsiteX13" fmla="*/ 23312 w 224015"/>
              <a:gd name="connsiteY13" fmla="*/ 116558 h 201063"/>
              <a:gd name="connsiteX14" fmla="*/ 23312 w 224015"/>
              <a:gd name="connsiteY14" fmla="*/ 116558 h 201063"/>
              <a:gd name="connsiteX15" fmla="*/ 44195 w 224015"/>
              <a:gd name="connsiteY15" fmla="*/ 121415 h 201063"/>
              <a:gd name="connsiteX16" fmla="*/ 78191 w 224015"/>
              <a:gd name="connsiteY16" fmla="*/ 105387 h 201063"/>
              <a:gd name="connsiteX17" fmla="*/ 111702 w 224015"/>
              <a:gd name="connsiteY17" fmla="*/ 120929 h 201063"/>
              <a:gd name="connsiteX18" fmla="*/ 145213 w 224015"/>
              <a:gd name="connsiteY18" fmla="*/ 105387 h 201063"/>
              <a:gd name="connsiteX19" fmla="*/ 179209 w 224015"/>
              <a:gd name="connsiteY19" fmla="*/ 120929 h 201063"/>
              <a:gd name="connsiteX20" fmla="*/ 200578 w 224015"/>
              <a:gd name="connsiteY20" fmla="*/ 116073 h 201063"/>
              <a:gd name="connsiteX21" fmla="*/ 223889 w 224015"/>
              <a:gd name="connsiteY21" fmla="*/ 77219 h 201063"/>
              <a:gd name="connsiteX22" fmla="*/ 221947 w 224015"/>
              <a:gd name="connsiteY22" fmla="*/ 64108 h 201063"/>
              <a:gd name="connsiteX23" fmla="*/ 221947 w 224015"/>
              <a:gd name="connsiteY23" fmla="*/ 64108 h 201063"/>
              <a:gd name="connsiteX24" fmla="*/ 221947 w 224015"/>
              <a:gd name="connsiteY24" fmla="*/ 64108 h 201063"/>
              <a:gd name="connsiteX25" fmla="*/ 221947 w 224015"/>
              <a:gd name="connsiteY25" fmla="*/ 64108 h 201063"/>
              <a:gd name="connsiteX26" fmla="*/ 193292 w 224015"/>
              <a:gd name="connsiteY26" fmla="*/ 102475 h 201063"/>
              <a:gd name="connsiteX27" fmla="*/ 179693 w 224015"/>
              <a:gd name="connsiteY27" fmla="*/ 105388 h 201063"/>
              <a:gd name="connsiteX28" fmla="*/ 155896 w 224015"/>
              <a:gd name="connsiteY28" fmla="*/ 91790 h 201063"/>
              <a:gd name="connsiteX29" fmla="*/ 153953 w 224015"/>
              <a:gd name="connsiteY29" fmla="*/ 88390 h 201063"/>
              <a:gd name="connsiteX30" fmla="*/ 146184 w 224015"/>
              <a:gd name="connsiteY30" fmla="*/ 84990 h 201063"/>
              <a:gd name="connsiteX31" fmla="*/ 138413 w 224015"/>
              <a:gd name="connsiteY31" fmla="*/ 88390 h 201063"/>
              <a:gd name="connsiteX32" fmla="*/ 136470 w 224015"/>
              <a:gd name="connsiteY32" fmla="*/ 91790 h 201063"/>
              <a:gd name="connsiteX33" fmla="*/ 112673 w 224015"/>
              <a:gd name="connsiteY33" fmla="*/ 105388 h 201063"/>
              <a:gd name="connsiteX34" fmla="*/ 88876 w 224015"/>
              <a:gd name="connsiteY34" fmla="*/ 91790 h 201063"/>
              <a:gd name="connsiteX35" fmla="*/ 86933 w 224015"/>
              <a:gd name="connsiteY35" fmla="*/ 88877 h 201063"/>
              <a:gd name="connsiteX36" fmla="*/ 71392 w 224015"/>
              <a:gd name="connsiteY36" fmla="*/ 88391 h 201063"/>
              <a:gd name="connsiteX37" fmla="*/ 68963 w 224015"/>
              <a:gd name="connsiteY37" fmla="*/ 91790 h 201063"/>
              <a:gd name="connsiteX38" fmla="*/ 45166 w 224015"/>
              <a:gd name="connsiteY38" fmla="*/ 105388 h 201063"/>
              <a:gd name="connsiteX39" fmla="*/ 32053 w 224015"/>
              <a:gd name="connsiteY39" fmla="*/ 102475 h 201063"/>
              <a:gd name="connsiteX40" fmla="*/ 32053 w 224015"/>
              <a:gd name="connsiteY40" fmla="*/ 102475 h 201063"/>
              <a:gd name="connsiteX41" fmla="*/ 32053 w 224015"/>
              <a:gd name="connsiteY41" fmla="*/ 102475 h 201063"/>
              <a:gd name="connsiteX42" fmla="*/ 16998 w 224015"/>
              <a:gd name="connsiteY42" fmla="*/ 77707 h 201063"/>
              <a:gd name="connsiteX43" fmla="*/ 18455 w 224015"/>
              <a:gd name="connsiteY43" fmla="*/ 68479 h 201063"/>
              <a:gd name="connsiteX44" fmla="*/ 18455 w 224015"/>
              <a:gd name="connsiteY44" fmla="*/ 67993 h 201063"/>
              <a:gd name="connsiteX45" fmla="*/ 38367 w 224015"/>
              <a:gd name="connsiteY45" fmla="*/ 20885 h 201063"/>
              <a:gd name="connsiteX46" fmla="*/ 46138 w 224015"/>
              <a:gd name="connsiteY46" fmla="*/ 16028 h 201063"/>
              <a:gd name="connsiteX47" fmla="*/ 178722 w 224015"/>
              <a:gd name="connsiteY47" fmla="*/ 16028 h 201063"/>
              <a:gd name="connsiteX48" fmla="*/ 187464 w 224015"/>
              <a:gd name="connsiteY48" fmla="*/ 21370 h 201063"/>
              <a:gd name="connsiteX49" fmla="*/ 206405 w 224015"/>
              <a:gd name="connsiteY49" fmla="*/ 67993 h 201063"/>
              <a:gd name="connsiteX50" fmla="*/ 206405 w 224015"/>
              <a:gd name="connsiteY50" fmla="*/ 68965 h 201063"/>
              <a:gd name="connsiteX51" fmla="*/ 207862 w 224015"/>
              <a:gd name="connsiteY51" fmla="*/ 78192 h 201063"/>
              <a:gd name="connsiteX52" fmla="*/ 193292 w 224015"/>
              <a:gd name="connsiteY52" fmla="*/ 102475 h 201063"/>
              <a:gd name="connsiteX53" fmla="*/ 193292 w 224015"/>
              <a:gd name="connsiteY53" fmla="*/ 102475 h 201063"/>
              <a:gd name="connsiteX54" fmla="*/ 193292 w 224015"/>
              <a:gd name="connsiteY54" fmla="*/ 102475 h 201063"/>
              <a:gd name="connsiteX55" fmla="*/ 193292 w 224015"/>
              <a:gd name="connsiteY55" fmla="*/ 102475 h 201063"/>
              <a:gd name="connsiteX56" fmla="*/ 199606 w 224015"/>
              <a:gd name="connsiteY56" fmla="*/ 128700 h 201063"/>
              <a:gd name="connsiteX57" fmla="*/ 191351 w 224015"/>
              <a:gd name="connsiteY57" fmla="*/ 136956 h 201063"/>
              <a:gd name="connsiteX58" fmla="*/ 191351 w 224015"/>
              <a:gd name="connsiteY58" fmla="*/ 180665 h 201063"/>
              <a:gd name="connsiteX59" fmla="*/ 186979 w 224015"/>
              <a:gd name="connsiteY59" fmla="*/ 185037 h 201063"/>
              <a:gd name="connsiteX60" fmla="*/ 35453 w 224015"/>
              <a:gd name="connsiteY60" fmla="*/ 185037 h 201063"/>
              <a:gd name="connsiteX61" fmla="*/ 31083 w 224015"/>
              <a:gd name="connsiteY61" fmla="*/ 180665 h 201063"/>
              <a:gd name="connsiteX62" fmla="*/ 31083 w 224015"/>
              <a:gd name="connsiteY62" fmla="*/ 137442 h 201063"/>
              <a:gd name="connsiteX63" fmla="*/ 22826 w 224015"/>
              <a:gd name="connsiteY63" fmla="*/ 129185 h 201063"/>
              <a:gd name="connsiteX64" fmla="*/ 22826 w 224015"/>
              <a:gd name="connsiteY64" fmla="*/ 129185 h 201063"/>
              <a:gd name="connsiteX65" fmla="*/ 14570 w 224015"/>
              <a:gd name="connsiteY65" fmla="*/ 137442 h 201063"/>
              <a:gd name="connsiteX66" fmla="*/ 14570 w 224015"/>
              <a:gd name="connsiteY66" fmla="*/ 180665 h 201063"/>
              <a:gd name="connsiteX67" fmla="*/ 34968 w 224015"/>
              <a:gd name="connsiteY67" fmla="*/ 201063 h 201063"/>
              <a:gd name="connsiteX68" fmla="*/ 186493 w 224015"/>
              <a:gd name="connsiteY68" fmla="*/ 201063 h 201063"/>
              <a:gd name="connsiteX69" fmla="*/ 206891 w 224015"/>
              <a:gd name="connsiteY69" fmla="*/ 180180 h 201063"/>
              <a:gd name="connsiteX70" fmla="*/ 206891 w 224015"/>
              <a:gd name="connsiteY70" fmla="*/ 136471 h 201063"/>
              <a:gd name="connsiteX71" fmla="*/ 199606 w 224015"/>
              <a:gd name="connsiteY71" fmla="*/ 128700 h 201063"/>
              <a:gd name="connsiteX72" fmla="*/ 199606 w 224015"/>
              <a:gd name="connsiteY72" fmla="*/ 128700 h 201063"/>
              <a:gd name="connsiteX73" fmla="*/ 199606 w 224015"/>
              <a:gd name="connsiteY73" fmla="*/ 128700 h 201063"/>
              <a:gd name="connsiteX74" fmla="*/ 199606 w 224015"/>
              <a:gd name="connsiteY74" fmla="*/ 128700 h 201063"/>
              <a:gd name="connsiteX75" fmla="*/ 175323 w 224015"/>
              <a:gd name="connsiteY75" fmla="*/ 71879 h 201063"/>
              <a:gd name="connsiteX76" fmla="*/ 46623 w 224015"/>
              <a:gd name="connsiteY76" fmla="*/ 71879 h 201063"/>
              <a:gd name="connsiteX77" fmla="*/ 38367 w 224015"/>
              <a:gd name="connsiteY77" fmla="*/ 63621 h 201063"/>
              <a:gd name="connsiteX78" fmla="*/ 46623 w 224015"/>
              <a:gd name="connsiteY78" fmla="*/ 55366 h 201063"/>
              <a:gd name="connsiteX79" fmla="*/ 175322 w 224015"/>
              <a:gd name="connsiteY79" fmla="*/ 55366 h 201063"/>
              <a:gd name="connsiteX80" fmla="*/ 183579 w 224015"/>
              <a:gd name="connsiteY80" fmla="*/ 63621 h 201063"/>
              <a:gd name="connsiteX81" fmla="*/ 175323 w 224015"/>
              <a:gd name="connsiteY81" fmla="*/ 71879 h 201063"/>
              <a:gd name="connsiteX82" fmla="*/ 175323 w 224015"/>
              <a:gd name="connsiteY82" fmla="*/ 71879 h 201063"/>
              <a:gd name="connsiteX83" fmla="*/ 175323 w 224015"/>
              <a:gd name="connsiteY83" fmla="*/ 71879 h 201063"/>
              <a:gd name="connsiteX84" fmla="*/ 175323 w 224015"/>
              <a:gd name="connsiteY84" fmla="*/ 71879 h 201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24015" h="201063">
                <a:moveTo>
                  <a:pt x="221947" y="64108"/>
                </a:moveTo>
                <a:lnTo>
                  <a:pt x="221947" y="64108"/>
                </a:lnTo>
                <a:cubicBezTo>
                  <a:pt x="221947" y="63136"/>
                  <a:pt x="221460" y="62651"/>
                  <a:pt x="221460" y="62651"/>
                </a:cubicBezTo>
                <a:lnTo>
                  <a:pt x="202519" y="15541"/>
                </a:lnTo>
                <a:cubicBezTo>
                  <a:pt x="199120" y="5828"/>
                  <a:pt x="189892" y="0"/>
                  <a:pt x="178722" y="0"/>
                </a:cubicBezTo>
                <a:lnTo>
                  <a:pt x="46623" y="0"/>
                </a:lnTo>
                <a:cubicBezTo>
                  <a:pt x="35453" y="0"/>
                  <a:pt x="26712" y="5828"/>
                  <a:pt x="23312" y="15055"/>
                </a:cubicBezTo>
                <a:lnTo>
                  <a:pt x="2915" y="63136"/>
                </a:lnTo>
                <a:cubicBezTo>
                  <a:pt x="2915" y="63621"/>
                  <a:pt x="2915" y="63621"/>
                  <a:pt x="2428" y="64107"/>
                </a:cubicBezTo>
                <a:cubicBezTo>
                  <a:pt x="971" y="68478"/>
                  <a:pt x="0" y="73335"/>
                  <a:pt x="0" y="77706"/>
                </a:cubicBezTo>
                <a:cubicBezTo>
                  <a:pt x="0" y="94217"/>
                  <a:pt x="9227" y="109273"/>
                  <a:pt x="23312" y="116558"/>
                </a:cubicBezTo>
                <a:lnTo>
                  <a:pt x="23312" y="116558"/>
                </a:lnTo>
                <a:lnTo>
                  <a:pt x="23312" y="116558"/>
                </a:lnTo>
                <a:lnTo>
                  <a:pt x="23312" y="116558"/>
                </a:lnTo>
                <a:lnTo>
                  <a:pt x="23312" y="116558"/>
                </a:lnTo>
                <a:cubicBezTo>
                  <a:pt x="29140" y="119957"/>
                  <a:pt x="36424" y="121415"/>
                  <a:pt x="44195" y="121415"/>
                </a:cubicBezTo>
                <a:cubicBezTo>
                  <a:pt x="57308" y="121415"/>
                  <a:pt x="69450" y="115586"/>
                  <a:pt x="78191" y="105387"/>
                </a:cubicBezTo>
                <a:cubicBezTo>
                  <a:pt x="86448" y="115101"/>
                  <a:pt x="98589" y="120929"/>
                  <a:pt x="111702" y="120929"/>
                </a:cubicBezTo>
                <a:cubicBezTo>
                  <a:pt x="124815" y="120929"/>
                  <a:pt x="136955" y="115101"/>
                  <a:pt x="145213" y="105387"/>
                </a:cubicBezTo>
                <a:cubicBezTo>
                  <a:pt x="153468" y="115101"/>
                  <a:pt x="165610" y="120929"/>
                  <a:pt x="179209" y="120929"/>
                </a:cubicBezTo>
                <a:cubicBezTo>
                  <a:pt x="187465" y="120929"/>
                  <a:pt x="194264" y="118986"/>
                  <a:pt x="200578" y="116073"/>
                </a:cubicBezTo>
                <a:cubicBezTo>
                  <a:pt x="214661" y="108302"/>
                  <a:pt x="223889" y="93247"/>
                  <a:pt x="223889" y="77219"/>
                </a:cubicBezTo>
                <a:cubicBezTo>
                  <a:pt x="224375" y="73335"/>
                  <a:pt x="223403" y="68479"/>
                  <a:pt x="221947" y="64108"/>
                </a:cubicBezTo>
                <a:lnTo>
                  <a:pt x="221947" y="64108"/>
                </a:lnTo>
                <a:lnTo>
                  <a:pt x="221947" y="64108"/>
                </a:lnTo>
                <a:lnTo>
                  <a:pt x="221947" y="64108"/>
                </a:lnTo>
                <a:close/>
                <a:moveTo>
                  <a:pt x="193292" y="102475"/>
                </a:moveTo>
                <a:cubicBezTo>
                  <a:pt x="189407" y="104418"/>
                  <a:pt x="185036" y="105388"/>
                  <a:pt x="179693" y="105388"/>
                </a:cubicBezTo>
                <a:cubicBezTo>
                  <a:pt x="169981" y="105388"/>
                  <a:pt x="160752" y="100532"/>
                  <a:pt x="155896" y="91790"/>
                </a:cubicBezTo>
                <a:cubicBezTo>
                  <a:pt x="155411" y="90818"/>
                  <a:pt x="154925" y="89848"/>
                  <a:pt x="153953" y="88390"/>
                </a:cubicBezTo>
                <a:cubicBezTo>
                  <a:pt x="152497" y="86934"/>
                  <a:pt x="150068" y="84990"/>
                  <a:pt x="146184" y="84990"/>
                </a:cubicBezTo>
                <a:cubicBezTo>
                  <a:pt x="142784" y="84990"/>
                  <a:pt x="139870" y="86448"/>
                  <a:pt x="138413" y="88390"/>
                </a:cubicBezTo>
                <a:cubicBezTo>
                  <a:pt x="137442" y="89848"/>
                  <a:pt x="136955" y="90818"/>
                  <a:pt x="136470" y="91790"/>
                </a:cubicBezTo>
                <a:cubicBezTo>
                  <a:pt x="131128" y="100047"/>
                  <a:pt x="122385" y="105388"/>
                  <a:pt x="112673" y="105388"/>
                </a:cubicBezTo>
                <a:cubicBezTo>
                  <a:pt x="102960" y="105388"/>
                  <a:pt x="94218" y="100532"/>
                  <a:pt x="88876" y="91790"/>
                </a:cubicBezTo>
                <a:cubicBezTo>
                  <a:pt x="88390" y="90818"/>
                  <a:pt x="87904" y="89848"/>
                  <a:pt x="86933" y="88877"/>
                </a:cubicBezTo>
                <a:cubicBezTo>
                  <a:pt x="83048" y="84506"/>
                  <a:pt x="74791" y="84506"/>
                  <a:pt x="71392" y="88391"/>
                </a:cubicBezTo>
                <a:cubicBezTo>
                  <a:pt x="69935" y="89849"/>
                  <a:pt x="69450" y="90819"/>
                  <a:pt x="68963" y="91790"/>
                </a:cubicBezTo>
                <a:cubicBezTo>
                  <a:pt x="63621" y="100047"/>
                  <a:pt x="54880" y="104903"/>
                  <a:pt x="45166" y="105388"/>
                </a:cubicBezTo>
                <a:cubicBezTo>
                  <a:pt x="39824" y="105388"/>
                  <a:pt x="35453" y="104418"/>
                  <a:pt x="32053" y="102475"/>
                </a:cubicBezTo>
                <a:lnTo>
                  <a:pt x="32053" y="102475"/>
                </a:lnTo>
                <a:lnTo>
                  <a:pt x="32053" y="102475"/>
                </a:lnTo>
                <a:cubicBezTo>
                  <a:pt x="22826" y="97619"/>
                  <a:pt x="16998" y="87905"/>
                  <a:pt x="16998" y="77707"/>
                </a:cubicBezTo>
                <a:cubicBezTo>
                  <a:pt x="16998" y="74792"/>
                  <a:pt x="17483" y="71393"/>
                  <a:pt x="18455" y="68479"/>
                </a:cubicBezTo>
                <a:lnTo>
                  <a:pt x="18455" y="67993"/>
                </a:lnTo>
                <a:lnTo>
                  <a:pt x="38367" y="20885"/>
                </a:lnTo>
                <a:cubicBezTo>
                  <a:pt x="38852" y="19913"/>
                  <a:pt x="39824" y="16028"/>
                  <a:pt x="46138" y="16028"/>
                </a:cubicBezTo>
                <a:lnTo>
                  <a:pt x="178722" y="16028"/>
                </a:lnTo>
                <a:cubicBezTo>
                  <a:pt x="181151" y="16028"/>
                  <a:pt x="185521" y="16514"/>
                  <a:pt x="187464" y="21370"/>
                </a:cubicBezTo>
                <a:lnTo>
                  <a:pt x="206405" y="67993"/>
                </a:lnTo>
                <a:lnTo>
                  <a:pt x="206405" y="68965"/>
                </a:lnTo>
                <a:cubicBezTo>
                  <a:pt x="207376" y="71879"/>
                  <a:pt x="207862" y="75279"/>
                  <a:pt x="207862" y="78192"/>
                </a:cubicBezTo>
                <a:cubicBezTo>
                  <a:pt x="207862" y="88390"/>
                  <a:pt x="202519" y="97619"/>
                  <a:pt x="193292" y="102475"/>
                </a:cubicBezTo>
                <a:lnTo>
                  <a:pt x="193292" y="102475"/>
                </a:lnTo>
                <a:lnTo>
                  <a:pt x="193292" y="102475"/>
                </a:lnTo>
                <a:lnTo>
                  <a:pt x="193292" y="102475"/>
                </a:lnTo>
                <a:close/>
                <a:moveTo>
                  <a:pt x="199606" y="128700"/>
                </a:moveTo>
                <a:cubicBezTo>
                  <a:pt x="195235" y="128700"/>
                  <a:pt x="191351" y="132100"/>
                  <a:pt x="191351" y="136956"/>
                </a:cubicBezTo>
                <a:lnTo>
                  <a:pt x="191351" y="180665"/>
                </a:lnTo>
                <a:cubicBezTo>
                  <a:pt x="191351" y="183094"/>
                  <a:pt x="189408" y="185037"/>
                  <a:pt x="186979" y="185037"/>
                </a:cubicBezTo>
                <a:lnTo>
                  <a:pt x="35453" y="185037"/>
                </a:lnTo>
                <a:cubicBezTo>
                  <a:pt x="33024" y="185037"/>
                  <a:pt x="31083" y="183094"/>
                  <a:pt x="31083" y="180665"/>
                </a:cubicBezTo>
                <a:lnTo>
                  <a:pt x="31083" y="137442"/>
                </a:lnTo>
                <a:cubicBezTo>
                  <a:pt x="31083" y="133071"/>
                  <a:pt x="27683" y="129185"/>
                  <a:pt x="22826" y="129185"/>
                </a:cubicBezTo>
                <a:lnTo>
                  <a:pt x="22826" y="129185"/>
                </a:lnTo>
                <a:cubicBezTo>
                  <a:pt x="18455" y="129185"/>
                  <a:pt x="14570" y="132585"/>
                  <a:pt x="14570" y="137442"/>
                </a:cubicBezTo>
                <a:lnTo>
                  <a:pt x="14570" y="180665"/>
                </a:lnTo>
                <a:cubicBezTo>
                  <a:pt x="14570" y="191836"/>
                  <a:pt x="23797" y="201063"/>
                  <a:pt x="34968" y="201063"/>
                </a:cubicBezTo>
                <a:lnTo>
                  <a:pt x="186493" y="201063"/>
                </a:lnTo>
                <a:cubicBezTo>
                  <a:pt x="197664" y="201063"/>
                  <a:pt x="206891" y="191836"/>
                  <a:pt x="206891" y="180180"/>
                </a:cubicBezTo>
                <a:lnTo>
                  <a:pt x="206891" y="136471"/>
                </a:lnTo>
                <a:cubicBezTo>
                  <a:pt x="207377" y="132100"/>
                  <a:pt x="203977" y="128700"/>
                  <a:pt x="199606" y="128700"/>
                </a:cubicBezTo>
                <a:lnTo>
                  <a:pt x="199606" y="128700"/>
                </a:lnTo>
                <a:lnTo>
                  <a:pt x="199606" y="128700"/>
                </a:lnTo>
                <a:lnTo>
                  <a:pt x="199606" y="128700"/>
                </a:lnTo>
                <a:close/>
                <a:moveTo>
                  <a:pt x="175323" y="71879"/>
                </a:moveTo>
                <a:lnTo>
                  <a:pt x="46623" y="71879"/>
                </a:lnTo>
                <a:cubicBezTo>
                  <a:pt x="42252" y="71879"/>
                  <a:pt x="38367" y="68479"/>
                  <a:pt x="38367" y="63621"/>
                </a:cubicBezTo>
                <a:cubicBezTo>
                  <a:pt x="38367" y="59251"/>
                  <a:pt x="41766" y="55366"/>
                  <a:pt x="46623" y="55366"/>
                </a:cubicBezTo>
                <a:lnTo>
                  <a:pt x="175322" y="55366"/>
                </a:lnTo>
                <a:cubicBezTo>
                  <a:pt x="179693" y="55366"/>
                  <a:pt x="183579" y="58765"/>
                  <a:pt x="183579" y="63621"/>
                </a:cubicBezTo>
                <a:cubicBezTo>
                  <a:pt x="183580" y="68479"/>
                  <a:pt x="179694" y="71879"/>
                  <a:pt x="175323" y="71879"/>
                </a:cubicBezTo>
                <a:lnTo>
                  <a:pt x="175323" y="71879"/>
                </a:lnTo>
                <a:lnTo>
                  <a:pt x="175323" y="71879"/>
                </a:lnTo>
                <a:lnTo>
                  <a:pt x="175323" y="71879"/>
                </a:lnTo>
                <a:close/>
              </a:path>
            </a:pathLst>
          </a:custGeom>
          <a:solidFill>
            <a:schemeClr val="tx1"/>
          </a:solidFill>
          <a:ln w="3175" cap="flat">
            <a:solidFill>
              <a:schemeClr val="tx1"/>
            </a:solidFill>
            <a:prstDash val="solid"/>
            <a:miter/>
          </a:ln>
        </p:spPr>
        <p:txBody>
          <a:bodyPr rtlCol="0" anchor="ctr"/>
          <a:lstStyle/>
          <a:p>
            <a:endParaRPr lang="zh-CN" altLang="en-US"/>
          </a:p>
        </p:txBody>
      </p:sp>
      <p:sp>
        <p:nvSpPr>
          <p:cNvPr id="89" name="图形 21">
            <a:extLst>
              <a:ext uri="{FF2B5EF4-FFF2-40B4-BE49-F238E27FC236}">
                <a16:creationId xmlns:a16="http://schemas.microsoft.com/office/drawing/2014/main" id="{36F58033-ABB2-3F6B-123A-CBBEAB8227EA}"/>
              </a:ext>
            </a:extLst>
          </p:cNvPr>
          <p:cNvSpPr/>
          <p:nvPr/>
        </p:nvSpPr>
        <p:spPr>
          <a:xfrm>
            <a:off x="9775157" y="4941433"/>
            <a:ext cx="240382" cy="264068"/>
          </a:xfrm>
          <a:custGeom>
            <a:avLst/>
            <a:gdLst>
              <a:gd name="connsiteX0" fmla="*/ 186960 w 204487"/>
              <a:gd name="connsiteY0" fmla="*/ 65728 h 232239"/>
              <a:gd name="connsiteX1" fmla="*/ 191342 w 204487"/>
              <a:gd name="connsiteY1" fmla="*/ 61346 h 232239"/>
              <a:gd name="connsiteX2" fmla="*/ 192802 w 204487"/>
              <a:gd name="connsiteY2" fmla="*/ 52582 h 232239"/>
              <a:gd name="connsiteX3" fmla="*/ 186960 w 204487"/>
              <a:gd name="connsiteY3" fmla="*/ 45279 h 232239"/>
              <a:gd name="connsiteX4" fmla="*/ 115389 w 204487"/>
              <a:gd name="connsiteY4" fmla="*/ 4382 h 232239"/>
              <a:gd name="connsiteX5" fmla="*/ 86177 w 204487"/>
              <a:gd name="connsiteY5" fmla="*/ 4382 h 232239"/>
              <a:gd name="connsiteX6" fmla="*/ 16067 w 204487"/>
              <a:gd name="connsiteY6" fmla="*/ 45279 h 232239"/>
              <a:gd name="connsiteX7" fmla="*/ 11685 w 204487"/>
              <a:gd name="connsiteY7" fmla="*/ 49661 h 232239"/>
              <a:gd name="connsiteX8" fmla="*/ 10224 w 204487"/>
              <a:gd name="connsiteY8" fmla="*/ 58425 h 232239"/>
              <a:gd name="connsiteX9" fmla="*/ 16067 w 204487"/>
              <a:gd name="connsiteY9" fmla="*/ 65728 h 232239"/>
              <a:gd name="connsiteX10" fmla="*/ 87637 w 204487"/>
              <a:gd name="connsiteY10" fmla="*/ 106626 h 232239"/>
              <a:gd name="connsiteX11" fmla="*/ 102244 w 204487"/>
              <a:gd name="connsiteY11" fmla="*/ 111007 h 232239"/>
              <a:gd name="connsiteX12" fmla="*/ 116850 w 204487"/>
              <a:gd name="connsiteY12" fmla="*/ 106626 h 232239"/>
              <a:gd name="connsiteX13" fmla="*/ 186960 w 204487"/>
              <a:gd name="connsiteY13" fmla="*/ 65728 h 232239"/>
              <a:gd name="connsiteX14" fmla="*/ 93480 w 204487"/>
              <a:gd name="connsiteY14" fmla="*/ 93480 h 232239"/>
              <a:gd name="connsiteX15" fmla="*/ 27752 w 204487"/>
              <a:gd name="connsiteY15" fmla="*/ 55504 h 232239"/>
              <a:gd name="connsiteX16" fmla="*/ 94941 w 204487"/>
              <a:gd name="connsiteY16" fmla="*/ 17527 h 232239"/>
              <a:gd name="connsiteX17" fmla="*/ 109547 w 204487"/>
              <a:gd name="connsiteY17" fmla="*/ 17527 h 232239"/>
              <a:gd name="connsiteX18" fmla="*/ 175275 w 204487"/>
              <a:gd name="connsiteY18" fmla="*/ 55504 h 232239"/>
              <a:gd name="connsiteX19" fmla="*/ 108086 w 204487"/>
              <a:gd name="connsiteY19" fmla="*/ 93480 h 232239"/>
              <a:gd name="connsiteX20" fmla="*/ 93480 w 204487"/>
              <a:gd name="connsiteY20" fmla="*/ 93480 h 232239"/>
              <a:gd name="connsiteX21" fmla="*/ 80334 w 204487"/>
              <a:gd name="connsiteY21" fmla="*/ 118311 h 232239"/>
              <a:gd name="connsiteX22" fmla="*/ 21909 w 204487"/>
              <a:gd name="connsiteY22" fmla="*/ 84716 h 232239"/>
              <a:gd name="connsiteX23" fmla="*/ 14606 w 204487"/>
              <a:gd name="connsiteY23" fmla="*/ 83256 h 232239"/>
              <a:gd name="connsiteX24" fmla="*/ 0 w 204487"/>
              <a:gd name="connsiteY24" fmla="*/ 97862 h 232239"/>
              <a:gd name="connsiteX25" fmla="*/ 0 w 204487"/>
              <a:gd name="connsiteY25" fmla="*/ 172354 h 232239"/>
              <a:gd name="connsiteX26" fmla="*/ 14606 w 204487"/>
              <a:gd name="connsiteY26" fmla="*/ 197184 h 232239"/>
              <a:gd name="connsiteX27" fmla="*/ 73031 w 204487"/>
              <a:gd name="connsiteY27" fmla="*/ 230779 h 232239"/>
              <a:gd name="connsiteX28" fmla="*/ 80334 w 204487"/>
              <a:gd name="connsiteY28" fmla="*/ 232239 h 232239"/>
              <a:gd name="connsiteX29" fmla="*/ 94941 w 204487"/>
              <a:gd name="connsiteY29" fmla="*/ 217633 h 232239"/>
              <a:gd name="connsiteX30" fmla="*/ 94941 w 204487"/>
              <a:gd name="connsiteY30" fmla="*/ 143141 h 232239"/>
              <a:gd name="connsiteX31" fmla="*/ 80334 w 204487"/>
              <a:gd name="connsiteY31" fmla="*/ 118311 h 232239"/>
              <a:gd name="connsiteX32" fmla="*/ 80334 w 204487"/>
              <a:gd name="connsiteY32" fmla="*/ 219094 h 232239"/>
              <a:gd name="connsiteX33" fmla="*/ 21909 w 204487"/>
              <a:gd name="connsiteY33" fmla="*/ 185499 h 232239"/>
              <a:gd name="connsiteX34" fmla="*/ 14606 w 204487"/>
              <a:gd name="connsiteY34" fmla="*/ 172354 h 232239"/>
              <a:gd name="connsiteX35" fmla="*/ 14606 w 204487"/>
              <a:gd name="connsiteY35" fmla="*/ 97862 h 232239"/>
              <a:gd name="connsiteX36" fmla="*/ 17527 w 204487"/>
              <a:gd name="connsiteY36" fmla="*/ 92019 h 232239"/>
              <a:gd name="connsiteX37" fmla="*/ 14606 w 204487"/>
              <a:gd name="connsiteY37" fmla="*/ 97862 h 232239"/>
              <a:gd name="connsiteX38" fmla="*/ 73031 w 204487"/>
              <a:gd name="connsiteY38" fmla="*/ 131456 h 232239"/>
              <a:gd name="connsiteX39" fmla="*/ 80334 w 204487"/>
              <a:gd name="connsiteY39" fmla="*/ 144602 h 232239"/>
              <a:gd name="connsiteX40" fmla="*/ 80334 w 204487"/>
              <a:gd name="connsiteY40" fmla="*/ 219094 h 232239"/>
              <a:gd name="connsiteX41" fmla="*/ 189881 w 204487"/>
              <a:gd name="connsiteY41" fmla="*/ 83256 h 232239"/>
              <a:gd name="connsiteX42" fmla="*/ 182578 w 204487"/>
              <a:gd name="connsiteY42" fmla="*/ 84716 h 232239"/>
              <a:gd name="connsiteX43" fmla="*/ 124153 w 204487"/>
              <a:gd name="connsiteY43" fmla="*/ 118311 h 232239"/>
              <a:gd name="connsiteX44" fmla="*/ 109547 w 204487"/>
              <a:gd name="connsiteY44" fmla="*/ 143141 h 232239"/>
              <a:gd name="connsiteX45" fmla="*/ 109547 w 204487"/>
              <a:gd name="connsiteY45" fmla="*/ 217633 h 232239"/>
              <a:gd name="connsiteX46" fmla="*/ 124153 w 204487"/>
              <a:gd name="connsiteY46" fmla="*/ 232239 h 232239"/>
              <a:gd name="connsiteX47" fmla="*/ 131456 w 204487"/>
              <a:gd name="connsiteY47" fmla="*/ 230779 h 232239"/>
              <a:gd name="connsiteX48" fmla="*/ 189881 w 204487"/>
              <a:gd name="connsiteY48" fmla="*/ 197184 h 232239"/>
              <a:gd name="connsiteX49" fmla="*/ 204487 w 204487"/>
              <a:gd name="connsiteY49" fmla="*/ 172354 h 232239"/>
              <a:gd name="connsiteX50" fmla="*/ 204487 w 204487"/>
              <a:gd name="connsiteY50" fmla="*/ 97862 h 232239"/>
              <a:gd name="connsiteX51" fmla="*/ 189881 w 204487"/>
              <a:gd name="connsiteY51" fmla="*/ 83256 h 232239"/>
              <a:gd name="connsiteX52" fmla="*/ 189881 w 204487"/>
              <a:gd name="connsiteY52" fmla="*/ 172354 h 232239"/>
              <a:gd name="connsiteX53" fmla="*/ 182578 w 204487"/>
              <a:gd name="connsiteY53" fmla="*/ 185499 h 232239"/>
              <a:gd name="connsiteX54" fmla="*/ 124153 w 204487"/>
              <a:gd name="connsiteY54" fmla="*/ 219094 h 232239"/>
              <a:gd name="connsiteX55" fmla="*/ 124153 w 204487"/>
              <a:gd name="connsiteY55" fmla="*/ 144602 h 232239"/>
              <a:gd name="connsiteX56" fmla="*/ 131456 w 204487"/>
              <a:gd name="connsiteY56" fmla="*/ 131456 h 232239"/>
              <a:gd name="connsiteX57" fmla="*/ 189881 w 204487"/>
              <a:gd name="connsiteY57" fmla="*/ 97862 h 232239"/>
              <a:gd name="connsiteX58" fmla="*/ 189881 w 204487"/>
              <a:gd name="connsiteY58" fmla="*/ 172354 h 23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04487" h="232239">
                <a:moveTo>
                  <a:pt x="186960" y="65728"/>
                </a:moveTo>
                <a:lnTo>
                  <a:pt x="191342" y="61346"/>
                </a:lnTo>
                <a:cubicBezTo>
                  <a:pt x="192802" y="58425"/>
                  <a:pt x="192802" y="55504"/>
                  <a:pt x="192802" y="52582"/>
                </a:cubicBezTo>
                <a:cubicBezTo>
                  <a:pt x="191342" y="49661"/>
                  <a:pt x="189881" y="46740"/>
                  <a:pt x="186960" y="45279"/>
                </a:cubicBezTo>
                <a:lnTo>
                  <a:pt x="115389" y="4382"/>
                </a:lnTo>
                <a:cubicBezTo>
                  <a:pt x="106626" y="-1461"/>
                  <a:pt x="94941" y="-1461"/>
                  <a:pt x="86177" y="4382"/>
                </a:cubicBezTo>
                <a:lnTo>
                  <a:pt x="16067" y="45279"/>
                </a:lnTo>
                <a:cubicBezTo>
                  <a:pt x="13146" y="45279"/>
                  <a:pt x="11685" y="46740"/>
                  <a:pt x="11685" y="49661"/>
                </a:cubicBezTo>
                <a:cubicBezTo>
                  <a:pt x="10224" y="52582"/>
                  <a:pt x="8764" y="55504"/>
                  <a:pt x="10224" y="58425"/>
                </a:cubicBezTo>
                <a:cubicBezTo>
                  <a:pt x="11685" y="61346"/>
                  <a:pt x="13146" y="64267"/>
                  <a:pt x="16067" y="65728"/>
                </a:cubicBezTo>
                <a:lnTo>
                  <a:pt x="87637" y="106626"/>
                </a:lnTo>
                <a:cubicBezTo>
                  <a:pt x="92019" y="109547"/>
                  <a:pt x="97862" y="111007"/>
                  <a:pt x="102244" y="111007"/>
                </a:cubicBezTo>
                <a:cubicBezTo>
                  <a:pt x="106626" y="111007"/>
                  <a:pt x="112468" y="109547"/>
                  <a:pt x="116850" y="106626"/>
                </a:cubicBezTo>
                <a:lnTo>
                  <a:pt x="186960" y="65728"/>
                </a:lnTo>
                <a:close/>
                <a:moveTo>
                  <a:pt x="93480" y="93480"/>
                </a:moveTo>
                <a:lnTo>
                  <a:pt x="27752" y="55504"/>
                </a:lnTo>
                <a:lnTo>
                  <a:pt x="94941" y="17527"/>
                </a:lnTo>
                <a:cubicBezTo>
                  <a:pt x="99322" y="14606"/>
                  <a:pt x="105165" y="14606"/>
                  <a:pt x="109547" y="17527"/>
                </a:cubicBezTo>
                <a:lnTo>
                  <a:pt x="175275" y="55504"/>
                </a:lnTo>
                <a:lnTo>
                  <a:pt x="108086" y="93480"/>
                </a:lnTo>
                <a:cubicBezTo>
                  <a:pt x="103704" y="96401"/>
                  <a:pt x="97862" y="96401"/>
                  <a:pt x="93480" y="93480"/>
                </a:cubicBezTo>
                <a:close/>
                <a:moveTo>
                  <a:pt x="80334" y="118311"/>
                </a:moveTo>
                <a:lnTo>
                  <a:pt x="21909" y="84716"/>
                </a:lnTo>
                <a:cubicBezTo>
                  <a:pt x="18988" y="84716"/>
                  <a:pt x="17527" y="83256"/>
                  <a:pt x="14606" y="83256"/>
                </a:cubicBezTo>
                <a:cubicBezTo>
                  <a:pt x="5842" y="83256"/>
                  <a:pt x="0" y="90559"/>
                  <a:pt x="0" y="97862"/>
                </a:cubicBezTo>
                <a:lnTo>
                  <a:pt x="0" y="172354"/>
                </a:lnTo>
                <a:cubicBezTo>
                  <a:pt x="0" y="182578"/>
                  <a:pt x="5842" y="192802"/>
                  <a:pt x="14606" y="197184"/>
                </a:cubicBezTo>
                <a:lnTo>
                  <a:pt x="73031" y="230779"/>
                </a:lnTo>
                <a:cubicBezTo>
                  <a:pt x="75952" y="232239"/>
                  <a:pt x="77413" y="232239"/>
                  <a:pt x="80334" y="232239"/>
                </a:cubicBezTo>
                <a:cubicBezTo>
                  <a:pt x="89098" y="232239"/>
                  <a:pt x="94941" y="226397"/>
                  <a:pt x="94941" y="217633"/>
                </a:cubicBezTo>
                <a:lnTo>
                  <a:pt x="94941" y="143141"/>
                </a:lnTo>
                <a:cubicBezTo>
                  <a:pt x="94941" y="132917"/>
                  <a:pt x="89098" y="124153"/>
                  <a:pt x="80334" y="118311"/>
                </a:cubicBezTo>
                <a:close/>
                <a:moveTo>
                  <a:pt x="80334" y="219094"/>
                </a:moveTo>
                <a:lnTo>
                  <a:pt x="21909" y="185499"/>
                </a:lnTo>
                <a:cubicBezTo>
                  <a:pt x="17527" y="182578"/>
                  <a:pt x="14606" y="178196"/>
                  <a:pt x="14606" y="172354"/>
                </a:cubicBezTo>
                <a:lnTo>
                  <a:pt x="14606" y="97862"/>
                </a:lnTo>
                <a:lnTo>
                  <a:pt x="17527" y="92019"/>
                </a:lnTo>
                <a:lnTo>
                  <a:pt x="14606" y="97862"/>
                </a:lnTo>
                <a:lnTo>
                  <a:pt x="73031" y="131456"/>
                </a:lnTo>
                <a:cubicBezTo>
                  <a:pt x="77413" y="134377"/>
                  <a:pt x="80334" y="138759"/>
                  <a:pt x="80334" y="144602"/>
                </a:cubicBezTo>
                <a:lnTo>
                  <a:pt x="80334" y="219094"/>
                </a:lnTo>
                <a:close/>
                <a:moveTo>
                  <a:pt x="189881" y="83256"/>
                </a:moveTo>
                <a:cubicBezTo>
                  <a:pt x="186960" y="83256"/>
                  <a:pt x="185499" y="83256"/>
                  <a:pt x="182578" y="84716"/>
                </a:cubicBezTo>
                <a:lnTo>
                  <a:pt x="124153" y="118311"/>
                </a:lnTo>
                <a:cubicBezTo>
                  <a:pt x="115389" y="124153"/>
                  <a:pt x="109547" y="132917"/>
                  <a:pt x="109547" y="143141"/>
                </a:cubicBezTo>
                <a:lnTo>
                  <a:pt x="109547" y="217633"/>
                </a:lnTo>
                <a:cubicBezTo>
                  <a:pt x="109547" y="226397"/>
                  <a:pt x="115389" y="232239"/>
                  <a:pt x="124153" y="232239"/>
                </a:cubicBezTo>
                <a:cubicBezTo>
                  <a:pt x="127074" y="232239"/>
                  <a:pt x="128535" y="232239"/>
                  <a:pt x="131456" y="230779"/>
                </a:cubicBezTo>
                <a:lnTo>
                  <a:pt x="189881" y="197184"/>
                </a:lnTo>
                <a:cubicBezTo>
                  <a:pt x="198645" y="191342"/>
                  <a:pt x="204487" y="182578"/>
                  <a:pt x="204487" y="172354"/>
                </a:cubicBezTo>
                <a:lnTo>
                  <a:pt x="204487" y="97862"/>
                </a:lnTo>
                <a:cubicBezTo>
                  <a:pt x="204487" y="90559"/>
                  <a:pt x="198645" y="83256"/>
                  <a:pt x="189881" y="83256"/>
                </a:cubicBezTo>
                <a:close/>
                <a:moveTo>
                  <a:pt x="189881" y="172354"/>
                </a:moveTo>
                <a:cubicBezTo>
                  <a:pt x="189881" y="178196"/>
                  <a:pt x="186960" y="182578"/>
                  <a:pt x="182578" y="185499"/>
                </a:cubicBezTo>
                <a:lnTo>
                  <a:pt x="124153" y="219094"/>
                </a:lnTo>
                <a:lnTo>
                  <a:pt x="124153" y="144602"/>
                </a:lnTo>
                <a:cubicBezTo>
                  <a:pt x="124153" y="138759"/>
                  <a:pt x="127074" y="134377"/>
                  <a:pt x="131456" y="131456"/>
                </a:cubicBezTo>
                <a:lnTo>
                  <a:pt x="189881" y="97862"/>
                </a:lnTo>
                <a:lnTo>
                  <a:pt x="189881" y="172354"/>
                </a:lnTo>
                <a:close/>
              </a:path>
            </a:pathLst>
          </a:custGeom>
          <a:solidFill>
            <a:schemeClr val="tx1"/>
          </a:solidFill>
          <a:ln w="242" cap="flat">
            <a:noFill/>
            <a:prstDash val="solid"/>
            <a:miter/>
          </a:ln>
        </p:spPr>
        <p:txBody>
          <a:bodyPr rtlCol="0" anchor="ctr"/>
          <a:lstStyle/>
          <a:p>
            <a:endParaRPr lang="zh-CN" altLang="en-US"/>
          </a:p>
        </p:txBody>
      </p:sp>
      <p:sp>
        <p:nvSpPr>
          <p:cNvPr id="90" name="文本框 89">
            <a:extLst>
              <a:ext uri="{FF2B5EF4-FFF2-40B4-BE49-F238E27FC236}">
                <a16:creationId xmlns:a16="http://schemas.microsoft.com/office/drawing/2014/main" id="{15902BD2-67C2-E41D-9175-BF94DC414158}"/>
              </a:ext>
            </a:extLst>
          </p:cNvPr>
          <p:cNvSpPr txBox="1">
            <a:spLocks/>
          </p:cNvSpPr>
          <p:nvPr/>
        </p:nvSpPr>
        <p:spPr>
          <a:xfrm>
            <a:off x="1453948" y="2456387"/>
            <a:ext cx="1058333" cy="233993"/>
          </a:xfrm>
          <a:prstGeom prst="roundRect">
            <a:avLst/>
          </a:prstGeom>
          <a:noFill/>
          <a:ln w="12700" cap="flat" cmpd="sng" algn="ctr">
            <a:noFill/>
            <a:prstDash val="solid"/>
            <a:miter lim="800000"/>
          </a:ln>
          <a:effectLst/>
        </p:spPr>
        <p:txBody>
          <a:bodyPr lIns="0" rIns="0" rtlCol="0" anchor="ctr"/>
          <a:lstStyle>
            <a:defPPr>
              <a:defRPr lang="zh-CN"/>
            </a:defPPr>
            <a:lvl1pPr algn="ctr" defTabSz="889000">
              <a:spcBef>
                <a:spcPct val="0"/>
              </a:spcBef>
              <a:defRPr sz="1600" b="1">
                <a:gradFill>
                  <a:gsLst>
                    <a:gs pos="0">
                      <a:schemeClr val="accent1"/>
                    </a:gs>
                    <a:gs pos="100000">
                      <a:schemeClr val="accent2"/>
                    </a:gs>
                  </a:gsLst>
                  <a:lin ang="3600000" scaled="0"/>
                </a:gradFill>
                <a:latin typeface="+mn-ea"/>
              </a:defRPr>
            </a:lvl1pPr>
          </a:lstStyle>
          <a:p>
            <a:pPr algn="l"/>
            <a:r>
              <a:rPr lang="zh-CN" altLang="en-US" sz="1200" dirty="0">
                <a:solidFill>
                  <a:schemeClr val="bg1"/>
                </a:solidFill>
              </a:rPr>
              <a:t>电商平台运营</a:t>
            </a:r>
          </a:p>
        </p:txBody>
      </p:sp>
      <p:sp>
        <p:nvSpPr>
          <p:cNvPr id="91" name="文本框 90">
            <a:extLst>
              <a:ext uri="{FF2B5EF4-FFF2-40B4-BE49-F238E27FC236}">
                <a16:creationId xmlns:a16="http://schemas.microsoft.com/office/drawing/2014/main" id="{8D667CFA-4EA7-92FA-0A9E-EC047BD764D1}"/>
              </a:ext>
            </a:extLst>
          </p:cNvPr>
          <p:cNvSpPr txBox="1">
            <a:spLocks/>
          </p:cNvSpPr>
          <p:nvPr/>
        </p:nvSpPr>
        <p:spPr>
          <a:xfrm>
            <a:off x="1453948" y="2974779"/>
            <a:ext cx="850900" cy="233993"/>
          </a:xfrm>
          <a:prstGeom prst="roundRect">
            <a:avLst/>
          </a:prstGeom>
          <a:noFill/>
          <a:ln w="12700" cap="flat" cmpd="sng" algn="ctr">
            <a:noFill/>
            <a:prstDash val="solid"/>
            <a:miter lim="800000"/>
          </a:ln>
          <a:effectLst/>
        </p:spPr>
        <p:txBody>
          <a:bodyPr lIns="0" rIns="0" rtlCol="0" anchor="ctr"/>
          <a:lstStyle>
            <a:defPPr>
              <a:defRPr lang="zh-CN"/>
            </a:defPPr>
            <a:lvl1pPr algn="ctr" defTabSz="889000">
              <a:spcBef>
                <a:spcPct val="0"/>
              </a:spcBef>
              <a:defRPr sz="1600" b="1">
                <a:gradFill>
                  <a:gsLst>
                    <a:gs pos="0">
                      <a:schemeClr val="accent1"/>
                    </a:gs>
                    <a:gs pos="100000">
                      <a:schemeClr val="accent2"/>
                    </a:gs>
                  </a:gsLst>
                  <a:lin ang="3600000" scaled="0"/>
                </a:gradFill>
                <a:latin typeface="+mn-ea"/>
              </a:defRPr>
            </a:lvl1pPr>
          </a:lstStyle>
          <a:p>
            <a:pPr algn="l"/>
            <a:r>
              <a:rPr lang="zh-CN" altLang="en-US" sz="1200" dirty="0">
                <a:solidFill>
                  <a:schemeClr val="bg1"/>
                </a:solidFill>
              </a:rPr>
              <a:t>社交媒体</a:t>
            </a:r>
          </a:p>
        </p:txBody>
      </p:sp>
      <p:sp>
        <p:nvSpPr>
          <p:cNvPr id="92" name="文本框 91">
            <a:extLst>
              <a:ext uri="{FF2B5EF4-FFF2-40B4-BE49-F238E27FC236}">
                <a16:creationId xmlns:a16="http://schemas.microsoft.com/office/drawing/2014/main" id="{1C0825FA-026F-88A1-2D81-FFC2613F719B}"/>
              </a:ext>
            </a:extLst>
          </p:cNvPr>
          <p:cNvSpPr txBox="1">
            <a:spLocks/>
          </p:cNvSpPr>
          <p:nvPr/>
        </p:nvSpPr>
        <p:spPr>
          <a:xfrm>
            <a:off x="1453948" y="3500389"/>
            <a:ext cx="850900" cy="233993"/>
          </a:xfrm>
          <a:prstGeom prst="roundRect">
            <a:avLst/>
          </a:prstGeom>
          <a:noFill/>
          <a:ln w="12700" cap="flat" cmpd="sng" algn="ctr">
            <a:noFill/>
            <a:prstDash val="solid"/>
            <a:miter lim="800000"/>
          </a:ln>
          <a:effectLst/>
        </p:spPr>
        <p:txBody>
          <a:bodyPr lIns="0" rIns="0" rtlCol="0" anchor="ctr"/>
          <a:lstStyle>
            <a:defPPr>
              <a:defRPr lang="zh-CN"/>
            </a:defPPr>
            <a:lvl1pPr algn="ctr" defTabSz="889000">
              <a:spcBef>
                <a:spcPct val="0"/>
              </a:spcBef>
              <a:defRPr sz="1600" b="1">
                <a:gradFill>
                  <a:gsLst>
                    <a:gs pos="0">
                      <a:schemeClr val="accent1"/>
                    </a:gs>
                    <a:gs pos="100000">
                      <a:schemeClr val="accent2"/>
                    </a:gs>
                  </a:gsLst>
                  <a:lin ang="3600000" scaled="0"/>
                </a:gradFill>
                <a:latin typeface="+mn-ea"/>
              </a:defRPr>
            </a:lvl1pPr>
          </a:lstStyle>
          <a:p>
            <a:pPr algn="l"/>
            <a:r>
              <a:rPr lang="zh-CN" altLang="en-US" sz="1200" dirty="0">
                <a:solidFill>
                  <a:schemeClr val="bg1"/>
                </a:solidFill>
              </a:rPr>
              <a:t>内容营销</a:t>
            </a:r>
          </a:p>
        </p:txBody>
      </p:sp>
      <p:grpSp>
        <p:nvGrpSpPr>
          <p:cNvPr id="93" name="组合 92">
            <a:extLst>
              <a:ext uri="{FF2B5EF4-FFF2-40B4-BE49-F238E27FC236}">
                <a16:creationId xmlns:a16="http://schemas.microsoft.com/office/drawing/2014/main" id="{324C140D-C137-5167-C418-24AC799FE554}"/>
              </a:ext>
            </a:extLst>
          </p:cNvPr>
          <p:cNvGrpSpPr/>
          <p:nvPr/>
        </p:nvGrpSpPr>
        <p:grpSpPr>
          <a:xfrm>
            <a:off x="3072805" y="2756365"/>
            <a:ext cx="306700" cy="305860"/>
            <a:chOff x="1289722" y="1232638"/>
            <a:chExt cx="969418" cy="966762"/>
          </a:xfrm>
          <a:solidFill>
            <a:schemeClr val="accent2"/>
          </a:solidFill>
        </p:grpSpPr>
        <p:sp>
          <p:nvSpPr>
            <p:cNvPr id="94" name="任意多边形: 形状 93">
              <a:extLst>
                <a:ext uri="{FF2B5EF4-FFF2-40B4-BE49-F238E27FC236}">
                  <a16:creationId xmlns:a16="http://schemas.microsoft.com/office/drawing/2014/main" id="{23DE2DBE-14BA-675A-698A-4F2F3C117BE5}"/>
                </a:ext>
              </a:extLst>
            </p:cNvPr>
            <p:cNvSpPr/>
            <p:nvPr/>
          </p:nvSpPr>
          <p:spPr>
            <a:xfrm>
              <a:off x="1289722" y="1232638"/>
              <a:ext cx="969418" cy="966762"/>
            </a:xfrm>
            <a:custGeom>
              <a:avLst/>
              <a:gdLst>
                <a:gd name="connsiteX0" fmla="*/ 783395 w 969418"/>
                <a:gd name="connsiteY0" fmla="*/ 0 h 966762"/>
                <a:gd name="connsiteX1" fmla="*/ 186023 w 969418"/>
                <a:gd name="connsiteY1" fmla="*/ 0 h 966762"/>
                <a:gd name="connsiteX2" fmla="*/ 0 w 969418"/>
                <a:gd name="connsiteY2" fmla="*/ 186011 h 966762"/>
                <a:gd name="connsiteX3" fmla="*/ 0 w 969418"/>
                <a:gd name="connsiteY3" fmla="*/ 571273 h 966762"/>
                <a:gd name="connsiteX4" fmla="*/ 186023 w 969418"/>
                <a:gd name="connsiteY4" fmla="*/ 757296 h 966762"/>
                <a:gd name="connsiteX5" fmla="*/ 783395 w 969418"/>
                <a:gd name="connsiteY5" fmla="*/ 757296 h 966762"/>
                <a:gd name="connsiteX6" fmla="*/ 969418 w 969418"/>
                <a:gd name="connsiteY6" fmla="*/ 571273 h 966762"/>
                <a:gd name="connsiteX7" fmla="*/ 969418 w 969418"/>
                <a:gd name="connsiteY7" fmla="*/ 186011 h 966762"/>
                <a:gd name="connsiteX8" fmla="*/ 783395 w 969418"/>
                <a:gd name="connsiteY8" fmla="*/ 0 h 966762"/>
                <a:gd name="connsiteX9" fmla="*/ 888337 w 969418"/>
                <a:gd name="connsiteY9" fmla="*/ 571273 h 966762"/>
                <a:gd name="connsiteX10" fmla="*/ 783395 w 969418"/>
                <a:gd name="connsiteY10" fmla="*/ 676227 h 966762"/>
                <a:gd name="connsiteX11" fmla="*/ 186023 w 969418"/>
                <a:gd name="connsiteY11" fmla="*/ 676227 h 966762"/>
                <a:gd name="connsiteX12" fmla="*/ 81070 w 969418"/>
                <a:gd name="connsiteY12" fmla="*/ 571273 h 966762"/>
                <a:gd name="connsiteX13" fmla="*/ 81070 w 969418"/>
                <a:gd name="connsiteY13" fmla="*/ 186011 h 966762"/>
                <a:gd name="connsiteX14" fmla="*/ 186023 w 969418"/>
                <a:gd name="connsiteY14" fmla="*/ 81070 h 966762"/>
                <a:gd name="connsiteX15" fmla="*/ 783395 w 969418"/>
                <a:gd name="connsiteY15" fmla="*/ 81070 h 966762"/>
                <a:gd name="connsiteX16" fmla="*/ 888337 w 969418"/>
                <a:gd name="connsiteY16" fmla="*/ 186011 h 966762"/>
                <a:gd name="connsiteX17" fmla="*/ 888337 w 969418"/>
                <a:gd name="connsiteY17" fmla="*/ 571273 h 966762"/>
                <a:gd name="connsiteX18" fmla="*/ 798337 w 969418"/>
                <a:gd name="connsiteY18" fmla="*/ 885681 h 966762"/>
                <a:gd name="connsiteX19" fmla="*/ 171081 w 969418"/>
                <a:gd name="connsiteY19" fmla="*/ 885681 h 966762"/>
                <a:gd name="connsiteX20" fmla="*/ 130540 w 969418"/>
                <a:gd name="connsiteY20" fmla="*/ 926222 h 966762"/>
                <a:gd name="connsiteX21" fmla="*/ 171081 w 969418"/>
                <a:gd name="connsiteY21" fmla="*/ 966763 h 966762"/>
                <a:gd name="connsiteX22" fmla="*/ 798337 w 969418"/>
                <a:gd name="connsiteY22" fmla="*/ 966763 h 966762"/>
                <a:gd name="connsiteX23" fmla="*/ 838878 w 969418"/>
                <a:gd name="connsiteY23" fmla="*/ 926222 h 966762"/>
                <a:gd name="connsiteX24" fmla="*/ 798337 w 969418"/>
                <a:gd name="connsiteY24" fmla="*/ 885681 h 96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69418" h="966762">
                  <a:moveTo>
                    <a:pt x="783395" y="0"/>
                  </a:moveTo>
                  <a:lnTo>
                    <a:pt x="186023" y="0"/>
                  </a:lnTo>
                  <a:cubicBezTo>
                    <a:pt x="83451" y="0"/>
                    <a:pt x="0" y="83439"/>
                    <a:pt x="0" y="186011"/>
                  </a:cubicBezTo>
                  <a:lnTo>
                    <a:pt x="0" y="571273"/>
                  </a:lnTo>
                  <a:cubicBezTo>
                    <a:pt x="0" y="673846"/>
                    <a:pt x="83451" y="757296"/>
                    <a:pt x="186023" y="757296"/>
                  </a:cubicBezTo>
                  <a:lnTo>
                    <a:pt x="783395" y="757296"/>
                  </a:lnTo>
                  <a:cubicBezTo>
                    <a:pt x="885967" y="757296"/>
                    <a:pt x="969418" y="673846"/>
                    <a:pt x="969418" y="571273"/>
                  </a:cubicBezTo>
                  <a:lnTo>
                    <a:pt x="969418" y="186011"/>
                  </a:lnTo>
                  <a:cubicBezTo>
                    <a:pt x="969418" y="83439"/>
                    <a:pt x="885967" y="0"/>
                    <a:pt x="783395" y="0"/>
                  </a:cubicBezTo>
                  <a:close/>
                  <a:moveTo>
                    <a:pt x="888337" y="571273"/>
                  </a:moveTo>
                  <a:cubicBezTo>
                    <a:pt x="888337" y="629138"/>
                    <a:pt x="841259" y="676227"/>
                    <a:pt x="783395" y="676227"/>
                  </a:cubicBezTo>
                  <a:lnTo>
                    <a:pt x="186023" y="676227"/>
                  </a:lnTo>
                  <a:cubicBezTo>
                    <a:pt x="128147" y="676227"/>
                    <a:pt x="81070" y="629138"/>
                    <a:pt x="81070" y="571273"/>
                  </a:cubicBezTo>
                  <a:lnTo>
                    <a:pt x="81070" y="186011"/>
                  </a:lnTo>
                  <a:cubicBezTo>
                    <a:pt x="81070" y="128147"/>
                    <a:pt x="128147" y="81070"/>
                    <a:pt x="186023" y="81070"/>
                  </a:cubicBezTo>
                  <a:lnTo>
                    <a:pt x="783395" y="81070"/>
                  </a:lnTo>
                  <a:cubicBezTo>
                    <a:pt x="841259" y="81070"/>
                    <a:pt x="888337" y="128135"/>
                    <a:pt x="888337" y="186011"/>
                  </a:cubicBezTo>
                  <a:lnTo>
                    <a:pt x="888337" y="571273"/>
                  </a:lnTo>
                  <a:close/>
                  <a:moveTo>
                    <a:pt x="798337" y="885681"/>
                  </a:moveTo>
                  <a:lnTo>
                    <a:pt x="171081" y="885681"/>
                  </a:lnTo>
                  <a:cubicBezTo>
                    <a:pt x="148697" y="885681"/>
                    <a:pt x="130540" y="903827"/>
                    <a:pt x="130540" y="926222"/>
                  </a:cubicBezTo>
                  <a:cubicBezTo>
                    <a:pt x="130540" y="948618"/>
                    <a:pt x="148697" y="966763"/>
                    <a:pt x="171081" y="966763"/>
                  </a:cubicBezTo>
                  <a:lnTo>
                    <a:pt x="798337" y="966763"/>
                  </a:lnTo>
                  <a:cubicBezTo>
                    <a:pt x="820721" y="966763"/>
                    <a:pt x="838878" y="948618"/>
                    <a:pt x="838878" y="926222"/>
                  </a:cubicBezTo>
                  <a:cubicBezTo>
                    <a:pt x="838878" y="903827"/>
                    <a:pt x="820721" y="885681"/>
                    <a:pt x="798337" y="885681"/>
                  </a:cubicBezTo>
                  <a:close/>
                </a:path>
              </a:pathLst>
            </a:custGeom>
            <a:grpFill/>
            <a:ln w="1181" cap="flat">
              <a:noFill/>
              <a:prstDash val="solid"/>
              <a:miter/>
            </a:ln>
          </p:spPr>
          <p:txBody>
            <a:bodyPr rtlCol="0" anchor="ctr"/>
            <a:lstStyle/>
            <a:p>
              <a:endParaRPr lang="zh-CN" altLang="en-US"/>
            </a:p>
          </p:txBody>
        </p:sp>
        <p:sp>
          <p:nvSpPr>
            <p:cNvPr id="95" name="任意多边形: 形状 94">
              <a:extLst>
                <a:ext uri="{FF2B5EF4-FFF2-40B4-BE49-F238E27FC236}">
                  <a16:creationId xmlns:a16="http://schemas.microsoft.com/office/drawing/2014/main" id="{A315219F-B982-7710-84E5-CC4A286C3140}"/>
                </a:ext>
              </a:extLst>
            </p:cNvPr>
            <p:cNvSpPr/>
            <p:nvPr/>
          </p:nvSpPr>
          <p:spPr>
            <a:xfrm>
              <a:off x="1618763" y="1452290"/>
              <a:ext cx="311340" cy="347454"/>
            </a:xfrm>
            <a:custGeom>
              <a:avLst/>
              <a:gdLst>
                <a:gd name="connsiteX0" fmla="*/ 295918 w 311340"/>
                <a:gd name="connsiteY0" fmla="*/ 99293 h 347454"/>
                <a:gd name="connsiteX1" fmla="*/ 181201 w 311340"/>
                <a:gd name="connsiteY1" fmla="*/ 8722 h 347454"/>
                <a:gd name="connsiteX2" fmla="*/ 131290 w 311340"/>
                <a:gd name="connsiteY2" fmla="*/ 8460 h 347454"/>
                <a:gd name="connsiteX3" fmla="*/ 15752 w 311340"/>
                <a:gd name="connsiteY3" fmla="*/ 97745 h 347454"/>
                <a:gd name="connsiteX4" fmla="*/ 8466 w 311340"/>
                <a:gd name="connsiteY4" fmla="*/ 154609 h 347454"/>
                <a:gd name="connsiteX5" fmla="*/ 65330 w 311340"/>
                <a:gd name="connsiteY5" fmla="*/ 161907 h 347454"/>
                <a:gd name="connsiteX6" fmla="*/ 115134 w 311340"/>
                <a:gd name="connsiteY6" fmla="*/ 123426 h 347454"/>
                <a:gd name="connsiteX7" fmla="*/ 115134 w 311340"/>
                <a:gd name="connsiteY7" fmla="*/ 306914 h 347454"/>
                <a:gd name="connsiteX8" fmla="*/ 155674 w 311340"/>
                <a:gd name="connsiteY8" fmla="*/ 347454 h 347454"/>
                <a:gd name="connsiteX9" fmla="*/ 196215 w 311340"/>
                <a:gd name="connsiteY9" fmla="*/ 306914 h 347454"/>
                <a:gd name="connsiteX10" fmla="*/ 196215 w 311340"/>
                <a:gd name="connsiteY10" fmla="*/ 123867 h 347454"/>
                <a:gd name="connsiteX11" fmla="*/ 245686 w 311340"/>
                <a:gd name="connsiteY11" fmla="*/ 162919 h 347454"/>
                <a:gd name="connsiteX12" fmla="*/ 270784 w 311340"/>
                <a:gd name="connsiteY12" fmla="*/ 171647 h 347454"/>
                <a:gd name="connsiteX13" fmla="*/ 302621 w 311340"/>
                <a:gd name="connsiteY13" fmla="*/ 156216 h 347454"/>
                <a:gd name="connsiteX14" fmla="*/ 295918 w 311340"/>
                <a:gd name="connsiteY14" fmla="*/ 99293 h 347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1340" h="347454">
                  <a:moveTo>
                    <a:pt x="295918" y="99293"/>
                  </a:moveTo>
                  <a:lnTo>
                    <a:pt x="181201" y="8722"/>
                  </a:lnTo>
                  <a:cubicBezTo>
                    <a:pt x="166592" y="-2827"/>
                    <a:pt x="146018" y="-2899"/>
                    <a:pt x="131290" y="8460"/>
                  </a:cubicBezTo>
                  <a:lnTo>
                    <a:pt x="15752" y="97745"/>
                  </a:lnTo>
                  <a:cubicBezTo>
                    <a:pt x="-1964" y="111437"/>
                    <a:pt x="-5227" y="136892"/>
                    <a:pt x="8466" y="154609"/>
                  </a:cubicBezTo>
                  <a:cubicBezTo>
                    <a:pt x="22158" y="172349"/>
                    <a:pt x="47625" y="175588"/>
                    <a:pt x="65330" y="161907"/>
                  </a:cubicBezTo>
                  <a:lnTo>
                    <a:pt x="115134" y="123426"/>
                  </a:lnTo>
                  <a:lnTo>
                    <a:pt x="115134" y="306914"/>
                  </a:lnTo>
                  <a:cubicBezTo>
                    <a:pt x="115134" y="329309"/>
                    <a:pt x="133291" y="347454"/>
                    <a:pt x="155674" y="347454"/>
                  </a:cubicBezTo>
                  <a:cubicBezTo>
                    <a:pt x="178058" y="347454"/>
                    <a:pt x="196215" y="329309"/>
                    <a:pt x="196215" y="306914"/>
                  </a:cubicBezTo>
                  <a:lnTo>
                    <a:pt x="196215" y="123867"/>
                  </a:lnTo>
                  <a:lnTo>
                    <a:pt x="245686" y="162919"/>
                  </a:lnTo>
                  <a:cubicBezTo>
                    <a:pt x="252828" y="168575"/>
                    <a:pt x="261673" y="171651"/>
                    <a:pt x="270784" y="171647"/>
                  </a:cubicBezTo>
                  <a:cubicBezTo>
                    <a:pt x="282762" y="171647"/>
                    <a:pt x="294632" y="166360"/>
                    <a:pt x="302621" y="156216"/>
                  </a:cubicBezTo>
                  <a:cubicBezTo>
                    <a:pt x="316492" y="138655"/>
                    <a:pt x="313492" y="113163"/>
                    <a:pt x="295918" y="99293"/>
                  </a:cubicBezTo>
                  <a:close/>
                </a:path>
              </a:pathLst>
            </a:custGeom>
            <a:grpFill/>
            <a:ln w="1181" cap="flat">
              <a:noFill/>
              <a:prstDash val="solid"/>
              <a:miter/>
            </a:ln>
          </p:spPr>
          <p:txBody>
            <a:bodyPr rtlCol="0" anchor="ctr"/>
            <a:lstStyle/>
            <a:p>
              <a:endParaRPr lang="zh-CN" altLang="en-US"/>
            </a:p>
          </p:txBody>
        </p:sp>
      </p:grpSp>
      <p:sp>
        <p:nvSpPr>
          <p:cNvPr id="96" name="图形 36">
            <a:extLst>
              <a:ext uri="{FF2B5EF4-FFF2-40B4-BE49-F238E27FC236}">
                <a16:creationId xmlns:a16="http://schemas.microsoft.com/office/drawing/2014/main" id="{972693D0-8CAD-B92A-9C4C-1603061C8D90}"/>
              </a:ext>
            </a:extLst>
          </p:cNvPr>
          <p:cNvSpPr/>
          <p:nvPr/>
        </p:nvSpPr>
        <p:spPr>
          <a:xfrm>
            <a:off x="8723315" y="2755961"/>
            <a:ext cx="306670" cy="306668"/>
          </a:xfrm>
          <a:custGeom>
            <a:avLst/>
            <a:gdLst>
              <a:gd name="connsiteX0" fmla="*/ 141839 w 306670"/>
              <a:gd name="connsiteY0" fmla="*/ 191160 h 306668"/>
              <a:gd name="connsiteX1" fmla="*/ 163466 w 306670"/>
              <a:gd name="connsiteY1" fmla="*/ 192414 h 306668"/>
              <a:gd name="connsiteX2" fmla="*/ 164720 w 306670"/>
              <a:gd name="connsiteY2" fmla="*/ 191160 h 306668"/>
              <a:gd name="connsiteX3" fmla="*/ 230242 w 306670"/>
              <a:gd name="connsiteY3" fmla="*/ 76825 h 306668"/>
              <a:gd name="connsiteX4" fmla="*/ 153268 w 306670"/>
              <a:gd name="connsiteY4" fmla="*/ 0 h 306668"/>
              <a:gd name="connsiteX5" fmla="*/ 76316 w 306670"/>
              <a:gd name="connsiteY5" fmla="*/ 76817 h 306668"/>
              <a:gd name="connsiteX6" fmla="*/ 141839 w 306670"/>
              <a:gd name="connsiteY6" fmla="*/ 191160 h 306668"/>
              <a:gd name="connsiteX7" fmla="*/ 153283 w 306670"/>
              <a:gd name="connsiteY7" fmla="*/ 31221 h 306668"/>
              <a:gd name="connsiteX8" fmla="*/ 199299 w 306670"/>
              <a:gd name="connsiteY8" fmla="*/ 77124 h 306668"/>
              <a:gd name="connsiteX9" fmla="*/ 166627 w 306670"/>
              <a:gd name="connsiteY9" fmla="*/ 149565 h 306668"/>
              <a:gd name="connsiteX10" fmla="*/ 160907 w 306670"/>
              <a:gd name="connsiteY10" fmla="*/ 170548 h 306668"/>
              <a:gd name="connsiteX11" fmla="*/ 139924 w 306670"/>
              <a:gd name="connsiteY11" fmla="*/ 164828 h 306668"/>
              <a:gd name="connsiteX12" fmla="*/ 139924 w 306670"/>
              <a:gd name="connsiteY12" fmla="*/ 149565 h 306668"/>
              <a:gd name="connsiteX13" fmla="*/ 107260 w 306670"/>
              <a:gd name="connsiteY13" fmla="*/ 77124 h 306668"/>
              <a:gd name="connsiteX14" fmla="*/ 153276 w 306670"/>
              <a:gd name="connsiteY14" fmla="*/ 31221 h 306668"/>
              <a:gd name="connsiteX15" fmla="*/ 291741 w 306670"/>
              <a:gd name="connsiteY15" fmla="*/ 76974 h 306668"/>
              <a:gd name="connsiteX16" fmla="*/ 291217 w 306670"/>
              <a:gd name="connsiteY16" fmla="*/ 76974 h 306668"/>
              <a:gd name="connsiteX17" fmla="*/ 283491 w 306670"/>
              <a:gd name="connsiteY17" fmla="*/ 79031 h 306668"/>
              <a:gd name="connsiteX18" fmla="*/ 260693 w 306670"/>
              <a:gd name="connsiteY18" fmla="*/ 92173 h 306668"/>
              <a:gd name="connsiteX19" fmla="*/ 255040 w 306670"/>
              <a:gd name="connsiteY19" fmla="*/ 113054 h 306668"/>
              <a:gd name="connsiteX20" fmla="*/ 255068 w 306670"/>
              <a:gd name="connsiteY20" fmla="*/ 113102 h 306668"/>
              <a:gd name="connsiteX21" fmla="*/ 275914 w 306670"/>
              <a:gd name="connsiteY21" fmla="*/ 118756 h 306668"/>
              <a:gd name="connsiteX22" fmla="*/ 275914 w 306670"/>
              <a:gd name="connsiteY22" fmla="*/ 236241 h 306668"/>
              <a:gd name="connsiteX23" fmla="*/ 201999 w 306670"/>
              <a:gd name="connsiteY23" fmla="*/ 273976 h 306668"/>
              <a:gd name="connsiteX24" fmla="*/ 109773 w 306670"/>
              <a:gd name="connsiteY24" fmla="*/ 225605 h 306668"/>
              <a:gd name="connsiteX25" fmla="*/ 100738 w 306670"/>
              <a:gd name="connsiteY25" fmla="*/ 222575 h 306668"/>
              <a:gd name="connsiteX26" fmla="*/ 90797 w 306670"/>
              <a:gd name="connsiteY26" fmla="*/ 225754 h 306668"/>
              <a:gd name="connsiteX27" fmla="*/ 30637 w 306670"/>
              <a:gd name="connsiteY27" fmla="*/ 258179 h 306668"/>
              <a:gd name="connsiteX28" fmla="*/ 30637 w 306670"/>
              <a:gd name="connsiteY28" fmla="*/ 137022 h 306668"/>
              <a:gd name="connsiteX29" fmla="*/ 45904 w 306670"/>
              <a:gd name="connsiteY29" fmla="*/ 128226 h 306668"/>
              <a:gd name="connsiteX30" fmla="*/ 51556 w 306670"/>
              <a:gd name="connsiteY30" fmla="*/ 107345 h 306668"/>
              <a:gd name="connsiteX31" fmla="*/ 51528 w 306670"/>
              <a:gd name="connsiteY31" fmla="*/ 107297 h 306668"/>
              <a:gd name="connsiteX32" fmla="*/ 30563 w 306670"/>
              <a:gd name="connsiteY32" fmla="*/ 101687 h 306668"/>
              <a:gd name="connsiteX33" fmla="*/ 7764 w 306670"/>
              <a:gd name="connsiteY33" fmla="*/ 114814 h 306668"/>
              <a:gd name="connsiteX34" fmla="*/ 1309 w 306670"/>
              <a:gd name="connsiteY34" fmla="*/ 122115 h 306668"/>
              <a:gd name="connsiteX35" fmla="*/ 0 w 306670"/>
              <a:gd name="connsiteY35" fmla="*/ 128330 h 306668"/>
              <a:gd name="connsiteX36" fmla="*/ 0 w 306670"/>
              <a:gd name="connsiteY36" fmla="*/ 283558 h 306668"/>
              <a:gd name="connsiteX37" fmla="*/ 860 w 306670"/>
              <a:gd name="connsiteY37" fmla="*/ 288614 h 306668"/>
              <a:gd name="connsiteX38" fmla="*/ 935 w 306670"/>
              <a:gd name="connsiteY38" fmla="*/ 288801 h 306668"/>
              <a:gd name="connsiteX39" fmla="*/ 973 w 306670"/>
              <a:gd name="connsiteY39" fmla="*/ 288876 h 306668"/>
              <a:gd name="connsiteX40" fmla="*/ 20569 w 306670"/>
              <a:gd name="connsiteY40" fmla="*/ 298211 h 306668"/>
              <a:gd name="connsiteX41" fmla="*/ 22499 w 306670"/>
              <a:gd name="connsiteY41" fmla="*/ 297373 h 306668"/>
              <a:gd name="connsiteX42" fmla="*/ 100513 w 306670"/>
              <a:gd name="connsiteY42" fmla="*/ 255337 h 306668"/>
              <a:gd name="connsiteX43" fmla="*/ 195132 w 306670"/>
              <a:gd name="connsiteY43" fmla="*/ 304935 h 306668"/>
              <a:gd name="connsiteX44" fmla="*/ 211558 w 306670"/>
              <a:gd name="connsiteY44" fmla="*/ 303514 h 306668"/>
              <a:gd name="connsiteX45" fmla="*/ 298346 w 306670"/>
              <a:gd name="connsiteY45" fmla="*/ 259189 h 306668"/>
              <a:gd name="connsiteX46" fmla="*/ 305960 w 306670"/>
              <a:gd name="connsiteY46" fmla="*/ 249936 h 306668"/>
              <a:gd name="connsiteX47" fmla="*/ 306671 w 306670"/>
              <a:gd name="connsiteY47" fmla="*/ 245336 h 306668"/>
              <a:gd name="connsiteX48" fmla="*/ 306671 w 306670"/>
              <a:gd name="connsiteY48" fmla="*/ 92248 h 306668"/>
              <a:gd name="connsiteX49" fmla="*/ 291741 w 306670"/>
              <a:gd name="connsiteY49" fmla="*/ 76974 h 306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06670" h="306668">
                <a:moveTo>
                  <a:pt x="141839" y="191160"/>
                </a:moveTo>
                <a:cubicBezTo>
                  <a:pt x="147465" y="197479"/>
                  <a:pt x="157148" y="198040"/>
                  <a:pt x="163466" y="192414"/>
                </a:cubicBezTo>
                <a:cubicBezTo>
                  <a:pt x="163908" y="192020"/>
                  <a:pt x="164326" y="191602"/>
                  <a:pt x="164720" y="191160"/>
                </a:cubicBezTo>
                <a:cubicBezTo>
                  <a:pt x="186172" y="170868"/>
                  <a:pt x="230242" y="123513"/>
                  <a:pt x="230242" y="76825"/>
                </a:cubicBezTo>
                <a:cubicBezTo>
                  <a:pt x="230265" y="34407"/>
                  <a:pt x="195798" y="0"/>
                  <a:pt x="153268" y="0"/>
                </a:cubicBezTo>
                <a:cubicBezTo>
                  <a:pt x="110746" y="0"/>
                  <a:pt x="76316" y="34407"/>
                  <a:pt x="76316" y="76817"/>
                </a:cubicBezTo>
                <a:cubicBezTo>
                  <a:pt x="76316" y="123513"/>
                  <a:pt x="120417" y="170868"/>
                  <a:pt x="141839" y="191160"/>
                </a:cubicBezTo>
                <a:close/>
                <a:moveTo>
                  <a:pt x="153283" y="31221"/>
                </a:moveTo>
                <a:cubicBezTo>
                  <a:pt x="178669" y="31221"/>
                  <a:pt x="199299" y="51775"/>
                  <a:pt x="199299" y="77124"/>
                </a:cubicBezTo>
                <a:cubicBezTo>
                  <a:pt x="199299" y="102054"/>
                  <a:pt x="180210" y="131636"/>
                  <a:pt x="166627" y="149565"/>
                </a:cubicBezTo>
                <a:cubicBezTo>
                  <a:pt x="170842" y="156939"/>
                  <a:pt x="168281" y="166333"/>
                  <a:pt x="160907" y="170548"/>
                </a:cubicBezTo>
                <a:cubicBezTo>
                  <a:pt x="153533" y="174763"/>
                  <a:pt x="144139" y="172202"/>
                  <a:pt x="139924" y="164828"/>
                </a:cubicBezTo>
                <a:cubicBezTo>
                  <a:pt x="137222" y="160099"/>
                  <a:pt x="137222" y="154294"/>
                  <a:pt x="139924" y="149565"/>
                </a:cubicBezTo>
                <a:cubicBezTo>
                  <a:pt x="126348" y="131674"/>
                  <a:pt x="107260" y="102054"/>
                  <a:pt x="107260" y="77124"/>
                </a:cubicBezTo>
                <a:cubicBezTo>
                  <a:pt x="107314" y="51751"/>
                  <a:pt x="127902" y="31212"/>
                  <a:pt x="153276" y="31221"/>
                </a:cubicBezTo>
                <a:close/>
                <a:moveTo>
                  <a:pt x="291741" y="76974"/>
                </a:moveTo>
                <a:lnTo>
                  <a:pt x="291217" y="76974"/>
                </a:lnTo>
                <a:cubicBezTo>
                  <a:pt x="288600" y="76974"/>
                  <a:pt x="285929" y="77610"/>
                  <a:pt x="283491" y="79031"/>
                </a:cubicBezTo>
                <a:lnTo>
                  <a:pt x="260693" y="92173"/>
                </a:lnTo>
                <a:cubicBezTo>
                  <a:pt x="253366" y="96378"/>
                  <a:pt x="250835" y="105727"/>
                  <a:pt x="255040" y="113054"/>
                </a:cubicBezTo>
                <a:cubicBezTo>
                  <a:pt x="255049" y="113070"/>
                  <a:pt x="255058" y="113086"/>
                  <a:pt x="255068" y="113102"/>
                </a:cubicBezTo>
                <a:cubicBezTo>
                  <a:pt x="259285" y="120391"/>
                  <a:pt x="268591" y="122916"/>
                  <a:pt x="275914" y="118756"/>
                </a:cubicBezTo>
                <a:lnTo>
                  <a:pt x="275914" y="236241"/>
                </a:lnTo>
                <a:lnTo>
                  <a:pt x="201999" y="273976"/>
                </a:lnTo>
                <a:lnTo>
                  <a:pt x="109773" y="225605"/>
                </a:lnTo>
                <a:cubicBezTo>
                  <a:pt x="107155" y="223660"/>
                  <a:pt x="103961" y="222613"/>
                  <a:pt x="100738" y="222575"/>
                </a:cubicBezTo>
                <a:cubicBezTo>
                  <a:pt x="97158" y="222464"/>
                  <a:pt x="93648" y="223587"/>
                  <a:pt x="90797" y="225754"/>
                </a:cubicBezTo>
                <a:lnTo>
                  <a:pt x="30637" y="258179"/>
                </a:lnTo>
                <a:lnTo>
                  <a:pt x="30637" y="137022"/>
                </a:lnTo>
                <a:lnTo>
                  <a:pt x="45904" y="128226"/>
                </a:lnTo>
                <a:cubicBezTo>
                  <a:pt x="53230" y="124021"/>
                  <a:pt x="55761" y="114672"/>
                  <a:pt x="51556" y="107345"/>
                </a:cubicBezTo>
                <a:cubicBezTo>
                  <a:pt x="51547" y="107329"/>
                  <a:pt x="51538" y="107313"/>
                  <a:pt x="51528" y="107297"/>
                </a:cubicBezTo>
                <a:cubicBezTo>
                  <a:pt x="47285" y="99963"/>
                  <a:pt x="37902" y="97453"/>
                  <a:pt x="30563" y="101687"/>
                </a:cubicBezTo>
                <a:lnTo>
                  <a:pt x="7764" y="114814"/>
                </a:lnTo>
                <a:cubicBezTo>
                  <a:pt x="4765" y="116535"/>
                  <a:pt x="2588" y="119123"/>
                  <a:pt x="1309" y="122115"/>
                </a:cubicBezTo>
                <a:cubicBezTo>
                  <a:pt x="435" y="124069"/>
                  <a:pt x="-12" y="126189"/>
                  <a:pt x="0" y="128330"/>
                </a:cubicBezTo>
                <a:lnTo>
                  <a:pt x="0" y="283558"/>
                </a:lnTo>
                <a:cubicBezTo>
                  <a:pt x="0" y="285323"/>
                  <a:pt x="299" y="286999"/>
                  <a:pt x="860" y="288614"/>
                </a:cubicBezTo>
                <a:lnTo>
                  <a:pt x="935" y="288801"/>
                </a:lnTo>
                <a:cubicBezTo>
                  <a:pt x="935" y="288839"/>
                  <a:pt x="973" y="288876"/>
                  <a:pt x="973" y="288876"/>
                </a:cubicBezTo>
                <a:cubicBezTo>
                  <a:pt x="3806" y="296865"/>
                  <a:pt x="12580" y="301044"/>
                  <a:pt x="20569" y="298211"/>
                </a:cubicBezTo>
                <a:cubicBezTo>
                  <a:pt x="21231" y="297976"/>
                  <a:pt x="21876" y="297696"/>
                  <a:pt x="22499" y="297373"/>
                </a:cubicBezTo>
                <a:lnTo>
                  <a:pt x="100513" y="255337"/>
                </a:lnTo>
                <a:lnTo>
                  <a:pt x="195132" y="304935"/>
                </a:lnTo>
                <a:cubicBezTo>
                  <a:pt x="200608" y="307777"/>
                  <a:pt x="206988" y="306999"/>
                  <a:pt x="211558" y="303514"/>
                </a:cubicBezTo>
                <a:lnTo>
                  <a:pt x="298346" y="259189"/>
                </a:lnTo>
                <a:cubicBezTo>
                  <a:pt x="302168" y="257207"/>
                  <a:pt x="304831" y="253796"/>
                  <a:pt x="305960" y="249936"/>
                </a:cubicBezTo>
                <a:cubicBezTo>
                  <a:pt x="306409" y="248478"/>
                  <a:pt x="306671" y="246944"/>
                  <a:pt x="306671" y="245336"/>
                </a:cubicBezTo>
                <a:lnTo>
                  <a:pt x="306671" y="92248"/>
                </a:lnTo>
                <a:cubicBezTo>
                  <a:pt x="306633" y="83961"/>
                  <a:pt x="300025" y="77200"/>
                  <a:pt x="291741" y="76974"/>
                </a:cubicBezTo>
                <a:close/>
              </a:path>
            </a:pathLst>
          </a:custGeom>
          <a:solidFill>
            <a:schemeClr val="accent2"/>
          </a:solidFill>
          <a:ln w="298" cap="flat">
            <a:noFill/>
            <a:prstDash val="solid"/>
            <a:miter/>
          </a:ln>
        </p:spPr>
        <p:txBody>
          <a:bodyPr rtlCol="0" anchor="ctr"/>
          <a:lstStyle/>
          <a:p>
            <a:endParaRPr lang="zh-CN" altLang="en-US">
              <a:solidFill>
                <a:schemeClr val="accent1"/>
              </a:solidFill>
            </a:endParaRPr>
          </a:p>
        </p:txBody>
      </p:sp>
      <p:sp>
        <p:nvSpPr>
          <p:cNvPr id="97" name="任意多边形: 形状 96">
            <a:extLst>
              <a:ext uri="{FF2B5EF4-FFF2-40B4-BE49-F238E27FC236}">
                <a16:creationId xmlns:a16="http://schemas.microsoft.com/office/drawing/2014/main" id="{4B7C7EA2-AAF4-E178-9832-9E22F7165D1C}"/>
              </a:ext>
            </a:extLst>
          </p:cNvPr>
          <p:cNvSpPr/>
          <p:nvPr/>
        </p:nvSpPr>
        <p:spPr>
          <a:xfrm>
            <a:off x="1181692" y="2483813"/>
            <a:ext cx="161580" cy="161616"/>
          </a:xfrm>
          <a:custGeom>
            <a:avLst/>
            <a:gdLst>
              <a:gd name="connsiteX0" fmla="*/ 247211 w 306630"/>
              <a:gd name="connsiteY0" fmla="*/ 255375 h 306699"/>
              <a:gd name="connsiteX1" fmla="*/ 233800 w 306630"/>
              <a:gd name="connsiteY1" fmla="*/ 272654 h 306699"/>
              <a:gd name="connsiteX2" fmla="*/ 249797 w 306630"/>
              <a:gd name="connsiteY2" fmla="*/ 287138 h 306699"/>
              <a:gd name="connsiteX3" fmla="*/ 252384 w 306630"/>
              <a:gd name="connsiteY3" fmla="*/ 287138 h 306699"/>
              <a:gd name="connsiteX4" fmla="*/ 265795 w 306630"/>
              <a:gd name="connsiteY4" fmla="*/ 269860 h 306699"/>
              <a:gd name="connsiteX5" fmla="*/ 249797 w 306630"/>
              <a:gd name="connsiteY5" fmla="*/ 255375 h 306699"/>
              <a:gd name="connsiteX6" fmla="*/ 247211 w 306630"/>
              <a:gd name="connsiteY6" fmla="*/ 255375 h 306699"/>
              <a:gd name="connsiteX7" fmla="*/ 93774 w 306630"/>
              <a:gd name="connsiteY7" fmla="*/ 255365 h 306699"/>
              <a:gd name="connsiteX8" fmla="*/ 79481 w 306630"/>
              <a:gd name="connsiteY8" fmla="*/ 271318 h 306699"/>
              <a:gd name="connsiteX9" fmla="*/ 79488 w 306630"/>
              <a:gd name="connsiteY9" fmla="*/ 271694 h 306699"/>
              <a:gd name="connsiteX10" fmla="*/ 94696 w 306630"/>
              <a:gd name="connsiteY10" fmla="*/ 287138 h 306699"/>
              <a:gd name="connsiteX11" fmla="*/ 97283 w 306630"/>
              <a:gd name="connsiteY11" fmla="*/ 287138 h 306699"/>
              <a:gd name="connsiteX12" fmla="*/ 110693 w 306630"/>
              <a:gd name="connsiteY12" fmla="*/ 269860 h 306699"/>
              <a:gd name="connsiteX13" fmla="*/ 94696 w 306630"/>
              <a:gd name="connsiteY13" fmla="*/ 255375 h 306699"/>
              <a:gd name="connsiteX14" fmla="*/ 94582 w 306630"/>
              <a:gd name="connsiteY14" fmla="*/ 255375 h 306699"/>
              <a:gd name="connsiteX15" fmla="*/ 93774 w 306630"/>
              <a:gd name="connsiteY15" fmla="*/ 255365 h 306699"/>
              <a:gd name="connsiteX16" fmla="*/ 171565 w 306630"/>
              <a:gd name="connsiteY16" fmla="*/ 113239 h 306699"/>
              <a:gd name="connsiteX17" fmla="*/ 152830 w 306630"/>
              <a:gd name="connsiteY17" fmla="*/ 130898 h 306699"/>
              <a:gd name="connsiteX18" fmla="*/ 152830 w 306630"/>
              <a:gd name="connsiteY18" fmla="*/ 132983 h 306699"/>
              <a:gd name="connsiteX19" fmla="*/ 190414 w 306630"/>
              <a:gd name="connsiteY19" fmla="*/ 132983 h 306699"/>
              <a:gd name="connsiteX20" fmla="*/ 190414 w 306630"/>
              <a:gd name="connsiteY20" fmla="*/ 131021 h 306699"/>
              <a:gd name="connsiteX21" fmla="*/ 171565 w 306630"/>
              <a:gd name="connsiteY21" fmla="*/ 113239 h 306699"/>
              <a:gd name="connsiteX22" fmla="*/ 170316 w 306630"/>
              <a:gd name="connsiteY22" fmla="*/ 98767 h 306699"/>
              <a:gd name="connsiteX23" fmla="*/ 172814 w 306630"/>
              <a:gd name="connsiteY23" fmla="*/ 98767 h 306699"/>
              <a:gd name="connsiteX24" fmla="*/ 199497 w 306630"/>
              <a:gd name="connsiteY24" fmla="*/ 109069 h 306699"/>
              <a:gd name="connsiteX25" fmla="*/ 209943 w 306630"/>
              <a:gd name="connsiteY25" fmla="*/ 135926 h 306699"/>
              <a:gd name="connsiteX26" fmla="*/ 202109 w 306630"/>
              <a:gd name="connsiteY26" fmla="*/ 143652 h 306699"/>
              <a:gd name="connsiteX27" fmla="*/ 153966 w 306630"/>
              <a:gd name="connsiteY27" fmla="*/ 143652 h 306699"/>
              <a:gd name="connsiteX28" fmla="*/ 153966 w 306630"/>
              <a:gd name="connsiteY28" fmla="*/ 145737 h 306699"/>
              <a:gd name="connsiteX29" fmla="*/ 175993 w 306630"/>
              <a:gd name="connsiteY29" fmla="*/ 162661 h 306699"/>
              <a:gd name="connsiteX30" fmla="*/ 192798 w 306630"/>
              <a:gd name="connsiteY30" fmla="*/ 157020 h 306699"/>
              <a:gd name="connsiteX31" fmla="*/ 200178 w 306630"/>
              <a:gd name="connsiteY31" fmla="*/ 154077 h 306699"/>
              <a:gd name="connsiteX32" fmla="*/ 206196 w 306630"/>
              <a:gd name="connsiteY32" fmla="*/ 157878 h 306699"/>
              <a:gd name="connsiteX33" fmla="*/ 206196 w 306630"/>
              <a:gd name="connsiteY33" fmla="*/ 163887 h 306699"/>
              <a:gd name="connsiteX34" fmla="*/ 175993 w 306630"/>
              <a:gd name="connsiteY34" fmla="*/ 177868 h 306699"/>
              <a:gd name="connsiteX35" fmla="*/ 173609 w 306630"/>
              <a:gd name="connsiteY35" fmla="*/ 177868 h 306699"/>
              <a:gd name="connsiteX36" fmla="*/ 134890 w 306630"/>
              <a:gd name="connsiteY36" fmla="*/ 138624 h 306699"/>
              <a:gd name="connsiteX37" fmla="*/ 145450 w 306630"/>
              <a:gd name="connsiteY37" fmla="*/ 109559 h 306699"/>
              <a:gd name="connsiteX38" fmla="*/ 170316 w 306630"/>
              <a:gd name="connsiteY38" fmla="*/ 98767 h 306699"/>
              <a:gd name="connsiteX39" fmla="*/ 59384 w 306630"/>
              <a:gd name="connsiteY39" fmla="*/ 82826 h 306699"/>
              <a:gd name="connsiteX40" fmla="*/ 62790 w 306630"/>
              <a:gd name="connsiteY40" fmla="*/ 100853 h 306699"/>
              <a:gd name="connsiteX41" fmla="*/ 68127 w 306630"/>
              <a:gd name="connsiteY41" fmla="*/ 124399 h 306699"/>
              <a:gd name="connsiteX42" fmla="*/ 81979 w 306630"/>
              <a:gd name="connsiteY42" fmla="*/ 196264 h 306699"/>
              <a:gd name="connsiteX43" fmla="*/ 261152 w 306630"/>
              <a:gd name="connsiteY43" fmla="*/ 196264 h 306699"/>
              <a:gd name="connsiteX44" fmla="*/ 277616 w 306630"/>
              <a:gd name="connsiteY44" fmla="*/ 124399 h 306699"/>
              <a:gd name="connsiteX45" fmla="*/ 282725 w 306630"/>
              <a:gd name="connsiteY45" fmla="*/ 100853 h 306699"/>
              <a:gd name="connsiteX46" fmla="*/ 286472 w 306630"/>
              <a:gd name="connsiteY46" fmla="*/ 82826 h 306699"/>
              <a:gd name="connsiteX47" fmla="*/ 9197 w 306630"/>
              <a:gd name="connsiteY47" fmla="*/ 46 h 306699"/>
              <a:gd name="connsiteX48" fmla="*/ 28273 w 306630"/>
              <a:gd name="connsiteY48" fmla="*/ 46 h 306699"/>
              <a:gd name="connsiteX49" fmla="*/ 43374 w 306630"/>
              <a:gd name="connsiteY49" fmla="*/ 8630 h 306699"/>
              <a:gd name="connsiteX50" fmla="*/ 45418 w 306630"/>
              <a:gd name="connsiteY50" fmla="*/ 15989 h 306699"/>
              <a:gd name="connsiteX51" fmla="*/ 55637 w 306630"/>
              <a:gd name="connsiteY51" fmla="*/ 62345 h 306699"/>
              <a:gd name="connsiteX52" fmla="*/ 289765 w 306630"/>
              <a:gd name="connsiteY52" fmla="*/ 62345 h 306699"/>
              <a:gd name="connsiteX53" fmla="*/ 302936 w 306630"/>
              <a:gd name="connsiteY53" fmla="*/ 67864 h 306699"/>
              <a:gd name="connsiteX54" fmla="*/ 306569 w 306630"/>
              <a:gd name="connsiteY54" fmla="*/ 80128 h 306699"/>
              <a:gd name="connsiteX55" fmla="*/ 306569 w 306630"/>
              <a:gd name="connsiteY55" fmla="*/ 81231 h 306699"/>
              <a:gd name="connsiteX56" fmla="*/ 279887 w 306630"/>
              <a:gd name="connsiteY56" fmla="*/ 199698 h 306699"/>
              <a:gd name="connsiteX57" fmla="*/ 261152 w 306630"/>
              <a:gd name="connsiteY57" fmla="*/ 215273 h 306699"/>
              <a:gd name="connsiteX58" fmla="*/ 86294 w 306630"/>
              <a:gd name="connsiteY58" fmla="*/ 215273 h 306699"/>
              <a:gd name="connsiteX59" fmla="*/ 89927 w 306630"/>
              <a:gd name="connsiteY59" fmla="*/ 234650 h 306699"/>
              <a:gd name="connsiteX60" fmla="*/ 95150 w 306630"/>
              <a:gd name="connsiteY60" fmla="*/ 234650 h 306699"/>
              <a:gd name="connsiteX61" fmla="*/ 127056 w 306630"/>
              <a:gd name="connsiteY61" fmla="*/ 259177 h 306699"/>
              <a:gd name="connsiteX62" fmla="*/ 127056 w 306630"/>
              <a:gd name="connsiteY62" fmla="*/ 260403 h 306699"/>
              <a:gd name="connsiteX63" fmla="*/ 217891 w 306630"/>
              <a:gd name="connsiteY63" fmla="*/ 260403 h 306699"/>
              <a:gd name="connsiteX64" fmla="*/ 217891 w 306630"/>
              <a:gd name="connsiteY64" fmla="*/ 259177 h 306699"/>
              <a:gd name="connsiteX65" fmla="*/ 249797 w 306630"/>
              <a:gd name="connsiteY65" fmla="*/ 234650 h 306699"/>
              <a:gd name="connsiteX66" fmla="*/ 253689 w 306630"/>
              <a:gd name="connsiteY66" fmla="*/ 234650 h 306699"/>
              <a:gd name="connsiteX67" fmla="*/ 285069 w 306630"/>
              <a:gd name="connsiteY67" fmla="*/ 272745 h 306699"/>
              <a:gd name="connsiteX68" fmla="*/ 249797 w 306630"/>
              <a:gd name="connsiteY68" fmla="*/ 306637 h 306699"/>
              <a:gd name="connsiteX69" fmla="*/ 217551 w 306630"/>
              <a:gd name="connsiteY69" fmla="*/ 282233 h 306699"/>
              <a:gd name="connsiteX70" fmla="*/ 217551 w 306630"/>
              <a:gd name="connsiteY70" fmla="*/ 281006 h 306699"/>
              <a:gd name="connsiteX71" fmla="*/ 126715 w 306630"/>
              <a:gd name="connsiteY71" fmla="*/ 281006 h 306699"/>
              <a:gd name="connsiteX72" fmla="*/ 126715 w 306630"/>
              <a:gd name="connsiteY72" fmla="*/ 282110 h 306699"/>
              <a:gd name="connsiteX73" fmla="*/ 94809 w 306630"/>
              <a:gd name="connsiteY73" fmla="*/ 306637 h 306699"/>
              <a:gd name="connsiteX74" fmla="*/ 70630 w 306630"/>
              <a:gd name="connsiteY74" fmla="*/ 295361 h 306699"/>
              <a:gd name="connsiteX75" fmla="*/ 71873 w 306630"/>
              <a:gd name="connsiteY75" fmla="*/ 244215 h 306699"/>
              <a:gd name="connsiteX76" fmla="*/ 71873 w 306630"/>
              <a:gd name="connsiteY76" fmla="*/ 243602 h 306699"/>
              <a:gd name="connsiteX77" fmla="*/ 62336 w 306630"/>
              <a:gd name="connsiteY77" fmla="*/ 193444 h 306699"/>
              <a:gd name="connsiteX78" fmla="*/ 38719 w 306630"/>
              <a:gd name="connsiteY78" fmla="*/ 73628 h 306699"/>
              <a:gd name="connsiteX79" fmla="*/ 27137 w 306630"/>
              <a:gd name="connsiteY79" fmla="*/ 19545 h 306699"/>
              <a:gd name="connsiteX80" fmla="*/ 9197 w 306630"/>
              <a:gd name="connsiteY80" fmla="*/ 19545 h 306699"/>
              <a:gd name="connsiteX81" fmla="*/ 0 w 306630"/>
              <a:gd name="connsiteY81" fmla="*/ 9611 h 306699"/>
              <a:gd name="connsiteX82" fmla="*/ 2 w 306630"/>
              <a:gd name="connsiteY82" fmla="*/ 9485 h 306699"/>
              <a:gd name="connsiteX83" fmla="*/ 9197 w 306630"/>
              <a:gd name="connsiteY83" fmla="*/ 46 h 30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306630" h="306699">
                <a:moveTo>
                  <a:pt x="247211" y="255375"/>
                </a:moveTo>
                <a:cubicBezTo>
                  <a:pt x="239090" y="256147"/>
                  <a:pt x="233086" y="263883"/>
                  <a:pt x="233800" y="272654"/>
                </a:cubicBezTo>
                <a:cubicBezTo>
                  <a:pt x="234514" y="281425"/>
                  <a:pt x="241677" y="287910"/>
                  <a:pt x="249797" y="287138"/>
                </a:cubicBezTo>
                <a:cubicBezTo>
                  <a:pt x="250658" y="287220"/>
                  <a:pt x="251523" y="287220"/>
                  <a:pt x="252384" y="287138"/>
                </a:cubicBezTo>
                <a:cubicBezTo>
                  <a:pt x="260505" y="286367"/>
                  <a:pt x="266509" y="278631"/>
                  <a:pt x="265795" y="269860"/>
                </a:cubicBezTo>
                <a:cubicBezTo>
                  <a:pt x="265080" y="261089"/>
                  <a:pt x="257918" y="254604"/>
                  <a:pt x="249797" y="255375"/>
                </a:cubicBezTo>
                <a:cubicBezTo>
                  <a:pt x="248937" y="255294"/>
                  <a:pt x="248071" y="255294"/>
                  <a:pt x="247211" y="255375"/>
                </a:cubicBezTo>
                <a:close/>
                <a:moveTo>
                  <a:pt x="93774" y="255365"/>
                </a:moveTo>
                <a:cubicBezTo>
                  <a:pt x="85749" y="255507"/>
                  <a:pt x="79349" y="262650"/>
                  <a:pt x="79481" y="271318"/>
                </a:cubicBezTo>
                <a:cubicBezTo>
                  <a:pt x="79482" y="271443"/>
                  <a:pt x="79484" y="271569"/>
                  <a:pt x="79488" y="271694"/>
                </a:cubicBezTo>
                <a:cubicBezTo>
                  <a:pt x="79739" y="280495"/>
                  <a:pt x="86548" y="287409"/>
                  <a:pt x="94696" y="287138"/>
                </a:cubicBezTo>
                <a:cubicBezTo>
                  <a:pt x="95556" y="287220"/>
                  <a:pt x="96422" y="287220"/>
                  <a:pt x="97283" y="287138"/>
                </a:cubicBezTo>
                <a:cubicBezTo>
                  <a:pt x="105403" y="286367"/>
                  <a:pt x="111408" y="278631"/>
                  <a:pt x="110693" y="269860"/>
                </a:cubicBezTo>
                <a:cubicBezTo>
                  <a:pt x="109979" y="261089"/>
                  <a:pt x="102817" y="254604"/>
                  <a:pt x="94696" y="255375"/>
                </a:cubicBezTo>
                <a:lnTo>
                  <a:pt x="94582" y="255375"/>
                </a:lnTo>
                <a:cubicBezTo>
                  <a:pt x="94313" y="255364"/>
                  <a:pt x="94044" y="255361"/>
                  <a:pt x="93774" y="255365"/>
                </a:cubicBezTo>
                <a:close/>
                <a:moveTo>
                  <a:pt x="171565" y="113239"/>
                </a:moveTo>
                <a:cubicBezTo>
                  <a:pt x="162004" y="112925"/>
                  <a:pt x="153836" y="120624"/>
                  <a:pt x="152830" y="130898"/>
                </a:cubicBezTo>
                <a:lnTo>
                  <a:pt x="152830" y="132983"/>
                </a:lnTo>
                <a:lnTo>
                  <a:pt x="190414" y="132983"/>
                </a:lnTo>
                <a:lnTo>
                  <a:pt x="190414" y="131021"/>
                </a:lnTo>
                <a:cubicBezTo>
                  <a:pt x="189628" y="120557"/>
                  <a:pt x="181271" y="112673"/>
                  <a:pt x="171565" y="113239"/>
                </a:cubicBezTo>
                <a:close/>
                <a:moveTo>
                  <a:pt x="170316" y="98767"/>
                </a:moveTo>
                <a:lnTo>
                  <a:pt x="172814" y="98767"/>
                </a:lnTo>
                <a:cubicBezTo>
                  <a:pt x="182618" y="98270"/>
                  <a:pt x="192207" y="101972"/>
                  <a:pt x="199497" y="109069"/>
                </a:cubicBezTo>
                <a:cubicBezTo>
                  <a:pt x="206252" y="116088"/>
                  <a:pt x="210031" y="125803"/>
                  <a:pt x="209943" y="135926"/>
                </a:cubicBezTo>
                <a:cubicBezTo>
                  <a:pt x="209943" y="141322"/>
                  <a:pt x="207559" y="143652"/>
                  <a:pt x="202109" y="143652"/>
                </a:cubicBezTo>
                <a:lnTo>
                  <a:pt x="153966" y="143652"/>
                </a:lnTo>
                <a:lnTo>
                  <a:pt x="153966" y="145737"/>
                </a:lnTo>
                <a:cubicBezTo>
                  <a:pt x="156313" y="156566"/>
                  <a:pt x="165752" y="163819"/>
                  <a:pt x="175993" y="162661"/>
                </a:cubicBezTo>
                <a:cubicBezTo>
                  <a:pt x="181925" y="162216"/>
                  <a:pt x="187678" y="160285"/>
                  <a:pt x="192798" y="157020"/>
                </a:cubicBezTo>
                <a:cubicBezTo>
                  <a:pt x="195100" y="155626"/>
                  <a:pt x="197590" y="154632"/>
                  <a:pt x="200178" y="154077"/>
                </a:cubicBezTo>
                <a:cubicBezTo>
                  <a:pt x="202599" y="154343"/>
                  <a:pt x="204795" y="155730"/>
                  <a:pt x="206196" y="157878"/>
                </a:cubicBezTo>
                <a:cubicBezTo>
                  <a:pt x="207003" y="159787"/>
                  <a:pt x="207003" y="161979"/>
                  <a:pt x="206196" y="163887"/>
                </a:cubicBezTo>
                <a:cubicBezTo>
                  <a:pt x="198909" y="173684"/>
                  <a:pt x="187587" y="178925"/>
                  <a:pt x="175993" y="177868"/>
                </a:cubicBezTo>
                <a:lnTo>
                  <a:pt x="173609" y="177868"/>
                </a:lnTo>
                <a:cubicBezTo>
                  <a:pt x="149083" y="176519"/>
                  <a:pt x="134890" y="162171"/>
                  <a:pt x="134890" y="138624"/>
                </a:cubicBezTo>
                <a:cubicBezTo>
                  <a:pt x="134756" y="127817"/>
                  <a:pt x="138547" y="117384"/>
                  <a:pt x="145450" y="109559"/>
                </a:cubicBezTo>
                <a:cubicBezTo>
                  <a:pt x="152076" y="102527"/>
                  <a:pt x="161027" y="98642"/>
                  <a:pt x="170316" y="98767"/>
                </a:cubicBezTo>
                <a:close/>
                <a:moveTo>
                  <a:pt x="59384" y="82826"/>
                </a:moveTo>
                <a:lnTo>
                  <a:pt x="62790" y="100853"/>
                </a:lnTo>
                <a:lnTo>
                  <a:pt x="68127" y="124399"/>
                </a:lnTo>
                <a:lnTo>
                  <a:pt x="81979" y="196264"/>
                </a:lnTo>
                <a:lnTo>
                  <a:pt x="261152" y="196264"/>
                </a:lnTo>
                <a:lnTo>
                  <a:pt x="277616" y="124399"/>
                </a:lnTo>
                <a:lnTo>
                  <a:pt x="282725" y="100853"/>
                </a:lnTo>
                <a:lnTo>
                  <a:pt x="286472" y="82826"/>
                </a:lnTo>
                <a:close/>
                <a:moveTo>
                  <a:pt x="9197" y="46"/>
                </a:moveTo>
                <a:lnTo>
                  <a:pt x="28273" y="46"/>
                </a:lnTo>
                <a:cubicBezTo>
                  <a:pt x="34411" y="-440"/>
                  <a:pt x="40270" y="2890"/>
                  <a:pt x="43374" y="8630"/>
                </a:cubicBezTo>
                <a:cubicBezTo>
                  <a:pt x="44672" y="10832"/>
                  <a:pt x="45380" y="13379"/>
                  <a:pt x="45418" y="15989"/>
                </a:cubicBezTo>
                <a:lnTo>
                  <a:pt x="55637" y="62345"/>
                </a:lnTo>
                <a:lnTo>
                  <a:pt x="289765" y="62345"/>
                </a:lnTo>
                <a:cubicBezTo>
                  <a:pt x="294695" y="61988"/>
                  <a:pt x="299518" y="64009"/>
                  <a:pt x="302936" y="67864"/>
                </a:cubicBezTo>
                <a:cubicBezTo>
                  <a:pt x="305630" y="71255"/>
                  <a:pt x="306940" y="75678"/>
                  <a:pt x="306569" y="80128"/>
                </a:cubicBezTo>
                <a:lnTo>
                  <a:pt x="306569" y="81231"/>
                </a:lnTo>
                <a:lnTo>
                  <a:pt x="279887" y="199698"/>
                </a:lnTo>
                <a:cubicBezTo>
                  <a:pt x="277807" y="209001"/>
                  <a:pt x="270010" y="215483"/>
                  <a:pt x="261152" y="215273"/>
                </a:cubicBezTo>
                <a:lnTo>
                  <a:pt x="86294" y="215273"/>
                </a:lnTo>
                <a:lnTo>
                  <a:pt x="89927" y="234650"/>
                </a:lnTo>
                <a:lnTo>
                  <a:pt x="95150" y="234650"/>
                </a:lnTo>
                <a:cubicBezTo>
                  <a:pt x="109597" y="234443"/>
                  <a:pt x="122505" y="244366"/>
                  <a:pt x="127056" y="259177"/>
                </a:cubicBezTo>
                <a:lnTo>
                  <a:pt x="127056" y="260403"/>
                </a:lnTo>
                <a:lnTo>
                  <a:pt x="217891" y="260403"/>
                </a:lnTo>
                <a:lnTo>
                  <a:pt x="217891" y="259177"/>
                </a:lnTo>
                <a:cubicBezTo>
                  <a:pt x="222677" y="244555"/>
                  <a:pt x="235439" y="234745"/>
                  <a:pt x="249797" y="234650"/>
                </a:cubicBezTo>
                <a:cubicBezTo>
                  <a:pt x="251094" y="234568"/>
                  <a:pt x="252393" y="234568"/>
                  <a:pt x="253689" y="234650"/>
                </a:cubicBezTo>
                <a:cubicBezTo>
                  <a:pt x="272094" y="235811"/>
                  <a:pt x="286143" y="252867"/>
                  <a:pt x="285069" y="272745"/>
                </a:cubicBezTo>
                <a:cubicBezTo>
                  <a:pt x="283994" y="292624"/>
                  <a:pt x="268202" y="307798"/>
                  <a:pt x="249797" y="306637"/>
                </a:cubicBezTo>
                <a:cubicBezTo>
                  <a:pt x="235233" y="307104"/>
                  <a:pt x="222116" y="297178"/>
                  <a:pt x="217551" y="282233"/>
                </a:cubicBezTo>
                <a:lnTo>
                  <a:pt x="217551" y="281006"/>
                </a:lnTo>
                <a:lnTo>
                  <a:pt x="126715" y="281006"/>
                </a:lnTo>
                <a:lnTo>
                  <a:pt x="126715" y="282110"/>
                </a:lnTo>
                <a:cubicBezTo>
                  <a:pt x="121929" y="296732"/>
                  <a:pt x="109168" y="306542"/>
                  <a:pt x="94809" y="306637"/>
                </a:cubicBezTo>
                <a:cubicBezTo>
                  <a:pt x="85662" y="306602"/>
                  <a:pt x="76926" y="302528"/>
                  <a:pt x="70630" y="295361"/>
                </a:cubicBezTo>
                <a:cubicBezTo>
                  <a:pt x="57897" y="280866"/>
                  <a:pt x="58454" y="257968"/>
                  <a:pt x="71873" y="244215"/>
                </a:cubicBezTo>
                <a:lnTo>
                  <a:pt x="71873" y="243602"/>
                </a:lnTo>
                <a:lnTo>
                  <a:pt x="62336" y="193444"/>
                </a:lnTo>
                <a:lnTo>
                  <a:pt x="38719" y="73628"/>
                </a:lnTo>
                <a:lnTo>
                  <a:pt x="27137" y="19545"/>
                </a:lnTo>
                <a:lnTo>
                  <a:pt x="9197" y="19545"/>
                </a:lnTo>
                <a:cubicBezTo>
                  <a:pt x="4118" y="19545"/>
                  <a:pt x="0" y="15098"/>
                  <a:pt x="0" y="9611"/>
                </a:cubicBezTo>
                <a:cubicBezTo>
                  <a:pt x="0" y="9569"/>
                  <a:pt x="1" y="9527"/>
                  <a:pt x="2" y="9485"/>
                </a:cubicBezTo>
                <a:cubicBezTo>
                  <a:pt x="128" y="4136"/>
                  <a:pt x="4245" y="-90"/>
                  <a:pt x="9197" y="46"/>
                </a:cubicBezTo>
                <a:close/>
              </a:path>
            </a:pathLst>
          </a:custGeom>
          <a:solidFill>
            <a:schemeClr val="accent2"/>
          </a:solidFill>
          <a:ln w="276" cap="flat">
            <a:solidFill>
              <a:schemeClr val="accent2"/>
            </a:solidFill>
            <a:prstDash val="solid"/>
            <a:miter/>
          </a:ln>
        </p:spPr>
        <p:txBody>
          <a:bodyPr rtlCol="0" anchor="ctr"/>
          <a:lstStyle/>
          <a:p>
            <a:endParaRPr lang="zh-CN" altLang="en-US"/>
          </a:p>
        </p:txBody>
      </p:sp>
      <p:sp>
        <p:nvSpPr>
          <p:cNvPr id="98" name="图形 59">
            <a:extLst>
              <a:ext uri="{FF2B5EF4-FFF2-40B4-BE49-F238E27FC236}">
                <a16:creationId xmlns:a16="http://schemas.microsoft.com/office/drawing/2014/main" id="{99FDF1A7-6838-3355-D149-674135436AAE}"/>
              </a:ext>
            </a:extLst>
          </p:cNvPr>
          <p:cNvSpPr/>
          <p:nvPr/>
        </p:nvSpPr>
        <p:spPr>
          <a:xfrm>
            <a:off x="1181692" y="3015029"/>
            <a:ext cx="150834" cy="151178"/>
          </a:xfrm>
          <a:custGeom>
            <a:avLst/>
            <a:gdLst>
              <a:gd name="connsiteX0" fmla="*/ 35894 w 134414"/>
              <a:gd name="connsiteY0" fmla="*/ 126643 h 134721"/>
              <a:gd name="connsiteX1" fmla="*/ 211 w 134414"/>
              <a:gd name="connsiteY1" fmla="*/ 134722 h 134721"/>
              <a:gd name="connsiteX2" fmla="*/ 8290 w 134414"/>
              <a:gd name="connsiteY2" fmla="*/ 99039 h 134721"/>
              <a:gd name="connsiteX3" fmla="*/ 1558 w 134414"/>
              <a:gd name="connsiteY3" fmla="*/ 52585 h 134721"/>
              <a:gd name="connsiteX4" fmla="*/ 27141 w 134414"/>
              <a:gd name="connsiteY4" fmla="*/ 13537 h 134721"/>
              <a:gd name="connsiteX5" fmla="*/ 72249 w 134414"/>
              <a:gd name="connsiteY5" fmla="*/ 72 h 134721"/>
              <a:gd name="connsiteX6" fmla="*/ 114664 w 134414"/>
              <a:gd name="connsiteY6" fmla="*/ 19596 h 134721"/>
              <a:gd name="connsiteX7" fmla="*/ 134188 w 134414"/>
              <a:gd name="connsiteY7" fmla="*/ 62011 h 134721"/>
              <a:gd name="connsiteX8" fmla="*/ 121396 w 134414"/>
              <a:gd name="connsiteY8" fmla="*/ 107118 h 134721"/>
              <a:gd name="connsiteX9" fmla="*/ 82348 w 134414"/>
              <a:gd name="connsiteY9" fmla="*/ 132702 h 134721"/>
              <a:gd name="connsiteX10" fmla="*/ 35894 w 134414"/>
              <a:gd name="connsiteY10" fmla="*/ 126643 h 134721"/>
              <a:gd name="connsiteX11" fmla="*/ 37913 w 134414"/>
              <a:gd name="connsiteY11" fmla="*/ 112504 h 134721"/>
              <a:gd name="connsiteX12" fmla="*/ 42626 w 134414"/>
              <a:gd name="connsiteY12" fmla="*/ 115197 h 134721"/>
              <a:gd name="connsiteX13" fmla="*/ 67536 w 134414"/>
              <a:gd name="connsiteY13" fmla="*/ 121257 h 134721"/>
              <a:gd name="connsiteX14" fmla="*/ 99852 w 134414"/>
              <a:gd name="connsiteY14" fmla="*/ 110485 h 134721"/>
              <a:gd name="connsiteX15" fmla="*/ 119377 w 134414"/>
              <a:gd name="connsiteY15" fmla="*/ 82208 h 134721"/>
              <a:gd name="connsiteX16" fmla="*/ 117357 w 134414"/>
              <a:gd name="connsiteY16" fmla="*/ 47872 h 134721"/>
              <a:gd name="connsiteX17" fmla="*/ 95140 w 134414"/>
              <a:gd name="connsiteY17" fmla="*/ 21616 h 134721"/>
              <a:gd name="connsiteX18" fmla="*/ 61477 w 134414"/>
              <a:gd name="connsiteY18" fmla="*/ 14210 h 134721"/>
              <a:gd name="connsiteX19" fmla="*/ 30508 w 134414"/>
              <a:gd name="connsiteY19" fmla="*/ 28348 h 134721"/>
              <a:gd name="connsiteX20" fmla="*/ 14350 w 134414"/>
              <a:gd name="connsiteY20" fmla="*/ 58644 h 134721"/>
              <a:gd name="connsiteX21" fmla="*/ 19736 w 134414"/>
              <a:gd name="connsiteY21" fmla="*/ 92307 h 134721"/>
              <a:gd name="connsiteX22" fmla="*/ 21755 w 134414"/>
              <a:gd name="connsiteY22" fmla="*/ 97020 h 134721"/>
              <a:gd name="connsiteX23" fmla="*/ 17043 w 134414"/>
              <a:gd name="connsiteY23" fmla="*/ 116544 h 134721"/>
              <a:gd name="connsiteX24" fmla="*/ 37913 w 134414"/>
              <a:gd name="connsiteY24" fmla="*/ 112504 h 134721"/>
              <a:gd name="connsiteX25" fmla="*/ 33874 w 134414"/>
              <a:gd name="connsiteY25" fmla="*/ 67397 h 134721"/>
              <a:gd name="connsiteX26" fmla="*/ 47339 w 134414"/>
              <a:gd name="connsiteY26" fmla="*/ 67397 h 134721"/>
              <a:gd name="connsiteX27" fmla="*/ 53398 w 134414"/>
              <a:gd name="connsiteY27" fmla="*/ 81535 h 134721"/>
              <a:gd name="connsiteX28" fmla="*/ 67536 w 134414"/>
              <a:gd name="connsiteY28" fmla="*/ 87594 h 134721"/>
              <a:gd name="connsiteX29" fmla="*/ 81675 w 134414"/>
              <a:gd name="connsiteY29" fmla="*/ 81535 h 134721"/>
              <a:gd name="connsiteX30" fmla="*/ 87734 w 134414"/>
              <a:gd name="connsiteY30" fmla="*/ 67397 h 134721"/>
              <a:gd name="connsiteX31" fmla="*/ 101199 w 134414"/>
              <a:gd name="connsiteY31" fmla="*/ 67397 h 134721"/>
              <a:gd name="connsiteX32" fmla="*/ 91100 w 134414"/>
              <a:gd name="connsiteY32" fmla="*/ 90960 h 134721"/>
              <a:gd name="connsiteX33" fmla="*/ 67536 w 134414"/>
              <a:gd name="connsiteY33" fmla="*/ 101059 h 134721"/>
              <a:gd name="connsiteX34" fmla="*/ 43973 w 134414"/>
              <a:gd name="connsiteY34" fmla="*/ 90960 h 134721"/>
              <a:gd name="connsiteX35" fmla="*/ 33874 w 134414"/>
              <a:gd name="connsiteY35" fmla="*/ 67397 h 134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4414" h="134721">
                <a:moveTo>
                  <a:pt x="35894" y="126643"/>
                </a:moveTo>
                <a:lnTo>
                  <a:pt x="211" y="134722"/>
                </a:lnTo>
                <a:lnTo>
                  <a:pt x="8290" y="99039"/>
                </a:lnTo>
                <a:cubicBezTo>
                  <a:pt x="211" y="84901"/>
                  <a:pt x="-1808" y="68070"/>
                  <a:pt x="1558" y="52585"/>
                </a:cubicBezTo>
                <a:cubicBezTo>
                  <a:pt x="5597" y="37100"/>
                  <a:pt x="14350" y="22962"/>
                  <a:pt x="27141" y="13537"/>
                </a:cubicBezTo>
                <a:cubicBezTo>
                  <a:pt x="40606" y="3438"/>
                  <a:pt x="56091" y="-602"/>
                  <a:pt x="72249" y="72"/>
                </a:cubicBezTo>
                <a:cubicBezTo>
                  <a:pt x="88407" y="1418"/>
                  <a:pt x="103219" y="8151"/>
                  <a:pt x="114664" y="19596"/>
                </a:cubicBezTo>
                <a:cubicBezTo>
                  <a:pt x="126109" y="31041"/>
                  <a:pt x="132842" y="45853"/>
                  <a:pt x="134188" y="62011"/>
                </a:cubicBezTo>
                <a:cubicBezTo>
                  <a:pt x="135535" y="78169"/>
                  <a:pt x="130822" y="94327"/>
                  <a:pt x="121396" y="107118"/>
                </a:cubicBezTo>
                <a:cubicBezTo>
                  <a:pt x="111971" y="119910"/>
                  <a:pt x="97833" y="129336"/>
                  <a:pt x="82348" y="132702"/>
                </a:cubicBezTo>
                <a:cubicBezTo>
                  <a:pt x="66863" y="136741"/>
                  <a:pt x="50032" y="134722"/>
                  <a:pt x="35894" y="126643"/>
                </a:cubicBezTo>
                <a:close/>
                <a:moveTo>
                  <a:pt x="37913" y="112504"/>
                </a:moveTo>
                <a:lnTo>
                  <a:pt x="42626" y="115197"/>
                </a:lnTo>
                <a:cubicBezTo>
                  <a:pt x="50032" y="119237"/>
                  <a:pt x="58784" y="121257"/>
                  <a:pt x="67536" y="121257"/>
                </a:cubicBezTo>
                <a:cubicBezTo>
                  <a:pt x="78982" y="121257"/>
                  <a:pt x="91100" y="117217"/>
                  <a:pt x="99852" y="110485"/>
                </a:cubicBezTo>
                <a:cubicBezTo>
                  <a:pt x="109278" y="103079"/>
                  <a:pt x="116010" y="93653"/>
                  <a:pt x="119377" y="82208"/>
                </a:cubicBezTo>
                <a:cubicBezTo>
                  <a:pt x="122743" y="70763"/>
                  <a:pt x="122070" y="58644"/>
                  <a:pt x="117357" y="47872"/>
                </a:cubicBezTo>
                <a:cubicBezTo>
                  <a:pt x="113317" y="37100"/>
                  <a:pt x="105238" y="27675"/>
                  <a:pt x="95140" y="21616"/>
                </a:cubicBezTo>
                <a:cubicBezTo>
                  <a:pt x="85041" y="15556"/>
                  <a:pt x="72922" y="12863"/>
                  <a:pt x="61477" y="14210"/>
                </a:cubicBezTo>
                <a:cubicBezTo>
                  <a:pt x="50032" y="14883"/>
                  <a:pt x="39260" y="20269"/>
                  <a:pt x="30508" y="28348"/>
                </a:cubicBezTo>
                <a:cubicBezTo>
                  <a:pt x="21755" y="36427"/>
                  <a:pt x="16369" y="47199"/>
                  <a:pt x="14350" y="58644"/>
                </a:cubicBezTo>
                <a:cubicBezTo>
                  <a:pt x="12330" y="70090"/>
                  <a:pt x="14350" y="82208"/>
                  <a:pt x="19736" y="92307"/>
                </a:cubicBezTo>
                <a:lnTo>
                  <a:pt x="21755" y="97020"/>
                </a:lnTo>
                <a:lnTo>
                  <a:pt x="17043" y="116544"/>
                </a:lnTo>
                <a:lnTo>
                  <a:pt x="37913" y="112504"/>
                </a:lnTo>
                <a:close/>
                <a:moveTo>
                  <a:pt x="33874" y="67397"/>
                </a:moveTo>
                <a:lnTo>
                  <a:pt x="47339" y="67397"/>
                </a:lnTo>
                <a:cubicBezTo>
                  <a:pt x="47339" y="72783"/>
                  <a:pt x="49359" y="78169"/>
                  <a:pt x="53398" y="81535"/>
                </a:cubicBezTo>
                <a:cubicBezTo>
                  <a:pt x="57438" y="85574"/>
                  <a:pt x="62150" y="87594"/>
                  <a:pt x="67536" y="87594"/>
                </a:cubicBezTo>
                <a:cubicBezTo>
                  <a:pt x="72922" y="87594"/>
                  <a:pt x="78308" y="85574"/>
                  <a:pt x="81675" y="81535"/>
                </a:cubicBezTo>
                <a:cubicBezTo>
                  <a:pt x="85041" y="77495"/>
                  <a:pt x="87734" y="72783"/>
                  <a:pt x="87734" y="67397"/>
                </a:cubicBezTo>
                <a:lnTo>
                  <a:pt x="101199" y="67397"/>
                </a:lnTo>
                <a:cubicBezTo>
                  <a:pt x="101199" y="76149"/>
                  <a:pt x="97833" y="84901"/>
                  <a:pt x="91100" y="90960"/>
                </a:cubicBezTo>
                <a:cubicBezTo>
                  <a:pt x="85041" y="97693"/>
                  <a:pt x="76289" y="101059"/>
                  <a:pt x="67536" y="101059"/>
                </a:cubicBezTo>
                <a:cubicBezTo>
                  <a:pt x="58784" y="101059"/>
                  <a:pt x="50032" y="97693"/>
                  <a:pt x="43973" y="90960"/>
                </a:cubicBezTo>
                <a:cubicBezTo>
                  <a:pt x="37240" y="84901"/>
                  <a:pt x="33874" y="76149"/>
                  <a:pt x="33874" y="67397"/>
                </a:cubicBezTo>
                <a:close/>
              </a:path>
            </a:pathLst>
          </a:custGeom>
          <a:solidFill>
            <a:schemeClr val="accent2"/>
          </a:solidFill>
          <a:ln w="149" cap="flat">
            <a:noFill/>
            <a:prstDash val="solid"/>
            <a:miter/>
          </a:ln>
        </p:spPr>
        <p:txBody>
          <a:bodyPr rtlCol="0" anchor="ctr"/>
          <a:lstStyle/>
          <a:p>
            <a:endParaRPr lang="zh-CN" altLang="en-US"/>
          </a:p>
        </p:txBody>
      </p:sp>
      <p:sp>
        <p:nvSpPr>
          <p:cNvPr id="99" name="任意多边形: 形状 98">
            <a:extLst>
              <a:ext uri="{FF2B5EF4-FFF2-40B4-BE49-F238E27FC236}">
                <a16:creationId xmlns:a16="http://schemas.microsoft.com/office/drawing/2014/main" id="{CBF99478-2205-4982-3FB6-FEA66E3811D5}"/>
              </a:ext>
            </a:extLst>
          </p:cNvPr>
          <p:cNvSpPr/>
          <p:nvPr/>
        </p:nvSpPr>
        <p:spPr>
          <a:xfrm>
            <a:off x="1181692" y="3534942"/>
            <a:ext cx="159964" cy="159964"/>
          </a:xfrm>
          <a:custGeom>
            <a:avLst/>
            <a:gdLst>
              <a:gd name="connsiteX0" fmla="*/ 56149 w 159964"/>
              <a:gd name="connsiteY0" fmla="*/ 107452 h 159964"/>
              <a:gd name="connsiteX1" fmla="*/ 135728 w 159964"/>
              <a:gd name="connsiteY1" fmla="*/ 107452 h 159964"/>
              <a:gd name="connsiteX2" fmla="*/ 140171 w 159964"/>
              <a:gd name="connsiteY2" fmla="*/ 111814 h 159964"/>
              <a:gd name="connsiteX3" fmla="*/ 135728 w 159964"/>
              <a:gd name="connsiteY3" fmla="*/ 116177 h 159964"/>
              <a:gd name="connsiteX4" fmla="*/ 56149 w 159964"/>
              <a:gd name="connsiteY4" fmla="*/ 116177 h 159964"/>
              <a:gd name="connsiteX5" fmla="*/ 51706 w 159964"/>
              <a:gd name="connsiteY5" fmla="*/ 111814 h 159964"/>
              <a:gd name="connsiteX6" fmla="*/ 56149 w 159964"/>
              <a:gd name="connsiteY6" fmla="*/ 107452 h 159964"/>
              <a:gd name="connsiteX7" fmla="*/ 8725 w 159964"/>
              <a:gd name="connsiteY7" fmla="*/ 76427 h 159964"/>
              <a:gd name="connsiteX8" fmla="*/ 8725 w 159964"/>
              <a:gd name="connsiteY8" fmla="*/ 139686 h 159964"/>
              <a:gd name="connsiteX9" fmla="*/ 20278 w 159964"/>
              <a:gd name="connsiteY9" fmla="*/ 151158 h 159964"/>
              <a:gd name="connsiteX10" fmla="*/ 31831 w 159964"/>
              <a:gd name="connsiteY10" fmla="*/ 139686 h 159964"/>
              <a:gd name="connsiteX11" fmla="*/ 31831 w 159964"/>
              <a:gd name="connsiteY11" fmla="*/ 76427 h 159964"/>
              <a:gd name="connsiteX12" fmla="*/ 56149 w 159964"/>
              <a:gd name="connsiteY12" fmla="*/ 75620 h 159964"/>
              <a:gd name="connsiteX13" fmla="*/ 135728 w 159964"/>
              <a:gd name="connsiteY13" fmla="*/ 75620 h 159964"/>
              <a:gd name="connsiteX14" fmla="*/ 140171 w 159964"/>
              <a:gd name="connsiteY14" fmla="*/ 79983 h 159964"/>
              <a:gd name="connsiteX15" fmla="*/ 135728 w 159964"/>
              <a:gd name="connsiteY15" fmla="*/ 84346 h 159964"/>
              <a:gd name="connsiteX16" fmla="*/ 56149 w 159964"/>
              <a:gd name="connsiteY16" fmla="*/ 84346 h 159964"/>
              <a:gd name="connsiteX17" fmla="*/ 51706 w 159964"/>
              <a:gd name="connsiteY17" fmla="*/ 79983 h 159964"/>
              <a:gd name="connsiteX18" fmla="*/ 56149 w 159964"/>
              <a:gd name="connsiteY18" fmla="*/ 75620 h 159964"/>
              <a:gd name="connsiteX19" fmla="*/ 95817 w 159964"/>
              <a:gd name="connsiteY19" fmla="*/ 43789 h 159964"/>
              <a:gd name="connsiteX20" fmla="*/ 135728 w 159964"/>
              <a:gd name="connsiteY20" fmla="*/ 43789 h 159964"/>
              <a:gd name="connsiteX21" fmla="*/ 140090 w 159964"/>
              <a:gd name="connsiteY21" fmla="*/ 48152 h 159964"/>
              <a:gd name="connsiteX22" fmla="*/ 135728 w 159964"/>
              <a:gd name="connsiteY22" fmla="*/ 52514 h 159964"/>
              <a:gd name="connsiteX23" fmla="*/ 95817 w 159964"/>
              <a:gd name="connsiteY23" fmla="*/ 52514 h 159964"/>
              <a:gd name="connsiteX24" fmla="*/ 91535 w 159964"/>
              <a:gd name="connsiteY24" fmla="*/ 48152 h 159964"/>
              <a:gd name="connsiteX25" fmla="*/ 95817 w 159964"/>
              <a:gd name="connsiteY25" fmla="*/ 43789 h 159964"/>
              <a:gd name="connsiteX26" fmla="*/ 56069 w 159964"/>
              <a:gd name="connsiteY26" fmla="*/ 43789 h 159964"/>
              <a:gd name="connsiteX27" fmla="*/ 72065 w 159964"/>
              <a:gd name="connsiteY27" fmla="*/ 43789 h 159964"/>
              <a:gd name="connsiteX28" fmla="*/ 76428 w 159964"/>
              <a:gd name="connsiteY28" fmla="*/ 48152 h 159964"/>
              <a:gd name="connsiteX29" fmla="*/ 72065 w 159964"/>
              <a:gd name="connsiteY29" fmla="*/ 52514 h 159964"/>
              <a:gd name="connsiteX30" fmla="*/ 56069 w 159964"/>
              <a:gd name="connsiteY30" fmla="*/ 52514 h 159964"/>
              <a:gd name="connsiteX31" fmla="*/ 51706 w 159964"/>
              <a:gd name="connsiteY31" fmla="*/ 48152 h 159964"/>
              <a:gd name="connsiteX32" fmla="*/ 56069 w 159964"/>
              <a:gd name="connsiteY32" fmla="*/ 43789 h 159964"/>
              <a:gd name="connsiteX33" fmla="*/ 44192 w 159964"/>
              <a:gd name="connsiteY33" fmla="*/ 8806 h 159964"/>
              <a:gd name="connsiteX34" fmla="*/ 41688 w 159964"/>
              <a:gd name="connsiteY34" fmla="*/ 9776 h 159964"/>
              <a:gd name="connsiteX35" fmla="*/ 40637 w 159964"/>
              <a:gd name="connsiteY35" fmla="*/ 12280 h 159964"/>
              <a:gd name="connsiteX36" fmla="*/ 40637 w 159964"/>
              <a:gd name="connsiteY36" fmla="*/ 139686 h 159964"/>
              <a:gd name="connsiteX37" fmla="*/ 37083 w 159964"/>
              <a:gd name="connsiteY37" fmla="*/ 151158 h 159964"/>
              <a:gd name="connsiteX38" fmla="*/ 147603 w 159964"/>
              <a:gd name="connsiteY38" fmla="*/ 151158 h 159964"/>
              <a:gd name="connsiteX39" fmla="*/ 150108 w 159964"/>
              <a:gd name="connsiteY39" fmla="*/ 150189 h 159964"/>
              <a:gd name="connsiteX40" fmla="*/ 151158 w 159964"/>
              <a:gd name="connsiteY40" fmla="*/ 147684 h 159964"/>
              <a:gd name="connsiteX41" fmla="*/ 151158 w 159964"/>
              <a:gd name="connsiteY41" fmla="*/ 12361 h 159964"/>
              <a:gd name="connsiteX42" fmla="*/ 147523 w 159964"/>
              <a:gd name="connsiteY42" fmla="*/ 8806 h 159964"/>
              <a:gd name="connsiteX43" fmla="*/ 44111 w 159964"/>
              <a:gd name="connsiteY43" fmla="*/ 0 h 159964"/>
              <a:gd name="connsiteX44" fmla="*/ 44192 w 159964"/>
              <a:gd name="connsiteY44" fmla="*/ 0 h 159964"/>
              <a:gd name="connsiteX45" fmla="*/ 147523 w 159964"/>
              <a:gd name="connsiteY45" fmla="*/ 0 h 159964"/>
              <a:gd name="connsiteX46" fmla="*/ 159964 w 159964"/>
              <a:gd name="connsiteY46" fmla="*/ 12280 h 159964"/>
              <a:gd name="connsiteX47" fmla="*/ 159964 w 159964"/>
              <a:gd name="connsiteY47" fmla="*/ 147684 h 159964"/>
              <a:gd name="connsiteX48" fmla="*/ 156329 w 159964"/>
              <a:gd name="connsiteY48" fmla="*/ 156409 h 159964"/>
              <a:gd name="connsiteX49" fmla="*/ 147603 w 159964"/>
              <a:gd name="connsiteY49" fmla="*/ 159964 h 159964"/>
              <a:gd name="connsiteX50" fmla="*/ 20278 w 159964"/>
              <a:gd name="connsiteY50" fmla="*/ 159964 h 159964"/>
              <a:gd name="connsiteX51" fmla="*/ 0 w 159964"/>
              <a:gd name="connsiteY51" fmla="*/ 139686 h 159964"/>
              <a:gd name="connsiteX52" fmla="*/ 0 w 159964"/>
              <a:gd name="connsiteY52" fmla="*/ 67540 h 159964"/>
              <a:gd name="connsiteX53" fmla="*/ 8806 w 159964"/>
              <a:gd name="connsiteY53" fmla="*/ 67540 h 159964"/>
              <a:gd name="connsiteX54" fmla="*/ 8806 w 159964"/>
              <a:gd name="connsiteY54" fmla="*/ 67621 h 159964"/>
              <a:gd name="connsiteX55" fmla="*/ 31750 w 159964"/>
              <a:gd name="connsiteY55" fmla="*/ 67621 h 159964"/>
              <a:gd name="connsiteX56" fmla="*/ 31750 w 159964"/>
              <a:gd name="connsiteY56" fmla="*/ 12280 h 159964"/>
              <a:gd name="connsiteX57" fmla="*/ 44111 w 159964"/>
              <a:gd name="connsiteY57" fmla="*/ 0 h 159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59964" h="159964">
                <a:moveTo>
                  <a:pt x="56149" y="107452"/>
                </a:moveTo>
                <a:lnTo>
                  <a:pt x="135728" y="107452"/>
                </a:lnTo>
                <a:cubicBezTo>
                  <a:pt x="138151" y="107452"/>
                  <a:pt x="140171" y="109471"/>
                  <a:pt x="140171" y="111814"/>
                </a:cubicBezTo>
                <a:cubicBezTo>
                  <a:pt x="140171" y="114238"/>
                  <a:pt x="138151" y="116177"/>
                  <a:pt x="135728" y="116177"/>
                </a:cubicBezTo>
                <a:lnTo>
                  <a:pt x="56149" y="116177"/>
                </a:lnTo>
                <a:cubicBezTo>
                  <a:pt x="53726" y="116177"/>
                  <a:pt x="51706" y="114238"/>
                  <a:pt x="51706" y="111814"/>
                </a:cubicBezTo>
                <a:cubicBezTo>
                  <a:pt x="51706" y="109390"/>
                  <a:pt x="53726" y="107452"/>
                  <a:pt x="56149" y="107452"/>
                </a:cubicBezTo>
                <a:close/>
                <a:moveTo>
                  <a:pt x="8725" y="76427"/>
                </a:moveTo>
                <a:lnTo>
                  <a:pt x="8725" y="139686"/>
                </a:lnTo>
                <a:cubicBezTo>
                  <a:pt x="8725" y="145988"/>
                  <a:pt x="13896" y="151158"/>
                  <a:pt x="20278" y="151158"/>
                </a:cubicBezTo>
                <a:cubicBezTo>
                  <a:pt x="26661" y="151158"/>
                  <a:pt x="31831" y="145988"/>
                  <a:pt x="31831" y="139686"/>
                </a:cubicBezTo>
                <a:lnTo>
                  <a:pt x="31831" y="76427"/>
                </a:lnTo>
                <a:close/>
                <a:moveTo>
                  <a:pt x="56149" y="75620"/>
                </a:moveTo>
                <a:lnTo>
                  <a:pt x="135728" y="75620"/>
                </a:lnTo>
                <a:cubicBezTo>
                  <a:pt x="138151" y="75620"/>
                  <a:pt x="140171" y="77640"/>
                  <a:pt x="140171" y="79983"/>
                </a:cubicBezTo>
                <a:cubicBezTo>
                  <a:pt x="140171" y="82407"/>
                  <a:pt x="138151" y="84346"/>
                  <a:pt x="135728" y="84346"/>
                </a:cubicBezTo>
                <a:lnTo>
                  <a:pt x="56149" y="84346"/>
                </a:lnTo>
                <a:cubicBezTo>
                  <a:pt x="53726" y="84346"/>
                  <a:pt x="51706" y="82407"/>
                  <a:pt x="51706" y="79983"/>
                </a:cubicBezTo>
                <a:cubicBezTo>
                  <a:pt x="51706" y="77559"/>
                  <a:pt x="53726" y="75620"/>
                  <a:pt x="56149" y="75620"/>
                </a:cubicBezTo>
                <a:close/>
                <a:moveTo>
                  <a:pt x="95817" y="43789"/>
                </a:moveTo>
                <a:lnTo>
                  <a:pt x="135728" y="43789"/>
                </a:lnTo>
                <a:cubicBezTo>
                  <a:pt x="138151" y="43789"/>
                  <a:pt x="140090" y="45728"/>
                  <a:pt x="140090" y="48152"/>
                </a:cubicBezTo>
                <a:cubicBezTo>
                  <a:pt x="140090" y="50575"/>
                  <a:pt x="138151" y="52514"/>
                  <a:pt x="135728" y="52514"/>
                </a:cubicBezTo>
                <a:lnTo>
                  <a:pt x="95817" y="52514"/>
                </a:lnTo>
                <a:cubicBezTo>
                  <a:pt x="93474" y="52514"/>
                  <a:pt x="91535" y="50575"/>
                  <a:pt x="91535" y="48152"/>
                </a:cubicBezTo>
                <a:cubicBezTo>
                  <a:pt x="91535" y="45809"/>
                  <a:pt x="93474" y="43870"/>
                  <a:pt x="95817" y="43789"/>
                </a:cubicBezTo>
                <a:close/>
                <a:moveTo>
                  <a:pt x="56069" y="43789"/>
                </a:moveTo>
                <a:lnTo>
                  <a:pt x="72065" y="43789"/>
                </a:lnTo>
                <a:cubicBezTo>
                  <a:pt x="74408" y="43789"/>
                  <a:pt x="76428" y="45809"/>
                  <a:pt x="76428" y="48152"/>
                </a:cubicBezTo>
                <a:cubicBezTo>
                  <a:pt x="76428" y="50575"/>
                  <a:pt x="74489" y="52514"/>
                  <a:pt x="72065" y="52514"/>
                </a:cubicBezTo>
                <a:lnTo>
                  <a:pt x="56069" y="52514"/>
                </a:lnTo>
                <a:cubicBezTo>
                  <a:pt x="53645" y="52514"/>
                  <a:pt x="51706" y="50575"/>
                  <a:pt x="51706" y="48152"/>
                </a:cubicBezTo>
                <a:cubicBezTo>
                  <a:pt x="51706" y="45728"/>
                  <a:pt x="53645" y="43789"/>
                  <a:pt x="56069" y="43789"/>
                </a:cubicBezTo>
                <a:close/>
                <a:moveTo>
                  <a:pt x="44192" y="8806"/>
                </a:moveTo>
                <a:cubicBezTo>
                  <a:pt x="43303" y="8725"/>
                  <a:pt x="42334" y="9129"/>
                  <a:pt x="41688" y="9776"/>
                </a:cubicBezTo>
                <a:cubicBezTo>
                  <a:pt x="41041" y="10422"/>
                  <a:pt x="40637" y="11311"/>
                  <a:pt x="40637" y="12280"/>
                </a:cubicBezTo>
                <a:lnTo>
                  <a:pt x="40637" y="139686"/>
                </a:lnTo>
                <a:cubicBezTo>
                  <a:pt x="40637" y="143887"/>
                  <a:pt x="39426" y="147765"/>
                  <a:pt x="37083" y="151158"/>
                </a:cubicBezTo>
                <a:lnTo>
                  <a:pt x="147603" y="151158"/>
                </a:lnTo>
                <a:cubicBezTo>
                  <a:pt x="148492" y="151239"/>
                  <a:pt x="149462" y="150835"/>
                  <a:pt x="150108" y="150189"/>
                </a:cubicBezTo>
                <a:cubicBezTo>
                  <a:pt x="150754" y="149542"/>
                  <a:pt x="151158" y="148654"/>
                  <a:pt x="151158" y="147684"/>
                </a:cubicBezTo>
                <a:lnTo>
                  <a:pt x="151158" y="12361"/>
                </a:lnTo>
                <a:cubicBezTo>
                  <a:pt x="151077" y="10422"/>
                  <a:pt x="149462" y="8806"/>
                  <a:pt x="147523" y="8806"/>
                </a:cubicBezTo>
                <a:close/>
                <a:moveTo>
                  <a:pt x="44111" y="0"/>
                </a:moveTo>
                <a:lnTo>
                  <a:pt x="44192" y="0"/>
                </a:lnTo>
                <a:lnTo>
                  <a:pt x="147523" y="0"/>
                </a:lnTo>
                <a:cubicBezTo>
                  <a:pt x="154390" y="0"/>
                  <a:pt x="159964" y="5494"/>
                  <a:pt x="159964" y="12280"/>
                </a:cubicBezTo>
                <a:lnTo>
                  <a:pt x="159964" y="147684"/>
                </a:lnTo>
                <a:cubicBezTo>
                  <a:pt x="159964" y="150997"/>
                  <a:pt x="158672" y="154067"/>
                  <a:pt x="156329" y="156409"/>
                </a:cubicBezTo>
                <a:cubicBezTo>
                  <a:pt x="153986" y="158672"/>
                  <a:pt x="150916" y="159964"/>
                  <a:pt x="147603" y="159964"/>
                </a:cubicBezTo>
                <a:lnTo>
                  <a:pt x="20278" y="159964"/>
                </a:lnTo>
                <a:cubicBezTo>
                  <a:pt x="9129" y="159964"/>
                  <a:pt x="0" y="150835"/>
                  <a:pt x="0" y="139686"/>
                </a:cubicBezTo>
                <a:lnTo>
                  <a:pt x="0" y="67540"/>
                </a:lnTo>
                <a:lnTo>
                  <a:pt x="8806" y="67540"/>
                </a:lnTo>
                <a:lnTo>
                  <a:pt x="8806" y="67621"/>
                </a:lnTo>
                <a:lnTo>
                  <a:pt x="31750" y="67621"/>
                </a:lnTo>
                <a:lnTo>
                  <a:pt x="31750" y="12280"/>
                </a:lnTo>
                <a:cubicBezTo>
                  <a:pt x="31750" y="5494"/>
                  <a:pt x="37325" y="0"/>
                  <a:pt x="44111" y="0"/>
                </a:cubicBezTo>
                <a:close/>
              </a:path>
            </a:pathLst>
          </a:custGeom>
          <a:solidFill>
            <a:schemeClr val="accent2"/>
          </a:solidFill>
          <a:ln w="3175" cap="flat">
            <a:solidFill>
              <a:schemeClr val="accent2"/>
            </a:solidFill>
            <a:prstDash val="solid"/>
            <a:miter/>
          </a:ln>
        </p:spPr>
        <p:txBody>
          <a:bodyPr rtlCol="0" anchor="ctr"/>
          <a:lstStyle/>
          <a:p>
            <a:endParaRPr lang="zh-CN" altLang="en-US"/>
          </a:p>
        </p:txBody>
      </p:sp>
      <p:sp>
        <p:nvSpPr>
          <p:cNvPr id="100" name="文本框 99">
            <a:extLst>
              <a:ext uri="{FF2B5EF4-FFF2-40B4-BE49-F238E27FC236}">
                <a16:creationId xmlns:a16="http://schemas.microsoft.com/office/drawing/2014/main" id="{A9C52C73-B78A-DB01-07E2-F8E715280E4A}"/>
              </a:ext>
            </a:extLst>
          </p:cNvPr>
          <p:cNvSpPr txBox="1">
            <a:spLocks/>
          </p:cNvSpPr>
          <p:nvPr/>
        </p:nvSpPr>
        <p:spPr>
          <a:xfrm>
            <a:off x="9654649" y="2403124"/>
            <a:ext cx="1559814" cy="340519"/>
          </a:xfrm>
          <a:prstGeom prst="roundRect">
            <a:avLst>
              <a:gd name="adj" fmla="val 50000"/>
            </a:avLst>
          </a:prstGeom>
          <a:solidFill>
            <a:schemeClr val="tx2"/>
          </a:solidFill>
          <a:ln w="12700" cap="flat" cmpd="sng" algn="ctr">
            <a:noFill/>
            <a:prstDash val="solid"/>
            <a:miter lim="800000"/>
          </a:ln>
          <a:effectLst>
            <a:outerShdw blurRad="88900" dist="38100" dir="5400000" algn="t" rotWithShape="0">
              <a:schemeClr val="accent2">
                <a:alpha val="22000"/>
              </a:schemeClr>
            </a:outerShdw>
          </a:effectLst>
        </p:spPr>
        <p:txBody>
          <a:bodyPr lIns="0" rIns="0" rtlCol="0" anchor="ctr"/>
          <a:lstStyle>
            <a:defPPr>
              <a:defRPr lang="zh-CN"/>
            </a:defPPr>
            <a:lvl1pPr algn="ctr" defTabSz="889000">
              <a:spcBef>
                <a:spcPct val="0"/>
              </a:spcBef>
              <a:defRPr sz="1600" b="1">
                <a:gradFill>
                  <a:gsLst>
                    <a:gs pos="0">
                      <a:schemeClr val="accent1"/>
                    </a:gs>
                    <a:gs pos="100000">
                      <a:schemeClr val="accent2"/>
                    </a:gs>
                  </a:gsLst>
                  <a:lin ang="3600000" scaled="0"/>
                </a:gradFill>
                <a:latin typeface="+mn-ea"/>
              </a:defRPr>
            </a:lvl1pPr>
          </a:lstStyle>
          <a:p>
            <a:endParaRPr lang="zh-CN" altLang="en-US" sz="1200" dirty="0">
              <a:solidFill>
                <a:schemeClr val="accent1"/>
              </a:solidFill>
            </a:endParaRPr>
          </a:p>
        </p:txBody>
      </p:sp>
      <p:sp>
        <p:nvSpPr>
          <p:cNvPr id="101" name="文本框 100">
            <a:extLst>
              <a:ext uri="{FF2B5EF4-FFF2-40B4-BE49-F238E27FC236}">
                <a16:creationId xmlns:a16="http://schemas.microsoft.com/office/drawing/2014/main" id="{65A0B1CC-BCAC-F7B4-94F4-6B27FCDA5D18}"/>
              </a:ext>
            </a:extLst>
          </p:cNvPr>
          <p:cNvSpPr txBox="1">
            <a:spLocks/>
          </p:cNvSpPr>
          <p:nvPr/>
        </p:nvSpPr>
        <p:spPr>
          <a:xfrm>
            <a:off x="9654649" y="2921516"/>
            <a:ext cx="1559814" cy="340519"/>
          </a:xfrm>
          <a:prstGeom prst="roundRect">
            <a:avLst>
              <a:gd name="adj" fmla="val 50000"/>
            </a:avLst>
          </a:prstGeom>
          <a:solidFill>
            <a:schemeClr val="tx2"/>
          </a:solidFill>
          <a:ln w="12700" cap="flat" cmpd="sng" algn="ctr">
            <a:noFill/>
            <a:prstDash val="solid"/>
            <a:miter lim="800000"/>
          </a:ln>
          <a:effectLst>
            <a:outerShdw blurRad="88900" dist="38100" dir="5400000" algn="t" rotWithShape="0">
              <a:schemeClr val="accent2">
                <a:alpha val="22000"/>
              </a:schemeClr>
            </a:outerShdw>
          </a:effectLst>
        </p:spPr>
        <p:txBody>
          <a:bodyPr lIns="0" rIns="0" rtlCol="0" anchor="ctr"/>
          <a:lstStyle>
            <a:defPPr>
              <a:defRPr lang="en-US"/>
            </a:defPPr>
            <a:lvl1pPr algn="ctr" defTabSz="889000">
              <a:spcBef>
                <a:spcPct val="0"/>
              </a:spcBef>
              <a:defRPr sz="1200" b="1">
                <a:solidFill>
                  <a:schemeClr val="accent1"/>
                </a:solidFill>
                <a:latin typeface="+mn-ea"/>
              </a:defRPr>
            </a:lvl1pPr>
          </a:lstStyle>
          <a:p>
            <a:endParaRPr lang="zh-CN" altLang="en-US" dirty="0"/>
          </a:p>
        </p:txBody>
      </p:sp>
      <p:sp>
        <p:nvSpPr>
          <p:cNvPr id="102" name="文本框 101">
            <a:extLst>
              <a:ext uri="{FF2B5EF4-FFF2-40B4-BE49-F238E27FC236}">
                <a16:creationId xmlns:a16="http://schemas.microsoft.com/office/drawing/2014/main" id="{1ABBD206-7E89-7BEF-E393-BCCC42825121}"/>
              </a:ext>
            </a:extLst>
          </p:cNvPr>
          <p:cNvSpPr txBox="1">
            <a:spLocks/>
          </p:cNvSpPr>
          <p:nvPr/>
        </p:nvSpPr>
        <p:spPr>
          <a:xfrm>
            <a:off x="9654649" y="3447126"/>
            <a:ext cx="1559814" cy="340519"/>
          </a:xfrm>
          <a:prstGeom prst="roundRect">
            <a:avLst>
              <a:gd name="adj" fmla="val 50000"/>
            </a:avLst>
          </a:prstGeom>
          <a:solidFill>
            <a:schemeClr val="tx2"/>
          </a:solidFill>
          <a:ln w="12700" cap="flat" cmpd="sng" algn="ctr">
            <a:noFill/>
            <a:prstDash val="solid"/>
            <a:miter lim="800000"/>
          </a:ln>
          <a:effectLst>
            <a:outerShdw blurRad="88900" dist="38100" dir="5400000" algn="t" rotWithShape="0">
              <a:schemeClr val="accent2">
                <a:alpha val="22000"/>
              </a:schemeClr>
            </a:outerShdw>
          </a:effectLst>
        </p:spPr>
        <p:txBody>
          <a:bodyPr lIns="0" rIns="0" rtlCol="0" anchor="ctr"/>
          <a:lstStyle>
            <a:defPPr>
              <a:defRPr lang="en-US"/>
            </a:defPPr>
            <a:lvl1pPr algn="ctr" defTabSz="889000">
              <a:spcBef>
                <a:spcPct val="0"/>
              </a:spcBef>
              <a:defRPr sz="1200" b="1">
                <a:solidFill>
                  <a:schemeClr val="accent1"/>
                </a:solidFill>
                <a:latin typeface="+mn-ea"/>
              </a:defRPr>
            </a:lvl1pPr>
          </a:lstStyle>
          <a:p>
            <a:endParaRPr lang="zh-CN" altLang="en-US" dirty="0"/>
          </a:p>
        </p:txBody>
      </p:sp>
      <p:sp>
        <p:nvSpPr>
          <p:cNvPr id="103" name="文本框 102">
            <a:extLst>
              <a:ext uri="{FF2B5EF4-FFF2-40B4-BE49-F238E27FC236}">
                <a16:creationId xmlns:a16="http://schemas.microsoft.com/office/drawing/2014/main" id="{4FB26233-7810-33CB-9A02-0962618D1C99}"/>
              </a:ext>
            </a:extLst>
          </p:cNvPr>
          <p:cNvSpPr txBox="1">
            <a:spLocks/>
          </p:cNvSpPr>
          <p:nvPr/>
        </p:nvSpPr>
        <p:spPr>
          <a:xfrm>
            <a:off x="9747757" y="2456387"/>
            <a:ext cx="1058333" cy="233993"/>
          </a:xfrm>
          <a:prstGeom prst="roundRect">
            <a:avLst/>
          </a:prstGeom>
          <a:noFill/>
          <a:ln w="12700" cap="flat" cmpd="sng" algn="ctr">
            <a:noFill/>
            <a:prstDash val="solid"/>
            <a:miter lim="800000"/>
          </a:ln>
          <a:effectLst/>
        </p:spPr>
        <p:txBody>
          <a:bodyPr lIns="0" rIns="0" rtlCol="0" anchor="ctr"/>
          <a:lstStyle>
            <a:defPPr>
              <a:defRPr lang="zh-CN"/>
            </a:defPPr>
            <a:lvl1pPr algn="ctr" defTabSz="889000">
              <a:spcBef>
                <a:spcPct val="0"/>
              </a:spcBef>
              <a:defRPr sz="1600" b="1">
                <a:gradFill>
                  <a:gsLst>
                    <a:gs pos="0">
                      <a:schemeClr val="accent1"/>
                    </a:gs>
                    <a:gs pos="100000">
                      <a:schemeClr val="accent2"/>
                    </a:gs>
                  </a:gsLst>
                  <a:lin ang="3600000" scaled="0"/>
                </a:gradFill>
                <a:latin typeface="+mn-ea"/>
              </a:defRPr>
            </a:lvl1pPr>
          </a:lstStyle>
          <a:p>
            <a:pPr algn="r"/>
            <a:r>
              <a:rPr lang="zh-CN" altLang="en-US" sz="1200" dirty="0">
                <a:solidFill>
                  <a:schemeClr val="bg1"/>
                </a:solidFill>
              </a:rPr>
              <a:t>实体店体验</a:t>
            </a:r>
          </a:p>
        </p:txBody>
      </p:sp>
      <p:sp>
        <p:nvSpPr>
          <p:cNvPr id="104" name="文本框 103">
            <a:extLst>
              <a:ext uri="{FF2B5EF4-FFF2-40B4-BE49-F238E27FC236}">
                <a16:creationId xmlns:a16="http://schemas.microsoft.com/office/drawing/2014/main" id="{526E400F-DA29-183A-1C65-F36CF1F0C451}"/>
              </a:ext>
            </a:extLst>
          </p:cNvPr>
          <p:cNvSpPr txBox="1">
            <a:spLocks/>
          </p:cNvSpPr>
          <p:nvPr/>
        </p:nvSpPr>
        <p:spPr>
          <a:xfrm>
            <a:off x="9955190" y="2974779"/>
            <a:ext cx="850900" cy="233993"/>
          </a:xfrm>
          <a:prstGeom prst="roundRect">
            <a:avLst/>
          </a:prstGeom>
          <a:noFill/>
          <a:ln w="12700" cap="flat" cmpd="sng" algn="ctr">
            <a:noFill/>
            <a:prstDash val="solid"/>
            <a:miter lim="800000"/>
          </a:ln>
          <a:effectLst/>
        </p:spPr>
        <p:txBody>
          <a:bodyPr lIns="0" rIns="0" rtlCol="0" anchor="ctr"/>
          <a:lstStyle>
            <a:defPPr>
              <a:defRPr lang="zh-CN"/>
            </a:defPPr>
            <a:lvl1pPr algn="ctr" defTabSz="889000">
              <a:spcBef>
                <a:spcPct val="0"/>
              </a:spcBef>
              <a:defRPr sz="1600" b="1">
                <a:gradFill>
                  <a:gsLst>
                    <a:gs pos="0">
                      <a:schemeClr val="accent1"/>
                    </a:gs>
                    <a:gs pos="100000">
                      <a:schemeClr val="accent2"/>
                    </a:gs>
                  </a:gsLst>
                  <a:lin ang="3600000" scaled="0"/>
                </a:gradFill>
                <a:latin typeface="+mn-ea"/>
              </a:defRPr>
            </a:lvl1pPr>
          </a:lstStyle>
          <a:p>
            <a:pPr algn="r"/>
            <a:r>
              <a:rPr lang="zh-CN" altLang="en-US" sz="1200" dirty="0">
                <a:solidFill>
                  <a:schemeClr val="bg1"/>
                </a:solidFill>
              </a:rPr>
              <a:t>线下活动</a:t>
            </a:r>
          </a:p>
        </p:txBody>
      </p:sp>
      <p:sp>
        <p:nvSpPr>
          <p:cNvPr id="105" name="文本框 104">
            <a:extLst>
              <a:ext uri="{FF2B5EF4-FFF2-40B4-BE49-F238E27FC236}">
                <a16:creationId xmlns:a16="http://schemas.microsoft.com/office/drawing/2014/main" id="{10286A0A-B915-28EE-45DE-46C3A1C88C77}"/>
              </a:ext>
            </a:extLst>
          </p:cNvPr>
          <p:cNvSpPr txBox="1">
            <a:spLocks/>
          </p:cNvSpPr>
          <p:nvPr/>
        </p:nvSpPr>
        <p:spPr>
          <a:xfrm>
            <a:off x="9747757" y="3500389"/>
            <a:ext cx="1058333" cy="233993"/>
          </a:xfrm>
          <a:prstGeom prst="roundRect">
            <a:avLst/>
          </a:prstGeom>
          <a:noFill/>
          <a:ln w="12700" cap="flat" cmpd="sng" algn="ctr">
            <a:noFill/>
            <a:prstDash val="solid"/>
            <a:miter lim="800000"/>
          </a:ln>
          <a:effectLst/>
        </p:spPr>
        <p:txBody>
          <a:bodyPr lIns="0" rIns="0" rtlCol="0" anchor="ctr"/>
          <a:lstStyle>
            <a:defPPr>
              <a:defRPr lang="zh-CN"/>
            </a:defPPr>
            <a:lvl1pPr algn="ctr" defTabSz="889000">
              <a:spcBef>
                <a:spcPct val="0"/>
              </a:spcBef>
              <a:defRPr sz="1600" b="1">
                <a:gradFill>
                  <a:gsLst>
                    <a:gs pos="0">
                      <a:schemeClr val="accent1"/>
                    </a:gs>
                    <a:gs pos="100000">
                      <a:schemeClr val="accent2"/>
                    </a:gs>
                  </a:gsLst>
                  <a:lin ang="3600000" scaled="0"/>
                </a:gradFill>
                <a:latin typeface="+mn-ea"/>
              </a:defRPr>
            </a:lvl1pPr>
          </a:lstStyle>
          <a:p>
            <a:pPr algn="r"/>
            <a:r>
              <a:rPr lang="zh-CN" altLang="en-US" sz="1200" dirty="0">
                <a:solidFill>
                  <a:schemeClr val="bg1"/>
                </a:solidFill>
              </a:rPr>
              <a:t>合作伙伴拓展</a:t>
            </a:r>
          </a:p>
        </p:txBody>
      </p:sp>
      <p:sp>
        <p:nvSpPr>
          <p:cNvPr id="106" name="任意多边形: 形状 105">
            <a:extLst>
              <a:ext uri="{FF2B5EF4-FFF2-40B4-BE49-F238E27FC236}">
                <a16:creationId xmlns:a16="http://schemas.microsoft.com/office/drawing/2014/main" id="{921A8A2F-81B8-61DF-4199-2CA2CD2C0FD2}"/>
              </a:ext>
            </a:extLst>
          </p:cNvPr>
          <p:cNvSpPr/>
          <p:nvPr/>
        </p:nvSpPr>
        <p:spPr>
          <a:xfrm>
            <a:off x="10882402" y="2499904"/>
            <a:ext cx="157213" cy="149873"/>
          </a:xfrm>
          <a:custGeom>
            <a:avLst/>
            <a:gdLst>
              <a:gd name="connsiteX0" fmla="*/ 125019 w 157213"/>
              <a:gd name="connsiteY0" fmla="*/ 136592 h 149873"/>
              <a:gd name="connsiteX1" fmla="*/ 142580 w 157213"/>
              <a:gd name="connsiteY1" fmla="*/ 143156 h 149873"/>
              <a:gd name="connsiteX2" fmla="*/ 120182 w 157213"/>
              <a:gd name="connsiteY2" fmla="*/ 149873 h 149873"/>
              <a:gd name="connsiteX3" fmla="*/ 97785 w 157213"/>
              <a:gd name="connsiteY3" fmla="*/ 143156 h 149873"/>
              <a:gd name="connsiteX4" fmla="*/ 113925 w 157213"/>
              <a:gd name="connsiteY4" fmla="*/ 136688 h 149873"/>
              <a:gd name="connsiteX5" fmla="*/ 119434 w 157213"/>
              <a:gd name="connsiteY5" fmla="*/ 144230 h 149873"/>
              <a:gd name="connsiteX6" fmla="*/ 59822 w 157213"/>
              <a:gd name="connsiteY6" fmla="*/ 113964 h 149873"/>
              <a:gd name="connsiteX7" fmla="*/ 74754 w 157213"/>
              <a:gd name="connsiteY7" fmla="*/ 113964 h 149873"/>
              <a:gd name="connsiteX8" fmla="*/ 74754 w 157213"/>
              <a:gd name="connsiteY8" fmla="*/ 128895 h 149873"/>
              <a:gd name="connsiteX9" fmla="*/ 59822 w 157213"/>
              <a:gd name="connsiteY9" fmla="*/ 128895 h 149873"/>
              <a:gd name="connsiteX10" fmla="*/ 40956 w 157213"/>
              <a:gd name="connsiteY10" fmla="*/ 113964 h 149873"/>
              <a:gd name="connsiteX11" fmla="*/ 55888 w 157213"/>
              <a:gd name="connsiteY11" fmla="*/ 113964 h 149873"/>
              <a:gd name="connsiteX12" fmla="*/ 55888 w 157213"/>
              <a:gd name="connsiteY12" fmla="*/ 128895 h 149873"/>
              <a:gd name="connsiteX13" fmla="*/ 40956 w 157213"/>
              <a:gd name="connsiteY13" fmla="*/ 128895 h 149873"/>
              <a:gd name="connsiteX14" fmla="*/ 119433 w 157213"/>
              <a:gd name="connsiteY14" fmla="*/ 100587 h 149873"/>
              <a:gd name="connsiteX15" fmla="*/ 111219 w 157213"/>
              <a:gd name="connsiteY15" fmla="*/ 108801 h 149873"/>
              <a:gd name="connsiteX16" fmla="*/ 113618 w 157213"/>
              <a:gd name="connsiteY16" fmla="*/ 114616 h 149873"/>
              <a:gd name="connsiteX17" fmla="*/ 119433 w 157213"/>
              <a:gd name="connsiteY17" fmla="*/ 117015 h 149873"/>
              <a:gd name="connsiteX18" fmla="*/ 127648 w 157213"/>
              <a:gd name="connsiteY18" fmla="*/ 108801 h 149873"/>
              <a:gd name="connsiteX19" fmla="*/ 119433 w 157213"/>
              <a:gd name="connsiteY19" fmla="*/ 100587 h 149873"/>
              <a:gd name="connsiteX20" fmla="*/ 59822 w 157213"/>
              <a:gd name="connsiteY20" fmla="*/ 95079 h 149873"/>
              <a:gd name="connsiteX21" fmla="*/ 74754 w 157213"/>
              <a:gd name="connsiteY21" fmla="*/ 95079 h 149873"/>
              <a:gd name="connsiteX22" fmla="*/ 74754 w 157213"/>
              <a:gd name="connsiteY22" fmla="*/ 110010 h 149873"/>
              <a:gd name="connsiteX23" fmla="*/ 59822 w 157213"/>
              <a:gd name="connsiteY23" fmla="*/ 110010 h 149873"/>
              <a:gd name="connsiteX24" fmla="*/ 40956 w 157213"/>
              <a:gd name="connsiteY24" fmla="*/ 95079 h 149873"/>
              <a:gd name="connsiteX25" fmla="*/ 55888 w 157213"/>
              <a:gd name="connsiteY25" fmla="*/ 95079 h 149873"/>
              <a:gd name="connsiteX26" fmla="*/ 55888 w 157213"/>
              <a:gd name="connsiteY26" fmla="*/ 110010 h 149873"/>
              <a:gd name="connsiteX27" fmla="*/ 40956 w 157213"/>
              <a:gd name="connsiteY27" fmla="*/ 110010 h 149873"/>
              <a:gd name="connsiteX28" fmla="*/ 17926 w 157213"/>
              <a:gd name="connsiteY28" fmla="*/ 92949 h 149873"/>
              <a:gd name="connsiteX29" fmla="*/ 23607 w 157213"/>
              <a:gd name="connsiteY29" fmla="*/ 98687 h 149873"/>
              <a:gd name="connsiteX30" fmla="*/ 23607 w 157213"/>
              <a:gd name="connsiteY30" fmla="*/ 126823 h 149873"/>
              <a:gd name="connsiteX31" fmla="*/ 34738 w 157213"/>
              <a:gd name="connsiteY31" fmla="*/ 139356 h 149873"/>
              <a:gd name="connsiteX32" fmla="*/ 63315 w 157213"/>
              <a:gd name="connsiteY32" fmla="*/ 139356 h 149873"/>
              <a:gd name="connsiteX33" fmla="*/ 68459 w 157213"/>
              <a:gd name="connsiteY33" fmla="*/ 144115 h 149873"/>
              <a:gd name="connsiteX34" fmla="*/ 62797 w 157213"/>
              <a:gd name="connsiteY34" fmla="*/ 149854 h 149873"/>
              <a:gd name="connsiteX35" fmla="*/ 35007 w 157213"/>
              <a:gd name="connsiteY35" fmla="*/ 149854 h 149873"/>
              <a:gd name="connsiteX36" fmla="*/ 13300 w 157213"/>
              <a:gd name="connsiteY36" fmla="*/ 128627 h 149873"/>
              <a:gd name="connsiteX37" fmla="*/ 13300 w 157213"/>
              <a:gd name="connsiteY37" fmla="*/ 100050 h 149873"/>
              <a:gd name="connsiteX38" fmla="*/ 17926 w 157213"/>
              <a:gd name="connsiteY38" fmla="*/ 92949 h 149873"/>
              <a:gd name="connsiteX39" fmla="*/ 119453 w 157213"/>
              <a:gd name="connsiteY39" fmla="*/ 91624 h 149873"/>
              <a:gd name="connsiteX40" fmla="*/ 134634 w 157213"/>
              <a:gd name="connsiteY40" fmla="*/ 100798 h 149873"/>
              <a:gd name="connsiteX41" fmla="*/ 133616 w 157213"/>
              <a:gd name="connsiteY41" fmla="*/ 118512 h 149873"/>
              <a:gd name="connsiteX42" fmla="*/ 133655 w 157213"/>
              <a:gd name="connsiteY42" fmla="*/ 118512 h 149873"/>
              <a:gd name="connsiteX43" fmla="*/ 119453 w 157213"/>
              <a:gd name="connsiteY43" fmla="*/ 137935 h 149873"/>
              <a:gd name="connsiteX44" fmla="*/ 105250 w 157213"/>
              <a:gd name="connsiteY44" fmla="*/ 118512 h 149873"/>
              <a:gd name="connsiteX45" fmla="*/ 105289 w 157213"/>
              <a:gd name="connsiteY45" fmla="*/ 118512 h 149873"/>
              <a:gd name="connsiteX46" fmla="*/ 104271 w 157213"/>
              <a:gd name="connsiteY46" fmla="*/ 100798 h 149873"/>
              <a:gd name="connsiteX47" fmla="*/ 119453 w 157213"/>
              <a:gd name="connsiteY47" fmla="*/ 91624 h 149873"/>
              <a:gd name="connsiteX48" fmla="*/ 24009 w 157213"/>
              <a:gd name="connsiteY48" fmla="*/ 10728 h 149873"/>
              <a:gd name="connsiteX49" fmla="*/ 11189 w 157213"/>
              <a:gd name="connsiteY49" fmla="*/ 59151 h 149873"/>
              <a:gd name="connsiteX50" fmla="*/ 11285 w 157213"/>
              <a:gd name="connsiteY50" fmla="*/ 60187 h 149873"/>
              <a:gd name="connsiteX51" fmla="*/ 22954 w 157213"/>
              <a:gd name="connsiteY51" fmla="*/ 71990 h 149873"/>
              <a:gd name="connsiteX52" fmla="*/ 38192 w 157213"/>
              <a:gd name="connsiteY52" fmla="*/ 60187 h 149873"/>
              <a:gd name="connsiteX53" fmla="*/ 43873 w 157213"/>
              <a:gd name="connsiteY53" fmla="*/ 54449 h 149873"/>
              <a:gd name="connsiteX54" fmla="*/ 49554 w 157213"/>
              <a:gd name="connsiteY54" fmla="*/ 60187 h 149873"/>
              <a:gd name="connsiteX55" fmla="*/ 61223 w 157213"/>
              <a:gd name="connsiteY55" fmla="*/ 71990 h 149873"/>
              <a:gd name="connsiteX56" fmla="*/ 72892 w 157213"/>
              <a:gd name="connsiteY56" fmla="*/ 60187 h 149873"/>
              <a:gd name="connsiteX57" fmla="*/ 78573 w 157213"/>
              <a:gd name="connsiteY57" fmla="*/ 54449 h 149873"/>
              <a:gd name="connsiteX58" fmla="*/ 84254 w 157213"/>
              <a:gd name="connsiteY58" fmla="*/ 60187 h 149873"/>
              <a:gd name="connsiteX59" fmla="*/ 95923 w 157213"/>
              <a:gd name="connsiteY59" fmla="*/ 71990 h 149873"/>
              <a:gd name="connsiteX60" fmla="*/ 107573 w 157213"/>
              <a:gd name="connsiteY60" fmla="*/ 60187 h 149873"/>
              <a:gd name="connsiteX61" fmla="*/ 113254 w 157213"/>
              <a:gd name="connsiteY61" fmla="*/ 54449 h 149873"/>
              <a:gd name="connsiteX62" fmla="*/ 113273 w 157213"/>
              <a:gd name="connsiteY62" fmla="*/ 54449 h 149873"/>
              <a:gd name="connsiteX63" fmla="*/ 118954 w 157213"/>
              <a:gd name="connsiteY63" fmla="*/ 60187 h 149873"/>
              <a:gd name="connsiteX64" fmla="*/ 134212 w 157213"/>
              <a:gd name="connsiteY64" fmla="*/ 71990 h 149873"/>
              <a:gd name="connsiteX65" fmla="*/ 145861 w 157213"/>
              <a:gd name="connsiteY65" fmla="*/ 60590 h 149873"/>
              <a:gd name="connsiteX66" fmla="*/ 134768 w 157213"/>
              <a:gd name="connsiteY66" fmla="*/ 10728 h 149873"/>
              <a:gd name="connsiteX67" fmla="*/ 131198 w 157213"/>
              <a:gd name="connsiteY67" fmla="*/ 10728 h 149873"/>
              <a:gd name="connsiteX68" fmla="*/ 27579 w 157213"/>
              <a:gd name="connsiteY68" fmla="*/ 10728 h 149873"/>
              <a:gd name="connsiteX69" fmla="*/ 24009 w 157213"/>
              <a:gd name="connsiteY69" fmla="*/ 10728 h 149873"/>
              <a:gd name="connsiteX70" fmla="*/ 27291 w 157213"/>
              <a:gd name="connsiteY70" fmla="*/ 0 h 149873"/>
              <a:gd name="connsiteX71" fmla="*/ 129797 w 157213"/>
              <a:gd name="connsiteY71" fmla="*/ 0 h 149873"/>
              <a:gd name="connsiteX72" fmla="*/ 143040 w 157213"/>
              <a:gd name="connsiteY72" fmla="*/ 7312 h 149873"/>
              <a:gd name="connsiteX73" fmla="*/ 156993 w 157213"/>
              <a:gd name="connsiteY73" fmla="*/ 58364 h 149873"/>
              <a:gd name="connsiteX74" fmla="*/ 157204 w 157213"/>
              <a:gd name="connsiteY74" fmla="*/ 60187 h 149873"/>
              <a:gd name="connsiteX75" fmla="*/ 134768 w 157213"/>
              <a:gd name="connsiteY75" fmla="*/ 82201 h 149873"/>
              <a:gd name="connsiteX76" fmla="*/ 113273 w 157213"/>
              <a:gd name="connsiteY76" fmla="*/ 75483 h 149873"/>
              <a:gd name="connsiteX77" fmla="*/ 95462 w 157213"/>
              <a:gd name="connsiteY77" fmla="*/ 82201 h 149873"/>
              <a:gd name="connsiteX78" fmla="*/ 78611 w 157213"/>
              <a:gd name="connsiteY78" fmla="*/ 75483 h 149873"/>
              <a:gd name="connsiteX79" fmla="*/ 63315 w 157213"/>
              <a:gd name="connsiteY79" fmla="*/ 82201 h 149873"/>
              <a:gd name="connsiteX80" fmla="*/ 43931 w 157213"/>
              <a:gd name="connsiteY80" fmla="*/ 75483 h 149873"/>
              <a:gd name="connsiteX81" fmla="*/ 24009 w 157213"/>
              <a:gd name="connsiteY81" fmla="*/ 82201 h 149873"/>
              <a:gd name="connsiteX82" fmla="*/ 19 w 157213"/>
              <a:gd name="connsiteY82" fmla="*/ 60897 h 149873"/>
              <a:gd name="connsiteX83" fmla="*/ 0 w 157213"/>
              <a:gd name="connsiteY83" fmla="*/ 60187 h 149873"/>
              <a:gd name="connsiteX84" fmla="*/ 19 w 157213"/>
              <a:gd name="connsiteY84" fmla="*/ 59803 h 149873"/>
              <a:gd name="connsiteX85" fmla="*/ 96 w 157213"/>
              <a:gd name="connsiteY85" fmla="*/ 59131 h 149873"/>
              <a:gd name="connsiteX86" fmla="*/ 19 w 157213"/>
              <a:gd name="connsiteY86" fmla="*/ 58537 h 149873"/>
              <a:gd name="connsiteX87" fmla="*/ 19 w 157213"/>
              <a:gd name="connsiteY87" fmla="*/ 57558 h 149873"/>
              <a:gd name="connsiteX88" fmla="*/ 211 w 157213"/>
              <a:gd name="connsiteY88" fmla="*/ 56483 h 149873"/>
              <a:gd name="connsiteX89" fmla="*/ 14087 w 157213"/>
              <a:gd name="connsiteY89" fmla="*/ 7485 h 149873"/>
              <a:gd name="connsiteX90" fmla="*/ 27291 w 157213"/>
              <a:gd name="connsiteY90" fmla="*/ 0 h 149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57213" h="149873">
                <a:moveTo>
                  <a:pt x="125019" y="136592"/>
                </a:moveTo>
                <a:cubicBezTo>
                  <a:pt x="135056" y="137264"/>
                  <a:pt x="142580" y="139931"/>
                  <a:pt x="142580" y="143156"/>
                </a:cubicBezTo>
                <a:cubicBezTo>
                  <a:pt x="142580" y="146860"/>
                  <a:pt x="132561" y="149873"/>
                  <a:pt x="120182" y="149873"/>
                </a:cubicBezTo>
                <a:cubicBezTo>
                  <a:pt x="107822" y="149873"/>
                  <a:pt x="97785" y="146860"/>
                  <a:pt x="97785" y="143156"/>
                </a:cubicBezTo>
                <a:cubicBezTo>
                  <a:pt x="97785" y="140066"/>
                  <a:pt x="104617" y="137494"/>
                  <a:pt x="113925" y="136688"/>
                </a:cubicBezTo>
                <a:lnTo>
                  <a:pt x="119434" y="144230"/>
                </a:lnTo>
                <a:close/>
                <a:moveTo>
                  <a:pt x="59822" y="113964"/>
                </a:moveTo>
                <a:lnTo>
                  <a:pt x="74754" y="113964"/>
                </a:lnTo>
                <a:lnTo>
                  <a:pt x="74754" y="128895"/>
                </a:lnTo>
                <a:lnTo>
                  <a:pt x="59822" y="128895"/>
                </a:lnTo>
                <a:close/>
                <a:moveTo>
                  <a:pt x="40956" y="113964"/>
                </a:moveTo>
                <a:lnTo>
                  <a:pt x="55888" y="113964"/>
                </a:lnTo>
                <a:lnTo>
                  <a:pt x="55888" y="128895"/>
                </a:lnTo>
                <a:lnTo>
                  <a:pt x="40956" y="128895"/>
                </a:lnTo>
                <a:close/>
                <a:moveTo>
                  <a:pt x="119433" y="100587"/>
                </a:moveTo>
                <a:cubicBezTo>
                  <a:pt x="114904" y="100587"/>
                  <a:pt x="111219" y="104272"/>
                  <a:pt x="111219" y="108801"/>
                </a:cubicBezTo>
                <a:cubicBezTo>
                  <a:pt x="111219" y="110989"/>
                  <a:pt x="112083" y="113081"/>
                  <a:pt x="113618" y="114616"/>
                </a:cubicBezTo>
                <a:cubicBezTo>
                  <a:pt x="115173" y="116152"/>
                  <a:pt x="117265" y="117015"/>
                  <a:pt x="119433" y="117015"/>
                </a:cubicBezTo>
                <a:cubicBezTo>
                  <a:pt x="123982" y="117015"/>
                  <a:pt x="127648" y="113331"/>
                  <a:pt x="127648" y="108801"/>
                </a:cubicBezTo>
                <a:cubicBezTo>
                  <a:pt x="127648" y="104272"/>
                  <a:pt x="123963" y="100587"/>
                  <a:pt x="119433" y="100587"/>
                </a:cubicBezTo>
                <a:close/>
                <a:moveTo>
                  <a:pt x="59822" y="95079"/>
                </a:moveTo>
                <a:lnTo>
                  <a:pt x="74754" y="95079"/>
                </a:lnTo>
                <a:lnTo>
                  <a:pt x="74754" y="110010"/>
                </a:lnTo>
                <a:lnTo>
                  <a:pt x="59822" y="110010"/>
                </a:lnTo>
                <a:close/>
                <a:moveTo>
                  <a:pt x="40956" y="95079"/>
                </a:moveTo>
                <a:lnTo>
                  <a:pt x="55888" y="95079"/>
                </a:lnTo>
                <a:lnTo>
                  <a:pt x="55888" y="110010"/>
                </a:lnTo>
                <a:lnTo>
                  <a:pt x="40956" y="110010"/>
                </a:lnTo>
                <a:close/>
                <a:moveTo>
                  <a:pt x="17926" y="92949"/>
                </a:moveTo>
                <a:cubicBezTo>
                  <a:pt x="21054" y="92949"/>
                  <a:pt x="23607" y="95520"/>
                  <a:pt x="23607" y="98687"/>
                </a:cubicBezTo>
                <a:lnTo>
                  <a:pt x="23607" y="126823"/>
                </a:lnTo>
                <a:cubicBezTo>
                  <a:pt x="23607" y="133195"/>
                  <a:pt x="28443" y="139356"/>
                  <a:pt x="34738" y="139356"/>
                </a:cubicBezTo>
                <a:lnTo>
                  <a:pt x="63315" y="139356"/>
                </a:lnTo>
                <a:cubicBezTo>
                  <a:pt x="66444" y="139356"/>
                  <a:pt x="68459" y="140949"/>
                  <a:pt x="68459" y="144115"/>
                </a:cubicBezTo>
                <a:cubicBezTo>
                  <a:pt x="68459" y="147282"/>
                  <a:pt x="65926" y="149854"/>
                  <a:pt x="62797" y="149854"/>
                </a:cubicBezTo>
                <a:lnTo>
                  <a:pt x="35007" y="149854"/>
                </a:lnTo>
                <a:cubicBezTo>
                  <a:pt x="22455" y="149854"/>
                  <a:pt x="13300" y="141332"/>
                  <a:pt x="13300" y="128627"/>
                </a:cubicBezTo>
                <a:lnTo>
                  <a:pt x="13300" y="100050"/>
                </a:lnTo>
                <a:cubicBezTo>
                  <a:pt x="13281" y="96883"/>
                  <a:pt x="14778" y="92949"/>
                  <a:pt x="17926" y="92949"/>
                </a:cubicBezTo>
                <a:close/>
                <a:moveTo>
                  <a:pt x="119453" y="91624"/>
                </a:moveTo>
                <a:cubicBezTo>
                  <a:pt x="125824" y="91624"/>
                  <a:pt x="131659" y="95155"/>
                  <a:pt x="134634" y="100798"/>
                </a:cubicBezTo>
                <a:cubicBezTo>
                  <a:pt x="137589" y="106421"/>
                  <a:pt x="137205" y="113254"/>
                  <a:pt x="133616" y="118512"/>
                </a:cubicBezTo>
                <a:lnTo>
                  <a:pt x="133655" y="118512"/>
                </a:lnTo>
                <a:lnTo>
                  <a:pt x="119453" y="137935"/>
                </a:lnTo>
                <a:lnTo>
                  <a:pt x="105250" y="118512"/>
                </a:lnTo>
                <a:lnTo>
                  <a:pt x="105289" y="118512"/>
                </a:lnTo>
                <a:cubicBezTo>
                  <a:pt x="101700" y="113254"/>
                  <a:pt x="101297" y="106440"/>
                  <a:pt x="104271" y="100798"/>
                </a:cubicBezTo>
                <a:cubicBezTo>
                  <a:pt x="107246" y="95155"/>
                  <a:pt x="113081" y="91624"/>
                  <a:pt x="119453" y="91624"/>
                </a:cubicBezTo>
                <a:close/>
                <a:moveTo>
                  <a:pt x="24009" y="10728"/>
                </a:moveTo>
                <a:lnTo>
                  <a:pt x="11189" y="59151"/>
                </a:lnTo>
                <a:cubicBezTo>
                  <a:pt x="11246" y="59477"/>
                  <a:pt x="11285" y="59822"/>
                  <a:pt x="11285" y="60187"/>
                </a:cubicBezTo>
                <a:cubicBezTo>
                  <a:pt x="11285" y="66693"/>
                  <a:pt x="16524" y="71990"/>
                  <a:pt x="22954" y="71990"/>
                </a:cubicBezTo>
                <a:cubicBezTo>
                  <a:pt x="29383" y="71990"/>
                  <a:pt x="38192" y="66693"/>
                  <a:pt x="38192" y="60187"/>
                </a:cubicBezTo>
                <a:cubicBezTo>
                  <a:pt x="38192" y="57020"/>
                  <a:pt x="40745" y="54449"/>
                  <a:pt x="43873" y="54449"/>
                </a:cubicBezTo>
                <a:cubicBezTo>
                  <a:pt x="47002" y="54449"/>
                  <a:pt x="49554" y="57020"/>
                  <a:pt x="49554" y="60187"/>
                </a:cubicBezTo>
                <a:cubicBezTo>
                  <a:pt x="49554" y="66693"/>
                  <a:pt x="54794" y="71990"/>
                  <a:pt x="61223" y="71990"/>
                </a:cubicBezTo>
                <a:cubicBezTo>
                  <a:pt x="67653" y="71990"/>
                  <a:pt x="72892" y="66693"/>
                  <a:pt x="72892" y="60187"/>
                </a:cubicBezTo>
                <a:cubicBezTo>
                  <a:pt x="72873" y="57020"/>
                  <a:pt x="75406" y="54468"/>
                  <a:pt x="78573" y="54449"/>
                </a:cubicBezTo>
                <a:cubicBezTo>
                  <a:pt x="81721" y="54468"/>
                  <a:pt x="84273" y="57040"/>
                  <a:pt x="84254" y="60187"/>
                </a:cubicBezTo>
                <a:cubicBezTo>
                  <a:pt x="84254" y="66693"/>
                  <a:pt x="89494" y="71990"/>
                  <a:pt x="95923" y="71990"/>
                </a:cubicBezTo>
                <a:cubicBezTo>
                  <a:pt x="102352" y="71990"/>
                  <a:pt x="107573" y="66693"/>
                  <a:pt x="107573" y="60187"/>
                </a:cubicBezTo>
                <a:cubicBezTo>
                  <a:pt x="107553" y="57020"/>
                  <a:pt x="110087" y="54468"/>
                  <a:pt x="113254" y="54449"/>
                </a:cubicBezTo>
                <a:lnTo>
                  <a:pt x="113273" y="54449"/>
                </a:lnTo>
                <a:cubicBezTo>
                  <a:pt x="116440" y="54468"/>
                  <a:pt x="118973" y="57040"/>
                  <a:pt x="118954" y="60187"/>
                </a:cubicBezTo>
                <a:cubicBezTo>
                  <a:pt x="118954" y="66693"/>
                  <a:pt x="127782" y="71990"/>
                  <a:pt x="134212" y="71990"/>
                </a:cubicBezTo>
                <a:cubicBezTo>
                  <a:pt x="140507" y="71990"/>
                  <a:pt x="145650" y="66904"/>
                  <a:pt x="145861" y="60590"/>
                </a:cubicBezTo>
                <a:lnTo>
                  <a:pt x="134768" y="10728"/>
                </a:lnTo>
                <a:cubicBezTo>
                  <a:pt x="133578" y="10690"/>
                  <a:pt x="132369" y="10690"/>
                  <a:pt x="131198" y="10728"/>
                </a:cubicBezTo>
                <a:lnTo>
                  <a:pt x="27579" y="10728"/>
                </a:lnTo>
                <a:cubicBezTo>
                  <a:pt x="26696" y="10709"/>
                  <a:pt x="24700" y="10690"/>
                  <a:pt x="24009" y="10728"/>
                </a:cubicBezTo>
                <a:close/>
                <a:moveTo>
                  <a:pt x="27291" y="0"/>
                </a:moveTo>
                <a:lnTo>
                  <a:pt x="129797" y="0"/>
                </a:lnTo>
                <a:cubicBezTo>
                  <a:pt x="134499" y="0"/>
                  <a:pt x="140737" y="38"/>
                  <a:pt x="143040" y="7312"/>
                </a:cubicBezTo>
                <a:lnTo>
                  <a:pt x="156993" y="58364"/>
                </a:lnTo>
                <a:cubicBezTo>
                  <a:pt x="157166" y="58959"/>
                  <a:pt x="157242" y="59573"/>
                  <a:pt x="157204" y="60187"/>
                </a:cubicBezTo>
                <a:cubicBezTo>
                  <a:pt x="157223" y="73027"/>
                  <a:pt x="147454" y="82201"/>
                  <a:pt x="134768" y="82201"/>
                </a:cubicBezTo>
                <a:cubicBezTo>
                  <a:pt x="127840" y="82201"/>
                  <a:pt x="117495" y="80377"/>
                  <a:pt x="113273" y="75483"/>
                </a:cubicBezTo>
                <a:cubicBezTo>
                  <a:pt x="109070" y="80377"/>
                  <a:pt x="102372" y="82201"/>
                  <a:pt x="95462" y="82201"/>
                </a:cubicBezTo>
                <a:cubicBezTo>
                  <a:pt x="88572" y="82201"/>
                  <a:pt x="82834" y="80397"/>
                  <a:pt x="78611" y="75483"/>
                </a:cubicBezTo>
                <a:cubicBezTo>
                  <a:pt x="74389" y="80377"/>
                  <a:pt x="70224" y="82201"/>
                  <a:pt x="63315" y="82201"/>
                </a:cubicBezTo>
                <a:cubicBezTo>
                  <a:pt x="56406" y="82201"/>
                  <a:pt x="48153" y="80397"/>
                  <a:pt x="43931" y="75483"/>
                </a:cubicBezTo>
                <a:cubicBezTo>
                  <a:pt x="39709" y="80397"/>
                  <a:pt x="30919" y="82201"/>
                  <a:pt x="24009" y="82201"/>
                </a:cubicBezTo>
                <a:cubicBezTo>
                  <a:pt x="11554" y="82201"/>
                  <a:pt x="441" y="73353"/>
                  <a:pt x="19" y="60897"/>
                </a:cubicBezTo>
                <a:cubicBezTo>
                  <a:pt x="0" y="60667"/>
                  <a:pt x="0" y="60437"/>
                  <a:pt x="0" y="60187"/>
                </a:cubicBezTo>
                <a:cubicBezTo>
                  <a:pt x="0" y="60053"/>
                  <a:pt x="19" y="59938"/>
                  <a:pt x="19" y="59803"/>
                </a:cubicBezTo>
                <a:cubicBezTo>
                  <a:pt x="38" y="59573"/>
                  <a:pt x="57" y="59343"/>
                  <a:pt x="96" y="59131"/>
                </a:cubicBezTo>
                <a:cubicBezTo>
                  <a:pt x="57" y="58940"/>
                  <a:pt x="38" y="58728"/>
                  <a:pt x="19" y="58537"/>
                </a:cubicBezTo>
                <a:lnTo>
                  <a:pt x="19" y="57558"/>
                </a:lnTo>
                <a:cubicBezTo>
                  <a:pt x="57" y="57193"/>
                  <a:pt x="115" y="56848"/>
                  <a:pt x="211" y="56483"/>
                </a:cubicBezTo>
                <a:lnTo>
                  <a:pt x="14087" y="7485"/>
                </a:lnTo>
                <a:cubicBezTo>
                  <a:pt x="17139" y="38"/>
                  <a:pt x="22743" y="0"/>
                  <a:pt x="27291" y="0"/>
                </a:cubicBezTo>
                <a:close/>
              </a:path>
            </a:pathLst>
          </a:custGeom>
          <a:solidFill>
            <a:schemeClr val="accent2"/>
          </a:solidFill>
          <a:ln w="149" cap="flat">
            <a:noFill/>
            <a:prstDash val="solid"/>
            <a:miter/>
          </a:ln>
        </p:spPr>
        <p:txBody>
          <a:bodyPr rtlCol="0" anchor="ctr"/>
          <a:lstStyle/>
          <a:p>
            <a:endParaRPr lang="zh-CN" altLang="en-US"/>
          </a:p>
        </p:txBody>
      </p:sp>
      <p:grpSp>
        <p:nvGrpSpPr>
          <p:cNvPr id="107" name="组合 106">
            <a:extLst>
              <a:ext uri="{FF2B5EF4-FFF2-40B4-BE49-F238E27FC236}">
                <a16:creationId xmlns:a16="http://schemas.microsoft.com/office/drawing/2014/main" id="{79478A0D-4E5B-E7F7-62C7-E1ED795E156E}"/>
              </a:ext>
            </a:extLst>
          </p:cNvPr>
          <p:cNvGrpSpPr/>
          <p:nvPr/>
        </p:nvGrpSpPr>
        <p:grpSpPr>
          <a:xfrm>
            <a:off x="10869416" y="3033847"/>
            <a:ext cx="170199" cy="115856"/>
            <a:chOff x="9974737" y="3040915"/>
            <a:chExt cx="148571" cy="101134"/>
          </a:xfrm>
          <a:solidFill>
            <a:schemeClr val="accent2"/>
          </a:solidFill>
        </p:grpSpPr>
        <p:sp>
          <p:nvSpPr>
            <p:cNvPr id="108" name="任意多边形: 形状 107">
              <a:extLst>
                <a:ext uri="{FF2B5EF4-FFF2-40B4-BE49-F238E27FC236}">
                  <a16:creationId xmlns:a16="http://schemas.microsoft.com/office/drawing/2014/main" id="{F675D9E8-D355-61FC-AAE6-38B5F7D92AB2}"/>
                </a:ext>
              </a:extLst>
            </p:cNvPr>
            <p:cNvSpPr/>
            <p:nvPr/>
          </p:nvSpPr>
          <p:spPr>
            <a:xfrm>
              <a:off x="10018020" y="3061353"/>
              <a:ext cx="60872" cy="58900"/>
            </a:xfrm>
            <a:custGeom>
              <a:avLst/>
              <a:gdLst>
                <a:gd name="connsiteX0" fmla="*/ 45181 w 60872"/>
                <a:gd name="connsiteY0" fmla="*/ 58901 h 58900"/>
                <a:gd name="connsiteX1" fmla="*/ 42466 w 60872"/>
                <a:gd name="connsiteY1" fmla="*/ 58147 h 58900"/>
                <a:gd name="connsiteX2" fmla="*/ 29871 w 60872"/>
                <a:gd name="connsiteY2" fmla="*/ 51133 h 58900"/>
                <a:gd name="connsiteX3" fmla="*/ 16899 w 60872"/>
                <a:gd name="connsiteY3" fmla="*/ 57619 h 58900"/>
                <a:gd name="connsiteX4" fmla="*/ 11017 w 60872"/>
                <a:gd name="connsiteY4" fmla="*/ 57091 h 58900"/>
                <a:gd name="connsiteX5" fmla="*/ 8980 w 60872"/>
                <a:gd name="connsiteY5" fmla="*/ 51585 h 58900"/>
                <a:gd name="connsiteX6" fmla="*/ 11695 w 60872"/>
                <a:gd name="connsiteY6" fmla="*/ 37407 h 58900"/>
                <a:gd name="connsiteX7" fmla="*/ 1590 w 60872"/>
                <a:gd name="connsiteY7" fmla="*/ 27075 h 58900"/>
                <a:gd name="connsiteX8" fmla="*/ 308 w 60872"/>
                <a:gd name="connsiteY8" fmla="*/ 21343 h 58900"/>
                <a:gd name="connsiteX9" fmla="*/ 4908 w 60872"/>
                <a:gd name="connsiteY9" fmla="*/ 17648 h 58900"/>
                <a:gd name="connsiteX10" fmla="*/ 19162 w 60872"/>
                <a:gd name="connsiteY10" fmla="*/ 15913 h 58900"/>
                <a:gd name="connsiteX11" fmla="*/ 25874 w 60872"/>
                <a:gd name="connsiteY11" fmla="*/ 3017 h 58900"/>
                <a:gd name="connsiteX12" fmla="*/ 30851 w 60872"/>
                <a:gd name="connsiteY12" fmla="*/ 0 h 58900"/>
                <a:gd name="connsiteX13" fmla="*/ 30927 w 60872"/>
                <a:gd name="connsiteY13" fmla="*/ 0 h 58900"/>
                <a:gd name="connsiteX14" fmla="*/ 35904 w 60872"/>
                <a:gd name="connsiteY14" fmla="*/ 3092 h 58900"/>
                <a:gd name="connsiteX15" fmla="*/ 35980 w 60872"/>
                <a:gd name="connsiteY15" fmla="*/ 3168 h 58900"/>
                <a:gd name="connsiteX16" fmla="*/ 41938 w 60872"/>
                <a:gd name="connsiteY16" fmla="*/ 16365 h 58900"/>
                <a:gd name="connsiteX17" fmla="*/ 56267 w 60872"/>
                <a:gd name="connsiteY17" fmla="*/ 18779 h 58900"/>
                <a:gd name="connsiteX18" fmla="*/ 60641 w 60872"/>
                <a:gd name="connsiteY18" fmla="*/ 22625 h 58900"/>
                <a:gd name="connsiteX19" fmla="*/ 59133 w 60872"/>
                <a:gd name="connsiteY19" fmla="*/ 28357 h 58900"/>
                <a:gd name="connsiteX20" fmla="*/ 48499 w 60872"/>
                <a:gd name="connsiteY20" fmla="*/ 38161 h 58900"/>
                <a:gd name="connsiteX21" fmla="*/ 50611 w 60872"/>
                <a:gd name="connsiteY21" fmla="*/ 52566 h 58900"/>
                <a:gd name="connsiteX22" fmla="*/ 48197 w 60872"/>
                <a:gd name="connsiteY22" fmla="*/ 57996 h 58900"/>
                <a:gd name="connsiteX23" fmla="*/ 45181 w 60872"/>
                <a:gd name="connsiteY23" fmla="*/ 58901 h 58900"/>
                <a:gd name="connsiteX24" fmla="*/ 43220 w 60872"/>
                <a:gd name="connsiteY24" fmla="*/ 53621 h 58900"/>
                <a:gd name="connsiteX25" fmla="*/ 43220 w 60872"/>
                <a:gd name="connsiteY25" fmla="*/ 53621 h 58900"/>
                <a:gd name="connsiteX26" fmla="*/ 29871 w 60872"/>
                <a:gd name="connsiteY26" fmla="*/ 43365 h 58900"/>
                <a:gd name="connsiteX27" fmla="*/ 32586 w 60872"/>
                <a:gd name="connsiteY27" fmla="*/ 44119 h 58900"/>
                <a:gd name="connsiteX28" fmla="*/ 42616 w 60872"/>
                <a:gd name="connsiteY28" fmla="*/ 49700 h 58900"/>
                <a:gd name="connsiteX29" fmla="*/ 40957 w 60872"/>
                <a:gd name="connsiteY29" fmla="*/ 38236 h 58900"/>
                <a:gd name="connsiteX30" fmla="*/ 42692 w 60872"/>
                <a:gd name="connsiteY30" fmla="*/ 33410 h 58900"/>
                <a:gd name="connsiteX31" fmla="*/ 51063 w 60872"/>
                <a:gd name="connsiteY31" fmla="*/ 25642 h 58900"/>
                <a:gd name="connsiteX32" fmla="*/ 39751 w 60872"/>
                <a:gd name="connsiteY32" fmla="*/ 23756 h 58900"/>
                <a:gd name="connsiteX33" fmla="*/ 35527 w 60872"/>
                <a:gd name="connsiteY33" fmla="*/ 20589 h 58900"/>
                <a:gd name="connsiteX34" fmla="*/ 30701 w 60872"/>
                <a:gd name="connsiteY34" fmla="*/ 10106 h 58900"/>
                <a:gd name="connsiteX35" fmla="*/ 25421 w 60872"/>
                <a:gd name="connsiteY35" fmla="*/ 20287 h 58900"/>
                <a:gd name="connsiteX36" fmla="*/ 21123 w 60872"/>
                <a:gd name="connsiteY36" fmla="*/ 23379 h 58900"/>
                <a:gd name="connsiteX37" fmla="*/ 9735 w 60872"/>
                <a:gd name="connsiteY37" fmla="*/ 24661 h 58900"/>
                <a:gd name="connsiteX38" fmla="*/ 17804 w 60872"/>
                <a:gd name="connsiteY38" fmla="*/ 32882 h 58900"/>
                <a:gd name="connsiteX39" fmla="*/ 19313 w 60872"/>
                <a:gd name="connsiteY39" fmla="*/ 37558 h 58900"/>
                <a:gd name="connsiteX40" fmla="*/ 19237 w 60872"/>
                <a:gd name="connsiteY40" fmla="*/ 37784 h 58900"/>
                <a:gd name="connsiteX41" fmla="*/ 17050 w 60872"/>
                <a:gd name="connsiteY41" fmla="*/ 49096 h 58900"/>
                <a:gd name="connsiteX42" fmla="*/ 27307 w 60872"/>
                <a:gd name="connsiteY42" fmla="*/ 43968 h 58900"/>
                <a:gd name="connsiteX43" fmla="*/ 29871 w 60872"/>
                <a:gd name="connsiteY43" fmla="*/ 43365 h 58900"/>
                <a:gd name="connsiteX44" fmla="*/ 5813 w 60872"/>
                <a:gd name="connsiteY44" fmla="*/ 25189 h 58900"/>
                <a:gd name="connsiteX45" fmla="*/ 5813 w 60872"/>
                <a:gd name="connsiteY45" fmla="*/ 25189 h 58900"/>
                <a:gd name="connsiteX46" fmla="*/ 6869 w 60872"/>
                <a:gd name="connsiteY46" fmla="*/ 21796 h 58900"/>
                <a:gd name="connsiteX47" fmla="*/ 6869 w 60872"/>
                <a:gd name="connsiteY47" fmla="*/ 21796 h 5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872" h="58900">
                  <a:moveTo>
                    <a:pt x="45181" y="58901"/>
                  </a:moveTo>
                  <a:cubicBezTo>
                    <a:pt x="44276" y="58901"/>
                    <a:pt x="43295" y="58674"/>
                    <a:pt x="42466" y="58147"/>
                  </a:cubicBezTo>
                  <a:lnTo>
                    <a:pt x="29871" y="51133"/>
                  </a:lnTo>
                  <a:lnTo>
                    <a:pt x="16899" y="57619"/>
                  </a:lnTo>
                  <a:cubicBezTo>
                    <a:pt x="14938" y="58599"/>
                    <a:pt x="12751" y="58373"/>
                    <a:pt x="11017" y="57091"/>
                  </a:cubicBezTo>
                  <a:cubicBezTo>
                    <a:pt x="9282" y="55809"/>
                    <a:pt x="8528" y="53697"/>
                    <a:pt x="8980" y="51585"/>
                  </a:cubicBezTo>
                  <a:lnTo>
                    <a:pt x="11695" y="37407"/>
                  </a:lnTo>
                  <a:lnTo>
                    <a:pt x="1590" y="27075"/>
                  </a:lnTo>
                  <a:cubicBezTo>
                    <a:pt x="81" y="25566"/>
                    <a:pt x="-371" y="23379"/>
                    <a:pt x="308" y="21343"/>
                  </a:cubicBezTo>
                  <a:cubicBezTo>
                    <a:pt x="1062" y="19307"/>
                    <a:pt x="2796" y="17874"/>
                    <a:pt x="4908" y="17648"/>
                  </a:cubicBezTo>
                  <a:lnTo>
                    <a:pt x="19162" y="15913"/>
                  </a:lnTo>
                  <a:lnTo>
                    <a:pt x="25874" y="3017"/>
                  </a:lnTo>
                  <a:cubicBezTo>
                    <a:pt x="26854" y="1131"/>
                    <a:pt x="28740" y="0"/>
                    <a:pt x="30851" y="0"/>
                  </a:cubicBezTo>
                  <a:lnTo>
                    <a:pt x="30927" y="0"/>
                  </a:lnTo>
                  <a:cubicBezTo>
                    <a:pt x="33038" y="0"/>
                    <a:pt x="34924" y="1207"/>
                    <a:pt x="35904" y="3092"/>
                  </a:cubicBezTo>
                  <a:lnTo>
                    <a:pt x="35980" y="3168"/>
                  </a:lnTo>
                  <a:lnTo>
                    <a:pt x="41938" y="16365"/>
                  </a:lnTo>
                  <a:lnTo>
                    <a:pt x="56267" y="18779"/>
                  </a:lnTo>
                  <a:cubicBezTo>
                    <a:pt x="58303" y="19080"/>
                    <a:pt x="60038" y="20589"/>
                    <a:pt x="60641" y="22625"/>
                  </a:cubicBezTo>
                  <a:cubicBezTo>
                    <a:pt x="61244" y="24661"/>
                    <a:pt x="60641" y="26848"/>
                    <a:pt x="59133" y="28357"/>
                  </a:cubicBezTo>
                  <a:lnTo>
                    <a:pt x="48499" y="38161"/>
                  </a:lnTo>
                  <a:lnTo>
                    <a:pt x="50611" y="52566"/>
                  </a:lnTo>
                  <a:cubicBezTo>
                    <a:pt x="50912" y="54677"/>
                    <a:pt x="50007" y="56714"/>
                    <a:pt x="48197" y="57996"/>
                  </a:cubicBezTo>
                  <a:cubicBezTo>
                    <a:pt x="47292" y="58599"/>
                    <a:pt x="46236" y="58901"/>
                    <a:pt x="45181" y="58901"/>
                  </a:cubicBezTo>
                  <a:close/>
                  <a:moveTo>
                    <a:pt x="43220" y="53621"/>
                  </a:moveTo>
                  <a:cubicBezTo>
                    <a:pt x="43220" y="53621"/>
                    <a:pt x="43220" y="53697"/>
                    <a:pt x="43220" y="53621"/>
                  </a:cubicBezTo>
                  <a:close/>
                  <a:moveTo>
                    <a:pt x="29871" y="43365"/>
                  </a:moveTo>
                  <a:cubicBezTo>
                    <a:pt x="30776" y="43365"/>
                    <a:pt x="31756" y="43591"/>
                    <a:pt x="32586" y="44119"/>
                  </a:cubicBezTo>
                  <a:lnTo>
                    <a:pt x="42616" y="49700"/>
                  </a:lnTo>
                  <a:lnTo>
                    <a:pt x="40957" y="38236"/>
                  </a:lnTo>
                  <a:cubicBezTo>
                    <a:pt x="40731" y="36351"/>
                    <a:pt x="41410" y="34541"/>
                    <a:pt x="42692" y="33410"/>
                  </a:cubicBezTo>
                  <a:lnTo>
                    <a:pt x="51063" y="25642"/>
                  </a:lnTo>
                  <a:lnTo>
                    <a:pt x="39751" y="23756"/>
                  </a:lnTo>
                  <a:cubicBezTo>
                    <a:pt x="37865" y="23455"/>
                    <a:pt x="36281" y="22323"/>
                    <a:pt x="35527" y="20589"/>
                  </a:cubicBezTo>
                  <a:lnTo>
                    <a:pt x="30701" y="10106"/>
                  </a:lnTo>
                  <a:lnTo>
                    <a:pt x="25421" y="20287"/>
                  </a:lnTo>
                  <a:cubicBezTo>
                    <a:pt x="24667" y="21946"/>
                    <a:pt x="23008" y="23153"/>
                    <a:pt x="21123" y="23379"/>
                  </a:cubicBezTo>
                  <a:lnTo>
                    <a:pt x="9735" y="24661"/>
                  </a:lnTo>
                  <a:lnTo>
                    <a:pt x="17804" y="32882"/>
                  </a:lnTo>
                  <a:cubicBezTo>
                    <a:pt x="19011" y="34013"/>
                    <a:pt x="19539" y="35748"/>
                    <a:pt x="19313" y="37558"/>
                  </a:cubicBezTo>
                  <a:lnTo>
                    <a:pt x="19237" y="37784"/>
                  </a:lnTo>
                  <a:lnTo>
                    <a:pt x="17050" y="49096"/>
                  </a:lnTo>
                  <a:lnTo>
                    <a:pt x="27307" y="43968"/>
                  </a:lnTo>
                  <a:cubicBezTo>
                    <a:pt x="28136" y="43591"/>
                    <a:pt x="28966" y="43365"/>
                    <a:pt x="29871" y="43365"/>
                  </a:cubicBezTo>
                  <a:close/>
                  <a:moveTo>
                    <a:pt x="5813" y="25189"/>
                  </a:moveTo>
                  <a:cubicBezTo>
                    <a:pt x="5738" y="25189"/>
                    <a:pt x="5813" y="25189"/>
                    <a:pt x="5813" y="25189"/>
                  </a:cubicBezTo>
                  <a:close/>
                  <a:moveTo>
                    <a:pt x="6869" y="21796"/>
                  </a:moveTo>
                  <a:cubicBezTo>
                    <a:pt x="6944" y="21796"/>
                    <a:pt x="6869" y="21796"/>
                    <a:pt x="6869" y="21796"/>
                  </a:cubicBezTo>
                  <a:close/>
                </a:path>
              </a:pathLst>
            </a:custGeom>
            <a:grpFill/>
            <a:ln w="3175" cap="flat">
              <a:solidFill>
                <a:schemeClr val="accent2"/>
              </a:solidFill>
              <a:prstDash val="solid"/>
              <a:miter/>
            </a:ln>
          </p:spPr>
          <p:txBody>
            <a:bodyPr rtlCol="0" anchor="ctr"/>
            <a:lstStyle/>
            <a:p>
              <a:endParaRPr lang="zh-CN" altLang="en-US"/>
            </a:p>
          </p:txBody>
        </p:sp>
        <p:sp>
          <p:nvSpPr>
            <p:cNvPr id="109" name="任意多边形: 形状 108">
              <a:extLst>
                <a:ext uri="{FF2B5EF4-FFF2-40B4-BE49-F238E27FC236}">
                  <a16:creationId xmlns:a16="http://schemas.microsoft.com/office/drawing/2014/main" id="{774138CA-3BAB-958E-BA6C-E5F8CA44ADB4}"/>
                </a:ext>
              </a:extLst>
            </p:cNvPr>
            <p:cNvSpPr/>
            <p:nvPr/>
          </p:nvSpPr>
          <p:spPr>
            <a:xfrm>
              <a:off x="9974737" y="3040915"/>
              <a:ext cx="148571" cy="101134"/>
            </a:xfrm>
            <a:custGeom>
              <a:avLst/>
              <a:gdLst>
                <a:gd name="connsiteX0" fmla="*/ 138390 w 148571"/>
                <a:gd name="connsiteY0" fmla="*/ 101134 h 101134"/>
                <a:gd name="connsiteX1" fmla="*/ 10181 w 148571"/>
                <a:gd name="connsiteY1" fmla="*/ 101134 h 101134"/>
                <a:gd name="connsiteX2" fmla="*/ 0 w 148571"/>
                <a:gd name="connsiteY2" fmla="*/ 90953 h 101134"/>
                <a:gd name="connsiteX3" fmla="*/ 0 w 148571"/>
                <a:gd name="connsiteY3" fmla="*/ 67875 h 101134"/>
                <a:gd name="connsiteX4" fmla="*/ 3243 w 148571"/>
                <a:gd name="connsiteY4" fmla="*/ 67423 h 101134"/>
                <a:gd name="connsiteX5" fmla="*/ 19231 w 148571"/>
                <a:gd name="connsiteY5" fmla="*/ 48946 h 101134"/>
                <a:gd name="connsiteX6" fmla="*/ 3243 w 148571"/>
                <a:gd name="connsiteY6" fmla="*/ 30393 h 101134"/>
                <a:gd name="connsiteX7" fmla="*/ 0 w 148571"/>
                <a:gd name="connsiteY7" fmla="*/ 29941 h 101134"/>
                <a:gd name="connsiteX8" fmla="*/ 0 w 148571"/>
                <a:gd name="connsiteY8" fmla="*/ 10181 h 101134"/>
                <a:gd name="connsiteX9" fmla="*/ 10181 w 148571"/>
                <a:gd name="connsiteY9" fmla="*/ 0 h 101134"/>
                <a:gd name="connsiteX10" fmla="*/ 138390 w 148571"/>
                <a:gd name="connsiteY10" fmla="*/ 0 h 101134"/>
                <a:gd name="connsiteX11" fmla="*/ 148571 w 148571"/>
                <a:gd name="connsiteY11" fmla="*/ 10181 h 101134"/>
                <a:gd name="connsiteX12" fmla="*/ 148571 w 148571"/>
                <a:gd name="connsiteY12" fmla="*/ 29941 h 101134"/>
                <a:gd name="connsiteX13" fmla="*/ 145329 w 148571"/>
                <a:gd name="connsiteY13" fmla="*/ 30393 h 101134"/>
                <a:gd name="connsiteX14" fmla="*/ 129340 w 148571"/>
                <a:gd name="connsiteY14" fmla="*/ 48946 h 101134"/>
                <a:gd name="connsiteX15" fmla="*/ 145329 w 148571"/>
                <a:gd name="connsiteY15" fmla="*/ 67498 h 101134"/>
                <a:gd name="connsiteX16" fmla="*/ 148571 w 148571"/>
                <a:gd name="connsiteY16" fmla="*/ 67951 h 101134"/>
                <a:gd name="connsiteX17" fmla="*/ 148571 w 148571"/>
                <a:gd name="connsiteY17" fmla="*/ 90953 h 101134"/>
                <a:gd name="connsiteX18" fmla="*/ 138390 w 148571"/>
                <a:gd name="connsiteY18" fmla="*/ 101134 h 101134"/>
                <a:gd name="connsiteX19" fmla="*/ 7542 w 148571"/>
                <a:gd name="connsiteY19" fmla="*/ 74286 h 101134"/>
                <a:gd name="connsiteX20" fmla="*/ 7542 w 148571"/>
                <a:gd name="connsiteY20" fmla="*/ 90953 h 101134"/>
                <a:gd name="connsiteX21" fmla="*/ 10181 w 148571"/>
                <a:gd name="connsiteY21" fmla="*/ 93593 h 101134"/>
                <a:gd name="connsiteX22" fmla="*/ 138390 w 148571"/>
                <a:gd name="connsiteY22" fmla="*/ 93593 h 101134"/>
                <a:gd name="connsiteX23" fmla="*/ 141030 w 148571"/>
                <a:gd name="connsiteY23" fmla="*/ 90953 h 101134"/>
                <a:gd name="connsiteX24" fmla="*/ 141030 w 148571"/>
                <a:gd name="connsiteY24" fmla="*/ 74210 h 101134"/>
                <a:gd name="connsiteX25" fmla="*/ 121798 w 148571"/>
                <a:gd name="connsiteY25" fmla="*/ 48946 h 101134"/>
                <a:gd name="connsiteX26" fmla="*/ 141030 w 148571"/>
                <a:gd name="connsiteY26" fmla="*/ 23681 h 101134"/>
                <a:gd name="connsiteX27" fmla="*/ 141030 w 148571"/>
                <a:gd name="connsiteY27" fmla="*/ 10181 h 101134"/>
                <a:gd name="connsiteX28" fmla="*/ 138390 w 148571"/>
                <a:gd name="connsiteY28" fmla="*/ 7542 h 101134"/>
                <a:gd name="connsiteX29" fmla="*/ 10181 w 148571"/>
                <a:gd name="connsiteY29" fmla="*/ 7542 h 101134"/>
                <a:gd name="connsiteX30" fmla="*/ 7542 w 148571"/>
                <a:gd name="connsiteY30" fmla="*/ 10181 h 101134"/>
                <a:gd name="connsiteX31" fmla="*/ 7542 w 148571"/>
                <a:gd name="connsiteY31" fmla="*/ 23681 h 101134"/>
                <a:gd name="connsiteX32" fmla="*/ 26773 w 148571"/>
                <a:gd name="connsiteY32" fmla="*/ 48946 h 101134"/>
                <a:gd name="connsiteX33" fmla="*/ 7542 w 148571"/>
                <a:gd name="connsiteY33" fmla="*/ 74286 h 101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8571" h="101134">
                  <a:moveTo>
                    <a:pt x="138390" y="101134"/>
                  </a:moveTo>
                  <a:lnTo>
                    <a:pt x="10181" y="101134"/>
                  </a:lnTo>
                  <a:cubicBezTo>
                    <a:pt x="4600" y="101134"/>
                    <a:pt x="0" y="96534"/>
                    <a:pt x="0" y="90953"/>
                  </a:cubicBezTo>
                  <a:lnTo>
                    <a:pt x="0" y="67875"/>
                  </a:lnTo>
                  <a:lnTo>
                    <a:pt x="3243" y="67423"/>
                  </a:lnTo>
                  <a:cubicBezTo>
                    <a:pt x="12368" y="66141"/>
                    <a:pt x="19231" y="58222"/>
                    <a:pt x="19231" y="48946"/>
                  </a:cubicBezTo>
                  <a:cubicBezTo>
                    <a:pt x="19231" y="39745"/>
                    <a:pt x="12368" y="31751"/>
                    <a:pt x="3243" y="30393"/>
                  </a:cubicBezTo>
                  <a:lnTo>
                    <a:pt x="0" y="29941"/>
                  </a:lnTo>
                  <a:lnTo>
                    <a:pt x="0" y="10181"/>
                  </a:lnTo>
                  <a:cubicBezTo>
                    <a:pt x="0" y="4600"/>
                    <a:pt x="4600" y="0"/>
                    <a:pt x="10181" y="0"/>
                  </a:cubicBezTo>
                  <a:lnTo>
                    <a:pt x="138390" y="0"/>
                  </a:lnTo>
                  <a:cubicBezTo>
                    <a:pt x="143971" y="0"/>
                    <a:pt x="148571" y="4600"/>
                    <a:pt x="148571" y="10181"/>
                  </a:cubicBezTo>
                  <a:lnTo>
                    <a:pt x="148571" y="29941"/>
                  </a:lnTo>
                  <a:lnTo>
                    <a:pt x="145329" y="30393"/>
                  </a:lnTo>
                  <a:cubicBezTo>
                    <a:pt x="136203" y="31751"/>
                    <a:pt x="129340" y="39669"/>
                    <a:pt x="129340" y="48946"/>
                  </a:cubicBezTo>
                  <a:cubicBezTo>
                    <a:pt x="129340" y="58147"/>
                    <a:pt x="136203" y="66141"/>
                    <a:pt x="145329" y="67498"/>
                  </a:cubicBezTo>
                  <a:lnTo>
                    <a:pt x="148571" y="67951"/>
                  </a:lnTo>
                  <a:lnTo>
                    <a:pt x="148571" y="90953"/>
                  </a:lnTo>
                  <a:cubicBezTo>
                    <a:pt x="148571" y="96534"/>
                    <a:pt x="143971" y="101134"/>
                    <a:pt x="138390" y="101134"/>
                  </a:cubicBezTo>
                  <a:close/>
                  <a:moveTo>
                    <a:pt x="7542" y="74286"/>
                  </a:moveTo>
                  <a:lnTo>
                    <a:pt x="7542" y="90953"/>
                  </a:lnTo>
                  <a:cubicBezTo>
                    <a:pt x="7542" y="92386"/>
                    <a:pt x="8748" y="93593"/>
                    <a:pt x="10181" y="93593"/>
                  </a:cubicBezTo>
                  <a:lnTo>
                    <a:pt x="138390" y="93593"/>
                  </a:lnTo>
                  <a:cubicBezTo>
                    <a:pt x="139823" y="93593"/>
                    <a:pt x="141030" y="92386"/>
                    <a:pt x="141030" y="90953"/>
                  </a:cubicBezTo>
                  <a:lnTo>
                    <a:pt x="141030" y="74210"/>
                  </a:lnTo>
                  <a:cubicBezTo>
                    <a:pt x="129868" y="71118"/>
                    <a:pt x="121798" y="60711"/>
                    <a:pt x="121798" y="48946"/>
                  </a:cubicBezTo>
                  <a:cubicBezTo>
                    <a:pt x="121798" y="37105"/>
                    <a:pt x="129868" y="26773"/>
                    <a:pt x="141030" y="23681"/>
                  </a:cubicBezTo>
                  <a:lnTo>
                    <a:pt x="141030" y="10181"/>
                  </a:lnTo>
                  <a:cubicBezTo>
                    <a:pt x="141030" y="8748"/>
                    <a:pt x="139823" y="7542"/>
                    <a:pt x="138390" y="7542"/>
                  </a:cubicBezTo>
                  <a:lnTo>
                    <a:pt x="10181" y="7542"/>
                  </a:lnTo>
                  <a:cubicBezTo>
                    <a:pt x="8748" y="7542"/>
                    <a:pt x="7542" y="8748"/>
                    <a:pt x="7542" y="10181"/>
                  </a:cubicBezTo>
                  <a:lnTo>
                    <a:pt x="7542" y="23681"/>
                  </a:lnTo>
                  <a:cubicBezTo>
                    <a:pt x="18703" y="26773"/>
                    <a:pt x="26773" y="37181"/>
                    <a:pt x="26773" y="48946"/>
                  </a:cubicBezTo>
                  <a:cubicBezTo>
                    <a:pt x="26773" y="60862"/>
                    <a:pt x="18703" y="71194"/>
                    <a:pt x="7542" y="74286"/>
                  </a:cubicBezTo>
                  <a:close/>
                </a:path>
              </a:pathLst>
            </a:custGeom>
            <a:grpFill/>
            <a:ln w="3175" cap="flat">
              <a:solidFill>
                <a:schemeClr val="accent2"/>
              </a:solidFill>
              <a:prstDash val="solid"/>
              <a:miter/>
            </a:ln>
          </p:spPr>
          <p:txBody>
            <a:bodyPr rtlCol="0" anchor="ctr"/>
            <a:lstStyle/>
            <a:p>
              <a:endParaRPr lang="zh-CN" altLang="en-US"/>
            </a:p>
          </p:txBody>
        </p:sp>
      </p:grpSp>
      <p:sp>
        <p:nvSpPr>
          <p:cNvPr id="110" name="图形 111">
            <a:extLst>
              <a:ext uri="{FF2B5EF4-FFF2-40B4-BE49-F238E27FC236}">
                <a16:creationId xmlns:a16="http://schemas.microsoft.com/office/drawing/2014/main" id="{013D31DF-6FCC-4430-55E3-EAE5D0BED8BF}"/>
              </a:ext>
            </a:extLst>
          </p:cNvPr>
          <p:cNvSpPr/>
          <p:nvPr/>
        </p:nvSpPr>
        <p:spPr>
          <a:xfrm>
            <a:off x="10891338" y="3542762"/>
            <a:ext cx="148277" cy="149246"/>
          </a:xfrm>
          <a:custGeom>
            <a:avLst/>
            <a:gdLst>
              <a:gd name="connsiteX0" fmla="*/ 84492 w 148277"/>
              <a:gd name="connsiteY0" fmla="*/ 56227 h 149246"/>
              <a:gd name="connsiteX1" fmla="*/ 91770 w 148277"/>
              <a:gd name="connsiteY1" fmla="*/ 34872 h 149246"/>
              <a:gd name="connsiteX2" fmla="*/ 56898 w 148277"/>
              <a:gd name="connsiteY2" fmla="*/ 0 h 149246"/>
              <a:gd name="connsiteX3" fmla="*/ 22026 w 148277"/>
              <a:gd name="connsiteY3" fmla="*/ 34872 h 149246"/>
              <a:gd name="connsiteX4" fmla="*/ 29224 w 148277"/>
              <a:gd name="connsiteY4" fmla="*/ 56147 h 149246"/>
              <a:gd name="connsiteX5" fmla="*/ 1870 w 148277"/>
              <a:gd name="connsiteY5" fmla="*/ 100777 h 149246"/>
              <a:gd name="connsiteX6" fmla="*/ 1070 w 148277"/>
              <a:gd name="connsiteY6" fmla="*/ 124212 h 149246"/>
              <a:gd name="connsiteX7" fmla="*/ 8669 w 148277"/>
              <a:gd name="connsiteY7" fmla="*/ 129091 h 149246"/>
              <a:gd name="connsiteX8" fmla="*/ 13548 w 148277"/>
              <a:gd name="connsiteY8" fmla="*/ 121493 h 149246"/>
              <a:gd name="connsiteX9" fmla="*/ 14267 w 148277"/>
              <a:gd name="connsiteY9" fmla="*/ 104137 h 149246"/>
              <a:gd name="connsiteX10" fmla="*/ 37702 w 148277"/>
              <a:gd name="connsiteY10" fmla="*/ 65745 h 149246"/>
              <a:gd name="connsiteX11" fmla="*/ 56898 w 148277"/>
              <a:gd name="connsiteY11" fmla="*/ 70624 h 149246"/>
              <a:gd name="connsiteX12" fmla="*/ 76013 w 148277"/>
              <a:gd name="connsiteY12" fmla="*/ 65745 h 149246"/>
              <a:gd name="connsiteX13" fmla="*/ 99848 w 148277"/>
              <a:gd name="connsiteY13" fmla="*/ 102457 h 149246"/>
              <a:gd name="connsiteX14" fmla="*/ 96489 w 148277"/>
              <a:gd name="connsiteY14" fmla="*/ 129811 h 149246"/>
              <a:gd name="connsiteX15" fmla="*/ 83212 w 148277"/>
              <a:gd name="connsiteY15" fmla="*/ 136449 h 149246"/>
              <a:gd name="connsiteX16" fmla="*/ 30584 w 148277"/>
              <a:gd name="connsiteY16" fmla="*/ 136449 h 149246"/>
              <a:gd name="connsiteX17" fmla="*/ 24185 w 148277"/>
              <a:gd name="connsiteY17" fmla="*/ 142848 h 149246"/>
              <a:gd name="connsiteX18" fmla="*/ 30584 w 148277"/>
              <a:gd name="connsiteY18" fmla="*/ 149246 h 149246"/>
              <a:gd name="connsiteX19" fmla="*/ 83212 w 148277"/>
              <a:gd name="connsiteY19" fmla="*/ 149246 h 149246"/>
              <a:gd name="connsiteX20" fmla="*/ 106807 w 148277"/>
              <a:gd name="connsiteY20" fmla="*/ 137409 h 149246"/>
              <a:gd name="connsiteX21" fmla="*/ 112165 w 148277"/>
              <a:gd name="connsiteY21" fmla="*/ 98698 h 149246"/>
              <a:gd name="connsiteX22" fmla="*/ 84492 w 148277"/>
              <a:gd name="connsiteY22" fmla="*/ 56227 h 149246"/>
              <a:gd name="connsiteX23" fmla="*/ 56898 w 148277"/>
              <a:gd name="connsiteY23" fmla="*/ 12797 h 149246"/>
              <a:gd name="connsiteX24" fmla="*/ 78973 w 148277"/>
              <a:gd name="connsiteY24" fmla="*/ 34872 h 149246"/>
              <a:gd name="connsiteX25" fmla="*/ 69375 w 148277"/>
              <a:gd name="connsiteY25" fmla="*/ 53108 h 149246"/>
              <a:gd name="connsiteX26" fmla="*/ 56898 w 148277"/>
              <a:gd name="connsiteY26" fmla="*/ 56947 h 149246"/>
              <a:gd name="connsiteX27" fmla="*/ 44421 w 148277"/>
              <a:gd name="connsiteY27" fmla="*/ 53108 h 149246"/>
              <a:gd name="connsiteX28" fmla="*/ 34823 w 148277"/>
              <a:gd name="connsiteY28" fmla="*/ 34872 h 149246"/>
              <a:gd name="connsiteX29" fmla="*/ 56898 w 148277"/>
              <a:gd name="connsiteY29" fmla="*/ 12797 h 149246"/>
              <a:gd name="connsiteX30" fmla="*/ 140879 w 148277"/>
              <a:gd name="connsiteY30" fmla="*/ 77982 h 149246"/>
              <a:gd name="connsiteX31" fmla="*/ 124882 w 148277"/>
              <a:gd name="connsiteY31" fmla="*/ 57267 h 149246"/>
              <a:gd name="connsiteX32" fmla="*/ 133041 w 148277"/>
              <a:gd name="connsiteY32" fmla="*/ 34872 h 149246"/>
              <a:gd name="connsiteX33" fmla="*/ 98168 w 148277"/>
              <a:gd name="connsiteY33" fmla="*/ 0 h 149246"/>
              <a:gd name="connsiteX34" fmla="*/ 91770 w 148277"/>
              <a:gd name="connsiteY34" fmla="*/ 6399 h 149246"/>
              <a:gd name="connsiteX35" fmla="*/ 98168 w 148277"/>
              <a:gd name="connsiteY35" fmla="*/ 12797 h 149246"/>
              <a:gd name="connsiteX36" fmla="*/ 120244 w 148277"/>
              <a:gd name="connsiteY36" fmla="*/ 34872 h 149246"/>
              <a:gd name="connsiteX37" fmla="*/ 111845 w 148277"/>
              <a:gd name="connsiteY37" fmla="*/ 52228 h 149246"/>
              <a:gd name="connsiteX38" fmla="*/ 107846 w 148277"/>
              <a:gd name="connsiteY38" fmla="*/ 56227 h 149246"/>
              <a:gd name="connsiteX39" fmla="*/ 111845 w 148277"/>
              <a:gd name="connsiteY39" fmla="*/ 64386 h 149246"/>
              <a:gd name="connsiteX40" fmla="*/ 129441 w 148277"/>
              <a:gd name="connsiteY40" fmla="*/ 83581 h 149246"/>
              <a:gd name="connsiteX41" fmla="*/ 130881 w 148277"/>
              <a:gd name="connsiteY41" fmla="*/ 136689 h 149246"/>
              <a:gd name="connsiteX42" fmla="*/ 134720 w 148277"/>
              <a:gd name="connsiteY42" fmla="*/ 144847 h 149246"/>
              <a:gd name="connsiteX43" fmla="*/ 136880 w 148277"/>
              <a:gd name="connsiteY43" fmla="*/ 145247 h 149246"/>
              <a:gd name="connsiteX44" fmla="*/ 142878 w 148277"/>
              <a:gd name="connsiteY44" fmla="*/ 141008 h 149246"/>
              <a:gd name="connsiteX45" fmla="*/ 140879 w 148277"/>
              <a:gd name="connsiteY45" fmla="*/ 77982 h 149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48277" h="149246">
                <a:moveTo>
                  <a:pt x="84492" y="56227"/>
                </a:moveTo>
                <a:cubicBezTo>
                  <a:pt x="89131" y="50229"/>
                  <a:pt x="91770" y="42710"/>
                  <a:pt x="91770" y="34872"/>
                </a:cubicBezTo>
                <a:cubicBezTo>
                  <a:pt x="91770" y="15676"/>
                  <a:pt x="76173" y="0"/>
                  <a:pt x="56898" y="0"/>
                </a:cubicBezTo>
                <a:cubicBezTo>
                  <a:pt x="37622" y="0"/>
                  <a:pt x="22026" y="15676"/>
                  <a:pt x="22026" y="34872"/>
                </a:cubicBezTo>
                <a:cubicBezTo>
                  <a:pt x="22026" y="42630"/>
                  <a:pt x="24665" y="50069"/>
                  <a:pt x="29224" y="56147"/>
                </a:cubicBezTo>
                <a:cubicBezTo>
                  <a:pt x="17387" y="65825"/>
                  <a:pt x="5149" y="88700"/>
                  <a:pt x="1870" y="100777"/>
                </a:cubicBezTo>
                <a:cubicBezTo>
                  <a:pt x="-289" y="108696"/>
                  <a:pt x="-609" y="116854"/>
                  <a:pt x="1070" y="124212"/>
                </a:cubicBezTo>
                <a:cubicBezTo>
                  <a:pt x="1790" y="127651"/>
                  <a:pt x="5229" y="129891"/>
                  <a:pt x="8669" y="129091"/>
                </a:cubicBezTo>
                <a:cubicBezTo>
                  <a:pt x="12108" y="128371"/>
                  <a:pt x="14347" y="124932"/>
                  <a:pt x="13548" y="121493"/>
                </a:cubicBezTo>
                <a:cubicBezTo>
                  <a:pt x="12428" y="116214"/>
                  <a:pt x="12668" y="110055"/>
                  <a:pt x="14267" y="104137"/>
                </a:cubicBezTo>
                <a:cubicBezTo>
                  <a:pt x="17947" y="90700"/>
                  <a:pt x="30584" y="71184"/>
                  <a:pt x="37702" y="65745"/>
                </a:cubicBezTo>
                <a:cubicBezTo>
                  <a:pt x="43541" y="68944"/>
                  <a:pt x="50099" y="70624"/>
                  <a:pt x="56898" y="70624"/>
                </a:cubicBezTo>
                <a:cubicBezTo>
                  <a:pt x="63616" y="70624"/>
                  <a:pt x="70175" y="68944"/>
                  <a:pt x="76013" y="65745"/>
                </a:cubicBezTo>
                <a:cubicBezTo>
                  <a:pt x="83212" y="71584"/>
                  <a:pt x="97049" y="93179"/>
                  <a:pt x="99848" y="102457"/>
                </a:cubicBezTo>
                <a:cubicBezTo>
                  <a:pt x="102807" y="112295"/>
                  <a:pt x="101528" y="123012"/>
                  <a:pt x="96489" y="129811"/>
                </a:cubicBezTo>
                <a:cubicBezTo>
                  <a:pt x="93210" y="134210"/>
                  <a:pt x="88731" y="136449"/>
                  <a:pt x="83212" y="136449"/>
                </a:cubicBezTo>
                <a:lnTo>
                  <a:pt x="30584" y="136449"/>
                </a:lnTo>
                <a:cubicBezTo>
                  <a:pt x="27064" y="136449"/>
                  <a:pt x="24185" y="139329"/>
                  <a:pt x="24185" y="142848"/>
                </a:cubicBezTo>
                <a:cubicBezTo>
                  <a:pt x="24185" y="146367"/>
                  <a:pt x="27064" y="149246"/>
                  <a:pt x="30584" y="149246"/>
                </a:cubicBezTo>
                <a:lnTo>
                  <a:pt x="83212" y="149246"/>
                </a:lnTo>
                <a:cubicBezTo>
                  <a:pt x="92730" y="149246"/>
                  <a:pt x="101128" y="145007"/>
                  <a:pt x="106807" y="137409"/>
                </a:cubicBezTo>
                <a:cubicBezTo>
                  <a:pt x="114245" y="127331"/>
                  <a:pt x="116324" y="112535"/>
                  <a:pt x="112165" y="98698"/>
                </a:cubicBezTo>
                <a:cubicBezTo>
                  <a:pt x="109686" y="90700"/>
                  <a:pt x="96409" y="66385"/>
                  <a:pt x="84492" y="56227"/>
                </a:cubicBezTo>
                <a:close/>
                <a:moveTo>
                  <a:pt x="56898" y="12797"/>
                </a:moveTo>
                <a:cubicBezTo>
                  <a:pt x="69055" y="12797"/>
                  <a:pt x="78973" y="22715"/>
                  <a:pt x="78973" y="34872"/>
                </a:cubicBezTo>
                <a:cubicBezTo>
                  <a:pt x="78973" y="42151"/>
                  <a:pt x="75374" y="48949"/>
                  <a:pt x="69375" y="53108"/>
                </a:cubicBezTo>
                <a:cubicBezTo>
                  <a:pt x="65696" y="55587"/>
                  <a:pt x="61377" y="56947"/>
                  <a:pt x="56898" y="56947"/>
                </a:cubicBezTo>
                <a:cubicBezTo>
                  <a:pt x="52419" y="56947"/>
                  <a:pt x="48100" y="55587"/>
                  <a:pt x="44421" y="53108"/>
                </a:cubicBezTo>
                <a:cubicBezTo>
                  <a:pt x="38422" y="49029"/>
                  <a:pt x="34823" y="42151"/>
                  <a:pt x="34823" y="34872"/>
                </a:cubicBezTo>
                <a:cubicBezTo>
                  <a:pt x="34823" y="22715"/>
                  <a:pt x="44740" y="12797"/>
                  <a:pt x="56898" y="12797"/>
                </a:cubicBezTo>
                <a:close/>
                <a:moveTo>
                  <a:pt x="140879" y="77982"/>
                </a:moveTo>
                <a:cubicBezTo>
                  <a:pt x="136720" y="69344"/>
                  <a:pt x="131041" y="62066"/>
                  <a:pt x="124882" y="57267"/>
                </a:cubicBezTo>
                <a:cubicBezTo>
                  <a:pt x="130081" y="51109"/>
                  <a:pt x="133041" y="43190"/>
                  <a:pt x="133041" y="34872"/>
                </a:cubicBezTo>
                <a:cubicBezTo>
                  <a:pt x="133041" y="15676"/>
                  <a:pt x="117364" y="0"/>
                  <a:pt x="98168" y="0"/>
                </a:cubicBezTo>
                <a:cubicBezTo>
                  <a:pt x="94649" y="0"/>
                  <a:pt x="91770" y="2879"/>
                  <a:pt x="91770" y="6399"/>
                </a:cubicBezTo>
                <a:cubicBezTo>
                  <a:pt x="91770" y="9918"/>
                  <a:pt x="94649" y="12797"/>
                  <a:pt x="98168" y="12797"/>
                </a:cubicBezTo>
                <a:cubicBezTo>
                  <a:pt x="110326" y="12797"/>
                  <a:pt x="120244" y="22715"/>
                  <a:pt x="120244" y="34872"/>
                </a:cubicBezTo>
                <a:cubicBezTo>
                  <a:pt x="120244" y="41671"/>
                  <a:pt x="117124" y="48069"/>
                  <a:pt x="111845" y="52228"/>
                </a:cubicBezTo>
                <a:cubicBezTo>
                  <a:pt x="110006" y="52868"/>
                  <a:pt x="108486" y="54228"/>
                  <a:pt x="107846" y="56227"/>
                </a:cubicBezTo>
                <a:cubicBezTo>
                  <a:pt x="106727" y="59587"/>
                  <a:pt x="108486" y="63186"/>
                  <a:pt x="111845" y="64386"/>
                </a:cubicBezTo>
                <a:cubicBezTo>
                  <a:pt x="116804" y="66065"/>
                  <a:pt x="124163" y="72704"/>
                  <a:pt x="129441" y="83581"/>
                </a:cubicBezTo>
                <a:cubicBezTo>
                  <a:pt x="133840" y="92699"/>
                  <a:pt x="139839" y="111815"/>
                  <a:pt x="130881" y="136689"/>
                </a:cubicBezTo>
                <a:cubicBezTo>
                  <a:pt x="129681" y="140048"/>
                  <a:pt x="131361" y="143648"/>
                  <a:pt x="134720" y="144847"/>
                </a:cubicBezTo>
                <a:cubicBezTo>
                  <a:pt x="135440" y="145087"/>
                  <a:pt x="136160" y="145247"/>
                  <a:pt x="136880" y="145247"/>
                </a:cubicBezTo>
                <a:cubicBezTo>
                  <a:pt x="139519" y="145247"/>
                  <a:pt x="141919" y="143648"/>
                  <a:pt x="142878" y="141008"/>
                </a:cubicBezTo>
                <a:cubicBezTo>
                  <a:pt x="153436" y="111655"/>
                  <a:pt x="146158" y="88940"/>
                  <a:pt x="140879" y="77982"/>
                </a:cubicBezTo>
                <a:close/>
              </a:path>
            </a:pathLst>
          </a:custGeom>
          <a:solidFill>
            <a:schemeClr val="accent2"/>
          </a:solidFill>
          <a:ln w="149" cap="flat">
            <a:noFill/>
            <a:prstDash val="solid"/>
            <a:miter/>
          </a:ln>
        </p:spPr>
        <p:txBody>
          <a:bodyPr rtlCol="0" anchor="ctr"/>
          <a:lstStyle/>
          <a:p>
            <a:endParaRPr lang="zh-CN" altLang="en-US"/>
          </a:p>
        </p:txBody>
      </p:sp>
    </p:spTree>
    <p:extLst>
      <p:ext uri="{BB962C8B-B14F-4D97-AF65-F5344CB8AC3E}">
        <p14:creationId xmlns:p14="http://schemas.microsoft.com/office/powerpoint/2010/main" val="931678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B435AF1-4276-5829-262A-455BB4274567}"/>
              </a:ext>
            </a:extLst>
          </p:cNvPr>
          <p:cNvGrpSpPr/>
          <p:nvPr/>
        </p:nvGrpSpPr>
        <p:grpSpPr>
          <a:xfrm flipV="1">
            <a:off x="2783838" y="3746509"/>
            <a:ext cx="6624325" cy="2073352"/>
            <a:chOff x="3243726" y="2226092"/>
            <a:chExt cx="5709776" cy="1787107"/>
          </a:xfrm>
        </p:grpSpPr>
        <p:sp>
          <p:nvSpPr>
            <p:cNvPr id="3" name="等腰三角形 2">
              <a:extLst>
                <a:ext uri="{FF2B5EF4-FFF2-40B4-BE49-F238E27FC236}">
                  <a16:creationId xmlns:a16="http://schemas.microsoft.com/office/drawing/2014/main" id="{A4EDA7C5-7168-0895-AC68-FE81A1BCC2EF}"/>
                </a:ext>
              </a:extLst>
            </p:cNvPr>
            <p:cNvSpPr/>
            <p:nvPr/>
          </p:nvSpPr>
          <p:spPr>
            <a:xfrm flipV="1">
              <a:off x="3243726" y="2226092"/>
              <a:ext cx="5709776" cy="1787105"/>
            </a:xfrm>
            <a:prstGeom prst="triangle">
              <a:avLst/>
            </a:prstGeom>
            <a:gradFill>
              <a:gsLst>
                <a:gs pos="100000">
                  <a:schemeClr val="accent1">
                    <a:alpha val="0"/>
                  </a:schemeClr>
                </a:gs>
                <a:gs pos="0">
                  <a:schemeClr val="accent1">
                    <a:alpha val="17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a:extLst>
                <a:ext uri="{FF2B5EF4-FFF2-40B4-BE49-F238E27FC236}">
                  <a16:creationId xmlns:a16="http://schemas.microsoft.com/office/drawing/2014/main" id="{C873CDEA-30EE-390C-3618-AAD389148AFB}"/>
                </a:ext>
              </a:extLst>
            </p:cNvPr>
            <p:cNvSpPr/>
            <p:nvPr/>
          </p:nvSpPr>
          <p:spPr>
            <a:xfrm flipV="1">
              <a:off x="4080877" y="2226094"/>
              <a:ext cx="4035471" cy="1787105"/>
            </a:xfrm>
            <a:prstGeom prst="triangle">
              <a:avLst/>
            </a:prstGeom>
            <a:gradFill>
              <a:gsLst>
                <a:gs pos="100000">
                  <a:schemeClr val="accent1">
                    <a:alpha val="0"/>
                  </a:schemeClr>
                </a:gs>
                <a:gs pos="0">
                  <a:schemeClr val="accent1">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文本框 37">
            <a:extLst>
              <a:ext uri="{FF2B5EF4-FFF2-40B4-BE49-F238E27FC236}">
                <a16:creationId xmlns:a16="http://schemas.microsoft.com/office/drawing/2014/main" id="{B53B8697-4769-2330-A506-7673C30C802E}"/>
              </a:ext>
            </a:extLst>
          </p:cNvPr>
          <p:cNvSpPr txBox="1"/>
          <p:nvPr/>
        </p:nvSpPr>
        <p:spPr>
          <a:xfrm>
            <a:off x="649706" y="523557"/>
            <a:ext cx="6862344"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公司架构模型</a:t>
            </a:r>
          </a:p>
        </p:txBody>
      </p:sp>
      <p:grpSp>
        <p:nvGrpSpPr>
          <p:cNvPr id="39" name="组合 38">
            <a:extLst>
              <a:ext uri="{FF2B5EF4-FFF2-40B4-BE49-F238E27FC236}">
                <a16:creationId xmlns:a16="http://schemas.microsoft.com/office/drawing/2014/main" id="{D85006CC-0696-FE51-8893-F96A7359B413}"/>
              </a:ext>
            </a:extLst>
          </p:cNvPr>
          <p:cNvGrpSpPr/>
          <p:nvPr/>
        </p:nvGrpSpPr>
        <p:grpSpPr>
          <a:xfrm>
            <a:off x="2783838" y="1610139"/>
            <a:ext cx="6624325" cy="2073352"/>
            <a:chOff x="3243726" y="2226092"/>
            <a:chExt cx="5709776" cy="1787107"/>
          </a:xfrm>
        </p:grpSpPr>
        <p:sp>
          <p:nvSpPr>
            <p:cNvPr id="40" name="等腰三角形 39">
              <a:extLst>
                <a:ext uri="{FF2B5EF4-FFF2-40B4-BE49-F238E27FC236}">
                  <a16:creationId xmlns:a16="http://schemas.microsoft.com/office/drawing/2014/main" id="{C3957413-B86A-4857-6895-7BE113A209E4}"/>
                </a:ext>
              </a:extLst>
            </p:cNvPr>
            <p:cNvSpPr/>
            <p:nvPr/>
          </p:nvSpPr>
          <p:spPr>
            <a:xfrm flipV="1">
              <a:off x="3243726" y="2226092"/>
              <a:ext cx="5709776" cy="1787105"/>
            </a:xfrm>
            <a:prstGeom prst="triangle">
              <a:avLst/>
            </a:prstGeom>
            <a:gradFill>
              <a:gsLst>
                <a:gs pos="100000">
                  <a:schemeClr val="accent1">
                    <a:alpha val="0"/>
                  </a:schemeClr>
                </a:gs>
                <a:gs pos="0">
                  <a:schemeClr val="accent1">
                    <a:alpha val="29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等腰三角形 40">
              <a:extLst>
                <a:ext uri="{FF2B5EF4-FFF2-40B4-BE49-F238E27FC236}">
                  <a16:creationId xmlns:a16="http://schemas.microsoft.com/office/drawing/2014/main" id="{1EA8B81D-E82F-319B-8AE0-20F9CA5D4BEF}"/>
                </a:ext>
              </a:extLst>
            </p:cNvPr>
            <p:cNvSpPr/>
            <p:nvPr/>
          </p:nvSpPr>
          <p:spPr>
            <a:xfrm flipV="1">
              <a:off x="4080877" y="2226094"/>
              <a:ext cx="4035471" cy="1787105"/>
            </a:xfrm>
            <a:prstGeom prst="triangle">
              <a:avLst/>
            </a:prstGeom>
            <a:gradFill>
              <a:gsLst>
                <a:gs pos="100000">
                  <a:schemeClr val="accent1">
                    <a:alpha val="0"/>
                  </a:schemeClr>
                </a:gs>
                <a:gs pos="0">
                  <a:schemeClr val="accent1">
                    <a:alpha val="1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2" name="椭圆 41">
            <a:extLst>
              <a:ext uri="{FF2B5EF4-FFF2-40B4-BE49-F238E27FC236}">
                <a16:creationId xmlns:a16="http://schemas.microsoft.com/office/drawing/2014/main" id="{1DEDE27A-9E2B-B46E-CDD8-D7499FF37BE6}"/>
              </a:ext>
            </a:extLst>
          </p:cNvPr>
          <p:cNvSpPr/>
          <p:nvPr/>
        </p:nvSpPr>
        <p:spPr>
          <a:xfrm>
            <a:off x="4494974" y="2123414"/>
            <a:ext cx="3202051" cy="301572"/>
          </a:xfrm>
          <a:prstGeom prst="ellipse">
            <a:avLst/>
          </a:prstGeom>
          <a:gradFill>
            <a:gsLst>
              <a:gs pos="0">
                <a:schemeClr val="accent1">
                  <a:alpha val="0"/>
                </a:schemeClr>
              </a:gs>
              <a:gs pos="100000">
                <a:schemeClr val="accent1">
                  <a:alpha val="16000"/>
                </a:schemeClr>
              </a:gs>
            </a:gsLst>
            <a:lin ang="5400000" scaled="1"/>
          </a:gradFill>
          <a:ln>
            <a:gradFill>
              <a:gsLst>
                <a:gs pos="13000">
                  <a:schemeClr val="accent1">
                    <a:alpha val="0"/>
                  </a:schemeClr>
                </a:gs>
                <a:gs pos="100000">
                  <a:schemeClr val="accent1">
                    <a:alpha val="6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932FDCFE-AA00-2889-5E04-70BB07EFC914}"/>
              </a:ext>
            </a:extLst>
          </p:cNvPr>
          <p:cNvSpPr/>
          <p:nvPr/>
        </p:nvSpPr>
        <p:spPr>
          <a:xfrm>
            <a:off x="3755079" y="1441191"/>
            <a:ext cx="4681843" cy="337904"/>
          </a:xfrm>
          <a:prstGeom prst="ellipse">
            <a:avLst/>
          </a:prstGeom>
          <a:gradFill>
            <a:gsLst>
              <a:gs pos="0">
                <a:schemeClr val="accent1">
                  <a:alpha val="0"/>
                </a:schemeClr>
              </a:gs>
              <a:gs pos="100000">
                <a:schemeClr val="accent1">
                  <a:alpha val="16000"/>
                </a:schemeClr>
              </a:gs>
            </a:gsLst>
            <a:lin ang="5400000" scaled="1"/>
          </a:gradFill>
          <a:ln>
            <a:gradFill>
              <a:gsLst>
                <a:gs pos="13000">
                  <a:schemeClr val="accent1">
                    <a:alpha val="0"/>
                  </a:schemeClr>
                </a:gs>
                <a:gs pos="100000">
                  <a:schemeClr val="accent1">
                    <a:alpha val="6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4B763F39-6B69-B5EC-6DEB-046C53CCD5F1}"/>
              </a:ext>
            </a:extLst>
          </p:cNvPr>
          <p:cNvSpPr/>
          <p:nvPr/>
        </p:nvSpPr>
        <p:spPr>
          <a:xfrm>
            <a:off x="5180418" y="2834436"/>
            <a:ext cx="1831163" cy="141816"/>
          </a:xfrm>
          <a:prstGeom prst="ellipse">
            <a:avLst/>
          </a:prstGeom>
          <a:gradFill>
            <a:gsLst>
              <a:gs pos="0">
                <a:schemeClr val="accent1">
                  <a:alpha val="0"/>
                </a:schemeClr>
              </a:gs>
              <a:gs pos="100000">
                <a:schemeClr val="accent1">
                  <a:alpha val="16000"/>
                </a:schemeClr>
              </a:gs>
            </a:gsLst>
            <a:lin ang="5400000" scaled="1"/>
          </a:gradFill>
          <a:ln>
            <a:gradFill>
              <a:gsLst>
                <a:gs pos="13000">
                  <a:schemeClr val="accent1">
                    <a:alpha val="0"/>
                  </a:schemeClr>
                </a:gs>
                <a:gs pos="100000">
                  <a:schemeClr val="accent1">
                    <a:alpha val="6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3B5E1505-539B-F0D6-161B-D2E7F6E31F5A}"/>
              </a:ext>
            </a:extLst>
          </p:cNvPr>
          <p:cNvSpPr txBox="1"/>
          <p:nvPr/>
        </p:nvSpPr>
        <p:spPr>
          <a:xfrm>
            <a:off x="5080337" y="1253067"/>
            <a:ext cx="2031326" cy="338554"/>
          </a:xfrm>
          <a:prstGeom prst="rect">
            <a:avLst/>
          </a:prstGeom>
          <a:noFill/>
        </p:spPr>
        <p:txBody>
          <a:bodyPr wrap="none" rtlCol="0">
            <a:spAutoFit/>
          </a:bodyPr>
          <a:lstStyle/>
          <a:p>
            <a:pPr algn="ctr"/>
            <a:r>
              <a:rPr lang="zh-CN" altLang="en-US" sz="1600" dirty="0">
                <a:solidFill>
                  <a:schemeClr val="bg1"/>
                </a:solidFill>
                <a:latin typeface="+mn-ea"/>
              </a:rPr>
              <a:t>产品创新与市场推广</a:t>
            </a:r>
          </a:p>
        </p:txBody>
      </p:sp>
      <p:sp>
        <p:nvSpPr>
          <p:cNvPr id="46" name="文本框 45">
            <a:extLst>
              <a:ext uri="{FF2B5EF4-FFF2-40B4-BE49-F238E27FC236}">
                <a16:creationId xmlns:a16="http://schemas.microsoft.com/office/drawing/2014/main" id="{B1D8C22A-54B3-7684-12AB-96C720AB6C40}"/>
              </a:ext>
            </a:extLst>
          </p:cNvPr>
          <p:cNvSpPr txBox="1"/>
          <p:nvPr/>
        </p:nvSpPr>
        <p:spPr>
          <a:xfrm>
            <a:off x="5388113" y="1944877"/>
            <a:ext cx="1415773" cy="338554"/>
          </a:xfrm>
          <a:prstGeom prst="rect">
            <a:avLst/>
          </a:prstGeom>
          <a:noFill/>
        </p:spPr>
        <p:txBody>
          <a:bodyPr wrap="none" rtlCol="0">
            <a:spAutoFit/>
          </a:bodyPr>
          <a:lstStyle/>
          <a:p>
            <a:pPr algn="ctr"/>
            <a:r>
              <a:rPr lang="zh-CN" altLang="en-US" sz="1600" dirty="0">
                <a:solidFill>
                  <a:schemeClr val="bg1"/>
                </a:solidFill>
                <a:latin typeface="+mn-ea"/>
              </a:rPr>
              <a:t>核心技术研发</a:t>
            </a:r>
          </a:p>
        </p:txBody>
      </p:sp>
      <p:sp>
        <p:nvSpPr>
          <p:cNvPr id="47" name="文本框 46">
            <a:extLst>
              <a:ext uri="{FF2B5EF4-FFF2-40B4-BE49-F238E27FC236}">
                <a16:creationId xmlns:a16="http://schemas.microsoft.com/office/drawing/2014/main" id="{EC6133C4-8389-4979-E73D-7863FEE0CF91}"/>
              </a:ext>
            </a:extLst>
          </p:cNvPr>
          <p:cNvSpPr txBox="1"/>
          <p:nvPr/>
        </p:nvSpPr>
        <p:spPr>
          <a:xfrm>
            <a:off x="5388113" y="2552756"/>
            <a:ext cx="1415773" cy="338554"/>
          </a:xfrm>
          <a:prstGeom prst="rect">
            <a:avLst/>
          </a:prstGeom>
          <a:noFill/>
        </p:spPr>
        <p:txBody>
          <a:bodyPr wrap="none" rtlCol="0">
            <a:spAutoFit/>
          </a:bodyPr>
          <a:lstStyle/>
          <a:p>
            <a:pPr algn="ctr"/>
            <a:r>
              <a:rPr lang="zh-CN" altLang="en-US" sz="1600" dirty="0">
                <a:solidFill>
                  <a:schemeClr val="bg1"/>
                </a:solidFill>
                <a:latin typeface="+mn-ea"/>
              </a:rPr>
              <a:t>研发团队建设</a:t>
            </a:r>
          </a:p>
        </p:txBody>
      </p:sp>
      <p:sp>
        <p:nvSpPr>
          <p:cNvPr id="48" name="椭圆 47">
            <a:extLst>
              <a:ext uri="{FF2B5EF4-FFF2-40B4-BE49-F238E27FC236}">
                <a16:creationId xmlns:a16="http://schemas.microsoft.com/office/drawing/2014/main" id="{4CFA196B-3AB7-95A2-61E7-2188C2EDE09E}"/>
              </a:ext>
            </a:extLst>
          </p:cNvPr>
          <p:cNvSpPr/>
          <p:nvPr/>
        </p:nvSpPr>
        <p:spPr>
          <a:xfrm>
            <a:off x="4494974" y="5054272"/>
            <a:ext cx="3202051" cy="301572"/>
          </a:xfrm>
          <a:prstGeom prst="ellipse">
            <a:avLst/>
          </a:prstGeom>
          <a:gradFill>
            <a:gsLst>
              <a:gs pos="0">
                <a:schemeClr val="accent1">
                  <a:alpha val="0"/>
                </a:schemeClr>
              </a:gs>
              <a:gs pos="100000">
                <a:schemeClr val="accent1">
                  <a:alpha val="16000"/>
                </a:schemeClr>
              </a:gs>
            </a:gsLst>
            <a:lin ang="5400000" scaled="1"/>
          </a:gradFill>
          <a:ln>
            <a:gradFill>
              <a:gsLst>
                <a:gs pos="13000">
                  <a:schemeClr val="accent1">
                    <a:alpha val="0"/>
                  </a:schemeClr>
                </a:gs>
                <a:gs pos="100000">
                  <a:schemeClr val="accent1">
                    <a:alpha val="6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a:extLst>
              <a:ext uri="{FF2B5EF4-FFF2-40B4-BE49-F238E27FC236}">
                <a16:creationId xmlns:a16="http://schemas.microsoft.com/office/drawing/2014/main" id="{F1CE5A8C-B75A-FD1C-C042-B57B103C2053}"/>
              </a:ext>
            </a:extLst>
          </p:cNvPr>
          <p:cNvSpPr txBox="1"/>
          <p:nvPr/>
        </p:nvSpPr>
        <p:spPr>
          <a:xfrm>
            <a:off x="5285521" y="4875734"/>
            <a:ext cx="1620958" cy="338554"/>
          </a:xfrm>
          <a:prstGeom prst="rect">
            <a:avLst/>
          </a:prstGeom>
          <a:noFill/>
        </p:spPr>
        <p:txBody>
          <a:bodyPr wrap="none" rtlCol="0">
            <a:spAutoFit/>
          </a:bodyPr>
          <a:lstStyle/>
          <a:p>
            <a:pPr algn="ctr"/>
            <a:r>
              <a:rPr lang="zh-CN" altLang="en-US" sz="1600" dirty="0">
                <a:solidFill>
                  <a:schemeClr val="bg1"/>
                </a:solidFill>
                <a:latin typeface="+mn-ea"/>
              </a:rPr>
              <a:t>业务流程数字化</a:t>
            </a:r>
          </a:p>
        </p:txBody>
      </p:sp>
      <p:sp>
        <p:nvSpPr>
          <p:cNvPr id="50" name="椭圆 49">
            <a:extLst>
              <a:ext uri="{FF2B5EF4-FFF2-40B4-BE49-F238E27FC236}">
                <a16:creationId xmlns:a16="http://schemas.microsoft.com/office/drawing/2014/main" id="{F26BCAF5-FD3D-8696-5BE1-0282DFC1FC06}"/>
              </a:ext>
            </a:extLst>
          </p:cNvPr>
          <p:cNvSpPr/>
          <p:nvPr/>
        </p:nvSpPr>
        <p:spPr>
          <a:xfrm>
            <a:off x="5180418" y="4528868"/>
            <a:ext cx="1831163" cy="141816"/>
          </a:xfrm>
          <a:prstGeom prst="ellipse">
            <a:avLst/>
          </a:prstGeom>
          <a:gradFill>
            <a:gsLst>
              <a:gs pos="0">
                <a:schemeClr val="accent1">
                  <a:alpha val="0"/>
                </a:schemeClr>
              </a:gs>
              <a:gs pos="100000">
                <a:schemeClr val="accent1">
                  <a:alpha val="16000"/>
                </a:schemeClr>
              </a:gs>
            </a:gsLst>
            <a:lin ang="5400000" scaled="1"/>
          </a:gradFill>
          <a:ln>
            <a:gradFill>
              <a:gsLst>
                <a:gs pos="13000">
                  <a:schemeClr val="accent1">
                    <a:alpha val="0"/>
                  </a:schemeClr>
                </a:gs>
                <a:gs pos="100000">
                  <a:schemeClr val="accent1">
                    <a:alpha val="6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74F92F6C-87EA-BC63-7068-539E491300EA}"/>
              </a:ext>
            </a:extLst>
          </p:cNvPr>
          <p:cNvSpPr txBox="1"/>
          <p:nvPr/>
        </p:nvSpPr>
        <p:spPr>
          <a:xfrm>
            <a:off x="5285521" y="4247188"/>
            <a:ext cx="1620958" cy="338554"/>
          </a:xfrm>
          <a:prstGeom prst="rect">
            <a:avLst/>
          </a:prstGeom>
          <a:noFill/>
        </p:spPr>
        <p:txBody>
          <a:bodyPr wrap="none" rtlCol="0">
            <a:spAutoFit/>
          </a:bodyPr>
          <a:lstStyle/>
          <a:p>
            <a:pPr algn="ctr"/>
            <a:r>
              <a:rPr lang="zh-CN" altLang="en-US" sz="1600" dirty="0">
                <a:solidFill>
                  <a:schemeClr val="bg1"/>
                </a:solidFill>
                <a:latin typeface="+mn-ea"/>
              </a:rPr>
              <a:t>数字化转型升级</a:t>
            </a:r>
          </a:p>
        </p:txBody>
      </p:sp>
      <p:sp>
        <p:nvSpPr>
          <p:cNvPr id="52" name="椭圆 51">
            <a:extLst>
              <a:ext uri="{FF2B5EF4-FFF2-40B4-BE49-F238E27FC236}">
                <a16:creationId xmlns:a16="http://schemas.microsoft.com/office/drawing/2014/main" id="{858E97F0-490A-D403-F50C-D08BA8445EF1}"/>
              </a:ext>
            </a:extLst>
          </p:cNvPr>
          <p:cNvSpPr/>
          <p:nvPr/>
        </p:nvSpPr>
        <p:spPr>
          <a:xfrm>
            <a:off x="3755078" y="5733753"/>
            <a:ext cx="4681843" cy="337904"/>
          </a:xfrm>
          <a:prstGeom prst="ellipse">
            <a:avLst/>
          </a:prstGeom>
          <a:gradFill>
            <a:gsLst>
              <a:gs pos="0">
                <a:schemeClr val="accent1">
                  <a:alpha val="0"/>
                </a:schemeClr>
              </a:gs>
              <a:gs pos="100000">
                <a:schemeClr val="accent1">
                  <a:alpha val="16000"/>
                </a:schemeClr>
              </a:gs>
            </a:gsLst>
            <a:lin ang="5400000" scaled="1"/>
          </a:gradFill>
          <a:ln>
            <a:gradFill>
              <a:gsLst>
                <a:gs pos="13000">
                  <a:schemeClr val="accent1">
                    <a:alpha val="0"/>
                  </a:schemeClr>
                </a:gs>
                <a:gs pos="100000">
                  <a:schemeClr val="accent1">
                    <a:alpha val="6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18E77F8D-DB59-8307-B7D9-B7AB78124CA0}"/>
              </a:ext>
            </a:extLst>
          </p:cNvPr>
          <p:cNvSpPr txBox="1"/>
          <p:nvPr/>
        </p:nvSpPr>
        <p:spPr>
          <a:xfrm>
            <a:off x="5388113" y="5545629"/>
            <a:ext cx="1415773" cy="338554"/>
          </a:xfrm>
          <a:prstGeom prst="rect">
            <a:avLst/>
          </a:prstGeom>
          <a:noFill/>
        </p:spPr>
        <p:txBody>
          <a:bodyPr wrap="none" rtlCol="0">
            <a:spAutoFit/>
          </a:bodyPr>
          <a:lstStyle/>
          <a:p>
            <a:pPr algn="ctr"/>
            <a:r>
              <a:rPr lang="zh-CN" altLang="en-US" sz="1600" dirty="0">
                <a:solidFill>
                  <a:schemeClr val="bg1"/>
                </a:solidFill>
                <a:latin typeface="+mn-ea"/>
              </a:rPr>
              <a:t>数据驱动决策</a:t>
            </a:r>
          </a:p>
        </p:txBody>
      </p:sp>
      <p:sp>
        <p:nvSpPr>
          <p:cNvPr id="54" name="椭圆 53">
            <a:extLst>
              <a:ext uri="{FF2B5EF4-FFF2-40B4-BE49-F238E27FC236}">
                <a16:creationId xmlns:a16="http://schemas.microsoft.com/office/drawing/2014/main" id="{EB59AA99-F351-9C35-9C81-9DDD2530705D}"/>
              </a:ext>
            </a:extLst>
          </p:cNvPr>
          <p:cNvSpPr/>
          <p:nvPr/>
        </p:nvSpPr>
        <p:spPr>
          <a:xfrm>
            <a:off x="2051464" y="3371651"/>
            <a:ext cx="8089071" cy="750182"/>
          </a:xfrm>
          <a:prstGeom prst="ellipse">
            <a:avLst/>
          </a:prstGeom>
          <a:gradFill>
            <a:gsLst>
              <a:gs pos="36000">
                <a:schemeClr val="accent2">
                  <a:alpha val="0"/>
                </a:schemeClr>
              </a:gs>
              <a:gs pos="100000">
                <a:schemeClr val="accent2">
                  <a:alpha val="46000"/>
                </a:schemeClr>
              </a:gs>
            </a:gsLst>
            <a:lin ang="5400000" scaled="1"/>
          </a:gradFill>
          <a:ln>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椭圆 54">
            <a:extLst>
              <a:ext uri="{FF2B5EF4-FFF2-40B4-BE49-F238E27FC236}">
                <a16:creationId xmlns:a16="http://schemas.microsoft.com/office/drawing/2014/main" id="{9EF01F34-EB45-C21D-F6E3-A8BACAA5BE8C}"/>
              </a:ext>
            </a:extLst>
          </p:cNvPr>
          <p:cNvSpPr/>
          <p:nvPr/>
        </p:nvSpPr>
        <p:spPr>
          <a:xfrm>
            <a:off x="3205643" y="3504652"/>
            <a:ext cx="5780713" cy="358948"/>
          </a:xfrm>
          <a:prstGeom prst="ellipse">
            <a:avLst/>
          </a:prstGeom>
          <a:noFill/>
          <a:ln w="19050">
            <a:gradFill>
              <a:gsLst>
                <a:gs pos="0">
                  <a:schemeClr val="accent2">
                    <a:alpha val="0"/>
                  </a:schemeClr>
                </a:gs>
                <a:gs pos="100000">
                  <a:schemeClr val="accent2">
                    <a:lumMod val="50000"/>
                    <a:alpha val="52000"/>
                  </a:schemeClr>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a:extLst>
              <a:ext uri="{FF2B5EF4-FFF2-40B4-BE49-F238E27FC236}">
                <a16:creationId xmlns:a16="http://schemas.microsoft.com/office/drawing/2014/main" id="{E53D3D61-0D43-06AD-5F50-B4B952252642}"/>
              </a:ext>
            </a:extLst>
          </p:cNvPr>
          <p:cNvSpPr/>
          <p:nvPr/>
        </p:nvSpPr>
        <p:spPr>
          <a:xfrm>
            <a:off x="2796245" y="2800196"/>
            <a:ext cx="1005721" cy="1005721"/>
          </a:xfrm>
          <a:prstGeom prst="ellipse">
            <a:avLst/>
          </a:prstGeom>
          <a:gradFill flip="none" rotWithShape="1">
            <a:gsLst>
              <a:gs pos="36000">
                <a:schemeClr val="accent2">
                  <a:alpha val="14000"/>
                </a:schemeClr>
              </a:gs>
              <a:gs pos="100000">
                <a:schemeClr val="accent2">
                  <a:alpha val="56000"/>
                </a:schemeClr>
              </a:gs>
            </a:gsLst>
            <a:path path="circle">
              <a:fillToRect r="100000" b="100000"/>
            </a:path>
            <a:tileRect l="-100000" t="-100000"/>
          </a:gradFill>
          <a:ln>
            <a:noFill/>
          </a:ln>
          <a:effectLst>
            <a:reflection stA="72000" endPos="21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椭圆 56">
            <a:extLst>
              <a:ext uri="{FF2B5EF4-FFF2-40B4-BE49-F238E27FC236}">
                <a16:creationId xmlns:a16="http://schemas.microsoft.com/office/drawing/2014/main" id="{F9C57236-22B5-96DA-D8C6-3F7A8AE921B9}"/>
              </a:ext>
            </a:extLst>
          </p:cNvPr>
          <p:cNvSpPr/>
          <p:nvPr/>
        </p:nvSpPr>
        <p:spPr>
          <a:xfrm>
            <a:off x="2950397" y="2954348"/>
            <a:ext cx="697417" cy="697417"/>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endParaRPr>
          </a:p>
        </p:txBody>
      </p:sp>
      <p:sp>
        <p:nvSpPr>
          <p:cNvPr id="58" name="椭圆 57">
            <a:extLst>
              <a:ext uri="{FF2B5EF4-FFF2-40B4-BE49-F238E27FC236}">
                <a16:creationId xmlns:a16="http://schemas.microsoft.com/office/drawing/2014/main" id="{CBAF68E2-3193-419A-7BD4-FE84E7DBE920}"/>
              </a:ext>
            </a:extLst>
          </p:cNvPr>
          <p:cNvSpPr/>
          <p:nvPr/>
        </p:nvSpPr>
        <p:spPr>
          <a:xfrm>
            <a:off x="8488554" y="2800196"/>
            <a:ext cx="1005721" cy="1005721"/>
          </a:xfrm>
          <a:prstGeom prst="ellipse">
            <a:avLst/>
          </a:prstGeom>
          <a:gradFill flip="none" rotWithShape="1">
            <a:gsLst>
              <a:gs pos="36000">
                <a:schemeClr val="accent2">
                  <a:alpha val="14000"/>
                </a:schemeClr>
              </a:gs>
              <a:gs pos="100000">
                <a:schemeClr val="accent2">
                  <a:alpha val="56000"/>
                </a:schemeClr>
              </a:gs>
            </a:gsLst>
            <a:path path="circle">
              <a:fillToRect r="100000" b="100000"/>
            </a:path>
            <a:tileRect l="-100000" t="-100000"/>
          </a:gradFill>
          <a:ln>
            <a:noFill/>
          </a:ln>
          <a:effectLst>
            <a:reflection stA="72000" endPos="21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7DBF97AC-92BE-67A7-B907-AB7F758699A6}"/>
              </a:ext>
            </a:extLst>
          </p:cNvPr>
          <p:cNvSpPr/>
          <p:nvPr/>
        </p:nvSpPr>
        <p:spPr>
          <a:xfrm>
            <a:off x="8642706" y="2954348"/>
            <a:ext cx="697417" cy="697417"/>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endParaRPr>
          </a:p>
        </p:txBody>
      </p:sp>
      <p:sp>
        <p:nvSpPr>
          <p:cNvPr id="60" name="文本框 59">
            <a:extLst>
              <a:ext uri="{FF2B5EF4-FFF2-40B4-BE49-F238E27FC236}">
                <a16:creationId xmlns:a16="http://schemas.microsoft.com/office/drawing/2014/main" id="{6848F195-63C6-A7A2-6EEB-91C2A4110C51}"/>
              </a:ext>
            </a:extLst>
          </p:cNvPr>
          <p:cNvSpPr txBox="1"/>
          <p:nvPr/>
        </p:nvSpPr>
        <p:spPr>
          <a:xfrm>
            <a:off x="1473889" y="3010668"/>
            <a:ext cx="1210588" cy="584775"/>
          </a:xfrm>
          <a:prstGeom prst="rect">
            <a:avLst/>
          </a:prstGeom>
          <a:noFill/>
        </p:spPr>
        <p:txBody>
          <a:bodyPr wrap="none" rtlCol="0">
            <a:spAutoFit/>
          </a:bodyPr>
          <a:lstStyle/>
          <a:p>
            <a:pPr algn="ctr"/>
            <a:r>
              <a:rPr lang="zh-CN" altLang="en-US" sz="1600" b="1" dirty="0">
                <a:solidFill>
                  <a:schemeClr val="accent2"/>
                </a:solidFill>
              </a:rPr>
              <a:t>智慧云平台</a:t>
            </a:r>
            <a:endParaRPr lang="en-US" altLang="zh-CN" sz="1600" b="1" dirty="0">
              <a:solidFill>
                <a:schemeClr val="accent2"/>
              </a:solidFill>
            </a:endParaRPr>
          </a:p>
          <a:p>
            <a:pPr algn="ctr"/>
            <a:r>
              <a:rPr lang="zh-CN" altLang="en-US" sz="1600" b="1" dirty="0">
                <a:solidFill>
                  <a:schemeClr val="accent2"/>
                </a:solidFill>
              </a:rPr>
              <a:t>项目</a:t>
            </a:r>
          </a:p>
        </p:txBody>
      </p:sp>
      <p:sp>
        <p:nvSpPr>
          <p:cNvPr id="61" name="文本框 60">
            <a:extLst>
              <a:ext uri="{FF2B5EF4-FFF2-40B4-BE49-F238E27FC236}">
                <a16:creationId xmlns:a16="http://schemas.microsoft.com/office/drawing/2014/main" id="{8FF7A89E-E88A-6E3F-EE6D-205B3F6F5D2A}"/>
              </a:ext>
            </a:extLst>
          </p:cNvPr>
          <p:cNvSpPr txBox="1"/>
          <p:nvPr/>
        </p:nvSpPr>
        <p:spPr>
          <a:xfrm>
            <a:off x="9663408" y="3010668"/>
            <a:ext cx="1005403" cy="584775"/>
          </a:xfrm>
          <a:prstGeom prst="rect">
            <a:avLst/>
          </a:prstGeom>
          <a:noFill/>
        </p:spPr>
        <p:txBody>
          <a:bodyPr wrap="none" rtlCol="0">
            <a:spAutoFit/>
          </a:bodyPr>
          <a:lstStyle/>
          <a:p>
            <a:r>
              <a:rPr lang="zh-CN" altLang="en-US" sz="1600" b="1" dirty="0">
                <a:solidFill>
                  <a:schemeClr val="accent2"/>
                </a:solidFill>
              </a:rPr>
              <a:t>未来科创</a:t>
            </a:r>
            <a:endParaRPr lang="en-US" altLang="zh-CN" sz="1600" b="1" dirty="0">
              <a:solidFill>
                <a:schemeClr val="accent2"/>
              </a:solidFill>
            </a:endParaRPr>
          </a:p>
          <a:p>
            <a:r>
              <a:rPr lang="zh-CN" altLang="en-US" sz="1600" b="1" dirty="0">
                <a:solidFill>
                  <a:schemeClr val="accent2"/>
                </a:solidFill>
              </a:rPr>
              <a:t>中心项目</a:t>
            </a:r>
          </a:p>
        </p:txBody>
      </p:sp>
      <p:sp>
        <p:nvSpPr>
          <p:cNvPr id="62" name="文本框 61">
            <a:extLst>
              <a:ext uri="{FF2B5EF4-FFF2-40B4-BE49-F238E27FC236}">
                <a16:creationId xmlns:a16="http://schemas.microsoft.com/office/drawing/2014/main" id="{53B31711-BF2B-C906-1FDD-01C650C97FFB}"/>
              </a:ext>
            </a:extLst>
          </p:cNvPr>
          <p:cNvSpPr txBox="1"/>
          <p:nvPr/>
        </p:nvSpPr>
        <p:spPr>
          <a:xfrm>
            <a:off x="5686756" y="3110130"/>
            <a:ext cx="818487" cy="361561"/>
          </a:xfrm>
          <a:prstGeom prst="roundRect">
            <a:avLst/>
          </a:prstGeom>
          <a:noFill/>
          <a:ln>
            <a:noFill/>
          </a:ln>
          <a:effectLst/>
        </p:spPr>
        <p:txBody>
          <a:bodyPr wrap="square" lIns="0" tIns="0" rIns="0" bIns="0" rtlCol="0">
            <a:noAutofit/>
          </a:bodyPr>
          <a:lstStyle/>
          <a:p>
            <a:pPr algn="ctr">
              <a:lnSpc>
                <a:spcPct val="120000"/>
              </a:lnSpc>
            </a:pPr>
            <a:r>
              <a:rPr lang="zh-CN" altLang="en-US" sz="2000" b="1" dirty="0">
                <a:solidFill>
                  <a:schemeClr val="accent1"/>
                </a:solidFill>
                <a:latin typeface="+mj-ea"/>
                <a:ea typeface="+mj-ea"/>
              </a:rPr>
              <a:t>关联</a:t>
            </a:r>
          </a:p>
        </p:txBody>
      </p:sp>
      <p:sp>
        <p:nvSpPr>
          <p:cNvPr id="63" name="箭头: 右 62">
            <a:extLst>
              <a:ext uri="{FF2B5EF4-FFF2-40B4-BE49-F238E27FC236}">
                <a16:creationId xmlns:a16="http://schemas.microsoft.com/office/drawing/2014/main" id="{BCAEE869-7ABB-C67E-AD80-D3EFFA31DC7A}"/>
              </a:ext>
            </a:extLst>
          </p:cNvPr>
          <p:cNvSpPr/>
          <p:nvPr/>
        </p:nvSpPr>
        <p:spPr>
          <a:xfrm>
            <a:off x="6701389" y="3244594"/>
            <a:ext cx="1130709" cy="339782"/>
          </a:xfrm>
          <a:prstGeom prst="rightArrow">
            <a:avLst/>
          </a:prstGeom>
          <a:gradFill flip="none" rotWithShape="1">
            <a:gsLst>
              <a:gs pos="0">
                <a:schemeClr val="accent2">
                  <a:alpha val="0"/>
                </a:schemeClr>
              </a:gs>
              <a:gs pos="100000">
                <a:schemeClr val="accent2"/>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箭头: 右 63">
            <a:extLst>
              <a:ext uri="{FF2B5EF4-FFF2-40B4-BE49-F238E27FC236}">
                <a16:creationId xmlns:a16="http://schemas.microsoft.com/office/drawing/2014/main" id="{766AC126-2125-7C04-07F5-7E014425EF20}"/>
              </a:ext>
            </a:extLst>
          </p:cNvPr>
          <p:cNvSpPr/>
          <p:nvPr/>
        </p:nvSpPr>
        <p:spPr>
          <a:xfrm flipH="1">
            <a:off x="4380186" y="3244594"/>
            <a:ext cx="1130709" cy="339782"/>
          </a:xfrm>
          <a:prstGeom prst="rightArrow">
            <a:avLst/>
          </a:prstGeom>
          <a:gradFill flip="none" rotWithShape="1">
            <a:gsLst>
              <a:gs pos="0">
                <a:schemeClr val="accent2">
                  <a:alpha val="0"/>
                </a:schemeClr>
              </a:gs>
              <a:gs pos="100000">
                <a:schemeClr val="accent2"/>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图形 4">
            <a:extLst>
              <a:ext uri="{FF2B5EF4-FFF2-40B4-BE49-F238E27FC236}">
                <a16:creationId xmlns:a16="http://schemas.microsoft.com/office/drawing/2014/main" id="{927C4AB5-190E-A4DD-108A-147AD3E60F4C}"/>
              </a:ext>
            </a:extLst>
          </p:cNvPr>
          <p:cNvSpPr/>
          <p:nvPr/>
        </p:nvSpPr>
        <p:spPr>
          <a:xfrm>
            <a:off x="3132093" y="3165689"/>
            <a:ext cx="334025" cy="274734"/>
          </a:xfrm>
          <a:custGeom>
            <a:avLst/>
            <a:gdLst>
              <a:gd name="connsiteX0" fmla="*/ 205878 w 260164"/>
              <a:gd name="connsiteY0" fmla="*/ 87480 h 213984"/>
              <a:gd name="connsiteX1" fmla="*/ 215611 w 260164"/>
              <a:gd name="connsiteY1" fmla="*/ 97236 h 213984"/>
              <a:gd name="connsiteX2" fmla="*/ 215611 w 260164"/>
              <a:gd name="connsiteY2" fmla="*/ 136261 h 213984"/>
              <a:gd name="connsiteX3" fmla="*/ 205878 w 260164"/>
              <a:gd name="connsiteY3" fmla="*/ 146017 h 213984"/>
              <a:gd name="connsiteX4" fmla="*/ 188944 w 260164"/>
              <a:gd name="connsiteY4" fmla="*/ 146017 h 213984"/>
              <a:gd name="connsiteX5" fmla="*/ 188944 w 260164"/>
              <a:gd name="connsiteY5" fmla="*/ 155448 h 213984"/>
              <a:gd name="connsiteX6" fmla="*/ 205878 w 260164"/>
              <a:gd name="connsiteY6" fmla="*/ 155448 h 213984"/>
              <a:gd name="connsiteX7" fmla="*/ 215611 w 260164"/>
              <a:gd name="connsiteY7" fmla="*/ 165204 h 213984"/>
              <a:gd name="connsiteX8" fmla="*/ 215611 w 260164"/>
              <a:gd name="connsiteY8" fmla="*/ 204229 h 213984"/>
              <a:gd name="connsiteX9" fmla="*/ 205878 w 260164"/>
              <a:gd name="connsiteY9" fmla="*/ 213985 h 213984"/>
              <a:gd name="connsiteX10" fmla="*/ 89083 w 260164"/>
              <a:gd name="connsiteY10" fmla="*/ 213985 h 213984"/>
              <a:gd name="connsiteX11" fmla="*/ 79350 w 260164"/>
              <a:gd name="connsiteY11" fmla="*/ 204229 h 213984"/>
              <a:gd name="connsiteX12" fmla="*/ 79350 w 260164"/>
              <a:gd name="connsiteY12" fmla="*/ 165204 h 213984"/>
              <a:gd name="connsiteX13" fmla="*/ 89083 w 260164"/>
              <a:gd name="connsiteY13" fmla="*/ 155448 h 213984"/>
              <a:gd name="connsiteX14" fmla="*/ 176912 w 260164"/>
              <a:gd name="connsiteY14" fmla="*/ 155448 h 213984"/>
              <a:gd name="connsiteX15" fmla="*/ 176912 w 260164"/>
              <a:gd name="connsiteY15" fmla="*/ 146017 h 213984"/>
              <a:gd name="connsiteX16" fmla="*/ 89083 w 260164"/>
              <a:gd name="connsiteY16" fmla="*/ 146017 h 213984"/>
              <a:gd name="connsiteX17" fmla="*/ 79350 w 260164"/>
              <a:gd name="connsiteY17" fmla="*/ 136261 h 213984"/>
              <a:gd name="connsiteX18" fmla="*/ 79350 w 260164"/>
              <a:gd name="connsiteY18" fmla="*/ 97236 h 213984"/>
              <a:gd name="connsiteX19" fmla="*/ 89083 w 260164"/>
              <a:gd name="connsiteY19" fmla="*/ 87480 h 213984"/>
              <a:gd name="connsiteX20" fmla="*/ 205878 w 260164"/>
              <a:gd name="connsiteY20" fmla="*/ 87480 h 213984"/>
              <a:gd name="connsiteX21" fmla="*/ 200038 w 260164"/>
              <a:gd name="connsiteY21" fmla="*/ 171058 h 213984"/>
              <a:gd name="connsiteX22" fmla="*/ 94923 w 260164"/>
              <a:gd name="connsiteY22" fmla="*/ 171058 h 213984"/>
              <a:gd name="connsiteX23" fmla="*/ 94923 w 260164"/>
              <a:gd name="connsiteY23" fmla="*/ 198375 h 213984"/>
              <a:gd name="connsiteX24" fmla="*/ 200038 w 260164"/>
              <a:gd name="connsiteY24" fmla="*/ 198375 h 213984"/>
              <a:gd name="connsiteX25" fmla="*/ 200038 w 260164"/>
              <a:gd name="connsiteY25" fmla="*/ 171058 h 213984"/>
              <a:gd name="connsiteX26" fmla="*/ 152521 w 260164"/>
              <a:gd name="connsiteY26" fmla="*/ 179838 h 213984"/>
              <a:gd name="connsiteX27" fmla="*/ 157399 w 260164"/>
              <a:gd name="connsiteY27" fmla="*/ 185855 h 213984"/>
              <a:gd name="connsiteX28" fmla="*/ 152521 w 260164"/>
              <a:gd name="connsiteY28" fmla="*/ 191871 h 213984"/>
              <a:gd name="connsiteX29" fmla="*/ 142765 w 260164"/>
              <a:gd name="connsiteY29" fmla="*/ 191871 h 213984"/>
              <a:gd name="connsiteX30" fmla="*/ 137887 w 260164"/>
              <a:gd name="connsiteY30" fmla="*/ 185855 h 213984"/>
              <a:gd name="connsiteX31" fmla="*/ 142765 w 260164"/>
              <a:gd name="connsiteY31" fmla="*/ 179838 h 213984"/>
              <a:gd name="connsiteX32" fmla="*/ 152521 w 260164"/>
              <a:gd name="connsiteY32" fmla="*/ 179838 h 213984"/>
              <a:gd name="connsiteX33" fmla="*/ 181790 w 260164"/>
              <a:gd name="connsiteY33" fmla="*/ 179838 h 213984"/>
              <a:gd name="connsiteX34" fmla="*/ 186668 w 260164"/>
              <a:gd name="connsiteY34" fmla="*/ 185855 h 213984"/>
              <a:gd name="connsiteX35" fmla="*/ 181790 w 260164"/>
              <a:gd name="connsiteY35" fmla="*/ 191871 h 213984"/>
              <a:gd name="connsiteX36" fmla="*/ 172033 w 260164"/>
              <a:gd name="connsiteY36" fmla="*/ 191871 h 213984"/>
              <a:gd name="connsiteX37" fmla="*/ 167155 w 260164"/>
              <a:gd name="connsiteY37" fmla="*/ 185855 h 213984"/>
              <a:gd name="connsiteX38" fmla="*/ 172033 w 260164"/>
              <a:gd name="connsiteY38" fmla="*/ 179838 h 213984"/>
              <a:gd name="connsiteX39" fmla="*/ 181790 w 260164"/>
              <a:gd name="connsiteY39" fmla="*/ 179838 h 213984"/>
              <a:gd name="connsiteX40" fmla="*/ 100651 w 260164"/>
              <a:gd name="connsiteY40" fmla="*/ 0 h 213984"/>
              <a:gd name="connsiteX41" fmla="*/ 152445 w 260164"/>
              <a:gd name="connsiteY41" fmla="*/ 29932 h 213984"/>
              <a:gd name="connsiteX42" fmla="*/ 176424 w 260164"/>
              <a:gd name="connsiteY42" fmla="*/ 22764 h 213984"/>
              <a:gd name="connsiteX43" fmla="*/ 221318 w 260164"/>
              <a:gd name="connsiteY43" fmla="*/ 63373 h 213984"/>
              <a:gd name="connsiteX44" fmla="*/ 260164 w 260164"/>
              <a:gd name="connsiteY44" fmla="*/ 111220 h 213984"/>
              <a:gd name="connsiteX45" fmla="*/ 226343 w 260164"/>
              <a:gd name="connsiteY45" fmla="*/ 157921 h 213984"/>
              <a:gd name="connsiteX46" fmla="*/ 226343 w 260164"/>
              <a:gd name="connsiteY46" fmla="*/ 138345 h 213984"/>
              <a:gd name="connsiteX47" fmla="*/ 241949 w 260164"/>
              <a:gd name="connsiteY47" fmla="*/ 111726 h 213984"/>
              <a:gd name="connsiteX48" fmla="*/ 241953 w 260164"/>
              <a:gd name="connsiteY48" fmla="*/ 111220 h 213984"/>
              <a:gd name="connsiteX49" fmla="*/ 218312 w 260164"/>
              <a:gd name="connsiteY49" fmla="*/ 81335 h 213984"/>
              <a:gd name="connsiteX50" fmla="*/ 203279 w 260164"/>
              <a:gd name="connsiteY50" fmla="*/ 65872 h 213984"/>
              <a:gd name="connsiteX51" fmla="*/ 176424 w 260164"/>
              <a:gd name="connsiteY51" fmla="*/ 40976 h 213984"/>
              <a:gd name="connsiteX52" fmla="*/ 162403 w 260164"/>
              <a:gd name="connsiteY52" fmla="*/ 45180 h 213984"/>
              <a:gd name="connsiteX53" fmla="*/ 136858 w 260164"/>
              <a:gd name="connsiteY53" fmla="*/ 39350 h 213984"/>
              <a:gd name="connsiteX54" fmla="*/ 100651 w 260164"/>
              <a:gd name="connsiteY54" fmla="*/ 18211 h 213984"/>
              <a:gd name="connsiteX55" fmla="*/ 57618 w 260164"/>
              <a:gd name="connsiteY55" fmla="*/ 62009 h 213984"/>
              <a:gd name="connsiteX56" fmla="*/ 42538 w 260164"/>
              <a:gd name="connsiteY56" fmla="*/ 79095 h 213984"/>
              <a:gd name="connsiteX57" fmla="*/ 18211 w 260164"/>
              <a:gd name="connsiteY57" fmla="*/ 110082 h 213984"/>
              <a:gd name="connsiteX58" fmla="*/ 46490 w 260164"/>
              <a:gd name="connsiteY58" fmla="*/ 141457 h 213984"/>
              <a:gd name="connsiteX59" fmla="*/ 46939 w 260164"/>
              <a:gd name="connsiteY59" fmla="*/ 141464 h 213984"/>
              <a:gd name="connsiteX60" fmla="*/ 52358 w 260164"/>
              <a:gd name="connsiteY60" fmla="*/ 141464 h 213984"/>
              <a:gd name="connsiteX61" fmla="*/ 52358 w 260164"/>
              <a:gd name="connsiteY61" fmla="*/ 159676 h 213984"/>
              <a:gd name="connsiteX62" fmla="*/ 46830 w 260164"/>
              <a:gd name="connsiteY62" fmla="*/ 159676 h 213984"/>
              <a:gd name="connsiteX63" fmla="*/ 0 w 260164"/>
              <a:gd name="connsiteY63" fmla="*/ 110082 h 213984"/>
              <a:gd name="connsiteX64" fmla="*/ 39427 w 260164"/>
              <a:gd name="connsiteY64" fmla="*/ 61151 h 213984"/>
              <a:gd name="connsiteX65" fmla="*/ 100651 w 260164"/>
              <a:gd name="connsiteY65" fmla="*/ 0 h 213984"/>
              <a:gd name="connsiteX66" fmla="*/ 200038 w 260164"/>
              <a:gd name="connsiteY66" fmla="*/ 103090 h 213984"/>
              <a:gd name="connsiteX67" fmla="*/ 94923 w 260164"/>
              <a:gd name="connsiteY67" fmla="*/ 103090 h 213984"/>
              <a:gd name="connsiteX68" fmla="*/ 94923 w 260164"/>
              <a:gd name="connsiteY68" fmla="*/ 130407 h 213984"/>
              <a:gd name="connsiteX69" fmla="*/ 200038 w 260164"/>
              <a:gd name="connsiteY69" fmla="*/ 130407 h 213984"/>
              <a:gd name="connsiteX70" fmla="*/ 200038 w 260164"/>
              <a:gd name="connsiteY70" fmla="*/ 103090 h 213984"/>
              <a:gd name="connsiteX71" fmla="*/ 152521 w 260164"/>
              <a:gd name="connsiteY71" fmla="*/ 111871 h 213984"/>
              <a:gd name="connsiteX72" fmla="*/ 157399 w 260164"/>
              <a:gd name="connsiteY72" fmla="*/ 117887 h 213984"/>
              <a:gd name="connsiteX73" fmla="*/ 152521 w 260164"/>
              <a:gd name="connsiteY73" fmla="*/ 123903 h 213984"/>
              <a:gd name="connsiteX74" fmla="*/ 142765 w 260164"/>
              <a:gd name="connsiteY74" fmla="*/ 123903 h 213984"/>
              <a:gd name="connsiteX75" fmla="*/ 137887 w 260164"/>
              <a:gd name="connsiteY75" fmla="*/ 117887 h 213984"/>
              <a:gd name="connsiteX76" fmla="*/ 142765 w 260164"/>
              <a:gd name="connsiteY76" fmla="*/ 111871 h 213984"/>
              <a:gd name="connsiteX77" fmla="*/ 152521 w 260164"/>
              <a:gd name="connsiteY77" fmla="*/ 111871 h 213984"/>
              <a:gd name="connsiteX78" fmla="*/ 181790 w 260164"/>
              <a:gd name="connsiteY78" fmla="*/ 111871 h 213984"/>
              <a:gd name="connsiteX79" fmla="*/ 186668 w 260164"/>
              <a:gd name="connsiteY79" fmla="*/ 117887 h 213984"/>
              <a:gd name="connsiteX80" fmla="*/ 181790 w 260164"/>
              <a:gd name="connsiteY80" fmla="*/ 123903 h 213984"/>
              <a:gd name="connsiteX81" fmla="*/ 172033 w 260164"/>
              <a:gd name="connsiteY81" fmla="*/ 123903 h 213984"/>
              <a:gd name="connsiteX82" fmla="*/ 167155 w 260164"/>
              <a:gd name="connsiteY82" fmla="*/ 117887 h 213984"/>
              <a:gd name="connsiteX83" fmla="*/ 172033 w 260164"/>
              <a:gd name="connsiteY83" fmla="*/ 111871 h 213984"/>
              <a:gd name="connsiteX84" fmla="*/ 181790 w 260164"/>
              <a:gd name="connsiteY84" fmla="*/ 111871 h 21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60164" h="213984">
                <a:moveTo>
                  <a:pt x="205878" y="87480"/>
                </a:moveTo>
                <a:cubicBezTo>
                  <a:pt x="211254" y="87480"/>
                  <a:pt x="215611" y="91848"/>
                  <a:pt x="215611" y="97236"/>
                </a:cubicBezTo>
                <a:lnTo>
                  <a:pt x="215611" y="136261"/>
                </a:lnTo>
                <a:cubicBezTo>
                  <a:pt x="215611" y="141649"/>
                  <a:pt x="211253" y="146017"/>
                  <a:pt x="205878" y="146017"/>
                </a:cubicBezTo>
                <a:lnTo>
                  <a:pt x="188944" y="146017"/>
                </a:lnTo>
                <a:lnTo>
                  <a:pt x="188944" y="155448"/>
                </a:lnTo>
                <a:lnTo>
                  <a:pt x="205878" y="155448"/>
                </a:lnTo>
                <a:cubicBezTo>
                  <a:pt x="211254" y="155448"/>
                  <a:pt x="215611" y="159816"/>
                  <a:pt x="215611" y="165204"/>
                </a:cubicBezTo>
                <a:lnTo>
                  <a:pt x="215611" y="204229"/>
                </a:lnTo>
                <a:cubicBezTo>
                  <a:pt x="215611" y="209617"/>
                  <a:pt x="211253" y="213985"/>
                  <a:pt x="205878" y="213985"/>
                </a:cubicBezTo>
                <a:lnTo>
                  <a:pt x="89083" y="213985"/>
                </a:lnTo>
                <a:cubicBezTo>
                  <a:pt x="83707" y="213985"/>
                  <a:pt x="79350" y="209617"/>
                  <a:pt x="79350" y="204229"/>
                </a:cubicBezTo>
                <a:lnTo>
                  <a:pt x="79350" y="165204"/>
                </a:lnTo>
                <a:cubicBezTo>
                  <a:pt x="79350" y="159816"/>
                  <a:pt x="83708" y="155448"/>
                  <a:pt x="89083" y="155448"/>
                </a:cubicBezTo>
                <a:lnTo>
                  <a:pt x="176912" y="155448"/>
                </a:lnTo>
                <a:lnTo>
                  <a:pt x="176912" y="146017"/>
                </a:lnTo>
                <a:lnTo>
                  <a:pt x="89083" y="146017"/>
                </a:lnTo>
                <a:cubicBezTo>
                  <a:pt x="83707" y="146017"/>
                  <a:pt x="79350" y="141649"/>
                  <a:pt x="79350" y="136261"/>
                </a:cubicBezTo>
                <a:lnTo>
                  <a:pt x="79350" y="97236"/>
                </a:lnTo>
                <a:cubicBezTo>
                  <a:pt x="79350" y="91848"/>
                  <a:pt x="83708" y="87480"/>
                  <a:pt x="89083" y="87480"/>
                </a:cubicBezTo>
                <a:lnTo>
                  <a:pt x="205878" y="87480"/>
                </a:lnTo>
                <a:close/>
                <a:moveTo>
                  <a:pt x="200038" y="171058"/>
                </a:moveTo>
                <a:lnTo>
                  <a:pt x="94923" y="171058"/>
                </a:lnTo>
                <a:lnTo>
                  <a:pt x="94923" y="198375"/>
                </a:lnTo>
                <a:lnTo>
                  <a:pt x="200038" y="198375"/>
                </a:lnTo>
                <a:lnTo>
                  <a:pt x="200038" y="171058"/>
                </a:lnTo>
                <a:close/>
                <a:moveTo>
                  <a:pt x="152521" y="179838"/>
                </a:moveTo>
                <a:cubicBezTo>
                  <a:pt x="155215" y="179838"/>
                  <a:pt x="157399" y="182532"/>
                  <a:pt x="157399" y="185855"/>
                </a:cubicBezTo>
                <a:cubicBezTo>
                  <a:pt x="157399" y="189177"/>
                  <a:pt x="155215" y="191871"/>
                  <a:pt x="152521" y="191871"/>
                </a:cubicBezTo>
                <a:lnTo>
                  <a:pt x="142765" y="191871"/>
                </a:lnTo>
                <a:cubicBezTo>
                  <a:pt x="140071" y="191871"/>
                  <a:pt x="137887" y="189177"/>
                  <a:pt x="137887" y="185855"/>
                </a:cubicBezTo>
                <a:cubicBezTo>
                  <a:pt x="137887" y="182532"/>
                  <a:pt x="140071" y="179838"/>
                  <a:pt x="142765" y="179838"/>
                </a:cubicBezTo>
                <a:lnTo>
                  <a:pt x="152521" y="179838"/>
                </a:lnTo>
                <a:close/>
                <a:moveTo>
                  <a:pt x="181790" y="179838"/>
                </a:moveTo>
                <a:cubicBezTo>
                  <a:pt x="184484" y="179838"/>
                  <a:pt x="186668" y="182532"/>
                  <a:pt x="186668" y="185855"/>
                </a:cubicBezTo>
                <a:cubicBezTo>
                  <a:pt x="186668" y="189177"/>
                  <a:pt x="184484" y="191871"/>
                  <a:pt x="181790" y="191871"/>
                </a:cubicBezTo>
                <a:lnTo>
                  <a:pt x="172033" y="191871"/>
                </a:lnTo>
                <a:cubicBezTo>
                  <a:pt x="169339" y="191871"/>
                  <a:pt x="167155" y="189177"/>
                  <a:pt x="167155" y="185855"/>
                </a:cubicBezTo>
                <a:cubicBezTo>
                  <a:pt x="167155" y="182532"/>
                  <a:pt x="169339" y="179838"/>
                  <a:pt x="172033" y="179838"/>
                </a:cubicBezTo>
                <a:lnTo>
                  <a:pt x="181790" y="179838"/>
                </a:lnTo>
                <a:close/>
                <a:moveTo>
                  <a:pt x="100651" y="0"/>
                </a:moveTo>
                <a:cubicBezTo>
                  <a:pt x="122440" y="0"/>
                  <a:pt x="141573" y="11941"/>
                  <a:pt x="152445" y="29932"/>
                </a:cubicBezTo>
                <a:cubicBezTo>
                  <a:pt x="159401" y="25389"/>
                  <a:pt x="167619" y="22764"/>
                  <a:pt x="176424" y="22764"/>
                </a:cubicBezTo>
                <a:cubicBezTo>
                  <a:pt x="199249" y="22764"/>
                  <a:pt x="218137" y="40407"/>
                  <a:pt x="221318" y="63373"/>
                </a:cubicBezTo>
                <a:cubicBezTo>
                  <a:pt x="243337" y="67059"/>
                  <a:pt x="260164" y="87078"/>
                  <a:pt x="260164" y="111220"/>
                </a:cubicBezTo>
                <a:cubicBezTo>
                  <a:pt x="260164" y="133490"/>
                  <a:pt x="245847" y="152251"/>
                  <a:pt x="226343" y="157921"/>
                </a:cubicBezTo>
                <a:lnTo>
                  <a:pt x="226343" y="138345"/>
                </a:lnTo>
                <a:cubicBezTo>
                  <a:pt x="235400" y="133507"/>
                  <a:pt x="241771" y="123510"/>
                  <a:pt x="241949" y="111726"/>
                </a:cubicBezTo>
                <a:lnTo>
                  <a:pt x="241953" y="111220"/>
                </a:lnTo>
                <a:cubicBezTo>
                  <a:pt x="241953" y="96105"/>
                  <a:pt x="231670" y="83571"/>
                  <a:pt x="218312" y="81335"/>
                </a:cubicBezTo>
                <a:cubicBezTo>
                  <a:pt x="210460" y="80020"/>
                  <a:pt x="204371" y="73757"/>
                  <a:pt x="203279" y="65872"/>
                </a:cubicBezTo>
                <a:cubicBezTo>
                  <a:pt x="201290" y="51512"/>
                  <a:pt x="189754" y="40976"/>
                  <a:pt x="176424" y="40976"/>
                </a:cubicBezTo>
                <a:cubicBezTo>
                  <a:pt x="171401" y="40976"/>
                  <a:pt x="166608" y="42433"/>
                  <a:pt x="162403" y="45180"/>
                </a:cubicBezTo>
                <a:cubicBezTo>
                  <a:pt x="153772" y="50816"/>
                  <a:pt x="142189" y="48173"/>
                  <a:pt x="136858" y="39350"/>
                </a:cubicBezTo>
                <a:cubicBezTo>
                  <a:pt x="128914" y="26203"/>
                  <a:pt x="115376" y="18211"/>
                  <a:pt x="100651" y="18211"/>
                </a:cubicBezTo>
                <a:cubicBezTo>
                  <a:pt x="77873" y="18211"/>
                  <a:pt x="58781" y="37352"/>
                  <a:pt x="57618" y="62009"/>
                </a:cubicBezTo>
                <a:cubicBezTo>
                  <a:pt x="57216" y="70534"/>
                  <a:pt x="50947" y="77637"/>
                  <a:pt x="42538" y="79095"/>
                </a:cubicBezTo>
                <a:cubicBezTo>
                  <a:pt x="28777" y="81481"/>
                  <a:pt x="18211" y="94455"/>
                  <a:pt x="18211" y="110082"/>
                </a:cubicBezTo>
                <a:cubicBezTo>
                  <a:pt x="18211" y="127358"/>
                  <a:pt x="31008" y="141076"/>
                  <a:pt x="46490" y="141457"/>
                </a:cubicBezTo>
                <a:lnTo>
                  <a:pt x="46939" y="141464"/>
                </a:lnTo>
                <a:lnTo>
                  <a:pt x="52358" y="141464"/>
                </a:lnTo>
                <a:lnTo>
                  <a:pt x="52358" y="159676"/>
                </a:lnTo>
                <a:lnTo>
                  <a:pt x="46830" y="159676"/>
                </a:lnTo>
                <a:cubicBezTo>
                  <a:pt x="20936" y="159490"/>
                  <a:pt x="0" y="137358"/>
                  <a:pt x="0" y="110082"/>
                </a:cubicBezTo>
                <a:cubicBezTo>
                  <a:pt x="0" y="85460"/>
                  <a:pt x="17060" y="65029"/>
                  <a:pt x="39427" y="61151"/>
                </a:cubicBezTo>
                <a:cubicBezTo>
                  <a:pt x="41032" y="27094"/>
                  <a:pt x="67829" y="0"/>
                  <a:pt x="100651" y="0"/>
                </a:cubicBezTo>
                <a:close/>
                <a:moveTo>
                  <a:pt x="200038" y="103090"/>
                </a:moveTo>
                <a:lnTo>
                  <a:pt x="94923" y="103090"/>
                </a:lnTo>
                <a:lnTo>
                  <a:pt x="94923" y="130407"/>
                </a:lnTo>
                <a:lnTo>
                  <a:pt x="200038" y="130407"/>
                </a:lnTo>
                <a:lnTo>
                  <a:pt x="200038" y="103090"/>
                </a:lnTo>
                <a:close/>
                <a:moveTo>
                  <a:pt x="152521" y="111871"/>
                </a:moveTo>
                <a:cubicBezTo>
                  <a:pt x="155215" y="111871"/>
                  <a:pt x="157399" y="114564"/>
                  <a:pt x="157399" y="117887"/>
                </a:cubicBezTo>
                <a:cubicBezTo>
                  <a:pt x="157399" y="121209"/>
                  <a:pt x="155215" y="123903"/>
                  <a:pt x="152521" y="123903"/>
                </a:cubicBezTo>
                <a:lnTo>
                  <a:pt x="142765" y="123903"/>
                </a:lnTo>
                <a:cubicBezTo>
                  <a:pt x="140071" y="123903"/>
                  <a:pt x="137887" y="121209"/>
                  <a:pt x="137887" y="117887"/>
                </a:cubicBezTo>
                <a:cubicBezTo>
                  <a:pt x="137887" y="114564"/>
                  <a:pt x="140071" y="111871"/>
                  <a:pt x="142765" y="111871"/>
                </a:cubicBezTo>
                <a:lnTo>
                  <a:pt x="152521" y="111871"/>
                </a:lnTo>
                <a:close/>
                <a:moveTo>
                  <a:pt x="181790" y="111871"/>
                </a:moveTo>
                <a:cubicBezTo>
                  <a:pt x="184484" y="111871"/>
                  <a:pt x="186668" y="114564"/>
                  <a:pt x="186668" y="117887"/>
                </a:cubicBezTo>
                <a:cubicBezTo>
                  <a:pt x="186668" y="121209"/>
                  <a:pt x="184484" y="123903"/>
                  <a:pt x="181790" y="123903"/>
                </a:cubicBezTo>
                <a:lnTo>
                  <a:pt x="172033" y="123903"/>
                </a:lnTo>
                <a:cubicBezTo>
                  <a:pt x="169339" y="123903"/>
                  <a:pt x="167155" y="121209"/>
                  <a:pt x="167155" y="117887"/>
                </a:cubicBezTo>
                <a:cubicBezTo>
                  <a:pt x="167155" y="114564"/>
                  <a:pt x="169339" y="111871"/>
                  <a:pt x="172033" y="111871"/>
                </a:cubicBezTo>
                <a:lnTo>
                  <a:pt x="181790" y="111871"/>
                </a:lnTo>
                <a:close/>
              </a:path>
            </a:pathLst>
          </a:custGeom>
          <a:solidFill>
            <a:schemeClr val="tx2"/>
          </a:solidFill>
          <a:ln w="316" cap="flat">
            <a:noFill/>
            <a:prstDash val="solid"/>
            <a:miter/>
          </a:ln>
        </p:spPr>
        <p:txBody>
          <a:bodyPr rtlCol="0" anchor="ctr"/>
          <a:lstStyle/>
          <a:p>
            <a:endParaRPr lang="zh-CN" altLang="en-US"/>
          </a:p>
        </p:txBody>
      </p:sp>
      <p:sp>
        <p:nvSpPr>
          <p:cNvPr id="66" name="图形 7">
            <a:extLst>
              <a:ext uri="{FF2B5EF4-FFF2-40B4-BE49-F238E27FC236}">
                <a16:creationId xmlns:a16="http://schemas.microsoft.com/office/drawing/2014/main" id="{A80565C2-6A69-A927-F964-1AE42C7A4CC0}"/>
              </a:ext>
            </a:extLst>
          </p:cNvPr>
          <p:cNvSpPr/>
          <p:nvPr/>
        </p:nvSpPr>
        <p:spPr>
          <a:xfrm>
            <a:off x="8858209" y="3135878"/>
            <a:ext cx="282489" cy="265585"/>
          </a:xfrm>
          <a:custGeom>
            <a:avLst/>
            <a:gdLst>
              <a:gd name="connsiteX0" fmla="*/ 281061 w 282489"/>
              <a:gd name="connsiteY0" fmla="*/ 145219 h 265585"/>
              <a:gd name="connsiteX1" fmla="*/ 259332 w 282489"/>
              <a:gd name="connsiteY1" fmla="*/ 124739 h 265585"/>
              <a:gd name="connsiteX2" fmla="*/ 259332 w 282489"/>
              <a:gd name="connsiteY2" fmla="*/ 84095 h 265585"/>
              <a:gd name="connsiteX3" fmla="*/ 256435 w 282489"/>
              <a:gd name="connsiteY3" fmla="*/ 78550 h 265585"/>
              <a:gd name="connsiteX4" fmla="*/ 219255 w 282489"/>
              <a:gd name="connsiteY4" fmla="*/ 52342 h 265585"/>
              <a:gd name="connsiteX5" fmla="*/ 209764 w 282489"/>
              <a:gd name="connsiteY5" fmla="*/ 53974 h 265585"/>
              <a:gd name="connsiteX6" fmla="*/ 209531 w 282489"/>
              <a:gd name="connsiteY6" fmla="*/ 54307 h 265585"/>
              <a:gd name="connsiteX7" fmla="*/ 186170 w 282489"/>
              <a:gd name="connsiteY7" fmla="*/ 71124 h 265585"/>
              <a:gd name="connsiteX8" fmla="*/ 186170 w 282489"/>
              <a:gd name="connsiteY8" fmla="*/ 32994 h 265585"/>
              <a:gd name="connsiteX9" fmla="*/ 183273 w 282489"/>
              <a:gd name="connsiteY9" fmla="*/ 27450 h 265585"/>
              <a:gd name="connsiteX10" fmla="*/ 146109 w 282489"/>
              <a:gd name="connsiteY10" fmla="*/ 1242 h 265585"/>
              <a:gd name="connsiteX11" fmla="*/ 136618 w 282489"/>
              <a:gd name="connsiteY11" fmla="*/ 2874 h 265585"/>
              <a:gd name="connsiteX12" fmla="*/ 136368 w 282489"/>
              <a:gd name="connsiteY12" fmla="*/ 3207 h 265585"/>
              <a:gd name="connsiteX13" fmla="*/ 102634 w 282489"/>
              <a:gd name="connsiteY13" fmla="*/ 27483 h 265585"/>
              <a:gd name="connsiteX14" fmla="*/ 99804 w 282489"/>
              <a:gd name="connsiteY14" fmla="*/ 33011 h 265585"/>
              <a:gd name="connsiteX15" fmla="*/ 99804 w 282489"/>
              <a:gd name="connsiteY15" fmla="*/ 101811 h 265585"/>
              <a:gd name="connsiteX16" fmla="*/ 74095 w 282489"/>
              <a:gd name="connsiteY16" fmla="*/ 83679 h 265585"/>
              <a:gd name="connsiteX17" fmla="*/ 64605 w 282489"/>
              <a:gd name="connsiteY17" fmla="*/ 85310 h 265585"/>
              <a:gd name="connsiteX18" fmla="*/ 64372 w 282489"/>
              <a:gd name="connsiteY18" fmla="*/ 85643 h 265585"/>
              <a:gd name="connsiteX19" fmla="*/ 30621 w 282489"/>
              <a:gd name="connsiteY19" fmla="*/ 109903 h 265585"/>
              <a:gd name="connsiteX20" fmla="*/ 27790 w 282489"/>
              <a:gd name="connsiteY20" fmla="*/ 115414 h 265585"/>
              <a:gd name="connsiteX21" fmla="*/ 27790 w 282489"/>
              <a:gd name="connsiteY21" fmla="*/ 186362 h 265585"/>
              <a:gd name="connsiteX22" fmla="*/ 23794 w 282489"/>
              <a:gd name="connsiteY22" fmla="*/ 188144 h 265585"/>
              <a:gd name="connsiteX23" fmla="*/ 4247 w 282489"/>
              <a:gd name="connsiteY23" fmla="*/ 212653 h 265585"/>
              <a:gd name="connsiteX24" fmla="*/ 1416 w 282489"/>
              <a:gd name="connsiteY24" fmla="*/ 238145 h 265585"/>
              <a:gd name="connsiteX25" fmla="*/ 22179 w 282489"/>
              <a:gd name="connsiteY25" fmla="*/ 258359 h 265585"/>
              <a:gd name="connsiteX26" fmla="*/ 58511 w 282489"/>
              <a:gd name="connsiteY26" fmla="*/ 265452 h 265585"/>
              <a:gd name="connsiteX27" fmla="*/ 65870 w 282489"/>
              <a:gd name="connsiteY27" fmla="*/ 265585 h 265585"/>
              <a:gd name="connsiteX28" fmla="*/ 160112 w 282489"/>
              <a:gd name="connsiteY28" fmla="*/ 248485 h 265585"/>
              <a:gd name="connsiteX29" fmla="*/ 251640 w 282489"/>
              <a:gd name="connsiteY29" fmla="*/ 201198 h 265585"/>
              <a:gd name="connsiteX30" fmla="*/ 276482 w 282489"/>
              <a:gd name="connsiteY30" fmla="*/ 173808 h 265585"/>
              <a:gd name="connsiteX31" fmla="*/ 281045 w 282489"/>
              <a:gd name="connsiteY31" fmla="*/ 145236 h 265585"/>
              <a:gd name="connsiteX32" fmla="*/ 220836 w 282489"/>
              <a:gd name="connsiteY32" fmla="*/ 70108 h 265585"/>
              <a:gd name="connsiteX33" fmla="*/ 245729 w 282489"/>
              <a:gd name="connsiteY33" fmla="*/ 87641 h 265585"/>
              <a:gd name="connsiteX34" fmla="*/ 245729 w 282489"/>
              <a:gd name="connsiteY34" fmla="*/ 157574 h 265585"/>
              <a:gd name="connsiteX35" fmla="*/ 220836 w 282489"/>
              <a:gd name="connsiteY35" fmla="*/ 171826 h 265585"/>
              <a:gd name="connsiteX36" fmla="*/ 220836 w 282489"/>
              <a:gd name="connsiteY36" fmla="*/ 70108 h 265585"/>
              <a:gd name="connsiteX37" fmla="*/ 147707 w 282489"/>
              <a:gd name="connsiteY37" fmla="*/ 18991 h 265585"/>
              <a:gd name="connsiteX38" fmla="*/ 172583 w 282489"/>
              <a:gd name="connsiteY38" fmla="*/ 36524 h 265585"/>
              <a:gd name="connsiteX39" fmla="*/ 172583 w 282489"/>
              <a:gd name="connsiteY39" fmla="*/ 199932 h 265585"/>
              <a:gd name="connsiteX40" fmla="*/ 147707 w 282489"/>
              <a:gd name="connsiteY40" fmla="*/ 210456 h 265585"/>
              <a:gd name="connsiteX41" fmla="*/ 147707 w 282489"/>
              <a:gd name="connsiteY41" fmla="*/ 18991 h 265585"/>
              <a:gd name="connsiteX42" fmla="*/ 75694 w 282489"/>
              <a:gd name="connsiteY42" fmla="*/ 101445 h 265585"/>
              <a:gd name="connsiteX43" fmla="*/ 99870 w 282489"/>
              <a:gd name="connsiteY43" fmla="*/ 118462 h 265585"/>
              <a:gd name="connsiteX44" fmla="*/ 100586 w 282489"/>
              <a:gd name="connsiteY44" fmla="*/ 220429 h 265585"/>
              <a:gd name="connsiteX45" fmla="*/ 75694 w 282489"/>
              <a:gd name="connsiteY45" fmla="*/ 223293 h 265585"/>
              <a:gd name="connsiteX46" fmla="*/ 75694 w 282489"/>
              <a:gd name="connsiteY46" fmla="*/ 101445 h 265585"/>
              <a:gd name="connsiteX47" fmla="*/ 264744 w 282489"/>
              <a:gd name="connsiteY47" fmla="*/ 167081 h 265585"/>
              <a:gd name="connsiteX48" fmla="*/ 243115 w 282489"/>
              <a:gd name="connsiteY48" fmla="*/ 190708 h 265585"/>
              <a:gd name="connsiteX49" fmla="*/ 155899 w 282489"/>
              <a:gd name="connsiteY49" fmla="*/ 235648 h 265585"/>
              <a:gd name="connsiteX50" fmla="*/ 65987 w 282489"/>
              <a:gd name="connsiteY50" fmla="*/ 252015 h 265585"/>
              <a:gd name="connsiteX51" fmla="*/ 59160 w 282489"/>
              <a:gd name="connsiteY51" fmla="*/ 251882 h 265585"/>
              <a:gd name="connsiteX52" fmla="*/ 27690 w 282489"/>
              <a:gd name="connsiteY52" fmla="*/ 245921 h 265585"/>
              <a:gd name="connsiteX53" fmla="*/ 14453 w 282489"/>
              <a:gd name="connsiteY53" fmla="*/ 233899 h 265585"/>
              <a:gd name="connsiteX54" fmla="*/ 27907 w 282489"/>
              <a:gd name="connsiteY54" fmla="*/ 203329 h 265585"/>
              <a:gd name="connsiteX55" fmla="*/ 27907 w 282489"/>
              <a:gd name="connsiteY55" fmla="*/ 222427 h 265585"/>
              <a:gd name="connsiteX56" fmla="*/ 34717 w 282489"/>
              <a:gd name="connsiteY56" fmla="*/ 229254 h 265585"/>
              <a:gd name="connsiteX57" fmla="*/ 41527 w 282489"/>
              <a:gd name="connsiteY57" fmla="*/ 222427 h 265585"/>
              <a:gd name="connsiteX58" fmla="*/ 41527 w 282489"/>
              <a:gd name="connsiteY58" fmla="*/ 118944 h 265585"/>
              <a:gd name="connsiteX59" fmla="*/ 62124 w 282489"/>
              <a:gd name="connsiteY59" fmla="*/ 104125 h 265585"/>
              <a:gd name="connsiteX60" fmla="*/ 62124 w 282489"/>
              <a:gd name="connsiteY60" fmla="*/ 230952 h 265585"/>
              <a:gd name="connsiteX61" fmla="*/ 68867 w 282489"/>
              <a:gd name="connsiteY61" fmla="*/ 237762 h 265585"/>
              <a:gd name="connsiteX62" fmla="*/ 68934 w 282489"/>
              <a:gd name="connsiteY62" fmla="*/ 237762 h 265585"/>
              <a:gd name="connsiteX63" fmla="*/ 69716 w 282489"/>
              <a:gd name="connsiteY63" fmla="*/ 237712 h 265585"/>
              <a:gd name="connsiteX64" fmla="*/ 108212 w 282489"/>
              <a:gd name="connsiteY64" fmla="*/ 233300 h 265585"/>
              <a:gd name="connsiteX65" fmla="*/ 114240 w 282489"/>
              <a:gd name="connsiteY65" fmla="*/ 226523 h 265585"/>
              <a:gd name="connsiteX66" fmla="*/ 113524 w 282489"/>
              <a:gd name="connsiteY66" fmla="*/ 36474 h 265585"/>
              <a:gd name="connsiteX67" fmla="*/ 134120 w 282489"/>
              <a:gd name="connsiteY67" fmla="*/ 21656 h 265585"/>
              <a:gd name="connsiteX68" fmla="*/ 134120 w 282489"/>
              <a:gd name="connsiteY68" fmla="*/ 220712 h 265585"/>
              <a:gd name="connsiteX69" fmla="*/ 137151 w 282489"/>
              <a:gd name="connsiteY69" fmla="*/ 226407 h 265585"/>
              <a:gd name="connsiteX70" fmla="*/ 143578 w 282489"/>
              <a:gd name="connsiteY70" fmla="*/ 226973 h 265585"/>
              <a:gd name="connsiteX71" fmla="*/ 182091 w 282489"/>
              <a:gd name="connsiteY71" fmla="*/ 210705 h 265585"/>
              <a:gd name="connsiteX72" fmla="*/ 186253 w 282489"/>
              <a:gd name="connsiteY72" fmla="*/ 204445 h 265585"/>
              <a:gd name="connsiteX73" fmla="*/ 186253 w 282489"/>
              <a:gd name="connsiteY73" fmla="*/ 193405 h 265585"/>
              <a:gd name="connsiteX74" fmla="*/ 186686 w 282489"/>
              <a:gd name="connsiteY74" fmla="*/ 190991 h 265585"/>
              <a:gd name="connsiteX75" fmla="*/ 186686 w 282489"/>
              <a:gd name="connsiteY75" fmla="*/ 87591 h 265585"/>
              <a:gd name="connsiteX76" fmla="*/ 207283 w 282489"/>
              <a:gd name="connsiteY76" fmla="*/ 72773 h 265585"/>
              <a:gd name="connsiteX77" fmla="*/ 207283 w 282489"/>
              <a:gd name="connsiteY77" fmla="*/ 183565 h 265585"/>
              <a:gd name="connsiteX78" fmla="*/ 214163 w 282489"/>
              <a:gd name="connsiteY78" fmla="*/ 190338 h 265585"/>
              <a:gd name="connsiteX79" fmla="*/ 217490 w 282489"/>
              <a:gd name="connsiteY79" fmla="*/ 189443 h 265585"/>
              <a:gd name="connsiteX80" fmla="*/ 255986 w 282489"/>
              <a:gd name="connsiteY80" fmla="*/ 167381 h 265585"/>
              <a:gd name="connsiteX81" fmla="*/ 259432 w 282489"/>
              <a:gd name="connsiteY81" fmla="*/ 161470 h 265585"/>
              <a:gd name="connsiteX82" fmla="*/ 259432 w 282489"/>
              <a:gd name="connsiteY82" fmla="*/ 139608 h 265585"/>
              <a:gd name="connsiteX83" fmla="*/ 268257 w 282489"/>
              <a:gd name="connsiteY83" fmla="*/ 149481 h 265585"/>
              <a:gd name="connsiteX84" fmla="*/ 264744 w 282489"/>
              <a:gd name="connsiteY84" fmla="*/ 167081 h 265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82489" h="265585">
                <a:moveTo>
                  <a:pt x="281061" y="145219"/>
                </a:moveTo>
                <a:cubicBezTo>
                  <a:pt x="277914" y="135795"/>
                  <a:pt x="270938" y="129184"/>
                  <a:pt x="259332" y="124739"/>
                </a:cubicBezTo>
                <a:lnTo>
                  <a:pt x="259332" y="84095"/>
                </a:lnTo>
                <a:cubicBezTo>
                  <a:pt x="259328" y="81885"/>
                  <a:pt x="258247" y="79815"/>
                  <a:pt x="256435" y="78550"/>
                </a:cubicBezTo>
                <a:lnTo>
                  <a:pt x="219255" y="52342"/>
                </a:lnTo>
                <a:cubicBezTo>
                  <a:pt x="216181" y="50182"/>
                  <a:pt x="211939" y="50911"/>
                  <a:pt x="209764" y="53974"/>
                </a:cubicBezTo>
                <a:lnTo>
                  <a:pt x="209531" y="54307"/>
                </a:lnTo>
                <a:lnTo>
                  <a:pt x="186170" y="71124"/>
                </a:lnTo>
                <a:lnTo>
                  <a:pt x="186170" y="32994"/>
                </a:lnTo>
                <a:cubicBezTo>
                  <a:pt x="186166" y="30784"/>
                  <a:pt x="185085" y="28715"/>
                  <a:pt x="183273" y="27450"/>
                </a:cubicBezTo>
                <a:lnTo>
                  <a:pt x="146109" y="1242"/>
                </a:lnTo>
                <a:cubicBezTo>
                  <a:pt x="143035" y="-918"/>
                  <a:pt x="138794" y="-189"/>
                  <a:pt x="136618" y="2874"/>
                </a:cubicBezTo>
                <a:lnTo>
                  <a:pt x="136368" y="3207"/>
                </a:lnTo>
                <a:lnTo>
                  <a:pt x="102634" y="27483"/>
                </a:lnTo>
                <a:cubicBezTo>
                  <a:pt x="100859" y="28765"/>
                  <a:pt x="99806" y="30821"/>
                  <a:pt x="99804" y="33011"/>
                </a:cubicBezTo>
                <a:lnTo>
                  <a:pt x="99804" y="101811"/>
                </a:lnTo>
                <a:lnTo>
                  <a:pt x="74095" y="83679"/>
                </a:lnTo>
                <a:cubicBezTo>
                  <a:pt x="71022" y="81518"/>
                  <a:pt x="66780" y="82248"/>
                  <a:pt x="64605" y="85310"/>
                </a:cubicBezTo>
                <a:lnTo>
                  <a:pt x="64372" y="85643"/>
                </a:lnTo>
                <a:lnTo>
                  <a:pt x="30621" y="109903"/>
                </a:lnTo>
                <a:cubicBezTo>
                  <a:pt x="28850" y="111182"/>
                  <a:pt x="27798" y="113230"/>
                  <a:pt x="27790" y="115414"/>
                </a:cubicBezTo>
                <a:lnTo>
                  <a:pt x="27790" y="186362"/>
                </a:lnTo>
                <a:cubicBezTo>
                  <a:pt x="26301" y="186509"/>
                  <a:pt x="24899" y="187134"/>
                  <a:pt x="23794" y="188144"/>
                </a:cubicBezTo>
                <a:cubicBezTo>
                  <a:pt x="14736" y="196436"/>
                  <a:pt x="8159" y="204711"/>
                  <a:pt x="4247" y="212653"/>
                </a:cubicBezTo>
                <a:cubicBezTo>
                  <a:pt x="-216" y="221778"/>
                  <a:pt x="-1165" y="230303"/>
                  <a:pt x="1416" y="238145"/>
                </a:cubicBezTo>
                <a:cubicBezTo>
                  <a:pt x="4313" y="246854"/>
                  <a:pt x="11290" y="253664"/>
                  <a:pt x="22179" y="258359"/>
                </a:cubicBezTo>
                <a:cubicBezTo>
                  <a:pt x="31670" y="262455"/>
                  <a:pt x="43908" y="264836"/>
                  <a:pt x="58511" y="265452"/>
                </a:cubicBezTo>
                <a:cubicBezTo>
                  <a:pt x="60925" y="265552"/>
                  <a:pt x="63373" y="265585"/>
                  <a:pt x="65870" y="265585"/>
                </a:cubicBezTo>
                <a:cubicBezTo>
                  <a:pt x="93610" y="265585"/>
                  <a:pt x="126728" y="259591"/>
                  <a:pt x="160112" y="248485"/>
                </a:cubicBezTo>
                <a:cubicBezTo>
                  <a:pt x="196477" y="236414"/>
                  <a:pt x="228995" y="219597"/>
                  <a:pt x="251640" y="201198"/>
                </a:cubicBezTo>
                <a:cubicBezTo>
                  <a:pt x="263012" y="191990"/>
                  <a:pt x="271337" y="182749"/>
                  <a:pt x="276482" y="173808"/>
                </a:cubicBezTo>
                <a:cubicBezTo>
                  <a:pt x="282443" y="163584"/>
                  <a:pt x="283975" y="153960"/>
                  <a:pt x="281045" y="145236"/>
                </a:cubicBezTo>
                <a:close/>
                <a:moveTo>
                  <a:pt x="220836" y="70108"/>
                </a:moveTo>
                <a:lnTo>
                  <a:pt x="245729" y="87641"/>
                </a:lnTo>
                <a:lnTo>
                  <a:pt x="245729" y="157574"/>
                </a:lnTo>
                <a:lnTo>
                  <a:pt x="220836" y="171826"/>
                </a:lnTo>
                <a:lnTo>
                  <a:pt x="220836" y="70108"/>
                </a:lnTo>
                <a:close/>
                <a:moveTo>
                  <a:pt x="147707" y="18991"/>
                </a:moveTo>
                <a:lnTo>
                  <a:pt x="172583" y="36524"/>
                </a:lnTo>
                <a:lnTo>
                  <a:pt x="172583" y="199932"/>
                </a:lnTo>
                <a:lnTo>
                  <a:pt x="147707" y="210456"/>
                </a:lnTo>
                <a:lnTo>
                  <a:pt x="147707" y="18991"/>
                </a:lnTo>
                <a:close/>
                <a:moveTo>
                  <a:pt x="75694" y="101445"/>
                </a:moveTo>
                <a:lnTo>
                  <a:pt x="99870" y="118462"/>
                </a:lnTo>
                <a:lnTo>
                  <a:pt x="100586" y="220429"/>
                </a:lnTo>
                <a:lnTo>
                  <a:pt x="75694" y="223293"/>
                </a:lnTo>
                <a:lnTo>
                  <a:pt x="75694" y="101445"/>
                </a:lnTo>
                <a:close/>
                <a:moveTo>
                  <a:pt x="264744" y="167081"/>
                </a:moveTo>
                <a:cubicBezTo>
                  <a:pt x="260481" y="174474"/>
                  <a:pt x="253022" y="182633"/>
                  <a:pt x="243115" y="190708"/>
                </a:cubicBezTo>
                <a:cubicBezTo>
                  <a:pt x="221752" y="208108"/>
                  <a:pt x="190766" y="224042"/>
                  <a:pt x="155899" y="235648"/>
                </a:cubicBezTo>
                <a:cubicBezTo>
                  <a:pt x="123914" y="246304"/>
                  <a:pt x="92294" y="252015"/>
                  <a:pt x="65987" y="252015"/>
                </a:cubicBezTo>
                <a:cubicBezTo>
                  <a:pt x="63689" y="252015"/>
                  <a:pt x="61374" y="251982"/>
                  <a:pt x="59160" y="251882"/>
                </a:cubicBezTo>
                <a:cubicBezTo>
                  <a:pt x="46389" y="251382"/>
                  <a:pt x="35500" y="249301"/>
                  <a:pt x="27690" y="245921"/>
                </a:cubicBezTo>
                <a:cubicBezTo>
                  <a:pt x="20547" y="242824"/>
                  <a:pt x="16085" y="238761"/>
                  <a:pt x="14453" y="233899"/>
                </a:cubicBezTo>
                <a:cubicBezTo>
                  <a:pt x="11839" y="226007"/>
                  <a:pt x="16701" y="215084"/>
                  <a:pt x="27907" y="203329"/>
                </a:cubicBezTo>
                <a:lnTo>
                  <a:pt x="27907" y="222427"/>
                </a:lnTo>
                <a:cubicBezTo>
                  <a:pt x="27907" y="226191"/>
                  <a:pt x="30953" y="229245"/>
                  <a:pt x="34717" y="229254"/>
                </a:cubicBezTo>
                <a:cubicBezTo>
                  <a:pt x="38481" y="229245"/>
                  <a:pt x="41527" y="226191"/>
                  <a:pt x="41527" y="222427"/>
                </a:cubicBezTo>
                <a:lnTo>
                  <a:pt x="41527" y="118944"/>
                </a:lnTo>
                <a:lnTo>
                  <a:pt x="62124" y="104125"/>
                </a:lnTo>
                <a:lnTo>
                  <a:pt x="62124" y="230952"/>
                </a:lnTo>
                <a:cubicBezTo>
                  <a:pt x="62105" y="234695"/>
                  <a:pt x="65124" y="237744"/>
                  <a:pt x="68867" y="237762"/>
                </a:cubicBezTo>
                <a:cubicBezTo>
                  <a:pt x="68889" y="237762"/>
                  <a:pt x="68912" y="237762"/>
                  <a:pt x="68934" y="237762"/>
                </a:cubicBezTo>
                <a:cubicBezTo>
                  <a:pt x="69200" y="237762"/>
                  <a:pt x="69433" y="237762"/>
                  <a:pt x="69716" y="237712"/>
                </a:cubicBezTo>
                <a:lnTo>
                  <a:pt x="108212" y="233300"/>
                </a:lnTo>
                <a:cubicBezTo>
                  <a:pt x="111649" y="232895"/>
                  <a:pt x="114238" y="229983"/>
                  <a:pt x="114240" y="226523"/>
                </a:cubicBezTo>
                <a:lnTo>
                  <a:pt x="113524" y="36474"/>
                </a:lnTo>
                <a:lnTo>
                  <a:pt x="134120" y="21656"/>
                </a:lnTo>
                <a:lnTo>
                  <a:pt x="134120" y="220712"/>
                </a:lnTo>
                <a:cubicBezTo>
                  <a:pt x="134120" y="222993"/>
                  <a:pt x="135286" y="225141"/>
                  <a:pt x="137151" y="226407"/>
                </a:cubicBezTo>
                <a:cubicBezTo>
                  <a:pt x="139063" y="227660"/>
                  <a:pt x="141476" y="227872"/>
                  <a:pt x="143578" y="226973"/>
                </a:cubicBezTo>
                <a:lnTo>
                  <a:pt x="182091" y="210705"/>
                </a:lnTo>
                <a:cubicBezTo>
                  <a:pt x="184612" y="209646"/>
                  <a:pt x="186252" y="207179"/>
                  <a:pt x="186253" y="204445"/>
                </a:cubicBezTo>
                <a:lnTo>
                  <a:pt x="186253" y="193405"/>
                </a:lnTo>
                <a:cubicBezTo>
                  <a:pt x="186537" y="192632"/>
                  <a:pt x="186683" y="191815"/>
                  <a:pt x="186686" y="190991"/>
                </a:cubicBezTo>
                <a:lnTo>
                  <a:pt x="186686" y="87591"/>
                </a:lnTo>
                <a:lnTo>
                  <a:pt x="207283" y="72773"/>
                </a:lnTo>
                <a:lnTo>
                  <a:pt x="207283" y="183565"/>
                </a:lnTo>
                <a:cubicBezTo>
                  <a:pt x="207312" y="187335"/>
                  <a:pt x="210393" y="190368"/>
                  <a:pt x="214163" y="190338"/>
                </a:cubicBezTo>
                <a:cubicBezTo>
                  <a:pt x="215330" y="190329"/>
                  <a:pt x="216475" y="190021"/>
                  <a:pt x="217490" y="189443"/>
                </a:cubicBezTo>
                <a:lnTo>
                  <a:pt x="255986" y="167381"/>
                </a:lnTo>
                <a:cubicBezTo>
                  <a:pt x="258105" y="166165"/>
                  <a:pt x="259418" y="163913"/>
                  <a:pt x="259432" y="161470"/>
                </a:cubicBezTo>
                <a:lnTo>
                  <a:pt x="259432" y="139608"/>
                </a:lnTo>
                <a:cubicBezTo>
                  <a:pt x="265210" y="142771"/>
                  <a:pt x="267158" y="146268"/>
                  <a:pt x="268257" y="149481"/>
                </a:cubicBezTo>
                <a:cubicBezTo>
                  <a:pt x="269772" y="154377"/>
                  <a:pt x="268623" y="160304"/>
                  <a:pt x="264744" y="167081"/>
                </a:cubicBezTo>
                <a:close/>
              </a:path>
            </a:pathLst>
          </a:custGeom>
          <a:solidFill>
            <a:schemeClr val="tx2"/>
          </a:solidFill>
          <a:ln w="316" cap="flat">
            <a:noFill/>
            <a:prstDash val="solid"/>
            <a:miter/>
          </a:ln>
        </p:spPr>
        <p:txBody>
          <a:bodyPr rtlCol="0" anchor="ctr"/>
          <a:lstStyle/>
          <a:p>
            <a:endParaRPr lang="zh-CN" altLang="en-US"/>
          </a:p>
        </p:txBody>
      </p:sp>
    </p:spTree>
    <p:extLst>
      <p:ext uri="{BB962C8B-B14F-4D97-AF65-F5344CB8AC3E}">
        <p14:creationId xmlns:p14="http://schemas.microsoft.com/office/powerpoint/2010/main" val="1475209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0" name="任意多边形: 形状 29">
            <a:extLst>
              <a:ext uri="{FF2B5EF4-FFF2-40B4-BE49-F238E27FC236}">
                <a16:creationId xmlns:a16="http://schemas.microsoft.com/office/drawing/2014/main" id="{D8BC3345-47C7-63D7-7E39-9ED17E16D4CD}"/>
              </a:ext>
            </a:extLst>
          </p:cNvPr>
          <p:cNvSpPr/>
          <p:nvPr/>
        </p:nvSpPr>
        <p:spPr>
          <a:xfrm>
            <a:off x="2465437" y="1130300"/>
            <a:ext cx="7261124" cy="3435519"/>
          </a:xfrm>
          <a:custGeom>
            <a:avLst/>
            <a:gdLst>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501 w 7987236"/>
              <a:gd name="connsiteY4" fmla="*/ 866139 h 4365770"/>
              <a:gd name="connsiteX5" fmla="*/ 4278864 w 7987236"/>
              <a:gd name="connsiteY5" fmla="*/ 915572 h 4365770"/>
              <a:gd name="connsiteX6" fmla="*/ 4278948 w 7987236"/>
              <a:gd name="connsiteY6" fmla="*/ 916727 h 4365770"/>
              <a:gd name="connsiteX7" fmla="*/ 4285552 w 7987236"/>
              <a:gd name="connsiteY7" fmla="*/ 971697 h 4365770"/>
              <a:gd name="connsiteX8" fmla="*/ 4358821 w 7987236"/>
              <a:gd name="connsiteY8" fmla="*/ 1404359 h 4365770"/>
              <a:gd name="connsiteX9" fmla="*/ 4419370 w 7987236"/>
              <a:gd name="connsiteY9" fmla="*/ 1678677 h 4365770"/>
              <a:gd name="connsiteX10" fmla="*/ 4561374 w 7987236"/>
              <a:gd name="connsiteY10" fmla="*/ 2039394 h 4365770"/>
              <a:gd name="connsiteX11" fmla="*/ 6017649 w 7987236"/>
              <a:gd name="connsiteY11" fmla="*/ 3683414 h 4365770"/>
              <a:gd name="connsiteX12" fmla="*/ 7878001 w 7987236"/>
              <a:gd name="connsiteY12" fmla="*/ 4359431 h 4365770"/>
              <a:gd name="connsiteX13" fmla="*/ 7987236 w 7987236"/>
              <a:gd name="connsiteY13" fmla="*/ 4365770 h 4365770"/>
              <a:gd name="connsiteX14" fmla="*/ 0 w 7987236"/>
              <a:gd name="connsiteY14" fmla="*/ 4365770 h 4365770"/>
              <a:gd name="connsiteX15" fmla="*/ 109217 w 7987236"/>
              <a:gd name="connsiteY15" fmla="*/ 4359432 h 4365770"/>
              <a:gd name="connsiteX16" fmla="*/ 1969571 w 7987236"/>
              <a:gd name="connsiteY16" fmla="*/ 3683415 h 4365770"/>
              <a:gd name="connsiteX17" fmla="*/ 3425846 w 7987236"/>
              <a:gd name="connsiteY17" fmla="*/ 2039395 h 4365770"/>
              <a:gd name="connsiteX18" fmla="*/ 3566763 w 7987236"/>
              <a:gd name="connsiteY18" fmla="*/ 1681440 h 4365770"/>
              <a:gd name="connsiteX19" fmla="*/ 3627917 w 7987236"/>
              <a:gd name="connsiteY19" fmla="*/ 1404359 h 4365770"/>
              <a:gd name="connsiteX20" fmla="*/ 3701185 w 7987236"/>
              <a:gd name="connsiteY20" fmla="*/ 971697 h 4365770"/>
              <a:gd name="connsiteX21" fmla="*/ 3708382 w 7987236"/>
              <a:gd name="connsiteY21" fmla="*/ 911805 h 4365770"/>
              <a:gd name="connsiteX22" fmla="*/ 3708720 w 7987236"/>
              <a:gd name="connsiteY22" fmla="*/ 866139 h 4365770"/>
              <a:gd name="connsiteX23" fmla="*/ 3713870 w 7987236"/>
              <a:gd name="connsiteY23" fmla="*/ 866139 h 4365770"/>
              <a:gd name="connsiteX24" fmla="*/ 3715727 w 7987236"/>
              <a:gd name="connsiteY24" fmla="*/ 850683 h 4365770"/>
              <a:gd name="connsiteX25" fmla="*/ 3429750 w 7987236"/>
              <a:gd name="connsiteY25" fmla="*/ 850683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08720 w 7987236"/>
              <a:gd name="connsiteY21" fmla="*/ 866139 h 4365770"/>
              <a:gd name="connsiteX22" fmla="*/ 3713870 w 7987236"/>
              <a:gd name="connsiteY22" fmla="*/ 866139 h 4365770"/>
              <a:gd name="connsiteX23" fmla="*/ 3715727 w 7987236"/>
              <a:gd name="connsiteY23" fmla="*/ 850683 h 4365770"/>
              <a:gd name="connsiteX24" fmla="*/ 3429750 w 7987236"/>
              <a:gd name="connsiteY24" fmla="*/ 850683 h 4365770"/>
              <a:gd name="connsiteX25" fmla="*/ 3993849 w 7987236"/>
              <a:gd name="connsiteY25" fmla="*/ 0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08720 w 7987236"/>
              <a:gd name="connsiteY21" fmla="*/ 866139 h 4365770"/>
              <a:gd name="connsiteX22" fmla="*/ 3715727 w 7987236"/>
              <a:gd name="connsiteY22" fmla="*/ 850683 h 4365770"/>
              <a:gd name="connsiteX23" fmla="*/ 3429750 w 7987236"/>
              <a:gd name="connsiteY23" fmla="*/ 850683 h 4365770"/>
              <a:gd name="connsiteX24" fmla="*/ 3993849 w 7987236"/>
              <a:gd name="connsiteY24" fmla="*/ 0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15727 w 7987236"/>
              <a:gd name="connsiteY21" fmla="*/ 850683 h 4365770"/>
              <a:gd name="connsiteX22" fmla="*/ 3429750 w 7987236"/>
              <a:gd name="connsiteY22" fmla="*/ 850683 h 4365770"/>
              <a:gd name="connsiteX23" fmla="*/ 3993849 w 7987236"/>
              <a:gd name="connsiteY23" fmla="*/ 0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15727 w 7987236"/>
              <a:gd name="connsiteY21" fmla="*/ 850683 h 4365770"/>
              <a:gd name="connsiteX22" fmla="*/ 3429750 w 7987236"/>
              <a:gd name="connsiteY22" fmla="*/ 850683 h 4365770"/>
              <a:gd name="connsiteX23" fmla="*/ 3993849 w 7987236"/>
              <a:gd name="connsiteY23" fmla="*/ 0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15727 w 7987236"/>
              <a:gd name="connsiteY21" fmla="*/ 850683 h 4365770"/>
              <a:gd name="connsiteX22" fmla="*/ 3429750 w 7987236"/>
              <a:gd name="connsiteY22" fmla="*/ 850683 h 4365770"/>
              <a:gd name="connsiteX23" fmla="*/ 3993849 w 7987236"/>
              <a:gd name="connsiteY23" fmla="*/ 0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15727 w 7987236"/>
              <a:gd name="connsiteY21" fmla="*/ 850683 h 4365770"/>
              <a:gd name="connsiteX22" fmla="*/ 3429750 w 7987236"/>
              <a:gd name="connsiteY22" fmla="*/ 850683 h 4365770"/>
              <a:gd name="connsiteX23" fmla="*/ 3993849 w 7987236"/>
              <a:gd name="connsiteY23" fmla="*/ 0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15727 w 7987236"/>
              <a:gd name="connsiteY21" fmla="*/ 850683 h 4365770"/>
              <a:gd name="connsiteX22" fmla="*/ 3429750 w 7987236"/>
              <a:gd name="connsiteY22" fmla="*/ 850683 h 4365770"/>
              <a:gd name="connsiteX23" fmla="*/ 3993849 w 7987236"/>
              <a:gd name="connsiteY23" fmla="*/ 0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15727 w 7987236"/>
              <a:gd name="connsiteY21" fmla="*/ 850683 h 4365770"/>
              <a:gd name="connsiteX22" fmla="*/ 3429750 w 7987236"/>
              <a:gd name="connsiteY22" fmla="*/ 850683 h 4365770"/>
              <a:gd name="connsiteX23" fmla="*/ 3993849 w 7987236"/>
              <a:gd name="connsiteY23" fmla="*/ 0 h 4365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987236" h="4365770">
                <a:moveTo>
                  <a:pt x="3993849" y="0"/>
                </a:moveTo>
                <a:lnTo>
                  <a:pt x="4557470" y="850683"/>
                </a:lnTo>
                <a:lnTo>
                  <a:pt x="4271012" y="850683"/>
                </a:lnTo>
                <a:lnTo>
                  <a:pt x="4272869" y="866139"/>
                </a:lnTo>
                <a:lnTo>
                  <a:pt x="4278864" y="915572"/>
                </a:lnTo>
                <a:lnTo>
                  <a:pt x="4278948" y="916727"/>
                </a:lnTo>
                <a:lnTo>
                  <a:pt x="4285552" y="971697"/>
                </a:lnTo>
                <a:cubicBezTo>
                  <a:pt x="4305963" y="1117212"/>
                  <a:pt x="4330828" y="1262095"/>
                  <a:pt x="4358821" y="1404359"/>
                </a:cubicBezTo>
                <a:lnTo>
                  <a:pt x="4419370" y="1678677"/>
                </a:lnTo>
                <a:cubicBezTo>
                  <a:pt x="4439553" y="1770116"/>
                  <a:pt x="4444219" y="1771946"/>
                  <a:pt x="4561374" y="2039394"/>
                </a:cubicBezTo>
                <a:cubicBezTo>
                  <a:pt x="4849130" y="2657012"/>
                  <a:pt x="5347268" y="3241518"/>
                  <a:pt x="6017649" y="3683414"/>
                </a:cubicBezTo>
                <a:cubicBezTo>
                  <a:pt x="6614897" y="4077103"/>
                  <a:pt x="7262278" y="4300529"/>
                  <a:pt x="7878001" y="4359431"/>
                </a:cubicBezTo>
                <a:lnTo>
                  <a:pt x="7987236" y="4365770"/>
                </a:lnTo>
                <a:lnTo>
                  <a:pt x="0" y="4365770"/>
                </a:lnTo>
                <a:lnTo>
                  <a:pt x="109217" y="4359432"/>
                </a:lnTo>
                <a:cubicBezTo>
                  <a:pt x="724940" y="4300531"/>
                  <a:pt x="1372323" y="4077104"/>
                  <a:pt x="1969571" y="3683415"/>
                </a:cubicBezTo>
                <a:cubicBezTo>
                  <a:pt x="2639952" y="3241519"/>
                  <a:pt x="3138091" y="2657013"/>
                  <a:pt x="3425846" y="2039395"/>
                </a:cubicBezTo>
                <a:cubicBezTo>
                  <a:pt x="3472818" y="1920077"/>
                  <a:pt x="3527728" y="1800758"/>
                  <a:pt x="3566763" y="1681440"/>
                </a:cubicBezTo>
                <a:cubicBezTo>
                  <a:pt x="3605798" y="1562122"/>
                  <a:pt x="3605513" y="1522649"/>
                  <a:pt x="3627917" y="1404359"/>
                </a:cubicBezTo>
                <a:cubicBezTo>
                  <a:pt x="3655909" y="1262095"/>
                  <a:pt x="3680774" y="1117212"/>
                  <a:pt x="3701185" y="971697"/>
                </a:cubicBezTo>
                <a:lnTo>
                  <a:pt x="3708382" y="911805"/>
                </a:lnTo>
                <a:cubicBezTo>
                  <a:pt x="3710806" y="891636"/>
                  <a:pt x="3720891" y="849758"/>
                  <a:pt x="3715727" y="850683"/>
                </a:cubicBezTo>
                <a:cubicBezTo>
                  <a:pt x="3710563" y="851608"/>
                  <a:pt x="3525076" y="850683"/>
                  <a:pt x="3429750" y="850683"/>
                </a:cubicBezTo>
                <a:lnTo>
                  <a:pt x="3993849" y="0"/>
                </a:lnTo>
                <a:close/>
              </a:path>
            </a:pathLst>
          </a:custGeom>
          <a:gradFill>
            <a:gsLst>
              <a:gs pos="0">
                <a:schemeClr val="accent2">
                  <a:alpha val="53000"/>
                </a:schemeClr>
              </a:gs>
              <a:gs pos="100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6" name="椭圆 35">
            <a:extLst>
              <a:ext uri="{FF2B5EF4-FFF2-40B4-BE49-F238E27FC236}">
                <a16:creationId xmlns:a16="http://schemas.microsoft.com/office/drawing/2014/main" id="{04CA549E-C163-4D46-EFB2-8583708F074E}"/>
              </a:ext>
            </a:extLst>
          </p:cNvPr>
          <p:cNvSpPr/>
          <p:nvPr/>
        </p:nvSpPr>
        <p:spPr>
          <a:xfrm>
            <a:off x="2100668" y="3445809"/>
            <a:ext cx="7990663" cy="2614679"/>
          </a:xfrm>
          <a:prstGeom prst="ellipse">
            <a:avLst/>
          </a:prstGeom>
          <a:gradFill>
            <a:gsLst>
              <a:gs pos="0">
                <a:schemeClr val="accent2">
                  <a:alpha val="0"/>
                </a:schemeClr>
              </a:gs>
              <a:gs pos="100000">
                <a:schemeClr val="accent2">
                  <a:alpha val="14000"/>
                </a:schemeClr>
              </a:gs>
            </a:gsLst>
            <a:lin ang="5400000" scaled="1"/>
          </a:gradFill>
          <a:ln>
            <a:noFill/>
          </a:ln>
          <a:effectLst>
            <a:outerShdw blurRad="342900" dist="38100" dir="5400000" algn="t" rotWithShape="0">
              <a:schemeClr val="bg1">
                <a:lumMod val="50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椭圆 36">
            <a:extLst>
              <a:ext uri="{FF2B5EF4-FFF2-40B4-BE49-F238E27FC236}">
                <a16:creationId xmlns:a16="http://schemas.microsoft.com/office/drawing/2014/main" id="{F335F293-D3A7-236B-1B84-FE19B881138B}"/>
              </a:ext>
            </a:extLst>
          </p:cNvPr>
          <p:cNvSpPr/>
          <p:nvPr/>
        </p:nvSpPr>
        <p:spPr>
          <a:xfrm>
            <a:off x="3178847" y="2743515"/>
            <a:ext cx="5834304" cy="1904577"/>
          </a:xfrm>
          <a:prstGeom prst="ellipse">
            <a:avLst/>
          </a:prstGeom>
          <a:gradFill>
            <a:gsLst>
              <a:gs pos="0">
                <a:schemeClr val="accent1">
                  <a:alpha val="0"/>
                </a:schemeClr>
              </a:gs>
              <a:gs pos="100000">
                <a:schemeClr val="accent1">
                  <a:alpha val="11000"/>
                </a:schemeClr>
              </a:gs>
            </a:gsLst>
            <a:lin ang="5400000" scaled="1"/>
          </a:gradFill>
          <a:ln>
            <a:noFill/>
          </a:ln>
          <a:effectLst>
            <a:outerShdw blurRad="342900" dist="38100" dir="5400000" algn="t" rotWithShape="0">
              <a:schemeClr val="bg1">
                <a:lumMod val="50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D0F44BD2-977D-C3EF-CE20-0945CADEB181}"/>
              </a:ext>
            </a:extLst>
          </p:cNvPr>
          <p:cNvSpPr/>
          <p:nvPr/>
        </p:nvSpPr>
        <p:spPr>
          <a:xfrm>
            <a:off x="3403600" y="2728122"/>
            <a:ext cx="5384800" cy="1652153"/>
          </a:xfrm>
          <a:prstGeom prst="ellipse">
            <a:avLst/>
          </a:prstGeom>
          <a:noFill/>
          <a:ln w="22225">
            <a:gradFill>
              <a:gsLst>
                <a:gs pos="19000">
                  <a:schemeClr val="accent1">
                    <a:alpha val="0"/>
                  </a:schemeClr>
                </a:gs>
                <a:gs pos="100000">
                  <a:schemeClr val="accent1">
                    <a:alpha val="5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39" name="椭圆 38">
            <a:extLst>
              <a:ext uri="{FF2B5EF4-FFF2-40B4-BE49-F238E27FC236}">
                <a16:creationId xmlns:a16="http://schemas.microsoft.com/office/drawing/2014/main" id="{194D961C-6EA1-0AF5-B9F7-DBE50DB02EC4}"/>
              </a:ext>
            </a:extLst>
          </p:cNvPr>
          <p:cNvSpPr/>
          <p:nvPr/>
        </p:nvSpPr>
        <p:spPr>
          <a:xfrm>
            <a:off x="4310302" y="2033436"/>
            <a:ext cx="3571395" cy="1186243"/>
          </a:xfrm>
          <a:prstGeom prst="ellipse">
            <a:avLst/>
          </a:prstGeom>
          <a:gradFill>
            <a:gsLst>
              <a:gs pos="0">
                <a:schemeClr val="accent1">
                  <a:alpha val="0"/>
                </a:schemeClr>
              </a:gs>
              <a:gs pos="100000">
                <a:schemeClr val="accent1">
                  <a:alpha val="21000"/>
                </a:schemeClr>
              </a:gs>
            </a:gsLst>
            <a:lin ang="5400000" scaled="1"/>
          </a:gradFill>
          <a:ln>
            <a:noFill/>
          </a:ln>
          <a:effectLst>
            <a:outerShdw blurRad="342900" dist="38100" dir="5400000" algn="t" rotWithShape="0">
              <a:schemeClr val="bg1">
                <a:lumMod val="50000"/>
                <a:alpha val="1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椭圆 39">
            <a:extLst>
              <a:ext uri="{FF2B5EF4-FFF2-40B4-BE49-F238E27FC236}">
                <a16:creationId xmlns:a16="http://schemas.microsoft.com/office/drawing/2014/main" id="{F5B4DA2D-7A6E-EC4B-A616-312EDFBEEF21}"/>
              </a:ext>
            </a:extLst>
          </p:cNvPr>
          <p:cNvSpPr/>
          <p:nvPr/>
        </p:nvSpPr>
        <p:spPr>
          <a:xfrm>
            <a:off x="4489343" y="2023849"/>
            <a:ext cx="3213313" cy="1012794"/>
          </a:xfrm>
          <a:prstGeom prst="ellipse">
            <a:avLst/>
          </a:prstGeom>
          <a:noFill/>
          <a:ln w="22225">
            <a:gradFill>
              <a:gsLst>
                <a:gs pos="19000">
                  <a:schemeClr val="accent1">
                    <a:alpha val="0"/>
                  </a:schemeClr>
                </a:gs>
                <a:gs pos="100000">
                  <a:schemeClr val="accent1">
                    <a:alpha val="63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1" name="椭圆 40">
            <a:extLst>
              <a:ext uri="{FF2B5EF4-FFF2-40B4-BE49-F238E27FC236}">
                <a16:creationId xmlns:a16="http://schemas.microsoft.com/office/drawing/2014/main" id="{37C37301-F9EA-60C5-F2A8-D2FCC2E6278D}"/>
              </a:ext>
            </a:extLst>
          </p:cNvPr>
          <p:cNvSpPr/>
          <p:nvPr/>
        </p:nvSpPr>
        <p:spPr>
          <a:xfrm>
            <a:off x="2293444" y="3454513"/>
            <a:ext cx="7605110" cy="2344096"/>
          </a:xfrm>
          <a:prstGeom prst="ellipse">
            <a:avLst/>
          </a:prstGeom>
          <a:noFill/>
          <a:ln w="22225">
            <a:gradFill>
              <a:gsLst>
                <a:gs pos="19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2" name="椭圆 41">
            <a:extLst>
              <a:ext uri="{FF2B5EF4-FFF2-40B4-BE49-F238E27FC236}">
                <a16:creationId xmlns:a16="http://schemas.microsoft.com/office/drawing/2014/main" id="{797B6574-C864-DD2E-38D2-BECCAD9EE971}"/>
              </a:ext>
            </a:extLst>
          </p:cNvPr>
          <p:cNvSpPr/>
          <p:nvPr/>
        </p:nvSpPr>
        <p:spPr>
          <a:xfrm>
            <a:off x="2244104" y="4704319"/>
            <a:ext cx="148099" cy="148099"/>
          </a:xfrm>
          <a:prstGeom prst="ellipse">
            <a:avLst/>
          </a:prstGeom>
          <a:solidFill>
            <a:schemeClr val="tx1"/>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等腰三角形 42">
            <a:extLst>
              <a:ext uri="{FF2B5EF4-FFF2-40B4-BE49-F238E27FC236}">
                <a16:creationId xmlns:a16="http://schemas.microsoft.com/office/drawing/2014/main" id="{6F72C015-4231-D6EA-BFBB-2A9F20332AC5}"/>
              </a:ext>
            </a:extLst>
          </p:cNvPr>
          <p:cNvSpPr/>
          <p:nvPr/>
        </p:nvSpPr>
        <p:spPr>
          <a:xfrm rot="6577563">
            <a:off x="3760329" y="5512156"/>
            <a:ext cx="117122" cy="100967"/>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811B83AE-05BE-A563-E3A9-5EF91F488A0F}"/>
              </a:ext>
            </a:extLst>
          </p:cNvPr>
          <p:cNvSpPr/>
          <p:nvPr/>
        </p:nvSpPr>
        <p:spPr>
          <a:xfrm>
            <a:off x="6021951" y="5727425"/>
            <a:ext cx="148099" cy="148099"/>
          </a:xfrm>
          <a:prstGeom prst="ellipse">
            <a:avLst/>
          </a:prstGeom>
          <a:solidFill>
            <a:schemeClr val="tx1"/>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a:extLst>
              <a:ext uri="{FF2B5EF4-FFF2-40B4-BE49-F238E27FC236}">
                <a16:creationId xmlns:a16="http://schemas.microsoft.com/office/drawing/2014/main" id="{A0FC7865-4B06-A032-22E4-9722315F7488}"/>
              </a:ext>
            </a:extLst>
          </p:cNvPr>
          <p:cNvSpPr/>
          <p:nvPr/>
        </p:nvSpPr>
        <p:spPr>
          <a:xfrm>
            <a:off x="9772794" y="4704319"/>
            <a:ext cx="148099" cy="148099"/>
          </a:xfrm>
          <a:prstGeom prst="ellipse">
            <a:avLst/>
          </a:prstGeom>
          <a:solidFill>
            <a:schemeClr val="tx1"/>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等腰三角形 45">
            <a:extLst>
              <a:ext uri="{FF2B5EF4-FFF2-40B4-BE49-F238E27FC236}">
                <a16:creationId xmlns:a16="http://schemas.microsoft.com/office/drawing/2014/main" id="{5417E08F-6A72-ECC6-3C17-883AA04D359F}"/>
              </a:ext>
            </a:extLst>
          </p:cNvPr>
          <p:cNvSpPr/>
          <p:nvPr/>
        </p:nvSpPr>
        <p:spPr>
          <a:xfrm rot="4558482">
            <a:off x="8372045" y="5504463"/>
            <a:ext cx="117122" cy="100967"/>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2C5C8BCB-45FF-1C01-2816-93CFA77C8B06}"/>
              </a:ext>
            </a:extLst>
          </p:cNvPr>
          <p:cNvSpPr/>
          <p:nvPr/>
        </p:nvSpPr>
        <p:spPr>
          <a:xfrm>
            <a:off x="3334167" y="3496472"/>
            <a:ext cx="148099" cy="148099"/>
          </a:xfrm>
          <a:prstGeom prst="ellipse">
            <a:avLst/>
          </a:prstGeom>
          <a:solidFill>
            <a:schemeClr val="tx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椭圆 47">
            <a:extLst>
              <a:ext uri="{FF2B5EF4-FFF2-40B4-BE49-F238E27FC236}">
                <a16:creationId xmlns:a16="http://schemas.microsoft.com/office/drawing/2014/main" id="{DD067CC7-F2BE-9D57-F33A-C8BA478E71FD}"/>
              </a:ext>
            </a:extLst>
          </p:cNvPr>
          <p:cNvSpPr/>
          <p:nvPr/>
        </p:nvSpPr>
        <p:spPr>
          <a:xfrm>
            <a:off x="6021950" y="4299223"/>
            <a:ext cx="148099" cy="148099"/>
          </a:xfrm>
          <a:prstGeom prst="ellipse">
            <a:avLst/>
          </a:prstGeom>
          <a:solidFill>
            <a:schemeClr val="tx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a:extLst>
              <a:ext uri="{FF2B5EF4-FFF2-40B4-BE49-F238E27FC236}">
                <a16:creationId xmlns:a16="http://schemas.microsoft.com/office/drawing/2014/main" id="{F410D7B4-2606-32B3-060D-5188AFB4BBA0}"/>
              </a:ext>
            </a:extLst>
          </p:cNvPr>
          <p:cNvSpPr/>
          <p:nvPr/>
        </p:nvSpPr>
        <p:spPr>
          <a:xfrm>
            <a:off x="8709733" y="3496472"/>
            <a:ext cx="148099" cy="148099"/>
          </a:xfrm>
          <a:prstGeom prst="ellipse">
            <a:avLst/>
          </a:prstGeom>
          <a:solidFill>
            <a:schemeClr val="tx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EBAD1295-0C6D-D08F-BBE1-8BDC05425D5A}"/>
              </a:ext>
            </a:extLst>
          </p:cNvPr>
          <p:cNvSpPr txBox="1"/>
          <p:nvPr/>
        </p:nvSpPr>
        <p:spPr>
          <a:xfrm>
            <a:off x="649706" y="523557"/>
            <a:ext cx="6862344"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产品矩阵模型</a:t>
            </a:r>
          </a:p>
        </p:txBody>
      </p:sp>
      <p:sp>
        <p:nvSpPr>
          <p:cNvPr id="51" name="文本框 50">
            <a:extLst>
              <a:ext uri="{FF2B5EF4-FFF2-40B4-BE49-F238E27FC236}">
                <a16:creationId xmlns:a16="http://schemas.microsoft.com/office/drawing/2014/main" id="{E9CE4BAC-BBE4-74E8-F46A-7B861585BD42}"/>
              </a:ext>
            </a:extLst>
          </p:cNvPr>
          <p:cNvSpPr txBox="1"/>
          <p:nvPr/>
        </p:nvSpPr>
        <p:spPr>
          <a:xfrm>
            <a:off x="1021169" y="4565819"/>
            <a:ext cx="954107" cy="461665"/>
          </a:xfrm>
          <a:prstGeom prst="rect">
            <a:avLst/>
          </a:prstGeom>
          <a:noFill/>
        </p:spPr>
        <p:txBody>
          <a:bodyPr wrap="none" rtlCol="0">
            <a:spAutoFit/>
          </a:bodyPr>
          <a:lstStyle/>
          <a:p>
            <a:pPr algn="ctr"/>
            <a:r>
              <a:rPr lang="zh-CN" altLang="en-US" sz="1200" dirty="0">
                <a:solidFill>
                  <a:schemeClr val="bg1"/>
                </a:solidFill>
              </a:rPr>
              <a:t>网站搭建与</a:t>
            </a:r>
            <a:endParaRPr lang="en-US" altLang="zh-CN" sz="1200">
              <a:solidFill>
                <a:schemeClr val="bg1"/>
              </a:solidFill>
            </a:endParaRPr>
          </a:p>
          <a:p>
            <a:pPr algn="ctr"/>
            <a:r>
              <a:rPr lang="zh-CN" altLang="en-US" sz="1200">
                <a:solidFill>
                  <a:schemeClr val="bg1"/>
                </a:solidFill>
              </a:rPr>
              <a:t>平台</a:t>
            </a:r>
            <a:r>
              <a:rPr lang="zh-CN" altLang="en-US" sz="1200" dirty="0">
                <a:solidFill>
                  <a:schemeClr val="bg1"/>
                </a:solidFill>
              </a:rPr>
              <a:t>选择</a:t>
            </a:r>
          </a:p>
        </p:txBody>
      </p:sp>
      <p:sp>
        <p:nvSpPr>
          <p:cNvPr id="52" name="文本框 51">
            <a:extLst>
              <a:ext uri="{FF2B5EF4-FFF2-40B4-BE49-F238E27FC236}">
                <a16:creationId xmlns:a16="http://schemas.microsoft.com/office/drawing/2014/main" id="{184A6BF6-982C-6666-3C84-9683283E7BD0}"/>
              </a:ext>
            </a:extLst>
          </p:cNvPr>
          <p:cNvSpPr txBox="1"/>
          <p:nvPr/>
        </p:nvSpPr>
        <p:spPr>
          <a:xfrm>
            <a:off x="5542001" y="5911209"/>
            <a:ext cx="1107996" cy="276999"/>
          </a:xfrm>
          <a:prstGeom prst="rect">
            <a:avLst/>
          </a:prstGeom>
          <a:noFill/>
        </p:spPr>
        <p:txBody>
          <a:bodyPr wrap="none" rtlCol="0">
            <a:spAutoFit/>
          </a:bodyPr>
          <a:lstStyle/>
          <a:p>
            <a:pPr algn="ctr"/>
            <a:r>
              <a:rPr lang="zh-CN" altLang="en-US" sz="1200" dirty="0">
                <a:solidFill>
                  <a:schemeClr val="bg1"/>
                </a:solidFill>
              </a:rPr>
              <a:t>基本功能实现</a:t>
            </a:r>
          </a:p>
        </p:txBody>
      </p:sp>
      <p:sp>
        <p:nvSpPr>
          <p:cNvPr id="53" name="文本框 52">
            <a:extLst>
              <a:ext uri="{FF2B5EF4-FFF2-40B4-BE49-F238E27FC236}">
                <a16:creationId xmlns:a16="http://schemas.microsoft.com/office/drawing/2014/main" id="{0E1DFF37-A829-168E-B43F-452860D5CECF}"/>
              </a:ext>
            </a:extLst>
          </p:cNvPr>
          <p:cNvSpPr txBox="1"/>
          <p:nvPr/>
        </p:nvSpPr>
        <p:spPr>
          <a:xfrm>
            <a:off x="10057966" y="4649638"/>
            <a:ext cx="1107996" cy="276999"/>
          </a:xfrm>
          <a:prstGeom prst="rect">
            <a:avLst/>
          </a:prstGeom>
          <a:noFill/>
        </p:spPr>
        <p:txBody>
          <a:bodyPr wrap="none" rtlCol="0">
            <a:spAutoFit/>
          </a:bodyPr>
          <a:lstStyle/>
          <a:p>
            <a:pPr algn="ctr"/>
            <a:r>
              <a:rPr lang="zh-CN" altLang="en-US" sz="1200" dirty="0">
                <a:solidFill>
                  <a:schemeClr val="bg1"/>
                </a:solidFill>
              </a:rPr>
              <a:t>初步营销推广</a:t>
            </a:r>
          </a:p>
        </p:txBody>
      </p:sp>
      <p:sp>
        <p:nvSpPr>
          <p:cNvPr id="54" name="文本框 53">
            <a:extLst>
              <a:ext uri="{FF2B5EF4-FFF2-40B4-BE49-F238E27FC236}">
                <a16:creationId xmlns:a16="http://schemas.microsoft.com/office/drawing/2014/main" id="{94C619D4-4C8D-7C0E-32C9-E9D9254D14EA}"/>
              </a:ext>
            </a:extLst>
          </p:cNvPr>
          <p:cNvSpPr txBox="1"/>
          <p:nvPr/>
        </p:nvSpPr>
        <p:spPr>
          <a:xfrm>
            <a:off x="1919890" y="3421909"/>
            <a:ext cx="1261884" cy="276999"/>
          </a:xfrm>
          <a:prstGeom prst="rect">
            <a:avLst/>
          </a:prstGeom>
          <a:noFill/>
        </p:spPr>
        <p:txBody>
          <a:bodyPr wrap="none" rtlCol="0">
            <a:spAutoFit/>
          </a:bodyPr>
          <a:lstStyle/>
          <a:p>
            <a:pPr algn="ctr"/>
            <a:r>
              <a:rPr lang="zh-CN" altLang="en-US" sz="1200" dirty="0">
                <a:solidFill>
                  <a:schemeClr val="bg1"/>
                </a:solidFill>
              </a:rPr>
              <a:t>多元化功能拓展</a:t>
            </a:r>
          </a:p>
        </p:txBody>
      </p:sp>
      <p:sp>
        <p:nvSpPr>
          <p:cNvPr id="55" name="文本框 54">
            <a:extLst>
              <a:ext uri="{FF2B5EF4-FFF2-40B4-BE49-F238E27FC236}">
                <a16:creationId xmlns:a16="http://schemas.microsoft.com/office/drawing/2014/main" id="{C5D6A07D-7F8C-762E-D5F8-B8D9F00ACE3E}"/>
              </a:ext>
            </a:extLst>
          </p:cNvPr>
          <p:cNvSpPr txBox="1"/>
          <p:nvPr/>
        </p:nvSpPr>
        <p:spPr>
          <a:xfrm>
            <a:off x="5542001" y="4457190"/>
            <a:ext cx="1107996" cy="276999"/>
          </a:xfrm>
          <a:prstGeom prst="rect">
            <a:avLst/>
          </a:prstGeom>
          <a:noFill/>
        </p:spPr>
        <p:txBody>
          <a:bodyPr wrap="none" rtlCol="0">
            <a:spAutoFit/>
          </a:bodyPr>
          <a:lstStyle/>
          <a:p>
            <a:pPr algn="ctr"/>
            <a:r>
              <a:rPr lang="zh-CN" altLang="en-US" sz="1200" dirty="0">
                <a:solidFill>
                  <a:schemeClr val="bg1"/>
                </a:solidFill>
              </a:rPr>
              <a:t>用户体验优化</a:t>
            </a:r>
          </a:p>
        </p:txBody>
      </p:sp>
      <p:sp>
        <p:nvSpPr>
          <p:cNvPr id="56" name="文本框 55">
            <a:extLst>
              <a:ext uri="{FF2B5EF4-FFF2-40B4-BE49-F238E27FC236}">
                <a16:creationId xmlns:a16="http://schemas.microsoft.com/office/drawing/2014/main" id="{A14CE1E6-0AB0-A883-2BD1-0A8BB791D8C9}"/>
              </a:ext>
            </a:extLst>
          </p:cNvPr>
          <p:cNvSpPr txBox="1"/>
          <p:nvPr/>
        </p:nvSpPr>
        <p:spPr>
          <a:xfrm>
            <a:off x="9016714" y="3421909"/>
            <a:ext cx="1261884" cy="276999"/>
          </a:xfrm>
          <a:prstGeom prst="rect">
            <a:avLst/>
          </a:prstGeom>
          <a:noFill/>
        </p:spPr>
        <p:txBody>
          <a:bodyPr wrap="none" rtlCol="0">
            <a:spAutoFit/>
          </a:bodyPr>
          <a:lstStyle/>
          <a:p>
            <a:pPr algn="ctr"/>
            <a:r>
              <a:rPr lang="zh-CN" altLang="en-US" sz="1200" dirty="0">
                <a:solidFill>
                  <a:schemeClr val="bg1"/>
                </a:solidFill>
              </a:rPr>
              <a:t>技术创新与升级</a:t>
            </a:r>
          </a:p>
        </p:txBody>
      </p:sp>
      <p:sp>
        <p:nvSpPr>
          <p:cNvPr id="57" name="椭圆 56">
            <a:extLst>
              <a:ext uri="{FF2B5EF4-FFF2-40B4-BE49-F238E27FC236}">
                <a16:creationId xmlns:a16="http://schemas.microsoft.com/office/drawing/2014/main" id="{BD90C70C-57A9-2264-DDF3-B242931122F3}"/>
              </a:ext>
            </a:extLst>
          </p:cNvPr>
          <p:cNvSpPr/>
          <p:nvPr/>
        </p:nvSpPr>
        <p:spPr>
          <a:xfrm>
            <a:off x="4437520" y="2528628"/>
            <a:ext cx="148099" cy="148099"/>
          </a:xfrm>
          <a:prstGeom prst="ellipse">
            <a:avLst/>
          </a:prstGeom>
          <a:solidFill>
            <a:schemeClr val="tx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椭圆 57">
            <a:extLst>
              <a:ext uri="{FF2B5EF4-FFF2-40B4-BE49-F238E27FC236}">
                <a16:creationId xmlns:a16="http://schemas.microsoft.com/office/drawing/2014/main" id="{25D2A676-C6A9-6BB3-9009-0FB9EDDCDC9C}"/>
              </a:ext>
            </a:extLst>
          </p:cNvPr>
          <p:cNvSpPr/>
          <p:nvPr/>
        </p:nvSpPr>
        <p:spPr>
          <a:xfrm>
            <a:off x="6021950" y="2960133"/>
            <a:ext cx="148099" cy="148099"/>
          </a:xfrm>
          <a:prstGeom prst="ellipse">
            <a:avLst/>
          </a:prstGeom>
          <a:solidFill>
            <a:schemeClr val="tx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D59175ED-F8A4-3D3F-B00A-13124F618837}"/>
              </a:ext>
            </a:extLst>
          </p:cNvPr>
          <p:cNvSpPr/>
          <p:nvPr/>
        </p:nvSpPr>
        <p:spPr>
          <a:xfrm>
            <a:off x="7592567" y="2528628"/>
            <a:ext cx="148099" cy="148099"/>
          </a:xfrm>
          <a:prstGeom prst="ellipse">
            <a:avLst/>
          </a:prstGeom>
          <a:solidFill>
            <a:schemeClr val="tx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0D013CA8-D49A-27BA-6358-862D45223980}"/>
              </a:ext>
            </a:extLst>
          </p:cNvPr>
          <p:cNvSpPr txBox="1"/>
          <p:nvPr/>
        </p:nvSpPr>
        <p:spPr>
          <a:xfrm>
            <a:off x="3069836" y="2445536"/>
            <a:ext cx="1107996" cy="276999"/>
          </a:xfrm>
          <a:prstGeom prst="rect">
            <a:avLst/>
          </a:prstGeom>
          <a:noFill/>
        </p:spPr>
        <p:txBody>
          <a:bodyPr wrap="none" rtlCol="0">
            <a:spAutoFit/>
          </a:bodyPr>
          <a:lstStyle/>
          <a:p>
            <a:pPr algn="ctr"/>
            <a:r>
              <a:rPr lang="zh-CN" altLang="en-US" sz="1200" dirty="0">
                <a:solidFill>
                  <a:schemeClr val="bg1"/>
                </a:solidFill>
              </a:rPr>
              <a:t>生态体系构建</a:t>
            </a:r>
          </a:p>
        </p:txBody>
      </p:sp>
      <p:sp>
        <p:nvSpPr>
          <p:cNvPr id="61" name="文本框 60">
            <a:extLst>
              <a:ext uri="{FF2B5EF4-FFF2-40B4-BE49-F238E27FC236}">
                <a16:creationId xmlns:a16="http://schemas.microsoft.com/office/drawing/2014/main" id="{510241EB-E3D8-2A5F-DE7F-77597A23D18E}"/>
              </a:ext>
            </a:extLst>
          </p:cNvPr>
          <p:cNvSpPr txBox="1"/>
          <p:nvPr/>
        </p:nvSpPr>
        <p:spPr>
          <a:xfrm>
            <a:off x="5388113" y="3105582"/>
            <a:ext cx="1415773" cy="276999"/>
          </a:xfrm>
          <a:prstGeom prst="rect">
            <a:avLst/>
          </a:prstGeom>
          <a:noFill/>
        </p:spPr>
        <p:txBody>
          <a:bodyPr wrap="none" rtlCol="0">
            <a:spAutoFit/>
          </a:bodyPr>
          <a:lstStyle/>
          <a:p>
            <a:pPr algn="ctr"/>
            <a:r>
              <a:rPr lang="zh-CN" altLang="en-US" sz="1200" dirty="0">
                <a:solidFill>
                  <a:schemeClr val="bg1"/>
                </a:solidFill>
              </a:rPr>
              <a:t>创新业务模式探索</a:t>
            </a:r>
          </a:p>
        </p:txBody>
      </p:sp>
      <p:sp>
        <p:nvSpPr>
          <p:cNvPr id="62" name="文本框 61">
            <a:extLst>
              <a:ext uri="{FF2B5EF4-FFF2-40B4-BE49-F238E27FC236}">
                <a16:creationId xmlns:a16="http://schemas.microsoft.com/office/drawing/2014/main" id="{78E3DA98-F336-4A54-F197-76B4913F1C39}"/>
              </a:ext>
            </a:extLst>
          </p:cNvPr>
          <p:cNvSpPr txBox="1"/>
          <p:nvPr/>
        </p:nvSpPr>
        <p:spPr>
          <a:xfrm>
            <a:off x="7963163" y="2416498"/>
            <a:ext cx="1261884" cy="276999"/>
          </a:xfrm>
          <a:prstGeom prst="rect">
            <a:avLst/>
          </a:prstGeom>
          <a:noFill/>
        </p:spPr>
        <p:txBody>
          <a:bodyPr wrap="none" rtlCol="0">
            <a:spAutoFit/>
          </a:bodyPr>
          <a:lstStyle/>
          <a:p>
            <a:pPr algn="ctr"/>
            <a:r>
              <a:rPr lang="zh-CN" altLang="en-US" sz="1200" dirty="0">
                <a:solidFill>
                  <a:schemeClr val="bg1"/>
                </a:solidFill>
              </a:rPr>
              <a:t>国际化发展战略</a:t>
            </a:r>
          </a:p>
        </p:txBody>
      </p:sp>
      <p:sp>
        <p:nvSpPr>
          <p:cNvPr id="63" name="等腰三角形 62">
            <a:extLst>
              <a:ext uri="{FF2B5EF4-FFF2-40B4-BE49-F238E27FC236}">
                <a16:creationId xmlns:a16="http://schemas.microsoft.com/office/drawing/2014/main" id="{6743AD24-39F6-AD19-9603-B857566927D8}"/>
              </a:ext>
            </a:extLst>
          </p:cNvPr>
          <p:cNvSpPr/>
          <p:nvPr/>
        </p:nvSpPr>
        <p:spPr>
          <a:xfrm rot="6577563">
            <a:off x="4363562" y="4149345"/>
            <a:ext cx="117122" cy="100967"/>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等腰三角形 63">
            <a:extLst>
              <a:ext uri="{FF2B5EF4-FFF2-40B4-BE49-F238E27FC236}">
                <a16:creationId xmlns:a16="http://schemas.microsoft.com/office/drawing/2014/main" id="{1D000746-D0CC-A7FD-38E2-FE4FC1880DD3}"/>
              </a:ext>
            </a:extLst>
          </p:cNvPr>
          <p:cNvSpPr/>
          <p:nvPr/>
        </p:nvSpPr>
        <p:spPr>
          <a:xfrm rot="4558482">
            <a:off x="7707266" y="4154343"/>
            <a:ext cx="117122" cy="100967"/>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等腰三角形 64">
            <a:extLst>
              <a:ext uri="{FF2B5EF4-FFF2-40B4-BE49-F238E27FC236}">
                <a16:creationId xmlns:a16="http://schemas.microsoft.com/office/drawing/2014/main" id="{62CFC648-FE92-7A07-A88A-888D26757909}"/>
              </a:ext>
            </a:extLst>
          </p:cNvPr>
          <p:cNvSpPr/>
          <p:nvPr/>
        </p:nvSpPr>
        <p:spPr>
          <a:xfrm rot="4558482">
            <a:off x="7033920" y="2874092"/>
            <a:ext cx="117122" cy="100967"/>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等腰三角形 65">
            <a:extLst>
              <a:ext uri="{FF2B5EF4-FFF2-40B4-BE49-F238E27FC236}">
                <a16:creationId xmlns:a16="http://schemas.microsoft.com/office/drawing/2014/main" id="{FAF8FBC1-E84E-4F47-6F69-CBC6BF8704DC}"/>
              </a:ext>
            </a:extLst>
          </p:cNvPr>
          <p:cNvSpPr/>
          <p:nvPr/>
        </p:nvSpPr>
        <p:spPr>
          <a:xfrm rot="6577563">
            <a:off x="5036908" y="2869476"/>
            <a:ext cx="117122" cy="100967"/>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81">
            <a:extLst>
              <a:ext uri="{FF2B5EF4-FFF2-40B4-BE49-F238E27FC236}">
                <a16:creationId xmlns:a16="http://schemas.microsoft.com/office/drawing/2014/main" id="{618494AB-5D9C-937C-A4D6-5719E12AEE6E}"/>
              </a:ext>
            </a:extLst>
          </p:cNvPr>
          <p:cNvSpPr txBox="1"/>
          <p:nvPr/>
        </p:nvSpPr>
        <p:spPr>
          <a:xfrm>
            <a:off x="4964921" y="4966761"/>
            <a:ext cx="2262158" cy="369332"/>
          </a:xfrm>
          <a:prstGeom prst="rect">
            <a:avLst/>
          </a:prstGeom>
          <a:noFill/>
        </p:spPr>
        <p:txBody>
          <a:bodyPr wrap="none" rtlCol="0">
            <a:spAutoFit/>
          </a:bodyPr>
          <a:lstStyle/>
          <a:p>
            <a:pPr algn="ctr"/>
            <a:r>
              <a:rPr lang="zh-CN" altLang="en-US" b="1" dirty="0">
                <a:solidFill>
                  <a:schemeClr val="accent2"/>
                </a:solidFill>
              </a:rPr>
              <a:t>基础建设与功能实现</a:t>
            </a:r>
          </a:p>
        </p:txBody>
      </p:sp>
      <p:sp>
        <p:nvSpPr>
          <p:cNvPr id="83" name="文本框 82">
            <a:extLst>
              <a:ext uri="{FF2B5EF4-FFF2-40B4-BE49-F238E27FC236}">
                <a16:creationId xmlns:a16="http://schemas.microsoft.com/office/drawing/2014/main" id="{953B6EE9-E254-12A7-8358-016BE24B22AB}"/>
              </a:ext>
            </a:extLst>
          </p:cNvPr>
          <p:cNvSpPr txBox="1"/>
          <p:nvPr/>
        </p:nvSpPr>
        <p:spPr>
          <a:xfrm>
            <a:off x="4964920" y="2224420"/>
            <a:ext cx="2262158" cy="369332"/>
          </a:xfrm>
          <a:prstGeom prst="rect">
            <a:avLst/>
          </a:prstGeom>
          <a:noFill/>
        </p:spPr>
        <p:txBody>
          <a:bodyPr wrap="none" rtlCol="0">
            <a:spAutoFit/>
          </a:bodyPr>
          <a:lstStyle/>
          <a:p>
            <a:pPr algn="ctr"/>
            <a:r>
              <a:rPr lang="zh-CN" altLang="en-US" b="1" dirty="0">
                <a:solidFill>
                  <a:schemeClr val="accent1"/>
                </a:solidFill>
              </a:rPr>
              <a:t>生态构建与创新发展</a:t>
            </a:r>
          </a:p>
        </p:txBody>
      </p:sp>
      <p:sp>
        <p:nvSpPr>
          <p:cNvPr id="84" name="文本框 83">
            <a:extLst>
              <a:ext uri="{FF2B5EF4-FFF2-40B4-BE49-F238E27FC236}">
                <a16:creationId xmlns:a16="http://schemas.microsoft.com/office/drawing/2014/main" id="{12477646-E7A1-FF5B-E9DC-6F44E02C5E4B}"/>
              </a:ext>
            </a:extLst>
          </p:cNvPr>
          <p:cNvSpPr txBox="1"/>
          <p:nvPr/>
        </p:nvSpPr>
        <p:spPr>
          <a:xfrm>
            <a:off x="4964920" y="3554106"/>
            <a:ext cx="2262159" cy="369332"/>
          </a:xfrm>
          <a:prstGeom prst="rect">
            <a:avLst/>
          </a:prstGeom>
          <a:noFill/>
        </p:spPr>
        <p:txBody>
          <a:bodyPr wrap="none" rtlCol="0">
            <a:spAutoFit/>
          </a:bodyPr>
          <a:lstStyle/>
          <a:p>
            <a:pPr algn="ctr"/>
            <a:r>
              <a:rPr lang="zh-CN" altLang="en-US" b="1" dirty="0">
                <a:solidFill>
                  <a:schemeClr val="accent1"/>
                </a:solidFill>
              </a:rPr>
              <a:t>功能拓展与优化升级</a:t>
            </a:r>
          </a:p>
        </p:txBody>
      </p:sp>
    </p:spTree>
    <p:extLst>
      <p:ext uri="{BB962C8B-B14F-4D97-AF65-F5344CB8AC3E}">
        <p14:creationId xmlns:p14="http://schemas.microsoft.com/office/powerpoint/2010/main" val="30367478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营销数字化新形态</a:t>
            </a:r>
            <a:endParaRPr lang="en-US" altLang="zh-CN" dirty="0"/>
          </a:p>
        </p:txBody>
      </p:sp>
      <p:grpSp>
        <p:nvGrpSpPr>
          <p:cNvPr id="2" name="组合 1">
            <a:extLst>
              <a:ext uri="{FF2B5EF4-FFF2-40B4-BE49-F238E27FC236}">
                <a16:creationId xmlns:a16="http://schemas.microsoft.com/office/drawing/2014/main" id="{0759A701-1D1F-854C-98BB-596DD2D34C26}"/>
              </a:ext>
            </a:extLst>
          </p:cNvPr>
          <p:cNvGrpSpPr/>
          <p:nvPr/>
        </p:nvGrpSpPr>
        <p:grpSpPr>
          <a:xfrm>
            <a:off x="1399399" y="1154457"/>
            <a:ext cx="9393202" cy="5394933"/>
            <a:chOff x="1899778" y="1200177"/>
            <a:chExt cx="8392444" cy="4820153"/>
          </a:xfrm>
        </p:grpSpPr>
        <p:sp>
          <p:nvSpPr>
            <p:cNvPr id="22" name="任意多边形: 形状 21">
              <a:extLst>
                <a:ext uri="{FF2B5EF4-FFF2-40B4-BE49-F238E27FC236}">
                  <a16:creationId xmlns:a16="http://schemas.microsoft.com/office/drawing/2014/main" id="{61EF97A0-2BA6-2103-C018-EA7DC37A182F}"/>
                </a:ext>
              </a:extLst>
            </p:cNvPr>
            <p:cNvSpPr/>
            <p:nvPr/>
          </p:nvSpPr>
          <p:spPr>
            <a:xfrm>
              <a:off x="1952587" y="1902756"/>
              <a:ext cx="8286825" cy="3549467"/>
            </a:xfrm>
            <a:custGeom>
              <a:avLst/>
              <a:gdLst>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501 w 7987236"/>
                <a:gd name="connsiteY4" fmla="*/ 866139 h 4365770"/>
                <a:gd name="connsiteX5" fmla="*/ 4278864 w 7987236"/>
                <a:gd name="connsiteY5" fmla="*/ 915572 h 4365770"/>
                <a:gd name="connsiteX6" fmla="*/ 4278948 w 7987236"/>
                <a:gd name="connsiteY6" fmla="*/ 916727 h 4365770"/>
                <a:gd name="connsiteX7" fmla="*/ 4285552 w 7987236"/>
                <a:gd name="connsiteY7" fmla="*/ 971697 h 4365770"/>
                <a:gd name="connsiteX8" fmla="*/ 4358821 w 7987236"/>
                <a:gd name="connsiteY8" fmla="*/ 1404359 h 4365770"/>
                <a:gd name="connsiteX9" fmla="*/ 4419370 w 7987236"/>
                <a:gd name="connsiteY9" fmla="*/ 1678677 h 4365770"/>
                <a:gd name="connsiteX10" fmla="*/ 4561374 w 7987236"/>
                <a:gd name="connsiteY10" fmla="*/ 2039394 h 4365770"/>
                <a:gd name="connsiteX11" fmla="*/ 6017649 w 7987236"/>
                <a:gd name="connsiteY11" fmla="*/ 3683414 h 4365770"/>
                <a:gd name="connsiteX12" fmla="*/ 7878001 w 7987236"/>
                <a:gd name="connsiteY12" fmla="*/ 4359431 h 4365770"/>
                <a:gd name="connsiteX13" fmla="*/ 7987236 w 7987236"/>
                <a:gd name="connsiteY13" fmla="*/ 4365770 h 4365770"/>
                <a:gd name="connsiteX14" fmla="*/ 0 w 7987236"/>
                <a:gd name="connsiteY14" fmla="*/ 4365770 h 4365770"/>
                <a:gd name="connsiteX15" fmla="*/ 109217 w 7987236"/>
                <a:gd name="connsiteY15" fmla="*/ 4359432 h 4365770"/>
                <a:gd name="connsiteX16" fmla="*/ 1969571 w 7987236"/>
                <a:gd name="connsiteY16" fmla="*/ 3683415 h 4365770"/>
                <a:gd name="connsiteX17" fmla="*/ 3425846 w 7987236"/>
                <a:gd name="connsiteY17" fmla="*/ 2039395 h 4365770"/>
                <a:gd name="connsiteX18" fmla="*/ 3566763 w 7987236"/>
                <a:gd name="connsiteY18" fmla="*/ 1681440 h 4365770"/>
                <a:gd name="connsiteX19" fmla="*/ 3627917 w 7987236"/>
                <a:gd name="connsiteY19" fmla="*/ 1404359 h 4365770"/>
                <a:gd name="connsiteX20" fmla="*/ 3701185 w 7987236"/>
                <a:gd name="connsiteY20" fmla="*/ 971697 h 4365770"/>
                <a:gd name="connsiteX21" fmla="*/ 3708382 w 7987236"/>
                <a:gd name="connsiteY21" fmla="*/ 911805 h 4365770"/>
                <a:gd name="connsiteX22" fmla="*/ 3708720 w 7987236"/>
                <a:gd name="connsiteY22" fmla="*/ 866139 h 4365770"/>
                <a:gd name="connsiteX23" fmla="*/ 3713870 w 7987236"/>
                <a:gd name="connsiteY23" fmla="*/ 866139 h 4365770"/>
                <a:gd name="connsiteX24" fmla="*/ 3715727 w 7987236"/>
                <a:gd name="connsiteY24" fmla="*/ 850683 h 4365770"/>
                <a:gd name="connsiteX25" fmla="*/ 3429750 w 7987236"/>
                <a:gd name="connsiteY25" fmla="*/ 850683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08720 w 7987236"/>
                <a:gd name="connsiteY21" fmla="*/ 866139 h 4365770"/>
                <a:gd name="connsiteX22" fmla="*/ 3713870 w 7987236"/>
                <a:gd name="connsiteY22" fmla="*/ 866139 h 4365770"/>
                <a:gd name="connsiteX23" fmla="*/ 3715727 w 7987236"/>
                <a:gd name="connsiteY23" fmla="*/ 850683 h 4365770"/>
                <a:gd name="connsiteX24" fmla="*/ 3429750 w 7987236"/>
                <a:gd name="connsiteY24" fmla="*/ 850683 h 4365770"/>
                <a:gd name="connsiteX25" fmla="*/ 3993849 w 7987236"/>
                <a:gd name="connsiteY25" fmla="*/ 0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08720 w 7987236"/>
                <a:gd name="connsiteY21" fmla="*/ 866139 h 4365770"/>
                <a:gd name="connsiteX22" fmla="*/ 3715727 w 7987236"/>
                <a:gd name="connsiteY22" fmla="*/ 850683 h 4365770"/>
                <a:gd name="connsiteX23" fmla="*/ 3429750 w 7987236"/>
                <a:gd name="connsiteY23" fmla="*/ 850683 h 4365770"/>
                <a:gd name="connsiteX24" fmla="*/ 3993849 w 7987236"/>
                <a:gd name="connsiteY24" fmla="*/ 0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15727 w 7987236"/>
                <a:gd name="connsiteY21" fmla="*/ 850683 h 4365770"/>
                <a:gd name="connsiteX22" fmla="*/ 3429750 w 7987236"/>
                <a:gd name="connsiteY22" fmla="*/ 850683 h 4365770"/>
                <a:gd name="connsiteX23" fmla="*/ 3993849 w 7987236"/>
                <a:gd name="connsiteY23" fmla="*/ 0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15727 w 7987236"/>
                <a:gd name="connsiteY21" fmla="*/ 850683 h 4365770"/>
                <a:gd name="connsiteX22" fmla="*/ 3429750 w 7987236"/>
                <a:gd name="connsiteY22" fmla="*/ 850683 h 4365770"/>
                <a:gd name="connsiteX23" fmla="*/ 3993849 w 7987236"/>
                <a:gd name="connsiteY23" fmla="*/ 0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15727 w 7987236"/>
                <a:gd name="connsiteY21" fmla="*/ 850683 h 4365770"/>
                <a:gd name="connsiteX22" fmla="*/ 3429750 w 7987236"/>
                <a:gd name="connsiteY22" fmla="*/ 850683 h 4365770"/>
                <a:gd name="connsiteX23" fmla="*/ 3993849 w 7987236"/>
                <a:gd name="connsiteY23" fmla="*/ 0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15727 w 7987236"/>
                <a:gd name="connsiteY21" fmla="*/ 850683 h 4365770"/>
                <a:gd name="connsiteX22" fmla="*/ 3429750 w 7987236"/>
                <a:gd name="connsiteY22" fmla="*/ 850683 h 4365770"/>
                <a:gd name="connsiteX23" fmla="*/ 3993849 w 7987236"/>
                <a:gd name="connsiteY23" fmla="*/ 0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15727 w 7987236"/>
                <a:gd name="connsiteY21" fmla="*/ 850683 h 4365770"/>
                <a:gd name="connsiteX22" fmla="*/ 3429750 w 7987236"/>
                <a:gd name="connsiteY22" fmla="*/ 850683 h 4365770"/>
                <a:gd name="connsiteX23" fmla="*/ 3993849 w 7987236"/>
                <a:gd name="connsiteY23" fmla="*/ 0 h 4365770"/>
                <a:gd name="connsiteX0" fmla="*/ 3993849 w 7987236"/>
                <a:gd name="connsiteY0" fmla="*/ 0 h 4365770"/>
                <a:gd name="connsiteX1" fmla="*/ 4557470 w 7987236"/>
                <a:gd name="connsiteY1" fmla="*/ 850683 h 4365770"/>
                <a:gd name="connsiteX2" fmla="*/ 4271012 w 7987236"/>
                <a:gd name="connsiteY2" fmla="*/ 850683 h 4365770"/>
                <a:gd name="connsiteX3" fmla="*/ 4272869 w 7987236"/>
                <a:gd name="connsiteY3" fmla="*/ 866139 h 4365770"/>
                <a:gd name="connsiteX4" fmla="*/ 4278864 w 7987236"/>
                <a:gd name="connsiteY4" fmla="*/ 915572 h 4365770"/>
                <a:gd name="connsiteX5" fmla="*/ 4278948 w 7987236"/>
                <a:gd name="connsiteY5" fmla="*/ 916727 h 4365770"/>
                <a:gd name="connsiteX6" fmla="*/ 4285552 w 7987236"/>
                <a:gd name="connsiteY6" fmla="*/ 971697 h 4365770"/>
                <a:gd name="connsiteX7" fmla="*/ 4358821 w 7987236"/>
                <a:gd name="connsiteY7" fmla="*/ 1404359 h 4365770"/>
                <a:gd name="connsiteX8" fmla="*/ 4419370 w 7987236"/>
                <a:gd name="connsiteY8" fmla="*/ 1678677 h 4365770"/>
                <a:gd name="connsiteX9" fmla="*/ 4561374 w 7987236"/>
                <a:gd name="connsiteY9" fmla="*/ 2039394 h 4365770"/>
                <a:gd name="connsiteX10" fmla="*/ 6017649 w 7987236"/>
                <a:gd name="connsiteY10" fmla="*/ 3683414 h 4365770"/>
                <a:gd name="connsiteX11" fmla="*/ 7878001 w 7987236"/>
                <a:gd name="connsiteY11" fmla="*/ 4359431 h 4365770"/>
                <a:gd name="connsiteX12" fmla="*/ 7987236 w 7987236"/>
                <a:gd name="connsiteY12" fmla="*/ 4365770 h 4365770"/>
                <a:gd name="connsiteX13" fmla="*/ 0 w 7987236"/>
                <a:gd name="connsiteY13" fmla="*/ 4365770 h 4365770"/>
                <a:gd name="connsiteX14" fmla="*/ 109217 w 7987236"/>
                <a:gd name="connsiteY14" fmla="*/ 4359432 h 4365770"/>
                <a:gd name="connsiteX15" fmla="*/ 1969571 w 7987236"/>
                <a:gd name="connsiteY15" fmla="*/ 3683415 h 4365770"/>
                <a:gd name="connsiteX16" fmla="*/ 3425846 w 7987236"/>
                <a:gd name="connsiteY16" fmla="*/ 2039395 h 4365770"/>
                <a:gd name="connsiteX17" fmla="*/ 3566763 w 7987236"/>
                <a:gd name="connsiteY17" fmla="*/ 1681440 h 4365770"/>
                <a:gd name="connsiteX18" fmla="*/ 3627917 w 7987236"/>
                <a:gd name="connsiteY18" fmla="*/ 1404359 h 4365770"/>
                <a:gd name="connsiteX19" fmla="*/ 3701185 w 7987236"/>
                <a:gd name="connsiteY19" fmla="*/ 971697 h 4365770"/>
                <a:gd name="connsiteX20" fmla="*/ 3708382 w 7987236"/>
                <a:gd name="connsiteY20" fmla="*/ 911805 h 4365770"/>
                <a:gd name="connsiteX21" fmla="*/ 3715727 w 7987236"/>
                <a:gd name="connsiteY21" fmla="*/ 850683 h 4365770"/>
                <a:gd name="connsiteX22" fmla="*/ 3429750 w 7987236"/>
                <a:gd name="connsiteY22" fmla="*/ 850683 h 4365770"/>
                <a:gd name="connsiteX23" fmla="*/ 3993849 w 7987236"/>
                <a:gd name="connsiteY23" fmla="*/ 0 h 4365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987236" h="4365770">
                  <a:moveTo>
                    <a:pt x="3993849" y="0"/>
                  </a:moveTo>
                  <a:lnTo>
                    <a:pt x="4557470" y="850683"/>
                  </a:lnTo>
                  <a:lnTo>
                    <a:pt x="4271012" y="850683"/>
                  </a:lnTo>
                  <a:lnTo>
                    <a:pt x="4272869" y="866139"/>
                  </a:lnTo>
                  <a:lnTo>
                    <a:pt x="4278864" y="915572"/>
                  </a:lnTo>
                  <a:lnTo>
                    <a:pt x="4278948" y="916727"/>
                  </a:lnTo>
                  <a:lnTo>
                    <a:pt x="4285552" y="971697"/>
                  </a:lnTo>
                  <a:cubicBezTo>
                    <a:pt x="4305963" y="1117212"/>
                    <a:pt x="4330828" y="1262095"/>
                    <a:pt x="4358821" y="1404359"/>
                  </a:cubicBezTo>
                  <a:lnTo>
                    <a:pt x="4419370" y="1678677"/>
                  </a:lnTo>
                  <a:cubicBezTo>
                    <a:pt x="4439553" y="1770116"/>
                    <a:pt x="4444219" y="1771946"/>
                    <a:pt x="4561374" y="2039394"/>
                  </a:cubicBezTo>
                  <a:cubicBezTo>
                    <a:pt x="4849130" y="2657012"/>
                    <a:pt x="5347268" y="3241518"/>
                    <a:pt x="6017649" y="3683414"/>
                  </a:cubicBezTo>
                  <a:cubicBezTo>
                    <a:pt x="6614897" y="4077103"/>
                    <a:pt x="7262278" y="4300529"/>
                    <a:pt x="7878001" y="4359431"/>
                  </a:cubicBezTo>
                  <a:lnTo>
                    <a:pt x="7987236" y="4365770"/>
                  </a:lnTo>
                  <a:lnTo>
                    <a:pt x="0" y="4365770"/>
                  </a:lnTo>
                  <a:lnTo>
                    <a:pt x="109217" y="4359432"/>
                  </a:lnTo>
                  <a:cubicBezTo>
                    <a:pt x="724940" y="4300531"/>
                    <a:pt x="1372323" y="4077104"/>
                    <a:pt x="1969571" y="3683415"/>
                  </a:cubicBezTo>
                  <a:cubicBezTo>
                    <a:pt x="2639952" y="3241519"/>
                    <a:pt x="3138091" y="2657013"/>
                    <a:pt x="3425846" y="2039395"/>
                  </a:cubicBezTo>
                  <a:cubicBezTo>
                    <a:pt x="3472818" y="1920077"/>
                    <a:pt x="3527728" y="1800758"/>
                    <a:pt x="3566763" y="1681440"/>
                  </a:cubicBezTo>
                  <a:cubicBezTo>
                    <a:pt x="3605798" y="1562122"/>
                    <a:pt x="3605513" y="1522649"/>
                    <a:pt x="3627917" y="1404359"/>
                  </a:cubicBezTo>
                  <a:cubicBezTo>
                    <a:pt x="3655909" y="1262095"/>
                    <a:pt x="3680774" y="1117212"/>
                    <a:pt x="3701185" y="971697"/>
                  </a:cubicBezTo>
                  <a:lnTo>
                    <a:pt x="3708382" y="911805"/>
                  </a:lnTo>
                  <a:cubicBezTo>
                    <a:pt x="3710806" y="891636"/>
                    <a:pt x="3720891" y="849758"/>
                    <a:pt x="3715727" y="850683"/>
                  </a:cubicBezTo>
                  <a:cubicBezTo>
                    <a:pt x="3710563" y="851608"/>
                    <a:pt x="3525076" y="850683"/>
                    <a:pt x="3429750" y="850683"/>
                  </a:cubicBezTo>
                  <a:lnTo>
                    <a:pt x="3993849" y="0"/>
                  </a:lnTo>
                  <a:close/>
                </a:path>
              </a:pathLst>
            </a:custGeom>
            <a:gradFill>
              <a:gsLst>
                <a:gs pos="0">
                  <a:schemeClr val="accent2">
                    <a:alpha val="53000"/>
                  </a:schemeClr>
                </a:gs>
                <a:gs pos="100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椭圆 6">
              <a:extLst>
                <a:ext uri="{FF2B5EF4-FFF2-40B4-BE49-F238E27FC236}">
                  <a16:creationId xmlns:a16="http://schemas.microsoft.com/office/drawing/2014/main" id="{C8777A79-C3C3-EAA8-6C57-942DE1BFCAC3}"/>
                </a:ext>
              </a:extLst>
            </p:cNvPr>
            <p:cNvSpPr/>
            <p:nvPr/>
          </p:nvSpPr>
          <p:spPr>
            <a:xfrm>
              <a:off x="1899778" y="4642396"/>
              <a:ext cx="8392444" cy="774365"/>
            </a:xfrm>
            <a:prstGeom prst="ellipse">
              <a:avLst/>
            </a:prstGeom>
            <a:gradFill flip="none" rotWithShape="1">
              <a:gsLst>
                <a:gs pos="100000">
                  <a:schemeClr val="accent1">
                    <a:alpha val="34000"/>
                  </a:schemeClr>
                </a:gs>
                <a:gs pos="50000">
                  <a:schemeClr val="accent1">
                    <a:alpha val="0"/>
                  </a:schemeClr>
                </a:gs>
              </a:gsLst>
              <a:lin ang="5400000" scaled="0"/>
              <a:tileRect/>
            </a:gradFill>
            <a:ln w="15875">
              <a:gradFill>
                <a:gsLst>
                  <a:gs pos="100000">
                    <a:schemeClr val="accent1">
                      <a:alpha val="55000"/>
                    </a:schemeClr>
                  </a:gs>
                  <a:gs pos="1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 name="弧形 7">
              <a:extLst>
                <a:ext uri="{FF2B5EF4-FFF2-40B4-BE49-F238E27FC236}">
                  <a16:creationId xmlns:a16="http://schemas.microsoft.com/office/drawing/2014/main" id="{FDBEF88E-E649-3B35-F6EB-5153D2A7C5E0}"/>
                </a:ext>
              </a:extLst>
            </p:cNvPr>
            <p:cNvSpPr/>
            <p:nvPr/>
          </p:nvSpPr>
          <p:spPr>
            <a:xfrm>
              <a:off x="3315077" y="5380136"/>
              <a:ext cx="5561825" cy="491826"/>
            </a:xfrm>
            <a:prstGeom prst="arc">
              <a:avLst>
                <a:gd name="adj1" fmla="val 10089115"/>
                <a:gd name="adj2" fmla="val 732045"/>
              </a:avLst>
            </a:prstGeom>
            <a:noFill/>
            <a:ln w="15875">
              <a:gradFill>
                <a:gsLst>
                  <a:gs pos="100000">
                    <a:schemeClr val="accent1"/>
                  </a:gs>
                  <a:gs pos="1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9" name="椭圆 8">
              <a:extLst>
                <a:ext uri="{FF2B5EF4-FFF2-40B4-BE49-F238E27FC236}">
                  <a16:creationId xmlns:a16="http://schemas.microsoft.com/office/drawing/2014/main" id="{E64E494E-B834-ED76-41A5-791ECC65FC0E}"/>
                </a:ext>
              </a:extLst>
            </p:cNvPr>
            <p:cNvSpPr/>
            <p:nvPr/>
          </p:nvSpPr>
          <p:spPr>
            <a:xfrm>
              <a:off x="3251574" y="4150570"/>
              <a:ext cx="5688851" cy="491826"/>
            </a:xfrm>
            <a:prstGeom prst="ellipse">
              <a:avLst/>
            </a:prstGeom>
            <a:noFill/>
            <a:ln w="15875">
              <a:gradFill>
                <a:gsLst>
                  <a:gs pos="100000">
                    <a:schemeClr val="accent1"/>
                  </a:gs>
                  <a:gs pos="1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2" name="椭圆 11">
              <a:extLst>
                <a:ext uri="{FF2B5EF4-FFF2-40B4-BE49-F238E27FC236}">
                  <a16:creationId xmlns:a16="http://schemas.microsoft.com/office/drawing/2014/main" id="{DA58BC4E-113C-F72E-675F-D892637D26D5}"/>
                </a:ext>
              </a:extLst>
            </p:cNvPr>
            <p:cNvSpPr/>
            <p:nvPr/>
          </p:nvSpPr>
          <p:spPr>
            <a:xfrm>
              <a:off x="4020114" y="386774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100" b="1" dirty="0">
                  <a:solidFill>
                    <a:schemeClr val="tx1"/>
                  </a:solidFill>
                </a:rPr>
                <a:t>数字化管理</a:t>
              </a:r>
            </a:p>
          </p:txBody>
        </p:sp>
        <p:sp>
          <p:nvSpPr>
            <p:cNvPr id="13" name="椭圆 12">
              <a:extLst>
                <a:ext uri="{FF2B5EF4-FFF2-40B4-BE49-F238E27FC236}">
                  <a16:creationId xmlns:a16="http://schemas.microsoft.com/office/drawing/2014/main" id="{B1255DB0-319A-5D7B-C131-AEEF1BF58EA1}"/>
                </a:ext>
              </a:extLst>
            </p:cNvPr>
            <p:cNvSpPr/>
            <p:nvPr/>
          </p:nvSpPr>
          <p:spPr>
            <a:xfrm>
              <a:off x="5758854" y="4108425"/>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100" b="1" dirty="0">
                  <a:solidFill>
                    <a:schemeClr val="tx1"/>
                  </a:solidFill>
                </a:rPr>
                <a:t>智能化管理</a:t>
              </a:r>
            </a:p>
          </p:txBody>
        </p:sp>
        <p:sp>
          <p:nvSpPr>
            <p:cNvPr id="15" name="椭圆 14">
              <a:extLst>
                <a:ext uri="{FF2B5EF4-FFF2-40B4-BE49-F238E27FC236}">
                  <a16:creationId xmlns:a16="http://schemas.microsoft.com/office/drawing/2014/main" id="{1820DB62-4481-0399-725F-FC467B72BC7D}"/>
                </a:ext>
              </a:extLst>
            </p:cNvPr>
            <p:cNvSpPr/>
            <p:nvPr/>
          </p:nvSpPr>
          <p:spPr>
            <a:xfrm>
              <a:off x="7489225" y="386774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100" b="1" dirty="0">
                  <a:solidFill>
                    <a:schemeClr val="tx1"/>
                  </a:solidFill>
                </a:rPr>
                <a:t>协同化管理</a:t>
              </a:r>
            </a:p>
          </p:txBody>
        </p:sp>
        <p:sp>
          <p:nvSpPr>
            <p:cNvPr id="239" name="文本框 238">
              <a:extLst>
                <a:ext uri="{FF2B5EF4-FFF2-40B4-BE49-F238E27FC236}">
                  <a16:creationId xmlns:a16="http://schemas.microsoft.com/office/drawing/2014/main" id="{96C7BCE5-0DA2-E1A2-E48C-A322A41A50EF}"/>
                </a:ext>
              </a:extLst>
            </p:cNvPr>
            <p:cNvSpPr txBox="1">
              <a:spLocks/>
            </p:cNvSpPr>
            <p:nvPr/>
          </p:nvSpPr>
          <p:spPr>
            <a:xfrm>
              <a:off x="3896177" y="3567561"/>
              <a:ext cx="922166" cy="33461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工作界面</a:t>
              </a:r>
            </a:p>
          </p:txBody>
        </p:sp>
        <p:sp>
          <p:nvSpPr>
            <p:cNvPr id="16" name="文本框 15">
              <a:extLst>
                <a:ext uri="{FF2B5EF4-FFF2-40B4-BE49-F238E27FC236}">
                  <a16:creationId xmlns:a16="http://schemas.microsoft.com/office/drawing/2014/main" id="{3198DB08-964E-29CC-6231-F4F0C385E3B9}"/>
                </a:ext>
              </a:extLst>
            </p:cNvPr>
            <p:cNvSpPr txBox="1">
              <a:spLocks/>
            </p:cNvSpPr>
            <p:nvPr/>
          </p:nvSpPr>
          <p:spPr>
            <a:xfrm>
              <a:off x="5634917" y="3774121"/>
              <a:ext cx="922166" cy="33461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智慧引擎</a:t>
              </a:r>
            </a:p>
          </p:txBody>
        </p:sp>
        <p:sp>
          <p:nvSpPr>
            <p:cNvPr id="17" name="文本框 16">
              <a:extLst>
                <a:ext uri="{FF2B5EF4-FFF2-40B4-BE49-F238E27FC236}">
                  <a16:creationId xmlns:a16="http://schemas.microsoft.com/office/drawing/2014/main" id="{E31B64B2-0266-B29E-644D-CFBE91E96D87}"/>
                </a:ext>
              </a:extLst>
            </p:cNvPr>
            <p:cNvSpPr txBox="1">
              <a:spLocks/>
            </p:cNvSpPr>
            <p:nvPr/>
          </p:nvSpPr>
          <p:spPr>
            <a:xfrm>
              <a:off x="7365288" y="3567561"/>
              <a:ext cx="922166" cy="33461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数字中枢</a:t>
              </a:r>
            </a:p>
          </p:txBody>
        </p:sp>
        <p:sp>
          <p:nvSpPr>
            <p:cNvPr id="18" name="文本框 17">
              <a:extLst>
                <a:ext uri="{FF2B5EF4-FFF2-40B4-BE49-F238E27FC236}">
                  <a16:creationId xmlns:a16="http://schemas.microsoft.com/office/drawing/2014/main" id="{5C732309-0687-07E5-F429-15629E5F1299}"/>
                </a:ext>
              </a:extLst>
            </p:cNvPr>
            <p:cNvSpPr txBox="1">
              <a:spLocks/>
            </p:cNvSpPr>
            <p:nvPr/>
          </p:nvSpPr>
          <p:spPr>
            <a:xfrm>
              <a:off x="4971417" y="5685716"/>
              <a:ext cx="2249165" cy="33461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600" spc="300" dirty="0">
                  <a:sym typeface="Helvetica Neue" panose="02000503000000020004"/>
                </a:rPr>
                <a:t>服务于各级管理者</a:t>
              </a:r>
            </a:p>
          </p:txBody>
        </p:sp>
        <p:sp>
          <p:nvSpPr>
            <p:cNvPr id="20" name="椭圆 19">
              <a:extLst>
                <a:ext uri="{FF2B5EF4-FFF2-40B4-BE49-F238E27FC236}">
                  <a16:creationId xmlns:a16="http://schemas.microsoft.com/office/drawing/2014/main" id="{863E47B3-C61F-76C5-D89D-548A23A5424F}"/>
                </a:ext>
              </a:extLst>
            </p:cNvPr>
            <p:cNvSpPr/>
            <p:nvPr/>
          </p:nvSpPr>
          <p:spPr>
            <a:xfrm>
              <a:off x="2667119" y="2711134"/>
              <a:ext cx="6857763" cy="460433"/>
            </a:xfrm>
            <a:prstGeom prst="ellipse">
              <a:avLst/>
            </a:prstGeom>
            <a:noFill/>
            <a:ln w="15875">
              <a:gradFill>
                <a:gsLst>
                  <a:gs pos="100000">
                    <a:schemeClr val="accent1"/>
                  </a:gs>
                  <a:gs pos="16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3" name="文本框 22">
              <a:extLst>
                <a:ext uri="{FF2B5EF4-FFF2-40B4-BE49-F238E27FC236}">
                  <a16:creationId xmlns:a16="http://schemas.microsoft.com/office/drawing/2014/main" id="{50109ADE-FA96-BDBB-8977-B90EC93FA0D2}"/>
                </a:ext>
              </a:extLst>
            </p:cNvPr>
            <p:cNvSpPr txBox="1">
              <a:spLocks/>
            </p:cNvSpPr>
            <p:nvPr/>
          </p:nvSpPr>
          <p:spPr>
            <a:xfrm>
              <a:off x="3104832" y="2484326"/>
              <a:ext cx="2280911" cy="334614"/>
            </a:xfrm>
            <a:prstGeom prst="roundRect">
              <a:avLst>
                <a:gd name="adj" fmla="val 50000"/>
              </a:avLst>
            </a:prstGeom>
            <a:solidFill>
              <a:schemeClr val="tx2"/>
            </a:solidFill>
            <a:ln w="12700" cap="flat" cmpd="sng" algn="ctr">
              <a:solidFill>
                <a:schemeClr val="accent1"/>
              </a:solidFill>
              <a:prstDash val="solid"/>
              <a:miter lim="800000"/>
            </a:ln>
            <a:effectLst/>
          </p:spPr>
          <p:txBody>
            <a:bodyPr rtlCol="0" anchor="ctr"/>
            <a:lstStyle>
              <a:defPPr>
                <a:defRPr lang="en-US"/>
              </a:defPPr>
              <a:lvl1pPr algn="ctr">
                <a:defRPr kumimoji="1" sz="1400" b="1">
                  <a:solidFill>
                    <a:schemeClr val="accent1"/>
                  </a:solidFill>
                  <a:latin typeface="+mn-ea"/>
                </a:defRPr>
              </a:lvl1pPr>
            </a:lstStyle>
            <a:p>
              <a:r>
                <a:rPr lang="zh-CN" altLang="en-US" sz="1200" dirty="0">
                  <a:sym typeface="Helvetica Neue" panose="02000503000000020004"/>
                </a:rPr>
                <a:t>推动管理数字化智能化升级</a:t>
              </a:r>
            </a:p>
          </p:txBody>
        </p:sp>
        <p:sp>
          <p:nvSpPr>
            <p:cNvPr id="24" name="文本框 23">
              <a:extLst>
                <a:ext uri="{FF2B5EF4-FFF2-40B4-BE49-F238E27FC236}">
                  <a16:creationId xmlns:a16="http://schemas.microsoft.com/office/drawing/2014/main" id="{3912FFCE-DAEA-F8A6-EC88-5A87456D56BB}"/>
                </a:ext>
              </a:extLst>
            </p:cNvPr>
            <p:cNvSpPr txBox="1">
              <a:spLocks/>
            </p:cNvSpPr>
            <p:nvPr/>
          </p:nvSpPr>
          <p:spPr>
            <a:xfrm>
              <a:off x="6926966" y="2484326"/>
              <a:ext cx="1779901" cy="334614"/>
            </a:xfrm>
            <a:prstGeom prst="roundRect">
              <a:avLst>
                <a:gd name="adj" fmla="val 50000"/>
              </a:avLst>
            </a:prstGeom>
            <a:solidFill>
              <a:schemeClr val="tx2"/>
            </a:solidFill>
            <a:ln w="12700" cap="flat" cmpd="sng" algn="ctr">
              <a:solidFill>
                <a:schemeClr val="accent1"/>
              </a:solidFill>
              <a:prstDash val="solid"/>
              <a:miter lim="800000"/>
            </a:ln>
            <a:effectLst/>
          </p:spPr>
          <p:txBody>
            <a:bodyPr rtlCol="0" anchor="ctr"/>
            <a:lstStyle>
              <a:defPPr>
                <a:defRPr lang="en-US"/>
              </a:defPPr>
              <a:lvl1pPr algn="ctr">
                <a:defRPr kumimoji="1" sz="1400" b="1">
                  <a:solidFill>
                    <a:schemeClr val="accent1"/>
                  </a:solidFill>
                  <a:latin typeface="+mn-ea"/>
                </a:defRPr>
              </a:lvl1pPr>
            </a:lstStyle>
            <a:p>
              <a:r>
                <a:rPr lang="zh-CN" altLang="en-US" sz="1200" dirty="0">
                  <a:sym typeface="Helvetica Neue" panose="02000503000000020004"/>
                </a:rPr>
                <a:t>助力管理决策科学化</a:t>
              </a:r>
            </a:p>
          </p:txBody>
        </p:sp>
        <p:sp>
          <p:nvSpPr>
            <p:cNvPr id="25" name="文本框 24">
              <a:extLst>
                <a:ext uri="{FF2B5EF4-FFF2-40B4-BE49-F238E27FC236}">
                  <a16:creationId xmlns:a16="http://schemas.microsoft.com/office/drawing/2014/main" id="{C07AA237-ECBB-48F0-4C95-2EB4027AC973}"/>
                </a:ext>
              </a:extLst>
            </p:cNvPr>
            <p:cNvSpPr txBox="1">
              <a:spLocks/>
            </p:cNvSpPr>
            <p:nvPr/>
          </p:nvSpPr>
          <p:spPr>
            <a:xfrm>
              <a:off x="3143588" y="3003117"/>
              <a:ext cx="1541223" cy="334614"/>
            </a:xfrm>
            <a:prstGeom prst="roundRect">
              <a:avLst>
                <a:gd name="adj" fmla="val 50000"/>
              </a:avLst>
            </a:prstGeom>
            <a:solidFill>
              <a:schemeClr val="tx2"/>
            </a:solidFill>
            <a:ln w="12700" cap="flat" cmpd="sng" algn="ctr">
              <a:solidFill>
                <a:schemeClr val="accent1"/>
              </a:solidFill>
              <a:prstDash val="solid"/>
              <a:miter lim="800000"/>
            </a:ln>
            <a:effectLst/>
          </p:spPr>
          <p:txBody>
            <a:bodyPr rtlCol="0" anchor="ctr"/>
            <a:lstStyle>
              <a:defPPr>
                <a:defRPr lang="en-US"/>
              </a:defPPr>
              <a:lvl1pPr algn="ctr">
                <a:defRPr kumimoji="1" sz="1400" b="1">
                  <a:solidFill>
                    <a:schemeClr val="accent1"/>
                  </a:solidFill>
                  <a:latin typeface="+mn-ea"/>
                </a:defRPr>
              </a:lvl1pPr>
            </a:lstStyle>
            <a:p>
              <a:r>
                <a:rPr lang="zh-CN" altLang="en-US" sz="1200" dirty="0">
                  <a:sym typeface="Helvetica Neue" panose="02000503000000020004"/>
                </a:rPr>
                <a:t>作业过程智能化</a:t>
              </a:r>
            </a:p>
          </p:txBody>
        </p:sp>
        <p:sp>
          <p:nvSpPr>
            <p:cNvPr id="26" name="文本框 25">
              <a:extLst>
                <a:ext uri="{FF2B5EF4-FFF2-40B4-BE49-F238E27FC236}">
                  <a16:creationId xmlns:a16="http://schemas.microsoft.com/office/drawing/2014/main" id="{F7015938-42A3-417B-CD53-752FB5169B6A}"/>
                </a:ext>
              </a:extLst>
            </p:cNvPr>
            <p:cNvSpPr txBox="1">
              <a:spLocks/>
            </p:cNvSpPr>
            <p:nvPr/>
          </p:nvSpPr>
          <p:spPr>
            <a:xfrm>
              <a:off x="5385743" y="3087954"/>
              <a:ext cx="1541223" cy="334614"/>
            </a:xfrm>
            <a:prstGeom prst="roundRect">
              <a:avLst>
                <a:gd name="adj" fmla="val 50000"/>
              </a:avLst>
            </a:prstGeom>
            <a:solidFill>
              <a:schemeClr val="tx2"/>
            </a:solidFill>
            <a:ln w="12700" cap="flat" cmpd="sng" algn="ctr">
              <a:solidFill>
                <a:schemeClr val="accent1"/>
              </a:solidFill>
              <a:prstDash val="solid"/>
              <a:miter lim="800000"/>
            </a:ln>
            <a:effectLst/>
          </p:spPr>
          <p:txBody>
            <a:bodyPr rtlCol="0" anchor="ctr"/>
            <a:lstStyle>
              <a:defPPr>
                <a:defRPr lang="en-US"/>
              </a:defPPr>
              <a:lvl1pPr algn="ctr">
                <a:defRPr kumimoji="1" sz="1400" b="1">
                  <a:solidFill>
                    <a:schemeClr val="accent1"/>
                  </a:solidFill>
                  <a:latin typeface="+mn-ea"/>
                </a:defRPr>
              </a:lvl1pPr>
            </a:lstStyle>
            <a:p>
              <a:r>
                <a:rPr lang="zh-CN" altLang="en-US" sz="1200" dirty="0">
                  <a:sym typeface="Helvetica Neue" panose="02000503000000020004"/>
                </a:rPr>
                <a:t>客户服务精益化</a:t>
              </a:r>
            </a:p>
          </p:txBody>
        </p:sp>
        <p:sp>
          <p:nvSpPr>
            <p:cNvPr id="27" name="文本框 26">
              <a:extLst>
                <a:ext uri="{FF2B5EF4-FFF2-40B4-BE49-F238E27FC236}">
                  <a16:creationId xmlns:a16="http://schemas.microsoft.com/office/drawing/2014/main" id="{C3216873-EABB-DD07-974C-52663CEF48BE}"/>
                </a:ext>
              </a:extLst>
            </p:cNvPr>
            <p:cNvSpPr txBox="1">
              <a:spLocks/>
            </p:cNvSpPr>
            <p:nvPr/>
          </p:nvSpPr>
          <p:spPr>
            <a:xfrm>
              <a:off x="7549950" y="3003117"/>
              <a:ext cx="1541223" cy="334614"/>
            </a:xfrm>
            <a:prstGeom prst="roundRect">
              <a:avLst>
                <a:gd name="adj" fmla="val 50000"/>
              </a:avLst>
            </a:prstGeom>
            <a:solidFill>
              <a:schemeClr val="tx2"/>
            </a:solidFill>
            <a:ln w="12700" cap="flat" cmpd="sng" algn="ctr">
              <a:solidFill>
                <a:schemeClr val="accent1"/>
              </a:solidFill>
              <a:prstDash val="solid"/>
              <a:miter lim="800000"/>
            </a:ln>
            <a:effectLst/>
          </p:spPr>
          <p:txBody>
            <a:bodyPr rtlCol="0" anchor="ctr"/>
            <a:lstStyle>
              <a:defPPr>
                <a:defRPr lang="en-US"/>
              </a:defPPr>
              <a:lvl1pPr algn="ctr">
                <a:defRPr kumimoji="1" sz="1400" b="1">
                  <a:solidFill>
                    <a:schemeClr val="accent1"/>
                  </a:solidFill>
                  <a:latin typeface="+mn-ea"/>
                </a:defRPr>
              </a:lvl1pPr>
            </a:lstStyle>
            <a:p>
              <a:r>
                <a:rPr lang="zh-CN" altLang="en-US" sz="1200" dirty="0">
                  <a:sym typeface="Helvetica Neue" panose="02000503000000020004"/>
                </a:rPr>
                <a:t>政府治理现代化</a:t>
              </a:r>
            </a:p>
          </p:txBody>
        </p:sp>
        <p:grpSp>
          <p:nvGrpSpPr>
            <p:cNvPr id="30" name="组合 29">
              <a:extLst>
                <a:ext uri="{FF2B5EF4-FFF2-40B4-BE49-F238E27FC236}">
                  <a16:creationId xmlns:a16="http://schemas.microsoft.com/office/drawing/2014/main" id="{2440663C-AC63-34CA-18C7-A1FA22D87852}"/>
                </a:ext>
              </a:extLst>
            </p:cNvPr>
            <p:cNvGrpSpPr/>
            <p:nvPr/>
          </p:nvGrpSpPr>
          <p:grpSpPr>
            <a:xfrm>
              <a:off x="4718857" y="4642974"/>
              <a:ext cx="464170" cy="469418"/>
              <a:chOff x="4804548" y="4438371"/>
              <a:chExt cx="440871" cy="445856"/>
            </a:xfrm>
          </p:grpSpPr>
          <p:sp>
            <p:nvSpPr>
              <p:cNvPr id="29" name="Freeform 13">
                <a:extLst>
                  <a:ext uri="{FF2B5EF4-FFF2-40B4-BE49-F238E27FC236}">
                    <a16:creationId xmlns:a16="http://schemas.microsoft.com/office/drawing/2014/main" id="{69E4226E-8F42-0146-613B-7DBC746AD9D6}"/>
                  </a:ext>
                </a:extLst>
              </p:cNvPr>
              <p:cNvSpPr>
                <a:spLocks/>
              </p:cNvSpPr>
              <p:nvPr/>
            </p:nvSpPr>
            <p:spPr bwMode="auto">
              <a:xfrm rot="7293177" flipV="1">
                <a:off x="4831560" y="4470368"/>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31000"/>
                    </a:schemeClr>
                  </a:gs>
                  <a:gs pos="100000">
                    <a:schemeClr val="accent1">
                      <a:alpha val="0"/>
                    </a:schemeClr>
                  </a:gs>
                </a:gsLst>
                <a:lin ang="19800000" scaled="0"/>
              </a:gradFill>
              <a:ln>
                <a:noFill/>
              </a:ln>
            </p:spPr>
            <p:txBody>
              <a:bodyPr vert="horz" wrap="square" lIns="192000" tIns="96000" rIns="192000" bIns="96000" numCol="1" anchor="t" anchorCtr="0" compatLnSpc="1">
                <a:prstTxWarp prst="textNoShape">
                  <a:avLst/>
                </a:prstTxWarp>
              </a:bodyPr>
              <a:lstStyle/>
              <a:p>
                <a:pPr defTabSz="1919966">
                  <a:defRPr/>
                </a:pPr>
                <a:endParaRPr lang="zh-CN" altLang="en-US" sz="3779">
                  <a:solidFill>
                    <a:prstClr val="black"/>
                  </a:solidFill>
                  <a:ea typeface="思源黑体 CN Light"/>
                </a:endParaRPr>
              </a:p>
            </p:txBody>
          </p:sp>
          <p:sp>
            <p:nvSpPr>
              <p:cNvPr id="28" name="Freeform 13">
                <a:extLst>
                  <a:ext uri="{FF2B5EF4-FFF2-40B4-BE49-F238E27FC236}">
                    <a16:creationId xmlns:a16="http://schemas.microsoft.com/office/drawing/2014/main" id="{115B7545-476B-90C4-E98A-35A5786C9C49}"/>
                  </a:ext>
                </a:extLst>
              </p:cNvPr>
              <p:cNvSpPr>
                <a:spLocks/>
              </p:cNvSpPr>
              <p:nvPr/>
            </p:nvSpPr>
            <p:spPr bwMode="auto">
              <a:xfrm rot="7293177" flipV="1">
                <a:off x="4804933" y="4437986"/>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87000"/>
                    </a:schemeClr>
                  </a:gs>
                  <a:gs pos="100000">
                    <a:schemeClr val="accent1">
                      <a:alpha val="0"/>
                    </a:schemeClr>
                  </a:gs>
                </a:gsLst>
                <a:lin ang="19800000" scaled="0"/>
              </a:gradFill>
              <a:ln>
                <a:noFill/>
              </a:ln>
            </p:spPr>
            <p:txBody>
              <a:bodyPr vert="horz" wrap="square" lIns="192000" tIns="96000" rIns="192000" bIns="96000" numCol="1" anchor="t" anchorCtr="0" compatLnSpc="1">
                <a:prstTxWarp prst="textNoShape">
                  <a:avLst/>
                </a:prstTxWarp>
              </a:bodyPr>
              <a:lstStyle/>
              <a:p>
                <a:pPr defTabSz="1919966">
                  <a:defRPr/>
                </a:pPr>
                <a:endParaRPr lang="zh-CN" altLang="en-US" sz="3779">
                  <a:solidFill>
                    <a:prstClr val="black"/>
                  </a:solidFill>
                  <a:ea typeface="思源黑体 CN Light"/>
                </a:endParaRPr>
              </a:p>
            </p:txBody>
          </p:sp>
        </p:grpSp>
        <p:grpSp>
          <p:nvGrpSpPr>
            <p:cNvPr id="31" name="组合 30">
              <a:extLst>
                <a:ext uri="{FF2B5EF4-FFF2-40B4-BE49-F238E27FC236}">
                  <a16:creationId xmlns:a16="http://schemas.microsoft.com/office/drawing/2014/main" id="{B00B60DF-4E84-4477-F403-A60A9E604147}"/>
                </a:ext>
              </a:extLst>
            </p:cNvPr>
            <p:cNvGrpSpPr/>
            <p:nvPr/>
          </p:nvGrpSpPr>
          <p:grpSpPr>
            <a:xfrm>
              <a:off x="5127027" y="4723750"/>
              <a:ext cx="464170" cy="469418"/>
              <a:chOff x="4804548" y="4438371"/>
              <a:chExt cx="440871" cy="445856"/>
            </a:xfrm>
          </p:grpSpPr>
          <p:sp>
            <p:nvSpPr>
              <p:cNvPr id="32" name="Freeform 13">
                <a:extLst>
                  <a:ext uri="{FF2B5EF4-FFF2-40B4-BE49-F238E27FC236}">
                    <a16:creationId xmlns:a16="http://schemas.microsoft.com/office/drawing/2014/main" id="{6C09503B-3255-F3DB-A189-34E438A354A5}"/>
                  </a:ext>
                </a:extLst>
              </p:cNvPr>
              <p:cNvSpPr>
                <a:spLocks/>
              </p:cNvSpPr>
              <p:nvPr/>
            </p:nvSpPr>
            <p:spPr bwMode="auto">
              <a:xfrm rot="7293177" flipV="1">
                <a:off x="4831560" y="4470368"/>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31000"/>
                    </a:schemeClr>
                  </a:gs>
                  <a:gs pos="100000">
                    <a:schemeClr val="accent1">
                      <a:alpha val="0"/>
                    </a:schemeClr>
                  </a:gs>
                </a:gsLst>
                <a:lin ang="19800000" scaled="0"/>
              </a:gradFill>
              <a:ln>
                <a:noFill/>
              </a:ln>
            </p:spPr>
            <p:txBody>
              <a:bodyPr vert="horz" wrap="square" lIns="192000" tIns="96000" rIns="192000" bIns="96000" numCol="1" anchor="t" anchorCtr="0" compatLnSpc="1">
                <a:prstTxWarp prst="textNoShape">
                  <a:avLst/>
                </a:prstTxWarp>
              </a:bodyPr>
              <a:lstStyle/>
              <a:p>
                <a:pPr defTabSz="1919966">
                  <a:defRPr/>
                </a:pPr>
                <a:endParaRPr lang="zh-CN" altLang="en-US" sz="3779">
                  <a:solidFill>
                    <a:prstClr val="black"/>
                  </a:solidFill>
                  <a:ea typeface="思源黑体 CN Light"/>
                </a:endParaRPr>
              </a:p>
            </p:txBody>
          </p:sp>
          <p:sp>
            <p:nvSpPr>
              <p:cNvPr id="33" name="Freeform 13">
                <a:extLst>
                  <a:ext uri="{FF2B5EF4-FFF2-40B4-BE49-F238E27FC236}">
                    <a16:creationId xmlns:a16="http://schemas.microsoft.com/office/drawing/2014/main" id="{BD5D271D-8F8B-A189-AFB1-B96F13840A41}"/>
                  </a:ext>
                </a:extLst>
              </p:cNvPr>
              <p:cNvSpPr>
                <a:spLocks/>
              </p:cNvSpPr>
              <p:nvPr/>
            </p:nvSpPr>
            <p:spPr bwMode="auto">
              <a:xfrm rot="7293177" flipV="1">
                <a:off x="4804933" y="4437986"/>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87000"/>
                    </a:schemeClr>
                  </a:gs>
                  <a:gs pos="100000">
                    <a:schemeClr val="accent1">
                      <a:alpha val="0"/>
                    </a:schemeClr>
                  </a:gs>
                </a:gsLst>
                <a:lin ang="19800000" scaled="0"/>
              </a:gradFill>
              <a:ln>
                <a:noFill/>
              </a:ln>
            </p:spPr>
            <p:txBody>
              <a:bodyPr vert="horz" wrap="square" lIns="192000" tIns="96000" rIns="192000" bIns="96000" numCol="1" anchor="t" anchorCtr="0" compatLnSpc="1">
                <a:prstTxWarp prst="textNoShape">
                  <a:avLst/>
                </a:prstTxWarp>
              </a:bodyPr>
              <a:lstStyle/>
              <a:p>
                <a:pPr defTabSz="1919966">
                  <a:defRPr/>
                </a:pPr>
                <a:endParaRPr lang="zh-CN" altLang="en-US" sz="3779">
                  <a:solidFill>
                    <a:prstClr val="black"/>
                  </a:solidFill>
                  <a:ea typeface="思源黑体 CN Light"/>
                </a:endParaRPr>
              </a:p>
            </p:txBody>
          </p:sp>
        </p:grpSp>
        <p:grpSp>
          <p:nvGrpSpPr>
            <p:cNvPr id="40" name="组合 39">
              <a:extLst>
                <a:ext uri="{FF2B5EF4-FFF2-40B4-BE49-F238E27FC236}">
                  <a16:creationId xmlns:a16="http://schemas.microsoft.com/office/drawing/2014/main" id="{F642BB09-2BB2-70EE-923E-364CF455EF3F}"/>
                </a:ext>
              </a:extLst>
            </p:cNvPr>
            <p:cNvGrpSpPr/>
            <p:nvPr/>
          </p:nvGrpSpPr>
          <p:grpSpPr>
            <a:xfrm flipH="1">
              <a:off x="6480587" y="4642974"/>
              <a:ext cx="872339" cy="550195"/>
              <a:chOff x="6249581" y="4438371"/>
              <a:chExt cx="828552" cy="522578"/>
            </a:xfrm>
          </p:grpSpPr>
          <p:grpSp>
            <p:nvGrpSpPr>
              <p:cNvPr id="34" name="组合 33">
                <a:extLst>
                  <a:ext uri="{FF2B5EF4-FFF2-40B4-BE49-F238E27FC236}">
                    <a16:creationId xmlns:a16="http://schemas.microsoft.com/office/drawing/2014/main" id="{44B4D995-6EEB-A098-30C5-43E8EBE0FDD5}"/>
                  </a:ext>
                </a:extLst>
              </p:cNvPr>
              <p:cNvGrpSpPr/>
              <p:nvPr/>
            </p:nvGrpSpPr>
            <p:grpSpPr>
              <a:xfrm>
                <a:off x="6249581" y="4438371"/>
                <a:ext cx="440871" cy="445856"/>
                <a:chOff x="4804548" y="4438371"/>
                <a:chExt cx="440871" cy="445856"/>
              </a:xfrm>
            </p:grpSpPr>
            <p:sp>
              <p:nvSpPr>
                <p:cNvPr id="35" name="Freeform 13">
                  <a:extLst>
                    <a:ext uri="{FF2B5EF4-FFF2-40B4-BE49-F238E27FC236}">
                      <a16:creationId xmlns:a16="http://schemas.microsoft.com/office/drawing/2014/main" id="{BE3F45B2-F180-31D0-19E7-CB76046B5D90}"/>
                    </a:ext>
                  </a:extLst>
                </p:cNvPr>
                <p:cNvSpPr>
                  <a:spLocks/>
                </p:cNvSpPr>
                <p:nvPr/>
              </p:nvSpPr>
              <p:spPr bwMode="auto">
                <a:xfrm rot="7293177" flipV="1">
                  <a:off x="4831560" y="4470368"/>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31000"/>
                      </a:schemeClr>
                    </a:gs>
                    <a:gs pos="100000">
                      <a:schemeClr val="accent1">
                        <a:alpha val="0"/>
                      </a:schemeClr>
                    </a:gs>
                  </a:gsLst>
                  <a:lin ang="19800000" scaled="0"/>
                </a:gradFill>
                <a:ln>
                  <a:noFill/>
                </a:ln>
              </p:spPr>
              <p:txBody>
                <a:bodyPr vert="horz" wrap="square" lIns="192000" tIns="96000" rIns="192000" bIns="96000" numCol="1" anchor="t" anchorCtr="0" compatLnSpc="1">
                  <a:prstTxWarp prst="textNoShape">
                    <a:avLst/>
                  </a:prstTxWarp>
                </a:bodyPr>
                <a:lstStyle/>
                <a:p>
                  <a:pPr defTabSz="1919966">
                    <a:defRPr/>
                  </a:pPr>
                  <a:endParaRPr lang="zh-CN" altLang="en-US" sz="3779">
                    <a:solidFill>
                      <a:prstClr val="black"/>
                    </a:solidFill>
                    <a:ea typeface="思源黑体 CN Light"/>
                  </a:endParaRPr>
                </a:p>
              </p:txBody>
            </p:sp>
            <p:sp>
              <p:nvSpPr>
                <p:cNvPr id="36" name="Freeform 13">
                  <a:extLst>
                    <a:ext uri="{FF2B5EF4-FFF2-40B4-BE49-F238E27FC236}">
                      <a16:creationId xmlns:a16="http://schemas.microsoft.com/office/drawing/2014/main" id="{A070F388-DEBB-F40B-A981-2510F00F8E99}"/>
                    </a:ext>
                  </a:extLst>
                </p:cNvPr>
                <p:cNvSpPr>
                  <a:spLocks/>
                </p:cNvSpPr>
                <p:nvPr/>
              </p:nvSpPr>
              <p:spPr bwMode="auto">
                <a:xfrm rot="7293177" flipV="1">
                  <a:off x="4804933" y="4437986"/>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87000"/>
                      </a:schemeClr>
                    </a:gs>
                    <a:gs pos="100000">
                      <a:schemeClr val="accent1">
                        <a:alpha val="0"/>
                      </a:schemeClr>
                    </a:gs>
                  </a:gsLst>
                  <a:lin ang="19800000" scaled="0"/>
                </a:gradFill>
                <a:ln>
                  <a:noFill/>
                </a:ln>
              </p:spPr>
              <p:txBody>
                <a:bodyPr vert="horz" wrap="square" lIns="192000" tIns="96000" rIns="192000" bIns="96000" numCol="1" anchor="t" anchorCtr="0" compatLnSpc="1">
                  <a:prstTxWarp prst="textNoShape">
                    <a:avLst/>
                  </a:prstTxWarp>
                </a:bodyPr>
                <a:lstStyle/>
                <a:p>
                  <a:pPr defTabSz="1919966">
                    <a:defRPr/>
                  </a:pPr>
                  <a:endParaRPr lang="zh-CN" altLang="en-US" sz="3779">
                    <a:solidFill>
                      <a:prstClr val="black"/>
                    </a:solidFill>
                    <a:ea typeface="思源黑体 CN Light"/>
                  </a:endParaRPr>
                </a:p>
              </p:txBody>
            </p:sp>
          </p:grpSp>
          <p:grpSp>
            <p:nvGrpSpPr>
              <p:cNvPr id="37" name="组合 36">
                <a:extLst>
                  <a:ext uri="{FF2B5EF4-FFF2-40B4-BE49-F238E27FC236}">
                    <a16:creationId xmlns:a16="http://schemas.microsoft.com/office/drawing/2014/main" id="{E0440AEE-112F-B651-F0B5-6D0F62B46A0E}"/>
                  </a:ext>
                </a:extLst>
              </p:cNvPr>
              <p:cNvGrpSpPr/>
              <p:nvPr/>
            </p:nvGrpSpPr>
            <p:grpSpPr>
              <a:xfrm>
                <a:off x="6637262" y="4515093"/>
                <a:ext cx="440871" cy="445856"/>
                <a:chOff x="4804548" y="4438371"/>
                <a:chExt cx="440871" cy="445856"/>
              </a:xfrm>
            </p:grpSpPr>
            <p:sp>
              <p:nvSpPr>
                <p:cNvPr id="38" name="Freeform 13">
                  <a:extLst>
                    <a:ext uri="{FF2B5EF4-FFF2-40B4-BE49-F238E27FC236}">
                      <a16:creationId xmlns:a16="http://schemas.microsoft.com/office/drawing/2014/main" id="{47C83065-4886-106F-4B9E-C986CAE4F359}"/>
                    </a:ext>
                  </a:extLst>
                </p:cNvPr>
                <p:cNvSpPr>
                  <a:spLocks/>
                </p:cNvSpPr>
                <p:nvPr/>
              </p:nvSpPr>
              <p:spPr bwMode="auto">
                <a:xfrm rot="7293177" flipV="1">
                  <a:off x="4831560" y="4470368"/>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31000"/>
                      </a:schemeClr>
                    </a:gs>
                    <a:gs pos="100000">
                      <a:schemeClr val="accent1">
                        <a:alpha val="0"/>
                      </a:schemeClr>
                    </a:gs>
                  </a:gsLst>
                  <a:lin ang="19800000" scaled="0"/>
                </a:gradFill>
                <a:ln>
                  <a:noFill/>
                </a:ln>
              </p:spPr>
              <p:txBody>
                <a:bodyPr vert="horz" wrap="square" lIns="192000" tIns="96000" rIns="192000" bIns="96000" numCol="1" anchor="t" anchorCtr="0" compatLnSpc="1">
                  <a:prstTxWarp prst="textNoShape">
                    <a:avLst/>
                  </a:prstTxWarp>
                </a:bodyPr>
                <a:lstStyle/>
                <a:p>
                  <a:pPr defTabSz="1919966">
                    <a:defRPr/>
                  </a:pPr>
                  <a:endParaRPr lang="zh-CN" altLang="en-US" sz="3779">
                    <a:solidFill>
                      <a:prstClr val="black"/>
                    </a:solidFill>
                    <a:ea typeface="思源黑体 CN Light"/>
                  </a:endParaRPr>
                </a:p>
              </p:txBody>
            </p:sp>
            <p:sp>
              <p:nvSpPr>
                <p:cNvPr id="39" name="Freeform 13">
                  <a:extLst>
                    <a:ext uri="{FF2B5EF4-FFF2-40B4-BE49-F238E27FC236}">
                      <a16:creationId xmlns:a16="http://schemas.microsoft.com/office/drawing/2014/main" id="{6EB15F6C-8A7D-07A3-5206-E603AB81F9BC}"/>
                    </a:ext>
                  </a:extLst>
                </p:cNvPr>
                <p:cNvSpPr>
                  <a:spLocks/>
                </p:cNvSpPr>
                <p:nvPr/>
              </p:nvSpPr>
              <p:spPr bwMode="auto">
                <a:xfrm rot="7293177" flipV="1">
                  <a:off x="4804933" y="4437986"/>
                  <a:ext cx="413474" cy="414244"/>
                </a:xfrm>
                <a:custGeom>
                  <a:avLst/>
                  <a:gdLst>
                    <a:gd name="T0" fmla="*/ 400 w 400"/>
                    <a:gd name="T1" fmla="*/ 33 h 400"/>
                    <a:gd name="T2" fmla="*/ 398 w 400"/>
                    <a:gd name="T3" fmla="*/ 0 h 400"/>
                    <a:gd name="T4" fmla="*/ 116 w 400"/>
                    <a:gd name="T5" fmla="*/ 221 h 400"/>
                    <a:gd name="T6" fmla="*/ 116 w 400"/>
                    <a:gd name="T7" fmla="*/ 159 h 400"/>
                    <a:gd name="T8" fmla="*/ 0 w 400"/>
                    <a:gd name="T9" fmla="*/ 279 h 400"/>
                    <a:gd name="T10" fmla="*/ 116 w 400"/>
                    <a:gd name="T11" fmla="*/ 400 h 400"/>
                    <a:gd name="T12" fmla="*/ 116 w 400"/>
                    <a:gd name="T13" fmla="*/ 338 h 400"/>
                    <a:gd name="T14" fmla="*/ 400 w 400"/>
                    <a:gd name="T15" fmla="*/ 33 h 4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0" h="400">
                      <a:moveTo>
                        <a:pt x="400" y="33"/>
                      </a:moveTo>
                      <a:cubicBezTo>
                        <a:pt x="400" y="22"/>
                        <a:pt x="399" y="11"/>
                        <a:pt x="398" y="0"/>
                      </a:cubicBezTo>
                      <a:cubicBezTo>
                        <a:pt x="382" y="113"/>
                        <a:pt x="262" y="221"/>
                        <a:pt x="116" y="221"/>
                      </a:cubicBezTo>
                      <a:cubicBezTo>
                        <a:pt x="116" y="159"/>
                        <a:pt x="116" y="159"/>
                        <a:pt x="116" y="159"/>
                      </a:cubicBezTo>
                      <a:cubicBezTo>
                        <a:pt x="0" y="279"/>
                        <a:pt x="0" y="279"/>
                        <a:pt x="0" y="279"/>
                      </a:cubicBezTo>
                      <a:cubicBezTo>
                        <a:pt x="116" y="400"/>
                        <a:pt x="116" y="400"/>
                        <a:pt x="116" y="400"/>
                      </a:cubicBezTo>
                      <a:cubicBezTo>
                        <a:pt x="116" y="338"/>
                        <a:pt x="116" y="338"/>
                        <a:pt x="116" y="338"/>
                      </a:cubicBezTo>
                      <a:cubicBezTo>
                        <a:pt x="273" y="337"/>
                        <a:pt x="400" y="190"/>
                        <a:pt x="400" y="33"/>
                      </a:cubicBezTo>
                      <a:close/>
                    </a:path>
                  </a:pathLst>
                </a:custGeom>
                <a:gradFill>
                  <a:gsLst>
                    <a:gs pos="0">
                      <a:schemeClr val="accent1">
                        <a:alpha val="87000"/>
                      </a:schemeClr>
                    </a:gs>
                    <a:gs pos="100000">
                      <a:schemeClr val="accent1">
                        <a:alpha val="0"/>
                      </a:schemeClr>
                    </a:gs>
                  </a:gsLst>
                  <a:lin ang="19800000" scaled="0"/>
                </a:gradFill>
                <a:ln>
                  <a:noFill/>
                </a:ln>
              </p:spPr>
              <p:txBody>
                <a:bodyPr vert="horz" wrap="square" lIns="192000" tIns="96000" rIns="192000" bIns="96000" numCol="1" anchor="t" anchorCtr="0" compatLnSpc="1">
                  <a:prstTxWarp prst="textNoShape">
                    <a:avLst/>
                  </a:prstTxWarp>
                </a:bodyPr>
                <a:lstStyle/>
                <a:p>
                  <a:pPr defTabSz="1919966">
                    <a:defRPr/>
                  </a:pPr>
                  <a:endParaRPr lang="zh-CN" altLang="en-US" sz="3779">
                    <a:solidFill>
                      <a:prstClr val="black"/>
                    </a:solidFill>
                    <a:ea typeface="思源黑体 CN Light"/>
                  </a:endParaRPr>
                </a:p>
              </p:txBody>
            </p:sp>
          </p:grpSp>
        </p:grpSp>
        <p:sp>
          <p:nvSpPr>
            <p:cNvPr id="41" name="文本框 40">
              <a:extLst>
                <a:ext uri="{FF2B5EF4-FFF2-40B4-BE49-F238E27FC236}">
                  <a16:creationId xmlns:a16="http://schemas.microsoft.com/office/drawing/2014/main" id="{3AFCE3BD-4E84-8449-9FE4-E02F0D741665}"/>
                </a:ext>
              </a:extLst>
            </p:cNvPr>
            <p:cNvSpPr txBox="1">
              <a:spLocks/>
            </p:cNvSpPr>
            <p:nvPr/>
          </p:nvSpPr>
          <p:spPr>
            <a:xfrm>
              <a:off x="3203371" y="4959418"/>
              <a:ext cx="1291032" cy="33461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内外部数据</a:t>
              </a:r>
            </a:p>
          </p:txBody>
        </p:sp>
        <p:sp>
          <p:nvSpPr>
            <p:cNvPr id="42" name="文本框 41">
              <a:extLst>
                <a:ext uri="{FF2B5EF4-FFF2-40B4-BE49-F238E27FC236}">
                  <a16:creationId xmlns:a16="http://schemas.microsoft.com/office/drawing/2014/main" id="{76EE5EAB-95CB-9246-3048-BC2DD1A03E3E}"/>
                </a:ext>
              </a:extLst>
            </p:cNvPr>
            <p:cNvSpPr txBox="1">
              <a:spLocks/>
            </p:cNvSpPr>
            <p:nvPr/>
          </p:nvSpPr>
          <p:spPr>
            <a:xfrm>
              <a:off x="7535630" y="4959418"/>
              <a:ext cx="1291032" cy="33461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专家智慧</a:t>
              </a:r>
            </a:p>
          </p:txBody>
        </p:sp>
        <p:sp>
          <p:nvSpPr>
            <p:cNvPr id="19" name="文本框 18">
              <a:extLst>
                <a:ext uri="{FF2B5EF4-FFF2-40B4-BE49-F238E27FC236}">
                  <a16:creationId xmlns:a16="http://schemas.microsoft.com/office/drawing/2014/main" id="{E47194F7-8A6E-CF91-D43C-6A435918E281}"/>
                </a:ext>
              </a:extLst>
            </p:cNvPr>
            <p:cNvSpPr txBox="1">
              <a:spLocks/>
            </p:cNvSpPr>
            <p:nvPr/>
          </p:nvSpPr>
          <p:spPr>
            <a:xfrm>
              <a:off x="4654966" y="1200177"/>
              <a:ext cx="2882068" cy="616476"/>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pPr>
                <a:lnSpc>
                  <a:spcPct val="110000"/>
                </a:lnSpc>
              </a:pPr>
              <a:r>
                <a:rPr lang="zh-CN" altLang="en-US" sz="1600" dirty="0">
                  <a:solidFill>
                    <a:schemeClr val="bg1"/>
                  </a:solidFill>
                  <a:sym typeface="Helvetica Neue" panose="02000503000000020004"/>
                </a:rPr>
                <a:t>开创管理智慧化新范式</a:t>
              </a:r>
            </a:p>
            <a:p>
              <a:pPr>
                <a:lnSpc>
                  <a:spcPct val="110000"/>
                </a:lnSpc>
              </a:pPr>
              <a:r>
                <a:rPr lang="zh-CN" altLang="en-US" sz="1600" dirty="0">
                  <a:solidFill>
                    <a:schemeClr val="bg1"/>
                  </a:solidFill>
                  <a:sym typeface="Helvetica Neue" panose="02000503000000020004"/>
                </a:rPr>
                <a:t>形成营销数字化管理新生态</a:t>
              </a:r>
            </a:p>
          </p:txBody>
        </p:sp>
        <p:sp>
          <p:nvSpPr>
            <p:cNvPr id="21" name="椭圆 20">
              <a:extLst>
                <a:ext uri="{FF2B5EF4-FFF2-40B4-BE49-F238E27FC236}">
                  <a16:creationId xmlns:a16="http://schemas.microsoft.com/office/drawing/2014/main" id="{100DB42E-85E0-A496-5A07-D67B6DAD4BC3}"/>
                </a:ext>
              </a:extLst>
            </p:cNvPr>
            <p:cNvSpPr/>
            <p:nvPr/>
          </p:nvSpPr>
          <p:spPr>
            <a:xfrm>
              <a:off x="4178060" y="1858488"/>
              <a:ext cx="3835879" cy="288074"/>
            </a:xfrm>
            <a:prstGeom prst="ellipse">
              <a:avLst/>
            </a:prstGeom>
            <a:noFill/>
            <a:ln w="15875">
              <a:gradFill>
                <a:gsLst>
                  <a:gs pos="100000">
                    <a:schemeClr val="accent2"/>
                  </a:gs>
                  <a:gs pos="16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4" name="图形 224">
              <a:extLst>
                <a:ext uri="{FF2B5EF4-FFF2-40B4-BE49-F238E27FC236}">
                  <a16:creationId xmlns:a16="http://schemas.microsoft.com/office/drawing/2014/main" id="{F44465D5-82A4-3673-125C-51A4694FDEA4}"/>
                </a:ext>
              </a:extLst>
            </p:cNvPr>
            <p:cNvSpPr/>
            <p:nvPr/>
          </p:nvSpPr>
          <p:spPr>
            <a:xfrm>
              <a:off x="3706379" y="4659493"/>
              <a:ext cx="285016" cy="303406"/>
            </a:xfrm>
            <a:custGeom>
              <a:avLst/>
              <a:gdLst>
                <a:gd name="connsiteX0" fmla="*/ 177639 w 439452"/>
                <a:gd name="connsiteY0" fmla="*/ 169582 h 467806"/>
                <a:gd name="connsiteX1" fmla="*/ 323597 w 439452"/>
                <a:gd name="connsiteY1" fmla="*/ 134584 h 467806"/>
                <a:gd name="connsiteX2" fmla="*/ 323597 w 439452"/>
                <a:gd name="connsiteY2" fmla="*/ 176406 h 467806"/>
                <a:gd name="connsiteX3" fmla="*/ 355281 w 439452"/>
                <a:gd name="connsiteY3" fmla="*/ 176406 h 467806"/>
                <a:gd name="connsiteX4" fmla="*/ 355281 w 439452"/>
                <a:gd name="connsiteY4" fmla="*/ 84794 h 467806"/>
                <a:gd name="connsiteX5" fmla="*/ 177639 w 439452"/>
                <a:gd name="connsiteY5" fmla="*/ 0 h 467806"/>
                <a:gd name="connsiteX6" fmla="*/ 0 w 439452"/>
                <a:gd name="connsiteY6" fmla="*/ 84794 h 467806"/>
                <a:gd name="connsiteX7" fmla="*/ 0 w 439452"/>
                <a:gd name="connsiteY7" fmla="*/ 334726 h 467806"/>
                <a:gd name="connsiteX8" fmla="*/ 177640 w 439452"/>
                <a:gd name="connsiteY8" fmla="*/ 419515 h 467806"/>
                <a:gd name="connsiteX9" fmla="*/ 177640 w 439452"/>
                <a:gd name="connsiteY9" fmla="*/ 387834 h 467806"/>
                <a:gd name="connsiteX10" fmla="*/ 31684 w 439452"/>
                <a:gd name="connsiteY10" fmla="*/ 334726 h 467806"/>
                <a:gd name="connsiteX11" fmla="*/ 31684 w 439452"/>
                <a:gd name="connsiteY11" fmla="*/ 259553 h 467806"/>
                <a:gd name="connsiteX12" fmla="*/ 177640 w 439452"/>
                <a:gd name="connsiteY12" fmla="*/ 294552 h 467806"/>
                <a:gd name="connsiteX13" fmla="*/ 177640 w 439452"/>
                <a:gd name="connsiteY13" fmla="*/ 262868 h 467806"/>
                <a:gd name="connsiteX14" fmla="*/ 31684 w 439452"/>
                <a:gd name="connsiteY14" fmla="*/ 209758 h 467806"/>
                <a:gd name="connsiteX15" fmla="*/ 31684 w 439452"/>
                <a:gd name="connsiteY15" fmla="*/ 134587 h 467806"/>
                <a:gd name="connsiteX16" fmla="*/ 177639 w 439452"/>
                <a:gd name="connsiteY16" fmla="*/ 169582 h 467806"/>
                <a:gd name="connsiteX17" fmla="*/ 177639 w 439452"/>
                <a:gd name="connsiteY17" fmla="*/ 169582 h 467806"/>
                <a:gd name="connsiteX18" fmla="*/ 177639 w 439452"/>
                <a:gd name="connsiteY18" fmla="*/ 31684 h 467806"/>
                <a:gd name="connsiteX19" fmla="*/ 323597 w 439452"/>
                <a:gd name="connsiteY19" fmla="*/ 84794 h 467806"/>
                <a:gd name="connsiteX20" fmla="*/ 177639 w 439452"/>
                <a:gd name="connsiteY20" fmla="*/ 137898 h 467806"/>
                <a:gd name="connsiteX21" fmla="*/ 31684 w 439452"/>
                <a:gd name="connsiteY21" fmla="*/ 84794 h 467806"/>
                <a:gd name="connsiteX22" fmla="*/ 177639 w 439452"/>
                <a:gd name="connsiteY22" fmla="*/ 31684 h 467806"/>
                <a:gd name="connsiteX23" fmla="*/ 177639 w 439452"/>
                <a:gd name="connsiteY23" fmla="*/ 31684 h 467806"/>
                <a:gd name="connsiteX24" fmla="*/ 319639 w 439452"/>
                <a:gd name="connsiteY24" fmla="*/ 186899 h 467806"/>
                <a:gd name="connsiteX25" fmla="*/ 199822 w 439452"/>
                <a:gd name="connsiteY25" fmla="*/ 247051 h 467806"/>
                <a:gd name="connsiteX26" fmla="*/ 199822 w 439452"/>
                <a:gd name="connsiteY26" fmla="*/ 407659 h 467806"/>
                <a:gd name="connsiteX27" fmla="*/ 319639 w 439452"/>
                <a:gd name="connsiteY27" fmla="*/ 467806 h 467806"/>
                <a:gd name="connsiteX28" fmla="*/ 439423 w 439452"/>
                <a:gd name="connsiteY28" fmla="*/ 408325 h 467806"/>
                <a:gd name="connsiteX29" fmla="*/ 439453 w 439452"/>
                <a:gd name="connsiteY29" fmla="*/ 408325 h 467806"/>
                <a:gd name="connsiteX30" fmla="*/ 439453 w 439452"/>
                <a:gd name="connsiteY30" fmla="*/ 247047 h 467806"/>
                <a:gd name="connsiteX31" fmla="*/ 319639 w 439452"/>
                <a:gd name="connsiteY31" fmla="*/ 186899 h 467806"/>
                <a:gd name="connsiteX32" fmla="*/ 319639 w 439452"/>
                <a:gd name="connsiteY32" fmla="*/ 186899 h 467806"/>
                <a:gd name="connsiteX33" fmla="*/ 319639 w 439452"/>
                <a:gd name="connsiteY33" fmla="*/ 218583 h 467806"/>
                <a:gd name="connsiteX34" fmla="*/ 407769 w 439452"/>
                <a:gd name="connsiteY34" fmla="*/ 247050 h 467806"/>
                <a:gd name="connsiteX35" fmla="*/ 319639 w 439452"/>
                <a:gd name="connsiteY35" fmla="*/ 275519 h 467806"/>
                <a:gd name="connsiteX36" fmla="*/ 231505 w 439452"/>
                <a:gd name="connsiteY36" fmla="*/ 247050 h 467806"/>
                <a:gd name="connsiteX37" fmla="*/ 319639 w 439452"/>
                <a:gd name="connsiteY37" fmla="*/ 218583 h 467806"/>
                <a:gd name="connsiteX38" fmla="*/ 319639 w 439452"/>
                <a:gd name="connsiteY38" fmla="*/ 218583 h 467806"/>
                <a:gd name="connsiteX39" fmla="*/ 319639 w 439452"/>
                <a:gd name="connsiteY39" fmla="*/ 436116 h 467806"/>
                <a:gd name="connsiteX40" fmla="*/ 231505 w 439452"/>
                <a:gd name="connsiteY40" fmla="*/ 407650 h 467806"/>
                <a:gd name="connsiteX41" fmla="*/ 231505 w 439452"/>
                <a:gd name="connsiteY41" fmla="*/ 369309 h 467806"/>
                <a:gd name="connsiteX42" fmla="*/ 319639 w 439452"/>
                <a:gd name="connsiteY42" fmla="*/ 387496 h 467806"/>
                <a:gd name="connsiteX43" fmla="*/ 407769 w 439452"/>
                <a:gd name="connsiteY43" fmla="*/ 369309 h 467806"/>
                <a:gd name="connsiteX44" fmla="*/ 407769 w 439452"/>
                <a:gd name="connsiteY44" fmla="*/ 407650 h 467806"/>
                <a:gd name="connsiteX45" fmla="*/ 319639 w 439452"/>
                <a:gd name="connsiteY45" fmla="*/ 436116 h 467806"/>
                <a:gd name="connsiteX46" fmla="*/ 319639 w 439452"/>
                <a:gd name="connsiteY46" fmla="*/ 436116 h 467806"/>
                <a:gd name="connsiteX47" fmla="*/ 319639 w 439452"/>
                <a:gd name="connsiteY47" fmla="*/ 355815 h 467806"/>
                <a:gd name="connsiteX48" fmla="*/ 231505 w 439452"/>
                <a:gd name="connsiteY48" fmla="*/ 327349 h 467806"/>
                <a:gd name="connsiteX49" fmla="*/ 231505 w 439452"/>
                <a:gd name="connsiteY49" fmla="*/ 289008 h 467806"/>
                <a:gd name="connsiteX50" fmla="*/ 319639 w 439452"/>
                <a:gd name="connsiteY50" fmla="*/ 307198 h 467806"/>
                <a:gd name="connsiteX51" fmla="*/ 407769 w 439452"/>
                <a:gd name="connsiteY51" fmla="*/ 289013 h 467806"/>
                <a:gd name="connsiteX52" fmla="*/ 407769 w 439452"/>
                <a:gd name="connsiteY52" fmla="*/ 327354 h 467806"/>
                <a:gd name="connsiteX53" fmla="*/ 319639 w 439452"/>
                <a:gd name="connsiteY53" fmla="*/ 355815 h 467806"/>
                <a:gd name="connsiteX54" fmla="*/ 319639 w 439452"/>
                <a:gd name="connsiteY54" fmla="*/ 355815 h 46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39452" h="467806">
                  <a:moveTo>
                    <a:pt x="177639" y="169582"/>
                  </a:moveTo>
                  <a:cubicBezTo>
                    <a:pt x="232441" y="169582"/>
                    <a:pt x="289398" y="157530"/>
                    <a:pt x="323597" y="134584"/>
                  </a:cubicBezTo>
                  <a:lnTo>
                    <a:pt x="323597" y="176406"/>
                  </a:lnTo>
                  <a:lnTo>
                    <a:pt x="355281" y="176406"/>
                  </a:lnTo>
                  <a:lnTo>
                    <a:pt x="355281" y="84794"/>
                  </a:lnTo>
                  <a:cubicBezTo>
                    <a:pt x="355281" y="29718"/>
                    <a:pt x="263754" y="0"/>
                    <a:pt x="177639" y="0"/>
                  </a:cubicBezTo>
                  <a:cubicBezTo>
                    <a:pt x="91523" y="0"/>
                    <a:pt x="0" y="29718"/>
                    <a:pt x="0" y="84794"/>
                  </a:cubicBezTo>
                  <a:lnTo>
                    <a:pt x="0" y="334726"/>
                  </a:lnTo>
                  <a:cubicBezTo>
                    <a:pt x="0" y="389799"/>
                    <a:pt x="91524" y="419515"/>
                    <a:pt x="177640" y="419515"/>
                  </a:cubicBezTo>
                  <a:lnTo>
                    <a:pt x="177640" y="387834"/>
                  </a:lnTo>
                  <a:cubicBezTo>
                    <a:pt x="87209" y="387834"/>
                    <a:pt x="31684" y="356901"/>
                    <a:pt x="31684" y="334726"/>
                  </a:cubicBezTo>
                  <a:lnTo>
                    <a:pt x="31684" y="259553"/>
                  </a:lnTo>
                  <a:cubicBezTo>
                    <a:pt x="65887" y="282500"/>
                    <a:pt x="122841" y="294552"/>
                    <a:pt x="177640" y="294552"/>
                  </a:cubicBezTo>
                  <a:lnTo>
                    <a:pt x="177640" y="262868"/>
                  </a:lnTo>
                  <a:cubicBezTo>
                    <a:pt x="87209" y="262868"/>
                    <a:pt x="31684" y="231935"/>
                    <a:pt x="31684" y="209758"/>
                  </a:cubicBezTo>
                  <a:lnTo>
                    <a:pt x="31684" y="134587"/>
                  </a:lnTo>
                  <a:cubicBezTo>
                    <a:pt x="65880" y="157530"/>
                    <a:pt x="122835" y="169582"/>
                    <a:pt x="177639" y="169582"/>
                  </a:cubicBezTo>
                  <a:lnTo>
                    <a:pt x="177639" y="169582"/>
                  </a:lnTo>
                  <a:close/>
                  <a:moveTo>
                    <a:pt x="177639" y="31684"/>
                  </a:moveTo>
                  <a:cubicBezTo>
                    <a:pt x="268073" y="31684"/>
                    <a:pt x="323597" y="62617"/>
                    <a:pt x="323597" y="84794"/>
                  </a:cubicBezTo>
                  <a:cubicBezTo>
                    <a:pt x="323597" y="106968"/>
                    <a:pt x="268072" y="137898"/>
                    <a:pt x="177639" y="137898"/>
                  </a:cubicBezTo>
                  <a:cubicBezTo>
                    <a:pt x="87209" y="137898"/>
                    <a:pt x="31684" y="106968"/>
                    <a:pt x="31684" y="84794"/>
                  </a:cubicBezTo>
                  <a:cubicBezTo>
                    <a:pt x="31684" y="62617"/>
                    <a:pt x="87209" y="31684"/>
                    <a:pt x="177639" y="31684"/>
                  </a:cubicBezTo>
                  <a:lnTo>
                    <a:pt x="177639" y="31684"/>
                  </a:lnTo>
                  <a:close/>
                  <a:moveTo>
                    <a:pt x="319639" y="186899"/>
                  </a:moveTo>
                  <a:cubicBezTo>
                    <a:pt x="240980" y="186899"/>
                    <a:pt x="199822" y="217161"/>
                    <a:pt x="199822" y="247051"/>
                  </a:cubicBezTo>
                  <a:lnTo>
                    <a:pt x="199822" y="407659"/>
                  </a:lnTo>
                  <a:cubicBezTo>
                    <a:pt x="199822" y="437547"/>
                    <a:pt x="240980" y="467806"/>
                    <a:pt x="319639" y="467806"/>
                  </a:cubicBezTo>
                  <a:cubicBezTo>
                    <a:pt x="397710" y="467806"/>
                    <a:pt x="438814" y="437996"/>
                    <a:pt x="439423" y="408325"/>
                  </a:cubicBezTo>
                  <a:lnTo>
                    <a:pt x="439453" y="408325"/>
                  </a:lnTo>
                  <a:lnTo>
                    <a:pt x="439453" y="247047"/>
                  </a:lnTo>
                  <a:cubicBezTo>
                    <a:pt x="439452" y="217158"/>
                    <a:pt x="398300" y="186899"/>
                    <a:pt x="319639" y="186899"/>
                  </a:cubicBezTo>
                  <a:lnTo>
                    <a:pt x="319639" y="186899"/>
                  </a:lnTo>
                  <a:close/>
                  <a:moveTo>
                    <a:pt x="319639" y="218583"/>
                  </a:moveTo>
                  <a:cubicBezTo>
                    <a:pt x="377785" y="218583"/>
                    <a:pt x="407769" y="238535"/>
                    <a:pt x="407769" y="247050"/>
                  </a:cubicBezTo>
                  <a:cubicBezTo>
                    <a:pt x="407769" y="255567"/>
                    <a:pt x="377785" y="275519"/>
                    <a:pt x="319639" y="275519"/>
                  </a:cubicBezTo>
                  <a:cubicBezTo>
                    <a:pt x="261489" y="275519"/>
                    <a:pt x="231505" y="255567"/>
                    <a:pt x="231505" y="247050"/>
                  </a:cubicBezTo>
                  <a:cubicBezTo>
                    <a:pt x="231505" y="238535"/>
                    <a:pt x="261495" y="218583"/>
                    <a:pt x="319639" y="218583"/>
                  </a:cubicBezTo>
                  <a:lnTo>
                    <a:pt x="319639" y="218583"/>
                  </a:lnTo>
                  <a:close/>
                  <a:moveTo>
                    <a:pt x="319639" y="436116"/>
                  </a:moveTo>
                  <a:cubicBezTo>
                    <a:pt x="261489" y="436116"/>
                    <a:pt x="231505" y="416163"/>
                    <a:pt x="231505" y="407650"/>
                  </a:cubicBezTo>
                  <a:lnTo>
                    <a:pt x="231505" y="369309"/>
                  </a:lnTo>
                  <a:cubicBezTo>
                    <a:pt x="251610" y="380227"/>
                    <a:pt x="281116" y="387496"/>
                    <a:pt x="319639" y="387496"/>
                  </a:cubicBezTo>
                  <a:cubicBezTo>
                    <a:pt x="358162" y="387496"/>
                    <a:pt x="387664" y="380227"/>
                    <a:pt x="407769" y="369309"/>
                  </a:cubicBezTo>
                  <a:lnTo>
                    <a:pt x="407769" y="407650"/>
                  </a:lnTo>
                  <a:cubicBezTo>
                    <a:pt x="407769" y="416164"/>
                    <a:pt x="377785" y="436116"/>
                    <a:pt x="319639" y="436116"/>
                  </a:cubicBezTo>
                  <a:lnTo>
                    <a:pt x="319639" y="436116"/>
                  </a:lnTo>
                  <a:close/>
                  <a:moveTo>
                    <a:pt x="319639" y="355815"/>
                  </a:moveTo>
                  <a:cubicBezTo>
                    <a:pt x="261489" y="355815"/>
                    <a:pt x="231505" y="335863"/>
                    <a:pt x="231505" y="327349"/>
                  </a:cubicBezTo>
                  <a:lnTo>
                    <a:pt x="231505" y="289008"/>
                  </a:lnTo>
                  <a:cubicBezTo>
                    <a:pt x="251610" y="299926"/>
                    <a:pt x="281116" y="307198"/>
                    <a:pt x="319639" y="307198"/>
                  </a:cubicBezTo>
                  <a:cubicBezTo>
                    <a:pt x="358162" y="307198"/>
                    <a:pt x="387664" y="299931"/>
                    <a:pt x="407769" y="289013"/>
                  </a:cubicBezTo>
                  <a:lnTo>
                    <a:pt x="407769" y="327354"/>
                  </a:lnTo>
                  <a:cubicBezTo>
                    <a:pt x="407769" y="335863"/>
                    <a:pt x="377785" y="355815"/>
                    <a:pt x="319639" y="355815"/>
                  </a:cubicBezTo>
                  <a:lnTo>
                    <a:pt x="319639" y="355815"/>
                  </a:lnTo>
                  <a:close/>
                </a:path>
              </a:pathLst>
            </a:custGeom>
            <a:solidFill>
              <a:schemeClr val="accent1"/>
            </a:solidFill>
            <a:ln w="521" cap="flat">
              <a:noFill/>
              <a:prstDash val="solid"/>
              <a:miter/>
            </a:ln>
          </p:spPr>
          <p:txBody>
            <a:bodyPr rtlCol="0" anchor="ctr"/>
            <a:lstStyle/>
            <a:p>
              <a:endParaRPr lang="zh-CN" altLang="en-US"/>
            </a:p>
          </p:txBody>
        </p:sp>
        <p:sp>
          <p:nvSpPr>
            <p:cNvPr id="45" name="图形 4">
              <a:extLst>
                <a:ext uri="{FF2B5EF4-FFF2-40B4-BE49-F238E27FC236}">
                  <a16:creationId xmlns:a16="http://schemas.microsoft.com/office/drawing/2014/main" id="{8D67CEB4-EB80-0D43-B1A1-2E150AD1272F}"/>
                </a:ext>
              </a:extLst>
            </p:cNvPr>
            <p:cNvSpPr/>
            <p:nvPr/>
          </p:nvSpPr>
          <p:spPr>
            <a:xfrm>
              <a:off x="8029605" y="4706435"/>
              <a:ext cx="303082" cy="249282"/>
            </a:xfrm>
            <a:custGeom>
              <a:avLst/>
              <a:gdLst>
                <a:gd name="connsiteX0" fmla="*/ 205878 w 260164"/>
                <a:gd name="connsiteY0" fmla="*/ 87480 h 213984"/>
                <a:gd name="connsiteX1" fmla="*/ 215611 w 260164"/>
                <a:gd name="connsiteY1" fmla="*/ 97236 h 213984"/>
                <a:gd name="connsiteX2" fmla="*/ 215611 w 260164"/>
                <a:gd name="connsiteY2" fmla="*/ 136261 h 213984"/>
                <a:gd name="connsiteX3" fmla="*/ 205878 w 260164"/>
                <a:gd name="connsiteY3" fmla="*/ 146017 h 213984"/>
                <a:gd name="connsiteX4" fmla="*/ 188944 w 260164"/>
                <a:gd name="connsiteY4" fmla="*/ 146017 h 213984"/>
                <a:gd name="connsiteX5" fmla="*/ 188944 w 260164"/>
                <a:gd name="connsiteY5" fmla="*/ 155448 h 213984"/>
                <a:gd name="connsiteX6" fmla="*/ 205878 w 260164"/>
                <a:gd name="connsiteY6" fmla="*/ 155448 h 213984"/>
                <a:gd name="connsiteX7" fmla="*/ 215611 w 260164"/>
                <a:gd name="connsiteY7" fmla="*/ 165204 h 213984"/>
                <a:gd name="connsiteX8" fmla="*/ 215611 w 260164"/>
                <a:gd name="connsiteY8" fmla="*/ 204229 h 213984"/>
                <a:gd name="connsiteX9" fmla="*/ 205878 w 260164"/>
                <a:gd name="connsiteY9" fmla="*/ 213985 h 213984"/>
                <a:gd name="connsiteX10" fmla="*/ 89083 w 260164"/>
                <a:gd name="connsiteY10" fmla="*/ 213985 h 213984"/>
                <a:gd name="connsiteX11" fmla="*/ 79350 w 260164"/>
                <a:gd name="connsiteY11" fmla="*/ 204229 h 213984"/>
                <a:gd name="connsiteX12" fmla="*/ 79350 w 260164"/>
                <a:gd name="connsiteY12" fmla="*/ 165204 h 213984"/>
                <a:gd name="connsiteX13" fmla="*/ 89083 w 260164"/>
                <a:gd name="connsiteY13" fmla="*/ 155448 h 213984"/>
                <a:gd name="connsiteX14" fmla="*/ 176912 w 260164"/>
                <a:gd name="connsiteY14" fmla="*/ 155448 h 213984"/>
                <a:gd name="connsiteX15" fmla="*/ 176912 w 260164"/>
                <a:gd name="connsiteY15" fmla="*/ 146017 h 213984"/>
                <a:gd name="connsiteX16" fmla="*/ 89083 w 260164"/>
                <a:gd name="connsiteY16" fmla="*/ 146017 h 213984"/>
                <a:gd name="connsiteX17" fmla="*/ 79350 w 260164"/>
                <a:gd name="connsiteY17" fmla="*/ 136261 h 213984"/>
                <a:gd name="connsiteX18" fmla="*/ 79350 w 260164"/>
                <a:gd name="connsiteY18" fmla="*/ 97236 h 213984"/>
                <a:gd name="connsiteX19" fmla="*/ 89083 w 260164"/>
                <a:gd name="connsiteY19" fmla="*/ 87480 h 213984"/>
                <a:gd name="connsiteX20" fmla="*/ 205878 w 260164"/>
                <a:gd name="connsiteY20" fmla="*/ 87480 h 213984"/>
                <a:gd name="connsiteX21" fmla="*/ 200038 w 260164"/>
                <a:gd name="connsiteY21" fmla="*/ 171058 h 213984"/>
                <a:gd name="connsiteX22" fmla="*/ 94923 w 260164"/>
                <a:gd name="connsiteY22" fmla="*/ 171058 h 213984"/>
                <a:gd name="connsiteX23" fmla="*/ 94923 w 260164"/>
                <a:gd name="connsiteY23" fmla="*/ 198375 h 213984"/>
                <a:gd name="connsiteX24" fmla="*/ 200038 w 260164"/>
                <a:gd name="connsiteY24" fmla="*/ 198375 h 213984"/>
                <a:gd name="connsiteX25" fmla="*/ 200038 w 260164"/>
                <a:gd name="connsiteY25" fmla="*/ 171058 h 213984"/>
                <a:gd name="connsiteX26" fmla="*/ 152521 w 260164"/>
                <a:gd name="connsiteY26" fmla="*/ 179838 h 213984"/>
                <a:gd name="connsiteX27" fmla="*/ 157399 w 260164"/>
                <a:gd name="connsiteY27" fmla="*/ 185855 h 213984"/>
                <a:gd name="connsiteX28" fmla="*/ 152521 w 260164"/>
                <a:gd name="connsiteY28" fmla="*/ 191871 h 213984"/>
                <a:gd name="connsiteX29" fmla="*/ 142765 w 260164"/>
                <a:gd name="connsiteY29" fmla="*/ 191871 h 213984"/>
                <a:gd name="connsiteX30" fmla="*/ 137887 w 260164"/>
                <a:gd name="connsiteY30" fmla="*/ 185855 h 213984"/>
                <a:gd name="connsiteX31" fmla="*/ 142765 w 260164"/>
                <a:gd name="connsiteY31" fmla="*/ 179838 h 213984"/>
                <a:gd name="connsiteX32" fmla="*/ 152521 w 260164"/>
                <a:gd name="connsiteY32" fmla="*/ 179838 h 213984"/>
                <a:gd name="connsiteX33" fmla="*/ 181790 w 260164"/>
                <a:gd name="connsiteY33" fmla="*/ 179838 h 213984"/>
                <a:gd name="connsiteX34" fmla="*/ 186668 w 260164"/>
                <a:gd name="connsiteY34" fmla="*/ 185855 h 213984"/>
                <a:gd name="connsiteX35" fmla="*/ 181790 w 260164"/>
                <a:gd name="connsiteY35" fmla="*/ 191871 h 213984"/>
                <a:gd name="connsiteX36" fmla="*/ 172033 w 260164"/>
                <a:gd name="connsiteY36" fmla="*/ 191871 h 213984"/>
                <a:gd name="connsiteX37" fmla="*/ 167155 w 260164"/>
                <a:gd name="connsiteY37" fmla="*/ 185855 h 213984"/>
                <a:gd name="connsiteX38" fmla="*/ 172033 w 260164"/>
                <a:gd name="connsiteY38" fmla="*/ 179838 h 213984"/>
                <a:gd name="connsiteX39" fmla="*/ 181790 w 260164"/>
                <a:gd name="connsiteY39" fmla="*/ 179838 h 213984"/>
                <a:gd name="connsiteX40" fmla="*/ 100651 w 260164"/>
                <a:gd name="connsiteY40" fmla="*/ 0 h 213984"/>
                <a:gd name="connsiteX41" fmla="*/ 152445 w 260164"/>
                <a:gd name="connsiteY41" fmla="*/ 29932 h 213984"/>
                <a:gd name="connsiteX42" fmla="*/ 176424 w 260164"/>
                <a:gd name="connsiteY42" fmla="*/ 22764 h 213984"/>
                <a:gd name="connsiteX43" fmla="*/ 221318 w 260164"/>
                <a:gd name="connsiteY43" fmla="*/ 63373 h 213984"/>
                <a:gd name="connsiteX44" fmla="*/ 260164 w 260164"/>
                <a:gd name="connsiteY44" fmla="*/ 111220 h 213984"/>
                <a:gd name="connsiteX45" fmla="*/ 226343 w 260164"/>
                <a:gd name="connsiteY45" fmla="*/ 157921 h 213984"/>
                <a:gd name="connsiteX46" fmla="*/ 226343 w 260164"/>
                <a:gd name="connsiteY46" fmla="*/ 138345 h 213984"/>
                <a:gd name="connsiteX47" fmla="*/ 241949 w 260164"/>
                <a:gd name="connsiteY47" fmla="*/ 111726 h 213984"/>
                <a:gd name="connsiteX48" fmla="*/ 241953 w 260164"/>
                <a:gd name="connsiteY48" fmla="*/ 111220 h 213984"/>
                <a:gd name="connsiteX49" fmla="*/ 218312 w 260164"/>
                <a:gd name="connsiteY49" fmla="*/ 81335 h 213984"/>
                <a:gd name="connsiteX50" fmla="*/ 203279 w 260164"/>
                <a:gd name="connsiteY50" fmla="*/ 65872 h 213984"/>
                <a:gd name="connsiteX51" fmla="*/ 176424 w 260164"/>
                <a:gd name="connsiteY51" fmla="*/ 40976 h 213984"/>
                <a:gd name="connsiteX52" fmla="*/ 162403 w 260164"/>
                <a:gd name="connsiteY52" fmla="*/ 45180 h 213984"/>
                <a:gd name="connsiteX53" fmla="*/ 136858 w 260164"/>
                <a:gd name="connsiteY53" fmla="*/ 39350 h 213984"/>
                <a:gd name="connsiteX54" fmla="*/ 100651 w 260164"/>
                <a:gd name="connsiteY54" fmla="*/ 18211 h 213984"/>
                <a:gd name="connsiteX55" fmla="*/ 57618 w 260164"/>
                <a:gd name="connsiteY55" fmla="*/ 62009 h 213984"/>
                <a:gd name="connsiteX56" fmla="*/ 42538 w 260164"/>
                <a:gd name="connsiteY56" fmla="*/ 79095 h 213984"/>
                <a:gd name="connsiteX57" fmla="*/ 18211 w 260164"/>
                <a:gd name="connsiteY57" fmla="*/ 110082 h 213984"/>
                <a:gd name="connsiteX58" fmla="*/ 46490 w 260164"/>
                <a:gd name="connsiteY58" fmla="*/ 141457 h 213984"/>
                <a:gd name="connsiteX59" fmla="*/ 46939 w 260164"/>
                <a:gd name="connsiteY59" fmla="*/ 141464 h 213984"/>
                <a:gd name="connsiteX60" fmla="*/ 52358 w 260164"/>
                <a:gd name="connsiteY60" fmla="*/ 141464 h 213984"/>
                <a:gd name="connsiteX61" fmla="*/ 52358 w 260164"/>
                <a:gd name="connsiteY61" fmla="*/ 159676 h 213984"/>
                <a:gd name="connsiteX62" fmla="*/ 46830 w 260164"/>
                <a:gd name="connsiteY62" fmla="*/ 159676 h 213984"/>
                <a:gd name="connsiteX63" fmla="*/ 0 w 260164"/>
                <a:gd name="connsiteY63" fmla="*/ 110082 h 213984"/>
                <a:gd name="connsiteX64" fmla="*/ 39427 w 260164"/>
                <a:gd name="connsiteY64" fmla="*/ 61151 h 213984"/>
                <a:gd name="connsiteX65" fmla="*/ 100651 w 260164"/>
                <a:gd name="connsiteY65" fmla="*/ 0 h 213984"/>
                <a:gd name="connsiteX66" fmla="*/ 200038 w 260164"/>
                <a:gd name="connsiteY66" fmla="*/ 103090 h 213984"/>
                <a:gd name="connsiteX67" fmla="*/ 94923 w 260164"/>
                <a:gd name="connsiteY67" fmla="*/ 103090 h 213984"/>
                <a:gd name="connsiteX68" fmla="*/ 94923 w 260164"/>
                <a:gd name="connsiteY68" fmla="*/ 130407 h 213984"/>
                <a:gd name="connsiteX69" fmla="*/ 200038 w 260164"/>
                <a:gd name="connsiteY69" fmla="*/ 130407 h 213984"/>
                <a:gd name="connsiteX70" fmla="*/ 200038 w 260164"/>
                <a:gd name="connsiteY70" fmla="*/ 103090 h 213984"/>
                <a:gd name="connsiteX71" fmla="*/ 152521 w 260164"/>
                <a:gd name="connsiteY71" fmla="*/ 111871 h 213984"/>
                <a:gd name="connsiteX72" fmla="*/ 157399 w 260164"/>
                <a:gd name="connsiteY72" fmla="*/ 117887 h 213984"/>
                <a:gd name="connsiteX73" fmla="*/ 152521 w 260164"/>
                <a:gd name="connsiteY73" fmla="*/ 123903 h 213984"/>
                <a:gd name="connsiteX74" fmla="*/ 142765 w 260164"/>
                <a:gd name="connsiteY74" fmla="*/ 123903 h 213984"/>
                <a:gd name="connsiteX75" fmla="*/ 137887 w 260164"/>
                <a:gd name="connsiteY75" fmla="*/ 117887 h 213984"/>
                <a:gd name="connsiteX76" fmla="*/ 142765 w 260164"/>
                <a:gd name="connsiteY76" fmla="*/ 111871 h 213984"/>
                <a:gd name="connsiteX77" fmla="*/ 152521 w 260164"/>
                <a:gd name="connsiteY77" fmla="*/ 111871 h 213984"/>
                <a:gd name="connsiteX78" fmla="*/ 181790 w 260164"/>
                <a:gd name="connsiteY78" fmla="*/ 111871 h 213984"/>
                <a:gd name="connsiteX79" fmla="*/ 186668 w 260164"/>
                <a:gd name="connsiteY79" fmla="*/ 117887 h 213984"/>
                <a:gd name="connsiteX80" fmla="*/ 181790 w 260164"/>
                <a:gd name="connsiteY80" fmla="*/ 123903 h 213984"/>
                <a:gd name="connsiteX81" fmla="*/ 172033 w 260164"/>
                <a:gd name="connsiteY81" fmla="*/ 123903 h 213984"/>
                <a:gd name="connsiteX82" fmla="*/ 167155 w 260164"/>
                <a:gd name="connsiteY82" fmla="*/ 117887 h 213984"/>
                <a:gd name="connsiteX83" fmla="*/ 172033 w 260164"/>
                <a:gd name="connsiteY83" fmla="*/ 111871 h 213984"/>
                <a:gd name="connsiteX84" fmla="*/ 181790 w 260164"/>
                <a:gd name="connsiteY84" fmla="*/ 111871 h 21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60164" h="213984">
                  <a:moveTo>
                    <a:pt x="205878" y="87480"/>
                  </a:moveTo>
                  <a:cubicBezTo>
                    <a:pt x="211254" y="87480"/>
                    <a:pt x="215611" y="91848"/>
                    <a:pt x="215611" y="97236"/>
                  </a:cubicBezTo>
                  <a:lnTo>
                    <a:pt x="215611" y="136261"/>
                  </a:lnTo>
                  <a:cubicBezTo>
                    <a:pt x="215611" y="141649"/>
                    <a:pt x="211253" y="146017"/>
                    <a:pt x="205878" y="146017"/>
                  </a:cubicBezTo>
                  <a:lnTo>
                    <a:pt x="188944" y="146017"/>
                  </a:lnTo>
                  <a:lnTo>
                    <a:pt x="188944" y="155448"/>
                  </a:lnTo>
                  <a:lnTo>
                    <a:pt x="205878" y="155448"/>
                  </a:lnTo>
                  <a:cubicBezTo>
                    <a:pt x="211254" y="155448"/>
                    <a:pt x="215611" y="159816"/>
                    <a:pt x="215611" y="165204"/>
                  </a:cubicBezTo>
                  <a:lnTo>
                    <a:pt x="215611" y="204229"/>
                  </a:lnTo>
                  <a:cubicBezTo>
                    <a:pt x="215611" y="209617"/>
                    <a:pt x="211253" y="213985"/>
                    <a:pt x="205878" y="213985"/>
                  </a:cubicBezTo>
                  <a:lnTo>
                    <a:pt x="89083" y="213985"/>
                  </a:lnTo>
                  <a:cubicBezTo>
                    <a:pt x="83707" y="213985"/>
                    <a:pt x="79350" y="209617"/>
                    <a:pt x="79350" y="204229"/>
                  </a:cubicBezTo>
                  <a:lnTo>
                    <a:pt x="79350" y="165204"/>
                  </a:lnTo>
                  <a:cubicBezTo>
                    <a:pt x="79350" y="159816"/>
                    <a:pt x="83708" y="155448"/>
                    <a:pt x="89083" y="155448"/>
                  </a:cubicBezTo>
                  <a:lnTo>
                    <a:pt x="176912" y="155448"/>
                  </a:lnTo>
                  <a:lnTo>
                    <a:pt x="176912" y="146017"/>
                  </a:lnTo>
                  <a:lnTo>
                    <a:pt x="89083" y="146017"/>
                  </a:lnTo>
                  <a:cubicBezTo>
                    <a:pt x="83707" y="146017"/>
                    <a:pt x="79350" y="141649"/>
                    <a:pt x="79350" y="136261"/>
                  </a:cubicBezTo>
                  <a:lnTo>
                    <a:pt x="79350" y="97236"/>
                  </a:lnTo>
                  <a:cubicBezTo>
                    <a:pt x="79350" y="91848"/>
                    <a:pt x="83708" y="87480"/>
                    <a:pt x="89083" y="87480"/>
                  </a:cubicBezTo>
                  <a:lnTo>
                    <a:pt x="205878" y="87480"/>
                  </a:lnTo>
                  <a:close/>
                  <a:moveTo>
                    <a:pt x="200038" y="171058"/>
                  </a:moveTo>
                  <a:lnTo>
                    <a:pt x="94923" y="171058"/>
                  </a:lnTo>
                  <a:lnTo>
                    <a:pt x="94923" y="198375"/>
                  </a:lnTo>
                  <a:lnTo>
                    <a:pt x="200038" y="198375"/>
                  </a:lnTo>
                  <a:lnTo>
                    <a:pt x="200038" y="171058"/>
                  </a:lnTo>
                  <a:close/>
                  <a:moveTo>
                    <a:pt x="152521" y="179838"/>
                  </a:moveTo>
                  <a:cubicBezTo>
                    <a:pt x="155215" y="179838"/>
                    <a:pt x="157399" y="182532"/>
                    <a:pt x="157399" y="185855"/>
                  </a:cubicBezTo>
                  <a:cubicBezTo>
                    <a:pt x="157399" y="189177"/>
                    <a:pt x="155215" y="191871"/>
                    <a:pt x="152521" y="191871"/>
                  </a:cubicBezTo>
                  <a:lnTo>
                    <a:pt x="142765" y="191871"/>
                  </a:lnTo>
                  <a:cubicBezTo>
                    <a:pt x="140071" y="191871"/>
                    <a:pt x="137887" y="189177"/>
                    <a:pt x="137887" y="185855"/>
                  </a:cubicBezTo>
                  <a:cubicBezTo>
                    <a:pt x="137887" y="182532"/>
                    <a:pt x="140071" y="179838"/>
                    <a:pt x="142765" y="179838"/>
                  </a:cubicBezTo>
                  <a:lnTo>
                    <a:pt x="152521" y="179838"/>
                  </a:lnTo>
                  <a:close/>
                  <a:moveTo>
                    <a:pt x="181790" y="179838"/>
                  </a:moveTo>
                  <a:cubicBezTo>
                    <a:pt x="184484" y="179838"/>
                    <a:pt x="186668" y="182532"/>
                    <a:pt x="186668" y="185855"/>
                  </a:cubicBezTo>
                  <a:cubicBezTo>
                    <a:pt x="186668" y="189177"/>
                    <a:pt x="184484" y="191871"/>
                    <a:pt x="181790" y="191871"/>
                  </a:cubicBezTo>
                  <a:lnTo>
                    <a:pt x="172033" y="191871"/>
                  </a:lnTo>
                  <a:cubicBezTo>
                    <a:pt x="169339" y="191871"/>
                    <a:pt x="167155" y="189177"/>
                    <a:pt x="167155" y="185855"/>
                  </a:cubicBezTo>
                  <a:cubicBezTo>
                    <a:pt x="167155" y="182532"/>
                    <a:pt x="169339" y="179838"/>
                    <a:pt x="172033" y="179838"/>
                  </a:cubicBezTo>
                  <a:lnTo>
                    <a:pt x="181790" y="179838"/>
                  </a:lnTo>
                  <a:close/>
                  <a:moveTo>
                    <a:pt x="100651" y="0"/>
                  </a:moveTo>
                  <a:cubicBezTo>
                    <a:pt x="122440" y="0"/>
                    <a:pt x="141573" y="11941"/>
                    <a:pt x="152445" y="29932"/>
                  </a:cubicBezTo>
                  <a:cubicBezTo>
                    <a:pt x="159401" y="25389"/>
                    <a:pt x="167619" y="22764"/>
                    <a:pt x="176424" y="22764"/>
                  </a:cubicBezTo>
                  <a:cubicBezTo>
                    <a:pt x="199249" y="22764"/>
                    <a:pt x="218137" y="40407"/>
                    <a:pt x="221318" y="63373"/>
                  </a:cubicBezTo>
                  <a:cubicBezTo>
                    <a:pt x="243337" y="67059"/>
                    <a:pt x="260164" y="87078"/>
                    <a:pt x="260164" y="111220"/>
                  </a:cubicBezTo>
                  <a:cubicBezTo>
                    <a:pt x="260164" y="133490"/>
                    <a:pt x="245847" y="152251"/>
                    <a:pt x="226343" y="157921"/>
                  </a:cubicBezTo>
                  <a:lnTo>
                    <a:pt x="226343" y="138345"/>
                  </a:lnTo>
                  <a:cubicBezTo>
                    <a:pt x="235400" y="133507"/>
                    <a:pt x="241771" y="123510"/>
                    <a:pt x="241949" y="111726"/>
                  </a:cubicBezTo>
                  <a:lnTo>
                    <a:pt x="241953" y="111220"/>
                  </a:lnTo>
                  <a:cubicBezTo>
                    <a:pt x="241953" y="96105"/>
                    <a:pt x="231670" y="83571"/>
                    <a:pt x="218312" y="81335"/>
                  </a:cubicBezTo>
                  <a:cubicBezTo>
                    <a:pt x="210460" y="80020"/>
                    <a:pt x="204371" y="73757"/>
                    <a:pt x="203279" y="65872"/>
                  </a:cubicBezTo>
                  <a:cubicBezTo>
                    <a:pt x="201290" y="51512"/>
                    <a:pt x="189754" y="40976"/>
                    <a:pt x="176424" y="40976"/>
                  </a:cubicBezTo>
                  <a:cubicBezTo>
                    <a:pt x="171401" y="40976"/>
                    <a:pt x="166608" y="42433"/>
                    <a:pt x="162403" y="45180"/>
                  </a:cubicBezTo>
                  <a:cubicBezTo>
                    <a:pt x="153772" y="50816"/>
                    <a:pt x="142189" y="48173"/>
                    <a:pt x="136858" y="39350"/>
                  </a:cubicBezTo>
                  <a:cubicBezTo>
                    <a:pt x="128914" y="26203"/>
                    <a:pt x="115376" y="18211"/>
                    <a:pt x="100651" y="18211"/>
                  </a:cubicBezTo>
                  <a:cubicBezTo>
                    <a:pt x="77873" y="18211"/>
                    <a:pt x="58781" y="37352"/>
                    <a:pt x="57618" y="62009"/>
                  </a:cubicBezTo>
                  <a:cubicBezTo>
                    <a:pt x="57216" y="70534"/>
                    <a:pt x="50947" y="77637"/>
                    <a:pt x="42538" y="79095"/>
                  </a:cubicBezTo>
                  <a:cubicBezTo>
                    <a:pt x="28777" y="81481"/>
                    <a:pt x="18211" y="94455"/>
                    <a:pt x="18211" y="110082"/>
                  </a:cubicBezTo>
                  <a:cubicBezTo>
                    <a:pt x="18211" y="127358"/>
                    <a:pt x="31008" y="141076"/>
                    <a:pt x="46490" y="141457"/>
                  </a:cubicBezTo>
                  <a:lnTo>
                    <a:pt x="46939" y="141464"/>
                  </a:lnTo>
                  <a:lnTo>
                    <a:pt x="52358" y="141464"/>
                  </a:lnTo>
                  <a:lnTo>
                    <a:pt x="52358" y="159676"/>
                  </a:lnTo>
                  <a:lnTo>
                    <a:pt x="46830" y="159676"/>
                  </a:lnTo>
                  <a:cubicBezTo>
                    <a:pt x="20936" y="159490"/>
                    <a:pt x="0" y="137358"/>
                    <a:pt x="0" y="110082"/>
                  </a:cubicBezTo>
                  <a:cubicBezTo>
                    <a:pt x="0" y="85460"/>
                    <a:pt x="17060" y="65029"/>
                    <a:pt x="39427" y="61151"/>
                  </a:cubicBezTo>
                  <a:cubicBezTo>
                    <a:pt x="41032" y="27094"/>
                    <a:pt x="67829" y="0"/>
                    <a:pt x="100651" y="0"/>
                  </a:cubicBezTo>
                  <a:close/>
                  <a:moveTo>
                    <a:pt x="200038" y="103090"/>
                  </a:moveTo>
                  <a:lnTo>
                    <a:pt x="94923" y="103090"/>
                  </a:lnTo>
                  <a:lnTo>
                    <a:pt x="94923" y="130407"/>
                  </a:lnTo>
                  <a:lnTo>
                    <a:pt x="200038" y="130407"/>
                  </a:lnTo>
                  <a:lnTo>
                    <a:pt x="200038" y="103090"/>
                  </a:lnTo>
                  <a:close/>
                  <a:moveTo>
                    <a:pt x="152521" y="111871"/>
                  </a:moveTo>
                  <a:cubicBezTo>
                    <a:pt x="155215" y="111871"/>
                    <a:pt x="157399" y="114564"/>
                    <a:pt x="157399" y="117887"/>
                  </a:cubicBezTo>
                  <a:cubicBezTo>
                    <a:pt x="157399" y="121209"/>
                    <a:pt x="155215" y="123903"/>
                    <a:pt x="152521" y="123903"/>
                  </a:cubicBezTo>
                  <a:lnTo>
                    <a:pt x="142765" y="123903"/>
                  </a:lnTo>
                  <a:cubicBezTo>
                    <a:pt x="140071" y="123903"/>
                    <a:pt x="137887" y="121209"/>
                    <a:pt x="137887" y="117887"/>
                  </a:cubicBezTo>
                  <a:cubicBezTo>
                    <a:pt x="137887" y="114564"/>
                    <a:pt x="140071" y="111871"/>
                    <a:pt x="142765" y="111871"/>
                  </a:cubicBezTo>
                  <a:lnTo>
                    <a:pt x="152521" y="111871"/>
                  </a:lnTo>
                  <a:close/>
                  <a:moveTo>
                    <a:pt x="181790" y="111871"/>
                  </a:moveTo>
                  <a:cubicBezTo>
                    <a:pt x="184484" y="111871"/>
                    <a:pt x="186668" y="114564"/>
                    <a:pt x="186668" y="117887"/>
                  </a:cubicBezTo>
                  <a:cubicBezTo>
                    <a:pt x="186668" y="121209"/>
                    <a:pt x="184484" y="123903"/>
                    <a:pt x="181790" y="123903"/>
                  </a:cubicBezTo>
                  <a:lnTo>
                    <a:pt x="172033" y="123903"/>
                  </a:lnTo>
                  <a:cubicBezTo>
                    <a:pt x="169339" y="123903"/>
                    <a:pt x="167155" y="121209"/>
                    <a:pt x="167155" y="117887"/>
                  </a:cubicBezTo>
                  <a:cubicBezTo>
                    <a:pt x="167155" y="114564"/>
                    <a:pt x="169339" y="111871"/>
                    <a:pt x="172033" y="111871"/>
                  </a:cubicBezTo>
                  <a:lnTo>
                    <a:pt x="181790" y="111871"/>
                  </a:lnTo>
                  <a:close/>
                </a:path>
              </a:pathLst>
            </a:custGeom>
            <a:solidFill>
              <a:schemeClr val="accent1"/>
            </a:solidFill>
            <a:ln w="316" cap="flat">
              <a:noFill/>
              <a:prstDash val="solid"/>
              <a:miter/>
            </a:ln>
          </p:spPr>
          <p:txBody>
            <a:bodyPr rtlCol="0" anchor="ctr"/>
            <a:lstStyle/>
            <a:p>
              <a:endParaRPr lang="zh-CN" altLang="en-US"/>
            </a:p>
          </p:txBody>
        </p:sp>
      </p:grpSp>
    </p:spTree>
    <p:extLst>
      <p:ext uri="{BB962C8B-B14F-4D97-AF65-F5344CB8AC3E}">
        <p14:creationId xmlns:p14="http://schemas.microsoft.com/office/powerpoint/2010/main" val="2911852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615B1814-7E81-CEBC-E969-5BCAE00A2A8E}"/>
              </a:ext>
            </a:extLst>
          </p:cNvPr>
          <p:cNvSpPr/>
          <p:nvPr/>
        </p:nvSpPr>
        <p:spPr>
          <a:xfrm>
            <a:off x="4788959" y="1159023"/>
            <a:ext cx="2614083" cy="3569785"/>
          </a:xfrm>
          <a:custGeom>
            <a:avLst/>
            <a:gdLst>
              <a:gd name="connsiteX0" fmla="*/ 1307042 w 2614083"/>
              <a:gd name="connsiteY0" fmla="*/ 0 h 3922171"/>
              <a:gd name="connsiteX1" fmla="*/ 1969559 w 2614083"/>
              <a:gd name="connsiteY1" fmla="*/ 468100 h 3922171"/>
              <a:gd name="connsiteX2" fmla="*/ 1695296 w 2614083"/>
              <a:gd name="connsiteY2" fmla="*/ 468100 h 3922171"/>
              <a:gd name="connsiteX3" fmla="*/ 1705565 w 2614083"/>
              <a:gd name="connsiteY3" fmla="*/ 555789 h 3922171"/>
              <a:gd name="connsiteX4" fmla="*/ 2614083 w 2614083"/>
              <a:gd name="connsiteY4" fmla="*/ 3853453 h 3922171"/>
              <a:gd name="connsiteX5" fmla="*/ 2614083 w 2614083"/>
              <a:gd name="connsiteY5" fmla="*/ 3922171 h 3922171"/>
              <a:gd name="connsiteX6" fmla="*/ 1307041 w 2614083"/>
              <a:gd name="connsiteY6" fmla="*/ 3909982 h 3922171"/>
              <a:gd name="connsiteX7" fmla="*/ 0 w 2614083"/>
              <a:gd name="connsiteY7" fmla="*/ 3922171 h 3922171"/>
              <a:gd name="connsiteX8" fmla="*/ 0 w 2614083"/>
              <a:gd name="connsiteY8" fmla="*/ 3853453 h 3922171"/>
              <a:gd name="connsiteX9" fmla="*/ 907859 w 2614083"/>
              <a:gd name="connsiteY9" fmla="*/ 555789 h 3922171"/>
              <a:gd name="connsiteX10" fmla="*/ 918129 w 2614083"/>
              <a:gd name="connsiteY10" fmla="*/ 468100 h 3922171"/>
              <a:gd name="connsiteX11" fmla="*/ 644525 w 2614083"/>
              <a:gd name="connsiteY11" fmla="*/ 468100 h 392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14083" h="3922171">
                <a:moveTo>
                  <a:pt x="1307042" y="0"/>
                </a:moveTo>
                <a:lnTo>
                  <a:pt x="1969559" y="468100"/>
                </a:lnTo>
                <a:lnTo>
                  <a:pt x="1695296" y="468100"/>
                </a:lnTo>
                <a:lnTo>
                  <a:pt x="1705565" y="555789"/>
                </a:lnTo>
                <a:cubicBezTo>
                  <a:pt x="1928458" y="2186312"/>
                  <a:pt x="2540552" y="3760154"/>
                  <a:pt x="2614083" y="3853453"/>
                </a:cubicBezTo>
                <a:lnTo>
                  <a:pt x="2614083" y="3922171"/>
                </a:lnTo>
                <a:lnTo>
                  <a:pt x="1307041" y="3909982"/>
                </a:lnTo>
                <a:lnTo>
                  <a:pt x="0" y="3922171"/>
                </a:lnTo>
                <a:lnTo>
                  <a:pt x="0" y="3853453"/>
                </a:lnTo>
                <a:cubicBezTo>
                  <a:pt x="72897" y="3760154"/>
                  <a:pt x="684957" y="2186312"/>
                  <a:pt x="907859" y="555789"/>
                </a:cubicBezTo>
                <a:lnTo>
                  <a:pt x="918129" y="468100"/>
                </a:lnTo>
                <a:lnTo>
                  <a:pt x="644525" y="468100"/>
                </a:lnTo>
                <a:close/>
              </a:path>
            </a:pathLst>
          </a:custGeom>
          <a:gradFill>
            <a:gsLst>
              <a:gs pos="67000">
                <a:schemeClr val="accent2">
                  <a:alpha val="7000"/>
                </a:schemeClr>
              </a:gs>
              <a:gs pos="0">
                <a:schemeClr val="accent2">
                  <a:alpha val="20000"/>
                </a:schemeClr>
              </a:gs>
              <a:gs pos="100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椭圆 2">
            <a:extLst>
              <a:ext uri="{FF2B5EF4-FFF2-40B4-BE49-F238E27FC236}">
                <a16:creationId xmlns:a16="http://schemas.microsoft.com/office/drawing/2014/main" id="{C07EB330-DF8A-D85D-8F95-140137EB32D1}"/>
              </a:ext>
            </a:extLst>
          </p:cNvPr>
          <p:cNvSpPr/>
          <p:nvPr/>
        </p:nvSpPr>
        <p:spPr>
          <a:xfrm>
            <a:off x="2459320" y="4435669"/>
            <a:ext cx="7251192" cy="1660078"/>
          </a:xfrm>
          <a:prstGeom prst="ellipse">
            <a:avLst/>
          </a:prstGeom>
          <a:gradFill>
            <a:gsLst>
              <a:gs pos="33000">
                <a:schemeClr val="accent1">
                  <a:alpha val="0"/>
                </a:schemeClr>
              </a:gs>
              <a:gs pos="100000">
                <a:schemeClr val="accent1">
                  <a:alpha val="13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椭圆 3">
            <a:extLst>
              <a:ext uri="{FF2B5EF4-FFF2-40B4-BE49-F238E27FC236}">
                <a16:creationId xmlns:a16="http://schemas.microsoft.com/office/drawing/2014/main" id="{20B5A690-72DF-B49E-F44D-25DDF3A11444}"/>
              </a:ext>
            </a:extLst>
          </p:cNvPr>
          <p:cNvSpPr/>
          <p:nvPr/>
        </p:nvSpPr>
        <p:spPr>
          <a:xfrm>
            <a:off x="2459320" y="4348576"/>
            <a:ext cx="7251192" cy="1660078"/>
          </a:xfrm>
          <a:prstGeom prst="ellipse">
            <a:avLst/>
          </a:prstGeom>
          <a:gradFill>
            <a:gsLst>
              <a:gs pos="33000">
                <a:schemeClr val="accent1">
                  <a:alpha val="0"/>
                </a:schemeClr>
              </a:gs>
              <a:gs pos="100000">
                <a:schemeClr val="accent1">
                  <a:alpha val="18000"/>
                </a:schemeClr>
              </a:gs>
            </a:gsLst>
            <a:lin ang="5400000" scaled="1"/>
          </a:gradFill>
          <a:ln>
            <a:gradFill>
              <a:gsLst>
                <a:gs pos="50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任意多边形: 形状 4">
            <a:extLst>
              <a:ext uri="{FF2B5EF4-FFF2-40B4-BE49-F238E27FC236}">
                <a16:creationId xmlns:a16="http://schemas.microsoft.com/office/drawing/2014/main" id="{247E990F-BC53-DEF8-F2AB-70B7733C2D9A}"/>
              </a:ext>
            </a:extLst>
          </p:cNvPr>
          <p:cNvSpPr/>
          <p:nvPr/>
        </p:nvSpPr>
        <p:spPr>
          <a:xfrm flipH="1" flipV="1">
            <a:off x="3473934" y="1848343"/>
            <a:ext cx="5244132" cy="2423246"/>
          </a:xfrm>
          <a:custGeom>
            <a:avLst/>
            <a:gdLst>
              <a:gd name="connsiteX0" fmla="*/ 5244132 w 5244132"/>
              <a:gd name="connsiteY0" fmla="*/ 2423246 h 2423246"/>
              <a:gd name="connsiteX1" fmla="*/ 2748385 w 5244132"/>
              <a:gd name="connsiteY1" fmla="*/ 2423246 h 2423246"/>
              <a:gd name="connsiteX2" fmla="*/ 2495747 w 5244132"/>
              <a:gd name="connsiteY2" fmla="*/ 2423246 h 2423246"/>
              <a:gd name="connsiteX3" fmla="*/ 0 w 5244132"/>
              <a:gd name="connsiteY3" fmla="*/ 2423246 h 2423246"/>
              <a:gd name="connsiteX4" fmla="*/ 599123 w 5244132"/>
              <a:gd name="connsiteY4" fmla="*/ 1264229 h 2423246"/>
              <a:gd name="connsiteX5" fmla="*/ 1013716 w 5244132"/>
              <a:gd name="connsiteY5" fmla="*/ 0 h 2423246"/>
              <a:gd name="connsiteX6" fmla="*/ 2490416 w 5244132"/>
              <a:gd name="connsiteY6" fmla="*/ 0 h 2423246"/>
              <a:gd name="connsiteX7" fmla="*/ 2753716 w 5244132"/>
              <a:gd name="connsiteY7" fmla="*/ 0 h 2423246"/>
              <a:gd name="connsiteX8" fmla="*/ 4230416 w 5244132"/>
              <a:gd name="connsiteY8" fmla="*/ 0 h 2423246"/>
              <a:gd name="connsiteX9" fmla="*/ 4645009 w 5244132"/>
              <a:gd name="connsiteY9" fmla="*/ 1264229 h 2423246"/>
              <a:gd name="connsiteX10" fmla="*/ 5244132 w 5244132"/>
              <a:gd name="connsiteY10" fmla="*/ 2423246 h 242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4132" h="2423246">
                <a:moveTo>
                  <a:pt x="5244132" y="2423246"/>
                </a:moveTo>
                <a:lnTo>
                  <a:pt x="2748385" y="2423246"/>
                </a:lnTo>
                <a:lnTo>
                  <a:pt x="2495747" y="2423246"/>
                </a:lnTo>
                <a:lnTo>
                  <a:pt x="0" y="2423246"/>
                </a:lnTo>
                <a:cubicBezTo>
                  <a:pt x="240348" y="2062307"/>
                  <a:pt x="282575" y="2031568"/>
                  <a:pt x="599123" y="1264229"/>
                </a:cubicBezTo>
                <a:cubicBezTo>
                  <a:pt x="854161" y="609139"/>
                  <a:pt x="875518" y="421410"/>
                  <a:pt x="1013716" y="0"/>
                </a:cubicBezTo>
                <a:lnTo>
                  <a:pt x="2490416" y="0"/>
                </a:lnTo>
                <a:lnTo>
                  <a:pt x="2753716" y="0"/>
                </a:lnTo>
                <a:lnTo>
                  <a:pt x="4230416" y="0"/>
                </a:lnTo>
                <a:cubicBezTo>
                  <a:pt x="4368614" y="421410"/>
                  <a:pt x="4389971" y="609139"/>
                  <a:pt x="4645009" y="1264229"/>
                </a:cubicBezTo>
                <a:cubicBezTo>
                  <a:pt x="4961557" y="2031568"/>
                  <a:pt x="5003784" y="2062307"/>
                  <a:pt x="5244132" y="2423246"/>
                </a:cubicBezTo>
                <a:close/>
              </a:path>
            </a:pathLst>
          </a:custGeom>
          <a:gradFill>
            <a:gsLst>
              <a:gs pos="0">
                <a:schemeClr val="accent2">
                  <a:alpha val="0"/>
                </a:schemeClr>
              </a:gs>
              <a:gs pos="32000">
                <a:schemeClr val="accent2">
                  <a:alpha val="9000"/>
                </a:schemeClr>
              </a:gs>
              <a:gs pos="73000">
                <a:schemeClr val="accent2">
                  <a:alpha val="9000"/>
                </a:schemeClr>
              </a:gs>
              <a:gs pos="100000">
                <a:schemeClr val="accent2">
                  <a:alpha val="0"/>
                </a:schemeClr>
              </a:gs>
            </a:gsLst>
            <a:lin ang="5400000" scaled="1"/>
          </a:gradFill>
          <a:ln>
            <a:gradFill>
              <a:gsLst>
                <a:gs pos="5000">
                  <a:schemeClr val="accent2">
                    <a:alpha val="0"/>
                  </a:schemeClr>
                </a:gs>
                <a:gs pos="39000">
                  <a:schemeClr val="accent2">
                    <a:alpha val="50000"/>
                  </a:schemeClr>
                </a:gs>
                <a:gs pos="69000">
                  <a:schemeClr val="accent2">
                    <a:alpha val="69000"/>
                  </a:schemeClr>
                </a:gs>
                <a:gs pos="97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文本框 5">
            <a:extLst>
              <a:ext uri="{FF2B5EF4-FFF2-40B4-BE49-F238E27FC236}">
                <a16:creationId xmlns:a16="http://schemas.microsoft.com/office/drawing/2014/main" id="{CEF5DB48-FF20-8BD9-9025-66CF87ECF48E}"/>
              </a:ext>
            </a:extLst>
          </p:cNvPr>
          <p:cNvSpPr txBox="1"/>
          <p:nvPr/>
        </p:nvSpPr>
        <p:spPr>
          <a:xfrm>
            <a:off x="649706" y="523557"/>
            <a:ext cx="6862344"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城市大数据模型</a:t>
            </a:r>
          </a:p>
        </p:txBody>
      </p:sp>
      <p:sp>
        <p:nvSpPr>
          <p:cNvPr id="7" name="椭圆 6">
            <a:extLst>
              <a:ext uri="{FF2B5EF4-FFF2-40B4-BE49-F238E27FC236}">
                <a16:creationId xmlns:a16="http://schemas.microsoft.com/office/drawing/2014/main" id="{68038D7F-956E-90FC-6EDC-84C90DD4605F}"/>
              </a:ext>
            </a:extLst>
          </p:cNvPr>
          <p:cNvSpPr/>
          <p:nvPr/>
        </p:nvSpPr>
        <p:spPr>
          <a:xfrm>
            <a:off x="2481489" y="4190751"/>
            <a:ext cx="7251192" cy="1687818"/>
          </a:xfrm>
          <a:prstGeom prst="ellipse">
            <a:avLst/>
          </a:prstGeom>
          <a:gradFill>
            <a:gsLst>
              <a:gs pos="36000">
                <a:schemeClr val="accent1">
                  <a:alpha val="0"/>
                </a:schemeClr>
              </a:gs>
              <a:gs pos="100000">
                <a:schemeClr val="accent1">
                  <a:alpha val="14000"/>
                </a:schemeClr>
              </a:gs>
            </a:gsLst>
            <a:lin ang="5400000" scaled="1"/>
          </a:grad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 name="组合 7">
            <a:extLst>
              <a:ext uri="{FF2B5EF4-FFF2-40B4-BE49-F238E27FC236}">
                <a16:creationId xmlns:a16="http://schemas.microsoft.com/office/drawing/2014/main" id="{74EA26ED-2B26-E9DC-F6DA-B4B7670AC51A}"/>
              </a:ext>
            </a:extLst>
          </p:cNvPr>
          <p:cNvGrpSpPr/>
          <p:nvPr/>
        </p:nvGrpSpPr>
        <p:grpSpPr>
          <a:xfrm>
            <a:off x="2916625" y="4962808"/>
            <a:ext cx="544068" cy="281483"/>
            <a:chOff x="2916625" y="4819454"/>
            <a:chExt cx="544068" cy="281483"/>
          </a:xfrm>
        </p:grpSpPr>
        <p:sp>
          <p:nvSpPr>
            <p:cNvPr id="9" name="椭圆 8">
              <a:extLst>
                <a:ext uri="{FF2B5EF4-FFF2-40B4-BE49-F238E27FC236}">
                  <a16:creationId xmlns:a16="http://schemas.microsoft.com/office/drawing/2014/main" id="{ABB06497-F5FE-B8B7-6F8E-295439A37649}"/>
                </a:ext>
              </a:extLst>
            </p:cNvPr>
            <p:cNvSpPr/>
            <p:nvPr/>
          </p:nvSpPr>
          <p:spPr>
            <a:xfrm>
              <a:off x="2916625" y="4822896"/>
              <a:ext cx="544068" cy="278041"/>
            </a:xfrm>
            <a:prstGeom prst="ellipse">
              <a:avLst/>
            </a:prstGeom>
            <a:gradFill>
              <a:gsLst>
                <a:gs pos="34000">
                  <a:schemeClr val="accent1">
                    <a:alpha val="20000"/>
                  </a:schemeClr>
                </a:gs>
                <a:gs pos="1000">
                  <a:schemeClr val="accent1">
                    <a:alpha val="0"/>
                  </a:schemeClr>
                </a:gs>
                <a:gs pos="100000">
                  <a:schemeClr val="accent1">
                    <a:alpha val="0"/>
                  </a:schemeClr>
                </a:gs>
                <a:gs pos="69000">
                  <a:schemeClr val="accent1">
                    <a:alpha val="20000"/>
                  </a:schemeClr>
                </a:gs>
              </a:gsLst>
              <a:lin ang="0" scaled="0"/>
            </a:grad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6CE125C4-229C-E328-6067-B5E5DE55C65B}"/>
                </a:ext>
              </a:extLst>
            </p:cNvPr>
            <p:cNvSpPr/>
            <p:nvPr/>
          </p:nvSpPr>
          <p:spPr>
            <a:xfrm>
              <a:off x="3038386" y="4819454"/>
              <a:ext cx="300547" cy="176143"/>
            </a:xfrm>
            <a:prstGeom prst="ellipse">
              <a:avLst/>
            </a:prstGeom>
            <a:gradFill>
              <a:gsLst>
                <a:gs pos="54000">
                  <a:schemeClr val="accent1">
                    <a:alpha val="0"/>
                  </a:schemeClr>
                </a:gs>
                <a:gs pos="100000">
                  <a:schemeClr val="accent1">
                    <a:alpha val="29000"/>
                  </a:schemeClr>
                </a:gs>
              </a:gsLst>
              <a:lin ang="5400000" scaled="1"/>
            </a:gradFill>
            <a:ln w="6350">
              <a:gradFill>
                <a:gsLst>
                  <a:gs pos="3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椭圆 10">
            <a:extLst>
              <a:ext uri="{FF2B5EF4-FFF2-40B4-BE49-F238E27FC236}">
                <a16:creationId xmlns:a16="http://schemas.microsoft.com/office/drawing/2014/main" id="{80E9555A-6310-70A6-BF4E-D440CA24E028}"/>
              </a:ext>
            </a:extLst>
          </p:cNvPr>
          <p:cNvSpPr/>
          <p:nvPr/>
        </p:nvSpPr>
        <p:spPr>
          <a:xfrm>
            <a:off x="4489334" y="4479367"/>
            <a:ext cx="3213332" cy="516959"/>
          </a:xfrm>
          <a:prstGeom prst="ellipse">
            <a:avLst/>
          </a:prstGeom>
          <a:gradFill>
            <a:gsLst>
              <a:gs pos="0">
                <a:schemeClr val="accent1">
                  <a:alpha val="0"/>
                </a:schemeClr>
              </a:gs>
              <a:gs pos="100000">
                <a:schemeClr val="accent1">
                  <a:alpha val="27000"/>
                </a:schemeClr>
              </a:gs>
            </a:gsLst>
            <a:lin ang="5400000" scaled="0"/>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 name="组合 11">
            <a:extLst>
              <a:ext uri="{FF2B5EF4-FFF2-40B4-BE49-F238E27FC236}">
                <a16:creationId xmlns:a16="http://schemas.microsoft.com/office/drawing/2014/main" id="{37EF7020-FE94-0E00-4071-E54BC01C2154}"/>
              </a:ext>
            </a:extLst>
          </p:cNvPr>
          <p:cNvGrpSpPr/>
          <p:nvPr/>
        </p:nvGrpSpPr>
        <p:grpSpPr>
          <a:xfrm>
            <a:off x="2840679" y="3987239"/>
            <a:ext cx="800953" cy="276999"/>
            <a:chOff x="2686791" y="3666763"/>
            <a:chExt cx="800953" cy="276999"/>
          </a:xfrm>
        </p:grpSpPr>
        <p:grpSp>
          <p:nvGrpSpPr>
            <p:cNvPr id="13" name="组合 12">
              <a:extLst>
                <a:ext uri="{FF2B5EF4-FFF2-40B4-BE49-F238E27FC236}">
                  <a16:creationId xmlns:a16="http://schemas.microsoft.com/office/drawing/2014/main" id="{941B57F4-36F0-E886-0E98-C51A8F4ACA1D}"/>
                </a:ext>
              </a:extLst>
            </p:cNvPr>
            <p:cNvGrpSpPr/>
            <p:nvPr/>
          </p:nvGrpSpPr>
          <p:grpSpPr>
            <a:xfrm>
              <a:off x="2686791" y="3666763"/>
              <a:ext cx="54822" cy="276999"/>
              <a:chOff x="2686791" y="3666763"/>
              <a:chExt cx="54822" cy="276999"/>
            </a:xfrm>
          </p:grpSpPr>
          <p:sp>
            <p:nvSpPr>
              <p:cNvPr id="17" name="矩形 73">
                <a:extLst>
                  <a:ext uri="{FF2B5EF4-FFF2-40B4-BE49-F238E27FC236}">
                    <a16:creationId xmlns:a16="http://schemas.microsoft.com/office/drawing/2014/main" id="{0731DD3B-0664-421D-D99C-5EEA1517E668}"/>
                  </a:ext>
                </a:extLst>
              </p:cNvPr>
              <p:cNvSpPr/>
              <p:nvPr/>
            </p:nvSpPr>
            <p:spPr>
              <a:xfrm>
                <a:off x="2686791"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73">
                <a:extLst>
                  <a:ext uri="{FF2B5EF4-FFF2-40B4-BE49-F238E27FC236}">
                    <a16:creationId xmlns:a16="http://schemas.microsoft.com/office/drawing/2014/main" id="{8BD20463-55AE-6799-47D6-339DBEBB2132}"/>
                  </a:ext>
                </a:extLst>
              </p:cNvPr>
              <p:cNvSpPr/>
              <p:nvPr/>
            </p:nvSpPr>
            <p:spPr>
              <a:xfrm flipV="1">
                <a:off x="2686791"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a:extLst>
                <a:ext uri="{FF2B5EF4-FFF2-40B4-BE49-F238E27FC236}">
                  <a16:creationId xmlns:a16="http://schemas.microsoft.com/office/drawing/2014/main" id="{8C2158BB-D428-831C-B5D0-81CAA5EFD971}"/>
                </a:ext>
              </a:extLst>
            </p:cNvPr>
            <p:cNvGrpSpPr/>
            <p:nvPr/>
          </p:nvGrpSpPr>
          <p:grpSpPr>
            <a:xfrm flipH="1">
              <a:off x="3432922" y="3666763"/>
              <a:ext cx="54822" cy="276999"/>
              <a:chOff x="2993834" y="3666763"/>
              <a:chExt cx="54822" cy="276999"/>
            </a:xfrm>
          </p:grpSpPr>
          <p:sp>
            <p:nvSpPr>
              <p:cNvPr id="15" name="矩形 73">
                <a:extLst>
                  <a:ext uri="{FF2B5EF4-FFF2-40B4-BE49-F238E27FC236}">
                    <a16:creationId xmlns:a16="http://schemas.microsoft.com/office/drawing/2014/main" id="{891148A7-46F2-3299-E109-F04E2C66BF84}"/>
                  </a:ext>
                </a:extLst>
              </p:cNvPr>
              <p:cNvSpPr/>
              <p:nvPr/>
            </p:nvSpPr>
            <p:spPr>
              <a:xfrm>
                <a:off x="2993834"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73">
                <a:extLst>
                  <a:ext uri="{FF2B5EF4-FFF2-40B4-BE49-F238E27FC236}">
                    <a16:creationId xmlns:a16="http://schemas.microsoft.com/office/drawing/2014/main" id="{11184B9F-E778-B6C4-BC34-375957BEAE74}"/>
                  </a:ext>
                </a:extLst>
              </p:cNvPr>
              <p:cNvSpPr/>
              <p:nvPr/>
            </p:nvSpPr>
            <p:spPr>
              <a:xfrm flipV="1">
                <a:off x="2993834"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19" name="组合 18">
            <a:extLst>
              <a:ext uri="{FF2B5EF4-FFF2-40B4-BE49-F238E27FC236}">
                <a16:creationId xmlns:a16="http://schemas.microsoft.com/office/drawing/2014/main" id="{CDCEE032-12C9-A2F0-3EF2-665ECA3517F9}"/>
              </a:ext>
            </a:extLst>
          </p:cNvPr>
          <p:cNvGrpSpPr/>
          <p:nvPr/>
        </p:nvGrpSpPr>
        <p:grpSpPr>
          <a:xfrm>
            <a:off x="8451560" y="3987239"/>
            <a:ext cx="1107996" cy="276999"/>
            <a:chOff x="2686791" y="3666763"/>
            <a:chExt cx="1107996" cy="276999"/>
          </a:xfrm>
        </p:grpSpPr>
        <p:grpSp>
          <p:nvGrpSpPr>
            <p:cNvPr id="20" name="组合 19">
              <a:extLst>
                <a:ext uri="{FF2B5EF4-FFF2-40B4-BE49-F238E27FC236}">
                  <a16:creationId xmlns:a16="http://schemas.microsoft.com/office/drawing/2014/main" id="{84D7876C-BF6B-E64A-C208-42F0DB793B63}"/>
                </a:ext>
              </a:extLst>
            </p:cNvPr>
            <p:cNvGrpSpPr/>
            <p:nvPr/>
          </p:nvGrpSpPr>
          <p:grpSpPr>
            <a:xfrm>
              <a:off x="2686791" y="3666763"/>
              <a:ext cx="54822" cy="276999"/>
              <a:chOff x="2686791" y="3666763"/>
              <a:chExt cx="54822" cy="276999"/>
            </a:xfrm>
          </p:grpSpPr>
          <p:sp>
            <p:nvSpPr>
              <p:cNvPr id="24" name="矩形 73">
                <a:extLst>
                  <a:ext uri="{FF2B5EF4-FFF2-40B4-BE49-F238E27FC236}">
                    <a16:creationId xmlns:a16="http://schemas.microsoft.com/office/drawing/2014/main" id="{D1BB7E1E-1010-FCEF-51F0-9C49AFBF8181}"/>
                  </a:ext>
                </a:extLst>
              </p:cNvPr>
              <p:cNvSpPr/>
              <p:nvPr/>
            </p:nvSpPr>
            <p:spPr>
              <a:xfrm>
                <a:off x="2686791"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73">
                <a:extLst>
                  <a:ext uri="{FF2B5EF4-FFF2-40B4-BE49-F238E27FC236}">
                    <a16:creationId xmlns:a16="http://schemas.microsoft.com/office/drawing/2014/main" id="{1CD7F655-8A27-EABD-C0C2-398A86F8DA2B}"/>
                  </a:ext>
                </a:extLst>
              </p:cNvPr>
              <p:cNvSpPr/>
              <p:nvPr/>
            </p:nvSpPr>
            <p:spPr>
              <a:xfrm flipV="1">
                <a:off x="2686791"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a:extLst>
                <a:ext uri="{FF2B5EF4-FFF2-40B4-BE49-F238E27FC236}">
                  <a16:creationId xmlns:a16="http://schemas.microsoft.com/office/drawing/2014/main" id="{54288C1D-128E-18AD-DC02-7A19F71DF6C9}"/>
                </a:ext>
              </a:extLst>
            </p:cNvPr>
            <p:cNvGrpSpPr/>
            <p:nvPr/>
          </p:nvGrpSpPr>
          <p:grpSpPr>
            <a:xfrm flipH="1">
              <a:off x="3739965" y="3666763"/>
              <a:ext cx="54822" cy="276999"/>
              <a:chOff x="2686791" y="3666763"/>
              <a:chExt cx="54822" cy="276999"/>
            </a:xfrm>
          </p:grpSpPr>
          <p:sp>
            <p:nvSpPr>
              <p:cNvPr id="22" name="矩形 73">
                <a:extLst>
                  <a:ext uri="{FF2B5EF4-FFF2-40B4-BE49-F238E27FC236}">
                    <a16:creationId xmlns:a16="http://schemas.microsoft.com/office/drawing/2014/main" id="{23B9C783-935A-FD5F-15F3-314BCB252B37}"/>
                  </a:ext>
                </a:extLst>
              </p:cNvPr>
              <p:cNvSpPr/>
              <p:nvPr/>
            </p:nvSpPr>
            <p:spPr>
              <a:xfrm>
                <a:off x="2686791"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73">
                <a:extLst>
                  <a:ext uri="{FF2B5EF4-FFF2-40B4-BE49-F238E27FC236}">
                    <a16:creationId xmlns:a16="http://schemas.microsoft.com/office/drawing/2014/main" id="{9FB0FFCA-60BA-1E85-2537-F676CE4EE418}"/>
                  </a:ext>
                </a:extLst>
              </p:cNvPr>
              <p:cNvSpPr/>
              <p:nvPr/>
            </p:nvSpPr>
            <p:spPr>
              <a:xfrm flipV="1">
                <a:off x="2686791"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6" name="组合 25">
            <a:extLst>
              <a:ext uri="{FF2B5EF4-FFF2-40B4-BE49-F238E27FC236}">
                <a16:creationId xmlns:a16="http://schemas.microsoft.com/office/drawing/2014/main" id="{4E279D12-C4E5-121D-E873-1A2E18317F80}"/>
              </a:ext>
            </a:extLst>
          </p:cNvPr>
          <p:cNvGrpSpPr/>
          <p:nvPr/>
        </p:nvGrpSpPr>
        <p:grpSpPr>
          <a:xfrm>
            <a:off x="3891164" y="4309204"/>
            <a:ext cx="800953" cy="276999"/>
            <a:chOff x="2686791" y="3666763"/>
            <a:chExt cx="800953" cy="276999"/>
          </a:xfrm>
        </p:grpSpPr>
        <p:grpSp>
          <p:nvGrpSpPr>
            <p:cNvPr id="27" name="组合 26">
              <a:extLst>
                <a:ext uri="{FF2B5EF4-FFF2-40B4-BE49-F238E27FC236}">
                  <a16:creationId xmlns:a16="http://schemas.microsoft.com/office/drawing/2014/main" id="{480A24F8-1A60-595A-2CC5-1EBC56A8951D}"/>
                </a:ext>
              </a:extLst>
            </p:cNvPr>
            <p:cNvGrpSpPr/>
            <p:nvPr/>
          </p:nvGrpSpPr>
          <p:grpSpPr>
            <a:xfrm>
              <a:off x="2686791" y="3666763"/>
              <a:ext cx="54822" cy="276999"/>
              <a:chOff x="2686791" y="3666763"/>
              <a:chExt cx="54822" cy="276999"/>
            </a:xfrm>
          </p:grpSpPr>
          <p:sp>
            <p:nvSpPr>
              <p:cNvPr id="32" name="矩形 73">
                <a:extLst>
                  <a:ext uri="{FF2B5EF4-FFF2-40B4-BE49-F238E27FC236}">
                    <a16:creationId xmlns:a16="http://schemas.microsoft.com/office/drawing/2014/main" id="{69F9D190-F949-B1B9-C719-FBB40E6EF197}"/>
                  </a:ext>
                </a:extLst>
              </p:cNvPr>
              <p:cNvSpPr/>
              <p:nvPr/>
            </p:nvSpPr>
            <p:spPr>
              <a:xfrm>
                <a:off x="2686791"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73">
                <a:extLst>
                  <a:ext uri="{FF2B5EF4-FFF2-40B4-BE49-F238E27FC236}">
                    <a16:creationId xmlns:a16="http://schemas.microsoft.com/office/drawing/2014/main" id="{5A53826C-327E-81CF-A1A7-0F0DA07BCB8A}"/>
                  </a:ext>
                </a:extLst>
              </p:cNvPr>
              <p:cNvSpPr/>
              <p:nvPr/>
            </p:nvSpPr>
            <p:spPr>
              <a:xfrm flipV="1">
                <a:off x="2686791"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a:extLst>
                <a:ext uri="{FF2B5EF4-FFF2-40B4-BE49-F238E27FC236}">
                  <a16:creationId xmlns:a16="http://schemas.microsoft.com/office/drawing/2014/main" id="{875E902C-AC85-073C-0C0A-098BB9FD7257}"/>
                </a:ext>
              </a:extLst>
            </p:cNvPr>
            <p:cNvGrpSpPr/>
            <p:nvPr/>
          </p:nvGrpSpPr>
          <p:grpSpPr>
            <a:xfrm flipH="1">
              <a:off x="3432922" y="3666763"/>
              <a:ext cx="54822" cy="276999"/>
              <a:chOff x="2993834" y="3666763"/>
              <a:chExt cx="54822" cy="276999"/>
            </a:xfrm>
          </p:grpSpPr>
          <p:sp>
            <p:nvSpPr>
              <p:cNvPr id="29" name="矩形 73">
                <a:extLst>
                  <a:ext uri="{FF2B5EF4-FFF2-40B4-BE49-F238E27FC236}">
                    <a16:creationId xmlns:a16="http://schemas.microsoft.com/office/drawing/2014/main" id="{2E2E42E5-8499-9866-A963-CC979868103A}"/>
                  </a:ext>
                </a:extLst>
              </p:cNvPr>
              <p:cNvSpPr/>
              <p:nvPr/>
            </p:nvSpPr>
            <p:spPr>
              <a:xfrm>
                <a:off x="2993834"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73">
                <a:extLst>
                  <a:ext uri="{FF2B5EF4-FFF2-40B4-BE49-F238E27FC236}">
                    <a16:creationId xmlns:a16="http://schemas.microsoft.com/office/drawing/2014/main" id="{19CDA9ED-CC8F-1F06-CA06-110B64F7EE1D}"/>
                  </a:ext>
                </a:extLst>
              </p:cNvPr>
              <p:cNvSpPr/>
              <p:nvPr/>
            </p:nvSpPr>
            <p:spPr>
              <a:xfrm flipV="1">
                <a:off x="2993834"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34" name="组合 33">
            <a:extLst>
              <a:ext uri="{FF2B5EF4-FFF2-40B4-BE49-F238E27FC236}">
                <a16:creationId xmlns:a16="http://schemas.microsoft.com/office/drawing/2014/main" id="{F2CEAD59-785B-15AE-AE81-ACB70B911FBD}"/>
              </a:ext>
            </a:extLst>
          </p:cNvPr>
          <p:cNvGrpSpPr/>
          <p:nvPr/>
        </p:nvGrpSpPr>
        <p:grpSpPr>
          <a:xfrm>
            <a:off x="5103327" y="4486844"/>
            <a:ext cx="800953" cy="276999"/>
            <a:chOff x="2686791" y="3666763"/>
            <a:chExt cx="800953" cy="276999"/>
          </a:xfrm>
        </p:grpSpPr>
        <p:grpSp>
          <p:nvGrpSpPr>
            <p:cNvPr id="35" name="组合 34">
              <a:extLst>
                <a:ext uri="{FF2B5EF4-FFF2-40B4-BE49-F238E27FC236}">
                  <a16:creationId xmlns:a16="http://schemas.microsoft.com/office/drawing/2014/main" id="{D7C3C053-AAA2-9B7C-161F-B3582282ED96}"/>
                </a:ext>
              </a:extLst>
            </p:cNvPr>
            <p:cNvGrpSpPr/>
            <p:nvPr/>
          </p:nvGrpSpPr>
          <p:grpSpPr>
            <a:xfrm>
              <a:off x="2686791" y="3666763"/>
              <a:ext cx="54822" cy="276999"/>
              <a:chOff x="2686791" y="3666763"/>
              <a:chExt cx="54822" cy="276999"/>
            </a:xfrm>
          </p:grpSpPr>
          <p:sp>
            <p:nvSpPr>
              <p:cNvPr id="70" name="矩形 73">
                <a:extLst>
                  <a:ext uri="{FF2B5EF4-FFF2-40B4-BE49-F238E27FC236}">
                    <a16:creationId xmlns:a16="http://schemas.microsoft.com/office/drawing/2014/main" id="{B72A191F-9BEE-AB7D-F22D-D938AF5A393D}"/>
                  </a:ext>
                </a:extLst>
              </p:cNvPr>
              <p:cNvSpPr/>
              <p:nvPr/>
            </p:nvSpPr>
            <p:spPr>
              <a:xfrm>
                <a:off x="2686791"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3">
                <a:extLst>
                  <a:ext uri="{FF2B5EF4-FFF2-40B4-BE49-F238E27FC236}">
                    <a16:creationId xmlns:a16="http://schemas.microsoft.com/office/drawing/2014/main" id="{BAA07CC8-CB85-1F6C-2107-9750AB709A1F}"/>
                  </a:ext>
                </a:extLst>
              </p:cNvPr>
              <p:cNvSpPr/>
              <p:nvPr/>
            </p:nvSpPr>
            <p:spPr>
              <a:xfrm flipV="1">
                <a:off x="2686791"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7" name="组合 66">
              <a:extLst>
                <a:ext uri="{FF2B5EF4-FFF2-40B4-BE49-F238E27FC236}">
                  <a16:creationId xmlns:a16="http://schemas.microsoft.com/office/drawing/2014/main" id="{C4B7A7AA-50EE-B072-ADA1-5AB6AA08EC09}"/>
                </a:ext>
              </a:extLst>
            </p:cNvPr>
            <p:cNvGrpSpPr/>
            <p:nvPr/>
          </p:nvGrpSpPr>
          <p:grpSpPr>
            <a:xfrm flipH="1">
              <a:off x="3432922" y="3666763"/>
              <a:ext cx="54822" cy="276999"/>
              <a:chOff x="2993834" y="3666763"/>
              <a:chExt cx="54822" cy="276999"/>
            </a:xfrm>
          </p:grpSpPr>
          <p:sp>
            <p:nvSpPr>
              <p:cNvPr id="68" name="矩形 73">
                <a:extLst>
                  <a:ext uri="{FF2B5EF4-FFF2-40B4-BE49-F238E27FC236}">
                    <a16:creationId xmlns:a16="http://schemas.microsoft.com/office/drawing/2014/main" id="{84F38C02-CB25-E8C5-964A-D11B1E90B7D5}"/>
                  </a:ext>
                </a:extLst>
              </p:cNvPr>
              <p:cNvSpPr/>
              <p:nvPr/>
            </p:nvSpPr>
            <p:spPr>
              <a:xfrm>
                <a:off x="2993834"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73">
                <a:extLst>
                  <a:ext uri="{FF2B5EF4-FFF2-40B4-BE49-F238E27FC236}">
                    <a16:creationId xmlns:a16="http://schemas.microsoft.com/office/drawing/2014/main" id="{2968F6E8-24CB-EC9A-D5B5-AC3C7E6171BC}"/>
                  </a:ext>
                </a:extLst>
              </p:cNvPr>
              <p:cNvSpPr/>
              <p:nvPr/>
            </p:nvSpPr>
            <p:spPr>
              <a:xfrm flipV="1">
                <a:off x="2993834"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72" name="组合 71">
            <a:extLst>
              <a:ext uri="{FF2B5EF4-FFF2-40B4-BE49-F238E27FC236}">
                <a16:creationId xmlns:a16="http://schemas.microsoft.com/office/drawing/2014/main" id="{61DE2D09-62C1-AE86-124E-3AA873A93FF4}"/>
              </a:ext>
            </a:extLst>
          </p:cNvPr>
          <p:cNvGrpSpPr/>
          <p:nvPr/>
        </p:nvGrpSpPr>
        <p:grpSpPr>
          <a:xfrm>
            <a:off x="6314639" y="4486844"/>
            <a:ext cx="800953" cy="276999"/>
            <a:chOff x="2686791" y="3666763"/>
            <a:chExt cx="800953" cy="276999"/>
          </a:xfrm>
        </p:grpSpPr>
        <p:grpSp>
          <p:nvGrpSpPr>
            <p:cNvPr id="73" name="组合 72">
              <a:extLst>
                <a:ext uri="{FF2B5EF4-FFF2-40B4-BE49-F238E27FC236}">
                  <a16:creationId xmlns:a16="http://schemas.microsoft.com/office/drawing/2014/main" id="{AAA56980-CD6B-64DF-9CDA-0CFA9BCF6B93}"/>
                </a:ext>
              </a:extLst>
            </p:cNvPr>
            <p:cNvGrpSpPr/>
            <p:nvPr/>
          </p:nvGrpSpPr>
          <p:grpSpPr>
            <a:xfrm>
              <a:off x="2686791" y="3666763"/>
              <a:ext cx="54822" cy="276999"/>
              <a:chOff x="2686791" y="3666763"/>
              <a:chExt cx="54822" cy="276999"/>
            </a:xfrm>
          </p:grpSpPr>
          <p:sp>
            <p:nvSpPr>
              <p:cNvPr id="77" name="矩形 73">
                <a:extLst>
                  <a:ext uri="{FF2B5EF4-FFF2-40B4-BE49-F238E27FC236}">
                    <a16:creationId xmlns:a16="http://schemas.microsoft.com/office/drawing/2014/main" id="{D15E24C6-5238-E657-624D-F5F72957881E}"/>
                  </a:ext>
                </a:extLst>
              </p:cNvPr>
              <p:cNvSpPr/>
              <p:nvPr/>
            </p:nvSpPr>
            <p:spPr>
              <a:xfrm>
                <a:off x="2686791"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3">
                <a:extLst>
                  <a:ext uri="{FF2B5EF4-FFF2-40B4-BE49-F238E27FC236}">
                    <a16:creationId xmlns:a16="http://schemas.microsoft.com/office/drawing/2014/main" id="{BE4A6C13-28BB-ECB0-E427-B711C0058B6C}"/>
                  </a:ext>
                </a:extLst>
              </p:cNvPr>
              <p:cNvSpPr/>
              <p:nvPr/>
            </p:nvSpPr>
            <p:spPr>
              <a:xfrm flipV="1">
                <a:off x="2686791"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4" name="组合 73">
              <a:extLst>
                <a:ext uri="{FF2B5EF4-FFF2-40B4-BE49-F238E27FC236}">
                  <a16:creationId xmlns:a16="http://schemas.microsoft.com/office/drawing/2014/main" id="{BAF96E93-027E-260D-71E5-83FD4565A8B0}"/>
                </a:ext>
              </a:extLst>
            </p:cNvPr>
            <p:cNvGrpSpPr/>
            <p:nvPr/>
          </p:nvGrpSpPr>
          <p:grpSpPr>
            <a:xfrm flipH="1">
              <a:off x="3432922" y="3666763"/>
              <a:ext cx="54822" cy="276999"/>
              <a:chOff x="2993834" y="3666763"/>
              <a:chExt cx="54822" cy="276999"/>
            </a:xfrm>
          </p:grpSpPr>
          <p:sp>
            <p:nvSpPr>
              <p:cNvPr id="75" name="矩形 73">
                <a:extLst>
                  <a:ext uri="{FF2B5EF4-FFF2-40B4-BE49-F238E27FC236}">
                    <a16:creationId xmlns:a16="http://schemas.microsoft.com/office/drawing/2014/main" id="{D19CE8A4-DB4D-5916-79D4-44483726C692}"/>
                  </a:ext>
                </a:extLst>
              </p:cNvPr>
              <p:cNvSpPr/>
              <p:nvPr/>
            </p:nvSpPr>
            <p:spPr>
              <a:xfrm>
                <a:off x="2993834"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3">
                <a:extLst>
                  <a:ext uri="{FF2B5EF4-FFF2-40B4-BE49-F238E27FC236}">
                    <a16:creationId xmlns:a16="http://schemas.microsoft.com/office/drawing/2014/main" id="{E7CFFA3C-0830-4068-FAF6-1F159F568167}"/>
                  </a:ext>
                </a:extLst>
              </p:cNvPr>
              <p:cNvSpPr/>
              <p:nvPr/>
            </p:nvSpPr>
            <p:spPr>
              <a:xfrm flipV="1">
                <a:off x="2993834"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79" name="组合 78">
            <a:extLst>
              <a:ext uri="{FF2B5EF4-FFF2-40B4-BE49-F238E27FC236}">
                <a16:creationId xmlns:a16="http://schemas.microsoft.com/office/drawing/2014/main" id="{0F41CEE1-4324-B507-E330-9C7006FD2AE6}"/>
              </a:ext>
            </a:extLst>
          </p:cNvPr>
          <p:cNvGrpSpPr/>
          <p:nvPr/>
        </p:nvGrpSpPr>
        <p:grpSpPr>
          <a:xfrm>
            <a:off x="7525952" y="4309204"/>
            <a:ext cx="800953" cy="276999"/>
            <a:chOff x="2686791" y="3666763"/>
            <a:chExt cx="800953" cy="276999"/>
          </a:xfrm>
        </p:grpSpPr>
        <p:grpSp>
          <p:nvGrpSpPr>
            <p:cNvPr id="80" name="组合 79">
              <a:extLst>
                <a:ext uri="{FF2B5EF4-FFF2-40B4-BE49-F238E27FC236}">
                  <a16:creationId xmlns:a16="http://schemas.microsoft.com/office/drawing/2014/main" id="{F88A0DCB-0E1B-A249-7F6B-49BA7B552A28}"/>
                </a:ext>
              </a:extLst>
            </p:cNvPr>
            <p:cNvGrpSpPr/>
            <p:nvPr/>
          </p:nvGrpSpPr>
          <p:grpSpPr>
            <a:xfrm>
              <a:off x="2686791" y="3666763"/>
              <a:ext cx="54822" cy="276999"/>
              <a:chOff x="2686791" y="3666763"/>
              <a:chExt cx="54822" cy="276999"/>
            </a:xfrm>
          </p:grpSpPr>
          <p:sp>
            <p:nvSpPr>
              <p:cNvPr id="87" name="矩形 73">
                <a:extLst>
                  <a:ext uri="{FF2B5EF4-FFF2-40B4-BE49-F238E27FC236}">
                    <a16:creationId xmlns:a16="http://schemas.microsoft.com/office/drawing/2014/main" id="{0D8C1C58-D309-4C91-08B3-418DFECEA400}"/>
                  </a:ext>
                </a:extLst>
              </p:cNvPr>
              <p:cNvSpPr/>
              <p:nvPr/>
            </p:nvSpPr>
            <p:spPr>
              <a:xfrm>
                <a:off x="2686791"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73">
                <a:extLst>
                  <a:ext uri="{FF2B5EF4-FFF2-40B4-BE49-F238E27FC236}">
                    <a16:creationId xmlns:a16="http://schemas.microsoft.com/office/drawing/2014/main" id="{CCC42A57-30E7-463A-AAE0-576CDC4C6C5A}"/>
                  </a:ext>
                </a:extLst>
              </p:cNvPr>
              <p:cNvSpPr/>
              <p:nvPr/>
            </p:nvSpPr>
            <p:spPr>
              <a:xfrm flipV="1">
                <a:off x="2686791"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1" name="组合 80">
              <a:extLst>
                <a:ext uri="{FF2B5EF4-FFF2-40B4-BE49-F238E27FC236}">
                  <a16:creationId xmlns:a16="http://schemas.microsoft.com/office/drawing/2014/main" id="{1CF6A1E1-5FDD-3DE5-51F0-83187C524FD3}"/>
                </a:ext>
              </a:extLst>
            </p:cNvPr>
            <p:cNvGrpSpPr/>
            <p:nvPr/>
          </p:nvGrpSpPr>
          <p:grpSpPr>
            <a:xfrm flipH="1">
              <a:off x="3432922" y="3666763"/>
              <a:ext cx="54822" cy="276999"/>
              <a:chOff x="2993834" y="3666763"/>
              <a:chExt cx="54822" cy="276999"/>
            </a:xfrm>
          </p:grpSpPr>
          <p:sp>
            <p:nvSpPr>
              <p:cNvPr id="85" name="矩形 73">
                <a:extLst>
                  <a:ext uri="{FF2B5EF4-FFF2-40B4-BE49-F238E27FC236}">
                    <a16:creationId xmlns:a16="http://schemas.microsoft.com/office/drawing/2014/main" id="{5BA94AD9-F039-2C5A-0CE4-6FCA91954E13}"/>
                  </a:ext>
                </a:extLst>
              </p:cNvPr>
              <p:cNvSpPr/>
              <p:nvPr/>
            </p:nvSpPr>
            <p:spPr>
              <a:xfrm>
                <a:off x="2993834" y="3666763"/>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73">
                <a:extLst>
                  <a:ext uri="{FF2B5EF4-FFF2-40B4-BE49-F238E27FC236}">
                    <a16:creationId xmlns:a16="http://schemas.microsoft.com/office/drawing/2014/main" id="{03C371CF-56D8-AABD-4B3A-539A88F76CEB}"/>
                  </a:ext>
                </a:extLst>
              </p:cNvPr>
              <p:cNvSpPr/>
              <p:nvPr/>
            </p:nvSpPr>
            <p:spPr>
              <a:xfrm flipV="1">
                <a:off x="2993834" y="3888940"/>
                <a:ext cx="54822" cy="54822"/>
              </a:xfrm>
              <a:custGeom>
                <a:avLst/>
                <a:gdLst>
                  <a:gd name="connsiteX0" fmla="*/ 0 w 97075"/>
                  <a:gd name="connsiteY0" fmla="*/ 0 h 97075"/>
                  <a:gd name="connsiteX1" fmla="*/ 97075 w 97075"/>
                  <a:gd name="connsiteY1" fmla="*/ 0 h 97075"/>
                  <a:gd name="connsiteX2" fmla="*/ 97075 w 97075"/>
                  <a:gd name="connsiteY2" fmla="*/ 97075 h 97075"/>
                  <a:gd name="connsiteX3" fmla="*/ 0 w 97075"/>
                  <a:gd name="connsiteY3" fmla="*/ 97075 h 97075"/>
                  <a:gd name="connsiteX4" fmla="*/ 0 w 97075"/>
                  <a:gd name="connsiteY4" fmla="*/ 0 h 97075"/>
                  <a:gd name="connsiteX0" fmla="*/ 97075 w 188515"/>
                  <a:gd name="connsiteY0" fmla="*/ 97075 h 188515"/>
                  <a:gd name="connsiteX1" fmla="*/ 0 w 188515"/>
                  <a:gd name="connsiteY1" fmla="*/ 97075 h 188515"/>
                  <a:gd name="connsiteX2" fmla="*/ 0 w 188515"/>
                  <a:gd name="connsiteY2" fmla="*/ 0 h 188515"/>
                  <a:gd name="connsiteX3" fmla="*/ 97075 w 188515"/>
                  <a:gd name="connsiteY3" fmla="*/ 0 h 188515"/>
                  <a:gd name="connsiteX4" fmla="*/ 188515 w 188515"/>
                  <a:gd name="connsiteY4" fmla="*/ 188515 h 188515"/>
                  <a:gd name="connsiteX0" fmla="*/ 97075 w 97075"/>
                  <a:gd name="connsiteY0" fmla="*/ 97075 h 97075"/>
                  <a:gd name="connsiteX1" fmla="*/ 0 w 97075"/>
                  <a:gd name="connsiteY1" fmla="*/ 97075 h 97075"/>
                  <a:gd name="connsiteX2" fmla="*/ 0 w 97075"/>
                  <a:gd name="connsiteY2" fmla="*/ 0 h 97075"/>
                  <a:gd name="connsiteX3" fmla="*/ 97075 w 97075"/>
                  <a:gd name="connsiteY3" fmla="*/ 0 h 97075"/>
                  <a:gd name="connsiteX0" fmla="*/ 0 w 97075"/>
                  <a:gd name="connsiteY0" fmla="*/ 97075 h 97075"/>
                  <a:gd name="connsiteX1" fmla="*/ 0 w 97075"/>
                  <a:gd name="connsiteY1" fmla="*/ 0 h 97075"/>
                  <a:gd name="connsiteX2" fmla="*/ 97075 w 97075"/>
                  <a:gd name="connsiteY2" fmla="*/ 0 h 97075"/>
                </a:gdLst>
                <a:ahLst/>
                <a:cxnLst>
                  <a:cxn ang="0">
                    <a:pos x="connsiteX0" y="connsiteY0"/>
                  </a:cxn>
                  <a:cxn ang="0">
                    <a:pos x="connsiteX1" y="connsiteY1"/>
                  </a:cxn>
                  <a:cxn ang="0">
                    <a:pos x="connsiteX2" y="connsiteY2"/>
                  </a:cxn>
                </a:cxnLst>
                <a:rect l="l" t="t" r="r" b="b"/>
                <a:pathLst>
                  <a:path w="97075" h="97075">
                    <a:moveTo>
                      <a:pt x="0" y="97075"/>
                    </a:moveTo>
                    <a:lnTo>
                      <a:pt x="0" y="0"/>
                    </a:lnTo>
                    <a:lnTo>
                      <a:pt x="97075"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89" name="椭圆 88">
            <a:extLst>
              <a:ext uri="{FF2B5EF4-FFF2-40B4-BE49-F238E27FC236}">
                <a16:creationId xmlns:a16="http://schemas.microsoft.com/office/drawing/2014/main" id="{99CE94F7-2440-94D4-60F7-B3859599D99A}"/>
              </a:ext>
            </a:extLst>
          </p:cNvPr>
          <p:cNvSpPr/>
          <p:nvPr/>
        </p:nvSpPr>
        <p:spPr>
          <a:xfrm>
            <a:off x="834505" y="2483527"/>
            <a:ext cx="1238136" cy="1238136"/>
          </a:xfrm>
          <a:prstGeom prst="ellipse">
            <a:avLst/>
          </a:prstGeom>
          <a:gradFill flip="none" rotWithShape="1">
            <a:gsLst>
              <a:gs pos="50000">
                <a:schemeClr val="accent2">
                  <a:alpha val="0"/>
                </a:schemeClr>
              </a:gs>
              <a:gs pos="100000">
                <a:schemeClr val="accent2">
                  <a:alpha val="48000"/>
                </a:schemeClr>
              </a:gs>
            </a:gsLst>
            <a:path path="circl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v</a:t>
            </a:r>
            <a:endParaRPr lang="zh-CN" altLang="en-US" dirty="0"/>
          </a:p>
        </p:txBody>
      </p:sp>
      <p:sp>
        <p:nvSpPr>
          <p:cNvPr id="90" name="椭圆 89">
            <a:extLst>
              <a:ext uri="{FF2B5EF4-FFF2-40B4-BE49-F238E27FC236}">
                <a16:creationId xmlns:a16="http://schemas.microsoft.com/office/drawing/2014/main" id="{4984C9EB-5481-E9C8-BB03-DA4D84509DAE}"/>
              </a:ext>
            </a:extLst>
          </p:cNvPr>
          <p:cNvSpPr/>
          <p:nvPr/>
        </p:nvSpPr>
        <p:spPr>
          <a:xfrm>
            <a:off x="981085" y="2630108"/>
            <a:ext cx="944976" cy="944974"/>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endParaRPr>
          </a:p>
        </p:txBody>
      </p:sp>
      <p:sp>
        <p:nvSpPr>
          <p:cNvPr id="91" name="文本框 90">
            <a:extLst>
              <a:ext uri="{FF2B5EF4-FFF2-40B4-BE49-F238E27FC236}">
                <a16:creationId xmlns:a16="http://schemas.microsoft.com/office/drawing/2014/main" id="{D2F5DF1B-2032-7AA0-8401-CF817978606E}"/>
              </a:ext>
            </a:extLst>
          </p:cNvPr>
          <p:cNvSpPr txBox="1"/>
          <p:nvPr/>
        </p:nvSpPr>
        <p:spPr>
          <a:xfrm>
            <a:off x="822631" y="3815697"/>
            <a:ext cx="1261885" cy="587469"/>
          </a:xfrm>
          <a:prstGeom prst="rect">
            <a:avLst/>
          </a:prstGeom>
          <a:noFill/>
        </p:spPr>
        <p:txBody>
          <a:bodyPr wrap="square" rtlCol="0">
            <a:spAutoFit/>
          </a:bodyPr>
          <a:lstStyle>
            <a:defPPr>
              <a:defRPr lang="zh-CN"/>
            </a:defPPr>
            <a:lvl1pPr algn="ctr">
              <a:lnSpc>
                <a:spcPct val="120000"/>
              </a:lnSpc>
              <a:defRPr sz="1400" b="1">
                <a:solidFill>
                  <a:schemeClr val="accent1"/>
                </a:solidFill>
                <a:latin typeface="+mn-ea"/>
              </a:defRPr>
            </a:lvl1pPr>
          </a:lstStyle>
          <a:p>
            <a:r>
              <a:rPr lang="zh-CN" altLang="en-US" dirty="0">
                <a:solidFill>
                  <a:schemeClr val="accent2"/>
                </a:solidFill>
                <a:latin typeface="+mj-ea"/>
                <a:ea typeface="+mj-ea"/>
              </a:rPr>
              <a:t>高效整合与</a:t>
            </a:r>
            <a:endParaRPr lang="en-US" altLang="zh-CN" dirty="0">
              <a:solidFill>
                <a:schemeClr val="accent2"/>
              </a:solidFill>
              <a:latin typeface="+mj-ea"/>
              <a:ea typeface="+mj-ea"/>
            </a:endParaRPr>
          </a:p>
          <a:p>
            <a:r>
              <a:rPr lang="zh-CN" altLang="en-US" dirty="0">
                <a:solidFill>
                  <a:schemeClr val="accent2"/>
                </a:solidFill>
                <a:latin typeface="+mj-ea"/>
                <a:ea typeface="+mj-ea"/>
              </a:rPr>
              <a:t>利用数据资源</a:t>
            </a:r>
          </a:p>
        </p:txBody>
      </p:sp>
      <p:sp>
        <p:nvSpPr>
          <p:cNvPr id="92" name="椭圆 91">
            <a:extLst>
              <a:ext uri="{FF2B5EF4-FFF2-40B4-BE49-F238E27FC236}">
                <a16:creationId xmlns:a16="http://schemas.microsoft.com/office/drawing/2014/main" id="{795AB663-A408-C01E-5DF6-73B81BC2DC44}"/>
              </a:ext>
            </a:extLst>
          </p:cNvPr>
          <p:cNvSpPr/>
          <p:nvPr/>
        </p:nvSpPr>
        <p:spPr>
          <a:xfrm>
            <a:off x="10189595" y="2483527"/>
            <a:ext cx="1238136" cy="1238136"/>
          </a:xfrm>
          <a:prstGeom prst="ellipse">
            <a:avLst/>
          </a:prstGeom>
          <a:gradFill flip="none" rotWithShape="1">
            <a:gsLst>
              <a:gs pos="50000">
                <a:schemeClr val="accent2">
                  <a:alpha val="0"/>
                </a:schemeClr>
              </a:gs>
              <a:gs pos="100000">
                <a:schemeClr val="accent2">
                  <a:alpha val="48000"/>
                </a:schemeClr>
              </a:gs>
            </a:gsLst>
            <a:path path="circl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3" name="椭圆 92">
            <a:extLst>
              <a:ext uri="{FF2B5EF4-FFF2-40B4-BE49-F238E27FC236}">
                <a16:creationId xmlns:a16="http://schemas.microsoft.com/office/drawing/2014/main" id="{4BD5EC58-3608-EF9A-C6D3-D3A87E0F214B}"/>
              </a:ext>
            </a:extLst>
          </p:cNvPr>
          <p:cNvSpPr/>
          <p:nvPr/>
        </p:nvSpPr>
        <p:spPr>
          <a:xfrm>
            <a:off x="10336175" y="2630108"/>
            <a:ext cx="944976" cy="944974"/>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endParaRPr>
          </a:p>
        </p:txBody>
      </p:sp>
      <p:sp>
        <p:nvSpPr>
          <p:cNvPr id="94" name="文本框 93">
            <a:extLst>
              <a:ext uri="{FF2B5EF4-FFF2-40B4-BE49-F238E27FC236}">
                <a16:creationId xmlns:a16="http://schemas.microsoft.com/office/drawing/2014/main" id="{5683D1DC-E4AC-AB18-569D-7CFCBCF82009}"/>
              </a:ext>
            </a:extLst>
          </p:cNvPr>
          <p:cNvSpPr txBox="1"/>
          <p:nvPr/>
        </p:nvSpPr>
        <p:spPr>
          <a:xfrm>
            <a:off x="10177721" y="3815697"/>
            <a:ext cx="1261885" cy="587469"/>
          </a:xfrm>
          <a:prstGeom prst="rect">
            <a:avLst/>
          </a:prstGeom>
          <a:noFill/>
        </p:spPr>
        <p:txBody>
          <a:bodyPr wrap="square" rtlCol="0">
            <a:spAutoFit/>
          </a:bodyPr>
          <a:lstStyle/>
          <a:p>
            <a:pPr algn="ctr">
              <a:lnSpc>
                <a:spcPct val="120000"/>
              </a:lnSpc>
            </a:pPr>
            <a:r>
              <a:rPr lang="zh-CN" altLang="en-US" sz="1400" b="1" dirty="0">
                <a:solidFill>
                  <a:schemeClr val="accent2"/>
                </a:solidFill>
                <a:latin typeface="+mj-ea"/>
                <a:ea typeface="+mj-ea"/>
              </a:rPr>
              <a:t>提升城市管理</a:t>
            </a:r>
            <a:endParaRPr lang="en-US" altLang="zh-CN" sz="1400" b="1" dirty="0">
              <a:solidFill>
                <a:schemeClr val="accent2"/>
              </a:solidFill>
              <a:latin typeface="+mj-ea"/>
              <a:ea typeface="+mj-ea"/>
            </a:endParaRPr>
          </a:p>
          <a:p>
            <a:pPr algn="ctr">
              <a:lnSpc>
                <a:spcPct val="120000"/>
              </a:lnSpc>
            </a:pPr>
            <a:r>
              <a:rPr lang="zh-CN" altLang="en-US" sz="1400" b="1" dirty="0">
                <a:solidFill>
                  <a:schemeClr val="accent2"/>
                </a:solidFill>
                <a:latin typeface="+mj-ea"/>
                <a:ea typeface="+mj-ea"/>
              </a:rPr>
              <a:t>与服务水平</a:t>
            </a:r>
          </a:p>
        </p:txBody>
      </p:sp>
      <p:sp>
        <p:nvSpPr>
          <p:cNvPr id="95" name="椭圆 94">
            <a:extLst>
              <a:ext uri="{FF2B5EF4-FFF2-40B4-BE49-F238E27FC236}">
                <a16:creationId xmlns:a16="http://schemas.microsoft.com/office/drawing/2014/main" id="{8E8C7AE3-8DC0-7178-6CA4-DAAE65174C02}"/>
              </a:ext>
            </a:extLst>
          </p:cNvPr>
          <p:cNvSpPr/>
          <p:nvPr/>
        </p:nvSpPr>
        <p:spPr>
          <a:xfrm>
            <a:off x="4482699" y="3529695"/>
            <a:ext cx="3226602" cy="320676"/>
          </a:xfrm>
          <a:prstGeom prst="ellipse">
            <a:avLst/>
          </a:prstGeom>
          <a:gradFill>
            <a:gsLst>
              <a:gs pos="1000">
                <a:schemeClr val="accent2">
                  <a:alpha val="0"/>
                </a:schemeClr>
              </a:gs>
              <a:gs pos="100000">
                <a:schemeClr val="accent2">
                  <a:alpha val="27000"/>
                </a:schemeClr>
              </a:gs>
            </a:gsLst>
            <a:lin ang="5400000" scaled="1"/>
          </a:gradFill>
          <a:ln>
            <a:gradFill>
              <a:gsLst>
                <a:gs pos="13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54FBD06F-700A-3886-6FBD-816197D18C6E}"/>
              </a:ext>
            </a:extLst>
          </p:cNvPr>
          <p:cNvSpPr/>
          <p:nvPr/>
        </p:nvSpPr>
        <p:spPr>
          <a:xfrm>
            <a:off x="4648199" y="2780398"/>
            <a:ext cx="2895602" cy="320676"/>
          </a:xfrm>
          <a:prstGeom prst="ellipse">
            <a:avLst/>
          </a:prstGeom>
          <a:gradFill>
            <a:gsLst>
              <a:gs pos="1000">
                <a:schemeClr val="accent2">
                  <a:alpha val="0"/>
                </a:schemeClr>
              </a:gs>
              <a:gs pos="100000">
                <a:schemeClr val="accent2">
                  <a:alpha val="27000"/>
                </a:schemeClr>
              </a:gs>
            </a:gsLst>
            <a:lin ang="5400000" scaled="1"/>
          </a:gradFill>
          <a:ln>
            <a:gradFill>
              <a:gsLst>
                <a:gs pos="13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F9DEC174-E80E-E68C-8105-B1EF324B624E}"/>
              </a:ext>
            </a:extLst>
          </p:cNvPr>
          <p:cNvSpPr/>
          <p:nvPr/>
        </p:nvSpPr>
        <p:spPr>
          <a:xfrm>
            <a:off x="4851224" y="1982139"/>
            <a:ext cx="2489552" cy="320676"/>
          </a:xfrm>
          <a:prstGeom prst="ellipse">
            <a:avLst/>
          </a:prstGeom>
          <a:gradFill>
            <a:gsLst>
              <a:gs pos="1000">
                <a:schemeClr val="accent2">
                  <a:alpha val="0"/>
                </a:schemeClr>
              </a:gs>
              <a:gs pos="100000">
                <a:schemeClr val="accent2">
                  <a:alpha val="27000"/>
                </a:schemeClr>
              </a:gs>
            </a:gsLst>
            <a:lin ang="5400000" scaled="1"/>
          </a:gradFill>
          <a:ln>
            <a:gradFill>
              <a:gsLst>
                <a:gs pos="13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a:extLst>
              <a:ext uri="{FF2B5EF4-FFF2-40B4-BE49-F238E27FC236}">
                <a16:creationId xmlns:a16="http://schemas.microsoft.com/office/drawing/2014/main" id="{C832A0AD-6A2C-5D9E-AF66-A1F1CA2EAA52}"/>
              </a:ext>
            </a:extLst>
          </p:cNvPr>
          <p:cNvSpPr/>
          <p:nvPr/>
        </p:nvSpPr>
        <p:spPr>
          <a:xfrm>
            <a:off x="4719318" y="2093264"/>
            <a:ext cx="2753362" cy="320676"/>
          </a:xfrm>
          <a:prstGeom prst="ellipse">
            <a:avLst/>
          </a:prstGeom>
          <a:noFill/>
          <a:ln>
            <a:gradFill>
              <a:gsLst>
                <a:gs pos="26000">
                  <a:schemeClr val="accent2">
                    <a:alpha val="0"/>
                  </a:schemeClr>
                </a:gs>
                <a:gs pos="100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文本框 98">
            <a:extLst>
              <a:ext uri="{FF2B5EF4-FFF2-40B4-BE49-F238E27FC236}">
                <a16:creationId xmlns:a16="http://schemas.microsoft.com/office/drawing/2014/main" id="{B488469E-428A-9C05-55E5-D1CFACBF0C6D}"/>
              </a:ext>
            </a:extLst>
          </p:cNvPr>
          <p:cNvSpPr txBox="1"/>
          <p:nvPr/>
        </p:nvSpPr>
        <p:spPr>
          <a:xfrm>
            <a:off x="5182930" y="1848343"/>
            <a:ext cx="1826141" cy="338554"/>
          </a:xfrm>
          <a:prstGeom prst="rect">
            <a:avLst/>
          </a:prstGeom>
          <a:noFill/>
        </p:spPr>
        <p:txBody>
          <a:bodyPr wrap="none" rtlCol="0">
            <a:spAutoFit/>
          </a:bodyPr>
          <a:lstStyle/>
          <a:p>
            <a:pPr algn="ctr"/>
            <a:r>
              <a:rPr lang="zh-CN" altLang="en-US" sz="1600" b="1" dirty="0">
                <a:solidFill>
                  <a:srgbClr val="17171B"/>
                </a:solidFill>
                <a:latin typeface="+mj-ea"/>
                <a:ea typeface="+mj-ea"/>
              </a:rPr>
              <a:t>合理规划城市布局</a:t>
            </a:r>
          </a:p>
        </p:txBody>
      </p:sp>
      <p:sp>
        <p:nvSpPr>
          <p:cNvPr id="100" name="文本框 99">
            <a:extLst>
              <a:ext uri="{FF2B5EF4-FFF2-40B4-BE49-F238E27FC236}">
                <a16:creationId xmlns:a16="http://schemas.microsoft.com/office/drawing/2014/main" id="{14B5D462-CEB3-D1FA-C984-B63CF745A366}"/>
              </a:ext>
            </a:extLst>
          </p:cNvPr>
          <p:cNvSpPr txBox="1"/>
          <p:nvPr/>
        </p:nvSpPr>
        <p:spPr>
          <a:xfrm>
            <a:off x="5080338" y="2584943"/>
            <a:ext cx="2031325" cy="338554"/>
          </a:xfrm>
          <a:prstGeom prst="rect">
            <a:avLst/>
          </a:prstGeom>
          <a:noFill/>
        </p:spPr>
        <p:txBody>
          <a:bodyPr wrap="none" rtlCol="0">
            <a:spAutoFit/>
          </a:bodyPr>
          <a:lstStyle/>
          <a:p>
            <a:pPr algn="ctr"/>
            <a:r>
              <a:rPr lang="zh-CN" altLang="en-US" sz="1600" b="1" dirty="0">
                <a:solidFill>
                  <a:srgbClr val="17171B"/>
                </a:solidFill>
                <a:latin typeface="+mj-ea"/>
                <a:ea typeface="+mj-ea"/>
              </a:rPr>
              <a:t>打造现代化交通体系</a:t>
            </a:r>
          </a:p>
        </p:txBody>
      </p:sp>
      <p:sp>
        <p:nvSpPr>
          <p:cNvPr id="101" name="文本框 100">
            <a:extLst>
              <a:ext uri="{FF2B5EF4-FFF2-40B4-BE49-F238E27FC236}">
                <a16:creationId xmlns:a16="http://schemas.microsoft.com/office/drawing/2014/main" id="{70399E0F-B500-0976-1FA9-33274144B1BB}"/>
              </a:ext>
            </a:extLst>
          </p:cNvPr>
          <p:cNvSpPr txBox="1"/>
          <p:nvPr/>
        </p:nvSpPr>
        <p:spPr>
          <a:xfrm>
            <a:off x="5182930" y="3309029"/>
            <a:ext cx="1826141" cy="338554"/>
          </a:xfrm>
          <a:prstGeom prst="rect">
            <a:avLst/>
          </a:prstGeom>
          <a:noFill/>
        </p:spPr>
        <p:txBody>
          <a:bodyPr wrap="none" rtlCol="0">
            <a:spAutoFit/>
          </a:bodyPr>
          <a:lstStyle/>
          <a:p>
            <a:pPr algn="ctr"/>
            <a:r>
              <a:rPr lang="zh-CN" altLang="en-US" sz="1600" b="1" dirty="0">
                <a:solidFill>
                  <a:srgbClr val="17171B"/>
                </a:solidFill>
                <a:latin typeface="+mj-ea"/>
                <a:ea typeface="+mj-ea"/>
              </a:rPr>
              <a:t>提升公共服务水平</a:t>
            </a:r>
          </a:p>
        </p:txBody>
      </p:sp>
      <p:grpSp>
        <p:nvGrpSpPr>
          <p:cNvPr id="102" name="组合 101">
            <a:extLst>
              <a:ext uri="{FF2B5EF4-FFF2-40B4-BE49-F238E27FC236}">
                <a16:creationId xmlns:a16="http://schemas.microsoft.com/office/drawing/2014/main" id="{6EF400AF-773E-8474-2001-AF6A11CA7B2D}"/>
              </a:ext>
            </a:extLst>
          </p:cNvPr>
          <p:cNvGrpSpPr/>
          <p:nvPr/>
        </p:nvGrpSpPr>
        <p:grpSpPr>
          <a:xfrm>
            <a:off x="1256619" y="2889543"/>
            <a:ext cx="393908" cy="426104"/>
            <a:chOff x="75535" y="1426"/>
            <a:chExt cx="1759634" cy="1903451"/>
          </a:xfrm>
          <a:solidFill>
            <a:schemeClr val="tx2"/>
          </a:solidFill>
        </p:grpSpPr>
        <p:sp>
          <p:nvSpPr>
            <p:cNvPr id="103" name="任意多边形: 形状 102">
              <a:extLst>
                <a:ext uri="{FF2B5EF4-FFF2-40B4-BE49-F238E27FC236}">
                  <a16:creationId xmlns:a16="http://schemas.microsoft.com/office/drawing/2014/main" id="{7BA01405-C72F-0813-D447-CB40EBA1895C}"/>
                </a:ext>
              </a:extLst>
            </p:cNvPr>
            <p:cNvSpPr/>
            <p:nvPr/>
          </p:nvSpPr>
          <p:spPr>
            <a:xfrm>
              <a:off x="133944" y="270739"/>
              <a:ext cx="1637843" cy="1634138"/>
            </a:xfrm>
            <a:custGeom>
              <a:avLst/>
              <a:gdLst>
                <a:gd name="connsiteX0" fmla="*/ 1139158 w 1637843"/>
                <a:gd name="connsiteY0" fmla="*/ 1322908 h 1634138"/>
                <a:gd name="connsiteX1" fmla="*/ 820373 w 1637843"/>
                <a:gd name="connsiteY1" fmla="*/ 1497442 h 1634138"/>
                <a:gd name="connsiteX2" fmla="*/ 499111 w 1637843"/>
                <a:gd name="connsiteY2" fmla="*/ 1322908 h 1634138"/>
                <a:gd name="connsiteX3" fmla="*/ 411982 w 1637843"/>
                <a:gd name="connsiteY3" fmla="*/ 1348923 h 1634138"/>
                <a:gd name="connsiteX4" fmla="*/ 437997 w 1637843"/>
                <a:gd name="connsiteY4" fmla="*/ 1436052 h 1634138"/>
                <a:gd name="connsiteX5" fmla="*/ 789265 w 1637843"/>
                <a:gd name="connsiteY5" fmla="*/ 1626277 h 1634138"/>
                <a:gd name="connsiteX6" fmla="*/ 850380 w 1637843"/>
                <a:gd name="connsiteY6" fmla="*/ 1626277 h 1634138"/>
                <a:gd name="connsiteX7" fmla="*/ 1200272 w 1637843"/>
                <a:gd name="connsiteY7" fmla="*/ 1436052 h 1634138"/>
                <a:gd name="connsiteX8" fmla="*/ 1225186 w 1637843"/>
                <a:gd name="connsiteY8" fmla="*/ 1349235 h 1634138"/>
                <a:gd name="connsiteX9" fmla="*/ 1203025 w 1637843"/>
                <a:gd name="connsiteY9" fmla="*/ 1325936 h 1634138"/>
                <a:gd name="connsiteX10" fmla="*/ 1139158 w 1637843"/>
                <a:gd name="connsiteY10" fmla="*/ 1324285 h 1634138"/>
                <a:gd name="connsiteX11" fmla="*/ 1190362 w 1637843"/>
                <a:gd name="connsiteY11" fmla="*/ 125676 h 1634138"/>
                <a:gd name="connsiteX12" fmla="*/ 1501438 w 1637843"/>
                <a:gd name="connsiteY12" fmla="*/ 316727 h 1634138"/>
                <a:gd name="connsiteX13" fmla="*/ 1510247 w 1637843"/>
                <a:gd name="connsiteY13" fmla="*/ 680934 h 1634138"/>
                <a:gd name="connsiteX14" fmla="*/ 1569786 w 1637843"/>
                <a:gd name="connsiteY14" fmla="*/ 748855 h 1634138"/>
                <a:gd name="connsiteX15" fmla="*/ 1637706 w 1637843"/>
                <a:gd name="connsiteY15" fmla="*/ 689316 h 1634138"/>
                <a:gd name="connsiteX16" fmla="*/ 1637706 w 1637843"/>
                <a:gd name="connsiteY16" fmla="*/ 680934 h 1634138"/>
                <a:gd name="connsiteX17" fmla="*/ 1627796 w 1637843"/>
                <a:gd name="connsiteY17" fmla="*/ 279012 h 1634138"/>
                <a:gd name="connsiteX18" fmla="*/ 1597514 w 1637843"/>
                <a:gd name="connsiteY18" fmla="*/ 224780 h 1634138"/>
                <a:gd name="connsiteX19" fmla="*/ 1257257 w 1637843"/>
                <a:gd name="connsiteY19" fmla="*/ 16387 h 1634138"/>
                <a:gd name="connsiteX20" fmla="*/ 1169339 w 1637843"/>
                <a:gd name="connsiteY20" fmla="*/ 35314 h 1634138"/>
                <a:gd name="connsiteX21" fmla="*/ 1188266 w 1637843"/>
                <a:gd name="connsiteY21" fmla="*/ 123232 h 1634138"/>
                <a:gd name="connsiteX22" fmla="*/ 1190912 w 1637843"/>
                <a:gd name="connsiteY22" fmla="*/ 124850 h 1634138"/>
                <a:gd name="connsiteX23" fmla="*/ 63879 w 1637843"/>
                <a:gd name="connsiteY23" fmla="*/ 742324 h 1634138"/>
                <a:gd name="connsiteX24" fmla="*/ 128563 w 1637843"/>
                <a:gd name="connsiteY24" fmla="*/ 679843 h 1634138"/>
                <a:gd name="connsiteX25" fmla="*/ 128572 w 1637843"/>
                <a:gd name="connsiteY25" fmla="*/ 678457 h 1634138"/>
                <a:gd name="connsiteX26" fmla="*/ 137656 w 1637843"/>
                <a:gd name="connsiteY26" fmla="*/ 314249 h 1634138"/>
                <a:gd name="connsiteX27" fmla="*/ 447907 w 1637843"/>
                <a:gd name="connsiteY27" fmla="*/ 122923 h 1634138"/>
                <a:gd name="connsiteX28" fmla="*/ 484293 w 1637843"/>
                <a:gd name="connsiteY28" fmla="*/ 40681 h 1634138"/>
                <a:gd name="connsiteX29" fmla="*/ 402051 w 1637843"/>
                <a:gd name="connsiteY29" fmla="*/ 4294 h 1634138"/>
                <a:gd name="connsiteX30" fmla="*/ 382388 w 1637843"/>
                <a:gd name="connsiteY30" fmla="*/ 16387 h 1634138"/>
                <a:gd name="connsiteX31" fmla="*/ 40755 w 1637843"/>
                <a:gd name="connsiteY31" fmla="*/ 224780 h 1634138"/>
                <a:gd name="connsiteX32" fmla="*/ 9096 w 1637843"/>
                <a:gd name="connsiteY32" fmla="*/ 277636 h 1634138"/>
                <a:gd name="connsiteX33" fmla="*/ 12 w 1637843"/>
                <a:gd name="connsiteY33" fmla="*/ 676805 h 1634138"/>
                <a:gd name="connsiteX34" fmla="*/ 18456 w 1637843"/>
                <a:gd name="connsiteY34" fmla="*/ 723054 h 1634138"/>
                <a:gd name="connsiteX35" fmla="*/ 64154 w 1637843"/>
                <a:gd name="connsiteY35" fmla="*/ 742324 h 163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637843" h="1634138">
                  <a:moveTo>
                    <a:pt x="1139158" y="1322908"/>
                  </a:moveTo>
                  <a:lnTo>
                    <a:pt x="820373" y="1497442"/>
                  </a:lnTo>
                  <a:lnTo>
                    <a:pt x="499111" y="1322908"/>
                  </a:lnTo>
                  <a:cubicBezTo>
                    <a:pt x="467867" y="1306032"/>
                    <a:pt x="428858" y="1317679"/>
                    <a:pt x="411982" y="1348923"/>
                  </a:cubicBezTo>
                  <a:cubicBezTo>
                    <a:pt x="395106" y="1380167"/>
                    <a:pt x="406753" y="1419176"/>
                    <a:pt x="437997" y="1436052"/>
                  </a:cubicBezTo>
                  <a:lnTo>
                    <a:pt x="789265" y="1626277"/>
                  </a:lnTo>
                  <a:cubicBezTo>
                    <a:pt x="808288" y="1636759"/>
                    <a:pt x="831357" y="1636759"/>
                    <a:pt x="850380" y="1626277"/>
                  </a:cubicBezTo>
                  <a:lnTo>
                    <a:pt x="1200272" y="1436052"/>
                  </a:lnTo>
                  <a:cubicBezTo>
                    <a:pt x="1231126" y="1418958"/>
                    <a:pt x="1242280" y="1380089"/>
                    <a:pt x="1225186" y="1349235"/>
                  </a:cubicBezTo>
                  <a:cubicBezTo>
                    <a:pt x="1219907" y="1339706"/>
                    <a:pt x="1212278" y="1331685"/>
                    <a:pt x="1203025" y="1325936"/>
                  </a:cubicBezTo>
                  <a:cubicBezTo>
                    <a:pt x="1183612" y="1313840"/>
                    <a:pt x="1159170" y="1313208"/>
                    <a:pt x="1139158" y="1324285"/>
                  </a:cubicBezTo>
                  <a:close/>
                  <a:moveTo>
                    <a:pt x="1190362" y="125676"/>
                  </a:moveTo>
                  <a:lnTo>
                    <a:pt x="1501438" y="316727"/>
                  </a:lnTo>
                  <a:lnTo>
                    <a:pt x="1510247" y="680934"/>
                  </a:lnTo>
                  <a:cubicBezTo>
                    <a:pt x="1507933" y="716131"/>
                    <a:pt x="1534589" y="746540"/>
                    <a:pt x="1569786" y="748855"/>
                  </a:cubicBezTo>
                  <a:cubicBezTo>
                    <a:pt x="1604983" y="751169"/>
                    <a:pt x="1635392" y="724513"/>
                    <a:pt x="1637706" y="689316"/>
                  </a:cubicBezTo>
                  <a:cubicBezTo>
                    <a:pt x="1637890" y="686525"/>
                    <a:pt x="1637890" y="683725"/>
                    <a:pt x="1637706" y="680934"/>
                  </a:cubicBezTo>
                  <a:lnTo>
                    <a:pt x="1627796" y="279012"/>
                  </a:lnTo>
                  <a:cubicBezTo>
                    <a:pt x="1627926" y="256872"/>
                    <a:pt x="1616431" y="236286"/>
                    <a:pt x="1597514" y="224780"/>
                  </a:cubicBezTo>
                  <a:lnTo>
                    <a:pt x="1257257" y="16387"/>
                  </a:lnTo>
                  <a:cubicBezTo>
                    <a:pt x="1227752" y="-2665"/>
                    <a:pt x="1188390" y="5809"/>
                    <a:pt x="1169339" y="35314"/>
                  </a:cubicBezTo>
                  <a:cubicBezTo>
                    <a:pt x="1150287" y="64818"/>
                    <a:pt x="1158761" y="104180"/>
                    <a:pt x="1188266" y="123232"/>
                  </a:cubicBezTo>
                  <a:cubicBezTo>
                    <a:pt x="1189135" y="123793"/>
                    <a:pt x="1190017" y="124332"/>
                    <a:pt x="1190912" y="124850"/>
                  </a:cubicBezTo>
                  <a:close/>
                  <a:moveTo>
                    <a:pt x="63879" y="742324"/>
                  </a:moveTo>
                  <a:cubicBezTo>
                    <a:pt x="98994" y="742932"/>
                    <a:pt x="127954" y="714959"/>
                    <a:pt x="128563" y="679843"/>
                  </a:cubicBezTo>
                  <a:cubicBezTo>
                    <a:pt x="128571" y="679381"/>
                    <a:pt x="128574" y="678919"/>
                    <a:pt x="128572" y="678457"/>
                  </a:cubicBezTo>
                  <a:lnTo>
                    <a:pt x="137656" y="314249"/>
                  </a:lnTo>
                  <a:lnTo>
                    <a:pt x="447907" y="122923"/>
                  </a:lnTo>
                  <a:cubicBezTo>
                    <a:pt x="480665" y="110261"/>
                    <a:pt x="496956" y="73439"/>
                    <a:pt x="484293" y="40681"/>
                  </a:cubicBezTo>
                  <a:cubicBezTo>
                    <a:pt x="471631" y="7922"/>
                    <a:pt x="434809" y="-8369"/>
                    <a:pt x="402051" y="4294"/>
                  </a:cubicBezTo>
                  <a:cubicBezTo>
                    <a:pt x="394814" y="7092"/>
                    <a:pt x="388150" y="11190"/>
                    <a:pt x="382388" y="16387"/>
                  </a:cubicBezTo>
                  <a:lnTo>
                    <a:pt x="40755" y="224780"/>
                  </a:lnTo>
                  <a:cubicBezTo>
                    <a:pt x="21725" y="235691"/>
                    <a:pt x="9735" y="255709"/>
                    <a:pt x="9096" y="277636"/>
                  </a:cubicBezTo>
                  <a:lnTo>
                    <a:pt x="12" y="676805"/>
                  </a:lnTo>
                  <a:cubicBezTo>
                    <a:pt x="-319" y="694076"/>
                    <a:pt x="6331" y="710750"/>
                    <a:pt x="18456" y="723054"/>
                  </a:cubicBezTo>
                  <a:cubicBezTo>
                    <a:pt x="30416" y="735451"/>
                    <a:pt x="46928" y="742414"/>
                    <a:pt x="64154" y="742324"/>
                  </a:cubicBezTo>
                  <a:close/>
                </a:path>
              </a:pathLst>
            </a:custGeom>
            <a:grpFill/>
            <a:ln w="1860" cap="flat">
              <a:noFill/>
              <a:prstDash val="solid"/>
              <a:miter/>
            </a:ln>
          </p:spPr>
          <p:txBody>
            <a:bodyPr rtlCol="0" anchor="ctr"/>
            <a:lstStyle/>
            <a:p>
              <a:endParaRPr lang="zh-CN" altLang="en-US"/>
            </a:p>
          </p:txBody>
        </p:sp>
        <p:sp>
          <p:nvSpPr>
            <p:cNvPr id="104" name="任意多边形: 形状 103">
              <a:extLst>
                <a:ext uri="{FF2B5EF4-FFF2-40B4-BE49-F238E27FC236}">
                  <a16:creationId xmlns:a16="http://schemas.microsoft.com/office/drawing/2014/main" id="{61427048-37DE-B2CB-D6F0-400C09B4171F}"/>
                </a:ext>
              </a:extLst>
            </p:cNvPr>
            <p:cNvSpPr/>
            <p:nvPr/>
          </p:nvSpPr>
          <p:spPr>
            <a:xfrm>
              <a:off x="75535" y="1426"/>
              <a:ext cx="1759634" cy="1594765"/>
            </a:xfrm>
            <a:custGeom>
              <a:avLst/>
              <a:gdLst>
                <a:gd name="connsiteX0" fmla="*/ 1632799 w 1759634"/>
                <a:gd name="connsiteY0" fmla="*/ 1120652 h 1594765"/>
                <a:gd name="connsiteX1" fmla="*/ 1323649 w 1759634"/>
                <a:gd name="connsiteY1" fmla="*/ 1162496 h 1594765"/>
                <a:gd name="connsiteX2" fmla="*/ 941273 w 1759634"/>
                <a:gd name="connsiteY2" fmla="*/ 942265 h 1594765"/>
                <a:gd name="connsiteX3" fmla="*/ 941273 w 1759634"/>
                <a:gd name="connsiteY3" fmla="*/ 501802 h 1594765"/>
                <a:gd name="connsiteX4" fmla="*/ 1124366 w 1759634"/>
                <a:gd name="connsiteY4" fmla="*/ 191250 h 1594765"/>
                <a:gd name="connsiteX5" fmla="*/ 813814 w 1759634"/>
                <a:gd name="connsiteY5" fmla="*/ 8156 h 1594765"/>
                <a:gd name="connsiteX6" fmla="*/ 630720 w 1759634"/>
                <a:gd name="connsiteY6" fmla="*/ 318709 h 1594765"/>
                <a:gd name="connsiteX7" fmla="*/ 813814 w 1759634"/>
                <a:gd name="connsiteY7" fmla="*/ 501802 h 1594765"/>
                <a:gd name="connsiteX8" fmla="*/ 813814 w 1759634"/>
                <a:gd name="connsiteY8" fmla="*/ 942265 h 1594765"/>
                <a:gd name="connsiteX9" fmla="*/ 431438 w 1759634"/>
                <a:gd name="connsiteY9" fmla="*/ 1162496 h 1594765"/>
                <a:gd name="connsiteX10" fmla="*/ 74435 w 1759634"/>
                <a:gd name="connsiteY10" fmla="*/ 1161504 h 1594765"/>
                <a:gd name="connsiteX11" fmla="*/ 73443 w 1759634"/>
                <a:gd name="connsiteY11" fmla="*/ 1518507 h 1594765"/>
                <a:gd name="connsiteX12" fmla="*/ 430445 w 1759634"/>
                <a:gd name="connsiteY12" fmla="*/ 1519499 h 1594765"/>
                <a:gd name="connsiteX13" fmla="*/ 495580 w 1759634"/>
                <a:gd name="connsiteY13" fmla="*/ 1272612 h 1594765"/>
                <a:gd name="connsiteX14" fmla="*/ 878232 w 1759634"/>
                <a:gd name="connsiteY14" fmla="*/ 1052380 h 1594765"/>
                <a:gd name="connsiteX15" fmla="*/ 1260057 w 1759634"/>
                <a:gd name="connsiteY15" fmla="*/ 1272612 h 1594765"/>
                <a:gd name="connsiteX16" fmla="*/ 1437521 w 1759634"/>
                <a:gd name="connsiteY16" fmla="*/ 1585520 h 1594765"/>
                <a:gd name="connsiteX17" fmla="*/ 1750430 w 1759634"/>
                <a:gd name="connsiteY17" fmla="*/ 1408057 h 1594765"/>
                <a:gd name="connsiteX18" fmla="*/ 1632523 w 1759634"/>
                <a:gd name="connsiteY18" fmla="*/ 1120101 h 1594765"/>
                <a:gd name="connsiteX19" fmla="*/ 749947 w 1759634"/>
                <a:gd name="connsiteY19" fmla="*/ 253767 h 1594765"/>
                <a:gd name="connsiteX20" fmla="*/ 877406 w 1759634"/>
                <a:gd name="connsiteY20" fmla="*/ 126308 h 1594765"/>
                <a:gd name="connsiteX21" fmla="*/ 1004864 w 1759634"/>
                <a:gd name="connsiteY21" fmla="*/ 253767 h 1594765"/>
                <a:gd name="connsiteX22" fmla="*/ 877406 w 1759634"/>
                <a:gd name="connsiteY22" fmla="*/ 381226 h 1594765"/>
                <a:gd name="connsiteX23" fmla="*/ 749947 w 1759634"/>
                <a:gd name="connsiteY23" fmla="*/ 253767 h 1594765"/>
                <a:gd name="connsiteX24" fmla="*/ 372801 w 1759634"/>
                <a:gd name="connsiteY24" fmla="*/ 1375019 h 1594765"/>
                <a:gd name="connsiteX25" fmla="*/ 216921 w 1759634"/>
                <a:gd name="connsiteY25" fmla="*/ 1465533 h 1594765"/>
                <a:gd name="connsiteX26" fmla="*/ 126406 w 1759634"/>
                <a:gd name="connsiteY26" fmla="*/ 1309653 h 1594765"/>
                <a:gd name="connsiteX27" fmla="*/ 282287 w 1759634"/>
                <a:gd name="connsiteY27" fmla="*/ 1219139 h 1594765"/>
                <a:gd name="connsiteX28" fmla="*/ 359862 w 1759634"/>
                <a:gd name="connsiteY28" fmla="*/ 1278393 h 1594765"/>
                <a:gd name="connsiteX29" fmla="*/ 372801 w 1759634"/>
                <a:gd name="connsiteY29" fmla="*/ 1375019 h 1594765"/>
                <a:gd name="connsiteX30" fmla="*/ 1615456 w 1759634"/>
                <a:gd name="connsiteY30" fmla="*/ 1406953 h 1594765"/>
                <a:gd name="connsiteX31" fmla="*/ 1441160 w 1759634"/>
                <a:gd name="connsiteY31" fmla="*/ 1452916 h 1594765"/>
                <a:gd name="connsiteX32" fmla="*/ 1382010 w 1759634"/>
                <a:gd name="connsiteY32" fmla="*/ 1375019 h 1594765"/>
                <a:gd name="connsiteX33" fmla="*/ 1394674 w 1759634"/>
                <a:gd name="connsiteY33" fmla="*/ 1279494 h 1594765"/>
                <a:gd name="connsiteX34" fmla="*/ 1565722 w 1759634"/>
                <a:gd name="connsiteY34" fmla="*/ 1222624 h 1594765"/>
                <a:gd name="connsiteX35" fmla="*/ 1622591 w 1759634"/>
                <a:gd name="connsiteY35" fmla="*/ 1393672 h 1594765"/>
                <a:gd name="connsiteX36" fmla="*/ 1614905 w 1759634"/>
                <a:gd name="connsiteY36" fmla="*/ 1406953 h 1594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759634" h="1594765">
                  <a:moveTo>
                    <a:pt x="1632799" y="1120652"/>
                  </a:moveTo>
                  <a:cubicBezTo>
                    <a:pt x="1532228" y="1062655"/>
                    <a:pt x="1405184" y="1079851"/>
                    <a:pt x="1323649" y="1162496"/>
                  </a:cubicBezTo>
                  <a:lnTo>
                    <a:pt x="941273" y="942265"/>
                  </a:lnTo>
                  <a:lnTo>
                    <a:pt x="941273" y="501802"/>
                  </a:lnTo>
                  <a:cubicBezTo>
                    <a:pt x="1077589" y="466606"/>
                    <a:pt x="1159563" y="327567"/>
                    <a:pt x="1124366" y="191250"/>
                  </a:cubicBezTo>
                  <a:cubicBezTo>
                    <a:pt x="1089170" y="54933"/>
                    <a:pt x="950130" y="-27040"/>
                    <a:pt x="813814" y="8156"/>
                  </a:cubicBezTo>
                  <a:cubicBezTo>
                    <a:pt x="677497" y="43353"/>
                    <a:pt x="595524" y="182392"/>
                    <a:pt x="630720" y="318709"/>
                  </a:cubicBezTo>
                  <a:cubicBezTo>
                    <a:pt x="653905" y="408500"/>
                    <a:pt x="724022" y="478618"/>
                    <a:pt x="813814" y="501802"/>
                  </a:cubicBezTo>
                  <a:lnTo>
                    <a:pt x="813814" y="942265"/>
                  </a:lnTo>
                  <a:lnTo>
                    <a:pt x="431438" y="1162496"/>
                  </a:lnTo>
                  <a:cubicBezTo>
                    <a:pt x="333128" y="1063638"/>
                    <a:pt x="173292" y="1063194"/>
                    <a:pt x="74435" y="1161504"/>
                  </a:cubicBezTo>
                  <a:cubicBezTo>
                    <a:pt x="-24423" y="1259813"/>
                    <a:pt x="-24867" y="1419649"/>
                    <a:pt x="73443" y="1518507"/>
                  </a:cubicBezTo>
                  <a:cubicBezTo>
                    <a:pt x="171752" y="1617364"/>
                    <a:pt x="331588" y="1617808"/>
                    <a:pt x="430445" y="1519499"/>
                  </a:cubicBezTo>
                  <a:cubicBezTo>
                    <a:pt x="495244" y="1455059"/>
                    <a:pt x="520157" y="1360630"/>
                    <a:pt x="495580" y="1272612"/>
                  </a:cubicBezTo>
                  <a:lnTo>
                    <a:pt x="878232" y="1052380"/>
                  </a:lnTo>
                  <a:lnTo>
                    <a:pt x="1260057" y="1272612"/>
                  </a:lnTo>
                  <a:cubicBezTo>
                    <a:pt x="1222655" y="1408024"/>
                    <a:pt x="1302108" y="1548118"/>
                    <a:pt x="1437521" y="1585520"/>
                  </a:cubicBezTo>
                  <a:cubicBezTo>
                    <a:pt x="1572934" y="1622922"/>
                    <a:pt x="1713028" y="1543469"/>
                    <a:pt x="1750430" y="1408057"/>
                  </a:cubicBezTo>
                  <a:cubicBezTo>
                    <a:pt x="1781264" y="1296422"/>
                    <a:pt x="1732796" y="1178052"/>
                    <a:pt x="1632523" y="1120101"/>
                  </a:cubicBezTo>
                  <a:close/>
                  <a:moveTo>
                    <a:pt x="749947" y="253767"/>
                  </a:moveTo>
                  <a:cubicBezTo>
                    <a:pt x="749947" y="183373"/>
                    <a:pt x="807012" y="126308"/>
                    <a:pt x="877406" y="126308"/>
                  </a:cubicBezTo>
                  <a:cubicBezTo>
                    <a:pt x="947799" y="126308"/>
                    <a:pt x="1004864" y="183373"/>
                    <a:pt x="1004864" y="253767"/>
                  </a:cubicBezTo>
                  <a:cubicBezTo>
                    <a:pt x="1004864" y="324160"/>
                    <a:pt x="947799" y="381226"/>
                    <a:pt x="877406" y="381226"/>
                  </a:cubicBezTo>
                  <a:cubicBezTo>
                    <a:pt x="807012" y="381226"/>
                    <a:pt x="749947" y="324160"/>
                    <a:pt x="749947" y="253767"/>
                  </a:cubicBezTo>
                  <a:close/>
                  <a:moveTo>
                    <a:pt x="372801" y="1375019"/>
                  </a:moveTo>
                  <a:cubicBezTo>
                    <a:pt x="354751" y="1443059"/>
                    <a:pt x="284961" y="1483584"/>
                    <a:pt x="216921" y="1465533"/>
                  </a:cubicBezTo>
                  <a:cubicBezTo>
                    <a:pt x="148881" y="1447483"/>
                    <a:pt x="108356" y="1377693"/>
                    <a:pt x="126406" y="1309653"/>
                  </a:cubicBezTo>
                  <a:cubicBezTo>
                    <a:pt x="144457" y="1241613"/>
                    <a:pt x="214247" y="1201089"/>
                    <a:pt x="282287" y="1219139"/>
                  </a:cubicBezTo>
                  <a:cubicBezTo>
                    <a:pt x="314984" y="1227813"/>
                    <a:pt x="342891" y="1249130"/>
                    <a:pt x="359862" y="1278393"/>
                  </a:cubicBezTo>
                  <a:cubicBezTo>
                    <a:pt x="377047" y="1307533"/>
                    <a:pt x="381714" y="1342385"/>
                    <a:pt x="372801" y="1375019"/>
                  </a:cubicBezTo>
                  <a:close/>
                  <a:moveTo>
                    <a:pt x="1615456" y="1406953"/>
                  </a:moveTo>
                  <a:cubicBezTo>
                    <a:pt x="1580018" y="1467775"/>
                    <a:pt x="1501983" y="1488354"/>
                    <a:pt x="1441160" y="1452916"/>
                  </a:cubicBezTo>
                  <a:cubicBezTo>
                    <a:pt x="1411869" y="1435849"/>
                    <a:pt x="1390583" y="1407817"/>
                    <a:pt x="1382010" y="1375019"/>
                  </a:cubicBezTo>
                  <a:cubicBezTo>
                    <a:pt x="1373262" y="1342767"/>
                    <a:pt x="1377824" y="1308353"/>
                    <a:pt x="1394674" y="1279494"/>
                  </a:cubicBezTo>
                  <a:cubicBezTo>
                    <a:pt x="1426203" y="1216556"/>
                    <a:pt x="1502784" y="1191095"/>
                    <a:pt x="1565722" y="1222624"/>
                  </a:cubicBezTo>
                  <a:cubicBezTo>
                    <a:pt x="1628659" y="1254153"/>
                    <a:pt x="1654121" y="1330734"/>
                    <a:pt x="1622591" y="1393672"/>
                  </a:cubicBezTo>
                  <a:cubicBezTo>
                    <a:pt x="1620298" y="1398249"/>
                    <a:pt x="1617732" y="1402684"/>
                    <a:pt x="1614905" y="1406953"/>
                  </a:cubicBezTo>
                  <a:close/>
                </a:path>
              </a:pathLst>
            </a:custGeom>
            <a:grpFill/>
            <a:ln w="1860" cap="flat">
              <a:noFill/>
              <a:prstDash val="solid"/>
              <a:miter/>
            </a:ln>
          </p:spPr>
          <p:txBody>
            <a:bodyPr rtlCol="0" anchor="ctr"/>
            <a:lstStyle/>
            <a:p>
              <a:endParaRPr lang="zh-CN" altLang="en-US"/>
            </a:p>
          </p:txBody>
        </p:sp>
      </p:grpSp>
      <p:sp>
        <p:nvSpPr>
          <p:cNvPr id="105" name="图形 260">
            <a:extLst>
              <a:ext uri="{FF2B5EF4-FFF2-40B4-BE49-F238E27FC236}">
                <a16:creationId xmlns:a16="http://schemas.microsoft.com/office/drawing/2014/main" id="{E2E98F9D-94D3-7592-B165-8A35265971FE}"/>
              </a:ext>
            </a:extLst>
          </p:cNvPr>
          <p:cNvSpPr/>
          <p:nvPr/>
        </p:nvSpPr>
        <p:spPr>
          <a:xfrm>
            <a:off x="10595051" y="2895700"/>
            <a:ext cx="427224" cy="401616"/>
          </a:xfrm>
          <a:custGeom>
            <a:avLst/>
            <a:gdLst>
              <a:gd name="connsiteX0" fmla="*/ 317577 w 319207"/>
              <a:gd name="connsiteY0" fmla="*/ 164091 h 300074"/>
              <a:gd name="connsiteX1" fmla="*/ 293035 w 319207"/>
              <a:gd name="connsiteY1" fmla="*/ 140934 h 300074"/>
              <a:gd name="connsiteX2" fmla="*/ 293035 w 319207"/>
              <a:gd name="connsiteY2" fmla="*/ 95042 h 300074"/>
              <a:gd name="connsiteX3" fmla="*/ 289765 w 319207"/>
              <a:gd name="connsiteY3" fmla="*/ 88772 h 300074"/>
              <a:gd name="connsiteX4" fmla="*/ 247758 w 319207"/>
              <a:gd name="connsiteY4" fmla="*/ 59152 h 300074"/>
              <a:gd name="connsiteX5" fmla="*/ 237026 w 319207"/>
              <a:gd name="connsiteY5" fmla="*/ 60998 h 300074"/>
              <a:gd name="connsiteX6" fmla="*/ 236757 w 319207"/>
              <a:gd name="connsiteY6" fmla="*/ 61383 h 300074"/>
              <a:gd name="connsiteX7" fmla="*/ 210368 w 319207"/>
              <a:gd name="connsiteY7" fmla="*/ 80386 h 300074"/>
              <a:gd name="connsiteX8" fmla="*/ 210368 w 319207"/>
              <a:gd name="connsiteY8" fmla="*/ 37302 h 300074"/>
              <a:gd name="connsiteX9" fmla="*/ 207098 w 319207"/>
              <a:gd name="connsiteY9" fmla="*/ 31032 h 300074"/>
              <a:gd name="connsiteX10" fmla="*/ 165091 w 319207"/>
              <a:gd name="connsiteY10" fmla="*/ 1412 h 300074"/>
              <a:gd name="connsiteX11" fmla="*/ 154359 w 319207"/>
              <a:gd name="connsiteY11" fmla="*/ 3258 h 300074"/>
              <a:gd name="connsiteX12" fmla="*/ 154090 w 319207"/>
              <a:gd name="connsiteY12" fmla="*/ 3643 h 300074"/>
              <a:gd name="connsiteX13" fmla="*/ 115968 w 319207"/>
              <a:gd name="connsiteY13" fmla="*/ 31032 h 300074"/>
              <a:gd name="connsiteX14" fmla="*/ 112776 w 319207"/>
              <a:gd name="connsiteY14" fmla="*/ 37264 h 300074"/>
              <a:gd name="connsiteX15" fmla="*/ 112776 w 319207"/>
              <a:gd name="connsiteY15" fmla="*/ 115007 h 300074"/>
              <a:gd name="connsiteX16" fmla="*/ 83732 w 319207"/>
              <a:gd name="connsiteY16" fmla="*/ 94542 h 300074"/>
              <a:gd name="connsiteX17" fmla="*/ 73000 w 319207"/>
              <a:gd name="connsiteY17" fmla="*/ 96388 h 300074"/>
              <a:gd name="connsiteX18" fmla="*/ 72731 w 319207"/>
              <a:gd name="connsiteY18" fmla="*/ 96773 h 300074"/>
              <a:gd name="connsiteX19" fmla="*/ 34609 w 319207"/>
              <a:gd name="connsiteY19" fmla="*/ 124162 h 300074"/>
              <a:gd name="connsiteX20" fmla="*/ 31417 w 319207"/>
              <a:gd name="connsiteY20" fmla="*/ 130394 h 300074"/>
              <a:gd name="connsiteX21" fmla="*/ 31417 w 319207"/>
              <a:gd name="connsiteY21" fmla="*/ 210560 h 300074"/>
              <a:gd name="connsiteX22" fmla="*/ 26877 w 319207"/>
              <a:gd name="connsiteY22" fmla="*/ 212561 h 300074"/>
              <a:gd name="connsiteX23" fmla="*/ 4797 w 319207"/>
              <a:gd name="connsiteY23" fmla="*/ 240257 h 300074"/>
              <a:gd name="connsiteX24" fmla="*/ 1604 w 319207"/>
              <a:gd name="connsiteY24" fmla="*/ 269069 h 300074"/>
              <a:gd name="connsiteX25" fmla="*/ 25069 w 319207"/>
              <a:gd name="connsiteY25" fmla="*/ 291919 h 300074"/>
              <a:gd name="connsiteX26" fmla="*/ 66114 w 319207"/>
              <a:gd name="connsiteY26" fmla="*/ 299920 h 300074"/>
              <a:gd name="connsiteX27" fmla="*/ 74423 w 319207"/>
              <a:gd name="connsiteY27" fmla="*/ 300074 h 300074"/>
              <a:gd name="connsiteX28" fmla="*/ 180940 w 319207"/>
              <a:gd name="connsiteY28" fmla="*/ 280764 h 300074"/>
              <a:gd name="connsiteX29" fmla="*/ 284341 w 319207"/>
              <a:gd name="connsiteY29" fmla="*/ 227332 h 300074"/>
              <a:gd name="connsiteX30" fmla="*/ 312422 w 319207"/>
              <a:gd name="connsiteY30" fmla="*/ 196366 h 300074"/>
              <a:gd name="connsiteX31" fmla="*/ 317577 w 319207"/>
              <a:gd name="connsiteY31" fmla="*/ 164091 h 300074"/>
              <a:gd name="connsiteX32" fmla="*/ 249566 w 319207"/>
              <a:gd name="connsiteY32" fmla="*/ 79193 h 300074"/>
              <a:gd name="connsiteX33" fmla="*/ 277686 w 319207"/>
              <a:gd name="connsiteY33" fmla="*/ 99004 h 300074"/>
              <a:gd name="connsiteX34" fmla="*/ 277686 w 319207"/>
              <a:gd name="connsiteY34" fmla="*/ 178017 h 300074"/>
              <a:gd name="connsiteX35" fmla="*/ 249566 w 319207"/>
              <a:gd name="connsiteY35" fmla="*/ 194135 h 300074"/>
              <a:gd name="connsiteX36" fmla="*/ 249566 w 319207"/>
              <a:gd name="connsiteY36" fmla="*/ 79193 h 300074"/>
              <a:gd name="connsiteX37" fmla="*/ 166899 w 319207"/>
              <a:gd name="connsiteY37" fmla="*/ 21454 h 300074"/>
              <a:gd name="connsiteX38" fmla="*/ 195019 w 319207"/>
              <a:gd name="connsiteY38" fmla="*/ 41264 h 300074"/>
              <a:gd name="connsiteX39" fmla="*/ 195019 w 319207"/>
              <a:gd name="connsiteY39" fmla="*/ 225909 h 300074"/>
              <a:gd name="connsiteX40" fmla="*/ 166899 w 319207"/>
              <a:gd name="connsiteY40" fmla="*/ 237795 h 300074"/>
              <a:gd name="connsiteX41" fmla="*/ 166899 w 319207"/>
              <a:gd name="connsiteY41" fmla="*/ 21454 h 300074"/>
              <a:gd name="connsiteX42" fmla="*/ 85540 w 319207"/>
              <a:gd name="connsiteY42" fmla="*/ 114622 h 300074"/>
              <a:gd name="connsiteX43" fmla="*/ 112852 w 319207"/>
              <a:gd name="connsiteY43" fmla="*/ 133856 h 300074"/>
              <a:gd name="connsiteX44" fmla="*/ 113660 w 319207"/>
              <a:gd name="connsiteY44" fmla="*/ 249066 h 300074"/>
              <a:gd name="connsiteX45" fmla="*/ 85540 w 319207"/>
              <a:gd name="connsiteY45" fmla="*/ 252298 h 300074"/>
              <a:gd name="connsiteX46" fmla="*/ 85540 w 319207"/>
              <a:gd name="connsiteY46" fmla="*/ 114622 h 300074"/>
              <a:gd name="connsiteX47" fmla="*/ 299151 w 319207"/>
              <a:gd name="connsiteY47" fmla="*/ 188788 h 300074"/>
              <a:gd name="connsiteX48" fmla="*/ 274724 w 319207"/>
              <a:gd name="connsiteY48" fmla="*/ 215484 h 300074"/>
              <a:gd name="connsiteX49" fmla="*/ 176170 w 319207"/>
              <a:gd name="connsiteY49" fmla="*/ 266261 h 300074"/>
              <a:gd name="connsiteX50" fmla="*/ 74577 w 319207"/>
              <a:gd name="connsiteY50" fmla="*/ 284764 h 300074"/>
              <a:gd name="connsiteX51" fmla="*/ 66845 w 319207"/>
              <a:gd name="connsiteY51" fmla="*/ 284610 h 300074"/>
              <a:gd name="connsiteX52" fmla="*/ 31301 w 319207"/>
              <a:gd name="connsiteY52" fmla="*/ 277879 h 300074"/>
              <a:gd name="connsiteX53" fmla="*/ 16337 w 319207"/>
              <a:gd name="connsiteY53" fmla="*/ 264299 h 300074"/>
              <a:gd name="connsiteX54" fmla="*/ 31532 w 319207"/>
              <a:gd name="connsiteY54" fmla="*/ 229756 h 300074"/>
              <a:gd name="connsiteX55" fmla="*/ 31532 w 319207"/>
              <a:gd name="connsiteY55" fmla="*/ 251336 h 300074"/>
              <a:gd name="connsiteX56" fmla="*/ 39225 w 319207"/>
              <a:gd name="connsiteY56" fmla="*/ 259029 h 300074"/>
              <a:gd name="connsiteX57" fmla="*/ 46919 w 319207"/>
              <a:gd name="connsiteY57" fmla="*/ 251336 h 300074"/>
              <a:gd name="connsiteX58" fmla="*/ 46919 w 319207"/>
              <a:gd name="connsiteY58" fmla="*/ 134394 h 300074"/>
              <a:gd name="connsiteX59" fmla="*/ 70192 w 319207"/>
              <a:gd name="connsiteY59" fmla="*/ 117661 h 300074"/>
              <a:gd name="connsiteX60" fmla="*/ 70192 w 319207"/>
              <a:gd name="connsiteY60" fmla="*/ 260953 h 300074"/>
              <a:gd name="connsiteX61" fmla="*/ 72769 w 319207"/>
              <a:gd name="connsiteY61" fmla="*/ 266684 h 300074"/>
              <a:gd name="connsiteX62" fmla="*/ 77885 w 319207"/>
              <a:gd name="connsiteY62" fmla="*/ 268646 h 300074"/>
              <a:gd name="connsiteX63" fmla="*/ 78770 w 319207"/>
              <a:gd name="connsiteY63" fmla="*/ 268608 h 300074"/>
              <a:gd name="connsiteX64" fmla="*/ 122277 w 319207"/>
              <a:gd name="connsiteY64" fmla="*/ 263607 h 300074"/>
              <a:gd name="connsiteX65" fmla="*/ 129086 w 319207"/>
              <a:gd name="connsiteY65" fmla="*/ 255952 h 300074"/>
              <a:gd name="connsiteX66" fmla="*/ 128278 w 319207"/>
              <a:gd name="connsiteY66" fmla="*/ 41226 h 300074"/>
              <a:gd name="connsiteX67" fmla="*/ 151551 w 319207"/>
              <a:gd name="connsiteY67" fmla="*/ 24493 h 300074"/>
              <a:gd name="connsiteX68" fmla="*/ 151551 w 319207"/>
              <a:gd name="connsiteY68" fmla="*/ 249413 h 300074"/>
              <a:gd name="connsiteX69" fmla="*/ 154974 w 319207"/>
              <a:gd name="connsiteY69" fmla="*/ 255837 h 300074"/>
              <a:gd name="connsiteX70" fmla="*/ 159244 w 319207"/>
              <a:gd name="connsiteY70" fmla="*/ 257106 h 300074"/>
              <a:gd name="connsiteX71" fmla="*/ 162245 w 319207"/>
              <a:gd name="connsiteY71" fmla="*/ 256491 h 300074"/>
              <a:gd name="connsiteX72" fmla="*/ 205752 w 319207"/>
              <a:gd name="connsiteY72" fmla="*/ 238103 h 300074"/>
              <a:gd name="connsiteX73" fmla="*/ 210445 w 319207"/>
              <a:gd name="connsiteY73" fmla="*/ 231025 h 300074"/>
              <a:gd name="connsiteX74" fmla="*/ 210445 w 319207"/>
              <a:gd name="connsiteY74" fmla="*/ 218562 h 300074"/>
              <a:gd name="connsiteX75" fmla="*/ 210945 w 319207"/>
              <a:gd name="connsiteY75" fmla="*/ 215830 h 300074"/>
              <a:gd name="connsiteX76" fmla="*/ 210945 w 319207"/>
              <a:gd name="connsiteY76" fmla="*/ 98966 h 300074"/>
              <a:gd name="connsiteX77" fmla="*/ 234218 w 319207"/>
              <a:gd name="connsiteY77" fmla="*/ 82232 h 300074"/>
              <a:gd name="connsiteX78" fmla="*/ 234218 w 319207"/>
              <a:gd name="connsiteY78" fmla="*/ 207406 h 300074"/>
              <a:gd name="connsiteX79" fmla="*/ 238064 w 319207"/>
              <a:gd name="connsiteY79" fmla="*/ 214061 h 300074"/>
              <a:gd name="connsiteX80" fmla="*/ 245758 w 319207"/>
              <a:gd name="connsiteY80" fmla="*/ 214061 h 300074"/>
              <a:gd name="connsiteX81" fmla="*/ 289265 w 319207"/>
              <a:gd name="connsiteY81" fmla="*/ 189134 h 300074"/>
              <a:gd name="connsiteX82" fmla="*/ 293150 w 319207"/>
              <a:gd name="connsiteY82" fmla="*/ 182440 h 300074"/>
              <a:gd name="connsiteX83" fmla="*/ 293150 w 319207"/>
              <a:gd name="connsiteY83" fmla="*/ 157744 h 300074"/>
              <a:gd name="connsiteX84" fmla="*/ 303113 w 319207"/>
              <a:gd name="connsiteY84" fmla="*/ 168900 h 300074"/>
              <a:gd name="connsiteX85" fmla="*/ 299151 w 319207"/>
              <a:gd name="connsiteY85" fmla="*/ 188788 h 300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319207" h="300074">
                <a:moveTo>
                  <a:pt x="317577" y="164091"/>
                </a:moveTo>
                <a:cubicBezTo>
                  <a:pt x="314038" y="153436"/>
                  <a:pt x="306152" y="145973"/>
                  <a:pt x="293035" y="140934"/>
                </a:cubicBezTo>
                <a:lnTo>
                  <a:pt x="293035" y="95042"/>
                </a:lnTo>
                <a:cubicBezTo>
                  <a:pt x="293035" y="92542"/>
                  <a:pt x="291804" y="90195"/>
                  <a:pt x="289765" y="88772"/>
                </a:cubicBezTo>
                <a:lnTo>
                  <a:pt x="247758" y="59152"/>
                </a:lnTo>
                <a:cubicBezTo>
                  <a:pt x="244296" y="56690"/>
                  <a:pt x="239488" y="57536"/>
                  <a:pt x="237026" y="60998"/>
                </a:cubicBezTo>
                <a:cubicBezTo>
                  <a:pt x="236949" y="61114"/>
                  <a:pt x="236833" y="61268"/>
                  <a:pt x="236757" y="61383"/>
                </a:cubicBezTo>
                <a:lnTo>
                  <a:pt x="210368" y="80386"/>
                </a:lnTo>
                <a:lnTo>
                  <a:pt x="210368" y="37302"/>
                </a:lnTo>
                <a:cubicBezTo>
                  <a:pt x="210368" y="34802"/>
                  <a:pt x="209137" y="32455"/>
                  <a:pt x="207098" y="31032"/>
                </a:cubicBezTo>
                <a:lnTo>
                  <a:pt x="165091" y="1412"/>
                </a:lnTo>
                <a:cubicBezTo>
                  <a:pt x="161629" y="-1050"/>
                  <a:pt x="156821" y="-204"/>
                  <a:pt x="154359" y="3258"/>
                </a:cubicBezTo>
                <a:cubicBezTo>
                  <a:pt x="154282" y="3374"/>
                  <a:pt x="154167" y="3528"/>
                  <a:pt x="154090" y="3643"/>
                </a:cubicBezTo>
                <a:lnTo>
                  <a:pt x="115968" y="31032"/>
                </a:lnTo>
                <a:cubicBezTo>
                  <a:pt x="113968" y="32494"/>
                  <a:pt x="112776" y="34802"/>
                  <a:pt x="112776" y="37264"/>
                </a:cubicBezTo>
                <a:lnTo>
                  <a:pt x="112776" y="115007"/>
                </a:lnTo>
                <a:lnTo>
                  <a:pt x="83732" y="94542"/>
                </a:lnTo>
                <a:cubicBezTo>
                  <a:pt x="80270" y="92080"/>
                  <a:pt x="75462" y="92926"/>
                  <a:pt x="73000" y="96388"/>
                </a:cubicBezTo>
                <a:cubicBezTo>
                  <a:pt x="72923" y="96504"/>
                  <a:pt x="72808" y="96658"/>
                  <a:pt x="72731" y="96773"/>
                </a:cubicBezTo>
                <a:lnTo>
                  <a:pt x="34609" y="124162"/>
                </a:lnTo>
                <a:cubicBezTo>
                  <a:pt x="32609" y="125624"/>
                  <a:pt x="31417" y="127932"/>
                  <a:pt x="31417" y="130394"/>
                </a:cubicBezTo>
                <a:lnTo>
                  <a:pt x="31417" y="210560"/>
                </a:lnTo>
                <a:cubicBezTo>
                  <a:pt x="29801" y="210714"/>
                  <a:pt x="28185" y="211368"/>
                  <a:pt x="26877" y="212561"/>
                </a:cubicBezTo>
                <a:cubicBezTo>
                  <a:pt x="16645" y="221947"/>
                  <a:pt x="9221" y="231294"/>
                  <a:pt x="4797" y="240257"/>
                </a:cubicBezTo>
                <a:cubicBezTo>
                  <a:pt x="-242" y="250567"/>
                  <a:pt x="-1319" y="260222"/>
                  <a:pt x="1604" y="269069"/>
                </a:cubicBezTo>
                <a:cubicBezTo>
                  <a:pt x="4874" y="278917"/>
                  <a:pt x="12760" y="286611"/>
                  <a:pt x="25069" y="291919"/>
                </a:cubicBezTo>
                <a:cubicBezTo>
                  <a:pt x="35802" y="296535"/>
                  <a:pt x="49612" y="299228"/>
                  <a:pt x="66114" y="299920"/>
                </a:cubicBezTo>
                <a:cubicBezTo>
                  <a:pt x="68846" y="300036"/>
                  <a:pt x="71615" y="300074"/>
                  <a:pt x="74423" y="300074"/>
                </a:cubicBezTo>
                <a:cubicBezTo>
                  <a:pt x="105774" y="300074"/>
                  <a:pt x="143203" y="293304"/>
                  <a:pt x="180940" y="280764"/>
                </a:cubicBezTo>
                <a:cubicBezTo>
                  <a:pt x="222023" y="267108"/>
                  <a:pt x="258760" y="248105"/>
                  <a:pt x="284341" y="227332"/>
                </a:cubicBezTo>
                <a:cubicBezTo>
                  <a:pt x="297189" y="216907"/>
                  <a:pt x="306614" y="206483"/>
                  <a:pt x="312422" y="196366"/>
                </a:cubicBezTo>
                <a:cubicBezTo>
                  <a:pt x="319154" y="184825"/>
                  <a:pt x="320885" y="173939"/>
                  <a:pt x="317577" y="164091"/>
                </a:cubicBezTo>
                <a:close/>
                <a:moveTo>
                  <a:pt x="249566" y="79193"/>
                </a:moveTo>
                <a:lnTo>
                  <a:pt x="277686" y="99004"/>
                </a:lnTo>
                <a:lnTo>
                  <a:pt x="277686" y="178017"/>
                </a:lnTo>
                <a:lnTo>
                  <a:pt x="249566" y="194135"/>
                </a:lnTo>
                <a:lnTo>
                  <a:pt x="249566" y="79193"/>
                </a:lnTo>
                <a:close/>
                <a:moveTo>
                  <a:pt x="166899" y="21454"/>
                </a:moveTo>
                <a:lnTo>
                  <a:pt x="195019" y="41264"/>
                </a:lnTo>
                <a:lnTo>
                  <a:pt x="195019" y="225909"/>
                </a:lnTo>
                <a:lnTo>
                  <a:pt x="166899" y="237795"/>
                </a:lnTo>
                <a:lnTo>
                  <a:pt x="166899" y="21454"/>
                </a:lnTo>
                <a:close/>
                <a:moveTo>
                  <a:pt x="85540" y="114622"/>
                </a:moveTo>
                <a:lnTo>
                  <a:pt x="112852" y="133856"/>
                </a:lnTo>
                <a:lnTo>
                  <a:pt x="113660" y="249066"/>
                </a:lnTo>
                <a:lnTo>
                  <a:pt x="85540" y="252298"/>
                </a:lnTo>
                <a:lnTo>
                  <a:pt x="85540" y="114622"/>
                </a:lnTo>
                <a:close/>
                <a:moveTo>
                  <a:pt x="299151" y="188788"/>
                </a:moveTo>
                <a:cubicBezTo>
                  <a:pt x="294342" y="197135"/>
                  <a:pt x="285918" y="206367"/>
                  <a:pt x="274724" y="215484"/>
                </a:cubicBezTo>
                <a:cubicBezTo>
                  <a:pt x="250566" y="235141"/>
                  <a:pt x="215561" y="253144"/>
                  <a:pt x="176170" y="266261"/>
                </a:cubicBezTo>
                <a:cubicBezTo>
                  <a:pt x="140011" y="278302"/>
                  <a:pt x="104274" y="284764"/>
                  <a:pt x="74577" y="284764"/>
                </a:cubicBezTo>
                <a:cubicBezTo>
                  <a:pt x="71961" y="284764"/>
                  <a:pt x="69346" y="284726"/>
                  <a:pt x="66845" y="284610"/>
                </a:cubicBezTo>
                <a:cubicBezTo>
                  <a:pt x="52420" y="284033"/>
                  <a:pt x="40110" y="281687"/>
                  <a:pt x="31301" y="277879"/>
                </a:cubicBezTo>
                <a:cubicBezTo>
                  <a:pt x="23223" y="274378"/>
                  <a:pt x="18184" y="269800"/>
                  <a:pt x="16337" y="264299"/>
                </a:cubicBezTo>
                <a:cubicBezTo>
                  <a:pt x="13375" y="255375"/>
                  <a:pt x="18876" y="243027"/>
                  <a:pt x="31532" y="229756"/>
                </a:cubicBezTo>
                <a:lnTo>
                  <a:pt x="31532" y="251336"/>
                </a:lnTo>
                <a:cubicBezTo>
                  <a:pt x="31532" y="255567"/>
                  <a:pt x="34994" y="259029"/>
                  <a:pt x="39225" y="259029"/>
                </a:cubicBezTo>
                <a:cubicBezTo>
                  <a:pt x="43457" y="259029"/>
                  <a:pt x="46919" y="255567"/>
                  <a:pt x="46919" y="251336"/>
                </a:cubicBezTo>
                <a:lnTo>
                  <a:pt x="46919" y="134394"/>
                </a:lnTo>
                <a:lnTo>
                  <a:pt x="70192" y="117661"/>
                </a:lnTo>
                <a:lnTo>
                  <a:pt x="70192" y="260953"/>
                </a:lnTo>
                <a:cubicBezTo>
                  <a:pt x="70192" y="263145"/>
                  <a:pt x="71115" y="265223"/>
                  <a:pt x="72769" y="266684"/>
                </a:cubicBezTo>
                <a:cubicBezTo>
                  <a:pt x="74193" y="267954"/>
                  <a:pt x="76001" y="268646"/>
                  <a:pt x="77885" y="268646"/>
                </a:cubicBezTo>
                <a:cubicBezTo>
                  <a:pt x="78193" y="268646"/>
                  <a:pt x="78462" y="268646"/>
                  <a:pt x="78770" y="268608"/>
                </a:cubicBezTo>
                <a:lnTo>
                  <a:pt x="122277" y="263607"/>
                </a:lnTo>
                <a:cubicBezTo>
                  <a:pt x="126162" y="263145"/>
                  <a:pt x="129086" y="259876"/>
                  <a:pt x="129086" y="255952"/>
                </a:cubicBezTo>
                <a:lnTo>
                  <a:pt x="128278" y="41226"/>
                </a:lnTo>
                <a:lnTo>
                  <a:pt x="151551" y="24493"/>
                </a:lnTo>
                <a:lnTo>
                  <a:pt x="151551" y="249413"/>
                </a:lnTo>
                <a:cubicBezTo>
                  <a:pt x="151551" y="251990"/>
                  <a:pt x="152859" y="254413"/>
                  <a:pt x="154974" y="255837"/>
                </a:cubicBezTo>
                <a:cubicBezTo>
                  <a:pt x="156244" y="256683"/>
                  <a:pt x="157744" y="257106"/>
                  <a:pt x="159244" y="257106"/>
                </a:cubicBezTo>
                <a:cubicBezTo>
                  <a:pt x="160245" y="257106"/>
                  <a:pt x="161283" y="256914"/>
                  <a:pt x="162245" y="256491"/>
                </a:cubicBezTo>
                <a:lnTo>
                  <a:pt x="205752" y="238103"/>
                </a:lnTo>
                <a:cubicBezTo>
                  <a:pt x="208598" y="236911"/>
                  <a:pt x="210445" y="234102"/>
                  <a:pt x="210445" y="231025"/>
                </a:cubicBezTo>
                <a:lnTo>
                  <a:pt x="210445" y="218562"/>
                </a:lnTo>
                <a:cubicBezTo>
                  <a:pt x="210752" y="217715"/>
                  <a:pt x="210945" y="216792"/>
                  <a:pt x="210945" y="215830"/>
                </a:cubicBezTo>
                <a:lnTo>
                  <a:pt x="210945" y="98966"/>
                </a:lnTo>
                <a:lnTo>
                  <a:pt x="234218" y="82232"/>
                </a:lnTo>
                <a:lnTo>
                  <a:pt x="234218" y="207406"/>
                </a:lnTo>
                <a:cubicBezTo>
                  <a:pt x="234218" y="210137"/>
                  <a:pt x="235679" y="212676"/>
                  <a:pt x="238064" y="214061"/>
                </a:cubicBezTo>
                <a:cubicBezTo>
                  <a:pt x="240449" y="215446"/>
                  <a:pt x="243373" y="215446"/>
                  <a:pt x="245758" y="214061"/>
                </a:cubicBezTo>
                <a:lnTo>
                  <a:pt x="289265" y="189134"/>
                </a:lnTo>
                <a:cubicBezTo>
                  <a:pt x="291650" y="187749"/>
                  <a:pt x="293150" y="185210"/>
                  <a:pt x="293150" y="182440"/>
                </a:cubicBezTo>
                <a:lnTo>
                  <a:pt x="293150" y="157744"/>
                </a:lnTo>
                <a:cubicBezTo>
                  <a:pt x="299689" y="161322"/>
                  <a:pt x="301882" y="165284"/>
                  <a:pt x="303113" y="168900"/>
                </a:cubicBezTo>
                <a:cubicBezTo>
                  <a:pt x="304844" y="174439"/>
                  <a:pt x="303536" y="181133"/>
                  <a:pt x="299151" y="188788"/>
                </a:cubicBezTo>
                <a:close/>
              </a:path>
            </a:pathLst>
          </a:custGeom>
          <a:solidFill>
            <a:schemeClr val="tx2"/>
          </a:solidFill>
          <a:ln w="381" cap="flat">
            <a:noFill/>
            <a:prstDash val="solid"/>
            <a:miter/>
          </a:ln>
        </p:spPr>
        <p:txBody>
          <a:bodyPr rtlCol="0" anchor="ctr"/>
          <a:lstStyle/>
          <a:p>
            <a:endParaRPr lang="zh-CN" altLang="en-US"/>
          </a:p>
        </p:txBody>
      </p:sp>
      <p:sp>
        <p:nvSpPr>
          <p:cNvPr id="106" name="矩形: 圆角 105">
            <a:extLst>
              <a:ext uri="{FF2B5EF4-FFF2-40B4-BE49-F238E27FC236}">
                <a16:creationId xmlns:a16="http://schemas.microsoft.com/office/drawing/2014/main" id="{D72A0CA8-35D5-C2D1-773A-EDAAEA6948CE}"/>
              </a:ext>
            </a:extLst>
          </p:cNvPr>
          <p:cNvSpPr/>
          <p:nvPr/>
        </p:nvSpPr>
        <p:spPr>
          <a:xfrm>
            <a:off x="9005558" y="2511268"/>
            <a:ext cx="116417" cy="1139752"/>
          </a:xfrm>
          <a:prstGeom prst="roundRect">
            <a:avLst>
              <a:gd name="adj" fmla="val 50000"/>
            </a:avLst>
          </a:prstGeom>
          <a:gradFill flip="none" rotWithShape="1">
            <a:gsLst>
              <a:gs pos="0">
                <a:schemeClr val="accent2">
                  <a:alpha val="27000"/>
                </a:schemeClr>
              </a:gs>
              <a:gs pos="100000">
                <a:schemeClr val="accent2">
                  <a:alpha val="0"/>
                </a:schemeClr>
              </a:gs>
            </a:gsLst>
            <a:lin ang="5400000" scaled="0"/>
            <a:tileRect/>
          </a:gradFill>
          <a:ln>
            <a:noFill/>
          </a:ln>
          <a:effectLst>
            <a:softEdge rad="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圆角 106">
            <a:extLst>
              <a:ext uri="{FF2B5EF4-FFF2-40B4-BE49-F238E27FC236}">
                <a16:creationId xmlns:a16="http://schemas.microsoft.com/office/drawing/2014/main" id="{13F6CC91-16DD-D36E-9D33-7EDA469C9A90}"/>
              </a:ext>
            </a:extLst>
          </p:cNvPr>
          <p:cNvSpPr/>
          <p:nvPr/>
        </p:nvSpPr>
        <p:spPr>
          <a:xfrm>
            <a:off x="9325846" y="3058219"/>
            <a:ext cx="99465" cy="813658"/>
          </a:xfrm>
          <a:prstGeom prst="roundRect">
            <a:avLst>
              <a:gd name="adj" fmla="val 50000"/>
            </a:avLst>
          </a:prstGeom>
          <a:gradFill flip="none" rotWithShape="1">
            <a:gsLst>
              <a:gs pos="0">
                <a:schemeClr val="accent1">
                  <a:alpha val="23000"/>
                </a:schemeClr>
              </a:gs>
              <a:gs pos="100000">
                <a:schemeClr val="accent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圆角 107">
            <a:extLst>
              <a:ext uri="{FF2B5EF4-FFF2-40B4-BE49-F238E27FC236}">
                <a16:creationId xmlns:a16="http://schemas.microsoft.com/office/drawing/2014/main" id="{0ED2272A-24EA-8E7E-4BB6-05BB99F02271}"/>
              </a:ext>
            </a:extLst>
          </p:cNvPr>
          <p:cNvSpPr/>
          <p:nvPr/>
        </p:nvSpPr>
        <p:spPr>
          <a:xfrm>
            <a:off x="3035687" y="2775868"/>
            <a:ext cx="45719" cy="792000"/>
          </a:xfrm>
          <a:prstGeom prst="roundRect">
            <a:avLst>
              <a:gd name="adj" fmla="val 50000"/>
            </a:avLst>
          </a:prstGeom>
          <a:gradFill flip="none" rotWithShape="1">
            <a:gsLst>
              <a:gs pos="0">
                <a:schemeClr val="accent2">
                  <a:alpha val="27000"/>
                </a:schemeClr>
              </a:gs>
              <a:gs pos="100000">
                <a:schemeClr val="accent2">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9" name="直接连接符 108">
            <a:extLst>
              <a:ext uri="{FF2B5EF4-FFF2-40B4-BE49-F238E27FC236}">
                <a16:creationId xmlns:a16="http://schemas.microsoft.com/office/drawing/2014/main" id="{3E575C12-B770-E925-8A4E-5592E426491C}"/>
              </a:ext>
            </a:extLst>
          </p:cNvPr>
          <p:cNvCxnSpPr>
            <a:cxnSpLocks/>
          </p:cNvCxnSpPr>
          <p:nvPr/>
        </p:nvCxnSpPr>
        <p:spPr>
          <a:xfrm>
            <a:off x="3298332" y="3048717"/>
            <a:ext cx="0" cy="826971"/>
          </a:xfrm>
          <a:prstGeom prst="line">
            <a:avLst/>
          </a:prstGeom>
          <a:ln cap="rnd">
            <a:gradFill>
              <a:gsLst>
                <a:gs pos="0">
                  <a:schemeClr val="accent2">
                    <a:lumMod val="60000"/>
                    <a:lumOff val="40000"/>
                  </a:schemeClr>
                </a:gs>
                <a:gs pos="100000">
                  <a:schemeClr val="accent2">
                    <a:lumMod val="60000"/>
                    <a:lumOff val="40000"/>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195F34B4-DC59-583D-6648-30BD2AEE7632}"/>
              </a:ext>
            </a:extLst>
          </p:cNvPr>
          <p:cNvSpPr txBox="1"/>
          <p:nvPr/>
        </p:nvSpPr>
        <p:spPr>
          <a:xfrm>
            <a:off x="2840679" y="3991400"/>
            <a:ext cx="800219" cy="276999"/>
          </a:xfrm>
          <a:prstGeom prst="rect">
            <a:avLst/>
          </a:prstGeom>
          <a:solidFill>
            <a:schemeClr val="tx2">
              <a:alpha val="20000"/>
            </a:schemeClr>
          </a:solidFill>
        </p:spPr>
        <p:txBody>
          <a:bodyPr wrap="none" rtlCol="0">
            <a:spAutoFit/>
          </a:bodyPr>
          <a:lstStyle/>
          <a:p>
            <a:pPr algn="ctr"/>
            <a:r>
              <a:rPr lang="zh-CN" altLang="en-US" sz="1200" dirty="0">
                <a:solidFill>
                  <a:schemeClr val="bg1"/>
                </a:solidFill>
              </a:rPr>
              <a:t>采集平台</a:t>
            </a:r>
          </a:p>
        </p:txBody>
      </p:sp>
      <p:sp>
        <p:nvSpPr>
          <p:cNvPr id="111" name="文本框 110">
            <a:extLst>
              <a:ext uri="{FF2B5EF4-FFF2-40B4-BE49-F238E27FC236}">
                <a16:creationId xmlns:a16="http://schemas.microsoft.com/office/drawing/2014/main" id="{CBBD2307-31CF-6BE3-72EF-6355BDFDE02E}"/>
              </a:ext>
            </a:extLst>
          </p:cNvPr>
          <p:cNvSpPr txBox="1"/>
          <p:nvPr/>
        </p:nvSpPr>
        <p:spPr>
          <a:xfrm>
            <a:off x="3891898" y="4313365"/>
            <a:ext cx="800219" cy="276999"/>
          </a:xfrm>
          <a:prstGeom prst="rect">
            <a:avLst/>
          </a:prstGeom>
          <a:solidFill>
            <a:schemeClr val="tx2">
              <a:alpha val="20000"/>
            </a:schemeClr>
          </a:solidFill>
        </p:spPr>
        <p:txBody>
          <a:bodyPr wrap="none" rtlCol="0">
            <a:spAutoFit/>
          </a:bodyPr>
          <a:lstStyle/>
          <a:p>
            <a:pPr algn="ctr"/>
            <a:r>
              <a:rPr lang="zh-CN" altLang="en-US" sz="1200" dirty="0">
                <a:solidFill>
                  <a:schemeClr val="bg1"/>
                </a:solidFill>
              </a:rPr>
              <a:t>存储平台</a:t>
            </a:r>
          </a:p>
        </p:txBody>
      </p:sp>
      <p:sp>
        <p:nvSpPr>
          <p:cNvPr id="112" name="文本框 111">
            <a:extLst>
              <a:ext uri="{FF2B5EF4-FFF2-40B4-BE49-F238E27FC236}">
                <a16:creationId xmlns:a16="http://schemas.microsoft.com/office/drawing/2014/main" id="{BCE917C8-715B-69A2-6B51-DD3121D36D70}"/>
              </a:ext>
            </a:extLst>
          </p:cNvPr>
          <p:cNvSpPr txBox="1"/>
          <p:nvPr/>
        </p:nvSpPr>
        <p:spPr>
          <a:xfrm>
            <a:off x="5104061" y="4491005"/>
            <a:ext cx="800219" cy="276999"/>
          </a:xfrm>
          <a:prstGeom prst="rect">
            <a:avLst/>
          </a:prstGeom>
          <a:solidFill>
            <a:schemeClr val="tx2">
              <a:alpha val="20000"/>
            </a:schemeClr>
          </a:solidFill>
        </p:spPr>
        <p:txBody>
          <a:bodyPr wrap="none" rtlCol="0">
            <a:spAutoFit/>
          </a:bodyPr>
          <a:lstStyle/>
          <a:p>
            <a:pPr algn="ctr"/>
            <a:r>
              <a:rPr lang="zh-CN" altLang="en-US" sz="1200" dirty="0">
                <a:solidFill>
                  <a:schemeClr val="bg1"/>
                </a:solidFill>
              </a:rPr>
              <a:t>处理平台</a:t>
            </a:r>
          </a:p>
        </p:txBody>
      </p:sp>
      <p:sp>
        <p:nvSpPr>
          <p:cNvPr id="113" name="文本框 112">
            <a:extLst>
              <a:ext uri="{FF2B5EF4-FFF2-40B4-BE49-F238E27FC236}">
                <a16:creationId xmlns:a16="http://schemas.microsoft.com/office/drawing/2014/main" id="{5A760733-D5A3-15D7-4205-4D7AECA030AF}"/>
              </a:ext>
            </a:extLst>
          </p:cNvPr>
          <p:cNvSpPr txBox="1"/>
          <p:nvPr/>
        </p:nvSpPr>
        <p:spPr>
          <a:xfrm>
            <a:off x="6315373" y="4491005"/>
            <a:ext cx="800219" cy="276999"/>
          </a:xfrm>
          <a:prstGeom prst="rect">
            <a:avLst/>
          </a:prstGeom>
          <a:solidFill>
            <a:schemeClr val="tx2">
              <a:alpha val="20000"/>
            </a:schemeClr>
          </a:solidFill>
        </p:spPr>
        <p:txBody>
          <a:bodyPr wrap="none" rtlCol="0">
            <a:spAutoFit/>
          </a:bodyPr>
          <a:lstStyle/>
          <a:p>
            <a:pPr algn="ctr"/>
            <a:r>
              <a:rPr lang="zh-CN" altLang="en-US" sz="1200" dirty="0">
                <a:solidFill>
                  <a:schemeClr val="bg1"/>
                </a:solidFill>
              </a:rPr>
              <a:t>分析平台</a:t>
            </a:r>
          </a:p>
        </p:txBody>
      </p:sp>
      <p:sp>
        <p:nvSpPr>
          <p:cNvPr id="114" name="文本框 113">
            <a:extLst>
              <a:ext uri="{FF2B5EF4-FFF2-40B4-BE49-F238E27FC236}">
                <a16:creationId xmlns:a16="http://schemas.microsoft.com/office/drawing/2014/main" id="{A7AF2657-E4DA-A4E6-AC17-27FD163BAB1E}"/>
              </a:ext>
            </a:extLst>
          </p:cNvPr>
          <p:cNvSpPr txBox="1"/>
          <p:nvPr/>
        </p:nvSpPr>
        <p:spPr>
          <a:xfrm>
            <a:off x="7526686" y="4313365"/>
            <a:ext cx="800219" cy="276999"/>
          </a:xfrm>
          <a:prstGeom prst="rect">
            <a:avLst/>
          </a:prstGeom>
          <a:solidFill>
            <a:schemeClr val="tx2">
              <a:alpha val="20000"/>
            </a:schemeClr>
          </a:solidFill>
        </p:spPr>
        <p:txBody>
          <a:bodyPr wrap="none" rtlCol="0">
            <a:spAutoFit/>
          </a:bodyPr>
          <a:lstStyle>
            <a:defPPr>
              <a:defRPr lang="zh-CN"/>
            </a:defPPr>
            <a:lvl1pPr algn="ctr">
              <a:defRPr sz="1200">
                <a:solidFill>
                  <a:schemeClr val="accent3">
                    <a:lumMod val="100000"/>
                  </a:schemeClr>
                </a:solidFill>
              </a:defRPr>
            </a:lvl1pPr>
          </a:lstStyle>
          <a:p>
            <a:r>
              <a:rPr lang="zh-CN" altLang="en-US" dirty="0">
                <a:solidFill>
                  <a:schemeClr val="bg1"/>
                </a:solidFill>
              </a:rPr>
              <a:t>服务平台</a:t>
            </a:r>
          </a:p>
        </p:txBody>
      </p:sp>
      <p:sp>
        <p:nvSpPr>
          <p:cNvPr id="115" name="文本框 114">
            <a:extLst>
              <a:ext uri="{FF2B5EF4-FFF2-40B4-BE49-F238E27FC236}">
                <a16:creationId xmlns:a16="http://schemas.microsoft.com/office/drawing/2014/main" id="{93AFE490-A7AC-E525-F992-F4140C77A103}"/>
              </a:ext>
            </a:extLst>
          </p:cNvPr>
          <p:cNvSpPr txBox="1"/>
          <p:nvPr/>
        </p:nvSpPr>
        <p:spPr>
          <a:xfrm>
            <a:off x="8451560" y="3991400"/>
            <a:ext cx="1107996" cy="276999"/>
          </a:xfrm>
          <a:prstGeom prst="rect">
            <a:avLst/>
          </a:prstGeom>
          <a:solidFill>
            <a:schemeClr val="tx2">
              <a:alpha val="20000"/>
            </a:schemeClr>
          </a:solidFill>
        </p:spPr>
        <p:txBody>
          <a:bodyPr wrap="none" rtlCol="0">
            <a:spAutoFit/>
          </a:bodyPr>
          <a:lstStyle/>
          <a:p>
            <a:pPr algn="ctr"/>
            <a:r>
              <a:rPr lang="zh-CN" altLang="en-US" sz="1200" dirty="0">
                <a:solidFill>
                  <a:schemeClr val="bg1"/>
                </a:solidFill>
              </a:rPr>
              <a:t>安全保障平台</a:t>
            </a:r>
          </a:p>
        </p:txBody>
      </p:sp>
      <p:sp>
        <p:nvSpPr>
          <p:cNvPr id="116" name="任意多边形: 形状 115">
            <a:extLst>
              <a:ext uri="{FF2B5EF4-FFF2-40B4-BE49-F238E27FC236}">
                <a16:creationId xmlns:a16="http://schemas.microsoft.com/office/drawing/2014/main" id="{48DA1D30-563B-3F48-459A-79B675799D33}"/>
              </a:ext>
            </a:extLst>
          </p:cNvPr>
          <p:cNvSpPr/>
          <p:nvPr/>
        </p:nvSpPr>
        <p:spPr>
          <a:xfrm>
            <a:off x="3012309" y="4743346"/>
            <a:ext cx="320841" cy="275389"/>
          </a:xfrm>
          <a:custGeom>
            <a:avLst/>
            <a:gdLst>
              <a:gd name="connsiteX0" fmla="*/ 158750 w 1905000"/>
              <a:gd name="connsiteY0" fmla="*/ 1317625 h 1635125"/>
              <a:gd name="connsiteX1" fmla="*/ 158750 w 1905000"/>
              <a:gd name="connsiteY1" fmla="*/ 1476375 h 1635125"/>
              <a:gd name="connsiteX2" fmla="*/ 317500 w 1905000"/>
              <a:gd name="connsiteY2" fmla="*/ 1476375 h 1635125"/>
              <a:gd name="connsiteX3" fmla="*/ 317500 w 1905000"/>
              <a:gd name="connsiteY3" fmla="*/ 1317625 h 1635125"/>
              <a:gd name="connsiteX4" fmla="*/ 1150938 w 1905000"/>
              <a:gd name="connsiteY4" fmla="*/ 1095375 h 1635125"/>
              <a:gd name="connsiteX5" fmla="*/ 1563688 w 1905000"/>
              <a:gd name="connsiteY5" fmla="*/ 1095375 h 1635125"/>
              <a:gd name="connsiteX6" fmla="*/ 1643063 w 1905000"/>
              <a:gd name="connsiteY6" fmla="*/ 1174750 h 1635125"/>
              <a:gd name="connsiteX7" fmla="*/ 1563688 w 1905000"/>
              <a:gd name="connsiteY7" fmla="*/ 1254125 h 1635125"/>
              <a:gd name="connsiteX8" fmla="*/ 1150938 w 1905000"/>
              <a:gd name="connsiteY8" fmla="*/ 1254125 h 1635125"/>
              <a:gd name="connsiteX9" fmla="*/ 1071563 w 1905000"/>
              <a:gd name="connsiteY9" fmla="*/ 1174750 h 1635125"/>
              <a:gd name="connsiteX10" fmla="*/ 1150938 w 1905000"/>
              <a:gd name="connsiteY10" fmla="*/ 1095375 h 1635125"/>
              <a:gd name="connsiteX11" fmla="*/ 1150938 w 1905000"/>
              <a:gd name="connsiteY11" fmla="*/ 738188 h 1635125"/>
              <a:gd name="connsiteX12" fmla="*/ 1563688 w 1905000"/>
              <a:gd name="connsiteY12" fmla="*/ 738188 h 1635125"/>
              <a:gd name="connsiteX13" fmla="*/ 1643063 w 1905000"/>
              <a:gd name="connsiteY13" fmla="*/ 817563 h 1635125"/>
              <a:gd name="connsiteX14" fmla="*/ 1563688 w 1905000"/>
              <a:gd name="connsiteY14" fmla="*/ 896938 h 1635125"/>
              <a:gd name="connsiteX15" fmla="*/ 1150938 w 1905000"/>
              <a:gd name="connsiteY15" fmla="*/ 896938 h 1635125"/>
              <a:gd name="connsiteX16" fmla="*/ 1071563 w 1905000"/>
              <a:gd name="connsiteY16" fmla="*/ 817563 h 1635125"/>
              <a:gd name="connsiteX17" fmla="*/ 1150938 w 1905000"/>
              <a:gd name="connsiteY17" fmla="*/ 738188 h 1635125"/>
              <a:gd name="connsiteX18" fmla="*/ 158750 w 1905000"/>
              <a:gd name="connsiteY18" fmla="*/ 738188 h 1635125"/>
              <a:gd name="connsiteX19" fmla="*/ 158750 w 1905000"/>
              <a:gd name="connsiteY19" fmla="*/ 896938 h 1635125"/>
              <a:gd name="connsiteX20" fmla="*/ 317500 w 1905000"/>
              <a:gd name="connsiteY20" fmla="*/ 896938 h 1635125"/>
              <a:gd name="connsiteX21" fmla="*/ 317500 w 1905000"/>
              <a:gd name="connsiteY21" fmla="*/ 738188 h 1635125"/>
              <a:gd name="connsiteX22" fmla="*/ 1150937 w 1905000"/>
              <a:gd name="connsiteY22" fmla="*/ 381000 h 1635125"/>
              <a:gd name="connsiteX23" fmla="*/ 1563687 w 1905000"/>
              <a:gd name="connsiteY23" fmla="*/ 381000 h 1635125"/>
              <a:gd name="connsiteX24" fmla="*/ 1643062 w 1905000"/>
              <a:gd name="connsiteY24" fmla="*/ 460375 h 1635125"/>
              <a:gd name="connsiteX25" fmla="*/ 1563687 w 1905000"/>
              <a:gd name="connsiteY25" fmla="*/ 539750 h 1635125"/>
              <a:gd name="connsiteX26" fmla="*/ 1150937 w 1905000"/>
              <a:gd name="connsiteY26" fmla="*/ 539750 h 1635125"/>
              <a:gd name="connsiteX27" fmla="*/ 1071562 w 1905000"/>
              <a:gd name="connsiteY27" fmla="*/ 460375 h 1635125"/>
              <a:gd name="connsiteX28" fmla="*/ 1150937 w 1905000"/>
              <a:gd name="connsiteY28" fmla="*/ 381000 h 1635125"/>
              <a:gd name="connsiteX29" fmla="*/ 992187 w 1905000"/>
              <a:gd name="connsiteY29" fmla="*/ 158750 h 1635125"/>
              <a:gd name="connsiteX30" fmla="*/ 968375 w 1905000"/>
              <a:gd name="connsiteY30" fmla="*/ 246063 h 1635125"/>
              <a:gd name="connsiteX31" fmla="*/ 968375 w 1905000"/>
              <a:gd name="connsiteY31" fmla="*/ 1397000 h 1635125"/>
              <a:gd name="connsiteX32" fmla="*/ 1000125 w 1905000"/>
              <a:gd name="connsiteY32" fmla="*/ 1484313 h 1635125"/>
              <a:gd name="connsiteX33" fmla="*/ 1722437 w 1905000"/>
              <a:gd name="connsiteY33" fmla="*/ 1484313 h 1635125"/>
              <a:gd name="connsiteX34" fmla="*/ 1746250 w 1905000"/>
              <a:gd name="connsiteY34" fmla="*/ 1397000 h 1635125"/>
              <a:gd name="connsiteX35" fmla="*/ 1746250 w 1905000"/>
              <a:gd name="connsiteY35" fmla="*/ 246063 h 1635125"/>
              <a:gd name="connsiteX36" fmla="*/ 1714500 w 1905000"/>
              <a:gd name="connsiteY36" fmla="*/ 158750 h 1635125"/>
              <a:gd name="connsiteX37" fmla="*/ 158750 w 1905000"/>
              <a:gd name="connsiteY37" fmla="*/ 158750 h 1635125"/>
              <a:gd name="connsiteX38" fmla="*/ 158750 w 1905000"/>
              <a:gd name="connsiteY38" fmla="*/ 317500 h 1635125"/>
              <a:gd name="connsiteX39" fmla="*/ 317500 w 1905000"/>
              <a:gd name="connsiteY39" fmla="*/ 317500 h 1635125"/>
              <a:gd name="connsiteX40" fmla="*/ 317500 w 1905000"/>
              <a:gd name="connsiteY40" fmla="*/ 158750 h 1635125"/>
              <a:gd name="connsiteX41" fmla="*/ 111125 w 1905000"/>
              <a:gd name="connsiteY41" fmla="*/ 0 h 1635125"/>
              <a:gd name="connsiteX42" fmla="*/ 357188 w 1905000"/>
              <a:gd name="connsiteY42" fmla="*/ 0 h 1635125"/>
              <a:gd name="connsiteX43" fmla="*/ 476250 w 1905000"/>
              <a:gd name="connsiteY43" fmla="*/ 111125 h 1635125"/>
              <a:gd name="connsiteX44" fmla="*/ 476250 w 1905000"/>
              <a:gd name="connsiteY44" fmla="*/ 158750 h 1635125"/>
              <a:gd name="connsiteX45" fmla="*/ 650874 w 1905000"/>
              <a:gd name="connsiteY45" fmla="*/ 158750 h 1635125"/>
              <a:gd name="connsiteX46" fmla="*/ 650874 w 1905000"/>
              <a:gd name="connsiteY46" fmla="*/ 158750 h 1635125"/>
              <a:gd name="connsiteX47" fmla="*/ 650875 w 1905000"/>
              <a:gd name="connsiteY47" fmla="*/ 158750 h 1635125"/>
              <a:gd name="connsiteX48" fmla="*/ 730250 w 1905000"/>
              <a:gd name="connsiteY48" fmla="*/ 238125 h 1635125"/>
              <a:gd name="connsiteX49" fmla="*/ 730250 w 1905000"/>
              <a:gd name="connsiteY49" fmla="*/ 738188 h 1635125"/>
              <a:gd name="connsiteX50" fmla="*/ 809625 w 1905000"/>
              <a:gd name="connsiteY50" fmla="*/ 738188 h 1635125"/>
              <a:gd name="connsiteX51" fmla="*/ 809625 w 1905000"/>
              <a:gd name="connsiteY51" fmla="*/ 246063 h 1635125"/>
              <a:gd name="connsiteX52" fmla="*/ 992187 w 1905000"/>
              <a:gd name="connsiteY52" fmla="*/ 0 h 1635125"/>
              <a:gd name="connsiteX53" fmla="*/ 1722437 w 1905000"/>
              <a:gd name="connsiteY53" fmla="*/ 0 h 1635125"/>
              <a:gd name="connsiteX54" fmla="*/ 1905000 w 1905000"/>
              <a:gd name="connsiteY54" fmla="*/ 246063 h 1635125"/>
              <a:gd name="connsiteX55" fmla="*/ 1905000 w 1905000"/>
              <a:gd name="connsiteY55" fmla="*/ 1397000 h 1635125"/>
              <a:gd name="connsiteX56" fmla="*/ 1722437 w 1905000"/>
              <a:gd name="connsiteY56" fmla="*/ 1635125 h 1635125"/>
              <a:gd name="connsiteX57" fmla="*/ 992187 w 1905000"/>
              <a:gd name="connsiteY57" fmla="*/ 1635125 h 1635125"/>
              <a:gd name="connsiteX58" fmla="*/ 809625 w 1905000"/>
              <a:gd name="connsiteY58" fmla="*/ 1389063 h 1635125"/>
              <a:gd name="connsiteX59" fmla="*/ 809625 w 1905000"/>
              <a:gd name="connsiteY59" fmla="*/ 896938 h 1635125"/>
              <a:gd name="connsiteX60" fmla="*/ 730250 w 1905000"/>
              <a:gd name="connsiteY60" fmla="*/ 896938 h 1635125"/>
              <a:gd name="connsiteX61" fmla="*/ 730250 w 1905000"/>
              <a:gd name="connsiteY61" fmla="*/ 1397000 h 1635125"/>
              <a:gd name="connsiteX62" fmla="*/ 650875 w 1905000"/>
              <a:gd name="connsiteY62" fmla="*/ 1476375 h 1635125"/>
              <a:gd name="connsiteX63" fmla="*/ 650875 w 1905000"/>
              <a:gd name="connsiteY63" fmla="*/ 1476375 h 1635125"/>
              <a:gd name="connsiteX64" fmla="*/ 650874 w 1905000"/>
              <a:gd name="connsiteY64" fmla="*/ 1476375 h 1635125"/>
              <a:gd name="connsiteX65" fmla="*/ 476250 w 1905000"/>
              <a:gd name="connsiteY65" fmla="*/ 1476375 h 1635125"/>
              <a:gd name="connsiteX66" fmla="*/ 476250 w 1905000"/>
              <a:gd name="connsiteY66" fmla="*/ 1524000 h 1635125"/>
              <a:gd name="connsiteX67" fmla="*/ 357188 w 1905000"/>
              <a:gd name="connsiteY67" fmla="*/ 1635125 h 1635125"/>
              <a:gd name="connsiteX68" fmla="*/ 111125 w 1905000"/>
              <a:gd name="connsiteY68" fmla="*/ 1635125 h 1635125"/>
              <a:gd name="connsiteX69" fmla="*/ 0 w 1905000"/>
              <a:gd name="connsiteY69" fmla="*/ 1524000 h 1635125"/>
              <a:gd name="connsiteX70" fmla="*/ 0 w 1905000"/>
              <a:gd name="connsiteY70" fmla="*/ 1277938 h 1635125"/>
              <a:gd name="connsiteX71" fmla="*/ 111125 w 1905000"/>
              <a:gd name="connsiteY71" fmla="*/ 1166813 h 1635125"/>
              <a:gd name="connsiteX72" fmla="*/ 357188 w 1905000"/>
              <a:gd name="connsiteY72" fmla="*/ 1166813 h 1635125"/>
              <a:gd name="connsiteX73" fmla="*/ 476250 w 1905000"/>
              <a:gd name="connsiteY73" fmla="*/ 1277938 h 1635125"/>
              <a:gd name="connsiteX74" fmla="*/ 476250 w 1905000"/>
              <a:gd name="connsiteY74" fmla="*/ 1317625 h 1635125"/>
              <a:gd name="connsiteX75" fmla="*/ 571500 w 1905000"/>
              <a:gd name="connsiteY75" fmla="*/ 1317625 h 1635125"/>
              <a:gd name="connsiteX76" fmla="*/ 571500 w 1905000"/>
              <a:gd name="connsiteY76" fmla="*/ 896938 h 1635125"/>
              <a:gd name="connsiteX77" fmla="*/ 476250 w 1905000"/>
              <a:gd name="connsiteY77" fmla="*/ 896938 h 1635125"/>
              <a:gd name="connsiteX78" fmla="*/ 476250 w 1905000"/>
              <a:gd name="connsiteY78" fmla="*/ 936625 h 1635125"/>
              <a:gd name="connsiteX79" fmla="*/ 357188 w 1905000"/>
              <a:gd name="connsiteY79" fmla="*/ 1055688 h 1635125"/>
              <a:gd name="connsiteX80" fmla="*/ 111125 w 1905000"/>
              <a:gd name="connsiteY80" fmla="*/ 1055688 h 1635125"/>
              <a:gd name="connsiteX81" fmla="*/ 0 w 1905000"/>
              <a:gd name="connsiteY81" fmla="*/ 944563 h 1635125"/>
              <a:gd name="connsiteX82" fmla="*/ 0 w 1905000"/>
              <a:gd name="connsiteY82" fmla="*/ 698500 h 1635125"/>
              <a:gd name="connsiteX83" fmla="*/ 111125 w 1905000"/>
              <a:gd name="connsiteY83" fmla="*/ 579438 h 1635125"/>
              <a:gd name="connsiteX84" fmla="*/ 357188 w 1905000"/>
              <a:gd name="connsiteY84" fmla="*/ 579438 h 1635125"/>
              <a:gd name="connsiteX85" fmla="*/ 476250 w 1905000"/>
              <a:gd name="connsiteY85" fmla="*/ 690563 h 1635125"/>
              <a:gd name="connsiteX86" fmla="*/ 476250 w 1905000"/>
              <a:gd name="connsiteY86" fmla="*/ 738188 h 1635125"/>
              <a:gd name="connsiteX87" fmla="*/ 571500 w 1905000"/>
              <a:gd name="connsiteY87" fmla="*/ 738188 h 1635125"/>
              <a:gd name="connsiteX88" fmla="*/ 571500 w 1905000"/>
              <a:gd name="connsiteY88" fmla="*/ 317500 h 1635125"/>
              <a:gd name="connsiteX89" fmla="*/ 476250 w 1905000"/>
              <a:gd name="connsiteY89" fmla="*/ 317500 h 1635125"/>
              <a:gd name="connsiteX90" fmla="*/ 476250 w 1905000"/>
              <a:gd name="connsiteY90" fmla="*/ 357188 h 1635125"/>
              <a:gd name="connsiteX91" fmla="*/ 357188 w 1905000"/>
              <a:gd name="connsiteY91" fmla="*/ 476250 h 1635125"/>
              <a:gd name="connsiteX92" fmla="*/ 111125 w 1905000"/>
              <a:gd name="connsiteY92" fmla="*/ 476250 h 1635125"/>
              <a:gd name="connsiteX93" fmla="*/ 0 w 1905000"/>
              <a:gd name="connsiteY93" fmla="*/ 357188 h 1635125"/>
              <a:gd name="connsiteX94" fmla="*/ 0 w 1905000"/>
              <a:gd name="connsiteY94" fmla="*/ 111125 h 1635125"/>
              <a:gd name="connsiteX95" fmla="*/ 111125 w 1905000"/>
              <a:gd name="connsiteY95" fmla="*/ 0 h 163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905000" h="1635125">
                <a:moveTo>
                  <a:pt x="158750" y="1317625"/>
                </a:moveTo>
                <a:lnTo>
                  <a:pt x="158750" y="1476375"/>
                </a:lnTo>
                <a:lnTo>
                  <a:pt x="317500" y="1476375"/>
                </a:lnTo>
                <a:lnTo>
                  <a:pt x="317500" y="1317625"/>
                </a:lnTo>
                <a:close/>
                <a:moveTo>
                  <a:pt x="1150938" y="1095375"/>
                </a:moveTo>
                <a:lnTo>
                  <a:pt x="1563688" y="1095375"/>
                </a:lnTo>
                <a:cubicBezTo>
                  <a:pt x="1611313" y="1095375"/>
                  <a:pt x="1643063" y="1127125"/>
                  <a:pt x="1643063" y="1174750"/>
                </a:cubicBezTo>
                <a:cubicBezTo>
                  <a:pt x="1643063" y="1222375"/>
                  <a:pt x="1611313" y="1254125"/>
                  <a:pt x="1563688" y="1254125"/>
                </a:cubicBezTo>
                <a:lnTo>
                  <a:pt x="1150938" y="1254125"/>
                </a:lnTo>
                <a:cubicBezTo>
                  <a:pt x="1103313" y="1254125"/>
                  <a:pt x="1071563" y="1222375"/>
                  <a:pt x="1071563" y="1174750"/>
                </a:cubicBezTo>
                <a:cubicBezTo>
                  <a:pt x="1071563" y="1127125"/>
                  <a:pt x="1103313" y="1095375"/>
                  <a:pt x="1150938" y="1095375"/>
                </a:cubicBezTo>
                <a:close/>
                <a:moveTo>
                  <a:pt x="1150938" y="738188"/>
                </a:moveTo>
                <a:lnTo>
                  <a:pt x="1563688" y="738188"/>
                </a:lnTo>
                <a:cubicBezTo>
                  <a:pt x="1611313" y="738188"/>
                  <a:pt x="1643063" y="769938"/>
                  <a:pt x="1643063" y="817563"/>
                </a:cubicBezTo>
                <a:cubicBezTo>
                  <a:pt x="1643063" y="865187"/>
                  <a:pt x="1611313" y="896938"/>
                  <a:pt x="1563688" y="896938"/>
                </a:cubicBezTo>
                <a:lnTo>
                  <a:pt x="1150938" y="896938"/>
                </a:lnTo>
                <a:cubicBezTo>
                  <a:pt x="1103313" y="896938"/>
                  <a:pt x="1071563" y="865187"/>
                  <a:pt x="1071563" y="817563"/>
                </a:cubicBezTo>
                <a:cubicBezTo>
                  <a:pt x="1071563" y="769938"/>
                  <a:pt x="1103313" y="738188"/>
                  <a:pt x="1150938" y="738188"/>
                </a:cubicBezTo>
                <a:close/>
                <a:moveTo>
                  <a:pt x="158750" y="738188"/>
                </a:moveTo>
                <a:lnTo>
                  <a:pt x="158750" y="896938"/>
                </a:lnTo>
                <a:lnTo>
                  <a:pt x="317500" y="896938"/>
                </a:lnTo>
                <a:lnTo>
                  <a:pt x="317500" y="738188"/>
                </a:lnTo>
                <a:close/>
                <a:moveTo>
                  <a:pt x="1150937" y="381000"/>
                </a:moveTo>
                <a:lnTo>
                  <a:pt x="1563687" y="381000"/>
                </a:lnTo>
                <a:cubicBezTo>
                  <a:pt x="1611312" y="381000"/>
                  <a:pt x="1643062" y="412750"/>
                  <a:pt x="1643062" y="460375"/>
                </a:cubicBezTo>
                <a:cubicBezTo>
                  <a:pt x="1643062" y="508000"/>
                  <a:pt x="1611312" y="539750"/>
                  <a:pt x="1563687" y="539750"/>
                </a:cubicBezTo>
                <a:lnTo>
                  <a:pt x="1150937" y="539750"/>
                </a:lnTo>
                <a:cubicBezTo>
                  <a:pt x="1103312" y="539750"/>
                  <a:pt x="1071562" y="508000"/>
                  <a:pt x="1071562" y="460375"/>
                </a:cubicBezTo>
                <a:cubicBezTo>
                  <a:pt x="1071562" y="412750"/>
                  <a:pt x="1103312" y="381000"/>
                  <a:pt x="1150937" y="381000"/>
                </a:cubicBezTo>
                <a:close/>
                <a:moveTo>
                  <a:pt x="992187" y="158750"/>
                </a:moveTo>
                <a:cubicBezTo>
                  <a:pt x="984250" y="166688"/>
                  <a:pt x="968375" y="198438"/>
                  <a:pt x="968375" y="246063"/>
                </a:cubicBezTo>
                <a:lnTo>
                  <a:pt x="968375" y="1397000"/>
                </a:lnTo>
                <a:cubicBezTo>
                  <a:pt x="968375" y="1444625"/>
                  <a:pt x="992187" y="1476375"/>
                  <a:pt x="1000125" y="1484313"/>
                </a:cubicBezTo>
                <a:lnTo>
                  <a:pt x="1722437" y="1484313"/>
                </a:lnTo>
                <a:cubicBezTo>
                  <a:pt x="1730375" y="1484313"/>
                  <a:pt x="1746250" y="1452563"/>
                  <a:pt x="1746250" y="1397000"/>
                </a:cubicBezTo>
                <a:lnTo>
                  <a:pt x="1746250" y="246063"/>
                </a:lnTo>
                <a:cubicBezTo>
                  <a:pt x="1746250" y="198438"/>
                  <a:pt x="1722437" y="166688"/>
                  <a:pt x="1714500" y="158750"/>
                </a:cubicBezTo>
                <a:close/>
                <a:moveTo>
                  <a:pt x="158750" y="158750"/>
                </a:moveTo>
                <a:lnTo>
                  <a:pt x="158750" y="317500"/>
                </a:lnTo>
                <a:lnTo>
                  <a:pt x="317500" y="317500"/>
                </a:lnTo>
                <a:lnTo>
                  <a:pt x="317500" y="158750"/>
                </a:lnTo>
                <a:close/>
                <a:moveTo>
                  <a:pt x="111125" y="0"/>
                </a:moveTo>
                <a:lnTo>
                  <a:pt x="357188" y="0"/>
                </a:lnTo>
                <a:cubicBezTo>
                  <a:pt x="420688" y="0"/>
                  <a:pt x="476250" y="47625"/>
                  <a:pt x="476250" y="111125"/>
                </a:cubicBezTo>
                <a:lnTo>
                  <a:pt x="476250" y="158750"/>
                </a:lnTo>
                <a:lnTo>
                  <a:pt x="650874" y="158750"/>
                </a:lnTo>
                <a:lnTo>
                  <a:pt x="650874" y="158750"/>
                </a:lnTo>
                <a:lnTo>
                  <a:pt x="650875" y="158750"/>
                </a:lnTo>
                <a:cubicBezTo>
                  <a:pt x="698500" y="158750"/>
                  <a:pt x="730250" y="190500"/>
                  <a:pt x="730250" y="238125"/>
                </a:cubicBezTo>
                <a:lnTo>
                  <a:pt x="730250" y="738188"/>
                </a:lnTo>
                <a:lnTo>
                  <a:pt x="809625" y="738188"/>
                </a:lnTo>
                <a:lnTo>
                  <a:pt x="809625" y="246063"/>
                </a:lnTo>
                <a:cubicBezTo>
                  <a:pt x="809625" y="111125"/>
                  <a:pt x="889000" y="0"/>
                  <a:pt x="992187" y="0"/>
                </a:cubicBezTo>
                <a:lnTo>
                  <a:pt x="1722437" y="0"/>
                </a:lnTo>
                <a:cubicBezTo>
                  <a:pt x="1825625" y="0"/>
                  <a:pt x="1905000" y="103188"/>
                  <a:pt x="1905000" y="246063"/>
                </a:cubicBezTo>
                <a:lnTo>
                  <a:pt x="1905000" y="1397000"/>
                </a:lnTo>
                <a:cubicBezTo>
                  <a:pt x="1905000" y="1531938"/>
                  <a:pt x="1825625" y="1635125"/>
                  <a:pt x="1722437" y="1635125"/>
                </a:cubicBezTo>
                <a:lnTo>
                  <a:pt x="992187" y="1635125"/>
                </a:lnTo>
                <a:cubicBezTo>
                  <a:pt x="889000" y="1635125"/>
                  <a:pt x="809625" y="1531938"/>
                  <a:pt x="809625" y="1389063"/>
                </a:cubicBezTo>
                <a:lnTo>
                  <a:pt x="809625" y="896938"/>
                </a:lnTo>
                <a:lnTo>
                  <a:pt x="730250" y="896938"/>
                </a:lnTo>
                <a:lnTo>
                  <a:pt x="730250" y="1397000"/>
                </a:lnTo>
                <a:cubicBezTo>
                  <a:pt x="730250" y="1444625"/>
                  <a:pt x="698500" y="1476375"/>
                  <a:pt x="650875" y="1476375"/>
                </a:cubicBezTo>
                <a:lnTo>
                  <a:pt x="650875" y="1476375"/>
                </a:lnTo>
                <a:lnTo>
                  <a:pt x="650874" y="1476375"/>
                </a:lnTo>
                <a:lnTo>
                  <a:pt x="476250" y="1476375"/>
                </a:lnTo>
                <a:lnTo>
                  <a:pt x="476250" y="1524000"/>
                </a:lnTo>
                <a:cubicBezTo>
                  <a:pt x="476250" y="1587500"/>
                  <a:pt x="420688" y="1635125"/>
                  <a:pt x="357188" y="1635125"/>
                </a:cubicBezTo>
                <a:lnTo>
                  <a:pt x="111125" y="1635125"/>
                </a:lnTo>
                <a:cubicBezTo>
                  <a:pt x="47625" y="1635125"/>
                  <a:pt x="0" y="1587500"/>
                  <a:pt x="0" y="1524000"/>
                </a:cubicBezTo>
                <a:lnTo>
                  <a:pt x="0" y="1277938"/>
                </a:lnTo>
                <a:cubicBezTo>
                  <a:pt x="0" y="1214438"/>
                  <a:pt x="47625" y="1166813"/>
                  <a:pt x="111125" y="1166813"/>
                </a:cubicBezTo>
                <a:lnTo>
                  <a:pt x="357188" y="1166813"/>
                </a:lnTo>
                <a:cubicBezTo>
                  <a:pt x="420688" y="1158875"/>
                  <a:pt x="476250" y="1214438"/>
                  <a:pt x="476250" y="1277938"/>
                </a:cubicBezTo>
                <a:lnTo>
                  <a:pt x="476250" y="1317625"/>
                </a:lnTo>
                <a:lnTo>
                  <a:pt x="571500" y="1317625"/>
                </a:lnTo>
                <a:lnTo>
                  <a:pt x="571500" y="896938"/>
                </a:lnTo>
                <a:lnTo>
                  <a:pt x="476250" y="896938"/>
                </a:lnTo>
                <a:lnTo>
                  <a:pt x="476250" y="936625"/>
                </a:lnTo>
                <a:cubicBezTo>
                  <a:pt x="476250" y="1000125"/>
                  <a:pt x="420688" y="1055688"/>
                  <a:pt x="357188" y="1055688"/>
                </a:cubicBezTo>
                <a:lnTo>
                  <a:pt x="111125" y="1055688"/>
                </a:lnTo>
                <a:cubicBezTo>
                  <a:pt x="47625" y="1055688"/>
                  <a:pt x="0" y="1000125"/>
                  <a:pt x="0" y="944563"/>
                </a:cubicBezTo>
                <a:lnTo>
                  <a:pt x="0" y="698500"/>
                </a:lnTo>
                <a:cubicBezTo>
                  <a:pt x="0" y="635000"/>
                  <a:pt x="47625" y="579438"/>
                  <a:pt x="111125" y="579438"/>
                </a:cubicBezTo>
                <a:lnTo>
                  <a:pt x="357188" y="579438"/>
                </a:lnTo>
                <a:cubicBezTo>
                  <a:pt x="420688" y="579438"/>
                  <a:pt x="476250" y="635000"/>
                  <a:pt x="476250" y="690563"/>
                </a:cubicBezTo>
                <a:lnTo>
                  <a:pt x="476250" y="738188"/>
                </a:lnTo>
                <a:lnTo>
                  <a:pt x="571500" y="738188"/>
                </a:lnTo>
                <a:lnTo>
                  <a:pt x="571500" y="317500"/>
                </a:lnTo>
                <a:lnTo>
                  <a:pt x="476250" y="317500"/>
                </a:lnTo>
                <a:lnTo>
                  <a:pt x="476250" y="357188"/>
                </a:lnTo>
                <a:cubicBezTo>
                  <a:pt x="476250" y="420687"/>
                  <a:pt x="420688" y="476250"/>
                  <a:pt x="357188" y="476250"/>
                </a:cubicBezTo>
                <a:lnTo>
                  <a:pt x="111125" y="476250"/>
                </a:lnTo>
                <a:cubicBezTo>
                  <a:pt x="47625" y="476250"/>
                  <a:pt x="0" y="420687"/>
                  <a:pt x="0" y="357188"/>
                </a:cubicBezTo>
                <a:lnTo>
                  <a:pt x="0" y="111125"/>
                </a:lnTo>
                <a:cubicBezTo>
                  <a:pt x="0" y="47625"/>
                  <a:pt x="47625" y="0"/>
                  <a:pt x="111125" y="0"/>
                </a:cubicBezTo>
                <a:close/>
              </a:path>
            </a:pathLst>
          </a:custGeom>
          <a:solidFill>
            <a:schemeClr val="accent1"/>
          </a:solidFill>
          <a:ln w="1860" cap="flat">
            <a:noFill/>
            <a:prstDash val="solid"/>
            <a:miter/>
          </a:ln>
        </p:spPr>
        <p:txBody>
          <a:bodyPr rtlCol="0" anchor="ctr"/>
          <a:lstStyle/>
          <a:p>
            <a:endParaRPr lang="zh-CN" altLang="en-US"/>
          </a:p>
        </p:txBody>
      </p:sp>
      <p:sp>
        <p:nvSpPr>
          <p:cNvPr id="117" name="任意多边形: 形状 116">
            <a:extLst>
              <a:ext uri="{FF2B5EF4-FFF2-40B4-BE49-F238E27FC236}">
                <a16:creationId xmlns:a16="http://schemas.microsoft.com/office/drawing/2014/main" id="{2FDC5D7B-697A-1664-3C18-7113F36638CA}"/>
              </a:ext>
            </a:extLst>
          </p:cNvPr>
          <p:cNvSpPr/>
          <p:nvPr/>
        </p:nvSpPr>
        <p:spPr>
          <a:xfrm>
            <a:off x="4152986" y="5011457"/>
            <a:ext cx="278042" cy="278042"/>
          </a:xfrm>
          <a:custGeom>
            <a:avLst/>
            <a:gdLst>
              <a:gd name="connsiteX0" fmla="*/ 70498 w 250657"/>
              <a:gd name="connsiteY0" fmla="*/ 159168 h 250657"/>
              <a:gd name="connsiteX1" fmla="*/ 180161 w 250657"/>
              <a:gd name="connsiteY1" fmla="*/ 159168 h 250657"/>
              <a:gd name="connsiteX2" fmla="*/ 191127 w 250657"/>
              <a:gd name="connsiteY2" fmla="*/ 170134 h 250657"/>
              <a:gd name="connsiteX3" fmla="*/ 180161 w 250657"/>
              <a:gd name="connsiteY3" fmla="*/ 181100 h 250657"/>
              <a:gd name="connsiteX4" fmla="*/ 70498 w 250657"/>
              <a:gd name="connsiteY4" fmla="*/ 181100 h 250657"/>
              <a:gd name="connsiteX5" fmla="*/ 59532 w 250657"/>
              <a:gd name="connsiteY5" fmla="*/ 170134 h 250657"/>
              <a:gd name="connsiteX6" fmla="*/ 70498 w 250657"/>
              <a:gd name="connsiteY6" fmla="*/ 159168 h 250657"/>
              <a:gd name="connsiteX7" fmla="*/ 156035 w 250657"/>
              <a:gd name="connsiteY7" fmla="*/ 37599 h 250657"/>
              <a:gd name="connsiteX8" fmla="*/ 165435 w 250657"/>
              <a:gd name="connsiteY8" fmla="*/ 46999 h 250657"/>
              <a:gd name="connsiteX9" fmla="*/ 165435 w 250657"/>
              <a:gd name="connsiteY9" fmla="*/ 81464 h 250657"/>
              <a:gd name="connsiteX10" fmla="*/ 156035 w 250657"/>
              <a:gd name="connsiteY10" fmla="*/ 90864 h 250657"/>
              <a:gd name="connsiteX11" fmla="*/ 146635 w 250657"/>
              <a:gd name="connsiteY11" fmla="*/ 81464 h 250657"/>
              <a:gd name="connsiteX12" fmla="*/ 146635 w 250657"/>
              <a:gd name="connsiteY12" fmla="*/ 46999 h 250657"/>
              <a:gd name="connsiteX13" fmla="*/ 156035 w 250657"/>
              <a:gd name="connsiteY13" fmla="*/ 37599 h 250657"/>
              <a:gd name="connsiteX14" fmla="*/ 68931 w 250657"/>
              <a:gd name="connsiteY14" fmla="*/ 21932 h 250657"/>
              <a:gd name="connsiteX15" fmla="*/ 68931 w 250657"/>
              <a:gd name="connsiteY15" fmla="*/ 102143 h 250657"/>
              <a:gd name="connsiteX16" fmla="*/ 73317 w 250657"/>
              <a:gd name="connsiteY16" fmla="*/ 106529 h 250657"/>
              <a:gd name="connsiteX17" fmla="*/ 177340 w 250657"/>
              <a:gd name="connsiteY17" fmla="*/ 106529 h 250657"/>
              <a:gd name="connsiteX18" fmla="*/ 181726 w 250657"/>
              <a:gd name="connsiteY18" fmla="*/ 102143 h 250657"/>
              <a:gd name="connsiteX19" fmla="*/ 181726 w 250657"/>
              <a:gd name="connsiteY19" fmla="*/ 21932 h 250657"/>
              <a:gd name="connsiteX20" fmla="*/ 31332 w 250657"/>
              <a:gd name="connsiteY20" fmla="*/ 21932 h 250657"/>
              <a:gd name="connsiteX21" fmla="*/ 21932 w 250657"/>
              <a:gd name="connsiteY21" fmla="*/ 31332 h 250657"/>
              <a:gd name="connsiteX22" fmla="*/ 21932 w 250657"/>
              <a:gd name="connsiteY22" fmla="*/ 219325 h 250657"/>
              <a:gd name="connsiteX23" fmla="*/ 31332 w 250657"/>
              <a:gd name="connsiteY23" fmla="*/ 228725 h 250657"/>
              <a:gd name="connsiteX24" fmla="*/ 219325 w 250657"/>
              <a:gd name="connsiteY24" fmla="*/ 228725 h 250657"/>
              <a:gd name="connsiteX25" fmla="*/ 228725 w 250657"/>
              <a:gd name="connsiteY25" fmla="*/ 219325 h 250657"/>
              <a:gd name="connsiteX26" fmla="*/ 228725 w 250657"/>
              <a:gd name="connsiteY26" fmla="*/ 31332 h 250657"/>
              <a:gd name="connsiteX27" fmla="*/ 219325 w 250657"/>
              <a:gd name="connsiteY27" fmla="*/ 21932 h 250657"/>
              <a:gd name="connsiteX28" fmla="*/ 203659 w 250657"/>
              <a:gd name="connsiteY28" fmla="*/ 21932 h 250657"/>
              <a:gd name="connsiteX29" fmla="*/ 203659 w 250657"/>
              <a:gd name="connsiteY29" fmla="*/ 115929 h 250657"/>
              <a:gd name="connsiteX30" fmla="*/ 194259 w 250657"/>
              <a:gd name="connsiteY30" fmla="*/ 125329 h 250657"/>
              <a:gd name="connsiteX31" fmla="*/ 56398 w 250657"/>
              <a:gd name="connsiteY31" fmla="*/ 125329 h 250657"/>
              <a:gd name="connsiteX32" fmla="*/ 46998 w 250657"/>
              <a:gd name="connsiteY32" fmla="*/ 115929 h 250657"/>
              <a:gd name="connsiteX33" fmla="*/ 46998 w 250657"/>
              <a:gd name="connsiteY33" fmla="*/ 21932 h 250657"/>
              <a:gd name="connsiteX34" fmla="*/ 18799 w 250657"/>
              <a:gd name="connsiteY34" fmla="*/ 0 h 250657"/>
              <a:gd name="connsiteX35" fmla="*/ 231858 w 250657"/>
              <a:gd name="connsiteY35" fmla="*/ 0 h 250657"/>
              <a:gd name="connsiteX36" fmla="*/ 250657 w 250657"/>
              <a:gd name="connsiteY36" fmla="*/ 18799 h 250657"/>
              <a:gd name="connsiteX37" fmla="*/ 250657 w 250657"/>
              <a:gd name="connsiteY37" fmla="*/ 231858 h 250657"/>
              <a:gd name="connsiteX38" fmla="*/ 231858 w 250657"/>
              <a:gd name="connsiteY38" fmla="*/ 250657 h 250657"/>
              <a:gd name="connsiteX39" fmla="*/ 18799 w 250657"/>
              <a:gd name="connsiteY39" fmla="*/ 250657 h 250657"/>
              <a:gd name="connsiteX40" fmla="*/ 0 w 250657"/>
              <a:gd name="connsiteY40" fmla="*/ 231858 h 250657"/>
              <a:gd name="connsiteX41" fmla="*/ 0 w 250657"/>
              <a:gd name="connsiteY41" fmla="*/ 18799 h 250657"/>
              <a:gd name="connsiteX42" fmla="*/ 18799 w 250657"/>
              <a:gd name="connsiteY42" fmla="*/ 0 h 250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0657" h="250657">
                <a:moveTo>
                  <a:pt x="70498" y="159168"/>
                </a:moveTo>
                <a:lnTo>
                  <a:pt x="180161" y="159168"/>
                </a:lnTo>
                <a:cubicBezTo>
                  <a:pt x="186208" y="159168"/>
                  <a:pt x="191127" y="164087"/>
                  <a:pt x="191127" y="170134"/>
                </a:cubicBezTo>
                <a:cubicBezTo>
                  <a:pt x="191127" y="176181"/>
                  <a:pt x="186208" y="181100"/>
                  <a:pt x="180161" y="181100"/>
                </a:cubicBezTo>
                <a:lnTo>
                  <a:pt x="70498" y="181100"/>
                </a:lnTo>
                <a:cubicBezTo>
                  <a:pt x="64451" y="181100"/>
                  <a:pt x="59532" y="176181"/>
                  <a:pt x="59532" y="170134"/>
                </a:cubicBezTo>
                <a:cubicBezTo>
                  <a:pt x="59532" y="164087"/>
                  <a:pt x="64451" y="159168"/>
                  <a:pt x="70498" y="159168"/>
                </a:cubicBezTo>
                <a:close/>
                <a:moveTo>
                  <a:pt x="156035" y="37599"/>
                </a:moveTo>
                <a:cubicBezTo>
                  <a:pt x="161236" y="37599"/>
                  <a:pt x="165435" y="41798"/>
                  <a:pt x="165435" y="46999"/>
                </a:cubicBezTo>
                <a:lnTo>
                  <a:pt x="165435" y="81464"/>
                </a:lnTo>
                <a:cubicBezTo>
                  <a:pt x="165435" y="86665"/>
                  <a:pt x="161236" y="90864"/>
                  <a:pt x="156035" y="90864"/>
                </a:cubicBezTo>
                <a:cubicBezTo>
                  <a:pt x="150834" y="90864"/>
                  <a:pt x="146635" y="86665"/>
                  <a:pt x="146635" y="81464"/>
                </a:cubicBezTo>
                <a:lnTo>
                  <a:pt x="146635" y="46999"/>
                </a:lnTo>
                <a:cubicBezTo>
                  <a:pt x="146635" y="41798"/>
                  <a:pt x="150834" y="37599"/>
                  <a:pt x="156035" y="37599"/>
                </a:cubicBezTo>
                <a:close/>
                <a:moveTo>
                  <a:pt x="68931" y="21932"/>
                </a:moveTo>
                <a:lnTo>
                  <a:pt x="68931" y="102143"/>
                </a:lnTo>
                <a:cubicBezTo>
                  <a:pt x="68931" y="104555"/>
                  <a:pt x="70905" y="106529"/>
                  <a:pt x="73317" y="106529"/>
                </a:cubicBezTo>
                <a:lnTo>
                  <a:pt x="177340" y="106529"/>
                </a:lnTo>
                <a:cubicBezTo>
                  <a:pt x="179752" y="106529"/>
                  <a:pt x="181726" y="104555"/>
                  <a:pt x="181726" y="102143"/>
                </a:cubicBezTo>
                <a:lnTo>
                  <a:pt x="181726" y="21932"/>
                </a:lnTo>
                <a:close/>
                <a:moveTo>
                  <a:pt x="31332" y="21932"/>
                </a:moveTo>
                <a:cubicBezTo>
                  <a:pt x="26131" y="21932"/>
                  <a:pt x="21932" y="26131"/>
                  <a:pt x="21932" y="31332"/>
                </a:cubicBezTo>
                <a:lnTo>
                  <a:pt x="21932" y="219325"/>
                </a:lnTo>
                <a:cubicBezTo>
                  <a:pt x="21932" y="224526"/>
                  <a:pt x="26131" y="228725"/>
                  <a:pt x="31332" y="228725"/>
                </a:cubicBezTo>
                <a:lnTo>
                  <a:pt x="219325" y="228725"/>
                </a:lnTo>
                <a:cubicBezTo>
                  <a:pt x="224526" y="228725"/>
                  <a:pt x="228725" y="224526"/>
                  <a:pt x="228725" y="219325"/>
                </a:cubicBezTo>
                <a:lnTo>
                  <a:pt x="228725" y="31332"/>
                </a:lnTo>
                <a:cubicBezTo>
                  <a:pt x="228725" y="26131"/>
                  <a:pt x="224526" y="21932"/>
                  <a:pt x="219325" y="21932"/>
                </a:cubicBezTo>
                <a:lnTo>
                  <a:pt x="203659" y="21932"/>
                </a:lnTo>
                <a:lnTo>
                  <a:pt x="203659" y="115929"/>
                </a:lnTo>
                <a:cubicBezTo>
                  <a:pt x="203659" y="121130"/>
                  <a:pt x="199460" y="125329"/>
                  <a:pt x="194259" y="125329"/>
                </a:cubicBezTo>
                <a:lnTo>
                  <a:pt x="56398" y="125329"/>
                </a:lnTo>
                <a:cubicBezTo>
                  <a:pt x="51197" y="125329"/>
                  <a:pt x="46998" y="121130"/>
                  <a:pt x="46998" y="115929"/>
                </a:cubicBezTo>
                <a:lnTo>
                  <a:pt x="46998" y="21932"/>
                </a:lnTo>
                <a:close/>
                <a:moveTo>
                  <a:pt x="18799" y="0"/>
                </a:moveTo>
                <a:lnTo>
                  <a:pt x="231858" y="0"/>
                </a:lnTo>
                <a:cubicBezTo>
                  <a:pt x="242229" y="0"/>
                  <a:pt x="250657" y="8428"/>
                  <a:pt x="250657" y="18799"/>
                </a:cubicBezTo>
                <a:lnTo>
                  <a:pt x="250657" y="231858"/>
                </a:lnTo>
                <a:cubicBezTo>
                  <a:pt x="250657" y="242229"/>
                  <a:pt x="242229" y="250657"/>
                  <a:pt x="231858" y="250657"/>
                </a:cubicBezTo>
                <a:lnTo>
                  <a:pt x="18799" y="250657"/>
                </a:lnTo>
                <a:cubicBezTo>
                  <a:pt x="8428" y="250657"/>
                  <a:pt x="0" y="242229"/>
                  <a:pt x="0" y="231858"/>
                </a:cubicBezTo>
                <a:lnTo>
                  <a:pt x="0" y="18799"/>
                </a:lnTo>
                <a:cubicBezTo>
                  <a:pt x="0" y="8428"/>
                  <a:pt x="8428" y="0"/>
                  <a:pt x="18799" y="0"/>
                </a:cubicBezTo>
                <a:close/>
              </a:path>
            </a:pathLst>
          </a:custGeom>
          <a:solidFill>
            <a:schemeClr val="accent1"/>
          </a:solidFill>
          <a:ln w="307" cap="flat">
            <a:noFill/>
            <a:prstDash val="solid"/>
            <a:miter/>
          </a:ln>
        </p:spPr>
        <p:txBody>
          <a:bodyPr rtlCol="0" anchor="ctr"/>
          <a:lstStyle/>
          <a:p>
            <a:endParaRPr lang="zh-CN" altLang="en-US"/>
          </a:p>
        </p:txBody>
      </p:sp>
      <p:sp>
        <p:nvSpPr>
          <p:cNvPr id="118" name="图形 190">
            <a:extLst>
              <a:ext uri="{FF2B5EF4-FFF2-40B4-BE49-F238E27FC236}">
                <a16:creationId xmlns:a16="http://schemas.microsoft.com/office/drawing/2014/main" id="{FACFED11-F806-3AD8-5086-8AF5CC69FD48}"/>
              </a:ext>
            </a:extLst>
          </p:cNvPr>
          <p:cNvSpPr/>
          <p:nvPr/>
        </p:nvSpPr>
        <p:spPr>
          <a:xfrm>
            <a:off x="5341856" y="5202119"/>
            <a:ext cx="328690" cy="255449"/>
          </a:xfrm>
          <a:custGeom>
            <a:avLst/>
            <a:gdLst>
              <a:gd name="connsiteX0" fmla="*/ 312873 w 320940"/>
              <a:gd name="connsiteY0" fmla="*/ 0 h 320841"/>
              <a:gd name="connsiteX1" fmla="*/ 54997 w 320940"/>
              <a:gd name="connsiteY1" fmla="*/ 0 h 320841"/>
              <a:gd name="connsiteX2" fmla="*/ 46929 w 320940"/>
              <a:gd name="connsiteY2" fmla="*/ 9438 h 320841"/>
              <a:gd name="connsiteX3" fmla="*/ 46929 w 320940"/>
              <a:gd name="connsiteY3" fmla="*/ 144635 h 320841"/>
              <a:gd name="connsiteX4" fmla="*/ 54997 w 320940"/>
              <a:gd name="connsiteY4" fmla="*/ 154073 h 320841"/>
              <a:gd name="connsiteX5" fmla="*/ 63064 w 320940"/>
              <a:gd name="connsiteY5" fmla="*/ 144635 h 320841"/>
              <a:gd name="connsiteX6" fmla="*/ 63064 w 320940"/>
              <a:gd name="connsiteY6" fmla="*/ 18877 h 320841"/>
              <a:gd name="connsiteX7" fmla="*/ 304805 w 320940"/>
              <a:gd name="connsiteY7" fmla="*/ 18877 h 320841"/>
              <a:gd name="connsiteX8" fmla="*/ 304805 w 320940"/>
              <a:gd name="connsiteY8" fmla="*/ 301964 h 320841"/>
              <a:gd name="connsiteX9" fmla="*/ 63064 w 320940"/>
              <a:gd name="connsiteY9" fmla="*/ 301964 h 320841"/>
              <a:gd name="connsiteX10" fmla="*/ 63064 w 320940"/>
              <a:gd name="connsiteY10" fmla="*/ 208995 h 320841"/>
              <a:gd name="connsiteX11" fmla="*/ 89147 w 320940"/>
              <a:gd name="connsiteY11" fmla="*/ 208995 h 320841"/>
              <a:gd name="connsiteX12" fmla="*/ 96835 w 320940"/>
              <a:gd name="connsiteY12" fmla="*/ 202417 h 320841"/>
              <a:gd name="connsiteX13" fmla="*/ 109558 w 320940"/>
              <a:gd name="connsiteY13" fmla="*/ 155555 h 320841"/>
              <a:gd name="connsiteX14" fmla="*/ 152155 w 320940"/>
              <a:gd name="connsiteY14" fmla="*/ 263073 h 320841"/>
              <a:gd name="connsiteX15" fmla="*/ 159472 w 320940"/>
              <a:gd name="connsiteY15" fmla="*/ 268524 h 320841"/>
              <a:gd name="connsiteX16" fmla="*/ 159770 w 320940"/>
              <a:gd name="connsiteY16" fmla="*/ 268524 h 320841"/>
              <a:gd name="connsiteX17" fmla="*/ 167031 w 320940"/>
              <a:gd name="connsiteY17" fmla="*/ 262417 h 320841"/>
              <a:gd name="connsiteX18" fmla="*/ 205300 w 320940"/>
              <a:gd name="connsiteY18" fmla="*/ 143554 h 320841"/>
              <a:gd name="connsiteX19" fmla="*/ 220205 w 320940"/>
              <a:gd name="connsiteY19" fmla="*/ 202738 h 320841"/>
              <a:gd name="connsiteX20" fmla="*/ 227933 w 320940"/>
              <a:gd name="connsiteY20" fmla="*/ 209533 h 320841"/>
              <a:gd name="connsiteX21" fmla="*/ 279437 w 320940"/>
              <a:gd name="connsiteY21" fmla="*/ 209533 h 320841"/>
              <a:gd name="connsiteX22" fmla="*/ 287505 w 320940"/>
              <a:gd name="connsiteY22" fmla="*/ 200095 h 320841"/>
              <a:gd name="connsiteX23" fmla="*/ 279437 w 320940"/>
              <a:gd name="connsiteY23" fmla="*/ 190657 h 320841"/>
              <a:gd name="connsiteX24" fmla="*/ 233960 w 320940"/>
              <a:gd name="connsiteY24" fmla="*/ 190657 h 320841"/>
              <a:gd name="connsiteX25" fmla="*/ 213964 w 320940"/>
              <a:gd name="connsiteY25" fmla="*/ 111218 h 320841"/>
              <a:gd name="connsiteX26" fmla="*/ 203944 w 320940"/>
              <a:gd name="connsiteY26" fmla="*/ 104835 h 320841"/>
              <a:gd name="connsiteX27" fmla="*/ 198676 w 320940"/>
              <a:gd name="connsiteY27" fmla="*/ 110562 h 320841"/>
              <a:gd name="connsiteX28" fmla="*/ 158706 w 320940"/>
              <a:gd name="connsiteY28" fmla="*/ 234715 h 320841"/>
              <a:gd name="connsiteX29" fmla="*/ 115467 w 320940"/>
              <a:gd name="connsiteY29" fmla="*/ 125564 h 320841"/>
              <a:gd name="connsiteX30" fmla="*/ 104767 w 320940"/>
              <a:gd name="connsiteY30" fmla="*/ 120933 h 320841"/>
              <a:gd name="connsiteX31" fmla="*/ 100441 w 320940"/>
              <a:gd name="connsiteY31" fmla="*/ 126678 h 320841"/>
              <a:gd name="connsiteX32" fmla="*/ 83237 w 320940"/>
              <a:gd name="connsiteY32" fmla="*/ 190095 h 320841"/>
              <a:gd name="connsiteX33" fmla="*/ 63068 w 320940"/>
              <a:gd name="connsiteY33" fmla="*/ 190095 h 320841"/>
              <a:gd name="connsiteX34" fmla="*/ 63068 w 320940"/>
              <a:gd name="connsiteY34" fmla="*/ 184715 h 320841"/>
              <a:gd name="connsiteX35" fmla="*/ 55001 w 320940"/>
              <a:gd name="connsiteY35" fmla="*/ 175277 h 320841"/>
              <a:gd name="connsiteX36" fmla="*/ 46933 w 320940"/>
              <a:gd name="connsiteY36" fmla="*/ 184715 h 320841"/>
              <a:gd name="connsiteX37" fmla="*/ 46933 w 320940"/>
              <a:gd name="connsiteY37" fmla="*/ 190095 h 320841"/>
              <a:gd name="connsiteX38" fmla="*/ 8068 w 320940"/>
              <a:gd name="connsiteY38" fmla="*/ 190095 h 320841"/>
              <a:gd name="connsiteX39" fmla="*/ 0 w 320940"/>
              <a:gd name="connsiteY39" fmla="*/ 199533 h 320841"/>
              <a:gd name="connsiteX40" fmla="*/ 8068 w 320940"/>
              <a:gd name="connsiteY40" fmla="*/ 208972 h 320841"/>
              <a:gd name="connsiteX41" fmla="*/ 46929 w 320940"/>
              <a:gd name="connsiteY41" fmla="*/ 208972 h 320841"/>
              <a:gd name="connsiteX42" fmla="*/ 46929 w 320940"/>
              <a:gd name="connsiteY42" fmla="*/ 311403 h 320841"/>
              <a:gd name="connsiteX43" fmla="*/ 54997 w 320940"/>
              <a:gd name="connsiteY43" fmla="*/ 320841 h 320841"/>
              <a:gd name="connsiteX44" fmla="*/ 312873 w 320940"/>
              <a:gd name="connsiteY44" fmla="*/ 320841 h 320841"/>
              <a:gd name="connsiteX45" fmla="*/ 320941 w 320940"/>
              <a:gd name="connsiteY45" fmla="*/ 311403 h 320841"/>
              <a:gd name="connsiteX46" fmla="*/ 320941 w 320940"/>
              <a:gd name="connsiteY46" fmla="*/ 9438 h 320841"/>
              <a:gd name="connsiteX47" fmla="*/ 312873 w 320940"/>
              <a:gd name="connsiteY47" fmla="*/ 0 h 32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20940" h="320841">
                <a:moveTo>
                  <a:pt x="312873" y="0"/>
                </a:moveTo>
                <a:lnTo>
                  <a:pt x="54997" y="0"/>
                </a:lnTo>
                <a:cubicBezTo>
                  <a:pt x="50541" y="0"/>
                  <a:pt x="46929" y="4226"/>
                  <a:pt x="46929" y="9438"/>
                </a:cubicBezTo>
                <a:lnTo>
                  <a:pt x="46929" y="144635"/>
                </a:lnTo>
                <a:cubicBezTo>
                  <a:pt x="46929" y="149847"/>
                  <a:pt x="50541" y="154073"/>
                  <a:pt x="54997" y="154073"/>
                </a:cubicBezTo>
                <a:cubicBezTo>
                  <a:pt x="59452" y="154073"/>
                  <a:pt x="63064" y="149847"/>
                  <a:pt x="63064" y="144635"/>
                </a:cubicBezTo>
                <a:lnTo>
                  <a:pt x="63064" y="18877"/>
                </a:lnTo>
                <a:lnTo>
                  <a:pt x="304805" y="18877"/>
                </a:lnTo>
                <a:lnTo>
                  <a:pt x="304805" y="301964"/>
                </a:lnTo>
                <a:lnTo>
                  <a:pt x="63064" y="301964"/>
                </a:lnTo>
                <a:lnTo>
                  <a:pt x="63064" y="208995"/>
                </a:lnTo>
                <a:lnTo>
                  <a:pt x="89147" y="208995"/>
                </a:lnTo>
                <a:cubicBezTo>
                  <a:pt x="92661" y="208996"/>
                  <a:pt x="95771" y="206335"/>
                  <a:pt x="96835" y="202417"/>
                </a:cubicBezTo>
                <a:lnTo>
                  <a:pt x="109558" y="155555"/>
                </a:lnTo>
                <a:lnTo>
                  <a:pt x="152155" y="263073"/>
                </a:lnTo>
                <a:cubicBezTo>
                  <a:pt x="153480" y="266400"/>
                  <a:pt x="156334" y="268526"/>
                  <a:pt x="159472" y="268524"/>
                </a:cubicBezTo>
                <a:lnTo>
                  <a:pt x="159770" y="268524"/>
                </a:lnTo>
                <a:cubicBezTo>
                  <a:pt x="163022" y="268387"/>
                  <a:pt x="165885" y="265979"/>
                  <a:pt x="167031" y="262417"/>
                </a:cubicBezTo>
                <a:lnTo>
                  <a:pt x="205300" y="143554"/>
                </a:lnTo>
                <a:lnTo>
                  <a:pt x="220205" y="202738"/>
                </a:lnTo>
                <a:cubicBezTo>
                  <a:pt x="221207" y="206758"/>
                  <a:pt x="224354" y="209525"/>
                  <a:pt x="227933" y="209533"/>
                </a:cubicBezTo>
                <a:lnTo>
                  <a:pt x="279437" y="209533"/>
                </a:lnTo>
                <a:cubicBezTo>
                  <a:pt x="283893" y="209533"/>
                  <a:pt x="287505" y="205308"/>
                  <a:pt x="287505" y="200095"/>
                </a:cubicBezTo>
                <a:cubicBezTo>
                  <a:pt x="287505" y="194882"/>
                  <a:pt x="283893" y="190657"/>
                  <a:pt x="279437" y="190657"/>
                </a:cubicBezTo>
                <a:lnTo>
                  <a:pt x="233960" y="190657"/>
                </a:lnTo>
                <a:lnTo>
                  <a:pt x="213964" y="111218"/>
                </a:lnTo>
                <a:cubicBezTo>
                  <a:pt x="212704" y="106218"/>
                  <a:pt x="208218" y="103360"/>
                  <a:pt x="203944" y="104835"/>
                </a:cubicBezTo>
                <a:cubicBezTo>
                  <a:pt x="201518" y="105672"/>
                  <a:pt x="199568" y="107792"/>
                  <a:pt x="198676" y="110562"/>
                </a:cubicBezTo>
                <a:lnTo>
                  <a:pt x="158706" y="234715"/>
                </a:lnTo>
                <a:lnTo>
                  <a:pt x="115467" y="125564"/>
                </a:lnTo>
                <a:cubicBezTo>
                  <a:pt x="113606" y="120829"/>
                  <a:pt x="108815" y="118755"/>
                  <a:pt x="104767" y="120933"/>
                </a:cubicBezTo>
                <a:cubicBezTo>
                  <a:pt x="102696" y="122047"/>
                  <a:pt x="101125" y="124134"/>
                  <a:pt x="100441" y="126678"/>
                </a:cubicBezTo>
                <a:lnTo>
                  <a:pt x="83237" y="190095"/>
                </a:lnTo>
                <a:lnTo>
                  <a:pt x="63068" y="190095"/>
                </a:lnTo>
                <a:lnTo>
                  <a:pt x="63068" y="184715"/>
                </a:lnTo>
                <a:cubicBezTo>
                  <a:pt x="63068" y="179502"/>
                  <a:pt x="59456" y="175277"/>
                  <a:pt x="55001" y="175277"/>
                </a:cubicBezTo>
                <a:cubicBezTo>
                  <a:pt x="50545" y="175277"/>
                  <a:pt x="46933" y="179502"/>
                  <a:pt x="46933" y="184715"/>
                </a:cubicBezTo>
                <a:lnTo>
                  <a:pt x="46933" y="190095"/>
                </a:lnTo>
                <a:lnTo>
                  <a:pt x="8068" y="190095"/>
                </a:lnTo>
                <a:cubicBezTo>
                  <a:pt x="3612" y="190095"/>
                  <a:pt x="0" y="194321"/>
                  <a:pt x="0" y="199533"/>
                </a:cubicBezTo>
                <a:cubicBezTo>
                  <a:pt x="0" y="204746"/>
                  <a:pt x="3612" y="208972"/>
                  <a:pt x="8068" y="208972"/>
                </a:cubicBezTo>
                <a:lnTo>
                  <a:pt x="46929" y="208972"/>
                </a:lnTo>
                <a:lnTo>
                  <a:pt x="46929" y="311403"/>
                </a:lnTo>
                <a:cubicBezTo>
                  <a:pt x="46929" y="316615"/>
                  <a:pt x="50541" y="320841"/>
                  <a:pt x="54997" y="320841"/>
                </a:cubicBezTo>
                <a:lnTo>
                  <a:pt x="312873" y="320841"/>
                </a:lnTo>
                <a:cubicBezTo>
                  <a:pt x="317329" y="320841"/>
                  <a:pt x="320941" y="316615"/>
                  <a:pt x="320941" y="311403"/>
                </a:cubicBezTo>
                <a:lnTo>
                  <a:pt x="320941" y="9438"/>
                </a:lnTo>
                <a:cubicBezTo>
                  <a:pt x="320941" y="4226"/>
                  <a:pt x="317329" y="0"/>
                  <a:pt x="312873" y="0"/>
                </a:cubicBezTo>
                <a:close/>
              </a:path>
            </a:pathLst>
          </a:custGeom>
          <a:solidFill>
            <a:schemeClr val="accent1"/>
          </a:solidFill>
          <a:ln w="6350" cap="flat">
            <a:solidFill>
              <a:schemeClr val="accent1"/>
            </a:solidFill>
            <a:prstDash val="solid"/>
            <a:miter/>
          </a:ln>
        </p:spPr>
        <p:txBody>
          <a:bodyPr rtlCol="0" anchor="ctr"/>
          <a:lstStyle/>
          <a:p>
            <a:endParaRPr lang="zh-CN" altLang="en-US"/>
          </a:p>
        </p:txBody>
      </p:sp>
      <p:sp>
        <p:nvSpPr>
          <p:cNvPr id="119" name="任意多边形: 形状 118">
            <a:extLst>
              <a:ext uri="{FF2B5EF4-FFF2-40B4-BE49-F238E27FC236}">
                <a16:creationId xmlns:a16="http://schemas.microsoft.com/office/drawing/2014/main" id="{984C7B3A-0E6D-354B-6171-AE2019198690}"/>
              </a:ext>
            </a:extLst>
          </p:cNvPr>
          <p:cNvSpPr/>
          <p:nvPr/>
        </p:nvSpPr>
        <p:spPr>
          <a:xfrm>
            <a:off x="6565278" y="5185579"/>
            <a:ext cx="253497" cy="275610"/>
          </a:xfrm>
          <a:custGeom>
            <a:avLst/>
            <a:gdLst>
              <a:gd name="connsiteX0" fmla="*/ 163887 w 253497"/>
              <a:gd name="connsiteY0" fmla="*/ 199217 h 275610"/>
              <a:gd name="connsiteX1" fmla="*/ 175423 w 253497"/>
              <a:gd name="connsiteY1" fmla="*/ 211384 h 275610"/>
              <a:gd name="connsiteX2" fmla="*/ 175423 w 253497"/>
              <a:gd name="connsiteY2" fmla="*/ 261502 h 275610"/>
              <a:gd name="connsiteX3" fmla="*/ 162118 w 253497"/>
              <a:gd name="connsiteY3" fmla="*/ 275610 h 275610"/>
              <a:gd name="connsiteX4" fmla="*/ 162083 w 253497"/>
              <a:gd name="connsiteY4" fmla="*/ 275610 h 275610"/>
              <a:gd name="connsiteX5" fmla="*/ 162065 w 253497"/>
              <a:gd name="connsiteY5" fmla="*/ 275610 h 275610"/>
              <a:gd name="connsiteX6" fmla="*/ 148957 w 253497"/>
              <a:gd name="connsiteY6" fmla="*/ 261714 h 275610"/>
              <a:gd name="connsiteX7" fmla="*/ 148959 w 253497"/>
              <a:gd name="connsiteY7" fmla="*/ 261502 h 275610"/>
              <a:gd name="connsiteX8" fmla="*/ 148959 w 253497"/>
              <a:gd name="connsiteY8" fmla="*/ 211384 h 275610"/>
              <a:gd name="connsiteX9" fmla="*/ 163887 w 253497"/>
              <a:gd name="connsiteY9" fmla="*/ 199217 h 275610"/>
              <a:gd name="connsiteX10" fmla="*/ 28690 w 253497"/>
              <a:gd name="connsiteY10" fmla="*/ 173556 h 275610"/>
              <a:gd name="connsiteX11" fmla="*/ 43754 w 253497"/>
              <a:gd name="connsiteY11" fmla="*/ 185578 h 275610"/>
              <a:gd name="connsiteX12" fmla="*/ 43754 w 253497"/>
              <a:gd name="connsiteY12" fmla="*/ 189444 h 275610"/>
              <a:gd name="connsiteX13" fmla="*/ 43754 w 253497"/>
              <a:gd name="connsiteY13" fmla="*/ 261502 h 275610"/>
              <a:gd name="connsiteX14" fmla="*/ 30450 w 253497"/>
              <a:gd name="connsiteY14" fmla="*/ 275610 h 275610"/>
              <a:gd name="connsiteX15" fmla="*/ 30414 w 253497"/>
              <a:gd name="connsiteY15" fmla="*/ 275610 h 275610"/>
              <a:gd name="connsiteX16" fmla="*/ 17288 w 253497"/>
              <a:gd name="connsiteY16" fmla="*/ 261732 h 275610"/>
              <a:gd name="connsiteX17" fmla="*/ 17290 w 253497"/>
              <a:gd name="connsiteY17" fmla="*/ 261502 h 275610"/>
              <a:gd name="connsiteX18" fmla="*/ 17290 w 253497"/>
              <a:gd name="connsiteY18" fmla="*/ 189444 h 275610"/>
              <a:gd name="connsiteX19" fmla="*/ 28690 w 253497"/>
              <a:gd name="connsiteY19" fmla="*/ 173556 h 275610"/>
              <a:gd name="connsiteX20" fmla="*/ 226250 w 253497"/>
              <a:gd name="connsiteY20" fmla="*/ 153273 h 275610"/>
              <a:gd name="connsiteX21" fmla="*/ 241257 w 253497"/>
              <a:gd name="connsiteY21" fmla="*/ 165375 h 275610"/>
              <a:gd name="connsiteX22" fmla="*/ 241257 w 253497"/>
              <a:gd name="connsiteY22" fmla="*/ 169100 h 275610"/>
              <a:gd name="connsiteX23" fmla="*/ 241257 w 253497"/>
              <a:gd name="connsiteY23" fmla="*/ 262662 h 275610"/>
              <a:gd name="connsiteX24" fmla="*/ 227917 w 253497"/>
              <a:gd name="connsiteY24" fmla="*/ 275591 h 275610"/>
              <a:gd name="connsiteX25" fmla="*/ 227899 w 253497"/>
              <a:gd name="connsiteY25" fmla="*/ 275610 h 275610"/>
              <a:gd name="connsiteX26" fmla="*/ 214774 w 253497"/>
              <a:gd name="connsiteY26" fmla="*/ 261732 h 275610"/>
              <a:gd name="connsiteX27" fmla="*/ 214776 w 253497"/>
              <a:gd name="connsiteY27" fmla="*/ 261502 h 275610"/>
              <a:gd name="connsiteX28" fmla="*/ 214776 w 253497"/>
              <a:gd name="connsiteY28" fmla="*/ 169100 h 275610"/>
              <a:gd name="connsiteX29" fmla="*/ 226250 w 253497"/>
              <a:gd name="connsiteY29" fmla="*/ 153273 h 275610"/>
              <a:gd name="connsiteX30" fmla="*/ 98052 w 253497"/>
              <a:gd name="connsiteY30" fmla="*/ 135220 h 275610"/>
              <a:gd name="connsiteX31" fmla="*/ 109588 w 253497"/>
              <a:gd name="connsiteY31" fmla="*/ 147387 h 275610"/>
              <a:gd name="connsiteX32" fmla="*/ 109588 w 253497"/>
              <a:gd name="connsiteY32" fmla="*/ 261274 h 275610"/>
              <a:gd name="connsiteX33" fmla="*/ 96503 w 253497"/>
              <a:gd name="connsiteY33" fmla="*/ 275607 h 275610"/>
              <a:gd name="connsiteX34" fmla="*/ 96248 w 253497"/>
              <a:gd name="connsiteY34" fmla="*/ 275610 h 275610"/>
              <a:gd name="connsiteX35" fmla="*/ 96230 w 253497"/>
              <a:gd name="connsiteY35" fmla="*/ 275610 h 275610"/>
              <a:gd name="connsiteX36" fmla="*/ 83123 w 253497"/>
              <a:gd name="connsiteY36" fmla="*/ 261713 h 275610"/>
              <a:gd name="connsiteX37" fmla="*/ 83125 w 253497"/>
              <a:gd name="connsiteY37" fmla="*/ 261502 h 275610"/>
              <a:gd name="connsiteX38" fmla="*/ 83125 w 253497"/>
              <a:gd name="connsiteY38" fmla="*/ 147387 h 275610"/>
              <a:gd name="connsiteX39" fmla="*/ 98052 w 253497"/>
              <a:gd name="connsiteY39" fmla="*/ 135220 h 275610"/>
              <a:gd name="connsiteX40" fmla="*/ 189628 w 253497"/>
              <a:gd name="connsiteY40" fmla="*/ 0 h 275610"/>
              <a:gd name="connsiteX41" fmla="*/ 240157 w 253497"/>
              <a:gd name="connsiteY41" fmla="*/ 0 h 275610"/>
              <a:gd name="connsiteX42" fmla="*/ 253497 w 253497"/>
              <a:gd name="connsiteY42" fmla="*/ 13841 h 275610"/>
              <a:gd name="connsiteX43" fmla="*/ 253497 w 253497"/>
              <a:gd name="connsiteY43" fmla="*/ 66754 h 275610"/>
              <a:gd name="connsiteX44" fmla="*/ 240157 w 253497"/>
              <a:gd name="connsiteY44" fmla="*/ 80633 h 275610"/>
              <a:gd name="connsiteX45" fmla="*/ 240157 w 253497"/>
              <a:gd name="connsiteY45" fmla="*/ 80614 h 275610"/>
              <a:gd name="connsiteX46" fmla="*/ 226817 w 253497"/>
              <a:gd name="connsiteY46" fmla="*/ 66754 h 275610"/>
              <a:gd name="connsiteX47" fmla="*/ 226817 w 253497"/>
              <a:gd name="connsiteY47" fmla="*/ 49452 h 275610"/>
              <a:gd name="connsiteX48" fmla="*/ 170159 w 253497"/>
              <a:gd name="connsiteY48" fmla="*/ 99798 h 275610"/>
              <a:gd name="connsiteX49" fmla="*/ 153322 w 253497"/>
              <a:gd name="connsiteY49" fmla="*/ 99798 h 275610"/>
              <a:gd name="connsiteX50" fmla="*/ 109588 w 253497"/>
              <a:gd name="connsiteY50" fmla="*/ 61906 h 275610"/>
              <a:gd name="connsiteX51" fmla="*/ 22085 w 253497"/>
              <a:gd name="connsiteY51" fmla="*/ 132824 h 275610"/>
              <a:gd name="connsiteX52" fmla="*/ 13126 w 253497"/>
              <a:gd name="connsiteY52" fmla="*/ 135827 h 275610"/>
              <a:gd name="connsiteX53" fmla="*/ 2418 w 253497"/>
              <a:gd name="connsiteY53" fmla="*/ 130295 h 275610"/>
              <a:gd name="connsiteX54" fmla="*/ 5699 w 253497"/>
              <a:gd name="connsiteY54" fmla="*/ 110654 h 275610"/>
              <a:gd name="connsiteX55" fmla="*/ 100827 w 253497"/>
              <a:gd name="connsiteY55" fmla="*/ 33273 h 275610"/>
              <a:gd name="connsiteX56" fmla="*/ 117232 w 253497"/>
              <a:gd name="connsiteY56" fmla="*/ 33273 h 275610"/>
              <a:gd name="connsiteX57" fmla="*/ 160983 w 253497"/>
              <a:gd name="connsiteY57" fmla="*/ 70918 h 275610"/>
              <a:gd name="connsiteX58" fmla="*/ 209825 w 253497"/>
              <a:gd name="connsiteY58" fmla="*/ 27949 h 275610"/>
              <a:gd name="connsiteX59" fmla="*/ 189628 w 253497"/>
              <a:gd name="connsiteY59" fmla="*/ 27949 h 275610"/>
              <a:gd name="connsiteX60" fmla="*/ 178075 w 253497"/>
              <a:gd name="connsiteY60" fmla="*/ 12185 h 275610"/>
              <a:gd name="connsiteX61" fmla="*/ 189628 w 253497"/>
              <a:gd name="connsiteY61" fmla="*/ 0 h 275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53497" h="275610">
                <a:moveTo>
                  <a:pt x="163887" y="199217"/>
                </a:moveTo>
                <a:cubicBezTo>
                  <a:pt x="169909" y="200031"/>
                  <a:pt x="174651" y="205032"/>
                  <a:pt x="175423" y="211384"/>
                </a:cubicBezTo>
                <a:lnTo>
                  <a:pt x="175423" y="261502"/>
                </a:lnTo>
                <a:cubicBezTo>
                  <a:pt x="175442" y="269273"/>
                  <a:pt x="169486" y="275589"/>
                  <a:pt x="162118" y="275610"/>
                </a:cubicBezTo>
                <a:cubicBezTo>
                  <a:pt x="162107" y="275610"/>
                  <a:pt x="162095" y="275610"/>
                  <a:pt x="162083" y="275610"/>
                </a:cubicBezTo>
                <a:lnTo>
                  <a:pt x="162065" y="275610"/>
                </a:lnTo>
                <a:cubicBezTo>
                  <a:pt x="154807" y="275590"/>
                  <a:pt x="148938" y="269369"/>
                  <a:pt x="148957" y="261714"/>
                </a:cubicBezTo>
                <a:cubicBezTo>
                  <a:pt x="148957" y="261643"/>
                  <a:pt x="148958" y="261573"/>
                  <a:pt x="148959" y="261502"/>
                </a:cubicBezTo>
                <a:lnTo>
                  <a:pt x="148959" y="211384"/>
                </a:lnTo>
                <a:cubicBezTo>
                  <a:pt x="149896" y="203677"/>
                  <a:pt x="156579" y="198230"/>
                  <a:pt x="163887" y="199217"/>
                </a:cubicBezTo>
                <a:close/>
                <a:moveTo>
                  <a:pt x="28690" y="173556"/>
                </a:moveTo>
                <a:cubicBezTo>
                  <a:pt x="35997" y="172488"/>
                  <a:pt x="42742" y="177871"/>
                  <a:pt x="43754" y="185578"/>
                </a:cubicBezTo>
                <a:cubicBezTo>
                  <a:pt x="43922" y="186861"/>
                  <a:pt x="43922" y="188161"/>
                  <a:pt x="43754" y="189444"/>
                </a:cubicBezTo>
                <a:lnTo>
                  <a:pt x="43754" y="261502"/>
                </a:lnTo>
                <a:cubicBezTo>
                  <a:pt x="43774" y="269273"/>
                  <a:pt x="37817" y="275589"/>
                  <a:pt x="30450" y="275610"/>
                </a:cubicBezTo>
                <a:cubicBezTo>
                  <a:pt x="30438" y="275610"/>
                  <a:pt x="30426" y="275610"/>
                  <a:pt x="30414" y="275610"/>
                </a:cubicBezTo>
                <a:cubicBezTo>
                  <a:pt x="23156" y="275600"/>
                  <a:pt x="17279" y="269387"/>
                  <a:pt x="17288" y="261732"/>
                </a:cubicBezTo>
                <a:cubicBezTo>
                  <a:pt x="17288" y="261656"/>
                  <a:pt x="17289" y="261579"/>
                  <a:pt x="17290" y="261502"/>
                </a:cubicBezTo>
                <a:lnTo>
                  <a:pt x="17290" y="189444"/>
                </a:lnTo>
                <a:cubicBezTo>
                  <a:pt x="16278" y="181736"/>
                  <a:pt x="21382" y="174623"/>
                  <a:pt x="28690" y="173556"/>
                </a:cubicBezTo>
                <a:close/>
                <a:moveTo>
                  <a:pt x="226250" y="153273"/>
                </a:moveTo>
                <a:cubicBezTo>
                  <a:pt x="233563" y="152244"/>
                  <a:pt x="240282" y="157662"/>
                  <a:pt x="241257" y="165375"/>
                </a:cubicBezTo>
                <a:cubicBezTo>
                  <a:pt x="241414" y="166611"/>
                  <a:pt x="241414" y="167864"/>
                  <a:pt x="241257" y="169100"/>
                </a:cubicBezTo>
                <a:lnTo>
                  <a:pt x="241257" y="262662"/>
                </a:lnTo>
                <a:cubicBezTo>
                  <a:pt x="240693" y="269984"/>
                  <a:pt x="234882" y="275615"/>
                  <a:pt x="227917" y="275591"/>
                </a:cubicBezTo>
                <a:lnTo>
                  <a:pt x="227899" y="275610"/>
                </a:lnTo>
                <a:cubicBezTo>
                  <a:pt x="220641" y="275600"/>
                  <a:pt x="214765" y="269387"/>
                  <a:pt x="214774" y="261732"/>
                </a:cubicBezTo>
                <a:cubicBezTo>
                  <a:pt x="214774" y="261656"/>
                  <a:pt x="214774" y="261579"/>
                  <a:pt x="214776" y="261502"/>
                </a:cubicBezTo>
                <a:lnTo>
                  <a:pt x="214776" y="169100"/>
                </a:lnTo>
                <a:cubicBezTo>
                  <a:pt x="213800" y="161387"/>
                  <a:pt x="218938" y="154301"/>
                  <a:pt x="226250" y="153273"/>
                </a:cubicBezTo>
                <a:close/>
                <a:moveTo>
                  <a:pt x="98052" y="135220"/>
                </a:moveTo>
                <a:cubicBezTo>
                  <a:pt x="104075" y="136035"/>
                  <a:pt x="108816" y="141035"/>
                  <a:pt x="109588" y="147387"/>
                </a:cubicBezTo>
                <a:lnTo>
                  <a:pt x="109588" y="261274"/>
                </a:lnTo>
                <a:cubicBezTo>
                  <a:pt x="109728" y="269043"/>
                  <a:pt x="103869" y="275460"/>
                  <a:pt x="96503" y="275607"/>
                </a:cubicBezTo>
                <a:cubicBezTo>
                  <a:pt x="96418" y="275609"/>
                  <a:pt x="96333" y="275610"/>
                  <a:pt x="96248" y="275610"/>
                </a:cubicBezTo>
                <a:lnTo>
                  <a:pt x="96230" y="275610"/>
                </a:lnTo>
                <a:cubicBezTo>
                  <a:pt x="88972" y="275590"/>
                  <a:pt x="83104" y="269368"/>
                  <a:pt x="83123" y="261713"/>
                </a:cubicBezTo>
                <a:cubicBezTo>
                  <a:pt x="83123" y="261643"/>
                  <a:pt x="83123" y="261573"/>
                  <a:pt x="83125" y="261502"/>
                </a:cubicBezTo>
                <a:lnTo>
                  <a:pt x="83125" y="147387"/>
                </a:lnTo>
                <a:cubicBezTo>
                  <a:pt x="84061" y="139680"/>
                  <a:pt x="90744" y="134233"/>
                  <a:pt x="98052" y="135220"/>
                </a:cubicBezTo>
                <a:close/>
                <a:moveTo>
                  <a:pt x="189628" y="0"/>
                </a:moveTo>
                <a:lnTo>
                  <a:pt x="240157" y="0"/>
                </a:lnTo>
                <a:cubicBezTo>
                  <a:pt x="247441" y="-1"/>
                  <a:pt x="253379" y="6160"/>
                  <a:pt x="253497" y="13841"/>
                </a:cubicBezTo>
                <a:lnTo>
                  <a:pt x="253497" y="66754"/>
                </a:lnTo>
                <a:cubicBezTo>
                  <a:pt x="253398" y="74450"/>
                  <a:pt x="247455" y="80634"/>
                  <a:pt x="240157" y="80633"/>
                </a:cubicBezTo>
                <a:lnTo>
                  <a:pt x="240157" y="80614"/>
                </a:lnTo>
                <a:cubicBezTo>
                  <a:pt x="232866" y="80615"/>
                  <a:pt x="226925" y="74443"/>
                  <a:pt x="226817" y="66754"/>
                </a:cubicBezTo>
                <a:lnTo>
                  <a:pt x="226817" y="49452"/>
                </a:lnTo>
                <a:lnTo>
                  <a:pt x="170159" y="99798"/>
                </a:lnTo>
                <a:cubicBezTo>
                  <a:pt x="165289" y="104104"/>
                  <a:pt x="158192" y="104104"/>
                  <a:pt x="153322" y="99798"/>
                </a:cubicBezTo>
                <a:lnTo>
                  <a:pt x="109588" y="61906"/>
                </a:lnTo>
                <a:lnTo>
                  <a:pt x="22085" y="132824"/>
                </a:lnTo>
                <a:cubicBezTo>
                  <a:pt x="19535" y="134921"/>
                  <a:pt x="16357" y="135987"/>
                  <a:pt x="13126" y="135827"/>
                </a:cubicBezTo>
                <a:cubicBezTo>
                  <a:pt x="8923" y="135899"/>
                  <a:pt x="4941" y="133842"/>
                  <a:pt x="2418" y="130295"/>
                </a:cubicBezTo>
                <a:cubicBezTo>
                  <a:pt x="-1815" y="123915"/>
                  <a:pt x="-347" y="115124"/>
                  <a:pt x="5699" y="110654"/>
                </a:cubicBezTo>
                <a:lnTo>
                  <a:pt x="100827" y="33273"/>
                </a:lnTo>
                <a:cubicBezTo>
                  <a:pt x="105673" y="29381"/>
                  <a:pt x="112386" y="29381"/>
                  <a:pt x="117232" y="33273"/>
                </a:cubicBezTo>
                <a:lnTo>
                  <a:pt x="160983" y="70918"/>
                </a:lnTo>
                <a:lnTo>
                  <a:pt x="209825" y="27949"/>
                </a:lnTo>
                <a:lnTo>
                  <a:pt x="189628" y="27949"/>
                </a:lnTo>
                <a:cubicBezTo>
                  <a:pt x="182310" y="26961"/>
                  <a:pt x="177138" y="19903"/>
                  <a:pt x="178075" y="12185"/>
                </a:cubicBezTo>
                <a:cubicBezTo>
                  <a:pt x="178847" y="5823"/>
                  <a:pt x="183596" y="815"/>
                  <a:pt x="189628" y="0"/>
                </a:cubicBezTo>
                <a:close/>
              </a:path>
            </a:pathLst>
          </a:custGeom>
          <a:solidFill>
            <a:schemeClr val="accent1"/>
          </a:solidFill>
          <a:ln w="291" cap="flat">
            <a:noFill/>
            <a:prstDash val="solid"/>
            <a:miter/>
          </a:ln>
        </p:spPr>
        <p:txBody>
          <a:bodyPr rtlCol="0" anchor="ctr"/>
          <a:lstStyle/>
          <a:p>
            <a:endParaRPr lang="zh-CN" altLang="en-US"/>
          </a:p>
        </p:txBody>
      </p:sp>
      <p:sp>
        <p:nvSpPr>
          <p:cNvPr id="120" name="任意多边形: 形状 119">
            <a:extLst>
              <a:ext uri="{FF2B5EF4-FFF2-40B4-BE49-F238E27FC236}">
                <a16:creationId xmlns:a16="http://schemas.microsoft.com/office/drawing/2014/main" id="{A62A3181-1ABE-CE8B-4C92-97946ABD07F7}"/>
              </a:ext>
            </a:extLst>
          </p:cNvPr>
          <p:cNvSpPr/>
          <p:nvPr/>
        </p:nvSpPr>
        <p:spPr>
          <a:xfrm>
            <a:off x="7790590" y="4969581"/>
            <a:ext cx="272409" cy="320641"/>
          </a:xfrm>
          <a:custGeom>
            <a:avLst/>
            <a:gdLst>
              <a:gd name="connsiteX0" fmla="*/ 107794 w 272409"/>
              <a:gd name="connsiteY0" fmla="*/ 260366 h 320641"/>
              <a:gd name="connsiteX1" fmla="*/ 107794 w 272409"/>
              <a:gd name="connsiteY1" fmla="*/ 272923 h 320641"/>
              <a:gd name="connsiteX2" fmla="*/ 95236 w 272409"/>
              <a:gd name="connsiteY2" fmla="*/ 285481 h 320641"/>
              <a:gd name="connsiteX3" fmla="*/ 82679 w 272409"/>
              <a:gd name="connsiteY3" fmla="*/ 285481 h 320641"/>
              <a:gd name="connsiteX4" fmla="*/ 82679 w 272409"/>
              <a:gd name="connsiteY4" fmla="*/ 295527 h 320641"/>
              <a:gd name="connsiteX5" fmla="*/ 191300 w 272409"/>
              <a:gd name="connsiteY5" fmla="*/ 295527 h 320641"/>
              <a:gd name="connsiteX6" fmla="*/ 191300 w 272409"/>
              <a:gd name="connsiteY6" fmla="*/ 285481 h 320641"/>
              <a:gd name="connsiteX7" fmla="*/ 178429 w 272409"/>
              <a:gd name="connsiteY7" fmla="*/ 285481 h 320641"/>
              <a:gd name="connsiteX8" fmla="*/ 165872 w 272409"/>
              <a:gd name="connsiteY8" fmla="*/ 272923 h 320641"/>
              <a:gd name="connsiteX9" fmla="*/ 165872 w 272409"/>
              <a:gd name="connsiteY9" fmla="*/ 260366 h 320641"/>
              <a:gd name="connsiteX10" fmla="*/ 95236 w 272409"/>
              <a:gd name="connsiteY10" fmla="*/ 235251 h 320641"/>
              <a:gd name="connsiteX11" fmla="*/ 178429 w 272409"/>
              <a:gd name="connsiteY11" fmla="*/ 235251 h 320641"/>
              <a:gd name="connsiteX12" fmla="*/ 190986 w 272409"/>
              <a:gd name="connsiteY12" fmla="*/ 247809 h 320641"/>
              <a:gd name="connsiteX13" fmla="*/ 190986 w 272409"/>
              <a:gd name="connsiteY13" fmla="*/ 260366 h 320641"/>
              <a:gd name="connsiteX14" fmla="*/ 203544 w 272409"/>
              <a:gd name="connsiteY14" fmla="*/ 260366 h 320641"/>
              <a:gd name="connsiteX15" fmla="*/ 216101 w 272409"/>
              <a:gd name="connsiteY15" fmla="*/ 272923 h 320641"/>
              <a:gd name="connsiteX16" fmla="*/ 216101 w 272409"/>
              <a:gd name="connsiteY16" fmla="*/ 308084 h 320641"/>
              <a:gd name="connsiteX17" fmla="*/ 203858 w 272409"/>
              <a:gd name="connsiteY17" fmla="*/ 320641 h 320641"/>
              <a:gd name="connsiteX18" fmla="*/ 70122 w 272409"/>
              <a:gd name="connsiteY18" fmla="*/ 320641 h 320641"/>
              <a:gd name="connsiteX19" fmla="*/ 57564 w 272409"/>
              <a:gd name="connsiteY19" fmla="*/ 308084 h 320641"/>
              <a:gd name="connsiteX20" fmla="*/ 57564 w 272409"/>
              <a:gd name="connsiteY20" fmla="*/ 272923 h 320641"/>
              <a:gd name="connsiteX21" fmla="*/ 70122 w 272409"/>
              <a:gd name="connsiteY21" fmla="*/ 260366 h 320641"/>
              <a:gd name="connsiteX22" fmla="*/ 82679 w 272409"/>
              <a:gd name="connsiteY22" fmla="*/ 260366 h 320641"/>
              <a:gd name="connsiteX23" fmla="*/ 82679 w 272409"/>
              <a:gd name="connsiteY23" fmla="*/ 247809 h 320641"/>
              <a:gd name="connsiteX24" fmla="*/ 95236 w 272409"/>
              <a:gd name="connsiteY24" fmla="*/ 235251 h 320641"/>
              <a:gd name="connsiteX25" fmla="*/ 204603 w 272409"/>
              <a:gd name="connsiteY25" fmla="*/ 24876 h 320641"/>
              <a:gd name="connsiteX26" fmla="*/ 174034 w 272409"/>
              <a:gd name="connsiteY26" fmla="*/ 37473 h 320641"/>
              <a:gd name="connsiteX27" fmla="*/ 107480 w 272409"/>
              <a:gd name="connsiteY27" fmla="*/ 104027 h 320641"/>
              <a:gd name="connsiteX28" fmla="*/ 89586 w 272409"/>
              <a:gd name="connsiteY28" fmla="*/ 104027 h 320641"/>
              <a:gd name="connsiteX29" fmla="*/ 89586 w 272409"/>
              <a:gd name="connsiteY29" fmla="*/ 86132 h 320641"/>
              <a:gd name="connsiteX30" fmla="*/ 118221 w 272409"/>
              <a:gd name="connsiteY30" fmla="*/ 57632 h 320641"/>
              <a:gd name="connsiteX31" fmla="*/ 98376 w 272409"/>
              <a:gd name="connsiteY31" fmla="*/ 37786 h 320641"/>
              <a:gd name="connsiteX32" fmla="*/ 37786 w 272409"/>
              <a:gd name="connsiteY32" fmla="*/ 43123 h 320641"/>
              <a:gd name="connsiteX33" fmla="*/ 37786 w 272409"/>
              <a:gd name="connsiteY33" fmla="*/ 98376 h 320641"/>
              <a:gd name="connsiteX34" fmla="*/ 66577 w 272409"/>
              <a:gd name="connsiteY34" fmla="*/ 127258 h 320641"/>
              <a:gd name="connsiteX35" fmla="*/ 66668 w 272409"/>
              <a:gd name="connsiteY35" fmla="*/ 127258 h 320641"/>
              <a:gd name="connsiteX36" fmla="*/ 136206 w 272409"/>
              <a:gd name="connsiteY36" fmla="*/ 196794 h 320641"/>
              <a:gd name="connsiteX37" fmla="*/ 206055 w 272409"/>
              <a:gd name="connsiteY37" fmla="*/ 127258 h 320641"/>
              <a:gd name="connsiteX38" fmla="*/ 206055 w 272409"/>
              <a:gd name="connsiteY38" fmla="*/ 127258 h 320641"/>
              <a:gd name="connsiteX39" fmla="*/ 234937 w 272409"/>
              <a:gd name="connsiteY39" fmla="*/ 98376 h 320641"/>
              <a:gd name="connsiteX40" fmla="*/ 234937 w 272409"/>
              <a:gd name="connsiteY40" fmla="*/ 37473 h 320641"/>
              <a:gd name="connsiteX41" fmla="*/ 204603 w 272409"/>
              <a:gd name="connsiteY41" fmla="*/ 24876 h 320641"/>
              <a:gd name="connsiteX42" fmla="*/ 68150 w 272409"/>
              <a:gd name="connsiteY42" fmla="*/ 0 h 320641"/>
              <a:gd name="connsiteX43" fmla="*/ 116270 w 272409"/>
              <a:gd name="connsiteY43" fmla="*/ 19892 h 320641"/>
              <a:gd name="connsiteX44" fmla="*/ 136158 w 272409"/>
              <a:gd name="connsiteY44" fmla="*/ 39780 h 320641"/>
              <a:gd name="connsiteX45" fmla="*/ 156140 w 272409"/>
              <a:gd name="connsiteY45" fmla="*/ 19892 h 320641"/>
              <a:gd name="connsiteX46" fmla="*/ 252517 w 272409"/>
              <a:gd name="connsiteY46" fmla="*/ 20029 h 320641"/>
              <a:gd name="connsiteX47" fmla="*/ 252517 w 272409"/>
              <a:gd name="connsiteY47" fmla="*/ 116270 h 320641"/>
              <a:gd name="connsiteX48" fmla="*/ 223950 w 272409"/>
              <a:gd name="connsiteY48" fmla="*/ 144837 h 320641"/>
              <a:gd name="connsiteX49" fmla="*/ 223950 w 272409"/>
              <a:gd name="connsiteY49" fmla="*/ 145152 h 320641"/>
              <a:gd name="connsiteX50" fmla="*/ 145152 w 272409"/>
              <a:gd name="connsiteY50" fmla="*/ 223636 h 320641"/>
              <a:gd name="connsiteX51" fmla="*/ 136362 w 272409"/>
              <a:gd name="connsiteY51" fmla="*/ 227403 h 320641"/>
              <a:gd name="connsiteX52" fmla="*/ 136208 w 272409"/>
              <a:gd name="connsiteY52" fmla="*/ 227337 h 320641"/>
              <a:gd name="connsiteX53" fmla="*/ 136048 w 272409"/>
              <a:gd name="connsiteY53" fmla="*/ 227403 h 320641"/>
              <a:gd name="connsiteX54" fmla="*/ 127258 w 272409"/>
              <a:gd name="connsiteY54" fmla="*/ 223636 h 320641"/>
              <a:gd name="connsiteX55" fmla="*/ 19892 w 272409"/>
              <a:gd name="connsiteY55" fmla="*/ 116270 h 320641"/>
              <a:gd name="connsiteX56" fmla="*/ 20029 w 272409"/>
              <a:gd name="connsiteY56" fmla="*/ 19892 h 320641"/>
              <a:gd name="connsiteX57" fmla="*/ 68150 w 272409"/>
              <a:gd name="connsiteY57" fmla="*/ 0 h 320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72409" h="320641">
                <a:moveTo>
                  <a:pt x="107794" y="260366"/>
                </a:moveTo>
                <a:lnTo>
                  <a:pt x="107794" y="272923"/>
                </a:lnTo>
                <a:cubicBezTo>
                  <a:pt x="107794" y="279859"/>
                  <a:pt x="102172" y="285481"/>
                  <a:pt x="95236" y="285481"/>
                </a:cubicBezTo>
                <a:lnTo>
                  <a:pt x="82679" y="285481"/>
                </a:lnTo>
                <a:lnTo>
                  <a:pt x="82679" y="295527"/>
                </a:lnTo>
                <a:lnTo>
                  <a:pt x="191300" y="295527"/>
                </a:lnTo>
                <a:lnTo>
                  <a:pt x="191300" y="285481"/>
                </a:lnTo>
                <a:lnTo>
                  <a:pt x="178429" y="285481"/>
                </a:lnTo>
                <a:cubicBezTo>
                  <a:pt x="171494" y="285481"/>
                  <a:pt x="165872" y="279859"/>
                  <a:pt x="165872" y="272923"/>
                </a:cubicBezTo>
                <a:lnTo>
                  <a:pt x="165872" y="260366"/>
                </a:lnTo>
                <a:close/>
                <a:moveTo>
                  <a:pt x="95236" y="235251"/>
                </a:moveTo>
                <a:lnTo>
                  <a:pt x="178429" y="235251"/>
                </a:lnTo>
                <a:cubicBezTo>
                  <a:pt x="185364" y="235251"/>
                  <a:pt x="190986" y="240873"/>
                  <a:pt x="190986" y="247809"/>
                </a:cubicBezTo>
                <a:lnTo>
                  <a:pt x="190986" y="260366"/>
                </a:lnTo>
                <a:lnTo>
                  <a:pt x="203544" y="260366"/>
                </a:lnTo>
                <a:cubicBezTo>
                  <a:pt x="210479" y="260366"/>
                  <a:pt x="216101" y="265988"/>
                  <a:pt x="216101" y="272923"/>
                </a:cubicBezTo>
                <a:lnTo>
                  <a:pt x="216101" y="308084"/>
                </a:lnTo>
                <a:cubicBezTo>
                  <a:pt x="216103" y="314899"/>
                  <a:pt x="210670" y="320471"/>
                  <a:pt x="203858" y="320641"/>
                </a:cubicBezTo>
                <a:lnTo>
                  <a:pt x="70122" y="320641"/>
                </a:lnTo>
                <a:cubicBezTo>
                  <a:pt x="63186" y="320641"/>
                  <a:pt x="57564" y="315019"/>
                  <a:pt x="57564" y="308084"/>
                </a:cubicBezTo>
                <a:lnTo>
                  <a:pt x="57564" y="272923"/>
                </a:lnTo>
                <a:cubicBezTo>
                  <a:pt x="57564" y="265988"/>
                  <a:pt x="63186" y="260366"/>
                  <a:pt x="70122" y="260366"/>
                </a:cubicBezTo>
                <a:lnTo>
                  <a:pt x="82679" y="260366"/>
                </a:lnTo>
                <a:lnTo>
                  <a:pt x="82679" y="247809"/>
                </a:lnTo>
                <a:cubicBezTo>
                  <a:pt x="82679" y="240873"/>
                  <a:pt x="88301" y="235251"/>
                  <a:pt x="95236" y="235251"/>
                </a:cubicBezTo>
                <a:close/>
                <a:moveTo>
                  <a:pt x="204603" y="24876"/>
                </a:moveTo>
                <a:cubicBezTo>
                  <a:pt x="193576" y="24915"/>
                  <a:pt x="182510" y="29154"/>
                  <a:pt x="174034" y="37473"/>
                </a:cubicBezTo>
                <a:lnTo>
                  <a:pt x="107480" y="104027"/>
                </a:lnTo>
                <a:cubicBezTo>
                  <a:pt x="102538" y="108968"/>
                  <a:pt x="94527" y="108968"/>
                  <a:pt x="89586" y="104027"/>
                </a:cubicBezTo>
                <a:cubicBezTo>
                  <a:pt x="84644" y="99085"/>
                  <a:pt x="84644" y="91074"/>
                  <a:pt x="89586" y="86132"/>
                </a:cubicBezTo>
                <a:lnTo>
                  <a:pt x="118221" y="57632"/>
                </a:lnTo>
                <a:lnTo>
                  <a:pt x="98376" y="37786"/>
                </a:lnTo>
                <a:cubicBezTo>
                  <a:pt x="80171" y="22529"/>
                  <a:pt x="53044" y="24918"/>
                  <a:pt x="37786" y="43123"/>
                </a:cubicBezTo>
                <a:cubicBezTo>
                  <a:pt x="24392" y="59106"/>
                  <a:pt x="24392" y="82394"/>
                  <a:pt x="37786" y="98376"/>
                </a:cubicBezTo>
                <a:lnTo>
                  <a:pt x="66577" y="127258"/>
                </a:lnTo>
                <a:lnTo>
                  <a:pt x="66668" y="127258"/>
                </a:lnTo>
                <a:lnTo>
                  <a:pt x="136206" y="196794"/>
                </a:lnTo>
                <a:lnTo>
                  <a:pt x="206055" y="127258"/>
                </a:lnTo>
                <a:lnTo>
                  <a:pt x="206055" y="127258"/>
                </a:lnTo>
                <a:lnTo>
                  <a:pt x="234937" y="98376"/>
                </a:lnTo>
                <a:cubicBezTo>
                  <a:pt x="251576" y="81737"/>
                  <a:pt x="251576" y="54425"/>
                  <a:pt x="234937" y="37473"/>
                </a:cubicBezTo>
                <a:cubicBezTo>
                  <a:pt x="226618" y="28997"/>
                  <a:pt x="215630" y="24837"/>
                  <a:pt x="204603" y="24876"/>
                </a:cubicBezTo>
                <a:close/>
                <a:moveTo>
                  <a:pt x="68150" y="0"/>
                </a:moveTo>
                <a:cubicBezTo>
                  <a:pt x="85561" y="0"/>
                  <a:pt x="102971" y="6631"/>
                  <a:pt x="116270" y="19892"/>
                </a:cubicBezTo>
                <a:lnTo>
                  <a:pt x="136158" y="39780"/>
                </a:lnTo>
                <a:lnTo>
                  <a:pt x="156140" y="19892"/>
                </a:lnTo>
                <a:cubicBezTo>
                  <a:pt x="182791" y="-6684"/>
                  <a:pt x="225941" y="-6623"/>
                  <a:pt x="252517" y="20029"/>
                </a:cubicBezTo>
                <a:cubicBezTo>
                  <a:pt x="279040" y="46627"/>
                  <a:pt x="279040" y="89672"/>
                  <a:pt x="252517" y="116270"/>
                </a:cubicBezTo>
                <a:lnTo>
                  <a:pt x="223950" y="144837"/>
                </a:lnTo>
                <a:lnTo>
                  <a:pt x="223950" y="145152"/>
                </a:lnTo>
                <a:lnTo>
                  <a:pt x="145152" y="223636"/>
                </a:lnTo>
                <a:cubicBezTo>
                  <a:pt x="142833" y="226002"/>
                  <a:pt x="139674" y="227356"/>
                  <a:pt x="136362" y="227403"/>
                </a:cubicBezTo>
                <a:lnTo>
                  <a:pt x="136208" y="227337"/>
                </a:lnTo>
                <a:lnTo>
                  <a:pt x="136048" y="227403"/>
                </a:lnTo>
                <a:cubicBezTo>
                  <a:pt x="132736" y="227356"/>
                  <a:pt x="129576" y="226002"/>
                  <a:pt x="127258" y="223636"/>
                </a:cubicBezTo>
                <a:lnTo>
                  <a:pt x="19892" y="116270"/>
                </a:lnTo>
                <a:cubicBezTo>
                  <a:pt x="-6684" y="89618"/>
                  <a:pt x="-6623" y="46468"/>
                  <a:pt x="20029" y="19892"/>
                </a:cubicBezTo>
                <a:cubicBezTo>
                  <a:pt x="33328" y="6631"/>
                  <a:pt x="50739" y="0"/>
                  <a:pt x="68150" y="0"/>
                </a:cubicBezTo>
                <a:close/>
              </a:path>
            </a:pathLst>
          </a:custGeom>
          <a:solidFill>
            <a:schemeClr val="accent1"/>
          </a:solidFill>
          <a:ln w="307" cap="flat">
            <a:noFill/>
            <a:prstDash val="solid"/>
            <a:miter/>
          </a:ln>
        </p:spPr>
        <p:txBody>
          <a:bodyPr rtlCol="0" anchor="ctr"/>
          <a:lstStyle/>
          <a:p>
            <a:endParaRPr lang="zh-CN" altLang="en-US"/>
          </a:p>
        </p:txBody>
      </p:sp>
      <p:sp>
        <p:nvSpPr>
          <p:cNvPr id="121" name="任意多边形: 形状 120">
            <a:extLst>
              <a:ext uri="{FF2B5EF4-FFF2-40B4-BE49-F238E27FC236}">
                <a16:creationId xmlns:a16="http://schemas.microsoft.com/office/drawing/2014/main" id="{3077CD02-4BD2-FC1A-8E29-904EA550AC57}"/>
              </a:ext>
            </a:extLst>
          </p:cNvPr>
          <p:cNvSpPr/>
          <p:nvPr/>
        </p:nvSpPr>
        <p:spPr>
          <a:xfrm>
            <a:off x="8887814" y="4727180"/>
            <a:ext cx="247474" cy="280736"/>
          </a:xfrm>
          <a:custGeom>
            <a:avLst/>
            <a:gdLst>
              <a:gd name="connsiteX0" fmla="*/ 181072 w 247474"/>
              <a:gd name="connsiteY0" fmla="*/ 84508 h 280736"/>
              <a:gd name="connsiteX1" fmla="*/ 189794 w 247474"/>
              <a:gd name="connsiteY1" fmla="*/ 87532 h 280736"/>
              <a:gd name="connsiteX2" fmla="*/ 190725 w 247474"/>
              <a:gd name="connsiteY2" fmla="*/ 104279 h 280736"/>
              <a:gd name="connsiteX3" fmla="*/ 190546 w 247474"/>
              <a:gd name="connsiteY3" fmla="*/ 104479 h 280736"/>
              <a:gd name="connsiteX4" fmla="*/ 190725 w 247474"/>
              <a:gd name="connsiteY4" fmla="*/ 107695 h 280736"/>
              <a:gd name="connsiteX5" fmla="*/ 118157 w 247474"/>
              <a:gd name="connsiteY5" fmla="*/ 188635 h 280736"/>
              <a:gd name="connsiteX6" fmla="*/ 101410 w 247474"/>
              <a:gd name="connsiteY6" fmla="*/ 189566 h 280736"/>
              <a:gd name="connsiteX7" fmla="*/ 59544 w 247474"/>
              <a:gd name="connsiteY7" fmla="*/ 148630 h 280736"/>
              <a:gd name="connsiteX8" fmla="*/ 59544 w 247474"/>
              <a:gd name="connsiteY8" fmla="*/ 145214 h 280736"/>
              <a:gd name="connsiteX9" fmla="*/ 59544 w 247474"/>
              <a:gd name="connsiteY9" fmla="*/ 131883 h 280736"/>
              <a:gd name="connsiteX10" fmla="*/ 59544 w 247474"/>
              <a:gd name="connsiteY10" fmla="*/ 128467 h 280736"/>
              <a:gd name="connsiteX11" fmla="*/ 76291 w 247474"/>
              <a:gd name="connsiteY11" fmla="*/ 128467 h 280736"/>
              <a:gd name="connsiteX12" fmla="*/ 108851 w 247474"/>
              <a:gd name="connsiteY12" fmla="*/ 161031 h 280736"/>
              <a:gd name="connsiteX13" fmla="*/ 173047 w 247474"/>
              <a:gd name="connsiteY13" fmla="*/ 88463 h 280736"/>
              <a:gd name="connsiteX14" fmla="*/ 181072 w 247474"/>
              <a:gd name="connsiteY14" fmla="*/ 84508 h 280736"/>
              <a:gd name="connsiteX15" fmla="*/ 123596 w 247474"/>
              <a:gd name="connsiteY15" fmla="*/ 27324 h 280736"/>
              <a:gd name="connsiteX16" fmla="*/ 123285 w 247474"/>
              <a:gd name="connsiteY16" fmla="*/ 27539 h 280736"/>
              <a:gd name="connsiteX17" fmla="*/ 122689 w 247474"/>
              <a:gd name="connsiteY17" fmla="*/ 27958 h 280736"/>
              <a:gd name="connsiteX18" fmla="*/ 122085 w 247474"/>
              <a:gd name="connsiteY18" fmla="*/ 28323 h 280736"/>
              <a:gd name="connsiteX19" fmla="*/ 78424 w 247474"/>
              <a:gd name="connsiteY19" fmla="*/ 48742 h 280736"/>
              <a:gd name="connsiteX20" fmla="*/ 61412 w 247474"/>
              <a:gd name="connsiteY20" fmla="*/ 54426 h 280736"/>
              <a:gd name="connsiteX21" fmla="*/ 60299 w 247474"/>
              <a:gd name="connsiteY21" fmla="*/ 54616 h 280736"/>
              <a:gd name="connsiteX22" fmla="*/ 29594 w 247474"/>
              <a:gd name="connsiteY22" fmla="*/ 59887 h 280736"/>
              <a:gd name="connsiteX23" fmla="*/ 28327 w 247474"/>
              <a:gd name="connsiteY23" fmla="*/ 60087 h 280736"/>
              <a:gd name="connsiteX24" fmla="*/ 27902 w 247474"/>
              <a:gd name="connsiteY24" fmla="*/ 60647 h 280736"/>
              <a:gd name="connsiteX25" fmla="*/ 26349 w 247474"/>
              <a:gd name="connsiteY25" fmla="*/ 61885 h 280736"/>
              <a:gd name="connsiteX26" fmla="*/ 26144 w 247474"/>
              <a:gd name="connsiteY26" fmla="*/ 63581 h 280736"/>
              <a:gd name="connsiteX27" fmla="*/ 26144 w 247474"/>
              <a:gd name="connsiteY27" fmla="*/ 159429 h 280736"/>
              <a:gd name="connsiteX28" fmla="*/ 61497 w 247474"/>
              <a:gd name="connsiteY28" fmla="*/ 221194 h 280736"/>
              <a:gd name="connsiteX29" fmla="*/ 122868 w 247474"/>
              <a:gd name="connsiteY29" fmla="*/ 253539 h 280736"/>
              <a:gd name="connsiteX30" fmla="*/ 184795 w 247474"/>
              <a:gd name="connsiteY30" fmla="*/ 221150 h 280736"/>
              <a:gd name="connsiteX31" fmla="*/ 221334 w 247474"/>
              <a:gd name="connsiteY31" fmla="*/ 159258 h 280736"/>
              <a:gd name="connsiteX32" fmla="*/ 221334 w 247474"/>
              <a:gd name="connsiteY32" fmla="*/ 63581 h 280736"/>
              <a:gd name="connsiteX33" fmla="*/ 218719 w 247474"/>
              <a:gd name="connsiteY33" fmla="*/ 60090 h 280736"/>
              <a:gd name="connsiteX34" fmla="*/ 218121 w 247474"/>
              <a:gd name="connsiteY34" fmla="*/ 60087 h 280736"/>
              <a:gd name="connsiteX35" fmla="*/ 217649 w 247474"/>
              <a:gd name="connsiteY35" fmla="*/ 60060 h 280736"/>
              <a:gd name="connsiteX36" fmla="*/ 169054 w 247474"/>
              <a:gd name="connsiteY36" fmla="*/ 48738 h 280736"/>
              <a:gd name="connsiteX37" fmla="*/ 168942 w 247474"/>
              <a:gd name="connsiteY37" fmla="*/ 48700 h 280736"/>
              <a:gd name="connsiteX38" fmla="*/ 125815 w 247474"/>
              <a:gd name="connsiteY38" fmla="*/ 28554 h 280736"/>
              <a:gd name="connsiteX39" fmla="*/ 125424 w 247474"/>
              <a:gd name="connsiteY39" fmla="*/ 28331 h 280736"/>
              <a:gd name="connsiteX40" fmla="*/ 125052 w 247474"/>
              <a:gd name="connsiteY40" fmla="*/ 28108 h 280736"/>
              <a:gd name="connsiteX41" fmla="*/ 123596 w 247474"/>
              <a:gd name="connsiteY41" fmla="*/ 27324 h 280736"/>
              <a:gd name="connsiteX42" fmla="*/ 123392 w 247474"/>
              <a:gd name="connsiteY42" fmla="*/ 0 h 280736"/>
              <a:gd name="connsiteX43" fmla="*/ 135383 w 247474"/>
              <a:gd name="connsiteY43" fmla="*/ 3876 h 280736"/>
              <a:gd name="connsiteX44" fmla="*/ 178659 w 247474"/>
              <a:gd name="connsiteY44" fmla="*/ 24126 h 280736"/>
              <a:gd name="connsiteX45" fmla="*/ 225247 w 247474"/>
              <a:gd name="connsiteY45" fmla="*/ 35117 h 280736"/>
              <a:gd name="connsiteX46" fmla="*/ 247474 w 247474"/>
              <a:gd name="connsiteY46" fmla="*/ 58381 h 280736"/>
              <a:gd name="connsiteX47" fmla="*/ 247474 w 247474"/>
              <a:gd name="connsiteY47" fmla="*/ 160715 h 280736"/>
              <a:gd name="connsiteX48" fmla="*/ 202393 w 247474"/>
              <a:gd name="connsiteY48" fmla="*/ 240919 h 280736"/>
              <a:gd name="connsiteX49" fmla="*/ 122809 w 247474"/>
              <a:gd name="connsiteY49" fmla="*/ 280736 h 280736"/>
              <a:gd name="connsiteX50" fmla="*/ 43793 w 247474"/>
              <a:gd name="connsiteY50" fmla="*/ 240910 h 280736"/>
              <a:gd name="connsiteX51" fmla="*/ 0 w 247474"/>
              <a:gd name="connsiteY51" fmla="*/ 160718 h 280736"/>
              <a:gd name="connsiteX52" fmla="*/ 0 w 247474"/>
              <a:gd name="connsiteY52" fmla="*/ 58384 h 280736"/>
              <a:gd name="connsiteX53" fmla="*/ 7291 w 247474"/>
              <a:gd name="connsiteY53" fmla="*/ 41537 h 280736"/>
              <a:gd name="connsiteX54" fmla="*/ 20234 w 247474"/>
              <a:gd name="connsiteY54" fmla="*/ 35123 h 280736"/>
              <a:gd name="connsiteX55" fmla="*/ 52334 w 247474"/>
              <a:gd name="connsiteY55" fmla="*/ 29621 h 280736"/>
              <a:gd name="connsiteX56" fmla="*/ 68893 w 247474"/>
              <a:gd name="connsiteY56" fmla="*/ 24101 h 280736"/>
              <a:gd name="connsiteX57" fmla="*/ 111984 w 247474"/>
              <a:gd name="connsiteY57" fmla="*/ 3942 h 280736"/>
              <a:gd name="connsiteX58" fmla="*/ 123392 w 247474"/>
              <a:gd name="connsiteY58" fmla="*/ 0 h 280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47474" h="280736">
                <a:moveTo>
                  <a:pt x="181072" y="84508"/>
                </a:moveTo>
                <a:cubicBezTo>
                  <a:pt x="183979" y="84275"/>
                  <a:pt x="187003" y="85206"/>
                  <a:pt x="189794" y="87532"/>
                </a:cubicBezTo>
                <a:cubicBezTo>
                  <a:pt x="194447" y="92185"/>
                  <a:pt x="195378" y="98696"/>
                  <a:pt x="190725" y="104279"/>
                </a:cubicBezTo>
                <a:lnTo>
                  <a:pt x="190546" y="104479"/>
                </a:lnTo>
                <a:lnTo>
                  <a:pt x="190725" y="107695"/>
                </a:lnTo>
                <a:lnTo>
                  <a:pt x="118157" y="188635"/>
                </a:lnTo>
                <a:cubicBezTo>
                  <a:pt x="113504" y="193288"/>
                  <a:pt x="106062" y="194219"/>
                  <a:pt x="101410" y="189566"/>
                </a:cubicBezTo>
                <a:lnTo>
                  <a:pt x="59544" y="148630"/>
                </a:lnTo>
                <a:lnTo>
                  <a:pt x="59544" y="145214"/>
                </a:lnTo>
                <a:lnTo>
                  <a:pt x="59544" y="131883"/>
                </a:lnTo>
                <a:lnTo>
                  <a:pt x="59544" y="128467"/>
                </a:lnTo>
                <a:cubicBezTo>
                  <a:pt x="64196" y="123815"/>
                  <a:pt x="71638" y="123815"/>
                  <a:pt x="76291" y="128467"/>
                </a:cubicBezTo>
                <a:lnTo>
                  <a:pt x="108851" y="161031"/>
                </a:lnTo>
                <a:lnTo>
                  <a:pt x="173047" y="88463"/>
                </a:lnTo>
                <a:cubicBezTo>
                  <a:pt x="175374" y="86137"/>
                  <a:pt x="178165" y="84741"/>
                  <a:pt x="181072" y="84508"/>
                </a:cubicBezTo>
                <a:close/>
                <a:moveTo>
                  <a:pt x="123596" y="27324"/>
                </a:moveTo>
                <a:cubicBezTo>
                  <a:pt x="123508" y="27380"/>
                  <a:pt x="123406" y="27451"/>
                  <a:pt x="123285" y="27539"/>
                </a:cubicBezTo>
                <a:lnTo>
                  <a:pt x="122689" y="27958"/>
                </a:lnTo>
                <a:lnTo>
                  <a:pt x="122085" y="28323"/>
                </a:lnTo>
                <a:cubicBezTo>
                  <a:pt x="116947" y="31316"/>
                  <a:pt x="98702" y="41590"/>
                  <a:pt x="78424" y="48742"/>
                </a:cubicBezTo>
                <a:lnTo>
                  <a:pt x="61412" y="54426"/>
                </a:lnTo>
                <a:lnTo>
                  <a:pt x="60299" y="54616"/>
                </a:lnTo>
                <a:cubicBezTo>
                  <a:pt x="50826" y="56342"/>
                  <a:pt x="40790" y="58023"/>
                  <a:pt x="29594" y="59887"/>
                </a:cubicBezTo>
                <a:lnTo>
                  <a:pt x="28327" y="60087"/>
                </a:lnTo>
                <a:lnTo>
                  <a:pt x="27902" y="60647"/>
                </a:lnTo>
                <a:lnTo>
                  <a:pt x="26349" y="61885"/>
                </a:lnTo>
                <a:cubicBezTo>
                  <a:pt x="26364" y="61906"/>
                  <a:pt x="26144" y="62470"/>
                  <a:pt x="26144" y="63581"/>
                </a:cubicBezTo>
                <a:lnTo>
                  <a:pt x="26144" y="159429"/>
                </a:lnTo>
                <a:cubicBezTo>
                  <a:pt x="26144" y="177336"/>
                  <a:pt x="39361" y="200425"/>
                  <a:pt x="61497" y="221194"/>
                </a:cubicBezTo>
                <a:cubicBezTo>
                  <a:pt x="82444" y="240844"/>
                  <a:pt x="106535" y="253539"/>
                  <a:pt x="122868" y="253539"/>
                </a:cubicBezTo>
                <a:cubicBezTo>
                  <a:pt x="139188" y="253539"/>
                  <a:pt x="163496" y="240826"/>
                  <a:pt x="184795" y="221150"/>
                </a:cubicBezTo>
                <a:cubicBezTo>
                  <a:pt x="207306" y="200355"/>
                  <a:pt x="220967" y="177216"/>
                  <a:pt x="221334" y="159258"/>
                </a:cubicBezTo>
                <a:lnTo>
                  <a:pt x="221334" y="63581"/>
                </a:lnTo>
                <a:cubicBezTo>
                  <a:pt x="221334" y="62232"/>
                  <a:pt x="220624" y="60090"/>
                  <a:pt x="218719" y="60090"/>
                </a:cubicBezTo>
                <a:lnTo>
                  <a:pt x="218121" y="60087"/>
                </a:lnTo>
                <a:lnTo>
                  <a:pt x="217649" y="60060"/>
                </a:lnTo>
                <a:cubicBezTo>
                  <a:pt x="204809" y="59139"/>
                  <a:pt x="186207" y="54802"/>
                  <a:pt x="169054" y="48738"/>
                </a:cubicBezTo>
                <a:lnTo>
                  <a:pt x="168942" y="48700"/>
                </a:lnTo>
                <a:cubicBezTo>
                  <a:pt x="152015" y="42462"/>
                  <a:pt x="137007" y="34658"/>
                  <a:pt x="125815" y="28554"/>
                </a:cubicBezTo>
                <a:lnTo>
                  <a:pt x="125424" y="28331"/>
                </a:lnTo>
                <a:lnTo>
                  <a:pt x="125052" y="28108"/>
                </a:lnTo>
                <a:cubicBezTo>
                  <a:pt x="124374" y="27680"/>
                  <a:pt x="123896" y="27448"/>
                  <a:pt x="123596" y="27324"/>
                </a:cubicBezTo>
                <a:close/>
                <a:moveTo>
                  <a:pt x="123392" y="0"/>
                </a:moveTo>
                <a:cubicBezTo>
                  <a:pt x="127277" y="0"/>
                  <a:pt x="131200" y="1269"/>
                  <a:pt x="135383" y="3876"/>
                </a:cubicBezTo>
                <a:cubicBezTo>
                  <a:pt x="146732" y="10067"/>
                  <a:pt x="161893" y="17953"/>
                  <a:pt x="178659" y="24126"/>
                </a:cubicBezTo>
                <a:cubicBezTo>
                  <a:pt x="195444" y="30044"/>
                  <a:pt x="213293" y="34259"/>
                  <a:pt x="225247" y="35117"/>
                </a:cubicBezTo>
                <a:cubicBezTo>
                  <a:pt x="237717" y="35173"/>
                  <a:pt x="247474" y="45372"/>
                  <a:pt x="247474" y="58381"/>
                </a:cubicBezTo>
                <a:lnTo>
                  <a:pt x="247474" y="160715"/>
                </a:lnTo>
                <a:cubicBezTo>
                  <a:pt x="247041" y="185257"/>
                  <a:pt x="230188" y="215220"/>
                  <a:pt x="202393" y="240919"/>
                </a:cubicBezTo>
                <a:cubicBezTo>
                  <a:pt x="175830" y="265480"/>
                  <a:pt x="145334" y="280736"/>
                  <a:pt x="122809" y="280736"/>
                </a:cubicBezTo>
                <a:cubicBezTo>
                  <a:pt x="100266" y="280736"/>
                  <a:pt x="69990" y="265474"/>
                  <a:pt x="43793" y="240910"/>
                </a:cubicBezTo>
                <a:cubicBezTo>
                  <a:pt x="16371" y="215195"/>
                  <a:pt x="0" y="185217"/>
                  <a:pt x="0" y="160718"/>
                </a:cubicBezTo>
                <a:lnTo>
                  <a:pt x="0" y="58384"/>
                </a:lnTo>
                <a:cubicBezTo>
                  <a:pt x="0" y="51410"/>
                  <a:pt x="2585" y="45444"/>
                  <a:pt x="7291" y="41537"/>
                </a:cubicBezTo>
                <a:cubicBezTo>
                  <a:pt x="10562" y="37342"/>
                  <a:pt x="14914" y="35186"/>
                  <a:pt x="20234" y="35123"/>
                </a:cubicBezTo>
                <a:cubicBezTo>
                  <a:pt x="31025" y="33331"/>
                  <a:pt x="42167" y="31476"/>
                  <a:pt x="52334" y="29621"/>
                </a:cubicBezTo>
                <a:lnTo>
                  <a:pt x="68893" y="24101"/>
                </a:lnTo>
                <a:cubicBezTo>
                  <a:pt x="84703" y="18517"/>
                  <a:pt x="101500" y="10039"/>
                  <a:pt x="111984" y="3942"/>
                </a:cubicBezTo>
                <a:cubicBezTo>
                  <a:pt x="115728" y="1288"/>
                  <a:pt x="119460" y="0"/>
                  <a:pt x="123392" y="0"/>
                </a:cubicBezTo>
                <a:close/>
              </a:path>
            </a:pathLst>
          </a:custGeom>
          <a:solidFill>
            <a:schemeClr val="accent1"/>
          </a:solidFill>
          <a:ln w="307" cap="flat">
            <a:noFill/>
            <a:prstDash val="solid"/>
            <a:miter/>
          </a:ln>
        </p:spPr>
        <p:txBody>
          <a:bodyPr rtlCol="0" anchor="ctr"/>
          <a:lstStyle/>
          <a:p>
            <a:endParaRPr lang="zh-CN" altLang="en-US"/>
          </a:p>
        </p:txBody>
      </p:sp>
      <p:grpSp>
        <p:nvGrpSpPr>
          <p:cNvPr id="122" name="组合 121">
            <a:extLst>
              <a:ext uri="{FF2B5EF4-FFF2-40B4-BE49-F238E27FC236}">
                <a16:creationId xmlns:a16="http://schemas.microsoft.com/office/drawing/2014/main" id="{F7310209-E392-262F-62DC-4514B8DFA58D}"/>
              </a:ext>
            </a:extLst>
          </p:cNvPr>
          <p:cNvGrpSpPr/>
          <p:nvPr/>
        </p:nvGrpSpPr>
        <p:grpSpPr>
          <a:xfrm>
            <a:off x="8733526" y="4962808"/>
            <a:ext cx="544068" cy="281483"/>
            <a:chOff x="2916625" y="4819454"/>
            <a:chExt cx="544068" cy="281483"/>
          </a:xfrm>
        </p:grpSpPr>
        <p:sp>
          <p:nvSpPr>
            <p:cNvPr id="123" name="椭圆 122">
              <a:extLst>
                <a:ext uri="{FF2B5EF4-FFF2-40B4-BE49-F238E27FC236}">
                  <a16:creationId xmlns:a16="http://schemas.microsoft.com/office/drawing/2014/main" id="{F21BF7BE-BA56-807B-2839-A47232314859}"/>
                </a:ext>
              </a:extLst>
            </p:cNvPr>
            <p:cNvSpPr/>
            <p:nvPr/>
          </p:nvSpPr>
          <p:spPr>
            <a:xfrm>
              <a:off x="2916625" y="4822896"/>
              <a:ext cx="544068" cy="278041"/>
            </a:xfrm>
            <a:prstGeom prst="ellipse">
              <a:avLst/>
            </a:prstGeom>
            <a:gradFill>
              <a:gsLst>
                <a:gs pos="34000">
                  <a:schemeClr val="accent1">
                    <a:alpha val="20000"/>
                  </a:schemeClr>
                </a:gs>
                <a:gs pos="1000">
                  <a:schemeClr val="accent1">
                    <a:alpha val="0"/>
                  </a:schemeClr>
                </a:gs>
                <a:gs pos="100000">
                  <a:schemeClr val="accent1">
                    <a:alpha val="0"/>
                  </a:schemeClr>
                </a:gs>
                <a:gs pos="69000">
                  <a:schemeClr val="accent1">
                    <a:alpha val="20000"/>
                  </a:schemeClr>
                </a:gs>
              </a:gsLst>
              <a:lin ang="0" scaled="0"/>
            </a:grad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41925FBE-4B4B-53B2-67D8-45F33B136BE2}"/>
                </a:ext>
              </a:extLst>
            </p:cNvPr>
            <p:cNvSpPr/>
            <p:nvPr/>
          </p:nvSpPr>
          <p:spPr>
            <a:xfrm>
              <a:off x="3038386" y="4819454"/>
              <a:ext cx="300547" cy="176143"/>
            </a:xfrm>
            <a:prstGeom prst="ellipse">
              <a:avLst/>
            </a:prstGeom>
            <a:gradFill>
              <a:gsLst>
                <a:gs pos="54000">
                  <a:schemeClr val="accent1">
                    <a:alpha val="0"/>
                  </a:schemeClr>
                </a:gs>
                <a:gs pos="100000">
                  <a:schemeClr val="accent1">
                    <a:alpha val="29000"/>
                  </a:schemeClr>
                </a:gs>
              </a:gsLst>
              <a:lin ang="5400000" scaled="1"/>
            </a:gradFill>
            <a:ln w="6350">
              <a:gradFill>
                <a:gsLst>
                  <a:gs pos="3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5" name="组合 124">
            <a:extLst>
              <a:ext uri="{FF2B5EF4-FFF2-40B4-BE49-F238E27FC236}">
                <a16:creationId xmlns:a16="http://schemas.microsoft.com/office/drawing/2014/main" id="{211A3C08-02EB-8EF6-83D3-BF2B3D3DD907}"/>
              </a:ext>
            </a:extLst>
          </p:cNvPr>
          <p:cNvGrpSpPr/>
          <p:nvPr/>
        </p:nvGrpSpPr>
        <p:grpSpPr>
          <a:xfrm>
            <a:off x="7654764" y="5239230"/>
            <a:ext cx="544068" cy="281483"/>
            <a:chOff x="2916625" y="4819454"/>
            <a:chExt cx="544068" cy="281483"/>
          </a:xfrm>
        </p:grpSpPr>
        <p:sp>
          <p:nvSpPr>
            <p:cNvPr id="126" name="椭圆 125">
              <a:extLst>
                <a:ext uri="{FF2B5EF4-FFF2-40B4-BE49-F238E27FC236}">
                  <a16:creationId xmlns:a16="http://schemas.microsoft.com/office/drawing/2014/main" id="{0E8E8F21-23A0-26D0-2BF5-EABCF66589DE}"/>
                </a:ext>
              </a:extLst>
            </p:cNvPr>
            <p:cNvSpPr/>
            <p:nvPr/>
          </p:nvSpPr>
          <p:spPr>
            <a:xfrm>
              <a:off x="2916625" y="4822896"/>
              <a:ext cx="544068" cy="278041"/>
            </a:xfrm>
            <a:prstGeom prst="ellipse">
              <a:avLst/>
            </a:prstGeom>
            <a:gradFill>
              <a:gsLst>
                <a:gs pos="34000">
                  <a:schemeClr val="accent1">
                    <a:alpha val="20000"/>
                  </a:schemeClr>
                </a:gs>
                <a:gs pos="1000">
                  <a:schemeClr val="accent1">
                    <a:alpha val="0"/>
                  </a:schemeClr>
                </a:gs>
                <a:gs pos="100000">
                  <a:schemeClr val="accent1">
                    <a:alpha val="0"/>
                  </a:schemeClr>
                </a:gs>
                <a:gs pos="69000">
                  <a:schemeClr val="accent1">
                    <a:alpha val="20000"/>
                  </a:schemeClr>
                </a:gs>
              </a:gsLst>
              <a:lin ang="0" scaled="0"/>
            </a:grad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 name="椭圆 126">
              <a:extLst>
                <a:ext uri="{FF2B5EF4-FFF2-40B4-BE49-F238E27FC236}">
                  <a16:creationId xmlns:a16="http://schemas.microsoft.com/office/drawing/2014/main" id="{4BE94904-E908-E9E2-8BFC-F57B0DCC82DF}"/>
                </a:ext>
              </a:extLst>
            </p:cNvPr>
            <p:cNvSpPr/>
            <p:nvPr/>
          </p:nvSpPr>
          <p:spPr>
            <a:xfrm>
              <a:off x="3038386" y="4819454"/>
              <a:ext cx="300547" cy="176143"/>
            </a:xfrm>
            <a:prstGeom prst="ellipse">
              <a:avLst/>
            </a:prstGeom>
            <a:gradFill>
              <a:gsLst>
                <a:gs pos="54000">
                  <a:schemeClr val="accent1">
                    <a:alpha val="0"/>
                  </a:schemeClr>
                </a:gs>
                <a:gs pos="100000">
                  <a:schemeClr val="accent1">
                    <a:alpha val="29000"/>
                  </a:schemeClr>
                </a:gs>
              </a:gsLst>
              <a:lin ang="5400000" scaled="1"/>
            </a:gradFill>
            <a:ln w="6350">
              <a:gradFill>
                <a:gsLst>
                  <a:gs pos="3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8" name="组合 127">
            <a:extLst>
              <a:ext uri="{FF2B5EF4-FFF2-40B4-BE49-F238E27FC236}">
                <a16:creationId xmlns:a16="http://schemas.microsoft.com/office/drawing/2014/main" id="{21320CF0-4902-2A7B-BB1A-BEAF69CE0AB7}"/>
              </a:ext>
            </a:extLst>
          </p:cNvPr>
          <p:cNvGrpSpPr/>
          <p:nvPr/>
        </p:nvGrpSpPr>
        <p:grpSpPr>
          <a:xfrm>
            <a:off x="6418633" y="5394839"/>
            <a:ext cx="544068" cy="281483"/>
            <a:chOff x="2916625" y="4819454"/>
            <a:chExt cx="544068" cy="281483"/>
          </a:xfrm>
        </p:grpSpPr>
        <p:sp>
          <p:nvSpPr>
            <p:cNvPr id="129" name="椭圆 128">
              <a:extLst>
                <a:ext uri="{FF2B5EF4-FFF2-40B4-BE49-F238E27FC236}">
                  <a16:creationId xmlns:a16="http://schemas.microsoft.com/office/drawing/2014/main" id="{E095FE20-EABA-F7F0-A43D-E57CF3770A11}"/>
                </a:ext>
              </a:extLst>
            </p:cNvPr>
            <p:cNvSpPr/>
            <p:nvPr/>
          </p:nvSpPr>
          <p:spPr>
            <a:xfrm>
              <a:off x="2916625" y="4822896"/>
              <a:ext cx="544068" cy="278041"/>
            </a:xfrm>
            <a:prstGeom prst="ellipse">
              <a:avLst/>
            </a:prstGeom>
            <a:gradFill>
              <a:gsLst>
                <a:gs pos="34000">
                  <a:schemeClr val="accent1">
                    <a:alpha val="20000"/>
                  </a:schemeClr>
                </a:gs>
                <a:gs pos="1000">
                  <a:schemeClr val="accent1">
                    <a:alpha val="0"/>
                  </a:schemeClr>
                </a:gs>
                <a:gs pos="100000">
                  <a:schemeClr val="accent1">
                    <a:alpha val="0"/>
                  </a:schemeClr>
                </a:gs>
                <a:gs pos="69000">
                  <a:schemeClr val="accent1">
                    <a:alpha val="20000"/>
                  </a:schemeClr>
                </a:gs>
              </a:gsLst>
              <a:lin ang="0" scaled="0"/>
            </a:grad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a:extLst>
                <a:ext uri="{FF2B5EF4-FFF2-40B4-BE49-F238E27FC236}">
                  <a16:creationId xmlns:a16="http://schemas.microsoft.com/office/drawing/2014/main" id="{4CC92754-40F6-6E26-CD9D-87AFCE602E94}"/>
                </a:ext>
              </a:extLst>
            </p:cNvPr>
            <p:cNvSpPr/>
            <p:nvPr/>
          </p:nvSpPr>
          <p:spPr>
            <a:xfrm>
              <a:off x="3038386" y="4819454"/>
              <a:ext cx="300547" cy="176143"/>
            </a:xfrm>
            <a:prstGeom prst="ellipse">
              <a:avLst/>
            </a:prstGeom>
            <a:gradFill>
              <a:gsLst>
                <a:gs pos="54000">
                  <a:schemeClr val="accent1">
                    <a:alpha val="0"/>
                  </a:schemeClr>
                </a:gs>
                <a:gs pos="100000">
                  <a:schemeClr val="accent1">
                    <a:alpha val="29000"/>
                  </a:schemeClr>
                </a:gs>
              </a:gsLst>
              <a:lin ang="5400000" scaled="1"/>
            </a:gradFill>
            <a:ln w="6350">
              <a:gradFill>
                <a:gsLst>
                  <a:gs pos="3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1" name="组合 130">
            <a:extLst>
              <a:ext uri="{FF2B5EF4-FFF2-40B4-BE49-F238E27FC236}">
                <a16:creationId xmlns:a16="http://schemas.microsoft.com/office/drawing/2014/main" id="{46A186E3-4A36-155E-7824-239A319FCC77}"/>
              </a:ext>
            </a:extLst>
          </p:cNvPr>
          <p:cNvGrpSpPr/>
          <p:nvPr/>
        </p:nvGrpSpPr>
        <p:grpSpPr>
          <a:xfrm>
            <a:off x="5255254" y="5394839"/>
            <a:ext cx="544068" cy="281483"/>
            <a:chOff x="2916625" y="4819454"/>
            <a:chExt cx="544068" cy="281483"/>
          </a:xfrm>
        </p:grpSpPr>
        <p:sp>
          <p:nvSpPr>
            <p:cNvPr id="132" name="椭圆 131">
              <a:extLst>
                <a:ext uri="{FF2B5EF4-FFF2-40B4-BE49-F238E27FC236}">
                  <a16:creationId xmlns:a16="http://schemas.microsoft.com/office/drawing/2014/main" id="{1DE8D180-F749-B0D9-A0CA-2FEAC9A3FDEA}"/>
                </a:ext>
              </a:extLst>
            </p:cNvPr>
            <p:cNvSpPr/>
            <p:nvPr/>
          </p:nvSpPr>
          <p:spPr>
            <a:xfrm>
              <a:off x="2916625" y="4822896"/>
              <a:ext cx="544068" cy="278041"/>
            </a:xfrm>
            <a:prstGeom prst="ellipse">
              <a:avLst/>
            </a:prstGeom>
            <a:gradFill>
              <a:gsLst>
                <a:gs pos="34000">
                  <a:schemeClr val="accent1">
                    <a:alpha val="20000"/>
                  </a:schemeClr>
                </a:gs>
                <a:gs pos="1000">
                  <a:schemeClr val="accent1">
                    <a:alpha val="0"/>
                  </a:schemeClr>
                </a:gs>
                <a:gs pos="100000">
                  <a:schemeClr val="accent1">
                    <a:alpha val="0"/>
                  </a:schemeClr>
                </a:gs>
                <a:gs pos="69000">
                  <a:schemeClr val="accent1">
                    <a:alpha val="20000"/>
                  </a:schemeClr>
                </a:gs>
              </a:gsLst>
              <a:lin ang="0" scaled="0"/>
            </a:grad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a:extLst>
                <a:ext uri="{FF2B5EF4-FFF2-40B4-BE49-F238E27FC236}">
                  <a16:creationId xmlns:a16="http://schemas.microsoft.com/office/drawing/2014/main" id="{BA6301FF-13C9-982C-0DDA-FED5277EA876}"/>
                </a:ext>
              </a:extLst>
            </p:cNvPr>
            <p:cNvSpPr/>
            <p:nvPr/>
          </p:nvSpPr>
          <p:spPr>
            <a:xfrm>
              <a:off x="3038386" y="4819454"/>
              <a:ext cx="300547" cy="176143"/>
            </a:xfrm>
            <a:prstGeom prst="ellipse">
              <a:avLst/>
            </a:prstGeom>
            <a:gradFill>
              <a:gsLst>
                <a:gs pos="54000">
                  <a:schemeClr val="accent1">
                    <a:alpha val="0"/>
                  </a:schemeClr>
                </a:gs>
                <a:gs pos="100000">
                  <a:schemeClr val="accent1">
                    <a:alpha val="29000"/>
                  </a:schemeClr>
                </a:gs>
              </a:gsLst>
              <a:lin ang="5400000" scaled="1"/>
            </a:gradFill>
            <a:ln w="6350">
              <a:gradFill>
                <a:gsLst>
                  <a:gs pos="3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4" name="组合 133">
            <a:extLst>
              <a:ext uri="{FF2B5EF4-FFF2-40B4-BE49-F238E27FC236}">
                <a16:creationId xmlns:a16="http://schemas.microsoft.com/office/drawing/2014/main" id="{F590AF14-5A27-733E-4EA8-7AF1D8781412}"/>
              </a:ext>
            </a:extLst>
          </p:cNvPr>
          <p:cNvGrpSpPr/>
          <p:nvPr/>
        </p:nvGrpSpPr>
        <p:grpSpPr>
          <a:xfrm>
            <a:off x="4019125" y="5239230"/>
            <a:ext cx="544068" cy="281483"/>
            <a:chOff x="2916625" y="4819454"/>
            <a:chExt cx="544068" cy="281483"/>
          </a:xfrm>
        </p:grpSpPr>
        <p:sp>
          <p:nvSpPr>
            <p:cNvPr id="135" name="椭圆 134">
              <a:extLst>
                <a:ext uri="{FF2B5EF4-FFF2-40B4-BE49-F238E27FC236}">
                  <a16:creationId xmlns:a16="http://schemas.microsoft.com/office/drawing/2014/main" id="{497D6448-1DE5-6D49-F55A-D69C41314F5C}"/>
                </a:ext>
              </a:extLst>
            </p:cNvPr>
            <p:cNvSpPr/>
            <p:nvPr/>
          </p:nvSpPr>
          <p:spPr>
            <a:xfrm>
              <a:off x="2916625" y="4822896"/>
              <a:ext cx="544068" cy="278041"/>
            </a:xfrm>
            <a:prstGeom prst="ellipse">
              <a:avLst/>
            </a:prstGeom>
            <a:gradFill>
              <a:gsLst>
                <a:gs pos="34000">
                  <a:schemeClr val="accent1">
                    <a:alpha val="20000"/>
                  </a:schemeClr>
                </a:gs>
                <a:gs pos="1000">
                  <a:schemeClr val="accent1">
                    <a:alpha val="0"/>
                  </a:schemeClr>
                </a:gs>
                <a:gs pos="100000">
                  <a:schemeClr val="accent1">
                    <a:alpha val="0"/>
                  </a:schemeClr>
                </a:gs>
                <a:gs pos="69000">
                  <a:schemeClr val="accent1">
                    <a:alpha val="20000"/>
                  </a:schemeClr>
                </a:gs>
              </a:gsLst>
              <a:lin ang="0" scaled="0"/>
            </a:grad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a:extLst>
                <a:ext uri="{FF2B5EF4-FFF2-40B4-BE49-F238E27FC236}">
                  <a16:creationId xmlns:a16="http://schemas.microsoft.com/office/drawing/2014/main" id="{766110BE-CF7B-678D-A522-02391151F0BF}"/>
                </a:ext>
              </a:extLst>
            </p:cNvPr>
            <p:cNvSpPr/>
            <p:nvPr/>
          </p:nvSpPr>
          <p:spPr>
            <a:xfrm>
              <a:off x="3038386" y="4819454"/>
              <a:ext cx="300547" cy="176143"/>
            </a:xfrm>
            <a:prstGeom prst="ellipse">
              <a:avLst/>
            </a:prstGeom>
            <a:gradFill>
              <a:gsLst>
                <a:gs pos="54000">
                  <a:schemeClr val="accent1">
                    <a:alpha val="0"/>
                  </a:schemeClr>
                </a:gs>
                <a:gs pos="100000">
                  <a:schemeClr val="accent1">
                    <a:alpha val="29000"/>
                  </a:schemeClr>
                </a:gs>
              </a:gsLst>
              <a:lin ang="5400000" scaled="1"/>
            </a:gradFill>
            <a:ln w="6350">
              <a:gradFill>
                <a:gsLst>
                  <a:gs pos="3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800681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4" name="任意多边形: 形状 33">
            <a:extLst>
              <a:ext uri="{FF2B5EF4-FFF2-40B4-BE49-F238E27FC236}">
                <a16:creationId xmlns:a16="http://schemas.microsoft.com/office/drawing/2014/main" id="{356DFB90-ECCF-BC95-A726-0BD73A56CF18}"/>
              </a:ext>
            </a:extLst>
          </p:cNvPr>
          <p:cNvSpPr/>
          <p:nvPr/>
        </p:nvSpPr>
        <p:spPr>
          <a:xfrm flipV="1">
            <a:off x="2254250" y="1629335"/>
            <a:ext cx="7683500" cy="4110645"/>
          </a:xfrm>
          <a:custGeom>
            <a:avLst/>
            <a:gdLst>
              <a:gd name="connsiteX0" fmla="*/ 0 w 7683500"/>
              <a:gd name="connsiteY0" fmla="*/ 4110645 h 4110645"/>
              <a:gd name="connsiteX1" fmla="*/ 7683500 w 7683500"/>
              <a:gd name="connsiteY1" fmla="*/ 4110645 h 4110645"/>
              <a:gd name="connsiteX2" fmla="*/ 5771022 w 7683500"/>
              <a:gd name="connsiteY2" fmla="*/ 0 h 4110645"/>
              <a:gd name="connsiteX3" fmla="*/ 5739395 w 7683500"/>
              <a:gd name="connsiteY3" fmla="*/ 0 h 4110645"/>
              <a:gd name="connsiteX4" fmla="*/ 5746750 w 7683500"/>
              <a:gd name="connsiteY4" fmla="*/ 24049 h 4110645"/>
              <a:gd name="connsiteX5" fmla="*/ 3841750 w 7683500"/>
              <a:gd name="connsiteY5" fmla="*/ 338553 h 4110645"/>
              <a:gd name="connsiteX6" fmla="*/ 1936750 w 7683500"/>
              <a:gd name="connsiteY6" fmla="*/ 24049 h 4110645"/>
              <a:gd name="connsiteX7" fmla="*/ 1944106 w 7683500"/>
              <a:gd name="connsiteY7" fmla="*/ 0 h 4110645"/>
              <a:gd name="connsiteX8" fmla="*/ 1912478 w 7683500"/>
              <a:gd name="connsiteY8" fmla="*/ 0 h 41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83500" h="4110645">
                <a:moveTo>
                  <a:pt x="0" y="4110645"/>
                </a:moveTo>
                <a:lnTo>
                  <a:pt x="7683500" y="4110645"/>
                </a:lnTo>
                <a:lnTo>
                  <a:pt x="5771022" y="0"/>
                </a:lnTo>
                <a:lnTo>
                  <a:pt x="5739395" y="0"/>
                </a:lnTo>
                <a:lnTo>
                  <a:pt x="5746750" y="24049"/>
                </a:lnTo>
                <a:cubicBezTo>
                  <a:pt x="5746750" y="197745"/>
                  <a:pt x="4893852" y="338553"/>
                  <a:pt x="3841750" y="338553"/>
                </a:cubicBezTo>
                <a:cubicBezTo>
                  <a:pt x="2789648" y="338553"/>
                  <a:pt x="1936750" y="197745"/>
                  <a:pt x="1936750" y="24049"/>
                </a:cubicBezTo>
                <a:lnTo>
                  <a:pt x="1944106" y="0"/>
                </a:lnTo>
                <a:lnTo>
                  <a:pt x="1912478" y="0"/>
                </a:lnTo>
                <a:close/>
              </a:path>
            </a:pathLst>
          </a:custGeom>
          <a:gradFill>
            <a:gsLst>
              <a:gs pos="50000">
                <a:schemeClr val="accent1">
                  <a:alpha val="7000"/>
                </a:schemeClr>
              </a:gs>
              <a:gs pos="0">
                <a:schemeClr val="accent1">
                  <a:alpha val="8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数据获取模型</a:t>
            </a:r>
            <a:endParaRPr lang="en-US" altLang="zh-CN" dirty="0"/>
          </a:p>
        </p:txBody>
      </p:sp>
      <p:sp>
        <p:nvSpPr>
          <p:cNvPr id="14" name="椭圆 13">
            <a:extLst>
              <a:ext uri="{FF2B5EF4-FFF2-40B4-BE49-F238E27FC236}">
                <a16:creationId xmlns:a16="http://schemas.microsoft.com/office/drawing/2014/main" id="{69AFD017-7F73-8594-A70A-DDB2928BAC70}"/>
              </a:ext>
            </a:extLst>
          </p:cNvPr>
          <p:cNvSpPr/>
          <p:nvPr/>
        </p:nvSpPr>
        <p:spPr>
          <a:xfrm>
            <a:off x="3527739" y="5159071"/>
            <a:ext cx="5008060" cy="1161821"/>
          </a:xfrm>
          <a:prstGeom prst="ellipse">
            <a:avLst/>
          </a:prstGeom>
          <a:gradFill>
            <a:gsLst>
              <a:gs pos="100000">
                <a:schemeClr val="accent1">
                  <a:alpha val="23000"/>
                </a:schemeClr>
              </a:gs>
              <a:gs pos="3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 name="椭圆 3">
            <a:extLst>
              <a:ext uri="{FF2B5EF4-FFF2-40B4-BE49-F238E27FC236}">
                <a16:creationId xmlns:a16="http://schemas.microsoft.com/office/drawing/2014/main" id="{AEE8C36C-E6CE-A718-7247-2DFF46E80726}"/>
              </a:ext>
            </a:extLst>
          </p:cNvPr>
          <p:cNvSpPr/>
          <p:nvPr/>
        </p:nvSpPr>
        <p:spPr>
          <a:xfrm>
            <a:off x="2418080" y="1311421"/>
            <a:ext cx="7355840" cy="1188591"/>
          </a:xfrm>
          <a:prstGeom prst="ellipse">
            <a:avLst/>
          </a:prstGeom>
          <a:noFill/>
          <a:ln w="47625">
            <a:gradFill>
              <a:gsLst>
                <a:gs pos="0">
                  <a:schemeClr val="accent2">
                    <a:alpha val="3200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 name="椭圆 4">
            <a:extLst>
              <a:ext uri="{FF2B5EF4-FFF2-40B4-BE49-F238E27FC236}">
                <a16:creationId xmlns:a16="http://schemas.microsoft.com/office/drawing/2014/main" id="{2889361F-74BE-F771-941D-A9C9315720EB}"/>
              </a:ext>
            </a:extLst>
          </p:cNvPr>
          <p:cNvSpPr/>
          <p:nvPr/>
        </p:nvSpPr>
        <p:spPr>
          <a:xfrm>
            <a:off x="4191000" y="5401427"/>
            <a:ext cx="3810000" cy="629008"/>
          </a:xfrm>
          <a:prstGeom prst="ellipse">
            <a:avLst/>
          </a:prstGeom>
          <a:gradFill>
            <a:gsLst>
              <a:gs pos="100000">
                <a:schemeClr val="accent1">
                  <a:alpha val="0"/>
                </a:schemeClr>
              </a:gs>
              <a:gs pos="0">
                <a:schemeClr val="accent1">
                  <a:alpha val="20000"/>
                </a:schemeClr>
              </a:gs>
            </a:gsLst>
            <a:lin ang="5400000" scaled="1"/>
          </a:gradFill>
          <a:ln w="47625">
            <a:gradFill>
              <a:gsLst>
                <a:gs pos="0">
                  <a:schemeClr val="accent1">
                    <a:alpha val="51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6" name="椭圆 5">
            <a:extLst>
              <a:ext uri="{FF2B5EF4-FFF2-40B4-BE49-F238E27FC236}">
                <a16:creationId xmlns:a16="http://schemas.microsoft.com/office/drawing/2014/main" id="{003543B9-8C85-E239-A89E-065DAFAC37AC}"/>
              </a:ext>
            </a:extLst>
          </p:cNvPr>
          <p:cNvSpPr/>
          <p:nvPr/>
        </p:nvSpPr>
        <p:spPr>
          <a:xfrm>
            <a:off x="3527738" y="3896881"/>
            <a:ext cx="5118421" cy="792611"/>
          </a:xfrm>
          <a:prstGeom prst="ellipse">
            <a:avLst/>
          </a:prstGeom>
          <a:gradFill>
            <a:gsLst>
              <a:gs pos="0">
                <a:schemeClr val="accent1">
                  <a:alpha val="19000"/>
                </a:schemeClr>
              </a:gs>
              <a:gs pos="58000">
                <a:schemeClr val="accent1">
                  <a:alpha val="0"/>
                </a:schemeClr>
              </a:gs>
            </a:gsLst>
            <a:lin ang="5400000" scaled="1"/>
          </a:gra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7" name="弧形 6">
            <a:extLst>
              <a:ext uri="{FF2B5EF4-FFF2-40B4-BE49-F238E27FC236}">
                <a16:creationId xmlns:a16="http://schemas.microsoft.com/office/drawing/2014/main" id="{00CA290A-EB90-427D-3D9C-3B69CEC8CACF}"/>
              </a:ext>
            </a:extLst>
          </p:cNvPr>
          <p:cNvSpPr/>
          <p:nvPr/>
        </p:nvSpPr>
        <p:spPr>
          <a:xfrm>
            <a:off x="3527738" y="3878161"/>
            <a:ext cx="5118421" cy="814373"/>
          </a:xfrm>
          <a:prstGeom prst="arc">
            <a:avLst>
              <a:gd name="adj1" fmla="val 21389116"/>
              <a:gd name="adj2" fmla="val 10892524"/>
            </a:avLst>
          </a:prstGeom>
          <a:noFill/>
          <a:ln w="476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 name="椭圆 7">
            <a:extLst>
              <a:ext uri="{FF2B5EF4-FFF2-40B4-BE49-F238E27FC236}">
                <a16:creationId xmlns:a16="http://schemas.microsoft.com/office/drawing/2014/main" id="{7DEB8DC5-B12A-EAB3-44A6-FBC5336E2ACD}"/>
              </a:ext>
            </a:extLst>
          </p:cNvPr>
          <p:cNvSpPr/>
          <p:nvPr/>
        </p:nvSpPr>
        <p:spPr>
          <a:xfrm>
            <a:off x="3000983" y="2934939"/>
            <a:ext cx="4102550" cy="571474"/>
          </a:xfrm>
          <a:prstGeom prst="ellipse">
            <a:avLst/>
          </a:prstGeom>
          <a:noFill/>
          <a:ln w="25400">
            <a:gradFill>
              <a:gsLst>
                <a:gs pos="100000">
                  <a:schemeClr val="accent2"/>
                </a:gs>
                <a:gs pos="1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9" name="椭圆 8">
            <a:extLst>
              <a:ext uri="{FF2B5EF4-FFF2-40B4-BE49-F238E27FC236}">
                <a16:creationId xmlns:a16="http://schemas.microsoft.com/office/drawing/2014/main" id="{E62DC455-7BD9-9F79-6BA8-E42FC38C1889}"/>
              </a:ext>
            </a:extLst>
          </p:cNvPr>
          <p:cNvSpPr/>
          <p:nvPr/>
        </p:nvSpPr>
        <p:spPr>
          <a:xfrm>
            <a:off x="5088468" y="2947143"/>
            <a:ext cx="4090240" cy="571474"/>
          </a:xfrm>
          <a:prstGeom prst="ellipse">
            <a:avLst/>
          </a:prstGeom>
          <a:noFill/>
          <a:ln w="25400">
            <a:gradFill>
              <a:gsLst>
                <a:gs pos="100000">
                  <a:schemeClr val="accent2"/>
                </a:gs>
                <a:gs pos="1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cxnSp>
        <p:nvCxnSpPr>
          <p:cNvPr id="10" name="直接连接符 9">
            <a:extLst>
              <a:ext uri="{FF2B5EF4-FFF2-40B4-BE49-F238E27FC236}">
                <a16:creationId xmlns:a16="http://schemas.microsoft.com/office/drawing/2014/main" id="{03E5C5F5-A2F7-3ED4-A914-7C7D645F063A}"/>
              </a:ext>
            </a:extLst>
          </p:cNvPr>
          <p:cNvCxnSpPr>
            <a:cxnSpLocks/>
            <a:stCxn id="5" idx="3"/>
            <a:endCxn id="5" idx="7"/>
          </p:cNvCxnSpPr>
          <p:nvPr/>
        </p:nvCxnSpPr>
        <p:spPr>
          <a:xfrm flipV="1">
            <a:off x="4748962" y="5493543"/>
            <a:ext cx="2694076" cy="444776"/>
          </a:xfrm>
          <a:prstGeom prst="line">
            <a:avLst/>
          </a:prstGeom>
          <a:ln>
            <a:gradFill>
              <a:gsLst>
                <a:gs pos="0">
                  <a:schemeClr val="accent1"/>
                </a:gs>
                <a:gs pos="35000">
                  <a:schemeClr val="accent1">
                    <a:alpha val="0"/>
                  </a:schemeClr>
                </a:gs>
                <a:gs pos="6500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6AC3E0A4-DBA9-F1E2-DF9D-2F4F0C6B54DB}"/>
              </a:ext>
            </a:extLst>
          </p:cNvPr>
          <p:cNvCxnSpPr>
            <a:cxnSpLocks/>
            <a:stCxn id="5" idx="1"/>
            <a:endCxn id="5" idx="5"/>
          </p:cNvCxnSpPr>
          <p:nvPr/>
        </p:nvCxnSpPr>
        <p:spPr>
          <a:xfrm>
            <a:off x="4748962" y="5493543"/>
            <a:ext cx="2694076" cy="444776"/>
          </a:xfrm>
          <a:prstGeom prst="line">
            <a:avLst/>
          </a:prstGeom>
          <a:ln>
            <a:gradFill>
              <a:gsLst>
                <a:gs pos="0">
                  <a:schemeClr val="accent1"/>
                </a:gs>
                <a:gs pos="35000">
                  <a:schemeClr val="accent1">
                    <a:alpha val="0"/>
                  </a:schemeClr>
                </a:gs>
                <a:gs pos="65000">
                  <a:schemeClr val="accent1">
                    <a:alpha val="0"/>
                  </a:schemeClr>
                </a:gs>
                <a:gs pos="100000">
                  <a:schemeClr val="accent1"/>
                </a:gs>
              </a:gsLst>
              <a:lin ang="0" scaled="0"/>
            </a:gra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21E8041D-CC7F-1F12-C38E-4F724B28ABB5}"/>
              </a:ext>
            </a:extLst>
          </p:cNvPr>
          <p:cNvCxnSpPr>
            <a:cxnSpLocks/>
            <a:stCxn id="4" idx="1"/>
            <a:endCxn id="4" idx="5"/>
          </p:cNvCxnSpPr>
          <p:nvPr/>
        </p:nvCxnSpPr>
        <p:spPr>
          <a:xfrm>
            <a:off x="3495318" y="1485486"/>
            <a:ext cx="5201364" cy="840461"/>
          </a:xfrm>
          <a:prstGeom prst="line">
            <a:avLst/>
          </a:prstGeom>
          <a:ln>
            <a:gradFill>
              <a:gsLst>
                <a:gs pos="0">
                  <a:schemeClr val="accent2"/>
                </a:gs>
                <a:gs pos="35000">
                  <a:schemeClr val="accent2">
                    <a:alpha val="0"/>
                  </a:schemeClr>
                </a:gs>
                <a:gs pos="65000">
                  <a:schemeClr val="accent2">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B1C5073-7EE8-6288-D210-9D2605EFD037}"/>
              </a:ext>
            </a:extLst>
          </p:cNvPr>
          <p:cNvCxnSpPr>
            <a:cxnSpLocks/>
            <a:stCxn id="4" idx="3"/>
            <a:endCxn id="4" idx="7"/>
          </p:cNvCxnSpPr>
          <p:nvPr/>
        </p:nvCxnSpPr>
        <p:spPr>
          <a:xfrm flipV="1">
            <a:off x="3495318" y="1485486"/>
            <a:ext cx="5201364" cy="840461"/>
          </a:xfrm>
          <a:prstGeom prst="line">
            <a:avLst/>
          </a:prstGeom>
          <a:ln>
            <a:gradFill>
              <a:gsLst>
                <a:gs pos="0">
                  <a:schemeClr val="accent2"/>
                </a:gs>
                <a:gs pos="35000">
                  <a:schemeClr val="accent2">
                    <a:alpha val="0"/>
                  </a:schemeClr>
                </a:gs>
                <a:gs pos="65000">
                  <a:schemeClr val="accent2">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40CB7D41-A85C-29F9-43DE-8BCD904E6C5C}"/>
              </a:ext>
            </a:extLst>
          </p:cNvPr>
          <p:cNvSpPr txBox="1"/>
          <p:nvPr/>
        </p:nvSpPr>
        <p:spPr>
          <a:xfrm>
            <a:off x="4224735" y="5022039"/>
            <a:ext cx="800219" cy="276999"/>
          </a:xfrm>
          <a:prstGeom prst="rect">
            <a:avLst/>
          </a:prstGeom>
          <a:noFill/>
        </p:spPr>
        <p:txBody>
          <a:bodyPr wrap="none" rtlCol="0">
            <a:spAutoFit/>
          </a:bodyPr>
          <a:lstStyle/>
          <a:p>
            <a:pPr algn="l"/>
            <a:r>
              <a:rPr lang="zh-CN" altLang="en-US" sz="1200" b="0" i="0" dirty="0">
                <a:solidFill>
                  <a:srgbClr val="05073B"/>
                </a:solidFill>
                <a:effectLst/>
                <a:latin typeface="PingFang-SC-Regular"/>
              </a:rPr>
              <a:t>爬虫设计</a:t>
            </a:r>
          </a:p>
        </p:txBody>
      </p:sp>
      <p:sp>
        <p:nvSpPr>
          <p:cNvPr id="18" name="文本框 17">
            <a:extLst>
              <a:ext uri="{FF2B5EF4-FFF2-40B4-BE49-F238E27FC236}">
                <a16:creationId xmlns:a16="http://schemas.microsoft.com/office/drawing/2014/main" id="{4BC6F438-2DF7-320D-4E27-E5CE88ED3571}"/>
              </a:ext>
            </a:extLst>
          </p:cNvPr>
          <p:cNvSpPr txBox="1"/>
          <p:nvPr/>
        </p:nvSpPr>
        <p:spPr>
          <a:xfrm>
            <a:off x="4224735" y="5941504"/>
            <a:ext cx="800219" cy="276999"/>
          </a:xfrm>
          <a:prstGeom prst="rect">
            <a:avLst/>
          </a:prstGeom>
          <a:noFill/>
        </p:spPr>
        <p:txBody>
          <a:bodyPr wrap="none" rtlCol="0">
            <a:spAutoFit/>
          </a:bodyPr>
          <a:lstStyle/>
          <a:p>
            <a:pPr algn="l"/>
            <a:r>
              <a:rPr lang="zh-CN" altLang="en-US" sz="1200" b="0" i="0" dirty="0">
                <a:solidFill>
                  <a:srgbClr val="05073B"/>
                </a:solidFill>
                <a:effectLst/>
                <a:latin typeface="PingFang-SC-Regular"/>
              </a:rPr>
              <a:t>源头筛选</a:t>
            </a:r>
          </a:p>
        </p:txBody>
      </p:sp>
      <p:sp>
        <p:nvSpPr>
          <p:cNvPr id="19" name="文本框 18">
            <a:extLst>
              <a:ext uri="{FF2B5EF4-FFF2-40B4-BE49-F238E27FC236}">
                <a16:creationId xmlns:a16="http://schemas.microsoft.com/office/drawing/2014/main" id="{8175534F-7DE0-CABE-F3A1-602BA7A7C929}"/>
              </a:ext>
            </a:extLst>
          </p:cNvPr>
          <p:cNvSpPr txBox="1"/>
          <p:nvPr/>
        </p:nvSpPr>
        <p:spPr>
          <a:xfrm>
            <a:off x="7250924" y="5941504"/>
            <a:ext cx="800219" cy="276999"/>
          </a:xfrm>
          <a:prstGeom prst="rect">
            <a:avLst/>
          </a:prstGeom>
          <a:noFill/>
        </p:spPr>
        <p:txBody>
          <a:bodyPr wrap="none" rtlCol="0">
            <a:spAutoFit/>
          </a:bodyPr>
          <a:lstStyle/>
          <a:p>
            <a:pPr algn="l"/>
            <a:r>
              <a:rPr lang="zh-CN" altLang="en-US" sz="1200" b="0" i="0" dirty="0">
                <a:solidFill>
                  <a:srgbClr val="05073B"/>
                </a:solidFill>
                <a:effectLst/>
                <a:latin typeface="PingFang-SC-Regular"/>
              </a:rPr>
              <a:t>实时采集</a:t>
            </a:r>
          </a:p>
        </p:txBody>
      </p:sp>
      <p:sp>
        <p:nvSpPr>
          <p:cNvPr id="20" name="文本框 19">
            <a:extLst>
              <a:ext uri="{FF2B5EF4-FFF2-40B4-BE49-F238E27FC236}">
                <a16:creationId xmlns:a16="http://schemas.microsoft.com/office/drawing/2014/main" id="{B94A7A70-319A-0AC6-B0C9-E1D13DCCF24E}"/>
              </a:ext>
            </a:extLst>
          </p:cNvPr>
          <p:cNvSpPr txBox="1"/>
          <p:nvPr/>
        </p:nvSpPr>
        <p:spPr>
          <a:xfrm>
            <a:off x="7250924" y="5022039"/>
            <a:ext cx="800219" cy="276999"/>
          </a:xfrm>
          <a:prstGeom prst="rect">
            <a:avLst/>
          </a:prstGeom>
          <a:noFill/>
        </p:spPr>
        <p:txBody>
          <a:bodyPr wrap="none" rtlCol="0">
            <a:spAutoFit/>
          </a:bodyPr>
          <a:lstStyle/>
          <a:p>
            <a:pPr algn="l"/>
            <a:r>
              <a:rPr lang="zh-CN" altLang="en-US" sz="1200" b="0" i="0" dirty="0">
                <a:solidFill>
                  <a:srgbClr val="05073B"/>
                </a:solidFill>
                <a:effectLst/>
                <a:latin typeface="PingFang-SC-Regular"/>
              </a:rPr>
              <a:t>增量更新</a:t>
            </a:r>
          </a:p>
        </p:txBody>
      </p:sp>
      <p:sp>
        <p:nvSpPr>
          <p:cNvPr id="24" name="文本框 23">
            <a:extLst>
              <a:ext uri="{FF2B5EF4-FFF2-40B4-BE49-F238E27FC236}">
                <a16:creationId xmlns:a16="http://schemas.microsoft.com/office/drawing/2014/main" id="{341A7D5D-2665-3E75-159F-DF51CEDA4D70}"/>
              </a:ext>
            </a:extLst>
          </p:cNvPr>
          <p:cNvSpPr txBox="1"/>
          <p:nvPr/>
        </p:nvSpPr>
        <p:spPr>
          <a:xfrm>
            <a:off x="5388114" y="4159864"/>
            <a:ext cx="1415772" cy="338554"/>
          </a:xfrm>
          <a:prstGeom prst="rect">
            <a:avLst/>
          </a:prstGeom>
          <a:noFill/>
        </p:spPr>
        <p:txBody>
          <a:bodyPr wrap="none" rtlCol="0">
            <a:spAutoFit/>
          </a:bodyPr>
          <a:lstStyle/>
          <a:p>
            <a:pPr algn="ctr"/>
            <a:r>
              <a:rPr lang="zh-CN" altLang="en-US" sz="1600" b="1" i="0" dirty="0">
                <a:solidFill>
                  <a:schemeClr val="accent1"/>
                </a:solidFill>
                <a:effectLst/>
                <a:latin typeface="PingFang-SC-Regular"/>
              </a:rPr>
              <a:t>数据处理平台</a:t>
            </a:r>
          </a:p>
        </p:txBody>
      </p:sp>
      <p:sp>
        <p:nvSpPr>
          <p:cNvPr id="25" name="文本框 24">
            <a:extLst>
              <a:ext uri="{FF2B5EF4-FFF2-40B4-BE49-F238E27FC236}">
                <a16:creationId xmlns:a16="http://schemas.microsoft.com/office/drawing/2014/main" id="{2307BCEB-3BEE-9B17-73DF-5B6EA13E3966}"/>
              </a:ext>
            </a:extLst>
          </p:cNvPr>
          <p:cNvSpPr txBox="1"/>
          <p:nvPr/>
        </p:nvSpPr>
        <p:spPr>
          <a:xfrm>
            <a:off x="5388114" y="3041068"/>
            <a:ext cx="1415772" cy="338554"/>
          </a:xfrm>
          <a:prstGeom prst="rect">
            <a:avLst/>
          </a:prstGeom>
          <a:noFill/>
        </p:spPr>
        <p:txBody>
          <a:bodyPr wrap="none" rtlCol="0">
            <a:spAutoFit/>
          </a:bodyPr>
          <a:lstStyle/>
          <a:p>
            <a:pPr algn="ctr"/>
            <a:r>
              <a:rPr lang="zh-CN" altLang="en-US" sz="1600" b="1" i="0" dirty="0">
                <a:solidFill>
                  <a:schemeClr val="bg1"/>
                </a:solidFill>
                <a:effectLst/>
                <a:latin typeface="PingFang-SC-Regular"/>
              </a:rPr>
              <a:t>数据分析平台</a:t>
            </a:r>
          </a:p>
        </p:txBody>
      </p:sp>
      <p:sp>
        <p:nvSpPr>
          <p:cNvPr id="27" name="文本框 26">
            <a:extLst>
              <a:ext uri="{FF2B5EF4-FFF2-40B4-BE49-F238E27FC236}">
                <a16:creationId xmlns:a16="http://schemas.microsoft.com/office/drawing/2014/main" id="{91BBFFAF-06DD-4855-0011-EF186253068E}"/>
              </a:ext>
            </a:extLst>
          </p:cNvPr>
          <p:cNvSpPr txBox="1"/>
          <p:nvPr/>
        </p:nvSpPr>
        <p:spPr>
          <a:xfrm>
            <a:off x="8244844" y="2784729"/>
            <a:ext cx="748923" cy="261610"/>
          </a:xfrm>
          <a:prstGeom prst="rect">
            <a:avLst/>
          </a:prstGeom>
          <a:noFill/>
        </p:spPr>
        <p:txBody>
          <a:bodyPr wrap="none" rtlCol="0">
            <a:spAutoFit/>
          </a:bodyPr>
          <a:lstStyle/>
          <a:p>
            <a:pPr algn="l"/>
            <a:r>
              <a:rPr lang="zh-CN" altLang="en-US" sz="1100" b="0" i="0" dirty="0">
                <a:solidFill>
                  <a:srgbClr val="05073B"/>
                </a:solidFill>
                <a:effectLst/>
                <a:latin typeface="PingFang-SC-Regular"/>
              </a:rPr>
              <a:t>趋势预测</a:t>
            </a:r>
            <a:endParaRPr lang="en-US" altLang="zh-CN" sz="1100" b="0" i="0" dirty="0">
              <a:solidFill>
                <a:srgbClr val="05073B"/>
              </a:solidFill>
              <a:effectLst/>
              <a:latin typeface="PingFang-SC-Regular"/>
            </a:endParaRPr>
          </a:p>
        </p:txBody>
      </p:sp>
      <p:sp>
        <p:nvSpPr>
          <p:cNvPr id="28" name="文本框 27">
            <a:extLst>
              <a:ext uri="{FF2B5EF4-FFF2-40B4-BE49-F238E27FC236}">
                <a16:creationId xmlns:a16="http://schemas.microsoft.com/office/drawing/2014/main" id="{5488CEC8-6E6D-1CCB-C990-09788B4AD9E6}"/>
              </a:ext>
            </a:extLst>
          </p:cNvPr>
          <p:cNvSpPr txBox="1"/>
          <p:nvPr/>
        </p:nvSpPr>
        <p:spPr>
          <a:xfrm>
            <a:off x="5311170" y="1751903"/>
            <a:ext cx="1569660" cy="369332"/>
          </a:xfrm>
          <a:prstGeom prst="rect">
            <a:avLst/>
          </a:prstGeom>
          <a:noFill/>
        </p:spPr>
        <p:txBody>
          <a:bodyPr wrap="none" rtlCol="0">
            <a:spAutoFit/>
          </a:bodyPr>
          <a:lstStyle/>
          <a:p>
            <a:pPr algn="ctr"/>
            <a:r>
              <a:rPr lang="zh-CN" altLang="en-US" b="1" i="0" dirty="0">
                <a:solidFill>
                  <a:schemeClr val="bg1"/>
                </a:solidFill>
                <a:effectLst/>
                <a:latin typeface="PingFang-SC-Regular"/>
              </a:rPr>
              <a:t>数据应用平台</a:t>
            </a:r>
          </a:p>
        </p:txBody>
      </p:sp>
      <p:sp>
        <p:nvSpPr>
          <p:cNvPr id="2" name="椭圆 1">
            <a:extLst>
              <a:ext uri="{FF2B5EF4-FFF2-40B4-BE49-F238E27FC236}">
                <a16:creationId xmlns:a16="http://schemas.microsoft.com/office/drawing/2014/main" id="{883E2FC5-9BB3-01F1-113E-A43A0F750AF2}"/>
              </a:ext>
            </a:extLst>
          </p:cNvPr>
          <p:cNvSpPr/>
          <p:nvPr/>
        </p:nvSpPr>
        <p:spPr>
          <a:xfrm>
            <a:off x="3813244" y="2566598"/>
            <a:ext cx="755512" cy="755512"/>
          </a:xfrm>
          <a:prstGeom prst="ellipse">
            <a:avLst/>
          </a:prstGeom>
          <a:gradFill flip="none" rotWithShape="1">
            <a:gsLst>
              <a:gs pos="36000">
                <a:schemeClr val="accent2">
                  <a:alpha val="14000"/>
                </a:schemeClr>
              </a:gs>
              <a:gs pos="100000">
                <a:schemeClr val="accent2">
                  <a:alpha val="56000"/>
                </a:schemeClr>
              </a:gs>
            </a:gsLst>
            <a:path path="circle">
              <a:fillToRect r="100000" b="100000"/>
            </a:path>
            <a:tileRect l="-100000" t="-100000"/>
          </a:gradFill>
          <a:ln>
            <a:noFill/>
          </a:ln>
          <a:effectLst>
            <a:reflection stA="72000" endPos="21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椭圆 14">
            <a:extLst>
              <a:ext uri="{FF2B5EF4-FFF2-40B4-BE49-F238E27FC236}">
                <a16:creationId xmlns:a16="http://schemas.microsoft.com/office/drawing/2014/main" id="{E0F7E3B4-8724-1203-64CE-CBE4AD4F2A72}"/>
              </a:ext>
            </a:extLst>
          </p:cNvPr>
          <p:cNvSpPr/>
          <p:nvPr/>
        </p:nvSpPr>
        <p:spPr>
          <a:xfrm>
            <a:off x="3929046" y="2682400"/>
            <a:ext cx="523908" cy="52390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endParaRPr>
          </a:p>
        </p:txBody>
      </p:sp>
      <p:sp>
        <p:nvSpPr>
          <p:cNvPr id="17" name="图形 68">
            <a:extLst>
              <a:ext uri="{FF2B5EF4-FFF2-40B4-BE49-F238E27FC236}">
                <a16:creationId xmlns:a16="http://schemas.microsoft.com/office/drawing/2014/main" id="{E3B7660D-169D-616B-25BA-6B5C3CE7A2F1}"/>
              </a:ext>
            </a:extLst>
          </p:cNvPr>
          <p:cNvSpPr/>
          <p:nvPr/>
        </p:nvSpPr>
        <p:spPr>
          <a:xfrm>
            <a:off x="4061901" y="2800307"/>
            <a:ext cx="239820" cy="230454"/>
          </a:xfrm>
          <a:custGeom>
            <a:avLst/>
            <a:gdLst>
              <a:gd name="connsiteX0" fmla="*/ 223242 w 1451967"/>
              <a:gd name="connsiteY0" fmla="*/ 446484 h 1395263"/>
              <a:gd name="connsiteX1" fmla="*/ 429909 w 1451967"/>
              <a:gd name="connsiteY1" fmla="*/ 306958 h 1395263"/>
              <a:gd name="connsiteX2" fmla="*/ 1395543 w 1451967"/>
              <a:gd name="connsiteY2" fmla="*/ 306958 h 1395263"/>
              <a:gd name="connsiteX3" fmla="*/ 1451353 w 1451967"/>
              <a:gd name="connsiteY3" fmla="*/ 251147 h 1395263"/>
              <a:gd name="connsiteX4" fmla="*/ 1395543 w 1451967"/>
              <a:gd name="connsiteY4" fmla="*/ 195337 h 1395263"/>
              <a:gd name="connsiteX5" fmla="*/ 443694 w 1451967"/>
              <a:gd name="connsiteY5" fmla="*/ 195337 h 1395263"/>
              <a:gd name="connsiteX6" fmla="*/ 223242 w 1451967"/>
              <a:gd name="connsiteY6" fmla="*/ 0 h 1395263"/>
              <a:gd name="connsiteX7" fmla="*/ 0 w 1451967"/>
              <a:gd name="connsiteY7" fmla="*/ 223242 h 1395263"/>
              <a:gd name="connsiteX8" fmla="*/ 223242 w 1451967"/>
              <a:gd name="connsiteY8" fmla="*/ 446484 h 1395263"/>
              <a:gd name="connsiteX9" fmla="*/ 223242 w 1451967"/>
              <a:gd name="connsiteY9" fmla="*/ 111621 h 1395263"/>
              <a:gd name="connsiteX10" fmla="*/ 334863 w 1451967"/>
              <a:gd name="connsiteY10" fmla="*/ 223298 h 1395263"/>
              <a:gd name="connsiteX11" fmla="*/ 223186 w 1451967"/>
              <a:gd name="connsiteY11" fmla="*/ 334919 h 1395263"/>
              <a:gd name="connsiteX12" fmla="*/ 111565 w 1451967"/>
              <a:gd name="connsiteY12" fmla="*/ 223242 h 1395263"/>
              <a:gd name="connsiteX13" fmla="*/ 223242 w 1451967"/>
              <a:gd name="connsiteY13" fmla="*/ 111621 h 1395263"/>
              <a:gd name="connsiteX14" fmla="*/ 1396157 w 1451967"/>
              <a:gd name="connsiteY14" fmla="*/ 948779 h 1395263"/>
              <a:gd name="connsiteX15" fmla="*/ 446484 w 1451967"/>
              <a:gd name="connsiteY15" fmla="*/ 948779 h 1395263"/>
              <a:gd name="connsiteX16" fmla="*/ 439062 w 1451967"/>
              <a:gd name="connsiteY16" fmla="*/ 950286 h 1395263"/>
              <a:gd name="connsiteX17" fmla="*/ 223242 w 1451967"/>
              <a:gd name="connsiteY17" fmla="*/ 781348 h 1395263"/>
              <a:gd name="connsiteX18" fmla="*/ 0 w 1451967"/>
              <a:gd name="connsiteY18" fmla="*/ 1004590 h 1395263"/>
              <a:gd name="connsiteX19" fmla="*/ 223242 w 1451967"/>
              <a:gd name="connsiteY19" fmla="*/ 1227832 h 1395263"/>
              <a:gd name="connsiteX20" fmla="*/ 439062 w 1451967"/>
              <a:gd name="connsiteY20" fmla="*/ 1058894 h 1395263"/>
              <a:gd name="connsiteX21" fmla="*/ 446484 w 1451967"/>
              <a:gd name="connsiteY21" fmla="*/ 1060400 h 1395263"/>
              <a:gd name="connsiteX22" fmla="*/ 1396157 w 1451967"/>
              <a:gd name="connsiteY22" fmla="*/ 1060400 h 1395263"/>
              <a:gd name="connsiteX23" fmla="*/ 1451967 w 1451967"/>
              <a:gd name="connsiteY23" fmla="*/ 1004590 h 1395263"/>
              <a:gd name="connsiteX24" fmla="*/ 1396157 w 1451967"/>
              <a:gd name="connsiteY24" fmla="*/ 948779 h 1395263"/>
              <a:gd name="connsiteX25" fmla="*/ 223242 w 1451967"/>
              <a:gd name="connsiteY25" fmla="*/ 1116211 h 1395263"/>
              <a:gd name="connsiteX26" fmla="*/ 111621 w 1451967"/>
              <a:gd name="connsiteY26" fmla="*/ 1004534 h 1395263"/>
              <a:gd name="connsiteX27" fmla="*/ 223298 w 1451967"/>
              <a:gd name="connsiteY27" fmla="*/ 892913 h 1395263"/>
              <a:gd name="connsiteX28" fmla="*/ 334919 w 1451967"/>
              <a:gd name="connsiteY28" fmla="*/ 1004590 h 1395263"/>
              <a:gd name="connsiteX29" fmla="*/ 223242 w 1451967"/>
              <a:gd name="connsiteY29" fmla="*/ 1116211 h 1395263"/>
              <a:gd name="connsiteX30" fmla="*/ 1396157 w 1451967"/>
              <a:gd name="connsiteY30" fmla="*/ 558106 h 1395263"/>
              <a:gd name="connsiteX31" fmla="*/ 892969 w 1451967"/>
              <a:gd name="connsiteY31" fmla="*/ 558106 h 1395263"/>
              <a:gd name="connsiteX32" fmla="*/ 837158 w 1451967"/>
              <a:gd name="connsiteY32" fmla="*/ 613916 h 1395263"/>
              <a:gd name="connsiteX33" fmla="*/ 892969 w 1451967"/>
              <a:gd name="connsiteY33" fmla="*/ 669727 h 1395263"/>
              <a:gd name="connsiteX34" fmla="*/ 1396157 w 1451967"/>
              <a:gd name="connsiteY34" fmla="*/ 669727 h 1395263"/>
              <a:gd name="connsiteX35" fmla="*/ 1451967 w 1451967"/>
              <a:gd name="connsiteY35" fmla="*/ 613916 h 1395263"/>
              <a:gd name="connsiteX36" fmla="*/ 1396157 w 1451967"/>
              <a:gd name="connsiteY36" fmla="*/ 558106 h 1395263"/>
              <a:gd name="connsiteX37" fmla="*/ 1396157 w 1451967"/>
              <a:gd name="connsiteY37" fmla="*/ 1283643 h 1395263"/>
              <a:gd name="connsiteX38" fmla="*/ 892969 w 1451967"/>
              <a:gd name="connsiteY38" fmla="*/ 1283643 h 1395263"/>
              <a:gd name="connsiteX39" fmla="*/ 837158 w 1451967"/>
              <a:gd name="connsiteY39" fmla="*/ 1339453 h 1395263"/>
              <a:gd name="connsiteX40" fmla="*/ 892969 w 1451967"/>
              <a:gd name="connsiteY40" fmla="*/ 1395264 h 1395263"/>
              <a:gd name="connsiteX41" fmla="*/ 1396157 w 1451967"/>
              <a:gd name="connsiteY41" fmla="*/ 1395264 h 1395263"/>
              <a:gd name="connsiteX42" fmla="*/ 1451967 w 1451967"/>
              <a:gd name="connsiteY42" fmla="*/ 1339453 h 1395263"/>
              <a:gd name="connsiteX43" fmla="*/ 1396157 w 1451967"/>
              <a:gd name="connsiteY43" fmla="*/ 1283643 h 139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51967" h="1395263">
                <a:moveTo>
                  <a:pt x="223242" y="446484"/>
                </a:moveTo>
                <a:cubicBezTo>
                  <a:pt x="314130" y="446445"/>
                  <a:pt x="395897" y="391242"/>
                  <a:pt x="429909" y="306958"/>
                </a:cubicBezTo>
                <a:lnTo>
                  <a:pt x="1395543" y="306958"/>
                </a:lnTo>
                <a:cubicBezTo>
                  <a:pt x="1426366" y="306958"/>
                  <a:pt x="1451353" y="281971"/>
                  <a:pt x="1451353" y="251147"/>
                </a:cubicBezTo>
                <a:cubicBezTo>
                  <a:pt x="1451353" y="220324"/>
                  <a:pt x="1426366" y="195337"/>
                  <a:pt x="1395543" y="195337"/>
                </a:cubicBezTo>
                <a:lnTo>
                  <a:pt x="443694" y="195337"/>
                </a:lnTo>
                <a:cubicBezTo>
                  <a:pt x="429797" y="85390"/>
                  <a:pt x="336984" y="0"/>
                  <a:pt x="223242" y="0"/>
                </a:cubicBezTo>
                <a:cubicBezTo>
                  <a:pt x="99949" y="0"/>
                  <a:pt x="0" y="99949"/>
                  <a:pt x="0" y="223242"/>
                </a:cubicBezTo>
                <a:cubicBezTo>
                  <a:pt x="0" y="346535"/>
                  <a:pt x="99949" y="446484"/>
                  <a:pt x="223242" y="446484"/>
                </a:cubicBezTo>
                <a:close/>
                <a:moveTo>
                  <a:pt x="223242" y="111621"/>
                </a:moveTo>
                <a:cubicBezTo>
                  <a:pt x="284904" y="111637"/>
                  <a:pt x="334879" y="161636"/>
                  <a:pt x="334863" y="223298"/>
                </a:cubicBezTo>
                <a:cubicBezTo>
                  <a:pt x="334848" y="284960"/>
                  <a:pt x="284848" y="334934"/>
                  <a:pt x="223186" y="334919"/>
                </a:cubicBezTo>
                <a:cubicBezTo>
                  <a:pt x="161524" y="334904"/>
                  <a:pt x="111550" y="284904"/>
                  <a:pt x="111565" y="223242"/>
                </a:cubicBezTo>
                <a:cubicBezTo>
                  <a:pt x="111581" y="161580"/>
                  <a:pt x="161580" y="111606"/>
                  <a:pt x="223242" y="111621"/>
                </a:cubicBezTo>
                <a:close/>
                <a:moveTo>
                  <a:pt x="1396157" y="948779"/>
                </a:moveTo>
                <a:lnTo>
                  <a:pt x="446484" y="948779"/>
                </a:lnTo>
                <a:cubicBezTo>
                  <a:pt x="443861" y="948779"/>
                  <a:pt x="441573" y="949951"/>
                  <a:pt x="439062" y="950286"/>
                </a:cubicBezTo>
                <a:cubicBezTo>
                  <a:pt x="414365" y="851151"/>
                  <a:pt x="325407" y="781517"/>
                  <a:pt x="223242" y="781348"/>
                </a:cubicBezTo>
                <a:cubicBezTo>
                  <a:pt x="99949" y="781348"/>
                  <a:pt x="0" y="881297"/>
                  <a:pt x="0" y="1004590"/>
                </a:cubicBezTo>
                <a:cubicBezTo>
                  <a:pt x="0" y="1127883"/>
                  <a:pt x="99949" y="1227832"/>
                  <a:pt x="223242" y="1227832"/>
                </a:cubicBezTo>
                <a:cubicBezTo>
                  <a:pt x="325407" y="1227663"/>
                  <a:pt x="414365" y="1158029"/>
                  <a:pt x="439062" y="1058894"/>
                </a:cubicBezTo>
                <a:cubicBezTo>
                  <a:pt x="441573" y="1059228"/>
                  <a:pt x="443861" y="1060400"/>
                  <a:pt x="446484" y="1060400"/>
                </a:cubicBezTo>
                <a:lnTo>
                  <a:pt x="1396157" y="1060400"/>
                </a:lnTo>
                <a:cubicBezTo>
                  <a:pt x="1426980" y="1060400"/>
                  <a:pt x="1451967" y="1035413"/>
                  <a:pt x="1451967" y="1004590"/>
                </a:cubicBezTo>
                <a:cubicBezTo>
                  <a:pt x="1451967" y="973767"/>
                  <a:pt x="1426980" y="948779"/>
                  <a:pt x="1396157" y="948779"/>
                </a:cubicBezTo>
                <a:close/>
                <a:moveTo>
                  <a:pt x="223242" y="1116211"/>
                </a:moveTo>
                <a:cubicBezTo>
                  <a:pt x="161580" y="1116196"/>
                  <a:pt x="111606" y="1066196"/>
                  <a:pt x="111621" y="1004534"/>
                </a:cubicBezTo>
                <a:cubicBezTo>
                  <a:pt x="111637" y="942872"/>
                  <a:pt x="161636" y="892897"/>
                  <a:pt x="223298" y="892913"/>
                </a:cubicBezTo>
                <a:cubicBezTo>
                  <a:pt x="284960" y="892928"/>
                  <a:pt x="334934" y="942928"/>
                  <a:pt x="334919" y="1004590"/>
                </a:cubicBezTo>
                <a:cubicBezTo>
                  <a:pt x="334904" y="1066252"/>
                  <a:pt x="284904" y="1116226"/>
                  <a:pt x="223242" y="1116211"/>
                </a:cubicBezTo>
                <a:close/>
                <a:moveTo>
                  <a:pt x="1396157" y="558106"/>
                </a:moveTo>
                <a:lnTo>
                  <a:pt x="892969" y="558106"/>
                </a:lnTo>
                <a:cubicBezTo>
                  <a:pt x="862145" y="558106"/>
                  <a:pt x="837158" y="583093"/>
                  <a:pt x="837158" y="613916"/>
                </a:cubicBezTo>
                <a:cubicBezTo>
                  <a:pt x="837158" y="644739"/>
                  <a:pt x="862145" y="669727"/>
                  <a:pt x="892969" y="669727"/>
                </a:cubicBezTo>
                <a:lnTo>
                  <a:pt x="1396157" y="669727"/>
                </a:lnTo>
                <a:cubicBezTo>
                  <a:pt x="1426980" y="669727"/>
                  <a:pt x="1451967" y="644739"/>
                  <a:pt x="1451967" y="613916"/>
                </a:cubicBezTo>
                <a:cubicBezTo>
                  <a:pt x="1451967" y="583093"/>
                  <a:pt x="1426980" y="558106"/>
                  <a:pt x="1396157" y="558106"/>
                </a:cubicBezTo>
                <a:close/>
                <a:moveTo>
                  <a:pt x="1396157" y="1283643"/>
                </a:moveTo>
                <a:lnTo>
                  <a:pt x="892969" y="1283643"/>
                </a:lnTo>
                <a:cubicBezTo>
                  <a:pt x="862145" y="1283643"/>
                  <a:pt x="837158" y="1308630"/>
                  <a:pt x="837158" y="1339453"/>
                </a:cubicBezTo>
                <a:cubicBezTo>
                  <a:pt x="837158" y="1370277"/>
                  <a:pt x="862145" y="1395264"/>
                  <a:pt x="892969" y="1395264"/>
                </a:cubicBezTo>
                <a:lnTo>
                  <a:pt x="1396157" y="1395264"/>
                </a:lnTo>
                <a:cubicBezTo>
                  <a:pt x="1426980" y="1395264"/>
                  <a:pt x="1451967" y="1370277"/>
                  <a:pt x="1451967" y="1339453"/>
                </a:cubicBezTo>
                <a:cubicBezTo>
                  <a:pt x="1451967" y="1308630"/>
                  <a:pt x="1426980" y="1283643"/>
                  <a:pt x="1396157" y="1283643"/>
                </a:cubicBezTo>
                <a:close/>
              </a:path>
            </a:pathLst>
          </a:custGeom>
          <a:solidFill>
            <a:schemeClr val="tx1"/>
          </a:solidFill>
          <a:ln w="1860" cap="flat">
            <a:noFill/>
            <a:prstDash val="solid"/>
            <a:miter/>
          </a:ln>
        </p:spPr>
        <p:txBody>
          <a:bodyPr rtlCol="0" anchor="ctr"/>
          <a:lstStyle/>
          <a:p>
            <a:endParaRPr lang="zh-CN" altLang="en-US"/>
          </a:p>
        </p:txBody>
      </p:sp>
      <p:sp>
        <p:nvSpPr>
          <p:cNvPr id="22" name="椭圆 21">
            <a:extLst>
              <a:ext uri="{FF2B5EF4-FFF2-40B4-BE49-F238E27FC236}">
                <a16:creationId xmlns:a16="http://schemas.microsoft.com/office/drawing/2014/main" id="{6A5616B3-8EDA-CCAD-1143-B767BEBE4AF2}"/>
              </a:ext>
            </a:extLst>
          </p:cNvPr>
          <p:cNvSpPr/>
          <p:nvPr/>
        </p:nvSpPr>
        <p:spPr>
          <a:xfrm>
            <a:off x="7422679" y="2566598"/>
            <a:ext cx="755512" cy="755512"/>
          </a:xfrm>
          <a:prstGeom prst="ellipse">
            <a:avLst/>
          </a:prstGeom>
          <a:gradFill flip="none" rotWithShape="1">
            <a:gsLst>
              <a:gs pos="36000">
                <a:schemeClr val="accent2">
                  <a:alpha val="14000"/>
                </a:schemeClr>
              </a:gs>
              <a:gs pos="100000">
                <a:schemeClr val="accent2">
                  <a:alpha val="56000"/>
                </a:schemeClr>
              </a:gs>
            </a:gsLst>
            <a:path path="circle">
              <a:fillToRect r="100000" b="100000"/>
            </a:path>
            <a:tileRect l="-100000" t="-100000"/>
          </a:gradFill>
          <a:ln>
            <a:noFill/>
          </a:ln>
          <a:effectLst>
            <a:reflection stA="72000" endPos="21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椭圆 22">
            <a:extLst>
              <a:ext uri="{FF2B5EF4-FFF2-40B4-BE49-F238E27FC236}">
                <a16:creationId xmlns:a16="http://schemas.microsoft.com/office/drawing/2014/main" id="{9508CD38-1F0B-3AAA-BBF9-D5419A1BF4CC}"/>
              </a:ext>
            </a:extLst>
          </p:cNvPr>
          <p:cNvSpPr/>
          <p:nvPr/>
        </p:nvSpPr>
        <p:spPr>
          <a:xfrm>
            <a:off x="7538481" y="2682400"/>
            <a:ext cx="523908" cy="52390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endParaRPr>
          </a:p>
        </p:txBody>
      </p:sp>
      <p:sp>
        <p:nvSpPr>
          <p:cNvPr id="26" name="文本框 25">
            <a:extLst>
              <a:ext uri="{FF2B5EF4-FFF2-40B4-BE49-F238E27FC236}">
                <a16:creationId xmlns:a16="http://schemas.microsoft.com/office/drawing/2014/main" id="{613C7E0B-4AAE-8688-35A5-891F06B15959}"/>
              </a:ext>
            </a:extLst>
          </p:cNvPr>
          <p:cNvSpPr txBox="1"/>
          <p:nvPr/>
        </p:nvSpPr>
        <p:spPr>
          <a:xfrm>
            <a:off x="3059135" y="2784729"/>
            <a:ext cx="748923" cy="261610"/>
          </a:xfrm>
          <a:prstGeom prst="rect">
            <a:avLst/>
          </a:prstGeom>
          <a:noFill/>
        </p:spPr>
        <p:txBody>
          <a:bodyPr wrap="none" rtlCol="0">
            <a:spAutoFit/>
          </a:bodyPr>
          <a:lstStyle/>
          <a:p>
            <a:r>
              <a:rPr lang="zh-CN" altLang="en-US" sz="1100" b="0" i="0" dirty="0">
                <a:solidFill>
                  <a:srgbClr val="05073B"/>
                </a:solidFill>
                <a:effectLst/>
                <a:latin typeface="PingFang-SC-Regular"/>
              </a:rPr>
              <a:t>数据挖掘</a:t>
            </a:r>
            <a:endParaRPr lang="en-US" altLang="zh-CN" sz="1100" b="0" i="0" dirty="0">
              <a:solidFill>
                <a:srgbClr val="05073B"/>
              </a:solidFill>
              <a:effectLst/>
              <a:latin typeface="PingFang-SC-Regular"/>
            </a:endParaRPr>
          </a:p>
        </p:txBody>
      </p:sp>
      <p:grpSp>
        <p:nvGrpSpPr>
          <p:cNvPr id="40" name="组合 39">
            <a:extLst>
              <a:ext uri="{FF2B5EF4-FFF2-40B4-BE49-F238E27FC236}">
                <a16:creationId xmlns:a16="http://schemas.microsoft.com/office/drawing/2014/main" id="{4F98E5A5-683E-64A3-6009-FC00403ED629}"/>
              </a:ext>
            </a:extLst>
          </p:cNvPr>
          <p:cNvGrpSpPr/>
          <p:nvPr/>
        </p:nvGrpSpPr>
        <p:grpSpPr>
          <a:xfrm>
            <a:off x="7708419" y="2868333"/>
            <a:ext cx="184033" cy="152042"/>
            <a:chOff x="7699229" y="2604375"/>
            <a:chExt cx="184033" cy="152042"/>
          </a:xfrm>
        </p:grpSpPr>
        <p:sp>
          <p:nvSpPr>
            <p:cNvPr id="38" name="任意多边形: 形状 37">
              <a:extLst>
                <a:ext uri="{FF2B5EF4-FFF2-40B4-BE49-F238E27FC236}">
                  <a16:creationId xmlns:a16="http://schemas.microsoft.com/office/drawing/2014/main" id="{B38A182B-8A3A-FF72-CEBB-28B19FA9A077}"/>
                </a:ext>
              </a:extLst>
            </p:cNvPr>
            <p:cNvSpPr/>
            <p:nvPr/>
          </p:nvSpPr>
          <p:spPr>
            <a:xfrm>
              <a:off x="7699229" y="2604375"/>
              <a:ext cx="184033" cy="152042"/>
            </a:xfrm>
            <a:custGeom>
              <a:avLst/>
              <a:gdLst>
                <a:gd name="connsiteX0" fmla="*/ 172605 w 184033"/>
                <a:gd name="connsiteY0" fmla="*/ 0 h 152042"/>
                <a:gd name="connsiteX1" fmla="*/ 11429 w 184033"/>
                <a:gd name="connsiteY1" fmla="*/ 0 h 152042"/>
                <a:gd name="connsiteX2" fmla="*/ 0 w 184033"/>
                <a:gd name="connsiteY2" fmla="*/ 11429 h 152042"/>
                <a:gd name="connsiteX3" fmla="*/ 0 w 184033"/>
                <a:gd name="connsiteY3" fmla="*/ 140613 h 152042"/>
                <a:gd name="connsiteX4" fmla="*/ 11429 w 184033"/>
                <a:gd name="connsiteY4" fmla="*/ 152042 h 152042"/>
                <a:gd name="connsiteX5" fmla="*/ 172605 w 184033"/>
                <a:gd name="connsiteY5" fmla="*/ 152042 h 152042"/>
                <a:gd name="connsiteX6" fmla="*/ 184034 w 184033"/>
                <a:gd name="connsiteY6" fmla="*/ 140613 h 152042"/>
                <a:gd name="connsiteX7" fmla="*/ 184034 w 184033"/>
                <a:gd name="connsiteY7" fmla="*/ 11429 h 152042"/>
                <a:gd name="connsiteX8" fmla="*/ 172605 w 184033"/>
                <a:gd name="connsiteY8" fmla="*/ 0 h 152042"/>
                <a:gd name="connsiteX9" fmla="*/ 170333 w 184033"/>
                <a:gd name="connsiteY9" fmla="*/ 138318 h 152042"/>
                <a:gd name="connsiteX10" fmla="*/ 13701 w 184033"/>
                <a:gd name="connsiteY10" fmla="*/ 138318 h 152042"/>
                <a:gd name="connsiteX11" fmla="*/ 13701 w 184033"/>
                <a:gd name="connsiteY11" fmla="*/ 13724 h 152042"/>
                <a:gd name="connsiteX12" fmla="*/ 170310 w 184033"/>
                <a:gd name="connsiteY12" fmla="*/ 13724 h 152042"/>
                <a:gd name="connsiteX13" fmla="*/ 170310 w 184033"/>
                <a:gd name="connsiteY13" fmla="*/ 138318 h 15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4033" h="152042">
                  <a:moveTo>
                    <a:pt x="172605" y="0"/>
                  </a:moveTo>
                  <a:lnTo>
                    <a:pt x="11429" y="0"/>
                  </a:lnTo>
                  <a:cubicBezTo>
                    <a:pt x="5129" y="0"/>
                    <a:pt x="0" y="5129"/>
                    <a:pt x="0" y="11429"/>
                  </a:cubicBezTo>
                  <a:lnTo>
                    <a:pt x="0" y="140613"/>
                  </a:lnTo>
                  <a:cubicBezTo>
                    <a:pt x="0" y="146913"/>
                    <a:pt x="5129" y="152042"/>
                    <a:pt x="11429" y="152042"/>
                  </a:cubicBezTo>
                  <a:lnTo>
                    <a:pt x="172605" y="152042"/>
                  </a:lnTo>
                  <a:cubicBezTo>
                    <a:pt x="178905" y="152042"/>
                    <a:pt x="184034" y="146913"/>
                    <a:pt x="184034" y="140613"/>
                  </a:cubicBezTo>
                  <a:lnTo>
                    <a:pt x="184034" y="11429"/>
                  </a:lnTo>
                  <a:cubicBezTo>
                    <a:pt x="184034" y="5129"/>
                    <a:pt x="178905" y="0"/>
                    <a:pt x="172605" y="0"/>
                  </a:cubicBezTo>
                  <a:close/>
                  <a:moveTo>
                    <a:pt x="170333" y="138318"/>
                  </a:moveTo>
                  <a:lnTo>
                    <a:pt x="13701" y="138318"/>
                  </a:lnTo>
                  <a:lnTo>
                    <a:pt x="13701" y="13724"/>
                  </a:lnTo>
                  <a:lnTo>
                    <a:pt x="170310" y="13724"/>
                  </a:lnTo>
                  <a:lnTo>
                    <a:pt x="170310" y="138318"/>
                  </a:lnTo>
                  <a:close/>
                </a:path>
              </a:pathLst>
            </a:custGeom>
            <a:solidFill>
              <a:schemeClr val="tx1"/>
            </a:solidFill>
            <a:ln w="233" cap="flat">
              <a:noFill/>
              <a:prstDash val="solid"/>
              <a:miter/>
            </a:ln>
          </p:spPr>
          <p:txBody>
            <a:bodyPr rtlCol="0" anchor="ctr"/>
            <a:lstStyle/>
            <a:p>
              <a:endParaRPr lang="zh-CN" altLang="en-US"/>
            </a:p>
          </p:txBody>
        </p:sp>
        <p:sp>
          <p:nvSpPr>
            <p:cNvPr id="39" name="任意多边形: 形状 38">
              <a:extLst>
                <a:ext uri="{FF2B5EF4-FFF2-40B4-BE49-F238E27FC236}">
                  <a16:creationId xmlns:a16="http://schemas.microsoft.com/office/drawing/2014/main" id="{FF6898A9-BA10-24BF-A3E7-9A31A0F5BDA5}"/>
                </a:ext>
              </a:extLst>
            </p:cNvPr>
            <p:cNvSpPr/>
            <p:nvPr/>
          </p:nvSpPr>
          <p:spPr>
            <a:xfrm>
              <a:off x="7738915" y="2657084"/>
              <a:ext cx="104847" cy="46789"/>
            </a:xfrm>
            <a:custGeom>
              <a:avLst/>
              <a:gdLst>
                <a:gd name="connsiteX0" fmla="*/ 11603 w 104847"/>
                <a:gd name="connsiteY0" fmla="*/ 44882 h 46789"/>
                <a:gd name="connsiteX1" fmla="*/ 34766 w 104847"/>
                <a:gd name="connsiteY1" fmla="*/ 22703 h 46789"/>
                <a:gd name="connsiteX2" fmla="*/ 40831 w 104847"/>
                <a:gd name="connsiteY2" fmla="*/ 22656 h 46789"/>
                <a:gd name="connsiteX3" fmla="*/ 64813 w 104847"/>
                <a:gd name="connsiteY3" fmla="*/ 45022 h 46789"/>
                <a:gd name="connsiteX4" fmla="*/ 70411 w 104847"/>
                <a:gd name="connsiteY4" fmla="*/ 44882 h 46789"/>
                <a:gd name="connsiteX5" fmla="*/ 102894 w 104847"/>
                <a:gd name="connsiteY5" fmla="*/ 11649 h 46789"/>
                <a:gd name="connsiteX6" fmla="*/ 102777 w 104847"/>
                <a:gd name="connsiteY6" fmla="*/ 1953 h 46789"/>
                <a:gd name="connsiteX7" fmla="*/ 93081 w 104847"/>
                <a:gd name="connsiteY7" fmla="*/ 2070 h 46789"/>
                <a:gd name="connsiteX8" fmla="*/ 68420 w 104847"/>
                <a:gd name="connsiteY8" fmla="*/ 27293 h 46789"/>
                <a:gd name="connsiteX9" fmla="*/ 65961 w 104847"/>
                <a:gd name="connsiteY9" fmla="*/ 27340 h 46789"/>
                <a:gd name="connsiteX10" fmla="*/ 41370 w 104847"/>
                <a:gd name="connsiteY10" fmla="*/ 4412 h 46789"/>
                <a:gd name="connsiteX11" fmla="*/ 33969 w 104847"/>
                <a:gd name="connsiteY11" fmla="*/ 4459 h 46789"/>
                <a:gd name="connsiteX12" fmla="*/ 2118 w 104847"/>
                <a:gd name="connsiteY12" fmla="*/ 34975 h 46789"/>
                <a:gd name="connsiteX13" fmla="*/ 1907 w 104847"/>
                <a:gd name="connsiteY13" fmla="*/ 44671 h 46789"/>
                <a:gd name="connsiteX14" fmla="*/ 11603 w 104847"/>
                <a:gd name="connsiteY14" fmla="*/ 44882 h 46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847" h="46789">
                  <a:moveTo>
                    <a:pt x="11603" y="44882"/>
                  </a:moveTo>
                  <a:lnTo>
                    <a:pt x="34766" y="22703"/>
                  </a:lnTo>
                  <a:cubicBezTo>
                    <a:pt x="36452" y="21087"/>
                    <a:pt x="39122" y="21064"/>
                    <a:pt x="40831" y="22656"/>
                  </a:cubicBezTo>
                  <a:lnTo>
                    <a:pt x="64813" y="45022"/>
                  </a:lnTo>
                  <a:cubicBezTo>
                    <a:pt x="66406" y="46498"/>
                    <a:pt x="68888" y="46451"/>
                    <a:pt x="70411" y="44882"/>
                  </a:cubicBezTo>
                  <a:lnTo>
                    <a:pt x="102894" y="11649"/>
                  </a:lnTo>
                  <a:cubicBezTo>
                    <a:pt x="105541" y="8932"/>
                    <a:pt x="105494" y="4600"/>
                    <a:pt x="102777" y="1953"/>
                  </a:cubicBezTo>
                  <a:cubicBezTo>
                    <a:pt x="100060" y="-693"/>
                    <a:pt x="95728" y="-647"/>
                    <a:pt x="93081" y="2070"/>
                  </a:cubicBezTo>
                  <a:lnTo>
                    <a:pt x="68420" y="27293"/>
                  </a:lnTo>
                  <a:cubicBezTo>
                    <a:pt x="67764" y="27973"/>
                    <a:pt x="66664" y="27996"/>
                    <a:pt x="65961" y="27340"/>
                  </a:cubicBezTo>
                  <a:lnTo>
                    <a:pt x="41370" y="4412"/>
                  </a:lnTo>
                  <a:cubicBezTo>
                    <a:pt x="39286" y="2468"/>
                    <a:pt x="36030" y="2492"/>
                    <a:pt x="33969" y="4459"/>
                  </a:cubicBezTo>
                  <a:lnTo>
                    <a:pt x="2118" y="34975"/>
                  </a:lnTo>
                  <a:cubicBezTo>
                    <a:pt x="-622" y="37598"/>
                    <a:pt x="-716" y="41931"/>
                    <a:pt x="1907" y="44671"/>
                  </a:cubicBezTo>
                  <a:cubicBezTo>
                    <a:pt x="4530" y="47411"/>
                    <a:pt x="8863" y="47505"/>
                    <a:pt x="11603" y="44882"/>
                  </a:cubicBezTo>
                  <a:close/>
                </a:path>
              </a:pathLst>
            </a:custGeom>
            <a:solidFill>
              <a:schemeClr val="tx1"/>
            </a:solidFill>
            <a:ln w="233" cap="flat">
              <a:noFill/>
              <a:prstDash val="solid"/>
              <a:miter/>
            </a:ln>
          </p:spPr>
          <p:txBody>
            <a:bodyPr rtlCol="0" anchor="ctr"/>
            <a:lstStyle/>
            <a:p>
              <a:endParaRPr lang="zh-CN" altLang="en-US"/>
            </a:p>
          </p:txBody>
        </p:sp>
      </p:grpSp>
      <p:sp>
        <p:nvSpPr>
          <p:cNvPr id="21" name="文本框 20">
            <a:extLst>
              <a:ext uri="{FF2B5EF4-FFF2-40B4-BE49-F238E27FC236}">
                <a16:creationId xmlns:a16="http://schemas.microsoft.com/office/drawing/2014/main" id="{5388F92E-4B35-CD56-512C-5BC17BF68972}"/>
              </a:ext>
            </a:extLst>
          </p:cNvPr>
          <p:cNvSpPr txBox="1"/>
          <p:nvPr/>
        </p:nvSpPr>
        <p:spPr>
          <a:xfrm>
            <a:off x="5388114" y="5512477"/>
            <a:ext cx="1415772" cy="338554"/>
          </a:xfrm>
          <a:prstGeom prst="rect">
            <a:avLst/>
          </a:prstGeom>
          <a:noFill/>
        </p:spPr>
        <p:txBody>
          <a:bodyPr wrap="none" rtlCol="0">
            <a:spAutoFit/>
          </a:bodyPr>
          <a:lstStyle/>
          <a:p>
            <a:pPr algn="ctr"/>
            <a:r>
              <a:rPr lang="zh-CN" altLang="en-US" sz="1600" b="1" i="0" dirty="0">
                <a:solidFill>
                  <a:schemeClr val="accent1"/>
                </a:solidFill>
                <a:effectLst/>
                <a:latin typeface="PingFang-SC-Regular"/>
              </a:rPr>
              <a:t>数据收集平台</a:t>
            </a:r>
          </a:p>
        </p:txBody>
      </p:sp>
      <p:sp>
        <p:nvSpPr>
          <p:cNvPr id="33" name="文本框 32">
            <a:extLst>
              <a:ext uri="{FF2B5EF4-FFF2-40B4-BE49-F238E27FC236}">
                <a16:creationId xmlns:a16="http://schemas.microsoft.com/office/drawing/2014/main" id="{4E967138-6311-88BE-FC78-342518819386}"/>
              </a:ext>
            </a:extLst>
          </p:cNvPr>
          <p:cNvSpPr txBox="1"/>
          <p:nvPr/>
        </p:nvSpPr>
        <p:spPr>
          <a:xfrm>
            <a:off x="3069811" y="1568424"/>
            <a:ext cx="954107" cy="276999"/>
          </a:xfrm>
          <a:prstGeom prst="rect">
            <a:avLst/>
          </a:prstGeom>
          <a:noFill/>
        </p:spPr>
        <p:txBody>
          <a:bodyPr wrap="none" rtlCol="0">
            <a:spAutoFit/>
          </a:bodyPr>
          <a:lstStyle/>
          <a:p>
            <a:pPr algn="l"/>
            <a:r>
              <a:rPr lang="zh-CN" altLang="en-US" sz="1200" b="0" i="0" dirty="0">
                <a:solidFill>
                  <a:schemeClr val="bg1"/>
                </a:solidFill>
                <a:effectLst/>
                <a:latin typeface="PingFang-SC-Regular"/>
              </a:rPr>
              <a:t>可视化展示</a:t>
            </a:r>
          </a:p>
        </p:txBody>
      </p:sp>
      <p:sp>
        <p:nvSpPr>
          <p:cNvPr id="36" name="文本框 35">
            <a:extLst>
              <a:ext uri="{FF2B5EF4-FFF2-40B4-BE49-F238E27FC236}">
                <a16:creationId xmlns:a16="http://schemas.microsoft.com/office/drawing/2014/main" id="{CB3E4594-74DC-DA20-8BE0-7A792B1C52C0}"/>
              </a:ext>
            </a:extLst>
          </p:cNvPr>
          <p:cNvSpPr txBox="1"/>
          <p:nvPr/>
        </p:nvSpPr>
        <p:spPr>
          <a:xfrm>
            <a:off x="3069811" y="1951957"/>
            <a:ext cx="954107" cy="276999"/>
          </a:xfrm>
          <a:prstGeom prst="rect">
            <a:avLst/>
          </a:prstGeom>
          <a:noFill/>
        </p:spPr>
        <p:txBody>
          <a:bodyPr wrap="none" rtlCol="0">
            <a:spAutoFit/>
          </a:bodyPr>
          <a:lstStyle/>
          <a:p>
            <a:pPr algn="l"/>
            <a:r>
              <a:rPr lang="zh-CN" altLang="en-US" sz="1200" b="0" i="0" dirty="0">
                <a:solidFill>
                  <a:schemeClr val="bg1"/>
                </a:solidFill>
                <a:effectLst/>
                <a:latin typeface="PingFang-SC-Regular"/>
              </a:rPr>
              <a:t>个性化推荐</a:t>
            </a:r>
          </a:p>
        </p:txBody>
      </p:sp>
      <p:sp>
        <p:nvSpPr>
          <p:cNvPr id="37" name="文本框 36">
            <a:extLst>
              <a:ext uri="{FF2B5EF4-FFF2-40B4-BE49-F238E27FC236}">
                <a16:creationId xmlns:a16="http://schemas.microsoft.com/office/drawing/2014/main" id="{EF77D8E0-F507-96BA-91B0-41122FA13322}"/>
              </a:ext>
            </a:extLst>
          </p:cNvPr>
          <p:cNvSpPr txBox="1"/>
          <p:nvPr/>
        </p:nvSpPr>
        <p:spPr>
          <a:xfrm>
            <a:off x="8246049" y="1951957"/>
            <a:ext cx="800219" cy="276999"/>
          </a:xfrm>
          <a:prstGeom prst="rect">
            <a:avLst/>
          </a:prstGeom>
          <a:noFill/>
        </p:spPr>
        <p:txBody>
          <a:bodyPr wrap="none" rtlCol="0">
            <a:spAutoFit/>
          </a:bodyPr>
          <a:lstStyle/>
          <a:p>
            <a:pPr algn="l"/>
            <a:r>
              <a:rPr lang="zh-CN" altLang="en-US" sz="1200" b="0" i="0" dirty="0">
                <a:solidFill>
                  <a:schemeClr val="bg1"/>
                </a:solidFill>
                <a:effectLst/>
                <a:latin typeface="PingFang-SC-Regular"/>
              </a:rPr>
              <a:t>决策支持</a:t>
            </a:r>
          </a:p>
        </p:txBody>
      </p:sp>
      <p:sp>
        <p:nvSpPr>
          <p:cNvPr id="41" name="文本框 40">
            <a:extLst>
              <a:ext uri="{FF2B5EF4-FFF2-40B4-BE49-F238E27FC236}">
                <a16:creationId xmlns:a16="http://schemas.microsoft.com/office/drawing/2014/main" id="{12818C13-CBD8-436E-6102-0205EFA07884}"/>
              </a:ext>
            </a:extLst>
          </p:cNvPr>
          <p:cNvSpPr txBox="1"/>
          <p:nvPr/>
        </p:nvSpPr>
        <p:spPr>
          <a:xfrm>
            <a:off x="8246049" y="1568424"/>
            <a:ext cx="800219" cy="276999"/>
          </a:xfrm>
          <a:prstGeom prst="rect">
            <a:avLst/>
          </a:prstGeom>
          <a:noFill/>
        </p:spPr>
        <p:txBody>
          <a:bodyPr wrap="none" rtlCol="0">
            <a:spAutoFit/>
          </a:bodyPr>
          <a:lstStyle/>
          <a:p>
            <a:pPr algn="l"/>
            <a:r>
              <a:rPr lang="zh-CN" altLang="en-US" sz="1200" b="0" i="0" dirty="0">
                <a:solidFill>
                  <a:schemeClr val="bg1"/>
                </a:solidFill>
                <a:effectLst/>
                <a:latin typeface="PingFang-SC-Regular"/>
              </a:rPr>
              <a:t>安全共享</a:t>
            </a:r>
          </a:p>
        </p:txBody>
      </p:sp>
    </p:spTree>
    <p:extLst>
      <p:ext uri="{BB962C8B-B14F-4D97-AF65-F5344CB8AC3E}">
        <p14:creationId xmlns:p14="http://schemas.microsoft.com/office/powerpoint/2010/main" val="28236690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347EF059-0EE0-D315-8C72-B1223B450C68}"/>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运营矩阵传播注入新动力</a:t>
            </a:r>
          </a:p>
        </p:txBody>
      </p:sp>
      <p:sp>
        <p:nvSpPr>
          <p:cNvPr id="3" name="椭圆 2">
            <a:extLst>
              <a:ext uri="{FF2B5EF4-FFF2-40B4-BE49-F238E27FC236}">
                <a16:creationId xmlns:a16="http://schemas.microsoft.com/office/drawing/2014/main" id="{3D4E9271-FB08-57E9-21F6-B55497D55E8E}"/>
              </a:ext>
            </a:extLst>
          </p:cNvPr>
          <p:cNvSpPr/>
          <p:nvPr/>
        </p:nvSpPr>
        <p:spPr>
          <a:xfrm>
            <a:off x="1420630" y="5029645"/>
            <a:ext cx="2502493" cy="621854"/>
          </a:xfrm>
          <a:prstGeom prst="ellipse">
            <a:avLst/>
          </a:prstGeom>
          <a:noFill/>
          <a:ln>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9D587926-8BE2-20AF-4EAD-6284BCFD1887}"/>
              </a:ext>
            </a:extLst>
          </p:cNvPr>
          <p:cNvSpPr/>
          <p:nvPr/>
        </p:nvSpPr>
        <p:spPr>
          <a:xfrm>
            <a:off x="1435571" y="5693833"/>
            <a:ext cx="2472611" cy="412751"/>
          </a:xfrm>
          <a:prstGeom prst="ellipse">
            <a:avLst/>
          </a:prstGeom>
          <a:gradFill>
            <a:gsLst>
              <a:gs pos="0">
                <a:schemeClr val="accent2">
                  <a:alpha val="0"/>
                </a:schemeClr>
              </a:gs>
              <a:gs pos="100000">
                <a:schemeClr val="accent2">
                  <a:alpha val="6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050125C1-DD3D-F39B-CDBD-3F3DFA4F1FE2}"/>
              </a:ext>
            </a:extLst>
          </p:cNvPr>
          <p:cNvSpPr/>
          <p:nvPr/>
        </p:nvSpPr>
        <p:spPr>
          <a:xfrm>
            <a:off x="4835908" y="5029645"/>
            <a:ext cx="2502493" cy="621854"/>
          </a:xfrm>
          <a:prstGeom prst="ellipse">
            <a:avLst/>
          </a:prstGeom>
          <a:noFill/>
          <a:ln>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1A8CFC46-0190-1A6A-34D8-AFE0CFEB39C5}"/>
              </a:ext>
            </a:extLst>
          </p:cNvPr>
          <p:cNvSpPr/>
          <p:nvPr/>
        </p:nvSpPr>
        <p:spPr>
          <a:xfrm>
            <a:off x="4850849" y="5693833"/>
            <a:ext cx="2472611" cy="412751"/>
          </a:xfrm>
          <a:prstGeom prst="ellipse">
            <a:avLst/>
          </a:prstGeom>
          <a:gradFill>
            <a:gsLst>
              <a:gs pos="0">
                <a:schemeClr val="accent2">
                  <a:alpha val="0"/>
                </a:schemeClr>
              </a:gs>
              <a:gs pos="100000">
                <a:schemeClr val="accent2">
                  <a:alpha val="6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7847D673-CFE2-0AA2-FF80-355B89806D6B}"/>
              </a:ext>
            </a:extLst>
          </p:cNvPr>
          <p:cNvSpPr/>
          <p:nvPr/>
        </p:nvSpPr>
        <p:spPr>
          <a:xfrm>
            <a:off x="8271652" y="5029645"/>
            <a:ext cx="2502493" cy="621854"/>
          </a:xfrm>
          <a:prstGeom prst="ellipse">
            <a:avLst/>
          </a:prstGeom>
          <a:noFill/>
          <a:ln>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696EE459-B9E4-99B9-B69A-EA3EE35DAD4F}"/>
              </a:ext>
            </a:extLst>
          </p:cNvPr>
          <p:cNvSpPr/>
          <p:nvPr/>
        </p:nvSpPr>
        <p:spPr>
          <a:xfrm>
            <a:off x="8286593" y="5693833"/>
            <a:ext cx="2472611" cy="412751"/>
          </a:xfrm>
          <a:prstGeom prst="ellipse">
            <a:avLst/>
          </a:prstGeom>
          <a:gradFill>
            <a:gsLst>
              <a:gs pos="0">
                <a:schemeClr val="accent2">
                  <a:alpha val="0"/>
                </a:schemeClr>
              </a:gs>
              <a:gs pos="100000">
                <a:schemeClr val="accent2">
                  <a:alpha val="6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B2A50372-B515-63A9-08E8-A022DA7038C8}"/>
              </a:ext>
            </a:extLst>
          </p:cNvPr>
          <p:cNvSpPr/>
          <p:nvPr/>
        </p:nvSpPr>
        <p:spPr>
          <a:xfrm>
            <a:off x="1480907" y="3888342"/>
            <a:ext cx="9212494" cy="862249"/>
          </a:xfrm>
          <a:prstGeom prst="ellipse">
            <a:avLst/>
          </a:prstGeom>
          <a:gradFill>
            <a:gsLst>
              <a:gs pos="0">
                <a:schemeClr val="accent1">
                  <a:alpha val="0"/>
                </a:schemeClr>
              </a:gs>
              <a:gs pos="100000">
                <a:schemeClr val="accent1">
                  <a:alpha val="3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C42467DD-F095-DB65-B957-4D260B616873}"/>
              </a:ext>
            </a:extLst>
          </p:cNvPr>
          <p:cNvSpPr/>
          <p:nvPr/>
        </p:nvSpPr>
        <p:spPr>
          <a:xfrm>
            <a:off x="1609694" y="2861733"/>
            <a:ext cx="2124364" cy="503767"/>
          </a:xfrm>
          <a:prstGeom prst="ellipse">
            <a:avLst/>
          </a:prstGeom>
          <a:no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999255DD-51E1-81EF-D5E5-4A416744259D}"/>
              </a:ext>
            </a:extLst>
          </p:cNvPr>
          <p:cNvSpPr/>
          <p:nvPr/>
        </p:nvSpPr>
        <p:spPr>
          <a:xfrm>
            <a:off x="1501937" y="3144805"/>
            <a:ext cx="2339878" cy="578170"/>
          </a:xfrm>
          <a:prstGeom prst="ellipse">
            <a:avLst/>
          </a:prstGeom>
          <a:gradFill>
            <a:gsLst>
              <a:gs pos="0">
                <a:schemeClr val="accent1">
                  <a:alpha val="0"/>
                </a:schemeClr>
              </a:gs>
              <a:gs pos="100000">
                <a:schemeClr val="accent1">
                  <a:alpha val="37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27C12B31-89AA-FF0A-2C52-0E69B6C60633}"/>
              </a:ext>
            </a:extLst>
          </p:cNvPr>
          <p:cNvSpPr txBox="1"/>
          <p:nvPr/>
        </p:nvSpPr>
        <p:spPr>
          <a:xfrm>
            <a:off x="2323063" y="2769681"/>
            <a:ext cx="697627" cy="400110"/>
          </a:xfrm>
          <a:prstGeom prst="rect">
            <a:avLst/>
          </a:prstGeom>
          <a:noFill/>
        </p:spPr>
        <p:txBody>
          <a:bodyPr wrap="none" rtlCol="0">
            <a:spAutoFit/>
          </a:bodyPr>
          <a:lstStyle/>
          <a:p>
            <a:pPr algn="ctr"/>
            <a:r>
              <a:rPr lang="zh-CN" altLang="en-US" sz="2000" b="1" dirty="0">
                <a:solidFill>
                  <a:schemeClr val="accent1"/>
                </a:solidFill>
                <a:latin typeface="+mj-ea"/>
                <a:ea typeface="+mj-ea"/>
              </a:rPr>
              <a:t>平台</a:t>
            </a:r>
          </a:p>
        </p:txBody>
      </p:sp>
      <p:sp>
        <p:nvSpPr>
          <p:cNvPr id="13" name="文本框 12">
            <a:extLst>
              <a:ext uri="{FF2B5EF4-FFF2-40B4-BE49-F238E27FC236}">
                <a16:creationId xmlns:a16="http://schemas.microsoft.com/office/drawing/2014/main" id="{C09FD56A-723C-2955-B70E-57C02279BB8D}"/>
              </a:ext>
            </a:extLst>
          </p:cNvPr>
          <p:cNvSpPr txBox="1"/>
          <p:nvPr/>
        </p:nvSpPr>
        <p:spPr>
          <a:xfrm>
            <a:off x="2066582" y="2417314"/>
            <a:ext cx="1210588" cy="338554"/>
          </a:xfrm>
          <a:prstGeom prst="rect">
            <a:avLst/>
          </a:prstGeom>
          <a:noFill/>
        </p:spPr>
        <p:txBody>
          <a:bodyPr wrap="none" rtlCol="0">
            <a:spAutoFit/>
          </a:bodyPr>
          <a:lstStyle/>
          <a:p>
            <a:pPr algn="ctr"/>
            <a:r>
              <a:rPr lang="zh-CN" altLang="en-US" sz="1600" dirty="0">
                <a:solidFill>
                  <a:schemeClr val="bg1"/>
                </a:solidFill>
                <a:latin typeface="+mj-ea"/>
                <a:ea typeface="+mj-ea"/>
              </a:rPr>
              <a:t>引入新角色</a:t>
            </a:r>
          </a:p>
        </p:txBody>
      </p:sp>
      <p:sp>
        <p:nvSpPr>
          <p:cNvPr id="14" name="文本框 13">
            <a:extLst>
              <a:ext uri="{FF2B5EF4-FFF2-40B4-BE49-F238E27FC236}">
                <a16:creationId xmlns:a16="http://schemas.microsoft.com/office/drawing/2014/main" id="{DDCE53A6-CC3A-C6D7-7E9E-8C0D6C19BF32}"/>
              </a:ext>
            </a:extLst>
          </p:cNvPr>
          <p:cNvSpPr txBox="1"/>
          <p:nvPr/>
        </p:nvSpPr>
        <p:spPr>
          <a:xfrm>
            <a:off x="8917604" y="2417314"/>
            <a:ext cx="1210588" cy="338554"/>
          </a:xfrm>
          <a:prstGeom prst="rect">
            <a:avLst/>
          </a:prstGeom>
          <a:noFill/>
        </p:spPr>
        <p:txBody>
          <a:bodyPr wrap="none" rtlCol="0">
            <a:spAutoFit/>
          </a:bodyPr>
          <a:lstStyle/>
          <a:p>
            <a:pPr algn="ctr"/>
            <a:r>
              <a:rPr lang="zh-CN" altLang="en-US" sz="1600" dirty="0">
                <a:solidFill>
                  <a:schemeClr val="bg1"/>
                </a:solidFill>
                <a:latin typeface="+mj-ea"/>
                <a:ea typeface="+mj-ea"/>
              </a:rPr>
              <a:t>开创新形态</a:t>
            </a:r>
          </a:p>
        </p:txBody>
      </p:sp>
      <p:sp>
        <p:nvSpPr>
          <p:cNvPr id="15" name="文本框 14">
            <a:extLst>
              <a:ext uri="{FF2B5EF4-FFF2-40B4-BE49-F238E27FC236}">
                <a16:creationId xmlns:a16="http://schemas.microsoft.com/office/drawing/2014/main" id="{B46877A4-F698-3263-1F49-045AAE609671}"/>
              </a:ext>
            </a:extLst>
          </p:cNvPr>
          <p:cNvSpPr txBox="1"/>
          <p:nvPr/>
        </p:nvSpPr>
        <p:spPr>
          <a:xfrm>
            <a:off x="8534419" y="1346847"/>
            <a:ext cx="1043876" cy="338554"/>
          </a:xfrm>
          <a:prstGeom prst="rect">
            <a:avLst/>
          </a:prstGeom>
          <a:noFill/>
        </p:spPr>
        <p:txBody>
          <a:bodyPr wrap="none" rtlCol="0">
            <a:spAutoFit/>
          </a:bodyPr>
          <a:lstStyle/>
          <a:p>
            <a:pPr algn="ctr"/>
            <a:r>
              <a:rPr lang="zh-CN" altLang="en-US" sz="1600" b="1" dirty="0">
                <a:solidFill>
                  <a:schemeClr val="accent2"/>
                </a:solidFill>
                <a:latin typeface="+mj-ea"/>
                <a:ea typeface="+mj-ea"/>
              </a:rPr>
              <a:t>链接关系</a:t>
            </a:r>
          </a:p>
        </p:txBody>
      </p:sp>
      <p:sp>
        <p:nvSpPr>
          <p:cNvPr id="16" name="文本框 15">
            <a:extLst>
              <a:ext uri="{FF2B5EF4-FFF2-40B4-BE49-F238E27FC236}">
                <a16:creationId xmlns:a16="http://schemas.microsoft.com/office/drawing/2014/main" id="{D07A1B7E-925C-EA43-9272-53E52632471B}"/>
              </a:ext>
            </a:extLst>
          </p:cNvPr>
          <p:cNvSpPr txBox="1"/>
          <p:nvPr/>
        </p:nvSpPr>
        <p:spPr>
          <a:xfrm>
            <a:off x="9045845" y="2769681"/>
            <a:ext cx="954107" cy="400110"/>
          </a:xfrm>
          <a:prstGeom prst="rect">
            <a:avLst/>
          </a:prstGeom>
          <a:noFill/>
        </p:spPr>
        <p:txBody>
          <a:bodyPr wrap="none" rtlCol="0">
            <a:spAutoFit/>
          </a:bodyPr>
          <a:lstStyle/>
          <a:p>
            <a:pPr algn="ctr"/>
            <a:r>
              <a:rPr lang="zh-CN" altLang="en-US" sz="2000" b="1" dirty="0">
                <a:solidFill>
                  <a:schemeClr val="accent1"/>
                </a:solidFill>
                <a:latin typeface="+mj-ea"/>
                <a:ea typeface="+mj-ea"/>
              </a:rPr>
              <a:t>经纪人</a:t>
            </a:r>
          </a:p>
        </p:txBody>
      </p:sp>
      <p:sp>
        <p:nvSpPr>
          <p:cNvPr id="17" name="文本框 16">
            <a:extLst>
              <a:ext uri="{FF2B5EF4-FFF2-40B4-BE49-F238E27FC236}">
                <a16:creationId xmlns:a16="http://schemas.microsoft.com/office/drawing/2014/main" id="{6765B975-884A-B726-7A2F-CAD269E9C1B3}"/>
              </a:ext>
            </a:extLst>
          </p:cNvPr>
          <p:cNvSpPr txBox="1"/>
          <p:nvPr/>
        </p:nvSpPr>
        <p:spPr>
          <a:xfrm>
            <a:off x="2169175" y="4877962"/>
            <a:ext cx="1005403" cy="338554"/>
          </a:xfrm>
          <a:prstGeom prst="rect">
            <a:avLst/>
          </a:prstGeom>
          <a:noFill/>
        </p:spPr>
        <p:txBody>
          <a:bodyPr wrap="none" rtlCol="0">
            <a:spAutoFit/>
          </a:bodyPr>
          <a:lstStyle/>
          <a:p>
            <a:pPr algn="ctr"/>
            <a:r>
              <a:rPr lang="zh-CN" altLang="en-US" sz="1600" b="1" dirty="0">
                <a:solidFill>
                  <a:schemeClr val="accent2"/>
                </a:solidFill>
                <a:latin typeface="+mj-ea"/>
                <a:ea typeface="+mj-ea"/>
              </a:rPr>
              <a:t>账户能力</a:t>
            </a:r>
          </a:p>
        </p:txBody>
      </p:sp>
      <p:sp>
        <p:nvSpPr>
          <p:cNvPr id="18" name="文本框 17">
            <a:extLst>
              <a:ext uri="{FF2B5EF4-FFF2-40B4-BE49-F238E27FC236}">
                <a16:creationId xmlns:a16="http://schemas.microsoft.com/office/drawing/2014/main" id="{165B596B-1AF2-826C-2F88-1CE1F4D4AB44}"/>
              </a:ext>
            </a:extLst>
          </p:cNvPr>
          <p:cNvSpPr txBox="1"/>
          <p:nvPr/>
        </p:nvSpPr>
        <p:spPr>
          <a:xfrm>
            <a:off x="5584452" y="4877962"/>
            <a:ext cx="1005403" cy="338554"/>
          </a:xfrm>
          <a:prstGeom prst="rect">
            <a:avLst/>
          </a:prstGeom>
          <a:noFill/>
        </p:spPr>
        <p:txBody>
          <a:bodyPr wrap="none" rtlCol="0">
            <a:spAutoFit/>
          </a:bodyPr>
          <a:lstStyle/>
          <a:p>
            <a:pPr algn="ctr"/>
            <a:r>
              <a:rPr lang="zh-CN" altLang="en-US" sz="1600" b="1" dirty="0">
                <a:solidFill>
                  <a:schemeClr val="accent2"/>
                </a:solidFill>
                <a:latin typeface="+mj-ea"/>
                <a:ea typeface="+mj-ea"/>
              </a:rPr>
              <a:t>投放能力</a:t>
            </a:r>
          </a:p>
        </p:txBody>
      </p:sp>
      <p:sp>
        <p:nvSpPr>
          <p:cNvPr id="19" name="文本框 18">
            <a:extLst>
              <a:ext uri="{FF2B5EF4-FFF2-40B4-BE49-F238E27FC236}">
                <a16:creationId xmlns:a16="http://schemas.microsoft.com/office/drawing/2014/main" id="{78DE0BBA-7557-DFD7-128D-231A6FBE9D54}"/>
              </a:ext>
            </a:extLst>
          </p:cNvPr>
          <p:cNvSpPr txBox="1"/>
          <p:nvPr/>
        </p:nvSpPr>
        <p:spPr>
          <a:xfrm>
            <a:off x="9020197" y="4877962"/>
            <a:ext cx="1005403" cy="338554"/>
          </a:xfrm>
          <a:prstGeom prst="rect">
            <a:avLst/>
          </a:prstGeom>
          <a:noFill/>
        </p:spPr>
        <p:txBody>
          <a:bodyPr wrap="none" rtlCol="0">
            <a:spAutoFit/>
          </a:bodyPr>
          <a:lstStyle/>
          <a:p>
            <a:pPr algn="ctr"/>
            <a:r>
              <a:rPr lang="zh-CN" altLang="en-US" sz="1600" b="1" dirty="0">
                <a:solidFill>
                  <a:schemeClr val="accent2"/>
                </a:solidFill>
                <a:latin typeface="+mj-ea"/>
                <a:ea typeface="+mj-ea"/>
              </a:rPr>
              <a:t>经营能力</a:t>
            </a:r>
          </a:p>
        </p:txBody>
      </p:sp>
      <p:sp>
        <p:nvSpPr>
          <p:cNvPr id="20" name="文本框 19">
            <a:extLst>
              <a:ext uri="{FF2B5EF4-FFF2-40B4-BE49-F238E27FC236}">
                <a16:creationId xmlns:a16="http://schemas.microsoft.com/office/drawing/2014/main" id="{4223D8DB-72D9-DD44-4FD6-84D1B54E34B7}"/>
              </a:ext>
            </a:extLst>
          </p:cNvPr>
          <p:cNvSpPr txBox="1"/>
          <p:nvPr/>
        </p:nvSpPr>
        <p:spPr>
          <a:xfrm>
            <a:off x="1859076" y="5300133"/>
            <a:ext cx="1625600" cy="535963"/>
          </a:xfrm>
          <a:prstGeom prst="roundRect">
            <a:avLst/>
          </a:prstGeom>
          <a:solidFill>
            <a:schemeClr val="tx2"/>
          </a:solidFill>
          <a:ln w="12700">
            <a:solidFill>
              <a:schemeClr val="accent2"/>
            </a:solidFill>
          </a:ln>
        </p:spPr>
        <p:txBody>
          <a:bodyPr wrap="square" rtlCol="0">
            <a:spAutoFit/>
          </a:bodyPr>
          <a:lstStyle/>
          <a:p>
            <a:pPr algn="ctr">
              <a:lnSpc>
                <a:spcPct val="110000"/>
              </a:lnSpc>
            </a:pPr>
            <a:r>
              <a:rPr lang="zh-CN" altLang="en-US" sz="1200" dirty="0">
                <a:solidFill>
                  <a:schemeClr val="bg1"/>
                </a:solidFill>
                <a:latin typeface="+mj-ea"/>
                <a:ea typeface="+mj-ea"/>
              </a:rPr>
              <a:t>资质认证</a:t>
            </a:r>
            <a:endParaRPr lang="en-US" altLang="zh-CN" sz="1200" dirty="0">
              <a:solidFill>
                <a:schemeClr val="bg1"/>
              </a:solidFill>
              <a:latin typeface="+mj-ea"/>
              <a:ea typeface="+mj-ea"/>
            </a:endParaRPr>
          </a:p>
          <a:p>
            <a:pPr algn="ctr">
              <a:lnSpc>
                <a:spcPct val="110000"/>
              </a:lnSpc>
            </a:pPr>
            <a:r>
              <a:rPr lang="zh-CN" altLang="en-US" sz="1200" dirty="0">
                <a:solidFill>
                  <a:schemeClr val="bg1"/>
                </a:solidFill>
                <a:latin typeface="+mj-ea"/>
                <a:ea typeface="+mj-ea"/>
              </a:rPr>
              <a:t>绑定和管理</a:t>
            </a:r>
          </a:p>
        </p:txBody>
      </p:sp>
      <p:sp>
        <p:nvSpPr>
          <p:cNvPr id="21" name="文本框 20">
            <a:extLst>
              <a:ext uri="{FF2B5EF4-FFF2-40B4-BE49-F238E27FC236}">
                <a16:creationId xmlns:a16="http://schemas.microsoft.com/office/drawing/2014/main" id="{21AC67D5-C4B4-704A-DEFC-7BE3B7D3D6CD}"/>
              </a:ext>
            </a:extLst>
          </p:cNvPr>
          <p:cNvSpPr txBox="1"/>
          <p:nvPr/>
        </p:nvSpPr>
        <p:spPr>
          <a:xfrm>
            <a:off x="5274353" y="5300133"/>
            <a:ext cx="1625600" cy="535963"/>
          </a:xfrm>
          <a:prstGeom prst="roundRect">
            <a:avLst/>
          </a:prstGeom>
          <a:solidFill>
            <a:schemeClr val="tx2"/>
          </a:solidFill>
          <a:ln w="12700">
            <a:solidFill>
              <a:schemeClr val="accent2"/>
            </a:solidFill>
          </a:ln>
        </p:spPr>
        <p:txBody>
          <a:bodyPr wrap="square" rtlCol="0">
            <a:spAutoFit/>
          </a:bodyPr>
          <a:lstStyle/>
          <a:p>
            <a:pPr algn="ctr">
              <a:lnSpc>
                <a:spcPct val="110000"/>
              </a:lnSpc>
            </a:pPr>
            <a:r>
              <a:rPr lang="zh-CN" altLang="en-US" sz="1200" dirty="0">
                <a:solidFill>
                  <a:schemeClr val="bg1"/>
                </a:solidFill>
                <a:latin typeface="+mj-ea"/>
                <a:ea typeface="+mj-ea"/>
              </a:rPr>
              <a:t>资质认证</a:t>
            </a:r>
            <a:endParaRPr lang="en-US" altLang="zh-CN" sz="1200" dirty="0">
              <a:solidFill>
                <a:schemeClr val="bg1"/>
              </a:solidFill>
              <a:latin typeface="+mj-ea"/>
              <a:ea typeface="+mj-ea"/>
            </a:endParaRPr>
          </a:p>
          <a:p>
            <a:pPr algn="ctr">
              <a:lnSpc>
                <a:spcPct val="110000"/>
              </a:lnSpc>
            </a:pPr>
            <a:r>
              <a:rPr lang="zh-CN" altLang="en-US" sz="1200" dirty="0">
                <a:solidFill>
                  <a:schemeClr val="bg1"/>
                </a:solidFill>
                <a:latin typeface="+mj-ea"/>
                <a:ea typeface="+mj-ea"/>
              </a:rPr>
              <a:t>绑定和管理</a:t>
            </a:r>
          </a:p>
        </p:txBody>
      </p:sp>
      <p:sp>
        <p:nvSpPr>
          <p:cNvPr id="22" name="文本框 21">
            <a:extLst>
              <a:ext uri="{FF2B5EF4-FFF2-40B4-BE49-F238E27FC236}">
                <a16:creationId xmlns:a16="http://schemas.microsoft.com/office/drawing/2014/main" id="{7539853C-B8AF-A892-16C7-13D818BEAC74}"/>
              </a:ext>
            </a:extLst>
          </p:cNvPr>
          <p:cNvSpPr txBox="1"/>
          <p:nvPr/>
        </p:nvSpPr>
        <p:spPr>
          <a:xfrm>
            <a:off x="8710098" y="5300133"/>
            <a:ext cx="1625600" cy="535963"/>
          </a:xfrm>
          <a:prstGeom prst="roundRect">
            <a:avLst/>
          </a:prstGeom>
          <a:solidFill>
            <a:schemeClr val="tx2"/>
          </a:solidFill>
          <a:ln w="12700">
            <a:solidFill>
              <a:schemeClr val="accent2"/>
            </a:solidFill>
          </a:ln>
        </p:spPr>
        <p:txBody>
          <a:bodyPr wrap="square" rtlCol="0">
            <a:spAutoFit/>
          </a:bodyPr>
          <a:lstStyle/>
          <a:p>
            <a:pPr algn="ctr">
              <a:lnSpc>
                <a:spcPct val="110000"/>
              </a:lnSpc>
            </a:pPr>
            <a:r>
              <a:rPr lang="zh-CN" altLang="en-US" sz="1200" dirty="0">
                <a:solidFill>
                  <a:schemeClr val="bg1"/>
                </a:solidFill>
                <a:latin typeface="+mj-ea"/>
                <a:ea typeface="+mj-ea"/>
              </a:rPr>
              <a:t>资质认证</a:t>
            </a:r>
            <a:endParaRPr lang="en-US" altLang="zh-CN" sz="1200" dirty="0">
              <a:solidFill>
                <a:schemeClr val="bg1"/>
              </a:solidFill>
              <a:latin typeface="+mj-ea"/>
              <a:ea typeface="+mj-ea"/>
            </a:endParaRPr>
          </a:p>
          <a:p>
            <a:pPr algn="ctr">
              <a:lnSpc>
                <a:spcPct val="110000"/>
              </a:lnSpc>
            </a:pPr>
            <a:r>
              <a:rPr lang="zh-CN" altLang="en-US" sz="1200" dirty="0">
                <a:solidFill>
                  <a:schemeClr val="bg1"/>
                </a:solidFill>
                <a:latin typeface="+mj-ea"/>
                <a:ea typeface="+mj-ea"/>
              </a:rPr>
              <a:t>绑定和管理</a:t>
            </a:r>
          </a:p>
        </p:txBody>
      </p:sp>
      <p:sp>
        <p:nvSpPr>
          <p:cNvPr id="23" name="椭圆 22">
            <a:extLst>
              <a:ext uri="{FF2B5EF4-FFF2-40B4-BE49-F238E27FC236}">
                <a16:creationId xmlns:a16="http://schemas.microsoft.com/office/drawing/2014/main" id="{67B25CB3-61D5-B5F3-FE4D-DFB5A0B35406}"/>
              </a:ext>
            </a:extLst>
          </p:cNvPr>
          <p:cNvSpPr/>
          <p:nvPr/>
        </p:nvSpPr>
        <p:spPr>
          <a:xfrm>
            <a:off x="8460716" y="2861733"/>
            <a:ext cx="2124364" cy="503767"/>
          </a:xfrm>
          <a:prstGeom prst="ellipse">
            <a:avLst/>
          </a:prstGeom>
          <a:no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A47187CE-FBDA-EAB5-7DFA-85051BBD992D}"/>
              </a:ext>
            </a:extLst>
          </p:cNvPr>
          <p:cNvSpPr/>
          <p:nvPr/>
        </p:nvSpPr>
        <p:spPr>
          <a:xfrm>
            <a:off x="8352959" y="3144805"/>
            <a:ext cx="2339878" cy="578170"/>
          </a:xfrm>
          <a:prstGeom prst="ellipse">
            <a:avLst/>
          </a:prstGeom>
          <a:gradFill>
            <a:gsLst>
              <a:gs pos="0">
                <a:schemeClr val="accent1">
                  <a:alpha val="0"/>
                </a:schemeClr>
              </a:gs>
              <a:gs pos="100000">
                <a:schemeClr val="accent1">
                  <a:alpha val="37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形状 24">
            <a:extLst>
              <a:ext uri="{FF2B5EF4-FFF2-40B4-BE49-F238E27FC236}">
                <a16:creationId xmlns:a16="http://schemas.microsoft.com/office/drawing/2014/main" id="{313740E7-0776-4D7B-D1D6-3A29BDE868F8}"/>
              </a:ext>
            </a:extLst>
          </p:cNvPr>
          <p:cNvSpPr/>
          <p:nvPr/>
        </p:nvSpPr>
        <p:spPr>
          <a:xfrm flipV="1">
            <a:off x="4378466" y="2596236"/>
            <a:ext cx="3417375" cy="1326614"/>
          </a:xfrm>
          <a:custGeom>
            <a:avLst/>
            <a:gdLst>
              <a:gd name="connsiteX0" fmla="*/ 0 w 3417375"/>
              <a:gd name="connsiteY0" fmla="*/ 1326614 h 1326614"/>
              <a:gd name="connsiteX1" fmla="*/ 14069 w 3417375"/>
              <a:gd name="connsiteY1" fmla="*/ 1320132 h 1326614"/>
              <a:gd name="connsiteX2" fmla="*/ 1708687 w 3417375"/>
              <a:gd name="connsiteY2" fmla="*/ 1096297 h 1326614"/>
              <a:gd name="connsiteX3" fmla="*/ 3403305 w 3417375"/>
              <a:gd name="connsiteY3" fmla="*/ 1320132 h 1326614"/>
              <a:gd name="connsiteX4" fmla="*/ 3417375 w 3417375"/>
              <a:gd name="connsiteY4" fmla="*/ 1326614 h 1326614"/>
              <a:gd name="connsiteX5" fmla="*/ 2427681 w 3417375"/>
              <a:gd name="connsiteY5" fmla="*/ 0 h 1326614"/>
              <a:gd name="connsiteX6" fmla="*/ 989693 w 3417375"/>
              <a:gd name="connsiteY6" fmla="*/ 0 h 1326614"/>
              <a:gd name="connsiteX7" fmla="*/ 0 w 3417375"/>
              <a:gd name="connsiteY7" fmla="*/ 1326614 h 1326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17375" h="1326614">
                <a:moveTo>
                  <a:pt x="0" y="1326614"/>
                </a:moveTo>
                <a:lnTo>
                  <a:pt x="14069" y="1320132"/>
                </a:lnTo>
                <a:cubicBezTo>
                  <a:pt x="340424" y="1186806"/>
                  <a:pt x="976929" y="1096297"/>
                  <a:pt x="1708687" y="1096297"/>
                </a:cubicBezTo>
                <a:cubicBezTo>
                  <a:pt x="2440446" y="1096297"/>
                  <a:pt x="3076951" y="1186806"/>
                  <a:pt x="3403305" y="1320132"/>
                </a:cubicBezTo>
                <a:lnTo>
                  <a:pt x="3417375" y="1326614"/>
                </a:lnTo>
                <a:lnTo>
                  <a:pt x="2427681" y="0"/>
                </a:lnTo>
                <a:lnTo>
                  <a:pt x="989693" y="0"/>
                </a:lnTo>
                <a:lnTo>
                  <a:pt x="0" y="1326614"/>
                </a:lnTo>
                <a:close/>
              </a:path>
            </a:pathLst>
          </a:custGeom>
          <a:gradFill>
            <a:gsLst>
              <a:gs pos="0">
                <a:schemeClr val="accent2">
                  <a:alpha val="0"/>
                </a:schemeClr>
              </a:gs>
              <a:gs pos="100000">
                <a:schemeClr val="accent2">
                  <a:alpha val="69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6" name="椭圆 25">
            <a:extLst>
              <a:ext uri="{FF2B5EF4-FFF2-40B4-BE49-F238E27FC236}">
                <a16:creationId xmlns:a16="http://schemas.microsoft.com/office/drawing/2014/main" id="{C4816779-323B-E9EF-ED98-5599D4DFEC81}"/>
              </a:ext>
            </a:extLst>
          </p:cNvPr>
          <p:cNvSpPr/>
          <p:nvPr/>
        </p:nvSpPr>
        <p:spPr>
          <a:xfrm>
            <a:off x="4159929" y="1971143"/>
            <a:ext cx="3854448" cy="855410"/>
          </a:xfrm>
          <a:prstGeom prst="ellipse">
            <a:avLst/>
          </a:prstGeom>
          <a:gradFill>
            <a:gsLst>
              <a:gs pos="0">
                <a:schemeClr val="accent2">
                  <a:alpha val="0"/>
                </a:schemeClr>
              </a:gs>
              <a:gs pos="100000">
                <a:schemeClr val="accent2">
                  <a:alpha val="6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41B8F6C6-731B-1792-9EEA-06D4159C2C54}"/>
              </a:ext>
            </a:extLst>
          </p:cNvPr>
          <p:cNvSpPr txBox="1"/>
          <p:nvPr/>
        </p:nvSpPr>
        <p:spPr>
          <a:xfrm>
            <a:off x="5738340" y="1512908"/>
            <a:ext cx="697627" cy="400110"/>
          </a:xfrm>
          <a:prstGeom prst="rect">
            <a:avLst/>
          </a:prstGeom>
          <a:noFill/>
        </p:spPr>
        <p:txBody>
          <a:bodyPr wrap="none" rtlCol="0">
            <a:spAutoFit/>
          </a:bodyPr>
          <a:lstStyle/>
          <a:p>
            <a:pPr algn="ctr"/>
            <a:r>
              <a:rPr lang="zh-CN" altLang="en-US" sz="2000" b="1" dirty="0">
                <a:solidFill>
                  <a:schemeClr val="accent2"/>
                </a:solidFill>
                <a:latin typeface="+mj-ea"/>
                <a:ea typeface="+mj-ea"/>
              </a:rPr>
              <a:t>机构</a:t>
            </a:r>
          </a:p>
        </p:txBody>
      </p:sp>
      <p:sp>
        <p:nvSpPr>
          <p:cNvPr id="28" name="椭圆 27">
            <a:extLst>
              <a:ext uri="{FF2B5EF4-FFF2-40B4-BE49-F238E27FC236}">
                <a16:creationId xmlns:a16="http://schemas.microsoft.com/office/drawing/2014/main" id="{89AD9DB3-04BF-4BD2-547D-185BE0CAA2C7}"/>
              </a:ext>
            </a:extLst>
          </p:cNvPr>
          <p:cNvSpPr/>
          <p:nvPr/>
        </p:nvSpPr>
        <p:spPr>
          <a:xfrm>
            <a:off x="4918753" y="1618431"/>
            <a:ext cx="2336800" cy="503767"/>
          </a:xfrm>
          <a:prstGeom prst="ellipse">
            <a:avLst/>
          </a:prstGeom>
          <a:noFill/>
          <a:ln>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84383968-0A9F-0772-A54B-3A98F617423A}"/>
              </a:ext>
            </a:extLst>
          </p:cNvPr>
          <p:cNvSpPr/>
          <p:nvPr/>
        </p:nvSpPr>
        <p:spPr>
          <a:xfrm>
            <a:off x="4800220" y="1901503"/>
            <a:ext cx="2573866" cy="578170"/>
          </a:xfrm>
          <a:prstGeom prst="ellipse">
            <a:avLst/>
          </a:prstGeom>
          <a:gradFill>
            <a:gsLst>
              <a:gs pos="0">
                <a:schemeClr val="accent2">
                  <a:alpha val="0"/>
                </a:schemeClr>
              </a:gs>
              <a:gs pos="100000">
                <a:schemeClr val="accent2">
                  <a:alpha val="19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弧形 30">
            <a:extLst>
              <a:ext uri="{FF2B5EF4-FFF2-40B4-BE49-F238E27FC236}">
                <a16:creationId xmlns:a16="http://schemas.microsoft.com/office/drawing/2014/main" id="{7D2613EA-640E-47D0-887B-F161383116AF}"/>
              </a:ext>
            </a:extLst>
          </p:cNvPr>
          <p:cNvSpPr/>
          <p:nvPr/>
        </p:nvSpPr>
        <p:spPr>
          <a:xfrm>
            <a:off x="6547686" y="1495710"/>
            <a:ext cx="2496309" cy="1869790"/>
          </a:xfrm>
          <a:prstGeom prst="arc">
            <a:avLst>
              <a:gd name="adj1" fmla="val 16137660"/>
              <a:gd name="adj2" fmla="val 20675705"/>
            </a:avLst>
          </a:prstGeom>
          <a:ln w="41275" cap="rnd">
            <a:gradFill>
              <a:gsLst>
                <a:gs pos="0">
                  <a:schemeClr val="accent2">
                    <a:alpha val="0"/>
                  </a:schemeClr>
                </a:gs>
                <a:gs pos="68000">
                  <a:schemeClr val="accent2"/>
                </a:gs>
              </a:gsLst>
              <a:lin ang="0" scaled="0"/>
            </a:gra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F5E51076-D877-99C1-4528-C445C1925170}"/>
              </a:ext>
            </a:extLst>
          </p:cNvPr>
          <p:cNvSpPr txBox="1"/>
          <p:nvPr/>
        </p:nvSpPr>
        <p:spPr>
          <a:xfrm>
            <a:off x="4838701" y="4016726"/>
            <a:ext cx="2512264" cy="519351"/>
          </a:xfrm>
          <a:prstGeom prst="roundRect">
            <a:avLst>
              <a:gd name="adj" fmla="val 50000"/>
            </a:avLst>
          </a:prstGeom>
          <a:solidFill>
            <a:schemeClr val="accent1"/>
          </a:solidFill>
          <a:ln w="15875">
            <a:noFill/>
          </a:ln>
        </p:spPr>
        <p:txBody>
          <a:bodyPr wrap="square" rtlCol="0">
            <a:spAutoFit/>
          </a:bodyPr>
          <a:lstStyle/>
          <a:p>
            <a:pPr algn="ctr"/>
            <a:endParaRPr lang="zh-CN" altLang="en-US" dirty="0"/>
          </a:p>
        </p:txBody>
      </p:sp>
      <p:sp>
        <p:nvSpPr>
          <p:cNvPr id="33" name="文本框 32">
            <a:extLst>
              <a:ext uri="{FF2B5EF4-FFF2-40B4-BE49-F238E27FC236}">
                <a16:creationId xmlns:a16="http://schemas.microsoft.com/office/drawing/2014/main" id="{405ACCFC-4E83-9B05-A9B1-EF56F47F08DF}"/>
              </a:ext>
            </a:extLst>
          </p:cNvPr>
          <p:cNvSpPr txBox="1"/>
          <p:nvPr/>
        </p:nvSpPr>
        <p:spPr>
          <a:xfrm>
            <a:off x="4875632" y="3953041"/>
            <a:ext cx="2438400" cy="519351"/>
          </a:xfrm>
          <a:prstGeom prst="roundRect">
            <a:avLst>
              <a:gd name="adj" fmla="val 50000"/>
            </a:avLst>
          </a:prstGeom>
          <a:solidFill>
            <a:schemeClr val="tx2"/>
          </a:solidFill>
          <a:ln w="15875">
            <a:solidFill>
              <a:schemeClr val="accent1"/>
            </a:solidFill>
          </a:ln>
        </p:spPr>
        <p:txBody>
          <a:bodyPr wrap="square" rtlCol="0">
            <a:spAutoFit/>
          </a:bodyPr>
          <a:lstStyle/>
          <a:p>
            <a:pPr algn="ctr"/>
            <a:r>
              <a:rPr lang="zh-CN" altLang="en-US" b="1" dirty="0">
                <a:solidFill>
                  <a:schemeClr val="accent1"/>
                </a:solidFill>
                <a:latin typeface="+mj-ea"/>
                <a:ea typeface="+mj-ea"/>
              </a:rPr>
              <a:t>资质审核</a:t>
            </a:r>
          </a:p>
        </p:txBody>
      </p:sp>
      <p:sp>
        <p:nvSpPr>
          <p:cNvPr id="34" name="文本框 33">
            <a:extLst>
              <a:ext uri="{FF2B5EF4-FFF2-40B4-BE49-F238E27FC236}">
                <a16:creationId xmlns:a16="http://schemas.microsoft.com/office/drawing/2014/main" id="{6BB2AE07-4E1D-5FCB-1999-DEF0B32207CE}"/>
              </a:ext>
            </a:extLst>
          </p:cNvPr>
          <p:cNvSpPr txBox="1"/>
          <p:nvPr/>
        </p:nvSpPr>
        <p:spPr>
          <a:xfrm>
            <a:off x="5533155" y="3281975"/>
            <a:ext cx="1107996" cy="369332"/>
          </a:xfrm>
          <a:prstGeom prst="rect">
            <a:avLst/>
          </a:prstGeom>
          <a:noFill/>
        </p:spPr>
        <p:txBody>
          <a:bodyPr wrap="none" rtlCol="0">
            <a:spAutoFit/>
          </a:bodyPr>
          <a:lstStyle/>
          <a:p>
            <a:r>
              <a:rPr lang="zh-CN" altLang="en-US" b="1" dirty="0">
                <a:solidFill>
                  <a:schemeClr val="bg1"/>
                </a:solidFill>
                <a:latin typeface="+mj-ea"/>
                <a:ea typeface="+mj-ea"/>
              </a:rPr>
              <a:t>官方账号</a:t>
            </a:r>
          </a:p>
        </p:txBody>
      </p:sp>
      <p:sp>
        <p:nvSpPr>
          <p:cNvPr id="35" name="椭圆 34">
            <a:extLst>
              <a:ext uri="{FF2B5EF4-FFF2-40B4-BE49-F238E27FC236}">
                <a16:creationId xmlns:a16="http://schemas.microsoft.com/office/drawing/2014/main" id="{6F67E48D-D847-22F9-9B27-B9FD4A9AD0C8}"/>
              </a:ext>
            </a:extLst>
          </p:cNvPr>
          <p:cNvSpPr/>
          <p:nvPr/>
        </p:nvSpPr>
        <p:spPr>
          <a:xfrm>
            <a:off x="3885314" y="2226597"/>
            <a:ext cx="4403678" cy="946836"/>
          </a:xfrm>
          <a:prstGeom prst="ellipse">
            <a:avLst/>
          </a:prstGeom>
          <a:noFill/>
          <a:ln>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286466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城市运行综合管理服务中心</a:t>
            </a:r>
          </a:p>
        </p:txBody>
      </p:sp>
      <p:sp>
        <p:nvSpPr>
          <p:cNvPr id="7" name="椭圆 6">
            <a:extLst>
              <a:ext uri="{FF2B5EF4-FFF2-40B4-BE49-F238E27FC236}">
                <a16:creationId xmlns:a16="http://schemas.microsoft.com/office/drawing/2014/main" id="{897878CE-74E6-C74D-F16A-BBB54AC47E2D}"/>
              </a:ext>
            </a:extLst>
          </p:cNvPr>
          <p:cNvSpPr/>
          <p:nvPr/>
        </p:nvSpPr>
        <p:spPr>
          <a:xfrm>
            <a:off x="2296583" y="2166966"/>
            <a:ext cx="7598833" cy="791634"/>
          </a:xfrm>
          <a:prstGeom prst="ellipse">
            <a:avLst/>
          </a:prstGeom>
          <a:gradFill flip="none" rotWithShape="1">
            <a:gsLst>
              <a:gs pos="100000">
                <a:schemeClr val="accent2">
                  <a:alpha val="28000"/>
                </a:schemeClr>
              </a:gs>
              <a:gs pos="52000">
                <a:schemeClr val="accent2">
                  <a:alpha val="0"/>
                </a:schemeClr>
              </a:gs>
            </a:gsLst>
            <a:path path="circle">
              <a:fillToRect l="50000" t="50000" r="50000" b="50000"/>
            </a:path>
            <a:tileRect/>
          </a:gradFill>
          <a:ln w="15875">
            <a:gradFill>
              <a:gsLst>
                <a:gs pos="100000">
                  <a:schemeClr val="accent2"/>
                </a:gs>
                <a:gs pos="1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9" name="椭圆 8">
            <a:extLst>
              <a:ext uri="{FF2B5EF4-FFF2-40B4-BE49-F238E27FC236}">
                <a16:creationId xmlns:a16="http://schemas.microsoft.com/office/drawing/2014/main" id="{DC6CE414-CD15-1341-26C5-CB12F2BCC711}"/>
              </a:ext>
            </a:extLst>
          </p:cNvPr>
          <p:cNvSpPr/>
          <p:nvPr/>
        </p:nvSpPr>
        <p:spPr>
          <a:xfrm>
            <a:off x="3565526" y="2311958"/>
            <a:ext cx="5039782" cy="422275"/>
          </a:xfrm>
          <a:prstGeom prst="ellipse">
            <a:avLst/>
          </a:prstGeom>
          <a:gradFill>
            <a:gsLst>
              <a:gs pos="100000">
                <a:schemeClr val="accent2">
                  <a:alpha val="52000"/>
                </a:schemeClr>
              </a:gs>
              <a:gs pos="1000">
                <a:schemeClr val="accent2">
                  <a:alpha val="0"/>
                </a:schemeClr>
              </a:gs>
            </a:gsLst>
            <a:lin ang="5400000" scaled="1"/>
          </a:gradFill>
          <a:ln w="12700">
            <a:gradFill>
              <a:gsLst>
                <a:gs pos="100000">
                  <a:schemeClr val="accent2"/>
                </a:gs>
                <a:gs pos="1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0" name="弧形 9">
            <a:extLst>
              <a:ext uri="{FF2B5EF4-FFF2-40B4-BE49-F238E27FC236}">
                <a16:creationId xmlns:a16="http://schemas.microsoft.com/office/drawing/2014/main" id="{9F3A38AA-47E1-C411-C72B-555B49F56FDF}"/>
              </a:ext>
            </a:extLst>
          </p:cNvPr>
          <p:cNvSpPr/>
          <p:nvPr/>
        </p:nvSpPr>
        <p:spPr>
          <a:xfrm>
            <a:off x="3296919" y="2267508"/>
            <a:ext cx="5598160" cy="552450"/>
          </a:xfrm>
          <a:prstGeom prst="arc">
            <a:avLst>
              <a:gd name="adj1" fmla="val 10898955"/>
              <a:gd name="adj2" fmla="val 12281473"/>
            </a:avLst>
          </a:prstGeom>
          <a:noFill/>
          <a:ln w="15875" cap="rnd">
            <a:gradFill>
              <a:gsLst>
                <a:gs pos="100000">
                  <a:schemeClr val="accent2"/>
                </a:gs>
                <a:gs pos="1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 name="椭圆 7">
            <a:extLst>
              <a:ext uri="{FF2B5EF4-FFF2-40B4-BE49-F238E27FC236}">
                <a16:creationId xmlns:a16="http://schemas.microsoft.com/office/drawing/2014/main" id="{39AA8DD9-D527-FE15-FAE5-DE4E613F7F07}"/>
              </a:ext>
            </a:extLst>
          </p:cNvPr>
          <p:cNvSpPr/>
          <p:nvPr/>
        </p:nvSpPr>
        <p:spPr>
          <a:xfrm>
            <a:off x="2813896" y="2239129"/>
            <a:ext cx="6564206" cy="600591"/>
          </a:xfrm>
          <a:prstGeom prst="ellipse">
            <a:avLst/>
          </a:prstGeom>
          <a:noFill/>
          <a:ln w="15875">
            <a:gradFill>
              <a:gsLst>
                <a:gs pos="100000">
                  <a:schemeClr val="accent2"/>
                </a:gs>
                <a:gs pos="1000">
                  <a:schemeClr val="accent2">
                    <a:alpha val="0"/>
                  </a:schemeClr>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1" name="矩形: 圆角 10">
            <a:extLst>
              <a:ext uri="{FF2B5EF4-FFF2-40B4-BE49-F238E27FC236}">
                <a16:creationId xmlns:a16="http://schemas.microsoft.com/office/drawing/2014/main" id="{B55114A9-1E4C-721D-7989-A66E8640DC08}"/>
              </a:ext>
            </a:extLst>
          </p:cNvPr>
          <p:cNvSpPr/>
          <p:nvPr/>
        </p:nvSpPr>
        <p:spPr>
          <a:xfrm>
            <a:off x="4130503" y="1408761"/>
            <a:ext cx="3930994" cy="1058771"/>
          </a:xfrm>
          <a:prstGeom prst="roundRect">
            <a:avLst>
              <a:gd name="adj" fmla="val 6411"/>
            </a:avLst>
          </a:prstGeom>
          <a:gradFill>
            <a:gsLst>
              <a:gs pos="100000">
                <a:schemeClr val="accent2">
                  <a:alpha val="25000"/>
                </a:schemeClr>
              </a:gs>
              <a:gs pos="1000">
                <a:schemeClr val="accent2">
                  <a:alpha val="0"/>
                </a:schemeClr>
              </a:gs>
            </a:gsLst>
            <a:lin ang="5400000" scaled="1"/>
          </a:gradFill>
          <a:ln w="9525">
            <a:solidFill>
              <a:schemeClr val="accent2"/>
            </a:solidFill>
          </a:ln>
          <a:effectLst>
            <a:reflection blurRad="25400" stA="52000" endA="300" endPos="23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DCDDEF66-0D03-43B7-1B1D-FA534FB7B196}"/>
              </a:ext>
            </a:extLst>
          </p:cNvPr>
          <p:cNvSpPr txBox="1">
            <a:spLocks/>
          </p:cNvSpPr>
          <p:nvPr/>
        </p:nvSpPr>
        <p:spPr>
          <a:xfrm>
            <a:off x="4132487" y="2061208"/>
            <a:ext cx="1204040" cy="317818"/>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olidFill>
                  <a:schemeClr val="bg1"/>
                </a:solidFill>
                <a:sym typeface="Helvetica Neue" panose="02000503000000020004"/>
              </a:rPr>
              <a:t>城市运行</a:t>
            </a:r>
          </a:p>
        </p:txBody>
      </p:sp>
      <p:sp>
        <p:nvSpPr>
          <p:cNvPr id="14" name="文本框 13">
            <a:extLst>
              <a:ext uri="{FF2B5EF4-FFF2-40B4-BE49-F238E27FC236}">
                <a16:creationId xmlns:a16="http://schemas.microsoft.com/office/drawing/2014/main" id="{5987078D-E486-1A4B-EB13-4EBA47A403E5}"/>
              </a:ext>
            </a:extLst>
          </p:cNvPr>
          <p:cNvSpPr txBox="1">
            <a:spLocks/>
          </p:cNvSpPr>
          <p:nvPr/>
        </p:nvSpPr>
        <p:spPr>
          <a:xfrm>
            <a:off x="5040810" y="2061208"/>
            <a:ext cx="1204040" cy="317818"/>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olidFill>
                  <a:schemeClr val="bg1"/>
                </a:solidFill>
                <a:sym typeface="Helvetica Neue" panose="02000503000000020004"/>
              </a:rPr>
              <a:t>经济发展</a:t>
            </a:r>
          </a:p>
        </p:txBody>
      </p:sp>
      <p:sp>
        <p:nvSpPr>
          <p:cNvPr id="15" name="文本框 14">
            <a:extLst>
              <a:ext uri="{FF2B5EF4-FFF2-40B4-BE49-F238E27FC236}">
                <a16:creationId xmlns:a16="http://schemas.microsoft.com/office/drawing/2014/main" id="{5AF2CBB2-4DB6-06A2-8478-EDC8BDDDFC73}"/>
              </a:ext>
            </a:extLst>
          </p:cNvPr>
          <p:cNvSpPr txBox="1">
            <a:spLocks/>
          </p:cNvSpPr>
          <p:nvPr/>
        </p:nvSpPr>
        <p:spPr>
          <a:xfrm>
            <a:off x="5949133" y="2061208"/>
            <a:ext cx="1204040" cy="317818"/>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olidFill>
                  <a:schemeClr val="bg1"/>
                </a:solidFill>
                <a:sym typeface="Helvetica Neue" panose="02000503000000020004"/>
              </a:rPr>
              <a:t>政务服务</a:t>
            </a:r>
          </a:p>
        </p:txBody>
      </p:sp>
      <p:sp>
        <p:nvSpPr>
          <p:cNvPr id="16" name="文本框 15">
            <a:extLst>
              <a:ext uri="{FF2B5EF4-FFF2-40B4-BE49-F238E27FC236}">
                <a16:creationId xmlns:a16="http://schemas.microsoft.com/office/drawing/2014/main" id="{68B29099-6A1F-32A9-C8B8-7FB25DA422C6}"/>
              </a:ext>
            </a:extLst>
          </p:cNvPr>
          <p:cNvSpPr txBox="1">
            <a:spLocks/>
          </p:cNvSpPr>
          <p:nvPr/>
        </p:nvSpPr>
        <p:spPr>
          <a:xfrm>
            <a:off x="6857457" y="2061208"/>
            <a:ext cx="1204040" cy="317818"/>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olidFill>
                  <a:schemeClr val="bg1"/>
                </a:solidFill>
                <a:sym typeface="Helvetica Neue" panose="02000503000000020004"/>
              </a:rPr>
              <a:t>生态环境</a:t>
            </a:r>
          </a:p>
        </p:txBody>
      </p:sp>
      <p:sp>
        <p:nvSpPr>
          <p:cNvPr id="17" name="椭圆 16">
            <a:extLst>
              <a:ext uri="{FF2B5EF4-FFF2-40B4-BE49-F238E27FC236}">
                <a16:creationId xmlns:a16="http://schemas.microsoft.com/office/drawing/2014/main" id="{8F71A596-16F3-C1F3-B4F5-D06F44E3B5E5}"/>
              </a:ext>
            </a:extLst>
          </p:cNvPr>
          <p:cNvSpPr/>
          <p:nvPr/>
        </p:nvSpPr>
        <p:spPr>
          <a:xfrm>
            <a:off x="2468689" y="4517143"/>
            <a:ext cx="7231303" cy="1115475"/>
          </a:xfrm>
          <a:prstGeom prst="ellipse">
            <a:avLst/>
          </a:prstGeom>
          <a:gradFill flip="none" rotWithShape="1">
            <a:gsLst>
              <a:gs pos="100000">
                <a:schemeClr val="accent1">
                  <a:alpha val="34000"/>
                </a:schemeClr>
              </a:gs>
              <a:gs pos="50000">
                <a:schemeClr val="accent1">
                  <a:alpha val="0"/>
                </a:schemeClr>
              </a:gs>
            </a:gsLst>
            <a:path path="circle">
              <a:fillToRect l="50000" t="50000" r="50000" b="50000"/>
            </a:path>
            <a:tileRect/>
          </a:gradFill>
          <a:ln w="15875">
            <a:gradFill>
              <a:gsLst>
                <a:gs pos="100000">
                  <a:schemeClr val="accent1">
                    <a:alpha val="55000"/>
                  </a:schemeClr>
                </a:gs>
                <a:gs pos="1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6" name="任意多边形: 形状 45">
            <a:extLst>
              <a:ext uri="{FF2B5EF4-FFF2-40B4-BE49-F238E27FC236}">
                <a16:creationId xmlns:a16="http://schemas.microsoft.com/office/drawing/2014/main" id="{B4AA4428-395A-1F88-8B7E-4F8A5FED3609}"/>
              </a:ext>
            </a:extLst>
          </p:cNvPr>
          <p:cNvSpPr/>
          <p:nvPr/>
        </p:nvSpPr>
        <p:spPr>
          <a:xfrm>
            <a:off x="2468689" y="5085567"/>
            <a:ext cx="7231304" cy="1098290"/>
          </a:xfrm>
          <a:custGeom>
            <a:avLst/>
            <a:gdLst>
              <a:gd name="connsiteX0" fmla="*/ 0 w 8366289"/>
              <a:gd name="connsiteY0" fmla="*/ 0 h 1152623"/>
              <a:gd name="connsiteX1" fmla="*/ 504884 w 8366289"/>
              <a:gd name="connsiteY1" fmla="*/ 270944 h 1152623"/>
              <a:gd name="connsiteX2" fmla="*/ 594403 w 8366289"/>
              <a:gd name="connsiteY2" fmla="*/ 292100 h 1152623"/>
              <a:gd name="connsiteX3" fmla="*/ 605608 w 8366289"/>
              <a:gd name="connsiteY3" fmla="*/ 294748 h 1152623"/>
              <a:gd name="connsiteX4" fmla="*/ 4183145 w 8366289"/>
              <a:gd name="connsiteY4" fmla="*/ 568423 h 1152623"/>
              <a:gd name="connsiteX5" fmla="*/ 7690172 w 8366289"/>
              <a:gd name="connsiteY5" fmla="*/ 309968 h 1152623"/>
              <a:gd name="connsiteX6" fmla="*/ 7771734 w 8366289"/>
              <a:gd name="connsiteY6" fmla="*/ 292064 h 1152623"/>
              <a:gd name="connsiteX7" fmla="*/ 7793039 w 8366289"/>
              <a:gd name="connsiteY7" fmla="*/ 287387 h 1152623"/>
              <a:gd name="connsiteX8" fmla="*/ 8360847 w 8366289"/>
              <a:gd name="connsiteY8" fmla="*/ 29251 h 1152623"/>
              <a:gd name="connsiteX9" fmla="*/ 8366289 w 8366289"/>
              <a:gd name="connsiteY9" fmla="*/ 6 h 1152623"/>
              <a:gd name="connsiteX10" fmla="*/ 8366289 w 8366289"/>
              <a:gd name="connsiteY10" fmla="*/ 584195 h 1152623"/>
              <a:gd name="connsiteX11" fmla="*/ 8366289 w 8366289"/>
              <a:gd name="connsiteY11" fmla="*/ 584206 h 1152623"/>
              <a:gd name="connsiteX12" fmla="*/ 8360847 w 8366289"/>
              <a:gd name="connsiteY12" fmla="*/ 613451 h 1152623"/>
              <a:gd name="connsiteX13" fmla="*/ 4183145 w 8366289"/>
              <a:gd name="connsiteY13" fmla="*/ 1152623 h 1152623"/>
              <a:gd name="connsiteX14" fmla="*/ 0 w 8366289"/>
              <a:gd name="connsiteY14" fmla="*/ 584200 h 1152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66289" h="1152623">
                <a:moveTo>
                  <a:pt x="0" y="0"/>
                </a:moveTo>
                <a:cubicBezTo>
                  <a:pt x="0" y="98104"/>
                  <a:pt x="182896" y="190403"/>
                  <a:pt x="504884" y="270944"/>
                </a:cubicBezTo>
                <a:lnTo>
                  <a:pt x="594403" y="292100"/>
                </a:lnTo>
                <a:lnTo>
                  <a:pt x="605608" y="294748"/>
                </a:lnTo>
                <a:cubicBezTo>
                  <a:pt x="1339278" y="458823"/>
                  <a:pt x="2667019" y="568423"/>
                  <a:pt x="4183145" y="568423"/>
                </a:cubicBezTo>
                <a:cubicBezTo>
                  <a:pt x="5651892" y="568423"/>
                  <a:pt x="6943844" y="465566"/>
                  <a:pt x="7690172" y="309968"/>
                </a:cubicBezTo>
                <a:lnTo>
                  <a:pt x="7771734" y="292064"/>
                </a:lnTo>
                <a:lnTo>
                  <a:pt x="7793039" y="287387"/>
                </a:lnTo>
                <a:cubicBezTo>
                  <a:pt x="8123291" y="210956"/>
                  <a:pt x="8325835" y="123107"/>
                  <a:pt x="8360847" y="29251"/>
                </a:cubicBezTo>
                <a:lnTo>
                  <a:pt x="8366289" y="6"/>
                </a:lnTo>
                <a:lnTo>
                  <a:pt x="8366289" y="584195"/>
                </a:lnTo>
                <a:lnTo>
                  <a:pt x="8366289" y="584206"/>
                </a:lnTo>
                <a:lnTo>
                  <a:pt x="8360847" y="613451"/>
                </a:lnTo>
                <a:cubicBezTo>
                  <a:pt x="8248809" y="913788"/>
                  <a:pt x="6421236" y="1152623"/>
                  <a:pt x="4183145" y="1152623"/>
                </a:cubicBezTo>
                <a:cubicBezTo>
                  <a:pt x="1872858" y="1152623"/>
                  <a:pt x="0" y="898131"/>
                  <a:pt x="0" y="584200"/>
                </a:cubicBezTo>
                <a:close/>
              </a:path>
            </a:pathLst>
          </a:custGeom>
          <a:gradFill flip="none" rotWithShape="1">
            <a:gsLst>
              <a:gs pos="100000">
                <a:schemeClr val="accent1">
                  <a:alpha val="28000"/>
                </a:schemeClr>
              </a:gs>
              <a:gs pos="0">
                <a:schemeClr val="accent1">
                  <a:alpha val="0"/>
                </a:schemeClr>
              </a:gs>
            </a:gsLst>
            <a:lin ang="5400000" scaled="0"/>
            <a:tileRect/>
          </a:gradFill>
          <a:ln w="15875">
            <a:gradFill>
              <a:gsLst>
                <a:gs pos="100000">
                  <a:schemeClr val="accent1"/>
                </a:gs>
                <a:gs pos="28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8" name="椭圆 17">
            <a:extLst>
              <a:ext uri="{FF2B5EF4-FFF2-40B4-BE49-F238E27FC236}">
                <a16:creationId xmlns:a16="http://schemas.microsoft.com/office/drawing/2014/main" id="{107EE28F-7643-2351-AB17-163547982841}"/>
              </a:ext>
            </a:extLst>
          </p:cNvPr>
          <p:cNvSpPr/>
          <p:nvPr/>
        </p:nvSpPr>
        <p:spPr>
          <a:xfrm>
            <a:off x="2952947" y="4645656"/>
            <a:ext cx="6268824" cy="838986"/>
          </a:xfrm>
          <a:prstGeom prst="ellipse">
            <a:avLst/>
          </a:prstGeom>
          <a:gradFill flip="none" rotWithShape="1">
            <a:gsLst>
              <a:gs pos="100000">
                <a:schemeClr val="accent1">
                  <a:alpha val="29000"/>
                </a:schemeClr>
              </a:gs>
              <a:gs pos="27000">
                <a:schemeClr val="accent1">
                  <a:alpha val="0"/>
                </a:schemeClr>
              </a:gs>
            </a:gsLst>
            <a:path path="circle">
              <a:fillToRect l="50000" t="50000" r="50000" b="50000"/>
            </a:path>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7992" tIns="63996" rIns="127992" bIns="63996" numCol="1" spcCol="0" rtlCol="0" fromWordArt="0" anchor="ctr" anchorCtr="0" forceAA="0" compatLnSpc="1">
            <a:prstTxWarp prst="textNoShape">
              <a:avLst/>
            </a:prstTxWarp>
            <a:noAutofit/>
          </a:bodyPr>
          <a:lstStyle/>
          <a:p>
            <a:pPr algn="ctr" defTabSz="639926"/>
            <a:endParaRPr lang="zh-CN" altLang="en-US" sz="2400" dirty="0">
              <a:solidFill>
                <a:prstClr val="white"/>
              </a:solidFill>
              <a:latin typeface="+mj-ea"/>
              <a:ea typeface="+mj-ea"/>
            </a:endParaRPr>
          </a:p>
        </p:txBody>
      </p:sp>
      <p:sp>
        <p:nvSpPr>
          <p:cNvPr id="19" name="椭圆 18">
            <a:extLst>
              <a:ext uri="{FF2B5EF4-FFF2-40B4-BE49-F238E27FC236}">
                <a16:creationId xmlns:a16="http://schemas.microsoft.com/office/drawing/2014/main" id="{FF58E7A7-EBD7-7FC0-936C-E38CCBCCEE77}"/>
              </a:ext>
            </a:extLst>
          </p:cNvPr>
          <p:cNvSpPr/>
          <p:nvPr/>
        </p:nvSpPr>
        <p:spPr>
          <a:xfrm>
            <a:off x="3591612" y="4779270"/>
            <a:ext cx="4991494" cy="513761"/>
          </a:xfrm>
          <a:prstGeom prst="ellipse">
            <a:avLst/>
          </a:prstGeom>
          <a:gradFill flip="none" rotWithShape="1">
            <a:gsLst>
              <a:gs pos="100000">
                <a:schemeClr val="accent1">
                  <a:alpha val="0"/>
                </a:schemeClr>
              </a:gs>
              <a:gs pos="1000">
                <a:schemeClr val="accent1">
                  <a:alpha val="0"/>
                </a:schemeClr>
              </a:gs>
            </a:gsLst>
            <a:path path="circle">
              <a:fillToRect l="100000" t="100000"/>
            </a:path>
            <a:tileRect r="-100000" b="-100000"/>
          </a:gradFill>
          <a:ln w="12700">
            <a:gradFill>
              <a:gsLst>
                <a:gs pos="100000">
                  <a:schemeClr val="accent1"/>
                </a:gs>
                <a:gs pos="1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72" name="任意多边形: 形状 71">
            <a:extLst>
              <a:ext uri="{FF2B5EF4-FFF2-40B4-BE49-F238E27FC236}">
                <a16:creationId xmlns:a16="http://schemas.microsoft.com/office/drawing/2014/main" id="{4F8A03DD-B912-B898-0E52-F0C7ECE88D77}"/>
              </a:ext>
            </a:extLst>
          </p:cNvPr>
          <p:cNvSpPr/>
          <p:nvPr/>
        </p:nvSpPr>
        <p:spPr>
          <a:xfrm flipV="1">
            <a:off x="3310510" y="4431244"/>
            <a:ext cx="5443982" cy="786375"/>
          </a:xfrm>
          <a:custGeom>
            <a:avLst/>
            <a:gdLst>
              <a:gd name="connsiteX0" fmla="*/ 0 w 5443982"/>
              <a:gd name="connsiteY0" fmla="*/ 786373 h 786373"/>
              <a:gd name="connsiteX1" fmla="*/ 5443982 w 5443982"/>
              <a:gd name="connsiteY1" fmla="*/ 786373 h 786373"/>
              <a:gd name="connsiteX2" fmla="*/ 5037766 w 5443982"/>
              <a:gd name="connsiteY2" fmla="*/ 206148 h 786373"/>
              <a:gd name="connsiteX3" fmla="*/ 5024783 w 5443982"/>
              <a:gd name="connsiteY3" fmla="*/ 206148 h 786373"/>
              <a:gd name="connsiteX4" fmla="*/ 5031558 w 5443982"/>
              <a:gd name="connsiteY4" fmla="*/ 200319 h 786373"/>
              <a:gd name="connsiteX5" fmla="*/ 2721991 w 5443982"/>
              <a:gd name="connsiteY5" fmla="*/ 0 h 786373"/>
              <a:gd name="connsiteX6" fmla="*/ 412424 w 5443982"/>
              <a:gd name="connsiteY6" fmla="*/ 200319 h 786373"/>
              <a:gd name="connsiteX7" fmla="*/ 419199 w 5443982"/>
              <a:gd name="connsiteY7" fmla="*/ 206148 h 786373"/>
              <a:gd name="connsiteX8" fmla="*/ 406216 w 5443982"/>
              <a:gd name="connsiteY8" fmla="*/ 206148 h 786373"/>
              <a:gd name="connsiteX0" fmla="*/ 0 w 5443982"/>
              <a:gd name="connsiteY0" fmla="*/ 786525 h 786525"/>
              <a:gd name="connsiteX1" fmla="*/ 5443982 w 5443982"/>
              <a:gd name="connsiteY1" fmla="*/ 786525 h 786525"/>
              <a:gd name="connsiteX2" fmla="*/ 5037766 w 5443982"/>
              <a:gd name="connsiteY2" fmla="*/ 206300 h 786525"/>
              <a:gd name="connsiteX3" fmla="*/ 5024783 w 5443982"/>
              <a:gd name="connsiteY3" fmla="*/ 206300 h 786525"/>
              <a:gd name="connsiteX4" fmla="*/ 5033675 w 5443982"/>
              <a:gd name="connsiteY4" fmla="*/ 177187 h 786525"/>
              <a:gd name="connsiteX5" fmla="*/ 2721991 w 5443982"/>
              <a:gd name="connsiteY5" fmla="*/ 152 h 786525"/>
              <a:gd name="connsiteX6" fmla="*/ 412424 w 5443982"/>
              <a:gd name="connsiteY6" fmla="*/ 200471 h 786525"/>
              <a:gd name="connsiteX7" fmla="*/ 419199 w 5443982"/>
              <a:gd name="connsiteY7" fmla="*/ 206300 h 786525"/>
              <a:gd name="connsiteX8" fmla="*/ 406216 w 5443982"/>
              <a:gd name="connsiteY8" fmla="*/ 206300 h 786525"/>
              <a:gd name="connsiteX9" fmla="*/ 0 w 5443982"/>
              <a:gd name="connsiteY9" fmla="*/ 786525 h 786525"/>
              <a:gd name="connsiteX0" fmla="*/ 0 w 5443982"/>
              <a:gd name="connsiteY0" fmla="*/ 786525 h 786525"/>
              <a:gd name="connsiteX1" fmla="*/ 5443982 w 5443982"/>
              <a:gd name="connsiteY1" fmla="*/ 786525 h 786525"/>
              <a:gd name="connsiteX2" fmla="*/ 5037766 w 5443982"/>
              <a:gd name="connsiteY2" fmla="*/ 206300 h 786525"/>
              <a:gd name="connsiteX3" fmla="*/ 5033675 w 5443982"/>
              <a:gd name="connsiteY3" fmla="*/ 177187 h 786525"/>
              <a:gd name="connsiteX4" fmla="*/ 2721991 w 5443982"/>
              <a:gd name="connsiteY4" fmla="*/ 152 h 786525"/>
              <a:gd name="connsiteX5" fmla="*/ 412424 w 5443982"/>
              <a:gd name="connsiteY5" fmla="*/ 200471 h 786525"/>
              <a:gd name="connsiteX6" fmla="*/ 419199 w 5443982"/>
              <a:gd name="connsiteY6" fmla="*/ 206300 h 786525"/>
              <a:gd name="connsiteX7" fmla="*/ 406216 w 5443982"/>
              <a:gd name="connsiteY7" fmla="*/ 206300 h 786525"/>
              <a:gd name="connsiteX8" fmla="*/ 0 w 5443982"/>
              <a:gd name="connsiteY8" fmla="*/ 786525 h 786525"/>
              <a:gd name="connsiteX0" fmla="*/ 0 w 5443982"/>
              <a:gd name="connsiteY0" fmla="*/ 786375 h 786375"/>
              <a:gd name="connsiteX1" fmla="*/ 5443982 w 5443982"/>
              <a:gd name="connsiteY1" fmla="*/ 786375 h 786375"/>
              <a:gd name="connsiteX2" fmla="*/ 5037766 w 5443982"/>
              <a:gd name="connsiteY2" fmla="*/ 206150 h 786375"/>
              <a:gd name="connsiteX3" fmla="*/ 5035791 w 5443982"/>
              <a:gd name="connsiteY3" fmla="*/ 202437 h 786375"/>
              <a:gd name="connsiteX4" fmla="*/ 2721991 w 5443982"/>
              <a:gd name="connsiteY4" fmla="*/ 2 h 786375"/>
              <a:gd name="connsiteX5" fmla="*/ 412424 w 5443982"/>
              <a:gd name="connsiteY5" fmla="*/ 200321 h 786375"/>
              <a:gd name="connsiteX6" fmla="*/ 419199 w 5443982"/>
              <a:gd name="connsiteY6" fmla="*/ 206150 h 786375"/>
              <a:gd name="connsiteX7" fmla="*/ 406216 w 5443982"/>
              <a:gd name="connsiteY7" fmla="*/ 206150 h 786375"/>
              <a:gd name="connsiteX8" fmla="*/ 0 w 5443982"/>
              <a:gd name="connsiteY8" fmla="*/ 786375 h 786375"/>
              <a:gd name="connsiteX0" fmla="*/ 0 w 5443982"/>
              <a:gd name="connsiteY0" fmla="*/ 786375 h 786375"/>
              <a:gd name="connsiteX1" fmla="*/ 5443982 w 5443982"/>
              <a:gd name="connsiteY1" fmla="*/ 786375 h 786375"/>
              <a:gd name="connsiteX2" fmla="*/ 5037766 w 5443982"/>
              <a:gd name="connsiteY2" fmla="*/ 206150 h 786375"/>
              <a:gd name="connsiteX3" fmla="*/ 5035791 w 5443982"/>
              <a:gd name="connsiteY3" fmla="*/ 202437 h 786375"/>
              <a:gd name="connsiteX4" fmla="*/ 2721991 w 5443982"/>
              <a:gd name="connsiteY4" fmla="*/ 2 h 786375"/>
              <a:gd name="connsiteX5" fmla="*/ 412424 w 5443982"/>
              <a:gd name="connsiteY5" fmla="*/ 200321 h 786375"/>
              <a:gd name="connsiteX6" fmla="*/ 406216 w 5443982"/>
              <a:gd name="connsiteY6" fmla="*/ 206150 h 786375"/>
              <a:gd name="connsiteX7" fmla="*/ 0 w 5443982"/>
              <a:gd name="connsiteY7" fmla="*/ 786375 h 78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43982" h="786375">
                <a:moveTo>
                  <a:pt x="0" y="786375"/>
                </a:moveTo>
                <a:lnTo>
                  <a:pt x="5443982" y="786375"/>
                </a:lnTo>
                <a:lnTo>
                  <a:pt x="5037766" y="206150"/>
                </a:lnTo>
                <a:lnTo>
                  <a:pt x="5035791" y="202437"/>
                </a:lnTo>
                <a:cubicBezTo>
                  <a:pt x="5035791" y="91804"/>
                  <a:pt x="3492552" y="355"/>
                  <a:pt x="2721991" y="2"/>
                </a:cubicBezTo>
                <a:cubicBezTo>
                  <a:pt x="1951430" y="-351"/>
                  <a:pt x="412424" y="89688"/>
                  <a:pt x="412424" y="200321"/>
                </a:cubicBezTo>
                <a:lnTo>
                  <a:pt x="406216" y="206150"/>
                </a:lnTo>
                <a:lnTo>
                  <a:pt x="0" y="786375"/>
                </a:lnTo>
                <a:close/>
              </a:path>
            </a:pathLst>
          </a:custGeom>
          <a:gradFill>
            <a:gsLst>
              <a:gs pos="2000">
                <a:schemeClr val="accent1">
                  <a:alpha val="29000"/>
                </a:schemeClr>
              </a:gs>
              <a:gs pos="100000">
                <a:schemeClr val="accent1">
                  <a:alpha val="0"/>
                </a:schemeClr>
              </a:gs>
            </a:gsLst>
            <a:lin ang="5400000" scaled="1"/>
          </a:gradFill>
          <a:ln>
            <a:gradFill>
              <a:gsLst>
                <a:gs pos="14000">
                  <a:schemeClr val="accent1">
                    <a:alpha val="56000"/>
                  </a:schemeClr>
                </a:gs>
                <a:gs pos="0">
                  <a:schemeClr val="accent1"/>
                </a:gs>
                <a:gs pos="81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矩形: 圆角 46">
            <a:extLst>
              <a:ext uri="{FF2B5EF4-FFF2-40B4-BE49-F238E27FC236}">
                <a16:creationId xmlns:a16="http://schemas.microsoft.com/office/drawing/2014/main" id="{17D6CA8C-6056-AFA2-FE09-427E09757E7B}"/>
              </a:ext>
            </a:extLst>
          </p:cNvPr>
          <p:cNvSpPr/>
          <p:nvPr/>
        </p:nvSpPr>
        <p:spPr>
          <a:xfrm>
            <a:off x="5407138" y="3660226"/>
            <a:ext cx="1377724" cy="1377724"/>
          </a:xfrm>
          <a:prstGeom prst="roundRect">
            <a:avLst>
              <a:gd name="adj" fmla="val 7500"/>
            </a:avLst>
          </a:prstGeom>
          <a:gradFill flip="none" rotWithShape="1">
            <a:gsLst>
              <a:gs pos="100000">
                <a:schemeClr val="accent1">
                  <a:alpha val="37000"/>
                </a:schemeClr>
              </a:gs>
              <a:gs pos="1000">
                <a:schemeClr val="accent1">
                  <a:alpha val="28000"/>
                </a:schemeClr>
              </a:gs>
            </a:gsLst>
            <a:lin ang="4200000" scaled="0"/>
            <a:tileRect/>
          </a:gradFill>
          <a:ln>
            <a:noFill/>
          </a:ln>
          <a:scene3d>
            <a:camera prst="isometricTopUp">
              <a:rot lat="19101523" lon="17834177" rev="4267096"/>
            </a:camera>
            <a:lightRig rig="threePt" dir="t"/>
          </a:scene3d>
          <a:sp3d extrusionH="1016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a:extLst>
              <a:ext uri="{FF2B5EF4-FFF2-40B4-BE49-F238E27FC236}">
                <a16:creationId xmlns:a16="http://schemas.microsoft.com/office/drawing/2014/main" id="{15AEBA31-2012-CEB5-00B3-39B612542F15}"/>
              </a:ext>
            </a:extLst>
          </p:cNvPr>
          <p:cNvSpPr/>
          <p:nvPr/>
        </p:nvSpPr>
        <p:spPr>
          <a:xfrm>
            <a:off x="5486400" y="3126329"/>
            <a:ext cx="1219200" cy="1219200"/>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a:solidFill>
                  <a:schemeClr val="tx1"/>
                </a:solidFill>
                <a:latin typeface="+mj-ea"/>
                <a:ea typeface="+mj-ea"/>
              </a:rPr>
              <a:t>综合</a:t>
            </a:r>
            <a:endParaRPr lang="en-US" altLang="zh-CN" b="1">
              <a:solidFill>
                <a:schemeClr val="tx1"/>
              </a:solidFill>
              <a:latin typeface="+mj-ea"/>
              <a:ea typeface="+mj-ea"/>
            </a:endParaRPr>
          </a:p>
          <a:p>
            <a:pPr algn="ctr"/>
            <a:r>
              <a:rPr lang="zh-CN" altLang="en-US" b="1">
                <a:solidFill>
                  <a:schemeClr val="tx1"/>
                </a:solidFill>
                <a:latin typeface="+mj-ea"/>
                <a:ea typeface="+mj-ea"/>
              </a:rPr>
              <a:t>管理</a:t>
            </a:r>
            <a:endParaRPr lang="zh-CN" altLang="en-US" b="1" dirty="0">
              <a:solidFill>
                <a:schemeClr val="tx1"/>
              </a:solidFill>
              <a:latin typeface="+mj-ea"/>
              <a:ea typeface="+mj-ea"/>
            </a:endParaRPr>
          </a:p>
        </p:txBody>
      </p:sp>
      <p:sp>
        <p:nvSpPr>
          <p:cNvPr id="87" name="文本框 86">
            <a:extLst>
              <a:ext uri="{FF2B5EF4-FFF2-40B4-BE49-F238E27FC236}">
                <a16:creationId xmlns:a16="http://schemas.microsoft.com/office/drawing/2014/main" id="{CD7FB8E0-1A69-DE91-5FE8-9FFB0CF2C0AA}"/>
              </a:ext>
            </a:extLst>
          </p:cNvPr>
          <p:cNvSpPr txBox="1">
            <a:spLocks/>
          </p:cNvSpPr>
          <p:nvPr/>
        </p:nvSpPr>
        <p:spPr>
          <a:xfrm>
            <a:off x="2277935" y="5453875"/>
            <a:ext cx="1204040" cy="317818"/>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400" dirty="0">
                <a:solidFill>
                  <a:schemeClr val="bg1"/>
                </a:solidFill>
                <a:sym typeface="Helvetica Neue" panose="02000503000000020004"/>
              </a:rPr>
              <a:t>区</a:t>
            </a:r>
          </a:p>
        </p:txBody>
      </p:sp>
      <p:sp>
        <p:nvSpPr>
          <p:cNvPr id="88" name="文本框 87">
            <a:extLst>
              <a:ext uri="{FF2B5EF4-FFF2-40B4-BE49-F238E27FC236}">
                <a16:creationId xmlns:a16="http://schemas.microsoft.com/office/drawing/2014/main" id="{1D761C72-99EB-D9B8-5E75-0C59484AC4B0}"/>
              </a:ext>
            </a:extLst>
          </p:cNvPr>
          <p:cNvSpPr txBox="1">
            <a:spLocks/>
          </p:cNvSpPr>
          <p:nvPr/>
        </p:nvSpPr>
        <p:spPr>
          <a:xfrm>
            <a:off x="5493980" y="5761131"/>
            <a:ext cx="1204040" cy="317818"/>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400" dirty="0">
                <a:solidFill>
                  <a:schemeClr val="bg1"/>
                </a:solidFill>
                <a:sym typeface="Helvetica Neue" panose="02000503000000020004"/>
              </a:rPr>
              <a:t>镇</a:t>
            </a:r>
            <a:r>
              <a:rPr lang="en-US" altLang="zh-CN" sz="1400" dirty="0">
                <a:solidFill>
                  <a:schemeClr val="bg1"/>
                </a:solidFill>
                <a:sym typeface="Helvetica Neue" panose="02000503000000020004"/>
              </a:rPr>
              <a:t>/</a:t>
            </a:r>
            <a:r>
              <a:rPr lang="zh-CN" altLang="en-US" sz="1400" dirty="0">
                <a:solidFill>
                  <a:schemeClr val="bg1"/>
                </a:solidFill>
                <a:sym typeface="Helvetica Neue" panose="02000503000000020004"/>
              </a:rPr>
              <a:t>街</a:t>
            </a:r>
          </a:p>
        </p:txBody>
      </p:sp>
      <p:sp>
        <p:nvSpPr>
          <p:cNvPr id="90" name="文本框 89">
            <a:extLst>
              <a:ext uri="{FF2B5EF4-FFF2-40B4-BE49-F238E27FC236}">
                <a16:creationId xmlns:a16="http://schemas.microsoft.com/office/drawing/2014/main" id="{6147FF15-D04C-8180-6567-AB7F1B09115F}"/>
              </a:ext>
            </a:extLst>
          </p:cNvPr>
          <p:cNvSpPr txBox="1">
            <a:spLocks/>
          </p:cNvSpPr>
          <p:nvPr/>
        </p:nvSpPr>
        <p:spPr>
          <a:xfrm>
            <a:off x="8605308" y="5453875"/>
            <a:ext cx="1204040" cy="317818"/>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400" dirty="0">
                <a:solidFill>
                  <a:schemeClr val="bg1"/>
                </a:solidFill>
                <a:sym typeface="Helvetica Neue" panose="02000503000000020004"/>
              </a:rPr>
              <a:t>社区</a:t>
            </a:r>
          </a:p>
        </p:txBody>
      </p:sp>
      <p:sp>
        <p:nvSpPr>
          <p:cNvPr id="91" name="弧形 90">
            <a:extLst>
              <a:ext uri="{FF2B5EF4-FFF2-40B4-BE49-F238E27FC236}">
                <a16:creationId xmlns:a16="http://schemas.microsoft.com/office/drawing/2014/main" id="{04684A42-C3C6-D83C-6F53-8632FEEE3B42}"/>
              </a:ext>
            </a:extLst>
          </p:cNvPr>
          <p:cNvSpPr/>
          <p:nvPr/>
        </p:nvSpPr>
        <p:spPr>
          <a:xfrm>
            <a:off x="2454524" y="4897554"/>
            <a:ext cx="7231304" cy="1015641"/>
          </a:xfrm>
          <a:prstGeom prst="arc">
            <a:avLst>
              <a:gd name="adj1" fmla="val 7954916"/>
              <a:gd name="adj2" fmla="val 10452136"/>
            </a:avLst>
          </a:prstGeom>
          <a:noFill/>
          <a:ln w="15875">
            <a:gradFill>
              <a:gsLst>
                <a:gs pos="100000">
                  <a:schemeClr val="accent1"/>
                </a:gs>
                <a:gs pos="1000">
                  <a:schemeClr val="accent1">
                    <a:alpha val="0"/>
                  </a:schemeClr>
                </a:gs>
              </a:gsLst>
              <a:lin ang="5400000" scaled="1"/>
            </a:gradFill>
            <a:headEnd type="triangle"/>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24" name="弧形 223">
            <a:extLst>
              <a:ext uri="{FF2B5EF4-FFF2-40B4-BE49-F238E27FC236}">
                <a16:creationId xmlns:a16="http://schemas.microsoft.com/office/drawing/2014/main" id="{4EFAD5C8-2B6D-75FD-C9E1-C18CCFD3730D}"/>
              </a:ext>
            </a:extLst>
          </p:cNvPr>
          <p:cNvSpPr/>
          <p:nvPr/>
        </p:nvSpPr>
        <p:spPr>
          <a:xfrm>
            <a:off x="2454524" y="4897554"/>
            <a:ext cx="7231304" cy="1015641"/>
          </a:xfrm>
          <a:prstGeom prst="arc">
            <a:avLst>
              <a:gd name="adj1" fmla="val 417366"/>
              <a:gd name="adj2" fmla="val 2495791"/>
            </a:avLst>
          </a:prstGeom>
          <a:noFill/>
          <a:ln w="15875">
            <a:gradFill>
              <a:gsLst>
                <a:gs pos="100000">
                  <a:schemeClr val="accent1"/>
                </a:gs>
                <a:gs pos="1000">
                  <a:schemeClr val="accent1">
                    <a:alpha val="0"/>
                  </a:schemeClr>
                </a:gs>
              </a:gsLst>
              <a:lin ang="5400000" scaled="1"/>
            </a:gradFill>
            <a:headEnd type="triangle"/>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44" name="组合 143">
            <a:extLst>
              <a:ext uri="{FF2B5EF4-FFF2-40B4-BE49-F238E27FC236}">
                <a16:creationId xmlns:a16="http://schemas.microsoft.com/office/drawing/2014/main" id="{382ADAF6-FB02-5386-39E1-FE3A9C17D25B}"/>
              </a:ext>
            </a:extLst>
          </p:cNvPr>
          <p:cNvGrpSpPr>
            <a:grpSpLocks/>
          </p:cNvGrpSpPr>
          <p:nvPr/>
        </p:nvGrpSpPr>
        <p:grpSpPr>
          <a:xfrm>
            <a:off x="2369839" y="3114040"/>
            <a:ext cx="1234678" cy="1495440"/>
            <a:chOff x="2157602" y="3103322"/>
            <a:chExt cx="1152907" cy="1396398"/>
          </a:xfrm>
          <a:scene3d>
            <a:camera prst="perspectiveRight">
              <a:rot lat="0" lon="19799998" rev="0"/>
            </a:camera>
            <a:lightRig rig="threePt" dir="t"/>
          </a:scene3d>
        </p:grpSpPr>
        <p:sp>
          <p:nvSpPr>
            <p:cNvPr id="22" name="矩形: 圆角 21">
              <a:extLst>
                <a:ext uri="{FF2B5EF4-FFF2-40B4-BE49-F238E27FC236}">
                  <a16:creationId xmlns:a16="http://schemas.microsoft.com/office/drawing/2014/main" id="{4A4C3904-E1D5-B320-91DF-10D83477E448}"/>
                </a:ext>
              </a:extLst>
            </p:cNvPr>
            <p:cNvSpPr/>
            <p:nvPr/>
          </p:nvSpPr>
          <p:spPr>
            <a:xfrm>
              <a:off x="2157602" y="3103322"/>
              <a:ext cx="1152907" cy="1396398"/>
            </a:xfrm>
            <a:prstGeom prst="roundRect">
              <a:avLst>
                <a:gd name="adj" fmla="val 5319"/>
              </a:avLst>
            </a:prstGeom>
            <a:gradFill>
              <a:gsLst>
                <a:gs pos="0">
                  <a:schemeClr val="accent1">
                    <a:alpha val="43000"/>
                  </a:schemeClr>
                </a:gs>
                <a:gs pos="100000">
                  <a:schemeClr val="accent1">
                    <a:alpha val="0"/>
                  </a:schemeClr>
                </a:gs>
              </a:gsLst>
              <a:lin ang="5400000" scaled="0"/>
            </a:gradFill>
            <a:ln w="12700">
              <a:gradFill>
                <a:gsLst>
                  <a:gs pos="0">
                    <a:schemeClr val="accent1">
                      <a:alpha val="88000"/>
                    </a:schemeClr>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7992" tIns="63996" rIns="127992" bIns="63996" numCol="1" spcCol="0" rtlCol="0" fromWordArt="0" anchor="ctr" anchorCtr="0" forceAA="0" compatLnSpc="1">
              <a:prstTxWarp prst="textNoShape">
                <a:avLst/>
              </a:prstTxWarp>
              <a:noAutofit/>
            </a:bodyPr>
            <a:lstStyle/>
            <a:p>
              <a:pPr algn="ctr" defTabSz="639926"/>
              <a:endParaRPr lang="zh-CN" altLang="en-US" sz="2400" dirty="0">
                <a:solidFill>
                  <a:prstClr val="white"/>
                </a:solidFill>
                <a:latin typeface="+mj-ea"/>
                <a:ea typeface="+mj-ea"/>
              </a:endParaRPr>
            </a:p>
          </p:txBody>
        </p:sp>
        <p:sp>
          <p:nvSpPr>
            <p:cNvPr id="93" name="文本框 92">
              <a:extLst>
                <a:ext uri="{FF2B5EF4-FFF2-40B4-BE49-F238E27FC236}">
                  <a16:creationId xmlns:a16="http://schemas.microsoft.com/office/drawing/2014/main" id="{2F3AFA93-0ECD-C260-2AD5-D0F4676691D4}"/>
                </a:ext>
              </a:extLst>
            </p:cNvPr>
            <p:cNvSpPr txBox="1">
              <a:spLocks/>
            </p:cNvSpPr>
            <p:nvPr/>
          </p:nvSpPr>
          <p:spPr>
            <a:xfrm>
              <a:off x="2172878" y="3930614"/>
              <a:ext cx="1074684" cy="317818"/>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400" dirty="0">
                  <a:solidFill>
                    <a:schemeClr val="bg1"/>
                  </a:solidFill>
                  <a:sym typeface="Helvetica Neue" panose="02000503000000020004"/>
                </a:rPr>
                <a:t>城市医疗</a:t>
              </a:r>
            </a:p>
          </p:txBody>
        </p:sp>
        <p:grpSp>
          <p:nvGrpSpPr>
            <p:cNvPr id="109" name="组合 108">
              <a:extLst>
                <a:ext uri="{FF2B5EF4-FFF2-40B4-BE49-F238E27FC236}">
                  <a16:creationId xmlns:a16="http://schemas.microsoft.com/office/drawing/2014/main" id="{2C300742-68BA-3D28-BCA0-67BB029DB642}"/>
                </a:ext>
              </a:extLst>
            </p:cNvPr>
            <p:cNvGrpSpPr/>
            <p:nvPr/>
          </p:nvGrpSpPr>
          <p:grpSpPr>
            <a:xfrm>
              <a:off x="2536838" y="3466477"/>
              <a:ext cx="346763" cy="308234"/>
              <a:chOff x="1810838" y="2046042"/>
              <a:chExt cx="1828800" cy="1625600"/>
            </a:xfrm>
            <a:solidFill>
              <a:schemeClr val="accent1"/>
            </a:solidFill>
          </p:grpSpPr>
          <p:sp>
            <p:nvSpPr>
              <p:cNvPr id="107" name="任意多边形: 形状 106">
                <a:extLst>
                  <a:ext uri="{FF2B5EF4-FFF2-40B4-BE49-F238E27FC236}">
                    <a16:creationId xmlns:a16="http://schemas.microsoft.com/office/drawing/2014/main" id="{AB5ACDFF-4262-8C9B-5FC0-C1BF5E93BAA5}"/>
                  </a:ext>
                </a:extLst>
              </p:cNvPr>
              <p:cNvSpPr/>
              <p:nvPr/>
            </p:nvSpPr>
            <p:spPr>
              <a:xfrm>
                <a:off x="2420439" y="2604843"/>
                <a:ext cx="609600" cy="609599"/>
              </a:xfrm>
              <a:custGeom>
                <a:avLst/>
                <a:gdLst>
                  <a:gd name="connsiteX0" fmla="*/ 558800 w 609600"/>
                  <a:gd name="connsiteY0" fmla="*/ 0 h 609599"/>
                  <a:gd name="connsiteX1" fmla="*/ 50800 w 609600"/>
                  <a:gd name="connsiteY1" fmla="*/ 0 h 609599"/>
                  <a:gd name="connsiteX2" fmla="*/ 0 w 609600"/>
                  <a:gd name="connsiteY2" fmla="*/ 50800 h 609599"/>
                  <a:gd name="connsiteX3" fmla="*/ 50800 w 609600"/>
                  <a:gd name="connsiteY3" fmla="*/ 101600 h 609599"/>
                  <a:gd name="connsiteX4" fmla="*/ 558800 w 609600"/>
                  <a:gd name="connsiteY4" fmla="*/ 101600 h 609599"/>
                  <a:gd name="connsiteX5" fmla="*/ 609600 w 609600"/>
                  <a:gd name="connsiteY5" fmla="*/ 50800 h 609599"/>
                  <a:gd name="connsiteX6" fmla="*/ 558800 w 609600"/>
                  <a:gd name="connsiteY6" fmla="*/ 0 h 609599"/>
                  <a:gd name="connsiteX7" fmla="*/ 558800 w 609600"/>
                  <a:gd name="connsiteY7" fmla="*/ 254000 h 609599"/>
                  <a:gd name="connsiteX8" fmla="*/ 50800 w 609600"/>
                  <a:gd name="connsiteY8" fmla="*/ 254000 h 609599"/>
                  <a:gd name="connsiteX9" fmla="*/ 0 w 609600"/>
                  <a:gd name="connsiteY9" fmla="*/ 304800 h 609599"/>
                  <a:gd name="connsiteX10" fmla="*/ 50800 w 609600"/>
                  <a:gd name="connsiteY10" fmla="*/ 355600 h 609599"/>
                  <a:gd name="connsiteX11" fmla="*/ 558800 w 609600"/>
                  <a:gd name="connsiteY11" fmla="*/ 355600 h 609599"/>
                  <a:gd name="connsiteX12" fmla="*/ 609600 w 609600"/>
                  <a:gd name="connsiteY12" fmla="*/ 304800 h 609599"/>
                  <a:gd name="connsiteX13" fmla="*/ 558800 w 609600"/>
                  <a:gd name="connsiteY13" fmla="*/ 254000 h 609599"/>
                  <a:gd name="connsiteX14" fmla="*/ 558800 w 609600"/>
                  <a:gd name="connsiteY14" fmla="*/ 508000 h 609599"/>
                  <a:gd name="connsiteX15" fmla="*/ 50800 w 609600"/>
                  <a:gd name="connsiteY15" fmla="*/ 508000 h 609599"/>
                  <a:gd name="connsiteX16" fmla="*/ 0 w 609600"/>
                  <a:gd name="connsiteY16" fmla="*/ 558800 h 609599"/>
                  <a:gd name="connsiteX17" fmla="*/ 50800 w 609600"/>
                  <a:gd name="connsiteY17" fmla="*/ 609600 h 609599"/>
                  <a:gd name="connsiteX18" fmla="*/ 558800 w 609600"/>
                  <a:gd name="connsiteY18" fmla="*/ 609600 h 609599"/>
                  <a:gd name="connsiteX19" fmla="*/ 609600 w 609600"/>
                  <a:gd name="connsiteY19" fmla="*/ 558800 h 609599"/>
                  <a:gd name="connsiteX20" fmla="*/ 558800 w 609600"/>
                  <a:gd name="connsiteY20" fmla="*/ 508000 h 60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9600" h="609599">
                    <a:moveTo>
                      <a:pt x="558800" y="0"/>
                    </a:moveTo>
                    <a:lnTo>
                      <a:pt x="50800" y="0"/>
                    </a:lnTo>
                    <a:cubicBezTo>
                      <a:pt x="25400" y="0"/>
                      <a:pt x="0" y="25400"/>
                      <a:pt x="0" y="50800"/>
                    </a:cubicBezTo>
                    <a:cubicBezTo>
                      <a:pt x="0" y="76200"/>
                      <a:pt x="25400" y="101600"/>
                      <a:pt x="50800" y="101600"/>
                    </a:cubicBezTo>
                    <a:lnTo>
                      <a:pt x="558800" y="101600"/>
                    </a:lnTo>
                    <a:cubicBezTo>
                      <a:pt x="584200" y="101600"/>
                      <a:pt x="609600" y="76200"/>
                      <a:pt x="609600" y="50800"/>
                    </a:cubicBezTo>
                    <a:cubicBezTo>
                      <a:pt x="609600" y="25400"/>
                      <a:pt x="584200" y="0"/>
                      <a:pt x="558800" y="0"/>
                    </a:cubicBezTo>
                    <a:close/>
                    <a:moveTo>
                      <a:pt x="558800" y="254000"/>
                    </a:moveTo>
                    <a:lnTo>
                      <a:pt x="50800" y="254000"/>
                    </a:lnTo>
                    <a:cubicBezTo>
                      <a:pt x="25400" y="254000"/>
                      <a:pt x="0" y="279400"/>
                      <a:pt x="0" y="304800"/>
                    </a:cubicBezTo>
                    <a:cubicBezTo>
                      <a:pt x="0" y="330200"/>
                      <a:pt x="25400" y="355600"/>
                      <a:pt x="50800" y="355600"/>
                    </a:cubicBezTo>
                    <a:lnTo>
                      <a:pt x="558800" y="355600"/>
                    </a:lnTo>
                    <a:cubicBezTo>
                      <a:pt x="584200" y="355600"/>
                      <a:pt x="609600" y="330200"/>
                      <a:pt x="609600" y="304800"/>
                    </a:cubicBezTo>
                    <a:cubicBezTo>
                      <a:pt x="609600" y="279400"/>
                      <a:pt x="584200" y="254000"/>
                      <a:pt x="558800" y="254000"/>
                    </a:cubicBezTo>
                    <a:close/>
                    <a:moveTo>
                      <a:pt x="558800" y="508000"/>
                    </a:moveTo>
                    <a:lnTo>
                      <a:pt x="50800" y="508000"/>
                    </a:lnTo>
                    <a:cubicBezTo>
                      <a:pt x="25400" y="508000"/>
                      <a:pt x="0" y="533400"/>
                      <a:pt x="0" y="558800"/>
                    </a:cubicBezTo>
                    <a:cubicBezTo>
                      <a:pt x="0" y="584200"/>
                      <a:pt x="25400" y="609600"/>
                      <a:pt x="50800" y="609600"/>
                    </a:cubicBezTo>
                    <a:lnTo>
                      <a:pt x="558800" y="609600"/>
                    </a:lnTo>
                    <a:cubicBezTo>
                      <a:pt x="584200" y="609600"/>
                      <a:pt x="609600" y="584200"/>
                      <a:pt x="609600" y="558800"/>
                    </a:cubicBezTo>
                    <a:cubicBezTo>
                      <a:pt x="609600" y="533400"/>
                      <a:pt x="584200" y="508000"/>
                      <a:pt x="558800" y="508000"/>
                    </a:cubicBezTo>
                    <a:close/>
                  </a:path>
                </a:pathLst>
              </a:custGeom>
              <a:grpFill/>
              <a:ln w="1860" cap="flat">
                <a:noFill/>
                <a:prstDash val="solid"/>
                <a:miter/>
              </a:ln>
            </p:spPr>
            <p:txBody>
              <a:bodyPr rtlCol="0" anchor="ctr"/>
              <a:lstStyle/>
              <a:p>
                <a:endParaRPr lang="zh-CN" altLang="en-US"/>
              </a:p>
            </p:txBody>
          </p:sp>
          <p:sp>
            <p:nvSpPr>
              <p:cNvPr id="108" name="任意多边形: 形状 107">
                <a:extLst>
                  <a:ext uri="{FF2B5EF4-FFF2-40B4-BE49-F238E27FC236}">
                    <a16:creationId xmlns:a16="http://schemas.microsoft.com/office/drawing/2014/main" id="{B3B9001E-CABD-4270-E5BA-C2636D41D1BE}"/>
                  </a:ext>
                </a:extLst>
              </p:cNvPr>
              <p:cNvSpPr/>
              <p:nvPr/>
            </p:nvSpPr>
            <p:spPr>
              <a:xfrm>
                <a:off x="1810838" y="2046042"/>
                <a:ext cx="1828800" cy="1625600"/>
              </a:xfrm>
              <a:custGeom>
                <a:avLst/>
                <a:gdLst>
                  <a:gd name="connsiteX0" fmla="*/ 1778000 w 1828800"/>
                  <a:gd name="connsiteY0" fmla="*/ 1524000 h 1625600"/>
                  <a:gd name="connsiteX1" fmla="*/ 1727200 w 1828800"/>
                  <a:gd name="connsiteY1" fmla="*/ 1524000 h 1625600"/>
                  <a:gd name="connsiteX2" fmla="*/ 1727200 w 1828800"/>
                  <a:gd name="connsiteY2" fmla="*/ 609600 h 1625600"/>
                  <a:gd name="connsiteX3" fmla="*/ 1676400 w 1828800"/>
                  <a:gd name="connsiteY3" fmla="*/ 558800 h 1625600"/>
                  <a:gd name="connsiteX4" fmla="*/ 1422400 w 1828800"/>
                  <a:gd name="connsiteY4" fmla="*/ 558800 h 1625600"/>
                  <a:gd name="connsiteX5" fmla="*/ 1422400 w 1828800"/>
                  <a:gd name="connsiteY5" fmla="*/ 406400 h 1625600"/>
                  <a:gd name="connsiteX6" fmla="*/ 1320800 w 1828800"/>
                  <a:gd name="connsiteY6" fmla="*/ 304800 h 1625600"/>
                  <a:gd name="connsiteX7" fmla="*/ 965200 w 1828800"/>
                  <a:gd name="connsiteY7" fmla="*/ 304800 h 1625600"/>
                  <a:gd name="connsiteX8" fmla="*/ 965200 w 1828800"/>
                  <a:gd name="connsiteY8" fmla="*/ 203200 h 1625600"/>
                  <a:gd name="connsiteX9" fmla="*/ 1016000 w 1828800"/>
                  <a:gd name="connsiteY9" fmla="*/ 203200 h 1625600"/>
                  <a:gd name="connsiteX10" fmla="*/ 1066800 w 1828800"/>
                  <a:gd name="connsiteY10" fmla="*/ 152400 h 1625600"/>
                  <a:gd name="connsiteX11" fmla="*/ 1016000 w 1828800"/>
                  <a:gd name="connsiteY11" fmla="*/ 101600 h 1625600"/>
                  <a:gd name="connsiteX12" fmla="*/ 965200 w 1828800"/>
                  <a:gd name="connsiteY12" fmla="*/ 101600 h 1625600"/>
                  <a:gd name="connsiteX13" fmla="*/ 965200 w 1828800"/>
                  <a:gd name="connsiteY13" fmla="*/ 50800 h 1625600"/>
                  <a:gd name="connsiteX14" fmla="*/ 914400 w 1828800"/>
                  <a:gd name="connsiteY14" fmla="*/ 0 h 1625600"/>
                  <a:gd name="connsiteX15" fmla="*/ 863600 w 1828800"/>
                  <a:gd name="connsiteY15" fmla="*/ 50800 h 1625600"/>
                  <a:gd name="connsiteX16" fmla="*/ 863600 w 1828800"/>
                  <a:gd name="connsiteY16" fmla="*/ 101600 h 1625600"/>
                  <a:gd name="connsiteX17" fmla="*/ 812800 w 1828800"/>
                  <a:gd name="connsiteY17" fmla="*/ 101600 h 1625600"/>
                  <a:gd name="connsiteX18" fmla="*/ 762000 w 1828800"/>
                  <a:gd name="connsiteY18" fmla="*/ 152400 h 1625600"/>
                  <a:gd name="connsiteX19" fmla="*/ 812800 w 1828800"/>
                  <a:gd name="connsiteY19" fmla="*/ 203200 h 1625600"/>
                  <a:gd name="connsiteX20" fmla="*/ 863600 w 1828800"/>
                  <a:gd name="connsiteY20" fmla="*/ 203200 h 1625600"/>
                  <a:gd name="connsiteX21" fmla="*/ 863600 w 1828800"/>
                  <a:gd name="connsiteY21" fmla="*/ 304800 h 1625600"/>
                  <a:gd name="connsiteX22" fmla="*/ 508000 w 1828800"/>
                  <a:gd name="connsiteY22" fmla="*/ 304800 h 1625600"/>
                  <a:gd name="connsiteX23" fmla="*/ 406400 w 1828800"/>
                  <a:gd name="connsiteY23" fmla="*/ 406400 h 1625600"/>
                  <a:gd name="connsiteX24" fmla="*/ 406400 w 1828800"/>
                  <a:gd name="connsiteY24" fmla="*/ 762000 h 1625600"/>
                  <a:gd name="connsiteX25" fmla="*/ 152400 w 1828800"/>
                  <a:gd name="connsiteY25" fmla="*/ 762000 h 1625600"/>
                  <a:gd name="connsiteX26" fmla="*/ 101600 w 1828800"/>
                  <a:gd name="connsiteY26" fmla="*/ 812800 h 1625600"/>
                  <a:gd name="connsiteX27" fmla="*/ 101600 w 1828800"/>
                  <a:gd name="connsiteY27" fmla="*/ 1524000 h 1625600"/>
                  <a:gd name="connsiteX28" fmla="*/ 50800 w 1828800"/>
                  <a:gd name="connsiteY28" fmla="*/ 1524000 h 1625600"/>
                  <a:gd name="connsiteX29" fmla="*/ 0 w 1828800"/>
                  <a:gd name="connsiteY29" fmla="*/ 1574800 h 1625600"/>
                  <a:gd name="connsiteX30" fmla="*/ 50800 w 1828800"/>
                  <a:gd name="connsiteY30" fmla="*/ 1625600 h 1625600"/>
                  <a:gd name="connsiteX31" fmla="*/ 1778000 w 1828800"/>
                  <a:gd name="connsiteY31" fmla="*/ 1625600 h 1625600"/>
                  <a:gd name="connsiteX32" fmla="*/ 1828800 w 1828800"/>
                  <a:gd name="connsiteY32" fmla="*/ 1574800 h 1625600"/>
                  <a:gd name="connsiteX33" fmla="*/ 1778000 w 1828800"/>
                  <a:gd name="connsiteY33" fmla="*/ 1524000 h 1625600"/>
                  <a:gd name="connsiteX34" fmla="*/ 203200 w 1828800"/>
                  <a:gd name="connsiteY34" fmla="*/ 863600 h 1625600"/>
                  <a:gd name="connsiteX35" fmla="*/ 406400 w 1828800"/>
                  <a:gd name="connsiteY35" fmla="*/ 863600 h 1625600"/>
                  <a:gd name="connsiteX36" fmla="*/ 406400 w 1828800"/>
                  <a:gd name="connsiteY36" fmla="*/ 1524000 h 1625600"/>
                  <a:gd name="connsiteX37" fmla="*/ 203200 w 1828800"/>
                  <a:gd name="connsiteY37" fmla="*/ 1524000 h 1625600"/>
                  <a:gd name="connsiteX38" fmla="*/ 203200 w 1828800"/>
                  <a:gd name="connsiteY38" fmla="*/ 863600 h 1625600"/>
                  <a:gd name="connsiteX39" fmla="*/ 1016000 w 1828800"/>
                  <a:gd name="connsiteY39" fmla="*/ 1524000 h 1625600"/>
                  <a:gd name="connsiteX40" fmla="*/ 812800 w 1828800"/>
                  <a:gd name="connsiteY40" fmla="*/ 1524000 h 1625600"/>
                  <a:gd name="connsiteX41" fmla="*/ 812800 w 1828800"/>
                  <a:gd name="connsiteY41" fmla="*/ 1422400 h 1625600"/>
                  <a:gd name="connsiteX42" fmla="*/ 1016000 w 1828800"/>
                  <a:gd name="connsiteY42" fmla="*/ 1422400 h 1625600"/>
                  <a:gd name="connsiteX43" fmla="*/ 1016000 w 1828800"/>
                  <a:gd name="connsiteY43" fmla="*/ 1524000 h 1625600"/>
                  <a:gd name="connsiteX44" fmla="*/ 1117600 w 1828800"/>
                  <a:gd name="connsiteY44" fmla="*/ 1524000 h 1625600"/>
                  <a:gd name="connsiteX45" fmla="*/ 1117600 w 1828800"/>
                  <a:gd name="connsiteY45" fmla="*/ 1371600 h 1625600"/>
                  <a:gd name="connsiteX46" fmla="*/ 1066800 w 1828800"/>
                  <a:gd name="connsiteY46" fmla="*/ 1320800 h 1625600"/>
                  <a:gd name="connsiteX47" fmla="*/ 762000 w 1828800"/>
                  <a:gd name="connsiteY47" fmla="*/ 1320800 h 1625600"/>
                  <a:gd name="connsiteX48" fmla="*/ 711200 w 1828800"/>
                  <a:gd name="connsiteY48" fmla="*/ 1371600 h 1625600"/>
                  <a:gd name="connsiteX49" fmla="*/ 711200 w 1828800"/>
                  <a:gd name="connsiteY49" fmla="*/ 1524000 h 1625600"/>
                  <a:gd name="connsiteX50" fmla="*/ 508000 w 1828800"/>
                  <a:gd name="connsiteY50" fmla="*/ 1524000 h 1625600"/>
                  <a:gd name="connsiteX51" fmla="*/ 508000 w 1828800"/>
                  <a:gd name="connsiteY51" fmla="*/ 406400 h 1625600"/>
                  <a:gd name="connsiteX52" fmla="*/ 1320800 w 1828800"/>
                  <a:gd name="connsiteY52" fmla="*/ 406400 h 1625600"/>
                  <a:gd name="connsiteX53" fmla="*/ 1320800 w 1828800"/>
                  <a:gd name="connsiteY53" fmla="*/ 1524000 h 1625600"/>
                  <a:gd name="connsiteX54" fmla="*/ 1117600 w 1828800"/>
                  <a:gd name="connsiteY54" fmla="*/ 1524000 h 1625600"/>
                  <a:gd name="connsiteX55" fmla="*/ 1422400 w 1828800"/>
                  <a:gd name="connsiteY55" fmla="*/ 1524000 h 1625600"/>
                  <a:gd name="connsiteX56" fmla="*/ 1422400 w 1828800"/>
                  <a:gd name="connsiteY56" fmla="*/ 660400 h 1625600"/>
                  <a:gd name="connsiteX57" fmla="*/ 1625600 w 1828800"/>
                  <a:gd name="connsiteY57" fmla="*/ 660400 h 1625600"/>
                  <a:gd name="connsiteX58" fmla="*/ 1625600 w 1828800"/>
                  <a:gd name="connsiteY58" fmla="*/ 1524000 h 1625600"/>
                  <a:gd name="connsiteX59" fmla="*/ 1422400 w 1828800"/>
                  <a:gd name="connsiteY59" fmla="*/ 1524000 h 162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828800" h="1625600">
                    <a:moveTo>
                      <a:pt x="1778000" y="1524000"/>
                    </a:moveTo>
                    <a:lnTo>
                      <a:pt x="1727200" y="1524000"/>
                    </a:lnTo>
                    <a:lnTo>
                      <a:pt x="1727200" y="609600"/>
                    </a:lnTo>
                    <a:cubicBezTo>
                      <a:pt x="1727200" y="584200"/>
                      <a:pt x="1701800" y="558800"/>
                      <a:pt x="1676400" y="558800"/>
                    </a:cubicBezTo>
                    <a:lnTo>
                      <a:pt x="1422400" y="558800"/>
                    </a:lnTo>
                    <a:lnTo>
                      <a:pt x="1422400" y="406400"/>
                    </a:lnTo>
                    <a:cubicBezTo>
                      <a:pt x="1422400" y="350520"/>
                      <a:pt x="1376680" y="304800"/>
                      <a:pt x="1320800" y="304800"/>
                    </a:cubicBezTo>
                    <a:lnTo>
                      <a:pt x="965200" y="304800"/>
                    </a:lnTo>
                    <a:lnTo>
                      <a:pt x="965200" y="203200"/>
                    </a:lnTo>
                    <a:lnTo>
                      <a:pt x="1016000" y="203200"/>
                    </a:lnTo>
                    <a:cubicBezTo>
                      <a:pt x="1041400" y="203200"/>
                      <a:pt x="1066800" y="177800"/>
                      <a:pt x="1066800" y="152400"/>
                    </a:cubicBezTo>
                    <a:cubicBezTo>
                      <a:pt x="1066800" y="121920"/>
                      <a:pt x="1041400" y="101600"/>
                      <a:pt x="1016000" y="101600"/>
                    </a:cubicBezTo>
                    <a:lnTo>
                      <a:pt x="965200" y="101600"/>
                    </a:lnTo>
                    <a:lnTo>
                      <a:pt x="965200" y="50800"/>
                    </a:lnTo>
                    <a:cubicBezTo>
                      <a:pt x="965200" y="25400"/>
                      <a:pt x="939800" y="0"/>
                      <a:pt x="914400" y="0"/>
                    </a:cubicBezTo>
                    <a:cubicBezTo>
                      <a:pt x="889000" y="0"/>
                      <a:pt x="863600" y="25400"/>
                      <a:pt x="863600" y="50800"/>
                    </a:cubicBezTo>
                    <a:lnTo>
                      <a:pt x="863600" y="101600"/>
                    </a:lnTo>
                    <a:lnTo>
                      <a:pt x="812800" y="101600"/>
                    </a:lnTo>
                    <a:cubicBezTo>
                      <a:pt x="787400" y="101600"/>
                      <a:pt x="762000" y="121920"/>
                      <a:pt x="762000" y="152400"/>
                    </a:cubicBezTo>
                    <a:cubicBezTo>
                      <a:pt x="762000" y="177800"/>
                      <a:pt x="787400" y="203200"/>
                      <a:pt x="812800" y="203200"/>
                    </a:cubicBezTo>
                    <a:lnTo>
                      <a:pt x="863600" y="203200"/>
                    </a:lnTo>
                    <a:lnTo>
                      <a:pt x="863600" y="304800"/>
                    </a:lnTo>
                    <a:lnTo>
                      <a:pt x="508000" y="304800"/>
                    </a:lnTo>
                    <a:cubicBezTo>
                      <a:pt x="452120" y="304800"/>
                      <a:pt x="406400" y="350520"/>
                      <a:pt x="406400" y="406400"/>
                    </a:cubicBezTo>
                    <a:lnTo>
                      <a:pt x="406400" y="762000"/>
                    </a:lnTo>
                    <a:lnTo>
                      <a:pt x="152400" y="762000"/>
                    </a:lnTo>
                    <a:cubicBezTo>
                      <a:pt x="127000" y="762000"/>
                      <a:pt x="101600" y="787400"/>
                      <a:pt x="101600" y="812800"/>
                    </a:cubicBezTo>
                    <a:lnTo>
                      <a:pt x="101600" y="1524000"/>
                    </a:lnTo>
                    <a:lnTo>
                      <a:pt x="50800" y="1524000"/>
                    </a:lnTo>
                    <a:cubicBezTo>
                      <a:pt x="25400" y="1524000"/>
                      <a:pt x="0" y="1549400"/>
                      <a:pt x="0" y="1574800"/>
                    </a:cubicBezTo>
                    <a:cubicBezTo>
                      <a:pt x="0" y="1600200"/>
                      <a:pt x="25400" y="1625600"/>
                      <a:pt x="50800" y="1625600"/>
                    </a:cubicBezTo>
                    <a:lnTo>
                      <a:pt x="1778000" y="1625600"/>
                    </a:lnTo>
                    <a:cubicBezTo>
                      <a:pt x="1803400" y="1625600"/>
                      <a:pt x="1828800" y="1600200"/>
                      <a:pt x="1828800" y="1574800"/>
                    </a:cubicBezTo>
                    <a:cubicBezTo>
                      <a:pt x="1828800" y="1549400"/>
                      <a:pt x="1803400" y="1524000"/>
                      <a:pt x="1778000" y="1524000"/>
                    </a:cubicBezTo>
                    <a:close/>
                    <a:moveTo>
                      <a:pt x="203200" y="863600"/>
                    </a:moveTo>
                    <a:lnTo>
                      <a:pt x="406400" y="863600"/>
                    </a:lnTo>
                    <a:lnTo>
                      <a:pt x="406400" y="1524000"/>
                    </a:lnTo>
                    <a:lnTo>
                      <a:pt x="203200" y="1524000"/>
                    </a:lnTo>
                    <a:lnTo>
                      <a:pt x="203200" y="863600"/>
                    </a:lnTo>
                    <a:close/>
                    <a:moveTo>
                      <a:pt x="1016000" y="1524000"/>
                    </a:moveTo>
                    <a:lnTo>
                      <a:pt x="812800" y="1524000"/>
                    </a:lnTo>
                    <a:lnTo>
                      <a:pt x="812800" y="1422400"/>
                    </a:lnTo>
                    <a:lnTo>
                      <a:pt x="1016000" y="1422400"/>
                    </a:lnTo>
                    <a:lnTo>
                      <a:pt x="1016000" y="1524000"/>
                    </a:lnTo>
                    <a:close/>
                    <a:moveTo>
                      <a:pt x="1117600" y="1524000"/>
                    </a:moveTo>
                    <a:lnTo>
                      <a:pt x="1117600" y="1371600"/>
                    </a:lnTo>
                    <a:cubicBezTo>
                      <a:pt x="1117600" y="1346200"/>
                      <a:pt x="1092200" y="1320800"/>
                      <a:pt x="1066800" y="1320800"/>
                    </a:cubicBezTo>
                    <a:lnTo>
                      <a:pt x="762000" y="1320800"/>
                    </a:lnTo>
                    <a:cubicBezTo>
                      <a:pt x="736600" y="1320800"/>
                      <a:pt x="711200" y="1346200"/>
                      <a:pt x="711200" y="1371600"/>
                    </a:cubicBezTo>
                    <a:lnTo>
                      <a:pt x="711200" y="1524000"/>
                    </a:lnTo>
                    <a:lnTo>
                      <a:pt x="508000" y="1524000"/>
                    </a:lnTo>
                    <a:lnTo>
                      <a:pt x="508000" y="406400"/>
                    </a:lnTo>
                    <a:lnTo>
                      <a:pt x="1320800" y="406400"/>
                    </a:lnTo>
                    <a:lnTo>
                      <a:pt x="1320800" y="1524000"/>
                    </a:lnTo>
                    <a:lnTo>
                      <a:pt x="1117600" y="1524000"/>
                    </a:lnTo>
                    <a:close/>
                    <a:moveTo>
                      <a:pt x="1422400" y="1524000"/>
                    </a:moveTo>
                    <a:lnTo>
                      <a:pt x="1422400" y="660400"/>
                    </a:lnTo>
                    <a:lnTo>
                      <a:pt x="1625600" y="660400"/>
                    </a:lnTo>
                    <a:lnTo>
                      <a:pt x="1625600" y="1524000"/>
                    </a:lnTo>
                    <a:lnTo>
                      <a:pt x="1422400" y="1524000"/>
                    </a:lnTo>
                    <a:close/>
                  </a:path>
                </a:pathLst>
              </a:custGeom>
              <a:grpFill/>
              <a:ln w="1860" cap="flat">
                <a:noFill/>
                <a:prstDash val="solid"/>
                <a:miter/>
              </a:ln>
            </p:spPr>
            <p:txBody>
              <a:bodyPr rtlCol="0" anchor="ctr"/>
              <a:lstStyle/>
              <a:p>
                <a:endParaRPr lang="zh-CN" altLang="en-US"/>
              </a:p>
            </p:txBody>
          </p:sp>
        </p:grpSp>
      </p:grpSp>
      <p:grpSp>
        <p:nvGrpSpPr>
          <p:cNvPr id="146" name="组合 145">
            <a:extLst>
              <a:ext uri="{FF2B5EF4-FFF2-40B4-BE49-F238E27FC236}">
                <a16:creationId xmlns:a16="http://schemas.microsoft.com/office/drawing/2014/main" id="{60B1F656-1E7E-38CA-CAE6-B6C682D45CCD}"/>
              </a:ext>
            </a:extLst>
          </p:cNvPr>
          <p:cNvGrpSpPr/>
          <p:nvPr/>
        </p:nvGrpSpPr>
        <p:grpSpPr>
          <a:xfrm>
            <a:off x="3655767" y="3159012"/>
            <a:ext cx="1178736" cy="1427680"/>
            <a:chOff x="3477355" y="3103322"/>
            <a:chExt cx="1152907" cy="1396398"/>
          </a:xfrm>
          <a:scene3d>
            <a:camera prst="perspectiveRight">
              <a:rot lat="0" lon="19799991" rev="0"/>
            </a:camera>
            <a:lightRig rig="threePt" dir="t"/>
          </a:scene3d>
        </p:grpSpPr>
        <p:sp>
          <p:nvSpPr>
            <p:cNvPr id="23" name="矩形: 圆角 22">
              <a:extLst>
                <a:ext uri="{FF2B5EF4-FFF2-40B4-BE49-F238E27FC236}">
                  <a16:creationId xmlns:a16="http://schemas.microsoft.com/office/drawing/2014/main" id="{378E8DB1-00B2-D470-E4F7-CF988B93D04B}"/>
                </a:ext>
              </a:extLst>
            </p:cNvPr>
            <p:cNvSpPr/>
            <p:nvPr/>
          </p:nvSpPr>
          <p:spPr>
            <a:xfrm>
              <a:off x="3477355" y="3103322"/>
              <a:ext cx="1152907" cy="1396398"/>
            </a:xfrm>
            <a:prstGeom prst="roundRect">
              <a:avLst>
                <a:gd name="adj" fmla="val 5319"/>
              </a:avLst>
            </a:prstGeom>
            <a:gradFill>
              <a:gsLst>
                <a:gs pos="0">
                  <a:schemeClr val="accent1">
                    <a:alpha val="43000"/>
                  </a:schemeClr>
                </a:gs>
                <a:gs pos="100000">
                  <a:schemeClr val="accent1">
                    <a:alpha val="0"/>
                  </a:schemeClr>
                </a:gs>
              </a:gsLst>
              <a:lin ang="5400000" scaled="0"/>
            </a:gradFill>
            <a:ln w="12700">
              <a:gradFill>
                <a:gsLst>
                  <a:gs pos="0">
                    <a:schemeClr val="accent1">
                      <a:alpha val="88000"/>
                    </a:schemeClr>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7992" tIns="63996" rIns="127992" bIns="63996" numCol="1" spcCol="0" rtlCol="0" fromWordArt="0" anchor="ctr" anchorCtr="0" forceAA="0" compatLnSpc="1">
              <a:prstTxWarp prst="textNoShape">
                <a:avLst/>
              </a:prstTxWarp>
              <a:noAutofit/>
            </a:bodyPr>
            <a:lstStyle/>
            <a:p>
              <a:pPr algn="ctr" defTabSz="639926"/>
              <a:endParaRPr lang="zh-CN" altLang="en-US" sz="2400" dirty="0">
                <a:solidFill>
                  <a:prstClr val="white"/>
                </a:solidFill>
                <a:latin typeface="+mj-ea"/>
                <a:ea typeface="+mj-ea"/>
              </a:endParaRPr>
            </a:p>
          </p:txBody>
        </p:sp>
        <p:sp>
          <p:nvSpPr>
            <p:cNvPr id="94" name="文本框 93">
              <a:extLst>
                <a:ext uri="{FF2B5EF4-FFF2-40B4-BE49-F238E27FC236}">
                  <a16:creationId xmlns:a16="http://schemas.microsoft.com/office/drawing/2014/main" id="{DB2EC313-32D2-E115-1FBA-01F0915F8A6A}"/>
                </a:ext>
              </a:extLst>
            </p:cNvPr>
            <p:cNvSpPr txBox="1">
              <a:spLocks/>
            </p:cNvSpPr>
            <p:nvPr/>
          </p:nvSpPr>
          <p:spPr>
            <a:xfrm>
              <a:off x="3511484" y="3930614"/>
              <a:ext cx="1074684" cy="317818"/>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400" dirty="0">
                  <a:solidFill>
                    <a:schemeClr val="bg1"/>
                  </a:solidFill>
                  <a:sym typeface="Helvetica Neue" panose="02000503000000020004"/>
                </a:rPr>
                <a:t>城市建设</a:t>
              </a:r>
            </a:p>
          </p:txBody>
        </p:sp>
        <p:sp>
          <p:nvSpPr>
            <p:cNvPr id="112" name="图形 110">
              <a:extLst>
                <a:ext uri="{FF2B5EF4-FFF2-40B4-BE49-F238E27FC236}">
                  <a16:creationId xmlns:a16="http://schemas.microsoft.com/office/drawing/2014/main" id="{52EDB3A3-A20F-3713-CFD3-B94C78BE1679}"/>
                </a:ext>
              </a:extLst>
            </p:cNvPr>
            <p:cNvSpPr/>
            <p:nvPr/>
          </p:nvSpPr>
          <p:spPr>
            <a:xfrm>
              <a:off x="3852783" y="3470108"/>
              <a:ext cx="346848" cy="317040"/>
            </a:xfrm>
            <a:custGeom>
              <a:avLst/>
              <a:gdLst>
                <a:gd name="connsiteX0" fmla="*/ 168452 w 346848"/>
                <a:gd name="connsiteY0" fmla="*/ 155911 h 317040"/>
                <a:gd name="connsiteX1" fmla="*/ 137554 w 346848"/>
                <a:gd name="connsiteY1" fmla="*/ 155911 h 317040"/>
                <a:gd name="connsiteX2" fmla="*/ 132655 w 346848"/>
                <a:gd name="connsiteY2" fmla="*/ 161426 h 317040"/>
                <a:gd name="connsiteX3" fmla="*/ 132655 w 346848"/>
                <a:gd name="connsiteY3" fmla="*/ 173315 h 317040"/>
                <a:gd name="connsiteX4" fmla="*/ 137554 w 346848"/>
                <a:gd name="connsiteY4" fmla="*/ 178847 h 317040"/>
                <a:gd name="connsiteX5" fmla="*/ 168452 w 346848"/>
                <a:gd name="connsiteY5" fmla="*/ 178847 h 317040"/>
                <a:gd name="connsiteX6" fmla="*/ 173337 w 346848"/>
                <a:gd name="connsiteY6" fmla="*/ 173332 h 317040"/>
                <a:gd name="connsiteX7" fmla="*/ 173337 w 346848"/>
                <a:gd name="connsiteY7" fmla="*/ 161443 h 317040"/>
                <a:gd name="connsiteX8" fmla="*/ 168452 w 346848"/>
                <a:gd name="connsiteY8" fmla="*/ 155911 h 317040"/>
                <a:gd name="connsiteX9" fmla="*/ 106598 w 346848"/>
                <a:gd name="connsiteY9" fmla="*/ 98117 h 317040"/>
                <a:gd name="connsiteX10" fmla="*/ 75700 w 346848"/>
                <a:gd name="connsiteY10" fmla="*/ 98117 h 317040"/>
                <a:gd name="connsiteX11" fmla="*/ 70815 w 346848"/>
                <a:gd name="connsiteY11" fmla="*/ 103616 h 317040"/>
                <a:gd name="connsiteX12" fmla="*/ 70815 w 346848"/>
                <a:gd name="connsiteY12" fmla="*/ 115505 h 317040"/>
                <a:gd name="connsiteX13" fmla="*/ 75700 w 346848"/>
                <a:gd name="connsiteY13" fmla="*/ 121037 h 317040"/>
                <a:gd name="connsiteX14" fmla="*/ 106598 w 346848"/>
                <a:gd name="connsiteY14" fmla="*/ 121037 h 317040"/>
                <a:gd name="connsiteX15" fmla="*/ 111497 w 346848"/>
                <a:gd name="connsiteY15" fmla="*/ 115522 h 317040"/>
                <a:gd name="connsiteX16" fmla="*/ 111497 w 346848"/>
                <a:gd name="connsiteY16" fmla="*/ 103616 h 317040"/>
                <a:gd name="connsiteX17" fmla="*/ 106598 w 346848"/>
                <a:gd name="connsiteY17" fmla="*/ 98101 h 317040"/>
                <a:gd name="connsiteX18" fmla="*/ 106598 w 346848"/>
                <a:gd name="connsiteY18" fmla="*/ 213672 h 317040"/>
                <a:gd name="connsiteX19" fmla="*/ 75700 w 346848"/>
                <a:gd name="connsiteY19" fmla="*/ 213672 h 317040"/>
                <a:gd name="connsiteX20" fmla="*/ 70815 w 346848"/>
                <a:gd name="connsiteY20" fmla="*/ 219187 h 317040"/>
                <a:gd name="connsiteX21" fmla="*/ 70815 w 346848"/>
                <a:gd name="connsiteY21" fmla="*/ 231142 h 317040"/>
                <a:gd name="connsiteX22" fmla="*/ 75700 w 346848"/>
                <a:gd name="connsiteY22" fmla="*/ 236658 h 317040"/>
                <a:gd name="connsiteX23" fmla="*/ 106598 w 346848"/>
                <a:gd name="connsiteY23" fmla="*/ 236658 h 317040"/>
                <a:gd name="connsiteX24" fmla="*/ 111497 w 346848"/>
                <a:gd name="connsiteY24" fmla="*/ 231142 h 317040"/>
                <a:gd name="connsiteX25" fmla="*/ 111497 w 346848"/>
                <a:gd name="connsiteY25" fmla="*/ 219253 h 317040"/>
                <a:gd name="connsiteX26" fmla="*/ 106598 w 346848"/>
                <a:gd name="connsiteY26" fmla="*/ 213672 h 317040"/>
                <a:gd name="connsiteX27" fmla="*/ 106598 w 346848"/>
                <a:gd name="connsiteY27" fmla="*/ 155911 h 317040"/>
                <a:gd name="connsiteX28" fmla="*/ 75700 w 346848"/>
                <a:gd name="connsiteY28" fmla="*/ 155911 h 317040"/>
                <a:gd name="connsiteX29" fmla="*/ 70815 w 346848"/>
                <a:gd name="connsiteY29" fmla="*/ 161426 h 317040"/>
                <a:gd name="connsiteX30" fmla="*/ 70815 w 346848"/>
                <a:gd name="connsiteY30" fmla="*/ 173315 h 317040"/>
                <a:gd name="connsiteX31" fmla="*/ 75700 w 346848"/>
                <a:gd name="connsiteY31" fmla="*/ 178847 h 317040"/>
                <a:gd name="connsiteX32" fmla="*/ 106598 w 346848"/>
                <a:gd name="connsiteY32" fmla="*/ 178847 h 317040"/>
                <a:gd name="connsiteX33" fmla="*/ 111497 w 346848"/>
                <a:gd name="connsiteY33" fmla="*/ 173332 h 317040"/>
                <a:gd name="connsiteX34" fmla="*/ 111497 w 346848"/>
                <a:gd name="connsiteY34" fmla="*/ 161443 h 317040"/>
                <a:gd name="connsiteX35" fmla="*/ 106598 w 346848"/>
                <a:gd name="connsiteY35" fmla="*/ 155911 h 317040"/>
                <a:gd name="connsiteX36" fmla="*/ 270165 w 346848"/>
                <a:gd name="connsiteY36" fmla="*/ 155911 h 317040"/>
                <a:gd name="connsiteX37" fmla="*/ 239267 w 346848"/>
                <a:gd name="connsiteY37" fmla="*/ 155911 h 317040"/>
                <a:gd name="connsiteX38" fmla="*/ 234368 w 346848"/>
                <a:gd name="connsiteY38" fmla="*/ 161426 h 317040"/>
                <a:gd name="connsiteX39" fmla="*/ 234368 w 346848"/>
                <a:gd name="connsiteY39" fmla="*/ 173315 h 317040"/>
                <a:gd name="connsiteX40" fmla="*/ 239267 w 346848"/>
                <a:gd name="connsiteY40" fmla="*/ 178847 h 317040"/>
                <a:gd name="connsiteX41" fmla="*/ 270165 w 346848"/>
                <a:gd name="connsiteY41" fmla="*/ 178847 h 317040"/>
                <a:gd name="connsiteX42" fmla="*/ 275050 w 346848"/>
                <a:gd name="connsiteY42" fmla="*/ 173332 h 317040"/>
                <a:gd name="connsiteX43" fmla="*/ 275050 w 346848"/>
                <a:gd name="connsiteY43" fmla="*/ 161443 h 317040"/>
                <a:gd name="connsiteX44" fmla="*/ 270165 w 346848"/>
                <a:gd name="connsiteY44" fmla="*/ 155911 h 317040"/>
                <a:gd name="connsiteX45" fmla="*/ 341790 w 346848"/>
                <a:gd name="connsiteY45" fmla="*/ 294121 h 317040"/>
                <a:gd name="connsiteX46" fmla="*/ 316556 w 346848"/>
                <a:gd name="connsiteY46" fmla="*/ 294121 h 317040"/>
                <a:gd name="connsiteX47" fmla="*/ 316556 w 346848"/>
                <a:gd name="connsiteY47" fmla="*/ 98117 h 317040"/>
                <a:gd name="connsiteX48" fmla="*/ 285658 w 346848"/>
                <a:gd name="connsiteY48" fmla="*/ 80697 h 317040"/>
                <a:gd name="connsiteX49" fmla="*/ 214034 w 346848"/>
                <a:gd name="connsiteY49" fmla="*/ 80697 h 317040"/>
                <a:gd name="connsiteX50" fmla="*/ 214034 w 346848"/>
                <a:gd name="connsiteY50" fmla="*/ 34841 h 317040"/>
                <a:gd name="connsiteX51" fmla="*/ 183136 w 346848"/>
                <a:gd name="connsiteY51" fmla="*/ 0 h 317040"/>
                <a:gd name="connsiteX52" fmla="*/ 61074 w 346848"/>
                <a:gd name="connsiteY52" fmla="*/ 0 h 317040"/>
                <a:gd name="connsiteX53" fmla="*/ 30132 w 346848"/>
                <a:gd name="connsiteY53" fmla="*/ 34841 h 317040"/>
                <a:gd name="connsiteX54" fmla="*/ 30132 w 346848"/>
                <a:gd name="connsiteY54" fmla="*/ 294121 h 317040"/>
                <a:gd name="connsiteX55" fmla="*/ 4885 w 346848"/>
                <a:gd name="connsiteY55" fmla="*/ 294121 h 317040"/>
                <a:gd name="connsiteX56" fmla="*/ 0 w 346848"/>
                <a:gd name="connsiteY56" fmla="*/ 299636 h 317040"/>
                <a:gd name="connsiteX57" fmla="*/ 0 w 346848"/>
                <a:gd name="connsiteY57" fmla="*/ 311525 h 317040"/>
                <a:gd name="connsiteX58" fmla="*/ 4885 w 346848"/>
                <a:gd name="connsiteY58" fmla="*/ 317040 h 317040"/>
                <a:gd name="connsiteX59" fmla="*/ 341790 w 346848"/>
                <a:gd name="connsiteY59" fmla="*/ 317040 h 317040"/>
                <a:gd name="connsiteX60" fmla="*/ 346689 w 346848"/>
                <a:gd name="connsiteY60" fmla="*/ 311525 h 317040"/>
                <a:gd name="connsiteX61" fmla="*/ 346689 w 346848"/>
                <a:gd name="connsiteY61" fmla="*/ 299636 h 317040"/>
                <a:gd name="connsiteX62" fmla="*/ 341790 w 346848"/>
                <a:gd name="connsiteY62" fmla="*/ 294121 h 317040"/>
                <a:gd name="connsiteX63" fmla="*/ 193686 w 346848"/>
                <a:gd name="connsiteY63" fmla="*/ 294121 h 317040"/>
                <a:gd name="connsiteX64" fmla="*/ 50466 w 346848"/>
                <a:gd name="connsiteY64" fmla="*/ 294121 h 317040"/>
                <a:gd name="connsiteX65" fmla="*/ 50466 w 346848"/>
                <a:gd name="connsiteY65" fmla="*/ 34841 h 317040"/>
                <a:gd name="connsiteX66" fmla="*/ 61016 w 346848"/>
                <a:gd name="connsiteY66" fmla="*/ 22936 h 317040"/>
                <a:gd name="connsiteX67" fmla="*/ 183902 w 346848"/>
                <a:gd name="connsiteY67" fmla="*/ 22936 h 317040"/>
                <a:gd name="connsiteX68" fmla="*/ 194451 w 346848"/>
                <a:gd name="connsiteY68" fmla="*/ 34825 h 317040"/>
                <a:gd name="connsiteX69" fmla="*/ 194451 w 346848"/>
                <a:gd name="connsiteY69" fmla="*/ 294121 h 317040"/>
                <a:gd name="connsiteX70" fmla="*/ 193686 w 346848"/>
                <a:gd name="connsiteY70" fmla="*/ 294121 h 317040"/>
                <a:gd name="connsiteX71" fmla="*/ 296222 w 346848"/>
                <a:gd name="connsiteY71" fmla="*/ 294121 h 317040"/>
                <a:gd name="connsiteX72" fmla="*/ 214034 w 346848"/>
                <a:gd name="connsiteY72" fmla="*/ 294121 h 317040"/>
                <a:gd name="connsiteX73" fmla="*/ 214034 w 346848"/>
                <a:gd name="connsiteY73" fmla="*/ 103616 h 317040"/>
                <a:gd name="connsiteX74" fmla="*/ 285658 w 346848"/>
                <a:gd name="connsiteY74" fmla="*/ 103616 h 317040"/>
                <a:gd name="connsiteX75" fmla="*/ 296208 w 346848"/>
                <a:gd name="connsiteY75" fmla="*/ 109726 h 317040"/>
                <a:gd name="connsiteX76" fmla="*/ 296208 w 346848"/>
                <a:gd name="connsiteY76" fmla="*/ 294121 h 317040"/>
                <a:gd name="connsiteX77" fmla="*/ 168452 w 346848"/>
                <a:gd name="connsiteY77" fmla="*/ 98117 h 317040"/>
                <a:gd name="connsiteX78" fmla="*/ 137554 w 346848"/>
                <a:gd name="connsiteY78" fmla="*/ 98117 h 317040"/>
                <a:gd name="connsiteX79" fmla="*/ 132655 w 346848"/>
                <a:gd name="connsiteY79" fmla="*/ 103616 h 317040"/>
                <a:gd name="connsiteX80" fmla="*/ 132655 w 346848"/>
                <a:gd name="connsiteY80" fmla="*/ 115505 h 317040"/>
                <a:gd name="connsiteX81" fmla="*/ 137554 w 346848"/>
                <a:gd name="connsiteY81" fmla="*/ 121037 h 317040"/>
                <a:gd name="connsiteX82" fmla="*/ 168452 w 346848"/>
                <a:gd name="connsiteY82" fmla="*/ 121037 h 317040"/>
                <a:gd name="connsiteX83" fmla="*/ 173337 w 346848"/>
                <a:gd name="connsiteY83" fmla="*/ 115522 h 317040"/>
                <a:gd name="connsiteX84" fmla="*/ 173337 w 346848"/>
                <a:gd name="connsiteY84" fmla="*/ 103616 h 317040"/>
                <a:gd name="connsiteX85" fmla="*/ 168452 w 346848"/>
                <a:gd name="connsiteY85" fmla="*/ 98101 h 317040"/>
                <a:gd name="connsiteX86" fmla="*/ 270165 w 346848"/>
                <a:gd name="connsiteY86" fmla="*/ 213672 h 317040"/>
                <a:gd name="connsiteX87" fmla="*/ 239267 w 346848"/>
                <a:gd name="connsiteY87" fmla="*/ 213672 h 317040"/>
                <a:gd name="connsiteX88" fmla="*/ 234368 w 346848"/>
                <a:gd name="connsiteY88" fmla="*/ 219187 h 317040"/>
                <a:gd name="connsiteX89" fmla="*/ 234368 w 346848"/>
                <a:gd name="connsiteY89" fmla="*/ 231142 h 317040"/>
                <a:gd name="connsiteX90" fmla="*/ 239267 w 346848"/>
                <a:gd name="connsiteY90" fmla="*/ 236658 h 317040"/>
                <a:gd name="connsiteX91" fmla="*/ 270165 w 346848"/>
                <a:gd name="connsiteY91" fmla="*/ 236658 h 317040"/>
                <a:gd name="connsiteX92" fmla="*/ 275050 w 346848"/>
                <a:gd name="connsiteY92" fmla="*/ 231142 h 317040"/>
                <a:gd name="connsiteX93" fmla="*/ 275050 w 346848"/>
                <a:gd name="connsiteY93" fmla="*/ 219253 h 317040"/>
                <a:gd name="connsiteX94" fmla="*/ 270165 w 346848"/>
                <a:gd name="connsiteY94" fmla="*/ 213672 h 317040"/>
                <a:gd name="connsiteX95" fmla="*/ 168452 w 346848"/>
                <a:gd name="connsiteY95" fmla="*/ 213672 h 317040"/>
                <a:gd name="connsiteX96" fmla="*/ 137554 w 346848"/>
                <a:gd name="connsiteY96" fmla="*/ 213672 h 317040"/>
                <a:gd name="connsiteX97" fmla="*/ 132655 w 346848"/>
                <a:gd name="connsiteY97" fmla="*/ 219187 h 317040"/>
                <a:gd name="connsiteX98" fmla="*/ 132655 w 346848"/>
                <a:gd name="connsiteY98" fmla="*/ 231142 h 317040"/>
                <a:gd name="connsiteX99" fmla="*/ 137554 w 346848"/>
                <a:gd name="connsiteY99" fmla="*/ 236658 h 317040"/>
                <a:gd name="connsiteX100" fmla="*/ 168452 w 346848"/>
                <a:gd name="connsiteY100" fmla="*/ 236658 h 317040"/>
                <a:gd name="connsiteX101" fmla="*/ 173337 w 346848"/>
                <a:gd name="connsiteY101" fmla="*/ 231142 h 317040"/>
                <a:gd name="connsiteX102" fmla="*/ 173337 w 346848"/>
                <a:gd name="connsiteY102" fmla="*/ 219253 h 317040"/>
                <a:gd name="connsiteX103" fmla="*/ 168452 w 346848"/>
                <a:gd name="connsiteY103" fmla="*/ 213672 h 317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46848" h="317040">
                  <a:moveTo>
                    <a:pt x="168452" y="155911"/>
                  </a:moveTo>
                  <a:lnTo>
                    <a:pt x="137554" y="155911"/>
                  </a:lnTo>
                  <a:cubicBezTo>
                    <a:pt x="135126" y="155911"/>
                    <a:pt x="132655" y="158636"/>
                    <a:pt x="132655" y="161426"/>
                  </a:cubicBezTo>
                  <a:lnTo>
                    <a:pt x="132655" y="173315"/>
                  </a:lnTo>
                  <a:cubicBezTo>
                    <a:pt x="132655" y="176057"/>
                    <a:pt x="135083" y="178847"/>
                    <a:pt x="137554" y="178847"/>
                  </a:cubicBezTo>
                  <a:lnTo>
                    <a:pt x="168452" y="178847"/>
                  </a:lnTo>
                  <a:cubicBezTo>
                    <a:pt x="170866" y="178847"/>
                    <a:pt x="173337" y="176106"/>
                    <a:pt x="173337" y="173332"/>
                  </a:cubicBezTo>
                  <a:lnTo>
                    <a:pt x="173337" y="161443"/>
                  </a:lnTo>
                  <a:cubicBezTo>
                    <a:pt x="173337" y="158636"/>
                    <a:pt x="170880" y="155911"/>
                    <a:pt x="168452" y="155911"/>
                  </a:cubicBezTo>
                  <a:close/>
                  <a:moveTo>
                    <a:pt x="106598" y="98117"/>
                  </a:moveTo>
                  <a:lnTo>
                    <a:pt x="75700" y="98117"/>
                  </a:lnTo>
                  <a:cubicBezTo>
                    <a:pt x="73286" y="98117"/>
                    <a:pt x="70815" y="100825"/>
                    <a:pt x="70815" y="103616"/>
                  </a:cubicBezTo>
                  <a:lnTo>
                    <a:pt x="70815" y="115505"/>
                  </a:lnTo>
                  <a:cubicBezTo>
                    <a:pt x="70815" y="118246"/>
                    <a:pt x="73228" y="121037"/>
                    <a:pt x="75700" y="121037"/>
                  </a:cubicBezTo>
                  <a:lnTo>
                    <a:pt x="106598" y="121037"/>
                  </a:lnTo>
                  <a:cubicBezTo>
                    <a:pt x="109026" y="121037"/>
                    <a:pt x="111497" y="118296"/>
                    <a:pt x="111497" y="115522"/>
                  </a:cubicBezTo>
                  <a:lnTo>
                    <a:pt x="111497" y="103616"/>
                  </a:lnTo>
                  <a:cubicBezTo>
                    <a:pt x="112321" y="100892"/>
                    <a:pt x="109850" y="98101"/>
                    <a:pt x="106598" y="98101"/>
                  </a:cubicBezTo>
                  <a:close/>
                  <a:moveTo>
                    <a:pt x="106598" y="213672"/>
                  </a:moveTo>
                  <a:lnTo>
                    <a:pt x="75700" y="213672"/>
                  </a:lnTo>
                  <a:cubicBezTo>
                    <a:pt x="73286" y="213672"/>
                    <a:pt x="70815" y="216397"/>
                    <a:pt x="70815" y="219187"/>
                  </a:cubicBezTo>
                  <a:lnTo>
                    <a:pt x="70815" y="231142"/>
                  </a:lnTo>
                  <a:cubicBezTo>
                    <a:pt x="70815" y="233867"/>
                    <a:pt x="73228" y="236658"/>
                    <a:pt x="75700" y="236658"/>
                  </a:cubicBezTo>
                  <a:lnTo>
                    <a:pt x="106598" y="236658"/>
                  </a:lnTo>
                  <a:cubicBezTo>
                    <a:pt x="109026" y="236658"/>
                    <a:pt x="111497" y="233933"/>
                    <a:pt x="111497" y="231142"/>
                  </a:cubicBezTo>
                  <a:lnTo>
                    <a:pt x="111497" y="219253"/>
                  </a:lnTo>
                  <a:cubicBezTo>
                    <a:pt x="112321" y="215521"/>
                    <a:pt x="109850" y="213672"/>
                    <a:pt x="106598" y="213672"/>
                  </a:cubicBezTo>
                  <a:close/>
                  <a:moveTo>
                    <a:pt x="106598" y="155911"/>
                  </a:moveTo>
                  <a:lnTo>
                    <a:pt x="75700" y="155911"/>
                  </a:lnTo>
                  <a:cubicBezTo>
                    <a:pt x="73286" y="155911"/>
                    <a:pt x="70815" y="158636"/>
                    <a:pt x="70815" y="161426"/>
                  </a:cubicBezTo>
                  <a:lnTo>
                    <a:pt x="70815" y="173315"/>
                  </a:lnTo>
                  <a:cubicBezTo>
                    <a:pt x="70815" y="176057"/>
                    <a:pt x="73228" y="178847"/>
                    <a:pt x="75700" y="178847"/>
                  </a:cubicBezTo>
                  <a:lnTo>
                    <a:pt x="106598" y="178847"/>
                  </a:lnTo>
                  <a:cubicBezTo>
                    <a:pt x="109026" y="178847"/>
                    <a:pt x="111497" y="176106"/>
                    <a:pt x="111497" y="173332"/>
                  </a:cubicBezTo>
                  <a:lnTo>
                    <a:pt x="111497" y="161443"/>
                  </a:lnTo>
                  <a:cubicBezTo>
                    <a:pt x="112321" y="158636"/>
                    <a:pt x="109850" y="155911"/>
                    <a:pt x="106598" y="155911"/>
                  </a:cubicBezTo>
                  <a:close/>
                  <a:moveTo>
                    <a:pt x="270165" y="155911"/>
                  </a:moveTo>
                  <a:lnTo>
                    <a:pt x="239267" y="155911"/>
                  </a:lnTo>
                  <a:cubicBezTo>
                    <a:pt x="236839" y="155911"/>
                    <a:pt x="234368" y="158636"/>
                    <a:pt x="234368" y="161426"/>
                  </a:cubicBezTo>
                  <a:lnTo>
                    <a:pt x="234368" y="173315"/>
                  </a:lnTo>
                  <a:cubicBezTo>
                    <a:pt x="234368" y="176057"/>
                    <a:pt x="236796" y="178847"/>
                    <a:pt x="239267" y="178847"/>
                  </a:cubicBezTo>
                  <a:lnTo>
                    <a:pt x="270165" y="178847"/>
                  </a:lnTo>
                  <a:cubicBezTo>
                    <a:pt x="272579" y="178847"/>
                    <a:pt x="275050" y="176106"/>
                    <a:pt x="275050" y="173332"/>
                  </a:cubicBezTo>
                  <a:lnTo>
                    <a:pt x="275050" y="161443"/>
                  </a:lnTo>
                  <a:cubicBezTo>
                    <a:pt x="275874" y="158636"/>
                    <a:pt x="273460" y="155911"/>
                    <a:pt x="270165" y="155911"/>
                  </a:cubicBezTo>
                  <a:close/>
                  <a:moveTo>
                    <a:pt x="341790" y="294121"/>
                  </a:moveTo>
                  <a:lnTo>
                    <a:pt x="316556" y="294121"/>
                  </a:lnTo>
                  <a:lnTo>
                    <a:pt x="316556" y="98117"/>
                  </a:lnTo>
                  <a:cubicBezTo>
                    <a:pt x="316556" y="78831"/>
                    <a:pt x="302711" y="80697"/>
                    <a:pt x="285658" y="80697"/>
                  </a:cubicBezTo>
                  <a:lnTo>
                    <a:pt x="214034" y="80697"/>
                  </a:lnTo>
                  <a:lnTo>
                    <a:pt x="214034" y="34841"/>
                  </a:lnTo>
                  <a:cubicBezTo>
                    <a:pt x="214034" y="15555"/>
                    <a:pt x="200160" y="0"/>
                    <a:pt x="183136" y="0"/>
                  </a:cubicBezTo>
                  <a:lnTo>
                    <a:pt x="61074" y="0"/>
                  </a:lnTo>
                  <a:cubicBezTo>
                    <a:pt x="43977" y="0"/>
                    <a:pt x="30132" y="15621"/>
                    <a:pt x="30132" y="34841"/>
                  </a:cubicBezTo>
                  <a:lnTo>
                    <a:pt x="30132" y="294121"/>
                  </a:lnTo>
                  <a:lnTo>
                    <a:pt x="4885" y="294121"/>
                  </a:lnTo>
                  <a:cubicBezTo>
                    <a:pt x="2471" y="294121"/>
                    <a:pt x="0" y="296846"/>
                    <a:pt x="0" y="299636"/>
                  </a:cubicBezTo>
                  <a:lnTo>
                    <a:pt x="0" y="311525"/>
                  </a:lnTo>
                  <a:cubicBezTo>
                    <a:pt x="0" y="314266"/>
                    <a:pt x="2413" y="317040"/>
                    <a:pt x="4885" y="317040"/>
                  </a:cubicBezTo>
                  <a:lnTo>
                    <a:pt x="341790" y="317040"/>
                  </a:lnTo>
                  <a:cubicBezTo>
                    <a:pt x="344217" y="317040"/>
                    <a:pt x="346689" y="314316"/>
                    <a:pt x="346689" y="311525"/>
                  </a:cubicBezTo>
                  <a:lnTo>
                    <a:pt x="346689" y="299636"/>
                  </a:lnTo>
                  <a:cubicBezTo>
                    <a:pt x="347512" y="296912"/>
                    <a:pt x="345041" y="294121"/>
                    <a:pt x="341790" y="294121"/>
                  </a:cubicBezTo>
                  <a:close/>
                  <a:moveTo>
                    <a:pt x="193686" y="294121"/>
                  </a:moveTo>
                  <a:lnTo>
                    <a:pt x="50466" y="294121"/>
                  </a:lnTo>
                  <a:lnTo>
                    <a:pt x="50466" y="34841"/>
                  </a:lnTo>
                  <a:cubicBezTo>
                    <a:pt x="50466" y="28402"/>
                    <a:pt x="55366" y="22936"/>
                    <a:pt x="61016" y="22936"/>
                  </a:cubicBezTo>
                  <a:lnTo>
                    <a:pt x="183902" y="22936"/>
                  </a:lnTo>
                  <a:cubicBezTo>
                    <a:pt x="189610" y="22936"/>
                    <a:pt x="194451" y="28451"/>
                    <a:pt x="194451" y="34825"/>
                  </a:cubicBezTo>
                  <a:lnTo>
                    <a:pt x="194451" y="294121"/>
                  </a:lnTo>
                  <a:lnTo>
                    <a:pt x="193686" y="294121"/>
                  </a:lnTo>
                  <a:close/>
                  <a:moveTo>
                    <a:pt x="296222" y="294121"/>
                  </a:moveTo>
                  <a:lnTo>
                    <a:pt x="214034" y="294121"/>
                  </a:lnTo>
                  <a:lnTo>
                    <a:pt x="214034" y="103616"/>
                  </a:lnTo>
                  <a:lnTo>
                    <a:pt x="285658" y="103616"/>
                  </a:lnTo>
                  <a:cubicBezTo>
                    <a:pt x="291381" y="103616"/>
                    <a:pt x="296208" y="103319"/>
                    <a:pt x="296208" y="109726"/>
                  </a:cubicBezTo>
                  <a:lnTo>
                    <a:pt x="296208" y="294121"/>
                  </a:lnTo>
                  <a:close/>
                  <a:moveTo>
                    <a:pt x="168452" y="98117"/>
                  </a:moveTo>
                  <a:lnTo>
                    <a:pt x="137554" y="98117"/>
                  </a:lnTo>
                  <a:cubicBezTo>
                    <a:pt x="135126" y="98117"/>
                    <a:pt x="132655" y="100825"/>
                    <a:pt x="132655" y="103616"/>
                  </a:cubicBezTo>
                  <a:lnTo>
                    <a:pt x="132655" y="115505"/>
                  </a:lnTo>
                  <a:cubicBezTo>
                    <a:pt x="132655" y="118246"/>
                    <a:pt x="135083" y="121037"/>
                    <a:pt x="137554" y="121037"/>
                  </a:cubicBezTo>
                  <a:lnTo>
                    <a:pt x="168452" y="121037"/>
                  </a:lnTo>
                  <a:cubicBezTo>
                    <a:pt x="170866" y="121037"/>
                    <a:pt x="173337" y="118296"/>
                    <a:pt x="173337" y="115522"/>
                  </a:cubicBezTo>
                  <a:lnTo>
                    <a:pt x="173337" y="103616"/>
                  </a:lnTo>
                  <a:cubicBezTo>
                    <a:pt x="173337" y="100892"/>
                    <a:pt x="170880" y="98101"/>
                    <a:pt x="168452" y="98101"/>
                  </a:cubicBezTo>
                  <a:close/>
                  <a:moveTo>
                    <a:pt x="270165" y="213672"/>
                  </a:moveTo>
                  <a:lnTo>
                    <a:pt x="239267" y="213672"/>
                  </a:lnTo>
                  <a:cubicBezTo>
                    <a:pt x="236839" y="213672"/>
                    <a:pt x="234368" y="216397"/>
                    <a:pt x="234368" y="219187"/>
                  </a:cubicBezTo>
                  <a:lnTo>
                    <a:pt x="234368" y="231142"/>
                  </a:lnTo>
                  <a:cubicBezTo>
                    <a:pt x="234368" y="233867"/>
                    <a:pt x="236796" y="236658"/>
                    <a:pt x="239267" y="236658"/>
                  </a:cubicBezTo>
                  <a:lnTo>
                    <a:pt x="270165" y="236658"/>
                  </a:lnTo>
                  <a:cubicBezTo>
                    <a:pt x="272579" y="236658"/>
                    <a:pt x="275050" y="233933"/>
                    <a:pt x="275050" y="231142"/>
                  </a:cubicBezTo>
                  <a:lnTo>
                    <a:pt x="275050" y="219253"/>
                  </a:lnTo>
                  <a:cubicBezTo>
                    <a:pt x="275874" y="215521"/>
                    <a:pt x="273460" y="213672"/>
                    <a:pt x="270165" y="213672"/>
                  </a:cubicBezTo>
                  <a:close/>
                  <a:moveTo>
                    <a:pt x="168452" y="213672"/>
                  </a:moveTo>
                  <a:lnTo>
                    <a:pt x="137554" y="213672"/>
                  </a:lnTo>
                  <a:cubicBezTo>
                    <a:pt x="135126" y="213672"/>
                    <a:pt x="132655" y="216397"/>
                    <a:pt x="132655" y="219187"/>
                  </a:cubicBezTo>
                  <a:lnTo>
                    <a:pt x="132655" y="231142"/>
                  </a:lnTo>
                  <a:cubicBezTo>
                    <a:pt x="132655" y="233867"/>
                    <a:pt x="135083" y="236658"/>
                    <a:pt x="137554" y="236658"/>
                  </a:cubicBezTo>
                  <a:lnTo>
                    <a:pt x="168452" y="236658"/>
                  </a:lnTo>
                  <a:cubicBezTo>
                    <a:pt x="170866" y="236658"/>
                    <a:pt x="173337" y="233933"/>
                    <a:pt x="173337" y="231142"/>
                  </a:cubicBezTo>
                  <a:lnTo>
                    <a:pt x="173337" y="219253"/>
                  </a:lnTo>
                  <a:cubicBezTo>
                    <a:pt x="173337" y="215521"/>
                    <a:pt x="170880" y="213672"/>
                    <a:pt x="168452" y="213672"/>
                  </a:cubicBezTo>
                  <a:close/>
                </a:path>
              </a:pathLst>
            </a:custGeom>
            <a:solidFill>
              <a:schemeClr val="accent1"/>
            </a:solidFill>
            <a:ln w="293" cap="flat">
              <a:noFill/>
              <a:prstDash val="solid"/>
              <a:miter/>
            </a:ln>
          </p:spPr>
          <p:txBody>
            <a:bodyPr rtlCol="0" anchor="ctr"/>
            <a:lstStyle/>
            <a:p>
              <a:endParaRPr lang="zh-CN" altLang="en-US" dirty="0"/>
            </a:p>
          </p:txBody>
        </p:sp>
      </p:grpSp>
      <p:grpSp>
        <p:nvGrpSpPr>
          <p:cNvPr id="147" name="组合 146">
            <a:extLst>
              <a:ext uri="{FF2B5EF4-FFF2-40B4-BE49-F238E27FC236}">
                <a16:creationId xmlns:a16="http://schemas.microsoft.com/office/drawing/2014/main" id="{F81A2566-7AAA-30AD-C3C5-5302C29C969E}"/>
              </a:ext>
            </a:extLst>
          </p:cNvPr>
          <p:cNvGrpSpPr/>
          <p:nvPr/>
        </p:nvGrpSpPr>
        <p:grpSpPr>
          <a:xfrm>
            <a:off x="7301348" y="3159012"/>
            <a:ext cx="1178736" cy="1427680"/>
            <a:chOff x="7389478" y="3103322"/>
            <a:chExt cx="1152907" cy="1396398"/>
          </a:xfrm>
          <a:scene3d>
            <a:camera prst="perspectiveLeft">
              <a:rot lat="0" lon="1800000" rev="0"/>
            </a:camera>
            <a:lightRig rig="threePt" dir="t"/>
          </a:scene3d>
        </p:grpSpPr>
        <p:sp>
          <p:nvSpPr>
            <p:cNvPr id="24" name="矩形: 圆角 23">
              <a:extLst>
                <a:ext uri="{FF2B5EF4-FFF2-40B4-BE49-F238E27FC236}">
                  <a16:creationId xmlns:a16="http://schemas.microsoft.com/office/drawing/2014/main" id="{2B4140F8-D544-3076-BB67-9E6936F6B138}"/>
                </a:ext>
              </a:extLst>
            </p:cNvPr>
            <p:cNvSpPr/>
            <p:nvPr/>
          </p:nvSpPr>
          <p:spPr>
            <a:xfrm>
              <a:off x="7389478" y="3103322"/>
              <a:ext cx="1152907" cy="1396398"/>
            </a:xfrm>
            <a:prstGeom prst="roundRect">
              <a:avLst>
                <a:gd name="adj" fmla="val 5319"/>
              </a:avLst>
            </a:prstGeom>
            <a:gradFill>
              <a:gsLst>
                <a:gs pos="0">
                  <a:schemeClr val="accent1">
                    <a:alpha val="43000"/>
                  </a:schemeClr>
                </a:gs>
                <a:gs pos="100000">
                  <a:schemeClr val="accent1">
                    <a:alpha val="0"/>
                  </a:schemeClr>
                </a:gs>
              </a:gsLst>
              <a:lin ang="5400000" scaled="0"/>
            </a:gradFill>
            <a:ln w="12700">
              <a:gradFill>
                <a:gsLst>
                  <a:gs pos="0">
                    <a:schemeClr val="accent1">
                      <a:alpha val="88000"/>
                    </a:schemeClr>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7992" tIns="63996" rIns="127992" bIns="63996" numCol="1" spcCol="0" rtlCol="0" fromWordArt="0" anchor="ctr" anchorCtr="0" forceAA="0" compatLnSpc="1">
              <a:prstTxWarp prst="textNoShape">
                <a:avLst/>
              </a:prstTxWarp>
              <a:noAutofit/>
            </a:bodyPr>
            <a:lstStyle/>
            <a:p>
              <a:pPr algn="ctr" defTabSz="639926"/>
              <a:endParaRPr lang="zh-CN" altLang="en-US" sz="2400">
                <a:solidFill>
                  <a:prstClr val="white"/>
                </a:solidFill>
                <a:latin typeface="+mj-ea"/>
                <a:ea typeface="+mj-ea"/>
              </a:endParaRPr>
            </a:p>
          </p:txBody>
        </p:sp>
        <p:sp>
          <p:nvSpPr>
            <p:cNvPr id="95" name="文本框 94">
              <a:extLst>
                <a:ext uri="{FF2B5EF4-FFF2-40B4-BE49-F238E27FC236}">
                  <a16:creationId xmlns:a16="http://schemas.microsoft.com/office/drawing/2014/main" id="{4EE86B08-D125-240A-5DBB-2042FDC38171}"/>
                </a:ext>
              </a:extLst>
            </p:cNvPr>
            <p:cNvSpPr txBox="1">
              <a:spLocks/>
            </p:cNvSpPr>
            <p:nvPr/>
          </p:nvSpPr>
          <p:spPr>
            <a:xfrm>
              <a:off x="7414181" y="3930614"/>
              <a:ext cx="1074684" cy="317818"/>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400" dirty="0">
                  <a:solidFill>
                    <a:schemeClr val="bg1"/>
                  </a:solidFill>
                  <a:sym typeface="Helvetica Neue" panose="02000503000000020004"/>
                </a:rPr>
                <a:t>城市安全</a:t>
              </a:r>
            </a:p>
          </p:txBody>
        </p:sp>
        <p:sp>
          <p:nvSpPr>
            <p:cNvPr id="143" name="任意多边形: 形状 142">
              <a:extLst>
                <a:ext uri="{FF2B5EF4-FFF2-40B4-BE49-F238E27FC236}">
                  <a16:creationId xmlns:a16="http://schemas.microsoft.com/office/drawing/2014/main" id="{F025828F-7055-9C32-5F6E-F4D13F2C15E3}"/>
                </a:ext>
              </a:extLst>
            </p:cNvPr>
            <p:cNvSpPr/>
            <p:nvPr/>
          </p:nvSpPr>
          <p:spPr>
            <a:xfrm>
              <a:off x="7798619" y="3502816"/>
              <a:ext cx="346271" cy="346848"/>
            </a:xfrm>
            <a:custGeom>
              <a:avLst/>
              <a:gdLst>
                <a:gd name="connsiteX0" fmla="*/ 51364 w 346271"/>
                <a:gd name="connsiteY0" fmla="*/ 270091 h 346848"/>
                <a:gd name="connsiteX1" fmla="*/ 71564 w 346271"/>
                <a:gd name="connsiteY1" fmla="*/ 270091 h 346848"/>
                <a:gd name="connsiteX2" fmla="*/ 78489 w 346271"/>
                <a:gd name="connsiteY2" fmla="*/ 277017 h 346848"/>
                <a:gd name="connsiteX3" fmla="*/ 71564 w 346271"/>
                <a:gd name="connsiteY3" fmla="*/ 283942 h 346848"/>
                <a:gd name="connsiteX4" fmla="*/ 51364 w 346271"/>
                <a:gd name="connsiteY4" fmla="*/ 283942 h 346848"/>
                <a:gd name="connsiteX5" fmla="*/ 44439 w 346271"/>
                <a:gd name="connsiteY5" fmla="*/ 277017 h 346848"/>
                <a:gd name="connsiteX6" fmla="*/ 51364 w 346271"/>
                <a:gd name="connsiteY6" fmla="*/ 270091 h 346848"/>
                <a:gd name="connsiteX7" fmla="*/ 140241 w 346271"/>
                <a:gd name="connsiteY7" fmla="*/ 234887 h 346848"/>
                <a:gd name="connsiteX8" fmla="*/ 154669 w 346271"/>
                <a:gd name="connsiteY8" fmla="*/ 234887 h 346848"/>
                <a:gd name="connsiteX9" fmla="*/ 161594 w 346271"/>
                <a:gd name="connsiteY9" fmla="*/ 241812 h 346848"/>
                <a:gd name="connsiteX10" fmla="*/ 154669 w 346271"/>
                <a:gd name="connsiteY10" fmla="*/ 248738 h 346848"/>
                <a:gd name="connsiteX11" fmla="*/ 140241 w 346271"/>
                <a:gd name="connsiteY11" fmla="*/ 248738 h 346848"/>
                <a:gd name="connsiteX12" fmla="*/ 133315 w 346271"/>
                <a:gd name="connsiteY12" fmla="*/ 241812 h 346848"/>
                <a:gd name="connsiteX13" fmla="*/ 140241 w 346271"/>
                <a:gd name="connsiteY13" fmla="*/ 234887 h 346848"/>
                <a:gd name="connsiteX14" fmla="*/ 51364 w 346271"/>
                <a:gd name="connsiteY14" fmla="*/ 233733 h 346848"/>
                <a:gd name="connsiteX15" fmla="*/ 71564 w 346271"/>
                <a:gd name="connsiteY15" fmla="*/ 233733 h 346848"/>
                <a:gd name="connsiteX16" fmla="*/ 78489 w 346271"/>
                <a:gd name="connsiteY16" fmla="*/ 240658 h 346848"/>
                <a:gd name="connsiteX17" fmla="*/ 71564 w 346271"/>
                <a:gd name="connsiteY17" fmla="*/ 247584 h 346848"/>
                <a:gd name="connsiteX18" fmla="*/ 51364 w 346271"/>
                <a:gd name="connsiteY18" fmla="*/ 247584 h 346848"/>
                <a:gd name="connsiteX19" fmla="*/ 44439 w 346271"/>
                <a:gd name="connsiteY19" fmla="*/ 240658 h 346848"/>
                <a:gd name="connsiteX20" fmla="*/ 51364 w 346271"/>
                <a:gd name="connsiteY20" fmla="*/ 233733 h 346848"/>
                <a:gd name="connsiteX21" fmla="*/ 51364 w 346271"/>
                <a:gd name="connsiteY21" fmla="*/ 197951 h 346848"/>
                <a:gd name="connsiteX22" fmla="*/ 71564 w 346271"/>
                <a:gd name="connsiteY22" fmla="*/ 197951 h 346848"/>
                <a:gd name="connsiteX23" fmla="*/ 78489 w 346271"/>
                <a:gd name="connsiteY23" fmla="*/ 204877 h 346848"/>
                <a:gd name="connsiteX24" fmla="*/ 71564 w 346271"/>
                <a:gd name="connsiteY24" fmla="*/ 211802 h 346848"/>
                <a:gd name="connsiteX25" fmla="*/ 51364 w 346271"/>
                <a:gd name="connsiteY25" fmla="*/ 211802 h 346848"/>
                <a:gd name="connsiteX26" fmla="*/ 44439 w 346271"/>
                <a:gd name="connsiteY26" fmla="*/ 204877 h 346848"/>
                <a:gd name="connsiteX27" fmla="*/ 51364 w 346271"/>
                <a:gd name="connsiteY27" fmla="*/ 197951 h 346848"/>
                <a:gd name="connsiteX28" fmla="*/ 140241 w 346271"/>
                <a:gd name="connsiteY28" fmla="*/ 188717 h 346848"/>
                <a:gd name="connsiteX29" fmla="*/ 160440 w 346271"/>
                <a:gd name="connsiteY29" fmla="*/ 188717 h 346848"/>
                <a:gd name="connsiteX30" fmla="*/ 167365 w 346271"/>
                <a:gd name="connsiteY30" fmla="*/ 195643 h 346848"/>
                <a:gd name="connsiteX31" fmla="*/ 160440 w 346271"/>
                <a:gd name="connsiteY31" fmla="*/ 202568 h 346848"/>
                <a:gd name="connsiteX32" fmla="*/ 140241 w 346271"/>
                <a:gd name="connsiteY32" fmla="*/ 202568 h 346848"/>
                <a:gd name="connsiteX33" fmla="*/ 133315 w 346271"/>
                <a:gd name="connsiteY33" fmla="*/ 195643 h 346848"/>
                <a:gd name="connsiteX34" fmla="*/ 140241 w 346271"/>
                <a:gd name="connsiteY34" fmla="*/ 188717 h 346848"/>
                <a:gd name="connsiteX35" fmla="*/ 263166 w 346271"/>
                <a:gd name="connsiteY35" fmla="*/ 181215 h 346848"/>
                <a:gd name="connsiteX36" fmla="*/ 268360 w 346271"/>
                <a:gd name="connsiteY36" fmla="*/ 186409 h 346848"/>
                <a:gd name="connsiteX37" fmla="*/ 268360 w 346271"/>
                <a:gd name="connsiteY37" fmla="*/ 215265 h 346848"/>
                <a:gd name="connsiteX38" fmla="*/ 297216 w 346271"/>
                <a:gd name="connsiteY38" fmla="*/ 215265 h 346848"/>
                <a:gd name="connsiteX39" fmla="*/ 302410 w 346271"/>
                <a:gd name="connsiteY39" fmla="*/ 220459 h 346848"/>
                <a:gd name="connsiteX40" fmla="*/ 297216 w 346271"/>
                <a:gd name="connsiteY40" fmla="*/ 225653 h 346848"/>
                <a:gd name="connsiteX41" fmla="*/ 268360 w 346271"/>
                <a:gd name="connsiteY41" fmla="*/ 225653 h 346848"/>
                <a:gd name="connsiteX42" fmla="*/ 268360 w 346271"/>
                <a:gd name="connsiteY42" fmla="*/ 254509 h 346848"/>
                <a:gd name="connsiteX43" fmla="*/ 263166 w 346271"/>
                <a:gd name="connsiteY43" fmla="*/ 259703 h 346848"/>
                <a:gd name="connsiteX44" fmla="*/ 257972 w 346271"/>
                <a:gd name="connsiteY44" fmla="*/ 254509 h 346848"/>
                <a:gd name="connsiteX45" fmla="*/ 257972 w 346271"/>
                <a:gd name="connsiteY45" fmla="*/ 225653 h 346848"/>
                <a:gd name="connsiteX46" fmla="*/ 229116 w 346271"/>
                <a:gd name="connsiteY46" fmla="*/ 225653 h 346848"/>
                <a:gd name="connsiteX47" fmla="*/ 223922 w 346271"/>
                <a:gd name="connsiteY47" fmla="*/ 220459 h 346848"/>
                <a:gd name="connsiteX48" fmla="*/ 229116 w 346271"/>
                <a:gd name="connsiteY48" fmla="*/ 215265 h 346848"/>
                <a:gd name="connsiteX49" fmla="*/ 257972 w 346271"/>
                <a:gd name="connsiteY49" fmla="*/ 215265 h 346848"/>
                <a:gd name="connsiteX50" fmla="*/ 257972 w 346271"/>
                <a:gd name="connsiteY50" fmla="*/ 186409 h 346848"/>
                <a:gd name="connsiteX51" fmla="*/ 263166 w 346271"/>
                <a:gd name="connsiteY51" fmla="*/ 181215 h 346848"/>
                <a:gd name="connsiteX52" fmla="*/ 51364 w 346271"/>
                <a:gd name="connsiteY52" fmla="*/ 161593 h 346848"/>
                <a:gd name="connsiteX53" fmla="*/ 71564 w 346271"/>
                <a:gd name="connsiteY53" fmla="*/ 161593 h 346848"/>
                <a:gd name="connsiteX54" fmla="*/ 78489 w 346271"/>
                <a:gd name="connsiteY54" fmla="*/ 168518 h 346848"/>
                <a:gd name="connsiteX55" fmla="*/ 71564 w 346271"/>
                <a:gd name="connsiteY55" fmla="*/ 175444 h 346848"/>
                <a:gd name="connsiteX56" fmla="*/ 51364 w 346271"/>
                <a:gd name="connsiteY56" fmla="*/ 175444 h 346848"/>
                <a:gd name="connsiteX57" fmla="*/ 44439 w 346271"/>
                <a:gd name="connsiteY57" fmla="*/ 168518 h 346848"/>
                <a:gd name="connsiteX58" fmla="*/ 51364 w 346271"/>
                <a:gd name="connsiteY58" fmla="*/ 161593 h 346848"/>
                <a:gd name="connsiteX59" fmla="*/ 263166 w 346271"/>
                <a:gd name="connsiteY59" fmla="*/ 143702 h 346848"/>
                <a:gd name="connsiteX60" fmla="*/ 191603 w 346271"/>
                <a:gd name="connsiteY60" fmla="*/ 169095 h 346848"/>
                <a:gd name="connsiteX61" fmla="*/ 191603 w 346271"/>
                <a:gd name="connsiteY61" fmla="*/ 224498 h 346848"/>
                <a:gd name="connsiteX62" fmla="*/ 263166 w 346271"/>
                <a:gd name="connsiteY62" fmla="*/ 313375 h 346848"/>
                <a:gd name="connsiteX63" fmla="*/ 334729 w 346271"/>
                <a:gd name="connsiteY63" fmla="*/ 224498 h 346848"/>
                <a:gd name="connsiteX64" fmla="*/ 334729 w 346271"/>
                <a:gd name="connsiteY64" fmla="*/ 169095 h 346848"/>
                <a:gd name="connsiteX65" fmla="*/ 263166 w 346271"/>
                <a:gd name="connsiteY65" fmla="*/ 143702 h 346848"/>
                <a:gd name="connsiteX66" fmla="*/ 140241 w 346271"/>
                <a:gd name="connsiteY66" fmla="*/ 142548 h 346848"/>
                <a:gd name="connsiteX67" fmla="*/ 166211 w 346271"/>
                <a:gd name="connsiteY67" fmla="*/ 142548 h 346848"/>
                <a:gd name="connsiteX68" fmla="*/ 173136 w 346271"/>
                <a:gd name="connsiteY68" fmla="*/ 149473 h 346848"/>
                <a:gd name="connsiteX69" fmla="*/ 166211 w 346271"/>
                <a:gd name="connsiteY69" fmla="*/ 156399 h 346848"/>
                <a:gd name="connsiteX70" fmla="*/ 140241 w 346271"/>
                <a:gd name="connsiteY70" fmla="*/ 156399 h 346848"/>
                <a:gd name="connsiteX71" fmla="*/ 133315 w 346271"/>
                <a:gd name="connsiteY71" fmla="*/ 149473 h 346848"/>
                <a:gd name="connsiteX72" fmla="*/ 140241 w 346271"/>
                <a:gd name="connsiteY72" fmla="*/ 142548 h 346848"/>
                <a:gd name="connsiteX73" fmla="*/ 262589 w 346271"/>
                <a:gd name="connsiteY73" fmla="*/ 129851 h 346848"/>
                <a:gd name="connsiteX74" fmla="*/ 268360 w 346271"/>
                <a:gd name="connsiteY74" fmla="*/ 133891 h 346848"/>
                <a:gd name="connsiteX75" fmla="*/ 336460 w 346271"/>
                <a:gd name="connsiteY75" fmla="*/ 157553 h 346848"/>
                <a:gd name="connsiteX76" fmla="*/ 346271 w 346271"/>
                <a:gd name="connsiteY76" fmla="*/ 157553 h 346848"/>
                <a:gd name="connsiteX77" fmla="*/ 346271 w 346271"/>
                <a:gd name="connsiteY77" fmla="*/ 224498 h 346848"/>
                <a:gd name="connsiteX78" fmla="*/ 265475 w 346271"/>
                <a:gd name="connsiteY78" fmla="*/ 324917 h 346848"/>
                <a:gd name="connsiteX79" fmla="*/ 263166 w 346271"/>
                <a:gd name="connsiteY79" fmla="*/ 325494 h 346848"/>
                <a:gd name="connsiteX80" fmla="*/ 260281 w 346271"/>
                <a:gd name="connsiteY80" fmla="*/ 324917 h 346848"/>
                <a:gd name="connsiteX81" fmla="*/ 179484 w 346271"/>
                <a:gd name="connsiteY81" fmla="*/ 224498 h 346848"/>
                <a:gd name="connsiteX82" fmla="*/ 179484 w 346271"/>
                <a:gd name="connsiteY82" fmla="*/ 157553 h 346848"/>
                <a:gd name="connsiteX83" fmla="*/ 189295 w 346271"/>
                <a:gd name="connsiteY83" fmla="*/ 157553 h 346848"/>
                <a:gd name="connsiteX84" fmla="*/ 256818 w 346271"/>
                <a:gd name="connsiteY84" fmla="*/ 133891 h 346848"/>
                <a:gd name="connsiteX85" fmla="*/ 51364 w 346271"/>
                <a:gd name="connsiteY85" fmla="*/ 125234 h 346848"/>
                <a:gd name="connsiteX86" fmla="*/ 71564 w 346271"/>
                <a:gd name="connsiteY86" fmla="*/ 125234 h 346848"/>
                <a:gd name="connsiteX87" fmla="*/ 78489 w 346271"/>
                <a:gd name="connsiteY87" fmla="*/ 132160 h 346848"/>
                <a:gd name="connsiteX88" fmla="*/ 71564 w 346271"/>
                <a:gd name="connsiteY88" fmla="*/ 139085 h 346848"/>
                <a:gd name="connsiteX89" fmla="*/ 51364 w 346271"/>
                <a:gd name="connsiteY89" fmla="*/ 139085 h 346848"/>
                <a:gd name="connsiteX90" fmla="*/ 44439 w 346271"/>
                <a:gd name="connsiteY90" fmla="*/ 132160 h 346848"/>
                <a:gd name="connsiteX91" fmla="*/ 51364 w 346271"/>
                <a:gd name="connsiteY91" fmla="*/ 125234 h 346848"/>
                <a:gd name="connsiteX92" fmla="*/ 140241 w 346271"/>
                <a:gd name="connsiteY92" fmla="*/ 96379 h 346848"/>
                <a:gd name="connsiteX93" fmla="*/ 212380 w 346271"/>
                <a:gd name="connsiteY93" fmla="*/ 96379 h 346848"/>
                <a:gd name="connsiteX94" fmla="*/ 219306 w 346271"/>
                <a:gd name="connsiteY94" fmla="*/ 103304 h 346848"/>
                <a:gd name="connsiteX95" fmla="*/ 212380 w 346271"/>
                <a:gd name="connsiteY95" fmla="*/ 110229 h 346848"/>
                <a:gd name="connsiteX96" fmla="*/ 140241 w 346271"/>
                <a:gd name="connsiteY96" fmla="*/ 110229 h 346848"/>
                <a:gd name="connsiteX97" fmla="*/ 133315 w 346271"/>
                <a:gd name="connsiteY97" fmla="*/ 103304 h 346848"/>
                <a:gd name="connsiteX98" fmla="*/ 140241 w 346271"/>
                <a:gd name="connsiteY98" fmla="*/ 96379 h 346848"/>
                <a:gd name="connsiteX99" fmla="*/ 43861 w 346271"/>
                <a:gd name="connsiteY99" fmla="*/ 83105 h 346848"/>
                <a:gd name="connsiteX100" fmla="*/ 32896 w 346271"/>
                <a:gd name="connsiteY100" fmla="*/ 94070 h 346848"/>
                <a:gd name="connsiteX101" fmla="*/ 32896 w 346271"/>
                <a:gd name="connsiteY101" fmla="*/ 332997 h 346848"/>
                <a:gd name="connsiteX102" fmla="*/ 91762 w 346271"/>
                <a:gd name="connsiteY102" fmla="*/ 332997 h 346848"/>
                <a:gd name="connsiteX103" fmla="*/ 91762 w 346271"/>
                <a:gd name="connsiteY103" fmla="*/ 83105 h 346848"/>
                <a:gd name="connsiteX104" fmla="*/ 140241 w 346271"/>
                <a:gd name="connsiteY104" fmla="*/ 49632 h 346848"/>
                <a:gd name="connsiteX105" fmla="*/ 212380 w 346271"/>
                <a:gd name="connsiteY105" fmla="*/ 49632 h 346848"/>
                <a:gd name="connsiteX106" fmla="*/ 219306 w 346271"/>
                <a:gd name="connsiteY106" fmla="*/ 56557 h 346848"/>
                <a:gd name="connsiteX107" fmla="*/ 212380 w 346271"/>
                <a:gd name="connsiteY107" fmla="*/ 63483 h 346848"/>
                <a:gd name="connsiteX108" fmla="*/ 140241 w 346271"/>
                <a:gd name="connsiteY108" fmla="*/ 63483 h 346848"/>
                <a:gd name="connsiteX109" fmla="*/ 133315 w 346271"/>
                <a:gd name="connsiteY109" fmla="*/ 56557 h 346848"/>
                <a:gd name="connsiteX110" fmla="*/ 140241 w 346271"/>
                <a:gd name="connsiteY110" fmla="*/ 49632 h 346848"/>
                <a:gd name="connsiteX111" fmla="*/ 116001 w 346271"/>
                <a:gd name="connsiteY111" fmla="*/ 0 h 346848"/>
                <a:gd name="connsiteX112" fmla="*/ 240081 w 346271"/>
                <a:gd name="connsiteY112" fmla="*/ 0 h 346848"/>
                <a:gd name="connsiteX113" fmla="*/ 264897 w 346271"/>
                <a:gd name="connsiteY113" fmla="*/ 24239 h 346848"/>
                <a:gd name="connsiteX114" fmla="*/ 264897 w 346271"/>
                <a:gd name="connsiteY114" fmla="*/ 115424 h 346848"/>
                <a:gd name="connsiteX115" fmla="*/ 251046 w 346271"/>
                <a:gd name="connsiteY115" fmla="*/ 115424 h 346848"/>
                <a:gd name="connsiteX116" fmla="*/ 251046 w 346271"/>
                <a:gd name="connsiteY116" fmla="*/ 24816 h 346848"/>
                <a:gd name="connsiteX117" fmla="*/ 240081 w 346271"/>
                <a:gd name="connsiteY117" fmla="*/ 13851 h 346848"/>
                <a:gd name="connsiteX118" fmla="*/ 116001 w 346271"/>
                <a:gd name="connsiteY118" fmla="*/ 13851 h 346848"/>
                <a:gd name="connsiteX119" fmla="*/ 105036 w 346271"/>
                <a:gd name="connsiteY119" fmla="*/ 24816 h 346848"/>
                <a:gd name="connsiteX120" fmla="*/ 105036 w 346271"/>
                <a:gd name="connsiteY120" fmla="*/ 332997 h 346848"/>
                <a:gd name="connsiteX121" fmla="*/ 339345 w 346271"/>
                <a:gd name="connsiteY121" fmla="*/ 332997 h 346848"/>
                <a:gd name="connsiteX122" fmla="*/ 345694 w 346271"/>
                <a:gd name="connsiteY122" fmla="*/ 339923 h 346848"/>
                <a:gd name="connsiteX123" fmla="*/ 338768 w 346271"/>
                <a:gd name="connsiteY123" fmla="*/ 346848 h 346848"/>
                <a:gd name="connsiteX124" fmla="*/ 6925 w 346271"/>
                <a:gd name="connsiteY124" fmla="*/ 346848 h 346848"/>
                <a:gd name="connsiteX125" fmla="*/ 0 w 346271"/>
                <a:gd name="connsiteY125" fmla="*/ 339923 h 346848"/>
                <a:gd name="connsiteX126" fmla="*/ 6925 w 346271"/>
                <a:gd name="connsiteY126" fmla="*/ 332997 h 346848"/>
                <a:gd name="connsiteX127" fmla="*/ 18468 w 346271"/>
                <a:gd name="connsiteY127" fmla="*/ 332997 h 346848"/>
                <a:gd name="connsiteX128" fmla="*/ 18468 w 346271"/>
                <a:gd name="connsiteY128" fmla="*/ 94647 h 346848"/>
                <a:gd name="connsiteX129" fmla="*/ 43284 w 346271"/>
                <a:gd name="connsiteY129" fmla="*/ 69831 h 346848"/>
                <a:gd name="connsiteX130" fmla="*/ 91185 w 346271"/>
                <a:gd name="connsiteY130" fmla="*/ 69831 h 346848"/>
                <a:gd name="connsiteX131" fmla="*/ 91185 w 346271"/>
                <a:gd name="connsiteY131" fmla="*/ 24816 h 346848"/>
                <a:gd name="connsiteX132" fmla="*/ 116001 w 346271"/>
                <a:gd name="connsiteY132" fmla="*/ 0 h 346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46271" h="346848">
                  <a:moveTo>
                    <a:pt x="51364" y="270091"/>
                  </a:moveTo>
                  <a:lnTo>
                    <a:pt x="71564" y="270091"/>
                  </a:lnTo>
                  <a:cubicBezTo>
                    <a:pt x="75603" y="270091"/>
                    <a:pt x="78489" y="272977"/>
                    <a:pt x="78489" y="277017"/>
                  </a:cubicBezTo>
                  <a:cubicBezTo>
                    <a:pt x="78489" y="281056"/>
                    <a:pt x="75603" y="283942"/>
                    <a:pt x="71564" y="283942"/>
                  </a:cubicBezTo>
                  <a:lnTo>
                    <a:pt x="51364" y="283942"/>
                  </a:lnTo>
                  <a:cubicBezTo>
                    <a:pt x="47325" y="283942"/>
                    <a:pt x="44439" y="281056"/>
                    <a:pt x="44439" y="277017"/>
                  </a:cubicBezTo>
                  <a:cubicBezTo>
                    <a:pt x="44439" y="272977"/>
                    <a:pt x="47325" y="270091"/>
                    <a:pt x="51364" y="270091"/>
                  </a:cubicBezTo>
                  <a:close/>
                  <a:moveTo>
                    <a:pt x="140241" y="234887"/>
                  </a:moveTo>
                  <a:lnTo>
                    <a:pt x="154669" y="234887"/>
                  </a:lnTo>
                  <a:cubicBezTo>
                    <a:pt x="158708" y="234887"/>
                    <a:pt x="161594" y="237773"/>
                    <a:pt x="161594" y="241812"/>
                  </a:cubicBezTo>
                  <a:cubicBezTo>
                    <a:pt x="161594" y="245852"/>
                    <a:pt x="158708" y="248738"/>
                    <a:pt x="154669" y="248738"/>
                  </a:cubicBezTo>
                  <a:lnTo>
                    <a:pt x="140241" y="248738"/>
                  </a:lnTo>
                  <a:cubicBezTo>
                    <a:pt x="136201" y="248738"/>
                    <a:pt x="133315" y="245852"/>
                    <a:pt x="133315" y="241812"/>
                  </a:cubicBezTo>
                  <a:cubicBezTo>
                    <a:pt x="133315" y="237773"/>
                    <a:pt x="136201" y="234887"/>
                    <a:pt x="140241" y="234887"/>
                  </a:cubicBezTo>
                  <a:close/>
                  <a:moveTo>
                    <a:pt x="51364" y="233733"/>
                  </a:moveTo>
                  <a:lnTo>
                    <a:pt x="71564" y="233733"/>
                  </a:lnTo>
                  <a:cubicBezTo>
                    <a:pt x="75603" y="233733"/>
                    <a:pt x="78489" y="237195"/>
                    <a:pt x="78489" y="240658"/>
                  </a:cubicBezTo>
                  <a:cubicBezTo>
                    <a:pt x="78489" y="244698"/>
                    <a:pt x="75603" y="247584"/>
                    <a:pt x="71564" y="247584"/>
                  </a:cubicBezTo>
                  <a:lnTo>
                    <a:pt x="51364" y="247584"/>
                  </a:lnTo>
                  <a:cubicBezTo>
                    <a:pt x="47325" y="247584"/>
                    <a:pt x="44439" y="244698"/>
                    <a:pt x="44439" y="240658"/>
                  </a:cubicBezTo>
                  <a:cubicBezTo>
                    <a:pt x="44439" y="236618"/>
                    <a:pt x="47325" y="233733"/>
                    <a:pt x="51364" y="233733"/>
                  </a:cubicBezTo>
                  <a:close/>
                  <a:moveTo>
                    <a:pt x="51364" y="197951"/>
                  </a:moveTo>
                  <a:lnTo>
                    <a:pt x="71564" y="197951"/>
                  </a:lnTo>
                  <a:cubicBezTo>
                    <a:pt x="75603" y="197951"/>
                    <a:pt x="78489" y="200837"/>
                    <a:pt x="78489" y="204877"/>
                  </a:cubicBezTo>
                  <a:cubicBezTo>
                    <a:pt x="78489" y="208917"/>
                    <a:pt x="75603" y="211802"/>
                    <a:pt x="71564" y="211802"/>
                  </a:cubicBezTo>
                  <a:lnTo>
                    <a:pt x="51364" y="211802"/>
                  </a:lnTo>
                  <a:cubicBezTo>
                    <a:pt x="47325" y="211802"/>
                    <a:pt x="44439" y="208917"/>
                    <a:pt x="44439" y="204877"/>
                  </a:cubicBezTo>
                  <a:cubicBezTo>
                    <a:pt x="44439" y="200837"/>
                    <a:pt x="47325" y="197951"/>
                    <a:pt x="51364" y="197951"/>
                  </a:cubicBezTo>
                  <a:close/>
                  <a:moveTo>
                    <a:pt x="140241" y="188717"/>
                  </a:moveTo>
                  <a:lnTo>
                    <a:pt x="160440" y="188717"/>
                  </a:lnTo>
                  <a:cubicBezTo>
                    <a:pt x="164480" y="188717"/>
                    <a:pt x="167365" y="191603"/>
                    <a:pt x="167365" y="195643"/>
                  </a:cubicBezTo>
                  <a:cubicBezTo>
                    <a:pt x="167365" y="199683"/>
                    <a:pt x="164480" y="202568"/>
                    <a:pt x="160440" y="202568"/>
                  </a:cubicBezTo>
                  <a:lnTo>
                    <a:pt x="140241" y="202568"/>
                  </a:lnTo>
                  <a:cubicBezTo>
                    <a:pt x="136778" y="202568"/>
                    <a:pt x="133315" y="199683"/>
                    <a:pt x="133315" y="195643"/>
                  </a:cubicBezTo>
                  <a:cubicBezTo>
                    <a:pt x="133315" y="191603"/>
                    <a:pt x="136201" y="188717"/>
                    <a:pt x="140241" y="188717"/>
                  </a:cubicBezTo>
                  <a:close/>
                  <a:moveTo>
                    <a:pt x="263166" y="181215"/>
                  </a:moveTo>
                  <a:cubicBezTo>
                    <a:pt x="266052" y="181215"/>
                    <a:pt x="268360" y="183523"/>
                    <a:pt x="268360" y="186409"/>
                  </a:cubicBezTo>
                  <a:lnTo>
                    <a:pt x="268360" y="215265"/>
                  </a:lnTo>
                  <a:lnTo>
                    <a:pt x="297216" y="215265"/>
                  </a:lnTo>
                  <a:cubicBezTo>
                    <a:pt x="300102" y="215265"/>
                    <a:pt x="302410" y="217573"/>
                    <a:pt x="302410" y="220459"/>
                  </a:cubicBezTo>
                  <a:cubicBezTo>
                    <a:pt x="302410" y="223345"/>
                    <a:pt x="300102" y="225653"/>
                    <a:pt x="297216" y="225653"/>
                  </a:cubicBezTo>
                  <a:lnTo>
                    <a:pt x="268360" y="225653"/>
                  </a:lnTo>
                  <a:lnTo>
                    <a:pt x="268360" y="254509"/>
                  </a:lnTo>
                  <a:cubicBezTo>
                    <a:pt x="268360" y="257395"/>
                    <a:pt x="266052" y="259703"/>
                    <a:pt x="263166" y="259703"/>
                  </a:cubicBezTo>
                  <a:cubicBezTo>
                    <a:pt x="260280" y="259703"/>
                    <a:pt x="257972" y="257395"/>
                    <a:pt x="257972" y="254509"/>
                  </a:cubicBezTo>
                  <a:lnTo>
                    <a:pt x="257972" y="225653"/>
                  </a:lnTo>
                  <a:lnTo>
                    <a:pt x="229116" y="225653"/>
                  </a:lnTo>
                  <a:cubicBezTo>
                    <a:pt x="226230" y="225653"/>
                    <a:pt x="223922" y="223345"/>
                    <a:pt x="223922" y="220459"/>
                  </a:cubicBezTo>
                  <a:cubicBezTo>
                    <a:pt x="223922" y="217573"/>
                    <a:pt x="226230" y="215265"/>
                    <a:pt x="229116" y="215265"/>
                  </a:cubicBezTo>
                  <a:lnTo>
                    <a:pt x="257972" y="215265"/>
                  </a:lnTo>
                  <a:lnTo>
                    <a:pt x="257972" y="186409"/>
                  </a:lnTo>
                  <a:cubicBezTo>
                    <a:pt x="257972" y="183523"/>
                    <a:pt x="260280" y="181215"/>
                    <a:pt x="263166" y="181215"/>
                  </a:cubicBezTo>
                  <a:close/>
                  <a:moveTo>
                    <a:pt x="51364" y="161593"/>
                  </a:moveTo>
                  <a:lnTo>
                    <a:pt x="71564" y="161593"/>
                  </a:lnTo>
                  <a:cubicBezTo>
                    <a:pt x="75603" y="161593"/>
                    <a:pt x="78489" y="164479"/>
                    <a:pt x="78489" y="168518"/>
                  </a:cubicBezTo>
                  <a:cubicBezTo>
                    <a:pt x="78489" y="172558"/>
                    <a:pt x="75603" y="175444"/>
                    <a:pt x="71564" y="175444"/>
                  </a:cubicBezTo>
                  <a:lnTo>
                    <a:pt x="51364" y="175444"/>
                  </a:lnTo>
                  <a:cubicBezTo>
                    <a:pt x="47325" y="175444"/>
                    <a:pt x="44439" y="172558"/>
                    <a:pt x="44439" y="168518"/>
                  </a:cubicBezTo>
                  <a:cubicBezTo>
                    <a:pt x="44439" y="164479"/>
                    <a:pt x="47325" y="161593"/>
                    <a:pt x="51364" y="161593"/>
                  </a:cubicBezTo>
                  <a:close/>
                  <a:moveTo>
                    <a:pt x="263166" y="143702"/>
                  </a:moveTo>
                  <a:cubicBezTo>
                    <a:pt x="240659" y="159284"/>
                    <a:pt x="216420" y="167941"/>
                    <a:pt x="191603" y="169095"/>
                  </a:cubicBezTo>
                  <a:lnTo>
                    <a:pt x="191603" y="224498"/>
                  </a:lnTo>
                  <a:cubicBezTo>
                    <a:pt x="191603" y="267205"/>
                    <a:pt x="221037" y="304141"/>
                    <a:pt x="263166" y="313375"/>
                  </a:cubicBezTo>
                  <a:cubicBezTo>
                    <a:pt x="305296" y="303564"/>
                    <a:pt x="334729" y="267205"/>
                    <a:pt x="334729" y="224498"/>
                  </a:cubicBezTo>
                  <a:lnTo>
                    <a:pt x="334729" y="169095"/>
                  </a:lnTo>
                  <a:cubicBezTo>
                    <a:pt x="309336" y="167941"/>
                    <a:pt x="285097" y="159861"/>
                    <a:pt x="263166" y="143702"/>
                  </a:cubicBezTo>
                  <a:close/>
                  <a:moveTo>
                    <a:pt x="140241" y="142548"/>
                  </a:moveTo>
                  <a:lnTo>
                    <a:pt x="166211" y="142548"/>
                  </a:lnTo>
                  <a:cubicBezTo>
                    <a:pt x="170251" y="142548"/>
                    <a:pt x="173136" y="145434"/>
                    <a:pt x="173136" y="149473"/>
                  </a:cubicBezTo>
                  <a:cubicBezTo>
                    <a:pt x="173136" y="153513"/>
                    <a:pt x="170251" y="156399"/>
                    <a:pt x="166211" y="156399"/>
                  </a:cubicBezTo>
                  <a:lnTo>
                    <a:pt x="140241" y="156399"/>
                  </a:lnTo>
                  <a:cubicBezTo>
                    <a:pt x="136778" y="156399"/>
                    <a:pt x="133315" y="153513"/>
                    <a:pt x="133315" y="149473"/>
                  </a:cubicBezTo>
                  <a:cubicBezTo>
                    <a:pt x="133315" y="145434"/>
                    <a:pt x="136201" y="142548"/>
                    <a:pt x="140241" y="142548"/>
                  </a:cubicBezTo>
                  <a:close/>
                  <a:moveTo>
                    <a:pt x="262589" y="129851"/>
                  </a:moveTo>
                  <a:lnTo>
                    <a:pt x="268360" y="133891"/>
                  </a:lnTo>
                  <a:cubicBezTo>
                    <a:pt x="289714" y="148896"/>
                    <a:pt x="312798" y="156976"/>
                    <a:pt x="336460" y="157553"/>
                  </a:cubicBezTo>
                  <a:lnTo>
                    <a:pt x="346271" y="157553"/>
                  </a:lnTo>
                  <a:lnTo>
                    <a:pt x="346271" y="224498"/>
                  </a:lnTo>
                  <a:cubicBezTo>
                    <a:pt x="346271" y="272976"/>
                    <a:pt x="312798" y="313952"/>
                    <a:pt x="265475" y="324917"/>
                  </a:cubicBezTo>
                  <a:lnTo>
                    <a:pt x="263166" y="325494"/>
                  </a:lnTo>
                  <a:lnTo>
                    <a:pt x="260281" y="324917"/>
                  </a:lnTo>
                  <a:cubicBezTo>
                    <a:pt x="212957" y="313952"/>
                    <a:pt x="179484" y="272976"/>
                    <a:pt x="179484" y="224498"/>
                  </a:cubicBezTo>
                  <a:lnTo>
                    <a:pt x="179484" y="157553"/>
                  </a:lnTo>
                  <a:lnTo>
                    <a:pt x="189295" y="157553"/>
                  </a:lnTo>
                  <a:cubicBezTo>
                    <a:pt x="212957" y="156976"/>
                    <a:pt x="235464" y="148896"/>
                    <a:pt x="256818" y="133891"/>
                  </a:cubicBezTo>
                  <a:close/>
                  <a:moveTo>
                    <a:pt x="51364" y="125234"/>
                  </a:moveTo>
                  <a:lnTo>
                    <a:pt x="71564" y="125234"/>
                  </a:lnTo>
                  <a:cubicBezTo>
                    <a:pt x="75603" y="125234"/>
                    <a:pt x="78489" y="128120"/>
                    <a:pt x="78489" y="132160"/>
                  </a:cubicBezTo>
                  <a:cubicBezTo>
                    <a:pt x="78489" y="136200"/>
                    <a:pt x="75603" y="139085"/>
                    <a:pt x="71564" y="139085"/>
                  </a:cubicBezTo>
                  <a:lnTo>
                    <a:pt x="51364" y="139085"/>
                  </a:lnTo>
                  <a:cubicBezTo>
                    <a:pt x="47325" y="139085"/>
                    <a:pt x="44439" y="136200"/>
                    <a:pt x="44439" y="132160"/>
                  </a:cubicBezTo>
                  <a:cubicBezTo>
                    <a:pt x="44439" y="128120"/>
                    <a:pt x="47325" y="125234"/>
                    <a:pt x="51364" y="125234"/>
                  </a:cubicBezTo>
                  <a:close/>
                  <a:moveTo>
                    <a:pt x="140241" y="96379"/>
                  </a:moveTo>
                  <a:lnTo>
                    <a:pt x="212380" y="96379"/>
                  </a:lnTo>
                  <a:cubicBezTo>
                    <a:pt x="216420" y="96379"/>
                    <a:pt x="219306" y="99264"/>
                    <a:pt x="219306" y="103304"/>
                  </a:cubicBezTo>
                  <a:cubicBezTo>
                    <a:pt x="219306" y="107344"/>
                    <a:pt x="216420" y="110229"/>
                    <a:pt x="212380" y="110229"/>
                  </a:cubicBezTo>
                  <a:lnTo>
                    <a:pt x="140241" y="110229"/>
                  </a:lnTo>
                  <a:cubicBezTo>
                    <a:pt x="136778" y="110229"/>
                    <a:pt x="133315" y="106767"/>
                    <a:pt x="133315" y="103304"/>
                  </a:cubicBezTo>
                  <a:cubicBezTo>
                    <a:pt x="133315" y="99264"/>
                    <a:pt x="136201" y="96379"/>
                    <a:pt x="140241" y="96379"/>
                  </a:cubicBezTo>
                  <a:close/>
                  <a:moveTo>
                    <a:pt x="43861" y="83105"/>
                  </a:moveTo>
                  <a:cubicBezTo>
                    <a:pt x="37513" y="83105"/>
                    <a:pt x="32896" y="88299"/>
                    <a:pt x="32896" y="94070"/>
                  </a:cubicBezTo>
                  <a:lnTo>
                    <a:pt x="32896" y="332997"/>
                  </a:lnTo>
                  <a:lnTo>
                    <a:pt x="91762" y="332997"/>
                  </a:lnTo>
                  <a:lnTo>
                    <a:pt x="91762" y="83105"/>
                  </a:lnTo>
                  <a:close/>
                  <a:moveTo>
                    <a:pt x="140241" y="49632"/>
                  </a:moveTo>
                  <a:lnTo>
                    <a:pt x="212380" y="49632"/>
                  </a:lnTo>
                  <a:cubicBezTo>
                    <a:pt x="216420" y="49632"/>
                    <a:pt x="219306" y="52518"/>
                    <a:pt x="219306" y="56557"/>
                  </a:cubicBezTo>
                  <a:cubicBezTo>
                    <a:pt x="219306" y="60597"/>
                    <a:pt x="216420" y="63483"/>
                    <a:pt x="212380" y="63483"/>
                  </a:cubicBezTo>
                  <a:lnTo>
                    <a:pt x="140241" y="63483"/>
                  </a:lnTo>
                  <a:cubicBezTo>
                    <a:pt x="136778" y="63483"/>
                    <a:pt x="133315" y="60597"/>
                    <a:pt x="133315" y="56557"/>
                  </a:cubicBezTo>
                  <a:cubicBezTo>
                    <a:pt x="133315" y="52518"/>
                    <a:pt x="136201" y="49632"/>
                    <a:pt x="140241" y="49632"/>
                  </a:cubicBezTo>
                  <a:close/>
                  <a:moveTo>
                    <a:pt x="116001" y="0"/>
                  </a:moveTo>
                  <a:lnTo>
                    <a:pt x="240081" y="0"/>
                  </a:lnTo>
                  <a:cubicBezTo>
                    <a:pt x="253932" y="0"/>
                    <a:pt x="264897" y="10965"/>
                    <a:pt x="264897" y="24239"/>
                  </a:cubicBezTo>
                  <a:lnTo>
                    <a:pt x="264897" y="115424"/>
                  </a:lnTo>
                  <a:lnTo>
                    <a:pt x="251046" y="115424"/>
                  </a:lnTo>
                  <a:lnTo>
                    <a:pt x="251046" y="24816"/>
                  </a:lnTo>
                  <a:cubicBezTo>
                    <a:pt x="251046" y="18468"/>
                    <a:pt x="245852" y="13851"/>
                    <a:pt x="240081" y="13851"/>
                  </a:cubicBezTo>
                  <a:lnTo>
                    <a:pt x="116001" y="13851"/>
                  </a:lnTo>
                  <a:cubicBezTo>
                    <a:pt x="109652" y="13851"/>
                    <a:pt x="105036" y="19045"/>
                    <a:pt x="105036" y="24816"/>
                  </a:cubicBezTo>
                  <a:lnTo>
                    <a:pt x="105036" y="332997"/>
                  </a:lnTo>
                  <a:lnTo>
                    <a:pt x="339345" y="332997"/>
                  </a:lnTo>
                  <a:cubicBezTo>
                    <a:pt x="343385" y="332997"/>
                    <a:pt x="346271" y="335883"/>
                    <a:pt x="345694" y="339923"/>
                  </a:cubicBezTo>
                  <a:cubicBezTo>
                    <a:pt x="345694" y="343962"/>
                    <a:pt x="342808" y="346848"/>
                    <a:pt x="338768" y="346848"/>
                  </a:cubicBezTo>
                  <a:lnTo>
                    <a:pt x="6925" y="346848"/>
                  </a:lnTo>
                  <a:cubicBezTo>
                    <a:pt x="2886" y="346848"/>
                    <a:pt x="0" y="343962"/>
                    <a:pt x="0" y="339923"/>
                  </a:cubicBezTo>
                  <a:cubicBezTo>
                    <a:pt x="0" y="335883"/>
                    <a:pt x="2886" y="332997"/>
                    <a:pt x="6925" y="332997"/>
                  </a:cubicBezTo>
                  <a:lnTo>
                    <a:pt x="18468" y="332997"/>
                  </a:lnTo>
                  <a:lnTo>
                    <a:pt x="18468" y="94647"/>
                  </a:lnTo>
                  <a:cubicBezTo>
                    <a:pt x="18468" y="80797"/>
                    <a:pt x="30010" y="69831"/>
                    <a:pt x="43284" y="69831"/>
                  </a:cubicBezTo>
                  <a:lnTo>
                    <a:pt x="91185" y="69831"/>
                  </a:lnTo>
                  <a:lnTo>
                    <a:pt x="91185" y="24816"/>
                  </a:lnTo>
                  <a:cubicBezTo>
                    <a:pt x="91185" y="10965"/>
                    <a:pt x="102727" y="0"/>
                    <a:pt x="116001" y="0"/>
                  </a:cubicBezTo>
                  <a:close/>
                </a:path>
              </a:pathLst>
            </a:custGeom>
            <a:solidFill>
              <a:schemeClr val="accent1"/>
            </a:solidFill>
            <a:ln w="6350" cap="flat">
              <a:solidFill>
                <a:schemeClr val="accent1"/>
              </a:solidFill>
              <a:prstDash val="solid"/>
              <a:miter/>
            </a:ln>
          </p:spPr>
          <p:txBody>
            <a:bodyPr lIns="95040" tIns="45720" rIns="91440" bIns="45720" rtlCol="0" anchor="ctr"/>
            <a:lstStyle/>
            <a:p>
              <a:endParaRPr lang="zh-CN" altLang="en-US"/>
            </a:p>
          </p:txBody>
        </p:sp>
      </p:grpSp>
      <p:grpSp>
        <p:nvGrpSpPr>
          <p:cNvPr id="149" name="组合 148">
            <a:extLst>
              <a:ext uri="{FF2B5EF4-FFF2-40B4-BE49-F238E27FC236}">
                <a16:creationId xmlns:a16="http://schemas.microsoft.com/office/drawing/2014/main" id="{FC70B4DC-15E9-57CE-9EBD-52B5B50B83F4}"/>
              </a:ext>
            </a:extLst>
          </p:cNvPr>
          <p:cNvGrpSpPr>
            <a:grpSpLocks/>
          </p:cNvGrpSpPr>
          <p:nvPr/>
        </p:nvGrpSpPr>
        <p:grpSpPr>
          <a:xfrm>
            <a:off x="8520982" y="3114040"/>
            <a:ext cx="1234678" cy="1495440"/>
            <a:chOff x="8709231" y="3103322"/>
            <a:chExt cx="1152907" cy="1396398"/>
          </a:xfrm>
          <a:scene3d>
            <a:camera prst="perspectiveLeft">
              <a:rot lat="0" lon="1800001" rev="0"/>
            </a:camera>
            <a:lightRig rig="threePt" dir="t"/>
          </a:scene3d>
        </p:grpSpPr>
        <p:sp>
          <p:nvSpPr>
            <p:cNvPr id="25" name="矩形: 圆角 24">
              <a:extLst>
                <a:ext uri="{FF2B5EF4-FFF2-40B4-BE49-F238E27FC236}">
                  <a16:creationId xmlns:a16="http://schemas.microsoft.com/office/drawing/2014/main" id="{39BEFEAB-1E79-F55B-C244-E24BAAC073FC}"/>
                </a:ext>
              </a:extLst>
            </p:cNvPr>
            <p:cNvSpPr/>
            <p:nvPr/>
          </p:nvSpPr>
          <p:spPr>
            <a:xfrm>
              <a:off x="8709231" y="3103322"/>
              <a:ext cx="1152907" cy="1396398"/>
            </a:xfrm>
            <a:prstGeom prst="roundRect">
              <a:avLst>
                <a:gd name="adj" fmla="val 5319"/>
              </a:avLst>
            </a:prstGeom>
            <a:gradFill>
              <a:gsLst>
                <a:gs pos="0">
                  <a:schemeClr val="accent1">
                    <a:alpha val="43000"/>
                  </a:schemeClr>
                </a:gs>
                <a:gs pos="100000">
                  <a:schemeClr val="accent1">
                    <a:alpha val="0"/>
                  </a:schemeClr>
                </a:gs>
              </a:gsLst>
              <a:lin ang="5400000" scaled="0"/>
            </a:gradFill>
            <a:ln w="12700">
              <a:gradFill>
                <a:gsLst>
                  <a:gs pos="0">
                    <a:schemeClr val="accent1">
                      <a:alpha val="88000"/>
                    </a:schemeClr>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7992" tIns="63996" rIns="127992" bIns="63996" numCol="1" spcCol="0" rtlCol="0" fromWordArt="0" anchor="ctr" anchorCtr="0" forceAA="0" compatLnSpc="1">
              <a:prstTxWarp prst="textNoShape">
                <a:avLst/>
              </a:prstTxWarp>
              <a:noAutofit/>
            </a:bodyPr>
            <a:lstStyle/>
            <a:p>
              <a:pPr algn="ctr" defTabSz="639926"/>
              <a:endParaRPr lang="zh-CN" altLang="en-US" sz="2400">
                <a:solidFill>
                  <a:prstClr val="white"/>
                </a:solidFill>
                <a:latin typeface="+mj-ea"/>
                <a:ea typeface="+mj-ea"/>
              </a:endParaRPr>
            </a:p>
          </p:txBody>
        </p:sp>
        <p:sp>
          <p:nvSpPr>
            <p:cNvPr id="96" name="文本框 95">
              <a:extLst>
                <a:ext uri="{FF2B5EF4-FFF2-40B4-BE49-F238E27FC236}">
                  <a16:creationId xmlns:a16="http://schemas.microsoft.com/office/drawing/2014/main" id="{E3E70749-F7EB-360F-E7CA-8E67DB27B4F8}"/>
                </a:ext>
              </a:extLst>
            </p:cNvPr>
            <p:cNvSpPr txBox="1">
              <a:spLocks/>
            </p:cNvSpPr>
            <p:nvPr/>
          </p:nvSpPr>
          <p:spPr>
            <a:xfrm>
              <a:off x="8748342" y="3930614"/>
              <a:ext cx="1074684" cy="317818"/>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400" dirty="0">
                  <a:solidFill>
                    <a:schemeClr val="bg1"/>
                  </a:solidFill>
                  <a:sym typeface="Helvetica Neue" panose="02000503000000020004"/>
                </a:rPr>
                <a:t>城市卫生</a:t>
              </a:r>
            </a:p>
          </p:txBody>
        </p:sp>
        <p:sp>
          <p:nvSpPr>
            <p:cNvPr id="129" name="图形 127">
              <a:extLst>
                <a:ext uri="{FF2B5EF4-FFF2-40B4-BE49-F238E27FC236}">
                  <a16:creationId xmlns:a16="http://schemas.microsoft.com/office/drawing/2014/main" id="{5D7B1EAB-738E-592C-F745-2DA763CFFE30}"/>
                </a:ext>
              </a:extLst>
            </p:cNvPr>
            <p:cNvSpPr/>
            <p:nvPr/>
          </p:nvSpPr>
          <p:spPr>
            <a:xfrm>
              <a:off x="9089720" y="3495315"/>
              <a:ext cx="345838" cy="345720"/>
            </a:xfrm>
            <a:custGeom>
              <a:avLst/>
              <a:gdLst>
                <a:gd name="connsiteX0" fmla="*/ 30025 w 345838"/>
                <a:gd name="connsiteY0" fmla="*/ 256513 h 345720"/>
                <a:gd name="connsiteX1" fmla="*/ 41097 w 345838"/>
                <a:gd name="connsiteY1" fmla="*/ 256513 h 345720"/>
                <a:gd name="connsiteX2" fmla="*/ 41097 w 345838"/>
                <a:gd name="connsiteY2" fmla="*/ 267658 h 345720"/>
                <a:gd name="connsiteX3" fmla="*/ 30025 w 345838"/>
                <a:gd name="connsiteY3" fmla="*/ 267658 h 345720"/>
                <a:gd name="connsiteX4" fmla="*/ 30025 w 345838"/>
                <a:gd name="connsiteY4" fmla="*/ 256513 h 345720"/>
                <a:gd name="connsiteX5" fmla="*/ 30025 w 345838"/>
                <a:gd name="connsiteY5" fmla="*/ 278844 h 345720"/>
                <a:gd name="connsiteX6" fmla="*/ 41097 w 345838"/>
                <a:gd name="connsiteY6" fmla="*/ 278844 h 345720"/>
                <a:gd name="connsiteX7" fmla="*/ 41097 w 345838"/>
                <a:gd name="connsiteY7" fmla="*/ 289989 h 345720"/>
                <a:gd name="connsiteX8" fmla="*/ 30025 w 345838"/>
                <a:gd name="connsiteY8" fmla="*/ 289989 h 345720"/>
                <a:gd name="connsiteX9" fmla="*/ 30025 w 345838"/>
                <a:gd name="connsiteY9" fmla="*/ 278844 h 345720"/>
                <a:gd name="connsiteX10" fmla="*/ 120323 w 345838"/>
                <a:gd name="connsiteY10" fmla="*/ 252587 h 345720"/>
                <a:gd name="connsiteX11" fmla="*/ 97359 w 345838"/>
                <a:gd name="connsiteY11" fmla="*/ 261640 h 345720"/>
                <a:gd name="connsiteX12" fmla="*/ 106697 w 345838"/>
                <a:gd name="connsiteY12" fmla="*/ 231732 h 345720"/>
                <a:gd name="connsiteX13" fmla="*/ 134525 w 345838"/>
                <a:gd name="connsiteY13" fmla="*/ 217985 h 345720"/>
                <a:gd name="connsiteX14" fmla="*/ 120323 w 345838"/>
                <a:gd name="connsiteY14" fmla="*/ 252587 h 345720"/>
                <a:gd name="connsiteX15" fmla="*/ 140848 w 345838"/>
                <a:gd name="connsiteY15" fmla="*/ 206336 h 345720"/>
                <a:gd name="connsiteX16" fmla="*/ 97440 w 345838"/>
                <a:gd name="connsiteY16" fmla="*/ 225562 h 345720"/>
                <a:gd name="connsiteX17" fmla="*/ 85439 w 345838"/>
                <a:gd name="connsiteY17" fmla="*/ 267154 h 345720"/>
                <a:gd name="connsiteX18" fmla="*/ 84898 w 345838"/>
                <a:gd name="connsiteY18" fmla="*/ 273248 h 345720"/>
                <a:gd name="connsiteX19" fmla="*/ 90996 w 345838"/>
                <a:gd name="connsiteY19" fmla="*/ 273248 h 345720"/>
                <a:gd name="connsiteX20" fmla="*/ 128156 w 345838"/>
                <a:gd name="connsiteY20" fmla="*/ 260474 h 345720"/>
                <a:gd name="connsiteX21" fmla="*/ 146370 w 345838"/>
                <a:gd name="connsiteY21" fmla="*/ 212395 h 345720"/>
                <a:gd name="connsiteX22" fmla="*/ 146872 w 345838"/>
                <a:gd name="connsiteY22" fmla="*/ 206377 h 345720"/>
                <a:gd name="connsiteX23" fmla="*/ 140848 w 345838"/>
                <a:gd name="connsiteY23" fmla="*/ 206336 h 345720"/>
                <a:gd name="connsiteX24" fmla="*/ 164123 w 345838"/>
                <a:gd name="connsiteY24" fmla="*/ 239772 h 345720"/>
                <a:gd name="connsiteX25" fmla="*/ 175697 w 345838"/>
                <a:gd name="connsiteY25" fmla="*/ 228392 h 345720"/>
                <a:gd name="connsiteX26" fmla="*/ 230340 w 345838"/>
                <a:gd name="connsiteY26" fmla="*/ 211891 h 345720"/>
                <a:gd name="connsiteX27" fmla="*/ 261944 w 345838"/>
                <a:gd name="connsiteY27" fmla="*/ 211891 h 345720"/>
                <a:gd name="connsiteX28" fmla="*/ 316396 w 345838"/>
                <a:gd name="connsiteY28" fmla="*/ 228316 h 345720"/>
                <a:gd name="connsiteX29" fmla="*/ 328126 w 345838"/>
                <a:gd name="connsiteY29" fmla="*/ 239772 h 345720"/>
                <a:gd name="connsiteX30" fmla="*/ 164123 w 345838"/>
                <a:gd name="connsiteY30" fmla="*/ 239772 h 345720"/>
                <a:gd name="connsiteX31" fmla="*/ 235049 w 345838"/>
                <a:gd name="connsiteY31" fmla="*/ 178450 h 345720"/>
                <a:gd name="connsiteX32" fmla="*/ 257200 w 345838"/>
                <a:gd name="connsiteY32" fmla="*/ 178450 h 345720"/>
                <a:gd name="connsiteX33" fmla="*/ 257200 w 345838"/>
                <a:gd name="connsiteY33" fmla="*/ 200940 h 345720"/>
                <a:gd name="connsiteX34" fmla="*/ 235049 w 345838"/>
                <a:gd name="connsiteY34" fmla="*/ 200781 h 345720"/>
                <a:gd name="connsiteX35" fmla="*/ 235049 w 345838"/>
                <a:gd name="connsiteY35" fmla="*/ 178450 h 345720"/>
                <a:gd name="connsiteX36" fmla="*/ 235049 w 345838"/>
                <a:gd name="connsiteY36" fmla="*/ 22290 h 345720"/>
                <a:gd name="connsiteX37" fmla="*/ 246122 w 345838"/>
                <a:gd name="connsiteY37" fmla="*/ 11145 h 345720"/>
                <a:gd name="connsiteX38" fmla="*/ 257200 w 345838"/>
                <a:gd name="connsiteY38" fmla="*/ 22290 h 345720"/>
                <a:gd name="connsiteX39" fmla="*/ 257200 w 345838"/>
                <a:gd name="connsiteY39" fmla="*/ 167264 h 345720"/>
                <a:gd name="connsiteX40" fmla="*/ 235049 w 345838"/>
                <a:gd name="connsiteY40" fmla="*/ 167264 h 345720"/>
                <a:gd name="connsiteX41" fmla="*/ 235049 w 345838"/>
                <a:gd name="connsiteY41" fmla="*/ 22290 h 345720"/>
                <a:gd name="connsiteX42" fmla="*/ 335498 w 345838"/>
                <a:gd name="connsiteY42" fmla="*/ 250958 h 345720"/>
                <a:gd name="connsiteX43" fmla="*/ 340357 w 345838"/>
                <a:gd name="connsiteY43" fmla="*/ 250958 h 345720"/>
                <a:gd name="connsiteX44" fmla="*/ 340357 w 345838"/>
                <a:gd name="connsiteY44" fmla="*/ 245368 h 345720"/>
                <a:gd name="connsiteX45" fmla="*/ 319791 w 345838"/>
                <a:gd name="connsiteY45" fmla="*/ 217716 h 345720"/>
                <a:gd name="connsiteX46" fmla="*/ 268313 w 345838"/>
                <a:gd name="connsiteY46" fmla="*/ 202182 h 345720"/>
                <a:gd name="connsiteX47" fmla="*/ 268313 w 345838"/>
                <a:gd name="connsiteY47" fmla="*/ 22290 h 345720"/>
                <a:gd name="connsiteX48" fmla="*/ 246162 w 345838"/>
                <a:gd name="connsiteY48" fmla="*/ 0 h 345720"/>
                <a:gd name="connsiteX49" fmla="*/ 224011 w 345838"/>
                <a:gd name="connsiteY49" fmla="*/ 22290 h 345720"/>
                <a:gd name="connsiteX50" fmla="*/ 224011 w 345838"/>
                <a:gd name="connsiteY50" fmla="*/ 202410 h 345720"/>
                <a:gd name="connsiteX51" fmla="*/ 172377 w 345838"/>
                <a:gd name="connsiteY51" fmla="*/ 217792 h 345720"/>
                <a:gd name="connsiteX52" fmla="*/ 151967 w 345838"/>
                <a:gd name="connsiteY52" fmla="*/ 245368 h 345720"/>
                <a:gd name="connsiteX53" fmla="*/ 151967 w 345838"/>
                <a:gd name="connsiteY53" fmla="*/ 250958 h 345720"/>
                <a:gd name="connsiteX54" fmla="*/ 156826 w 345838"/>
                <a:gd name="connsiteY54" fmla="*/ 250958 h 345720"/>
                <a:gd name="connsiteX55" fmla="*/ 146411 w 345838"/>
                <a:gd name="connsiteY55" fmla="*/ 339503 h 345720"/>
                <a:gd name="connsiteX56" fmla="*/ 157408 w 345838"/>
                <a:gd name="connsiteY56" fmla="*/ 340821 h 345720"/>
                <a:gd name="connsiteX57" fmla="*/ 167939 w 345838"/>
                <a:gd name="connsiteY57" fmla="*/ 250958 h 345720"/>
                <a:gd name="connsiteX58" fmla="*/ 173766 w 345838"/>
                <a:gd name="connsiteY58" fmla="*/ 250958 h 345720"/>
                <a:gd name="connsiteX59" fmla="*/ 168556 w 345838"/>
                <a:gd name="connsiteY59" fmla="*/ 339855 h 345720"/>
                <a:gd name="connsiteX60" fmla="*/ 179634 w 345838"/>
                <a:gd name="connsiteY60" fmla="*/ 340511 h 345720"/>
                <a:gd name="connsiteX61" fmla="*/ 184879 w 345838"/>
                <a:gd name="connsiteY61" fmla="*/ 250958 h 345720"/>
                <a:gd name="connsiteX62" fmla="*/ 190747 w 345838"/>
                <a:gd name="connsiteY62" fmla="*/ 250958 h 345720"/>
                <a:gd name="connsiteX63" fmla="*/ 190747 w 345838"/>
                <a:gd name="connsiteY63" fmla="*/ 340165 h 345720"/>
                <a:gd name="connsiteX64" fmla="*/ 201820 w 345838"/>
                <a:gd name="connsiteY64" fmla="*/ 340165 h 345720"/>
                <a:gd name="connsiteX65" fmla="*/ 201820 w 345838"/>
                <a:gd name="connsiteY65" fmla="*/ 250958 h 345720"/>
                <a:gd name="connsiteX66" fmla="*/ 207382 w 345838"/>
                <a:gd name="connsiteY66" fmla="*/ 250958 h 345720"/>
                <a:gd name="connsiteX67" fmla="*/ 207382 w 345838"/>
                <a:gd name="connsiteY67" fmla="*/ 340165 h 345720"/>
                <a:gd name="connsiteX68" fmla="*/ 218414 w 345838"/>
                <a:gd name="connsiteY68" fmla="*/ 340165 h 345720"/>
                <a:gd name="connsiteX69" fmla="*/ 218414 w 345838"/>
                <a:gd name="connsiteY69" fmla="*/ 250958 h 345720"/>
                <a:gd name="connsiteX70" fmla="*/ 223971 w 345838"/>
                <a:gd name="connsiteY70" fmla="*/ 250958 h 345720"/>
                <a:gd name="connsiteX71" fmla="*/ 223971 w 345838"/>
                <a:gd name="connsiteY71" fmla="*/ 340165 h 345720"/>
                <a:gd name="connsiteX72" fmla="*/ 235049 w 345838"/>
                <a:gd name="connsiteY72" fmla="*/ 340165 h 345720"/>
                <a:gd name="connsiteX73" fmla="*/ 235049 w 345838"/>
                <a:gd name="connsiteY73" fmla="*/ 250958 h 345720"/>
                <a:gd name="connsiteX74" fmla="*/ 240605 w 345838"/>
                <a:gd name="connsiteY74" fmla="*/ 250958 h 345720"/>
                <a:gd name="connsiteX75" fmla="*/ 240605 w 345838"/>
                <a:gd name="connsiteY75" fmla="*/ 340165 h 345720"/>
                <a:gd name="connsiteX76" fmla="*/ 251678 w 345838"/>
                <a:gd name="connsiteY76" fmla="*/ 340165 h 345720"/>
                <a:gd name="connsiteX77" fmla="*/ 251678 w 345838"/>
                <a:gd name="connsiteY77" fmla="*/ 250958 h 345720"/>
                <a:gd name="connsiteX78" fmla="*/ 257235 w 345838"/>
                <a:gd name="connsiteY78" fmla="*/ 250958 h 345720"/>
                <a:gd name="connsiteX79" fmla="*/ 257235 w 345838"/>
                <a:gd name="connsiteY79" fmla="*/ 340165 h 345720"/>
                <a:gd name="connsiteX80" fmla="*/ 268313 w 345838"/>
                <a:gd name="connsiteY80" fmla="*/ 340165 h 345720"/>
                <a:gd name="connsiteX81" fmla="*/ 268313 w 345838"/>
                <a:gd name="connsiteY81" fmla="*/ 250958 h 345720"/>
                <a:gd name="connsiteX82" fmla="*/ 273869 w 345838"/>
                <a:gd name="connsiteY82" fmla="*/ 250958 h 345720"/>
                <a:gd name="connsiteX83" fmla="*/ 273869 w 345838"/>
                <a:gd name="connsiteY83" fmla="*/ 340165 h 345720"/>
                <a:gd name="connsiteX84" fmla="*/ 284942 w 345838"/>
                <a:gd name="connsiteY84" fmla="*/ 340165 h 345720"/>
                <a:gd name="connsiteX85" fmla="*/ 284942 w 345838"/>
                <a:gd name="connsiteY85" fmla="*/ 250958 h 345720"/>
                <a:gd name="connsiteX86" fmla="*/ 290504 w 345838"/>
                <a:gd name="connsiteY86" fmla="*/ 250958 h 345720"/>
                <a:gd name="connsiteX87" fmla="*/ 290504 w 345838"/>
                <a:gd name="connsiteY87" fmla="*/ 340165 h 345720"/>
                <a:gd name="connsiteX88" fmla="*/ 301577 w 345838"/>
                <a:gd name="connsiteY88" fmla="*/ 340165 h 345720"/>
                <a:gd name="connsiteX89" fmla="*/ 301577 w 345838"/>
                <a:gd name="connsiteY89" fmla="*/ 250958 h 345720"/>
                <a:gd name="connsiteX90" fmla="*/ 307445 w 345838"/>
                <a:gd name="connsiteY90" fmla="*/ 250958 h 345720"/>
                <a:gd name="connsiteX91" fmla="*/ 312690 w 345838"/>
                <a:gd name="connsiteY91" fmla="*/ 340511 h 345720"/>
                <a:gd name="connsiteX92" fmla="*/ 323768 w 345838"/>
                <a:gd name="connsiteY92" fmla="*/ 339855 h 345720"/>
                <a:gd name="connsiteX93" fmla="*/ 318517 w 345838"/>
                <a:gd name="connsiteY93" fmla="*/ 250958 h 345720"/>
                <a:gd name="connsiteX94" fmla="*/ 324344 w 345838"/>
                <a:gd name="connsiteY94" fmla="*/ 250958 h 345720"/>
                <a:gd name="connsiteX95" fmla="*/ 334841 w 345838"/>
                <a:gd name="connsiteY95" fmla="*/ 340821 h 345720"/>
                <a:gd name="connsiteX96" fmla="*/ 345838 w 345838"/>
                <a:gd name="connsiteY96" fmla="*/ 339503 h 345720"/>
                <a:gd name="connsiteX97" fmla="*/ 335498 w 345838"/>
                <a:gd name="connsiteY97" fmla="*/ 250958 h 345720"/>
                <a:gd name="connsiteX98" fmla="*/ 102068 w 345838"/>
                <a:gd name="connsiteY98" fmla="*/ 312279 h 345720"/>
                <a:gd name="connsiteX99" fmla="*/ 140848 w 345838"/>
                <a:gd name="connsiteY99" fmla="*/ 312279 h 345720"/>
                <a:gd name="connsiteX100" fmla="*/ 140848 w 345838"/>
                <a:gd name="connsiteY100" fmla="*/ 323424 h 345720"/>
                <a:gd name="connsiteX101" fmla="*/ 102068 w 345838"/>
                <a:gd name="connsiteY101" fmla="*/ 323424 h 345720"/>
                <a:gd name="connsiteX102" fmla="*/ 102068 w 345838"/>
                <a:gd name="connsiteY102" fmla="*/ 312279 h 345720"/>
                <a:gd name="connsiteX103" fmla="*/ 13390 w 345838"/>
                <a:gd name="connsiteY103" fmla="*/ 323424 h 345720"/>
                <a:gd name="connsiteX104" fmla="*/ 24468 w 345838"/>
                <a:gd name="connsiteY104" fmla="*/ 312279 h 345720"/>
                <a:gd name="connsiteX105" fmla="*/ 52170 w 345838"/>
                <a:gd name="connsiteY105" fmla="*/ 312279 h 345720"/>
                <a:gd name="connsiteX106" fmla="*/ 68805 w 345838"/>
                <a:gd name="connsiteY106" fmla="*/ 295544 h 345720"/>
                <a:gd name="connsiteX107" fmla="*/ 52170 w 345838"/>
                <a:gd name="connsiteY107" fmla="*/ 278803 h 345720"/>
                <a:gd name="connsiteX108" fmla="*/ 52170 w 345838"/>
                <a:gd name="connsiteY108" fmla="*/ 289948 h 345720"/>
                <a:gd name="connsiteX109" fmla="*/ 57732 w 345838"/>
                <a:gd name="connsiteY109" fmla="*/ 295544 h 345720"/>
                <a:gd name="connsiteX110" fmla="*/ 57732 w 345838"/>
                <a:gd name="connsiteY110" fmla="*/ 295544 h 345720"/>
                <a:gd name="connsiteX111" fmla="*/ 52170 w 345838"/>
                <a:gd name="connsiteY111" fmla="*/ 301134 h 345720"/>
                <a:gd name="connsiteX112" fmla="*/ 24468 w 345838"/>
                <a:gd name="connsiteY112" fmla="*/ 301134 h 345720"/>
                <a:gd name="connsiteX113" fmla="*/ 2317 w 345838"/>
                <a:gd name="connsiteY113" fmla="*/ 323424 h 345720"/>
                <a:gd name="connsiteX114" fmla="*/ 24468 w 345838"/>
                <a:gd name="connsiteY114" fmla="*/ 345720 h 345720"/>
                <a:gd name="connsiteX115" fmla="*/ 135292 w 345838"/>
                <a:gd name="connsiteY115" fmla="*/ 345720 h 345720"/>
                <a:gd name="connsiteX116" fmla="*/ 135292 w 345838"/>
                <a:gd name="connsiteY116" fmla="*/ 334569 h 345720"/>
                <a:gd name="connsiteX117" fmla="*/ 24503 w 345838"/>
                <a:gd name="connsiteY117" fmla="*/ 334569 h 345720"/>
                <a:gd name="connsiteX118" fmla="*/ 13390 w 345838"/>
                <a:gd name="connsiteY118" fmla="*/ 323495 h 345720"/>
                <a:gd name="connsiteX119" fmla="*/ 13390 w 345838"/>
                <a:gd name="connsiteY119" fmla="*/ 323424 h 345720"/>
                <a:gd name="connsiteX120" fmla="*/ 115925 w 345838"/>
                <a:gd name="connsiteY120" fmla="*/ 97593 h 345720"/>
                <a:gd name="connsiteX121" fmla="*/ 121481 w 345838"/>
                <a:gd name="connsiteY121" fmla="*/ 103189 h 345720"/>
                <a:gd name="connsiteX122" fmla="*/ 115925 w 345838"/>
                <a:gd name="connsiteY122" fmla="*/ 108779 h 345720"/>
                <a:gd name="connsiteX123" fmla="*/ 110363 w 345838"/>
                <a:gd name="connsiteY123" fmla="*/ 103230 h 345720"/>
                <a:gd name="connsiteX124" fmla="*/ 110363 w 345838"/>
                <a:gd name="connsiteY124" fmla="*/ 103189 h 345720"/>
                <a:gd name="connsiteX125" fmla="*/ 115925 w 345838"/>
                <a:gd name="connsiteY125" fmla="*/ 97593 h 345720"/>
                <a:gd name="connsiteX126" fmla="*/ 115925 w 345838"/>
                <a:gd name="connsiteY126" fmla="*/ 97593 h 345720"/>
                <a:gd name="connsiteX127" fmla="*/ 115925 w 345838"/>
                <a:gd name="connsiteY127" fmla="*/ 119889 h 345720"/>
                <a:gd name="connsiteX128" fmla="*/ 132554 w 345838"/>
                <a:gd name="connsiteY128" fmla="*/ 103148 h 345720"/>
                <a:gd name="connsiteX129" fmla="*/ 115925 w 345838"/>
                <a:gd name="connsiteY129" fmla="*/ 86412 h 345720"/>
                <a:gd name="connsiteX130" fmla="*/ 99290 w 345838"/>
                <a:gd name="connsiteY130" fmla="*/ 103148 h 345720"/>
                <a:gd name="connsiteX131" fmla="*/ 115925 w 345838"/>
                <a:gd name="connsiteY131" fmla="*/ 119889 h 345720"/>
                <a:gd name="connsiteX132" fmla="*/ 68805 w 345838"/>
                <a:gd name="connsiteY132" fmla="*/ 139419 h 345720"/>
                <a:gd name="connsiteX133" fmla="*/ 79877 w 345838"/>
                <a:gd name="connsiteY133" fmla="*/ 150570 h 345720"/>
                <a:gd name="connsiteX134" fmla="*/ 68805 w 345838"/>
                <a:gd name="connsiteY134" fmla="*/ 161715 h 345720"/>
                <a:gd name="connsiteX135" fmla="*/ 57732 w 345838"/>
                <a:gd name="connsiteY135" fmla="*/ 150570 h 345720"/>
                <a:gd name="connsiteX136" fmla="*/ 68805 w 345838"/>
                <a:gd name="connsiteY136" fmla="*/ 139419 h 345720"/>
                <a:gd name="connsiteX137" fmla="*/ 68805 w 345838"/>
                <a:gd name="connsiteY137" fmla="*/ 172860 h 345720"/>
                <a:gd name="connsiteX138" fmla="*/ 90955 w 345838"/>
                <a:gd name="connsiteY138" fmla="*/ 150570 h 345720"/>
                <a:gd name="connsiteX139" fmla="*/ 68805 w 345838"/>
                <a:gd name="connsiteY139" fmla="*/ 128274 h 345720"/>
                <a:gd name="connsiteX140" fmla="*/ 46654 w 345838"/>
                <a:gd name="connsiteY140" fmla="*/ 150570 h 345720"/>
                <a:gd name="connsiteX141" fmla="*/ 68805 w 345838"/>
                <a:gd name="connsiteY141" fmla="*/ 172860 h 345720"/>
                <a:gd name="connsiteX142" fmla="*/ 30025 w 345838"/>
                <a:gd name="connsiteY142" fmla="*/ 211926 h 345720"/>
                <a:gd name="connsiteX143" fmla="*/ 48585 w 345838"/>
                <a:gd name="connsiteY143" fmla="*/ 217522 h 345720"/>
                <a:gd name="connsiteX144" fmla="*/ 30025 w 345838"/>
                <a:gd name="connsiteY144" fmla="*/ 223072 h 345720"/>
                <a:gd name="connsiteX145" fmla="*/ 16514 w 345838"/>
                <a:gd name="connsiteY145" fmla="*/ 217481 h 345720"/>
                <a:gd name="connsiteX146" fmla="*/ 30025 w 345838"/>
                <a:gd name="connsiteY146" fmla="*/ 211926 h 345720"/>
                <a:gd name="connsiteX147" fmla="*/ 30025 w 345838"/>
                <a:gd name="connsiteY147" fmla="*/ 234217 h 345720"/>
                <a:gd name="connsiteX148" fmla="*/ 61628 w 345838"/>
                <a:gd name="connsiteY148" fmla="*/ 221443 h 345720"/>
                <a:gd name="connsiteX149" fmla="*/ 65565 w 345838"/>
                <a:gd name="connsiteY149" fmla="*/ 217481 h 345720"/>
                <a:gd name="connsiteX150" fmla="*/ 61628 w 345838"/>
                <a:gd name="connsiteY150" fmla="*/ 213520 h 345720"/>
                <a:gd name="connsiteX151" fmla="*/ 30025 w 345838"/>
                <a:gd name="connsiteY151" fmla="*/ 200746 h 345720"/>
                <a:gd name="connsiteX152" fmla="*/ 3937 w 345838"/>
                <a:gd name="connsiteY152" fmla="*/ 213520 h 345720"/>
                <a:gd name="connsiteX153" fmla="*/ 0 w 345838"/>
                <a:gd name="connsiteY153" fmla="*/ 217440 h 345720"/>
                <a:gd name="connsiteX154" fmla="*/ 3937 w 345838"/>
                <a:gd name="connsiteY154" fmla="*/ 221443 h 345720"/>
                <a:gd name="connsiteX155" fmla="*/ 30025 w 345838"/>
                <a:gd name="connsiteY155" fmla="*/ 234217 h 345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Lst>
              <a:rect l="l" t="t" r="r" b="b"/>
              <a:pathLst>
                <a:path w="345838" h="345720">
                  <a:moveTo>
                    <a:pt x="30025" y="256513"/>
                  </a:moveTo>
                  <a:lnTo>
                    <a:pt x="41097" y="256513"/>
                  </a:lnTo>
                  <a:lnTo>
                    <a:pt x="41097" y="267658"/>
                  </a:lnTo>
                  <a:lnTo>
                    <a:pt x="30025" y="267658"/>
                  </a:lnTo>
                  <a:lnTo>
                    <a:pt x="30025" y="256513"/>
                  </a:lnTo>
                  <a:close/>
                  <a:moveTo>
                    <a:pt x="30025" y="278844"/>
                  </a:moveTo>
                  <a:lnTo>
                    <a:pt x="41097" y="278844"/>
                  </a:lnTo>
                  <a:lnTo>
                    <a:pt x="41097" y="289989"/>
                  </a:lnTo>
                  <a:lnTo>
                    <a:pt x="30025" y="289989"/>
                  </a:lnTo>
                  <a:lnTo>
                    <a:pt x="30025" y="278844"/>
                  </a:lnTo>
                  <a:close/>
                  <a:moveTo>
                    <a:pt x="120323" y="252587"/>
                  </a:moveTo>
                  <a:cubicBezTo>
                    <a:pt x="114340" y="258610"/>
                    <a:pt x="104040" y="260825"/>
                    <a:pt x="97359" y="261640"/>
                  </a:cubicBezTo>
                  <a:cubicBezTo>
                    <a:pt x="98748" y="252704"/>
                    <a:pt x="101723" y="239268"/>
                    <a:pt x="106697" y="231732"/>
                  </a:cubicBezTo>
                  <a:cubicBezTo>
                    <a:pt x="113026" y="222181"/>
                    <a:pt x="126496" y="219034"/>
                    <a:pt x="134525" y="217985"/>
                  </a:cubicBezTo>
                  <a:cubicBezTo>
                    <a:pt x="132785" y="228199"/>
                    <a:pt x="128577" y="244278"/>
                    <a:pt x="120323" y="252587"/>
                  </a:cubicBezTo>
                  <a:close/>
                  <a:moveTo>
                    <a:pt x="140848" y="206336"/>
                  </a:moveTo>
                  <a:cubicBezTo>
                    <a:pt x="139615" y="206336"/>
                    <a:pt x="110017" y="206571"/>
                    <a:pt x="97440" y="225562"/>
                  </a:cubicBezTo>
                  <a:cubicBezTo>
                    <a:pt x="88062" y="239695"/>
                    <a:pt x="85555" y="266064"/>
                    <a:pt x="85439" y="267154"/>
                  </a:cubicBezTo>
                  <a:lnTo>
                    <a:pt x="84898" y="273248"/>
                  </a:lnTo>
                  <a:lnTo>
                    <a:pt x="90996" y="273248"/>
                  </a:lnTo>
                  <a:cubicBezTo>
                    <a:pt x="91999" y="273248"/>
                    <a:pt x="115614" y="273095"/>
                    <a:pt x="128156" y="260474"/>
                  </a:cubicBezTo>
                  <a:cubicBezTo>
                    <a:pt x="143552" y="244975"/>
                    <a:pt x="146290" y="213714"/>
                    <a:pt x="146370" y="212395"/>
                  </a:cubicBezTo>
                  <a:lnTo>
                    <a:pt x="146872" y="206377"/>
                  </a:lnTo>
                  <a:lnTo>
                    <a:pt x="140848" y="206336"/>
                  </a:lnTo>
                  <a:close/>
                  <a:moveTo>
                    <a:pt x="164123" y="239772"/>
                  </a:moveTo>
                  <a:cubicBezTo>
                    <a:pt x="165512" y="235775"/>
                    <a:pt x="168637" y="230765"/>
                    <a:pt x="175697" y="228392"/>
                  </a:cubicBezTo>
                  <a:lnTo>
                    <a:pt x="230340" y="211891"/>
                  </a:lnTo>
                  <a:lnTo>
                    <a:pt x="261944" y="211891"/>
                  </a:lnTo>
                  <a:lnTo>
                    <a:pt x="316396" y="228316"/>
                  </a:lnTo>
                  <a:cubicBezTo>
                    <a:pt x="323532" y="230724"/>
                    <a:pt x="326696" y="235775"/>
                    <a:pt x="328126" y="239772"/>
                  </a:cubicBezTo>
                  <a:lnTo>
                    <a:pt x="164123" y="239772"/>
                  </a:lnTo>
                  <a:close/>
                  <a:moveTo>
                    <a:pt x="235049" y="178450"/>
                  </a:moveTo>
                  <a:lnTo>
                    <a:pt x="257200" y="178450"/>
                  </a:lnTo>
                  <a:lnTo>
                    <a:pt x="257200" y="200940"/>
                  </a:lnTo>
                  <a:lnTo>
                    <a:pt x="235049" y="200781"/>
                  </a:lnTo>
                  <a:lnTo>
                    <a:pt x="235049" y="178450"/>
                  </a:lnTo>
                  <a:close/>
                  <a:moveTo>
                    <a:pt x="235049" y="22290"/>
                  </a:moveTo>
                  <a:cubicBezTo>
                    <a:pt x="235049" y="16155"/>
                    <a:pt x="240029" y="11145"/>
                    <a:pt x="246122" y="11145"/>
                  </a:cubicBezTo>
                  <a:cubicBezTo>
                    <a:pt x="252220" y="11145"/>
                    <a:pt x="257200" y="16155"/>
                    <a:pt x="257200" y="22290"/>
                  </a:cubicBezTo>
                  <a:lnTo>
                    <a:pt x="257200" y="167264"/>
                  </a:lnTo>
                  <a:lnTo>
                    <a:pt x="235049" y="167264"/>
                  </a:lnTo>
                  <a:lnTo>
                    <a:pt x="235049" y="22290"/>
                  </a:lnTo>
                  <a:close/>
                  <a:moveTo>
                    <a:pt x="335498" y="250958"/>
                  </a:moveTo>
                  <a:lnTo>
                    <a:pt x="340357" y="250958"/>
                  </a:lnTo>
                  <a:lnTo>
                    <a:pt x="340357" y="245368"/>
                  </a:lnTo>
                  <a:cubicBezTo>
                    <a:pt x="340357" y="238184"/>
                    <a:pt x="336074" y="223189"/>
                    <a:pt x="319791" y="217716"/>
                  </a:cubicBezTo>
                  <a:lnTo>
                    <a:pt x="268313" y="202182"/>
                  </a:lnTo>
                  <a:lnTo>
                    <a:pt x="268313" y="22290"/>
                  </a:lnTo>
                  <a:cubicBezTo>
                    <a:pt x="268313" y="9979"/>
                    <a:pt x="258359" y="0"/>
                    <a:pt x="246162" y="0"/>
                  </a:cubicBezTo>
                  <a:cubicBezTo>
                    <a:pt x="233931" y="0"/>
                    <a:pt x="224011" y="10020"/>
                    <a:pt x="224011" y="22290"/>
                  </a:cubicBezTo>
                  <a:lnTo>
                    <a:pt x="224011" y="202410"/>
                  </a:lnTo>
                  <a:lnTo>
                    <a:pt x="172377" y="217792"/>
                  </a:lnTo>
                  <a:cubicBezTo>
                    <a:pt x="156250" y="223189"/>
                    <a:pt x="151967" y="238219"/>
                    <a:pt x="151967" y="245368"/>
                  </a:cubicBezTo>
                  <a:lnTo>
                    <a:pt x="151967" y="250958"/>
                  </a:lnTo>
                  <a:lnTo>
                    <a:pt x="156826" y="250958"/>
                  </a:lnTo>
                  <a:lnTo>
                    <a:pt x="146411" y="339503"/>
                  </a:lnTo>
                  <a:lnTo>
                    <a:pt x="157408" y="340821"/>
                  </a:lnTo>
                  <a:lnTo>
                    <a:pt x="167939" y="250958"/>
                  </a:lnTo>
                  <a:lnTo>
                    <a:pt x="173766" y="250958"/>
                  </a:lnTo>
                  <a:lnTo>
                    <a:pt x="168556" y="339855"/>
                  </a:lnTo>
                  <a:lnTo>
                    <a:pt x="179634" y="340511"/>
                  </a:lnTo>
                  <a:lnTo>
                    <a:pt x="184879" y="250958"/>
                  </a:lnTo>
                  <a:lnTo>
                    <a:pt x="190747" y="250958"/>
                  </a:lnTo>
                  <a:lnTo>
                    <a:pt x="190747" y="340165"/>
                  </a:lnTo>
                  <a:lnTo>
                    <a:pt x="201820" y="340165"/>
                  </a:lnTo>
                  <a:lnTo>
                    <a:pt x="201820" y="250958"/>
                  </a:lnTo>
                  <a:lnTo>
                    <a:pt x="207382" y="250958"/>
                  </a:lnTo>
                  <a:lnTo>
                    <a:pt x="207382" y="340165"/>
                  </a:lnTo>
                  <a:lnTo>
                    <a:pt x="218414" y="340165"/>
                  </a:lnTo>
                  <a:lnTo>
                    <a:pt x="218414" y="250958"/>
                  </a:lnTo>
                  <a:lnTo>
                    <a:pt x="223971" y="250958"/>
                  </a:lnTo>
                  <a:lnTo>
                    <a:pt x="223971" y="340165"/>
                  </a:lnTo>
                  <a:lnTo>
                    <a:pt x="235049" y="340165"/>
                  </a:lnTo>
                  <a:lnTo>
                    <a:pt x="235049" y="250958"/>
                  </a:lnTo>
                  <a:lnTo>
                    <a:pt x="240605" y="250958"/>
                  </a:lnTo>
                  <a:lnTo>
                    <a:pt x="240605" y="340165"/>
                  </a:lnTo>
                  <a:lnTo>
                    <a:pt x="251678" y="340165"/>
                  </a:lnTo>
                  <a:lnTo>
                    <a:pt x="251678" y="250958"/>
                  </a:lnTo>
                  <a:lnTo>
                    <a:pt x="257235" y="250958"/>
                  </a:lnTo>
                  <a:lnTo>
                    <a:pt x="257235" y="340165"/>
                  </a:lnTo>
                  <a:lnTo>
                    <a:pt x="268313" y="340165"/>
                  </a:lnTo>
                  <a:lnTo>
                    <a:pt x="268313" y="250958"/>
                  </a:lnTo>
                  <a:lnTo>
                    <a:pt x="273869" y="250958"/>
                  </a:lnTo>
                  <a:lnTo>
                    <a:pt x="273869" y="340165"/>
                  </a:lnTo>
                  <a:lnTo>
                    <a:pt x="284942" y="340165"/>
                  </a:lnTo>
                  <a:lnTo>
                    <a:pt x="284942" y="250958"/>
                  </a:lnTo>
                  <a:lnTo>
                    <a:pt x="290504" y="250958"/>
                  </a:lnTo>
                  <a:lnTo>
                    <a:pt x="290504" y="340165"/>
                  </a:lnTo>
                  <a:lnTo>
                    <a:pt x="301577" y="340165"/>
                  </a:lnTo>
                  <a:lnTo>
                    <a:pt x="301577" y="250958"/>
                  </a:lnTo>
                  <a:lnTo>
                    <a:pt x="307445" y="250958"/>
                  </a:lnTo>
                  <a:lnTo>
                    <a:pt x="312690" y="340511"/>
                  </a:lnTo>
                  <a:lnTo>
                    <a:pt x="323768" y="339855"/>
                  </a:lnTo>
                  <a:lnTo>
                    <a:pt x="318517" y="250958"/>
                  </a:lnTo>
                  <a:lnTo>
                    <a:pt x="324344" y="250958"/>
                  </a:lnTo>
                  <a:lnTo>
                    <a:pt x="334841" y="340821"/>
                  </a:lnTo>
                  <a:lnTo>
                    <a:pt x="345838" y="339503"/>
                  </a:lnTo>
                  <a:lnTo>
                    <a:pt x="335498" y="250958"/>
                  </a:lnTo>
                  <a:close/>
                  <a:moveTo>
                    <a:pt x="102068" y="312279"/>
                  </a:moveTo>
                  <a:lnTo>
                    <a:pt x="140848" y="312279"/>
                  </a:lnTo>
                  <a:lnTo>
                    <a:pt x="140848" y="323424"/>
                  </a:lnTo>
                  <a:lnTo>
                    <a:pt x="102068" y="323424"/>
                  </a:lnTo>
                  <a:lnTo>
                    <a:pt x="102068" y="312279"/>
                  </a:lnTo>
                  <a:close/>
                  <a:moveTo>
                    <a:pt x="13390" y="323424"/>
                  </a:moveTo>
                  <a:cubicBezTo>
                    <a:pt x="13390" y="317289"/>
                    <a:pt x="18370" y="312279"/>
                    <a:pt x="24468" y="312279"/>
                  </a:cubicBezTo>
                  <a:lnTo>
                    <a:pt x="52170" y="312279"/>
                  </a:lnTo>
                  <a:cubicBezTo>
                    <a:pt x="61317" y="312279"/>
                    <a:pt x="68805" y="304785"/>
                    <a:pt x="68805" y="295544"/>
                  </a:cubicBezTo>
                  <a:cubicBezTo>
                    <a:pt x="68805" y="286338"/>
                    <a:pt x="61357" y="278803"/>
                    <a:pt x="52170" y="278803"/>
                  </a:cubicBezTo>
                  <a:lnTo>
                    <a:pt x="52170" y="289948"/>
                  </a:lnTo>
                  <a:cubicBezTo>
                    <a:pt x="55226" y="289932"/>
                    <a:pt x="57716" y="292437"/>
                    <a:pt x="57732" y="295544"/>
                  </a:cubicBezTo>
                  <a:cubicBezTo>
                    <a:pt x="57732" y="295544"/>
                    <a:pt x="57732" y="295544"/>
                    <a:pt x="57732" y="295544"/>
                  </a:cubicBezTo>
                  <a:cubicBezTo>
                    <a:pt x="57732" y="298649"/>
                    <a:pt x="55259" y="301134"/>
                    <a:pt x="52170" y="301134"/>
                  </a:cubicBezTo>
                  <a:lnTo>
                    <a:pt x="24468" y="301134"/>
                  </a:lnTo>
                  <a:cubicBezTo>
                    <a:pt x="12271" y="301134"/>
                    <a:pt x="2317" y="311154"/>
                    <a:pt x="2317" y="323424"/>
                  </a:cubicBezTo>
                  <a:cubicBezTo>
                    <a:pt x="2317" y="335735"/>
                    <a:pt x="12271" y="345720"/>
                    <a:pt x="24468" y="345720"/>
                  </a:cubicBezTo>
                  <a:lnTo>
                    <a:pt x="135292" y="345720"/>
                  </a:lnTo>
                  <a:lnTo>
                    <a:pt x="135292" y="334569"/>
                  </a:lnTo>
                  <a:lnTo>
                    <a:pt x="24503" y="334569"/>
                  </a:lnTo>
                  <a:cubicBezTo>
                    <a:pt x="18426" y="334631"/>
                    <a:pt x="13451" y="329673"/>
                    <a:pt x="13390" y="323495"/>
                  </a:cubicBezTo>
                  <a:cubicBezTo>
                    <a:pt x="13390" y="323471"/>
                    <a:pt x="13390" y="323448"/>
                    <a:pt x="13390" y="323424"/>
                  </a:cubicBezTo>
                  <a:close/>
                  <a:moveTo>
                    <a:pt x="115925" y="97593"/>
                  </a:moveTo>
                  <a:cubicBezTo>
                    <a:pt x="118979" y="97580"/>
                    <a:pt x="121466" y="100084"/>
                    <a:pt x="121481" y="103189"/>
                  </a:cubicBezTo>
                  <a:cubicBezTo>
                    <a:pt x="121462" y="106291"/>
                    <a:pt x="118977" y="108792"/>
                    <a:pt x="115925" y="108779"/>
                  </a:cubicBezTo>
                  <a:cubicBezTo>
                    <a:pt x="112882" y="108808"/>
                    <a:pt x="110392" y="106324"/>
                    <a:pt x="110363" y="103230"/>
                  </a:cubicBezTo>
                  <a:cubicBezTo>
                    <a:pt x="110363" y="103216"/>
                    <a:pt x="110363" y="103202"/>
                    <a:pt x="110363" y="103189"/>
                  </a:cubicBezTo>
                  <a:cubicBezTo>
                    <a:pt x="110379" y="100082"/>
                    <a:pt x="112869" y="97577"/>
                    <a:pt x="115925" y="97593"/>
                  </a:cubicBezTo>
                  <a:cubicBezTo>
                    <a:pt x="115925" y="97593"/>
                    <a:pt x="115925" y="97593"/>
                    <a:pt x="115925" y="97593"/>
                  </a:cubicBezTo>
                  <a:close/>
                  <a:moveTo>
                    <a:pt x="115925" y="119889"/>
                  </a:moveTo>
                  <a:cubicBezTo>
                    <a:pt x="125067" y="119889"/>
                    <a:pt x="132554" y="112394"/>
                    <a:pt x="132554" y="103148"/>
                  </a:cubicBezTo>
                  <a:cubicBezTo>
                    <a:pt x="132554" y="93907"/>
                    <a:pt x="125107" y="86412"/>
                    <a:pt x="115925" y="86412"/>
                  </a:cubicBezTo>
                  <a:cubicBezTo>
                    <a:pt x="106737" y="86412"/>
                    <a:pt x="99290" y="93907"/>
                    <a:pt x="99290" y="103148"/>
                  </a:cubicBezTo>
                  <a:cubicBezTo>
                    <a:pt x="99290" y="112394"/>
                    <a:pt x="106737" y="119889"/>
                    <a:pt x="115925" y="119889"/>
                  </a:cubicBezTo>
                  <a:close/>
                  <a:moveTo>
                    <a:pt x="68805" y="139419"/>
                  </a:moveTo>
                  <a:cubicBezTo>
                    <a:pt x="74903" y="139419"/>
                    <a:pt x="79877" y="144429"/>
                    <a:pt x="79877" y="150570"/>
                  </a:cubicBezTo>
                  <a:cubicBezTo>
                    <a:pt x="79833" y="156750"/>
                    <a:pt x="74884" y="161731"/>
                    <a:pt x="68805" y="161715"/>
                  </a:cubicBezTo>
                  <a:cubicBezTo>
                    <a:pt x="62725" y="161731"/>
                    <a:pt x="57776" y="156750"/>
                    <a:pt x="57732" y="150570"/>
                  </a:cubicBezTo>
                  <a:cubicBezTo>
                    <a:pt x="57732" y="144429"/>
                    <a:pt x="62706" y="139419"/>
                    <a:pt x="68805" y="139419"/>
                  </a:cubicBezTo>
                  <a:close/>
                  <a:moveTo>
                    <a:pt x="68805" y="172860"/>
                  </a:moveTo>
                  <a:cubicBezTo>
                    <a:pt x="81036" y="172860"/>
                    <a:pt x="90955" y="162840"/>
                    <a:pt x="90955" y="150570"/>
                  </a:cubicBezTo>
                  <a:cubicBezTo>
                    <a:pt x="90955" y="138294"/>
                    <a:pt x="81001" y="128274"/>
                    <a:pt x="68805" y="128274"/>
                  </a:cubicBezTo>
                  <a:cubicBezTo>
                    <a:pt x="56608" y="128274"/>
                    <a:pt x="46654" y="138294"/>
                    <a:pt x="46654" y="150570"/>
                  </a:cubicBezTo>
                  <a:cubicBezTo>
                    <a:pt x="46654" y="162840"/>
                    <a:pt x="56608" y="172860"/>
                    <a:pt x="68805" y="172860"/>
                  </a:cubicBezTo>
                  <a:close/>
                  <a:moveTo>
                    <a:pt x="30025" y="211926"/>
                  </a:moveTo>
                  <a:cubicBezTo>
                    <a:pt x="37858" y="211926"/>
                    <a:pt x="44377" y="214921"/>
                    <a:pt x="48585" y="217522"/>
                  </a:cubicBezTo>
                  <a:cubicBezTo>
                    <a:pt x="44417" y="220124"/>
                    <a:pt x="37933" y="223072"/>
                    <a:pt x="30025" y="223072"/>
                  </a:cubicBezTo>
                  <a:cubicBezTo>
                    <a:pt x="25431" y="223072"/>
                    <a:pt x="20295" y="220241"/>
                    <a:pt x="16514" y="217481"/>
                  </a:cubicBezTo>
                  <a:cubicBezTo>
                    <a:pt x="20295" y="214763"/>
                    <a:pt x="25431" y="211926"/>
                    <a:pt x="30025" y="211926"/>
                  </a:cubicBezTo>
                  <a:close/>
                  <a:moveTo>
                    <a:pt x="30025" y="234217"/>
                  </a:moveTo>
                  <a:cubicBezTo>
                    <a:pt x="48740" y="234217"/>
                    <a:pt x="61127" y="221946"/>
                    <a:pt x="61628" y="221443"/>
                  </a:cubicBezTo>
                  <a:lnTo>
                    <a:pt x="65565" y="217481"/>
                  </a:lnTo>
                  <a:lnTo>
                    <a:pt x="61628" y="213520"/>
                  </a:lnTo>
                  <a:cubicBezTo>
                    <a:pt x="61087" y="212975"/>
                    <a:pt x="48700" y="200746"/>
                    <a:pt x="30025" y="200746"/>
                  </a:cubicBezTo>
                  <a:cubicBezTo>
                    <a:pt x="17015" y="200746"/>
                    <a:pt x="5245" y="212237"/>
                    <a:pt x="3937" y="213520"/>
                  </a:cubicBezTo>
                  <a:lnTo>
                    <a:pt x="0" y="217440"/>
                  </a:lnTo>
                  <a:lnTo>
                    <a:pt x="3937" y="221443"/>
                  </a:lnTo>
                  <a:cubicBezTo>
                    <a:pt x="5245" y="222726"/>
                    <a:pt x="17015" y="234217"/>
                    <a:pt x="30025" y="234217"/>
                  </a:cubicBezTo>
                  <a:close/>
                </a:path>
              </a:pathLst>
            </a:custGeom>
            <a:solidFill>
              <a:schemeClr val="accent1"/>
            </a:solidFill>
            <a:ln w="329" cap="flat">
              <a:noFill/>
              <a:prstDash val="solid"/>
              <a:miter/>
            </a:ln>
          </p:spPr>
          <p:txBody>
            <a:bodyPr rtlCol="0" anchor="ctr"/>
            <a:lstStyle/>
            <a:p>
              <a:endParaRPr lang="zh-CN" altLang="en-US"/>
            </a:p>
          </p:txBody>
        </p:sp>
      </p:grpSp>
      <p:sp>
        <p:nvSpPr>
          <p:cNvPr id="156" name="文本框 155">
            <a:extLst>
              <a:ext uri="{FF2B5EF4-FFF2-40B4-BE49-F238E27FC236}">
                <a16:creationId xmlns:a16="http://schemas.microsoft.com/office/drawing/2014/main" id="{2AAA05D0-F234-9226-404D-157CDBFBD303}"/>
              </a:ext>
            </a:extLst>
          </p:cNvPr>
          <p:cNvSpPr txBox="1">
            <a:spLocks/>
          </p:cNvSpPr>
          <p:nvPr/>
        </p:nvSpPr>
        <p:spPr>
          <a:xfrm>
            <a:off x="4509664" y="1568285"/>
            <a:ext cx="449686" cy="4496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grpSp>
        <p:nvGrpSpPr>
          <p:cNvPr id="155" name="组合 154">
            <a:extLst>
              <a:ext uri="{FF2B5EF4-FFF2-40B4-BE49-F238E27FC236}">
                <a16:creationId xmlns:a16="http://schemas.microsoft.com/office/drawing/2014/main" id="{289A4AB1-2B79-1CBC-0F52-24CBC7869F2A}"/>
              </a:ext>
            </a:extLst>
          </p:cNvPr>
          <p:cNvGrpSpPr/>
          <p:nvPr/>
        </p:nvGrpSpPr>
        <p:grpSpPr>
          <a:xfrm>
            <a:off x="4623608" y="1697277"/>
            <a:ext cx="221798" cy="191702"/>
            <a:chOff x="3061830" y="472969"/>
            <a:chExt cx="1666875" cy="1440690"/>
          </a:xfrm>
          <a:solidFill>
            <a:schemeClr val="tx2"/>
          </a:solidFill>
        </p:grpSpPr>
        <p:sp>
          <p:nvSpPr>
            <p:cNvPr id="153" name="任意多边形: 形状 152">
              <a:extLst>
                <a:ext uri="{FF2B5EF4-FFF2-40B4-BE49-F238E27FC236}">
                  <a16:creationId xmlns:a16="http://schemas.microsoft.com/office/drawing/2014/main" id="{8FF8F83F-8EC7-BB0E-6C9A-8E7AE8EADD54}"/>
                </a:ext>
              </a:extLst>
            </p:cNvPr>
            <p:cNvSpPr/>
            <p:nvPr/>
          </p:nvSpPr>
          <p:spPr>
            <a:xfrm>
              <a:off x="3279305" y="472969"/>
              <a:ext cx="1238436" cy="1253910"/>
            </a:xfrm>
            <a:custGeom>
              <a:avLst/>
              <a:gdLst>
                <a:gd name="connsiteX0" fmla="*/ 47811 w 1238436"/>
                <a:gd name="connsiteY0" fmla="*/ 1252608 h 1253910"/>
                <a:gd name="connsiteX1" fmla="*/ 79251 w 1238436"/>
                <a:gd name="connsiteY1" fmla="*/ 1239586 h 1253910"/>
                <a:gd name="connsiteX2" fmla="*/ 92273 w 1238436"/>
                <a:gd name="connsiteY2" fmla="*/ 1208146 h 1253910"/>
                <a:gd name="connsiteX3" fmla="*/ 92273 w 1238436"/>
                <a:gd name="connsiteY3" fmla="*/ 177139 h 1253910"/>
                <a:gd name="connsiteX4" fmla="*/ 180268 w 1238436"/>
                <a:gd name="connsiteY4" fmla="*/ 88028 h 1253910"/>
                <a:gd name="connsiteX5" fmla="*/ 543409 w 1238436"/>
                <a:gd name="connsiteY5" fmla="*/ 88028 h 1253910"/>
                <a:gd name="connsiteX6" fmla="*/ 606475 w 1238436"/>
                <a:gd name="connsiteY6" fmla="*/ 114073 h 1253910"/>
                <a:gd name="connsiteX7" fmla="*/ 632520 w 1238436"/>
                <a:gd name="connsiteY7" fmla="*/ 177139 h 1253910"/>
                <a:gd name="connsiteX8" fmla="*/ 632520 w 1238436"/>
                <a:gd name="connsiteY8" fmla="*/ 1209076 h 1253910"/>
                <a:gd name="connsiteX9" fmla="*/ 676610 w 1238436"/>
                <a:gd name="connsiteY9" fmla="*/ 1253167 h 1253910"/>
                <a:gd name="connsiteX10" fmla="*/ 720700 w 1238436"/>
                <a:gd name="connsiteY10" fmla="*/ 1209076 h 1253910"/>
                <a:gd name="connsiteX11" fmla="*/ 720700 w 1238436"/>
                <a:gd name="connsiteY11" fmla="*/ 380475 h 1253910"/>
                <a:gd name="connsiteX12" fmla="*/ 737071 w 1238436"/>
                <a:gd name="connsiteY12" fmla="*/ 368569 h 1253910"/>
                <a:gd name="connsiteX13" fmla="*/ 784882 w 1238436"/>
                <a:gd name="connsiteY13" fmla="*/ 347919 h 1253910"/>
                <a:gd name="connsiteX14" fmla="*/ 1087190 w 1238436"/>
                <a:gd name="connsiteY14" fmla="*/ 347919 h 1253910"/>
                <a:gd name="connsiteX15" fmla="*/ 1131838 w 1238436"/>
                <a:gd name="connsiteY15" fmla="*/ 366337 h 1253910"/>
                <a:gd name="connsiteX16" fmla="*/ 1150255 w 1238436"/>
                <a:gd name="connsiteY16" fmla="*/ 410985 h 1253910"/>
                <a:gd name="connsiteX17" fmla="*/ 1150255 w 1238436"/>
                <a:gd name="connsiteY17" fmla="*/ 1187310 h 1253910"/>
                <a:gd name="connsiteX18" fmla="*/ 1194346 w 1238436"/>
                <a:gd name="connsiteY18" fmla="*/ 1231400 h 1253910"/>
                <a:gd name="connsiteX19" fmla="*/ 1238436 w 1238436"/>
                <a:gd name="connsiteY19" fmla="*/ 1187310 h 1253910"/>
                <a:gd name="connsiteX20" fmla="*/ 1238436 w 1238436"/>
                <a:gd name="connsiteY20" fmla="*/ 410985 h 1253910"/>
                <a:gd name="connsiteX21" fmla="*/ 1087376 w 1238436"/>
                <a:gd name="connsiteY21" fmla="*/ 259925 h 1253910"/>
                <a:gd name="connsiteX22" fmla="*/ 779673 w 1238436"/>
                <a:gd name="connsiteY22" fmla="*/ 259925 h 1253910"/>
                <a:gd name="connsiteX23" fmla="*/ 716607 w 1238436"/>
                <a:gd name="connsiteY23" fmla="*/ 274063 h 1253910"/>
                <a:gd name="connsiteX24" fmla="*/ 716607 w 1238436"/>
                <a:gd name="connsiteY24" fmla="*/ 177325 h 1253910"/>
                <a:gd name="connsiteX25" fmla="*/ 543781 w 1238436"/>
                <a:gd name="connsiteY25" fmla="*/ 34 h 1253910"/>
                <a:gd name="connsiteX26" fmla="*/ 180454 w 1238436"/>
                <a:gd name="connsiteY26" fmla="*/ 34 h 1253910"/>
                <a:gd name="connsiteX27" fmla="*/ 53020 w 1238436"/>
                <a:gd name="connsiteY27" fmla="*/ 50821 h 1253910"/>
                <a:gd name="connsiteX28" fmla="*/ 0 w 1238436"/>
                <a:gd name="connsiteY28" fmla="*/ 177325 h 1253910"/>
                <a:gd name="connsiteX29" fmla="*/ 0 w 1238436"/>
                <a:gd name="connsiteY29" fmla="*/ 1209262 h 1253910"/>
                <a:gd name="connsiteX30" fmla="*/ 43532 w 1238436"/>
                <a:gd name="connsiteY30" fmla="*/ 1253911 h 1253910"/>
                <a:gd name="connsiteX31" fmla="*/ 47811 w 1238436"/>
                <a:gd name="connsiteY31" fmla="*/ 1252608 h 125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38436" h="1253910">
                  <a:moveTo>
                    <a:pt x="47811" y="1252608"/>
                  </a:moveTo>
                  <a:cubicBezTo>
                    <a:pt x="59717" y="1252608"/>
                    <a:pt x="71065" y="1247957"/>
                    <a:pt x="79251" y="1239586"/>
                  </a:cubicBezTo>
                  <a:cubicBezTo>
                    <a:pt x="87623" y="1231214"/>
                    <a:pt x="92273" y="1219866"/>
                    <a:pt x="92273" y="1208146"/>
                  </a:cubicBezTo>
                  <a:lnTo>
                    <a:pt x="92273" y="177139"/>
                  </a:lnTo>
                  <a:cubicBezTo>
                    <a:pt x="92273" y="128398"/>
                    <a:pt x="131527" y="88586"/>
                    <a:pt x="180268" y="88028"/>
                  </a:cubicBezTo>
                  <a:lnTo>
                    <a:pt x="543409" y="88028"/>
                  </a:lnTo>
                  <a:cubicBezTo>
                    <a:pt x="567035" y="88028"/>
                    <a:pt x="589731" y="97330"/>
                    <a:pt x="606475" y="114073"/>
                  </a:cubicBezTo>
                  <a:cubicBezTo>
                    <a:pt x="623218" y="130816"/>
                    <a:pt x="632520" y="153513"/>
                    <a:pt x="632520" y="177139"/>
                  </a:cubicBezTo>
                  <a:lnTo>
                    <a:pt x="632520" y="1209076"/>
                  </a:lnTo>
                  <a:cubicBezTo>
                    <a:pt x="632520" y="1233447"/>
                    <a:pt x="652239" y="1253167"/>
                    <a:pt x="676610" y="1253167"/>
                  </a:cubicBezTo>
                  <a:cubicBezTo>
                    <a:pt x="700981" y="1253167"/>
                    <a:pt x="720700" y="1233447"/>
                    <a:pt x="720700" y="1209076"/>
                  </a:cubicBezTo>
                  <a:lnTo>
                    <a:pt x="720700" y="380475"/>
                  </a:lnTo>
                  <a:cubicBezTo>
                    <a:pt x="727025" y="377871"/>
                    <a:pt x="732607" y="373778"/>
                    <a:pt x="737071" y="368569"/>
                  </a:cubicBezTo>
                  <a:cubicBezTo>
                    <a:pt x="749350" y="355175"/>
                    <a:pt x="766837" y="347733"/>
                    <a:pt x="784882" y="347919"/>
                  </a:cubicBezTo>
                  <a:lnTo>
                    <a:pt x="1087190" y="347919"/>
                  </a:lnTo>
                  <a:cubicBezTo>
                    <a:pt x="1103933" y="347919"/>
                    <a:pt x="1119932" y="354617"/>
                    <a:pt x="1131838" y="366337"/>
                  </a:cubicBezTo>
                  <a:cubicBezTo>
                    <a:pt x="1143744" y="378243"/>
                    <a:pt x="1150255" y="394242"/>
                    <a:pt x="1150255" y="410985"/>
                  </a:cubicBezTo>
                  <a:lnTo>
                    <a:pt x="1150255" y="1187310"/>
                  </a:lnTo>
                  <a:cubicBezTo>
                    <a:pt x="1150255" y="1211681"/>
                    <a:pt x="1169975" y="1231400"/>
                    <a:pt x="1194346" y="1231400"/>
                  </a:cubicBezTo>
                  <a:cubicBezTo>
                    <a:pt x="1218716" y="1231400"/>
                    <a:pt x="1238436" y="1211681"/>
                    <a:pt x="1238436" y="1187310"/>
                  </a:cubicBezTo>
                  <a:lnTo>
                    <a:pt x="1238436" y="410985"/>
                  </a:lnTo>
                  <a:cubicBezTo>
                    <a:pt x="1237878" y="327828"/>
                    <a:pt x="1170533" y="260483"/>
                    <a:pt x="1087376" y="259925"/>
                  </a:cubicBezTo>
                  <a:lnTo>
                    <a:pt x="779673" y="259925"/>
                  </a:lnTo>
                  <a:cubicBezTo>
                    <a:pt x="757907" y="260111"/>
                    <a:pt x="736327" y="264948"/>
                    <a:pt x="716607" y="274063"/>
                  </a:cubicBezTo>
                  <a:lnTo>
                    <a:pt x="716607" y="177325"/>
                  </a:lnTo>
                  <a:cubicBezTo>
                    <a:pt x="716607" y="81145"/>
                    <a:pt x="639961" y="2452"/>
                    <a:pt x="543781" y="34"/>
                  </a:cubicBezTo>
                  <a:lnTo>
                    <a:pt x="180454" y="34"/>
                  </a:lnTo>
                  <a:cubicBezTo>
                    <a:pt x="132829" y="-897"/>
                    <a:pt x="86878" y="17521"/>
                    <a:pt x="53020" y="50821"/>
                  </a:cubicBezTo>
                  <a:cubicBezTo>
                    <a:pt x="19108" y="84180"/>
                    <a:pt x="6" y="129756"/>
                    <a:pt x="0" y="177325"/>
                  </a:cubicBezTo>
                  <a:lnTo>
                    <a:pt x="0" y="1209262"/>
                  </a:lnTo>
                  <a:cubicBezTo>
                    <a:pt x="0" y="1233447"/>
                    <a:pt x="19348" y="1253167"/>
                    <a:pt x="43532" y="1253911"/>
                  </a:cubicBezTo>
                  <a:lnTo>
                    <a:pt x="47811" y="1252608"/>
                  </a:lnTo>
                  <a:close/>
                </a:path>
              </a:pathLst>
            </a:custGeom>
            <a:grpFill/>
            <a:ln w="1860" cap="flat">
              <a:noFill/>
              <a:prstDash val="solid"/>
              <a:miter/>
            </a:ln>
          </p:spPr>
          <p:txBody>
            <a:bodyPr rtlCol="0" anchor="ctr"/>
            <a:lstStyle/>
            <a:p>
              <a:endParaRPr lang="zh-CN" altLang="en-US" dirty="0"/>
            </a:p>
          </p:txBody>
        </p:sp>
        <p:sp>
          <p:nvSpPr>
            <p:cNvPr id="154" name="任意多边形: 形状 153">
              <a:extLst>
                <a:ext uri="{FF2B5EF4-FFF2-40B4-BE49-F238E27FC236}">
                  <a16:creationId xmlns:a16="http://schemas.microsoft.com/office/drawing/2014/main" id="{DFE6C01C-F49F-1737-E73D-595BC998FC74}"/>
                </a:ext>
              </a:extLst>
            </p:cNvPr>
            <p:cNvSpPr/>
            <p:nvPr/>
          </p:nvSpPr>
          <p:spPr>
            <a:xfrm>
              <a:off x="3061830" y="706663"/>
              <a:ext cx="1666875" cy="1206996"/>
            </a:xfrm>
            <a:custGeom>
              <a:avLst/>
              <a:gdLst>
                <a:gd name="connsiteX0" fmla="*/ 1565672 w 1666875"/>
                <a:gd name="connsiteY0" fmla="*/ 869900 h 1206996"/>
                <a:gd name="connsiteX1" fmla="*/ 1506885 w 1666875"/>
                <a:gd name="connsiteY1" fmla="*/ 890550 h 1206996"/>
                <a:gd name="connsiteX2" fmla="*/ 1527535 w 1666875"/>
                <a:gd name="connsiteY2" fmla="*/ 949337 h 1206996"/>
                <a:gd name="connsiteX3" fmla="*/ 1578694 w 1666875"/>
                <a:gd name="connsiteY3" fmla="*/ 986358 h 1206996"/>
                <a:gd name="connsiteX4" fmla="*/ 1528651 w 1666875"/>
                <a:gd name="connsiteY4" fmla="*/ 1022263 h 1206996"/>
                <a:gd name="connsiteX5" fmla="*/ 1367917 w 1666875"/>
                <a:gd name="connsiteY5" fmla="*/ 1072121 h 1206996"/>
                <a:gd name="connsiteX6" fmla="*/ 832879 w 1666875"/>
                <a:gd name="connsiteY6" fmla="*/ 1119932 h 1206996"/>
                <a:gd name="connsiteX7" fmla="*/ 298959 w 1666875"/>
                <a:gd name="connsiteY7" fmla="*/ 1071004 h 1206996"/>
                <a:gd name="connsiteX8" fmla="*/ 138038 w 1666875"/>
                <a:gd name="connsiteY8" fmla="*/ 1020961 h 1206996"/>
                <a:gd name="connsiteX9" fmla="*/ 87995 w 1666875"/>
                <a:gd name="connsiteY9" fmla="*/ 985056 h 1206996"/>
                <a:gd name="connsiteX10" fmla="*/ 144549 w 1666875"/>
                <a:gd name="connsiteY10" fmla="*/ 945989 h 1206996"/>
                <a:gd name="connsiteX11" fmla="*/ 176919 w 1666875"/>
                <a:gd name="connsiteY11" fmla="*/ 909898 h 1206996"/>
                <a:gd name="connsiteX12" fmla="*/ 157200 w 1666875"/>
                <a:gd name="connsiteY12" fmla="*/ 865622 h 1206996"/>
                <a:gd name="connsiteX13" fmla="*/ 108645 w 1666875"/>
                <a:gd name="connsiteY13" fmla="*/ 865622 h 1206996"/>
                <a:gd name="connsiteX14" fmla="*/ 0 w 1666875"/>
                <a:gd name="connsiteY14" fmla="*/ 985056 h 1206996"/>
                <a:gd name="connsiteX15" fmla="*/ 265286 w 1666875"/>
                <a:gd name="connsiteY15" fmla="*/ 1153604 h 1206996"/>
                <a:gd name="connsiteX16" fmla="*/ 832879 w 1666875"/>
                <a:gd name="connsiteY16" fmla="*/ 1206810 h 1206996"/>
                <a:gd name="connsiteX17" fmla="*/ 1401589 w 1666875"/>
                <a:gd name="connsiteY17" fmla="*/ 1153604 h 1206996"/>
                <a:gd name="connsiteX18" fmla="*/ 1666875 w 1666875"/>
                <a:gd name="connsiteY18" fmla="*/ 985056 h 1206996"/>
                <a:gd name="connsiteX19" fmla="*/ 1564742 w 1666875"/>
                <a:gd name="connsiteY19" fmla="*/ 868784 h 1206996"/>
                <a:gd name="connsiteX20" fmla="*/ 1565672 w 1666875"/>
                <a:gd name="connsiteY20" fmla="*/ 869900 h 1206996"/>
                <a:gd name="connsiteX21" fmla="*/ 717724 w 1666875"/>
                <a:gd name="connsiteY21" fmla="*/ 0 h 1206996"/>
                <a:gd name="connsiteX22" fmla="*/ 445740 w 1666875"/>
                <a:gd name="connsiteY22" fmla="*/ 0 h 1206996"/>
                <a:gd name="connsiteX23" fmla="*/ 408161 w 1666875"/>
                <a:gd name="connsiteY23" fmla="*/ 44090 h 1206996"/>
                <a:gd name="connsiteX24" fmla="*/ 445740 w 1666875"/>
                <a:gd name="connsiteY24" fmla="*/ 88181 h 1206996"/>
                <a:gd name="connsiteX25" fmla="*/ 717538 w 1666875"/>
                <a:gd name="connsiteY25" fmla="*/ 88181 h 1206996"/>
                <a:gd name="connsiteX26" fmla="*/ 755117 w 1666875"/>
                <a:gd name="connsiteY26" fmla="*/ 44090 h 1206996"/>
                <a:gd name="connsiteX27" fmla="*/ 717724 w 1666875"/>
                <a:gd name="connsiteY27" fmla="*/ 0 h 1206996"/>
                <a:gd name="connsiteX28" fmla="*/ 1216670 w 1666875"/>
                <a:gd name="connsiteY28" fmla="*/ 277192 h 1206996"/>
                <a:gd name="connsiteX29" fmla="*/ 1061145 w 1666875"/>
                <a:gd name="connsiteY29" fmla="*/ 277192 h 1206996"/>
                <a:gd name="connsiteX30" fmla="*/ 1017054 w 1666875"/>
                <a:gd name="connsiteY30" fmla="*/ 321283 h 1206996"/>
                <a:gd name="connsiteX31" fmla="*/ 1061145 w 1666875"/>
                <a:gd name="connsiteY31" fmla="*/ 365373 h 1206996"/>
                <a:gd name="connsiteX32" fmla="*/ 1215554 w 1666875"/>
                <a:gd name="connsiteY32" fmla="*/ 365373 h 1206996"/>
                <a:gd name="connsiteX33" fmla="*/ 1259644 w 1666875"/>
                <a:gd name="connsiteY33" fmla="*/ 321283 h 1206996"/>
                <a:gd name="connsiteX34" fmla="*/ 1215554 w 1666875"/>
                <a:gd name="connsiteY34" fmla="*/ 277192 h 1206996"/>
                <a:gd name="connsiteX35" fmla="*/ 1216670 w 1666875"/>
                <a:gd name="connsiteY35" fmla="*/ 277192 h 1206996"/>
                <a:gd name="connsiteX36" fmla="*/ 1216670 w 1666875"/>
                <a:gd name="connsiteY36" fmla="*/ 484994 h 1206996"/>
                <a:gd name="connsiteX37" fmla="*/ 1061145 w 1666875"/>
                <a:gd name="connsiteY37" fmla="*/ 484994 h 1206996"/>
                <a:gd name="connsiteX38" fmla="*/ 1016868 w 1666875"/>
                <a:gd name="connsiteY38" fmla="*/ 504713 h 1206996"/>
                <a:gd name="connsiteX39" fmla="*/ 1016868 w 1666875"/>
                <a:gd name="connsiteY39" fmla="*/ 553269 h 1206996"/>
                <a:gd name="connsiteX40" fmla="*/ 1061145 w 1666875"/>
                <a:gd name="connsiteY40" fmla="*/ 572988 h 1206996"/>
                <a:gd name="connsiteX41" fmla="*/ 1215554 w 1666875"/>
                <a:gd name="connsiteY41" fmla="*/ 572988 h 1206996"/>
                <a:gd name="connsiteX42" fmla="*/ 1253133 w 1666875"/>
                <a:gd name="connsiteY42" fmla="*/ 528898 h 1206996"/>
                <a:gd name="connsiteX43" fmla="*/ 1215554 w 1666875"/>
                <a:gd name="connsiteY43" fmla="*/ 484808 h 1206996"/>
                <a:gd name="connsiteX44" fmla="*/ 1216670 w 1666875"/>
                <a:gd name="connsiteY44" fmla="*/ 484808 h 1206996"/>
                <a:gd name="connsiteX45" fmla="*/ 1216670 w 1666875"/>
                <a:gd name="connsiteY45" fmla="*/ 692609 h 1206996"/>
                <a:gd name="connsiteX46" fmla="*/ 1061145 w 1666875"/>
                <a:gd name="connsiteY46" fmla="*/ 692609 h 1206996"/>
                <a:gd name="connsiteX47" fmla="*/ 1017054 w 1666875"/>
                <a:gd name="connsiteY47" fmla="*/ 736699 h 1206996"/>
                <a:gd name="connsiteX48" fmla="*/ 1061145 w 1666875"/>
                <a:gd name="connsiteY48" fmla="*/ 780790 h 1206996"/>
                <a:gd name="connsiteX49" fmla="*/ 1215554 w 1666875"/>
                <a:gd name="connsiteY49" fmla="*/ 780790 h 1206996"/>
                <a:gd name="connsiteX50" fmla="*/ 1259644 w 1666875"/>
                <a:gd name="connsiteY50" fmla="*/ 736699 h 1206996"/>
                <a:gd name="connsiteX51" fmla="*/ 1215554 w 1666875"/>
                <a:gd name="connsiteY51" fmla="*/ 692609 h 1206996"/>
                <a:gd name="connsiteX52" fmla="*/ 1216670 w 1666875"/>
                <a:gd name="connsiteY52" fmla="*/ 692609 h 1206996"/>
                <a:gd name="connsiteX53" fmla="*/ 718654 w 1666875"/>
                <a:gd name="connsiteY53" fmla="*/ 496900 h 1206996"/>
                <a:gd name="connsiteX54" fmla="*/ 445740 w 1666875"/>
                <a:gd name="connsiteY54" fmla="*/ 496900 h 1206996"/>
                <a:gd name="connsiteX55" fmla="*/ 408161 w 1666875"/>
                <a:gd name="connsiteY55" fmla="*/ 540990 h 1206996"/>
                <a:gd name="connsiteX56" fmla="*/ 445740 w 1666875"/>
                <a:gd name="connsiteY56" fmla="*/ 585081 h 1206996"/>
                <a:gd name="connsiteX57" fmla="*/ 717538 w 1666875"/>
                <a:gd name="connsiteY57" fmla="*/ 585081 h 1206996"/>
                <a:gd name="connsiteX58" fmla="*/ 755303 w 1666875"/>
                <a:gd name="connsiteY58" fmla="*/ 540990 h 1206996"/>
                <a:gd name="connsiteX59" fmla="*/ 717724 w 1666875"/>
                <a:gd name="connsiteY59" fmla="*/ 496900 h 1206996"/>
                <a:gd name="connsiteX60" fmla="*/ 718654 w 1666875"/>
                <a:gd name="connsiteY60" fmla="*/ 496900 h 1206996"/>
                <a:gd name="connsiteX61" fmla="*/ 718654 w 1666875"/>
                <a:gd name="connsiteY61" fmla="*/ 246869 h 1206996"/>
                <a:gd name="connsiteX62" fmla="*/ 445740 w 1666875"/>
                <a:gd name="connsiteY62" fmla="*/ 246869 h 1206996"/>
                <a:gd name="connsiteX63" fmla="*/ 401650 w 1666875"/>
                <a:gd name="connsiteY63" fmla="*/ 290959 h 1206996"/>
                <a:gd name="connsiteX64" fmla="*/ 445740 w 1666875"/>
                <a:gd name="connsiteY64" fmla="*/ 335049 h 1206996"/>
                <a:gd name="connsiteX65" fmla="*/ 717538 w 1666875"/>
                <a:gd name="connsiteY65" fmla="*/ 335049 h 1206996"/>
                <a:gd name="connsiteX66" fmla="*/ 761628 w 1666875"/>
                <a:gd name="connsiteY66" fmla="*/ 290959 h 1206996"/>
                <a:gd name="connsiteX67" fmla="*/ 717538 w 1666875"/>
                <a:gd name="connsiteY67" fmla="*/ 246869 h 1206996"/>
                <a:gd name="connsiteX68" fmla="*/ 718654 w 1666875"/>
                <a:gd name="connsiteY68" fmla="*/ 246869 h 1206996"/>
                <a:gd name="connsiteX69" fmla="*/ 718654 w 1666875"/>
                <a:gd name="connsiteY69" fmla="*/ 746931 h 1206996"/>
                <a:gd name="connsiteX70" fmla="*/ 445740 w 1666875"/>
                <a:gd name="connsiteY70" fmla="*/ 746931 h 1206996"/>
                <a:gd name="connsiteX71" fmla="*/ 408161 w 1666875"/>
                <a:gd name="connsiteY71" fmla="*/ 791021 h 1206996"/>
                <a:gd name="connsiteX72" fmla="*/ 445740 w 1666875"/>
                <a:gd name="connsiteY72" fmla="*/ 835112 h 1206996"/>
                <a:gd name="connsiteX73" fmla="*/ 717538 w 1666875"/>
                <a:gd name="connsiteY73" fmla="*/ 835112 h 1206996"/>
                <a:gd name="connsiteX74" fmla="*/ 755117 w 1666875"/>
                <a:gd name="connsiteY74" fmla="*/ 791021 h 1206996"/>
                <a:gd name="connsiteX75" fmla="*/ 717538 w 1666875"/>
                <a:gd name="connsiteY75" fmla="*/ 746931 h 1206996"/>
                <a:gd name="connsiteX76" fmla="*/ 718654 w 1666875"/>
                <a:gd name="connsiteY76" fmla="*/ 746931 h 1206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666875" h="1206996">
                  <a:moveTo>
                    <a:pt x="1565672" y="869900"/>
                  </a:moveTo>
                  <a:cubicBezTo>
                    <a:pt x="1543720" y="859296"/>
                    <a:pt x="1517489" y="868598"/>
                    <a:pt x="1506885" y="890550"/>
                  </a:cubicBezTo>
                  <a:cubicBezTo>
                    <a:pt x="1496467" y="912503"/>
                    <a:pt x="1505583" y="938733"/>
                    <a:pt x="1527535" y="949337"/>
                  </a:cubicBezTo>
                  <a:cubicBezTo>
                    <a:pt x="1568835" y="968871"/>
                    <a:pt x="1577578" y="983010"/>
                    <a:pt x="1578694" y="986358"/>
                  </a:cubicBezTo>
                  <a:cubicBezTo>
                    <a:pt x="1579811" y="989707"/>
                    <a:pt x="1568835" y="1002730"/>
                    <a:pt x="1528651" y="1022263"/>
                  </a:cubicBezTo>
                  <a:cubicBezTo>
                    <a:pt x="1477119" y="1044587"/>
                    <a:pt x="1423169" y="1061517"/>
                    <a:pt x="1367917" y="1072121"/>
                  </a:cubicBezTo>
                  <a:cubicBezTo>
                    <a:pt x="1191741" y="1105979"/>
                    <a:pt x="1012403" y="1121978"/>
                    <a:pt x="832879" y="1119932"/>
                  </a:cubicBezTo>
                  <a:cubicBezTo>
                    <a:pt x="653728" y="1121606"/>
                    <a:pt x="474948" y="1105235"/>
                    <a:pt x="298959" y="1071004"/>
                  </a:cubicBezTo>
                  <a:cubicBezTo>
                    <a:pt x="243706" y="1060401"/>
                    <a:pt x="189570" y="1043471"/>
                    <a:pt x="138038" y="1020961"/>
                  </a:cubicBezTo>
                  <a:cubicBezTo>
                    <a:pt x="97854" y="1001427"/>
                    <a:pt x="89111" y="987289"/>
                    <a:pt x="87995" y="985056"/>
                  </a:cubicBezTo>
                  <a:cubicBezTo>
                    <a:pt x="86878" y="982824"/>
                    <a:pt x="103250" y="964406"/>
                    <a:pt x="144549" y="945989"/>
                  </a:cubicBezTo>
                  <a:cubicBezTo>
                    <a:pt x="161479" y="941338"/>
                    <a:pt x="174129" y="927199"/>
                    <a:pt x="176919" y="909898"/>
                  </a:cubicBezTo>
                  <a:cubicBezTo>
                    <a:pt x="179710" y="892597"/>
                    <a:pt x="171896" y="875109"/>
                    <a:pt x="157200" y="865622"/>
                  </a:cubicBezTo>
                  <a:cubicBezTo>
                    <a:pt x="142503" y="856134"/>
                    <a:pt x="123527" y="855948"/>
                    <a:pt x="108645" y="865622"/>
                  </a:cubicBezTo>
                  <a:cubicBezTo>
                    <a:pt x="37021" y="898178"/>
                    <a:pt x="0" y="938361"/>
                    <a:pt x="0" y="985056"/>
                  </a:cubicBezTo>
                  <a:cubicBezTo>
                    <a:pt x="0" y="1057982"/>
                    <a:pt x="87064" y="1113421"/>
                    <a:pt x="265286" y="1153604"/>
                  </a:cubicBezTo>
                  <a:cubicBezTo>
                    <a:pt x="452065" y="1191183"/>
                    <a:pt x="642379" y="1209043"/>
                    <a:pt x="832879" y="1206810"/>
                  </a:cubicBezTo>
                  <a:cubicBezTo>
                    <a:pt x="1023751" y="1209043"/>
                    <a:pt x="1214438" y="1191183"/>
                    <a:pt x="1401589" y="1153604"/>
                  </a:cubicBezTo>
                  <a:cubicBezTo>
                    <a:pt x="1579997" y="1113421"/>
                    <a:pt x="1666875" y="1057982"/>
                    <a:pt x="1666875" y="985056"/>
                  </a:cubicBezTo>
                  <a:cubicBezTo>
                    <a:pt x="1666875" y="940408"/>
                    <a:pt x="1632086" y="901340"/>
                    <a:pt x="1564742" y="868784"/>
                  </a:cubicBezTo>
                  <a:lnTo>
                    <a:pt x="1565672" y="869900"/>
                  </a:lnTo>
                  <a:close/>
                  <a:moveTo>
                    <a:pt x="717724" y="0"/>
                  </a:moveTo>
                  <a:lnTo>
                    <a:pt x="445740" y="0"/>
                  </a:lnTo>
                  <a:cubicBezTo>
                    <a:pt x="423974" y="3349"/>
                    <a:pt x="408161" y="22138"/>
                    <a:pt x="408161" y="44090"/>
                  </a:cubicBezTo>
                  <a:cubicBezTo>
                    <a:pt x="408161" y="66042"/>
                    <a:pt x="424160" y="84646"/>
                    <a:pt x="445740" y="88181"/>
                  </a:cubicBezTo>
                  <a:lnTo>
                    <a:pt x="717538" y="88181"/>
                  </a:lnTo>
                  <a:cubicBezTo>
                    <a:pt x="739304" y="84832"/>
                    <a:pt x="755117" y="66042"/>
                    <a:pt x="755117" y="44090"/>
                  </a:cubicBezTo>
                  <a:cubicBezTo>
                    <a:pt x="755303" y="22138"/>
                    <a:pt x="739304" y="3349"/>
                    <a:pt x="717724" y="0"/>
                  </a:cubicBezTo>
                  <a:close/>
                  <a:moveTo>
                    <a:pt x="1216670" y="277192"/>
                  </a:moveTo>
                  <a:lnTo>
                    <a:pt x="1061145" y="277192"/>
                  </a:lnTo>
                  <a:cubicBezTo>
                    <a:pt x="1036774" y="277192"/>
                    <a:pt x="1017054" y="296912"/>
                    <a:pt x="1017054" y="321283"/>
                  </a:cubicBezTo>
                  <a:cubicBezTo>
                    <a:pt x="1017054" y="345653"/>
                    <a:pt x="1036774" y="365373"/>
                    <a:pt x="1061145" y="365373"/>
                  </a:cubicBezTo>
                  <a:lnTo>
                    <a:pt x="1215554" y="365373"/>
                  </a:lnTo>
                  <a:cubicBezTo>
                    <a:pt x="1239924" y="365373"/>
                    <a:pt x="1259644" y="345653"/>
                    <a:pt x="1259644" y="321283"/>
                  </a:cubicBezTo>
                  <a:cubicBezTo>
                    <a:pt x="1259644" y="296912"/>
                    <a:pt x="1239924" y="277192"/>
                    <a:pt x="1215554" y="277192"/>
                  </a:cubicBezTo>
                  <a:lnTo>
                    <a:pt x="1216670" y="277192"/>
                  </a:lnTo>
                  <a:close/>
                  <a:moveTo>
                    <a:pt x="1216670" y="484994"/>
                  </a:moveTo>
                  <a:lnTo>
                    <a:pt x="1061145" y="484994"/>
                  </a:lnTo>
                  <a:cubicBezTo>
                    <a:pt x="1043843" y="482203"/>
                    <a:pt x="1026356" y="490017"/>
                    <a:pt x="1016868" y="504713"/>
                  </a:cubicBezTo>
                  <a:cubicBezTo>
                    <a:pt x="1007194" y="519410"/>
                    <a:pt x="1007194" y="538572"/>
                    <a:pt x="1016868" y="553269"/>
                  </a:cubicBezTo>
                  <a:cubicBezTo>
                    <a:pt x="1026356" y="567965"/>
                    <a:pt x="1043843" y="575779"/>
                    <a:pt x="1061145" y="572988"/>
                  </a:cubicBezTo>
                  <a:lnTo>
                    <a:pt x="1215554" y="572988"/>
                  </a:lnTo>
                  <a:cubicBezTo>
                    <a:pt x="1237134" y="569640"/>
                    <a:pt x="1253133" y="550850"/>
                    <a:pt x="1253133" y="528898"/>
                  </a:cubicBezTo>
                  <a:cubicBezTo>
                    <a:pt x="1253133" y="506946"/>
                    <a:pt x="1237134" y="488342"/>
                    <a:pt x="1215554" y="484808"/>
                  </a:cubicBezTo>
                  <a:lnTo>
                    <a:pt x="1216670" y="484808"/>
                  </a:lnTo>
                  <a:close/>
                  <a:moveTo>
                    <a:pt x="1216670" y="692609"/>
                  </a:moveTo>
                  <a:lnTo>
                    <a:pt x="1061145" y="692609"/>
                  </a:lnTo>
                  <a:cubicBezTo>
                    <a:pt x="1036774" y="692609"/>
                    <a:pt x="1017054" y="712329"/>
                    <a:pt x="1017054" y="736699"/>
                  </a:cubicBezTo>
                  <a:cubicBezTo>
                    <a:pt x="1017054" y="761070"/>
                    <a:pt x="1036774" y="780790"/>
                    <a:pt x="1061145" y="780790"/>
                  </a:cubicBezTo>
                  <a:lnTo>
                    <a:pt x="1215554" y="780790"/>
                  </a:lnTo>
                  <a:cubicBezTo>
                    <a:pt x="1239924" y="780790"/>
                    <a:pt x="1259644" y="761070"/>
                    <a:pt x="1259644" y="736699"/>
                  </a:cubicBezTo>
                  <a:cubicBezTo>
                    <a:pt x="1259644" y="712329"/>
                    <a:pt x="1239924" y="692609"/>
                    <a:pt x="1215554" y="692609"/>
                  </a:cubicBezTo>
                  <a:lnTo>
                    <a:pt x="1216670" y="692609"/>
                  </a:lnTo>
                  <a:close/>
                  <a:moveTo>
                    <a:pt x="718654" y="496900"/>
                  </a:moveTo>
                  <a:lnTo>
                    <a:pt x="445740" y="496900"/>
                  </a:lnTo>
                  <a:cubicBezTo>
                    <a:pt x="423974" y="500249"/>
                    <a:pt x="408161" y="519038"/>
                    <a:pt x="408161" y="540990"/>
                  </a:cubicBezTo>
                  <a:cubicBezTo>
                    <a:pt x="408161" y="562942"/>
                    <a:pt x="424160" y="581546"/>
                    <a:pt x="445740" y="585081"/>
                  </a:cubicBezTo>
                  <a:lnTo>
                    <a:pt x="717538" y="585081"/>
                  </a:lnTo>
                  <a:cubicBezTo>
                    <a:pt x="739304" y="581546"/>
                    <a:pt x="755303" y="562942"/>
                    <a:pt x="755303" y="540990"/>
                  </a:cubicBezTo>
                  <a:cubicBezTo>
                    <a:pt x="755303" y="519038"/>
                    <a:pt x="739304" y="500435"/>
                    <a:pt x="717724" y="496900"/>
                  </a:cubicBezTo>
                  <a:lnTo>
                    <a:pt x="718654" y="496900"/>
                  </a:lnTo>
                  <a:close/>
                  <a:moveTo>
                    <a:pt x="718654" y="246869"/>
                  </a:moveTo>
                  <a:lnTo>
                    <a:pt x="445740" y="246869"/>
                  </a:lnTo>
                  <a:cubicBezTo>
                    <a:pt x="421370" y="246869"/>
                    <a:pt x="401650" y="266588"/>
                    <a:pt x="401650" y="290959"/>
                  </a:cubicBezTo>
                  <a:cubicBezTo>
                    <a:pt x="401650" y="315330"/>
                    <a:pt x="421370" y="335049"/>
                    <a:pt x="445740" y="335049"/>
                  </a:cubicBezTo>
                  <a:lnTo>
                    <a:pt x="717538" y="335049"/>
                  </a:lnTo>
                  <a:cubicBezTo>
                    <a:pt x="741908" y="335049"/>
                    <a:pt x="761628" y="315330"/>
                    <a:pt x="761628" y="290959"/>
                  </a:cubicBezTo>
                  <a:cubicBezTo>
                    <a:pt x="761628" y="266588"/>
                    <a:pt x="741908" y="246869"/>
                    <a:pt x="717538" y="246869"/>
                  </a:cubicBezTo>
                  <a:lnTo>
                    <a:pt x="718654" y="246869"/>
                  </a:lnTo>
                  <a:close/>
                  <a:moveTo>
                    <a:pt x="718654" y="746931"/>
                  </a:moveTo>
                  <a:lnTo>
                    <a:pt x="445740" y="746931"/>
                  </a:lnTo>
                  <a:cubicBezTo>
                    <a:pt x="423974" y="750280"/>
                    <a:pt x="408161" y="769069"/>
                    <a:pt x="408161" y="791021"/>
                  </a:cubicBezTo>
                  <a:cubicBezTo>
                    <a:pt x="408161" y="812974"/>
                    <a:pt x="424160" y="831577"/>
                    <a:pt x="445740" y="835112"/>
                  </a:cubicBezTo>
                  <a:lnTo>
                    <a:pt x="717538" y="835112"/>
                  </a:lnTo>
                  <a:cubicBezTo>
                    <a:pt x="739304" y="831763"/>
                    <a:pt x="755117" y="812974"/>
                    <a:pt x="755117" y="791021"/>
                  </a:cubicBezTo>
                  <a:cubicBezTo>
                    <a:pt x="755117" y="769069"/>
                    <a:pt x="739118" y="750466"/>
                    <a:pt x="717538" y="746931"/>
                  </a:cubicBezTo>
                  <a:lnTo>
                    <a:pt x="718654" y="746931"/>
                  </a:lnTo>
                  <a:close/>
                </a:path>
              </a:pathLst>
            </a:custGeom>
            <a:grpFill/>
            <a:ln w="1860" cap="flat">
              <a:noFill/>
              <a:prstDash val="solid"/>
              <a:miter/>
            </a:ln>
          </p:spPr>
          <p:txBody>
            <a:bodyPr rtlCol="0" anchor="ctr"/>
            <a:lstStyle/>
            <a:p>
              <a:endParaRPr lang="zh-CN" altLang="en-US"/>
            </a:p>
          </p:txBody>
        </p:sp>
      </p:grpSp>
      <p:sp>
        <p:nvSpPr>
          <p:cNvPr id="157" name="文本框 156">
            <a:extLst>
              <a:ext uri="{FF2B5EF4-FFF2-40B4-BE49-F238E27FC236}">
                <a16:creationId xmlns:a16="http://schemas.microsoft.com/office/drawing/2014/main" id="{3126A5E0-5002-0C59-B161-CCA3C363BB2C}"/>
              </a:ext>
            </a:extLst>
          </p:cNvPr>
          <p:cNvSpPr txBox="1">
            <a:spLocks/>
          </p:cNvSpPr>
          <p:nvPr/>
        </p:nvSpPr>
        <p:spPr>
          <a:xfrm>
            <a:off x="5417987" y="1568285"/>
            <a:ext cx="449686" cy="4496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61" name="文本框 160">
            <a:extLst>
              <a:ext uri="{FF2B5EF4-FFF2-40B4-BE49-F238E27FC236}">
                <a16:creationId xmlns:a16="http://schemas.microsoft.com/office/drawing/2014/main" id="{4BA5BD6E-DA76-399C-F13C-8C3F10BB52E5}"/>
              </a:ext>
            </a:extLst>
          </p:cNvPr>
          <p:cNvSpPr txBox="1">
            <a:spLocks/>
          </p:cNvSpPr>
          <p:nvPr/>
        </p:nvSpPr>
        <p:spPr>
          <a:xfrm>
            <a:off x="6326310" y="1568285"/>
            <a:ext cx="449686" cy="4496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65" name="文本框 164">
            <a:extLst>
              <a:ext uri="{FF2B5EF4-FFF2-40B4-BE49-F238E27FC236}">
                <a16:creationId xmlns:a16="http://schemas.microsoft.com/office/drawing/2014/main" id="{784592DD-0DC5-1019-BE95-4DB8B23F2EAD}"/>
              </a:ext>
            </a:extLst>
          </p:cNvPr>
          <p:cNvSpPr txBox="1">
            <a:spLocks/>
          </p:cNvSpPr>
          <p:nvPr/>
        </p:nvSpPr>
        <p:spPr>
          <a:xfrm>
            <a:off x="7234634" y="1568285"/>
            <a:ext cx="449686" cy="4496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74" name="任意多边形: 形状 173">
            <a:extLst>
              <a:ext uri="{FF2B5EF4-FFF2-40B4-BE49-F238E27FC236}">
                <a16:creationId xmlns:a16="http://schemas.microsoft.com/office/drawing/2014/main" id="{3A03705C-15DB-06BA-BB7B-59C5115155AA}"/>
              </a:ext>
            </a:extLst>
          </p:cNvPr>
          <p:cNvSpPr/>
          <p:nvPr/>
        </p:nvSpPr>
        <p:spPr>
          <a:xfrm>
            <a:off x="5546347" y="1713281"/>
            <a:ext cx="192964" cy="159695"/>
          </a:xfrm>
          <a:custGeom>
            <a:avLst/>
            <a:gdLst>
              <a:gd name="connsiteX0" fmla="*/ 55450 w 192964"/>
              <a:gd name="connsiteY0" fmla="*/ 148605 h 159695"/>
              <a:gd name="connsiteX1" fmla="*/ 139733 w 192964"/>
              <a:gd name="connsiteY1" fmla="*/ 148605 h 159695"/>
              <a:gd name="connsiteX2" fmla="*/ 145278 w 192964"/>
              <a:gd name="connsiteY2" fmla="*/ 154150 h 159695"/>
              <a:gd name="connsiteX3" fmla="*/ 139733 w 192964"/>
              <a:gd name="connsiteY3" fmla="*/ 159695 h 159695"/>
              <a:gd name="connsiteX4" fmla="*/ 55450 w 192964"/>
              <a:gd name="connsiteY4" fmla="*/ 159695 h 159695"/>
              <a:gd name="connsiteX5" fmla="*/ 49905 w 192964"/>
              <a:gd name="connsiteY5" fmla="*/ 154150 h 159695"/>
              <a:gd name="connsiteX6" fmla="*/ 55450 w 192964"/>
              <a:gd name="connsiteY6" fmla="*/ 148605 h 159695"/>
              <a:gd name="connsiteX7" fmla="*/ 128643 w 192964"/>
              <a:gd name="connsiteY7" fmla="*/ 31052 h 159695"/>
              <a:gd name="connsiteX8" fmla="*/ 153041 w 192964"/>
              <a:gd name="connsiteY8" fmla="*/ 31052 h 159695"/>
              <a:gd name="connsiteX9" fmla="*/ 153130 w 192964"/>
              <a:gd name="connsiteY9" fmla="*/ 31053 h 159695"/>
              <a:gd name="connsiteX10" fmla="*/ 158586 w 192964"/>
              <a:gd name="connsiteY10" fmla="*/ 36686 h 159695"/>
              <a:gd name="connsiteX11" fmla="*/ 158586 w 192964"/>
              <a:gd name="connsiteY11" fmla="*/ 61084 h 159695"/>
              <a:gd name="connsiteX12" fmla="*/ 153041 w 192964"/>
              <a:gd name="connsiteY12" fmla="*/ 66628 h 159695"/>
              <a:gd name="connsiteX13" fmla="*/ 147496 w 192964"/>
              <a:gd name="connsiteY13" fmla="*/ 61084 h 159695"/>
              <a:gd name="connsiteX14" fmla="*/ 147496 w 192964"/>
              <a:gd name="connsiteY14" fmla="*/ 49994 h 159695"/>
              <a:gd name="connsiteX15" fmla="*/ 105953 w 192964"/>
              <a:gd name="connsiteY15" fmla="*/ 91536 h 159695"/>
              <a:gd name="connsiteX16" fmla="*/ 98102 w 192964"/>
              <a:gd name="connsiteY16" fmla="*/ 91536 h 159695"/>
              <a:gd name="connsiteX17" fmla="*/ 77386 w 192964"/>
              <a:gd name="connsiteY17" fmla="*/ 70798 h 159695"/>
              <a:gd name="connsiteX18" fmla="*/ 42741 w 192964"/>
              <a:gd name="connsiteY18" fmla="*/ 105443 h 159695"/>
              <a:gd name="connsiteX19" fmla="*/ 34889 w 192964"/>
              <a:gd name="connsiteY19" fmla="*/ 105443 h 159695"/>
              <a:gd name="connsiteX20" fmla="*/ 34889 w 192964"/>
              <a:gd name="connsiteY20" fmla="*/ 97591 h 159695"/>
              <a:gd name="connsiteX21" fmla="*/ 73459 w 192964"/>
              <a:gd name="connsiteY21" fmla="*/ 59109 h 159695"/>
              <a:gd name="connsiteX22" fmla="*/ 81311 w 192964"/>
              <a:gd name="connsiteY22" fmla="*/ 59109 h 159695"/>
              <a:gd name="connsiteX23" fmla="*/ 102027 w 192964"/>
              <a:gd name="connsiteY23" fmla="*/ 79848 h 159695"/>
              <a:gd name="connsiteX24" fmla="*/ 139733 w 192964"/>
              <a:gd name="connsiteY24" fmla="*/ 42142 h 159695"/>
              <a:gd name="connsiteX25" fmla="*/ 128643 w 192964"/>
              <a:gd name="connsiteY25" fmla="*/ 42142 h 159695"/>
              <a:gd name="connsiteX26" fmla="*/ 123098 w 192964"/>
              <a:gd name="connsiteY26" fmla="*/ 36597 h 159695"/>
              <a:gd name="connsiteX27" fmla="*/ 128643 w 192964"/>
              <a:gd name="connsiteY27" fmla="*/ 31052 h 159695"/>
              <a:gd name="connsiteX28" fmla="*/ 27725 w 192964"/>
              <a:gd name="connsiteY28" fmla="*/ 11090 h 159695"/>
              <a:gd name="connsiteX29" fmla="*/ 11090 w 192964"/>
              <a:gd name="connsiteY29" fmla="*/ 27725 h 159695"/>
              <a:gd name="connsiteX30" fmla="*/ 11090 w 192964"/>
              <a:gd name="connsiteY30" fmla="*/ 112008 h 159695"/>
              <a:gd name="connsiteX31" fmla="*/ 27725 w 192964"/>
              <a:gd name="connsiteY31" fmla="*/ 128643 h 159695"/>
              <a:gd name="connsiteX32" fmla="*/ 165240 w 192964"/>
              <a:gd name="connsiteY32" fmla="*/ 128643 h 159695"/>
              <a:gd name="connsiteX33" fmla="*/ 181874 w 192964"/>
              <a:gd name="connsiteY33" fmla="*/ 112008 h 159695"/>
              <a:gd name="connsiteX34" fmla="*/ 181874 w 192964"/>
              <a:gd name="connsiteY34" fmla="*/ 27725 h 159695"/>
              <a:gd name="connsiteX35" fmla="*/ 165240 w 192964"/>
              <a:gd name="connsiteY35" fmla="*/ 11090 h 159695"/>
              <a:gd name="connsiteX36" fmla="*/ 27725 w 192964"/>
              <a:gd name="connsiteY36" fmla="*/ 0 h 159695"/>
              <a:gd name="connsiteX37" fmla="*/ 165240 w 192964"/>
              <a:gd name="connsiteY37" fmla="*/ 0 h 159695"/>
              <a:gd name="connsiteX38" fmla="*/ 192964 w 192964"/>
              <a:gd name="connsiteY38" fmla="*/ 27725 h 159695"/>
              <a:gd name="connsiteX39" fmla="*/ 192964 w 192964"/>
              <a:gd name="connsiteY39" fmla="*/ 112008 h 159695"/>
              <a:gd name="connsiteX40" fmla="*/ 165240 w 192964"/>
              <a:gd name="connsiteY40" fmla="*/ 139733 h 159695"/>
              <a:gd name="connsiteX41" fmla="*/ 27725 w 192964"/>
              <a:gd name="connsiteY41" fmla="*/ 139733 h 159695"/>
              <a:gd name="connsiteX42" fmla="*/ 0 w 192964"/>
              <a:gd name="connsiteY42" fmla="*/ 112008 h 159695"/>
              <a:gd name="connsiteX43" fmla="*/ 0 w 192964"/>
              <a:gd name="connsiteY43" fmla="*/ 27725 h 159695"/>
              <a:gd name="connsiteX44" fmla="*/ 27725 w 192964"/>
              <a:gd name="connsiteY44" fmla="*/ 0 h 159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92964" h="159695">
                <a:moveTo>
                  <a:pt x="55450" y="148605"/>
                </a:moveTo>
                <a:lnTo>
                  <a:pt x="139733" y="148605"/>
                </a:lnTo>
                <a:cubicBezTo>
                  <a:pt x="142795" y="148605"/>
                  <a:pt x="145278" y="151087"/>
                  <a:pt x="145278" y="154150"/>
                </a:cubicBezTo>
                <a:cubicBezTo>
                  <a:pt x="145278" y="157212"/>
                  <a:pt x="142795" y="159695"/>
                  <a:pt x="139733" y="159695"/>
                </a:cubicBezTo>
                <a:lnTo>
                  <a:pt x="55450" y="159695"/>
                </a:lnTo>
                <a:cubicBezTo>
                  <a:pt x="52387" y="159695"/>
                  <a:pt x="49905" y="157212"/>
                  <a:pt x="49905" y="154150"/>
                </a:cubicBezTo>
                <a:cubicBezTo>
                  <a:pt x="49905" y="151087"/>
                  <a:pt x="52387" y="148605"/>
                  <a:pt x="55450" y="148605"/>
                </a:cubicBezTo>
                <a:close/>
                <a:moveTo>
                  <a:pt x="128643" y="31052"/>
                </a:moveTo>
                <a:lnTo>
                  <a:pt x="153041" y="31052"/>
                </a:lnTo>
                <a:cubicBezTo>
                  <a:pt x="153071" y="31052"/>
                  <a:pt x="153100" y="31052"/>
                  <a:pt x="153130" y="31053"/>
                </a:cubicBezTo>
                <a:cubicBezTo>
                  <a:pt x="156192" y="31102"/>
                  <a:pt x="158635" y="33624"/>
                  <a:pt x="158586" y="36686"/>
                </a:cubicBezTo>
                <a:lnTo>
                  <a:pt x="158586" y="61084"/>
                </a:lnTo>
                <a:cubicBezTo>
                  <a:pt x="158586" y="64146"/>
                  <a:pt x="156103" y="66628"/>
                  <a:pt x="153041" y="66628"/>
                </a:cubicBezTo>
                <a:cubicBezTo>
                  <a:pt x="149978" y="66628"/>
                  <a:pt x="147496" y="64146"/>
                  <a:pt x="147496" y="61084"/>
                </a:cubicBezTo>
                <a:lnTo>
                  <a:pt x="147496" y="49994"/>
                </a:lnTo>
                <a:lnTo>
                  <a:pt x="105953" y="91536"/>
                </a:lnTo>
                <a:cubicBezTo>
                  <a:pt x="103777" y="93684"/>
                  <a:pt x="100278" y="93684"/>
                  <a:pt x="98102" y="91536"/>
                </a:cubicBezTo>
                <a:lnTo>
                  <a:pt x="77386" y="70798"/>
                </a:lnTo>
                <a:lnTo>
                  <a:pt x="42741" y="105443"/>
                </a:lnTo>
                <a:cubicBezTo>
                  <a:pt x="40573" y="107611"/>
                  <a:pt x="37057" y="107611"/>
                  <a:pt x="34889" y="105443"/>
                </a:cubicBezTo>
                <a:cubicBezTo>
                  <a:pt x="32721" y="103275"/>
                  <a:pt x="32721" y="99760"/>
                  <a:pt x="34889" y="97591"/>
                </a:cubicBezTo>
                <a:lnTo>
                  <a:pt x="73459" y="59109"/>
                </a:lnTo>
                <a:cubicBezTo>
                  <a:pt x="75636" y="56962"/>
                  <a:pt x="79135" y="56962"/>
                  <a:pt x="81311" y="59109"/>
                </a:cubicBezTo>
                <a:lnTo>
                  <a:pt x="102027" y="79848"/>
                </a:lnTo>
                <a:lnTo>
                  <a:pt x="139733" y="42142"/>
                </a:lnTo>
                <a:lnTo>
                  <a:pt x="128643" y="42142"/>
                </a:lnTo>
                <a:cubicBezTo>
                  <a:pt x="125581" y="42142"/>
                  <a:pt x="123098" y="39659"/>
                  <a:pt x="123098" y="36597"/>
                </a:cubicBezTo>
                <a:cubicBezTo>
                  <a:pt x="123098" y="33535"/>
                  <a:pt x="125581" y="31052"/>
                  <a:pt x="128643" y="31052"/>
                </a:cubicBezTo>
                <a:close/>
                <a:moveTo>
                  <a:pt x="27725" y="11090"/>
                </a:moveTo>
                <a:cubicBezTo>
                  <a:pt x="18538" y="11090"/>
                  <a:pt x="11090" y="18538"/>
                  <a:pt x="11090" y="27725"/>
                </a:cubicBezTo>
                <a:lnTo>
                  <a:pt x="11090" y="112008"/>
                </a:lnTo>
                <a:cubicBezTo>
                  <a:pt x="11090" y="121195"/>
                  <a:pt x="18538" y="128643"/>
                  <a:pt x="27725" y="128643"/>
                </a:cubicBezTo>
                <a:lnTo>
                  <a:pt x="165240" y="128643"/>
                </a:lnTo>
                <a:cubicBezTo>
                  <a:pt x="174427" y="128643"/>
                  <a:pt x="181874" y="121195"/>
                  <a:pt x="181874" y="112008"/>
                </a:cubicBezTo>
                <a:lnTo>
                  <a:pt x="181874" y="27725"/>
                </a:lnTo>
                <a:cubicBezTo>
                  <a:pt x="181874" y="18538"/>
                  <a:pt x="174427" y="11090"/>
                  <a:pt x="165240" y="11090"/>
                </a:cubicBezTo>
                <a:close/>
                <a:moveTo>
                  <a:pt x="27725" y="0"/>
                </a:moveTo>
                <a:lnTo>
                  <a:pt x="165240" y="0"/>
                </a:lnTo>
                <a:cubicBezTo>
                  <a:pt x="180541" y="24"/>
                  <a:pt x="192940" y="12423"/>
                  <a:pt x="192964" y="27725"/>
                </a:cubicBezTo>
                <a:lnTo>
                  <a:pt x="192964" y="112008"/>
                </a:lnTo>
                <a:cubicBezTo>
                  <a:pt x="192940" y="127310"/>
                  <a:pt x="180541" y="139708"/>
                  <a:pt x="165240" y="139733"/>
                </a:cubicBezTo>
                <a:lnTo>
                  <a:pt x="27725" y="139733"/>
                </a:lnTo>
                <a:cubicBezTo>
                  <a:pt x="12423" y="139708"/>
                  <a:pt x="24" y="127310"/>
                  <a:pt x="0" y="112008"/>
                </a:cubicBezTo>
                <a:lnTo>
                  <a:pt x="0" y="27725"/>
                </a:lnTo>
                <a:cubicBezTo>
                  <a:pt x="24" y="12423"/>
                  <a:pt x="12423" y="24"/>
                  <a:pt x="27725" y="0"/>
                </a:cubicBezTo>
                <a:close/>
              </a:path>
            </a:pathLst>
          </a:custGeom>
          <a:solidFill>
            <a:schemeClr val="tx1"/>
          </a:solidFill>
          <a:ln w="214" cap="flat">
            <a:noFill/>
            <a:prstDash val="solid"/>
            <a:miter/>
          </a:ln>
        </p:spPr>
        <p:txBody>
          <a:bodyPr rtlCol="0" anchor="ctr"/>
          <a:lstStyle/>
          <a:p>
            <a:endParaRPr lang="zh-CN" altLang="en-US"/>
          </a:p>
        </p:txBody>
      </p:sp>
      <p:sp>
        <p:nvSpPr>
          <p:cNvPr id="181" name="任意多边形: 形状 180">
            <a:extLst>
              <a:ext uri="{FF2B5EF4-FFF2-40B4-BE49-F238E27FC236}">
                <a16:creationId xmlns:a16="http://schemas.microsoft.com/office/drawing/2014/main" id="{92A52115-0A0B-6C4D-D5A1-D03630E2C9C6}"/>
              </a:ext>
            </a:extLst>
          </p:cNvPr>
          <p:cNvSpPr/>
          <p:nvPr/>
        </p:nvSpPr>
        <p:spPr>
          <a:xfrm>
            <a:off x="6455760" y="1696157"/>
            <a:ext cx="190787" cy="193942"/>
          </a:xfrm>
          <a:custGeom>
            <a:avLst/>
            <a:gdLst>
              <a:gd name="connsiteX0" fmla="*/ 179892 w 190787"/>
              <a:gd name="connsiteY0" fmla="*/ 71109 h 193942"/>
              <a:gd name="connsiteX1" fmla="*/ 186542 w 190787"/>
              <a:gd name="connsiteY1" fmla="*/ 76545 h 193942"/>
              <a:gd name="connsiteX2" fmla="*/ 190787 w 190787"/>
              <a:gd name="connsiteY2" fmla="*/ 137670 h 193942"/>
              <a:gd name="connsiteX3" fmla="*/ 188361 w 190787"/>
              <a:gd name="connsiteY3" fmla="*/ 143106 h 193942"/>
              <a:gd name="connsiteX4" fmla="*/ 135727 w 190787"/>
              <a:gd name="connsiteY4" fmla="*/ 178824 h 193942"/>
              <a:gd name="connsiteX5" fmla="*/ 131482 w 190787"/>
              <a:gd name="connsiteY5" fmla="*/ 189718 h 193942"/>
              <a:gd name="connsiteX6" fmla="*/ 125439 w 190787"/>
              <a:gd name="connsiteY6" fmla="*/ 193942 h 193942"/>
              <a:gd name="connsiteX7" fmla="*/ 123620 w 190787"/>
              <a:gd name="connsiteY7" fmla="*/ 193336 h 193942"/>
              <a:gd name="connsiteX8" fmla="*/ 119981 w 190787"/>
              <a:gd name="connsiteY8" fmla="*/ 185473 h 193942"/>
              <a:gd name="connsiteX9" fmla="*/ 124833 w 190787"/>
              <a:gd name="connsiteY9" fmla="*/ 172759 h 193942"/>
              <a:gd name="connsiteX10" fmla="*/ 127258 w 190787"/>
              <a:gd name="connsiteY10" fmla="*/ 169726 h 193942"/>
              <a:gd name="connsiteX11" fmla="*/ 178701 w 190787"/>
              <a:gd name="connsiteY11" fmla="*/ 134637 h 193942"/>
              <a:gd name="connsiteX12" fmla="*/ 174455 w 190787"/>
              <a:gd name="connsiteY12" fmla="*/ 77758 h 193942"/>
              <a:gd name="connsiteX13" fmla="*/ 179892 w 190787"/>
              <a:gd name="connsiteY13" fmla="*/ 71109 h 193942"/>
              <a:gd name="connsiteX14" fmla="*/ 11053 w 190787"/>
              <a:gd name="connsiteY14" fmla="*/ 71109 h 193942"/>
              <a:gd name="connsiteX15" fmla="*/ 16489 w 190787"/>
              <a:gd name="connsiteY15" fmla="*/ 77758 h 193942"/>
              <a:gd name="connsiteX16" fmla="*/ 12244 w 190787"/>
              <a:gd name="connsiteY16" fmla="*/ 135244 h 193942"/>
              <a:gd name="connsiteX17" fmla="*/ 63686 w 190787"/>
              <a:gd name="connsiteY17" fmla="*/ 170333 h 193942"/>
              <a:gd name="connsiteX18" fmla="*/ 66112 w 190787"/>
              <a:gd name="connsiteY18" fmla="*/ 173365 h 193942"/>
              <a:gd name="connsiteX19" fmla="*/ 70964 w 190787"/>
              <a:gd name="connsiteY19" fmla="*/ 186080 h 193942"/>
              <a:gd name="connsiteX20" fmla="*/ 67325 w 190787"/>
              <a:gd name="connsiteY20" fmla="*/ 193942 h 193942"/>
              <a:gd name="connsiteX21" fmla="*/ 64921 w 190787"/>
              <a:gd name="connsiteY21" fmla="*/ 193942 h 193942"/>
              <a:gd name="connsiteX22" fmla="*/ 59484 w 190787"/>
              <a:gd name="connsiteY22" fmla="*/ 189697 h 193942"/>
              <a:gd name="connsiteX23" fmla="*/ 55239 w 190787"/>
              <a:gd name="connsiteY23" fmla="*/ 178802 h 193942"/>
              <a:gd name="connsiteX24" fmla="*/ 2584 w 190787"/>
              <a:gd name="connsiteY24" fmla="*/ 143106 h 193942"/>
              <a:gd name="connsiteX25" fmla="*/ 158 w 190787"/>
              <a:gd name="connsiteY25" fmla="*/ 137670 h 193942"/>
              <a:gd name="connsiteX26" fmla="*/ 4403 w 190787"/>
              <a:gd name="connsiteY26" fmla="*/ 76545 h 193942"/>
              <a:gd name="connsiteX27" fmla="*/ 11053 w 190787"/>
              <a:gd name="connsiteY27" fmla="*/ 71109 h 193942"/>
              <a:gd name="connsiteX28" fmla="*/ 42525 w 190787"/>
              <a:gd name="connsiteY28" fmla="*/ 50000 h 193942"/>
              <a:gd name="connsiteX29" fmla="*/ 42525 w 190787"/>
              <a:gd name="connsiteY29" fmla="*/ 103165 h 193942"/>
              <a:gd name="connsiteX30" fmla="*/ 94574 w 190787"/>
              <a:gd name="connsiteY30" fmla="*/ 132818 h 193942"/>
              <a:gd name="connsiteX31" fmla="*/ 146623 w 190787"/>
              <a:gd name="connsiteY31" fmla="*/ 103165 h 193942"/>
              <a:gd name="connsiteX32" fmla="*/ 146623 w 190787"/>
              <a:gd name="connsiteY32" fmla="*/ 51138 h 193942"/>
              <a:gd name="connsiteX33" fmla="*/ 96393 w 190787"/>
              <a:gd name="connsiteY33" fmla="*/ 76437 h 193942"/>
              <a:gd name="connsiteX34" fmla="*/ 94574 w 190787"/>
              <a:gd name="connsiteY34" fmla="*/ 76437 h 193942"/>
              <a:gd name="connsiteX35" fmla="*/ 92148 w 190787"/>
              <a:gd name="connsiteY35" fmla="*/ 75831 h 193942"/>
              <a:gd name="connsiteX36" fmla="*/ 94574 w 190787"/>
              <a:gd name="connsiteY36" fmla="*/ 13601 h 193942"/>
              <a:gd name="connsiteX37" fmla="*/ 48551 w 190787"/>
              <a:gd name="connsiteY37" fmla="*/ 39821 h 193942"/>
              <a:gd name="connsiteX38" fmla="*/ 93946 w 190787"/>
              <a:gd name="connsiteY38" fmla="*/ 64329 h 193942"/>
              <a:gd name="connsiteX39" fmla="*/ 141551 w 190787"/>
              <a:gd name="connsiteY39" fmla="*/ 40364 h 193942"/>
              <a:gd name="connsiteX40" fmla="*/ 91541 w 190787"/>
              <a:gd name="connsiteY40" fmla="*/ 909 h 193942"/>
              <a:gd name="connsiteX41" fmla="*/ 97585 w 190787"/>
              <a:gd name="connsiteY41" fmla="*/ 909 h 193942"/>
              <a:gd name="connsiteX42" fmla="*/ 155677 w 190787"/>
              <a:gd name="connsiteY42" fmla="*/ 34200 h 193942"/>
              <a:gd name="connsiteX43" fmla="*/ 158709 w 190787"/>
              <a:gd name="connsiteY43" fmla="*/ 39637 h 193942"/>
              <a:gd name="connsiteX44" fmla="*/ 158709 w 190787"/>
              <a:gd name="connsiteY44" fmla="*/ 106804 h 193942"/>
              <a:gd name="connsiteX45" fmla="*/ 155677 w 190787"/>
              <a:gd name="connsiteY45" fmla="*/ 112241 h 193942"/>
              <a:gd name="connsiteX46" fmla="*/ 97585 w 190787"/>
              <a:gd name="connsiteY46" fmla="*/ 145532 h 193942"/>
              <a:gd name="connsiteX47" fmla="*/ 94574 w 190787"/>
              <a:gd name="connsiteY47" fmla="*/ 146139 h 193942"/>
              <a:gd name="connsiteX48" fmla="*/ 91541 w 190787"/>
              <a:gd name="connsiteY48" fmla="*/ 145532 h 193942"/>
              <a:gd name="connsiteX49" fmla="*/ 33449 w 190787"/>
              <a:gd name="connsiteY49" fmla="*/ 112241 h 193942"/>
              <a:gd name="connsiteX50" fmla="*/ 30417 w 190787"/>
              <a:gd name="connsiteY50" fmla="*/ 106804 h 193942"/>
              <a:gd name="connsiteX51" fmla="*/ 30417 w 190787"/>
              <a:gd name="connsiteY51" fmla="*/ 39637 h 193942"/>
              <a:gd name="connsiteX52" fmla="*/ 33449 w 190787"/>
              <a:gd name="connsiteY52" fmla="*/ 34200 h 193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90787" h="193942">
                <a:moveTo>
                  <a:pt x="179892" y="71109"/>
                </a:moveTo>
                <a:cubicBezTo>
                  <a:pt x="182925" y="71109"/>
                  <a:pt x="185935" y="73534"/>
                  <a:pt x="186542" y="76545"/>
                </a:cubicBezTo>
                <a:lnTo>
                  <a:pt x="190787" y="137670"/>
                </a:lnTo>
                <a:cubicBezTo>
                  <a:pt x="190787" y="140096"/>
                  <a:pt x="190181" y="141915"/>
                  <a:pt x="188361" y="143106"/>
                </a:cubicBezTo>
                <a:lnTo>
                  <a:pt x="135727" y="178824"/>
                </a:lnTo>
                <a:lnTo>
                  <a:pt x="131482" y="189718"/>
                </a:lnTo>
                <a:cubicBezTo>
                  <a:pt x="130269" y="192729"/>
                  <a:pt x="128450" y="193942"/>
                  <a:pt x="125439" y="193942"/>
                </a:cubicBezTo>
                <a:cubicBezTo>
                  <a:pt x="124833" y="193942"/>
                  <a:pt x="124226" y="193942"/>
                  <a:pt x="123620" y="193336"/>
                </a:cubicBezTo>
                <a:cubicBezTo>
                  <a:pt x="120587" y="192123"/>
                  <a:pt x="118768" y="188484"/>
                  <a:pt x="119981" y="185473"/>
                </a:cubicBezTo>
                <a:lnTo>
                  <a:pt x="124833" y="172759"/>
                </a:lnTo>
                <a:cubicBezTo>
                  <a:pt x="125439" y="171546"/>
                  <a:pt x="126045" y="170333"/>
                  <a:pt x="127258" y="169726"/>
                </a:cubicBezTo>
                <a:lnTo>
                  <a:pt x="178701" y="134637"/>
                </a:lnTo>
                <a:lnTo>
                  <a:pt x="174455" y="77758"/>
                </a:lnTo>
                <a:cubicBezTo>
                  <a:pt x="174455" y="74119"/>
                  <a:pt x="176881" y="71715"/>
                  <a:pt x="179892" y="71109"/>
                </a:cubicBezTo>
                <a:close/>
                <a:moveTo>
                  <a:pt x="11053" y="71109"/>
                </a:moveTo>
                <a:cubicBezTo>
                  <a:pt x="14692" y="71109"/>
                  <a:pt x="17096" y="74141"/>
                  <a:pt x="16489" y="77758"/>
                </a:cubicBezTo>
                <a:lnTo>
                  <a:pt x="12244" y="135244"/>
                </a:lnTo>
                <a:lnTo>
                  <a:pt x="63686" y="170333"/>
                </a:lnTo>
                <a:cubicBezTo>
                  <a:pt x="64899" y="170939"/>
                  <a:pt x="65506" y="172152"/>
                  <a:pt x="66112" y="173365"/>
                </a:cubicBezTo>
                <a:lnTo>
                  <a:pt x="70964" y="186080"/>
                </a:lnTo>
                <a:cubicBezTo>
                  <a:pt x="72177" y="189112"/>
                  <a:pt x="70358" y="192729"/>
                  <a:pt x="67325" y="193942"/>
                </a:cubicBezTo>
                <a:lnTo>
                  <a:pt x="64921" y="193942"/>
                </a:lnTo>
                <a:cubicBezTo>
                  <a:pt x="62495" y="193942"/>
                  <a:pt x="60069" y="192123"/>
                  <a:pt x="59484" y="189697"/>
                </a:cubicBezTo>
                <a:lnTo>
                  <a:pt x="55239" y="178802"/>
                </a:lnTo>
                <a:lnTo>
                  <a:pt x="2584" y="143106"/>
                </a:lnTo>
                <a:cubicBezTo>
                  <a:pt x="764" y="141893"/>
                  <a:pt x="-449" y="140074"/>
                  <a:pt x="158" y="137670"/>
                </a:cubicBezTo>
                <a:lnTo>
                  <a:pt x="4403" y="76545"/>
                </a:lnTo>
                <a:cubicBezTo>
                  <a:pt x="4403" y="72906"/>
                  <a:pt x="7436" y="70502"/>
                  <a:pt x="11053" y="71109"/>
                </a:cubicBezTo>
                <a:close/>
                <a:moveTo>
                  <a:pt x="42525" y="50000"/>
                </a:moveTo>
                <a:lnTo>
                  <a:pt x="42525" y="103165"/>
                </a:lnTo>
                <a:lnTo>
                  <a:pt x="94574" y="132818"/>
                </a:lnTo>
                <a:lnTo>
                  <a:pt x="146623" y="103165"/>
                </a:lnTo>
                <a:lnTo>
                  <a:pt x="146623" y="51138"/>
                </a:lnTo>
                <a:lnTo>
                  <a:pt x="96393" y="76437"/>
                </a:lnTo>
                <a:lnTo>
                  <a:pt x="94574" y="76437"/>
                </a:lnTo>
                <a:cubicBezTo>
                  <a:pt x="93967" y="76437"/>
                  <a:pt x="92755" y="76437"/>
                  <a:pt x="92148" y="75831"/>
                </a:cubicBezTo>
                <a:close/>
                <a:moveTo>
                  <a:pt x="94574" y="13601"/>
                </a:moveTo>
                <a:lnTo>
                  <a:pt x="48551" y="39821"/>
                </a:lnTo>
                <a:lnTo>
                  <a:pt x="93946" y="64329"/>
                </a:lnTo>
                <a:lnTo>
                  <a:pt x="141551" y="40364"/>
                </a:lnTo>
                <a:close/>
                <a:moveTo>
                  <a:pt x="91541" y="909"/>
                </a:moveTo>
                <a:cubicBezTo>
                  <a:pt x="93361" y="-304"/>
                  <a:pt x="95787" y="-304"/>
                  <a:pt x="97585" y="909"/>
                </a:cubicBezTo>
                <a:lnTo>
                  <a:pt x="155677" y="34200"/>
                </a:lnTo>
                <a:cubicBezTo>
                  <a:pt x="157496" y="35413"/>
                  <a:pt x="158709" y="37232"/>
                  <a:pt x="158709" y="39637"/>
                </a:cubicBezTo>
                <a:lnTo>
                  <a:pt x="158709" y="106804"/>
                </a:lnTo>
                <a:cubicBezTo>
                  <a:pt x="158709" y="109230"/>
                  <a:pt x="157496" y="111050"/>
                  <a:pt x="155677" y="112241"/>
                </a:cubicBezTo>
                <a:lnTo>
                  <a:pt x="97585" y="145532"/>
                </a:lnTo>
                <a:cubicBezTo>
                  <a:pt x="96393" y="146139"/>
                  <a:pt x="95180" y="146139"/>
                  <a:pt x="94574" y="146139"/>
                </a:cubicBezTo>
                <a:cubicBezTo>
                  <a:pt x="93361" y="146139"/>
                  <a:pt x="92754" y="146139"/>
                  <a:pt x="91541" y="145532"/>
                </a:cubicBezTo>
                <a:lnTo>
                  <a:pt x="33449" y="112241"/>
                </a:lnTo>
                <a:cubicBezTo>
                  <a:pt x="31630" y="111028"/>
                  <a:pt x="30417" y="109209"/>
                  <a:pt x="30417" y="106804"/>
                </a:cubicBezTo>
                <a:lnTo>
                  <a:pt x="30417" y="39637"/>
                </a:lnTo>
                <a:cubicBezTo>
                  <a:pt x="30417" y="37211"/>
                  <a:pt x="31630" y="35391"/>
                  <a:pt x="33449" y="34200"/>
                </a:cubicBezTo>
                <a:close/>
              </a:path>
            </a:pathLst>
          </a:custGeom>
          <a:solidFill>
            <a:schemeClr val="tx1"/>
          </a:solidFill>
          <a:ln w="214" cap="flat">
            <a:noFill/>
            <a:prstDash val="solid"/>
            <a:miter/>
          </a:ln>
        </p:spPr>
        <p:txBody>
          <a:bodyPr rtlCol="0" anchor="ctr"/>
          <a:lstStyle/>
          <a:p>
            <a:endParaRPr lang="zh-CN" altLang="en-US"/>
          </a:p>
        </p:txBody>
      </p:sp>
      <p:sp>
        <p:nvSpPr>
          <p:cNvPr id="192" name="任意多边形: 形状 191">
            <a:extLst>
              <a:ext uri="{FF2B5EF4-FFF2-40B4-BE49-F238E27FC236}">
                <a16:creationId xmlns:a16="http://schemas.microsoft.com/office/drawing/2014/main" id="{11157DF1-6282-A191-7B47-A9142AD1D10C}"/>
              </a:ext>
            </a:extLst>
          </p:cNvPr>
          <p:cNvSpPr/>
          <p:nvPr/>
        </p:nvSpPr>
        <p:spPr>
          <a:xfrm>
            <a:off x="7368748" y="1693471"/>
            <a:ext cx="181458" cy="199315"/>
          </a:xfrm>
          <a:custGeom>
            <a:avLst/>
            <a:gdLst>
              <a:gd name="connsiteX0" fmla="*/ 132506 w 181458"/>
              <a:gd name="connsiteY0" fmla="*/ 79050 h 199315"/>
              <a:gd name="connsiteX1" fmla="*/ 96551 w 181458"/>
              <a:gd name="connsiteY1" fmla="*/ 115006 h 199315"/>
              <a:gd name="connsiteX2" fmla="*/ 107082 w 181458"/>
              <a:gd name="connsiteY2" fmla="*/ 140430 h 199315"/>
              <a:gd name="connsiteX3" fmla="*/ 125849 w 181458"/>
              <a:gd name="connsiteY3" fmla="*/ 148204 h 199315"/>
              <a:gd name="connsiteX4" fmla="*/ 125791 w 181458"/>
              <a:gd name="connsiteY4" fmla="*/ 131923 h 199315"/>
              <a:gd name="connsiteX5" fmla="*/ 132266 w 181458"/>
              <a:gd name="connsiteY5" fmla="*/ 125402 h 199315"/>
              <a:gd name="connsiteX6" fmla="*/ 138785 w 181458"/>
              <a:gd name="connsiteY6" fmla="*/ 131741 h 199315"/>
              <a:gd name="connsiteX7" fmla="*/ 138787 w 181458"/>
              <a:gd name="connsiteY7" fmla="*/ 131877 h 199315"/>
              <a:gd name="connsiteX8" fmla="*/ 138846 w 181458"/>
              <a:gd name="connsiteY8" fmla="*/ 148335 h 199315"/>
              <a:gd name="connsiteX9" fmla="*/ 157931 w 181458"/>
              <a:gd name="connsiteY9" fmla="*/ 140430 h 199315"/>
              <a:gd name="connsiteX10" fmla="*/ 168462 w 181458"/>
              <a:gd name="connsiteY10" fmla="*/ 115006 h 199315"/>
              <a:gd name="connsiteX11" fmla="*/ 132506 w 181458"/>
              <a:gd name="connsiteY11" fmla="*/ 79050 h 199315"/>
              <a:gd name="connsiteX12" fmla="*/ 137502 w 181458"/>
              <a:gd name="connsiteY12" fmla="*/ 42909 h 199315"/>
              <a:gd name="connsiteX13" fmla="*/ 163950 w 181458"/>
              <a:gd name="connsiteY13" fmla="*/ 48964 h 199315"/>
              <a:gd name="connsiteX14" fmla="*/ 165863 w 181458"/>
              <a:gd name="connsiteY14" fmla="*/ 49850 h 199315"/>
              <a:gd name="connsiteX15" fmla="*/ 168733 w 181458"/>
              <a:gd name="connsiteY15" fmla="*/ 58130 h 199315"/>
              <a:gd name="connsiteX16" fmla="*/ 168525 w 181458"/>
              <a:gd name="connsiteY16" fmla="*/ 58523 h 199315"/>
              <a:gd name="connsiteX17" fmla="*/ 159675 w 181458"/>
              <a:gd name="connsiteY17" fmla="*/ 61304 h 199315"/>
              <a:gd name="connsiteX18" fmla="*/ 158008 w 181458"/>
              <a:gd name="connsiteY18" fmla="*/ 60562 h 199315"/>
              <a:gd name="connsiteX19" fmla="*/ 115947 w 181458"/>
              <a:gd name="connsiteY19" fmla="*/ 58627 h 199315"/>
              <a:gd name="connsiteX20" fmla="*/ 114694 w 181458"/>
              <a:gd name="connsiteY20" fmla="*/ 59100 h 199315"/>
              <a:gd name="connsiteX21" fmla="*/ 109968 w 181458"/>
              <a:gd name="connsiteY21" fmla="*/ 47354 h 199315"/>
              <a:gd name="connsiteX22" fmla="*/ 109968 w 181458"/>
              <a:gd name="connsiteY22" fmla="*/ 47353 h 199315"/>
              <a:gd name="connsiteX23" fmla="*/ 110842 w 181458"/>
              <a:gd name="connsiteY23" fmla="*/ 46616 h 199315"/>
              <a:gd name="connsiteX24" fmla="*/ 137502 w 181458"/>
              <a:gd name="connsiteY24" fmla="*/ 42909 h 199315"/>
              <a:gd name="connsiteX25" fmla="*/ 72769 w 181458"/>
              <a:gd name="connsiteY25" fmla="*/ 926 h 199315"/>
              <a:gd name="connsiteX26" fmla="*/ 79953 w 181458"/>
              <a:gd name="connsiteY26" fmla="*/ 7995 h 199315"/>
              <a:gd name="connsiteX27" fmla="*/ 80032 w 181458"/>
              <a:gd name="connsiteY27" fmla="*/ 8190 h 199315"/>
              <a:gd name="connsiteX28" fmla="*/ 101087 w 181458"/>
              <a:gd name="connsiteY28" fmla="*/ 58636 h 199315"/>
              <a:gd name="connsiteX29" fmla="*/ 97670 w 181458"/>
              <a:gd name="connsiteY29" fmla="*/ 66951 h 199315"/>
              <a:gd name="connsiteX30" fmla="*/ 97332 w 181458"/>
              <a:gd name="connsiteY30" fmla="*/ 67081 h 199315"/>
              <a:gd name="connsiteX31" fmla="*/ 88435 w 181458"/>
              <a:gd name="connsiteY31" fmla="*/ 63086 h 199315"/>
              <a:gd name="connsiteX32" fmla="*/ 67959 w 181458"/>
              <a:gd name="connsiteY32" fmla="*/ 13000 h 199315"/>
              <a:gd name="connsiteX33" fmla="*/ 12996 w 181458"/>
              <a:gd name="connsiteY33" fmla="*/ 150961 h 199315"/>
              <a:gd name="connsiteX34" fmla="*/ 61313 w 181458"/>
              <a:gd name="connsiteY34" fmla="*/ 150961 h 199315"/>
              <a:gd name="connsiteX35" fmla="*/ 61245 w 181458"/>
              <a:gd name="connsiteY35" fmla="*/ 131923 h 199315"/>
              <a:gd name="connsiteX36" fmla="*/ 67720 w 181458"/>
              <a:gd name="connsiteY36" fmla="*/ 125402 h 199315"/>
              <a:gd name="connsiteX37" fmla="*/ 74239 w 181458"/>
              <a:gd name="connsiteY37" fmla="*/ 131741 h 199315"/>
              <a:gd name="connsiteX38" fmla="*/ 74241 w 181458"/>
              <a:gd name="connsiteY38" fmla="*/ 131877 h 199315"/>
              <a:gd name="connsiteX39" fmla="*/ 74309 w 181458"/>
              <a:gd name="connsiteY39" fmla="*/ 150961 h 199315"/>
              <a:gd name="connsiteX40" fmla="*/ 101131 w 181458"/>
              <a:gd name="connsiteY40" fmla="*/ 150961 h 199315"/>
              <a:gd name="connsiteX41" fmla="*/ 97893 w 181458"/>
              <a:gd name="connsiteY41" fmla="*/ 149620 h 199315"/>
              <a:gd name="connsiteX42" fmla="*/ 83555 w 181458"/>
              <a:gd name="connsiteY42" fmla="*/ 115006 h 199315"/>
              <a:gd name="connsiteX43" fmla="*/ 132506 w 181458"/>
              <a:gd name="connsiteY43" fmla="*/ 66054 h 199315"/>
              <a:gd name="connsiteX44" fmla="*/ 181458 w 181458"/>
              <a:gd name="connsiteY44" fmla="*/ 115006 h 199315"/>
              <a:gd name="connsiteX45" fmla="*/ 167120 w 181458"/>
              <a:gd name="connsiteY45" fmla="*/ 149620 h 199315"/>
              <a:gd name="connsiteX46" fmla="*/ 138892 w 181458"/>
              <a:gd name="connsiteY46" fmla="*/ 161312 h 199315"/>
              <a:gd name="connsiteX47" fmla="*/ 139004 w 181458"/>
              <a:gd name="connsiteY47" fmla="*/ 192794 h 199315"/>
              <a:gd name="connsiteX48" fmla="*/ 132529 w 181458"/>
              <a:gd name="connsiteY48" fmla="*/ 199314 h 199315"/>
              <a:gd name="connsiteX49" fmla="*/ 126009 w 181458"/>
              <a:gd name="connsiteY49" fmla="*/ 192975 h 199315"/>
              <a:gd name="connsiteX50" fmla="*/ 126008 w 181458"/>
              <a:gd name="connsiteY50" fmla="*/ 192839 h 199315"/>
              <a:gd name="connsiteX51" fmla="*/ 125903 w 181458"/>
              <a:gd name="connsiteY51" fmla="*/ 163405 h 199315"/>
              <a:gd name="connsiteX52" fmla="*/ 123197 w 181458"/>
              <a:gd name="connsiteY52" fmla="*/ 163954 h 199315"/>
              <a:gd name="connsiteX53" fmla="*/ 122922 w 181458"/>
              <a:gd name="connsiteY53" fmla="*/ 163957 h 199315"/>
              <a:gd name="connsiteX54" fmla="*/ 74356 w 181458"/>
              <a:gd name="connsiteY54" fmla="*/ 163957 h 199315"/>
              <a:gd name="connsiteX55" fmla="*/ 74458 w 181458"/>
              <a:gd name="connsiteY55" fmla="*/ 192794 h 199315"/>
              <a:gd name="connsiteX56" fmla="*/ 67983 w 181458"/>
              <a:gd name="connsiteY56" fmla="*/ 199315 h 199315"/>
              <a:gd name="connsiteX57" fmla="*/ 61463 w 181458"/>
              <a:gd name="connsiteY57" fmla="*/ 192976 h 199315"/>
              <a:gd name="connsiteX58" fmla="*/ 61462 w 181458"/>
              <a:gd name="connsiteY58" fmla="*/ 192840 h 199315"/>
              <a:gd name="connsiteX59" fmla="*/ 61359 w 181458"/>
              <a:gd name="connsiteY59" fmla="*/ 163957 h 199315"/>
              <a:gd name="connsiteX60" fmla="*/ 12996 w 181458"/>
              <a:gd name="connsiteY60" fmla="*/ 163957 h 199315"/>
              <a:gd name="connsiteX61" fmla="*/ 0 w 181458"/>
              <a:gd name="connsiteY61" fmla="*/ 150961 h 199315"/>
              <a:gd name="connsiteX62" fmla="*/ 824 w 181458"/>
              <a:gd name="connsiteY62" fmla="*/ 146407 h 199315"/>
              <a:gd name="connsiteX63" fmla="*/ 923 w 181458"/>
              <a:gd name="connsiteY63" fmla="*/ 146151 h 199315"/>
              <a:gd name="connsiteX64" fmla="*/ 55886 w 181458"/>
              <a:gd name="connsiteY64" fmla="*/ 8190 h 199315"/>
              <a:gd name="connsiteX65" fmla="*/ 72769 w 181458"/>
              <a:gd name="connsiteY65" fmla="*/ 926 h 199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181458" h="199315">
                <a:moveTo>
                  <a:pt x="132506" y="79050"/>
                </a:moveTo>
                <a:cubicBezTo>
                  <a:pt x="112648" y="79050"/>
                  <a:pt x="96551" y="95148"/>
                  <a:pt x="96551" y="115006"/>
                </a:cubicBezTo>
                <a:cubicBezTo>
                  <a:pt x="96551" y="124935"/>
                  <a:pt x="100576" y="133923"/>
                  <a:pt x="107082" y="140430"/>
                </a:cubicBezTo>
                <a:lnTo>
                  <a:pt x="125849" y="148204"/>
                </a:lnTo>
                <a:lnTo>
                  <a:pt x="125791" y="131923"/>
                </a:lnTo>
                <a:cubicBezTo>
                  <a:pt x="125778" y="128334"/>
                  <a:pt x="128677" y="125415"/>
                  <a:pt x="132266" y="125402"/>
                </a:cubicBezTo>
                <a:cubicBezTo>
                  <a:pt x="135809" y="125389"/>
                  <a:pt x="138700" y="128215"/>
                  <a:pt x="138785" y="131741"/>
                </a:cubicBezTo>
                <a:lnTo>
                  <a:pt x="138787" y="131877"/>
                </a:lnTo>
                <a:lnTo>
                  <a:pt x="138846" y="148335"/>
                </a:lnTo>
                <a:lnTo>
                  <a:pt x="157931" y="140430"/>
                </a:lnTo>
                <a:cubicBezTo>
                  <a:pt x="164438" y="133923"/>
                  <a:pt x="168462" y="124935"/>
                  <a:pt x="168462" y="115006"/>
                </a:cubicBezTo>
                <a:cubicBezTo>
                  <a:pt x="168462" y="95148"/>
                  <a:pt x="152364" y="79050"/>
                  <a:pt x="132506" y="79050"/>
                </a:cubicBezTo>
                <a:close/>
                <a:moveTo>
                  <a:pt x="137502" y="42909"/>
                </a:moveTo>
                <a:cubicBezTo>
                  <a:pt x="146500" y="43292"/>
                  <a:pt x="155463" y="45301"/>
                  <a:pt x="163950" y="48964"/>
                </a:cubicBezTo>
                <a:cubicBezTo>
                  <a:pt x="164594" y="49246"/>
                  <a:pt x="165232" y="49541"/>
                  <a:pt x="165863" y="49850"/>
                </a:cubicBezTo>
                <a:cubicBezTo>
                  <a:pt x="168942" y="51344"/>
                  <a:pt x="170227" y="55051"/>
                  <a:pt x="168733" y="58130"/>
                </a:cubicBezTo>
                <a:cubicBezTo>
                  <a:pt x="168668" y="58264"/>
                  <a:pt x="168599" y="58395"/>
                  <a:pt x="168525" y="58523"/>
                </a:cubicBezTo>
                <a:cubicBezTo>
                  <a:pt x="166744" y="61607"/>
                  <a:pt x="162899" y="62815"/>
                  <a:pt x="159675" y="61304"/>
                </a:cubicBezTo>
                <a:cubicBezTo>
                  <a:pt x="159125" y="61044"/>
                  <a:pt x="158569" y="60797"/>
                  <a:pt x="158008" y="60562"/>
                </a:cubicBezTo>
                <a:cubicBezTo>
                  <a:pt x="144527" y="54964"/>
                  <a:pt x="129658" y="54371"/>
                  <a:pt x="115947" y="58627"/>
                </a:cubicBezTo>
                <a:cubicBezTo>
                  <a:pt x="115303" y="58827"/>
                  <a:pt x="114885" y="58985"/>
                  <a:pt x="114694" y="59100"/>
                </a:cubicBezTo>
                <a:lnTo>
                  <a:pt x="109968" y="47354"/>
                </a:lnTo>
                <a:lnTo>
                  <a:pt x="109968" y="47353"/>
                </a:lnTo>
                <a:cubicBezTo>
                  <a:pt x="109679" y="47150"/>
                  <a:pt x="109970" y="46904"/>
                  <a:pt x="110842" y="46616"/>
                </a:cubicBezTo>
                <a:cubicBezTo>
                  <a:pt x="119470" y="43772"/>
                  <a:pt x="128503" y="42527"/>
                  <a:pt x="137502" y="42909"/>
                </a:cubicBezTo>
                <a:close/>
                <a:moveTo>
                  <a:pt x="72769" y="926"/>
                </a:moveTo>
                <a:cubicBezTo>
                  <a:pt x="76017" y="2220"/>
                  <a:pt x="78607" y="4768"/>
                  <a:pt x="79953" y="7995"/>
                </a:cubicBezTo>
                <a:lnTo>
                  <a:pt x="80032" y="8190"/>
                </a:lnTo>
                <a:lnTo>
                  <a:pt x="101087" y="58636"/>
                </a:lnTo>
                <a:cubicBezTo>
                  <a:pt x="102440" y="61876"/>
                  <a:pt x="100910" y="65599"/>
                  <a:pt x="97670" y="66951"/>
                </a:cubicBezTo>
                <a:cubicBezTo>
                  <a:pt x="97558" y="66998"/>
                  <a:pt x="97445" y="67041"/>
                  <a:pt x="97332" y="67081"/>
                </a:cubicBezTo>
                <a:cubicBezTo>
                  <a:pt x="93775" y="68333"/>
                  <a:pt x="89862" y="66575"/>
                  <a:pt x="88435" y="63086"/>
                </a:cubicBezTo>
                <a:lnTo>
                  <a:pt x="67959" y="13000"/>
                </a:lnTo>
                <a:lnTo>
                  <a:pt x="12996" y="150961"/>
                </a:lnTo>
                <a:lnTo>
                  <a:pt x="61313" y="150961"/>
                </a:lnTo>
                <a:lnTo>
                  <a:pt x="61245" y="131923"/>
                </a:lnTo>
                <a:cubicBezTo>
                  <a:pt x="61232" y="128335"/>
                  <a:pt x="64131" y="125415"/>
                  <a:pt x="67720" y="125402"/>
                </a:cubicBezTo>
                <a:cubicBezTo>
                  <a:pt x="71263" y="125390"/>
                  <a:pt x="74154" y="128215"/>
                  <a:pt x="74239" y="131741"/>
                </a:cubicBezTo>
                <a:lnTo>
                  <a:pt x="74241" y="131877"/>
                </a:lnTo>
                <a:lnTo>
                  <a:pt x="74309" y="150961"/>
                </a:lnTo>
                <a:lnTo>
                  <a:pt x="101131" y="150961"/>
                </a:lnTo>
                <a:lnTo>
                  <a:pt x="97893" y="149620"/>
                </a:lnTo>
                <a:cubicBezTo>
                  <a:pt x="89034" y="140761"/>
                  <a:pt x="83555" y="128524"/>
                  <a:pt x="83555" y="115006"/>
                </a:cubicBezTo>
                <a:cubicBezTo>
                  <a:pt x="83555" y="87970"/>
                  <a:pt x="105471" y="66054"/>
                  <a:pt x="132506" y="66054"/>
                </a:cubicBezTo>
                <a:cubicBezTo>
                  <a:pt x="159541" y="66054"/>
                  <a:pt x="181458" y="87970"/>
                  <a:pt x="181458" y="115006"/>
                </a:cubicBezTo>
                <a:cubicBezTo>
                  <a:pt x="181458" y="128524"/>
                  <a:pt x="175979" y="140761"/>
                  <a:pt x="167120" y="149620"/>
                </a:cubicBezTo>
                <a:lnTo>
                  <a:pt x="138892" y="161312"/>
                </a:lnTo>
                <a:lnTo>
                  <a:pt x="139004" y="192794"/>
                </a:lnTo>
                <a:cubicBezTo>
                  <a:pt x="139017" y="196382"/>
                  <a:pt x="136118" y="199302"/>
                  <a:pt x="132529" y="199314"/>
                </a:cubicBezTo>
                <a:cubicBezTo>
                  <a:pt x="128985" y="199327"/>
                  <a:pt x="126094" y="196501"/>
                  <a:pt x="126009" y="192975"/>
                </a:cubicBezTo>
                <a:lnTo>
                  <a:pt x="126008" y="192839"/>
                </a:lnTo>
                <a:lnTo>
                  <a:pt x="125903" y="163405"/>
                </a:lnTo>
                <a:lnTo>
                  <a:pt x="123197" y="163954"/>
                </a:lnTo>
                <a:lnTo>
                  <a:pt x="122922" y="163957"/>
                </a:lnTo>
                <a:lnTo>
                  <a:pt x="74356" y="163957"/>
                </a:lnTo>
                <a:lnTo>
                  <a:pt x="74458" y="192794"/>
                </a:lnTo>
                <a:cubicBezTo>
                  <a:pt x="74471" y="196382"/>
                  <a:pt x="71572" y="199302"/>
                  <a:pt x="67983" y="199315"/>
                </a:cubicBezTo>
                <a:cubicBezTo>
                  <a:pt x="64439" y="199328"/>
                  <a:pt x="61548" y="196502"/>
                  <a:pt x="61463" y="192976"/>
                </a:cubicBezTo>
                <a:lnTo>
                  <a:pt x="61462" y="192840"/>
                </a:lnTo>
                <a:lnTo>
                  <a:pt x="61359" y="163957"/>
                </a:lnTo>
                <a:lnTo>
                  <a:pt x="12996" y="163957"/>
                </a:lnTo>
                <a:cubicBezTo>
                  <a:pt x="5818" y="163957"/>
                  <a:pt x="0" y="158139"/>
                  <a:pt x="0" y="150961"/>
                </a:cubicBezTo>
                <a:cubicBezTo>
                  <a:pt x="0" y="149406"/>
                  <a:pt x="279" y="147864"/>
                  <a:pt x="824" y="146407"/>
                </a:cubicBezTo>
                <a:lnTo>
                  <a:pt x="923" y="146151"/>
                </a:lnTo>
                <a:lnTo>
                  <a:pt x="55886" y="8190"/>
                </a:lnTo>
                <a:cubicBezTo>
                  <a:pt x="58542" y="1522"/>
                  <a:pt x="66101" y="-1730"/>
                  <a:pt x="72769" y="926"/>
                </a:cubicBezTo>
                <a:close/>
              </a:path>
            </a:pathLst>
          </a:custGeom>
          <a:solidFill>
            <a:schemeClr val="tx1"/>
          </a:solidFill>
          <a:ln w="214" cap="flat">
            <a:noFill/>
            <a:prstDash val="solid"/>
            <a:miter/>
          </a:ln>
        </p:spPr>
        <p:txBody>
          <a:bodyPr rtlCol="0" anchor="ctr"/>
          <a:lstStyle/>
          <a:p>
            <a:endParaRPr lang="zh-CN" altLang="en-US"/>
          </a:p>
        </p:txBody>
      </p:sp>
      <p:sp>
        <p:nvSpPr>
          <p:cNvPr id="26" name="弧形 25">
            <a:extLst>
              <a:ext uri="{FF2B5EF4-FFF2-40B4-BE49-F238E27FC236}">
                <a16:creationId xmlns:a16="http://schemas.microsoft.com/office/drawing/2014/main" id="{478100F9-6C66-E3DF-731F-918522219E8C}"/>
              </a:ext>
            </a:extLst>
          </p:cNvPr>
          <p:cNvSpPr/>
          <p:nvPr/>
        </p:nvSpPr>
        <p:spPr>
          <a:xfrm>
            <a:off x="1617405" y="1389814"/>
            <a:ext cx="504846" cy="3829932"/>
          </a:xfrm>
          <a:custGeom>
            <a:avLst/>
            <a:gdLst>
              <a:gd name="connsiteX0" fmla="*/ 504846 w 8755270"/>
              <a:gd name="connsiteY0" fmla="*/ 6418515 h 8755270"/>
              <a:gd name="connsiteX1" fmla="*/ 382266 w 8755270"/>
              <a:gd name="connsiteY1" fmla="*/ 2588583 h 8755270"/>
              <a:gd name="connsiteX2" fmla="*/ 4377635 w 8755270"/>
              <a:gd name="connsiteY2" fmla="*/ 4377635 h 8755270"/>
              <a:gd name="connsiteX3" fmla="*/ 504846 w 8755270"/>
              <a:gd name="connsiteY3" fmla="*/ 6418515 h 8755270"/>
              <a:gd name="connsiteX0" fmla="*/ 504846 w 8755270"/>
              <a:gd name="connsiteY0" fmla="*/ 6418515 h 8755270"/>
              <a:gd name="connsiteX1" fmla="*/ 382266 w 8755270"/>
              <a:gd name="connsiteY1" fmla="*/ 2588583 h 8755270"/>
              <a:gd name="connsiteX0" fmla="*/ 4377635 w 4469075"/>
              <a:gd name="connsiteY0" fmla="*/ 1789052 h 3829932"/>
              <a:gd name="connsiteX1" fmla="*/ 504846 w 4469075"/>
              <a:gd name="connsiteY1" fmla="*/ 3829932 h 3829932"/>
              <a:gd name="connsiteX2" fmla="*/ 382266 w 4469075"/>
              <a:gd name="connsiteY2" fmla="*/ 0 h 3829932"/>
              <a:gd name="connsiteX3" fmla="*/ 4469075 w 4469075"/>
              <a:gd name="connsiteY3" fmla="*/ 1880492 h 3829932"/>
              <a:gd name="connsiteX0" fmla="*/ 504846 w 4469075"/>
              <a:gd name="connsiteY0" fmla="*/ 3829932 h 3829932"/>
              <a:gd name="connsiteX1" fmla="*/ 382266 w 4469075"/>
              <a:gd name="connsiteY1" fmla="*/ 0 h 3829932"/>
              <a:gd name="connsiteX0" fmla="*/ 4377635 w 4377635"/>
              <a:gd name="connsiteY0" fmla="*/ 1789052 h 3829932"/>
              <a:gd name="connsiteX1" fmla="*/ 504846 w 4377635"/>
              <a:gd name="connsiteY1" fmla="*/ 3829932 h 3829932"/>
              <a:gd name="connsiteX2" fmla="*/ 382266 w 4377635"/>
              <a:gd name="connsiteY2" fmla="*/ 0 h 3829932"/>
              <a:gd name="connsiteX0" fmla="*/ 504846 w 4377635"/>
              <a:gd name="connsiteY0" fmla="*/ 3829932 h 3829932"/>
              <a:gd name="connsiteX1" fmla="*/ 382266 w 4377635"/>
              <a:gd name="connsiteY1" fmla="*/ 0 h 3829932"/>
              <a:gd name="connsiteX0" fmla="*/ 504846 w 504846"/>
              <a:gd name="connsiteY0" fmla="*/ 3829932 h 3829932"/>
              <a:gd name="connsiteX1" fmla="*/ 382266 w 504846"/>
              <a:gd name="connsiteY1" fmla="*/ 0 h 3829932"/>
              <a:gd name="connsiteX0" fmla="*/ 504846 w 504846"/>
              <a:gd name="connsiteY0" fmla="*/ 3829932 h 3829932"/>
              <a:gd name="connsiteX1" fmla="*/ 382266 w 504846"/>
              <a:gd name="connsiteY1" fmla="*/ 0 h 3829932"/>
            </a:gdLst>
            <a:ahLst/>
            <a:cxnLst>
              <a:cxn ang="0">
                <a:pos x="connsiteX0" y="connsiteY0"/>
              </a:cxn>
              <a:cxn ang="0">
                <a:pos x="connsiteX1" y="connsiteY1"/>
              </a:cxn>
            </a:cxnLst>
            <a:rect l="l" t="t" r="r" b="b"/>
            <a:pathLst>
              <a:path w="504846" h="3829932" stroke="0" extrusionOk="0">
                <a:moveTo>
                  <a:pt x="504846" y="3829932"/>
                </a:moveTo>
                <a:cubicBezTo>
                  <a:pt x="-122264" y="2639923"/>
                  <a:pt x="-167464" y="1227674"/>
                  <a:pt x="382266" y="0"/>
                </a:cubicBezTo>
              </a:path>
              <a:path w="504846" h="3829932" fill="none">
                <a:moveTo>
                  <a:pt x="504846" y="3829932"/>
                </a:moveTo>
                <a:cubicBezTo>
                  <a:pt x="-122264" y="2639923"/>
                  <a:pt x="-167464" y="1227674"/>
                  <a:pt x="382266" y="0"/>
                </a:cubicBezTo>
              </a:path>
            </a:pathLst>
          </a:custGeom>
          <a:noFill/>
          <a:ln w="19050" cap="rnd">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弧形 25">
            <a:extLst>
              <a:ext uri="{FF2B5EF4-FFF2-40B4-BE49-F238E27FC236}">
                <a16:creationId xmlns:a16="http://schemas.microsoft.com/office/drawing/2014/main" id="{3BC1B846-B85F-BCC1-80C4-3B77012E8E0B}"/>
              </a:ext>
            </a:extLst>
          </p:cNvPr>
          <p:cNvSpPr/>
          <p:nvPr/>
        </p:nvSpPr>
        <p:spPr>
          <a:xfrm>
            <a:off x="446791" y="1389814"/>
            <a:ext cx="504846" cy="3829932"/>
          </a:xfrm>
          <a:custGeom>
            <a:avLst/>
            <a:gdLst>
              <a:gd name="connsiteX0" fmla="*/ 504846 w 8755270"/>
              <a:gd name="connsiteY0" fmla="*/ 6418515 h 8755270"/>
              <a:gd name="connsiteX1" fmla="*/ 382266 w 8755270"/>
              <a:gd name="connsiteY1" fmla="*/ 2588583 h 8755270"/>
              <a:gd name="connsiteX2" fmla="*/ 4377635 w 8755270"/>
              <a:gd name="connsiteY2" fmla="*/ 4377635 h 8755270"/>
              <a:gd name="connsiteX3" fmla="*/ 504846 w 8755270"/>
              <a:gd name="connsiteY3" fmla="*/ 6418515 h 8755270"/>
              <a:gd name="connsiteX0" fmla="*/ 504846 w 8755270"/>
              <a:gd name="connsiteY0" fmla="*/ 6418515 h 8755270"/>
              <a:gd name="connsiteX1" fmla="*/ 382266 w 8755270"/>
              <a:gd name="connsiteY1" fmla="*/ 2588583 h 8755270"/>
              <a:gd name="connsiteX0" fmla="*/ 4377635 w 4469075"/>
              <a:gd name="connsiteY0" fmla="*/ 1789052 h 3829932"/>
              <a:gd name="connsiteX1" fmla="*/ 504846 w 4469075"/>
              <a:gd name="connsiteY1" fmla="*/ 3829932 h 3829932"/>
              <a:gd name="connsiteX2" fmla="*/ 382266 w 4469075"/>
              <a:gd name="connsiteY2" fmla="*/ 0 h 3829932"/>
              <a:gd name="connsiteX3" fmla="*/ 4469075 w 4469075"/>
              <a:gd name="connsiteY3" fmla="*/ 1880492 h 3829932"/>
              <a:gd name="connsiteX0" fmla="*/ 504846 w 4469075"/>
              <a:gd name="connsiteY0" fmla="*/ 3829932 h 3829932"/>
              <a:gd name="connsiteX1" fmla="*/ 382266 w 4469075"/>
              <a:gd name="connsiteY1" fmla="*/ 0 h 3829932"/>
              <a:gd name="connsiteX0" fmla="*/ 4377635 w 4377635"/>
              <a:gd name="connsiteY0" fmla="*/ 1789052 h 3829932"/>
              <a:gd name="connsiteX1" fmla="*/ 504846 w 4377635"/>
              <a:gd name="connsiteY1" fmla="*/ 3829932 h 3829932"/>
              <a:gd name="connsiteX2" fmla="*/ 382266 w 4377635"/>
              <a:gd name="connsiteY2" fmla="*/ 0 h 3829932"/>
              <a:gd name="connsiteX0" fmla="*/ 504846 w 4377635"/>
              <a:gd name="connsiteY0" fmla="*/ 3829932 h 3829932"/>
              <a:gd name="connsiteX1" fmla="*/ 382266 w 4377635"/>
              <a:gd name="connsiteY1" fmla="*/ 0 h 3829932"/>
              <a:gd name="connsiteX0" fmla="*/ 504846 w 504846"/>
              <a:gd name="connsiteY0" fmla="*/ 3829932 h 3829932"/>
              <a:gd name="connsiteX1" fmla="*/ 382266 w 504846"/>
              <a:gd name="connsiteY1" fmla="*/ 0 h 3829932"/>
              <a:gd name="connsiteX0" fmla="*/ 504846 w 504846"/>
              <a:gd name="connsiteY0" fmla="*/ 3829932 h 3829932"/>
              <a:gd name="connsiteX1" fmla="*/ 382266 w 504846"/>
              <a:gd name="connsiteY1" fmla="*/ 0 h 3829932"/>
            </a:gdLst>
            <a:ahLst/>
            <a:cxnLst>
              <a:cxn ang="0">
                <a:pos x="connsiteX0" y="connsiteY0"/>
              </a:cxn>
              <a:cxn ang="0">
                <a:pos x="connsiteX1" y="connsiteY1"/>
              </a:cxn>
            </a:cxnLst>
            <a:rect l="l" t="t" r="r" b="b"/>
            <a:pathLst>
              <a:path w="504846" h="3829932" stroke="0" extrusionOk="0">
                <a:moveTo>
                  <a:pt x="504846" y="3829932"/>
                </a:moveTo>
                <a:cubicBezTo>
                  <a:pt x="-122264" y="2639923"/>
                  <a:pt x="-167464" y="1227674"/>
                  <a:pt x="382266" y="0"/>
                </a:cubicBezTo>
              </a:path>
              <a:path w="504846" h="3829932" fill="none">
                <a:moveTo>
                  <a:pt x="504846" y="3829932"/>
                </a:moveTo>
                <a:cubicBezTo>
                  <a:pt x="-122264" y="2639923"/>
                  <a:pt x="-167464" y="1227674"/>
                  <a:pt x="382266" y="0"/>
                </a:cubicBezTo>
              </a:path>
            </a:pathLst>
          </a:custGeom>
          <a:noFill/>
          <a:ln w="19050" cap="rnd">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任意多边形: 形状 222">
            <a:extLst>
              <a:ext uri="{FF2B5EF4-FFF2-40B4-BE49-F238E27FC236}">
                <a16:creationId xmlns:a16="http://schemas.microsoft.com/office/drawing/2014/main" id="{05A099C4-F0F4-A36F-CBD5-AE4FA214A4C2}"/>
              </a:ext>
            </a:extLst>
          </p:cNvPr>
          <p:cNvSpPr/>
          <p:nvPr/>
        </p:nvSpPr>
        <p:spPr>
          <a:xfrm>
            <a:off x="539330" y="1344789"/>
            <a:ext cx="1502612" cy="3896574"/>
          </a:xfrm>
          <a:custGeom>
            <a:avLst/>
            <a:gdLst>
              <a:gd name="connsiteX0" fmla="*/ 318870 w 1502612"/>
              <a:gd name="connsiteY0" fmla="*/ 0 h 3896574"/>
              <a:gd name="connsiteX1" fmla="*/ 1397121 w 1502612"/>
              <a:gd name="connsiteY1" fmla="*/ 0 h 3896574"/>
              <a:gd name="connsiteX2" fmla="*/ 1343089 w 1502612"/>
              <a:gd name="connsiteY2" fmla="*/ 120498 h 3896574"/>
              <a:gd name="connsiteX3" fmla="*/ 1000833 w 1502612"/>
              <a:gd name="connsiteY3" fmla="*/ 1842912 h 3896574"/>
              <a:gd name="connsiteX4" fmla="*/ 1443577 w 1502612"/>
              <a:gd name="connsiteY4" fmla="*/ 3789426 h 3896574"/>
              <a:gd name="connsiteX5" fmla="*/ 1502612 w 1502612"/>
              <a:gd name="connsiteY5" fmla="*/ 3896574 h 3896574"/>
              <a:gd name="connsiteX6" fmla="*/ 399582 w 1502612"/>
              <a:gd name="connsiteY6" fmla="*/ 3896574 h 3896574"/>
              <a:gd name="connsiteX7" fmla="*/ 239383 w 1502612"/>
              <a:gd name="connsiteY7" fmla="*/ 3451458 h 3896574"/>
              <a:gd name="connsiteX8" fmla="*/ 0 w 1502612"/>
              <a:gd name="connsiteY8" fmla="*/ 1842912 h 3896574"/>
              <a:gd name="connsiteX9" fmla="*/ 293909 w 1502612"/>
              <a:gd name="connsiteY9" fmla="*/ 65971 h 3896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2612" h="3896574">
                <a:moveTo>
                  <a:pt x="318870" y="0"/>
                </a:moveTo>
                <a:lnTo>
                  <a:pt x="1397121" y="0"/>
                </a:lnTo>
                <a:lnTo>
                  <a:pt x="1343089" y="120498"/>
                </a:lnTo>
                <a:cubicBezTo>
                  <a:pt x="1122572" y="650894"/>
                  <a:pt x="1000833" y="1232686"/>
                  <a:pt x="1000833" y="1842912"/>
                </a:cubicBezTo>
                <a:cubicBezTo>
                  <a:pt x="1000833" y="2540313"/>
                  <a:pt x="1159840" y="3200577"/>
                  <a:pt x="1443577" y="3789426"/>
                </a:cubicBezTo>
                <a:lnTo>
                  <a:pt x="1502612" y="3896574"/>
                </a:lnTo>
                <a:lnTo>
                  <a:pt x="399582" y="3896574"/>
                </a:lnTo>
                <a:lnTo>
                  <a:pt x="239383" y="3451458"/>
                </a:lnTo>
                <a:cubicBezTo>
                  <a:pt x="83743" y="2942733"/>
                  <a:pt x="0" y="2402602"/>
                  <a:pt x="0" y="1842912"/>
                </a:cubicBezTo>
                <a:cubicBezTo>
                  <a:pt x="0" y="1221035"/>
                  <a:pt x="103386" y="623304"/>
                  <a:pt x="293909" y="65971"/>
                </a:cubicBezTo>
                <a:close/>
              </a:path>
            </a:pathLst>
          </a:custGeom>
          <a:gradFill>
            <a:gsLst>
              <a:gs pos="0">
                <a:schemeClr val="accent1">
                  <a:alpha val="0"/>
                </a:schemeClr>
              </a:gs>
              <a:gs pos="98452">
                <a:schemeClr val="accent1">
                  <a:alpha val="0"/>
                </a:schemeClr>
              </a:gs>
              <a:gs pos="70000">
                <a:schemeClr val="accent1">
                  <a:alpha val="32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09" name="弧形 25">
            <a:extLst>
              <a:ext uri="{FF2B5EF4-FFF2-40B4-BE49-F238E27FC236}">
                <a16:creationId xmlns:a16="http://schemas.microsoft.com/office/drawing/2014/main" id="{BD2CCDF0-1510-4229-1412-E7DB7A98383E}"/>
              </a:ext>
            </a:extLst>
          </p:cNvPr>
          <p:cNvSpPr/>
          <p:nvPr/>
        </p:nvSpPr>
        <p:spPr>
          <a:xfrm>
            <a:off x="351174" y="1389814"/>
            <a:ext cx="504846" cy="3829932"/>
          </a:xfrm>
          <a:custGeom>
            <a:avLst/>
            <a:gdLst>
              <a:gd name="connsiteX0" fmla="*/ 504846 w 8755270"/>
              <a:gd name="connsiteY0" fmla="*/ 6418515 h 8755270"/>
              <a:gd name="connsiteX1" fmla="*/ 382266 w 8755270"/>
              <a:gd name="connsiteY1" fmla="*/ 2588583 h 8755270"/>
              <a:gd name="connsiteX2" fmla="*/ 4377635 w 8755270"/>
              <a:gd name="connsiteY2" fmla="*/ 4377635 h 8755270"/>
              <a:gd name="connsiteX3" fmla="*/ 504846 w 8755270"/>
              <a:gd name="connsiteY3" fmla="*/ 6418515 h 8755270"/>
              <a:gd name="connsiteX0" fmla="*/ 504846 w 8755270"/>
              <a:gd name="connsiteY0" fmla="*/ 6418515 h 8755270"/>
              <a:gd name="connsiteX1" fmla="*/ 382266 w 8755270"/>
              <a:gd name="connsiteY1" fmla="*/ 2588583 h 8755270"/>
              <a:gd name="connsiteX0" fmla="*/ 4377635 w 4469075"/>
              <a:gd name="connsiteY0" fmla="*/ 1789052 h 3829932"/>
              <a:gd name="connsiteX1" fmla="*/ 504846 w 4469075"/>
              <a:gd name="connsiteY1" fmla="*/ 3829932 h 3829932"/>
              <a:gd name="connsiteX2" fmla="*/ 382266 w 4469075"/>
              <a:gd name="connsiteY2" fmla="*/ 0 h 3829932"/>
              <a:gd name="connsiteX3" fmla="*/ 4469075 w 4469075"/>
              <a:gd name="connsiteY3" fmla="*/ 1880492 h 3829932"/>
              <a:gd name="connsiteX0" fmla="*/ 504846 w 4469075"/>
              <a:gd name="connsiteY0" fmla="*/ 3829932 h 3829932"/>
              <a:gd name="connsiteX1" fmla="*/ 382266 w 4469075"/>
              <a:gd name="connsiteY1" fmla="*/ 0 h 3829932"/>
              <a:gd name="connsiteX0" fmla="*/ 4377635 w 4377635"/>
              <a:gd name="connsiteY0" fmla="*/ 1789052 h 3829932"/>
              <a:gd name="connsiteX1" fmla="*/ 504846 w 4377635"/>
              <a:gd name="connsiteY1" fmla="*/ 3829932 h 3829932"/>
              <a:gd name="connsiteX2" fmla="*/ 382266 w 4377635"/>
              <a:gd name="connsiteY2" fmla="*/ 0 h 3829932"/>
              <a:gd name="connsiteX0" fmla="*/ 504846 w 4377635"/>
              <a:gd name="connsiteY0" fmla="*/ 3829932 h 3829932"/>
              <a:gd name="connsiteX1" fmla="*/ 382266 w 4377635"/>
              <a:gd name="connsiteY1" fmla="*/ 0 h 3829932"/>
              <a:gd name="connsiteX0" fmla="*/ 504846 w 504846"/>
              <a:gd name="connsiteY0" fmla="*/ 3829932 h 3829932"/>
              <a:gd name="connsiteX1" fmla="*/ 382266 w 504846"/>
              <a:gd name="connsiteY1" fmla="*/ 0 h 3829932"/>
              <a:gd name="connsiteX0" fmla="*/ 504846 w 504846"/>
              <a:gd name="connsiteY0" fmla="*/ 3829932 h 3829932"/>
              <a:gd name="connsiteX1" fmla="*/ 382266 w 504846"/>
              <a:gd name="connsiteY1" fmla="*/ 0 h 3829932"/>
            </a:gdLst>
            <a:ahLst/>
            <a:cxnLst>
              <a:cxn ang="0">
                <a:pos x="connsiteX0" y="connsiteY0"/>
              </a:cxn>
              <a:cxn ang="0">
                <a:pos x="connsiteX1" y="connsiteY1"/>
              </a:cxn>
            </a:cxnLst>
            <a:rect l="l" t="t" r="r" b="b"/>
            <a:pathLst>
              <a:path w="504846" h="3829932" stroke="0" extrusionOk="0">
                <a:moveTo>
                  <a:pt x="504846" y="3829932"/>
                </a:moveTo>
                <a:cubicBezTo>
                  <a:pt x="-122264" y="2639923"/>
                  <a:pt x="-167464" y="1227674"/>
                  <a:pt x="382266" y="0"/>
                </a:cubicBezTo>
              </a:path>
              <a:path w="504846" h="3829932" fill="none">
                <a:moveTo>
                  <a:pt x="504846" y="3829932"/>
                </a:moveTo>
                <a:cubicBezTo>
                  <a:pt x="-122264" y="2639923"/>
                  <a:pt x="-167464" y="1227674"/>
                  <a:pt x="382266" y="0"/>
                </a:cubicBezTo>
              </a:path>
            </a:pathLst>
          </a:custGeom>
          <a:noFill/>
          <a:ln w="19050">
            <a:gradFill>
              <a:gsLst>
                <a:gs pos="18000">
                  <a:schemeClr val="accent1">
                    <a:alpha val="0"/>
                  </a:schemeClr>
                </a:gs>
                <a:gs pos="82000">
                  <a:schemeClr val="accent1">
                    <a:alpha val="0"/>
                  </a:schemeClr>
                </a:gs>
                <a:gs pos="5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5" name="弧形 25">
            <a:extLst>
              <a:ext uri="{FF2B5EF4-FFF2-40B4-BE49-F238E27FC236}">
                <a16:creationId xmlns:a16="http://schemas.microsoft.com/office/drawing/2014/main" id="{6564969A-0204-AD3E-78F8-7C0C60A206F4}"/>
              </a:ext>
            </a:extLst>
          </p:cNvPr>
          <p:cNvSpPr/>
          <p:nvPr/>
        </p:nvSpPr>
        <p:spPr>
          <a:xfrm flipH="1">
            <a:off x="10055071" y="1389814"/>
            <a:ext cx="504846" cy="3829932"/>
          </a:xfrm>
          <a:custGeom>
            <a:avLst/>
            <a:gdLst>
              <a:gd name="connsiteX0" fmla="*/ 504846 w 8755270"/>
              <a:gd name="connsiteY0" fmla="*/ 6418515 h 8755270"/>
              <a:gd name="connsiteX1" fmla="*/ 382266 w 8755270"/>
              <a:gd name="connsiteY1" fmla="*/ 2588583 h 8755270"/>
              <a:gd name="connsiteX2" fmla="*/ 4377635 w 8755270"/>
              <a:gd name="connsiteY2" fmla="*/ 4377635 h 8755270"/>
              <a:gd name="connsiteX3" fmla="*/ 504846 w 8755270"/>
              <a:gd name="connsiteY3" fmla="*/ 6418515 h 8755270"/>
              <a:gd name="connsiteX0" fmla="*/ 504846 w 8755270"/>
              <a:gd name="connsiteY0" fmla="*/ 6418515 h 8755270"/>
              <a:gd name="connsiteX1" fmla="*/ 382266 w 8755270"/>
              <a:gd name="connsiteY1" fmla="*/ 2588583 h 8755270"/>
              <a:gd name="connsiteX0" fmla="*/ 4377635 w 4469075"/>
              <a:gd name="connsiteY0" fmla="*/ 1789052 h 3829932"/>
              <a:gd name="connsiteX1" fmla="*/ 504846 w 4469075"/>
              <a:gd name="connsiteY1" fmla="*/ 3829932 h 3829932"/>
              <a:gd name="connsiteX2" fmla="*/ 382266 w 4469075"/>
              <a:gd name="connsiteY2" fmla="*/ 0 h 3829932"/>
              <a:gd name="connsiteX3" fmla="*/ 4469075 w 4469075"/>
              <a:gd name="connsiteY3" fmla="*/ 1880492 h 3829932"/>
              <a:gd name="connsiteX0" fmla="*/ 504846 w 4469075"/>
              <a:gd name="connsiteY0" fmla="*/ 3829932 h 3829932"/>
              <a:gd name="connsiteX1" fmla="*/ 382266 w 4469075"/>
              <a:gd name="connsiteY1" fmla="*/ 0 h 3829932"/>
              <a:gd name="connsiteX0" fmla="*/ 4377635 w 4377635"/>
              <a:gd name="connsiteY0" fmla="*/ 1789052 h 3829932"/>
              <a:gd name="connsiteX1" fmla="*/ 504846 w 4377635"/>
              <a:gd name="connsiteY1" fmla="*/ 3829932 h 3829932"/>
              <a:gd name="connsiteX2" fmla="*/ 382266 w 4377635"/>
              <a:gd name="connsiteY2" fmla="*/ 0 h 3829932"/>
              <a:gd name="connsiteX0" fmla="*/ 504846 w 4377635"/>
              <a:gd name="connsiteY0" fmla="*/ 3829932 h 3829932"/>
              <a:gd name="connsiteX1" fmla="*/ 382266 w 4377635"/>
              <a:gd name="connsiteY1" fmla="*/ 0 h 3829932"/>
              <a:gd name="connsiteX0" fmla="*/ 504846 w 504846"/>
              <a:gd name="connsiteY0" fmla="*/ 3829932 h 3829932"/>
              <a:gd name="connsiteX1" fmla="*/ 382266 w 504846"/>
              <a:gd name="connsiteY1" fmla="*/ 0 h 3829932"/>
              <a:gd name="connsiteX0" fmla="*/ 504846 w 504846"/>
              <a:gd name="connsiteY0" fmla="*/ 3829932 h 3829932"/>
              <a:gd name="connsiteX1" fmla="*/ 382266 w 504846"/>
              <a:gd name="connsiteY1" fmla="*/ 0 h 3829932"/>
            </a:gdLst>
            <a:ahLst/>
            <a:cxnLst>
              <a:cxn ang="0">
                <a:pos x="connsiteX0" y="connsiteY0"/>
              </a:cxn>
              <a:cxn ang="0">
                <a:pos x="connsiteX1" y="connsiteY1"/>
              </a:cxn>
            </a:cxnLst>
            <a:rect l="l" t="t" r="r" b="b"/>
            <a:pathLst>
              <a:path w="504846" h="3829932" stroke="0" extrusionOk="0">
                <a:moveTo>
                  <a:pt x="504846" y="3829932"/>
                </a:moveTo>
                <a:cubicBezTo>
                  <a:pt x="-122264" y="2639923"/>
                  <a:pt x="-167464" y="1227674"/>
                  <a:pt x="382266" y="0"/>
                </a:cubicBezTo>
              </a:path>
              <a:path w="504846" h="3829932" fill="none">
                <a:moveTo>
                  <a:pt x="504846" y="3829932"/>
                </a:moveTo>
                <a:cubicBezTo>
                  <a:pt x="-122264" y="2639923"/>
                  <a:pt x="-167464" y="1227674"/>
                  <a:pt x="382266" y="0"/>
                </a:cubicBezTo>
              </a:path>
            </a:pathLst>
          </a:custGeom>
          <a:noFill/>
          <a:ln w="19050" cap="rnd">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弧形 25">
            <a:extLst>
              <a:ext uri="{FF2B5EF4-FFF2-40B4-BE49-F238E27FC236}">
                <a16:creationId xmlns:a16="http://schemas.microsoft.com/office/drawing/2014/main" id="{B2063161-831E-B7CD-E684-8EFF541B5AED}"/>
              </a:ext>
            </a:extLst>
          </p:cNvPr>
          <p:cNvSpPr/>
          <p:nvPr/>
        </p:nvSpPr>
        <p:spPr>
          <a:xfrm flipH="1">
            <a:off x="11225685" y="1389814"/>
            <a:ext cx="504846" cy="3829932"/>
          </a:xfrm>
          <a:custGeom>
            <a:avLst/>
            <a:gdLst>
              <a:gd name="connsiteX0" fmla="*/ 504846 w 8755270"/>
              <a:gd name="connsiteY0" fmla="*/ 6418515 h 8755270"/>
              <a:gd name="connsiteX1" fmla="*/ 382266 w 8755270"/>
              <a:gd name="connsiteY1" fmla="*/ 2588583 h 8755270"/>
              <a:gd name="connsiteX2" fmla="*/ 4377635 w 8755270"/>
              <a:gd name="connsiteY2" fmla="*/ 4377635 h 8755270"/>
              <a:gd name="connsiteX3" fmla="*/ 504846 w 8755270"/>
              <a:gd name="connsiteY3" fmla="*/ 6418515 h 8755270"/>
              <a:gd name="connsiteX0" fmla="*/ 504846 w 8755270"/>
              <a:gd name="connsiteY0" fmla="*/ 6418515 h 8755270"/>
              <a:gd name="connsiteX1" fmla="*/ 382266 w 8755270"/>
              <a:gd name="connsiteY1" fmla="*/ 2588583 h 8755270"/>
              <a:gd name="connsiteX0" fmla="*/ 4377635 w 4469075"/>
              <a:gd name="connsiteY0" fmla="*/ 1789052 h 3829932"/>
              <a:gd name="connsiteX1" fmla="*/ 504846 w 4469075"/>
              <a:gd name="connsiteY1" fmla="*/ 3829932 h 3829932"/>
              <a:gd name="connsiteX2" fmla="*/ 382266 w 4469075"/>
              <a:gd name="connsiteY2" fmla="*/ 0 h 3829932"/>
              <a:gd name="connsiteX3" fmla="*/ 4469075 w 4469075"/>
              <a:gd name="connsiteY3" fmla="*/ 1880492 h 3829932"/>
              <a:gd name="connsiteX0" fmla="*/ 504846 w 4469075"/>
              <a:gd name="connsiteY0" fmla="*/ 3829932 h 3829932"/>
              <a:gd name="connsiteX1" fmla="*/ 382266 w 4469075"/>
              <a:gd name="connsiteY1" fmla="*/ 0 h 3829932"/>
              <a:gd name="connsiteX0" fmla="*/ 4377635 w 4377635"/>
              <a:gd name="connsiteY0" fmla="*/ 1789052 h 3829932"/>
              <a:gd name="connsiteX1" fmla="*/ 504846 w 4377635"/>
              <a:gd name="connsiteY1" fmla="*/ 3829932 h 3829932"/>
              <a:gd name="connsiteX2" fmla="*/ 382266 w 4377635"/>
              <a:gd name="connsiteY2" fmla="*/ 0 h 3829932"/>
              <a:gd name="connsiteX0" fmla="*/ 504846 w 4377635"/>
              <a:gd name="connsiteY0" fmla="*/ 3829932 h 3829932"/>
              <a:gd name="connsiteX1" fmla="*/ 382266 w 4377635"/>
              <a:gd name="connsiteY1" fmla="*/ 0 h 3829932"/>
              <a:gd name="connsiteX0" fmla="*/ 504846 w 504846"/>
              <a:gd name="connsiteY0" fmla="*/ 3829932 h 3829932"/>
              <a:gd name="connsiteX1" fmla="*/ 382266 w 504846"/>
              <a:gd name="connsiteY1" fmla="*/ 0 h 3829932"/>
              <a:gd name="connsiteX0" fmla="*/ 504846 w 504846"/>
              <a:gd name="connsiteY0" fmla="*/ 3829932 h 3829932"/>
              <a:gd name="connsiteX1" fmla="*/ 382266 w 504846"/>
              <a:gd name="connsiteY1" fmla="*/ 0 h 3829932"/>
            </a:gdLst>
            <a:ahLst/>
            <a:cxnLst>
              <a:cxn ang="0">
                <a:pos x="connsiteX0" y="connsiteY0"/>
              </a:cxn>
              <a:cxn ang="0">
                <a:pos x="connsiteX1" y="connsiteY1"/>
              </a:cxn>
            </a:cxnLst>
            <a:rect l="l" t="t" r="r" b="b"/>
            <a:pathLst>
              <a:path w="504846" h="3829932" stroke="0" extrusionOk="0">
                <a:moveTo>
                  <a:pt x="504846" y="3829932"/>
                </a:moveTo>
                <a:cubicBezTo>
                  <a:pt x="-122264" y="2639923"/>
                  <a:pt x="-167464" y="1227674"/>
                  <a:pt x="382266" y="0"/>
                </a:cubicBezTo>
              </a:path>
              <a:path w="504846" h="3829932" fill="none">
                <a:moveTo>
                  <a:pt x="504846" y="3829932"/>
                </a:moveTo>
                <a:cubicBezTo>
                  <a:pt x="-122264" y="2639923"/>
                  <a:pt x="-167464" y="1227674"/>
                  <a:pt x="382266" y="0"/>
                </a:cubicBezTo>
              </a:path>
            </a:pathLst>
          </a:custGeom>
          <a:noFill/>
          <a:ln w="190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任意多边形: 形状 221">
            <a:extLst>
              <a:ext uri="{FF2B5EF4-FFF2-40B4-BE49-F238E27FC236}">
                <a16:creationId xmlns:a16="http://schemas.microsoft.com/office/drawing/2014/main" id="{DC6AE4F4-B7D0-04E6-F339-C9383D60F067}"/>
              </a:ext>
            </a:extLst>
          </p:cNvPr>
          <p:cNvSpPr/>
          <p:nvPr/>
        </p:nvSpPr>
        <p:spPr>
          <a:xfrm flipH="1">
            <a:off x="10135381" y="1344789"/>
            <a:ext cx="1502611" cy="3896574"/>
          </a:xfrm>
          <a:custGeom>
            <a:avLst/>
            <a:gdLst>
              <a:gd name="connsiteX0" fmla="*/ 1397121 w 1502611"/>
              <a:gd name="connsiteY0" fmla="*/ 0 h 3896574"/>
              <a:gd name="connsiteX1" fmla="*/ 318870 w 1502611"/>
              <a:gd name="connsiteY1" fmla="*/ 0 h 3896574"/>
              <a:gd name="connsiteX2" fmla="*/ 293909 w 1502611"/>
              <a:gd name="connsiteY2" fmla="*/ 65971 h 3896574"/>
              <a:gd name="connsiteX3" fmla="*/ 0 w 1502611"/>
              <a:gd name="connsiteY3" fmla="*/ 1842912 h 3896574"/>
              <a:gd name="connsiteX4" fmla="*/ 239382 w 1502611"/>
              <a:gd name="connsiteY4" fmla="*/ 3451458 h 3896574"/>
              <a:gd name="connsiteX5" fmla="*/ 399582 w 1502611"/>
              <a:gd name="connsiteY5" fmla="*/ 3896574 h 3896574"/>
              <a:gd name="connsiteX6" fmla="*/ 1502611 w 1502611"/>
              <a:gd name="connsiteY6" fmla="*/ 3896574 h 3896574"/>
              <a:gd name="connsiteX7" fmla="*/ 1443577 w 1502611"/>
              <a:gd name="connsiteY7" fmla="*/ 3789426 h 3896574"/>
              <a:gd name="connsiteX8" fmla="*/ 1000833 w 1502611"/>
              <a:gd name="connsiteY8" fmla="*/ 1842912 h 3896574"/>
              <a:gd name="connsiteX9" fmla="*/ 1343089 w 1502611"/>
              <a:gd name="connsiteY9" fmla="*/ 120498 h 3896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2611" h="3896574">
                <a:moveTo>
                  <a:pt x="1397121" y="0"/>
                </a:moveTo>
                <a:lnTo>
                  <a:pt x="318870" y="0"/>
                </a:lnTo>
                <a:lnTo>
                  <a:pt x="293909" y="65971"/>
                </a:lnTo>
                <a:cubicBezTo>
                  <a:pt x="103386" y="623304"/>
                  <a:pt x="0" y="1221035"/>
                  <a:pt x="0" y="1842912"/>
                </a:cubicBezTo>
                <a:cubicBezTo>
                  <a:pt x="0" y="2402602"/>
                  <a:pt x="83743" y="2942733"/>
                  <a:pt x="239382" y="3451458"/>
                </a:cubicBezTo>
                <a:lnTo>
                  <a:pt x="399582" y="3896574"/>
                </a:lnTo>
                <a:lnTo>
                  <a:pt x="1502611" y="3896574"/>
                </a:lnTo>
                <a:lnTo>
                  <a:pt x="1443577" y="3789426"/>
                </a:lnTo>
                <a:cubicBezTo>
                  <a:pt x="1159840" y="3200577"/>
                  <a:pt x="1000833" y="2540313"/>
                  <a:pt x="1000833" y="1842912"/>
                </a:cubicBezTo>
                <a:cubicBezTo>
                  <a:pt x="1000833" y="1232686"/>
                  <a:pt x="1122572" y="650894"/>
                  <a:pt x="1343089" y="120498"/>
                </a:cubicBezTo>
                <a:close/>
              </a:path>
            </a:pathLst>
          </a:custGeom>
          <a:gradFill>
            <a:gsLst>
              <a:gs pos="0">
                <a:schemeClr val="accent1">
                  <a:alpha val="0"/>
                </a:schemeClr>
              </a:gs>
              <a:gs pos="98452">
                <a:schemeClr val="accent1">
                  <a:alpha val="0"/>
                </a:schemeClr>
              </a:gs>
              <a:gs pos="70000">
                <a:schemeClr val="accent1">
                  <a:alpha val="32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19" name="弧形 25">
            <a:extLst>
              <a:ext uri="{FF2B5EF4-FFF2-40B4-BE49-F238E27FC236}">
                <a16:creationId xmlns:a16="http://schemas.microsoft.com/office/drawing/2014/main" id="{8CBEA749-ABCB-AE46-B4E5-0816AABCCD30}"/>
              </a:ext>
            </a:extLst>
          </p:cNvPr>
          <p:cNvSpPr/>
          <p:nvPr/>
        </p:nvSpPr>
        <p:spPr>
          <a:xfrm flipH="1">
            <a:off x="11321302" y="1389814"/>
            <a:ext cx="504846" cy="3829932"/>
          </a:xfrm>
          <a:custGeom>
            <a:avLst/>
            <a:gdLst>
              <a:gd name="connsiteX0" fmla="*/ 504846 w 8755270"/>
              <a:gd name="connsiteY0" fmla="*/ 6418515 h 8755270"/>
              <a:gd name="connsiteX1" fmla="*/ 382266 w 8755270"/>
              <a:gd name="connsiteY1" fmla="*/ 2588583 h 8755270"/>
              <a:gd name="connsiteX2" fmla="*/ 4377635 w 8755270"/>
              <a:gd name="connsiteY2" fmla="*/ 4377635 h 8755270"/>
              <a:gd name="connsiteX3" fmla="*/ 504846 w 8755270"/>
              <a:gd name="connsiteY3" fmla="*/ 6418515 h 8755270"/>
              <a:gd name="connsiteX0" fmla="*/ 504846 w 8755270"/>
              <a:gd name="connsiteY0" fmla="*/ 6418515 h 8755270"/>
              <a:gd name="connsiteX1" fmla="*/ 382266 w 8755270"/>
              <a:gd name="connsiteY1" fmla="*/ 2588583 h 8755270"/>
              <a:gd name="connsiteX0" fmla="*/ 4377635 w 4469075"/>
              <a:gd name="connsiteY0" fmla="*/ 1789052 h 3829932"/>
              <a:gd name="connsiteX1" fmla="*/ 504846 w 4469075"/>
              <a:gd name="connsiteY1" fmla="*/ 3829932 h 3829932"/>
              <a:gd name="connsiteX2" fmla="*/ 382266 w 4469075"/>
              <a:gd name="connsiteY2" fmla="*/ 0 h 3829932"/>
              <a:gd name="connsiteX3" fmla="*/ 4469075 w 4469075"/>
              <a:gd name="connsiteY3" fmla="*/ 1880492 h 3829932"/>
              <a:gd name="connsiteX0" fmla="*/ 504846 w 4469075"/>
              <a:gd name="connsiteY0" fmla="*/ 3829932 h 3829932"/>
              <a:gd name="connsiteX1" fmla="*/ 382266 w 4469075"/>
              <a:gd name="connsiteY1" fmla="*/ 0 h 3829932"/>
              <a:gd name="connsiteX0" fmla="*/ 4377635 w 4377635"/>
              <a:gd name="connsiteY0" fmla="*/ 1789052 h 3829932"/>
              <a:gd name="connsiteX1" fmla="*/ 504846 w 4377635"/>
              <a:gd name="connsiteY1" fmla="*/ 3829932 h 3829932"/>
              <a:gd name="connsiteX2" fmla="*/ 382266 w 4377635"/>
              <a:gd name="connsiteY2" fmla="*/ 0 h 3829932"/>
              <a:gd name="connsiteX0" fmla="*/ 504846 w 4377635"/>
              <a:gd name="connsiteY0" fmla="*/ 3829932 h 3829932"/>
              <a:gd name="connsiteX1" fmla="*/ 382266 w 4377635"/>
              <a:gd name="connsiteY1" fmla="*/ 0 h 3829932"/>
              <a:gd name="connsiteX0" fmla="*/ 504846 w 504846"/>
              <a:gd name="connsiteY0" fmla="*/ 3829932 h 3829932"/>
              <a:gd name="connsiteX1" fmla="*/ 382266 w 504846"/>
              <a:gd name="connsiteY1" fmla="*/ 0 h 3829932"/>
              <a:gd name="connsiteX0" fmla="*/ 504846 w 504846"/>
              <a:gd name="connsiteY0" fmla="*/ 3829932 h 3829932"/>
              <a:gd name="connsiteX1" fmla="*/ 382266 w 504846"/>
              <a:gd name="connsiteY1" fmla="*/ 0 h 3829932"/>
            </a:gdLst>
            <a:ahLst/>
            <a:cxnLst>
              <a:cxn ang="0">
                <a:pos x="connsiteX0" y="connsiteY0"/>
              </a:cxn>
              <a:cxn ang="0">
                <a:pos x="connsiteX1" y="connsiteY1"/>
              </a:cxn>
            </a:cxnLst>
            <a:rect l="l" t="t" r="r" b="b"/>
            <a:pathLst>
              <a:path w="504846" h="3829932" stroke="0" extrusionOk="0">
                <a:moveTo>
                  <a:pt x="504846" y="3829932"/>
                </a:moveTo>
                <a:cubicBezTo>
                  <a:pt x="-122264" y="2639923"/>
                  <a:pt x="-167464" y="1227674"/>
                  <a:pt x="382266" y="0"/>
                </a:cubicBezTo>
              </a:path>
              <a:path w="504846" h="3829932" fill="none">
                <a:moveTo>
                  <a:pt x="504846" y="3829932"/>
                </a:moveTo>
                <a:cubicBezTo>
                  <a:pt x="-122264" y="2639923"/>
                  <a:pt x="-167464" y="1227674"/>
                  <a:pt x="382266" y="0"/>
                </a:cubicBezTo>
              </a:path>
            </a:pathLst>
          </a:custGeom>
          <a:noFill/>
          <a:ln w="19050" cap="rnd">
            <a:gradFill>
              <a:gsLst>
                <a:gs pos="18000">
                  <a:schemeClr val="accent1">
                    <a:alpha val="0"/>
                  </a:schemeClr>
                </a:gs>
                <a:gs pos="82000">
                  <a:schemeClr val="accent1">
                    <a:alpha val="0"/>
                  </a:schemeClr>
                </a:gs>
                <a:gs pos="5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文本框 224">
            <a:extLst>
              <a:ext uri="{FF2B5EF4-FFF2-40B4-BE49-F238E27FC236}">
                <a16:creationId xmlns:a16="http://schemas.microsoft.com/office/drawing/2014/main" id="{7400E932-B215-F8A2-D77D-355487732DAE}"/>
              </a:ext>
            </a:extLst>
          </p:cNvPr>
          <p:cNvSpPr txBox="1">
            <a:spLocks/>
          </p:cNvSpPr>
          <p:nvPr/>
        </p:nvSpPr>
        <p:spPr>
          <a:xfrm>
            <a:off x="661218" y="2279122"/>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感知支撑</a:t>
            </a:r>
          </a:p>
        </p:txBody>
      </p:sp>
      <p:sp>
        <p:nvSpPr>
          <p:cNvPr id="193" name="文本框 192">
            <a:extLst>
              <a:ext uri="{FF2B5EF4-FFF2-40B4-BE49-F238E27FC236}">
                <a16:creationId xmlns:a16="http://schemas.microsoft.com/office/drawing/2014/main" id="{439E0450-8082-C26F-78A4-EA91303686D7}"/>
              </a:ext>
            </a:extLst>
          </p:cNvPr>
          <p:cNvSpPr txBox="1">
            <a:spLocks/>
          </p:cNvSpPr>
          <p:nvPr/>
        </p:nvSpPr>
        <p:spPr>
          <a:xfrm>
            <a:off x="621523" y="1767679"/>
            <a:ext cx="1204040" cy="317818"/>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ym typeface="Helvetica Neue" panose="02000503000000020004"/>
              </a:rPr>
              <a:t>支撑体系</a:t>
            </a:r>
          </a:p>
        </p:txBody>
      </p:sp>
      <p:sp>
        <p:nvSpPr>
          <p:cNvPr id="216" name="文本框 215">
            <a:extLst>
              <a:ext uri="{FF2B5EF4-FFF2-40B4-BE49-F238E27FC236}">
                <a16:creationId xmlns:a16="http://schemas.microsoft.com/office/drawing/2014/main" id="{5C6289BC-47C3-394B-FD93-45E12E430F6E}"/>
              </a:ext>
            </a:extLst>
          </p:cNvPr>
          <p:cNvSpPr txBox="1">
            <a:spLocks/>
          </p:cNvSpPr>
          <p:nvPr/>
        </p:nvSpPr>
        <p:spPr>
          <a:xfrm>
            <a:off x="10393285" y="1752278"/>
            <a:ext cx="1204040" cy="317818"/>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ym typeface="Helvetica Neue" panose="02000503000000020004"/>
              </a:rPr>
              <a:t>发展指标</a:t>
            </a:r>
          </a:p>
        </p:txBody>
      </p:sp>
      <p:sp>
        <p:nvSpPr>
          <p:cNvPr id="226" name="文本框 225">
            <a:extLst>
              <a:ext uri="{FF2B5EF4-FFF2-40B4-BE49-F238E27FC236}">
                <a16:creationId xmlns:a16="http://schemas.microsoft.com/office/drawing/2014/main" id="{44CD08FC-A4A9-D417-D490-064775798F48}"/>
              </a:ext>
            </a:extLst>
          </p:cNvPr>
          <p:cNvSpPr txBox="1">
            <a:spLocks/>
          </p:cNvSpPr>
          <p:nvPr/>
        </p:nvSpPr>
        <p:spPr>
          <a:xfrm>
            <a:off x="568824" y="2727398"/>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网络支撑</a:t>
            </a:r>
          </a:p>
        </p:txBody>
      </p:sp>
      <p:sp>
        <p:nvSpPr>
          <p:cNvPr id="227" name="文本框 226">
            <a:extLst>
              <a:ext uri="{FF2B5EF4-FFF2-40B4-BE49-F238E27FC236}">
                <a16:creationId xmlns:a16="http://schemas.microsoft.com/office/drawing/2014/main" id="{D80BBA15-1222-86FE-4AF1-846B1A133FE3}"/>
              </a:ext>
            </a:extLst>
          </p:cNvPr>
          <p:cNvSpPr txBox="1">
            <a:spLocks/>
          </p:cNvSpPr>
          <p:nvPr/>
        </p:nvSpPr>
        <p:spPr>
          <a:xfrm>
            <a:off x="552786" y="3175674"/>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数据支撑</a:t>
            </a:r>
          </a:p>
        </p:txBody>
      </p:sp>
      <p:sp>
        <p:nvSpPr>
          <p:cNvPr id="228" name="文本框 227">
            <a:extLst>
              <a:ext uri="{FF2B5EF4-FFF2-40B4-BE49-F238E27FC236}">
                <a16:creationId xmlns:a16="http://schemas.microsoft.com/office/drawing/2014/main" id="{38555D6F-D119-E17A-9F23-55AD25076784}"/>
              </a:ext>
            </a:extLst>
          </p:cNvPr>
          <p:cNvSpPr txBox="1">
            <a:spLocks/>
          </p:cNvSpPr>
          <p:nvPr/>
        </p:nvSpPr>
        <p:spPr>
          <a:xfrm>
            <a:off x="583272" y="3623950"/>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地图支撑</a:t>
            </a:r>
          </a:p>
        </p:txBody>
      </p:sp>
      <p:sp>
        <p:nvSpPr>
          <p:cNvPr id="229" name="文本框 228">
            <a:extLst>
              <a:ext uri="{FF2B5EF4-FFF2-40B4-BE49-F238E27FC236}">
                <a16:creationId xmlns:a16="http://schemas.microsoft.com/office/drawing/2014/main" id="{5ABA20A8-CDA9-9925-2437-9D506346C779}"/>
              </a:ext>
            </a:extLst>
          </p:cNvPr>
          <p:cNvSpPr txBox="1">
            <a:spLocks/>
          </p:cNvSpPr>
          <p:nvPr/>
        </p:nvSpPr>
        <p:spPr>
          <a:xfrm>
            <a:off x="662265" y="4072226"/>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应用支撑</a:t>
            </a:r>
          </a:p>
        </p:txBody>
      </p:sp>
      <p:sp>
        <p:nvSpPr>
          <p:cNvPr id="230" name="文本框 229">
            <a:extLst>
              <a:ext uri="{FF2B5EF4-FFF2-40B4-BE49-F238E27FC236}">
                <a16:creationId xmlns:a16="http://schemas.microsoft.com/office/drawing/2014/main" id="{6C8197AD-97B8-E14C-8FFD-E2384A6C9308}"/>
              </a:ext>
            </a:extLst>
          </p:cNvPr>
          <p:cNvSpPr txBox="1">
            <a:spLocks/>
          </p:cNvSpPr>
          <p:nvPr/>
        </p:nvSpPr>
        <p:spPr>
          <a:xfrm>
            <a:off x="842143" y="4520504"/>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算法支撑</a:t>
            </a:r>
          </a:p>
        </p:txBody>
      </p:sp>
      <p:sp>
        <p:nvSpPr>
          <p:cNvPr id="231" name="文本框 230">
            <a:extLst>
              <a:ext uri="{FF2B5EF4-FFF2-40B4-BE49-F238E27FC236}">
                <a16:creationId xmlns:a16="http://schemas.microsoft.com/office/drawing/2014/main" id="{0D20AA7D-376D-4C03-BD93-881648C43952}"/>
              </a:ext>
            </a:extLst>
          </p:cNvPr>
          <p:cNvSpPr txBox="1">
            <a:spLocks/>
          </p:cNvSpPr>
          <p:nvPr/>
        </p:nvSpPr>
        <p:spPr>
          <a:xfrm>
            <a:off x="10612214" y="2279122"/>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开放</a:t>
            </a:r>
          </a:p>
        </p:txBody>
      </p:sp>
      <p:sp>
        <p:nvSpPr>
          <p:cNvPr id="232" name="文本框 231">
            <a:extLst>
              <a:ext uri="{FF2B5EF4-FFF2-40B4-BE49-F238E27FC236}">
                <a16:creationId xmlns:a16="http://schemas.microsoft.com/office/drawing/2014/main" id="{7761857F-D9B1-35CD-2C0B-6D3D5785E326}"/>
              </a:ext>
            </a:extLst>
          </p:cNvPr>
          <p:cNvSpPr txBox="1">
            <a:spLocks/>
          </p:cNvSpPr>
          <p:nvPr/>
        </p:nvSpPr>
        <p:spPr>
          <a:xfrm>
            <a:off x="10704608" y="2727398"/>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生态</a:t>
            </a:r>
          </a:p>
        </p:txBody>
      </p:sp>
      <p:sp>
        <p:nvSpPr>
          <p:cNvPr id="233" name="文本框 232">
            <a:extLst>
              <a:ext uri="{FF2B5EF4-FFF2-40B4-BE49-F238E27FC236}">
                <a16:creationId xmlns:a16="http://schemas.microsoft.com/office/drawing/2014/main" id="{47A97736-038B-2503-4F12-AC4065EFF087}"/>
              </a:ext>
            </a:extLst>
          </p:cNvPr>
          <p:cNvSpPr txBox="1">
            <a:spLocks/>
          </p:cNvSpPr>
          <p:nvPr/>
        </p:nvSpPr>
        <p:spPr>
          <a:xfrm>
            <a:off x="10720646" y="3175674"/>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智慧</a:t>
            </a:r>
          </a:p>
        </p:txBody>
      </p:sp>
      <p:sp>
        <p:nvSpPr>
          <p:cNvPr id="234" name="文本框 233">
            <a:extLst>
              <a:ext uri="{FF2B5EF4-FFF2-40B4-BE49-F238E27FC236}">
                <a16:creationId xmlns:a16="http://schemas.microsoft.com/office/drawing/2014/main" id="{59C6119C-90F3-9AE3-3E9C-381759EA8678}"/>
              </a:ext>
            </a:extLst>
          </p:cNvPr>
          <p:cNvSpPr txBox="1">
            <a:spLocks/>
          </p:cNvSpPr>
          <p:nvPr/>
        </p:nvSpPr>
        <p:spPr>
          <a:xfrm>
            <a:off x="10690160" y="3623950"/>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安全</a:t>
            </a:r>
          </a:p>
        </p:txBody>
      </p:sp>
      <p:sp>
        <p:nvSpPr>
          <p:cNvPr id="235" name="文本框 234">
            <a:extLst>
              <a:ext uri="{FF2B5EF4-FFF2-40B4-BE49-F238E27FC236}">
                <a16:creationId xmlns:a16="http://schemas.microsoft.com/office/drawing/2014/main" id="{A4F2E8E3-5DA4-2026-B651-F211CB859575}"/>
              </a:ext>
            </a:extLst>
          </p:cNvPr>
          <p:cNvSpPr txBox="1">
            <a:spLocks/>
          </p:cNvSpPr>
          <p:nvPr/>
        </p:nvSpPr>
        <p:spPr>
          <a:xfrm>
            <a:off x="10611167" y="4072226"/>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宜居</a:t>
            </a:r>
          </a:p>
        </p:txBody>
      </p:sp>
      <p:sp>
        <p:nvSpPr>
          <p:cNvPr id="236" name="文本框 235">
            <a:extLst>
              <a:ext uri="{FF2B5EF4-FFF2-40B4-BE49-F238E27FC236}">
                <a16:creationId xmlns:a16="http://schemas.microsoft.com/office/drawing/2014/main" id="{7955C1F8-B39B-8061-F1BC-A46440173AB5}"/>
              </a:ext>
            </a:extLst>
          </p:cNvPr>
          <p:cNvSpPr txBox="1">
            <a:spLocks/>
          </p:cNvSpPr>
          <p:nvPr/>
        </p:nvSpPr>
        <p:spPr>
          <a:xfrm>
            <a:off x="10431289" y="4520504"/>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其他</a:t>
            </a:r>
          </a:p>
        </p:txBody>
      </p:sp>
    </p:spTree>
    <p:extLst>
      <p:ext uri="{BB962C8B-B14F-4D97-AF65-F5344CB8AC3E}">
        <p14:creationId xmlns:p14="http://schemas.microsoft.com/office/powerpoint/2010/main" val="3251200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17" name="任意多边形: 形状 16">
            <a:extLst>
              <a:ext uri="{FF2B5EF4-FFF2-40B4-BE49-F238E27FC236}">
                <a16:creationId xmlns:a16="http://schemas.microsoft.com/office/drawing/2014/main" id="{4723186B-849B-89D7-A16A-ED87B942A7DD}"/>
              </a:ext>
            </a:extLst>
          </p:cNvPr>
          <p:cNvSpPr/>
          <p:nvPr/>
        </p:nvSpPr>
        <p:spPr>
          <a:xfrm>
            <a:off x="1462390" y="1109565"/>
            <a:ext cx="9267220" cy="3115789"/>
          </a:xfrm>
          <a:custGeom>
            <a:avLst/>
            <a:gdLst>
              <a:gd name="connsiteX0" fmla="*/ 5860472 w 11720944"/>
              <a:gd name="connsiteY0" fmla="*/ 0 h 3399747"/>
              <a:gd name="connsiteX1" fmla="*/ 11720944 w 11720944"/>
              <a:gd name="connsiteY1" fmla="*/ 3399723 h 3399747"/>
              <a:gd name="connsiteX2" fmla="*/ 1 w 11720944"/>
              <a:gd name="connsiteY2" fmla="*/ 3399723 h 3399747"/>
              <a:gd name="connsiteX3" fmla="*/ 1 w 11720944"/>
              <a:gd name="connsiteY3" fmla="*/ 3399747 h 3399747"/>
              <a:gd name="connsiteX4" fmla="*/ 0 w 11720944"/>
              <a:gd name="connsiteY4" fmla="*/ 3399723 h 3399747"/>
              <a:gd name="connsiteX5" fmla="*/ 5860472 w 11720944"/>
              <a:gd name="connsiteY5" fmla="*/ 0 h 3399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20944" h="3399747">
                <a:moveTo>
                  <a:pt x="5860472" y="0"/>
                </a:moveTo>
                <a:cubicBezTo>
                  <a:pt x="9097121" y="0"/>
                  <a:pt x="11720944" y="1522108"/>
                  <a:pt x="11720944" y="3399723"/>
                </a:cubicBezTo>
                <a:lnTo>
                  <a:pt x="1" y="3399723"/>
                </a:lnTo>
                <a:lnTo>
                  <a:pt x="1" y="3399747"/>
                </a:lnTo>
                <a:lnTo>
                  <a:pt x="0" y="3399723"/>
                </a:lnTo>
                <a:cubicBezTo>
                  <a:pt x="0" y="1522108"/>
                  <a:pt x="2623824" y="0"/>
                  <a:pt x="5860472" y="0"/>
                </a:cubicBezTo>
                <a:close/>
              </a:path>
            </a:pathLst>
          </a:custGeom>
          <a:gradFill>
            <a:gsLst>
              <a:gs pos="0">
                <a:schemeClr val="accent2">
                  <a:alpha val="24000"/>
                </a:schemeClr>
              </a:gs>
              <a:gs pos="100000">
                <a:schemeClr val="accent2">
                  <a:alpha val="0"/>
                </a:schemeClr>
              </a:gs>
            </a:gsLst>
            <a:lin ang="5400000" scaled="1"/>
          </a:gradFill>
          <a:ln>
            <a:gradFill>
              <a:gsLst>
                <a:gs pos="0">
                  <a:schemeClr val="accent2">
                    <a:alpha val="25000"/>
                  </a:schemeClr>
                </a:gs>
                <a:gs pos="100000">
                  <a:schemeClr val="accent2">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100">
              <a:solidFill>
                <a:schemeClr val="accent3"/>
              </a:solidFill>
              <a:latin typeface="+mn-ea"/>
            </a:endParaRPr>
          </a:p>
        </p:txBody>
      </p:sp>
      <p:sp>
        <p:nvSpPr>
          <p:cNvPr id="157" name="任意多边形: 形状 156">
            <a:extLst>
              <a:ext uri="{FF2B5EF4-FFF2-40B4-BE49-F238E27FC236}">
                <a16:creationId xmlns:a16="http://schemas.microsoft.com/office/drawing/2014/main" id="{74C93998-904C-84BC-F8A0-FEA18B7138DF}"/>
              </a:ext>
            </a:extLst>
          </p:cNvPr>
          <p:cNvSpPr/>
          <p:nvPr/>
        </p:nvSpPr>
        <p:spPr>
          <a:xfrm>
            <a:off x="1763949" y="1448569"/>
            <a:ext cx="8664102" cy="2776786"/>
          </a:xfrm>
          <a:custGeom>
            <a:avLst/>
            <a:gdLst>
              <a:gd name="connsiteX0" fmla="*/ 5860472 w 11720944"/>
              <a:gd name="connsiteY0" fmla="*/ 0 h 3399747"/>
              <a:gd name="connsiteX1" fmla="*/ 11720944 w 11720944"/>
              <a:gd name="connsiteY1" fmla="*/ 3399723 h 3399747"/>
              <a:gd name="connsiteX2" fmla="*/ 1 w 11720944"/>
              <a:gd name="connsiteY2" fmla="*/ 3399723 h 3399747"/>
              <a:gd name="connsiteX3" fmla="*/ 1 w 11720944"/>
              <a:gd name="connsiteY3" fmla="*/ 3399747 h 3399747"/>
              <a:gd name="connsiteX4" fmla="*/ 0 w 11720944"/>
              <a:gd name="connsiteY4" fmla="*/ 3399723 h 3399747"/>
              <a:gd name="connsiteX5" fmla="*/ 5860472 w 11720944"/>
              <a:gd name="connsiteY5" fmla="*/ 0 h 3399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20944" h="3399747">
                <a:moveTo>
                  <a:pt x="5860472" y="0"/>
                </a:moveTo>
                <a:cubicBezTo>
                  <a:pt x="9097121" y="0"/>
                  <a:pt x="11720944" y="1522108"/>
                  <a:pt x="11720944" y="3399723"/>
                </a:cubicBezTo>
                <a:lnTo>
                  <a:pt x="1" y="3399723"/>
                </a:lnTo>
                <a:lnTo>
                  <a:pt x="1" y="3399747"/>
                </a:lnTo>
                <a:lnTo>
                  <a:pt x="0" y="3399723"/>
                </a:lnTo>
                <a:cubicBezTo>
                  <a:pt x="0" y="1522108"/>
                  <a:pt x="2623824" y="0"/>
                  <a:pt x="5860472" y="0"/>
                </a:cubicBezTo>
                <a:close/>
              </a:path>
            </a:pathLst>
          </a:custGeom>
          <a:gradFill>
            <a:gsLst>
              <a:gs pos="0">
                <a:schemeClr val="accent2">
                  <a:alpha val="12000"/>
                </a:schemeClr>
              </a:gs>
              <a:gs pos="100000">
                <a:schemeClr val="accent2">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100" dirty="0">
              <a:solidFill>
                <a:schemeClr val="accent3"/>
              </a:solidFill>
              <a:latin typeface="+mn-ea"/>
            </a:endParaRPr>
          </a:p>
        </p:txBody>
      </p:sp>
      <p:sp>
        <p:nvSpPr>
          <p:cNvPr id="2" name="椭圆 1">
            <a:extLst>
              <a:ext uri="{FF2B5EF4-FFF2-40B4-BE49-F238E27FC236}">
                <a16:creationId xmlns:a16="http://schemas.microsoft.com/office/drawing/2014/main" id="{D3B2335C-BB5A-EA21-FBDF-0157F3954A43}"/>
              </a:ext>
            </a:extLst>
          </p:cNvPr>
          <p:cNvSpPr/>
          <p:nvPr/>
        </p:nvSpPr>
        <p:spPr>
          <a:xfrm>
            <a:off x="1237736" y="2719329"/>
            <a:ext cx="9716527" cy="3427472"/>
          </a:xfrm>
          <a:prstGeom prst="ellipse">
            <a:avLst/>
          </a:prstGeom>
          <a:gradFill>
            <a:gsLst>
              <a:gs pos="1000">
                <a:schemeClr val="accent1">
                  <a:alpha val="7000"/>
                </a:schemeClr>
              </a:gs>
              <a:gs pos="100000">
                <a:schemeClr val="accent1">
                  <a:alpha val="0"/>
                </a:schemeClr>
              </a:gs>
            </a:gsLst>
            <a:lin ang="16200000" scaled="0"/>
          </a:gradFill>
          <a:ln w="12700" cap="flat" cmpd="sng" algn="ctr">
            <a:noFill/>
            <a:prstDash val="solid"/>
            <a:miter lim="800000"/>
          </a:ln>
          <a:effectLst>
            <a:outerShdw blurRad="635000" dist="635000" dir="5400000" algn="t" rotWithShape="0">
              <a:schemeClr val="accent1">
                <a:lumMod val="75000"/>
                <a:alpha val="15000"/>
              </a:schemeClr>
            </a:outerShdw>
          </a:effectLst>
        </p:spPr>
        <p:txBody>
          <a:bodyPr lIns="0" rIns="0" rtlCol="0" anchor="ctr"/>
          <a:lstStyle/>
          <a:p>
            <a:pPr algn="ctr" defTabSz="889000">
              <a:spcBef>
                <a:spcPct val="0"/>
              </a:spcBef>
            </a:pPr>
            <a:endParaRPr lang="zh-CN" altLang="en-US" b="1" dirty="0">
              <a:solidFill>
                <a:schemeClr val="accent3"/>
              </a:solidFill>
              <a:latin typeface="+mn-ea"/>
            </a:endParaRPr>
          </a:p>
        </p:txBody>
      </p:sp>
      <p:sp>
        <p:nvSpPr>
          <p:cNvPr id="16" name="文本框 15">
            <a:extLst>
              <a:ext uri="{FF2B5EF4-FFF2-40B4-BE49-F238E27FC236}">
                <a16:creationId xmlns:a16="http://schemas.microsoft.com/office/drawing/2014/main" id="{91801F3B-A4C1-039E-98C2-09D4DE8CAAEE}"/>
              </a:ext>
            </a:extLst>
          </p:cNvPr>
          <p:cNvSpPr txBox="1"/>
          <p:nvPr/>
        </p:nvSpPr>
        <p:spPr>
          <a:xfrm>
            <a:off x="649706" y="523557"/>
            <a:ext cx="6862344"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数字产品支撑模型</a:t>
            </a:r>
          </a:p>
        </p:txBody>
      </p:sp>
      <p:sp>
        <p:nvSpPr>
          <p:cNvPr id="32" name="任意多边形: 形状 31">
            <a:extLst>
              <a:ext uri="{FF2B5EF4-FFF2-40B4-BE49-F238E27FC236}">
                <a16:creationId xmlns:a16="http://schemas.microsoft.com/office/drawing/2014/main" id="{4AA60225-7B98-E096-56CD-1D1E460FFCA3}"/>
              </a:ext>
            </a:extLst>
          </p:cNvPr>
          <p:cNvSpPr/>
          <p:nvPr/>
        </p:nvSpPr>
        <p:spPr>
          <a:xfrm rot="3936691">
            <a:off x="10658156" y="3916319"/>
            <a:ext cx="1342216" cy="618031"/>
          </a:xfrm>
          <a:custGeom>
            <a:avLst/>
            <a:gdLst>
              <a:gd name="connsiteX0" fmla="*/ 0 w 4972692"/>
              <a:gd name="connsiteY0" fmla="*/ 94746 h 1707788"/>
              <a:gd name="connsiteX1" fmla="*/ 2712377 w 4972692"/>
              <a:gd name="connsiteY1" fmla="*/ 176939 h 1707788"/>
              <a:gd name="connsiteX2" fmla="*/ 4972692 w 4972692"/>
              <a:gd name="connsiteY2" fmla="*/ 1707788 h 1707788"/>
              <a:gd name="connsiteX0" fmla="*/ 0 w 4972692"/>
              <a:gd name="connsiteY0" fmla="*/ 42936 h 1655978"/>
              <a:gd name="connsiteX1" fmla="*/ 2594630 w 4972692"/>
              <a:gd name="connsiteY1" fmla="*/ 269930 h 1655978"/>
              <a:gd name="connsiteX2" fmla="*/ 4972692 w 4972692"/>
              <a:gd name="connsiteY2" fmla="*/ 1655978 h 1655978"/>
            </a:gdLst>
            <a:ahLst/>
            <a:cxnLst>
              <a:cxn ang="0">
                <a:pos x="connsiteX0" y="connsiteY0"/>
              </a:cxn>
              <a:cxn ang="0">
                <a:pos x="connsiteX1" y="connsiteY1"/>
              </a:cxn>
              <a:cxn ang="0">
                <a:pos x="connsiteX2" y="connsiteY2"/>
              </a:cxn>
            </a:cxnLst>
            <a:rect l="l" t="t" r="r" b="b"/>
            <a:pathLst>
              <a:path w="4972692" h="1655978">
                <a:moveTo>
                  <a:pt x="0" y="42936"/>
                </a:moveTo>
                <a:cubicBezTo>
                  <a:pt x="941797" y="-50388"/>
                  <a:pt x="1765848" y="1090"/>
                  <a:pt x="2594630" y="269930"/>
                </a:cubicBezTo>
                <a:cubicBezTo>
                  <a:pt x="3423412" y="538770"/>
                  <a:pt x="4256925" y="1024973"/>
                  <a:pt x="4972692" y="1655978"/>
                </a:cubicBezTo>
              </a:path>
            </a:pathLst>
          </a:custGeom>
          <a:noFill/>
          <a:ln w="44450">
            <a:gradFill>
              <a:gsLst>
                <a:gs pos="1000">
                  <a:schemeClr val="accent2">
                    <a:alpha val="0"/>
                  </a:schemeClr>
                </a:gs>
                <a:gs pos="100000">
                  <a:schemeClr val="accent2"/>
                </a:gs>
              </a:gsLst>
              <a:lin ang="16200000" scaled="0"/>
            </a:gradFill>
            <a:head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solidFill>
                <a:schemeClr val="accent3"/>
              </a:solidFill>
              <a:latin typeface="+mn-ea"/>
            </a:endParaRPr>
          </a:p>
        </p:txBody>
      </p:sp>
      <p:sp>
        <p:nvSpPr>
          <p:cNvPr id="33" name="任意多边形: 形状 32">
            <a:extLst>
              <a:ext uri="{FF2B5EF4-FFF2-40B4-BE49-F238E27FC236}">
                <a16:creationId xmlns:a16="http://schemas.microsoft.com/office/drawing/2014/main" id="{BA936429-DA04-0FAA-6293-41BEC28A277B}"/>
              </a:ext>
            </a:extLst>
          </p:cNvPr>
          <p:cNvSpPr/>
          <p:nvPr/>
        </p:nvSpPr>
        <p:spPr>
          <a:xfrm rot="3936691" flipH="1" flipV="1">
            <a:off x="191627" y="3916319"/>
            <a:ext cx="1342216" cy="618031"/>
          </a:xfrm>
          <a:custGeom>
            <a:avLst/>
            <a:gdLst>
              <a:gd name="connsiteX0" fmla="*/ 0 w 4972692"/>
              <a:gd name="connsiteY0" fmla="*/ 94746 h 1707788"/>
              <a:gd name="connsiteX1" fmla="*/ 2712377 w 4972692"/>
              <a:gd name="connsiteY1" fmla="*/ 176939 h 1707788"/>
              <a:gd name="connsiteX2" fmla="*/ 4972692 w 4972692"/>
              <a:gd name="connsiteY2" fmla="*/ 1707788 h 1707788"/>
              <a:gd name="connsiteX0" fmla="*/ 0 w 4972692"/>
              <a:gd name="connsiteY0" fmla="*/ 42936 h 1655978"/>
              <a:gd name="connsiteX1" fmla="*/ 2594630 w 4972692"/>
              <a:gd name="connsiteY1" fmla="*/ 269930 h 1655978"/>
              <a:gd name="connsiteX2" fmla="*/ 4972692 w 4972692"/>
              <a:gd name="connsiteY2" fmla="*/ 1655978 h 1655978"/>
            </a:gdLst>
            <a:ahLst/>
            <a:cxnLst>
              <a:cxn ang="0">
                <a:pos x="connsiteX0" y="connsiteY0"/>
              </a:cxn>
              <a:cxn ang="0">
                <a:pos x="connsiteX1" y="connsiteY1"/>
              </a:cxn>
              <a:cxn ang="0">
                <a:pos x="connsiteX2" y="connsiteY2"/>
              </a:cxn>
            </a:cxnLst>
            <a:rect l="l" t="t" r="r" b="b"/>
            <a:pathLst>
              <a:path w="4972692" h="1655978">
                <a:moveTo>
                  <a:pt x="0" y="42936"/>
                </a:moveTo>
                <a:cubicBezTo>
                  <a:pt x="941797" y="-50388"/>
                  <a:pt x="1765848" y="1090"/>
                  <a:pt x="2594630" y="269930"/>
                </a:cubicBezTo>
                <a:cubicBezTo>
                  <a:pt x="3423412" y="538770"/>
                  <a:pt x="4256925" y="1024973"/>
                  <a:pt x="4972692" y="1655978"/>
                </a:cubicBezTo>
              </a:path>
            </a:pathLst>
          </a:custGeom>
          <a:noFill/>
          <a:ln w="44450">
            <a:gradFill>
              <a:gsLst>
                <a:gs pos="0">
                  <a:schemeClr val="accent2">
                    <a:alpha val="0"/>
                  </a:schemeClr>
                </a:gs>
                <a:gs pos="100000">
                  <a:schemeClr val="accent2"/>
                </a:gs>
              </a:gsLst>
              <a:lin ang="16200000" scaled="0"/>
            </a:gradFill>
            <a:head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solidFill>
                <a:schemeClr val="accent3"/>
              </a:solidFill>
              <a:latin typeface="+mn-ea"/>
            </a:endParaRPr>
          </a:p>
        </p:txBody>
      </p:sp>
      <p:sp>
        <p:nvSpPr>
          <p:cNvPr id="34" name="文本框 33">
            <a:extLst>
              <a:ext uri="{FF2B5EF4-FFF2-40B4-BE49-F238E27FC236}">
                <a16:creationId xmlns:a16="http://schemas.microsoft.com/office/drawing/2014/main" id="{1B0D79ED-419C-5A87-2090-699CE9CF927A}"/>
              </a:ext>
            </a:extLst>
          </p:cNvPr>
          <p:cNvSpPr txBox="1"/>
          <p:nvPr/>
        </p:nvSpPr>
        <p:spPr>
          <a:xfrm>
            <a:off x="11029420" y="3616600"/>
            <a:ext cx="430887" cy="1032880"/>
          </a:xfrm>
          <a:prstGeom prst="rect">
            <a:avLst/>
          </a:prstGeom>
          <a:noFill/>
        </p:spPr>
        <p:txBody>
          <a:bodyPr vert="eaVert" wrap="square" rtlCol="0">
            <a:spAutoFit/>
          </a:bodyPr>
          <a:lstStyle/>
          <a:p>
            <a:pPr algn="ctr"/>
            <a:r>
              <a:rPr kumimoji="1" lang="zh-CN" altLang="en-US" sz="1600" b="1" spc="300" dirty="0">
                <a:solidFill>
                  <a:schemeClr val="accent2"/>
                </a:solidFill>
                <a:latin typeface="+mn-ea"/>
              </a:rPr>
              <a:t>外圈</a:t>
            </a:r>
            <a:endParaRPr kumimoji="1" lang="en-US" altLang="zh-CN" sz="1600" b="1" spc="300" dirty="0">
              <a:solidFill>
                <a:schemeClr val="accent2"/>
              </a:solidFill>
              <a:latin typeface="+mn-ea"/>
            </a:endParaRPr>
          </a:p>
        </p:txBody>
      </p:sp>
      <p:sp>
        <p:nvSpPr>
          <p:cNvPr id="35" name="文本框 34">
            <a:extLst>
              <a:ext uri="{FF2B5EF4-FFF2-40B4-BE49-F238E27FC236}">
                <a16:creationId xmlns:a16="http://schemas.microsoft.com/office/drawing/2014/main" id="{2771C4EE-4526-A145-91D1-40C87978754A}"/>
              </a:ext>
            </a:extLst>
          </p:cNvPr>
          <p:cNvSpPr txBox="1"/>
          <p:nvPr/>
        </p:nvSpPr>
        <p:spPr>
          <a:xfrm>
            <a:off x="731694" y="3616600"/>
            <a:ext cx="430887" cy="1032880"/>
          </a:xfrm>
          <a:prstGeom prst="rect">
            <a:avLst/>
          </a:prstGeom>
          <a:noFill/>
        </p:spPr>
        <p:txBody>
          <a:bodyPr vert="eaVert" wrap="square" rtlCol="0">
            <a:spAutoFit/>
          </a:bodyPr>
          <a:lstStyle/>
          <a:p>
            <a:pPr algn="ctr"/>
            <a:r>
              <a:rPr kumimoji="1" lang="zh-CN" altLang="en-US" sz="1600" b="1" spc="300" dirty="0">
                <a:solidFill>
                  <a:schemeClr val="accent2"/>
                </a:solidFill>
                <a:latin typeface="+mn-ea"/>
              </a:rPr>
              <a:t>内圈</a:t>
            </a:r>
            <a:endParaRPr kumimoji="1" lang="en-US" altLang="zh-CN" sz="1600" b="1" spc="300" dirty="0">
              <a:solidFill>
                <a:schemeClr val="accent2"/>
              </a:solidFill>
              <a:latin typeface="+mn-ea"/>
            </a:endParaRPr>
          </a:p>
        </p:txBody>
      </p:sp>
      <p:grpSp>
        <p:nvGrpSpPr>
          <p:cNvPr id="154" name="组合 153">
            <a:extLst>
              <a:ext uri="{FF2B5EF4-FFF2-40B4-BE49-F238E27FC236}">
                <a16:creationId xmlns:a16="http://schemas.microsoft.com/office/drawing/2014/main" id="{6907D4A5-94F5-E78A-33D7-B069B3A2BF3E}"/>
              </a:ext>
            </a:extLst>
          </p:cNvPr>
          <p:cNvGrpSpPr/>
          <p:nvPr/>
        </p:nvGrpSpPr>
        <p:grpSpPr>
          <a:xfrm>
            <a:off x="1386496" y="2874160"/>
            <a:ext cx="9419008" cy="3187740"/>
            <a:chOff x="1182969" y="4188132"/>
            <a:chExt cx="9791512" cy="1747932"/>
          </a:xfrm>
        </p:grpSpPr>
        <p:sp>
          <p:nvSpPr>
            <p:cNvPr id="152" name="椭圆 151">
              <a:extLst>
                <a:ext uri="{FF2B5EF4-FFF2-40B4-BE49-F238E27FC236}">
                  <a16:creationId xmlns:a16="http://schemas.microsoft.com/office/drawing/2014/main" id="{29EAE04C-52E0-B3B7-89D8-91B2300A6E01}"/>
                </a:ext>
              </a:extLst>
            </p:cNvPr>
            <p:cNvSpPr/>
            <p:nvPr/>
          </p:nvSpPr>
          <p:spPr>
            <a:xfrm>
              <a:off x="1182969" y="4188132"/>
              <a:ext cx="9791512" cy="1747932"/>
            </a:xfrm>
            <a:prstGeom prst="ellipse">
              <a:avLst/>
            </a:prstGeom>
            <a:gradFill>
              <a:gsLst>
                <a:gs pos="33000">
                  <a:schemeClr val="accent1">
                    <a:alpha val="0"/>
                  </a:schemeClr>
                </a:gs>
                <a:gs pos="100000">
                  <a:schemeClr val="accent1">
                    <a:alpha val="18000"/>
                  </a:schemeClr>
                </a:gs>
              </a:gsLst>
              <a:lin ang="5400000" scaled="1"/>
            </a:gradFill>
            <a:ln>
              <a:gradFill>
                <a:gsLst>
                  <a:gs pos="50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3" name="椭圆 152">
              <a:extLst>
                <a:ext uri="{FF2B5EF4-FFF2-40B4-BE49-F238E27FC236}">
                  <a16:creationId xmlns:a16="http://schemas.microsoft.com/office/drawing/2014/main" id="{171844F3-9263-F36E-618D-C070519C8093}"/>
                </a:ext>
              </a:extLst>
            </p:cNvPr>
            <p:cNvSpPr/>
            <p:nvPr/>
          </p:nvSpPr>
          <p:spPr>
            <a:xfrm>
              <a:off x="1225357" y="4190751"/>
              <a:ext cx="9728906" cy="1687818"/>
            </a:xfrm>
            <a:prstGeom prst="ellipse">
              <a:avLst/>
            </a:prstGeom>
            <a:gradFill>
              <a:gsLst>
                <a:gs pos="36000">
                  <a:schemeClr val="accent1">
                    <a:alpha val="0"/>
                  </a:schemeClr>
                </a:gs>
                <a:gs pos="100000">
                  <a:schemeClr val="accent1">
                    <a:alpha val="14000"/>
                  </a:schemeClr>
                </a:gs>
              </a:gsLst>
              <a:lin ang="5400000" scaled="1"/>
            </a:gradFill>
            <a:ln>
              <a:gradFill>
                <a:gsLst>
                  <a:gs pos="2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 name="文本框 2">
            <a:extLst>
              <a:ext uri="{FF2B5EF4-FFF2-40B4-BE49-F238E27FC236}">
                <a16:creationId xmlns:a16="http://schemas.microsoft.com/office/drawing/2014/main" id="{247DB6F0-C395-6E94-023C-D18784056E8C}"/>
              </a:ext>
            </a:extLst>
          </p:cNvPr>
          <p:cNvSpPr txBox="1"/>
          <p:nvPr/>
        </p:nvSpPr>
        <p:spPr>
          <a:xfrm>
            <a:off x="4479075" y="5387904"/>
            <a:ext cx="767042" cy="251641"/>
          </a:xfrm>
          <a:prstGeom prst="rect">
            <a:avLst/>
          </a:prstGeom>
          <a:noFill/>
        </p:spPr>
        <p:txBody>
          <a:bodyPr wrap="square" rtlCol="0">
            <a:spAutoFit/>
          </a:bodyPr>
          <a:lstStyle/>
          <a:p>
            <a:pPr algn="r"/>
            <a:r>
              <a:rPr lang="zh-CN" altLang="en-US" sz="1000" b="1" dirty="0">
                <a:solidFill>
                  <a:schemeClr val="accent1"/>
                </a:solidFill>
                <a:latin typeface="+mn-ea"/>
              </a:rPr>
              <a:t>数据获取</a:t>
            </a:r>
          </a:p>
        </p:txBody>
      </p:sp>
      <p:sp>
        <p:nvSpPr>
          <p:cNvPr id="4" name="文本框 3">
            <a:extLst>
              <a:ext uri="{FF2B5EF4-FFF2-40B4-BE49-F238E27FC236}">
                <a16:creationId xmlns:a16="http://schemas.microsoft.com/office/drawing/2014/main" id="{326B582E-9BCB-4C90-1CDC-3026D3034768}"/>
              </a:ext>
            </a:extLst>
          </p:cNvPr>
          <p:cNvSpPr txBox="1"/>
          <p:nvPr/>
        </p:nvSpPr>
        <p:spPr>
          <a:xfrm>
            <a:off x="3576238" y="5443481"/>
            <a:ext cx="767042" cy="220187"/>
          </a:xfrm>
          <a:prstGeom prst="rect">
            <a:avLst/>
          </a:prstGeom>
          <a:noFill/>
        </p:spPr>
        <p:txBody>
          <a:bodyPr wrap="square" rtlCol="0">
            <a:spAutoFit/>
          </a:bodyPr>
          <a:lstStyle/>
          <a:p>
            <a:pPr algn="ctr"/>
            <a:r>
              <a:rPr lang="zh-CN" altLang="en-US" sz="800" dirty="0">
                <a:solidFill>
                  <a:schemeClr val="bg1"/>
                </a:solidFill>
                <a:latin typeface="+mn-ea"/>
              </a:rPr>
              <a:t>统计</a:t>
            </a:r>
          </a:p>
        </p:txBody>
      </p:sp>
      <p:sp>
        <p:nvSpPr>
          <p:cNvPr id="5" name="文本框 4">
            <a:extLst>
              <a:ext uri="{FF2B5EF4-FFF2-40B4-BE49-F238E27FC236}">
                <a16:creationId xmlns:a16="http://schemas.microsoft.com/office/drawing/2014/main" id="{D2657217-C566-BED3-BE0D-AB64F6D494F8}"/>
              </a:ext>
            </a:extLst>
          </p:cNvPr>
          <p:cNvSpPr txBox="1"/>
          <p:nvPr/>
        </p:nvSpPr>
        <p:spPr>
          <a:xfrm>
            <a:off x="2856198" y="5242866"/>
            <a:ext cx="767042" cy="220187"/>
          </a:xfrm>
          <a:prstGeom prst="rect">
            <a:avLst/>
          </a:prstGeom>
          <a:noFill/>
        </p:spPr>
        <p:txBody>
          <a:bodyPr wrap="square" rtlCol="0">
            <a:spAutoFit/>
          </a:bodyPr>
          <a:lstStyle/>
          <a:p>
            <a:pPr algn="ctr"/>
            <a:r>
              <a:rPr lang="zh-CN" altLang="en-US" sz="800" dirty="0">
                <a:solidFill>
                  <a:schemeClr val="bg1"/>
                </a:solidFill>
                <a:latin typeface="+mn-ea"/>
              </a:rPr>
              <a:t>数据处理</a:t>
            </a:r>
          </a:p>
        </p:txBody>
      </p:sp>
      <p:sp>
        <p:nvSpPr>
          <p:cNvPr id="6" name="文本框 5">
            <a:extLst>
              <a:ext uri="{FF2B5EF4-FFF2-40B4-BE49-F238E27FC236}">
                <a16:creationId xmlns:a16="http://schemas.microsoft.com/office/drawing/2014/main" id="{31B28A68-AE5D-D7CA-DECB-7EA9632BAF78}"/>
              </a:ext>
            </a:extLst>
          </p:cNvPr>
          <p:cNvSpPr txBox="1"/>
          <p:nvPr/>
        </p:nvSpPr>
        <p:spPr>
          <a:xfrm>
            <a:off x="2271239" y="5022679"/>
            <a:ext cx="767042" cy="220187"/>
          </a:xfrm>
          <a:prstGeom prst="rect">
            <a:avLst/>
          </a:prstGeom>
          <a:noFill/>
        </p:spPr>
        <p:txBody>
          <a:bodyPr wrap="square" rtlCol="0">
            <a:spAutoFit/>
          </a:bodyPr>
          <a:lstStyle/>
          <a:p>
            <a:pPr algn="ctr"/>
            <a:r>
              <a:rPr lang="zh-CN" altLang="en-US" sz="800" dirty="0">
                <a:solidFill>
                  <a:schemeClr val="bg1"/>
                </a:solidFill>
                <a:latin typeface="+mn-ea"/>
              </a:rPr>
              <a:t>数据调查</a:t>
            </a:r>
          </a:p>
        </p:txBody>
      </p:sp>
      <p:sp>
        <p:nvSpPr>
          <p:cNvPr id="7" name="文本框 6">
            <a:extLst>
              <a:ext uri="{FF2B5EF4-FFF2-40B4-BE49-F238E27FC236}">
                <a16:creationId xmlns:a16="http://schemas.microsoft.com/office/drawing/2014/main" id="{1ECD8170-7C7C-C967-7CBE-BD3DE010CF22}"/>
              </a:ext>
            </a:extLst>
          </p:cNvPr>
          <p:cNvSpPr txBox="1"/>
          <p:nvPr/>
        </p:nvSpPr>
        <p:spPr>
          <a:xfrm>
            <a:off x="1657620" y="4695951"/>
            <a:ext cx="767042" cy="220187"/>
          </a:xfrm>
          <a:prstGeom prst="rect">
            <a:avLst/>
          </a:prstGeom>
          <a:noFill/>
        </p:spPr>
        <p:txBody>
          <a:bodyPr wrap="square" rtlCol="0">
            <a:spAutoFit/>
          </a:bodyPr>
          <a:lstStyle/>
          <a:p>
            <a:pPr algn="ctr"/>
            <a:r>
              <a:rPr lang="zh-CN" altLang="en-US" sz="800" dirty="0">
                <a:solidFill>
                  <a:schemeClr val="bg1"/>
                </a:solidFill>
                <a:latin typeface="+mn-ea"/>
              </a:rPr>
              <a:t>数据库</a:t>
            </a:r>
          </a:p>
        </p:txBody>
      </p:sp>
      <p:sp>
        <p:nvSpPr>
          <p:cNvPr id="8" name="文本框 7">
            <a:extLst>
              <a:ext uri="{FF2B5EF4-FFF2-40B4-BE49-F238E27FC236}">
                <a16:creationId xmlns:a16="http://schemas.microsoft.com/office/drawing/2014/main" id="{AD0509BB-8E56-23A8-03F3-5F0FA47049AB}"/>
              </a:ext>
            </a:extLst>
          </p:cNvPr>
          <p:cNvSpPr txBox="1"/>
          <p:nvPr/>
        </p:nvSpPr>
        <p:spPr>
          <a:xfrm flipH="1">
            <a:off x="6977485" y="5387904"/>
            <a:ext cx="767042" cy="251641"/>
          </a:xfrm>
          <a:prstGeom prst="rect">
            <a:avLst/>
          </a:prstGeom>
          <a:noFill/>
        </p:spPr>
        <p:txBody>
          <a:bodyPr wrap="square" rtlCol="0">
            <a:spAutoFit/>
          </a:bodyPr>
          <a:lstStyle/>
          <a:p>
            <a:r>
              <a:rPr lang="zh-CN" altLang="en-US" sz="1000" b="1" dirty="0">
                <a:solidFill>
                  <a:schemeClr val="accent1"/>
                </a:solidFill>
                <a:latin typeface="+mn-ea"/>
              </a:rPr>
              <a:t>基础数据</a:t>
            </a:r>
          </a:p>
        </p:txBody>
      </p:sp>
      <p:sp>
        <p:nvSpPr>
          <p:cNvPr id="14" name="预定义流程 6">
            <a:extLst>
              <a:ext uri="{FF2B5EF4-FFF2-40B4-BE49-F238E27FC236}">
                <a16:creationId xmlns:a16="http://schemas.microsoft.com/office/drawing/2014/main" id="{B2F75D61-7EE0-CCF5-9E34-9C47FAE51A34}"/>
              </a:ext>
            </a:extLst>
          </p:cNvPr>
          <p:cNvSpPr/>
          <p:nvPr/>
        </p:nvSpPr>
        <p:spPr>
          <a:xfrm>
            <a:off x="5309803" y="5841030"/>
            <a:ext cx="1572392" cy="314543"/>
          </a:xfrm>
          <a:prstGeom prst="roundRect">
            <a:avLst>
              <a:gd name="adj" fmla="val 50000"/>
            </a:avLst>
          </a:prstGeom>
          <a:solidFill>
            <a:schemeClr val="tx2"/>
          </a:solidFill>
          <a:ln w="12700" cap="flat" cmpd="sng" algn="ctr">
            <a:solidFill>
              <a:schemeClr val="accent1"/>
            </a:solidFill>
            <a:prstDash val="solid"/>
            <a:miter lim="800000"/>
          </a:ln>
          <a:effectLst/>
        </p:spPr>
        <p:txBody>
          <a:bodyPr rtlCol="0" anchor="ctr"/>
          <a:lstStyle/>
          <a:p>
            <a:pPr algn="ctr"/>
            <a:r>
              <a:rPr kumimoji="1" lang="zh-CN" altLang="en-US" sz="1200" b="1" dirty="0">
                <a:solidFill>
                  <a:schemeClr val="accent1"/>
                </a:solidFill>
                <a:latin typeface="+mn-ea"/>
              </a:rPr>
              <a:t>数字资源</a:t>
            </a:r>
          </a:p>
        </p:txBody>
      </p:sp>
      <p:sp>
        <p:nvSpPr>
          <p:cNvPr id="15" name="椭圆 14">
            <a:extLst>
              <a:ext uri="{FF2B5EF4-FFF2-40B4-BE49-F238E27FC236}">
                <a16:creationId xmlns:a16="http://schemas.microsoft.com/office/drawing/2014/main" id="{7DA5437F-6CA1-D15A-D7CF-42264B8683EA}"/>
              </a:ext>
            </a:extLst>
          </p:cNvPr>
          <p:cNvSpPr/>
          <p:nvPr/>
        </p:nvSpPr>
        <p:spPr>
          <a:xfrm>
            <a:off x="2223231" y="2641466"/>
            <a:ext cx="7745539" cy="2443837"/>
          </a:xfrm>
          <a:prstGeom prst="ellipse">
            <a:avLst/>
          </a:prstGeom>
          <a:gradFill>
            <a:gsLst>
              <a:gs pos="39000">
                <a:schemeClr val="accent2">
                  <a:alpha val="0"/>
                </a:schemeClr>
              </a:gs>
              <a:gs pos="100000">
                <a:schemeClr val="accent2">
                  <a:alpha val="1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dirty="0">
              <a:solidFill>
                <a:schemeClr val="accent3"/>
              </a:solidFill>
              <a:latin typeface="+mn-ea"/>
            </a:endParaRPr>
          </a:p>
        </p:txBody>
      </p:sp>
      <p:sp>
        <p:nvSpPr>
          <p:cNvPr id="18" name="椭圆 17">
            <a:extLst>
              <a:ext uri="{FF2B5EF4-FFF2-40B4-BE49-F238E27FC236}">
                <a16:creationId xmlns:a16="http://schemas.microsoft.com/office/drawing/2014/main" id="{95DD261C-BB0E-CA5B-5B26-9FA661573431}"/>
              </a:ext>
            </a:extLst>
          </p:cNvPr>
          <p:cNvSpPr/>
          <p:nvPr/>
        </p:nvSpPr>
        <p:spPr>
          <a:xfrm>
            <a:off x="2245151" y="2530098"/>
            <a:ext cx="7701699" cy="2443837"/>
          </a:xfrm>
          <a:prstGeom prst="ellipse">
            <a:avLst/>
          </a:prstGeom>
          <a:gradFill>
            <a:gsLst>
              <a:gs pos="0">
                <a:schemeClr val="accent2">
                  <a:alpha val="0"/>
                </a:schemeClr>
              </a:gs>
              <a:gs pos="100000">
                <a:schemeClr val="accent2">
                  <a:alpha val="30000"/>
                </a:schemeClr>
              </a:gs>
            </a:gsLst>
            <a:lin ang="5400000" scaled="0"/>
          </a:gradFill>
          <a:ln>
            <a:gradFill>
              <a:gsLst>
                <a:gs pos="0">
                  <a:schemeClr val="accent2">
                    <a:alpha val="0"/>
                  </a:schemeClr>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dirty="0">
              <a:solidFill>
                <a:schemeClr val="accent3"/>
              </a:solidFill>
              <a:latin typeface="+mn-ea"/>
            </a:endParaRPr>
          </a:p>
        </p:txBody>
      </p:sp>
      <p:sp>
        <p:nvSpPr>
          <p:cNvPr id="19" name="椭圆 18">
            <a:extLst>
              <a:ext uri="{FF2B5EF4-FFF2-40B4-BE49-F238E27FC236}">
                <a16:creationId xmlns:a16="http://schemas.microsoft.com/office/drawing/2014/main" id="{B1C8E6AE-9702-8A44-8FD7-DFAB66BB1A35}"/>
              </a:ext>
            </a:extLst>
          </p:cNvPr>
          <p:cNvSpPr/>
          <p:nvPr/>
        </p:nvSpPr>
        <p:spPr>
          <a:xfrm>
            <a:off x="3233800" y="2318185"/>
            <a:ext cx="5724401" cy="180843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dirty="0">
              <a:solidFill>
                <a:schemeClr val="accent3"/>
              </a:solidFill>
              <a:latin typeface="+mn-ea"/>
            </a:endParaRPr>
          </a:p>
        </p:txBody>
      </p:sp>
      <p:sp>
        <p:nvSpPr>
          <p:cNvPr id="20" name="文本框 19">
            <a:extLst>
              <a:ext uri="{FF2B5EF4-FFF2-40B4-BE49-F238E27FC236}">
                <a16:creationId xmlns:a16="http://schemas.microsoft.com/office/drawing/2014/main" id="{7752BDE1-A411-023E-A590-F1F0CCB85933}"/>
              </a:ext>
            </a:extLst>
          </p:cNvPr>
          <p:cNvSpPr txBox="1"/>
          <p:nvPr/>
        </p:nvSpPr>
        <p:spPr>
          <a:xfrm>
            <a:off x="4479075" y="4380536"/>
            <a:ext cx="767042" cy="251641"/>
          </a:xfrm>
          <a:prstGeom prst="rect">
            <a:avLst/>
          </a:prstGeom>
          <a:noFill/>
        </p:spPr>
        <p:txBody>
          <a:bodyPr wrap="square" rtlCol="0">
            <a:spAutoFit/>
          </a:bodyPr>
          <a:lstStyle/>
          <a:p>
            <a:pPr algn="r"/>
            <a:r>
              <a:rPr lang="zh-CN" altLang="en-US" sz="1000" b="1" dirty="0">
                <a:solidFill>
                  <a:schemeClr val="bg1"/>
                </a:solidFill>
                <a:latin typeface="+mn-ea"/>
              </a:rPr>
              <a:t>高效处理</a:t>
            </a:r>
          </a:p>
        </p:txBody>
      </p:sp>
      <p:sp>
        <p:nvSpPr>
          <p:cNvPr id="21" name="文本框 20">
            <a:extLst>
              <a:ext uri="{FF2B5EF4-FFF2-40B4-BE49-F238E27FC236}">
                <a16:creationId xmlns:a16="http://schemas.microsoft.com/office/drawing/2014/main" id="{9299E86E-B362-CCC1-674B-EB2AC56AC21D}"/>
              </a:ext>
            </a:extLst>
          </p:cNvPr>
          <p:cNvSpPr txBox="1">
            <a:spLocks/>
          </p:cNvSpPr>
          <p:nvPr/>
        </p:nvSpPr>
        <p:spPr>
          <a:xfrm>
            <a:off x="3840722" y="4512476"/>
            <a:ext cx="767042" cy="220187"/>
          </a:xfrm>
          <a:prstGeom prst="rect">
            <a:avLst/>
          </a:prstGeom>
          <a:noFill/>
        </p:spPr>
        <p:txBody>
          <a:bodyPr wrap="square" rtlCol="0">
            <a:spAutoFit/>
          </a:bodyPr>
          <a:lstStyle/>
          <a:p>
            <a:pPr algn="ctr"/>
            <a:r>
              <a:rPr lang="zh-CN" altLang="en-US" sz="800" dirty="0">
                <a:solidFill>
                  <a:schemeClr val="bg1"/>
                </a:solidFill>
                <a:latin typeface="+mn-ea"/>
              </a:rPr>
              <a:t>快速运算</a:t>
            </a:r>
          </a:p>
        </p:txBody>
      </p:sp>
      <p:sp>
        <p:nvSpPr>
          <p:cNvPr id="22" name="文本框 21">
            <a:extLst>
              <a:ext uri="{FF2B5EF4-FFF2-40B4-BE49-F238E27FC236}">
                <a16:creationId xmlns:a16="http://schemas.microsoft.com/office/drawing/2014/main" id="{9D2689CF-C6FD-4CAC-66D2-AEDA7D32731A}"/>
              </a:ext>
            </a:extLst>
          </p:cNvPr>
          <p:cNvSpPr txBox="1">
            <a:spLocks/>
          </p:cNvSpPr>
          <p:nvPr/>
        </p:nvSpPr>
        <p:spPr>
          <a:xfrm>
            <a:off x="3301558" y="4312229"/>
            <a:ext cx="767042" cy="220187"/>
          </a:xfrm>
          <a:prstGeom prst="rect">
            <a:avLst/>
          </a:prstGeom>
          <a:noFill/>
        </p:spPr>
        <p:txBody>
          <a:bodyPr wrap="square" rtlCol="0">
            <a:spAutoFit/>
          </a:bodyPr>
          <a:lstStyle/>
          <a:p>
            <a:pPr algn="ctr"/>
            <a:r>
              <a:rPr lang="zh-CN" altLang="en-US" sz="800" dirty="0">
                <a:solidFill>
                  <a:schemeClr val="bg1"/>
                </a:solidFill>
                <a:latin typeface="+mn-ea"/>
              </a:rPr>
              <a:t>精准决策</a:t>
            </a:r>
          </a:p>
        </p:txBody>
      </p:sp>
      <p:sp>
        <p:nvSpPr>
          <p:cNvPr id="23" name="文本框 22">
            <a:extLst>
              <a:ext uri="{FF2B5EF4-FFF2-40B4-BE49-F238E27FC236}">
                <a16:creationId xmlns:a16="http://schemas.microsoft.com/office/drawing/2014/main" id="{3BC974E1-5C12-1FD8-CADE-A64774E35F4E}"/>
              </a:ext>
            </a:extLst>
          </p:cNvPr>
          <p:cNvSpPr txBox="1">
            <a:spLocks/>
          </p:cNvSpPr>
          <p:nvPr/>
        </p:nvSpPr>
        <p:spPr>
          <a:xfrm>
            <a:off x="2770338" y="4056101"/>
            <a:ext cx="767042" cy="220187"/>
          </a:xfrm>
          <a:prstGeom prst="rect">
            <a:avLst/>
          </a:prstGeom>
          <a:noFill/>
        </p:spPr>
        <p:txBody>
          <a:bodyPr wrap="square" rtlCol="0">
            <a:spAutoFit/>
          </a:bodyPr>
          <a:lstStyle/>
          <a:p>
            <a:pPr algn="ctr"/>
            <a:r>
              <a:rPr lang="zh-CN" altLang="en-US" sz="800" dirty="0">
                <a:solidFill>
                  <a:schemeClr val="bg1"/>
                </a:solidFill>
                <a:latin typeface="+mn-ea"/>
              </a:rPr>
              <a:t>自动优化</a:t>
            </a:r>
          </a:p>
        </p:txBody>
      </p:sp>
      <p:sp>
        <p:nvSpPr>
          <p:cNvPr id="25" name="文本框 24">
            <a:extLst>
              <a:ext uri="{FF2B5EF4-FFF2-40B4-BE49-F238E27FC236}">
                <a16:creationId xmlns:a16="http://schemas.microsoft.com/office/drawing/2014/main" id="{07F55C9C-0523-F8DC-7964-133A7023E6E4}"/>
              </a:ext>
            </a:extLst>
          </p:cNvPr>
          <p:cNvSpPr txBox="1">
            <a:spLocks/>
          </p:cNvSpPr>
          <p:nvPr/>
        </p:nvSpPr>
        <p:spPr>
          <a:xfrm>
            <a:off x="2319787" y="3682822"/>
            <a:ext cx="767042" cy="220187"/>
          </a:xfrm>
          <a:prstGeom prst="rect">
            <a:avLst/>
          </a:prstGeom>
          <a:noFill/>
        </p:spPr>
        <p:txBody>
          <a:bodyPr wrap="square" rtlCol="0">
            <a:spAutoFit/>
          </a:bodyPr>
          <a:lstStyle/>
          <a:p>
            <a:pPr algn="ctr"/>
            <a:r>
              <a:rPr lang="zh-CN" altLang="en-US" sz="800" dirty="0">
                <a:solidFill>
                  <a:schemeClr val="bg1"/>
                </a:solidFill>
                <a:latin typeface="+mn-ea"/>
              </a:rPr>
              <a:t>实时反馈</a:t>
            </a:r>
          </a:p>
        </p:txBody>
      </p:sp>
      <p:sp>
        <p:nvSpPr>
          <p:cNvPr id="26" name="文本框 25">
            <a:extLst>
              <a:ext uri="{FF2B5EF4-FFF2-40B4-BE49-F238E27FC236}">
                <a16:creationId xmlns:a16="http://schemas.microsoft.com/office/drawing/2014/main" id="{B06C19CB-006E-5B02-7B3E-53DA31367E85}"/>
              </a:ext>
            </a:extLst>
          </p:cNvPr>
          <p:cNvSpPr txBox="1"/>
          <p:nvPr/>
        </p:nvSpPr>
        <p:spPr>
          <a:xfrm flipH="1">
            <a:off x="6977485" y="4380536"/>
            <a:ext cx="767042" cy="251641"/>
          </a:xfrm>
          <a:prstGeom prst="rect">
            <a:avLst/>
          </a:prstGeom>
          <a:noFill/>
        </p:spPr>
        <p:txBody>
          <a:bodyPr wrap="square" rtlCol="0">
            <a:spAutoFit/>
          </a:bodyPr>
          <a:lstStyle/>
          <a:p>
            <a:r>
              <a:rPr lang="zh-CN" altLang="en-US" sz="1000" b="1" dirty="0">
                <a:solidFill>
                  <a:schemeClr val="bg1"/>
                </a:solidFill>
                <a:latin typeface="+mn-ea"/>
              </a:rPr>
              <a:t>创新应用</a:t>
            </a:r>
          </a:p>
        </p:txBody>
      </p:sp>
      <p:sp>
        <p:nvSpPr>
          <p:cNvPr id="27" name="文本框 26">
            <a:extLst>
              <a:ext uri="{FF2B5EF4-FFF2-40B4-BE49-F238E27FC236}">
                <a16:creationId xmlns:a16="http://schemas.microsoft.com/office/drawing/2014/main" id="{94FE7A66-3EB4-3295-8B9C-DB534B97060F}"/>
              </a:ext>
            </a:extLst>
          </p:cNvPr>
          <p:cNvSpPr txBox="1">
            <a:spLocks/>
          </p:cNvSpPr>
          <p:nvPr/>
        </p:nvSpPr>
        <p:spPr>
          <a:xfrm flipH="1">
            <a:off x="7594834" y="4512476"/>
            <a:ext cx="767042" cy="220187"/>
          </a:xfrm>
          <a:prstGeom prst="rect">
            <a:avLst/>
          </a:prstGeom>
          <a:noFill/>
        </p:spPr>
        <p:txBody>
          <a:bodyPr wrap="square" rtlCol="0">
            <a:spAutoFit/>
          </a:bodyPr>
          <a:lstStyle/>
          <a:p>
            <a:pPr algn="ctr"/>
            <a:r>
              <a:rPr lang="zh-CN" altLang="en-US" sz="800" dirty="0">
                <a:solidFill>
                  <a:schemeClr val="bg1"/>
                </a:solidFill>
                <a:latin typeface="+mn-ea"/>
              </a:rPr>
              <a:t>智能互联</a:t>
            </a:r>
          </a:p>
        </p:txBody>
      </p:sp>
      <p:sp>
        <p:nvSpPr>
          <p:cNvPr id="28" name="文本框 27">
            <a:extLst>
              <a:ext uri="{FF2B5EF4-FFF2-40B4-BE49-F238E27FC236}">
                <a16:creationId xmlns:a16="http://schemas.microsoft.com/office/drawing/2014/main" id="{F729A59D-A192-54AE-C4F6-C0EBB352AA36}"/>
              </a:ext>
            </a:extLst>
          </p:cNvPr>
          <p:cNvSpPr txBox="1">
            <a:spLocks/>
          </p:cNvSpPr>
          <p:nvPr/>
        </p:nvSpPr>
        <p:spPr>
          <a:xfrm flipH="1">
            <a:off x="8133591" y="4312229"/>
            <a:ext cx="767042" cy="220187"/>
          </a:xfrm>
          <a:prstGeom prst="rect">
            <a:avLst/>
          </a:prstGeom>
          <a:noFill/>
        </p:spPr>
        <p:txBody>
          <a:bodyPr wrap="square" rtlCol="0">
            <a:spAutoFit/>
          </a:bodyPr>
          <a:lstStyle/>
          <a:p>
            <a:pPr algn="ctr"/>
            <a:r>
              <a:rPr lang="zh-CN" altLang="en-US" sz="800" dirty="0">
                <a:solidFill>
                  <a:schemeClr val="bg1"/>
                </a:solidFill>
                <a:latin typeface="+mn-ea"/>
              </a:rPr>
              <a:t>虚拟现实</a:t>
            </a:r>
          </a:p>
        </p:txBody>
      </p:sp>
      <p:sp>
        <p:nvSpPr>
          <p:cNvPr id="29" name="文本框 28">
            <a:extLst>
              <a:ext uri="{FF2B5EF4-FFF2-40B4-BE49-F238E27FC236}">
                <a16:creationId xmlns:a16="http://schemas.microsoft.com/office/drawing/2014/main" id="{3F7D6B07-7618-C809-72BC-8ADED711EE8E}"/>
              </a:ext>
            </a:extLst>
          </p:cNvPr>
          <p:cNvSpPr txBox="1">
            <a:spLocks/>
          </p:cNvSpPr>
          <p:nvPr/>
        </p:nvSpPr>
        <p:spPr>
          <a:xfrm flipH="1">
            <a:off x="8656702" y="4056101"/>
            <a:ext cx="767042" cy="220187"/>
          </a:xfrm>
          <a:prstGeom prst="rect">
            <a:avLst/>
          </a:prstGeom>
          <a:noFill/>
        </p:spPr>
        <p:txBody>
          <a:bodyPr wrap="square" rtlCol="0">
            <a:spAutoFit/>
          </a:bodyPr>
          <a:lstStyle/>
          <a:p>
            <a:pPr algn="ctr"/>
            <a:r>
              <a:rPr lang="zh-CN" altLang="en-US" sz="800" dirty="0">
                <a:solidFill>
                  <a:schemeClr val="bg1"/>
                </a:solidFill>
                <a:latin typeface="+mn-ea"/>
              </a:rPr>
              <a:t>个性化服务</a:t>
            </a:r>
          </a:p>
        </p:txBody>
      </p:sp>
      <p:sp>
        <p:nvSpPr>
          <p:cNvPr id="39" name="预定义流程 6">
            <a:extLst>
              <a:ext uri="{FF2B5EF4-FFF2-40B4-BE49-F238E27FC236}">
                <a16:creationId xmlns:a16="http://schemas.microsoft.com/office/drawing/2014/main" id="{CE0817D0-E56F-19A2-6BBF-191A39516DE1}"/>
              </a:ext>
            </a:extLst>
          </p:cNvPr>
          <p:cNvSpPr/>
          <p:nvPr/>
        </p:nvSpPr>
        <p:spPr>
          <a:xfrm>
            <a:off x="5309804" y="4846243"/>
            <a:ext cx="1572392" cy="314543"/>
          </a:xfrm>
          <a:prstGeom prst="roundRect">
            <a:avLst>
              <a:gd name="adj" fmla="val 50000"/>
            </a:avLst>
          </a:prstGeom>
          <a:solidFill>
            <a:schemeClr val="tx2"/>
          </a:solidFill>
          <a:ln w="12700" cap="flat" cmpd="sng" algn="ctr">
            <a:solidFill>
              <a:schemeClr val="accent2"/>
            </a:solidFill>
            <a:prstDash val="solid"/>
            <a:miter lim="800000"/>
          </a:ln>
          <a:effectLst/>
        </p:spPr>
        <p:txBody>
          <a:bodyPr rtlCol="0" anchor="ctr"/>
          <a:lstStyle/>
          <a:p>
            <a:pPr algn="ctr"/>
            <a:r>
              <a:rPr kumimoji="1" lang="zh-CN" altLang="en-US" sz="1200" b="1" dirty="0">
                <a:solidFill>
                  <a:schemeClr val="accent2"/>
                </a:solidFill>
                <a:latin typeface="+mn-ea"/>
              </a:rPr>
              <a:t>数字技术</a:t>
            </a:r>
          </a:p>
        </p:txBody>
      </p:sp>
      <p:sp>
        <p:nvSpPr>
          <p:cNvPr id="31" name="文本框 30">
            <a:extLst>
              <a:ext uri="{FF2B5EF4-FFF2-40B4-BE49-F238E27FC236}">
                <a16:creationId xmlns:a16="http://schemas.microsoft.com/office/drawing/2014/main" id="{48740424-06AE-F4F5-0943-278E1AE66233}"/>
              </a:ext>
            </a:extLst>
          </p:cNvPr>
          <p:cNvSpPr txBox="1">
            <a:spLocks/>
          </p:cNvSpPr>
          <p:nvPr/>
        </p:nvSpPr>
        <p:spPr>
          <a:xfrm flipH="1">
            <a:off x="9106554" y="3682822"/>
            <a:ext cx="767042" cy="220187"/>
          </a:xfrm>
          <a:prstGeom prst="rect">
            <a:avLst/>
          </a:prstGeom>
          <a:noFill/>
        </p:spPr>
        <p:txBody>
          <a:bodyPr wrap="square" rtlCol="0">
            <a:spAutoFit/>
          </a:bodyPr>
          <a:lstStyle/>
          <a:p>
            <a:pPr algn="ctr"/>
            <a:r>
              <a:rPr lang="zh-CN" altLang="en-US" sz="800" dirty="0">
                <a:solidFill>
                  <a:schemeClr val="bg1"/>
                </a:solidFill>
                <a:latin typeface="+mn-ea"/>
              </a:rPr>
              <a:t>跨界融合</a:t>
            </a:r>
          </a:p>
        </p:txBody>
      </p:sp>
      <p:grpSp>
        <p:nvGrpSpPr>
          <p:cNvPr id="72" name="组合 71">
            <a:extLst>
              <a:ext uri="{FF2B5EF4-FFF2-40B4-BE49-F238E27FC236}">
                <a16:creationId xmlns:a16="http://schemas.microsoft.com/office/drawing/2014/main" id="{622BFA31-FD94-BC4C-383D-63E0D94E6C70}"/>
              </a:ext>
            </a:extLst>
          </p:cNvPr>
          <p:cNvGrpSpPr/>
          <p:nvPr/>
        </p:nvGrpSpPr>
        <p:grpSpPr>
          <a:xfrm>
            <a:off x="8018707" y="5224078"/>
            <a:ext cx="353554" cy="199512"/>
            <a:chOff x="7889199" y="5912852"/>
            <a:chExt cx="493750" cy="278626"/>
          </a:xfrm>
        </p:grpSpPr>
        <p:sp>
          <p:nvSpPr>
            <p:cNvPr id="69" name="椭圆 68">
              <a:extLst>
                <a:ext uri="{FF2B5EF4-FFF2-40B4-BE49-F238E27FC236}">
                  <a16:creationId xmlns:a16="http://schemas.microsoft.com/office/drawing/2014/main" id="{7DFCE23D-55D7-4190-138A-D42AA03C29FC}"/>
                </a:ext>
              </a:extLst>
            </p:cNvPr>
            <p:cNvSpPr/>
            <p:nvPr/>
          </p:nvSpPr>
          <p:spPr>
            <a:xfrm>
              <a:off x="7943171" y="6036313"/>
              <a:ext cx="408058" cy="155165"/>
            </a:xfrm>
            <a:prstGeom prst="ellipse">
              <a:avLst/>
            </a:prstGeom>
            <a:noFill/>
            <a:ln w="9525" cap="flat" cmpd="sng" algn="ctr">
              <a:gradFill>
                <a:gsLst>
                  <a:gs pos="0">
                    <a:schemeClr val="accent1">
                      <a:alpha val="0"/>
                    </a:schemeClr>
                  </a:gs>
                  <a:gs pos="100000">
                    <a:schemeClr val="accent1"/>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70" name="椭圆 69">
              <a:extLst>
                <a:ext uri="{FF2B5EF4-FFF2-40B4-BE49-F238E27FC236}">
                  <a16:creationId xmlns:a16="http://schemas.microsoft.com/office/drawing/2014/main" id="{7CB8290E-4CCE-461A-96DB-81CD73EF0C48}"/>
                </a:ext>
              </a:extLst>
            </p:cNvPr>
            <p:cNvSpPr/>
            <p:nvPr/>
          </p:nvSpPr>
          <p:spPr>
            <a:xfrm>
              <a:off x="7889199" y="5912852"/>
              <a:ext cx="493750" cy="249896"/>
            </a:xfrm>
            <a:prstGeom prst="ellipse">
              <a:avLst/>
            </a:prstGeom>
            <a:gradFill>
              <a:gsLst>
                <a:gs pos="0">
                  <a:schemeClr val="accent1">
                    <a:alpha val="0"/>
                  </a:schemeClr>
                </a:gs>
                <a:gs pos="100000">
                  <a:schemeClr val="accent1">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grpSp>
        <p:nvGrpSpPr>
          <p:cNvPr id="68" name="组合 67">
            <a:extLst>
              <a:ext uri="{FF2B5EF4-FFF2-40B4-BE49-F238E27FC236}">
                <a16:creationId xmlns:a16="http://schemas.microsoft.com/office/drawing/2014/main" id="{A21EA10A-EA63-6A48-1FDE-0A74F978C750}"/>
              </a:ext>
            </a:extLst>
          </p:cNvPr>
          <p:cNvGrpSpPr/>
          <p:nvPr/>
        </p:nvGrpSpPr>
        <p:grpSpPr>
          <a:xfrm>
            <a:off x="8108429" y="5140470"/>
            <a:ext cx="174110" cy="148908"/>
            <a:chOff x="7801787" y="5107821"/>
            <a:chExt cx="1608666" cy="1375833"/>
          </a:xfrm>
          <a:solidFill>
            <a:schemeClr val="accent1"/>
          </a:solidFill>
        </p:grpSpPr>
        <p:sp>
          <p:nvSpPr>
            <p:cNvPr id="64" name="任意多边形: 形状 63">
              <a:extLst>
                <a:ext uri="{FF2B5EF4-FFF2-40B4-BE49-F238E27FC236}">
                  <a16:creationId xmlns:a16="http://schemas.microsoft.com/office/drawing/2014/main" id="{7B723192-84FB-0E9A-E929-57A6AC8C6B3D}"/>
                </a:ext>
              </a:extLst>
            </p:cNvPr>
            <p:cNvSpPr/>
            <p:nvPr/>
          </p:nvSpPr>
          <p:spPr>
            <a:xfrm>
              <a:off x="7801787" y="5107821"/>
              <a:ext cx="1608666" cy="1375833"/>
            </a:xfrm>
            <a:custGeom>
              <a:avLst/>
              <a:gdLst>
                <a:gd name="connsiteX0" fmla="*/ 1291167 w 1608666"/>
                <a:gd name="connsiteY0" fmla="*/ 1375833 h 1375833"/>
                <a:gd name="connsiteX1" fmla="*/ 317500 w 1608666"/>
                <a:gd name="connsiteY1" fmla="*/ 1375833 h 1375833"/>
                <a:gd name="connsiteX2" fmla="*/ 0 w 1608666"/>
                <a:gd name="connsiteY2" fmla="*/ 1058333 h 1375833"/>
                <a:gd name="connsiteX3" fmla="*/ 0 w 1608666"/>
                <a:gd name="connsiteY3" fmla="*/ 317500 h 1375833"/>
                <a:gd name="connsiteX4" fmla="*/ 317500 w 1608666"/>
                <a:gd name="connsiteY4" fmla="*/ 0 h 1375833"/>
                <a:gd name="connsiteX5" fmla="*/ 1291167 w 1608666"/>
                <a:gd name="connsiteY5" fmla="*/ 0 h 1375833"/>
                <a:gd name="connsiteX6" fmla="*/ 1608667 w 1608666"/>
                <a:gd name="connsiteY6" fmla="*/ 317500 h 1375833"/>
                <a:gd name="connsiteX7" fmla="*/ 1608667 w 1608666"/>
                <a:gd name="connsiteY7" fmla="*/ 1058333 h 1375833"/>
                <a:gd name="connsiteX8" fmla="*/ 1291167 w 1608666"/>
                <a:gd name="connsiteY8" fmla="*/ 1375833 h 1375833"/>
                <a:gd name="connsiteX9" fmla="*/ 317500 w 1608666"/>
                <a:gd name="connsiteY9" fmla="*/ 105833 h 1375833"/>
                <a:gd name="connsiteX10" fmla="*/ 105833 w 1608666"/>
                <a:gd name="connsiteY10" fmla="*/ 317500 h 1375833"/>
                <a:gd name="connsiteX11" fmla="*/ 105833 w 1608666"/>
                <a:gd name="connsiteY11" fmla="*/ 1058333 h 1375833"/>
                <a:gd name="connsiteX12" fmla="*/ 317500 w 1608666"/>
                <a:gd name="connsiteY12" fmla="*/ 1270000 h 1375833"/>
                <a:gd name="connsiteX13" fmla="*/ 1291167 w 1608666"/>
                <a:gd name="connsiteY13" fmla="*/ 1270000 h 1375833"/>
                <a:gd name="connsiteX14" fmla="*/ 1502833 w 1608666"/>
                <a:gd name="connsiteY14" fmla="*/ 1058333 h 1375833"/>
                <a:gd name="connsiteX15" fmla="*/ 1502833 w 1608666"/>
                <a:gd name="connsiteY15" fmla="*/ 317500 h 1375833"/>
                <a:gd name="connsiteX16" fmla="*/ 1291167 w 1608666"/>
                <a:gd name="connsiteY16" fmla="*/ 105833 h 1375833"/>
                <a:gd name="connsiteX17" fmla="*/ 317500 w 1608666"/>
                <a:gd name="connsiteY17" fmla="*/ 105833 h 1375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08666" h="1375833">
                  <a:moveTo>
                    <a:pt x="1291167" y="1375833"/>
                  </a:moveTo>
                  <a:lnTo>
                    <a:pt x="317500" y="1375833"/>
                  </a:lnTo>
                  <a:cubicBezTo>
                    <a:pt x="137583" y="1375833"/>
                    <a:pt x="0" y="1238250"/>
                    <a:pt x="0" y="1058333"/>
                  </a:cubicBezTo>
                  <a:lnTo>
                    <a:pt x="0" y="317500"/>
                  </a:lnTo>
                  <a:cubicBezTo>
                    <a:pt x="0" y="137583"/>
                    <a:pt x="137583" y="0"/>
                    <a:pt x="317500" y="0"/>
                  </a:cubicBezTo>
                  <a:lnTo>
                    <a:pt x="1291167" y="0"/>
                  </a:lnTo>
                  <a:cubicBezTo>
                    <a:pt x="1471083" y="0"/>
                    <a:pt x="1608667" y="137583"/>
                    <a:pt x="1608667" y="317500"/>
                  </a:cubicBezTo>
                  <a:lnTo>
                    <a:pt x="1608667" y="1058333"/>
                  </a:lnTo>
                  <a:cubicBezTo>
                    <a:pt x="1608667" y="1238250"/>
                    <a:pt x="1460500" y="1375833"/>
                    <a:pt x="1291167" y="1375833"/>
                  </a:cubicBezTo>
                  <a:close/>
                  <a:moveTo>
                    <a:pt x="317500" y="105833"/>
                  </a:moveTo>
                  <a:cubicBezTo>
                    <a:pt x="201083" y="105833"/>
                    <a:pt x="105833" y="201083"/>
                    <a:pt x="105833" y="317500"/>
                  </a:cubicBezTo>
                  <a:lnTo>
                    <a:pt x="105833" y="1058333"/>
                  </a:lnTo>
                  <a:cubicBezTo>
                    <a:pt x="105833" y="1174750"/>
                    <a:pt x="201083" y="1270000"/>
                    <a:pt x="317500" y="1270000"/>
                  </a:cubicBezTo>
                  <a:lnTo>
                    <a:pt x="1291167" y="1270000"/>
                  </a:lnTo>
                  <a:cubicBezTo>
                    <a:pt x="1407583" y="1270000"/>
                    <a:pt x="1502833" y="1174750"/>
                    <a:pt x="1502833" y="1058333"/>
                  </a:cubicBezTo>
                  <a:lnTo>
                    <a:pt x="1502833" y="317500"/>
                  </a:lnTo>
                  <a:cubicBezTo>
                    <a:pt x="1502833" y="201083"/>
                    <a:pt x="1407583" y="105833"/>
                    <a:pt x="1291167" y="105833"/>
                  </a:cubicBezTo>
                  <a:lnTo>
                    <a:pt x="317500" y="105833"/>
                  </a:lnTo>
                  <a:close/>
                </a:path>
              </a:pathLst>
            </a:custGeom>
            <a:grpFill/>
            <a:ln w="1860" cap="flat">
              <a:noFill/>
              <a:prstDash val="solid"/>
              <a:miter/>
            </a:ln>
          </p:spPr>
          <p:txBody>
            <a:bodyPr rtlCol="0" anchor="ctr"/>
            <a:lstStyle/>
            <a:p>
              <a:endParaRPr lang="zh-CN" altLang="en-US"/>
            </a:p>
          </p:txBody>
        </p:sp>
        <p:sp>
          <p:nvSpPr>
            <p:cNvPr id="65" name="任意多边形: 形状 64">
              <a:extLst>
                <a:ext uri="{FF2B5EF4-FFF2-40B4-BE49-F238E27FC236}">
                  <a16:creationId xmlns:a16="http://schemas.microsoft.com/office/drawing/2014/main" id="{24D42D1A-901B-7F24-7D54-6BA037535667}"/>
                </a:ext>
              </a:extLst>
            </p:cNvPr>
            <p:cNvSpPr/>
            <p:nvPr/>
          </p:nvSpPr>
          <p:spPr>
            <a:xfrm>
              <a:off x="8325979" y="5412832"/>
              <a:ext cx="560916" cy="322791"/>
            </a:xfrm>
            <a:custGeom>
              <a:avLst/>
              <a:gdLst>
                <a:gd name="connsiteX0" fmla="*/ 280458 w 560916"/>
                <a:gd name="connsiteY0" fmla="*/ 322792 h 322791"/>
                <a:gd name="connsiteX1" fmla="*/ 238125 w 560916"/>
                <a:gd name="connsiteY1" fmla="*/ 312208 h 322791"/>
                <a:gd name="connsiteX2" fmla="*/ 15875 w 560916"/>
                <a:gd name="connsiteY2" fmla="*/ 89958 h 322791"/>
                <a:gd name="connsiteX3" fmla="*/ 15875 w 560916"/>
                <a:gd name="connsiteY3" fmla="*/ 15875 h 322791"/>
                <a:gd name="connsiteX4" fmla="*/ 89958 w 560916"/>
                <a:gd name="connsiteY4" fmla="*/ 15875 h 322791"/>
                <a:gd name="connsiteX5" fmla="*/ 280458 w 560916"/>
                <a:gd name="connsiteY5" fmla="*/ 206375 h 322791"/>
                <a:gd name="connsiteX6" fmla="*/ 470958 w 560916"/>
                <a:gd name="connsiteY6" fmla="*/ 15875 h 322791"/>
                <a:gd name="connsiteX7" fmla="*/ 545042 w 560916"/>
                <a:gd name="connsiteY7" fmla="*/ 15875 h 322791"/>
                <a:gd name="connsiteX8" fmla="*/ 545042 w 560916"/>
                <a:gd name="connsiteY8" fmla="*/ 89958 h 322791"/>
                <a:gd name="connsiteX9" fmla="*/ 312208 w 560916"/>
                <a:gd name="connsiteY9" fmla="*/ 312208 h 322791"/>
                <a:gd name="connsiteX10" fmla="*/ 280458 w 560916"/>
                <a:gd name="connsiteY10" fmla="*/ 322792 h 32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0916" h="322791">
                  <a:moveTo>
                    <a:pt x="280458" y="322792"/>
                  </a:moveTo>
                  <a:cubicBezTo>
                    <a:pt x="269875" y="322792"/>
                    <a:pt x="248708" y="322792"/>
                    <a:pt x="238125" y="312208"/>
                  </a:cubicBezTo>
                  <a:lnTo>
                    <a:pt x="15875" y="89958"/>
                  </a:lnTo>
                  <a:cubicBezTo>
                    <a:pt x="-5292" y="68792"/>
                    <a:pt x="-5292" y="37042"/>
                    <a:pt x="15875" y="15875"/>
                  </a:cubicBezTo>
                  <a:cubicBezTo>
                    <a:pt x="37042" y="-5292"/>
                    <a:pt x="68792" y="-5292"/>
                    <a:pt x="89958" y="15875"/>
                  </a:cubicBezTo>
                  <a:lnTo>
                    <a:pt x="280458" y="206375"/>
                  </a:lnTo>
                  <a:lnTo>
                    <a:pt x="470958" y="15875"/>
                  </a:lnTo>
                  <a:cubicBezTo>
                    <a:pt x="492125" y="-5292"/>
                    <a:pt x="523875" y="-5292"/>
                    <a:pt x="545042" y="15875"/>
                  </a:cubicBezTo>
                  <a:cubicBezTo>
                    <a:pt x="566208" y="37042"/>
                    <a:pt x="566208" y="68792"/>
                    <a:pt x="545042" y="89958"/>
                  </a:cubicBezTo>
                  <a:lnTo>
                    <a:pt x="312208" y="312208"/>
                  </a:lnTo>
                  <a:cubicBezTo>
                    <a:pt x="301625" y="322792"/>
                    <a:pt x="291042" y="322792"/>
                    <a:pt x="280458" y="322792"/>
                  </a:cubicBezTo>
                  <a:close/>
                </a:path>
              </a:pathLst>
            </a:custGeom>
            <a:grpFill/>
            <a:ln w="1860" cap="flat">
              <a:noFill/>
              <a:prstDash val="solid"/>
              <a:miter/>
            </a:ln>
          </p:spPr>
          <p:txBody>
            <a:bodyPr rtlCol="0" anchor="ctr"/>
            <a:lstStyle/>
            <a:p>
              <a:endParaRPr lang="zh-CN" altLang="en-US"/>
            </a:p>
          </p:txBody>
        </p:sp>
        <p:sp>
          <p:nvSpPr>
            <p:cNvPr id="66" name="任意多边形: 形状 65">
              <a:extLst>
                <a:ext uri="{FF2B5EF4-FFF2-40B4-BE49-F238E27FC236}">
                  <a16:creationId xmlns:a16="http://schemas.microsoft.com/office/drawing/2014/main" id="{46932466-7FD5-E753-99BC-3DC2E8EBFF43}"/>
                </a:ext>
              </a:extLst>
            </p:cNvPr>
            <p:cNvSpPr/>
            <p:nvPr/>
          </p:nvSpPr>
          <p:spPr>
            <a:xfrm>
              <a:off x="8288938" y="5703980"/>
              <a:ext cx="634999" cy="338666"/>
            </a:xfrm>
            <a:custGeom>
              <a:avLst/>
              <a:gdLst>
                <a:gd name="connsiteX0" fmla="*/ 582083 w 634999"/>
                <a:gd name="connsiteY0" fmla="*/ 105833 h 338666"/>
                <a:gd name="connsiteX1" fmla="*/ 52917 w 634999"/>
                <a:gd name="connsiteY1" fmla="*/ 105833 h 338666"/>
                <a:gd name="connsiteX2" fmla="*/ 0 w 634999"/>
                <a:gd name="connsiteY2" fmla="*/ 52917 h 338666"/>
                <a:gd name="connsiteX3" fmla="*/ 52917 w 634999"/>
                <a:gd name="connsiteY3" fmla="*/ 0 h 338666"/>
                <a:gd name="connsiteX4" fmla="*/ 582083 w 634999"/>
                <a:gd name="connsiteY4" fmla="*/ 0 h 338666"/>
                <a:gd name="connsiteX5" fmla="*/ 635000 w 634999"/>
                <a:gd name="connsiteY5" fmla="*/ 52917 h 338666"/>
                <a:gd name="connsiteX6" fmla="*/ 582083 w 634999"/>
                <a:gd name="connsiteY6" fmla="*/ 105833 h 338666"/>
                <a:gd name="connsiteX7" fmla="*/ 582083 w 634999"/>
                <a:gd name="connsiteY7" fmla="*/ 338667 h 338666"/>
                <a:gd name="connsiteX8" fmla="*/ 52917 w 634999"/>
                <a:gd name="connsiteY8" fmla="*/ 338667 h 338666"/>
                <a:gd name="connsiteX9" fmla="*/ 0 w 634999"/>
                <a:gd name="connsiteY9" fmla="*/ 285750 h 338666"/>
                <a:gd name="connsiteX10" fmla="*/ 52917 w 634999"/>
                <a:gd name="connsiteY10" fmla="*/ 232833 h 338666"/>
                <a:gd name="connsiteX11" fmla="*/ 582083 w 634999"/>
                <a:gd name="connsiteY11" fmla="*/ 232833 h 338666"/>
                <a:gd name="connsiteX12" fmla="*/ 635000 w 634999"/>
                <a:gd name="connsiteY12" fmla="*/ 285750 h 338666"/>
                <a:gd name="connsiteX13" fmla="*/ 582083 w 634999"/>
                <a:gd name="connsiteY13" fmla="*/ 338667 h 33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34999" h="338666">
                  <a:moveTo>
                    <a:pt x="582083" y="105833"/>
                  </a:moveTo>
                  <a:lnTo>
                    <a:pt x="52917" y="105833"/>
                  </a:lnTo>
                  <a:cubicBezTo>
                    <a:pt x="21167" y="105833"/>
                    <a:pt x="0" y="84667"/>
                    <a:pt x="0" y="52917"/>
                  </a:cubicBezTo>
                  <a:cubicBezTo>
                    <a:pt x="0" y="21167"/>
                    <a:pt x="21167" y="0"/>
                    <a:pt x="52917" y="0"/>
                  </a:cubicBezTo>
                  <a:lnTo>
                    <a:pt x="582083" y="0"/>
                  </a:lnTo>
                  <a:cubicBezTo>
                    <a:pt x="613833" y="0"/>
                    <a:pt x="635000" y="21167"/>
                    <a:pt x="635000" y="52917"/>
                  </a:cubicBezTo>
                  <a:cubicBezTo>
                    <a:pt x="635000" y="84667"/>
                    <a:pt x="603250" y="105833"/>
                    <a:pt x="582083" y="105833"/>
                  </a:cubicBezTo>
                  <a:close/>
                  <a:moveTo>
                    <a:pt x="582083" y="338667"/>
                  </a:moveTo>
                  <a:lnTo>
                    <a:pt x="52917" y="338667"/>
                  </a:lnTo>
                  <a:cubicBezTo>
                    <a:pt x="21167" y="338667"/>
                    <a:pt x="0" y="317500"/>
                    <a:pt x="0" y="285750"/>
                  </a:cubicBezTo>
                  <a:cubicBezTo>
                    <a:pt x="0" y="254000"/>
                    <a:pt x="21167" y="232833"/>
                    <a:pt x="52917" y="232833"/>
                  </a:cubicBezTo>
                  <a:lnTo>
                    <a:pt x="582083" y="232833"/>
                  </a:lnTo>
                  <a:cubicBezTo>
                    <a:pt x="613833" y="232833"/>
                    <a:pt x="635000" y="254000"/>
                    <a:pt x="635000" y="285750"/>
                  </a:cubicBezTo>
                  <a:cubicBezTo>
                    <a:pt x="635000" y="317500"/>
                    <a:pt x="603250" y="338667"/>
                    <a:pt x="582083" y="338667"/>
                  </a:cubicBezTo>
                  <a:close/>
                </a:path>
              </a:pathLst>
            </a:custGeom>
            <a:grpFill/>
            <a:ln w="1860" cap="flat">
              <a:noFill/>
              <a:prstDash val="solid"/>
              <a:miter/>
            </a:ln>
          </p:spPr>
          <p:txBody>
            <a:bodyPr rtlCol="0" anchor="ctr"/>
            <a:lstStyle/>
            <a:p>
              <a:endParaRPr lang="zh-CN" altLang="en-US"/>
            </a:p>
          </p:txBody>
        </p:sp>
        <p:sp>
          <p:nvSpPr>
            <p:cNvPr id="67" name="任意多边形: 形状 66">
              <a:extLst>
                <a:ext uri="{FF2B5EF4-FFF2-40B4-BE49-F238E27FC236}">
                  <a16:creationId xmlns:a16="http://schemas.microsoft.com/office/drawing/2014/main" id="{644784DC-7101-6883-B5AC-E95B19284FC9}"/>
                </a:ext>
              </a:extLst>
            </p:cNvPr>
            <p:cNvSpPr/>
            <p:nvPr/>
          </p:nvSpPr>
          <p:spPr>
            <a:xfrm>
              <a:off x="8553521" y="5703874"/>
              <a:ext cx="105833" cy="518583"/>
            </a:xfrm>
            <a:custGeom>
              <a:avLst/>
              <a:gdLst>
                <a:gd name="connsiteX0" fmla="*/ 52917 w 105833"/>
                <a:gd name="connsiteY0" fmla="*/ 518583 h 518583"/>
                <a:gd name="connsiteX1" fmla="*/ 0 w 105833"/>
                <a:gd name="connsiteY1" fmla="*/ 465667 h 518583"/>
                <a:gd name="connsiteX2" fmla="*/ 0 w 105833"/>
                <a:gd name="connsiteY2" fmla="*/ 52917 h 518583"/>
                <a:gd name="connsiteX3" fmla="*/ 52917 w 105833"/>
                <a:gd name="connsiteY3" fmla="*/ 0 h 518583"/>
                <a:gd name="connsiteX4" fmla="*/ 105833 w 105833"/>
                <a:gd name="connsiteY4" fmla="*/ 52917 h 518583"/>
                <a:gd name="connsiteX5" fmla="*/ 105833 w 105833"/>
                <a:gd name="connsiteY5" fmla="*/ 465667 h 518583"/>
                <a:gd name="connsiteX6" fmla="*/ 52917 w 105833"/>
                <a:gd name="connsiteY6" fmla="*/ 518583 h 518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833" h="518583">
                  <a:moveTo>
                    <a:pt x="52917" y="518583"/>
                  </a:moveTo>
                  <a:cubicBezTo>
                    <a:pt x="21167" y="518583"/>
                    <a:pt x="0" y="497417"/>
                    <a:pt x="0" y="465667"/>
                  </a:cubicBezTo>
                  <a:lnTo>
                    <a:pt x="0" y="52917"/>
                  </a:lnTo>
                  <a:cubicBezTo>
                    <a:pt x="0" y="21167"/>
                    <a:pt x="21167" y="0"/>
                    <a:pt x="52917" y="0"/>
                  </a:cubicBezTo>
                  <a:cubicBezTo>
                    <a:pt x="84667" y="0"/>
                    <a:pt x="105833" y="31750"/>
                    <a:pt x="105833" y="52917"/>
                  </a:cubicBezTo>
                  <a:lnTo>
                    <a:pt x="105833" y="465667"/>
                  </a:lnTo>
                  <a:cubicBezTo>
                    <a:pt x="105833" y="497417"/>
                    <a:pt x="84667" y="518583"/>
                    <a:pt x="52917" y="518583"/>
                  </a:cubicBezTo>
                  <a:close/>
                </a:path>
              </a:pathLst>
            </a:custGeom>
            <a:grpFill/>
            <a:ln w="1860" cap="flat">
              <a:noFill/>
              <a:prstDash val="solid"/>
              <a:miter/>
            </a:ln>
          </p:spPr>
          <p:txBody>
            <a:bodyPr rtlCol="0" anchor="ctr"/>
            <a:lstStyle/>
            <a:p>
              <a:endParaRPr lang="zh-CN" altLang="en-US"/>
            </a:p>
          </p:txBody>
        </p:sp>
      </p:grpSp>
      <p:grpSp>
        <p:nvGrpSpPr>
          <p:cNvPr id="73" name="组合 72">
            <a:extLst>
              <a:ext uri="{FF2B5EF4-FFF2-40B4-BE49-F238E27FC236}">
                <a16:creationId xmlns:a16="http://schemas.microsoft.com/office/drawing/2014/main" id="{E63C940F-099C-B675-84C2-6B2E2135CBA8}"/>
              </a:ext>
            </a:extLst>
          </p:cNvPr>
          <p:cNvGrpSpPr/>
          <p:nvPr/>
        </p:nvGrpSpPr>
        <p:grpSpPr>
          <a:xfrm>
            <a:off x="8709383" y="5037507"/>
            <a:ext cx="353554" cy="199512"/>
            <a:chOff x="7889199" y="5912852"/>
            <a:chExt cx="493750" cy="278626"/>
          </a:xfrm>
        </p:grpSpPr>
        <p:sp>
          <p:nvSpPr>
            <p:cNvPr id="74" name="椭圆 73">
              <a:extLst>
                <a:ext uri="{FF2B5EF4-FFF2-40B4-BE49-F238E27FC236}">
                  <a16:creationId xmlns:a16="http://schemas.microsoft.com/office/drawing/2014/main" id="{7B245218-5E84-11B3-D160-85BA26012AFA}"/>
                </a:ext>
              </a:extLst>
            </p:cNvPr>
            <p:cNvSpPr/>
            <p:nvPr/>
          </p:nvSpPr>
          <p:spPr>
            <a:xfrm>
              <a:off x="7943171" y="6036313"/>
              <a:ext cx="408058" cy="155165"/>
            </a:xfrm>
            <a:prstGeom prst="ellipse">
              <a:avLst/>
            </a:prstGeom>
            <a:noFill/>
            <a:ln w="9525" cap="flat" cmpd="sng" algn="ctr">
              <a:gradFill>
                <a:gsLst>
                  <a:gs pos="0">
                    <a:schemeClr val="accent1">
                      <a:alpha val="0"/>
                    </a:schemeClr>
                  </a:gs>
                  <a:gs pos="100000">
                    <a:schemeClr val="accent1"/>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75" name="椭圆 74">
              <a:extLst>
                <a:ext uri="{FF2B5EF4-FFF2-40B4-BE49-F238E27FC236}">
                  <a16:creationId xmlns:a16="http://schemas.microsoft.com/office/drawing/2014/main" id="{729DE57A-E982-A7F1-B29B-8D63A97D7F13}"/>
                </a:ext>
              </a:extLst>
            </p:cNvPr>
            <p:cNvSpPr/>
            <p:nvPr/>
          </p:nvSpPr>
          <p:spPr>
            <a:xfrm>
              <a:off x="7889199" y="5912852"/>
              <a:ext cx="493750" cy="249896"/>
            </a:xfrm>
            <a:prstGeom prst="ellipse">
              <a:avLst/>
            </a:prstGeom>
            <a:gradFill>
              <a:gsLst>
                <a:gs pos="0">
                  <a:schemeClr val="accent1">
                    <a:alpha val="0"/>
                  </a:schemeClr>
                </a:gs>
                <a:gs pos="100000">
                  <a:schemeClr val="accent1">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grpSp>
        <p:nvGrpSpPr>
          <p:cNvPr id="81" name="组合 80">
            <a:extLst>
              <a:ext uri="{FF2B5EF4-FFF2-40B4-BE49-F238E27FC236}">
                <a16:creationId xmlns:a16="http://schemas.microsoft.com/office/drawing/2014/main" id="{20B0D68C-5F5D-2295-3F9E-62CF39907E39}"/>
              </a:ext>
            </a:extLst>
          </p:cNvPr>
          <p:cNvGrpSpPr/>
          <p:nvPr/>
        </p:nvGrpSpPr>
        <p:grpSpPr>
          <a:xfrm>
            <a:off x="9354876" y="4804894"/>
            <a:ext cx="353554" cy="199512"/>
            <a:chOff x="7889199" y="5912852"/>
            <a:chExt cx="493750" cy="278626"/>
          </a:xfrm>
        </p:grpSpPr>
        <p:sp>
          <p:nvSpPr>
            <p:cNvPr id="82" name="椭圆 81">
              <a:extLst>
                <a:ext uri="{FF2B5EF4-FFF2-40B4-BE49-F238E27FC236}">
                  <a16:creationId xmlns:a16="http://schemas.microsoft.com/office/drawing/2014/main" id="{1ACA4B5B-51A9-BC66-9857-683D44754BE2}"/>
                </a:ext>
              </a:extLst>
            </p:cNvPr>
            <p:cNvSpPr/>
            <p:nvPr/>
          </p:nvSpPr>
          <p:spPr>
            <a:xfrm>
              <a:off x="7943171" y="6036313"/>
              <a:ext cx="408058" cy="155165"/>
            </a:xfrm>
            <a:prstGeom prst="ellipse">
              <a:avLst/>
            </a:prstGeom>
            <a:noFill/>
            <a:ln w="9525" cap="flat" cmpd="sng" algn="ctr">
              <a:gradFill>
                <a:gsLst>
                  <a:gs pos="0">
                    <a:schemeClr val="accent1">
                      <a:alpha val="0"/>
                    </a:schemeClr>
                  </a:gs>
                  <a:gs pos="100000">
                    <a:schemeClr val="accent1"/>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83" name="椭圆 82">
              <a:extLst>
                <a:ext uri="{FF2B5EF4-FFF2-40B4-BE49-F238E27FC236}">
                  <a16:creationId xmlns:a16="http://schemas.microsoft.com/office/drawing/2014/main" id="{5E2F878A-BC54-F019-F656-B07EFF843889}"/>
                </a:ext>
              </a:extLst>
            </p:cNvPr>
            <p:cNvSpPr/>
            <p:nvPr/>
          </p:nvSpPr>
          <p:spPr>
            <a:xfrm>
              <a:off x="7889199" y="5912852"/>
              <a:ext cx="493750" cy="249896"/>
            </a:xfrm>
            <a:prstGeom prst="ellipse">
              <a:avLst/>
            </a:prstGeom>
            <a:gradFill>
              <a:gsLst>
                <a:gs pos="0">
                  <a:schemeClr val="accent1">
                    <a:alpha val="0"/>
                  </a:schemeClr>
                </a:gs>
                <a:gs pos="100000">
                  <a:schemeClr val="accent1">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grpSp>
        <p:nvGrpSpPr>
          <p:cNvPr id="89" name="组合 88">
            <a:extLst>
              <a:ext uri="{FF2B5EF4-FFF2-40B4-BE49-F238E27FC236}">
                <a16:creationId xmlns:a16="http://schemas.microsoft.com/office/drawing/2014/main" id="{30BC2542-DB9B-BC06-9470-365C73629443}"/>
              </a:ext>
            </a:extLst>
          </p:cNvPr>
          <p:cNvGrpSpPr/>
          <p:nvPr/>
        </p:nvGrpSpPr>
        <p:grpSpPr>
          <a:xfrm>
            <a:off x="9925728" y="4467396"/>
            <a:ext cx="353554" cy="199512"/>
            <a:chOff x="7889199" y="5912852"/>
            <a:chExt cx="493750" cy="278626"/>
          </a:xfrm>
        </p:grpSpPr>
        <p:sp>
          <p:nvSpPr>
            <p:cNvPr id="90" name="椭圆 89">
              <a:extLst>
                <a:ext uri="{FF2B5EF4-FFF2-40B4-BE49-F238E27FC236}">
                  <a16:creationId xmlns:a16="http://schemas.microsoft.com/office/drawing/2014/main" id="{0C31B81D-5634-6E61-4A3B-E74EBE7AB2B4}"/>
                </a:ext>
              </a:extLst>
            </p:cNvPr>
            <p:cNvSpPr/>
            <p:nvPr/>
          </p:nvSpPr>
          <p:spPr>
            <a:xfrm>
              <a:off x="7943171" y="6036313"/>
              <a:ext cx="408058" cy="155165"/>
            </a:xfrm>
            <a:prstGeom prst="ellipse">
              <a:avLst/>
            </a:prstGeom>
            <a:noFill/>
            <a:ln w="9525" cap="flat" cmpd="sng" algn="ctr">
              <a:gradFill>
                <a:gsLst>
                  <a:gs pos="0">
                    <a:schemeClr val="accent1">
                      <a:alpha val="0"/>
                    </a:schemeClr>
                  </a:gs>
                  <a:gs pos="100000">
                    <a:schemeClr val="accent1"/>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91" name="椭圆 90">
              <a:extLst>
                <a:ext uri="{FF2B5EF4-FFF2-40B4-BE49-F238E27FC236}">
                  <a16:creationId xmlns:a16="http://schemas.microsoft.com/office/drawing/2014/main" id="{A5D588F2-4FA3-9470-D149-BC2E6FB00614}"/>
                </a:ext>
              </a:extLst>
            </p:cNvPr>
            <p:cNvSpPr/>
            <p:nvPr/>
          </p:nvSpPr>
          <p:spPr>
            <a:xfrm>
              <a:off x="7889199" y="5912852"/>
              <a:ext cx="493750" cy="249896"/>
            </a:xfrm>
            <a:prstGeom prst="ellipse">
              <a:avLst/>
            </a:prstGeom>
            <a:gradFill>
              <a:gsLst>
                <a:gs pos="0">
                  <a:schemeClr val="accent1">
                    <a:alpha val="0"/>
                  </a:schemeClr>
                </a:gs>
                <a:gs pos="100000">
                  <a:schemeClr val="accent1">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sp>
        <p:nvSpPr>
          <p:cNvPr id="9" name="文本框 8">
            <a:extLst>
              <a:ext uri="{FF2B5EF4-FFF2-40B4-BE49-F238E27FC236}">
                <a16:creationId xmlns:a16="http://schemas.microsoft.com/office/drawing/2014/main" id="{98ECE632-A15A-E6A0-C7EA-7182C3EBA9FC}"/>
              </a:ext>
            </a:extLst>
          </p:cNvPr>
          <p:cNvSpPr txBox="1"/>
          <p:nvPr/>
        </p:nvSpPr>
        <p:spPr>
          <a:xfrm flipH="1">
            <a:off x="7811963" y="5443481"/>
            <a:ext cx="767042" cy="220187"/>
          </a:xfrm>
          <a:prstGeom prst="rect">
            <a:avLst/>
          </a:prstGeom>
          <a:noFill/>
        </p:spPr>
        <p:txBody>
          <a:bodyPr wrap="square" rtlCol="0">
            <a:spAutoFit/>
          </a:bodyPr>
          <a:lstStyle/>
          <a:p>
            <a:pPr algn="ctr"/>
            <a:r>
              <a:rPr lang="zh-CN" altLang="en-US" sz="800" dirty="0">
                <a:solidFill>
                  <a:schemeClr val="bg1"/>
                </a:solidFill>
                <a:latin typeface="+mn-ea"/>
              </a:rPr>
              <a:t>经济数据</a:t>
            </a:r>
          </a:p>
        </p:txBody>
      </p:sp>
      <p:sp>
        <p:nvSpPr>
          <p:cNvPr id="10" name="文本框 9">
            <a:extLst>
              <a:ext uri="{FF2B5EF4-FFF2-40B4-BE49-F238E27FC236}">
                <a16:creationId xmlns:a16="http://schemas.microsoft.com/office/drawing/2014/main" id="{11FF87FE-4E17-B6E9-9D94-588F1A4CED53}"/>
              </a:ext>
            </a:extLst>
          </p:cNvPr>
          <p:cNvSpPr txBox="1"/>
          <p:nvPr/>
        </p:nvSpPr>
        <p:spPr>
          <a:xfrm flipH="1">
            <a:off x="8502639" y="5242866"/>
            <a:ext cx="767042" cy="220187"/>
          </a:xfrm>
          <a:prstGeom prst="rect">
            <a:avLst/>
          </a:prstGeom>
          <a:noFill/>
        </p:spPr>
        <p:txBody>
          <a:bodyPr wrap="square" rtlCol="0">
            <a:spAutoFit/>
          </a:bodyPr>
          <a:lstStyle/>
          <a:p>
            <a:pPr algn="ctr"/>
            <a:r>
              <a:rPr lang="zh-CN" altLang="en-US" sz="800" dirty="0">
                <a:solidFill>
                  <a:schemeClr val="bg1"/>
                </a:solidFill>
                <a:latin typeface="+mn-ea"/>
              </a:rPr>
              <a:t>人口数据</a:t>
            </a:r>
          </a:p>
        </p:txBody>
      </p:sp>
      <p:sp>
        <p:nvSpPr>
          <p:cNvPr id="11" name="文本框 10">
            <a:extLst>
              <a:ext uri="{FF2B5EF4-FFF2-40B4-BE49-F238E27FC236}">
                <a16:creationId xmlns:a16="http://schemas.microsoft.com/office/drawing/2014/main" id="{B68580F8-49FC-3B71-442A-0DFC7EE989A0}"/>
              </a:ext>
            </a:extLst>
          </p:cNvPr>
          <p:cNvSpPr txBox="1"/>
          <p:nvPr/>
        </p:nvSpPr>
        <p:spPr>
          <a:xfrm flipH="1">
            <a:off x="9145707" y="5022679"/>
            <a:ext cx="767042" cy="220187"/>
          </a:xfrm>
          <a:prstGeom prst="rect">
            <a:avLst/>
          </a:prstGeom>
          <a:noFill/>
        </p:spPr>
        <p:txBody>
          <a:bodyPr wrap="square" rtlCol="0">
            <a:spAutoFit/>
          </a:bodyPr>
          <a:lstStyle/>
          <a:p>
            <a:pPr algn="ctr"/>
            <a:r>
              <a:rPr lang="zh-CN" altLang="en-US" sz="800" dirty="0">
                <a:solidFill>
                  <a:schemeClr val="bg1"/>
                </a:solidFill>
                <a:latin typeface="+mn-ea"/>
              </a:rPr>
              <a:t>地理数据</a:t>
            </a:r>
          </a:p>
        </p:txBody>
      </p:sp>
      <p:sp>
        <p:nvSpPr>
          <p:cNvPr id="12" name="文本框 11">
            <a:extLst>
              <a:ext uri="{FF2B5EF4-FFF2-40B4-BE49-F238E27FC236}">
                <a16:creationId xmlns:a16="http://schemas.microsoft.com/office/drawing/2014/main" id="{3902EFC8-0244-CC28-5C6C-E15BF59D2F80}"/>
              </a:ext>
            </a:extLst>
          </p:cNvPr>
          <p:cNvSpPr txBox="1">
            <a:spLocks/>
          </p:cNvSpPr>
          <p:nvPr/>
        </p:nvSpPr>
        <p:spPr>
          <a:xfrm flipH="1">
            <a:off x="9729520" y="4695951"/>
            <a:ext cx="767042" cy="220187"/>
          </a:xfrm>
          <a:prstGeom prst="rect">
            <a:avLst/>
          </a:prstGeom>
          <a:noFill/>
        </p:spPr>
        <p:txBody>
          <a:bodyPr wrap="square" rtlCol="0">
            <a:spAutoFit/>
          </a:bodyPr>
          <a:lstStyle/>
          <a:p>
            <a:pPr algn="ctr"/>
            <a:r>
              <a:rPr lang="zh-CN" altLang="en-US" sz="800" dirty="0">
                <a:solidFill>
                  <a:schemeClr val="bg1"/>
                </a:solidFill>
                <a:latin typeface="+mn-ea"/>
              </a:rPr>
              <a:t>商业数据</a:t>
            </a:r>
          </a:p>
        </p:txBody>
      </p:sp>
      <p:grpSp>
        <p:nvGrpSpPr>
          <p:cNvPr id="97" name="组合 96">
            <a:extLst>
              <a:ext uri="{FF2B5EF4-FFF2-40B4-BE49-F238E27FC236}">
                <a16:creationId xmlns:a16="http://schemas.microsoft.com/office/drawing/2014/main" id="{5764810A-5957-770F-7B4A-E393D924E505}"/>
              </a:ext>
            </a:extLst>
          </p:cNvPr>
          <p:cNvGrpSpPr/>
          <p:nvPr/>
        </p:nvGrpSpPr>
        <p:grpSpPr>
          <a:xfrm>
            <a:off x="3776332" y="5224078"/>
            <a:ext cx="353554" cy="199512"/>
            <a:chOff x="7889199" y="5912852"/>
            <a:chExt cx="493750" cy="278626"/>
          </a:xfrm>
        </p:grpSpPr>
        <p:sp>
          <p:nvSpPr>
            <p:cNvPr id="98" name="椭圆 97">
              <a:extLst>
                <a:ext uri="{FF2B5EF4-FFF2-40B4-BE49-F238E27FC236}">
                  <a16:creationId xmlns:a16="http://schemas.microsoft.com/office/drawing/2014/main" id="{FBF312B7-A778-FA9F-9842-9F4EE85EF4F7}"/>
                </a:ext>
              </a:extLst>
            </p:cNvPr>
            <p:cNvSpPr/>
            <p:nvPr/>
          </p:nvSpPr>
          <p:spPr>
            <a:xfrm>
              <a:off x="7943171" y="6036313"/>
              <a:ext cx="408058" cy="155165"/>
            </a:xfrm>
            <a:prstGeom prst="ellipse">
              <a:avLst/>
            </a:prstGeom>
            <a:noFill/>
            <a:ln w="9525" cap="flat" cmpd="sng" algn="ctr">
              <a:gradFill>
                <a:gsLst>
                  <a:gs pos="0">
                    <a:schemeClr val="accent1">
                      <a:alpha val="0"/>
                    </a:schemeClr>
                  </a:gs>
                  <a:gs pos="100000">
                    <a:schemeClr val="accent1"/>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99" name="椭圆 98">
              <a:extLst>
                <a:ext uri="{FF2B5EF4-FFF2-40B4-BE49-F238E27FC236}">
                  <a16:creationId xmlns:a16="http://schemas.microsoft.com/office/drawing/2014/main" id="{69344083-3DB1-C226-602D-A4BF640E26FE}"/>
                </a:ext>
              </a:extLst>
            </p:cNvPr>
            <p:cNvSpPr/>
            <p:nvPr/>
          </p:nvSpPr>
          <p:spPr>
            <a:xfrm>
              <a:off x="7889199" y="5912852"/>
              <a:ext cx="493750" cy="249896"/>
            </a:xfrm>
            <a:prstGeom prst="ellipse">
              <a:avLst/>
            </a:prstGeom>
            <a:gradFill>
              <a:gsLst>
                <a:gs pos="0">
                  <a:schemeClr val="accent1">
                    <a:alpha val="0"/>
                  </a:schemeClr>
                </a:gs>
                <a:gs pos="100000">
                  <a:schemeClr val="accent1">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grpSp>
        <p:nvGrpSpPr>
          <p:cNvPr id="100" name="组合 99">
            <a:extLst>
              <a:ext uri="{FF2B5EF4-FFF2-40B4-BE49-F238E27FC236}">
                <a16:creationId xmlns:a16="http://schemas.microsoft.com/office/drawing/2014/main" id="{CCE35ECD-12CF-D6AC-FC95-765B43A79B45}"/>
              </a:ext>
            </a:extLst>
          </p:cNvPr>
          <p:cNvGrpSpPr/>
          <p:nvPr/>
        </p:nvGrpSpPr>
        <p:grpSpPr>
          <a:xfrm>
            <a:off x="3062908" y="5037507"/>
            <a:ext cx="353554" cy="199512"/>
            <a:chOff x="7889199" y="5912852"/>
            <a:chExt cx="493750" cy="278626"/>
          </a:xfrm>
        </p:grpSpPr>
        <p:sp>
          <p:nvSpPr>
            <p:cNvPr id="101" name="椭圆 100">
              <a:extLst>
                <a:ext uri="{FF2B5EF4-FFF2-40B4-BE49-F238E27FC236}">
                  <a16:creationId xmlns:a16="http://schemas.microsoft.com/office/drawing/2014/main" id="{D68FABE0-DB23-4959-FF68-2F349DB66A43}"/>
                </a:ext>
              </a:extLst>
            </p:cNvPr>
            <p:cNvSpPr/>
            <p:nvPr/>
          </p:nvSpPr>
          <p:spPr>
            <a:xfrm>
              <a:off x="7943171" y="6036313"/>
              <a:ext cx="408058" cy="155165"/>
            </a:xfrm>
            <a:prstGeom prst="ellipse">
              <a:avLst/>
            </a:prstGeom>
            <a:noFill/>
            <a:ln w="9525" cap="flat" cmpd="sng" algn="ctr">
              <a:gradFill>
                <a:gsLst>
                  <a:gs pos="0">
                    <a:schemeClr val="accent1">
                      <a:alpha val="0"/>
                    </a:schemeClr>
                  </a:gs>
                  <a:gs pos="100000">
                    <a:schemeClr val="accent1"/>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102" name="椭圆 101">
              <a:extLst>
                <a:ext uri="{FF2B5EF4-FFF2-40B4-BE49-F238E27FC236}">
                  <a16:creationId xmlns:a16="http://schemas.microsoft.com/office/drawing/2014/main" id="{8F2F857A-D8E4-7DD3-1528-0F268FEE4CF9}"/>
                </a:ext>
              </a:extLst>
            </p:cNvPr>
            <p:cNvSpPr/>
            <p:nvPr/>
          </p:nvSpPr>
          <p:spPr>
            <a:xfrm>
              <a:off x="7889199" y="5912852"/>
              <a:ext cx="493750" cy="249896"/>
            </a:xfrm>
            <a:prstGeom prst="ellipse">
              <a:avLst/>
            </a:prstGeom>
            <a:gradFill>
              <a:gsLst>
                <a:gs pos="0">
                  <a:schemeClr val="accent1">
                    <a:alpha val="0"/>
                  </a:schemeClr>
                </a:gs>
                <a:gs pos="100000">
                  <a:schemeClr val="accent1">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grpSp>
        <p:nvGrpSpPr>
          <p:cNvPr id="103" name="组合 102">
            <a:extLst>
              <a:ext uri="{FF2B5EF4-FFF2-40B4-BE49-F238E27FC236}">
                <a16:creationId xmlns:a16="http://schemas.microsoft.com/office/drawing/2014/main" id="{12817BAA-AE77-F963-8DA3-0D0F7D09628B}"/>
              </a:ext>
            </a:extLst>
          </p:cNvPr>
          <p:cNvGrpSpPr/>
          <p:nvPr/>
        </p:nvGrpSpPr>
        <p:grpSpPr>
          <a:xfrm>
            <a:off x="2476735" y="4804894"/>
            <a:ext cx="353554" cy="199512"/>
            <a:chOff x="7889199" y="5912852"/>
            <a:chExt cx="493750" cy="278626"/>
          </a:xfrm>
        </p:grpSpPr>
        <p:sp>
          <p:nvSpPr>
            <p:cNvPr id="104" name="椭圆 103">
              <a:extLst>
                <a:ext uri="{FF2B5EF4-FFF2-40B4-BE49-F238E27FC236}">
                  <a16:creationId xmlns:a16="http://schemas.microsoft.com/office/drawing/2014/main" id="{22C9544E-053C-50D2-402F-16B3CD067C0F}"/>
                </a:ext>
              </a:extLst>
            </p:cNvPr>
            <p:cNvSpPr/>
            <p:nvPr/>
          </p:nvSpPr>
          <p:spPr>
            <a:xfrm>
              <a:off x="7943171" y="6036313"/>
              <a:ext cx="408058" cy="155165"/>
            </a:xfrm>
            <a:prstGeom prst="ellipse">
              <a:avLst/>
            </a:prstGeom>
            <a:noFill/>
            <a:ln w="9525" cap="flat" cmpd="sng" algn="ctr">
              <a:gradFill>
                <a:gsLst>
                  <a:gs pos="0">
                    <a:schemeClr val="accent1">
                      <a:alpha val="0"/>
                    </a:schemeClr>
                  </a:gs>
                  <a:gs pos="100000">
                    <a:schemeClr val="accent1"/>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105" name="椭圆 104">
              <a:extLst>
                <a:ext uri="{FF2B5EF4-FFF2-40B4-BE49-F238E27FC236}">
                  <a16:creationId xmlns:a16="http://schemas.microsoft.com/office/drawing/2014/main" id="{009E0E8E-7885-A889-0094-95614569DC85}"/>
                </a:ext>
              </a:extLst>
            </p:cNvPr>
            <p:cNvSpPr/>
            <p:nvPr/>
          </p:nvSpPr>
          <p:spPr>
            <a:xfrm>
              <a:off x="7889199" y="5912852"/>
              <a:ext cx="493750" cy="249896"/>
            </a:xfrm>
            <a:prstGeom prst="ellipse">
              <a:avLst/>
            </a:prstGeom>
            <a:gradFill>
              <a:gsLst>
                <a:gs pos="0">
                  <a:schemeClr val="accent1">
                    <a:alpha val="0"/>
                  </a:schemeClr>
                </a:gs>
                <a:gs pos="100000">
                  <a:schemeClr val="accent1">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grpSp>
        <p:nvGrpSpPr>
          <p:cNvPr id="106" name="组合 105">
            <a:extLst>
              <a:ext uri="{FF2B5EF4-FFF2-40B4-BE49-F238E27FC236}">
                <a16:creationId xmlns:a16="http://schemas.microsoft.com/office/drawing/2014/main" id="{619D5188-E573-3954-BE34-7E999EB4F598}"/>
              </a:ext>
            </a:extLst>
          </p:cNvPr>
          <p:cNvGrpSpPr/>
          <p:nvPr/>
        </p:nvGrpSpPr>
        <p:grpSpPr>
          <a:xfrm>
            <a:off x="1878561" y="4467396"/>
            <a:ext cx="353554" cy="199512"/>
            <a:chOff x="7889199" y="5912852"/>
            <a:chExt cx="493750" cy="278626"/>
          </a:xfrm>
        </p:grpSpPr>
        <p:sp>
          <p:nvSpPr>
            <p:cNvPr id="107" name="椭圆 106">
              <a:extLst>
                <a:ext uri="{FF2B5EF4-FFF2-40B4-BE49-F238E27FC236}">
                  <a16:creationId xmlns:a16="http://schemas.microsoft.com/office/drawing/2014/main" id="{7B8BFFB0-AC82-617C-5962-EED9FA5AAF2C}"/>
                </a:ext>
              </a:extLst>
            </p:cNvPr>
            <p:cNvSpPr/>
            <p:nvPr/>
          </p:nvSpPr>
          <p:spPr>
            <a:xfrm>
              <a:off x="7943171" y="6036313"/>
              <a:ext cx="408058" cy="155165"/>
            </a:xfrm>
            <a:prstGeom prst="ellipse">
              <a:avLst/>
            </a:prstGeom>
            <a:noFill/>
            <a:ln w="9525" cap="flat" cmpd="sng" algn="ctr">
              <a:gradFill>
                <a:gsLst>
                  <a:gs pos="0">
                    <a:schemeClr val="accent1">
                      <a:alpha val="0"/>
                    </a:schemeClr>
                  </a:gs>
                  <a:gs pos="100000">
                    <a:schemeClr val="accent1"/>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108" name="椭圆 107">
              <a:extLst>
                <a:ext uri="{FF2B5EF4-FFF2-40B4-BE49-F238E27FC236}">
                  <a16:creationId xmlns:a16="http://schemas.microsoft.com/office/drawing/2014/main" id="{F7D096F3-A427-19E5-4EE7-DCC9BC80A15D}"/>
                </a:ext>
              </a:extLst>
            </p:cNvPr>
            <p:cNvSpPr/>
            <p:nvPr/>
          </p:nvSpPr>
          <p:spPr>
            <a:xfrm>
              <a:off x="7889199" y="5912852"/>
              <a:ext cx="493750" cy="249896"/>
            </a:xfrm>
            <a:prstGeom prst="ellipse">
              <a:avLst/>
            </a:prstGeom>
            <a:gradFill>
              <a:gsLst>
                <a:gs pos="0">
                  <a:schemeClr val="accent1">
                    <a:alpha val="0"/>
                  </a:schemeClr>
                </a:gs>
                <a:gs pos="100000">
                  <a:schemeClr val="accent1">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sp>
        <p:nvSpPr>
          <p:cNvPr id="115" name="图形 113">
            <a:extLst>
              <a:ext uri="{FF2B5EF4-FFF2-40B4-BE49-F238E27FC236}">
                <a16:creationId xmlns:a16="http://schemas.microsoft.com/office/drawing/2014/main" id="{2C539A49-31BC-B06D-024C-1ED8D01B5048}"/>
              </a:ext>
            </a:extLst>
          </p:cNvPr>
          <p:cNvSpPr/>
          <p:nvPr/>
        </p:nvSpPr>
        <p:spPr>
          <a:xfrm>
            <a:off x="9463220" y="4733363"/>
            <a:ext cx="152798" cy="152712"/>
          </a:xfrm>
          <a:custGeom>
            <a:avLst/>
            <a:gdLst>
              <a:gd name="connsiteX0" fmla="*/ 28932 w 134439"/>
              <a:gd name="connsiteY0" fmla="*/ 86357 h 134365"/>
              <a:gd name="connsiteX1" fmla="*/ 28922 w 134439"/>
              <a:gd name="connsiteY1" fmla="*/ 95959 h 134365"/>
              <a:gd name="connsiteX2" fmla="*/ 24812 w 134439"/>
              <a:gd name="connsiteY2" fmla="*/ 95959 h 134365"/>
              <a:gd name="connsiteX3" fmla="*/ 16713 w 134439"/>
              <a:gd name="connsiteY3" fmla="*/ 100433 h 134365"/>
              <a:gd name="connsiteX4" fmla="*/ 16689 w 134439"/>
              <a:gd name="connsiteY4" fmla="*/ 100471 h 134365"/>
              <a:gd name="connsiteX5" fmla="*/ 16104 w 134439"/>
              <a:gd name="connsiteY5" fmla="*/ 101566 h 134365"/>
              <a:gd name="connsiteX6" fmla="*/ 10276 w 134439"/>
              <a:gd name="connsiteY6" fmla="*/ 114355 h 134365"/>
              <a:gd name="connsiteX7" fmla="*/ 13937 w 134439"/>
              <a:gd name="connsiteY7" fmla="*/ 124113 h 134365"/>
              <a:gd name="connsiteX8" fmla="*/ 15897 w 134439"/>
              <a:gd name="connsiteY8" fmla="*/ 124692 h 134365"/>
              <a:gd name="connsiteX9" fmla="*/ 15936 w 134439"/>
              <a:gd name="connsiteY9" fmla="*/ 124696 h 134365"/>
              <a:gd name="connsiteX10" fmla="*/ 16944 w 134439"/>
              <a:gd name="connsiteY10" fmla="*/ 124764 h 134365"/>
              <a:gd name="connsiteX11" fmla="*/ 117531 w 134439"/>
              <a:gd name="connsiteY11" fmla="*/ 124764 h 134365"/>
              <a:gd name="connsiteX12" fmla="*/ 124870 w 134439"/>
              <a:gd name="connsiteY12" fmla="*/ 117374 h 134365"/>
              <a:gd name="connsiteX13" fmla="*/ 124544 w 134439"/>
              <a:gd name="connsiteY13" fmla="*/ 115234 h 134365"/>
              <a:gd name="connsiteX14" fmla="*/ 124559 w 134439"/>
              <a:gd name="connsiteY14" fmla="*/ 115287 h 134365"/>
              <a:gd name="connsiteX15" fmla="*/ 124204 w 134439"/>
              <a:gd name="connsiteY15" fmla="*/ 114355 h 134365"/>
              <a:gd name="connsiteX16" fmla="*/ 118375 w 134439"/>
              <a:gd name="connsiteY16" fmla="*/ 101566 h 134365"/>
              <a:gd name="connsiteX17" fmla="*/ 110944 w 134439"/>
              <a:gd name="connsiteY17" fmla="*/ 96040 h 134365"/>
              <a:gd name="connsiteX18" fmla="*/ 110896 w 134439"/>
              <a:gd name="connsiteY18" fmla="*/ 96036 h 134365"/>
              <a:gd name="connsiteX19" fmla="*/ 109657 w 134439"/>
              <a:gd name="connsiteY19" fmla="*/ 95959 h 134365"/>
              <a:gd name="connsiteX20" fmla="*/ 105538 w 134439"/>
              <a:gd name="connsiteY20" fmla="*/ 95959 h 134365"/>
              <a:gd name="connsiteX21" fmla="*/ 105548 w 134439"/>
              <a:gd name="connsiteY21" fmla="*/ 86357 h 134365"/>
              <a:gd name="connsiteX22" fmla="*/ 109657 w 134439"/>
              <a:gd name="connsiteY22" fmla="*/ 86357 h 134365"/>
              <a:gd name="connsiteX23" fmla="*/ 127084 w 134439"/>
              <a:gd name="connsiteY23" fmla="*/ 97572 h 134365"/>
              <a:gd name="connsiteX24" fmla="*/ 132912 w 134439"/>
              <a:gd name="connsiteY24" fmla="*/ 110361 h 134365"/>
              <a:gd name="connsiteX25" fmla="*/ 124489 w 134439"/>
              <a:gd name="connsiteY25" fmla="*/ 132842 h 134365"/>
              <a:gd name="connsiteX26" fmla="*/ 117531 w 134439"/>
              <a:gd name="connsiteY26" fmla="*/ 134365 h 134365"/>
              <a:gd name="connsiteX27" fmla="*/ 16939 w 134439"/>
              <a:gd name="connsiteY27" fmla="*/ 134365 h 134365"/>
              <a:gd name="connsiteX28" fmla="*/ 0 w 134439"/>
              <a:gd name="connsiteY28" fmla="*/ 117420 h 134365"/>
              <a:gd name="connsiteX29" fmla="*/ 1591 w 134439"/>
              <a:gd name="connsiteY29" fmla="*/ 110256 h 134365"/>
              <a:gd name="connsiteX30" fmla="*/ 1548 w 134439"/>
              <a:gd name="connsiteY30" fmla="*/ 110361 h 134365"/>
              <a:gd name="connsiteX31" fmla="*/ 7385 w 134439"/>
              <a:gd name="connsiteY31" fmla="*/ 97572 h 134365"/>
              <a:gd name="connsiteX32" fmla="*/ 24793 w 134439"/>
              <a:gd name="connsiteY32" fmla="*/ 86357 h 134365"/>
              <a:gd name="connsiteX33" fmla="*/ 28912 w 134439"/>
              <a:gd name="connsiteY33" fmla="*/ 86357 h 134365"/>
              <a:gd name="connsiteX34" fmla="*/ 101184 w 134439"/>
              <a:gd name="connsiteY34" fmla="*/ 13999 h 134365"/>
              <a:gd name="connsiteX35" fmla="*/ 115193 w 134439"/>
              <a:gd name="connsiteY35" fmla="*/ 47869 h 134365"/>
              <a:gd name="connsiteX36" fmla="*/ 101107 w 134439"/>
              <a:gd name="connsiteY36" fmla="*/ 81815 h 134365"/>
              <a:gd name="connsiteX37" fmla="*/ 67146 w 134439"/>
              <a:gd name="connsiteY37" fmla="*/ 115757 h 134365"/>
              <a:gd name="connsiteX38" fmla="*/ 33291 w 134439"/>
              <a:gd name="connsiteY38" fmla="*/ 81902 h 134365"/>
              <a:gd name="connsiteX39" fmla="*/ 19287 w 134439"/>
              <a:gd name="connsiteY39" fmla="*/ 48037 h 134365"/>
              <a:gd name="connsiteX40" fmla="*/ 33377 w 134439"/>
              <a:gd name="connsiteY40" fmla="*/ 14086 h 134365"/>
              <a:gd name="connsiteX41" fmla="*/ 67324 w 134439"/>
              <a:gd name="connsiteY41" fmla="*/ 0 h 134365"/>
              <a:gd name="connsiteX42" fmla="*/ 101184 w 134439"/>
              <a:gd name="connsiteY42" fmla="*/ 13999 h 134365"/>
              <a:gd name="connsiteX43" fmla="*/ 40146 w 134439"/>
              <a:gd name="connsiteY43" fmla="*/ 20864 h 134365"/>
              <a:gd name="connsiteX44" fmla="*/ 28884 w 134439"/>
              <a:gd name="connsiteY44" fmla="*/ 48018 h 134365"/>
              <a:gd name="connsiteX45" fmla="*/ 38792 w 134439"/>
              <a:gd name="connsiteY45" fmla="*/ 73750 h 134365"/>
              <a:gd name="connsiteX46" fmla="*/ 38764 w 134439"/>
              <a:gd name="connsiteY46" fmla="*/ 73717 h 134365"/>
              <a:gd name="connsiteX47" fmla="*/ 40079 w 134439"/>
              <a:gd name="connsiteY47" fmla="*/ 75099 h 134365"/>
              <a:gd name="connsiteX48" fmla="*/ 67175 w 134439"/>
              <a:gd name="connsiteY48" fmla="*/ 102195 h 134365"/>
              <a:gd name="connsiteX49" fmla="*/ 94319 w 134439"/>
              <a:gd name="connsiteY49" fmla="*/ 75022 h 134365"/>
              <a:gd name="connsiteX50" fmla="*/ 105581 w 134439"/>
              <a:gd name="connsiteY50" fmla="*/ 47864 h 134365"/>
              <a:gd name="connsiteX51" fmla="*/ 96925 w 134439"/>
              <a:gd name="connsiteY51" fmla="*/ 23586 h 134365"/>
              <a:gd name="connsiteX52" fmla="*/ 96978 w 134439"/>
              <a:gd name="connsiteY52" fmla="*/ 23654 h 134365"/>
              <a:gd name="connsiteX53" fmla="*/ 95711 w 134439"/>
              <a:gd name="connsiteY53" fmla="*/ 22165 h 134365"/>
              <a:gd name="connsiteX54" fmla="*/ 94386 w 134439"/>
              <a:gd name="connsiteY54" fmla="*/ 20783 h 134365"/>
              <a:gd name="connsiteX55" fmla="*/ 67295 w 134439"/>
              <a:gd name="connsiteY55" fmla="*/ 9582 h 134365"/>
              <a:gd name="connsiteX56" fmla="*/ 40137 w 134439"/>
              <a:gd name="connsiteY56" fmla="*/ 20850 h 134365"/>
              <a:gd name="connsiteX57" fmla="*/ 67242 w 134439"/>
              <a:gd name="connsiteY57" fmla="*/ 28747 h 134365"/>
              <a:gd name="connsiteX58" fmla="*/ 86397 w 134439"/>
              <a:gd name="connsiteY58" fmla="*/ 47951 h 134365"/>
              <a:gd name="connsiteX59" fmla="*/ 67242 w 134439"/>
              <a:gd name="connsiteY59" fmla="*/ 67154 h 134365"/>
              <a:gd name="connsiteX60" fmla="*/ 48087 w 134439"/>
              <a:gd name="connsiteY60" fmla="*/ 47970 h 134365"/>
              <a:gd name="connsiteX61" fmla="*/ 48087 w 134439"/>
              <a:gd name="connsiteY61" fmla="*/ 47951 h 134365"/>
              <a:gd name="connsiteX62" fmla="*/ 67242 w 134439"/>
              <a:gd name="connsiteY62" fmla="*/ 28747 h 134365"/>
              <a:gd name="connsiteX63" fmla="*/ 67242 w 134439"/>
              <a:gd name="connsiteY63" fmla="*/ 38349 h 134365"/>
              <a:gd name="connsiteX64" fmla="*/ 57660 w 134439"/>
              <a:gd name="connsiteY64" fmla="*/ 47941 h 134365"/>
              <a:gd name="connsiteX65" fmla="*/ 57660 w 134439"/>
              <a:gd name="connsiteY65" fmla="*/ 47951 h 134365"/>
              <a:gd name="connsiteX66" fmla="*/ 67261 w 134439"/>
              <a:gd name="connsiteY66" fmla="*/ 57533 h 134365"/>
              <a:gd name="connsiteX67" fmla="*/ 76844 w 134439"/>
              <a:gd name="connsiteY67" fmla="*/ 47931 h 134365"/>
              <a:gd name="connsiteX68" fmla="*/ 67252 w 134439"/>
              <a:gd name="connsiteY68" fmla="*/ 38349 h 134365"/>
              <a:gd name="connsiteX69" fmla="*/ 67242 w 134439"/>
              <a:gd name="connsiteY69" fmla="*/ 38349 h 134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4439" h="134365">
                <a:moveTo>
                  <a:pt x="28932" y="86357"/>
                </a:moveTo>
                <a:lnTo>
                  <a:pt x="28922" y="95959"/>
                </a:lnTo>
                <a:lnTo>
                  <a:pt x="24812" y="95959"/>
                </a:lnTo>
                <a:cubicBezTo>
                  <a:pt x="21522" y="95956"/>
                  <a:pt x="18463" y="97647"/>
                  <a:pt x="16713" y="100433"/>
                </a:cubicBezTo>
                <a:lnTo>
                  <a:pt x="16689" y="100471"/>
                </a:lnTo>
                <a:lnTo>
                  <a:pt x="16104" y="101566"/>
                </a:lnTo>
                <a:lnTo>
                  <a:pt x="10276" y="114355"/>
                </a:lnTo>
                <a:cubicBezTo>
                  <a:pt x="8592" y="118061"/>
                  <a:pt x="10232" y="122429"/>
                  <a:pt x="13937" y="124113"/>
                </a:cubicBezTo>
                <a:cubicBezTo>
                  <a:pt x="14561" y="124396"/>
                  <a:pt x="15220" y="124591"/>
                  <a:pt x="15897" y="124692"/>
                </a:cubicBezTo>
                <a:lnTo>
                  <a:pt x="15936" y="124696"/>
                </a:lnTo>
                <a:lnTo>
                  <a:pt x="16944" y="124764"/>
                </a:lnTo>
                <a:lnTo>
                  <a:pt x="117531" y="124764"/>
                </a:lnTo>
                <a:cubicBezTo>
                  <a:pt x="121598" y="124750"/>
                  <a:pt x="124884" y="121441"/>
                  <a:pt x="124870" y="117374"/>
                </a:cubicBezTo>
                <a:cubicBezTo>
                  <a:pt x="124867" y="116649"/>
                  <a:pt x="124758" y="115927"/>
                  <a:pt x="124544" y="115234"/>
                </a:cubicBezTo>
                <a:lnTo>
                  <a:pt x="124559" y="115287"/>
                </a:lnTo>
                <a:lnTo>
                  <a:pt x="124204" y="114355"/>
                </a:lnTo>
                <a:lnTo>
                  <a:pt x="118375" y="101566"/>
                </a:lnTo>
                <a:cubicBezTo>
                  <a:pt x="117008" y="98573"/>
                  <a:pt x="114204" y="96488"/>
                  <a:pt x="110944" y="96040"/>
                </a:cubicBezTo>
                <a:lnTo>
                  <a:pt x="110896" y="96036"/>
                </a:lnTo>
                <a:lnTo>
                  <a:pt x="109657" y="95959"/>
                </a:lnTo>
                <a:lnTo>
                  <a:pt x="105538" y="95959"/>
                </a:lnTo>
                <a:lnTo>
                  <a:pt x="105548" y="86357"/>
                </a:lnTo>
                <a:lnTo>
                  <a:pt x="109657" y="86357"/>
                </a:lnTo>
                <a:cubicBezTo>
                  <a:pt x="117156" y="86357"/>
                  <a:pt x="123964" y="90745"/>
                  <a:pt x="127084" y="97572"/>
                </a:cubicBezTo>
                <a:lnTo>
                  <a:pt x="132912" y="110361"/>
                </a:lnTo>
                <a:cubicBezTo>
                  <a:pt x="136794" y="118895"/>
                  <a:pt x="133023" y="128960"/>
                  <a:pt x="124489" y="132842"/>
                </a:cubicBezTo>
                <a:cubicBezTo>
                  <a:pt x="122303" y="133836"/>
                  <a:pt x="119931" y="134355"/>
                  <a:pt x="117531" y="134365"/>
                </a:cubicBezTo>
                <a:lnTo>
                  <a:pt x="16939" y="134365"/>
                </a:lnTo>
                <a:cubicBezTo>
                  <a:pt x="7582" y="134364"/>
                  <a:pt x="-2" y="126777"/>
                  <a:pt x="0" y="117420"/>
                </a:cubicBezTo>
                <a:cubicBezTo>
                  <a:pt x="0" y="114944"/>
                  <a:pt x="543" y="112499"/>
                  <a:pt x="1591" y="110256"/>
                </a:cubicBezTo>
                <a:lnTo>
                  <a:pt x="1548" y="110361"/>
                </a:lnTo>
                <a:lnTo>
                  <a:pt x="7385" y="97572"/>
                </a:lnTo>
                <a:cubicBezTo>
                  <a:pt x="10500" y="90755"/>
                  <a:pt x="17298" y="86375"/>
                  <a:pt x="24793" y="86357"/>
                </a:cubicBezTo>
                <a:lnTo>
                  <a:pt x="28912" y="86357"/>
                </a:lnTo>
                <a:close/>
                <a:moveTo>
                  <a:pt x="101184" y="13999"/>
                </a:moveTo>
                <a:cubicBezTo>
                  <a:pt x="110168" y="22980"/>
                  <a:pt x="115208" y="35166"/>
                  <a:pt x="115193" y="47869"/>
                </a:cubicBezTo>
                <a:cubicBezTo>
                  <a:pt x="115210" y="60610"/>
                  <a:pt x="110139" y="72830"/>
                  <a:pt x="101107" y="81815"/>
                </a:cubicBezTo>
                <a:lnTo>
                  <a:pt x="67146" y="115757"/>
                </a:lnTo>
                <a:lnTo>
                  <a:pt x="33291" y="81902"/>
                </a:lnTo>
                <a:cubicBezTo>
                  <a:pt x="24310" y="72922"/>
                  <a:pt x="19271" y="60737"/>
                  <a:pt x="19287" y="48037"/>
                </a:cubicBezTo>
                <a:cubicBezTo>
                  <a:pt x="19270" y="35294"/>
                  <a:pt x="24343" y="23072"/>
                  <a:pt x="33377" y="14086"/>
                </a:cubicBezTo>
                <a:cubicBezTo>
                  <a:pt x="42363" y="5053"/>
                  <a:pt x="54583" y="-17"/>
                  <a:pt x="67324" y="0"/>
                </a:cubicBezTo>
                <a:cubicBezTo>
                  <a:pt x="80022" y="-17"/>
                  <a:pt x="92205" y="5020"/>
                  <a:pt x="101184" y="13999"/>
                </a:cubicBezTo>
                <a:close/>
                <a:moveTo>
                  <a:pt x="40146" y="20864"/>
                </a:moveTo>
                <a:cubicBezTo>
                  <a:pt x="32926" y="28055"/>
                  <a:pt x="28872" y="37828"/>
                  <a:pt x="28884" y="48018"/>
                </a:cubicBezTo>
                <a:cubicBezTo>
                  <a:pt x="28884" y="57922"/>
                  <a:pt x="32633" y="66947"/>
                  <a:pt x="38792" y="73750"/>
                </a:cubicBezTo>
                <a:lnTo>
                  <a:pt x="38764" y="73717"/>
                </a:lnTo>
                <a:lnTo>
                  <a:pt x="40079" y="75099"/>
                </a:lnTo>
                <a:lnTo>
                  <a:pt x="67175" y="102195"/>
                </a:lnTo>
                <a:lnTo>
                  <a:pt x="94319" y="75022"/>
                </a:lnTo>
                <a:cubicBezTo>
                  <a:pt x="101540" y="67831"/>
                  <a:pt x="105594" y="58056"/>
                  <a:pt x="105581" y="47864"/>
                </a:cubicBezTo>
                <a:cubicBezTo>
                  <a:pt x="105581" y="38651"/>
                  <a:pt x="102336" y="30197"/>
                  <a:pt x="96925" y="23586"/>
                </a:cubicBezTo>
                <a:lnTo>
                  <a:pt x="96978" y="23654"/>
                </a:lnTo>
                <a:lnTo>
                  <a:pt x="95711" y="22165"/>
                </a:lnTo>
                <a:lnTo>
                  <a:pt x="94386" y="20783"/>
                </a:lnTo>
                <a:cubicBezTo>
                  <a:pt x="87203" y="13598"/>
                  <a:pt x="77455" y="9568"/>
                  <a:pt x="67295" y="9582"/>
                </a:cubicBezTo>
                <a:cubicBezTo>
                  <a:pt x="56685" y="9582"/>
                  <a:pt x="47083" y="13889"/>
                  <a:pt x="40137" y="20850"/>
                </a:cubicBezTo>
                <a:close/>
                <a:moveTo>
                  <a:pt x="67242" y="28747"/>
                </a:moveTo>
                <a:cubicBezTo>
                  <a:pt x="77823" y="28747"/>
                  <a:pt x="86397" y="37341"/>
                  <a:pt x="86397" y="47951"/>
                </a:cubicBezTo>
                <a:cubicBezTo>
                  <a:pt x="86397" y="58560"/>
                  <a:pt x="77823" y="67154"/>
                  <a:pt x="67242" y="67154"/>
                </a:cubicBezTo>
                <a:cubicBezTo>
                  <a:pt x="56658" y="67138"/>
                  <a:pt x="48087" y="58554"/>
                  <a:pt x="48087" y="47970"/>
                </a:cubicBezTo>
                <a:lnTo>
                  <a:pt x="48087" y="47951"/>
                </a:lnTo>
                <a:cubicBezTo>
                  <a:pt x="48087" y="37341"/>
                  <a:pt x="56661" y="28747"/>
                  <a:pt x="67242" y="28747"/>
                </a:cubicBezTo>
                <a:close/>
                <a:moveTo>
                  <a:pt x="67242" y="38349"/>
                </a:moveTo>
                <a:cubicBezTo>
                  <a:pt x="61948" y="38354"/>
                  <a:pt x="57660" y="42647"/>
                  <a:pt x="57660" y="47941"/>
                </a:cubicBezTo>
                <a:lnTo>
                  <a:pt x="57660" y="47951"/>
                </a:lnTo>
                <a:cubicBezTo>
                  <a:pt x="57665" y="53248"/>
                  <a:pt x="61964" y="57538"/>
                  <a:pt x="67261" y="57533"/>
                </a:cubicBezTo>
                <a:cubicBezTo>
                  <a:pt x="72559" y="57528"/>
                  <a:pt x="76849" y="53229"/>
                  <a:pt x="76844" y="47931"/>
                </a:cubicBezTo>
                <a:cubicBezTo>
                  <a:pt x="76838" y="42638"/>
                  <a:pt x="72545" y="38349"/>
                  <a:pt x="67252" y="38349"/>
                </a:cubicBezTo>
                <a:lnTo>
                  <a:pt x="67242" y="38349"/>
                </a:lnTo>
                <a:close/>
              </a:path>
            </a:pathLst>
          </a:custGeom>
          <a:solidFill>
            <a:schemeClr val="accent1"/>
          </a:solidFill>
          <a:ln w="149" cap="flat">
            <a:noFill/>
            <a:prstDash val="solid"/>
            <a:miter/>
          </a:ln>
        </p:spPr>
        <p:txBody>
          <a:bodyPr rtlCol="0" anchor="ctr"/>
          <a:lstStyle/>
          <a:p>
            <a:endParaRPr lang="zh-CN" altLang="en-US"/>
          </a:p>
        </p:txBody>
      </p:sp>
      <p:sp>
        <p:nvSpPr>
          <p:cNvPr id="121" name="任意多边形: 形状 120">
            <a:extLst>
              <a:ext uri="{FF2B5EF4-FFF2-40B4-BE49-F238E27FC236}">
                <a16:creationId xmlns:a16="http://schemas.microsoft.com/office/drawing/2014/main" id="{65431976-7B31-546E-AFD6-49C5F3C04EE7}"/>
              </a:ext>
            </a:extLst>
          </p:cNvPr>
          <p:cNvSpPr/>
          <p:nvPr/>
        </p:nvSpPr>
        <p:spPr>
          <a:xfrm>
            <a:off x="10029302" y="4381030"/>
            <a:ext cx="146404" cy="151666"/>
          </a:xfrm>
          <a:custGeom>
            <a:avLst/>
            <a:gdLst>
              <a:gd name="connsiteX0" fmla="*/ 36838 w 146404"/>
              <a:gd name="connsiteY0" fmla="*/ 141334 h 151666"/>
              <a:gd name="connsiteX1" fmla="*/ 110340 w 146404"/>
              <a:gd name="connsiteY1" fmla="*/ 141334 h 151666"/>
              <a:gd name="connsiteX2" fmla="*/ 114828 w 146404"/>
              <a:gd name="connsiteY2" fmla="*/ 146500 h 151666"/>
              <a:gd name="connsiteX3" fmla="*/ 110359 w 146404"/>
              <a:gd name="connsiteY3" fmla="*/ 151666 h 151666"/>
              <a:gd name="connsiteX4" fmla="*/ 36838 w 146404"/>
              <a:gd name="connsiteY4" fmla="*/ 151666 h 151666"/>
              <a:gd name="connsiteX5" fmla="*/ 32369 w 146404"/>
              <a:gd name="connsiteY5" fmla="*/ 146500 h 151666"/>
              <a:gd name="connsiteX6" fmla="*/ 36838 w 146404"/>
              <a:gd name="connsiteY6" fmla="*/ 141334 h 151666"/>
              <a:gd name="connsiteX7" fmla="*/ 115873 w 146404"/>
              <a:gd name="connsiteY7" fmla="*/ 34246 h 151666"/>
              <a:gd name="connsiteX8" fmla="*/ 120032 w 146404"/>
              <a:gd name="connsiteY8" fmla="*/ 36317 h 151666"/>
              <a:gd name="connsiteX9" fmla="*/ 121522 w 146404"/>
              <a:gd name="connsiteY9" fmla="*/ 40709 h 151666"/>
              <a:gd name="connsiteX10" fmla="*/ 119452 w 146404"/>
              <a:gd name="connsiteY10" fmla="*/ 44888 h 151666"/>
              <a:gd name="connsiteX11" fmla="*/ 90992 w 146404"/>
              <a:gd name="connsiteY11" fmla="*/ 78359 h 151666"/>
              <a:gd name="connsiteX12" fmla="*/ 79577 w 146404"/>
              <a:gd name="connsiteY12" fmla="*/ 79578 h 151666"/>
              <a:gd name="connsiteX13" fmla="*/ 54522 w 146404"/>
              <a:gd name="connsiteY13" fmla="*/ 65667 h 151666"/>
              <a:gd name="connsiteX14" fmla="*/ 52626 w 146404"/>
              <a:gd name="connsiteY14" fmla="*/ 65957 h 151666"/>
              <a:gd name="connsiteX15" fmla="*/ 38231 w 146404"/>
              <a:gd name="connsiteY15" fmla="*/ 91593 h 151666"/>
              <a:gd name="connsiteX16" fmla="*/ 33839 w 146404"/>
              <a:gd name="connsiteY16" fmla="*/ 93469 h 151666"/>
              <a:gd name="connsiteX17" fmla="*/ 29641 w 146404"/>
              <a:gd name="connsiteY17" fmla="*/ 91767 h 151666"/>
              <a:gd name="connsiteX18" fmla="*/ 29467 w 146404"/>
              <a:gd name="connsiteY18" fmla="*/ 83176 h 151666"/>
              <a:gd name="connsiteX19" fmla="*/ 45854 w 146404"/>
              <a:gd name="connsiteY19" fmla="*/ 55432 h 151666"/>
              <a:gd name="connsiteX20" fmla="*/ 57908 w 146404"/>
              <a:gd name="connsiteY20" fmla="*/ 53613 h 151666"/>
              <a:gd name="connsiteX21" fmla="*/ 83176 w 146404"/>
              <a:gd name="connsiteY21" fmla="*/ 67660 h 151666"/>
              <a:gd name="connsiteX22" fmla="*/ 84975 w 146404"/>
              <a:gd name="connsiteY22" fmla="*/ 67466 h 151666"/>
              <a:gd name="connsiteX23" fmla="*/ 111461 w 146404"/>
              <a:gd name="connsiteY23" fmla="*/ 35736 h 151666"/>
              <a:gd name="connsiteX24" fmla="*/ 115873 w 146404"/>
              <a:gd name="connsiteY24" fmla="*/ 34246 h 151666"/>
              <a:gd name="connsiteX25" fmla="*/ 14395 w 146404"/>
              <a:gd name="connsiteY25" fmla="*/ 11029 h 151666"/>
              <a:gd name="connsiteX26" fmla="*/ 11029 w 146404"/>
              <a:gd name="connsiteY26" fmla="*/ 14395 h 151666"/>
              <a:gd name="connsiteX27" fmla="*/ 11029 w 146404"/>
              <a:gd name="connsiteY27" fmla="*/ 114306 h 151666"/>
              <a:gd name="connsiteX28" fmla="*/ 14395 w 146404"/>
              <a:gd name="connsiteY28" fmla="*/ 117671 h 151666"/>
              <a:gd name="connsiteX29" fmla="*/ 132009 w 146404"/>
              <a:gd name="connsiteY29" fmla="*/ 117671 h 151666"/>
              <a:gd name="connsiteX30" fmla="*/ 135375 w 146404"/>
              <a:gd name="connsiteY30" fmla="*/ 114306 h 151666"/>
              <a:gd name="connsiteX31" fmla="*/ 135375 w 146404"/>
              <a:gd name="connsiteY31" fmla="*/ 14395 h 151666"/>
              <a:gd name="connsiteX32" fmla="*/ 131990 w 146404"/>
              <a:gd name="connsiteY32" fmla="*/ 11029 h 151666"/>
              <a:gd name="connsiteX33" fmla="*/ 14395 w 146404"/>
              <a:gd name="connsiteY33" fmla="*/ 0 h 151666"/>
              <a:gd name="connsiteX34" fmla="*/ 131990 w 146404"/>
              <a:gd name="connsiteY34" fmla="*/ 0 h 151666"/>
              <a:gd name="connsiteX35" fmla="*/ 146404 w 146404"/>
              <a:gd name="connsiteY35" fmla="*/ 14373 h 151666"/>
              <a:gd name="connsiteX36" fmla="*/ 146404 w 146404"/>
              <a:gd name="connsiteY36" fmla="*/ 114306 h 151666"/>
              <a:gd name="connsiteX37" fmla="*/ 132009 w 146404"/>
              <a:gd name="connsiteY37" fmla="*/ 128701 h 151666"/>
              <a:gd name="connsiteX38" fmla="*/ 14395 w 146404"/>
              <a:gd name="connsiteY38" fmla="*/ 128701 h 151666"/>
              <a:gd name="connsiteX39" fmla="*/ 0 w 146404"/>
              <a:gd name="connsiteY39" fmla="*/ 114306 h 151666"/>
              <a:gd name="connsiteX40" fmla="*/ 0 w 146404"/>
              <a:gd name="connsiteY40" fmla="*/ 14395 h 151666"/>
              <a:gd name="connsiteX41" fmla="*/ 14395 w 146404"/>
              <a:gd name="connsiteY41" fmla="*/ 0 h 15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46404" h="151666">
                <a:moveTo>
                  <a:pt x="36838" y="141334"/>
                </a:moveTo>
                <a:lnTo>
                  <a:pt x="110340" y="141334"/>
                </a:lnTo>
                <a:cubicBezTo>
                  <a:pt x="112816" y="141334"/>
                  <a:pt x="114828" y="143656"/>
                  <a:pt x="114828" y="146500"/>
                </a:cubicBezTo>
                <a:cubicBezTo>
                  <a:pt x="114828" y="149344"/>
                  <a:pt x="112816" y="151666"/>
                  <a:pt x="110359" y="151666"/>
                </a:cubicBezTo>
                <a:lnTo>
                  <a:pt x="36838" y="151666"/>
                </a:lnTo>
                <a:cubicBezTo>
                  <a:pt x="34381" y="151666"/>
                  <a:pt x="32369" y="149344"/>
                  <a:pt x="32369" y="146500"/>
                </a:cubicBezTo>
                <a:cubicBezTo>
                  <a:pt x="32369" y="143656"/>
                  <a:pt x="34381" y="141334"/>
                  <a:pt x="36838" y="141334"/>
                </a:cubicBezTo>
                <a:close/>
                <a:moveTo>
                  <a:pt x="115873" y="34246"/>
                </a:moveTo>
                <a:cubicBezTo>
                  <a:pt x="117498" y="34363"/>
                  <a:pt x="118968" y="35098"/>
                  <a:pt x="120032" y="36317"/>
                </a:cubicBezTo>
                <a:cubicBezTo>
                  <a:pt x="121096" y="37536"/>
                  <a:pt x="121619" y="39103"/>
                  <a:pt x="121522" y="40709"/>
                </a:cubicBezTo>
                <a:cubicBezTo>
                  <a:pt x="121425" y="42334"/>
                  <a:pt x="120690" y="43824"/>
                  <a:pt x="119452" y="44888"/>
                </a:cubicBezTo>
                <a:lnTo>
                  <a:pt x="90992" y="78359"/>
                </a:lnTo>
                <a:cubicBezTo>
                  <a:pt x="87838" y="81126"/>
                  <a:pt x="83253" y="81609"/>
                  <a:pt x="79577" y="79578"/>
                </a:cubicBezTo>
                <a:lnTo>
                  <a:pt x="54522" y="65667"/>
                </a:lnTo>
                <a:cubicBezTo>
                  <a:pt x="53903" y="65319"/>
                  <a:pt x="53109" y="65435"/>
                  <a:pt x="52626" y="65957"/>
                </a:cubicBezTo>
                <a:lnTo>
                  <a:pt x="38231" y="91593"/>
                </a:lnTo>
                <a:cubicBezTo>
                  <a:pt x="37090" y="92792"/>
                  <a:pt x="35484" y="93469"/>
                  <a:pt x="33839" y="93469"/>
                </a:cubicBezTo>
                <a:cubicBezTo>
                  <a:pt x="32253" y="93469"/>
                  <a:pt x="30763" y="92870"/>
                  <a:pt x="29641" y="91767"/>
                </a:cubicBezTo>
                <a:cubicBezTo>
                  <a:pt x="27222" y="89445"/>
                  <a:pt x="27145" y="85595"/>
                  <a:pt x="29467" y="83176"/>
                </a:cubicBezTo>
                <a:lnTo>
                  <a:pt x="45854" y="55432"/>
                </a:lnTo>
                <a:cubicBezTo>
                  <a:pt x="48989" y="52162"/>
                  <a:pt x="53961" y="51408"/>
                  <a:pt x="57908" y="53613"/>
                </a:cubicBezTo>
                <a:lnTo>
                  <a:pt x="83176" y="67660"/>
                </a:lnTo>
                <a:cubicBezTo>
                  <a:pt x="83756" y="67989"/>
                  <a:pt x="84472" y="67911"/>
                  <a:pt x="84975" y="67466"/>
                </a:cubicBezTo>
                <a:lnTo>
                  <a:pt x="111461" y="35736"/>
                </a:lnTo>
                <a:cubicBezTo>
                  <a:pt x="112680" y="34672"/>
                  <a:pt x="114228" y="34130"/>
                  <a:pt x="115873" y="34246"/>
                </a:cubicBezTo>
                <a:close/>
                <a:moveTo>
                  <a:pt x="14395" y="11029"/>
                </a:moveTo>
                <a:cubicBezTo>
                  <a:pt x="12539" y="11029"/>
                  <a:pt x="11029" y="12539"/>
                  <a:pt x="11029" y="14395"/>
                </a:cubicBezTo>
                <a:lnTo>
                  <a:pt x="11029" y="114306"/>
                </a:lnTo>
                <a:cubicBezTo>
                  <a:pt x="11029" y="116162"/>
                  <a:pt x="12539" y="117671"/>
                  <a:pt x="14395" y="117671"/>
                </a:cubicBezTo>
                <a:lnTo>
                  <a:pt x="132009" y="117671"/>
                </a:lnTo>
                <a:cubicBezTo>
                  <a:pt x="133865" y="117671"/>
                  <a:pt x="135375" y="116162"/>
                  <a:pt x="135375" y="114306"/>
                </a:cubicBezTo>
                <a:lnTo>
                  <a:pt x="135375" y="14395"/>
                </a:lnTo>
                <a:cubicBezTo>
                  <a:pt x="135367" y="12540"/>
                  <a:pt x="133849" y="11029"/>
                  <a:pt x="131990" y="11029"/>
                </a:cubicBezTo>
                <a:close/>
                <a:moveTo>
                  <a:pt x="14395" y="0"/>
                </a:moveTo>
                <a:lnTo>
                  <a:pt x="131990" y="0"/>
                </a:lnTo>
                <a:cubicBezTo>
                  <a:pt x="139907" y="0"/>
                  <a:pt x="146373" y="6448"/>
                  <a:pt x="146404" y="14373"/>
                </a:cubicBezTo>
                <a:lnTo>
                  <a:pt x="146404" y="114306"/>
                </a:lnTo>
                <a:cubicBezTo>
                  <a:pt x="146404" y="122243"/>
                  <a:pt x="139946" y="128701"/>
                  <a:pt x="132009" y="128701"/>
                </a:cubicBezTo>
                <a:lnTo>
                  <a:pt x="14395" y="128701"/>
                </a:lnTo>
                <a:cubicBezTo>
                  <a:pt x="6458" y="128701"/>
                  <a:pt x="0" y="122243"/>
                  <a:pt x="0" y="114306"/>
                </a:cubicBezTo>
                <a:lnTo>
                  <a:pt x="0" y="14395"/>
                </a:lnTo>
                <a:cubicBezTo>
                  <a:pt x="0" y="6458"/>
                  <a:pt x="6458" y="0"/>
                  <a:pt x="14395" y="0"/>
                </a:cubicBezTo>
                <a:close/>
              </a:path>
            </a:pathLst>
          </a:custGeom>
          <a:solidFill>
            <a:schemeClr val="accent1"/>
          </a:solidFill>
          <a:ln w="167" cap="flat">
            <a:noFill/>
            <a:prstDash val="solid"/>
            <a:miter/>
          </a:ln>
        </p:spPr>
        <p:txBody>
          <a:bodyPr rtlCol="0" anchor="ctr"/>
          <a:lstStyle/>
          <a:p>
            <a:endParaRPr lang="zh-CN" altLang="en-US"/>
          </a:p>
        </p:txBody>
      </p:sp>
      <p:grpSp>
        <p:nvGrpSpPr>
          <p:cNvPr id="131" name="组合 130">
            <a:extLst>
              <a:ext uri="{FF2B5EF4-FFF2-40B4-BE49-F238E27FC236}">
                <a16:creationId xmlns:a16="http://schemas.microsoft.com/office/drawing/2014/main" id="{C434055A-407D-4EC8-9C45-8623D3647F1C}"/>
              </a:ext>
            </a:extLst>
          </p:cNvPr>
          <p:cNvGrpSpPr/>
          <p:nvPr/>
        </p:nvGrpSpPr>
        <p:grpSpPr>
          <a:xfrm>
            <a:off x="8800292" y="4964985"/>
            <a:ext cx="171737" cy="139813"/>
            <a:chOff x="8839963" y="5068499"/>
            <a:chExt cx="128710" cy="104784"/>
          </a:xfrm>
        </p:grpSpPr>
        <p:sp>
          <p:nvSpPr>
            <p:cNvPr id="125" name="任意多边形: 形状 124">
              <a:extLst>
                <a:ext uri="{FF2B5EF4-FFF2-40B4-BE49-F238E27FC236}">
                  <a16:creationId xmlns:a16="http://schemas.microsoft.com/office/drawing/2014/main" id="{ED4439A1-6B29-0A94-1120-3AE7F736057A}"/>
                </a:ext>
              </a:extLst>
            </p:cNvPr>
            <p:cNvSpPr/>
            <p:nvPr/>
          </p:nvSpPr>
          <p:spPr>
            <a:xfrm>
              <a:off x="8840108" y="5068640"/>
              <a:ext cx="96354" cy="104606"/>
            </a:xfrm>
            <a:custGeom>
              <a:avLst/>
              <a:gdLst>
                <a:gd name="connsiteX0" fmla="*/ 65679 w 96354"/>
                <a:gd name="connsiteY0" fmla="*/ 59063 h 104606"/>
                <a:gd name="connsiteX1" fmla="*/ 75114 w 96354"/>
                <a:gd name="connsiteY1" fmla="*/ 14625 h 104606"/>
                <a:gd name="connsiteX2" fmla="*/ 30675 w 96354"/>
                <a:gd name="connsiteY2" fmla="*/ 5190 h 104606"/>
                <a:gd name="connsiteX3" fmla="*/ 21241 w 96354"/>
                <a:gd name="connsiteY3" fmla="*/ 49629 h 104606"/>
                <a:gd name="connsiteX4" fmla="*/ 30675 w 96354"/>
                <a:gd name="connsiteY4" fmla="*/ 59063 h 104606"/>
                <a:gd name="connsiteX5" fmla="*/ 4 w 96354"/>
                <a:gd name="connsiteY5" fmla="*/ 100412 h 104606"/>
                <a:gd name="connsiteX6" fmla="*/ 3840 w 96354"/>
                <a:gd name="connsiteY6" fmla="*/ 104602 h 104606"/>
                <a:gd name="connsiteX7" fmla="*/ 8031 w 96354"/>
                <a:gd name="connsiteY7" fmla="*/ 100766 h 104606"/>
                <a:gd name="connsiteX8" fmla="*/ 8031 w 96354"/>
                <a:gd name="connsiteY8" fmla="*/ 100412 h 104606"/>
                <a:gd name="connsiteX9" fmla="*/ 48173 w 96354"/>
                <a:gd name="connsiteY9" fmla="*/ 64310 h 104606"/>
                <a:gd name="connsiteX10" fmla="*/ 88323 w 96354"/>
                <a:gd name="connsiteY10" fmla="*/ 100412 h 104606"/>
                <a:gd name="connsiteX11" fmla="*/ 92160 w 96354"/>
                <a:gd name="connsiteY11" fmla="*/ 104602 h 104606"/>
                <a:gd name="connsiteX12" fmla="*/ 96350 w 96354"/>
                <a:gd name="connsiteY12" fmla="*/ 100766 h 104606"/>
                <a:gd name="connsiteX13" fmla="*/ 96350 w 96354"/>
                <a:gd name="connsiteY13" fmla="*/ 100412 h 104606"/>
                <a:gd name="connsiteX14" fmla="*/ 65679 w 96354"/>
                <a:gd name="connsiteY14" fmla="*/ 59063 h 104606"/>
                <a:gd name="connsiteX15" fmla="*/ 48173 w 96354"/>
                <a:gd name="connsiteY15" fmla="*/ 56252 h 104606"/>
                <a:gd name="connsiteX16" fmla="*/ 24085 w 96354"/>
                <a:gd name="connsiteY16" fmla="*/ 32163 h 104606"/>
                <a:gd name="connsiteX17" fmla="*/ 48173 w 96354"/>
                <a:gd name="connsiteY17" fmla="*/ 8075 h 104606"/>
                <a:gd name="connsiteX18" fmla="*/ 72262 w 96354"/>
                <a:gd name="connsiteY18" fmla="*/ 32163 h 104606"/>
                <a:gd name="connsiteX19" fmla="*/ 72262 w 96354"/>
                <a:gd name="connsiteY19" fmla="*/ 32171 h 104606"/>
                <a:gd name="connsiteX20" fmla="*/ 48173 w 96354"/>
                <a:gd name="connsiteY20" fmla="*/ 56252 h 10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6354" h="104606">
                  <a:moveTo>
                    <a:pt x="65679" y="59063"/>
                  </a:moveTo>
                  <a:cubicBezTo>
                    <a:pt x="80556" y="49397"/>
                    <a:pt x="84780" y="29502"/>
                    <a:pt x="75114" y="14625"/>
                  </a:cubicBezTo>
                  <a:cubicBezTo>
                    <a:pt x="65448" y="-252"/>
                    <a:pt x="45552" y="-4476"/>
                    <a:pt x="30675" y="5190"/>
                  </a:cubicBezTo>
                  <a:cubicBezTo>
                    <a:pt x="15799" y="14856"/>
                    <a:pt x="11575" y="34752"/>
                    <a:pt x="21241" y="49629"/>
                  </a:cubicBezTo>
                  <a:cubicBezTo>
                    <a:pt x="23691" y="53399"/>
                    <a:pt x="26905" y="56614"/>
                    <a:pt x="30675" y="59063"/>
                  </a:cubicBezTo>
                  <a:cubicBezTo>
                    <a:pt x="12350" y="64429"/>
                    <a:pt x="-178" y="81318"/>
                    <a:pt x="4" y="100412"/>
                  </a:cubicBezTo>
                  <a:cubicBezTo>
                    <a:pt x="-94" y="102629"/>
                    <a:pt x="1624" y="104505"/>
                    <a:pt x="3840" y="104602"/>
                  </a:cubicBezTo>
                  <a:cubicBezTo>
                    <a:pt x="6057" y="104700"/>
                    <a:pt x="7933" y="102983"/>
                    <a:pt x="8031" y="100766"/>
                  </a:cubicBezTo>
                  <a:cubicBezTo>
                    <a:pt x="8036" y="100648"/>
                    <a:pt x="8036" y="100530"/>
                    <a:pt x="8031" y="100412"/>
                  </a:cubicBezTo>
                  <a:cubicBezTo>
                    <a:pt x="8031" y="78251"/>
                    <a:pt x="26020" y="64310"/>
                    <a:pt x="48173" y="64310"/>
                  </a:cubicBezTo>
                  <a:cubicBezTo>
                    <a:pt x="70326" y="64310"/>
                    <a:pt x="88323" y="78274"/>
                    <a:pt x="88323" y="100412"/>
                  </a:cubicBezTo>
                  <a:cubicBezTo>
                    <a:pt x="88226" y="102629"/>
                    <a:pt x="89943" y="104505"/>
                    <a:pt x="92160" y="104602"/>
                  </a:cubicBezTo>
                  <a:cubicBezTo>
                    <a:pt x="94377" y="104700"/>
                    <a:pt x="96253" y="102983"/>
                    <a:pt x="96350" y="100766"/>
                  </a:cubicBezTo>
                  <a:cubicBezTo>
                    <a:pt x="96356" y="100648"/>
                    <a:pt x="96356" y="100530"/>
                    <a:pt x="96350" y="100412"/>
                  </a:cubicBezTo>
                  <a:cubicBezTo>
                    <a:pt x="96532" y="81318"/>
                    <a:pt x="84004" y="64429"/>
                    <a:pt x="65679" y="59063"/>
                  </a:cubicBezTo>
                  <a:close/>
                  <a:moveTo>
                    <a:pt x="48173" y="56252"/>
                  </a:moveTo>
                  <a:cubicBezTo>
                    <a:pt x="34870" y="56252"/>
                    <a:pt x="24085" y="45467"/>
                    <a:pt x="24085" y="32163"/>
                  </a:cubicBezTo>
                  <a:cubicBezTo>
                    <a:pt x="24085" y="18860"/>
                    <a:pt x="34870" y="8075"/>
                    <a:pt x="48173" y="8075"/>
                  </a:cubicBezTo>
                  <a:cubicBezTo>
                    <a:pt x="61477" y="8075"/>
                    <a:pt x="72262" y="18860"/>
                    <a:pt x="72262" y="32163"/>
                  </a:cubicBezTo>
                  <a:cubicBezTo>
                    <a:pt x="72262" y="32166"/>
                    <a:pt x="72262" y="32169"/>
                    <a:pt x="72262" y="32171"/>
                  </a:cubicBezTo>
                  <a:cubicBezTo>
                    <a:pt x="72220" y="45456"/>
                    <a:pt x="61458" y="56214"/>
                    <a:pt x="48173" y="56252"/>
                  </a:cubicBezTo>
                  <a:close/>
                </a:path>
              </a:pathLst>
            </a:custGeom>
            <a:solidFill>
              <a:schemeClr val="accent1"/>
            </a:solidFill>
            <a:ln w="149" cap="flat">
              <a:noFill/>
              <a:prstDash val="solid"/>
              <a:miter/>
            </a:ln>
          </p:spPr>
          <p:txBody>
            <a:bodyPr rtlCol="0" anchor="ctr"/>
            <a:lstStyle/>
            <a:p>
              <a:endParaRPr lang="zh-CN" altLang="en-US"/>
            </a:p>
          </p:txBody>
        </p:sp>
        <p:sp>
          <p:nvSpPr>
            <p:cNvPr id="126" name="任意多边形: 形状 125">
              <a:extLst>
                <a:ext uri="{FF2B5EF4-FFF2-40B4-BE49-F238E27FC236}">
                  <a16:creationId xmlns:a16="http://schemas.microsoft.com/office/drawing/2014/main" id="{4D26ED24-50C4-CB60-314E-5C6623B022CC}"/>
                </a:ext>
              </a:extLst>
            </p:cNvPr>
            <p:cNvSpPr/>
            <p:nvPr/>
          </p:nvSpPr>
          <p:spPr>
            <a:xfrm>
              <a:off x="8839963" y="5068499"/>
              <a:ext cx="96643" cy="104700"/>
            </a:xfrm>
            <a:custGeom>
              <a:avLst/>
              <a:gdLst>
                <a:gd name="connsiteX0" fmla="*/ 92478 w 96643"/>
                <a:gd name="connsiteY0" fmla="*/ 104700 h 104700"/>
                <a:gd name="connsiteX1" fmla="*/ 88330 w 96643"/>
                <a:gd name="connsiteY1" fmla="*/ 100645 h 104700"/>
                <a:gd name="connsiteX2" fmla="*/ 88330 w 96643"/>
                <a:gd name="connsiteY2" fmla="*/ 100552 h 104700"/>
                <a:gd name="connsiteX3" fmla="*/ 85188 w 96643"/>
                <a:gd name="connsiteY3" fmla="*/ 85620 h 104700"/>
                <a:gd name="connsiteX4" fmla="*/ 76616 w 96643"/>
                <a:gd name="connsiteY4" fmla="*/ 74282 h 104700"/>
                <a:gd name="connsiteX5" fmla="*/ 48318 w 96643"/>
                <a:gd name="connsiteY5" fmla="*/ 64558 h 104700"/>
                <a:gd name="connsiteX6" fmla="*/ 20028 w 96643"/>
                <a:gd name="connsiteY6" fmla="*/ 74282 h 104700"/>
                <a:gd name="connsiteX7" fmla="*/ 11456 w 96643"/>
                <a:gd name="connsiteY7" fmla="*/ 85620 h 104700"/>
                <a:gd name="connsiteX8" fmla="*/ 8306 w 96643"/>
                <a:gd name="connsiteY8" fmla="*/ 100552 h 104700"/>
                <a:gd name="connsiteX9" fmla="*/ 3973 w 96643"/>
                <a:gd name="connsiteY9" fmla="*/ 104522 h 104700"/>
                <a:gd name="connsiteX10" fmla="*/ 3 w 96643"/>
                <a:gd name="connsiteY10" fmla="*/ 100552 h 104700"/>
                <a:gd name="connsiteX11" fmla="*/ 8652 w 96643"/>
                <a:gd name="connsiteY11" fmla="*/ 74351 h 104700"/>
                <a:gd name="connsiteX12" fmla="*/ 30505 w 96643"/>
                <a:gd name="connsiteY12" fmla="*/ 59166 h 104700"/>
                <a:gd name="connsiteX13" fmla="*/ 21414 w 96643"/>
                <a:gd name="connsiteY13" fmla="*/ 14456 h 104700"/>
                <a:gd name="connsiteX14" fmla="*/ 66123 w 96643"/>
                <a:gd name="connsiteY14" fmla="*/ 5364 h 104700"/>
                <a:gd name="connsiteX15" fmla="*/ 75215 w 96643"/>
                <a:gd name="connsiteY15" fmla="*/ 50074 h 104700"/>
                <a:gd name="connsiteX16" fmla="*/ 66123 w 96643"/>
                <a:gd name="connsiteY16" fmla="*/ 59166 h 104700"/>
                <a:gd name="connsiteX17" fmla="*/ 87977 w 96643"/>
                <a:gd name="connsiteY17" fmla="*/ 74351 h 104700"/>
                <a:gd name="connsiteX18" fmla="*/ 96641 w 96643"/>
                <a:gd name="connsiteY18" fmla="*/ 100552 h 104700"/>
                <a:gd name="connsiteX19" fmla="*/ 92571 w 96643"/>
                <a:gd name="connsiteY19" fmla="*/ 104700 h 104700"/>
                <a:gd name="connsiteX20" fmla="*/ 92478 w 96643"/>
                <a:gd name="connsiteY20" fmla="*/ 104700 h 104700"/>
                <a:gd name="connsiteX21" fmla="*/ 48318 w 96643"/>
                <a:gd name="connsiteY21" fmla="*/ 64289 h 104700"/>
                <a:gd name="connsiteX22" fmla="*/ 76793 w 96643"/>
                <a:gd name="connsiteY22" fmla="*/ 74075 h 104700"/>
                <a:gd name="connsiteX23" fmla="*/ 85434 w 96643"/>
                <a:gd name="connsiteY23" fmla="*/ 85505 h 104700"/>
                <a:gd name="connsiteX24" fmla="*/ 88599 w 96643"/>
                <a:gd name="connsiteY24" fmla="*/ 100552 h 104700"/>
                <a:gd name="connsiteX25" fmla="*/ 92478 w 96643"/>
                <a:gd name="connsiteY25" fmla="*/ 104431 h 104700"/>
                <a:gd name="connsiteX26" fmla="*/ 96357 w 96643"/>
                <a:gd name="connsiteY26" fmla="*/ 100552 h 104700"/>
                <a:gd name="connsiteX27" fmla="*/ 87769 w 96643"/>
                <a:gd name="connsiteY27" fmla="*/ 74513 h 104700"/>
                <a:gd name="connsiteX28" fmla="*/ 65786 w 96643"/>
                <a:gd name="connsiteY28" fmla="*/ 59334 h 104700"/>
                <a:gd name="connsiteX29" fmla="*/ 65517 w 96643"/>
                <a:gd name="connsiteY29" fmla="*/ 59250 h 104700"/>
                <a:gd name="connsiteX30" fmla="*/ 65747 w 96643"/>
                <a:gd name="connsiteY30" fmla="*/ 59096 h 104700"/>
                <a:gd name="connsiteX31" fmla="*/ 75144 w 96643"/>
                <a:gd name="connsiteY31" fmla="*/ 14850 h 104700"/>
                <a:gd name="connsiteX32" fmla="*/ 30897 w 96643"/>
                <a:gd name="connsiteY32" fmla="*/ 5453 h 104700"/>
                <a:gd name="connsiteX33" fmla="*/ 21500 w 96643"/>
                <a:gd name="connsiteY33" fmla="*/ 49700 h 104700"/>
                <a:gd name="connsiteX34" fmla="*/ 30897 w 96643"/>
                <a:gd name="connsiteY34" fmla="*/ 59096 h 104700"/>
                <a:gd name="connsiteX35" fmla="*/ 31127 w 96643"/>
                <a:gd name="connsiteY35" fmla="*/ 59250 h 104700"/>
                <a:gd name="connsiteX36" fmla="*/ 30859 w 96643"/>
                <a:gd name="connsiteY36" fmla="*/ 59334 h 104700"/>
                <a:gd name="connsiteX37" fmla="*/ 8875 w 96643"/>
                <a:gd name="connsiteY37" fmla="*/ 74513 h 104700"/>
                <a:gd name="connsiteX38" fmla="*/ 287 w 96643"/>
                <a:gd name="connsiteY38" fmla="*/ 100552 h 104700"/>
                <a:gd name="connsiteX39" fmla="*/ 4166 w 96643"/>
                <a:gd name="connsiteY39" fmla="*/ 104431 h 104700"/>
                <a:gd name="connsiteX40" fmla="*/ 8045 w 96643"/>
                <a:gd name="connsiteY40" fmla="*/ 100552 h 104700"/>
                <a:gd name="connsiteX41" fmla="*/ 11210 w 96643"/>
                <a:gd name="connsiteY41" fmla="*/ 85505 h 104700"/>
                <a:gd name="connsiteX42" fmla="*/ 19828 w 96643"/>
                <a:gd name="connsiteY42" fmla="*/ 74075 h 104700"/>
                <a:gd name="connsiteX43" fmla="*/ 48318 w 96643"/>
                <a:gd name="connsiteY43" fmla="*/ 64289 h 104700"/>
                <a:gd name="connsiteX44" fmla="*/ 48318 w 96643"/>
                <a:gd name="connsiteY44" fmla="*/ 56531 h 104700"/>
                <a:gd name="connsiteX45" fmla="*/ 24091 w 96643"/>
                <a:gd name="connsiteY45" fmla="*/ 32304 h 104700"/>
                <a:gd name="connsiteX46" fmla="*/ 48318 w 96643"/>
                <a:gd name="connsiteY46" fmla="*/ 8077 h 104700"/>
                <a:gd name="connsiteX47" fmla="*/ 72545 w 96643"/>
                <a:gd name="connsiteY47" fmla="*/ 32304 h 104700"/>
                <a:gd name="connsiteX48" fmla="*/ 72545 w 96643"/>
                <a:gd name="connsiteY48" fmla="*/ 32312 h 104700"/>
                <a:gd name="connsiteX49" fmla="*/ 48318 w 96643"/>
                <a:gd name="connsiteY49" fmla="*/ 56531 h 104700"/>
                <a:gd name="connsiteX50" fmla="*/ 48318 w 96643"/>
                <a:gd name="connsiteY50" fmla="*/ 8354 h 104700"/>
                <a:gd name="connsiteX51" fmla="*/ 24360 w 96643"/>
                <a:gd name="connsiteY51" fmla="*/ 32312 h 104700"/>
                <a:gd name="connsiteX52" fmla="*/ 48318 w 96643"/>
                <a:gd name="connsiteY52" fmla="*/ 56270 h 104700"/>
                <a:gd name="connsiteX53" fmla="*/ 72276 w 96643"/>
                <a:gd name="connsiteY53" fmla="*/ 32312 h 104700"/>
                <a:gd name="connsiteX54" fmla="*/ 48318 w 96643"/>
                <a:gd name="connsiteY54" fmla="*/ 8354 h 10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96643" h="104700">
                  <a:moveTo>
                    <a:pt x="92478" y="104700"/>
                  </a:moveTo>
                  <a:cubicBezTo>
                    <a:pt x="90213" y="104726"/>
                    <a:pt x="88356" y="102910"/>
                    <a:pt x="88330" y="100645"/>
                  </a:cubicBezTo>
                  <a:cubicBezTo>
                    <a:pt x="88330" y="100614"/>
                    <a:pt x="88330" y="100583"/>
                    <a:pt x="88330" y="100552"/>
                  </a:cubicBezTo>
                  <a:cubicBezTo>
                    <a:pt x="88380" y="95406"/>
                    <a:pt x="87308" y="90310"/>
                    <a:pt x="85188" y="85620"/>
                  </a:cubicBezTo>
                  <a:cubicBezTo>
                    <a:pt x="83184" y="81265"/>
                    <a:pt x="80260" y="77397"/>
                    <a:pt x="76616" y="74282"/>
                  </a:cubicBezTo>
                  <a:cubicBezTo>
                    <a:pt x="68646" y="67769"/>
                    <a:pt x="58609" y="64319"/>
                    <a:pt x="48318" y="64558"/>
                  </a:cubicBezTo>
                  <a:cubicBezTo>
                    <a:pt x="38030" y="64320"/>
                    <a:pt x="27996" y="67770"/>
                    <a:pt x="20028" y="74282"/>
                  </a:cubicBezTo>
                  <a:cubicBezTo>
                    <a:pt x="16384" y="77397"/>
                    <a:pt x="13460" y="81265"/>
                    <a:pt x="11456" y="85620"/>
                  </a:cubicBezTo>
                  <a:cubicBezTo>
                    <a:pt x="9334" y="90310"/>
                    <a:pt x="8259" y="95405"/>
                    <a:pt x="8306" y="100552"/>
                  </a:cubicBezTo>
                  <a:cubicBezTo>
                    <a:pt x="8206" y="102845"/>
                    <a:pt x="6266" y="104623"/>
                    <a:pt x="3973" y="104522"/>
                  </a:cubicBezTo>
                  <a:cubicBezTo>
                    <a:pt x="1821" y="104428"/>
                    <a:pt x="97" y="102705"/>
                    <a:pt x="3" y="100552"/>
                  </a:cubicBezTo>
                  <a:cubicBezTo>
                    <a:pt x="-106" y="91100"/>
                    <a:pt x="2937" y="81881"/>
                    <a:pt x="8652" y="74351"/>
                  </a:cubicBezTo>
                  <a:cubicBezTo>
                    <a:pt x="14255" y="67219"/>
                    <a:pt x="21867" y="61929"/>
                    <a:pt x="30505" y="59166"/>
                  </a:cubicBezTo>
                  <a:cubicBezTo>
                    <a:pt x="15648" y="49330"/>
                    <a:pt x="11578" y="29313"/>
                    <a:pt x="21414" y="14456"/>
                  </a:cubicBezTo>
                  <a:cubicBezTo>
                    <a:pt x="31249" y="-401"/>
                    <a:pt x="51267" y="-4471"/>
                    <a:pt x="66123" y="5364"/>
                  </a:cubicBezTo>
                  <a:cubicBezTo>
                    <a:pt x="80980" y="15200"/>
                    <a:pt x="85051" y="35217"/>
                    <a:pt x="75215" y="50074"/>
                  </a:cubicBezTo>
                  <a:cubicBezTo>
                    <a:pt x="72825" y="53684"/>
                    <a:pt x="69733" y="56776"/>
                    <a:pt x="66123" y="59166"/>
                  </a:cubicBezTo>
                  <a:cubicBezTo>
                    <a:pt x="74762" y="61929"/>
                    <a:pt x="82374" y="67219"/>
                    <a:pt x="87977" y="74351"/>
                  </a:cubicBezTo>
                  <a:cubicBezTo>
                    <a:pt x="93697" y="81879"/>
                    <a:pt x="96746" y="91098"/>
                    <a:pt x="96641" y="100552"/>
                  </a:cubicBezTo>
                  <a:cubicBezTo>
                    <a:pt x="96663" y="102822"/>
                    <a:pt x="94840" y="104679"/>
                    <a:pt x="92571" y="104700"/>
                  </a:cubicBezTo>
                  <a:cubicBezTo>
                    <a:pt x="92540" y="104701"/>
                    <a:pt x="92509" y="104701"/>
                    <a:pt x="92478" y="104700"/>
                  </a:cubicBezTo>
                  <a:close/>
                  <a:moveTo>
                    <a:pt x="48318" y="64289"/>
                  </a:moveTo>
                  <a:cubicBezTo>
                    <a:pt x="58673" y="64050"/>
                    <a:pt x="68772" y="67521"/>
                    <a:pt x="76793" y="74075"/>
                  </a:cubicBezTo>
                  <a:cubicBezTo>
                    <a:pt x="80466" y="77215"/>
                    <a:pt x="83414" y="81115"/>
                    <a:pt x="85434" y="85505"/>
                  </a:cubicBezTo>
                  <a:cubicBezTo>
                    <a:pt x="87569" y="90231"/>
                    <a:pt x="88648" y="95366"/>
                    <a:pt x="88599" y="100552"/>
                  </a:cubicBezTo>
                  <a:cubicBezTo>
                    <a:pt x="88599" y="102695"/>
                    <a:pt x="90336" y="104431"/>
                    <a:pt x="92478" y="104431"/>
                  </a:cubicBezTo>
                  <a:cubicBezTo>
                    <a:pt x="94620" y="104431"/>
                    <a:pt x="96357" y="102695"/>
                    <a:pt x="96357" y="100552"/>
                  </a:cubicBezTo>
                  <a:cubicBezTo>
                    <a:pt x="96469" y="91159"/>
                    <a:pt x="93447" y="81996"/>
                    <a:pt x="87769" y="74513"/>
                  </a:cubicBezTo>
                  <a:cubicBezTo>
                    <a:pt x="82139" y="67353"/>
                    <a:pt x="74476" y="62063"/>
                    <a:pt x="65786" y="59334"/>
                  </a:cubicBezTo>
                  <a:lnTo>
                    <a:pt x="65517" y="59250"/>
                  </a:lnTo>
                  <a:lnTo>
                    <a:pt x="65747" y="59096"/>
                  </a:lnTo>
                  <a:cubicBezTo>
                    <a:pt x="80560" y="49473"/>
                    <a:pt x="84767" y="29663"/>
                    <a:pt x="75144" y="14850"/>
                  </a:cubicBezTo>
                  <a:cubicBezTo>
                    <a:pt x="65520" y="36"/>
                    <a:pt x="45710" y="-4171"/>
                    <a:pt x="30897" y="5453"/>
                  </a:cubicBezTo>
                  <a:cubicBezTo>
                    <a:pt x="16084" y="15077"/>
                    <a:pt x="11877" y="34886"/>
                    <a:pt x="21500" y="49700"/>
                  </a:cubicBezTo>
                  <a:cubicBezTo>
                    <a:pt x="23940" y="53455"/>
                    <a:pt x="27141" y="56657"/>
                    <a:pt x="30897" y="59096"/>
                  </a:cubicBezTo>
                  <a:lnTo>
                    <a:pt x="31127" y="59250"/>
                  </a:lnTo>
                  <a:lnTo>
                    <a:pt x="30859" y="59334"/>
                  </a:lnTo>
                  <a:cubicBezTo>
                    <a:pt x="22168" y="62063"/>
                    <a:pt x="14506" y="67353"/>
                    <a:pt x="8875" y="74513"/>
                  </a:cubicBezTo>
                  <a:cubicBezTo>
                    <a:pt x="3197" y="81996"/>
                    <a:pt x="175" y="91159"/>
                    <a:pt x="287" y="100552"/>
                  </a:cubicBezTo>
                  <a:cubicBezTo>
                    <a:pt x="287" y="102695"/>
                    <a:pt x="2024" y="104431"/>
                    <a:pt x="4166" y="104431"/>
                  </a:cubicBezTo>
                  <a:cubicBezTo>
                    <a:pt x="6308" y="104431"/>
                    <a:pt x="8045" y="102695"/>
                    <a:pt x="8045" y="100552"/>
                  </a:cubicBezTo>
                  <a:cubicBezTo>
                    <a:pt x="7996" y="95366"/>
                    <a:pt x="9076" y="90232"/>
                    <a:pt x="11210" y="85505"/>
                  </a:cubicBezTo>
                  <a:cubicBezTo>
                    <a:pt x="13223" y="81117"/>
                    <a:pt x="16163" y="77218"/>
                    <a:pt x="19828" y="74075"/>
                  </a:cubicBezTo>
                  <a:cubicBezTo>
                    <a:pt x="27853" y="67518"/>
                    <a:pt x="37958" y="64047"/>
                    <a:pt x="48318" y="64289"/>
                  </a:cubicBezTo>
                  <a:close/>
                  <a:moveTo>
                    <a:pt x="48318" y="56531"/>
                  </a:moveTo>
                  <a:cubicBezTo>
                    <a:pt x="34938" y="56531"/>
                    <a:pt x="24091" y="45684"/>
                    <a:pt x="24091" y="32304"/>
                  </a:cubicBezTo>
                  <a:cubicBezTo>
                    <a:pt x="24091" y="18924"/>
                    <a:pt x="34938" y="8077"/>
                    <a:pt x="48318" y="8077"/>
                  </a:cubicBezTo>
                  <a:cubicBezTo>
                    <a:pt x="61699" y="8077"/>
                    <a:pt x="72545" y="18924"/>
                    <a:pt x="72545" y="32304"/>
                  </a:cubicBezTo>
                  <a:cubicBezTo>
                    <a:pt x="72545" y="32307"/>
                    <a:pt x="72545" y="32309"/>
                    <a:pt x="72545" y="32312"/>
                  </a:cubicBezTo>
                  <a:cubicBezTo>
                    <a:pt x="72528" y="45684"/>
                    <a:pt x="61690" y="56518"/>
                    <a:pt x="48318" y="56531"/>
                  </a:cubicBezTo>
                  <a:close/>
                  <a:moveTo>
                    <a:pt x="48318" y="8354"/>
                  </a:moveTo>
                  <a:cubicBezTo>
                    <a:pt x="35086" y="8354"/>
                    <a:pt x="24360" y="19080"/>
                    <a:pt x="24360" y="32312"/>
                  </a:cubicBezTo>
                  <a:cubicBezTo>
                    <a:pt x="24360" y="45544"/>
                    <a:pt x="35087" y="56270"/>
                    <a:pt x="48318" y="56270"/>
                  </a:cubicBezTo>
                  <a:cubicBezTo>
                    <a:pt x="61550" y="56270"/>
                    <a:pt x="72276" y="45543"/>
                    <a:pt x="72276" y="32312"/>
                  </a:cubicBezTo>
                  <a:cubicBezTo>
                    <a:pt x="72263" y="19085"/>
                    <a:pt x="61544" y="8366"/>
                    <a:pt x="48318" y="8354"/>
                  </a:cubicBezTo>
                  <a:close/>
                </a:path>
              </a:pathLst>
            </a:custGeom>
            <a:solidFill>
              <a:schemeClr val="accent1"/>
            </a:solidFill>
            <a:ln w="149" cap="flat">
              <a:noFill/>
              <a:prstDash val="solid"/>
              <a:miter/>
            </a:ln>
          </p:spPr>
          <p:txBody>
            <a:bodyPr rtlCol="0" anchor="ctr"/>
            <a:lstStyle/>
            <a:p>
              <a:endParaRPr lang="zh-CN" altLang="en-US"/>
            </a:p>
          </p:txBody>
        </p:sp>
        <p:sp>
          <p:nvSpPr>
            <p:cNvPr id="127" name="任意多边形: 形状 126">
              <a:extLst>
                <a:ext uri="{FF2B5EF4-FFF2-40B4-BE49-F238E27FC236}">
                  <a16:creationId xmlns:a16="http://schemas.microsoft.com/office/drawing/2014/main" id="{992F388F-0494-A745-A5B4-C1D4CC73B46F}"/>
                </a:ext>
              </a:extLst>
            </p:cNvPr>
            <p:cNvSpPr/>
            <p:nvPr/>
          </p:nvSpPr>
          <p:spPr>
            <a:xfrm>
              <a:off x="8920573" y="5068688"/>
              <a:ext cx="48000" cy="104273"/>
            </a:xfrm>
            <a:custGeom>
              <a:avLst/>
              <a:gdLst>
                <a:gd name="connsiteX0" fmla="*/ 20463 w 48000"/>
                <a:gd name="connsiteY0" fmla="*/ 59499 h 104273"/>
                <a:gd name="connsiteX1" fmla="*/ 31384 w 48000"/>
                <a:gd name="connsiteY1" fmla="*/ 15515 h 104273"/>
                <a:gd name="connsiteX2" fmla="*/ 3840 w 48000"/>
                <a:gd name="connsiteY2" fmla="*/ 0 h 104273"/>
                <a:gd name="connsiteX3" fmla="*/ 4 w 48000"/>
                <a:gd name="connsiteY3" fmla="*/ 4191 h 104273"/>
                <a:gd name="connsiteX4" fmla="*/ 3840 w 48000"/>
                <a:gd name="connsiteY4" fmla="*/ 8027 h 104273"/>
                <a:gd name="connsiteX5" fmla="*/ 27937 w 48000"/>
                <a:gd name="connsiteY5" fmla="*/ 32015 h 104273"/>
                <a:gd name="connsiteX6" fmla="*/ 15885 w 48000"/>
                <a:gd name="connsiteY6" fmla="*/ 52909 h 104273"/>
                <a:gd name="connsiteX7" fmla="*/ 15885 w 48000"/>
                <a:gd name="connsiteY7" fmla="*/ 66635 h 104273"/>
                <a:gd name="connsiteX8" fmla="*/ 39973 w 48000"/>
                <a:gd name="connsiteY8" fmla="*/ 100433 h 104273"/>
                <a:gd name="connsiteX9" fmla="*/ 44164 w 48000"/>
                <a:gd name="connsiteY9" fmla="*/ 104270 h 104273"/>
                <a:gd name="connsiteX10" fmla="*/ 48000 w 48000"/>
                <a:gd name="connsiteY10" fmla="*/ 100433 h 104273"/>
                <a:gd name="connsiteX11" fmla="*/ 20463 w 48000"/>
                <a:gd name="connsiteY11" fmla="*/ 59484 h 10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000" h="104273">
                  <a:moveTo>
                    <a:pt x="20463" y="59499"/>
                  </a:moveTo>
                  <a:cubicBezTo>
                    <a:pt x="35625" y="50369"/>
                    <a:pt x="40514" y="30677"/>
                    <a:pt x="31384" y="15515"/>
                  </a:cubicBezTo>
                  <a:cubicBezTo>
                    <a:pt x="25570" y="5859"/>
                    <a:pt x="15111" y="-32"/>
                    <a:pt x="3840" y="0"/>
                  </a:cubicBezTo>
                  <a:cubicBezTo>
                    <a:pt x="1624" y="98"/>
                    <a:pt x="-94" y="1974"/>
                    <a:pt x="4" y="4191"/>
                  </a:cubicBezTo>
                  <a:cubicBezTo>
                    <a:pt x="96" y="6270"/>
                    <a:pt x="1761" y="7935"/>
                    <a:pt x="3840" y="8027"/>
                  </a:cubicBezTo>
                  <a:cubicBezTo>
                    <a:pt x="17119" y="7997"/>
                    <a:pt x="27907" y="18737"/>
                    <a:pt x="27937" y="32015"/>
                  </a:cubicBezTo>
                  <a:cubicBezTo>
                    <a:pt x="27957" y="40637"/>
                    <a:pt x="23358" y="48609"/>
                    <a:pt x="15885" y="52909"/>
                  </a:cubicBezTo>
                  <a:cubicBezTo>
                    <a:pt x="8818" y="57241"/>
                    <a:pt x="6890" y="63348"/>
                    <a:pt x="15885" y="66635"/>
                  </a:cubicBezTo>
                  <a:cubicBezTo>
                    <a:pt x="30275" y="71645"/>
                    <a:pt x="39933" y="85196"/>
                    <a:pt x="39973" y="100433"/>
                  </a:cubicBezTo>
                  <a:cubicBezTo>
                    <a:pt x="40071" y="102650"/>
                    <a:pt x="41947" y="104367"/>
                    <a:pt x="44164" y="104270"/>
                  </a:cubicBezTo>
                  <a:cubicBezTo>
                    <a:pt x="46243" y="104178"/>
                    <a:pt x="47908" y="102513"/>
                    <a:pt x="48000" y="100433"/>
                  </a:cubicBezTo>
                  <a:cubicBezTo>
                    <a:pt x="48005" y="82453"/>
                    <a:pt x="37117" y="66262"/>
                    <a:pt x="20463" y="59484"/>
                  </a:cubicBezTo>
                  <a:close/>
                </a:path>
              </a:pathLst>
            </a:custGeom>
            <a:solidFill>
              <a:schemeClr val="accent1"/>
            </a:solidFill>
            <a:ln w="149" cap="flat">
              <a:noFill/>
              <a:prstDash val="solid"/>
              <a:miter/>
            </a:ln>
          </p:spPr>
          <p:txBody>
            <a:bodyPr rtlCol="0" anchor="ctr"/>
            <a:lstStyle/>
            <a:p>
              <a:endParaRPr lang="zh-CN" altLang="en-US"/>
            </a:p>
          </p:txBody>
        </p:sp>
        <p:sp>
          <p:nvSpPr>
            <p:cNvPr id="128" name="任意多边形: 形状 127">
              <a:extLst>
                <a:ext uri="{FF2B5EF4-FFF2-40B4-BE49-F238E27FC236}">
                  <a16:creationId xmlns:a16="http://schemas.microsoft.com/office/drawing/2014/main" id="{7F5C76ED-403D-D2CC-11A8-2ED5414D71CC}"/>
                </a:ext>
              </a:extLst>
            </p:cNvPr>
            <p:cNvSpPr/>
            <p:nvPr/>
          </p:nvSpPr>
          <p:spPr>
            <a:xfrm>
              <a:off x="8920243" y="5068557"/>
              <a:ext cx="48430" cy="104726"/>
            </a:xfrm>
            <a:custGeom>
              <a:avLst/>
              <a:gdLst>
                <a:gd name="connsiteX0" fmla="*/ 44313 w 48430"/>
                <a:gd name="connsiteY0" fmla="*/ 104727 h 104726"/>
                <a:gd name="connsiteX1" fmla="*/ 40166 w 48430"/>
                <a:gd name="connsiteY1" fmla="*/ 100656 h 104726"/>
                <a:gd name="connsiteX2" fmla="*/ 40166 w 48430"/>
                <a:gd name="connsiteY2" fmla="*/ 100579 h 104726"/>
                <a:gd name="connsiteX3" fmla="*/ 33391 w 48430"/>
                <a:gd name="connsiteY3" fmla="*/ 79724 h 104726"/>
                <a:gd name="connsiteX4" fmla="*/ 16169 w 48430"/>
                <a:gd name="connsiteY4" fmla="*/ 66904 h 104726"/>
                <a:gd name="connsiteX5" fmla="*/ 10063 w 48430"/>
                <a:gd name="connsiteY5" fmla="*/ 61189 h 104726"/>
                <a:gd name="connsiteX6" fmla="*/ 16146 w 48430"/>
                <a:gd name="connsiteY6" fmla="*/ 52932 h 104726"/>
                <a:gd name="connsiteX7" fmla="*/ 24811 w 48430"/>
                <a:gd name="connsiteY7" fmla="*/ 44359 h 104726"/>
                <a:gd name="connsiteX8" fmla="*/ 16179 w 48430"/>
                <a:gd name="connsiteY8" fmla="*/ 11562 h 104726"/>
                <a:gd name="connsiteX9" fmla="*/ 4148 w 48430"/>
                <a:gd name="connsiteY9" fmla="*/ 8296 h 104726"/>
                <a:gd name="connsiteX10" fmla="*/ 0 w 48430"/>
                <a:gd name="connsiteY10" fmla="*/ 4148 h 104726"/>
                <a:gd name="connsiteX11" fmla="*/ 4148 w 48430"/>
                <a:gd name="connsiteY11" fmla="*/ 0 h 104726"/>
                <a:gd name="connsiteX12" fmla="*/ 36383 w 48430"/>
                <a:gd name="connsiteY12" fmla="*/ 32134 h 104726"/>
                <a:gd name="connsiteX13" fmla="*/ 21047 w 48430"/>
                <a:gd name="connsiteY13" fmla="*/ 59607 h 104726"/>
                <a:gd name="connsiteX14" fmla="*/ 48431 w 48430"/>
                <a:gd name="connsiteY14" fmla="*/ 100579 h 104726"/>
                <a:gd name="connsiteX15" fmla="*/ 44360 w 48430"/>
                <a:gd name="connsiteY15" fmla="*/ 104727 h 104726"/>
                <a:gd name="connsiteX16" fmla="*/ 44313 w 48430"/>
                <a:gd name="connsiteY16" fmla="*/ 104727 h 104726"/>
                <a:gd name="connsiteX17" fmla="*/ 4171 w 48430"/>
                <a:gd name="connsiteY17" fmla="*/ 261 h 104726"/>
                <a:gd name="connsiteX18" fmla="*/ 292 w 48430"/>
                <a:gd name="connsiteY18" fmla="*/ 4140 h 104726"/>
                <a:gd name="connsiteX19" fmla="*/ 4171 w 48430"/>
                <a:gd name="connsiteY19" fmla="*/ 8019 h 104726"/>
                <a:gd name="connsiteX20" fmla="*/ 28390 w 48430"/>
                <a:gd name="connsiteY20" fmla="*/ 32246 h 104726"/>
                <a:gd name="connsiteX21" fmla="*/ 25064 w 48430"/>
                <a:gd name="connsiteY21" fmla="*/ 44482 h 104726"/>
                <a:gd name="connsiteX22" fmla="*/ 16284 w 48430"/>
                <a:gd name="connsiteY22" fmla="*/ 53132 h 104726"/>
                <a:gd name="connsiteX23" fmla="*/ 10331 w 48430"/>
                <a:gd name="connsiteY23" fmla="*/ 61128 h 104726"/>
                <a:gd name="connsiteX24" fmla="*/ 16261 w 48430"/>
                <a:gd name="connsiteY24" fmla="*/ 66620 h 104726"/>
                <a:gd name="connsiteX25" fmla="*/ 33606 w 48430"/>
                <a:gd name="connsiteY25" fmla="*/ 79532 h 104726"/>
                <a:gd name="connsiteX26" fmla="*/ 40434 w 48430"/>
                <a:gd name="connsiteY26" fmla="*/ 100548 h 104726"/>
                <a:gd name="connsiteX27" fmla="*/ 44313 w 48430"/>
                <a:gd name="connsiteY27" fmla="*/ 104427 h 104726"/>
                <a:gd name="connsiteX28" fmla="*/ 48193 w 48430"/>
                <a:gd name="connsiteY28" fmla="*/ 100548 h 104726"/>
                <a:gd name="connsiteX29" fmla="*/ 20740 w 48430"/>
                <a:gd name="connsiteY29" fmla="*/ 59722 h 104726"/>
                <a:gd name="connsiteX30" fmla="*/ 20494 w 48430"/>
                <a:gd name="connsiteY30" fmla="*/ 59622 h 104726"/>
                <a:gd name="connsiteX31" fmla="*/ 20724 w 48430"/>
                <a:gd name="connsiteY31" fmla="*/ 59484 h 104726"/>
                <a:gd name="connsiteX32" fmla="*/ 31501 w 48430"/>
                <a:gd name="connsiteY32" fmla="*/ 15631 h 104726"/>
                <a:gd name="connsiteX33" fmla="*/ 4171 w 48430"/>
                <a:gd name="connsiteY33" fmla="*/ 238 h 104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8430" h="104726">
                  <a:moveTo>
                    <a:pt x="44313" y="104727"/>
                  </a:moveTo>
                  <a:cubicBezTo>
                    <a:pt x="42044" y="104748"/>
                    <a:pt x="40187" y="102926"/>
                    <a:pt x="40166" y="100656"/>
                  </a:cubicBezTo>
                  <a:cubicBezTo>
                    <a:pt x="40165" y="100630"/>
                    <a:pt x="40165" y="100605"/>
                    <a:pt x="40166" y="100579"/>
                  </a:cubicBezTo>
                  <a:cubicBezTo>
                    <a:pt x="40188" y="93083"/>
                    <a:pt x="37814" y="85776"/>
                    <a:pt x="33391" y="79724"/>
                  </a:cubicBezTo>
                  <a:cubicBezTo>
                    <a:pt x="29079" y="73807"/>
                    <a:pt x="23074" y="69337"/>
                    <a:pt x="16169" y="66904"/>
                  </a:cubicBezTo>
                  <a:cubicBezTo>
                    <a:pt x="12405" y="65529"/>
                    <a:pt x="10293" y="63547"/>
                    <a:pt x="10063" y="61189"/>
                  </a:cubicBezTo>
                  <a:cubicBezTo>
                    <a:pt x="9786" y="58478"/>
                    <a:pt x="12006" y="55467"/>
                    <a:pt x="16146" y="52932"/>
                  </a:cubicBezTo>
                  <a:cubicBezTo>
                    <a:pt x="19720" y="50862"/>
                    <a:pt x="22703" y="47911"/>
                    <a:pt x="24811" y="44359"/>
                  </a:cubicBezTo>
                  <a:cubicBezTo>
                    <a:pt x="31484" y="32919"/>
                    <a:pt x="27619" y="18235"/>
                    <a:pt x="16179" y="11562"/>
                  </a:cubicBezTo>
                  <a:cubicBezTo>
                    <a:pt x="12526" y="9432"/>
                    <a:pt x="8376" y="8305"/>
                    <a:pt x="4148" y="8296"/>
                  </a:cubicBezTo>
                  <a:cubicBezTo>
                    <a:pt x="1857" y="8296"/>
                    <a:pt x="0" y="6439"/>
                    <a:pt x="0" y="4148"/>
                  </a:cubicBezTo>
                  <a:cubicBezTo>
                    <a:pt x="0" y="1857"/>
                    <a:pt x="1857" y="0"/>
                    <a:pt x="4148" y="0"/>
                  </a:cubicBezTo>
                  <a:cubicBezTo>
                    <a:pt x="21923" y="-28"/>
                    <a:pt x="36355" y="14359"/>
                    <a:pt x="36383" y="32134"/>
                  </a:cubicBezTo>
                  <a:cubicBezTo>
                    <a:pt x="36400" y="43337"/>
                    <a:pt x="30592" y="53742"/>
                    <a:pt x="21047" y="59607"/>
                  </a:cubicBezTo>
                  <a:cubicBezTo>
                    <a:pt x="37625" y="66465"/>
                    <a:pt x="48435" y="82639"/>
                    <a:pt x="48431" y="100579"/>
                  </a:cubicBezTo>
                  <a:cubicBezTo>
                    <a:pt x="48452" y="102848"/>
                    <a:pt x="46629" y="104705"/>
                    <a:pt x="44360" y="104727"/>
                  </a:cubicBezTo>
                  <a:cubicBezTo>
                    <a:pt x="44344" y="104727"/>
                    <a:pt x="44329" y="104727"/>
                    <a:pt x="44313" y="104727"/>
                  </a:cubicBezTo>
                  <a:close/>
                  <a:moveTo>
                    <a:pt x="4171" y="261"/>
                  </a:moveTo>
                  <a:cubicBezTo>
                    <a:pt x="2029" y="261"/>
                    <a:pt x="292" y="1998"/>
                    <a:pt x="292" y="4140"/>
                  </a:cubicBezTo>
                  <a:cubicBezTo>
                    <a:pt x="292" y="6282"/>
                    <a:pt x="2029" y="8019"/>
                    <a:pt x="4171" y="8019"/>
                  </a:cubicBezTo>
                  <a:cubicBezTo>
                    <a:pt x="17543" y="8036"/>
                    <a:pt x="28377" y="18874"/>
                    <a:pt x="28390" y="32246"/>
                  </a:cubicBezTo>
                  <a:cubicBezTo>
                    <a:pt x="28399" y="36549"/>
                    <a:pt x="27250" y="40776"/>
                    <a:pt x="25064" y="44482"/>
                  </a:cubicBezTo>
                  <a:cubicBezTo>
                    <a:pt x="22927" y="48070"/>
                    <a:pt x="19904" y="51049"/>
                    <a:pt x="16284" y="53132"/>
                  </a:cubicBezTo>
                  <a:cubicBezTo>
                    <a:pt x="12236" y="55613"/>
                    <a:pt x="10070" y="58508"/>
                    <a:pt x="10331" y="61128"/>
                  </a:cubicBezTo>
                  <a:cubicBezTo>
                    <a:pt x="10554" y="63378"/>
                    <a:pt x="12636" y="65276"/>
                    <a:pt x="16261" y="66620"/>
                  </a:cubicBezTo>
                  <a:cubicBezTo>
                    <a:pt x="23213" y="69075"/>
                    <a:pt x="29260" y="73576"/>
                    <a:pt x="33606" y="79532"/>
                  </a:cubicBezTo>
                  <a:cubicBezTo>
                    <a:pt x="38067" y="85629"/>
                    <a:pt x="40460" y="92994"/>
                    <a:pt x="40434" y="100548"/>
                  </a:cubicBezTo>
                  <a:cubicBezTo>
                    <a:pt x="40434" y="102691"/>
                    <a:pt x="42171" y="104427"/>
                    <a:pt x="44313" y="104427"/>
                  </a:cubicBezTo>
                  <a:cubicBezTo>
                    <a:pt x="46456" y="104427"/>
                    <a:pt x="48193" y="102691"/>
                    <a:pt x="48193" y="100548"/>
                  </a:cubicBezTo>
                  <a:cubicBezTo>
                    <a:pt x="48201" y="82621"/>
                    <a:pt x="37345" y="66477"/>
                    <a:pt x="20740" y="59722"/>
                  </a:cubicBezTo>
                  <a:lnTo>
                    <a:pt x="20494" y="59622"/>
                  </a:lnTo>
                  <a:lnTo>
                    <a:pt x="20724" y="59484"/>
                  </a:lnTo>
                  <a:cubicBezTo>
                    <a:pt x="35810" y="50350"/>
                    <a:pt x="40635" y="30717"/>
                    <a:pt x="31501" y="15631"/>
                  </a:cubicBezTo>
                  <a:cubicBezTo>
                    <a:pt x="25713" y="6071"/>
                    <a:pt x="15347" y="233"/>
                    <a:pt x="4171" y="238"/>
                  </a:cubicBezTo>
                  <a:close/>
                </a:path>
              </a:pathLst>
            </a:custGeom>
            <a:solidFill>
              <a:schemeClr val="accent1"/>
            </a:solidFill>
            <a:ln w="149" cap="flat">
              <a:noFill/>
              <a:prstDash val="solid"/>
              <a:miter/>
            </a:ln>
          </p:spPr>
          <p:txBody>
            <a:bodyPr rtlCol="0" anchor="ctr"/>
            <a:lstStyle/>
            <a:p>
              <a:endParaRPr lang="zh-CN" altLang="en-US"/>
            </a:p>
          </p:txBody>
        </p:sp>
      </p:grpSp>
      <p:sp>
        <p:nvSpPr>
          <p:cNvPr id="134" name="图形 132">
            <a:extLst>
              <a:ext uri="{FF2B5EF4-FFF2-40B4-BE49-F238E27FC236}">
                <a16:creationId xmlns:a16="http://schemas.microsoft.com/office/drawing/2014/main" id="{A0E173F5-C87D-284B-73F7-B62383515328}"/>
              </a:ext>
            </a:extLst>
          </p:cNvPr>
          <p:cNvSpPr/>
          <p:nvPr/>
        </p:nvSpPr>
        <p:spPr>
          <a:xfrm>
            <a:off x="3877522" y="5135991"/>
            <a:ext cx="147323" cy="147323"/>
          </a:xfrm>
          <a:custGeom>
            <a:avLst/>
            <a:gdLst>
              <a:gd name="connsiteX0" fmla="*/ 13393 w 147323"/>
              <a:gd name="connsiteY0" fmla="*/ 133931 h 147323"/>
              <a:gd name="connsiteX1" fmla="*/ 147324 w 147323"/>
              <a:gd name="connsiteY1" fmla="*/ 133931 h 147323"/>
              <a:gd name="connsiteX2" fmla="*/ 147324 w 147323"/>
              <a:gd name="connsiteY2" fmla="*/ 147324 h 147323"/>
              <a:gd name="connsiteX3" fmla="*/ 0 w 147323"/>
              <a:gd name="connsiteY3" fmla="*/ 147324 h 147323"/>
              <a:gd name="connsiteX4" fmla="*/ 0 w 147323"/>
              <a:gd name="connsiteY4" fmla="*/ 0 h 147323"/>
              <a:gd name="connsiteX5" fmla="*/ 13393 w 147323"/>
              <a:gd name="connsiteY5" fmla="*/ 0 h 147323"/>
              <a:gd name="connsiteX6" fmla="*/ 13393 w 147323"/>
              <a:gd name="connsiteY6" fmla="*/ 133931 h 147323"/>
              <a:gd name="connsiteX7" fmla="*/ 26786 w 147323"/>
              <a:gd name="connsiteY7" fmla="*/ 70314 h 147323"/>
              <a:gd name="connsiteX8" fmla="*/ 40179 w 147323"/>
              <a:gd name="connsiteY8" fmla="*/ 70314 h 147323"/>
              <a:gd name="connsiteX9" fmla="*/ 40179 w 147323"/>
              <a:gd name="connsiteY9" fmla="*/ 123886 h 147323"/>
              <a:gd name="connsiteX10" fmla="*/ 26786 w 147323"/>
              <a:gd name="connsiteY10" fmla="*/ 123886 h 147323"/>
              <a:gd name="connsiteX11" fmla="*/ 26786 w 147323"/>
              <a:gd name="connsiteY11" fmla="*/ 70314 h 147323"/>
              <a:gd name="connsiteX12" fmla="*/ 56921 w 147323"/>
              <a:gd name="connsiteY12" fmla="*/ 50224 h 147323"/>
              <a:gd name="connsiteX13" fmla="*/ 70314 w 147323"/>
              <a:gd name="connsiteY13" fmla="*/ 50224 h 147323"/>
              <a:gd name="connsiteX14" fmla="*/ 70314 w 147323"/>
              <a:gd name="connsiteY14" fmla="*/ 123886 h 147323"/>
              <a:gd name="connsiteX15" fmla="*/ 56921 w 147323"/>
              <a:gd name="connsiteY15" fmla="*/ 123886 h 147323"/>
              <a:gd name="connsiteX16" fmla="*/ 56921 w 147323"/>
              <a:gd name="connsiteY16" fmla="*/ 50224 h 147323"/>
              <a:gd name="connsiteX17" fmla="*/ 87055 w 147323"/>
              <a:gd name="connsiteY17" fmla="*/ 70314 h 147323"/>
              <a:gd name="connsiteX18" fmla="*/ 100448 w 147323"/>
              <a:gd name="connsiteY18" fmla="*/ 70314 h 147323"/>
              <a:gd name="connsiteX19" fmla="*/ 100448 w 147323"/>
              <a:gd name="connsiteY19" fmla="*/ 123886 h 147323"/>
              <a:gd name="connsiteX20" fmla="*/ 87055 w 147323"/>
              <a:gd name="connsiteY20" fmla="*/ 123886 h 147323"/>
              <a:gd name="connsiteX21" fmla="*/ 87055 w 147323"/>
              <a:gd name="connsiteY21" fmla="*/ 70314 h 147323"/>
              <a:gd name="connsiteX22" fmla="*/ 117189 w 147323"/>
              <a:gd name="connsiteY22" fmla="*/ 43528 h 147323"/>
              <a:gd name="connsiteX23" fmla="*/ 130583 w 147323"/>
              <a:gd name="connsiteY23" fmla="*/ 43528 h 147323"/>
              <a:gd name="connsiteX24" fmla="*/ 130583 w 147323"/>
              <a:gd name="connsiteY24" fmla="*/ 123886 h 147323"/>
              <a:gd name="connsiteX25" fmla="*/ 117189 w 147323"/>
              <a:gd name="connsiteY25" fmla="*/ 123886 h 147323"/>
              <a:gd name="connsiteX26" fmla="*/ 117189 w 147323"/>
              <a:gd name="connsiteY26" fmla="*/ 43528 h 147323"/>
              <a:gd name="connsiteX27" fmla="*/ 37196 w 147323"/>
              <a:gd name="connsiteY27" fmla="*/ 45751 h 147323"/>
              <a:gd name="connsiteX28" fmla="*/ 29766 w 147323"/>
              <a:gd name="connsiteY28" fmla="*/ 34608 h 147323"/>
              <a:gd name="connsiteX29" fmla="*/ 63617 w 147323"/>
              <a:gd name="connsiteY29" fmla="*/ 12040 h 147323"/>
              <a:gd name="connsiteX30" fmla="*/ 93166 w 147323"/>
              <a:gd name="connsiteY30" fmla="*/ 31738 h 147323"/>
              <a:gd name="connsiteX31" fmla="*/ 119436 w 147323"/>
              <a:gd name="connsiteY31" fmla="*/ 8387 h 147323"/>
              <a:gd name="connsiteX32" fmla="*/ 128332 w 147323"/>
              <a:gd name="connsiteY32" fmla="*/ 18399 h 147323"/>
              <a:gd name="connsiteX33" fmla="*/ 94337 w 147323"/>
              <a:gd name="connsiteY33" fmla="*/ 48617 h 147323"/>
              <a:gd name="connsiteX34" fmla="*/ 63617 w 147323"/>
              <a:gd name="connsiteY34" fmla="*/ 28139 h 147323"/>
              <a:gd name="connsiteX35" fmla="*/ 37196 w 147323"/>
              <a:gd name="connsiteY35" fmla="*/ 45751 h 147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47323" h="147323">
                <a:moveTo>
                  <a:pt x="13393" y="133931"/>
                </a:moveTo>
                <a:lnTo>
                  <a:pt x="147324" y="133931"/>
                </a:lnTo>
                <a:lnTo>
                  <a:pt x="147324" y="147324"/>
                </a:lnTo>
                <a:lnTo>
                  <a:pt x="0" y="147324"/>
                </a:lnTo>
                <a:lnTo>
                  <a:pt x="0" y="0"/>
                </a:lnTo>
                <a:lnTo>
                  <a:pt x="13393" y="0"/>
                </a:lnTo>
                <a:lnTo>
                  <a:pt x="13393" y="133931"/>
                </a:lnTo>
                <a:close/>
                <a:moveTo>
                  <a:pt x="26786" y="70314"/>
                </a:moveTo>
                <a:lnTo>
                  <a:pt x="40179" y="70314"/>
                </a:lnTo>
                <a:lnTo>
                  <a:pt x="40179" y="123886"/>
                </a:lnTo>
                <a:lnTo>
                  <a:pt x="26786" y="123886"/>
                </a:lnTo>
                <a:lnTo>
                  <a:pt x="26786" y="70314"/>
                </a:lnTo>
                <a:close/>
                <a:moveTo>
                  <a:pt x="56921" y="50224"/>
                </a:moveTo>
                <a:lnTo>
                  <a:pt x="70314" y="50224"/>
                </a:lnTo>
                <a:lnTo>
                  <a:pt x="70314" y="123886"/>
                </a:lnTo>
                <a:lnTo>
                  <a:pt x="56921" y="123886"/>
                </a:lnTo>
                <a:lnTo>
                  <a:pt x="56921" y="50224"/>
                </a:lnTo>
                <a:close/>
                <a:moveTo>
                  <a:pt x="87055" y="70314"/>
                </a:moveTo>
                <a:lnTo>
                  <a:pt x="100448" y="70314"/>
                </a:lnTo>
                <a:lnTo>
                  <a:pt x="100448" y="123886"/>
                </a:lnTo>
                <a:lnTo>
                  <a:pt x="87055" y="123886"/>
                </a:lnTo>
                <a:lnTo>
                  <a:pt x="87055" y="70314"/>
                </a:lnTo>
                <a:close/>
                <a:moveTo>
                  <a:pt x="117189" y="43528"/>
                </a:moveTo>
                <a:lnTo>
                  <a:pt x="130583" y="43528"/>
                </a:lnTo>
                <a:lnTo>
                  <a:pt x="130583" y="123886"/>
                </a:lnTo>
                <a:lnTo>
                  <a:pt x="117189" y="123886"/>
                </a:lnTo>
                <a:lnTo>
                  <a:pt x="117189" y="43528"/>
                </a:lnTo>
                <a:close/>
                <a:moveTo>
                  <a:pt x="37196" y="45751"/>
                </a:moveTo>
                <a:lnTo>
                  <a:pt x="29766" y="34608"/>
                </a:lnTo>
                <a:lnTo>
                  <a:pt x="63617" y="12040"/>
                </a:lnTo>
                <a:lnTo>
                  <a:pt x="93166" y="31738"/>
                </a:lnTo>
                <a:lnTo>
                  <a:pt x="119436" y="8387"/>
                </a:lnTo>
                <a:lnTo>
                  <a:pt x="128332" y="18399"/>
                </a:lnTo>
                <a:lnTo>
                  <a:pt x="94337" y="48617"/>
                </a:lnTo>
                <a:lnTo>
                  <a:pt x="63617" y="28139"/>
                </a:lnTo>
                <a:lnTo>
                  <a:pt x="37196" y="45751"/>
                </a:lnTo>
                <a:close/>
              </a:path>
            </a:pathLst>
          </a:custGeom>
          <a:solidFill>
            <a:schemeClr val="accent1"/>
          </a:solidFill>
          <a:ln w="167" cap="flat">
            <a:noFill/>
            <a:prstDash val="solid"/>
            <a:miter/>
          </a:ln>
        </p:spPr>
        <p:txBody>
          <a:bodyPr rtlCol="0" anchor="ctr"/>
          <a:lstStyle/>
          <a:p>
            <a:endParaRPr lang="zh-CN" altLang="en-US"/>
          </a:p>
        </p:txBody>
      </p:sp>
      <p:sp>
        <p:nvSpPr>
          <p:cNvPr id="142" name="任意多边形: 形状 141">
            <a:extLst>
              <a:ext uri="{FF2B5EF4-FFF2-40B4-BE49-F238E27FC236}">
                <a16:creationId xmlns:a16="http://schemas.microsoft.com/office/drawing/2014/main" id="{C24501B6-04EC-0B4B-9ADC-AB40983B117C}"/>
              </a:ext>
            </a:extLst>
          </p:cNvPr>
          <p:cNvSpPr/>
          <p:nvPr/>
        </p:nvSpPr>
        <p:spPr>
          <a:xfrm>
            <a:off x="3178494" y="4986220"/>
            <a:ext cx="128764" cy="128850"/>
          </a:xfrm>
          <a:custGeom>
            <a:avLst/>
            <a:gdLst>
              <a:gd name="connsiteX0" fmla="*/ 21969 w 128764"/>
              <a:gd name="connsiteY0" fmla="*/ 103817 h 128850"/>
              <a:gd name="connsiteX1" fmla="*/ 37795 w 128764"/>
              <a:gd name="connsiteY1" fmla="*/ 103817 h 128850"/>
              <a:gd name="connsiteX2" fmla="*/ 37795 w 128764"/>
              <a:gd name="connsiteY2" fmla="*/ 114175 h 128850"/>
              <a:gd name="connsiteX3" fmla="*/ 21969 w 128764"/>
              <a:gd name="connsiteY3" fmla="*/ 114175 h 128850"/>
              <a:gd name="connsiteX4" fmla="*/ 10359 w 128764"/>
              <a:gd name="connsiteY4" fmla="*/ 99501 h 128850"/>
              <a:gd name="connsiteX5" fmla="*/ 10359 w 128764"/>
              <a:gd name="connsiteY5" fmla="*/ 118492 h 128850"/>
              <a:gd name="connsiteX6" fmla="*/ 118405 w 128764"/>
              <a:gd name="connsiteY6" fmla="*/ 118492 h 128850"/>
              <a:gd name="connsiteX7" fmla="*/ 118405 w 128764"/>
              <a:gd name="connsiteY7" fmla="*/ 99501 h 128850"/>
              <a:gd name="connsiteX8" fmla="*/ 6474 w 128764"/>
              <a:gd name="connsiteY8" fmla="*/ 89142 h 128850"/>
              <a:gd name="connsiteX9" fmla="*/ 122290 w 128764"/>
              <a:gd name="connsiteY9" fmla="*/ 89142 h 128850"/>
              <a:gd name="connsiteX10" fmla="*/ 128764 w 128764"/>
              <a:gd name="connsiteY10" fmla="*/ 95616 h 128850"/>
              <a:gd name="connsiteX11" fmla="*/ 128764 w 128764"/>
              <a:gd name="connsiteY11" fmla="*/ 122376 h 128850"/>
              <a:gd name="connsiteX12" fmla="*/ 122290 w 128764"/>
              <a:gd name="connsiteY12" fmla="*/ 128850 h 128850"/>
              <a:gd name="connsiteX13" fmla="*/ 6474 w 128764"/>
              <a:gd name="connsiteY13" fmla="*/ 128850 h 128850"/>
              <a:gd name="connsiteX14" fmla="*/ 0 w 128764"/>
              <a:gd name="connsiteY14" fmla="*/ 122376 h 128850"/>
              <a:gd name="connsiteX15" fmla="*/ 0 w 128764"/>
              <a:gd name="connsiteY15" fmla="*/ 95616 h 128850"/>
              <a:gd name="connsiteX16" fmla="*/ 6474 w 128764"/>
              <a:gd name="connsiteY16" fmla="*/ 89142 h 128850"/>
              <a:gd name="connsiteX17" fmla="*/ 21969 w 128764"/>
              <a:gd name="connsiteY17" fmla="*/ 59390 h 128850"/>
              <a:gd name="connsiteX18" fmla="*/ 37795 w 128764"/>
              <a:gd name="connsiteY18" fmla="*/ 59390 h 128850"/>
              <a:gd name="connsiteX19" fmla="*/ 37795 w 128764"/>
              <a:gd name="connsiteY19" fmla="*/ 69749 h 128850"/>
              <a:gd name="connsiteX20" fmla="*/ 21969 w 128764"/>
              <a:gd name="connsiteY20" fmla="*/ 69749 h 128850"/>
              <a:gd name="connsiteX21" fmla="*/ 10359 w 128764"/>
              <a:gd name="connsiteY21" fmla="*/ 55074 h 128850"/>
              <a:gd name="connsiteX22" fmla="*/ 10359 w 128764"/>
              <a:gd name="connsiteY22" fmla="*/ 74065 h 128850"/>
              <a:gd name="connsiteX23" fmla="*/ 118405 w 128764"/>
              <a:gd name="connsiteY23" fmla="*/ 74065 h 128850"/>
              <a:gd name="connsiteX24" fmla="*/ 118405 w 128764"/>
              <a:gd name="connsiteY24" fmla="*/ 55074 h 128850"/>
              <a:gd name="connsiteX25" fmla="*/ 6474 w 128764"/>
              <a:gd name="connsiteY25" fmla="*/ 44715 h 128850"/>
              <a:gd name="connsiteX26" fmla="*/ 122290 w 128764"/>
              <a:gd name="connsiteY26" fmla="*/ 44715 h 128850"/>
              <a:gd name="connsiteX27" fmla="*/ 128764 w 128764"/>
              <a:gd name="connsiteY27" fmla="*/ 51189 h 128850"/>
              <a:gd name="connsiteX28" fmla="*/ 128764 w 128764"/>
              <a:gd name="connsiteY28" fmla="*/ 77949 h 128850"/>
              <a:gd name="connsiteX29" fmla="*/ 122290 w 128764"/>
              <a:gd name="connsiteY29" fmla="*/ 84423 h 128850"/>
              <a:gd name="connsiteX30" fmla="*/ 6474 w 128764"/>
              <a:gd name="connsiteY30" fmla="*/ 84423 h 128850"/>
              <a:gd name="connsiteX31" fmla="*/ 0 w 128764"/>
              <a:gd name="connsiteY31" fmla="*/ 77949 h 128850"/>
              <a:gd name="connsiteX32" fmla="*/ 0 w 128764"/>
              <a:gd name="connsiteY32" fmla="*/ 51189 h 128850"/>
              <a:gd name="connsiteX33" fmla="*/ 6474 w 128764"/>
              <a:gd name="connsiteY33" fmla="*/ 44715 h 128850"/>
              <a:gd name="connsiteX34" fmla="*/ 21969 w 128764"/>
              <a:gd name="connsiteY34" fmla="*/ 14675 h 128850"/>
              <a:gd name="connsiteX35" fmla="*/ 37795 w 128764"/>
              <a:gd name="connsiteY35" fmla="*/ 14675 h 128850"/>
              <a:gd name="connsiteX36" fmla="*/ 37795 w 128764"/>
              <a:gd name="connsiteY36" fmla="*/ 25034 h 128850"/>
              <a:gd name="connsiteX37" fmla="*/ 21969 w 128764"/>
              <a:gd name="connsiteY37" fmla="*/ 25034 h 128850"/>
              <a:gd name="connsiteX38" fmla="*/ 10359 w 128764"/>
              <a:gd name="connsiteY38" fmla="*/ 10359 h 128850"/>
              <a:gd name="connsiteX39" fmla="*/ 10359 w 128764"/>
              <a:gd name="connsiteY39" fmla="*/ 29350 h 128850"/>
              <a:gd name="connsiteX40" fmla="*/ 118405 w 128764"/>
              <a:gd name="connsiteY40" fmla="*/ 29350 h 128850"/>
              <a:gd name="connsiteX41" fmla="*/ 118405 w 128764"/>
              <a:gd name="connsiteY41" fmla="*/ 10359 h 128850"/>
              <a:gd name="connsiteX42" fmla="*/ 6474 w 128764"/>
              <a:gd name="connsiteY42" fmla="*/ 0 h 128850"/>
              <a:gd name="connsiteX43" fmla="*/ 122290 w 128764"/>
              <a:gd name="connsiteY43" fmla="*/ 0 h 128850"/>
              <a:gd name="connsiteX44" fmla="*/ 128764 w 128764"/>
              <a:gd name="connsiteY44" fmla="*/ 6474 h 128850"/>
              <a:gd name="connsiteX45" fmla="*/ 128764 w 128764"/>
              <a:gd name="connsiteY45" fmla="*/ 33234 h 128850"/>
              <a:gd name="connsiteX46" fmla="*/ 122290 w 128764"/>
              <a:gd name="connsiteY46" fmla="*/ 39708 h 128850"/>
              <a:gd name="connsiteX47" fmla="*/ 6474 w 128764"/>
              <a:gd name="connsiteY47" fmla="*/ 39708 h 128850"/>
              <a:gd name="connsiteX48" fmla="*/ 0 w 128764"/>
              <a:gd name="connsiteY48" fmla="*/ 33234 h 128850"/>
              <a:gd name="connsiteX49" fmla="*/ 0 w 128764"/>
              <a:gd name="connsiteY49" fmla="*/ 6474 h 128850"/>
              <a:gd name="connsiteX50" fmla="*/ 6474 w 128764"/>
              <a:gd name="connsiteY50" fmla="*/ 0 h 12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28764" h="128850">
                <a:moveTo>
                  <a:pt x="21969" y="103817"/>
                </a:moveTo>
                <a:lnTo>
                  <a:pt x="37795" y="103817"/>
                </a:lnTo>
                <a:lnTo>
                  <a:pt x="37795" y="114175"/>
                </a:lnTo>
                <a:lnTo>
                  <a:pt x="21969" y="114175"/>
                </a:lnTo>
                <a:close/>
                <a:moveTo>
                  <a:pt x="10359" y="99501"/>
                </a:moveTo>
                <a:lnTo>
                  <a:pt x="10359" y="118492"/>
                </a:lnTo>
                <a:lnTo>
                  <a:pt x="118405" y="118492"/>
                </a:lnTo>
                <a:lnTo>
                  <a:pt x="118405" y="99501"/>
                </a:lnTo>
                <a:close/>
                <a:moveTo>
                  <a:pt x="6474" y="89142"/>
                </a:moveTo>
                <a:lnTo>
                  <a:pt x="122290" y="89142"/>
                </a:lnTo>
                <a:cubicBezTo>
                  <a:pt x="125872" y="89142"/>
                  <a:pt x="128764" y="92034"/>
                  <a:pt x="128764" y="95616"/>
                </a:cubicBezTo>
                <a:lnTo>
                  <a:pt x="128764" y="122376"/>
                </a:lnTo>
                <a:cubicBezTo>
                  <a:pt x="128764" y="125959"/>
                  <a:pt x="125872" y="128850"/>
                  <a:pt x="122290" y="128850"/>
                </a:cubicBezTo>
                <a:lnTo>
                  <a:pt x="6474" y="128850"/>
                </a:lnTo>
                <a:cubicBezTo>
                  <a:pt x="2892" y="128850"/>
                  <a:pt x="0" y="125959"/>
                  <a:pt x="0" y="122376"/>
                </a:cubicBezTo>
                <a:lnTo>
                  <a:pt x="0" y="95616"/>
                </a:lnTo>
                <a:cubicBezTo>
                  <a:pt x="0" y="92034"/>
                  <a:pt x="2892" y="89142"/>
                  <a:pt x="6474" y="89142"/>
                </a:cubicBezTo>
                <a:close/>
                <a:moveTo>
                  <a:pt x="21969" y="59390"/>
                </a:moveTo>
                <a:lnTo>
                  <a:pt x="37795" y="59390"/>
                </a:lnTo>
                <a:lnTo>
                  <a:pt x="37795" y="69749"/>
                </a:lnTo>
                <a:lnTo>
                  <a:pt x="21969" y="69749"/>
                </a:lnTo>
                <a:close/>
                <a:moveTo>
                  <a:pt x="10359" y="55074"/>
                </a:moveTo>
                <a:lnTo>
                  <a:pt x="10359" y="74065"/>
                </a:lnTo>
                <a:lnTo>
                  <a:pt x="118405" y="74065"/>
                </a:lnTo>
                <a:lnTo>
                  <a:pt x="118405" y="55074"/>
                </a:lnTo>
                <a:close/>
                <a:moveTo>
                  <a:pt x="6474" y="44715"/>
                </a:moveTo>
                <a:lnTo>
                  <a:pt x="122290" y="44715"/>
                </a:lnTo>
                <a:cubicBezTo>
                  <a:pt x="125872" y="44715"/>
                  <a:pt x="128764" y="47607"/>
                  <a:pt x="128764" y="51189"/>
                </a:cubicBezTo>
                <a:lnTo>
                  <a:pt x="128764" y="77949"/>
                </a:lnTo>
                <a:cubicBezTo>
                  <a:pt x="128764" y="81531"/>
                  <a:pt x="125872" y="84423"/>
                  <a:pt x="122290" y="84423"/>
                </a:cubicBezTo>
                <a:lnTo>
                  <a:pt x="6474" y="84423"/>
                </a:lnTo>
                <a:cubicBezTo>
                  <a:pt x="2892" y="84423"/>
                  <a:pt x="0" y="81531"/>
                  <a:pt x="0" y="77949"/>
                </a:cubicBezTo>
                <a:lnTo>
                  <a:pt x="0" y="51189"/>
                </a:lnTo>
                <a:cubicBezTo>
                  <a:pt x="0" y="47607"/>
                  <a:pt x="2892" y="44715"/>
                  <a:pt x="6474" y="44715"/>
                </a:cubicBezTo>
                <a:close/>
                <a:moveTo>
                  <a:pt x="21969" y="14675"/>
                </a:moveTo>
                <a:lnTo>
                  <a:pt x="37795" y="14675"/>
                </a:lnTo>
                <a:lnTo>
                  <a:pt x="37795" y="25034"/>
                </a:lnTo>
                <a:lnTo>
                  <a:pt x="21969" y="25034"/>
                </a:lnTo>
                <a:close/>
                <a:moveTo>
                  <a:pt x="10359" y="10359"/>
                </a:moveTo>
                <a:lnTo>
                  <a:pt x="10359" y="29350"/>
                </a:lnTo>
                <a:lnTo>
                  <a:pt x="118405" y="29350"/>
                </a:lnTo>
                <a:lnTo>
                  <a:pt x="118405" y="10359"/>
                </a:lnTo>
                <a:close/>
                <a:moveTo>
                  <a:pt x="6474" y="0"/>
                </a:moveTo>
                <a:lnTo>
                  <a:pt x="122290" y="0"/>
                </a:lnTo>
                <a:cubicBezTo>
                  <a:pt x="125872" y="0"/>
                  <a:pt x="128764" y="2892"/>
                  <a:pt x="128764" y="6474"/>
                </a:cubicBezTo>
                <a:lnTo>
                  <a:pt x="128764" y="33234"/>
                </a:lnTo>
                <a:cubicBezTo>
                  <a:pt x="128764" y="36816"/>
                  <a:pt x="125872" y="39708"/>
                  <a:pt x="122290" y="39708"/>
                </a:cubicBezTo>
                <a:lnTo>
                  <a:pt x="6474" y="39708"/>
                </a:lnTo>
                <a:cubicBezTo>
                  <a:pt x="2892" y="39708"/>
                  <a:pt x="0" y="36816"/>
                  <a:pt x="0" y="33234"/>
                </a:cubicBezTo>
                <a:lnTo>
                  <a:pt x="0" y="6474"/>
                </a:lnTo>
                <a:cubicBezTo>
                  <a:pt x="0" y="2892"/>
                  <a:pt x="2892" y="0"/>
                  <a:pt x="6474" y="0"/>
                </a:cubicBezTo>
                <a:close/>
              </a:path>
            </a:pathLst>
          </a:custGeom>
          <a:solidFill>
            <a:schemeClr val="accent1"/>
          </a:solidFill>
          <a:ln w="140" cap="flat">
            <a:noFill/>
            <a:prstDash val="solid"/>
            <a:miter/>
          </a:ln>
        </p:spPr>
        <p:txBody>
          <a:bodyPr rtlCol="0" anchor="ctr"/>
          <a:lstStyle/>
          <a:p>
            <a:endParaRPr lang="zh-CN" altLang="en-US"/>
          </a:p>
        </p:txBody>
      </p:sp>
      <p:sp>
        <p:nvSpPr>
          <p:cNvPr id="145" name="图形 143">
            <a:extLst>
              <a:ext uri="{FF2B5EF4-FFF2-40B4-BE49-F238E27FC236}">
                <a16:creationId xmlns:a16="http://schemas.microsoft.com/office/drawing/2014/main" id="{1FA4594B-43A8-5BD5-E1BB-264A890569E8}"/>
              </a:ext>
            </a:extLst>
          </p:cNvPr>
          <p:cNvSpPr/>
          <p:nvPr/>
        </p:nvSpPr>
        <p:spPr>
          <a:xfrm>
            <a:off x="2586049" y="4767383"/>
            <a:ext cx="134926" cy="140464"/>
          </a:xfrm>
          <a:custGeom>
            <a:avLst/>
            <a:gdLst>
              <a:gd name="connsiteX0" fmla="*/ 97922 w 113381"/>
              <a:gd name="connsiteY0" fmla="*/ 0 h 118035"/>
              <a:gd name="connsiteX1" fmla="*/ 103040 w 113381"/>
              <a:gd name="connsiteY1" fmla="*/ 4737 h 118035"/>
              <a:gd name="connsiteX2" fmla="*/ 103076 w 113381"/>
              <a:gd name="connsiteY2" fmla="*/ 5365 h 118035"/>
              <a:gd name="connsiteX3" fmla="*/ 103076 w 113381"/>
              <a:gd name="connsiteY3" fmla="*/ 21461 h 118035"/>
              <a:gd name="connsiteX4" fmla="*/ 97916 w 113381"/>
              <a:gd name="connsiteY4" fmla="*/ 26820 h 118035"/>
              <a:gd name="connsiteX5" fmla="*/ 92804 w 113381"/>
              <a:gd name="connsiteY5" fmla="*/ 22088 h 118035"/>
              <a:gd name="connsiteX6" fmla="*/ 92768 w 113381"/>
              <a:gd name="connsiteY6" fmla="*/ 21461 h 118035"/>
              <a:gd name="connsiteX7" fmla="*/ 92768 w 113381"/>
              <a:gd name="connsiteY7" fmla="*/ 10730 h 118035"/>
              <a:gd name="connsiteX8" fmla="*/ 10308 w 113381"/>
              <a:gd name="connsiteY8" fmla="*/ 10730 h 118035"/>
              <a:gd name="connsiteX9" fmla="*/ 10308 w 113381"/>
              <a:gd name="connsiteY9" fmla="*/ 107303 h 118035"/>
              <a:gd name="connsiteX10" fmla="*/ 30923 w 113381"/>
              <a:gd name="connsiteY10" fmla="*/ 107303 h 118035"/>
              <a:gd name="connsiteX11" fmla="*/ 36040 w 113381"/>
              <a:gd name="connsiteY11" fmla="*/ 112041 h 118035"/>
              <a:gd name="connsiteX12" fmla="*/ 36076 w 113381"/>
              <a:gd name="connsiteY12" fmla="*/ 112669 h 118035"/>
              <a:gd name="connsiteX13" fmla="*/ 31526 w 113381"/>
              <a:gd name="connsiteY13" fmla="*/ 117996 h 118035"/>
              <a:gd name="connsiteX14" fmla="*/ 30923 w 113381"/>
              <a:gd name="connsiteY14" fmla="*/ 118034 h 118035"/>
              <a:gd name="connsiteX15" fmla="*/ 5154 w 113381"/>
              <a:gd name="connsiteY15" fmla="*/ 118034 h 118035"/>
              <a:gd name="connsiteX16" fmla="*/ 36 w 113381"/>
              <a:gd name="connsiteY16" fmla="*/ 113296 h 118035"/>
              <a:gd name="connsiteX17" fmla="*/ 0 w 113381"/>
              <a:gd name="connsiteY17" fmla="*/ 112669 h 118035"/>
              <a:gd name="connsiteX18" fmla="*/ 0 w 113381"/>
              <a:gd name="connsiteY18" fmla="*/ 5365 h 118035"/>
              <a:gd name="connsiteX19" fmla="*/ 4551 w 113381"/>
              <a:gd name="connsiteY19" fmla="*/ 38 h 118035"/>
              <a:gd name="connsiteX20" fmla="*/ 5154 w 113381"/>
              <a:gd name="connsiteY20" fmla="*/ 0 h 118035"/>
              <a:gd name="connsiteX21" fmla="*/ 97922 w 113381"/>
              <a:gd name="connsiteY21" fmla="*/ 0 h 118035"/>
              <a:gd name="connsiteX22" fmla="*/ 82461 w 113381"/>
              <a:gd name="connsiteY22" fmla="*/ 69747 h 118035"/>
              <a:gd name="connsiteX23" fmla="*/ 102596 w 113381"/>
              <a:gd name="connsiteY23" fmla="*/ 86594 h 118035"/>
              <a:gd name="connsiteX24" fmla="*/ 112652 w 113381"/>
              <a:gd name="connsiteY24" fmla="*/ 106807 h 118035"/>
              <a:gd name="connsiteX25" fmla="*/ 93235 w 113381"/>
              <a:gd name="connsiteY25" fmla="*/ 117274 h 118035"/>
              <a:gd name="connsiteX26" fmla="*/ 83180 w 113381"/>
              <a:gd name="connsiteY26" fmla="*/ 97062 h 118035"/>
              <a:gd name="connsiteX27" fmla="*/ 91969 w 113381"/>
              <a:gd name="connsiteY27" fmla="*/ 87077 h 118035"/>
              <a:gd name="connsiteX28" fmla="*/ 83228 w 113381"/>
              <a:gd name="connsiteY28" fmla="*/ 80504 h 118035"/>
              <a:gd name="connsiteX29" fmla="*/ 82461 w 113381"/>
              <a:gd name="connsiteY29" fmla="*/ 80478 h 118035"/>
              <a:gd name="connsiteX30" fmla="*/ 77307 w 113381"/>
              <a:gd name="connsiteY30" fmla="*/ 80478 h 118035"/>
              <a:gd name="connsiteX31" fmla="*/ 67788 w 113381"/>
              <a:gd name="connsiteY31" fmla="*/ 87077 h 118035"/>
              <a:gd name="connsiteX32" fmla="*/ 76119 w 113381"/>
              <a:gd name="connsiteY32" fmla="*/ 108122 h 118035"/>
              <a:gd name="connsiteX33" fmla="*/ 55903 w 113381"/>
              <a:gd name="connsiteY33" fmla="*/ 116795 h 118035"/>
              <a:gd name="connsiteX34" fmla="*/ 47572 w 113381"/>
              <a:gd name="connsiteY34" fmla="*/ 95750 h 118035"/>
              <a:gd name="connsiteX35" fmla="*/ 57171 w 113381"/>
              <a:gd name="connsiteY35" fmla="*/ 86594 h 118035"/>
              <a:gd name="connsiteX36" fmla="*/ 76276 w 113381"/>
              <a:gd name="connsiteY36" fmla="*/ 69774 h 118035"/>
              <a:gd name="connsiteX37" fmla="*/ 77307 w 113381"/>
              <a:gd name="connsiteY37" fmla="*/ 69747 h 118035"/>
              <a:gd name="connsiteX38" fmla="*/ 82461 w 113381"/>
              <a:gd name="connsiteY38" fmla="*/ 69747 h 118035"/>
              <a:gd name="connsiteX39" fmla="*/ 61845 w 113381"/>
              <a:gd name="connsiteY39" fmla="*/ 96573 h 118035"/>
              <a:gd name="connsiteX40" fmla="*/ 56691 w 113381"/>
              <a:gd name="connsiteY40" fmla="*/ 101937 h 118035"/>
              <a:gd name="connsiteX41" fmla="*/ 61844 w 113381"/>
              <a:gd name="connsiteY41" fmla="*/ 107303 h 118035"/>
              <a:gd name="connsiteX42" fmla="*/ 61845 w 113381"/>
              <a:gd name="connsiteY42" fmla="*/ 107303 h 118035"/>
              <a:gd name="connsiteX43" fmla="*/ 66998 w 113381"/>
              <a:gd name="connsiteY43" fmla="*/ 101937 h 118035"/>
              <a:gd name="connsiteX44" fmla="*/ 61845 w 113381"/>
              <a:gd name="connsiteY44" fmla="*/ 96573 h 118035"/>
              <a:gd name="connsiteX45" fmla="*/ 97922 w 113381"/>
              <a:gd name="connsiteY45" fmla="*/ 96573 h 118035"/>
              <a:gd name="connsiteX46" fmla="*/ 92767 w 113381"/>
              <a:gd name="connsiteY46" fmla="*/ 101937 h 118035"/>
              <a:gd name="connsiteX47" fmla="*/ 97920 w 113381"/>
              <a:gd name="connsiteY47" fmla="*/ 107303 h 118035"/>
              <a:gd name="connsiteX48" fmla="*/ 97922 w 113381"/>
              <a:gd name="connsiteY48" fmla="*/ 107303 h 118035"/>
              <a:gd name="connsiteX49" fmla="*/ 103075 w 113381"/>
              <a:gd name="connsiteY49" fmla="*/ 101937 h 118035"/>
              <a:gd name="connsiteX50" fmla="*/ 97922 w 113381"/>
              <a:gd name="connsiteY50" fmla="*/ 96573 h 118035"/>
              <a:gd name="connsiteX51" fmla="*/ 36076 w 113381"/>
              <a:gd name="connsiteY51" fmla="*/ 69747 h 118035"/>
              <a:gd name="connsiteX52" fmla="*/ 41225 w 113381"/>
              <a:gd name="connsiteY52" fmla="*/ 75118 h 118035"/>
              <a:gd name="connsiteX53" fmla="*/ 36679 w 113381"/>
              <a:gd name="connsiteY53" fmla="*/ 80440 h 118035"/>
              <a:gd name="connsiteX54" fmla="*/ 36076 w 113381"/>
              <a:gd name="connsiteY54" fmla="*/ 80478 h 118035"/>
              <a:gd name="connsiteX55" fmla="*/ 30923 w 113381"/>
              <a:gd name="connsiteY55" fmla="*/ 80478 h 118035"/>
              <a:gd name="connsiteX56" fmla="*/ 25775 w 113381"/>
              <a:gd name="connsiteY56" fmla="*/ 75106 h 118035"/>
              <a:gd name="connsiteX57" fmla="*/ 30320 w 113381"/>
              <a:gd name="connsiteY57" fmla="*/ 69785 h 118035"/>
              <a:gd name="connsiteX58" fmla="*/ 30923 w 113381"/>
              <a:gd name="connsiteY58" fmla="*/ 69747 h 118035"/>
              <a:gd name="connsiteX59" fmla="*/ 36076 w 113381"/>
              <a:gd name="connsiteY59" fmla="*/ 69747 h 118035"/>
              <a:gd name="connsiteX60" fmla="*/ 79884 w 113381"/>
              <a:gd name="connsiteY60" fmla="*/ 32191 h 118035"/>
              <a:gd name="connsiteX61" fmla="*/ 97922 w 113381"/>
              <a:gd name="connsiteY61" fmla="*/ 50969 h 118035"/>
              <a:gd name="connsiteX62" fmla="*/ 79884 w 113381"/>
              <a:gd name="connsiteY62" fmla="*/ 69747 h 118035"/>
              <a:gd name="connsiteX63" fmla="*/ 61845 w 113381"/>
              <a:gd name="connsiteY63" fmla="*/ 50969 h 118035"/>
              <a:gd name="connsiteX64" fmla="*/ 79884 w 113381"/>
              <a:gd name="connsiteY64" fmla="*/ 32191 h 118035"/>
              <a:gd name="connsiteX65" fmla="*/ 79884 w 113381"/>
              <a:gd name="connsiteY65" fmla="*/ 42921 h 118035"/>
              <a:gd name="connsiteX66" fmla="*/ 72153 w 113381"/>
              <a:gd name="connsiteY66" fmla="*/ 50969 h 118035"/>
              <a:gd name="connsiteX67" fmla="*/ 79884 w 113381"/>
              <a:gd name="connsiteY67" fmla="*/ 59017 h 118035"/>
              <a:gd name="connsiteX68" fmla="*/ 87614 w 113381"/>
              <a:gd name="connsiteY68" fmla="*/ 50969 h 118035"/>
              <a:gd name="connsiteX69" fmla="*/ 79884 w 113381"/>
              <a:gd name="connsiteY69" fmla="*/ 42921 h 118035"/>
              <a:gd name="connsiteX70" fmla="*/ 46384 w 113381"/>
              <a:gd name="connsiteY70" fmla="*/ 48287 h 118035"/>
              <a:gd name="connsiteX71" fmla="*/ 51532 w 113381"/>
              <a:gd name="connsiteY71" fmla="*/ 53658 h 118035"/>
              <a:gd name="connsiteX72" fmla="*/ 46987 w 113381"/>
              <a:gd name="connsiteY72" fmla="*/ 58979 h 118035"/>
              <a:gd name="connsiteX73" fmla="*/ 46384 w 113381"/>
              <a:gd name="connsiteY73" fmla="*/ 59017 h 118035"/>
              <a:gd name="connsiteX74" fmla="*/ 30923 w 113381"/>
              <a:gd name="connsiteY74" fmla="*/ 59017 h 118035"/>
              <a:gd name="connsiteX75" fmla="*/ 25775 w 113381"/>
              <a:gd name="connsiteY75" fmla="*/ 53646 h 118035"/>
              <a:gd name="connsiteX76" fmla="*/ 30320 w 113381"/>
              <a:gd name="connsiteY76" fmla="*/ 48324 h 118035"/>
              <a:gd name="connsiteX77" fmla="*/ 30923 w 113381"/>
              <a:gd name="connsiteY77" fmla="*/ 48287 h 118035"/>
              <a:gd name="connsiteX78" fmla="*/ 46384 w 113381"/>
              <a:gd name="connsiteY78" fmla="*/ 48287 h 118035"/>
              <a:gd name="connsiteX79" fmla="*/ 51538 w 113381"/>
              <a:gd name="connsiteY79" fmla="*/ 26826 h 118035"/>
              <a:gd name="connsiteX80" fmla="*/ 56686 w 113381"/>
              <a:gd name="connsiteY80" fmla="*/ 32197 h 118035"/>
              <a:gd name="connsiteX81" fmla="*/ 52141 w 113381"/>
              <a:gd name="connsiteY81" fmla="*/ 37519 h 118035"/>
              <a:gd name="connsiteX82" fmla="*/ 51538 w 113381"/>
              <a:gd name="connsiteY82" fmla="*/ 37556 h 118035"/>
              <a:gd name="connsiteX83" fmla="*/ 30923 w 113381"/>
              <a:gd name="connsiteY83" fmla="*/ 37556 h 118035"/>
              <a:gd name="connsiteX84" fmla="*/ 25775 w 113381"/>
              <a:gd name="connsiteY84" fmla="*/ 32185 h 118035"/>
              <a:gd name="connsiteX85" fmla="*/ 30320 w 113381"/>
              <a:gd name="connsiteY85" fmla="*/ 26863 h 118035"/>
              <a:gd name="connsiteX86" fmla="*/ 30923 w 113381"/>
              <a:gd name="connsiteY86" fmla="*/ 26826 h 118035"/>
              <a:gd name="connsiteX87" fmla="*/ 51538 w 113381"/>
              <a:gd name="connsiteY87" fmla="*/ 26826 h 118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13381" h="118035">
                <a:moveTo>
                  <a:pt x="97922" y="0"/>
                </a:moveTo>
                <a:cubicBezTo>
                  <a:pt x="100535" y="0"/>
                  <a:pt x="102734" y="2036"/>
                  <a:pt x="103040" y="4737"/>
                </a:cubicBezTo>
                <a:lnTo>
                  <a:pt x="103076" y="5365"/>
                </a:lnTo>
                <a:lnTo>
                  <a:pt x="103076" y="21461"/>
                </a:lnTo>
                <a:cubicBezTo>
                  <a:pt x="103072" y="24424"/>
                  <a:pt x="100762" y="26823"/>
                  <a:pt x="97916" y="26820"/>
                </a:cubicBezTo>
                <a:cubicBezTo>
                  <a:pt x="95307" y="26817"/>
                  <a:pt x="93112" y="24785"/>
                  <a:pt x="92804" y="22088"/>
                </a:cubicBezTo>
                <a:lnTo>
                  <a:pt x="92768" y="21461"/>
                </a:lnTo>
                <a:lnTo>
                  <a:pt x="92768" y="10730"/>
                </a:lnTo>
                <a:lnTo>
                  <a:pt x="10308" y="10730"/>
                </a:lnTo>
                <a:lnTo>
                  <a:pt x="10308" y="107303"/>
                </a:lnTo>
                <a:lnTo>
                  <a:pt x="30923" y="107303"/>
                </a:lnTo>
                <a:cubicBezTo>
                  <a:pt x="33536" y="107304"/>
                  <a:pt x="35735" y="109339"/>
                  <a:pt x="36040" y="112041"/>
                </a:cubicBezTo>
                <a:lnTo>
                  <a:pt x="36076" y="112669"/>
                </a:lnTo>
                <a:cubicBezTo>
                  <a:pt x="36076" y="115389"/>
                  <a:pt x="34121" y="117678"/>
                  <a:pt x="31526" y="117996"/>
                </a:cubicBezTo>
                <a:lnTo>
                  <a:pt x="30923" y="118034"/>
                </a:lnTo>
                <a:lnTo>
                  <a:pt x="5154" y="118034"/>
                </a:lnTo>
                <a:cubicBezTo>
                  <a:pt x="2541" y="118033"/>
                  <a:pt x="342" y="115998"/>
                  <a:pt x="36" y="113296"/>
                </a:cubicBezTo>
                <a:lnTo>
                  <a:pt x="0" y="112669"/>
                </a:lnTo>
                <a:lnTo>
                  <a:pt x="0" y="5365"/>
                </a:lnTo>
                <a:cubicBezTo>
                  <a:pt x="0" y="2645"/>
                  <a:pt x="1956" y="356"/>
                  <a:pt x="4551" y="38"/>
                </a:cubicBezTo>
                <a:lnTo>
                  <a:pt x="5154" y="0"/>
                </a:lnTo>
                <a:lnTo>
                  <a:pt x="97922" y="0"/>
                </a:lnTo>
                <a:close/>
                <a:moveTo>
                  <a:pt x="82461" y="69747"/>
                </a:moveTo>
                <a:cubicBezTo>
                  <a:pt x="92138" y="69748"/>
                  <a:pt x="100514" y="76755"/>
                  <a:pt x="102596" y="86594"/>
                </a:cubicBezTo>
                <a:cubicBezTo>
                  <a:pt x="110735" y="89285"/>
                  <a:pt x="115237" y="98334"/>
                  <a:pt x="112652" y="106807"/>
                </a:cubicBezTo>
                <a:cubicBezTo>
                  <a:pt x="110067" y="115279"/>
                  <a:pt x="101374" y="119965"/>
                  <a:pt x="93235" y="117274"/>
                </a:cubicBezTo>
                <a:cubicBezTo>
                  <a:pt x="85097" y="114583"/>
                  <a:pt x="80595" y="105534"/>
                  <a:pt x="83180" y="97062"/>
                </a:cubicBezTo>
                <a:cubicBezTo>
                  <a:pt x="84557" y="92550"/>
                  <a:pt x="87771" y="88897"/>
                  <a:pt x="91969" y="87077"/>
                </a:cubicBezTo>
                <a:cubicBezTo>
                  <a:pt x="90478" y="83346"/>
                  <a:pt x="87099" y="80805"/>
                  <a:pt x="83228" y="80504"/>
                </a:cubicBezTo>
                <a:lnTo>
                  <a:pt x="82461" y="80478"/>
                </a:lnTo>
                <a:lnTo>
                  <a:pt x="77307" y="80478"/>
                </a:lnTo>
                <a:cubicBezTo>
                  <a:pt x="73145" y="80475"/>
                  <a:pt x="69390" y="83078"/>
                  <a:pt x="67788" y="87077"/>
                </a:cubicBezTo>
                <a:cubicBezTo>
                  <a:pt x="75671" y="90493"/>
                  <a:pt x="79401" y="99915"/>
                  <a:pt x="76119" y="108122"/>
                </a:cubicBezTo>
                <a:cubicBezTo>
                  <a:pt x="72838" y="116328"/>
                  <a:pt x="63787" y="120212"/>
                  <a:pt x="55903" y="116795"/>
                </a:cubicBezTo>
                <a:cubicBezTo>
                  <a:pt x="48020" y="113379"/>
                  <a:pt x="44290" y="103957"/>
                  <a:pt x="47572" y="95750"/>
                </a:cubicBezTo>
                <a:cubicBezTo>
                  <a:pt x="49321" y="91376"/>
                  <a:pt x="52833" y="88026"/>
                  <a:pt x="57171" y="86594"/>
                </a:cubicBezTo>
                <a:cubicBezTo>
                  <a:pt x="59172" y="77147"/>
                  <a:pt x="66995" y="70260"/>
                  <a:pt x="76276" y="69774"/>
                </a:cubicBezTo>
                <a:lnTo>
                  <a:pt x="77307" y="69747"/>
                </a:lnTo>
                <a:lnTo>
                  <a:pt x="82461" y="69747"/>
                </a:lnTo>
                <a:close/>
                <a:moveTo>
                  <a:pt x="61845" y="96573"/>
                </a:moveTo>
                <a:cubicBezTo>
                  <a:pt x="58999" y="96573"/>
                  <a:pt x="56691" y="98974"/>
                  <a:pt x="56691" y="101937"/>
                </a:cubicBezTo>
                <a:cubicBezTo>
                  <a:pt x="56690" y="104900"/>
                  <a:pt x="58997" y="107303"/>
                  <a:pt x="61844" y="107303"/>
                </a:cubicBezTo>
                <a:cubicBezTo>
                  <a:pt x="61844" y="107303"/>
                  <a:pt x="61845" y="107303"/>
                  <a:pt x="61845" y="107303"/>
                </a:cubicBezTo>
                <a:cubicBezTo>
                  <a:pt x="64692" y="107303"/>
                  <a:pt x="66999" y="104900"/>
                  <a:pt x="66998" y="101937"/>
                </a:cubicBezTo>
                <a:cubicBezTo>
                  <a:pt x="66998" y="98975"/>
                  <a:pt x="64691" y="96573"/>
                  <a:pt x="61845" y="96573"/>
                </a:cubicBezTo>
                <a:close/>
                <a:moveTo>
                  <a:pt x="97922" y="96573"/>
                </a:moveTo>
                <a:cubicBezTo>
                  <a:pt x="95075" y="96573"/>
                  <a:pt x="92768" y="98974"/>
                  <a:pt x="92767" y="101937"/>
                </a:cubicBezTo>
                <a:cubicBezTo>
                  <a:pt x="92767" y="104900"/>
                  <a:pt x="95074" y="107303"/>
                  <a:pt x="97920" y="107303"/>
                </a:cubicBezTo>
                <a:cubicBezTo>
                  <a:pt x="97921" y="107303"/>
                  <a:pt x="97921" y="107303"/>
                  <a:pt x="97922" y="107303"/>
                </a:cubicBezTo>
                <a:cubicBezTo>
                  <a:pt x="100768" y="107303"/>
                  <a:pt x="103075" y="104900"/>
                  <a:pt x="103075" y="101937"/>
                </a:cubicBezTo>
                <a:cubicBezTo>
                  <a:pt x="103074" y="98975"/>
                  <a:pt x="100768" y="96573"/>
                  <a:pt x="97922" y="96573"/>
                </a:cubicBezTo>
                <a:close/>
                <a:moveTo>
                  <a:pt x="36076" y="69747"/>
                </a:moveTo>
                <a:cubicBezTo>
                  <a:pt x="38923" y="69750"/>
                  <a:pt x="41228" y="72155"/>
                  <a:pt x="41225" y="75118"/>
                </a:cubicBezTo>
                <a:cubicBezTo>
                  <a:pt x="41222" y="77834"/>
                  <a:pt x="39270" y="80119"/>
                  <a:pt x="36679" y="80440"/>
                </a:cubicBezTo>
                <a:lnTo>
                  <a:pt x="36076" y="80478"/>
                </a:lnTo>
                <a:lnTo>
                  <a:pt x="30923" y="80478"/>
                </a:lnTo>
                <a:cubicBezTo>
                  <a:pt x="28076" y="80474"/>
                  <a:pt x="25771" y="78069"/>
                  <a:pt x="25775" y="75106"/>
                </a:cubicBezTo>
                <a:cubicBezTo>
                  <a:pt x="25778" y="72391"/>
                  <a:pt x="27729" y="70105"/>
                  <a:pt x="30320" y="69785"/>
                </a:cubicBezTo>
                <a:lnTo>
                  <a:pt x="30923" y="69747"/>
                </a:lnTo>
                <a:lnTo>
                  <a:pt x="36076" y="69747"/>
                </a:lnTo>
                <a:close/>
                <a:moveTo>
                  <a:pt x="79884" y="32191"/>
                </a:moveTo>
                <a:cubicBezTo>
                  <a:pt x="89846" y="32191"/>
                  <a:pt x="97922" y="40598"/>
                  <a:pt x="97922" y="50969"/>
                </a:cubicBezTo>
                <a:cubicBezTo>
                  <a:pt x="97922" y="61340"/>
                  <a:pt x="89846" y="69747"/>
                  <a:pt x="79884" y="69747"/>
                </a:cubicBezTo>
                <a:cubicBezTo>
                  <a:pt x="69921" y="69747"/>
                  <a:pt x="61845" y="61340"/>
                  <a:pt x="61845" y="50969"/>
                </a:cubicBezTo>
                <a:cubicBezTo>
                  <a:pt x="61845" y="40598"/>
                  <a:pt x="69921" y="32191"/>
                  <a:pt x="79884" y="32191"/>
                </a:cubicBezTo>
                <a:close/>
                <a:moveTo>
                  <a:pt x="79884" y="42921"/>
                </a:moveTo>
                <a:cubicBezTo>
                  <a:pt x="75614" y="42921"/>
                  <a:pt x="72153" y="46524"/>
                  <a:pt x="72153" y="50969"/>
                </a:cubicBezTo>
                <a:cubicBezTo>
                  <a:pt x="72153" y="55414"/>
                  <a:pt x="75614" y="59017"/>
                  <a:pt x="79884" y="59017"/>
                </a:cubicBezTo>
                <a:cubicBezTo>
                  <a:pt x="84153" y="59017"/>
                  <a:pt x="87614" y="55414"/>
                  <a:pt x="87614" y="50969"/>
                </a:cubicBezTo>
                <a:cubicBezTo>
                  <a:pt x="87614" y="46524"/>
                  <a:pt x="84153" y="42921"/>
                  <a:pt x="79884" y="42921"/>
                </a:cubicBezTo>
                <a:close/>
                <a:moveTo>
                  <a:pt x="46384" y="48287"/>
                </a:moveTo>
                <a:cubicBezTo>
                  <a:pt x="49230" y="48290"/>
                  <a:pt x="51535" y="50695"/>
                  <a:pt x="51532" y="53658"/>
                </a:cubicBezTo>
                <a:cubicBezTo>
                  <a:pt x="51529" y="56373"/>
                  <a:pt x="49577" y="58659"/>
                  <a:pt x="46987" y="58979"/>
                </a:cubicBezTo>
                <a:lnTo>
                  <a:pt x="46384" y="59017"/>
                </a:lnTo>
                <a:lnTo>
                  <a:pt x="30923" y="59017"/>
                </a:lnTo>
                <a:cubicBezTo>
                  <a:pt x="28076" y="59014"/>
                  <a:pt x="25771" y="56609"/>
                  <a:pt x="25775" y="53646"/>
                </a:cubicBezTo>
                <a:cubicBezTo>
                  <a:pt x="25778" y="50930"/>
                  <a:pt x="27729" y="48645"/>
                  <a:pt x="30320" y="48324"/>
                </a:cubicBezTo>
                <a:lnTo>
                  <a:pt x="30923" y="48287"/>
                </a:lnTo>
                <a:lnTo>
                  <a:pt x="46384" y="48287"/>
                </a:lnTo>
                <a:close/>
                <a:moveTo>
                  <a:pt x="51538" y="26826"/>
                </a:moveTo>
                <a:cubicBezTo>
                  <a:pt x="54384" y="26829"/>
                  <a:pt x="56689" y="29234"/>
                  <a:pt x="56686" y="32197"/>
                </a:cubicBezTo>
                <a:cubicBezTo>
                  <a:pt x="56683" y="34913"/>
                  <a:pt x="54731" y="37198"/>
                  <a:pt x="52141" y="37519"/>
                </a:cubicBezTo>
                <a:lnTo>
                  <a:pt x="51538" y="37556"/>
                </a:lnTo>
                <a:lnTo>
                  <a:pt x="30923" y="37556"/>
                </a:lnTo>
                <a:cubicBezTo>
                  <a:pt x="28076" y="37553"/>
                  <a:pt x="25771" y="35148"/>
                  <a:pt x="25775" y="32185"/>
                </a:cubicBezTo>
                <a:cubicBezTo>
                  <a:pt x="25778" y="29469"/>
                  <a:pt x="27729" y="27184"/>
                  <a:pt x="30320" y="26863"/>
                </a:cubicBezTo>
                <a:lnTo>
                  <a:pt x="30923" y="26826"/>
                </a:lnTo>
                <a:lnTo>
                  <a:pt x="51538" y="26826"/>
                </a:lnTo>
                <a:close/>
              </a:path>
            </a:pathLst>
          </a:custGeom>
          <a:solidFill>
            <a:schemeClr val="accent1"/>
          </a:solidFill>
          <a:ln w="116" cap="flat">
            <a:noFill/>
            <a:prstDash val="solid"/>
            <a:miter/>
          </a:ln>
        </p:spPr>
        <p:txBody>
          <a:bodyPr rtlCol="0" anchor="ctr"/>
          <a:lstStyle/>
          <a:p>
            <a:endParaRPr lang="zh-CN" altLang="en-US"/>
          </a:p>
        </p:txBody>
      </p:sp>
      <p:sp>
        <p:nvSpPr>
          <p:cNvPr id="151" name="图形 149">
            <a:extLst>
              <a:ext uri="{FF2B5EF4-FFF2-40B4-BE49-F238E27FC236}">
                <a16:creationId xmlns:a16="http://schemas.microsoft.com/office/drawing/2014/main" id="{E40762F5-A0D1-8D3A-C3F1-4049E7B4004C}"/>
              </a:ext>
            </a:extLst>
          </p:cNvPr>
          <p:cNvSpPr/>
          <p:nvPr/>
        </p:nvSpPr>
        <p:spPr>
          <a:xfrm>
            <a:off x="1987436" y="4401820"/>
            <a:ext cx="135804" cy="150626"/>
          </a:xfrm>
          <a:custGeom>
            <a:avLst/>
            <a:gdLst>
              <a:gd name="connsiteX0" fmla="*/ 0 w 97993"/>
              <a:gd name="connsiteY0" fmla="*/ 19249 h 108687"/>
              <a:gd name="connsiteX1" fmla="*/ 0 w 97993"/>
              <a:gd name="connsiteY1" fmla="*/ 89244 h 108687"/>
              <a:gd name="connsiteX2" fmla="*/ 48997 w 97993"/>
              <a:gd name="connsiteY2" fmla="*/ 108687 h 108687"/>
              <a:gd name="connsiteX3" fmla="*/ 97993 w 97993"/>
              <a:gd name="connsiteY3" fmla="*/ 89244 h 108687"/>
              <a:gd name="connsiteX4" fmla="*/ 97993 w 97993"/>
              <a:gd name="connsiteY4" fmla="*/ 19249 h 108687"/>
              <a:gd name="connsiteX5" fmla="*/ 0 w 97993"/>
              <a:gd name="connsiteY5" fmla="*/ 19249 h 108687"/>
              <a:gd name="connsiteX6" fmla="*/ 90216 w 97993"/>
              <a:gd name="connsiteY6" fmla="*/ 66690 h 108687"/>
              <a:gd name="connsiteX7" fmla="*/ 48997 w 97993"/>
              <a:gd name="connsiteY7" fmla="*/ 78356 h 108687"/>
              <a:gd name="connsiteX8" fmla="*/ 7777 w 97993"/>
              <a:gd name="connsiteY8" fmla="*/ 66690 h 108687"/>
              <a:gd name="connsiteX9" fmla="*/ 7777 w 97993"/>
              <a:gd name="connsiteY9" fmla="*/ 55024 h 108687"/>
              <a:gd name="connsiteX10" fmla="*/ 48997 w 97993"/>
              <a:gd name="connsiteY10" fmla="*/ 63579 h 108687"/>
              <a:gd name="connsiteX11" fmla="*/ 90216 w 97993"/>
              <a:gd name="connsiteY11" fmla="*/ 55024 h 108687"/>
              <a:gd name="connsiteX12" fmla="*/ 90216 w 97993"/>
              <a:gd name="connsiteY12" fmla="*/ 66690 h 108687"/>
              <a:gd name="connsiteX13" fmla="*/ 90216 w 97993"/>
              <a:gd name="connsiteY13" fmla="*/ 30137 h 108687"/>
              <a:gd name="connsiteX14" fmla="*/ 90216 w 97993"/>
              <a:gd name="connsiteY14" fmla="*/ 43358 h 108687"/>
              <a:gd name="connsiteX15" fmla="*/ 48997 w 97993"/>
              <a:gd name="connsiteY15" fmla="*/ 55024 h 108687"/>
              <a:gd name="connsiteX16" fmla="*/ 7777 w 97993"/>
              <a:gd name="connsiteY16" fmla="*/ 43358 h 108687"/>
              <a:gd name="connsiteX17" fmla="*/ 7777 w 97993"/>
              <a:gd name="connsiteY17" fmla="*/ 30137 h 108687"/>
              <a:gd name="connsiteX18" fmla="*/ 8555 w 97993"/>
              <a:gd name="connsiteY18" fmla="*/ 30137 h 108687"/>
              <a:gd name="connsiteX19" fmla="*/ 10888 w 97993"/>
              <a:gd name="connsiteY19" fmla="*/ 31692 h 108687"/>
              <a:gd name="connsiteX20" fmla="*/ 11666 w 97993"/>
              <a:gd name="connsiteY20" fmla="*/ 31692 h 108687"/>
              <a:gd name="connsiteX21" fmla="*/ 15555 w 97993"/>
              <a:gd name="connsiteY21" fmla="*/ 33248 h 108687"/>
              <a:gd name="connsiteX22" fmla="*/ 20999 w 97993"/>
              <a:gd name="connsiteY22" fmla="*/ 35581 h 108687"/>
              <a:gd name="connsiteX23" fmla="*/ 48997 w 97993"/>
              <a:gd name="connsiteY23" fmla="*/ 38692 h 108687"/>
              <a:gd name="connsiteX24" fmla="*/ 76995 w 97993"/>
              <a:gd name="connsiteY24" fmla="*/ 35581 h 108687"/>
              <a:gd name="connsiteX25" fmla="*/ 81661 w 97993"/>
              <a:gd name="connsiteY25" fmla="*/ 34025 h 108687"/>
              <a:gd name="connsiteX26" fmla="*/ 85550 w 97993"/>
              <a:gd name="connsiteY26" fmla="*/ 32470 h 108687"/>
              <a:gd name="connsiteX27" fmla="*/ 86327 w 97993"/>
              <a:gd name="connsiteY27" fmla="*/ 32470 h 108687"/>
              <a:gd name="connsiteX28" fmla="*/ 90216 w 97993"/>
              <a:gd name="connsiteY28" fmla="*/ 30137 h 108687"/>
              <a:gd name="connsiteX29" fmla="*/ 90216 w 97993"/>
              <a:gd name="connsiteY29" fmla="*/ 30137 h 108687"/>
              <a:gd name="connsiteX30" fmla="*/ 48997 w 97993"/>
              <a:gd name="connsiteY30" fmla="*/ 7583 h 108687"/>
              <a:gd name="connsiteX31" fmla="*/ 90216 w 97993"/>
              <a:gd name="connsiteY31" fmla="*/ 19249 h 108687"/>
              <a:gd name="connsiteX32" fmla="*/ 48997 w 97993"/>
              <a:gd name="connsiteY32" fmla="*/ 30915 h 108687"/>
              <a:gd name="connsiteX33" fmla="*/ 7777 w 97993"/>
              <a:gd name="connsiteY33" fmla="*/ 19249 h 108687"/>
              <a:gd name="connsiteX34" fmla="*/ 48997 w 97993"/>
              <a:gd name="connsiteY34" fmla="*/ 7583 h 108687"/>
              <a:gd name="connsiteX35" fmla="*/ 48997 w 97993"/>
              <a:gd name="connsiteY35" fmla="*/ 100910 h 108687"/>
              <a:gd name="connsiteX36" fmla="*/ 7777 w 97993"/>
              <a:gd name="connsiteY36" fmla="*/ 89244 h 108687"/>
              <a:gd name="connsiteX37" fmla="*/ 7777 w 97993"/>
              <a:gd name="connsiteY37" fmla="*/ 77578 h 108687"/>
              <a:gd name="connsiteX38" fmla="*/ 48997 w 97993"/>
              <a:gd name="connsiteY38" fmla="*/ 86133 h 108687"/>
              <a:gd name="connsiteX39" fmla="*/ 90216 w 97993"/>
              <a:gd name="connsiteY39" fmla="*/ 77578 h 108687"/>
              <a:gd name="connsiteX40" fmla="*/ 90216 w 97993"/>
              <a:gd name="connsiteY40" fmla="*/ 88466 h 108687"/>
              <a:gd name="connsiteX41" fmla="*/ 48997 w 97993"/>
              <a:gd name="connsiteY41" fmla="*/ 100910 h 108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7993" h="108687">
                <a:moveTo>
                  <a:pt x="0" y="19249"/>
                </a:moveTo>
                <a:lnTo>
                  <a:pt x="0" y="89244"/>
                </a:lnTo>
                <a:cubicBezTo>
                  <a:pt x="0" y="101688"/>
                  <a:pt x="24887" y="108687"/>
                  <a:pt x="48997" y="108687"/>
                </a:cubicBezTo>
                <a:cubicBezTo>
                  <a:pt x="73106" y="108687"/>
                  <a:pt x="97993" y="101688"/>
                  <a:pt x="97993" y="89244"/>
                </a:cubicBezTo>
                <a:lnTo>
                  <a:pt x="97993" y="19249"/>
                </a:lnTo>
                <a:cubicBezTo>
                  <a:pt x="97993" y="-6416"/>
                  <a:pt x="0" y="-6416"/>
                  <a:pt x="0" y="19249"/>
                </a:cubicBezTo>
                <a:close/>
                <a:moveTo>
                  <a:pt x="90216" y="66690"/>
                </a:moveTo>
                <a:cubicBezTo>
                  <a:pt x="90216" y="70579"/>
                  <a:pt x="75439" y="78356"/>
                  <a:pt x="48997" y="78356"/>
                </a:cubicBezTo>
                <a:cubicBezTo>
                  <a:pt x="22554" y="78356"/>
                  <a:pt x="7777" y="70579"/>
                  <a:pt x="7777" y="66690"/>
                </a:cubicBezTo>
                <a:lnTo>
                  <a:pt x="7777" y="55024"/>
                </a:lnTo>
                <a:cubicBezTo>
                  <a:pt x="17110" y="60468"/>
                  <a:pt x="33442" y="63579"/>
                  <a:pt x="48997" y="63579"/>
                </a:cubicBezTo>
                <a:cubicBezTo>
                  <a:pt x="64551" y="63579"/>
                  <a:pt x="80883" y="60468"/>
                  <a:pt x="90216" y="55024"/>
                </a:cubicBezTo>
                <a:lnTo>
                  <a:pt x="90216" y="66690"/>
                </a:lnTo>
                <a:close/>
                <a:moveTo>
                  <a:pt x="90216" y="30137"/>
                </a:moveTo>
                <a:lnTo>
                  <a:pt x="90216" y="43358"/>
                </a:lnTo>
                <a:cubicBezTo>
                  <a:pt x="90216" y="47247"/>
                  <a:pt x="75439" y="55024"/>
                  <a:pt x="48997" y="55024"/>
                </a:cubicBezTo>
                <a:cubicBezTo>
                  <a:pt x="22554" y="55024"/>
                  <a:pt x="7777" y="47247"/>
                  <a:pt x="7777" y="43358"/>
                </a:cubicBezTo>
                <a:lnTo>
                  <a:pt x="7777" y="30137"/>
                </a:lnTo>
                <a:lnTo>
                  <a:pt x="8555" y="30137"/>
                </a:lnTo>
                <a:cubicBezTo>
                  <a:pt x="9333" y="30915"/>
                  <a:pt x="10110" y="31692"/>
                  <a:pt x="10888" y="31692"/>
                </a:cubicBezTo>
                <a:lnTo>
                  <a:pt x="11666" y="31692"/>
                </a:lnTo>
                <a:cubicBezTo>
                  <a:pt x="13221" y="32470"/>
                  <a:pt x="13999" y="32470"/>
                  <a:pt x="15555" y="33248"/>
                </a:cubicBezTo>
                <a:cubicBezTo>
                  <a:pt x="17888" y="34803"/>
                  <a:pt x="19443" y="34803"/>
                  <a:pt x="20999" y="35581"/>
                </a:cubicBezTo>
                <a:cubicBezTo>
                  <a:pt x="29554" y="37914"/>
                  <a:pt x="38886" y="38692"/>
                  <a:pt x="48997" y="38692"/>
                </a:cubicBezTo>
                <a:cubicBezTo>
                  <a:pt x="59107" y="38692"/>
                  <a:pt x="68440" y="37914"/>
                  <a:pt x="76995" y="35581"/>
                </a:cubicBezTo>
                <a:cubicBezTo>
                  <a:pt x="78550" y="34803"/>
                  <a:pt x="80106" y="34803"/>
                  <a:pt x="81661" y="34025"/>
                </a:cubicBezTo>
                <a:cubicBezTo>
                  <a:pt x="83217" y="33248"/>
                  <a:pt x="84772" y="33248"/>
                  <a:pt x="85550" y="32470"/>
                </a:cubicBezTo>
                <a:lnTo>
                  <a:pt x="86327" y="32470"/>
                </a:lnTo>
                <a:cubicBezTo>
                  <a:pt x="87883" y="31692"/>
                  <a:pt x="88661" y="30915"/>
                  <a:pt x="90216" y="30137"/>
                </a:cubicBezTo>
                <a:cubicBezTo>
                  <a:pt x="89438" y="30137"/>
                  <a:pt x="90216" y="30137"/>
                  <a:pt x="90216" y="30137"/>
                </a:cubicBezTo>
                <a:close/>
                <a:moveTo>
                  <a:pt x="48997" y="7583"/>
                </a:moveTo>
                <a:cubicBezTo>
                  <a:pt x="75439" y="7583"/>
                  <a:pt x="90216" y="15360"/>
                  <a:pt x="90216" y="19249"/>
                </a:cubicBezTo>
                <a:cubicBezTo>
                  <a:pt x="90216" y="23137"/>
                  <a:pt x="75439" y="30915"/>
                  <a:pt x="48997" y="30915"/>
                </a:cubicBezTo>
                <a:cubicBezTo>
                  <a:pt x="22554" y="30915"/>
                  <a:pt x="7777" y="23137"/>
                  <a:pt x="7777" y="19249"/>
                </a:cubicBezTo>
                <a:cubicBezTo>
                  <a:pt x="7777" y="15360"/>
                  <a:pt x="22554" y="7583"/>
                  <a:pt x="48997" y="7583"/>
                </a:cubicBezTo>
                <a:close/>
                <a:moveTo>
                  <a:pt x="48997" y="100910"/>
                </a:moveTo>
                <a:cubicBezTo>
                  <a:pt x="22554" y="100910"/>
                  <a:pt x="7777" y="93133"/>
                  <a:pt x="7777" y="89244"/>
                </a:cubicBezTo>
                <a:lnTo>
                  <a:pt x="7777" y="77578"/>
                </a:lnTo>
                <a:cubicBezTo>
                  <a:pt x="17110" y="83022"/>
                  <a:pt x="33442" y="86133"/>
                  <a:pt x="48997" y="86133"/>
                </a:cubicBezTo>
                <a:cubicBezTo>
                  <a:pt x="64551" y="86133"/>
                  <a:pt x="80883" y="83022"/>
                  <a:pt x="90216" y="77578"/>
                </a:cubicBezTo>
                <a:lnTo>
                  <a:pt x="90216" y="88466"/>
                </a:lnTo>
                <a:cubicBezTo>
                  <a:pt x="90216" y="93133"/>
                  <a:pt x="75439" y="100910"/>
                  <a:pt x="48997" y="100910"/>
                </a:cubicBezTo>
                <a:close/>
              </a:path>
            </a:pathLst>
          </a:custGeom>
          <a:solidFill>
            <a:schemeClr val="accent1"/>
          </a:solidFill>
          <a:ln w="121" cap="flat">
            <a:noFill/>
            <a:prstDash val="solid"/>
            <a:miter/>
          </a:ln>
        </p:spPr>
        <p:txBody>
          <a:bodyPr rtlCol="0" anchor="ctr"/>
          <a:lstStyle/>
          <a:p>
            <a:endParaRPr lang="zh-CN" altLang="en-US"/>
          </a:p>
        </p:txBody>
      </p:sp>
      <p:sp>
        <p:nvSpPr>
          <p:cNvPr id="156" name="椭圆 155">
            <a:extLst>
              <a:ext uri="{FF2B5EF4-FFF2-40B4-BE49-F238E27FC236}">
                <a16:creationId xmlns:a16="http://schemas.microsoft.com/office/drawing/2014/main" id="{E339FA2A-0B15-8267-DED9-AE1A09ADAF9C}"/>
              </a:ext>
            </a:extLst>
          </p:cNvPr>
          <p:cNvSpPr/>
          <p:nvPr/>
        </p:nvSpPr>
        <p:spPr>
          <a:xfrm>
            <a:off x="3233800" y="2321111"/>
            <a:ext cx="5724401" cy="1808439"/>
          </a:xfrm>
          <a:prstGeom prst="ellipse">
            <a:avLst/>
          </a:prstGeom>
          <a:gradFill>
            <a:gsLst>
              <a:gs pos="59000">
                <a:schemeClr val="accent1">
                  <a:alpha val="0"/>
                </a:schemeClr>
              </a:gs>
              <a:gs pos="100000">
                <a:schemeClr val="accent1">
                  <a:alpha val="29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accent3"/>
              </a:solidFill>
              <a:latin typeface="+mn-ea"/>
            </a:endParaRPr>
          </a:p>
        </p:txBody>
      </p:sp>
      <p:sp>
        <p:nvSpPr>
          <p:cNvPr id="40" name="椭圆 39">
            <a:extLst>
              <a:ext uri="{FF2B5EF4-FFF2-40B4-BE49-F238E27FC236}">
                <a16:creationId xmlns:a16="http://schemas.microsoft.com/office/drawing/2014/main" id="{4B9696A1-616E-ED21-78B9-728FD40242E6}"/>
              </a:ext>
            </a:extLst>
          </p:cNvPr>
          <p:cNvSpPr/>
          <p:nvPr/>
        </p:nvSpPr>
        <p:spPr>
          <a:xfrm>
            <a:off x="3249015" y="2338865"/>
            <a:ext cx="5682661" cy="1673417"/>
          </a:xfrm>
          <a:prstGeom prst="ellipse">
            <a:avLst/>
          </a:prstGeom>
          <a:gradFill>
            <a:gsLst>
              <a:gs pos="0">
                <a:schemeClr val="accent1">
                  <a:alpha val="0"/>
                </a:schemeClr>
              </a:gs>
              <a:gs pos="100000">
                <a:schemeClr val="accent1">
                  <a:alpha val="48000"/>
                </a:schemeClr>
              </a:gs>
            </a:gsLst>
            <a:lin ang="5400000" scaled="1"/>
          </a:gradFill>
          <a:ln>
            <a:gradFill>
              <a:gsLst>
                <a:gs pos="54000">
                  <a:schemeClr val="accent1">
                    <a:alpha val="0"/>
                  </a:schemeClr>
                </a:gs>
                <a:gs pos="100000">
                  <a:schemeClr val="accent1">
                    <a:alpha val="61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solidFill>
                <a:schemeClr val="accent3"/>
              </a:solidFill>
              <a:latin typeface="+mn-ea"/>
            </a:endParaRPr>
          </a:p>
        </p:txBody>
      </p:sp>
      <p:sp>
        <p:nvSpPr>
          <p:cNvPr id="42" name="椭圆 41">
            <a:extLst>
              <a:ext uri="{FF2B5EF4-FFF2-40B4-BE49-F238E27FC236}">
                <a16:creationId xmlns:a16="http://schemas.microsoft.com/office/drawing/2014/main" id="{8EC7EB1C-FAA5-5DB8-B3A2-6A3267985639}"/>
              </a:ext>
            </a:extLst>
          </p:cNvPr>
          <p:cNvSpPr/>
          <p:nvPr/>
        </p:nvSpPr>
        <p:spPr>
          <a:xfrm>
            <a:off x="4198738" y="2506615"/>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a:solidFill>
                  <a:schemeClr val="tx1"/>
                </a:solidFill>
                <a:latin typeface="+mj-ea"/>
                <a:ea typeface="+mj-ea"/>
              </a:rPr>
              <a:t>便捷</a:t>
            </a:r>
            <a:endParaRPr lang="en-US" altLang="zh-CN" sz="1400" b="1">
              <a:solidFill>
                <a:schemeClr val="tx1"/>
              </a:solidFill>
              <a:latin typeface="+mj-ea"/>
              <a:ea typeface="+mj-ea"/>
            </a:endParaRPr>
          </a:p>
          <a:p>
            <a:pPr algn="ctr"/>
            <a:r>
              <a:rPr lang="zh-CN" altLang="en-US" sz="1400" b="1">
                <a:solidFill>
                  <a:schemeClr val="tx1"/>
                </a:solidFill>
                <a:latin typeface="+mj-ea"/>
                <a:ea typeface="+mj-ea"/>
              </a:rPr>
              <a:t>高效</a:t>
            </a:r>
            <a:endParaRPr lang="zh-CN" altLang="en-US" sz="1400" b="1" dirty="0">
              <a:solidFill>
                <a:schemeClr val="tx1"/>
              </a:solidFill>
              <a:latin typeface="+mj-ea"/>
              <a:ea typeface="+mj-ea"/>
            </a:endParaRPr>
          </a:p>
        </p:txBody>
      </p:sp>
      <p:sp>
        <p:nvSpPr>
          <p:cNvPr id="44" name="椭圆 43">
            <a:extLst>
              <a:ext uri="{FF2B5EF4-FFF2-40B4-BE49-F238E27FC236}">
                <a16:creationId xmlns:a16="http://schemas.microsoft.com/office/drawing/2014/main" id="{1AE50CE5-A7CC-3F44-E64D-051CB2E04F2C}"/>
              </a:ext>
            </a:extLst>
          </p:cNvPr>
          <p:cNvSpPr/>
          <p:nvPr/>
        </p:nvSpPr>
        <p:spPr>
          <a:xfrm>
            <a:off x="5501836" y="2060439"/>
            <a:ext cx="1168846" cy="1168846"/>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a:solidFill>
                  <a:schemeClr val="tx1"/>
                </a:solidFill>
                <a:latin typeface="+mj-ea"/>
                <a:ea typeface="+mj-ea"/>
              </a:rPr>
              <a:t>个性</a:t>
            </a:r>
            <a:endParaRPr lang="en-US" altLang="zh-CN" sz="1400" b="1" dirty="0">
              <a:solidFill>
                <a:schemeClr val="tx1"/>
              </a:solidFill>
              <a:latin typeface="+mj-ea"/>
              <a:ea typeface="+mj-ea"/>
            </a:endParaRPr>
          </a:p>
          <a:p>
            <a:pPr algn="ctr"/>
            <a:r>
              <a:rPr lang="zh-CN" altLang="en-US" sz="1400" b="1" dirty="0">
                <a:solidFill>
                  <a:schemeClr val="tx1"/>
                </a:solidFill>
                <a:latin typeface="+mj-ea"/>
                <a:ea typeface="+mj-ea"/>
              </a:rPr>
              <a:t>定制</a:t>
            </a:r>
          </a:p>
        </p:txBody>
      </p:sp>
      <p:sp>
        <p:nvSpPr>
          <p:cNvPr id="46" name="椭圆 45">
            <a:extLst>
              <a:ext uri="{FF2B5EF4-FFF2-40B4-BE49-F238E27FC236}">
                <a16:creationId xmlns:a16="http://schemas.microsoft.com/office/drawing/2014/main" id="{17CAAD42-8FCF-1A29-303D-4A6B6FBFD04B}"/>
              </a:ext>
            </a:extLst>
          </p:cNvPr>
          <p:cNvSpPr/>
          <p:nvPr/>
        </p:nvSpPr>
        <p:spPr>
          <a:xfrm>
            <a:off x="6988472" y="2457512"/>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dirty="0">
                <a:solidFill>
                  <a:schemeClr val="tx1"/>
                </a:solidFill>
                <a:latin typeface="+mj-ea"/>
                <a:ea typeface="+mj-ea"/>
              </a:rPr>
              <a:t>智能</a:t>
            </a:r>
            <a:endParaRPr lang="en-US" altLang="zh-CN" sz="1400" b="1" dirty="0">
              <a:solidFill>
                <a:schemeClr val="tx1"/>
              </a:solidFill>
              <a:latin typeface="+mj-ea"/>
              <a:ea typeface="+mj-ea"/>
            </a:endParaRPr>
          </a:p>
          <a:p>
            <a:pPr algn="ctr"/>
            <a:r>
              <a:rPr lang="zh-CN" altLang="en-US" sz="1400" b="1" dirty="0">
                <a:solidFill>
                  <a:schemeClr val="tx1"/>
                </a:solidFill>
                <a:latin typeface="+mj-ea"/>
                <a:ea typeface="+mj-ea"/>
              </a:rPr>
              <a:t>互动</a:t>
            </a:r>
          </a:p>
        </p:txBody>
      </p:sp>
      <p:sp>
        <p:nvSpPr>
          <p:cNvPr id="41" name="预定义流程 6">
            <a:extLst>
              <a:ext uri="{FF2B5EF4-FFF2-40B4-BE49-F238E27FC236}">
                <a16:creationId xmlns:a16="http://schemas.microsoft.com/office/drawing/2014/main" id="{272628D3-9087-FE33-C2AB-B6C77256D6BE}"/>
              </a:ext>
            </a:extLst>
          </p:cNvPr>
          <p:cNvSpPr/>
          <p:nvPr/>
        </p:nvSpPr>
        <p:spPr>
          <a:xfrm>
            <a:off x="5309803" y="3857316"/>
            <a:ext cx="1572392" cy="314543"/>
          </a:xfrm>
          <a:prstGeom prst="roundRect">
            <a:avLst>
              <a:gd name="adj" fmla="val 50000"/>
            </a:avLst>
          </a:prstGeom>
          <a:solidFill>
            <a:schemeClr val="tx2"/>
          </a:solidFill>
          <a:ln w="12700" cap="flat" cmpd="sng" algn="ctr">
            <a:solidFill>
              <a:schemeClr val="accent1"/>
            </a:solidFill>
            <a:prstDash val="solid"/>
            <a:miter lim="800000"/>
          </a:ln>
          <a:effectLst/>
        </p:spPr>
        <p:txBody>
          <a:bodyPr rtlCol="0" anchor="ctr"/>
          <a:lstStyle/>
          <a:p>
            <a:pPr algn="ctr"/>
            <a:r>
              <a:rPr kumimoji="1" lang="zh-CN" altLang="en-US" sz="1200" b="1" dirty="0">
                <a:solidFill>
                  <a:schemeClr val="accent1"/>
                </a:solidFill>
                <a:latin typeface="+mn-ea"/>
              </a:rPr>
              <a:t>数字产品与服务</a:t>
            </a:r>
          </a:p>
        </p:txBody>
      </p:sp>
      <p:grpSp>
        <p:nvGrpSpPr>
          <p:cNvPr id="158" name="组合 157">
            <a:extLst>
              <a:ext uri="{FF2B5EF4-FFF2-40B4-BE49-F238E27FC236}">
                <a16:creationId xmlns:a16="http://schemas.microsoft.com/office/drawing/2014/main" id="{C0D61223-E546-98EB-B4E4-2FF2D47100FC}"/>
              </a:ext>
            </a:extLst>
          </p:cNvPr>
          <p:cNvGrpSpPr/>
          <p:nvPr/>
        </p:nvGrpSpPr>
        <p:grpSpPr>
          <a:xfrm>
            <a:off x="2525149" y="3455643"/>
            <a:ext cx="353554" cy="199512"/>
            <a:chOff x="7889199" y="5912852"/>
            <a:chExt cx="493750" cy="278626"/>
          </a:xfrm>
        </p:grpSpPr>
        <p:sp>
          <p:nvSpPr>
            <p:cNvPr id="159" name="椭圆 158">
              <a:extLst>
                <a:ext uri="{FF2B5EF4-FFF2-40B4-BE49-F238E27FC236}">
                  <a16:creationId xmlns:a16="http://schemas.microsoft.com/office/drawing/2014/main" id="{46E91EB7-F9BA-8002-6700-B07BD30DD537}"/>
                </a:ext>
              </a:extLst>
            </p:cNvPr>
            <p:cNvSpPr/>
            <p:nvPr/>
          </p:nvSpPr>
          <p:spPr>
            <a:xfrm>
              <a:off x="7943171" y="6036313"/>
              <a:ext cx="408058" cy="155165"/>
            </a:xfrm>
            <a:prstGeom prst="ellipse">
              <a:avLst/>
            </a:prstGeom>
            <a:noFill/>
            <a:ln w="9525" cap="flat" cmpd="sng" algn="ctr">
              <a:gradFill>
                <a:gsLst>
                  <a:gs pos="0">
                    <a:schemeClr val="accent2">
                      <a:alpha val="0"/>
                    </a:schemeClr>
                  </a:gs>
                  <a:gs pos="100000">
                    <a:schemeClr val="accent2"/>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160" name="椭圆 159">
              <a:extLst>
                <a:ext uri="{FF2B5EF4-FFF2-40B4-BE49-F238E27FC236}">
                  <a16:creationId xmlns:a16="http://schemas.microsoft.com/office/drawing/2014/main" id="{8E3E50AF-5FDC-F6AE-7573-A4F40AAAB274}"/>
                </a:ext>
              </a:extLst>
            </p:cNvPr>
            <p:cNvSpPr/>
            <p:nvPr/>
          </p:nvSpPr>
          <p:spPr>
            <a:xfrm>
              <a:off x="7889199" y="5912852"/>
              <a:ext cx="493750" cy="249896"/>
            </a:xfrm>
            <a:prstGeom prst="ellipse">
              <a:avLst/>
            </a:prstGeom>
            <a:gradFill>
              <a:gsLst>
                <a:gs pos="0">
                  <a:schemeClr val="accent2">
                    <a:alpha val="0"/>
                  </a:schemeClr>
                </a:gs>
                <a:gs pos="100000">
                  <a:schemeClr val="accent2">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grpSp>
        <p:nvGrpSpPr>
          <p:cNvPr id="173" name="组合 172">
            <a:extLst>
              <a:ext uri="{FF2B5EF4-FFF2-40B4-BE49-F238E27FC236}">
                <a16:creationId xmlns:a16="http://schemas.microsoft.com/office/drawing/2014/main" id="{4745183C-E7C8-A86C-505B-E6C89B721034}"/>
              </a:ext>
            </a:extLst>
          </p:cNvPr>
          <p:cNvGrpSpPr/>
          <p:nvPr/>
        </p:nvGrpSpPr>
        <p:grpSpPr>
          <a:xfrm>
            <a:off x="9313298" y="3455643"/>
            <a:ext cx="353554" cy="199512"/>
            <a:chOff x="7889199" y="5912852"/>
            <a:chExt cx="493750" cy="278626"/>
          </a:xfrm>
        </p:grpSpPr>
        <p:sp>
          <p:nvSpPr>
            <p:cNvPr id="174" name="椭圆 173">
              <a:extLst>
                <a:ext uri="{FF2B5EF4-FFF2-40B4-BE49-F238E27FC236}">
                  <a16:creationId xmlns:a16="http://schemas.microsoft.com/office/drawing/2014/main" id="{5664B40D-7ACC-5568-3683-3C6EDF0FA3C0}"/>
                </a:ext>
              </a:extLst>
            </p:cNvPr>
            <p:cNvSpPr/>
            <p:nvPr/>
          </p:nvSpPr>
          <p:spPr>
            <a:xfrm>
              <a:off x="7943171" y="6036313"/>
              <a:ext cx="408058" cy="155165"/>
            </a:xfrm>
            <a:prstGeom prst="ellipse">
              <a:avLst/>
            </a:prstGeom>
            <a:noFill/>
            <a:ln w="9525" cap="flat" cmpd="sng" algn="ctr">
              <a:gradFill>
                <a:gsLst>
                  <a:gs pos="0">
                    <a:schemeClr val="accent2">
                      <a:alpha val="0"/>
                    </a:schemeClr>
                  </a:gs>
                  <a:gs pos="100000">
                    <a:schemeClr val="accent2"/>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175" name="椭圆 174">
              <a:extLst>
                <a:ext uri="{FF2B5EF4-FFF2-40B4-BE49-F238E27FC236}">
                  <a16:creationId xmlns:a16="http://schemas.microsoft.com/office/drawing/2014/main" id="{681916D5-B16D-022C-FE5A-8DEFA7D7D168}"/>
                </a:ext>
              </a:extLst>
            </p:cNvPr>
            <p:cNvSpPr/>
            <p:nvPr/>
          </p:nvSpPr>
          <p:spPr>
            <a:xfrm>
              <a:off x="7889199" y="5912852"/>
              <a:ext cx="493750" cy="249896"/>
            </a:xfrm>
            <a:prstGeom prst="ellipse">
              <a:avLst/>
            </a:prstGeom>
            <a:gradFill>
              <a:gsLst>
                <a:gs pos="0">
                  <a:schemeClr val="accent2">
                    <a:alpha val="0"/>
                  </a:schemeClr>
                </a:gs>
                <a:gs pos="100000">
                  <a:schemeClr val="accent2">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grpSp>
        <p:nvGrpSpPr>
          <p:cNvPr id="164" name="组合 163">
            <a:extLst>
              <a:ext uri="{FF2B5EF4-FFF2-40B4-BE49-F238E27FC236}">
                <a16:creationId xmlns:a16="http://schemas.microsoft.com/office/drawing/2014/main" id="{67D0DB74-C100-105D-76F9-FCA4F8AB33D7}"/>
              </a:ext>
            </a:extLst>
          </p:cNvPr>
          <p:cNvGrpSpPr/>
          <p:nvPr/>
        </p:nvGrpSpPr>
        <p:grpSpPr>
          <a:xfrm>
            <a:off x="2971698" y="3835634"/>
            <a:ext cx="353554" cy="199512"/>
            <a:chOff x="7889199" y="5912852"/>
            <a:chExt cx="493750" cy="278626"/>
          </a:xfrm>
        </p:grpSpPr>
        <p:sp>
          <p:nvSpPr>
            <p:cNvPr id="165" name="椭圆 164">
              <a:extLst>
                <a:ext uri="{FF2B5EF4-FFF2-40B4-BE49-F238E27FC236}">
                  <a16:creationId xmlns:a16="http://schemas.microsoft.com/office/drawing/2014/main" id="{E55E9B78-FC61-794E-A9B2-F88877EF6152}"/>
                </a:ext>
              </a:extLst>
            </p:cNvPr>
            <p:cNvSpPr/>
            <p:nvPr/>
          </p:nvSpPr>
          <p:spPr>
            <a:xfrm>
              <a:off x="7943171" y="6036313"/>
              <a:ext cx="408058" cy="155165"/>
            </a:xfrm>
            <a:prstGeom prst="ellipse">
              <a:avLst/>
            </a:prstGeom>
            <a:noFill/>
            <a:ln w="9525" cap="flat" cmpd="sng" algn="ctr">
              <a:gradFill>
                <a:gsLst>
                  <a:gs pos="0">
                    <a:schemeClr val="accent2">
                      <a:alpha val="0"/>
                    </a:schemeClr>
                  </a:gs>
                  <a:gs pos="100000">
                    <a:schemeClr val="accent2"/>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166" name="椭圆 165">
              <a:extLst>
                <a:ext uri="{FF2B5EF4-FFF2-40B4-BE49-F238E27FC236}">
                  <a16:creationId xmlns:a16="http://schemas.microsoft.com/office/drawing/2014/main" id="{6D254087-A792-4927-3B53-1D9D4A696532}"/>
                </a:ext>
              </a:extLst>
            </p:cNvPr>
            <p:cNvSpPr/>
            <p:nvPr/>
          </p:nvSpPr>
          <p:spPr>
            <a:xfrm>
              <a:off x="7889199" y="5912852"/>
              <a:ext cx="493750" cy="249896"/>
            </a:xfrm>
            <a:prstGeom prst="ellipse">
              <a:avLst/>
            </a:prstGeom>
            <a:gradFill>
              <a:gsLst>
                <a:gs pos="0">
                  <a:schemeClr val="accent2">
                    <a:alpha val="0"/>
                  </a:schemeClr>
                </a:gs>
                <a:gs pos="100000">
                  <a:schemeClr val="accent2">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grpSp>
        <p:nvGrpSpPr>
          <p:cNvPr id="176" name="组合 175">
            <a:extLst>
              <a:ext uri="{FF2B5EF4-FFF2-40B4-BE49-F238E27FC236}">
                <a16:creationId xmlns:a16="http://schemas.microsoft.com/office/drawing/2014/main" id="{FC621FE7-99DB-BF3A-8B2F-1207E8F69D67}"/>
              </a:ext>
            </a:extLst>
          </p:cNvPr>
          <p:cNvGrpSpPr/>
          <p:nvPr/>
        </p:nvGrpSpPr>
        <p:grpSpPr>
          <a:xfrm>
            <a:off x="8866747" y="3835634"/>
            <a:ext cx="353554" cy="199512"/>
            <a:chOff x="7889199" y="5912852"/>
            <a:chExt cx="493750" cy="278626"/>
          </a:xfrm>
        </p:grpSpPr>
        <p:sp>
          <p:nvSpPr>
            <p:cNvPr id="177" name="椭圆 176">
              <a:extLst>
                <a:ext uri="{FF2B5EF4-FFF2-40B4-BE49-F238E27FC236}">
                  <a16:creationId xmlns:a16="http://schemas.microsoft.com/office/drawing/2014/main" id="{9F8B6FCF-4E17-3221-E7C8-C7D208DFE38F}"/>
                </a:ext>
              </a:extLst>
            </p:cNvPr>
            <p:cNvSpPr/>
            <p:nvPr/>
          </p:nvSpPr>
          <p:spPr>
            <a:xfrm>
              <a:off x="7943171" y="6036313"/>
              <a:ext cx="408058" cy="155165"/>
            </a:xfrm>
            <a:prstGeom prst="ellipse">
              <a:avLst/>
            </a:prstGeom>
            <a:noFill/>
            <a:ln w="9525" cap="flat" cmpd="sng" algn="ctr">
              <a:gradFill>
                <a:gsLst>
                  <a:gs pos="0">
                    <a:schemeClr val="accent2">
                      <a:alpha val="0"/>
                    </a:schemeClr>
                  </a:gs>
                  <a:gs pos="100000">
                    <a:schemeClr val="accent2"/>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178" name="椭圆 177">
              <a:extLst>
                <a:ext uri="{FF2B5EF4-FFF2-40B4-BE49-F238E27FC236}">
                  <a16:creationId xmlns:a16="http://schemas.microsoft.com/office/drawing/2014/main" id="{0B8095CD-7116-3743-2604-77279276D92F}"/>
                </a:ext>
              </a:extLst>
            </p:cNvPr>
            <p:cNvSpPr/>
            <p:nvPr/>
          </p:nvSpPr>
          <p:spPr>
            <a:xfrm>
              <a:off x="7889199" y="5912852"/>
              <a:ext cx="493750" cy="249896"/>
            </a:xfrm>
            <a:prstGeom prst="ellipse">
              <a:avLst/>
            </a:prstGeom>
            <a:gradFill>
              <a:gsLst>
                <a:gs pos="0">
                  <a:schemeClr val="accent2">
                    <a:alpha val="0"/>
                  </a:schemeClr>
                </a:gs>
                <a:gs pos="100000">
                  <a:schemeClr val="accent2">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grpSp>
        <p:nvGrpSpPr>
          <p:cNvPr id="167" name="组合 166">
            <a:extLst>
              <a:ext uri="{FF2B5EF4-FFF2-40B4-BE49-F238E27FC236}">
                <a16:creationId xmlns:a16="http://schemas.microsoft.com/office/drawing/2014/main" id="{9BB316B3-CB98-AB34-D8D3-3A91371D3A96}"/>
              </a:ext>
            </a:extLst>
          </p:cNvPr>
          <p:cNvGrpSpPr/>
          <p:nvPr/>
        </p:nvGrpSpPr>
        <p:grpSpPr>
          <a:xfrm>
            <a:off x="3501723" y="4087932"/>
            <a:ext cx="353554" cy="199512"/>
            <a:chOff x="7889199" y="5912852"/>
            <a:chExt cx="493750" cy="278626"/>
          </a:xfrm>
        </p:grpSpPr>
        <p:sp>
          <p:nvSpPr>
            <p:cNvPr id="168" name="椭圆 167">
              <a:extLst>
                <a:ext uri="{FF2B5EF4-FFF2-40B4-BE49-F238E27FC236}">
                  <a16:creationId xmlns:a16="http://schemas.microsoft.com/office/drawing/2014/main" id="{05DCF21F-E9BC-BAC9-2F89-8A35C81B1D11}"/>
                </a:ext>
              </a:extLst>
            </p:cNvPr>
            <p:cNvSpPr/>
            <p:nvPr/>
          </p:nvSpPr>
          <p:spPr>
            <a:xfrm>
              <a:off x="7943171" y="6036313"/>
              <a:ext cx="408058" cy="155165"/>
            </a:xfrm>
            <a:prstGeom prst="ellipse">
              <a:avLst/>
            </a:prstGeom>
            <a:noFill/>
            <a:ln w="9525" cap="flat" cmpd="sng" algn="ctr">
              <a:gradFill>
                <a:gsLst>
                  <a:gs pos="0">
                    <a:schemeClr val="accent2">
                      <a:alpha val="0"/>
                    </a:schemeClr>
                  </a:gs>
                  <a:gs pos="100000">
                    <a:schemeClr val="accent2"/>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169" name="椭圆 168">
              <a:extLst>
                <a:ext uri="{FF2B5EF4-FFF2-40B4-BE49-F238E27FC236}">
                  <a16:creationId xmlns:a16="http://schemas.microsoft.com/office/drawing/2014/main" id="{DB4E98BA-BB66-39F6-7F56-C2BFFE7256E1}"/>
                </a:ext>
              </a:extLst>
            </p:cNvPr>
            <p:cNvSpPr/>
            <p:nvPr/>
          </p:nvSpPr>
          <p:spPr>
            <a:xfrm>
              <a:off x="7889199" y="5912852"/>
              <a:ext cx="493750" cy="249896"/>
            </a:xfrm>
            <a:prstGeom prst="ellipse">
              <a:avLst/>
            </a:prstGeom>
            <a:gradFill>
              <a:gsLst>
                <a:gs pos="0">
                  <a:schemeClr val="accent2">
                    <a:alpha val="0"/>
                  </a:schemeClr>
                </a:gs>
                <a:gs pos="100000">
                  <a:schemeClr val="accent2">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grpSp>
        <p:nvGrpSpPr>
          <p:cNvPr id="179" name="组合 178">
            <a:extLst>
              <a:ext uri="{FF2B5EF4-FFF2-40B4-BE49-F238E27FC236}">
                <a16:creationId xmlns:a16="http://schemas.microsoft.com/office/drawing/2014/main" id="{CFE337CA-BF0F-F348-4067-DC3CBE8440F3}"/>
              </a:ext>
            </a:extLst>
          </p:cNvPr>
          <p:cNvGrpSpPr/>
          <p:nvPr/>
        </p:nvGrpSpPr>
        <p:grpSpPr>
          <a:xfrm>
            <a:off x="8336724" y="4087932"/>
            <a:ext cx="353554" cy="199512"/>
            <a:chOff x="7889199" y="5912852"/>
            <a:chExt cx="493750" cy="278626"/>
          </a:xfrm>
        </p:grpSpPr>
        <p:sp>
          <p:nvSpPr>
            <p:cNvPr id="180" name="椭圆 179">
              <a:extLst>
                <a:ext uri="{FF2B5EF4-FFF2-40B4-BE49-F238E27FC236}">
                  <a16:creationId xmlns:a16="http://schemas.microsoft.com/office/drawing/2014/main" id="{DA0B8915-C011-6719-D0B3-625731F4EF91}"/>
                </a:ext>
              </a:extLst>
            </p:cNvPr>
            <p:cNvSpPr/>
            <p:nvPr/>
          </p:nvSpPr>
          <p:spPr>
            <a:xfrm>
              <a:off x="7943171" y="6036313"/>
              <a:ext cx="408058" cy="155165"/>
            </a:xfrm>
            <a:prstGeom prst="ellipse">
              <a:avLst/>
            </a:prstGeom>
            <a:noFill/>
            <a:ln w="9525" cap="flat" cmpd="sng" algn="ctr">
              <a:gradFill>
                <a:gsLst>
                  <a:gs pos="0">
                    <a:schemeClr val="accent2">
                      <a:alpha val="0"/>
                    </a:schemeClr>
                  </a:gs>
                  <a:gs pos="100000">
                    <a:schemeClr val="accent2"/>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181" name="椭圆 180">
              <a:extLst>
                <a:ext uri="{FF2B5EF4-FFF2-40B4-BE49-F238E27FC236}">
                  <a16:creationId xmlns:a16="http://schemas.microsoft.com/office/drawing/2014/main" id="{57DB243C-4838-0373-D1D1-222EED605F3F}"/>
                </a:ext>
              </a:extLst>
            </p:cNvPr>
            <p:cNvSpPr/>
            <p:nvPr/>
          </p:nvSpPr>
          <p:spPr>
            <a:xfrm>
              <a:off x="7889199" y="5912852"/>
              <a:ext cx="493750" cy="249896"/>
            </a:xfrm>
            <a:prstGeom prst="ellipse">
              <a:avLst/>
            </a:prstGeom>
            <a:gradFill>
              <a:gsLst>
                <a:gs pos="0">
                  <a:schemeClr val="accent2">
                    <a:alpha val="0"/>
                  </a:schemeClr>
                </a:gs>
                <a:gs pos="100000">
                  <a:schemeClr val="accent2">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grpSp>
        <p:nvGrpSpPr>
          <p:cNvPr id="170" name="组合 169">
            <a:extLst>
              <a:ext uri="{FF2B5EF4-FFF2-40B4-BE49-F238E27FC236}">
                <a16:creationId xmlns:a16="http://schemas.microsoft.com/office/drawing/2014/main" id="{40B17A31-7A97-2957-9123-291C27F2A622}"/>
              </a:ext>
            </a:extLst>
          </p:cNvPr>
          <p:cNvGrpSpPr/>
          <p:nvPr/>
        </p:nvGrpSpPr>
        <p:grpSpPr>
          <a:xfrm>
            <a:off x="4036868" y="4286944"/>
            <a:ext cx="353554" cy="199512"/>
            <a:chOff x="7889199" y="5912852"/>
            <a:chExt cx="493750" cy="278626"/>
          </a:xfrm>
        </p:grpSpPr>
        <p:sp>
          <p:nvSpPr>
            <p:cNvPr id="171" name="椭圆 170">
              <a:extLst>
                <a:ext uri="{FF2B5EF4-FFF2-40B4-BE49-F238E27FC236}">
                  <a16:creationId xmlns:a16="http://schemas.microsoft.com/office/drawing/2014/main" id="{8FAB3CA9-0CA4-C8BC-DCA7-5A9F09225B77}"/>
                </a:ext>
              </a:extLst>
            </p:cNvPr>
            <p:cNvSpPr/>
            <p:nvPr/>
          </p:nvSpPr>
          <p:spPr>
            <a:xfrm>
              <a:off x="7943171" y="6036313"/>
              <a:ext cx="408058" cy="155165"/>
            </a:xfrm>
            <a:prstGeom prst="ellipse">
              <a:avLst/>
            </a:prstGeom>
            <a:noFill/>
            <a:ln w="9525" cap="flat" cmpd="sng" algn="ctr">
              <a:gradFill>
                <a:gsLst>
                  <a:gs pos="0">
                    <a:schemeClr val="accent2">
                      <a:alpha val="0"/>
                    </a:schemeClr>
                  </a:gs>
                  <a:gs pos="100000">
                    <a:schemeClr val="accent2"/>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172" name="椭圆 171">
              <a:extLst>
                <a:ext uri="{FF2B5EF4-FFF2-40B4-BE49-F238E27FC236}">
                  <a16:creationId xmlns:a16="http://schemas.microsoft.com/office/drawing/2014/main" id="{13A4B615-F24B-3ECB-8AFE-04665AAD3E85}"/>
                </a:ext>
              </a:extLst>
            </p:cNvPr>
            <p:cNvSpPr/>
            <p:nvPr/>
          </p:nvSpPr>
          <p:spPr>
            <a:xfrm>
              <a:off x="7889199" y="5912852"/>
              <a:ext cx="493750" cy="249896"/>
            </a:xfrm>
            <a:prstGeom prst="ellipse">
              <a:avLst/>
            </a:prstGeom>
            <a:gradFill>
              <a:gsLst>
                <a:gs pos="0">
                  <a:schemeClr val="accent2">
                    <a:alpha val="0"/>
                  </a:schemeClr>
                </a:gs>
                <a:gs pos="100000">
                  <a:schemeClr val="accent2">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grpSp>
        <p:nvGrpSpPr>
          <p:cNvPr id="182" name="组合 181">
            <a:extLst>
              <a:ext uri="{FF2B5EF4-FFF2-40B4-BE49-F238E27FC236}">
                <a16:creationId xmlns:a16="http://schemas.microsoft.com/office/drawing/2014/main" id="{F2E066B8-E68F-9B0E-1EB6-9EED597A174A}"/>
              </a:ext>
            </a:extLst>
          </p:cNvPr>
          <p:cNvGrpSpPr/>
          <p:nvPr/>
        </p:nvGrpSpPr>
        <p:grpSpPr>
          <a:xfrm>
            <a:off x="7801578" y="4286944"/>
            <a:ext cx="353554" cy="199512"/>
            <a:chOff x="7889199" y="5912852"/>
            <a:chExt cx="493750" cy="278626"/>
          </a:xfrm>
        </p:grpSpPr>
        <p:sp>
          <p:nvSpPr>
            <p:cNvPr id="183" name="椭圆 182">
              <a:extLst>
                <a:ext uri="{FF2B5EF4-FFF2-40B4-BE49-F238E27FC236}">
                  <a16:creationId xmlns:a16="http://schemas.microsoft.com/office/drawing/2014/main" id="{4FADA800-4758-B182-6E09-94A434A115D2}"/>
                </a:ext>
              </a:extLst>
            </p:cNvPr>
            <p:cNvSpPr/>
            <p:nvPr/>
          </p:nvSpPr>
          <p:spPr>
            <a:xfrm>
              <a:off x="7943171" y="6036313"/>
              <a:ext cx="408058" cy="155165"/>
            </a:xfrm>
            <a:prstGeom prst="ellipse">
              <a:avLst/>
            </a:prstGeom>
            <a:noFill/>
            <a:ln w="9525" cap="flat" cmpd="sng" algn="ctr">
              <a:gradFill>
                <a:gsLst>
                  <a:gs pos="0">
                    <a:schemeClr val="accent2">
                      <a:alpha val="0"/>
                    </a:schemeClr>
                  </a:gs>
                  <a:gs pos="100000">
                    <a:schemeClr val="accent2"/>
                  </a:gs>
                </a:gsLst>
                <a:lin ang="5400000" scaled="1"/>
              </a:grad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sp>
          <p:nvSpPr>
            <p:cNvPr id="184" name="椭圆 183">
              <a:extLst>
                <a:ext uri="{FF2B5EF4-FFF2-40B4-BE49-F238E27FC236}">
                  <a16:creationId xmlns:a16="http://schemas.microsoft.com/office/drawing/2014/main" id="{19AB38C6-7203-033B-7F83-8196EBA70E11}"/>
                </a:ext>
              </a:extLst>
            </p:cNvPr>
            <p:cNvSpPr/>
            <p:nvPr/>
          </p:nvSpPr>
          <p:spPr>
            <a:xfrm>
              <a:off x="7889199" y="5912852"/>
              <a:ext cx="493750" cy="249896"/>
            </a:xfrm>
            <a:prstGeom prst="ellipse">
              <a:avLst/>
            </a:prstGeom>
            <a:gradFill>
              <a:gsLst>
                <a:gs pos="0">
                  <a:schemeClr val="accent2">
                    <a:alpha val="0"/>
                  </a:schemeClr>
                </a:gs>
                <a:gs pos="100000">
                  <a:schemeClr val="accent2">
                    <a:alpha val="50000"/>
                  </a:schemeClr>
                </a:gs>
              </a:gsLst>
              <a:lin ang="5400000" scaled="0"/>
            </a:gradFill>
            <a:ln w="12700" cap="flat" cmpd="sng" algn="ctr">
              <a:noFill/>
              <a:prstDash val="solid"/>
              <a:miter lim="800000"/>
            </a:ln>
            <a:effectLst>
              <a:outerShdw blurRad="317500" dist="190500" dir="5400000" algn="t" rotWithShape="0">
                <a:schemeClr val="accent1">
                  <a:lumMod val="75000"/>
                  <a:alpha val="15000"/>
                </a:schemeClr>
              </a:outerShdw>
            </a:effectLst>
          </p:spPr>
          <p:txBody>
            <a:bodyPr rtlCol="0" anchor="ctr"/>
            <a:lstStyle/>
            <a:p>
              <a:pPr algn="ctr"/>
              <a:endParaRPr lang="zh-CN" altLang="en-US" sz="2400" b="1" dirty="0">
                <a:solidFill>
                  <a:schemeClr val="accent1"/>
                </a:solidFill>
                <a:latin typeface="+mn-ea"/>
                <a:sym typeface="+mn-lt"/>
              </a:endParaRPr>
            </a:p>
          </p:txBody>
        </p:sp>
      </p:grpSp>
      <p:grpSp>
        <p:nvGrpSpPr>
          <p:cNvPr id="194" name="组合 193">
            <a:extLst>
              <a:ext uri="{FF2B5EF4-FFF2-40B4-BE49-F238E27FC236}">
                <a16:creationId xmlns:a16="http://schemas.microsoft.com/office/drawing/2014/main" id="{16FB3746-192C-95BF-5D64-DCD07F8CE45C}"/>
              </a:ext>
            </a:extLst>
          </p:cNvPr>
          <p:cNvGrpSpPr/>
          <p:nvPr/>
        </p:nvGrpSpPr>
        <p:grpSpPr>
          <a:xfrm>
            <a:off x="2631199" y="3380159"/>
            <a:ext cx="149617" cy="163887"/>
            <a:chOff x="2023884" y="4271115"/>
            <a:chExt cx="63174" cy="125425"/>
          </a:xfrm>
        </p:grpSpPr>
        <p:sp>
          <p:nvSpPr>
            <p:cNvPr id="192" name="任意多边形: 形状 191">
              <a:extLst>
                <a:ext uri="{FF2B5EF4-FFF2-40B4-BE49-F238E27FC236}">
                  <a16:creationId xmlns:a16="http://schemas.microsoft.com/office/drawing/2014/main" id="{127D2623-C0AB-568B-34E3-C45EAC335613}"/>
                </a:ext>
              </a:extLst>
            </p:cNvPr>
            <p:cNvSpPr/>
            <p:nvPr/>
          </p:nvSpPr>
          <p:spPr>
            <a:xfrm>
              <a:off x="2023884" y="4280185"/>
              <a:ext cx="57988" cy="116355"/>
            </a:xfrm>
            <a:custGeom>
              <a:avLst/>
              <a:gdLst>
                <a:gd name="connsiteX0" fmla="*/ 53175 w 57988"/>
                <a:gd name="connsiteY0" fmla="*/ 31812 h 116355"/>
                <a:gd name="connsiteX1" fmla="*/ 53175 w 57988"/>
                <a:gd name="connsiteY1" fmla="*/ 102403 h 116355"/>
                <a:gd name="connsiteX2" fmla="*/ 50812 w 57988"/>
                <a:gd name="connsiteY2" fmla="*/ 106740 h 116355"/>
                <a:gd name="connsiteX3" fmla="*/ 7166 w 57988"/>
                <a:gd name="connsiteY3" fmla="*/ 106740 h 116355"/>
                <a:gd name="connsiteX4" fmla="*/ 4802 w 57988"/>
                <a:gd name="connsiteY4" fmla="*/ 102403 h 116355"/>
                <a:gd name="connsiteX5" fmla="*/ 4802 w 57988"/>
                <a:gd name="connsiteY5" fmla="*/ 13973 h 116355"/>
                <a:gd name="connsiteX6" fmla="*/ 7166 w 57988"/>
                <a:gd name="connsiteY6" fmla="*/ 9636 h 116355"/>
                <a:gd name="connsiteX7" fmla="*/ 40716 w 57988"/>
                <a:gd name="connsiteY7" fmla="*/ 9636 h 116355"/>
                <a:gd name="connsiteX8" fmla="*/ 43454 w 57988"/>
                <a:gd name="connsiteY8" fmla="*/ 4612 h 116355"/>
                <a:gd name="connsiteX9" fmla="*/ 40940 w 57988"/>
                <a:gd name="connsiteY9" fmla="*/ 0 h 116355"/>
                <a:gd name="connsiteX10" fmla="*/ 7711 w 57988"/>
                <a:gd name="connsiteY10" fmla="*/ 0 h 116355"/>
                <a:gd name="connsiteX11" fmla="*/ 0 w 57988"/>
                <a:gd name="connsiteY11" fmla="*/ 14150 h 116355"/>
                <a:gd name="connsiteX12" fmla="*/ 0 w 57988"/>
                <a:gd name="connsiteY12" fmla="*/ 102206 h 116355"/>
                <a:gd name="connsiteX13" fmla="*/ 7711 w 57988"/>
                <a:gd name="connsiteY13" fmla="*/ 116356 h 116355"/>
                <a:gd name="connsiteX14" fmla="*/ 50277 w 57988"/>
                <a:gd name="connsiteY14" fmla="*/ 116356 h 116355"/>
                <a:gd name="connsiteX15" fmla="*/ 57988 w 57988"/>
                <a:gd name="connsiteY15" fmla="*/ 102206 h 116355"/>
                <a:gd name="connsiteX16" fmla="*/ 57988 w 57988"/>
                <a:gd name="connsiteY16" fmla="*/ 31890 h 116355"/>
                <a:gd name="connsiteX17" fmla="*/ 55560 w 57988"/>
                <a:gd name="connsiteY17" fmla="*/ 27436 h 116355"/>
                <a:gd name="connsiteX18" fmla="*/ 53175 w 57988"/>
                <a:gd name="connsiteY18" fmla="*/ 31812 h 116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988" h="116355">
                  <a:moveTo>
                    <a:pt x="53175" y="31812"/>
                  </a:moveTo>
                  <a:lnTo>
                    <a:pt x="53175" y="102403"/>
                  </a:lnTo>
                  <a:cubicBezTo>
                    <a:pt x="53175" y="104777"/>
                    <a:pt x="52117" y="106740"/>
                    <a:pt x="50812" y="106740"/>
                  </a:cubicBezTo>
                  <a:lnTo>
                    <a:pt x="7166" y="106740"/>
                  </a:lnTo>
                  <a:cubicBezTo>
                    <a:pt x="5872" y="106740"/>
                    <a:pt x="4802" y="104797"/>
                    <a:pt x="4802" y="102403"/>
                  </a:cubicBezTo>
                  <a:lnTo>
                    <a:pt x="4802" y="13973"/>
                  </a:lnTo>
                  <a:cubicBezTo>
                    <a:pt x="4802" y="11598"/>
                    <a:pt x="5861" y="9636"/>
                    <a:pt x="7166" y="9636"/>
                  </a:cubicBezTo>
                  <a:lnTo>
                    <a:pt x="40716" y="9636"/>
                  </a:lnTo>
                  <a:cubicBezTo>
                    <a:pt x="42234" y="9636"/>
                    <a:pt x="43454" y="7379"/>
                    <a:pt x="43454" y="4612"/>
                  </a:cubicBezTo>
                  <a:cubicBezTo>
                    <a:pt x="43454" y="2061"/>
                    <a:pt x="42331" y="0"/>
                    <a:pt x="40940" y="0"/>
                  </a:cubicBezTo>
                  <a:lnTo>
                    <a:pt x="7711" y="0"/>
                  </a:lnTo>
                  <a:cubicBezTo>
                    <a:pt x="3465" y="0"/>
                    <a:pt x="0" y="6358"/>
                    <a:pt x="0" y="14150"/>
                  </a:cubicBezTo>
                  <a:lnTo>
                    <a:pt x="0" y="102206"/>
                  </a:lnTo>
                  <a:cubicBezTo>
                    <a:pt x="0" y="109997"/>
                    <a:pt x="3465" y="116356"/>
                    <a:pt x="7711" y="116356"/>
                  </a:cubicBezTo>
                  <a:lnTo>
                    <a:pt x="50277" y="116356"/>
                  </a:lnTo>
                  <a:cubicBezTo>
                    <a:pt x="54523" y="116356"/>
                    <a:pt x="57988" y="109997"/>
                    <a:pt x="57988" y="102206"/>
                  </a:cubicBezTo>
                  <a:lnTo>
                    <a:pt x="57988" y="31890"/>
                  </a:lnTo>
                  <a:cubicBezTo>
                    <a:pt x="57988" y="29437"/>
                    <a:pt x="56897" y="27436"/>
                    <a:pt x="55560" y="27436"/>
                  </a:cubicBezTo>
                  <a:cubicBezTo>
                    <a:pt x="54245" y="27436"/>
                    <a:pt x="53175" y="29398"/>
                    <a:pt x="53175" y="31812"/>
                  </a:cubicBezTo>
                  <a:close/>
                </a:path>
              </a:pathLst>
            </a:custGeom>
            <a:solidFill>
              <a:schemeClr val="accent2"/>
            </a:solidFill>
            <a:ln w="71" cap="flat">
              <a:noFill/>
              <a:prstDash val="solid"/>
              <a:miter/>
            </a:ln>
          </p:spPr>
          <p:txBody>
            <a:bodyPr rtlCol="0" anchor="ctr"/>
            <a:lstStyle/>
            <a:p>
              <a:endParaRPr lang="zh-CN" altLang="en-US"/>
            </a:p>
          </p:txBody>
        </p:sp>
        <p:sp>
          <p:nvSpPr>
            <p:cNvPr id="193" name="任意多边形: 形状 192">
              <a:extLst>
                <a:ext uri="{FF2B5EF4-FFF2-40B4-BE49-F238E27FC236}">
                  <a16:creationId xmlns:a16="http://schemas.microsoft.com/office/drawing/2014/main" id="{37CE09BD-925E-4B4B-E6D8-E7A17602E81B}"/>
                </a:ext>
              </a:extLst>
            </p:cNvPr>
            <p:cNvSpPr/>
            <p:nvPr/>
          </p:nvSpPr>
          <p:spPr>
            <a:xfrm>
              <a:off x="2033552" y="4271115"/>
              <a:ext cx="53506" cy="80640"/>
            </a:xfrm>
            <a:custGeom>
              <a:avLst/>
              <a:gdLst>
                <a:gd name="connsiteX0" fmla="*/ 17347 w 53506"/>
                <a:gd name="connsiteY0" fmla="*/ 53794 h 80640"/>
                <a:gd name="connsiteX1" fmla="*/ 1968 w 53506"/>
                <a:gd name="connsiteY1" fmla="*/ 53794 h 80640"/>
                <a:gd name="connsiteX2" fmla="*/ 0 w 53506"/>
                <a:gd name="connsiteY2" fmla="*/ 50183 h 80640"/>
                <a:gd name="connsiteX3" fmla="*/ 0 w 53506"/>
                <a:gd name="connsiteY3" fmla="*/ 48476 h 80640"/>
                <a:gd name="connsiteX4" fmla="*/ 1968 w 53506"/>
                <a:gd name="connsiteY4" fmla="*/ 44865 h 80640"/>
                <a:gd name="connsiteX5" fmla="*/ 17347 w 53506"/>
                <a:gd name="connsiteY5" fmla="*/ 44865 h 80640"/>
                <a:gd name="connsiteX6" fmla="*/ 19315 w 53506"/>
                <a:gd name="connsiteY6" fmla="*/ 48476 h 80640"/>
                <a:gd name="connsiteX7" fmla="*/ 19315 w 53506"/>
                <a:gd name="connsiteY7" fmla="*/ 50183 h 80640"/>
                <a:gd name="connsiteX8" fmla="*/ 17347 w 53506"/>
                <a:gd name="connsiteY8" fmla="*/ 53794 h 80640"/>
                <a:gd name="connsiteX9" fmla="*/ 31775 w 53506"/>
                <a:gd name="connsiteY9" fmla="*/ 80641 h 80640"/>
                <a:gd name="connsiteX10" fmla="*/ 1968 w 53506"/>
                <a:gd name="connsiteY10" fmla="*/ 80641 h 80640"/>
                <a:gd name="connsiteX11" fmla="*/ 0 w 53506"/>
                <a:gd name="connsiteY11" fmla="*/ 77030 h 80640"/>
                <a:gd name="connsiteX12" fmla="*/ 0 w 53506"/>
                <a:gd name="connsiteY12" fmla="*/ 75323 h 80640"/>
                <a:gd name="connsiteX13" fmla="*/ 1968 w 53506"/>
                <a:gd name="connsiteY13" fmla="*/ 71712 h 80640"/>
                <a:gd name="connsiteX14" fmla="*/ 31775 w 53506"/>
                <a:gd name="connsiteY14" fmla="*/ 71712 h 80640"/>
                <a:gd name="connsiteX15" fmla="*/ 33743 w 53506"/>
                <a:gd name="connsiteY15" fmla="*/ 75323 h 80640"/>
                <a:gd name="connsiteX16" fmla="*/ 33743 w 53506"/>
                <a:gd name="connsiteY16" fmla="*/ 77030 h 80640"/>
                <a:gd name="connsiteX17" fmla="*/ 31775 w 53506"/>
                <a:gd name="connsiteY17" fmla="*/ 80641 h 80640"/>
                <a:gd name="connsiteX18" fmla="*/ 52929 w 53506"/>
                <a:gd name="connsiteY18" fmla="*/ 7381 h 80640"/>
                <a:gd name="connsiteX19" fmla="*/ 28278 w 53506"/>
                <a:gd name="connsiteY19" fmla="*/ 52872 h 80640"/>
                <a:gd name="connsiteX20" fmla="*/ 25486 w 53506"/>
                <a:gd name="connsiteY20" fmla="*/ 52891 h 80640"/>
                <a:gd name="connsiteX21" fmla="*/ 24823 w 53506"/>
                <a:gd name="connsiteY21" fmla="*/ 51675 h 80640"/>
                <a:gd name="connsiteX22" fmla="*/ 24812 w 53506"/>
                <a:gd name="connsiteY22" fmla="*/ 46553 h 80640"/>
                <a:gd name="connsiteX23" fmla="*/ 49475 w 53506"/>
                <a:gd name="connsiteY23" fmla="*/ 1062 h 80640"/>
                <a:gd name="connsiteX24" fmla="*/ 52266 w 53506"/>
                <a:gd name="connsiteY24" fmla="*/ 1043 h 80640"/>
                <a:gd name="connsiteX25" fmla="*/ 52929 w 53506"/>
                <a:gd name="connsiteY25" fmla="*/ 2259 h 80640"/>
                <a:gd name="connsiteX26" fmla="*/ 52929 w 53506"/>
                <a:gd name="connsiteY26" fmla="*/ 7381 h 80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3506" h="80640">
                  <a:moveTo>
                    <a:pt x="17347" y="53794"/>
                  </a:moveTo>
                  <a:lnTo>
                    <a:pt x="1968" y="53794"/>
                  </a:lnTo>
                  <a:cubicBezTo>
                    <a:pt x="888" y="53794"/>
                    <a:pt x="0" y="52165"/>
                    <a:pt x="0" y="50183"/>
                  </a:cubicBezTo>
                  <a:lnTo>
                    <a:pt x="0" y="48476"/>
                  </a:lnTo>
                  <a:cubicBezTo>
                    <a:pt x="0" y="46494"/>
                    <a:pt x="888" y="44865"/>
                    <a:pt x="1968" y="44865"/>
                  </a:cubicBezTo>
                  <a:lnTo>
                    <a:pt x="17347" y="44865"/>
                  </a:lnTo>
                  <a:cubicBezTo>
                    <a:pt x="18427" y="44865"/>
                    <a:pt x="19315" y="46494"/>
                    <a:pt x="19315" y="48476"/>
                  </a:cubicBezTo>
                  <a:lnTo>
                    <a:pt x="19315" y="50183"/>
                  </a:lnTo>
                  <a:cubicBezTo>
                    <a:pt x="19326" y="52165"/>
                    <a:pt x="18438" y="53794"/>
                    <a:pt x="17347" y="53794"/>
                  </a:cubicBezTo>
                  <a:close/>
                  <a:moveTo>
                    <a:pt x="31775" y="80641"/>
                  </a:moveTo>
                  <a:lnTo>
                    <a:pt x="1968" y="80641"/>
                  </a:lnTo>
                  <a:cubicBezTo>
                    <a:pt x="888" y="80641"/>
                    <a:pt x="0" y="79012"/>
                    <a:pt x="0" y="77030"/>
                  </a:cubicBezTo>
                  <a:lnTo>
                    <a:pt x="0" y="75323"/>
                  </a:lnTo>
                  <a:cubicBezTo>
                    <a:pt x="0" y="73341"/>
                    <a:pt x="888" y="71712"/>
                    <a:pt x="1968" y="71712"/>
                  </a:cubicBezTo>
                  <a:lnTo>
                    <a:pt x="31775" y="71712"/>
                  </a:lnTo>
                  <a:cubicBezTo>
                    <a:pt x="32855" y="71712"/>
                    <a:pt x="33743" y="73341"/>
                    <a:pt x="33743" y="75323"/>
                  </a:cubicBezTo>
                  <a:lnTo>
                    <a:pt x="33743" y="77030"/>
                  </a:lnTo>
                  <a:cubicBezTo>
                    <a:pt x="33743" y="79012"/>
                    <a:pt x="32855" y="80641"/>
                    <a:pt x="31775" y="80641"/>
                  </a:cubicBezTo>
                  <a:close/>
                  <a:moveTo>
                    <a:pt x="52929" y="7381"/>
                  </a:moveTo>
                  <a:lnTo>
                    <a:pt x="28278" y="52872"/>
                  </a:lnTo>
                  <a:cubicBezTo>
                    <a:pt x="27507" y="54285"/>
                    <a:pt x="26256" y="54285"/>
                    <a:pt x="25486" y="52891"/>
                  </a:cubicBezTo>
                  <a:lnTo>
                    <a:pt x="24823" y="51675"/>
                  </a:lnTo>
                  <a:cubicBezTo>
                    <a:pt x="24053" y="50262"/>
                    <a:pt x="24053" y="47966"/>
                    <a:pt x="24812" y="46553"/>
                  </a:cubicBezTo>
                  <a:lnTo>
                    <a:pt x="49475" y="1062"/>
                  </a:lnTo>
                  <a:cubicBezTo>
                    <a:pt x="50245" y="-351"/>
                    <a:pt x="51496" y="-351"/>
                    <a:pt x="52266" y="1043"/>
                  </a:cubicBezTo>
                  <a:lnTo>
                    <a:pt x="52929" y="2259"/>
                  </a:lnTo>
                  <a:cubicBezTo>
                    <a:pt x="53699" y="3672"/>
                    <a:pt x="53699" y="5968"/>
                    <a:pt x="52929" y="7381"/>
                  </a:cubicBezTo>
                  <a:close/>
                </a:path>
              </a:pathLst>
            </a:custGeom>
            <a:solidFill>
              <a:schemeClr val="accent2"/>
            </a:solidFill>
            <a:ln w="71" cap="flat">
              <a:noFill/>
              <a:prstDash val="solid"/>
              <a:miter/>
            </a:ln>
          </p:spPr>
          <p:txBody>
            <a:bodyPr rtlCol="0" anchor="ctr"/>
            <a:lstStyle/>
            <a:p>
              <a:endParaRPr lang="zh-CN" altLang="en-US"/>
            </a:p>
          </p:txBody>
        </p:sp>
      </p:grpSp>
      <p:grpSp>
        <p:nvGrpSpPr>
          <p:cNvPr id="205" name="组合 204">
            <a:extLst>
              <a:ext uri="{FF2B5EF4-FFF2-40B4-BE49-F238E27FC236}">
                <a16:creationId xmlns:a16="http://schemas.microsoft.com/office/drawing/2014/main" id="{567B4268-383F-DA1D-E12C-7AB59906F08A}"/>
              </a:ext>
            </a:extLst>
          </p:cNvPr>
          <p:cNvGrpSpPr/>
          <p:nvPr/>
        </p:nvGrpSpPr>
        <p:grpSpPr>
          <a:xfrm>
            <a:off x="3071614" y="3765551"/>
            <a:ext cx="172972" cy="172970"/>
            <a:chOff x="3086531" y="3615363"/>
            <a:chExt cx="143137" cy="143137"/>
          </a:xfrm>
        </p:grpSpPr>
        <p:sp>
          <p:nvSpPr>
            <p:cNvPr id="203" name="任意多边形: 形状 202">
              <a:extLst>
                <a:ext uri="{FF2B5EF4-FFF2-40B4-BE49-F238E27FC236}">
                  <a16:creationId xmlns:a16="http://schemas.microsoft.com/office/drawing/2014/main" id="{D072115C-1496-30FF-350C-C46D44828325}"/>
                </a:ext>
              </a:extLst>
            </p:cNvPr>
            <p:cNvSpPr/>
            <p:nvPr/>
          </p:nvSpPr>
          <p:spPr>
            <a:xfrm>
              <a:off x="3086531" y="3615363"/>
              <a:ext cx="143137" cy="143137"/>
            </a:xfrm>
            <a:custGeom>
              <a:avLst/>
              <a:gdLst>
                <a:gd name="connsiteX0" fmla="*/ 71570 w 143137"/>
                <a:gd name="connsiteY0" fmla="*/ 0 h 143137"/>
                <a:gd name="connsiteX1" fmla="*/ 143138 w 143137"/>
                <a:gd name="connsiteY1" fmla="*/ 71570 h 143137"/>
                <a:gd name="connsiteX2" fmla="*/ 71568 w 143137"/>
                <a:gd name="connsiteY2" fmla="*/ 143138 h 143137"/>
                <a:gd name="connsiteX3" fmla="*/ 0 w 143137"/>
                <a:gd name="connsiteY3" fmla="*/ 71568 h 143137"/>
                <a:gd name="connsiteX4" fmla="*/ 23235 w 143137"/>
                <a:gd name="connsiteY4" fmla="*/ 18787 h 143137"/>
                <a:gd name="connsiteX5" fmla="*/ 30469 w 143137"/>
                <a:gd name="connsiteY5" fmla="*/ 19094 h 143137"/>
                <a:gd name="connsiteX6" fmla="*/ 30162 w 143137"/>
                <a:gd name="connsiteY6" fmla="*/ 26327 h 143137"/>
                <a:gd name="connsiteX7" fmla="*/ 26359 w 143137"/>
                <a:gd name="connsiteY7" fmla="*/ 112998 h 143137"/>
                <a:gd name="connsiteX8" fmla="*/ 113030 w 143137"/>
                <a:gd name="connsiteY8" fmla="*/ 116801 h 143137"/>
                <a:gd name="connsiteX9" fmla="*/ 116833 w 143137"/>
                <a:gd name="connsiteY9" fmla="*/ 30130 h 143137"/>
                <a:gd name="connsiteX10" fmla="*/ 77771 w 143137"/>
                <a:gd name="connsiteY10" fmla="*/ 10531 h 143137"/>
                <a:gd name="connsiteX11" fmla="*/ 76682 w 143137"/>
                <a:gd name="connsiteY11" fmla="*/ 10434 h 143137"/>
                <a:gd name="connsiteX12" fmla="*/ 76682 w 143137"/>
                <a:gd name="connsiteY12" fmla="*/ 32804 h 143137"/>
                <a:gd name="connsiteX13" fmla="*/ 72168 w 143137"/>
                <a:gd name="connsiteY13" fmla="*/ 37880 h 143137"/>
                <a:gd name="connsiteX14" fmla="*/ 71570 w 143137"/>
                <a:gd name="connsiteY14" fmla="*/ 37916 h 143137"/>
                <a:gd name="connsiteX15" fmla="*/ 66493 w 143137"/>
                <a:gd name="connsiteY15" fmla="*/ 33397 h 143137"/>
                <a:gd name="connsiteX16" fmla="*/ 66458 w 143137"/>
                <a:gd name="connsiteY16" fmla="*/ 32804 h 143137"/>
                <a:gd name="connsiteX17" fmla="*/ 66458 w 143137"/>
                <a:gd name="connsiteY17" fmla="*/ 0 h 143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3137" h="143137">
                  <a:moveTo>
                    <a:pt x="71570" y="0"/>
                  </a:moveTo>
                  <a:cubicBezTo>
                    <a:pt x="111096" y="0"/>
                    <a:pt x="143138" y="32043"/>
                    <a:pt x="143138" y="71570"/>
                  </a:cubicBezTo>
                  <a:cubicBezTo>
                    <a:pt x="143137" y="111096"/>
                    <a:pt x="111095" y="143138"/>
                    <a:pt x="71568" y="143138"/>
                  </a:cubicBezTo>
                  <a:cubicBezTo>
                    <a:pt x="32042" y="143137"/>
                    <a:pt x="0" y="111095"/>
                    <a:pt x="0" y="71568"/>
                  </a:cubicBezTo>
                  <a:cubicBezTo>
                    <a:pt x="0" y="51494"/>
                    <a:pt x="8431" y="32344"/>
                    <a:pt x="23235" y="18787"/>
                  </a:cubicBezTo>
                  <a:cubicBezTo>
                    <a:pt x="25317" y="16874"/>
                    <a:pt x="28556" y="17011"/>
                    <a:pt x="30469" y="19094"/>
                  </a:cubicBezTo>
                  <a:cubicBezTo>
                    <a:pt x="32381" y="21176"/>
                    <a:pt x="32244" y="24414"/>
                    <a:pt x="30162" y="26327"/>
                  </a:cubicBezTo>
                  <a:cubicBezTo>
                    <a:pt x="5178" y="49211"/>
                    <a:pt x="3476" y="88015"/>
                    <a:pt x="26359" y="112998"/>
                  </a:cubicBezTo>
                  <a:cubicBezTo>
                    <a:pt x="49243" y="137982"/>
                    <a:pt x="88047" y="139685"/>
                    <a:pt x="113030" y="116801"/>
                  </a:cubicBezTo>
                  <a:cubicBezTo>
                    <a:pt x="138014" y="93918"/>
                    <a:pt x="139717" y="55114"/>
                    <a:pt x="116833" y="30130"/>
                  </a:cubicBezTo>
                  <a:cubicBezTo>
                    <a:pt x="106660" y="19023"/>
                    <a:pt x="92756" y="12047"/>
                    <a:pt x="77771" y="10531"/>
                  </a:cubicBezTo>
                  <a:lnTo>
                    <a:pt x="76682" y="10434"/>
                  </a:lnTo>
                  <a:lnTo>
                    <a:pt x="76682" y="32804"/>
                  </a:lnTo>
                  <a:cubicBezTo>
                    <a:pt x="76681" y="35396"/>
                    <a:pt x="74742" y="37577"/>
                    <a:pt x="72168" y="37880"/>
                  </a:cubicBezTo>
                  <a:lnTo>
                    <a:pt x="71570" y="37916"/>
                  </a:lnTo>
                  <a:cubicBezTo>
                    <a:pt x="68976" y="37916"/>
                    <a:pt x="66794" y="35973"/>
                    <a:pt x="66493" y="33397"/>
                  </a:cubicBezTo>
                  <a:lnTo>
                    <a:pt x="66458" y="32804"/>
                  </a:lnTo>
                  <a:lnTo>
                    <a:pt x="66458" y="0"/>
                  </a:lnTo>
                  <a:close/>
                </a:path>
              </a:pathLst>
            </a:custGeom>
            <a:solidFill>
              <a:schemeClr val="accent2"/>
            </a:solidFill>
            <a:ln w="158" cap="flat">
              <a:noFill/>
              <a:prstDash val="solid"/>
              <a:miter/>
            </a:ln>
          </p:spPr>
          <p:txBody>
            <a:bodyPr rtlCol="0" anchor="ctr"/>
            <a:lstStyle/>
            <a:p>
              <a:endParaRPr lang="zh-CN" altLang="en-US"/>
            </a:p>
          </p:txBody>
        </p:sp>
        <p:sp>
          <p:nvSpPr>
            <p:cNvPr id="204" name="任意多边形: 形状 203">
              <a:extLst>
                <a:ext uri="{FF2B5EF4-FFF2-40B4-BE49-F238E27FC236}">
                  <a16:creationId xmlns:a16="http://schemas.microsoft.com/office/drawing/2014/main" id="{353961ED-FC6B-B12A-DAF5-1475B24B1594}"/>
                </a:ext>
              </a:extLst>
            </p:cNvPr>
            <p:cNvSpPr/>
            <p:nvPr/>
          </p:nvSpPr>
          <p:spPr>
            <a:xfrm>
              <a:off x="3125858" y="3654695"/>
              <a:ext cx="41919" cy="41911"/>
            </a:xfrm>
            <a:custGeom>
              <a:avLst/>
              <a:gdLst>
                <a:gd name="connsiteX0" fmla="*/ 4095 w 41919"/>
                <a:gd name="connsiteY0" fmla="*/ 506 h 41911"/>
                <a:gd name="connsiteX1" fmla="*/ 38637 w 41919"/>
                <a:gd name="connsiteY1" fmla="*/ 26920 h 41911"/>
                <a:gd name="connsiteX2" fmla="*/ 40203 w 41919"/>
                <a:gd name="connsiteY2" fmla="*/ 38629 h 41911"/>
                <a:gd name="connsiteX3" fmla="*/ 28494 w 41919"/>
                <a:gd name="connsiteY3" fmla="*/ 40195 h 41911"/>
                <a:gd name="connsiteX4" fmla="*/ 26930 w 41919"/>
                <a:gd name="connsiteY4" fmla="*/ 38632 h 41911"/>
                <a:gd name="connsiteX5" fmla="*/ 511 w 41919"/>
                <a:gd name="connsiteY5" fmla="*/ 4090 h 41911"/>
                <a:gd name="connsiteX6" fmla="*/ 1023 w 41919"/>
                <a:gd name="connsiteY6" fmla="*/ 511 h 41911"/>
                <a:gd name="connsiteX7" fmla="*/ 4090 w 41919"/>
                <a:gd name="connsiteY7" fmla="*/ 511 h 41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919" h="41911">
                  <a:moveTo>
                    <a:pt x="4095" y="506"/>
                  </a:moveTo>
                  <a:lnTo>
                    <a:pt x="38637" y="26920"/>
                  </a:lnTo>
                  <a:cubicBezTo>
                    <a:pt x="42303" y="29721"/>
                    <a:pt x="43004" y="34963"/>
                    <a:pt x="40203" y="38629"/>
                  </a:cubicBezTo>
                  <a:cubicBezTo>
                    <a:pt x="37402" y="42295"/>
                    <a:pt x="32160" y="42996"/>
                    <a:pt x="28494" y="40195"/>
                  </a:cubicBezTo>
                  <a:cubicBezTo>
                    <a:pt x="27906" y="39745"/>
                    <a:pt x="27380" y="39220"/>
                    <a:pt x="26930" y="38632"/>
                  </a:cubicBezTo>
                  <a:lnTo>
                    <a:pt x="511" y="4090"/>
                  </a:lnTo>
                  <a:cubicBezTo>
                    <a:pt x="-336" y="2960"/>
                    <a:pt x="-107" y="1358"/>
                    <a:pt x="1023" y="511"/>
                  </a:cubicBezTo>
                  <a:cubicBezTo>
                    <a:pt x="1931" y="-170"/>
                    <a:pt x="3181" y="-170"/>
                    <a:pt x="4090" y="511"/>
                  </a:cubicBezTo>
                  <a:close/>
                </a:path>
              </a:pathLst>
            </a:custGeom>
            <a:solidFill>
              <a:schemeClr val="accent2"/>
            </a:solidFill>
            <a:ln w="158" cap="flat">
              <a:noFill/>
              <a:prstDash val="solid"/>
              <a:miter/>
            </a:ln>
          </p:spPr>
          <p:txBody>
            <a:bodyPr rtlCol="0" anchor="ctr"/>
            <a:lstStyle/>
            <a:p>
              <a:endParaRPr lang="zh-CN" altLang="en-US"/>
            </a:p>
          </p:txBody>
        </p:sp>
      </p:grpSp>
      <p:sp>
        <p:nvSpPr>
          <p:cNvPr id="208" name="图形 206">
            <a:extLst>
              <a:ext uri="{FF2B5EF4-FFF2-40B4-BE49-F238E27FC236}">
                <a16:creationId xmlns:a16="http://schemas.microsoft.com/office/drawing/2014/main" id="{F85188A5-5A00-91BE-65B6-8623A7DA29C0}"/>
              </a:ext>
            </a:extLst>
          </p:cNvPr>
          <p:cNvSpPr/>
          <p:nvPr/>
        </p:nvSpPr>
        <p:spPr>
          <a:xfrm>
            <a:off x="3610268" y="4028795"/>
            <a:ext cx="154796" cy="146121"/>
          </a:xfrm>
          <a:custGeom>
            <a:avLst/>
            <a:gdLst>
              <a:gd name="connsiteX0" fmla="*/ 77983 w 154796"/>
              <a:gd name="connsiteY0" fmla="*/ 11656 h 146121"/>
              <a:gd name="connsiteX1" fmla="*/ 147027 w 154796"/>
              <a:gd name="connsiteY1" fmla="*/ 10366 h 146121"/>
              <a:gd name="connsiteX2" fmla="*/ 142112 w 154796"/>
              <a:gd name="connsiteY2" fmla="*/ 73068 h 146121"/>
              <a:gd name="connsiteX3" fmla="*/ 147027 w 154796"/>
              <a:gd name="connsiteY3" fmla="*/ 135756 h 146121"/>
              <a:gd name="connsiteX4" fmla="*/ 77406 w 154796"/>
              <a:gd name="connsiteY4" fmla="*/ 134163 h 146121"/>
              <a:gd name="connsiteX5" fmla="*/ 7770 w 154796"/>
              <a:gd name="connsiteY5" fmla="*/ 135749 h 146121"/>
              <a:gd name="connsiteX6" fmla="*/ 12678 w 154796"/>
              <a:gd name="connsiteY6" fmla="*/ 73061 h 146121"/>
              <a:gd name="connsiteX7" fmla="*/ 7778 w 154796"/>
              <a:gd name="connsiteY7" fmla="*/ 10366 h 146121"/>
              <a:gd name="connsiteX8" fmla="*/ 77399 w 154796"/>
              <a:gd name="connsiteY8" fmla="*/ 11966 h 146121"/>
              <a:gd name="connsiteX9" fmla="*/ 133103 w 154796"/>
              <a:gd name="connsiteY9" fmla="*/ 86639 h 146121"/>
              <a:gd name="connsiteX10" fmla="*/ 131734 w 154796"/>
              <a:gd name="connsiteY10" fmla="*/ 88441 h 146121"/>
              <a:gd name="connsiteX11" fmla="*/ 111157 w 154796"/>
              <a:gd name="connsiteY11" fmla="*/ 110553 h 146121"/>
              <a:gd name="connsiteX12" fmla="*/ 92332 w 154796"/>
              <a:gd name="connsiteY12" fmla="*/ 125284 h 146121"/>
              <a:gd name="connsiteX13" fmla="*/ 136317 w 154796"/>
              <a:gd name="connsiteY13" fmla="*/ 126106 h 146121"/>
              <a:gd name="connsiteX14" fmla="*/ 133103 w 154796"/>
              <a:gd name="connsiteY14" fmla="*/ 86639 h 146121"/>
              <a:gd name="connsiteX15" fmla="*/ 21695 w 154796"/>
              <a:gd name="connsiteY15" fmla="*/ 86654 h 146121"/>
              <a:gd name="connsiteX16" fmla="*/ 18480 w 154796"/>
              <a:gd name="connsiteY16" fmla="*/ 126106 h 146121"/>
              <a:gd name="connsiteX17" fmla="*/ 62466 w 154796"/>
              <a:gd name="connsiteY17" fmla="*/ 125291 h 146121"/>
              <a:gd name="connsiteX18" fmla="*/ 43640 w 154796"/>
              <a:gd name="connsiteY18" fmla="*/ 110553 h 146121"/>
              <a:gd name="connsiteX19" fmla="*/ 21695 w 154796"/>
              <a:gd name="connsiteY19" fmla="*/ 86654 h 146121"/>
              <a:gd name="connsiteX20" fmla="*/ 77406 w 154796"/>
              <a:gd name="connsiteY20" fmla="*/ 28441 h 146121"/>
              <a:gd name="connsiteX21" fmla="*/ 76282 w 154796"/>
              <a:gd name="connsiteY21" fmla="*/ 29112 h 146121"/>
              <a:gd name="connsiteX22" fmla="*/ 53291 w 154796"/>
              <a:gd name="connsiteY22" fmla="*/ 46279 h 146121"/>
              <a:gd name="connsiteX23" fmla="*/ 29687 w 154796"/>
              <a:gd name="connsiteY23" fmla="*/ 73061 h 146121"/>
              <a:gd name="connsiteX24" fmla="*/ 53276 w 154796"/>
              <a:gd name="connsiteY24" fmla="*/ 99843 h 146121"/>
              <a:gd name="connsiteX25" fmla="*/ 77399 w 154796"/>
              <a:gd name="connsiteY25" fmla="*/ 117688 h 146121"/>
              <a:gd name="connsiteX26" fmla="*/ 101507 w 154796"/>
              <a:gd name="connsiteY26" fmla="*/ 99843 h 146121"/>
              <a:gd name="connsiteX27" fmla="*/ 125103 w 154796"/>
              <a:gd name="connsiteY27" fmla="*/ 73061 h 146121"/>
              <a:gd name="connsiteX28" fmla="*/ 101514 w 154796"/>
              <a:gd name="connsiteY28" fmla="*/ 46279 h 146121"/>
              <a:gd name="connsiteX29" fmla="*/ 77399 w 154796"/>
              <a:gd name="connsiteY29" fmla="*/ 28449 h 146121"/>
              <a:gd name="connsiteX30" fmla="*/ 77399 w 154796"/>
              <a:gd name="connsiteY30" fmla="*/ 51439 h 146121"/>
              <a:gd name="connsiteX31" fmla="*/ 99020 w 154796"/>
              <a:gd name="connsiteY31" fmla="*/ 73061 h 146121"/>
              <a:gd name="connsiteX32" fmla="*/ 77399 w 154796"/>
              <a:gd name="connsiteY32" fmla="*/ 94682 h 146121"/>
              <a:gd name="connsiteX33" fmla="*/ 55777 w 154796"/>
              <a:gd name="connsiteY33" fmla="*/ 73061 h 146121"/>
              <a:gd name="connsiteX34" fmla="*/ 77399 w 154796"/>
              <a:gd name="connsiteY34" fmla="*/ 51439 h 146121"/>
              <a:gd name="connsiteX35" fmla="*/ 77399 w 154796"/>
              <a:gd name="connsiteY35" fmla="*/ 65854 h 146121"/>
              <a:gd name="connsiteX36" fmla="*/ 70192 w 154796"/>
              <a:gd name="connsiteY36" fmla="*/ 73061 h 146121"/>
              <a:gd name="connsiteX37" fmla="*/ 77399 w 154796"/>
              <a:gd name="connsiteY37" fmla="*/ 80268 h 146121"/>
              <a:gd name="connsiteX38" fmla="*/ 84606 w 154796"/>
              <a:gd name="connsiteY38" fmla="*/ 73061 h 146121"/>
              <a:gd name="connsiteX39" fmla="*/ 77399 w 154796"/>
              <a:gd name="connsiteY39" fmla="*/ 65854 h 146121"/>
              <a:gd name="connsiteX40" fmla="*/ 136317 w 154796"/>
              <a:gd name="connsiteY40" fmla="*/ 20016 h 146121"/>
              <a:gd name="connsiteX41" fmla="*/ 92332 w 154796"/>
              <a:gd name="connsiteY41" fmla="*/ 20831 h 146121"/>
              <a:gd name="connsiteX42" fmla="*/ 111157 w 154796"/>
              <a:gd name="connsiteY42" fmla="*/ 35569 h 146121"/>
              <a:gd name="connsiteX43" fmla="*/ 133103 w 154796"/>
              <a:gd name="connsiteY43" fmla="*/ 59475 h 146121"/>
              <a:gd name="connsiteX44" fmla="*/ 136317 w 154796"/>
              <a:gd name="connsiteY44" fmla="*/ 20016 h 146121"/>
              <a:gd name="connsiteX45" fmla="*/ 18480 w 154796"/>
              <a:gd name="connsiteY45" fmla="*/ 20016 h 146121"/>
              <a:gd name="connsiteX46" fmla="*/ 21687 w 154796"/>
              <a:gd name="connsiteY46" fmla="*/ 59475 h 146121"/>
              <a:gd name="connsiteX47" fmla="*/ 43640 w 154796"/>
              <a:gd name="connsiteY47" fmla="*/ 35569 h 146121"/>
              <a:gd name="connsiteX48" fmla="*/ 62466 w 154796"/>
              <a:gd name="connsiteY48" fmla="*/ 20838 h 146121"/>
              <a:gd name="connsiteX49" fmla="*/ 18480 w 154796"/>
              <a:gd name="connsiteY49" fmla="*/ 20016 h 146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54796" h="146121">
                <a:moveTo>
                  <a:pt x="77983" y="11656"/>
                </a:moveTo>
                <a:cubicBezTo>
                  <a:pt x="106472" y="-2903"/>
                  <a:pt x="133752" y="-4373"/>
                  <a:pt x="147027" y="10366"/>
                </a:cubicBezTo>
                <a:cubicBezTo>
                  <a:pt x="159337" y="24038"/>
                  <a:pt x="156519" y="48239"/>
                  <a:pt x="142112" y="73068"/>
                </a:cubicBezTo>
                <a:cubicBezTo>
                  <a:pt x="156519" y="97890"/>
                  <a:pt x="159337" y="122084"/>
                  <a:pt x="147027" y="135756"/>
                </a:cubicBezTo>
                <a:cubicBezTo>
                  <a:pt x="133665" y="150596"/>
                  <a:pt x="106105" y="149003"/>
                  <a:pt x="77406" y="134163"/>
                </a:cubicBezTo>
                <a:cubicBezTo>
                  <a:pt x="48700" y="149003"/>
                  <a:pt x="21132" y="150596"/>
                  <a:pt x="7770" y="135749"/>
                </a:cubicBezTo>
                <a:cubicBezTo>
                  <a:pt x="-4540" y="122091"/>
                  <a:pt x="-1722" y="97897"/>
                  <a:pt x="12678" y="73061"/>
                </a:cubicBezTo>
                <a:cubicBezTo>
                  <a:pt x="-1722" y="48239"/>
                  <a:pt x="-4540" y="24038"/>
                  <a:pt x="7778" y="10366"/>
                </a:cubicBezTo>
                <a:cubicBezTo>
                  <a:pt x="21132" y="-4474"/>
                  <a:pt x="48700" y="-2881"/>
                  <a:pt x="77399" y="11966"/>
                </a:cubicBezTo>
                <a:close/>
                <a:moveTo>
                  <a:pt x="133103" y="86639"/>
                </a:moveTo>
                <a:lnTo>
                  <a:pt x="131734" y="88441"/>
                </a:lnTo>
                <a:cubicBezTo>
                  <a:pt x="125552" y="96414"/>
                  <a:pt x="118665" y="103814"/>
                  <a:pt x="111157" y="110553"/>
                </a:cubicBezTo>
                <a:cubicBezTo>
                  <a:pt x="105234" y="115897"/>
                  <a:pt x="98943" y="120819"/>
                  <a:pt x="92332" y="125284"/>
                </a:cubicBezTo>
                <a:cubicBezTo>
                  <a:pt x="112116" y="133680"/>
                  <a:pt x="129146" y="134077"/>
                  <a:pt x="136317" y="126106"/>
                </a:cubicBezTo>
                <a:cubicBezTo>
                  <a:pt x="142948" y="118740"/>
                  <a:pt x="141586" y="103727"/>
                  <a:pt x="133103" y="86639"/>
                </a:cubicBezTo>
                <a:close/>
                <a:moveTo>
                  <a:pt x="21695" y="86654"/>
                </a:moveTo>
                <a:cubicBezTo>
                  <a:pt x="13205" y="103756"/>
                  <a:pt x="11857" y="118754"/>
                  <a:pt x="18480" y="126106"/>
                </a:cubicBezTo>
                <a:cubicBezTo>
                  <a:pt x="25651" y="134070"/>
                  <a:pt x="42682" y="133680"/>
                  <a:pt x="62466" y="125291"/>
                </a:cubicBezTo>
                <a:cubicBezTo>
                  <a:pt x="55855" y="120822"/>
                  <a:pt x="49565" y="115897"/>
                  <a:pt x="43640" y="110553"/>
                </a:cubicBezTo>
                <a:cubicBezTo>
                  <a:pt x="35567" y="103317"/>
                  <a:pt x="28217" y="95313"/>
                  <a:pt x="21695" y="86654"/>
                </a:cubicBezTo>
                <a:close/>
                <a:moveTo>
                  <a:pt x="77406" y="28441"/>
                </a:moveTo>
                <a:lnTo>
                  <a:pt x="76282" y="29112"/>
                </a:lnTo>
                <a:cubicBezTo>
                  <a:pt x="68099" y="34104"/>
                  <a:pt x="60402" y="39852"/>
                  <a:pt x="53291" y="46279"/>
                </a:cubicBezTo>
                <a:cubicBezTo>
                  <a:pt x="44385" y="54235"/>
                  <a:pt x="36461" y="63226"/>
                  <a:pt x="29687" y="73061"/>
                </a:cubicBezTo>
                <a:cubicBezTo>
                  <a:pt x="36457" y="82894"/>
                  <a:pt x="44376" y="91885"/>
                  <a:pt x="53276" y="99843"/>
                </a:cubicBezTo>
                <a:cubicBezTo>
                  <a:pt x="60713" y="106567"/>
                  <a:pt x="68793" y="112544"/>
                  <a:pt x="77399" y="117688"/>
                </a:cubicBezTo>
                <a:cubicBezTo>
                  <a:pt x="85998" y="112541"/>
                  <a:pt x="94073" y="106564"/>
                  <a:pt x="101507" y="99843"/>
                </a:cubicBezTo>
                <a:cubicBezTo>
                  <a:pt x="110410" y="91886"/>
                  <a:pt x="118331" y="82895"/>
                  <a:pt x="125103" y="73061"/>
                </a:cubicBezTo>
                <a:cubicBezTo>
                  <a:pt x="118334" y="63227"/>
                  <a:pt x="110415" y="54236"/>
                  <a:pt x="101514" y="46279"/>
                </a:cubicBezTo>
                <a:cubicBezTo>
                  <a:pt x="94079" y="39560"/>
                  <a:pt x="86002" y="33588"/>
                  <a:pt x="77399" y="28449"/>
                </a:cubicBezTo>
                <a:close/>
                <a:moveTo>
                  <a:pt x="77399" y="51439"/>
                </a:moveTo>
                <a:cubicBezTo>
                  <a:pt x="89340" y="51439"/>
                  <a:pt x="99020" y="61120"/>
                  <a:pt x="99020" y="73061"/>
                </a:cubicBezTo>
                <a:cubicBezTo>
                  <a:pt x="99020" y="85002"/>
                  <a:pt x="89340" y="94682"/>
                  <a:pt x="77399" y="94682"/>
                </a:cubicBezTo>
                <a:cubicBezTo>
                  <a:pt x="65458" y="94682"/>
                  <a:pt x="55777" y="85002"/>
                  <a:pt x="55777" y="73061"/>
                </a:cubicBezTo>
                <a:cubicBezTo>
                  <a:pt x="55777" y="61120"/>
                  <a:pt x="65458" y="51439"/>
                  <a:pt x="77399" y="51439"/>
                </a:cubicBezTo>
                <a:close/>
                <a:moveTo>
                  <a:pt x="77399" y="65854"/>
                </a:moveTo>
                <a:cubicBezTo>
                  <a:pt x="73418" y="65854"/>
                  <a:pt x="70192" y="69080"/>
                  <a:pt x="70192" y="73061"/>
                </a:cubicBezTo>
                <a:cubicBezTo>
                  <a:pt x="70192" y="77041"/>
                  <a:pt x="73418" y="80268"/>
                  <a:pt x="77399" y="80268"/>
                </a:cubicBezTo>
                <a:cubicBezTo>
                  <a:pt x="81379" y="80268"/>
                  <a:pt x="84606" y="77041"/>
                  <a:pt x="84606" y="73061"/>
                </a:cubicBezTo>
                <a:cubicBezTo>
                  <a:pt x="84606" y="69080"/>
                  <a:pt x="81379" y="65854"/>
                  <a:pt x="77399" y="65854"/>
                </a:cubicBezTo>
                <a:close/>
                <a:moveTo>
                  <a:pt x="136317" y="20016"/>
                </a:moveTo>
                <a:cubicBezTo>
                  <a:pt x="129146" y="12052"/>
                  <a:pt x="112116" y="12441"/>
                  <a:pt x="92332" y="20831"/>
                </a:cubicBezTo>
                <a:cubicBezTo>
                  <a:pt x="98710" y="25133"/>
                  <a:pt x="105031" y="30056"/>
                  <a:pt x="111157" y="35569"/>
                </a:cubicBezTo>
                <a:cubicBezTo>
                  <a:pt x="119231" y="42807"/>
                  <a:pt x="126581" y="50813"/>
                  <a:pt x="133103" y="59475"/>
                </a:cubicBezTo>
                <a:cubicBezTo>
                  <a:pt x="141586" y="42394"/>
                  <a:pt x="142948" y="27382"/>
                  <a:pt x="136317" y="20016"/>
                </a:cubicBezTo>
                <a:close/>
                <a:moveTo>
                  <a:pt x="18480" y="20016"/>
                </a:moveTo>
                <a:cubicBezTo>
                  <a:pt x="11850" y="27375"/>
                  <a:pt x="13212" y="42387"/>
                  <a:pt x="21687" y="59475"/>
                </a:cubicBezTo>
                <a:cubicBezTo>
                  <a:pt x="28213" y="50814"/>
                  <a:pt x="35565" y="42808"/>
                  <a:pt x="43640" y="35569"/>
                </a:cubicBezTo>
                <a:cubicBezTo>
                  <a:pt x="49564" y="30225"/>
                  <a:pt x="55854" y="25302"/>
                  <a:pt x="62466" y="20838"/>
                </a:cubicBezTo>
                <a:cubicBezTo>
                  <a:pt x="42682" y="12441"/>
                  <a:pt x="25651" y="12045"/>
                  <a:pt x="18480" y="20016"/>
                </a:cubicBezTo>
                <a:close/>
              </a:path>
            </a:pathLst>
          </a:custGeom>
          <a:solidFill>
            <a:schemeClr val="accent2"/>
          </a:solidFill>
          <a:ln w="167" cap="flat">
            <a:noFill/>
            <a:prstDash val="solid"/>
            <a:miter/>
          </a:ln>
        </p:spPr>
        <p:txBody>
          <a:bodyPr rtlCol="0" anchor="ctr"/>
          <a:lstStyle/>
          <a:p>
            <a:endParaRPr lang="zh-CN" altLang="en-US"/>
          </a:p>
        </p:txBody>
      </p:sp>
      <p:grpSp>
        <p:nvGrpSpPr>
          <p:cNvPr id="214" name="组合 213">
            <a:extLst>
              <a:ext uri="{FF2B5EF4-FFF2-40B4-BE49-F238E27FC236}">
                <a16:creationId xmlns:a16="http://schemas.microsoft.com/office/drawing/2014/main" id="{ED0B5EE1-DEC2-47B4-5C2A-84F313FE09F4}"/>
              </a:ext>
            </a:extLst>
          </p:cNvPr>
          <p:cNvGrpSpPr/>
          <p:nvPr/>
        </p:nvGrpSpPr>
        <p:grpSpPr>
          <a:xfrm>
            <a:off x="4149490" y="4255711"/>
            <a:ext cx="132866" cy="126416"/>
            <a:chOff x="3624457" y="3888188"/>
            <a:chExt cx="132866" cy="126416"/>
          </a:xfrm>
        </p:grpSpPr>
        <p:sp>
          <p:nvSpPr>
            <p:cNvPr id="212" name="任意多边形: 形状 211">
              <a:extLst>
                <a:ext uri="{FF2B5EF4-FFF2-40B4-BE49-F238E27FC236}">
                  <a16:creationId xmlns:a16="http://schemas.microsoft.com/office/drawing/2014/main" id="{8CDAE8D1-08A0-5736-E949-C388A1424060}"/>
                </a:ext>
              </a:extLst>
            </p:cNvPr>
            <p:cNvSpPr/>
            <p:nvPr/>
          </p:nvSpPr>
          <p:spPr>
            <a:xfrm>
              <a:off x="3651546" y="3912698"/>
              <a:ext cx="79332" cy="73528"/>
            </a:xfrm>
            <a:custGeom>
              <a:avLst/>
              <a:gdLst>
                <a:gd name="connsiteX0" fmla="*/ 11610 w 79332"/>
                <a:gd name="connsiteY0" fmla="*/ 28379 h 73528"/>
                <a:gd name="connsiteX1" fmla="*/ 20639 w 79332"/>
                <a:gd name="connsiteY1" fmla="*/ 28379 h 73528"/>
                <a:gd name="connsiteX2" fmla="*/ 20639 w 79332"/>
                <a:gd name="connsiteY2" fmla="*/ 18705 h 73528"/>
                <a:gd name="connsiteX3" fmla="*/ 31604 w 79332"/>
                <a:gd name="connsiteY3" fmla="*/ 18705 h 73528"/>
                <a:gd name="connsiteX4" fmla="*/ 31604 w 79332"/>
                <a:gd name="connsiteY4" fmla="*/ 9675 h 73528"/>
                <a:gd name="connsiteX5" fmla="*/ 20639 w 79332"/>
                <a:gd name="connsiteY5" fmla="*/ 9675 h 73528"/>
                <a:gd name="connsiteX6" fmla="*/ 20639 w 79332"/>
                <a:gd name="connsiteY6" fmla="*/ 0 h 73528"/>
                <a:gd name="connsiteX7" fmla="*/ 11610 w 79332"/>
                <a:gd name="connsiteY7" fmla="*/ 0 h 73528"/>
                <a:gd name="connsiteX8" fmla="*/ 11610 w 79332"/>
                <a:gd name="connsiteY8" fmla="*/ 9675 h 73528"/>
                <a:gd name="connsiteX9" fmla="*/ 0 w 79332"/>
                <a:gd name="connsiteY9" fmla="*/ 9675 h 73528"/>
                <a:gd name="connsiteX10" fmla="*/ 0 w 79332"/>
                <a:gd name="connsiteY10" fmla="*/ 18705 h 73528"/>
                <a:gd name="connsiteX11" fmla="*/ 11610 w 79332"/>
                <a:gd name="connsiteY11" fmla="*/ 18705 h 73528"/>
                <a:gd name="connsiteX12" fmla="*/ 24509 w 79332"/>
                <a:gd name="connsiteY12" fmla="*/ 45149 h 73528"/>
                <a:gd name="connsiteX13" fmla="*/ 15480 w 79332"/>
                <a:gd name="connsiteY13" fmla="*/ 53534 h 73528"/>
                <a:gd name="connsiteX14" fmla="*/ 7095 w 79332"/>
                <a:gd name="connsiteY14" fmla="*/ 45149 h 73528"/>
                <a:gd name="connsiteX15" fmla="*/ 645 w 79332"/>
                <a:gd name="connsiteY15" fmla="*/ 52244 h 73528"/>
                <a:gd name="connsiteX16" fmla="*/ 9030 w 79332"/>
                <a:gd name="connsiteY16" fmla="*/ 59338 h 73528"/>
                <a:gd name="connsiteX17" fmla="*/ 645 w 79332"/>
                <a:gd name="connsiteY17" fmla="*/ 67078 h 73528"/>
                <a:gd name="connsiteX18" fmla="*/ 7095 w 79332"/>
                <a:gd name="connsiteY18" fmla="*/ 73528 h 73528"/>
                <a:gd name="connsiteX19" fmla="*/ 15480 w 79332"/>
                <a:gd name="connsiteY19" fmla="*/ 65788 h 73528"/>
                <a:gd name="connsiteX20" fmla="*/ 24509 w 79332"/>
                <a:gd name="connsiteY20" fmla="*/ 73528 h 73528"/>
                <a:gd name="connsiteX21" fmla="*/ 30314 w 79332"/>
                <a:gd name="connsiteY21" fmla="*/ 67078 h 73528"/>
                <a:gd name="connsiteX22" fmla="*/ 22574 w 79332"/>
                <a:gd name="connsiteY22" fmla="*/ 59338 h 73528"/>
                <a:gd name="connsiteX23" fmla="*/ 30314 w 79332"/>
                <a:gd name="connsiteY23" fmla="*/ 52244 h 73528"/>
                <a:gd name="connsiteX24" fmla="*/ 52244 w 79332"/>
                <a:gd name="connsiteY24" fmla="*/ 9675 h 73528"/>
                <a:gd name="connsiteX25" fmla="*/ 79333 w 79332"/>
                <a:gd name="connsiteY25" fmla="*/ 9675 h 73528"/>
                <a:gd name="connsiteX26" fmla="*/ 79333 w 79332"/>
                <a:gd name="connsiteY26" fmla="*/ 18705 h 73528"/>
                <a:gd name="connsiteX27" fmla="*/ 52244 w 79332"/>
                <a:gd name="connsiteY27" fmla="*/ 18705 h 73528"/>
                <a:gd name="connsiteX28" fmla="*/ 52244 w 79332"/>
                <a:gd name="connsiteY28" fmla="*/ 60628 h 73528"/>
                <a:gd name="connsiteX29" fmla="*/ 79333 w 79332"/>
                <a:gd name="connsiteY29" fmla="*/ 60628 h 73528"/>
                <a:gd name="connsiteX30" fmla="*/ 79333 w 79332"/>
                <a:gd name="connsiteY30" fmla="*/ 69658 h 73528"/>
                <a:gd name="connsiteX31" fmla="*/ 52244 w 79332"/>
                <a:gd name="connsiteY31" fmla="*/ 69658 h 73528"/>
                <a:gd name="connsiteX32" fmla="*/ 52244 w 79332"/>
                <a:gd name="connsiteY32" fmla="*/ 46439 h 73528"/>
                <a:gd name="connsiteX33" fmla="*/ 79333 w 79332"/>
                <a:gd name="connsiteY33" fmla="*/ 46439 h 73528"/>
                <a:gd name="connsiteX34" fmla="*/ 79333 w 79332"/>
                <a:gd name="connsiteY34" fmla="*/ 55469 h 73528"/>
                <a:gd name="connsiteX35" fmla="*/ 52244 w 79332"/>
                <a:gd name="connsiteY35" fmla="*/ 55469 h 73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9332" h="73528">
                  <a:moveTo>
                    <a:pt x="11610" y="28379"/>
                  </a:moveTo>
                  <a:lnTo>
                    <a:pt x="20639" y="28379"/>
                  </a:lnTo>
                  <a:lnTo>
                    <a:pt x="20639" y="18705"/>
                  </a:lnTo>
                  <a:lnTo>
                    <a:pt x="31604" y="18705"/>
                  </a:lnTo>
                  <a:lnTo>
                    <a:pt x="31604" y="9675"/>
                  </a:lnTo>
                  <a:lnTo>
                    <a:pt x="20639" y="9675"/>
                  </a:lnTo>
                  <a:lnTo>
                    <a:pt x="20639" y="0"/>
                  </a:lnTo>
                  <a:lnTo>
                    <a:pt x="11610" y="0"/>
                  </a:lnTo>
                  <a:lnTo>
                    <a:pt x="11610" y="9675"/>
                  </a:lnTo>
                  <a:lnTo>
                    <a:pt x="0" y="9675"/>
                  </a:lnTo>
                  <a:lnTo>
                    <a:pt x="0" y="18705"/>
                  </a:lnTo>
                  <a:lnTo>
                    <a:pt x="11610" y="18705"/>
                  </a:lnTo>
                  <a:close/>
                  <a:moveTo>
                    <a:pt x="24509" y="45149"/>
                  </a:moveTo>
                  <a:lnTo>
                    <a:pt x="15480" y="53534"/>
                  </a:lnTo>
                  <a:lnTo>
                    <a:pt x="7095" y="45149"/>
                  </a:lnTo>
                  <a:lnTo>
                    <a:pt x="645" y="52244"/>
                  </a:lnTo>
                  <a:lnTo>
                    <a:pt x="9030" y="59338"/>
                  </a:lnTo>
                  <a:lnTo>
                    <a:pt x="645" y="67078"/>
                  </a:lnTo>
                  <a:lnTo>
                    <a:pt x="7095" y="73528"/>
                  </a:lnTo>
                  <a:lnTo>
                    <a:pt x="15480" y="65788"/>
                  </a:lnTo>
                  <a:lnTo>
                    <a:pt x="24509" y="73528"/>
                  </a:lnTo>
                  <a:lnTo>
                    <a:pt x="30314" y="67078"/>
                  </a:lnTo>
                  <a:lnTo>
                    <a:pt x="22574" y="59338"/>
                  </a:lnTo>
                  <a:lnTo>
                    <a:pt x="30314" y="52244"/>
                  </a:lnTo>
                  <a:close/>
                  <a:moveTo>
                    <a:pt x="52244" y="9675"/>
                  </a:moveTo>
                  <a:lnTo>
                    <a:pt x="79333" y="9675"/>
                  </a:lnTo>
                  <a:lnTo>
                    <a:pt x="79333" y="18705"/>
                  </a:lnTo>
                  <a:lnTo>
                    <a:pt x="52244" y="18705"/>
                  </a:lnTo>
                  <a:close/>
                  <a:moveTo>
                    <a:pt x="52244" y="60628"/>
                  </a:moveTo>
                  <a:lnTo>
                    <a:pt x="79333" y="60628"/>
                  </a:lnTo>
                  <a:lnTo>
                    <a:pt x="79333" y="69658"/>
                  </a:lnTo>
                  <a:lnTo>
                    <a:pt x="52244" y="69658"/>
                  </a:lnTo>
                  <a:close/>
                  <a:moveTo>
                    <a:pt x="52244" y="46439"/>
                  </a:moveTo>
                  <a:lnTo>
                    <a:pt x="79333" y="46439"/>
                  </a:lnTo>
                  <a:lnTo>
                    <a:pt x="79333" y="55469"/>
                  </a:lnTo>
                  <a:lnTo>
                    <a:pt x="52244" y="55469"/>
                  </a:lnTo>
                  <a:close/>
                </a:path>
              </a:pathLst>
            </a:custGeom>
            <a:solidFill>
              <a:schemeClr val="accent2"/>
            </a:solidFill>
            <a:ln w="149" cap="flat">
              <a:noFill/>
              <a:prstDash val="solid"/>
              <a:miter/>
            </a:ln>
          </p:spPr>
          <p:txBody>
            <a:bodyPr rtlCol="0" anchor="ctr"/>
            <a:lstStyle/>
            <a:p>
              <a:endParaRPr lang="zh-CN" altLang="en-US"/>
            </a:p>
          </p:txBody>
        </p:sp>
        <p:sp>
          <p:nvSpPr>
            <p:cNvPr id="213" name="任意多边形: 形状 212">
              <a:extLst>
                <a:ext uri="{FF2B5EF4-FFF2-40B4-BE49-F238E27FC236}">
                  <a16:creationId xmlns:a16="http://schemas.microsoft.com/office/drawing/2014/main" id="{F0FB2DA0-8424-7280-B4E7-4E69697BB9FE}"/>
                </a:ext>
              </a:extLst>
            </p:cNvPr>
            <p:cNvSpPr/>
            <p:nvPr/>
          </p:nvSpPr>
          <p:spPr>
            <a:xfrm>
              <a:off x="3624457" y="3888188"/>
              <a:ext cx="132866" cy="126416"/>
            </a:xfrm>
            <a:custGeom>
              <a:avLst/>
              <a:gdLst>
                <a:gd name="connsiteX0" fmla="*/ 0 w 132866"/>
                <a:gd name="connsiteY0" fmla="*/ 0 h 126416"/>
                <a:gd name="connsiteX1" fmla="*/ 0 w 132866"/>
                <a:gd name="connsiteY1" fmla="*/ 126417 h 126416"/>
                <a:gd name="connsiteX2" fmla="*/ 132867 w 132866"/>
                <a:gd name="connsiteY2" fmla="*/ 126417 h 126416"/>
                <a:gd name="connsiteX3" fmla="*/ 132867 w 132866"/>
                <a:gd name="connsiteY3" fmla="*/ 0 h 126416"/>
                <a:gd name="connsiteX4" fmla="*/ 0 w 132866"/>
                <a:gd name="connsiteY4" fmla="*/ 0 h 126416"/>
                <a:gd name="connsiteX5" fmla="*/ 122547 w 132866"/>
                <a:gd name="connsiteY5" fmla="*/ 116097 h 126416"/>
                <a:gd name="connsiteX6" fmla="*/ 10320 w 132866"/>
                <a:gd name="connsiteY6" fmla="*/ 116097 h 126416"/>
                <a:gd name="connsiteX7" fmla="*/ 10320 w 132866"/>
                <a:gd name="connsiteY7" fmla="*/ 10320 h 126416"/>
                <a:gd name="connsiteX8" fmla="*/ 122547 w 132866"/>
                <a:gd name="connsiteY8" fmla="*/ 10320 h 126416"/>
                <a:gd name="connsiteX9" fmla="*/ 122547 w 132866"/>
                <a:gd name="connsiteY9" fmla="*/ 116097 h 126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866" h="126416">
                  <a:moveTo>
                    <a:pt x="0" y="0"/>
                  </a:moveTo>
                  <a:lnTo>
                    <a:pt x="0" y="126417"/>
                  </a:lnTo>
                  <a:lnTo>
                    <a:pt x="132867" y="126417"/>
                  </a:lnTo>
                  <a:lnTo>
                    <a:pt x="132867" y="0"/>
                  </a:lnTo>
                  <a:lnTo>
                    <a:pt x="0" y="0"/>
                  </a:lnTo>
                  <a:close/>
                  <a:moveTo>
                    <a:pt x="122547" y="116097"/>
                  </a:moveTo>
                  <a:lnTo>
                    <a:pt x="10320" y="116097"/>
                  </a:lnTo>
                  <a:lnTo>
                    <a:pt x="10320" y="10320"/>
                  </a:lnTo>
                  <a:lnTo>
                    <a:pt x="122547" y="10320"/>
                  </a:lnTo>
                  <a:lnTo>
                    <a:pt x="122547" y="116097"/>
                  </a:lnTo>
                  <a:close/>
                </a:path>
              </a:pathLst>
            </a:custGeom>
            <a:solidFill>
              <a:schemeClr val="accent2"/>
            </a:solidFill>
            <a:ln w="149" cap="flat">
              <a:noFill/>
              <a:prstDash val="solid"/>
              <a:miter/>
            </a:ln>
          </p:spPr>
          <p:txBody>
            <a:bodyPr rtlCol="0" anchor="ctr"/>
            <a:lstStyle/>
            <a:p>
              <a:endParaRPr lang="zh-CN" altLang="en-US"/>
            </a:p>
          </p:txBody>
        </p:sp>
      </p:grpSp>
      <p:grpSp>
        <p:nvGrpSpPr>
          <p:cNvPr id="223" name="组合 222">
            <a:extLst>
              <a:ext uri="{FF2B5EF4-FFF2-40B4-BE49-F238E27FC236}">
                <a16:creationId xmlns:a16="http://schemas.microsoft.com/office/drawing/2014/main" id="{5DE9F095-7289-B27C-120D-B44A2952B8AF}"/>
              </a:ext>
            </a:extLst>
          </p:cNvPr>
          <p:cNvGrpSpPr/>
          <p:nvPr/>
        </p:nvGrpSpPr>
        <p:grpSpPr>
          <a:xfrm>
            <a:off x="7901123" y="4191225"/>
            <a:ext cx="156231" cy="156336"/>
            <a:chOff x="7840439" y="3968676"/>
            <a:chExt cx="279114" cy="279305"/>
          </a:xfrm>
          <a:solidFill>
            <a:schemeClr val="accent2"/>
          </a:solidFill>
        </p:grpSpPr>
        <p:sp>
          <p:nvSpPr>
            <p:cNvPr id="218" name="任意多边形: 形状 217">
              <a:extLst>
                <a:ext uri="{FF2B5EF4-FFF2-40B4-BE49-F238E27FC236}">
                  <a16:creationId xmlns:a16="http://schemas.microsoft.com/office/drawing/2014/main" id="{58988452-FFE7-9780-4B22-C04BDC31AE83}"/>
                </a:ext>
              </a:extLst>
            </p:cNvPr>
            <p:cNvSpPr/>
            <p:nvPr/>
          </p:nvSpPr>
          <p:spPr>
            <a:xfrm>
              <a:off x="7995958" y="3968694"/>
              <a:ext cx="123595" cy="229719"/>
            </a:xfrm>
            <a:custGeom>
              <a:avLst/>
              <a:gdLst>
                <a:gd name="connsiteX0" fmla="*/ 15843 w 123595"/>
                <a:gd name="connsiteY0" fmla="*/ 229719 h 229719"/>
                <a:gd name="connsiteX1" fmla="*/ 3681 w 123595"/>
                <a:gd name="connsiteY1" fmla="*/ 224063 h 229719"/>
                <a:gd name="connsiteX2" fmla="*/ 5660 w 123595"/>
                <a:gd name="connsiteY2" fmla="*/ 201718 h 229719"/>
                <a:gd name="connsiteX3" fmla="*/ 26874 w 123595"/>
                <a:gd name="connsiteY3" fmla="*/ 182343 h 229719"/>
                <a:gd name="connsiteX4" fmla="*/ 91998 w 123595"/>
                <a:gd name="connsiteY4" fmla="*/ 62559 h 229719"/>
                <a:gd name="connsiteX5" fmla="*/ 84432 w 123595"/>
                <a:gd name="connsiteY5" fmla="*/ 39507 h 229719"/>
                <a:gd name="connsiteX6" fmla="*/ 61310 w 123595"/>
                <a:gd name="connsiteY6" fmla="*/ 31729 h 229719"/>
                <a:gd name="connsiteX7" fmla="*/ 38329 w 123595"/>
                <a:gd name="connsiteY7" fmla="*/ 35335 h 229719"/>
                <a:gd name="connsiteX8" fmla="*/ 34015 w 123595"/>
                <a:gd name="connsiteY8" fmla="*/ 35901 h 229719"/>
                <a:gd name="connsiteX9" fmla="*/ 17950 w 123595"/>
                <a:gd name="connsiteY9" fmla="*/ 20291 h 229719"/>
                <a:gd name="connsiteX10" fmla="*/ 29349 w 123595"/>
                <a:gd name="connsiteY10" fmla="*/ 4859 h 229719"/>
                <a:gd name="connsiteX11" fmla="*/ 60815 w 123595"/>
                <a:gd name="connsiteY11" fmla="*/ 51 h 229719"/>
                <a:gd name="connsiteX12" fmla="*/ 106918 w 123595"/>
                <a:gd name="connsiteY12" fmla="*/ 16951 h 229719"/>
                <a:gd name="connsiteX13" fmla="*/ 49360 w 123595"/>
                <a:gd name="connsiteY13" fmla="*/ 204688 h 229719"/>
                <a:gd name="connsiteX14" fmla="*/ 26025 w 123595"/>
                <a:gd name="connsiteY14" fmla="*/ 225901 h 229719"/>
                <a:gd name="connsiteX15" fmla="*/ 15914 w 123595"/>
                <a:gd name="connsiteY15" fmla="*/ 229507 h 229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3595" h="229719">
                  <a:moveTo>
                    <a:pt x="15843" y="229719"/>
                  </a:moveTo>
                  <a:cubicBezTo>
                    <a:pt x="11147" y="229748"/>
                    <a:pt x="6684" y="227673"/>
                    <a:pt x="3681" y="224063"/>
                  </a:cubicBezTo>
                  <a:cubicBezTo>
                    <a:pt x="-1916" y="217337"/>
                    <a:pt x="-1031" y="207355"/>
                    <a:pt x="5660" y="201718"/>
                  </a:cubicBezTo>
                  <a:cubicBezTo>
                    <a:pt x="13079" y="195651"/>
                    <a:pt x="20161" y="189183"/>
                    <a:pt x="26874" y="182343"/>
                  </a:cubicBezTo>
                  <a:cubicBezTo>
                    <a:pt x="75028" y="134401"/>
                    <a:pt x="92069" y="87732"/>
                    <a:pt x="91998" y="62559"/>
                  </a:cubicBezTo>
                  <a:cubicBezTo>
                    <a:pt x="92627" y="54177"/>
                    <a:pt x="89906" y="45887"/>
                    <a:pt x="84432" y="39507"/>
                  </a:cubicBezTo>
                  <a:cubicBezTo>
                    <a:pt x="78072" y="33932"/>
                    <a:pt x="69747" y="31131"/>
                    <a:pt x="61310" y="31729"/>
                  </a:cubicBezTo>
                  <a:cubicBezTo>
                    <a:pt x="53520" y="31871"/>
                    <a:pt x="45787" y="33084"/>
                    <a:pt x="38329" y="35335"/>
                  </a:cubicBezTo>
                  <a:cubicBezTo>
                    <a:pt x="36920" y="35702"/>
                    <a:pt x="35471" y="35892"/>
                    <a:pt x="34015" y="35901"/>
                  </a:cubicBezTo>
                  <a:cubicBezTo>
                    <a:pt x="25269" y="36027"/>
                    <a:pt x="18076" y="29038"/>
                    <a:pt x="17950" y="20291"/>
                  </a:cubicBezTo>
                  <a:cubicBezTo>
                    <a:pt x="17848" y="13170"/>
                    <a:pt x="22511" y="6855"/>
                    <a:pt x="29349" y="4859"/>
                  </a:cubicBezTo>
                  <a:cubicBezTo>
                    <a:pt x="39571" y="1837"/>
                    <a:pt x="50157" y="219"/>
                    <a:pt x="60815" y="51"/>
                  </a:cubicBezTo>
                  <a:cubicBezTo>
                    <a:pt x="77811" y="-624"/>
                    <a:pt x="94384" y="5451"/>
                    <a:pt x="106918" y="16951"/>
                  </a:cubicBezTo>
                  <a:cubicBezTo>
                    <a:pt x="143405" y="53508"/>
                    <a:pt x="118161" y="135957"/>
                    <a:pt x="49360" y="204688"/>
                  </a:cubicBezTo>
                  <a:cubicBezTo>
                    <a:pt x="41953" y="212157"/>
                    <a:pt x="34164" y="219238"/>
                    <a:pt x="26025" y="225901"/>
                  </a:cubicBezTo>
                  <a:cubicBezTo>
                    <a:pt x="23174" y="228238"/>
                    <a:pt x="19600" y="229513"/>
                    <a:pt x="15914" y="229507"/>
                  </a:cubicBezTo>
                  <a:close/>
                </a:path>
              </a:pathLst>
            </a:custGeom>
            <a:grpFill/>
            <a:ln w="344" cap="flat">
              <a:noFill/>
              <a:prstDash val="solid"/>
              <a:miter/>
            </a:ln>
          </p:spPr>
          <p:txBody>
            <a:bodyPr rtlCol="0" anchor="ctr"/>
            <a:lstStyle/>
            <a:p>
              <a:endParaRPr lang="zh-CN" altLang="en-US"/>
            </a:p>
          </p:txBody>
        </p:sp>
        <p:sp>
          <p:nvSpPr>
            <p:cNvPr id="219" name="任意多边形: 形状 218">
              <a:extLst>
                <a:ext uri="{FF2B5EF4-FFF2-40B4-BE49-F238E27FC236}">
                  <a16:creationId xmlns:a16="http://schemas.microsoft.com/office/drawing/2014/main" id="{7C205E23-9317-F3A4-0503-886166A7693F}"/>
                </a:ext>
              </a:extLst>
            </p:cNvPr>
            <p:cNvSpPr/>
            <p:nvPr/>
          </p:nvSpPr>
          <p:spPr>
            <a:xfrm>
              <a:off x="7951767" y="4079973"/>
              <a:ext cx="56568" cy="56568"/>
            </a:xfrm>
            <a:custGeom>
              <a:avLst/>
              <a:gdLst>
                <a:gd name="connsiteX0" fmla="*/ 28284 w 56568"/>
                <a:gd name="connsiteY0" fmla="*/ 56569 h 56568"/>
                <a:gd name="connsiteX1" fmla="*/ 0 w 56568"/>
                <a:gd name="connsiteY1" fmla="*/ 28284 h 56568"/>
                <a:gd name="connsiteX2" fmla="*/ 28284 w 56568"/>
                <a:gd name="connsiteY2" fmla="*/ 0 h 56568"/>
                <a:gd name="connsiteX3" fmla="*/ 56569 w 56568"/>
                <a:gd name="connsiteY3" fmla="*/ 28284 h 56568"/>
                <a:gd name="connsiteX4" fmla="*/ 28284 w 56568"/>
                <a:gd name="connsiteY4" fmla="*/ 56569 h 565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68" h="56568">
                  <a:moveTo>
                    <a:pt x="28284" y="56569"/>
                  </a:moveTo>
                  <a:cubicBezTo>
                    <a:pt x="12663" y="56569"/>
                    <a:pt x="0" y="43905"/>
                    <a:pt x="0" y="28284"/>
                  </a:cubicBezTo>
                  <a:cubicBezTo>
                    <a:pt x="0" y="12663"/>
                    <a:pt x="12663" y="0"/>
                    <a:pt x="28284" y="0"/>
                  </a:cubicBezTo>
                  <a:cubicBezTo>
                    <a:pt x="43905" y="0"/>
                    <a:pt x="56569" y="12663"/>
                    <a:pt x="56569" y="28284"/>
                  </a:cubicBezTo>
                  <a:cubicBezTo>
                    <a:pt x="56569" y="43905"/>
                    <a:pt x="43905" y="56569"/>
                    <a:pt x="28284" y="56569"/>
                  </a:cubicBezTo>
                  <a:close/>
                </a:path>
              </a:pathLst>
            </a:custGeom>
            <a:grpFill/>
            <a:ln w="344" cap="flat">
              <a:noFill/>
              <a:prstDash val="solid"/>
              <a:miter/>
            </a:ln>
          </p:spPr>
          <p:txBody>
            <a:bodyPr rtlCol="0" anchor="ctr"/>
            <a:lstStyle/>
            <a:p>
              <a:endParaRPr lang="zh-CN" altLang="en-US"/>
            </a:p>
          </p:txBody>
        </p:sp>
        <p:sp>
          <p:nvSpPr>
            <p:cNvPr id="220" name="任意多边形: 形状 219">
              <a:extLst>
                <a:ext uri="{FF2B5EF4-FFF2-40B4-BE49-F238E27FC236}">
                  <a16:creationId xmlns:a16="http://schemas.microsoft.com/office/drawing/2014/main" id="{AC9C21D6-5FA8-E84A-C6B8-02B75B72D7DF}"/>
                </a:ext>
              </a:extLst>
            </p:cNvPr>
            <p:cNvSpPr/>
            <p:nvPr/>
          </p:nvSpPr>
          <p:spPr>
            <a:xfrm>
              <a:off x="7840439" y="3968676"/>
              <a:ext cx="229723" cy="123954"/>
            </a:xfrm>
            <a:custGeom>
              <a:avLst/>
              <a:gdLst>
                <a:gd name="connsiteX0" fmla="*/ 213788 w 229723"/>
                <a:gd name="connsiteY0" fmla="*/ 123955 h 123954"/>
                <a:gd name="connsiteX1" fmla="*/ 201555 w 229723"/>
                <a:gd name="connsiteY1" fmla="*/ 118227 h 123954"/>
                <a:gd name="connsiteX2" fmla="*/ 182251 w 229723"/>
                <a:gd name="connsiteY2" fmla="*/ 97014 h 123954"/>
                <a:gd name="connsiteX3" fmla="*/ 62467 w 229723"/>
                <a:gd name="connsiteY3" fmla="*/ 32031 h 123954"/>
                <a:gd name="connsiteX4" fmla="*/ 39344 w 229723"/>
                <a:gd name="connsiteY4" fmla="*/ 39526 h 123954"/>
                <a:gd name="connsiteX5" fmla="*/ 35172 w 229723"/>
                <a:gd name="connsiteY5" fmla="*/ 85629 h 123954"/>
                <a:gd name="connsiteX6" fmla="*/ 25202 w 229723"/>
                <a:gd name="connsiteY6" fmla="*/ 105570 h 123954"/>
                <a:gd name="connsiteX7" fmla="*/ 24071 w 229723"/>
                <a:gd name="connsiteY7" fmla="*/ 105570 h 123954"/>
                <a:gd name="connsiteX8" fmla="*/ 19828 w 229723"/>
                <a:gd name="connsiteY8" fmla="*/ 106135 h 123954"/>
                <a:gd name="connsiteX9" fmla="*/ 4625 w 229723"/>
                <a:gd name="connsiteY9" fmla="*/ 94610 h 123954"/>
                <a:gd name="connsiteX10" fmla="*/ 16858 w 229723"/>
                <a:gd name="connsiteY10" fmla="*/ 16828 h 123954"/>
                <a:gd name="connsiteX11" fmla="*/ 62467 w 229723"/>
                <a:gd name="connsiteY11" fmla="*/ 69 h 123954"/>
                <a:gd name="connsiteX12" fmla="*/ 204666 w 229723"/>
                <a:gd name="connsiteY12" fmla="*/ 74316 h 123954"/>
                <a:gd name="connsiteX13" fmla="*/ 225879 w 229723"/>
                <a:gd name="connsiteY13" fmla="*/ 97721 h 123954"/>
                <a:gd name="connsiteX14" fmla="*/ 224183 w 229723"/>
                <a:gd name="connsiteY14" fmla="*/ 120157 h 123954"/>
                <a:gd name="connsiteX15" fmla="*/ 224041 w 229723"/>
                <a:gd name="connsiteY15" fmla="*/ 120278 h 123954"/>
                <a:gd name="connsiteX16" fmla="*/ 213858 w 229723"/>
                <a:gd name="connsiteY16" fmla="*/ 123955 h 123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9723" h="123954">
                  <a:moveTo>
                    <a:pt x="213788" y="123955"/>
                  </a:moveTo>
                  <a:cubicBezTo>
                    <a:pt x="209057" y="123977"/>
                    <a:pt x="204567" y="121874"/>
                    <a:pt x="201555" y="118227"/>
                  </a:cubicBezTo>
                  <a:cubicBezTo>
                    <a:pt x="195516" y="110806"/>
                    <a:pt x="189071" y="103724"/>
                    <a:pt x="182251" y="97014"/>
                  </a:cubicBezTo>
                  <a:cubicBezTo>
                    <a:pt x="134238" y="49072"/>
                    <a:pt x="87710" y="32031"/>
                    <a:pt x="62467" y="32031"/>
                  </a:cubicBezTo>
                  <a:cubicBezTo>
                    <a:pt x="54077" y="31425"/>
                    <a:pt x="45782" y="34113"/>
                    <a:pt x="39344" y="39526"/>
                  </a:cubicBezTo>
                  <a:cubicBezTo>
                    <a:pt x="30717" y="48082"/>
                    <a:pt x="29233" y="64487"/>
                    <a:pt x="35172" y="85629"/>
                  </a:cubicBezTo>
                  <a:cubicBezTo>
                    <a:pt x="37881" y="93886"/>
                    <a:pt x="33432" y="102783"/>
                    <a:pt x="25202" y="105570"/>
                  </a:cubicBezTo>
                  <a:lnTo>
                    <a:pt x="24071" y="105570"/>
                  </a:lnTo>
                  <a:cubicBezTo>
                    <a:pt x="22687" y="105940"/>
                    <a:pt x="21261" y="106131"/>
                    <a:pt x="19828" y="106135"/>
                  </a:cubicBezTo>
                  <a:cubicBezTo>
                    <a:pt x="12763" y="106095"/>
                    <a:pt x="6572" y="101401"/>
                    <a:pt x="4625" y="94610"/>
                  </a:cubicBezTo>
                  <a:cubicBezTo>
                    <a:pt x="-4426" y="61517"/>
                    <a:pt x="-112" y="33869"/>
                    <a:pt x="16858" y="16828"/>
                  </a:cubicBezTo>
                  <a:cubicBezTo>
                    <a:pt x="29179" y="5320"/>
                    <a:pt x="45626" y="-724"/>
                    <a:pt x="62467" y="69"/>
                  </a:cubicBezTo>
                  <a:cubicBezTo>
                    <a:pt x="104327" y="69"/>
                    <a:pt x="158845" y="28354"/>
                    <a:pt x="204666" y="74316"/>
                  </a:cubicBezTo>
                  <a:cubicBezTo>
                    <a:pt x="212139" y="81744"/>
                    <a:pt x="219219" y="89556"/>
                    <a:pt x="225879" y="97721"/>
                  </a:cubicBezTo>
                  <a:cubicBezTo>
                    <a:pt x="231606" y="104385"/>
                    <a:pt x="230847" y="114430"/>
                    <a:pt x="224183" y="120157"/>
                  </a:cubicBezTo>
                  <a:cubicBezTo>
                    <a:pt x="224136" y="120197"/>
                    <a:pt x="224088" y="120238"/>
                    <a:pt x="224041" y="120278"/>
                  </a:cubicBezTo>
                  <a:cubicBezTo>
                    <a:pt x="221181" y="122656"/>
                    <a:pt x="217578" y="123957"/>
                    <a:pt x="213858" y="123955"/>
                  </a:cubicBezTo>
                  <a:close/>
                </a:path>
              </a:pathLst>
            </a:custGeom>
            <a:grpFill/>
            <a:ln w="344" cap="flat">
              <a:noFill/>
              <a:prstDash val="solid"/>
              <a:miter/>
            </a:ln>
          </p:spPr>
          <p:txBody>
            <a:bodyPr rtlCol="0" anchor="ctr"/>
            <a:lstStyle/>
            <a:p>
              <a:endParaRPr lang="zh-CN" altLang="en-US"/>
            </a:p>
          </p:txBody>
        </p:sp>
        <p:sp>
          <p:nvSpPr>
            <p:cNvPr id="221" name="任意多边形: 形状 220">
              <a:extLst>
                <a:ext uri="{FF2B5EF4-FFF2-40B4-BE49-F238E27FC236}">
                  <a16:creationId xmlns:a16="http://schemas.microsoft.com/office/drawing/2014/main" id="{603E638A-CD98-D8A4-4BEE-FE8B5B1C3D6A}"/>
                </a:ext>
              </a:extLst>
            </p:cNvPr>
            <p:cNvSpPr/>
            <p:nvPr/>
          </p:nvSpPr>
          <p:spPr>
            <a:xfrm>
              <a:off x="7840722" y="4018269"/>
              <a:ext cx="123640" cy="229712"/>
            </a:xfrm>
            <a:custGeom>
              <a:avLst/>
              <a:gdLst>
                <a:gd name="connsiteX0" fmla="*/ 59850 w 123640"/>
                <a:gd name="connsiteY0" fmla="*/ 229712 h 229712"/>
                <a:gd name="connsiteX1" fmla="*/ 16717 w 123640"/>
                <a:gd name="connsiteY1" fmla="*/ 212742 h 229712"/>
                <a:gd name="connsiteX2" fmla="*/ 73993 w 123640"/>
                <a:gd name="connsiteY2" fmla="*/ 24934 h 229712"/>
                <a:gd name="connsiteX3" fmla="*/ 97398 w 123640"/>
                <a:gd name="connsiteY3" fmla="*/ 3721 h 229712"/>
                <a:gd name="connsiteX4" fmla="*/ 119919 w 123640"/>
                <a:gd name="connsiteY4" fmla="*/ 5736 h 229712"/>
                <a:gd name="connsiteX5" fmla="*/ 117904 w 123640"/>
                <a:gd name="connsiteY5" fmla="*/ 28257 h 229712"/>
                <a:gd name="connsiteX6" fmla="*/ 96691 w 123640"/>
                <a:gd name="connsiteY6" fmla="*/ 47491 h 229712"/>
                <a:gd name="connsiteX7" fmla="*/ 39274 w 123640"/>
                <a:gd name="connsiteY7" fmla="*/ 190397 h 229712"/>
                <a:gd name="connsiteX8" fmla="*/ 62396 w 123640"/>
                <a:gd name="connsiteY8" fmla="*/ 197963 h 229712"/>
                <a:gd name="connsiteX9" fmla="*/ 85236 w 123640"/>
                <a:gd name="connsiteY9" fmla="*/ 194428 h 229712"/>
                <a:gd name="connsiteX10" fmla="*/ 89549 w 123640"/>
                <a:gd name="connsiteY10" fmla="*/ 193862 h 229712"/>
                <a:gd name="connsiteX11" fmla="*/ 105354 w 123640"/>
                <a:gd name="connsiteY11" fmla="*/ 209876 h 229712"/>
                <a:gd name="connsiteX12" fmla="*/ 94357 w 123640"/>
                <a:gd name="connsiteY12" fmla="*/ 224904 h 229712"/>
                <a:gd name="connsiteX13" fmla="*/ 62608 w 123640"/>
                <a:gd name="connsiteY13" fmla="*/ 229571 h 229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3640" h="229712">
                  <a:moveTo>
                    <a:pt x="59850" y="229712"/>
                  </a:moveTo>
                  <a:cubicBezTo>
                    <a:pt x="43841" y="229728"/>
                    <a:pt x="28424" y="223662"/>
                    <a:pt x="16717" y="212742"/>
                  </a:cubicBezTo>
                  <a:cubicBezTo>
                    <a:pt x="-19841" y="176184"/>
                    <a:pt x="5474" y="93736"/>
                    <a:pt x="73993" y="24934"/>
                  </a:cubicBezTo>
                  <a:cubicBezTo>
                    <a:pt x="81064" y="17439"/>
                    <a:pt x="89266" y="10297"/>
                    <a:pt x="97398" y="3721"/>
                  </a:cubicBezTo>
                  <a:cubicBezTo>
                    <a:pt x="104174" y="-1942"/>
                    <a:pt x="114257" y="-1040"/>
                    <a:pt x="119919" y="5736"/>
                  </a:cubicBezTo>
                  <a:cubicBezTo>
                    <a:pt x="125582" y="12512"/>
                    <a:pt x="124680" y="22595"/>
                    <a:pt x="117904" y="28257"/>
                  </a:cubicBezTo>
                  <a:cubicBezTo>
                    <a:pt x="110467" y="34252"/>
                    <a:pt x="103384" y="40674"/>
                    <a:pt x="96691" y="47491"/>
                  </a:cubicBezTo>
                  <a:cubicBezTo>
                    <a:pt x="39486" y="104837"/>
                    <a:pt x="18909" y="170245"/>
                    <a:pt x="39274" y="190397"/>
                  </a:cubicBezTo>
                  <a:cubicBezTo>
                    <a:pt x="45694" y="195848"/>
                    <a:pt x="53995" y="198565"/>
                    <a:pt x="62396" y="197963"/>
                  </a:cubicBezTo>
                  <a:cubicBezTo>
                    <a:pt x="70134" y="197826"/>
                    <a:pt x="77818" y="196636"/>
                    <a:pt x="85236" y="194428"/>
                  </a:cubicBezTo>
                  <a:cubicBezTo>
                    <a:pt x="86639" y="194031"/>
                    <a:pt x="88091" y="193841"/>
                    <a:pt x="89549" y="193862"/>
                  </a:cubicBezTo>
                  <a:cubicBezTo>
                    <a:pt x="98336" y="193920"/>
                    <a:pt x="105412" y="201089"/>
                    <a:pt x="105354" y="209876"/>
                  </a:cubicBezTo>
                  <a:cubicBezTo>
                    <a:pt x="105309" y="216731"/>
                    <a:pt x="100878" y="222787"/>
                    <a:pt x="94357" y="224904"/>
                  </a:cubicBezTo>
                  <a:cubicBezTo>
                    <a:pt x="84045" y="227936"/>
                    <a:pt x="73357" y="229507"/>
                    <a:pt x="62608" y="229571"/>
                  </a:cubicBezTo>
                  <a:close/>
                </a:path>
              </a:pathLst>
            </a:custGeom>
            <a:grpFill/>
            <a:ln w="344" cap="flat">
              <a:noFill/>
              <a:prstDash val="solid"/>
              <a:miter/>
            </a:ln>
          </p:spPr>
          <p:txBody>
            <a:bodyPr rtlCol="0" anchor="ctr"/>
            <a:lstStyle/>
            <a:p>
              <a:endParaRPr lang="zh-CN" altLang="en-US"/>
            </a:p>
          </p:txBody>
        </p:sp>
        <p:sp>
          <p:nvSpPr>
            <p:cNvPr id="222" name="任意多边形: 形状 221">
              <a:extLst>
                <a:ext uri="{FF2B5EF4-FFF2-40B4-BE49-F238E27FC236}">
                  <a16:creationId xmlns:a16="http://schemas.microsoft.com/office/drawing/2014/main" id="{3C87FC22-EA51-CC57-4EE5-0D0D768BF7E9}"/>
                </a:ext>
              </a:extLst>
            </p:cNvPr>
            <p:cNvSpPr/>
            <p:nvPr/>
          </p:nvSpPr>
          <p:spPr>
            <a:xfrm>
              <a:off x="7890033" y="4124305"/>
              <a:ext cx="229520" cy="123676"/>
            </a:xfrm>
            <a:custGeom>
              <a:avLst/>
              <a:gdLst>
                <a:gd name="connsiteX0" fmla="*/ 169851 w 229520"/>
                <a:gd name="connsiteY0" fmla="*/ 123677 h 123676"/>
                <a:gd name="connsiteX1" fmla="*/ 166810 w 229520"/>
                <a:gd name="connsiteY1" fmla="*/ 123677 h 123676"/>
                <a:gd name="connsiteX2" fmla="*/ 24894 w 229520"/>
                <a:gd name="connsiteY2" fmla="*/ 49430 h 123676"/>
                <a:gd name="connsiteX3" fmla="*/ 3680 w 229520"/>
                <a:gd name="connsiteY3" fmla="*/ 26025 h 123676"/>
                <a:gd name="connsiteX4" fmla="*/ 5689 w 229520"/>
                <a:gd name="connsiteY4" fmla="*/ 3715 h 123676"/>
                <a:gd name="connsiteX5" fmla="*/ 5731 w 229520"/>
                <a:gd name="connsiteY5" fmla="*/ 3680 h 123676"/>
                <a:gd name="connsiteX6" fmla="*/ 28041 w 229520"/>
                <a:gd name="connsiteY6" fmla="*/ 5689 h 123676"/>
                <a:gd name="connsiteX7" fmla="*/ 28076 w 229520"/>
                <a:gd name="connsiteY7" fmla="*/ 5731 h 123676"/>
                <a:gd name="connsiteX8" fmla="*/ 47380 w 229520"/>
                <a:gd name="connsiteY8" fmla="*/ 26944 h 123676"/>
                <a:gd name="connsiteX9" fmla="*/ 166952 w 229520"/>
                <a:gd name="connsiteY9" fmla="*/ 91927 h 123676"/>
                <a:gd name="connsiteX10" fmla="*/ 190074 w 229520"/>
                <a:gd name="connsiteY10" fmla="*/ 84361 h 123676"/>
                <a:gd name="connsiteX11" fmla="*/ 194317 w 229520"/>
                <a:gd name="connsiteY11" fmla="*/ 38329 h 123676"/>
                <a:gd name="connsiteX12" fmla="*/ 203933 w 229520"/>
                <a:gd name="connsiteY12" fmla="*/ 18247 h 123676"/>
                <a:gd name="connsiteX13" fmla="*/ 205489 w 229520"/>
                <a:gd name="connsiteY13" fmla="*/ 17752 h 123676"/>
                <a:gd name="connsiteX14" fmla="*/ 209661 w 229520"/>
                <a:gd name="connsiteY14" fmla="*/ 17186 h 123676"/>
                <a:gd name="connsiteX15" fmla="*/ 224864 w 229520"/>
                <a:gd name="connsiteY15" fmla="*/ 28712 h 123676"/>
                <a:gd name="connsiteX16" fmla="*/ 217793 w 229520"/>
                <a:gd name="connsiteY16" fmla="*/ 100696 h 123676"/>
                <a:gd name="connsiteX17" fmla="*/ 219065 w 229520"/>
                <a:gd name="connsiteY17" fmla="*/ 100696 h 123676"/>
                <a:gd name="connsiteX18" fmla="*/ 212843 w 229520"/>
                <a:gd name="connsiteY18" fmla="*/ 106706 h 123676"/>
                <a:gd name="connsiteX19" fmla="*/ 169851 w 229520"/>
                <a:gd name="connsiteY19" fmla="*/ 123677 h 123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9520" h="123676">
                  <a:moveTo>
                    <a:pt x="169851" y="123677"/>
                  </a:moveTo>
                  <a:lnTo>
                    <a:pt x="166810" y="123677"/>
                  </a:lnTo>
                  <a:cubicBezTo>
                    <a:pt x="125161" y="123677"/>
                    <a:pt x="70714" y="95392"/>
                    <a:pt x="24894" y="49430"/>
                  </a:cubicBezTo>
                  <a:cubicBezTo>
                    <a:pt x="17421" y="42002"/>
                    <a:pt x="10340" y="34190"/>
                    <a:pt x="3680" y="26025"/>
                  </a:cubicBezTo>
                  <a:cubicBezTo>
                    <a:pt x="-1926" y="19310"/>
                    <a:pt x="-1026" y="9321"/>
                    <a:pt x="5689" y="3715"/>
                  </a:cubicBezTo>
                  <a:cubicBezTo>
                    <a:pt x="5703" y="3704"/>
                    <a:pt x="5717" y="3692"/>
                    <a:pt x="5731" y="3680"/>
                  </a:cubicBezTo>
                  <a:cubicBezTo>
                    <a:pt x="12446" y="-1926"/>
                    <a:pt x="22435" y="-1026"/>
                    <a:pt x="28041" y="5689"/>
                  </a:cubicBezTo>
                  <a:cubicBezTo>
                    <a:pt x="28052" y="5703"/>
                    <a:pt x="28064" y="5717"/>
                    <a:pt x="28076" y="5731"/>
                  </a:cubicBezTo>
                  <a:cubicBezTo>
                    <a:pt x="34133" y="13136"/>
                    <a:pt x="40577" y="20217"/>
                    <a:pt x="47380" y="26944"/>
                  </a:cubicBezTo>
                  <a:cubicBezTo>
                    <a:pt x="95392" y="74957"/>
                    <a:pt x="141779" y="91927"/>
                    <a:pt x="166952" y="91927"/>
                  </a:cubicBezTo>
                  <a:cubicBezTo>
                    <a:pt x="175357" y="92568"/>
                    <a:pt x="183673" y="89847"/>
                    <a:pt x="190074" y="84361"/>
                  </a:cubicBezTo>
                  <a:cubicBezTo>
                    <a:pt x="198771" y="75805"/>
                    <a:pt x="200256" y="59471"/>
                    <a:pt x="194317" y="38329"/>
                  </a:cubicBezTo>
                  <a:cubicBezTo>
                    <a:pt x="191441" y="30128"/>
                    <a:pt x="195742" y="21147"/>
                    <a:pt x="203933" y="18247"/>
                  </a:cubicBezTo>
                  <a:lnTo>
                    <a:pt x="205489" y="17752"/>
                  </a:lnTo>
                  <a:cubicBezTo>
                    <a:pt x="206848" y="17376"/>
                    <a:pt x="208251" y="17186"/>
                    <a:pt x="209661" y="17186"/>
                  </a:cubicBezTo>
                  <a:cubicBezTo>
                    <a:pt x="216725" y="17227"/>
                    <a:pt x="222917" y="21921"/>
                    <a:pt x="224864" y="28712"/>
                  </a:cubicBezTo>
                  <a:cubicBezTo>
                    <a:pt x="232995" y="58198"/>
                    <a:pt x="230379" y="83371"/>
                    <a:pt x="217793" y="100696"/>
                  </a:cubicBezTo>
                  <a:lnTo>
                    <a:pt x="219065" y="100696"/>
                  </a:lnTo>
                  <a:lnTo>
                    <a:pt x="212843" y="106706"/>
                  </a:lnTo>
                  <a:cubicBezTo>
                    <a:pt x="201207" y="117648"/>
                    <a:pt x="185823" y="123720"/>
                    <a:pt x="169851" y="123677"/>
                  </a:cubicBezTo>
                  <a:close/>
                </a:path>
              </a:pathLst>
            </a:custGeom>
            <a:grpFill/>
            <a:ln w="344" cap="flat">
              <a:noFill/>
              <a:prstDash val="solid"/>
              <a:miter/>
            </a:ln>
          </p:spPr>
          <p:txBody>
            <a:bodyPr rtlCol="0" anchor="ctr"/>
            <a:lstStyle/>
            <a:p>
              <a:endParaRPr lang="zh-CN" altLang="en-US"/>
            </a:p>
          </p:txBody>
        </p:sp>
      </p:grpSp>
      <p:sp>
        <p:nvSpPr>
          <p:cNvPr id="235" name="图形 233">
            <a:extLst>
              <a:ext uri="{FF2B5EF4-FFF2-40B4-BE49-F238E27FC236}">
                <a16:creationId xmlns:a16="http://schemas.microsoft.com/office/drawing/2014/main" id="{90568122-6869-6FCD-8A9D-3678742F1565}"/>
              </a:ext>
            </a:extLst>
          </p:cNvPr>
          <p:cNvSpPr/>
          <p:nvPr/>
        </p:nvSpPr>
        <p:spPr>
          <a:xfrm>
            <a:off x="8416558" y="4031762"/>
            <a:ext cx="203568" cy="127250"/>
          </a:xfrm>
          <a:custGeom>
            <a:avLst/>
            <a:gdLst>
              <a:gd name="connsiteX0" fmla="*/ 99045 w 137952"/>
              <a:gd name="connsiteY0" fmla="*/ 86236 h 86235"/>
              <a:gd name="connsiteX1" fmla="*/ 86236 w 137952"/>
              <a:gd name="connsiteY1" fmla="*/ 86236 h 86235"/>
              <a:gd name="connsiteX2" fmla="*/ 72765 w 137952"/>
              <a:gd name="connsiteY2" fmla="*/ 77937 h 86235"/>
              <a:gd name="connsiteX3" fmla="*/ 72164 w 137952"/>
              <a:gd name="connsiteY3" fmla="*/ 76704 h 86235"/>
              <a:gd name="connsiteX4" fmla="*/ 74734 w 137952"/>
              <a:gd name="connsiteY4" fmla="*/ 68991 h 86235"/>
              <a:gd name="connsiteX5" fmla="*/ 82447 w 137952"/>
              <a:gd name="connsiteY5" fmla="*/ 71562 h 86235"/>
              <a:gd name="connsiteX6" fmla="*/ 83048 w 137952"/>
              <a:gd name="connsiteY6" fmla="*/ 72765 h 86235"/>
              <a:gd name="connsiteX7" fmla="*/ 86236 w 137952"/>
              <a:gd name="connsiteY7" fmla="*/ 74750 h 86235"/>
              <a:gd name="connsiteX8" fmla="*/ 99045 w 137952"/>
              <a:gd name="connsiteY8" fmla="*/ 74750 h 86235"/>
              <a:gd name="connsiteX9" fmla="*/ 104757 w 137952"/>
              <a:gd name="connsiteY9" fmla="*/ 69638 h 86235"/>
              <a:gd name="connsiteX10" fmla="*/ 107945 w 137952"/>
              <a:gd name="connsiteY10" fmla="*/ 40863 h 86235"/>
              <a:gd name="connsiteX11" fmla="*/ 102871 w 137952"/>
              <a:gd name="connsiteY11" fmla="*/ 34520 h 86235"/>
              <a:gd name="connsiteX12" fmla="*/ 102051 w 137952"/>
              <a:gd name="connsiteY12" fmla="*/ 34488 h 86235"/>
              <a:gd name="connsiteX13" fmla="*/ 35901 w 137952"/>
              <a:gd name="connsiteY13" fmla="*/ 34488 h 86235"/>
              <a:gd name="connsiteX14" fmla="*/ 30154 w 137952"/>
              <a:gd name="connsiteY14" fmla="*/ 40227 h 86235"/>
              <a:gd name="connsiteX15" fmla="*/ 30188 w 137952"/>
              <a:gd name="connsiteY15" fmla="*/ 40863 h 86235"/>
              <a:gd name="connsiteX16" fmla="*/ 33376 w 137952"/>
              <a:gd name="connsiteY16" fmla="*/ 69638 h 86235"/>
              <a:gd name="connsiteX17" fmla="*/ 39089 w 137952"/>
              <a:gd name="connsiteY17" fmla="*/ 74750 h 86235"/>
              <a:gd name="connsiteX18" fmla="*/ 51777 w 137952"/>
              <a:gd name="connsiteY18" fmla="*/ 74750 h 86235"/>
              <a:gd name="connsiteX19" fmla="*/ 54965 w 137952"/>
              <a:gd name="connsiteY19" fmla="*/ 72765 h 86235"/>
              <a:gd name="connsiteX20" fmla="*/ 55566 w 137952"/>
              <a:gd name="connsiteY20" fmla="*/ 71562 h 86235"/>
              <a:gd name="connsiteX21" fmla="*/ 63278 w 137952"/>
              <a:gd name="connsiteY21" fmla="*/ 68991 h 86235"/>
              <a:gd name="connsiteX22" fmla="*/ 65849 w 137952"/>
              <a:gd name="connsiteY22" fmla="*/ 76704 h 86235"/>
              <a:gd name="connsiteX23" fmla="*/ 65248 w 137952"/>
              <a:gd name="connsiteY23" fmla="*/ 77907 h 86235"/>
              <a:gd name="connsiteX24" fmla="*/ 51777 w 137952"/>
              <a:gd name="connsiteY24" fmla="*/ 86236 h 86235"/>
              <a:gd name="connsiteX25" fmla="*/ 38908 w 137952"/>
              <a:gd name="connsiteY25" fmla="*/ 86236 h 86235"/>
              <a:gd name="connsiteX26" fmla="*/ 21769 w 137952"/>
              <a:gd name="connsiteY26" fmla="*/ 70901 h 86235"/>
              <a:gd name="connsiteX27" fmla="*/ 18582 w 137952"/>
              <a:gd name="connsiteY27" fmla="*/ 42156 h 86235"/>
              <a:gd name="connsiteX28" fmla="*/ 33778 w 137952"/>
              <a:gd name="connsiteY28" fmla="*/ 23109 h 86235"/>
              <a:gd name="connsiteX29" fmla="*/ 35901 w 137952"/>
              <a:gd name="connsiteY29" fmla="*/ 23002 h 86235"/>
              <a:gd name="connsiteX30" fmla="*/ 102051 w 137952"/>
              <a:gd name="connsiteY30" fmla="*/ 23002 h 86235"/>
              <a:gd name="connsiteX31" fmla="*/ 119298 w 137952"/>
              <a:gd name="connsiteY31" fmla="*/ 40214 h 86235"/>
              <a:gd name="connsiteX32" fmla="*/ 119190 w 137952"/>
              <a:gd name="connsiteY32" fmla="*/ 42156 h 86235"/>
              <a:gd name="connsiteX33" fmla="*/ 116003 w 137952"/>
              <a:gd name="connsiteY33" fmla="*/ 70901 h 86235"/>
              <a:gd name="connsiteX34" fmla="*/ 99045 w 137952"/>
              <a:gd name="connsiteY34" fmla="*/ 86236 h 86235"/>
              <a:gd name="connsiteX35" fmla="*/ 86236 w 137952"/>
              <a:gd name="connsiteY35" fmla="*/ 5743 h 86235"/>
              <a:gd name="connsiteX36" fmla="*/ 80493 w 137952"/>
              <a:gd name="connsiteY36" fmla="*/ 0 h 86235"/>
              <a:gd name="connsiteX37" fmla="*/ 80462 w 137952"/>
              <a:gd name="connsiteY37" fmla="*/ 0 h 86235"/>
              <a:gd name="connsiteX38" fmla="*/ 57490 w 137952"/>
              <a:gd name="connsiteY38" fmla="*/ 0 h 86235"/>
              <a:gd name="connsiteX39" fmla="*/ 51747 w 137952"/>
              <a:gd name="connsiteY39" fmla="*/ 5743 h 86235"/>
              <a:gd name="connsiteX40" fmla="*/ 57490 w 137952"/>
              <a:gd name="connsiteY40" fmla="*/ 11486 h 86235"/>
              <a:gd name="connsiteX41" fmla="*/ 80462 w 137952"/>
              <a:gd name="connsiteY41" fmla="*/ 11486 h 86235"/>
              <a:gd name="connsiteX42" fmla="*/ 86235 w 137952"/>
              <a:gd name="connsiteY42" fmla="*/ 5773 h 86235"/>
              <a:gd name="connsiteX43" fmla="*/ 86236 w 137952"/>
              <a:gd name="connsiteY43" fmla="*/ 5743 h 86235"/>
              <a:gd name="connsiteX44" fmla="*/ 137953 w 137952"/>
              <a:gd name="connsiteY44" fmla="*/ 68886 h 86235"/>
              <a:gd name="connsiteX45" fmla="*/ 137953 w 137952"/>
              <a:gd name="connsiteY45" fmla="*/ 46125 h 86235"/>
              <a:gd name="connsiteX46" fmla="*/ 132210 w 137952"/>
              <a:gd name="connsiteY46" fmla="*/ 40382 h 86235"/>
              <a:gd name="connsiteX47" fmla="*/ 126467 w 137952"/>
              <a:gd name="connsiteY47" fmla="*/ 46125 h 86235"/>
              <a:gd name="connsiteX48" fmla="*/ 126467 w 137952"/>
              <a:gd name="connsiteY48" fmla="*/ 68976 h 86235"/>
              <a:gd name="connsiteX49" fmla="*/ 132210 w 137952"/>
              <a:gd name="connsiteY49" fmla="*/ 74719 h 86235"/>
              <a:gd name="connsiteX50" fmla="*/ 137953 w 137952"/>
              <a:gd name="connsiteY50" fmla="*/ 68976 h 86235"/>
              <a:gd name="connsiteX51" fmla="*/ 11486 w 137952"/>
              <a:gd name="connsiteY51" fmla="*/ 68886 h 86235"/>
              <a:gd name="connsiteX52" fmla="*/ 11486 w 137952"/>
              <a:gd name="connsiteY52" fmla="*/ 46125 h 86235"/>
              <a:gd name="connsiteX53" fmla="*/ 5743 w 137952"/>
              <a:gd name="connsiteY53" fmla="*/ 40382 h 86235"/>
              <a:gd name="connsiteX54" fmla="*/ 0 w 137952"/>
              <a:gd name="connsiteY54" fmla="*/ 46125 h 86235"/>
              <a:gd name="connsiteX55" fmla="*/ 0 w 137952"/>
              <a:gd name="connsiteY55" fmla="*/ 68976 h 86235"/>
              <a:gd name="connsiteX56" fmla="*/ 5743 w 137952"/>
              <a:gd name="connsiteY56" fmla="*/ 74719 h 86235"/>
              <a:gd name="connsiteX57" fmla="*/ 11486 w 137952"/>
              <a:gd name="connsiteY57" fmla="*/ 68976 h 86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37952" h="86235">
                <a:moveTo>
                  <a:pt x="99045" y="86236"/>
                </a:moveTo>
                <a:lnTo>
                  <a:pt x="86236" y="86236"/>
                </a:lnTo>
                <a:cubicBezTo>
                  <a:pt x="80535" y="86247"/>
                  <a:pt x="75319" y="83033"/>
                  <a:pt x="72765" y="77937"/>
                </a:cubicBezTo>
                <a:lnTo>
                  <a:pt x="72164" y="76704"/>
                </a:lnTo>
                <a:cubicBezTo>
                  <a:pt x="70744" y="73864"/>
                  <a:pt x="71895" y="70411"/>
                  <a:pt x="74734" y="68991"/>
                </a:cubicBezTo>
                <a:cubicBezTo>
                  <a:pt x="77574" y="67572"/>
                  <a:pt x="81027" y="68723"/>
                  <a:pt x="82447" y="71562"/>
                </a:cubicBezTo>
                <a:lnTo>
                  <a:pt x="83048" y="72765"/>
                </a:lnTo>
                <a:cubicBezTo>
                  <a:pt x="83639" y="73986"/>
                  <a:pt x="84879" y="74758"/>
                  <a:pt x="86236" y="74750"/>
                </a:cubicBezTo>
                <a:lnTo>
                  <a:pt x="99045" y="74750"/>
                </a:lnTo>
                <a:cubicBezTo>
                  <a:pt x="101969" y="74738"/>
                  <a:pt x="104422" y="72543"/>
                  <a:pt x="104757" y="69638"/>
                </a:cubicBezTo>
                <a:lnTo>
                  <a:pt x="107945" y="40863"/>
                </a:lnTo>
                <a:cubicBezTo>
                  <a:pt x="108295" y="37710"/>
                  <a:pt x="106024" y="34871"/>
                  <a:pt x="102871" y="34520"/>
                </a:cubicBezTo>
                <a:cubicBezTo>
                  <a:pt x="102599" y="34490"/>
                  <a:pt x="102325" y="34479"/>
                  <a:pt x="102051" y="34488"/>
                </a:cubicBezTo>
                <a:lnTo>
                  <a:pt x="35901" y="34488"/>
                </a:lnTo>
                <a:cubicBezTo>
                  <a:pt x="32730" y="34486"/>
                  <a:pt x="30156" y="37055"/>
                  <a:pt x="30154" y="40227"/>
                </a:cubicBezTo>
                <a:cubicBezTo>
                  <a:pt x="30153" y="40439"/>
                  <a:pt x="30165" y="40651"/>
                  <a:pt x="30188" y="40863"/>
                </a:cubicBezTo>
                <a:lnTo>
                  <a:pt x="33376" y="69638"/>
                </a:lnTo>
                <a:cubicBezTo>
                  <a:pt x="33711" y="72543"/>
                  <a:pt x="36165" y="74738"/>
                  <a:pt x="39089" y="74750"/>
                </a:cubicBezTo>
                <a:lnTo>
                  <a:pt x="51777" y="74750"/>
                </a:lnTo>
                <a:cubicBezTo>
                  <a:pt x="53133" y="74758"/>
                  <a:pt x="54374" y="73986"/>
                  <a:pt x="54965" y="72765"/>
                </a:cubicBezTo>
                <a:lnTo>
                  <a:pt x="55566" y="71562"/>
                </a:lnTo>
                <a:cubicBezTo>
                  <a:pt x="56986" y="68723"/>
                  <a:pt x="60439" y="67572"/>
                  <a:pt x="63278" y="68991"/>
                </a:cubicBezTo>
                <a:cubicBezTo>
                  <a:pt x="66118" y="70411"/>
                  <a:pt x="67269" y="73864"/>
                  <a:pt x="65849" y="76704"/>
                </a:cubicBezTo>
                <a:lnTo>
                  <a:pt x="65248" y="77907"/>
                </a:lnTo>
                <a:cubicBezTo>
                  <a:pt x="62703" y="83015"/>
                  <a:pt x="57484" y="86241"/>
                  <a:pt x="51777" y="86236"/>
                </a:cubicBezTo>
                <a:lnTo>
                  <a:pt x="38908" y="86236"/>
                </a:lnTo>
                <a:cubicBezTo>
                  <a:pt x="30115" y="86257"/>
                  <a:pt x="22722" y="79642"/>
                  <a:pt x="21769" y="70901"/>
                </a:cubicBezTo>
                <a:lnTo>
                  <a:pt x="18582" y="42156"/>
                </a:lnTo>
                <a:cubicBezTo>
                  <a:pt x="17519" y="32700"/>
                  <a:pt x="24322" y="24172"/>
                  <a:pt x="33778" y="23109"/>
                </a:cubicBezTo>
                <a:cubicBezTo>
                  <a:pt x="34483" y="23030"/>
                  <a:pt x="35192" y="22994"/>
                  <a:pt x="35901" y="23002"/>
                </a:cubicBezTo>
                <a:lnTo>
                  <a:pt x="102051" y="23002"/>
                </a:lnTo>
                <a:cubicBezTo>
                  <a:pt x="111567" y="22993"/>
                  <a:pt x="119288" y="30698"/>
                  <a:pt x="119298" y="40214"/>
                </a:cubicBezTo>
                <a:cubicBezTo>
                  <a:pt x="119299" y="40863"/>
                  <a:pt x="119263" y="41511"/>
                  <a:pt x="119190" y="42156"/>
                </a:cubicBezTo>
                <a:lnTo>
                  <a:pt x="116003" y="70901"/>
                </a:lnTo>
                <a:cubicBezTo>
                  <a:pt x="115058" y="79574"/>
                  <a:pt x="107769" y="86165"/>
                  <a:pt x="99045" y="86236"/>
                </a:cubicBezTo>
                <a:close/>
                <a:moveTo>
                  <a:pt x="86236" y="5743"/>
                </a:moveTo>
                <a:cubicBezTo>
                  <a:pt x="86236" y="2571"/>
                  <a:pt x="83664" y="0"/>
                  <a:pt x="80493" y="0"/>
                </a:cubicBezTo>
                <a:cubicBezTo>
                  <a:pt x="80483" y="0"/>
                  <a:pt x="80472" y="0"/>
                  <a:pt x="80462" y="0"/>
                </a:cubicBezTo>
                <a:lnTo>
                  <a:pt x="57490" y="0"/>
                </a:lnTo>
                <a:cubicBezTo>
                  <a:pt x="54319" y="0"/>
                  <a:pt x="51747" y="2571"/>
                  <a:pt x="51747" y="5743"/>
                </a:cubicBezTo>
                <a:cubicBezTo>
                  <a:pt x="51747" y="8915"/>
                  <a:pt x="54319" y="11486"/>
                  <a:pt x="57490" y="11486"/>
                </a:cubicBezTo>
                <a:lnTo>
                  <a:pt x="80462" y="11486"/>
                </a:lnTo>
                <a:cubicBezTo>
                  <a:pt x="83634" y="11503"/>
                  <a:pt x="86219" y="8945"/>
                  <a:pt x="86235" y="5773"/>
                </a:cubicBezTo>
                <a:cubicBezTo>
                  <a:pt x="86235" y="5763"/>
                  <a:pt x="86236" y="5753"/>
                  <a:pt x="86236" y="5743"/>
                </a:cubicBezTo>
                <a:close/>
                <a:moveTo>
                  <a:pt x="137953" y="68886"/>
                </a:moveTo>
                <a:lnTo>
                  <a:pt x="137953" y="46125"/>
                </a:lnTo>
                <a:cubicBezTo>
                  <a:pt x="137953" y="42953"/>
                  <a:pt x="135382" y="40382"/>
                  <a:pt x="132210" y="40382"/>
                </a:cubicBezTo>
                <a:cubicBezTo>
                  <a:pt x="129038" y="40382"/>
                  <a:pt x="126467" y="42953"/>
                  <a:pt x="126467" y="46125"/>
                </a:cubicBezTo>
                <a:lnTo>
                  <a:pt x="126467" y="68976"/>
                </a:lnTo>
                <a:cubicBezTo>
                  <a:pt x="126467" y="72148"/>
                  <a:pt x="129038" y="74719"/>
                  <a:pt x="132210" y="74719"/>
                </a:cubicBezTo>
                <a:cubicBezTo>
                  <a:pt x="135382" y="74719"/>
                  <a:pt x="137953" y="72148"/>
                  <a:pt x="137953" y="68976"/>
                </a:cubicBezTo>
                <a:close/>
                <a:moveTo>
                  <a:pt x="11486" y="68886"/>
                </a:moveTo>
                <a:lnTo>
                  <a:pt x="11486" y="46125"/>
                </a:lnTo>
                <a:cubicBezTo>
                  <a:pt x="11486" y="42953"/>
                  <a:pt x="8915" y="40382"/>
                  <a:pt x="5743" y="40382"/>
                </a:cubicBezTo>
                <a:cubicBezTo>
                  <a:pt x="2571" y="40382"/>
                  <a:pt x="0" y="42953"/>
                  <a:pt x="0" y="46125"/>
                </a:cubicBezTo>
                <a:lnTo>
                  <a:pt x="0" y="68976"/>
                </a:lnTo>
                <a:cubicBezTo>
                  <a:pt x="0" y="72148"/>
                  <a:pt x="2571" y="74719"/>
                  <a:pt x="5743" y="74719"/>
                </a:cubicBezTo>
                <a:cubicBezTo>
                  <a:pt x="8915" y="74719"/>
                  <a:pt x="11486" y="72148"/>
                  <a:pt x="11486" y="68976"/>
                </a:cubicBezTo>
                <a:close/>
              </a:path>
            </a:pathLst>
          </a:custGeom>
          <a:solidFill>
            <a:schemeClr val="accent2"/>
          </a:solidFill>
          <a:ln w="167" cap="flat">
            <a:noFill/>
            <a:prstDash val="solid"/>
            <a:miter/>
          </a:ln>
        </p:spPr>
        <p:txBody>
          <a:bodyPr rtlCol="0" anchor="ctr"/>
          <a:lstStyle/>
          <a:p>
            <a:endParaRPr lang="zh-CN" altLang="en-US"/>
          </a:p>
        </p:txBody>
      </p:sp>
      <p:grpSp>
        <p:nvGrpSpPr>
          <p:cNvPr id="242" name="组合 241">
            <a:extLst>
              <a:ext uri="{FF2B5EF4-FFF2-40B4-BE49-F238E27FC236}">
                <a16:creationId xmlns:a16="http://schemas.microsoft.com/office/drawing/2014/main" id="{6CF63B6A-5894-3776-34FE-C1DEACD38CDB}"/>
              </a:ext>
            </a:extLst>
          </p:cNvPr>
          <p:cNvGrpSpPr/>
          <p:nvPr/>
        </p:nvGrpSpPr>
        <p:grpSpPr>
          <a:xfrm>
            <a:off x="8951125" y="3770597"/>
            <a:ext cx="178195" cy="169778"/>
            <a:chOff x="8429241" y="3845091"/>
            <a:chExt cx="178195" cy="169778"/>
          </a:xfrm>
          <a:solidFill>
            <a:schemeClr val="accent2"/>
          </a:solidFill>
        </p:grpSpPr>
        <p:sp>
          <p:nvSpPr>
            <p:cNvPr id="239" name="任意多边形: 形状 238">
              <a:extLst>
                <a:ext uri="{FF2B5EF4-FFF2-40B4-BE49-F238E27FC236}">
                  <a16:creationId xmlns:a16="http://schemas.microsoft.com/office/drawing/2014/main" id="{78051068-4295-5124-12B6-566C83AF6854}"/>
                </a:ext>
              </a:extLst>
            </p:cNvPr>
            <p:cNvSpPr/>
            <p:nvPr/>
          </p:nvSpPr>
          <p:spPr>
            <a:xfrm>
              <a:off x="8503506" y="3915107"/>
              <a:ext cx="103930" cy="99762"/>
            </a:xfrm>
            <a:custGeom>
              <a:avLst/>
              <a:gdLst>
                <a:gd name="connsiteX0" fmla="*/ 103459 w 103930"/>
                <a:gd name="connsiteY0" fmla="*/ 37374 h 99762"/>
                <a:gd name="connsiteX1" fmla="*/ 96898 w 103930"/>
                <a:gd name="connsiteY1" fmla="*/ 31012 h 99762"/>
                <a:gd name="connsiteX2" fmla="*/ 73719 w 103930"/>
                <a:gd name="connsiteY2" fmla="*/ 24174 h 99762"/>
                <a:gd name="connsiteX3" fmla="*/ 60041 w 103930"/>
                <a:gd name="connsiteY3" fmla="*/ 4254 h 99762"/>
                <a:gd name="connsiteX4" fmla="*/ 51970 w 103930"/>
                <a:gd name="connsiteY4" fmla="*/ 0 h 99762"/>
                <a:gd name="connsiteX5" fmla="*/ 43899 w 103930"/>
                <a:gd name="connsiteY5" fmla="*/ 4254 h 99762"/>
                <a:gd name="connsiteX6" fmla="*/ 30222 w 103930"/>
                <a:gd name="connsiteY6" fmla="*/ 24174 h 99762"/>
                <a:gd name="connsiteX7" fmla="*/ 7042 w 103930"/>
                <a:gd name="connsiteY7" fmla="*/ 31012 h 99762"/>
                <a:gd name="connsiteX8" fmla="*/ 482 w 103930"/>
                <a:gd name="connsiteY8" fmla="*/ 37374 h 99762"/>
                <a:gd name="connsiteX9" fmla="*/ 2032 w 103930"/>
                <a:gd name="connsiteY9" fmla="*/ 46359 h 99762"/>
                <a:gd name="connsiteX10" fmla="*/ 16783 w 103930"/>
                <a:gd name="connsiteY10" fmla="*/ 65523 h 99762"/>
                <a:gd name="connsiteX11" fmla="*/ 16107 w 103930"/>
                <a:gd name="connsiteY11" fmla="*/ 89697 h 99762"/>
                <a:gd name="connsiteX12" fmla="*/ 20123 w 103930"/>
                <a:gd name="connsiteY12" fmla="*/ 97888 h 99762"/>
                <a:gd name="connsiteX13" fmla="*/ 25888 w 103930"/>
                <a:gd name="connsiteY13" fmla="*/ 99756 h 99762"/>
                <a:gd name="connsiteX14" fmla="*/ 29188 w 103930"/>
                <a:gd name="connsiteY14" fmla="*/ 99200 h 99762"/>
                <a:gd name="connsiteX15" fmla="*/ 51970 w 103930"/>
                <a:gd name="connsiteY15" fmla="*/ 91089 h 99762"/>
                <a:gd name="connsiteX16" fmla="*/ 74752 w 103930"/>
                <a:gd name="connsiteY16" fmla="*/ 99200 h 99762"/>
                <a:gd name="connsiteX17" fmla="*/ 83778 w 103930"/>
                <a:gd name="connsiteY17" fmla="*/ 97888 h 99762"/>
                <a:gd name="connsiteX18" fmla="*/ 87793 w 103930"/>
                <a:gd name="connsiteY18" fmla="*/ 89697 h 99762"/>
                <a:gd name="connsiteX19" fmla="*/ 87118 w 103930"/>
                <a:gd name="connsiteY19" fmla="*/ 65523 h 99762"/>
                <a:gd name="connsiteX20" fmla="*/ 101868 w 103930"/>
                <a:gd name="connsiteY20" fmla="*/ 46359 h 99762"/>
                <a:gd name="connsiteX21" fmla="*/ 103459 w 103930"/>
                <a:gd name="connsiteY21" fmla="*/ 37374 h 99762"/>
                <a:gd name="connsiteX22" fmla="*/ 77257 w 103930"/>
                <a:gd name="connsiteY22" fmla="*/ 58844 h 99762"/>
                <a:gd name="connsiteX23" fmla="*/ 75230 w 103930"/>
                <a:gd name="connsiteY23" fmla="*/ 65086 h 99762"/>
                <a:gd name="connsiteX24" fmla="*/ 75826 w 103930"/>
                <a:gd name="connsiteY24" fmla="*/ 86874 h 99762"/>
                <a:gd name="connsiteX25" fmla="*/ 55270 w 103930"/>
                <a:gd name="connsiteY25" fmla="*/ 79559 h 99762"/>
                <a:gd name="connsiteX26" fmla="*/ 48710 w 103930"/>
                <a:gd name="connsiteY26" fmla="*/ 79559 h 99762"/>
                <a:gd name="connsiteX27" fmla="*/ 28154 w 103930"/>
                <a:gd name="connsiteY27" fmla="*/ 86874 h 99762"/>
                <a:gd name="connsiteX28" fmla="*/ 28751 w 103930"/>
                <a:gd name="connsiteY28" fmla="*/ 65086 h 99762"/>
                <a:gd name="connsiteX29" fmla="*/ 26723 w 103930"/>
                <a:gd name="connsiteY29" fmla="*/ 58844 h 99762"/>
                <a:gd name="connsiteX30" fmla="*/ 13443 w 103930"/>
                <a:gd name="connsiteY30" fmla="*/ 41549 h 99762"/>
                <a:gd name="connsiteX31" fmla="*/ 34357 w 103930"/>
                <a:gd name="connsiteY31" fmla="*/ 35386 h 99762"/>
                <a:gd name="connsiteX32" fmla="*/ 39685 w 103930"/>
                <a:gd name="connsiteY32" fmla="*/ 31529 h 99762"/>
                <a:gd name="connsiteX33" fmla="*/ 52010 w 103930"/>
                <a:gd name="connsiteY33" fmla="*/ 13558 h 99762"/>
                <a:gd name="connsiteX34" fmla="*/ 64335 w 103930"/>
                <a:gd name="connsiteY34" fmla="*/ 31529 h 99762"/>
                <a:gd name="connsiteX35" fmla="*/ 69663 w 103930"/>
                <a:gd name="connsiteY35" fmla="*/ 35386 h 99762"/>
                <a:gd name="connsiteX36" fmla="*/ 90577 w 103930"/>
                <a:gd name="connsiteY36" fmla="*/ 41549 h 99762"/>
                <a:gd name="connsiteX37" fmla="*/ 77257 w 103930"/>
                <a:gd name="connsiteY37" fmla="*/ 58844 h 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3930" h="99762">
                  <a:moveTo>
                    <a:pt x="103459" y="37374"/>
                  </a:moveTo>
                  <a:cubicBezTo>
                    <a:pt x="102465" y="34312"/>
                    <a:pt x="100000" y="31927"/>
                    <a:pt x="96898" y="31012"/>
                  </a:cubicBezTo>
                  <a:lnTo>
                    <a:pt x="73719" y="24174"/>
                  </a:lnTo>
                  <a:lnTo>
                    <a:pt x="60041" y="4254"/>
                  </a:lnTo>
                  <a:cubicBezTo>
                    <a:pt x="58212" y="1590"/>
                    <a:pt x="55191" y="0"/>
                    <a:pt x="51970" y="0"/>
                  </a:cubicBezTo>
                  <a:cubicBezTo>
                    <a:pt x="48750" y="0"/>
                    <a:pt x="45728" y="1590"/>
                    <a:pt x="43899" y="4254"/>
                  </a:cubicBezTo>
                  <a:lnTo>
                    <a:pt x="30222" y="24174"/>
                  </a:lnTo>
                  <a:lnTo>
                    <a:pt x="7042" y="31012"/>
                  </a:lnTo>
                  <a:cubicBezTo>
                    <a:pt x="3941" y="31927"/>
                    <a:pt x="1516" y="34312"/>
                    <a:pt x="482" y="37374"/>
                  </a:cubicBezTo>
                  <a:cubicBezTo>
                    <a:pt x="-512" y="40435"/>
                    <a:pt x="45" y="43815"/>
                    <a:pt x="2032" y="46359"/>
                  </a:cubicBezTo>
                  <a:lnTo>
                    <a:pt x="16783" y="65523"/>
                  </a:lnTo>
                  <a:lnTo>
                    <a:pt x="16107" y="89697"/>
                  </a:lnTo>
                  <a:cubicBezTo>
                    <a:pt x="16028" y="92918"/>
                    <a:pt x="17539" y="95979"/>
                    <a:pt x="20123" y="97888"/>
                  </a:cubicBezTo>
                  <a:cubicBezTo>
                    <a:pt x="21833" y="99120"/>
                    <a:pt x="23821" y="99756"/>
                    <a:pt x="25888" y="99756"/>
                  </a:cubicBezTo>
                  <a:cubicBezTo>
                    <a:pt x="27001" y="99756"/>
                    <a:pt x="28115" y="99557"/>
                    <a:pt x="29188" y="99200"/>
                  </a:cubicBezTo>
                  <a:lnTo>
                    <a:pt x="51970" y="91089"/>
                  </a:lnTo>
                  <a:lnTo>
                    <a:pt x="74752" y="99200"/>
                  </a:lnTo>
                  <a:cubicBezTo>
                    <a:pt x="77814" y="100273"/>
                    <a:pt x="81193" y="99796"/>
                    <a:pt x="83778" y="97888"/>
                  </a:cubicBezTo>
                  <a:cubicBezTo>
                    <a:pt x="86402" y="95979"/>
                    <a:pt x="87913" y="92918"/>
                    <a:pt x="87793" y="89697"/>
                  </a:cubicBezTo>
                  <a:lnTo>
                    <a:pt x="87118" y="65523"/>
                  </a:lnTo>
                  <a:lnTo>
                    <a:pt x="101868" y="46359"/>
                  </a:lnTo>
                  <a:cubicBezTo>
                    <a:pt x="103856" y="43815"/>
                    <a:pt x="104453" y="40435"/>
                    <a:pt x="103459" y="37374"/>
                  </a:cubicBezTo>
                  <a:close/>
                  <a:moveTo>
                    <a:pt x="77257" y="58844"/>
                  </a:moveTo>
                  <a:cubicBezTo>
                    <a:pt x="75905" y="60633"/>
                    <a:pt x="75150" y="62860"/>
                    <a:pt x="75230" y="65086"/>
                  </a:cubicBezTo>
                  <a:lnTo>
                    <a:pt x="75826" y="86874"/>
                  </a:lnTo>
                  <a:lnTo>
                    <a:pt x="55270" y="79559"/>
                  </a:lnTo>
                  <a:cubicBezTo>
                    <a:pt x="53163" y="78803"/>
                    <a:pt x="50817" y="78803"/>
                    <a:pt x="48710" y="79559"/>
                  </a:cubicBezTo>
                  <a:lnTo>
                    <a:pt x="28154" y="86874"/>
                  </a:lnTo>
                  <a:lnTo>
                    <a:pt x="28751" y="65086"/>
                  </a:lnTo>
                  <a:cubicBezTo>
                    <a:pt x="28830" y="62860"/>
                    <a:pt x="28075" y="60633"/>
                    <a:pt x="26723" y="58844"/>
                  </a:cubicBezTo>
                  <a:lnTo>
                    <a:pt x="13443" y="41549"/>
                  </a:lnTo>
                  <a:lnTo>
                    <a:pt x="34357" y="35386"/>
                  </a:lnTo>
                  <a:cubicBezTo>
                    <a:pt x="36504" y="34750"/>
                    <a:pt x="38412" y="33398"/>
                    <a:pt x="39685" y="31529"/>
                  </a:cubicBezTo>
                  <a:lnTo>
                    <a:pt x="52010" y="13558"/>
                  </a:lnTo>
                  <a:lnTo>
                    <a:pt x="64335" y="31529"/>
                  </a:lnTo>
                  <a:cubicBezTo>
                    <a:pt x="65608" y="33398"/>
                    <a:pt x="67476" y="34750"/>
                    <a:pt x="69663" y="35386"/>
                  </a:cubicBezTo>
                  <a:lnTo>
                    <a:pt x="90577" y="41549"/>
                  </a:lnTo>
                  <a:lnTo>
                    <a:pt x="77257" y="58844"/>
                  </a:lnTo>
                  <a:close/>
                </a:path>
              </a:pathLst>
            </a:custGeom>
            <a:grpFill/>
            <a:ln w="195" cap="flat">
              <a:noFill/>
              <a:prstDash val="solid"/>
              <a:miter/>
            </a:ln>
          </p:spPr>
          <p:txBody>
            <a:bodyPr rtlCol="0" anchor="ctr"/>
            <a:lstStyle/>
            <a:p>
              <a:endParaRPr lang="zh-CN" altLang="en-US"/>
            </a:p>
          </p:txBody>
        </p:sp>
        <p:sp>
          <p:nvSpPr>
            <p:cNvPr id="240" name="任意多边形: 形状 239">
              <a:extLst>
                <a:ext uri="{FF2B5EF4-FFF2-40B4-BE49-F238E27FC236}">
                  <a16:creationId xmlns:a16="http://schemas.microsoft.com/office/drawing/2014/main" id="{DB7795EE-950D-F75A-BDE1-A14A8F5D81BA}"/>
                </a:ext>
              </a:extLst>
            </p:cNvPr>
            <p:cNvSpPr/>
            <p:nvPr/>
          </p:nvSpPr>
          <p:spPr>
            <a:xfrm>
              <a:off x="8429241" y="3845091"/>
              <a:ext cx="154067" cy="141543"/>
            </a:xfrm>
            <a:custGeom>
              <a:avLst/>
              <a:gdLst>
                <a:gd name="connsiteX0" fmla="*/ 114746 w 154067"/>
                <a:gd name="connsiteY0" fmla="*/ 114308 h 141543"/>
                <a:gd name="connsiteX1" fmla="*/ 108782 w 154067"/>
                <a:gd name="connsiteY1" fmla="*/ 120272 h 141543"/>
                <a:gd name="connsiteX2" fmla="*/ 108782 w 154067"/>
                <a:gd name="connsiteY2" fmla="*/ 125719 h 141543"/>
                <a:gd name="connsiteX3" fmla="*/ 114746 w 154067"/>
                <a:gd name="connsiteY3" fmla="*/ 131683 h 141543"/>
                <a:gd name="connsiteX4" fmla="*/ 120709 w 154067"/>
                <a:gd name="connsiteY4" fmla="*/ 125719 h 141543"/>
                <a:gd name="connsiteX5" fmla="*/ 120709 w 154067"/>
                <a:gd name="connsiteY5" fmla="*/ 120272 h 141543"/>
                <a:gd name="connsiteX6" fmla="*/ 114746 w 154067"/>
                <a:gd name="connsiteY6" fmla="*/ 114308 h 141543"/>
                <a:gd name="connsiteX7" fmla="*/ 137726 w 154067"/>
                <a:gd name="connsiteY7" fmla="*/ 114308 h 141543"/>
                <a:gd name="connsiteX8" fmla="*/ 131763 w 154067"/>
                <a:gd name="connsiteY8" fmla="*/ 120272 h 141543"/>
                <a:gd name="connsiteX9" fmla="*/ 131763 w 154067"/>
                <a:gd name="connsiteY9" fmla="*/ 125719 h 141543"/>
                <a:gd name="connsiteX10" fmla="*/ 137726 w 154067"/>
                <a:gd name="connsiteY10" fmla="*/ 131683 h 141543"/>
                <a:gd name="connsiteX11" fmla="*/ 143690 w 154067"/>
                <a:gd name="connsiteY11" fmla="*/ 125719 h 141543"/>
                <a:gd name="connsiteX12" fmla="*/ 143690 w 154067"/>
                <a:gd name="connsiteY12" fmla="*/ 120272 h 141543"/>
                <a:gd name="connsiteX13" fmla="*/ 137726 w 154067"/>
                <a:gd name="connsiteY13" fmla="*/ 114308 h 141543"/>
                <a:gd name="connsiteX14" fmla="*/ 68108 w 154067"/>
                <a:gd name="connsiteY14" fmla="*/ 129655 h 141543"/>
                <a:gd name="connsiteX15" fmla="*/ 23021 w 154067"/>
                <a:gd name="connsiteY15" fmla="*/ 129655 h 141543"/>
                <a:gd name="connsiteX16" fmla="*/ 11928 w 154067"/>
                <a:gd name="connsiteY16" fmla="*/ 118562 h 141543"/>
                <a:gd name="connsiteX17" fmla="*/ 11928 w 154067"/>
                <a:gd name="connsiteY17" fmla="*/ 23021 h 141543"/>
                <a:gd name="connsiteX18" fmla="*/ 23021 w 154067"/>
                <a:gd name="connsiteY18" fmla="*/ 11928 h 141543"/>
                <a:gd name="connsiteX19" fmla="*/ 131047 w 154067"/>
                <a:gd name="connsiteY19" fmla="*/ 11928 h 141543"/>
                <a:gd name="connsiteX20" fmla="*/ 142140 w 154067"/>
                <a:gd name="connsiteY20" fmla="*/ 23021 h 141543"/>
                <a:gd name="connsiteX21" fmla="*/ 142140 w 154067"/>
                <a:gd name="connsiteY21" fmla="*/ 68784 h 141543"/>
                <a:gd name="connsiteX22" fmla="*/ 148104 w 154067"/>
                <a:gd name="connsiteY22" fmla="*/ 74748 h 141543"/>
                <a:gd name="connsiteX23" fmla="*/ 154068 w 154067"/>
                <a:gd name="connsiteY23" fmla="*/ 68784 h 141543"/>
                <a:gd name="connsiteX24" fmla="*/ 154068 w 154067"/>
                <a:gd name="connsiteY24" fmla="*/ 23021 h 141543"/>
                <a:gd name="connsiteX25" fmla="*/ 131047 w 154067"/>
                <a:gd name="connsiteY25" fmla="*/ 0 h 141543"/>
                <a:gd name="connsiteX26" fmla="*/ 23021 w 154067"/>
                <a:gd name="connsiteY26" fmla="*/ 0 h 141543"/>
                <a:gd name="connsiteX27" fmla="*/ 0 w 154067"/>
                <a:gd name="connsiteY27" fmla="*/ 23021 h 141543"/>
                <a:gd name="connsiteX28" fmla="*/ 0 w 154067"/>
                <a:gd name="connsiteY28" fmla="*/ 118523 h 141543"/>
                <a:gd name="connsiteX29" fmla="*/ 23021 w 154067"/>
                <a:gd name="connsiteY29" fmla="*/ 141543 h 141543"/>
                <a:gd name="connsiteX30" fmla="*/ 68108 w 154067"/>
                <a:gd name="connsiteY30" fmla="*/ 141543 h 141543"/>
                <a:gd name="connsiteX31" fmla="*/ 74072 w 154067"/>
                <a:gd name="connsiteY31" fmla="*/ 135579 h 141543"/>
                <a:gd name="connsiteX32" fmla="*/ 68108 w 154067"/>
                <a:gd name="connsiteY32" fmla="*/ 129655 h 141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4067" h="141543">
                  <a:moveTo>
                    <a:pt x="114746" y="114308"/>
                  </a:moveTo>
                  <a:cubicBezTo>
                    <a:pt x="111446" y="114308"/>
                    <a:pt x="108782" y="116972"/>
                    <a:pt x="108782" y="120272"/>
                  </a:cubicBezTo>
                  <a:lnTo>
                    <a:pt x="108782" y="125719"/>
                  </a:lnTo>
                  <a:cubicBezTo>
                    <a:pt x="108782" y="129019"/>
                    <a:pt x="111446" y="131683"/>
                    <a:pt x="114746" y="131683"/>
                  </a:cubicBezTo>
                  <a:cubicBezTo>
                    <a:pt x="118046" y="131683"/>
                    <a:pt x="120709" y="129019"/>
                    <a:pt x="120709" y="125719"/>
                  </a:cubicBezTo>
                  <a:lnTo>
                    <a:pt x="120709" y="120272"/>
                  </a:lnTo>
                  <a:cubicBezTo>
                    <a:pt x="120709" y="116972"/>
                    <a:pt x="118006" y="114308"/>
                    <a:pt x="114746" y="114308"/>
                  </a:cubicBezTo>
                  <a:close/>
                  <a:moveTo>
                    <a:pt x="137726" y="114308"/>
                  </a:moveTo>
                  <a:cubicBezTo>
                    <a:pt x="134426" y="114308"/>
                    <a:pt x="131763" y="116972"/>
                    <a:pt x="131763" y="120272"/>
                  </a:cubicBezTo>
                  <a:lnTo>
                    <a:pt x="131763" y="125719"/>
                  </a:lnTo>
                  <a:cubicBezTo>
                    <a:pt x="131763" y="129019"/>
                    <a:pt x="134426" y="131683"/>
                    <a:pt x="137726" y="131683"/>
                  </a:cubicBezTo>
                  <a:cubicBezTo>
                    <a:pt x="141027" y="131683"/>
                    <a:pt x="143690" y="129019"/>
                    <a:pt x="143690" y="125719"/>
                  </a:cubicBezTo>
                  <a:lnTo>
                    <a:pt x="143690" y="120272"/>
                  </a:lnTo>
                  <a:cubicBezTo>
                    <a:pt x="143690" y="116972"/>
                    <a:pt x="141027" y="114308"/>
                    <a:pt x="137726" y="114308"/>
                  </a:cubicBezTo>
                  <a:close/>
                  <a:moveTo>
                    <a:pt x="68108" y="129655"/>
                  </a:moveTo>
                  <a:lnTo>
                    <a:pt x="23021" y="129655"/>
                  </a:lnTo>
                  <a:cubicBezTo>
                    <a:pt x="16898" y="129655"/>
                    <a:pt x="11928" y="124685"/>
                    <a:pt x="11928" y="118562"/>
                  </a:cubicBezTo>
                  <a:lnTo>
                    <a:pt x="11928" y="23021"/>
                  </a:lnTo>
                  <a:cubicBezTo>
                    <a:pt x="11928" y="16898"/>
                    <a:pt x="16898" y="11928"/>
                    <a:pt x="23021" y="11928"/>
                  </a:cubicBezTo>
                  <a:lnTo>
                    <a:pt x="131047" y="11928"/>
                  </a:lnTo>
                  <a:cubicBezTo>
                    <a:pt x="137170" y="11928"/>
                    <a:pt x="142140" y="16898"/>
                    <a:pt x="142140" y="23021"/>
                  </a:cubicBezTo>
                  <a:lnTo>
                    <a:pt x="142140" y="68784"/>
                  </a:lnTo>
                  <a:cubicBezTo>
                    <a:pt x="142140" y="72084"/>
                    <a:pt x="144804" y="74748"/>
                    <a:pt x="148104" y="74748"/>
                  </a:cubicBezTo>
                  <a:cubicBezTo>
                    <a:pt x="151404" y="74748"/>
                    <a:pt x="154068" y="72084"/>
                    <a:pt x="154068" y="68784"/>
                  </a:cubicBezTo>
                  <a:lnTo>
                    <a:pt x="154068" y="23021"/>
                  </a:lnTo>
                  <a:cubicBezTo>
                    <a:pt x="154068" y="10337"/>
                    <a:pt x="143730" y="0"/>
                    <a:pt x="131047" y="0"/>
                  </a:cubicBezTo>
                  <a:lnTo>
                    <a:pt x="23021" y="0"/>
                  </a:lnTo>
                  <a:cubicBezTo>
                    <a:pt x="10337" y="0"/>
                    <a:pt x="0" y="10337"/>
                    <a:pt x="0" y="23021"/>
                  </a:cubicBezTo>
                  <a:lnTo>
                    <a:pt x="0" y="118523"/>
                  </a:lnTo>
                  <a:cubicBezTo>
                    <a:pt x="0" y="131206"/>
                    <a:pt x="10337" y="141543"/>
                    <a:pt x="23021" y="141543"/>
                  </a:cubicBezTo>
                  <a:lnTo>
                    <a:pt x="68108" y="141543"/>
                  </a:lnTo>
                  <a:cubicBezTo>
                    <a:pt x="71408" y="141543"/>
                    <a:pt x="74072" y="138879"/>
                    <a:pt x="74072" y="135579"/>
                  </a:cubicBezTo>
                  <a:cubicBezTo>
                    <a:pt x="74072" y="132279"/>
                    <a:pt x="71408" y="129655"/>
                    <a:pt x="68108" y="129655"/>
                  </a:cubicBezTo>
                  <a:close/>
                </a:path>
              </a:pathLst>
            </a:custGeom>
            <a:grpFill/>
            <a:ln w="195" cap="flat">
              <a:noFill/>
              <a:prstDash val="solid"/>
              <a:miter/>
            </a:ln>
          </p:spPr>
          <p:txBody>
            <a:bodyPr rtlCol="0" anchor="ctr"/>
            <a:lstStyle/>
            <a:p>
              <a:endParaRPr lang="zh-CN" altLang="en-US"/>
            </a:p>
          </p:txBody>
        </p:sp>
        <p:sp>
          <p:nvSpPr>
            <p:cNvPr id="241" name="任意多边形: 形状 240">
              <a:extLst>
                <a:ext uri="{FF2B5EF4-FFF2-40B4-BE49-F238E27FC236}">
                  <a16:creationId xmlns:a16="http://schemas.microsoft.com/office/drawing/2014/main" id="{094F30D9-4475-B550-F86C-8BD9B5542779}"/>
                </a:ext>
              </a:extLst>
            </p:cNvPr>
            <p:cNvSpPr/>
            <p:nvPr/>
          </p:nvSpPr>
          <p:spPr>
            <a:xfrm>
              <a:off x="8454090" y="3870179"/>
              <a:ext cx="105044" cy="84289"/>
            </a:xfrm>
            <a:custGeom>
              <a:avLst/>
              <a:gdLst>
                <a:gd name="connsiteX0" fmla="*/ 87510 w 105044"/>
                <a:gd name="connsiteY0" fmla="*/ 26241 h 84289"/>
                <a:gd name="connsiteX1" fmla="*/ 99080 w 105044"/>
                <a:gd name="connsiteY1" fmla="*/ 26241 h 84289"/>
                <a:gd name="connsiteX2" fmla="*/ 105044 w 105044"/>
                <a:gd name="connsiteY2" fmla="*/ 20277 h 84289"/>
                <a:gd name="connsiteX3" fmla="*/ 99080 w 105044"/>
                <a:gd name="connsiteY3" fmla="*/ 14313 h 84289"/>
                <a:gd name="connsiteX4" fmla="*/ 87510 w 105044"/>
                <a:gd name="connsiteY4" fmla="*/ 14313 h 84289"/>
                <a:gd name="connsiteX5" fmla="*/ 68148 w 105044"/>
                <a:gd name="connsiteY5" fmla="*/ 0 h 84289"/>
                <a:gd name="connsiteX6" fmla="*/ 48785 w 105044"/>
                <a:gd name="connsiteY6" fmla="*/ 14313 h 84289"/>
                <a:gd name="connsiteX7" fmla="*/ 5964 w 105044"/>
                <a:gd name="connsiteY7" fmla="*/ 14313 h 84289"/>
                <a:gd name="connsiteX8" fmla="*/ 0 w 105044"/>
                <a:gd name="connsiteY8" fmla="*/ 20277 h 84289"/>
                <a:gd name="connsiteX9" fmla="*/ 5964 w 105044"/>
                <a:gd name="connsiteY9" fmla="*/ 26241 h 84289"/>
                <a:gd name="connsiteX10" fmla="*/ 48745 w 105044"/>
                <a:gd name="connsiteY10" fmla="*/ 26241 h 84289"/>
                <a:gd name="connsiteX11" fmla="*/ 68108 w 105044"/>
                <a:gd name="connsiteY11" fmla="*/ 40555 h 84289"/>
                <a:gd name="connsiteX12" fmla="*/ 87510 w 105044"/>
                <a:gd name="connsiteY12" fmla="*/ 26241 h 84289"/>
                <a:gd name="connsiteX13" fmla="*/ 59758 w 105044"/>
                <a:gd name="connsiteY13" fmla="*/ 20277 h 84289"/>
                <a:gd name="connsiteX14" fmla="*/ 68108 w 105044"/>
                <a:gd name="connsiteY14" fmla="*/ 11928 h 84289"/>
                <a:gd name="connsiteX15" fmla="*/ 76457 w 105044"/>
                <a:gd name="connsiteY15" fmla="*/ 20277 h 84289"/>
                <a:gd name="connsiteX16" fmla="*/ 68108 w 105044"/>
                <a:gd name="connsiteY16" fmla="*/ 28627 h 84289"/>
                <a:gd name="connsiteX17" fmla="*/ 59758 w 105044"/>
                <a:gd name="connsiteY17" fmla="*/ 20277 h 84289"/>
                <a:gd name="connsiteX18" fmla="*/ 39640 w 105044"/>
                <a:gd name="connsiteY18" fmla="*/ 58049 h 84289"/>
                <a:gd name="connsiteX19" fmla="*/ 20277 w 105044"/>
                <a:gd name="connsiteY19" fmla="*/ 43735 h 84289"/>
                <a:gd name="connsiteX20" fmla="*/ 0 w 105044"/>
                <a:gd name="connsiteY20" fmla="*/ 64013 h 84289"/>
                <a:gd name="connsiteX21" fmla="*/ 20277 w 105044"/>
                <a:gd name="connsiteY21" fmla="*/ 84290 h 84289"/>
                <a:gd name="connsiteX22" fmla="*/ 39640 w 105044"/>
                <a:gd name="connsiteY22" fmla="*/ 69977 h 84289"/>
                <a:gd name="connsiteX23" fmla="*/ 52164 w 105044"/>
                <a:gd name="connsiteY23" fmla="*/ 69977 h 84289"/>
                <a:gd name="connsiteX24" fmla="*/ 58128 w 105044"/>
                <a:gd name="connsiteY24" fmla="*/ 64013 h 84289"/>
                <a:gd name="connsiteX25" fmla="*/ 52164 w 105044"/>
                <a:gd name="connsiteY25" fmla="*/ 58049 h 84289"/>
                <a:gd name="connsiteX26" fmla="*/ 39640 w 105044"/>
                <a:gd name="connsiteY26" fmla="*/ 58049 h 84289"/>
                <a:gd name="connsiteX27" fmla="*/ 20277 w 105044"/>
                <a:gd name="connsiteY27" fmla="*/ 72362 h 84289"/>
                <a:gd name="connsiteX28" fmla="*/ 11928 w 105044"/>
                <a:gd name="connsiteY28" fmla="*/ 64013 h 84289"/>
                <a:gd name="connsiteX29" fmla="*/ 20277 w 105044"/>
                <a:gd name="connsiteY29" fmla="*/ 55663 h 84289"/>
                <a:gd name="connsiteX30" fmla="*/ 28627 w 105044"/>
                <a:gd name="connsiteY30" fmla="*/ 64013 h 84289"/>
                <a:gd name="connsiteX31" fmla="*/ 20277 w 105044"/>
                <a:gd name="connsiteY31" fmla="*/ 72362 h 84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5044" h="84289">
                  <a:moveTo>
                    <a:pt x="87510" y="26241"/>
                  </a:moveTo>
                  <a:lnTo>
                    <a:pt x="99080" y="26241"/>
                  </a:lnTo>
                  <a:cubicBezTo>
                    <a:pt x="102380" y="26241"/>
                    <a:pt x="105044" y="23577"/>
                    <a:pt x="105044" y="20277"/>
                  </a:cubicBezTo>
                  <a:cubicBezTo>
                    <a:pt x="105044" y="16977"/>
                    <a:pt x="102380" y="14313"/>
                    <a:pt x="99080" y="14313"/>
                  </a:cubicBezTo>
                  <a:lnTo>
                    <a:pt x="87510" y="14313"/>
                  </a:lnTo>
                  <a:cubicBezTo>
                    <a:pt x="84966" y="6043"/>
                    <a:pt x="77252" y="0"/>
                    <a:pt x="68148" y="0"/>
                  </a:cubicBezTo>
                  <a:cubicBezTo>
                    <a:pt x="59043" y="0"/>
                    <a:pt x="51329" y="6043"/>
                    <a:pt x="48785" y="14313"/>
                  </a:cubicBezTo>
                  <a:lnTo>
                    <a:pt x="5964" y="14313"/>
                  </a:lnTo>
                  <a:cubicBezTo>
                    <a:pt x="2664" y="14313"/>
                    <a:pt x="0" y="16977"/>
                    <a:pt x="0" y="20277"/>
                  </a:cubicBezTo>
                  <a:cubicBezTo>
                    <a:pt x="0" y="23577"/>
                    <a:pt x="2664" y="26241"/>
                    <a:pt x="5964" y="26241"/>
                  </a:cubicBezTo>
                  <a:lnTo>
                    <a:pt x="48745" y="26241"/>
                  </a:lnTo>
                  <a:cubicBezTo>
                    <a:pt x="51290" y="34511"/>
                    <a:pt x="59003" y="40555"/>
                    <a:pt x="68108" y="40555"/>
                  </a:cubicBezTo>
                  <a:cubicBezTo>
                    <a:pt x="77213" y="40555"/>
                    <a:pt x="84926" y="34551"/>
                    <a:pt x="87510" y="26241"/>
                  </a:cubicBezTo>
                  <a:close/>
                  <a:moveTo>
                    <a:pt x="59758" y="20277"/>
                  </a:moveTo>
                  <a:cubicBezTo>
                    <a:pt x="59758" y="15665"/>
                    <a:pt x="63496" y="11928"/>
                    <a:pt x="68108" y="11928"/>
                  </a:cubicBezTo>
                  <a:cubicBezTo>
                    <a:pt x="72720" y="11928"/>
                    <a:pt x="76457" y="15665"/>
                    <a:pt x="76457" y="20277"/>
                  </a:cubicBezTo>
                  <a:cubicBezTo>
                    <a:pt x="76457" y="24889"/>
                    <a:pt x="72720" y="28627"/>
                    <a:pt x="68108" y="28627"/>
                  </a:cubicBezTo>
                  <a:cubicBezTo>
                    <a:pt x="63496" y="28627"/>
                    <a:pt x="59758" y="24889"/>
                    <a:pt x="59758" y="20277"/>
                  </a:cubicBezTo>
                  <a:close/>
                  <a:moveTo>
                    <a:pt x="39640" y="58049"/>
                  </a:moveTo>
                  <a:cubicBezTo>
                    <a:pt x="37095" y="49779"/>
                    <a:pt x="29382" y="43735"/>
                    <a:pt x="20277" y="43735"/>
                  </a:cubicBezTo>
                  <a:cubicBezTo>
                    <a:pt x="9105" y="43735"/>
                    <a:pt x="0" y="52840"/>
                    <a:pt x="0" y="64013"/>
                  </a:cubicBezTo>
                  <a:cubicBezTo>
                    <a:pt x="0" y="75185"/>
                    <a:pt x="9105" y="84290"/>
                    <a:pt x="20277" y="84290"/>
                  </a:cubicBezTo>
                  <a:cubicBezTo>
                    <a:pt x="29382" y="84290"/>
                    <a:pt x="37095" y="78246"/>
                    <a:pt x="39640" y="69977"/>
                  </a:cubicBezTo>
                  <a:lnTo>
                    <a:pt x="52164" y="69977"/>
                  </a:lnTo>
                  <a:cubicBezTo>
                    <a:pt x="55464" y="69977"/>
                    <a:pt x="58128" y="67313"/>
                    <a:pt x="58128" y="64013"/>
                  </a:cubicBezTo>
                  <a:cubicBezTo>
                    <a:pt x="58128" y="60713"/>
                    <a:pt x="55464" y="58049"/>
                    <a:pt x="52164" y="58049"/>
                  </a:cubicBezTo>
                  <a:lnTo>
                    <a:pt x="39640" y="58049"/>
                  </a:lnTo>
                  <a:close/>
                  <a:moveTo>
                    <a:pt x="20277" y="72362"/>
                  </a:moveTo>
                  <a:cubicBezTo>
                    <a:pt x="15665" y="72362"/>
                    <a:pt x="11928" y="68625"/>
                    <a:pt x="11928" y="64013"/>
                  </a:cubicBezTo>
                  <a:cubicBezTo>
                    <a:pt x="11928" y="59401"/>
                    <a:pt x="15665" y="55663"/>
                    <a:pt x="20277" y="55663"/>
                  </a:cubicBezTo>
                  <a:cubicBezTo>
                    <a:pt x="24889" y="55663"/>
                    <a:pt x="28627" y="59401"/>
                    <a:pt x="28627" y="64013"/>
                  </a:cubicBezTo>
                  <a:cubicBezTo>
                    <a:pt x="28627" y="68625"/>
                    <a:pt x="24889" y="72362"/>
                    <a:pt x="20277" y="72362"/>
                  </a:cubicBezTo>
                  <a:close/>
                </a:path>
              </a:pathLst>
            </a:custGeom>
            <a:grpFill/>
            <a:ln w="195" cap="flat">
              <a:noFill/>
              <a:prstDash val="solid"/>
              <a:miter/>
            </a:ln>
          </p:spPr>
          <p:txBody>
            <a:bodyPr rtlCol="0" anchor="ctr"/>
            <a:lstStyle/>
            <a:p>
              <a:endParaRPr lang="zh-CN" altLang="en-US"/>
            </a:p>
          </p:txBody>
        </p:sp>
      </p:grpSp>
      <p:sp>
        <p:nvSpPr>
          <p:cNvPr id="251" name="图形 249">
            <a:extLst>
              <a:ext uri="{FF2B5EF4-FFF2-40B4-BE49-F238E27FC236}">
                <a16:creationId xmlns:a16="http://schemas.microsoft.com/office/drawing/2014/main" id="{7B5BD2FC-985F-E9F7-9907-656212A48E05}"/>
              </a:ext>
            </a:extLst>
          </p:cNvPr>
          <p:cNvSpPr/>
          <p:nvPr/>
        </p:nvSpPr>
        <p:spPr>
          <a:xfrm>
            <a:off x="9392782" y="3359785"/>
            <a:ext cx="194587" cy="180638"/>
          </a:xfrm>
          <a:custGeom>
            <a:avLst/>
            <a:gdLst>
              <a:gd name="connsiteX0" fmla="*/ 923449 w 1846897"/>
              <a:gd name="connsiteY0" fmla="*/ 857250 h 1714500"/>
              <a:gd name="connsiteX1" fmla="*/ 494824 w 1846897"/>
              <a:gd name="connsiteY1" fmla="*/ 428625 h 1714500"/>
              <a:gd name="connsiteX2" fmla="*/ 923449 w 1846897"/>
              <a:gd name="connsiteY2" fmla="*/ 0 h 1714500"/>
              <a:gd name="connsiteX3" fmla="*/ 1352074 w 1846897"/>
              <a:gd name="connsiteY3" fmla="*/ 428625 h 1714500"/>
              <a:gd name="connsiteX4" fmla="*/ 923449 w 1846897"/>
              <a:gd name="connsiteY4" fmla="*/ 857250 h 1714500"/>
              <a:gd name="connsiteX5" fmla="*/ 923449 w 1846897"/>
              <a:gd name="connsiteY5" fmla="*/ 85725 h 1714500"/>
              <a:gd name="connsiteX6" fmla="*/ 580549 w 1846897"/>
              <a:gd name="connsiteY6" fmla="*/ 428625 h 1714500"/>
              <a:gd name="connsiteX7" fmla="*/ 923449 w 1846897"/>
              <a:gd name="connsiteY7" fmla="*/ 771525 h 1714500"/>
              <a:gd name="connsiteX8" fmla="*/ 1266349 w 1846897"/>
              <a:gd name="connsiteY8" fmla="*/ 428625 h 1714500"/>
              <a:gd name="connsiteX9" fmla="*/ 923449 w 1846897"/>
              <a:gd name="connsiteY9" fmla="*/ 85725 h 1714500"/>
              <a:gd name="connsiteX10" fmla="*/ 1418273 w 1846897"/>
              <a:gd name="connsiteY10" fmla="*/ 1714500 h 1714500"/>
              <a:gd name="connsiteX11" fmla="*/ 989648 w 1846897"/>
              <a:gd name="connsiteY11" fmla="*/ 1285875 h 1714500"/>
              <a:gd name="connsiteX12" fmla="*/ 1418273 w 1846897"/>
              <a:gd name="connsiteY12" fmla="*/ 857250 h 1714500"/>
              <a:gd name="connsiteX13" fmla="*/ 1846898 w 1846897"/>
              <a:gd name="connsiteY13" fmla="*/ 1285875 h 1714500"/>
              <a:gd name="connsiteX14" fmla="*/ 1418273 w 1846897"/>
              <a:gd name="connsiteY14" fmla="*/ 1714500 h 1714500"/>
              <a:gd name="connsiteX15" fmla="*/ 1418273 w 1846897"/>
              <a:gd name="connsiteY15" fmla="*/ 942975 h 1714500"/>
              <a:gd name="connsiteX16" fmla="*/ 1075373 w 1846897"/>
              <a:gd name="connsiteY16" fmla="*/ 1285875 h 1714500"/>
              <a:gd name="connsiteX17" fmla="*/ 1418273 w 1846897"/>
              <a:gd name="connsiteY17" fmla="*/ 1628775 h 1714500"/>
              <a:gd name="connsiteX18" fmla="*/ 1761173 w 1846897"/>
              <a:gd name="connsiteY18" fmla="*/ 1285875 h 1714500"/>
              <a:gd name="connsiteX19" fmla="*/ 1418273 w 1846897"/>
              <a:gd name="connsiteY19" fmla="*/ 942975 h 1714500"/>
              <a:gd name="connsiteX20" fmla="*/ 428625 w 1846897"/>
              <a:gd name="connsiteY20" fmla="*/ 1714500 h 1714500"/>
              <a:gd name="connsiteX21" fmla="*/ 0 w 1846897"/>
              <a:gd name="connsiteY21" fmla="*/ 1285875 h 1714500"/>
              <a:gd name="connsiteX22" fmla="*/ 428625 w 1846897"/>
              <a:gd name="connsiteY22" fmla="*/ 857250 h 1714500"/>
              <a:gd name="connsiteX23" fmla="*/ 857250 w 1846897"/>
              <a:gd name="connsiteY23" fmla="*/ 1285875 h 1714500"/>
              <a:gd name="connsiteX24" fmla="*/ 428625 w 1846897"/>
              <a:gd name="connsiteY24" fmla="*/ 1714500 h 1714500"/>
              <a:gd name="connsiteX25" fmla="*/ 428625 w 1846897"/>
              <a:gd name="connsiteY25" fmla="*/ 942975 h 1714500"/>
              <a:gd name="connsiteX26" fmla="*/ 85725 w 1846897"/>
              <a:gd name="connsiteY26" fmla="*/ 1285875 h 1714500"/>
              <a:gd name="connsiteX27" fmla="*/ 428625 w 1846897"/>
              <a:gd name="connsiteY27" fmla="*/ 1628775 h 1714500"/>
              <a:gd name="connsiteX28" fmla="*/ 771525 w 1846897"/>
              <a:gd name="connsiteY28" fmla="*/ 1285875 h 1714500"/>
              <a:gd name="connsiteX29" fmla="*/ 428625 w 1846897"/>
              <a:gd name="connsiteY29" fmla="*/ 942975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46897" h="1714500">
                <a:moveTo>
                  <a:pt x="923449" y="857250"/>
                </a:moveTo>
                <a:cubicBezTo>
                  <a:pt x="687229" y="857250"/>
                  <a:pt x="494824" y="664845"/>
                  <a:pt x="494824" y="428625"/>
                </a:cubicBezTo>
                <a:cubicBezTo>
                  <a:pt x="494824" y="192405"/>
                  <a:pt x="687229" y="0"/>
                  <a:pt x="923449" y="0"/>
                </a:cubicBezTo>
                <a:cubicBezTo>
                  <a:pt x="1159669" y="0"/>
                  <a:pt x="1352074" y="192405"/>
                  <a:pt x="1352074" y="428625"/>
                </a:cubicBezTo>
                <a:cubicBezTo>
                  <a:pt x="1352074" y="664845"/>
                  <a:pt x="1159669" y="857250"/>
                  <a:pt x="923449" y="857250"/>
                </a:cubicBezTo>
                <a:close/>
                <a:moveTo>
                  <a:pt x="923449" y="85725"/>
                </a:moveTo>
                <a:cubicBezTo>
                  <a:pt x="734378" y="85725"/>
                  <a:pt x="580549" y="239554"/>
                  <a:pt x="580549" y="428625"/>
                </a:cubicBezTo>
                <a:cubicBezTo>
                  <a:pt x="580549" y="617696"/>
                  <a:pt x="734378" y="771525"/>
                  <a:pt x="923449" y="771525"/>
                </a:cubicBezTo>
                <a:cubicBezTo>
                  <a:pt x="1112520" y="771525"/>
                  <a:pt x="1266349" y="617696"/>
                  <a:pt x="1266349" y="428625"/>
                </a:cubicBezTo>
                <a:cubicBezTo>
                  <a:pt x="1266349" y="239554"/>
                  <a:pt x="1112520" y="85725"/>
                  <a:pt x="923449" y="85725"/>
                </a:cubicBezTo>
                <a:close/>
                <a:moveTo>
                  <a:pt x="1418273" y="1714500"/>
                </a:moveTo>
                <a:cubicBezTo>
                  <a:pt x="1182053" y="1714500"/>
                  <a:pt x="989648" y="1522095"/>
                  <a:pt x="989648" y="1285875"/>
                </a:cubicBezTo>
                <a:cubicBezTo>
                  <a:pt x="989648" y="1049655"/>
                  <a:pt x="1182053" y="857250"/>
                  <a:pt x="1418273" y="857250"/>
                </a:cubicBezTo>
                <a:cubicBezTo>
                  <a:pt x="1654493" y="857250"/>
                  <a:pt x="1846898" y="1049655"/>
                  <a:pt x="1846898" y="1285875"/>
                </a:cubicBezTo>
                <a:cubicBezTo>
                  <a:pt x="1846898" y="1522095"/>
                  <a:pt x="1654493" y="1714500"/>
                  <a:pt x="1418273" y="1714500"/>
                </a:cubicBezTo>
                <a:close/>
                <a:moveTo>
                  <a:pt x="1418273" y="942975"/>
                </a:moveTo>
                <a:cubicBezTo>
                  <a:pt x="1229201" y="942975"/>
                  <a:pt x="1075373" y="1096804"/>
                  <a:pt x="1075373" y="1285875"/>
                </a:cubicBezTo>
                <a:cubicBezTo>
                  <a:pt x="1075373" y="1474946"/>
                  <a:pt x="1229201" y="1628775"/>
                  <a:pt x="1418273" y="1628775"/>
                </a:cubicBezTo>
                <a:cubicBezTo>
                  <a:pt x="1607344" y="1628775"/>
                  <a:pt x="1761173" y="1474946"/>
                  <a:pt x="1761173" y="1285875"/>
                </a:cubicBezTo>
                <a:cubicBezTo>
                  <a:pt x="1761173" y="1096804"/>
                  <a:pt x="1607344" y="942975"/>
                  <a:pt x="1418273" y="942975"/>
                </a:cubicBezTo>
                <a:close/>
                <a:moveTo>
                  <a:pt x="428625" y="1714500"/>
                </a:moveTo>
                <a:cubicBezTo>
                  <a:pt x="192405" y="1714500"/>
                  <a:pt x="0" y="1522095"/>
                  <a:pt x="0" y="1285875"/>
                </a:cubicBezTo>
                <a:cubicBezTo>
                  <a:pt x="0" y="1049655"/>
                  <a:pt x="192405" y="857250"/>
                  <a:pt x="428625" y="857250"/>
                </a:cubicBezTo>
                <a:cubicBezTo>
                  <a:pt x="664845" y="857250"/>
                  <a:pt x="857250" y="1049655"/>
                  <a:pt x="857250" y="1285875"/>
                </a:cubicBezTo>
                <a:cubicBezTo>
                  <a:pt x="857250" y="1522095"/>
                  <a:pt x="664845" y="1714500"/>
                  <a:pt x="428625" y="1714500"/>
                </a:cubicBezTo>
                <a:close/>
                <a:moveTo>
                  <a:pt x="428625" y="942975"/>
                </a:moveTo>
                <a:cubicBezTo>
                  <a:pt x="239554" y="942975"/>
                  <a:pt x="85725" y="1096804"/>
                  <a:pt x="85725" y="1285875"/>
                </a:cubicBezTo>
                <a:cubicBezTo>
                  <a:pt x="85725" y="1474946"/>
                  <a:pt x="239554" y="1628775"/>
                  <a:pt x="428625" y="1628775"/>
                </a:cubicBezTo>
                <a:cubicBezTo>
                  <a:pt x="617696" y="1628775"/>
                  <a:pt x="771525" y="1474946"/>
                  <a:pt x="771525" y="1285875"/>
                </a:cubicBezTo>
                <a:cubicBezTo>
                  <a:pt x="771525" y="1096804"/>
                  <a:pt x="617696" y="942975"/>
                  <a:pt x="428625" y="942975"/>
                </a:cubicBezTo>
                <a:close/>
              </a:path>
            </a:pathLst>
          </a:custGeom>
          <a:solidFill>
            <a:schemeClr val="accent2"/>
          </a:solidFill>
          <a:ln w="1860" cap="flat">
            <a:noFill/>
            <a:prstDash val="solid"/>
            <a:miter/>
          </a:ln>
        </p:spPr>
        <p:txBody>
          <a:bodyPr rtlCol="0" anchor="ctr"/>
          <a:lstStyle/>
          <a:p>
            <a:endParaRPr lang="zh-CN" altLang="en-US"/>
          </a:p>
        </p:txBody>
      </p:sp>
    </p:spTree>
    <p:extLst>
      <p:ext uri="{BB962C8B-B14F-4D97-AF65-F5344CB8AC3E}">
        <p14:creationId xmlns:p14="http://schemas.microsoft.com/office/powerpoint/2010/main" val="877421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grpSp>
        <p:nvGrpSpPr>
          <p:cNvPr id="149" name="组合 148">
            <a:extLst>
              <a:ext uri="{FF2B5EF4-FFF2-40B4-BE49-F238E27FC236}">
                <a16:creationId xmlns:a16="http://schemas.microsoft.com/office/drawing/2014/main" id="{89844807-E023-D4DC-497A-B9FE046ACEAA}"/>
              </a:ext>
            </a:extLst>
          </p:cNvPr>
          <p:cNvGrpSpPr/>
          <p:nvPr/>
        </p:nvGrpSpPr>
        <p:grpSpPr>
          <a:xfrm>
            <a:off x="540829" y="1449501"/>
            <a:ext cx="11110341" cy="3241655"/>
            <a:chOff x="1504950" y="1289049"/>
            <a:chExt cx="9182100" cy="3565821"/>
          </a:xfrm>
        </p:grpSpPr>
        <p:sp>
          <p:nvSpPr>
            <p:cNvPr id="135" name="椭圆 134">
              <a:extLst>
                <a:ext uri="{FF2B5EF4-FFF2-40B4-BE49-F238E27FC236}">
                  <a16:creationId xmlns:a16="http://schemas.microsoft.com/office/drawing/2014/main" id="{DA5AADB2-3A1B-7E11-0F38-FAC860A46A86}"/>
                </a:ext>
              </a:extLst>
            </p:cNvPr>
            <p:cNvSpPr/>
            <p:nvPr/>
          </p:nvSpPr>
          <p:spPr>
            <a:xfrm>
              <a:off x="3770842" y="4024912"/>
              <a:ext cx="4650317" cy="829958"/>
            </a:xfrm>
            <a:prstGeom prst="ellipse">
              <a:avLst/>
            </a:prstGeom>
            <a:gradFill>
              <a:gsLst>
                <a:gs pos="36000">
                  <a:schemeClr val="accent1">
                    <a:alpha val="0"/>
                  </a:schemeClr>
                </a:gs>
                <a:gs pos="100000">
                  <a:schemeClr val="accent1">
                    <a:alpha val="3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8" name="任意多边形: 形状 147">
              <a:extLst>
                <a:ext uri="{FF2B5EF4-FFF2-40B4-BE49-F238E27FC236}">
                  <a16:creationId xmlns:a16="http://schemas.microsoft.com/office/drawing/2014/main" id="{BF9AA580-704B-C19F-D343-EB422B318682}"/>
                </a:ext>
              </a:extLst>
            </p:cNvPr>
            <p:cNvSpPr/>
            <p:nvPr/>
          </p:nvSpPr>
          <p:spPr>
            <a:xfrm flipV="1">
              <a:off x="1504950" y="1289049"/>
              <a:ext cx="9182100" cy="3176081"/>
            </a:xfrm>
            <a:custGeom>
              <a:avLst/>
              <a:gdLst>
                <a:gd name="connsiteX0" fmla="*/ 0 w 9182100"/>
                <a:gd name="connsiteY0" fmla="*/ 3176081 h 3176081"/>
                <a:gd name="connsiteX1" fmla="*/ 9182100 w 9182100"/>
                <a:gd name="connsiteY1" fmla="*/ 3176081 h 3176081"/>
                <a:gd name="connsiteX2" fmla="*/ 6914855 w 9182100"/>
                <a:gd name="connsiteY2" fmla="*/ 0 h 3176081"/>
                <a:gd name="connsiteX3" fmla="*/ 6909069 w 9182100"/>
                <a:gd name="connsiteY3" fmla="*/ 0 h 3176081"/>
                <a:gd name="connsiteX4" fmla="*/ 6916210 w 9182100"/>
                <a:gd name="connsiteY4" fmla="*/ 25239 h 3176081"/>
                <a:gd name="connsiteX5" fmla="*/ 4591051 w 9182100"/>
                <a:gd name="connsiteY5" fmla="*/ 440218 h 3176081"/>
                <a:gd name="connsiteX6" fmla="*/ 2265892 w 9182100"/>
                <a:gd name="connsiteY6" fmla="*/ 25239 h 3176081"/>
                <a:gd name="connsiteX7" fmla="*/ 2273033 w 9182100"/>
                <a:gd name="connsiteY7" fmla="*/ 0 h 3176081"/>
                <a:gd name="connsiteX8" fmla="*/ 2267245 w 9182100"/>
                <a:gd name="connsiteY8" fmla="*/ 0 h 317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82100" h="3176081">
                  <a:moveTo>
                    <a:pt x="0" y="3176081"/>
                  </a:moveTo>
                  <a:lnTo>
                    <a:pt x="9182100" y="3176081"/>
                  </a:lnTo>
                  <a:lnTo>
                    <a:pt x="6914855" y="0"/>
                  </a:lnTo>
                  <a:lnTo>
                    <a:pt x="6909069" y="0"/>
                  </a:lnTo>
                  <a:lnTo>
                    <a:pt x="6916210" y="25239"/>
                  </a:lnTo>
                  <a:cubicBezTo>
                    <a:pt x="6916210" y="254426"/>
                    <a:pt x="5875201" y="440218"/>
                    <a:pt x="4591051" y="440218"/>
                  </a:cubicBezTo>
                  <a:cubicBezTo>
                    <a:pt x="3306901" y="440218"/>
                    <a:pt x="2265892" y="254426"/>
                    <a:pt x="2265892" y="25239"/>
                  </a:cubicBezTo>
                  <a:lnTo>
                    <a:pt x="2273033" y="0"/>
                  </a:lnTo>
                  <a:lnTo>
                    <a:pt x="2267245" y="0"/>
                  </a:lnTo>
                  <a:close/>
                </a:path>
              </a:pathLst>
            </a:custGeom>
            <a:gradFill>
              <a:gsLst>
                <a:gs pos="72000">
                  <a:schemeClr val="accent1">
                    <a:alpha val="6000"/>
                  </a:schemeClr>
                </a:gs>
                <a:gs pos="1000">
                  <a:schemeClr val="accent1">
                    <a:alpha val="14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124" name="椭圆 123">
            <a:extLst>
              <a:ext uri="{FF2B5EF4-FFF2-40B4-BE49-F238E27FC236}">
                <a16:creationId xmlns:a16="http://schemas.microsoft.com/office/drawing/2014/main" id="{B628FB98-4AF4-B415-9A16-8271FA9FB9A4}"/>
              </a:ext>
            </a:extLst>
          </p:cNvPr>
          <p:cNvSpPr/>
          <p:nvPr/>
        </p:nvSpPr>
        <p:spPr>
          <a:xfrm>
            <a:off x="2372360" y="2574495"/>
            <a:ext cx="7447280" cy="1049294"/>
          </a:xfrm>
          <a:prstGeom prst="ellipse">
            <a:avLst/>
          </a:prstGeom>
          <a:gradFill>
            <a:gsLst>
              <a:gs pos="1000">
                <a:schemeClr val="accent1">
                  <a:alpha val="0"/>
                </a:schemeClr>
              </a:gs>
              <a:gs pos="100000">
                <a:schemeClr val="accent1">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网络服务模型</a:t>
            </a:r>
            <a:endParaRPr lang="en-US" altLang="zh-CN" dirty="0"/>
          </a:p>
        </p:txBody>
      </p:sp>
      <p:sp>
        <p:nvSpPr>
          <p:cNvPr id="97" name="椭圆 96">
            <a:extLst>
              <a:ext uri="{FF2B5EF4-FFF2-40B4-BE49-F238E27FC236}">
                <a16:creationId xmlns:a16="http://schemas.microsoft.com/office/drawing/2014/main" id="{A48CB91F-7D87-6573-4AD9-A315868BBCF4}"/>
              </a:ext>
            </a:extLst>
          </p:cNvPr>
          <p:cNvSpPr/>
          <p:nvPr/>
        </p:nvSpPr>
        <p:spPr>
          <a:xfrm>
            <a:off x="2270760" y="2506402"/>
            <a:ext cx="7650480" cy="1024130"/>
          </a:xfrm>
          <a:prstGeom prst="ellipse">
            <a:avLst/>
          </a:prstGeom>
          <a:gradFill>
            <a:gsLst>
              <a:gs pos="36000">
                <a:schemeClr val="accent1">
                  <a:alpha val="0"/>
                </a:schemeClr>
              </a:gs>
              <a:gs pos="100000">
                <a:schemeClr val="accent1">
                  <a:alpha val="24000"/>
                </a:schemeClr>
              </a:gs>
            </a:gsLst>
            <a:lin ang="5400000" scaled="1"/>
          </a:grad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3" name="椭圆 122">
            <a:extLst>
              <a:ext uri="{FF2B5EF4-FFF2-40B4-BE49-F238E27FC236}">
                <a16:creationId xmlns:a16="http://schemas.microsoft.com/office/drawing/2014/main" id="{795A3E16-B01A-E8A8-5EB0-A3762E7B9B8F}"/>
              </a:ext>
            </a:extLst>
          </p:cNvPr>
          <p:cNvSpPr/>
          <p:nvPr/>
        </p:nvSpPr>
        <p:spPr>
          <a:xfrm>
            <a:off x="3952240" y="2778252"/>
            <a:ext cx="4287520" cy="520203"/>
          </a:xfrm>
          <a:prstGeom prst="ellipse">
            <a:avLst/>
          </a:prstGeom>
          <a:gradFill>
            <a:gsLst>
              <a:gs pos="36000">
                <a:schemeClr val="tx1">
                  <a:alpha val="0"/>
                </a:schemeClr>
              </a:gs>
              <a:gs pos="100000">
                <a:schemeClr val="tx1">
                  <a:alpha val="9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矩形: 圆角 67">
            <a:extLst>
              <a:ext uri="{FF2B5EF4-FFF2-40B4-BE49-F238E27FC236}">
                <a16:creationId xmlns:a16="http://schemas.microsoft.com/office/drawing/2014/main" id="{F4B75A8D-F4EF-769A-CD4A-E0F2854557F9}"/>
              </a:ext>
            </a:extLst>
          </p:cNvPr>
          <p:cNvSpPr/>
          <p:nvPr/>
        </p:nvSpPr>
        <p:spPr>
          <a:xfrm>
            <a:off x="2240703" y="2323908"/>
            <a:ext cx="1212876" cy="343730"/>
          </a:xfrm>
          <a:prstGeom prst="roundRect">
            <a:avLst/>
          </a:prstGeom>
          <a:noFill/>
          <a:ln w="12700" cap="flat" cmpd="sng" algn="ctr">
            <a:noFill/>
            <a:prstDash val="dash"/>
            <a:miter lim="800000"/>
          </a:ln>
          <a:effectLst/>
        </p:spPr>
        <p:txBody>
          <a:bodyPr rtlCol="0" anchor="ctr"/>
          <a:lstStyle/>
          <a:p>
            <a:pPr algn="ctr"/>
            <a:r>
              <a:rPr lang="zh-CN" altLang="en-US" sz="1200" dirty="0">
                <a:solidFill>
                  <a:schemeClr val="bg1"/>
                </a:solidFill>
                <a:latin typeface="微软雅黑" panose="020B0503020204020204" pitchFamily="34" charset="-122"/>
                <a:ea typeface="微软雅黑" panose="020B0503020204020204" pitchFamily="34" charset="-122"/>
              </a:rPr>
              <a:t>自研网络技术</a:t>
            </a:r>
            <a:endParaRPr lang="en-US" altLang="zh-CN" sz="1200" dirty="0">
              <a:solidFill>
                <a:schemeClr val="bg1"/>
              </a:solidFill>
              <a:latin typeface="微软雅黑" panose="020B0503020204020204" pitchFamily="34" charset="-122"/>
              <a:ea typeface="微软雅黑" panose="020B0503020204020204" pitchFamily="34" charset="-122"/>
            </a:endParaRPr>
          </a:p>
        </p:txBody>
      </p:sp>
      <p:sp>
        <p:nvSpPr>
          <p:cNvPr id="69" name="矩形: 圆角 68">
            <a:extLst>
              <a:ext uri="{FF2B5EF4-FFF2-40B4-BE49-F238E27FC236}">
                <a16:creationId xmlns:a16="http://schemas.microsoft.com/office/drawing/2014/main" id="{E74DCFE6-C1A4-9690-180A-DE59BBC77D7D}"/>
              </a:ext>
            </a:extLst>
          </p:cNvPr>
          <p:cNvSpPr/>
          <p:nvPr/>
        </p:nvSpPr>
        <p:spPr>
          <a:xfrm>
            <a:off x="3149799" y="3503435"/>
            <a:ext cx="1212876" cy="343730"/>
          </a:xfrm>
          <a:prstGeom prst="roundRect">
            <a:avLst/>
          </a:prstGeom>
          <a:noFill/>
          <a:ln w="12700" cap="flat" cmpd="sng" algn="ctr">
            <a:noFill/>
            <a:prstDash val="dash"/>
            <a:miter lim="800000"/>
          </a:ln>
          <a:effectLst/>
        </p:spPr>
        <p:txBody>
          <a:bodyPr rtlCol="0" anchor="ctr"/>
          <a:lstStyle/>
          <a:p>
            <a:pPr algn="ctr"/>
            <a:r>
              <a:rPr lang="zh-CN" altLang="en-US" sz="1200" dirty="0">
                <a:solidFill>
                  <a:schemeClr val="bg1"/>
                </a:solidFill>
                <a:latin typeface="微软雅黑" panose="020B0503020204020204" pitchFamily="34" charset="-122"/>
                <a:ea typeface="微软雅黑" panose="020B0503020204020204" pitchFamily="34" charset="-122"/>
              </a:rPr>
              <a:t>互联网接入</a:t>
            </a:r>
            <a:endParaRPr lang="en-US" altLang="zh-CN" sz="1200" dirty="0">
              <a:solidFill>
                <a:schemeClr val="bg1"/>
              </a:solidFill>
              <a:latin typeface="微软雅黑" panose="020B0503020204020204" pitchFamily="34" charset="-122"/>
              <a:ea typeface="微软雅黑" panose="020B0503020204020204" pitchFamily="34" charset="-122"/>
            </a:endParaRPr>
          </a:p>
        </p:txBody>
      </p:sp>
      <p:sp>
        <p:nvSpPr>
          <p:cNvPr id="98" name="矩形: 圆角 97">
            <a:extLst>
              <a:ext uri="{FF2B5EF4-FFF2-40B4-BE49-F238E27FC236}">
                <a16:creationId xmlns:a16="http://schemas.microsoft.com/office/drawing/2014/main" id="{A3E436A9-58BE-B921-6D89-D3724BF8E0F3}"/>
              </a:ext>
            </a:extLst>
          </p:cNvPr>
          <p:cNvSpPr/>
          <p:nvPr/>
        </p:nvSpPr>
        <p:spPr>
          <a:xfrm>
            <a:off x="5489562" y="3592648"/>
            <a:ext cx="1212876" cy="343730"/>
          </a:xfrm>
          <a:prstGeom prst="roundRect">
            <a:avLst/>
          </a:prstGeom>
          <a:noFill/>
          <a:ln w="12700" cap="flat" cmpd="sng" algn="ctr">
            <a:noFill/>
            <a:prstDash val="dash"/>
            <a:miter lim="800000"/>
          </a:ln>
          <a:effectLst/>
        </p:spPr>
        <p:txBody>
          <a:bodyPr rtlCol="0" anchor="ctr"/>
          <a:lstStyle/>
          <a:p>
            <a:pPr algn="ctr"/>
            <a:r>
              <a:rPr lang="zh-CN" altLang="en-US" sz="1200" dirty="0">
                <a:solidFill>
                  <a:schemeClr val="bg1"/>
                </a:solidFill>
                <a:latin typeface="微软雅黑" panose="020B0503020204020204" pitchFamily="34" charset="-122"/>
                <a:ea typeface="微软雅黑" panose="020B0503020204020204" pitchFamily="34" charset="-122"/>
              </a:rPr>
              <a:t>网络设计交付</a:t>
            </a:r>
            <a:endParaRPr lang="en-US" altLang="zh-CN" sz="1200" dirty="0">
              <a:solidFill>
                <a:schemeClr val="bg1"/>
              </a:solidFill>
              <a:latin typeface="微软雅黑" panose="020B0503020204020204" pitchFamily="34" charset="-122"/>
              <a:ea typeface="微软雅黑" panose="020B0503020204020204" pitchFamily="34" charset="-122"/>
            </a:endParaRPr>
          </a:p>
        </p:txBody>
      </p:sp>
      <p:sp>
        <p:nvSpPr>
          <p:cNvPr id="99" name="矩形: 圆角 98">
            <a:extLst>
              <a:ext uri="{FF2B5EF4-FFF2-40B4-BE49-F238E27FC236}">
                <a16:creationId xmlns:a16="http://schemas.microsoft.com/office/drawing/2014/main" id="{5A8EFA12-7739-671E-AC4C-5D8CA0FFC266}"/>
              </a:ext>
            </a:extLst>
          </p:cNvPr>
          <p:cNvSpPr/>
          <p:nvPr/>
        </p:nvSpPr>
        <p:spPr>
          <a:xfrm>
            <a:off x="7839064" y="3503435"/>
            <a:ext cx="1212876" cy="343730"/>
          </a:xfrm>
          <a:prstGeom prst="roundRect">
            <a:avLst/>
          </a:prstGeom>
          <a:noFill/>
          <a:ln w="12700" cap="flat" cmpd="sng" algn="ctr">
            <a:noFill/>
            <a:prstDash val="dash"/>
            <a:miter lim="800000"/>
          </a:ln>
          <a:effectLst/>
        </p:spPr>
        <p:txBody>
          <a:bodyPr rtlCol="0" anchor="ctr"/>
          <a:lstStyle/>
          <a:p>
            <a:pPr algn="ctr"/>
            <a:r>
              <a:rPr lang="zh-CN" altLang="en-US" sz="1200" dirty="0">
                <a:solidFill>
                  <a:schemeClr val="bg1"/>
                </a:solidFill>
                <a:latin typeface="微软雅黑" panose="020B0503020204020204" pitchFamily="34" charset="-122"/>
                <a:ea typeface="微软雅黑" panose="020B0503020204020204" pitchFamily="34" charset="-122"/>
              </a:rPr>
              <a:t>持续运维优化</a:t>
            </a:r>
            <a:endParaRPr lang="en-US" altLang="zh-CN" sz="1200" dirty="0">
              <a:solidFill>
                <a:schemeClr val="bg1"/>
              </a:solidFill>
              <a:latin typeface="微软雅黑" panose="020B0503020204020204" pitchFamily="34" charset="-122"/>
              <a:ea typeface="微软雅黑" panose="020B0503020204020204" pitchFamily="34" charset="-122"/>
            </a:endParaRPr>
          </a:p>
        </p:txBody>
      </p:sp>
      <p:sp>
        <p:nvSpPr>
          <p:cNvPr id="100" name="矩形: 圆角 99">
            <a:extLst>
              <a:ext uri="{FF2B5EF4-FFF2-40B4-BE49-F238E27FC236}">
                <a16:creationId xmlns:a16="http://schemas.microsoft.com/office/drawing/2014/main" id="{97A0392A-4BD7-8C6C-AA56-37B432D23126}"/>
              </a:ext>
            </a:extLst>
          </p:cNvPr>
          <p:cNvSpPr/>
          <p:nvPr/>
        </p:nvSpPr>
        <p:spPr>
          <a:xfrm>
            <a:off x="8352268" y="2323908"/>
            <a:ext cx="1212876" cy="343730"/>
          </a:xfrm>
          <a:prstGeom prst="roundRect">
            <a:avLst/>
          </a:prstGeom>
          <a:noFill/>
          <a:ln w="12700" cap="flat" cmpd="sng" algn="ctr">
            <a:noFill/>
            <a:prstDash val="dash"/>
            <a:miter lim="800000"/>
          </a:ln>
          <a:effectLst/>
        </p:spPr>
        <p:txBody>
          <a:bodyPr rtlCol="0" anchor="ctr"/>
          <a:lstStyle/>
          <a:p>
            <a:pPr algn="ctr"/>
            <a:r>
              <a:rPr lang="zh-CN" altLang="en-US" sz="1200" dirty="0">
                <a:solidFill>
                  <a:schemeClr val="bg1"/>
                </a:solidFill>
                <a:latin typeface="微软雅黑" panose="020B0503020204020204" pitchFamily="34" charset="-122"/>
                <a:ea typeface="微软雅黑" panose="020B0503020204020204" pitchFamily="34" charset="-122"/>
              </a:rPr>
              <a:t>数据分析</a:t>
            </a:r>
            <a:endParaRPr lang="en-US" altLang="zh-CN" sz="1200" dirty="0">
              <a:solidFill>
                <a:schemeClr val="bg1"/>
              </a:solidFill>
              <a:latin typeface="微软雅黑" panose="020B0503020204020204" pitchFamily="34" charset="-122"/>
              <a:ea typeface="微软雅黑" panose="020B0503020204020204" pitchFamily="34" charset="-122"/>
            </a:endParaRPr>
          </a:p>
        </p:txBody>
      </p:sp>
      <p:sp>
        <p:nvSpPr>
          <p:cNvPr id="114" name="椭圆 113">
            <a:extLst>
              <a:ext uri="{FF2B5EF4-FFF2-40B4-BE49-F238E27FC236}">
                <a16:creationId xmlns:a16="http://schemas.microsoft.com/office/drawing/2014/main" id="{5B00FA62-E154-DBE5-8DF4-3AAED06A0F5B}"/>
              </a:ext>
            </a:extLst>
          </p:cNvPr>
          <p:cNvSpPr/>
          <p:nvPr/>
        </p:nvSpPr>
        <p:spPr>
          <a:xfrm>
            <a:off x="2805649" y="2711813"/>
            <a:ext cx="82984" cy="82982"/>
          </a:xfrm>
          <a:prstGeom prst="ellipse">
            <a:avLst/>
          </a:prstGeom>
          <a:solidFill>
            <a:schemeClr val="tx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a:extLst>
              <a:ext uri="{FF2B5EF4-FFF2-40B4-BE49-F238E27FC236}">
                <a16:creationId xmlns:a16="http://schemas.microsoft.com/office/drawing/2014/main" id="{BC032C9C-2389-657D-0CA8-E5170C24C217}"/>
              </a:ext>
            </a:extLst>
          </p:cNvPr>
          <p:cNvSpPr/>
          <p:nvPr/>
        </p:nvSpPr>
        <p:spPr>
          <a:xfrm>
            <a:off x="8927855" y="2634516"/>
            <a:ext cx="82984" cy="82982"/>
          </a:xfrm>
          <a:prstGeom prst="ellipse">
            <a:avLst/>
          </a:prstGeom>
          <a:solidFill>
            <a:schemeClr val="tx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a:extLst>
              <a:ext uri="{FF2B5EF4-FFF2-40B4-BE49-F238E27FC236}">
                <a16:creationId xmlns:a16="http://schemas.microsoft.com/office/drawing/2014/main" id="{62C3DAD2-D4CC-96E0-6D5E-59BB0A011B5C}"/>
              </a:ext>
            </a:extLst>
          </p:cNvPr>
          <p:cNvSpPr/>
          <p:nvPr/>
        </p:nvSpPr>
        <p:spPr>
          <a:xfrm>
            <a:off x="3714745" y="3390986"/>
            <a:ext cx="82984" cy="82982"/>
          </a:xfrm>
          <a:prstGeom prst="ellipse">
            <a:avLst/>
          </a:prstGeom>
          <a:solidFill>
            <a:schemeClr val="tx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a:extLst>
              <a:ext uri="{FF2B5EF4-FFF2-40B4-BE49-F238E27FC236}">
                <a16:creationId xmlns:a16="http://schemas.microsoft.com/office/drawing/2014/main" id="{F32BE390-256F-94DD-78DA-3E5BD208BC57}"/>
              </a:ext>
            </a:extLst>
          </p:cNvPr>
          <p:cNvSpPr/>
          <p:nvPr/>
        </p:nvSpPr>
        <p:spPr>
          <a:xfrm>
            <a:off x="8404010" y="3390259"/>
            <a:ext cx="82984" cy="82982"/>
          </a:xfrm>
          <a:prstGeom prst="ellipse">
            <a:avLst/>
          </a:prstGeom>
          <a:solidFill>
            <a:schemeClr val="tx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a:extLst>
              <a:ext uri="{FF2B5EF4-FFF2-40B4-BE49-F238E27FC236}">
                <a16:creationId xmlns:a16="http://schemas.microsoft.com/office/drawing/2014/main" id="{0E85722C-8289-3A39-4E5C-2A1C63F4B8B6}"/>
              </a:ext>
            </a:extLst>
          </p:cNvPr>
          <p:cNvSpPr/>
          <p:nvPr/>
        </p:nvSpPr>
        <p:spPr>
          <a:xfrm>
            <a:off x="6054508" y="3478076"/>
            <a:ext cx="82984" cy="82982"/>
          </a:xfrm>
          <a:prstGeom prst="ellipse">
            <a:avLst/>
          </a:prstGeom>
          <a:solidFill>
            <a:schemeClr val="tx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a:extLst>
              <a:ext uri="{FF2B5EF4-FFF2-40B4-BE49-F238E27FC236}">
                <a16:creationId xmlns:a16="http://schemas.microsoft.com/office/drawing/2014/main" id="{60915D00-25B4-FC9D-E1D3-51B4B564F948}"/>
              </a:ext>
            </a:extLst>
          </p:cNvPr>
          <p:cNvSpPr txBox="1"/>
          <p:nvPr/>
        </p:nvSpPr>
        <p:spPr>
          <a:xfrm>
            <a:off x="5212042" y="2773835"/>
            <a:ext cx="1767916" cy="400110"/>
          </a:xfrm>
          <a:prstGeom prst="rect">
            <a:avLst/>
          </a:prstGeom>
          <a:noFill/>
        </p:spPr>
        <p:txBody>
          <a:bodyPr wrap="square">
            <a:spAutoFit/>
          </a:bodyPr>
          <a:lstStyle/>
          <a:p>
            <a:pPr algn="ctr"/>
            <a:r>
              <a:rPr lang="zh-CN" altLang="en-US" sz="2000" b="1" dirty="0">
                <a:solidFill>
                  <a:schemeClr val="accent1"/>
                </a:solidFill>
                <a:latin typeface="微软雅黑" panose="020B0503020204020204" pitchFamily="34" charset="-122"/>
                <a:ea typeface="微软雅黑" panose="020B0503020204020204" pitchFamily="34" charset="-122"/>
              </a:rPr>
              <a:t>服务框架</a:t>
            </a:r>
          </a:p>
        </p:txBody>
      </p:sp>
      <p:sp>
        <p:nvSpPr>
          <p:cNvPr id="76" name="椭圆 75">
            <a:extLst>
              <a:ext uri="{FF2B5EF4-FFF2-40B4-BE49-F238E27FC236}">
                <a16:creationId xmlns:a16="http://schemas.microsoft.com/office/drawing/2014/main" id="{D957CABA-FB34-CD97-39B4-A0F192D77A5F}"/>
              </a:ext>
            </a:extLst>
          </p:cNvPr>
          <p:cNvSpPr/>
          <p:nvPr/>
        </p:nvSpPr>
        <p:spPr>
          <a:xfrm>
            <a:off x="4069080" y="4632960"/>
            <a:ext cx="4053840" cy="1036763"/>
          </a:xfrm>
          <a:prstGeom prst="ellipse">
            <a:avLst/>
          </a:prstGeom>
          <a:gradFill>
            <a:gsLst>
              <a:gs pos="36000">
                <a:schemeClr val="accent1">
                  <a:alpha val="0"/>
                </a:schemeClr>
              </a:gs>
              <a:gs pos="100000">
                <a:schemeClr val="accent1">
                  <a:alpha val="14000"/>
                </a:schemeClr>
              </a:gs>
            </a:gsLst>
            <a:lin ang="5400000" scaled="1"/>
          </a:grad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 name="椭圆 133">
            <a:extLst>
              <a:ext uri="{FF2B5EF4-FFF2-40B4-BE49-F238E27FC236}">
                <a16:creationId xmlns:a16="http://schemas.microsoft.com/office/drawing/2014/main" id="{C12F3195-A153-4416-6CC2-64068FCC5C4E}"/>
              </a:ext>
            </a:extLst>
          </p:cNvPr>
          <p:cNvSpPr/>
          <p:nvPr/>
        </p:nvSpPr>
        <p:spPr>
          <a:xfrm>
            <a:off x="4069080" y="4632960"/>
            <a:ext cx="4053840" cy="1036763"/>
          </a:xfrm>
          <a:prstGeom prst="ellipse">
            <a:avLst/>
          </a:prstGeom>
          <a:gradFill>
            <a:gsLst>
              <a:gs pos="36000">
                <a:schemeClr val="accent1">
                  <a:alpha val="0"/>
                </a:schemeClr>
              </a:gs>
              <a:gs pos="100000">
                <a:schemeClr val="accent1">
                  <a:alpha val="14000"/>
                </a:schemeClr>
              </a:gs>
            </a:gsLst>
            <a:lin ang="5400000" scaled="1"/>
          </a:grad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7" name="椭圆 76">
            <a:extLst>
              <a:ext uri="{FF2B5EF4-FFF2-40B4-BE49-F238E27FC236}">
                <a16:creationId xmlns:a16="http://schemas.microsoft.com/office/drawing/2014/main" id="{7E97A42A-5EC0-EDB5-7365-CCFB6C96E745}"/>
              </a:ext>
            </a:extLst>
          </p:cNvPr>
          <p:cNvSpPr/>
          <p:nvPr/>
        </p:nvSpPr>
        <p:spPr>
          <a:xfrm>
            <a:off x="3649926" y="5034281"/>
            <a:ext cx="4897120" cy="1175970"/>
          </a:xfrm>
          <a:prstGeom prst="ellipse">
            <a:avLst/>
          </a:prstGeom>
          <a:gradFill>
            <a:gsLst>
              <a:gs pos="36000">
                <a:schemeClr val="accent1">
                  <a:alpha val="0"/>
                </a:schemeClr>
              </a:gs>
              <a:gs pos="100000">
                <a:schemeClr val="accent1">
                  <a:alpha val="14000"/>
                </a:schemeClr>
              </a:gs>
            </a:gsLst>
            <a:lin ang="5400000" scaled="1"/>
          </a:grad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8" name="椭圆 77">
            <a:extLst>
              <a:ext uri="{FF2B5EF4-FFF2-40B4-BE49-F238E27FC236}">
                <a16:creationId xmlns:a16="http://schemas.microsoft.com/office/drawing/2014/main" id="{16DE7B02-1565-163A-0201-8282ED2DBAD9}"/>
              </a:ext>
            </a:extLst>
          </p:cNvPr>
          <p:cNvSpPr/>
          <p:nvPr/>
        </p:nvSpPr>
        <p:spPr>
          <a:xfrm>
            <a:off x="5039360" y="5669723"/>
            <a:ext cx="2113280" cy="496893"/>
          </a:xfrm>
          <a:prstGeom prst="ellipse">
            <a:avLst/>
          </a:prstGeom>
          <a:gradFill>
            <a:gsLst>
              <a:gs pos="36000">
                <a:schemeClr val="accent1">
                  <a:alpha val="0"/>
                </a:schemeClr>
              </a:gs>
              <a:gs pos="100000">
                <a:schemeClr val="accent1">
                  <a:alpha val="14000"/>
                </a:schemeClr>
              </a:gs>
            </a:gsLst>
            <a:lin ang="5400000" scaled="1"/>
          </a:grad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80" name="直接连接符 79">
            <a:extLst>
              <a:ext uri="{FF2B5EF4-FFF2-40B4-BE49-F238E27FC236}">
                <a16:creationId xmlns:a16="http://schemas.microsoft.com/office/drawing/2014/main" id="{7B01CE55-A999-7211-843B-E66D7145F20C}"/>
              </a:ext>
            </a:extLst>
          </p:cNvPr>
          <p:cNvCxnSpPr>
            <a:cxnSpLocks/>
          </p:cNvCxnSpPr>
          <p:nvPr/>
        </p:nvCxnSpPr>
        <p:spPr>
          <a:xfrm>
            <a:off x="8407400" y="4618294"/>
            <a:ext cx="0" cy="746186"/>
          </a:xfrm>
          <a:prstGeom prst="line">
            <a:avLst/>
          </a:prstGeom>
          <a:ln>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EABF345D-5AD8-4268-5C5D-0563051AA0BA}"/>
              </a:ext>
            </a:extLst>
          </p:cNvPr>
          <p:cNvCxnSpPr>
            <a:cxnSpLocks/>
          </p:cNvCxnSpPr>
          <p:nvPr/>
        </p:nvCxnSpPr>
        <p:spPr>
          <a:xfrm>
            <a:off x="6794261" y="4693227"/>
            <a:ext cx="0" cy="534736"/>
          </a:xfrm>
          <a:prstGeom prst="line">
            <a:avLst/>
          </a:prstGeom>
          <a:ln>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9BAEA4A6-63D4-D6DE-D62C-6D58CE8498E3}"/>
              </a:ext>
            </a:extLst>
          </p:cNvPr>
          <p:cNvSpPr/>
          <p:nvPr/>
        </p:nvSpPr>
        <p:spPr>
          <a:xfrm>
            <a:off x="5485765" y="4802111"/>
            <a:ext cx="1220470" cy="1220470"/>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28800" tIns="0" rIns="28800" bIns="0" rtlCol="0" anchor="ctr"/>
          <a:lstStyle/>
          <a:p>
            <a:pPr algn="ctr"/>
            <a:r>
              <a:rPr lang="zh-CN" altLang="en-US" sz="1400" b="1" dirty="0">
                <a:solidFill>
                  <a:schemeClr val="tx1"/>
                </a:solidFill>
                <a:latin typeface="+mj-ea"/>
                <a:ea typeface="+mj-ea"/>
              </a:rPr>
              <a:t>一站式</a:t>
            </a:r>
          </a:p>
          <a:p>
            <a:pPr algn="ctr"/>
            <a:r>
              <a:rPr lang="zh-CN" altLang="en-US" sz="1400" b="1" dirty="0">
                <a:solidFill>
                  <a:schemeClr val="tx1"/>
                </a:solidFill>
                <a:latin typeface="+mj-ea"/>
                <a:ea typeface="+mj-ea"/>
              </a:rPr>
              <a:t>网络服务</a:t>
            </a:r>
          </a:p>
        </p:txBody>
      </p:sp>
      <p:sp>
        <p:nvSpPr>
          <p:cNvPr id="82" name="椭圆 81">
            <a:extLst>
              <a:ext uri="{FF2B5EF4-FFF2-40B4-BE49-F238E27FC236}">
                <a16:creationId xmlns:a16="http://schemas.microsoft.com/office/drawing/2014/main" id="{1E2C01CA-E36A-891A-8E26-3563B371C937}"/>
              </a:ext>
            </a:extLst>
          </p:cNvPr>
          <p:cNvSpPr/>
          <p:nvPr/>
        </p:nvSpPr>
        <p:spPr>
          <a:xfrm>
            <a:off x="4468854" y="4519340"/>
            <a:ext cx="803690" cy="803690"/>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28800" tIns="0" rIns="28800" bIns="0" rtlCol="0" anchor="ctr"/>
          <a:lstStyle/>
          <a:p>
            <a:pPr algn="ctr"/>
            <a:r>
              <a:rPr lang="zh-CN" altLang="en-US" sz="1400" b="1" dirty="0">
                <a:solidFill>
                  <a:schemeClr val="tx1"/>
                </a:solidFill>
                <a:latin typeface="+mj-ea"/>
                <a:ea typeface="+mj-ea"/>
              </a:rPr>
              <a:t>按需订阅</a:t>
            </a:r>
          </a:p>
        </p:txBody>
      </p:sp>
      <p:sp>
        <p:nvSpPr>
          <p:cNvPr id="83" name="椭圆 82">
            <a:extLst>
              <a:ext uri="{FF2B5EF4-FFF2-40B4-BE49-F238E27FC236}">
                <a16:creationId xmlns:a16="http://schemas.microsoft.com/office/drawing/2014/main" id="{0A4A70F9-18E9-4FBC-5BB9-3B39B86829D6}"/>
              </a:ext>
            </a:extLst>
          </p:cNvPr>
          <p:cNvSpPr/>
          <p:nvPr/>
        </p:nvSpPr>
        <p:spPr>
          <a:xfrm>
            <a:off x="6913106" y="4500326"/>
            <a:ext cx="851676" cy="851676"/>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r>
              <a:rPr lang="zh-CN" altLang="en-US" sz="1400" b="1" dirty="0">
                <a:solidFill>
                  <a:schemeClr val="tx1"/>
                </a:solidFill>
                <a:latin typeface="+mj-ea"/>
                <a:ea typeface="+mj-ea"/>
                <a:sym typeface="Helvetica Neue" panose="02000503000000020004"/>
              </a:rPr>
              <a:t>灵活付费</a:t>
            </a:r>
          </a:p>
        </p:txBody>
      </p:sp>
      <p:sp>
        <p:nvSpPr>
          <p:cNvPr id="79" name="椭圆 78">
            <a:extLst>
              <a:ext uri="{FF2B5EF4-FFF2-40B4-BE49-F238E27FC236}">
                <a16:creationId xmlns:a16="http://schemas.microsoft.com/office/drawing/2014/main" id="{7105012A-3452-5A41-1FF8-03FA7025118A}"/>
              </a:ext>
            </a:extLst>
          </p:cNvPr>
          <p:cNvSpPr/>
          <p:nvPr/>
        </p:nvSpPr>
        <p:spPr>
          <a:xfrm>
            <a:off x="6515502" y="4652873"/>
            <a:ext cx="136519" cy="136519"/>
          </a:xfrm>
          <a:prstGeom prst="ellipse">
            <a:avLst/>
          </a:prstGeom>
          <a:gradFill>
            <a:gsLst>
              <a:gs pos="13000">
                <a:schemeClr val="accent1">
                  <a:alpha val="40000"/>
                </a:schemeClr>
              </a:gs>
              <a:gs pos="86000">
                <a:schemeClr val="accent1"/>
              </a:gs>
            </a:gsLst>
            <a:path path="circle">
              <a:fillToRect r="100000" b="100000"/>
            </a:path>
          </a:gradFill>
          <a:ln>
            <a:noFill/>
          </a:ln>
          <a:effectLst>
            <a:softEdge rad="254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chemeClr val="tx1"/>
              </a:solidFill>
              <a:latin typeface="微软雅黑"/>
              <a:ea typeface="微软雅黑"/>
            </a:endParaRPr>
          </a:p>
        </p:txBody>
      </p:sp>
      <p:sp>
        <p:nvSpPr>
          <p:cNvPr id="120" name="椭圆 119">
            <a:extLst>
              <a:ext uri="{FF2B5EF4-FFF2-40B4-BE49-F238E27FC236}">
                <a16:creationId xmlns:a16="http://schemas.microsoft.com/office/drawing/2014/main" id="{3C356267-072C-9D81-7CFA-8A7DA3D25DB7}"/>
              </a:ext>
            </a:extLst>
          </p:cNvPr>
          <p:cNvSpPr/>
          <p:nvPr/>
        </p:nvSpPr>
        <p:spPr>
          <a:xfrm>
            <a:off x="6995358" y="5407665"/>
            <a:ext cx="136519" cy="136519"/>
          </a:xfrm>
          <a:prstGeom prst="ellipse">
            <a:avLst/>
          </a:prstGeom>
          <a:gradFill>
            <a:gsLst>
              <a:gs pos="13000">
                <a:schemeClr val="accent1">
                  <a:alpha val="0"/>
                </a:schemeClr>
              </a:gs>
              <a:gs pos="86000">
                <a:schemeClr val="accent1">
                  <a:alpha val="66000"/>
                </a:schemeClr>
              </a:gs>
            </a:gsLst>
            <a:path path="circle">
              <a:fillToRect r="100000" b="100000"/>
            </a:path>
          </a:gra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chemeClr val="tx1"/>
              </a:solidFill>
              <a:latin typeface="微软雅黑"/>
              <a:ea typeface="微软雅黑"/>
            </a:endParaRPr>
          </a:p>
        </p:txBody>
      </p:sp>
      <p:sp>
        <p:nvSpPr>
          <p:cNvPr id="121" name="椭圆 120">
            <a:extLst>
              <a:ext uri="{FF2B5EF4-FFF2-40B4-BE49-F238E27FC236}">
                <a16:creationId xmlns:a16="http://schemas.microsoft.com/office/drawing/2014/main" id="{1B368083-603B-BF59-EBCC-B16AA8BC2AD1}"/>
              </a:ext>
            </a:extLst>
          </p:cNvPr>
          <p:cNvSpPr/>
          <p:nvPr/>
        </p:nvSpPr>
        <p:spPr>
          <a:xfrm>
            <a:off x="4314552" y="5054702"/>
            <a:ext cx="136519" cy="136519"/>
          </a:xfrm>
          <a:prstGeom prst="ellipse">
            <a:avLst/>
          </a:prstGeom>
          <a:gradFill>
            <a:gsLst>
              <a:gs pos="13000">
                <a:schemeClr val="accent1">
                  <a:alpha val="0"/>
                </a:schemeClr>
              </a:gs>
              <a:gs pos="86000">
                <a:schemeClr val="accent1">
                  <a:alpha val="66000"/>
                </a:schemeClr>
              </a:gs>
            </a:gsLst>
            <a:path path="circle">
              <a:fillToRect r="100000" b="100000"/>
            </a:path>
          </a:gra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chemeClr val="tx1"/>
              </a:solidFill>
              <a:latin typeface="微软雅黑"/>
              <a:ea typeface="微软雅黑"/>
            </a:endParaRPr>
          </a:p>
        </p:txBody>
      </p:sp>
      <p:cxnSp>
        <p:nvCxnSpPr>
          <p:cNvPr id="126" name="直接连接符 125">
            <a:extLst>
              <a:ext uri="{FF2B5EF4-FFF2-40B4-BE49-F238E27FC236}">
                <a16:creationId xmlns:a16="http://schemas.microsoft.com/office/drawing/2014/main" id="{1C02688A-7EE5-7177-1399-0683E0B47A0F}"/>
              </a:ext>
            </a:extLst>
          </p:cNvPr>
          <p:cNvCxnSpPr>
            <a:cxnSpLocks/>
          </p:cNvCxnSpPr>
          <p:nvPr/>
        </p:nvCxnSpPr>
        <p:spPr>
          <a:xfrm>
            <a:off x="4231640" y="4854870"/>
            <a:ext cx="0" cy="746186"/>
          </a:xfrm>
          <a:prstGeom prst="line">
            <a:avLst/>
          </a:prstGeom>
          <a:ln>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780E93EE-2A17-3FDB-0330-435F8EC2CC08}"/>
              </a:ext>
            </a:extLst>
          </p:cNvPr>
          <p:cNvCxnSpPr>
            <a:cxnSpLocks/>
          </p:cNvCxnSpPr>
          <p:nvPr/>
        </p:nvCxnSpPr>
        <p:spPr>
          <a:xfrm>
            <a:off x="5267464" y="5735320"/>
            <a:ext cx="0" cy="287261"/>
          </a:xfrm>
          <a:prstGeom prst="line">
            <a:avLst/>
          </a:prstGeom>
          <a:ln>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CF1976A5-2C00-30D9-9E1F-DE72D142E39B}"/>
              </a:ext>
            </a:extLst>
          </p:cNvPr>
          <p:cNvCxnSpPr>
            <a:cxnSpLocks/>
          </p:cNvCxnSpPr>
          <p:nvPr/>
        </p:nvCxnSpPr>
        <p:spPr>
          <a:xfrm>
            <a:off x="6794261" y="5669723"/>
            <a:ext cx="0" cy="172277"/>
          </a:xfrm>
          <a:prstGeom prst="line">
            <a:avLst/>
          </a:prstGeom>
          <a:ln>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33" name="椭圆 132">
            <a:extLst>
              <a:ext uri="{FF2B5EF4-FFF2-40B4-BE49-F238E27FC236}">
                <a16:creationId xmlns:a16="http://schemas.microsoft.com/office/drawing/2014/main" id="{2DD19259-CB78-6BD2-9851-4E152AA1AC04}"/>
              </a:ext>
            </a:extLst>
          </p:cNvPr>
          <p:cNvSpPr/>
          <p:nvPr/>
        </p:nvSpPr>
        <p:spPr>
          <a:xfrm>
            <a:off x="5267464" y="5340909"/>
            <a:ext cx="136519" cy="136519"/>
          </a:xfrm>
          <a:prstGeom prst="ellipse">
            <a:avLst/>
          </a:prstGeom>
          <a:gradFill>
            <a:gsLst>
              <a:gs pos="0">
                <a:schemeClr val="accent1">
                  <a:alpha val="40000"/>
                </a:schemeClr>
              </a:gs>
              <a:gs pos="100000">
                <a:schemeClr val="accent1"/>
              </a:gs>
            </a:gsLst>
            <a:path path="circle">
              <a:fillToRect r="100000" b="100000"/>
            </a:path>
          </a:gradFill>
          <a:ln>
            <a:noFill/>
          </a:ln>
          <a:effectLst>
            <a:softEdge rad="254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chemeClr val="tx1"/>
              </a:solidFill>
              <a:latin typeface="微软雅黑"/>
              <a:ea typeface="微软雅黑"/>
            </a:endParaRPr>
          </a:p>
        </p:txBody>
      </p:sp>
      <p:cxnSp>
        <p:nvCxnSpPr>
          <p:cNvPr id="151" name="直接箭头连接符 150">
            <a:extLst>
              <a:ext uri="{FF2B5EF4-FFF2-40B4-BE49-F238E27FC236}">
                <a16:creationId xmlns:a16="http://schemas.microsoft.com/office/drawing/2014/main" id="{1475C89C-C9EF-9757-878C-6D47CA1D7641}"/>
              </a:ext>
            </a:extLst>
          </p:cNvPr>
          <p:cNvCxnSpPr>
            <a:cxnSpLocks/>
          </p:cNvCxnSpPr>
          <p:nvPr/>
        </p:nvCxnSpPr>
        <p:spPr>
          <a:xfrm flipV="1">
            <a:off x="9157834" y="2225040"/>
            <a:ext cx="1964230" cy="2090493"/>
          </a:xfrm>
          <a:prstGeom prst="straightConnector1">
            <a:avLst/>
          </a:prstGeom>
          <a:noFill/>
          <a:ln w="25400">
            <a:gradFill>
              <a:gsLst>
                <a:gs pos="59000">
                  <a:schemeClr val="accent1"/>
                </a:gs>
                <a:gs pos="0">
                  <a:schemeClr val="accent1">
                    <a:alpha val="0"/>
                  </a:schemeClr>
                </a:gs>
              </a:gsLst>
              <a:lin ang="5400000" scaled="1"/>
            </a:gradFill>
            <a:tailEnd type="stealth" w="lg" len="lg"/>
          </a:ln>
        </p:spPr>
        <p:style>
          <a:lnRef idx="2">
            <a:schemeClr val="accent1">
              <a:shade val="50000"/>
            </a:schemeClr>
          </a:lnRef>
          <a:fillRef idx="1">
            <a:schemeClr val="accent1"/>
          </a:fillRef>
          <a:effectRef idx="0">
            <a:schemeClr val="accent1"/>
          </a:effectRef>
          <a:fontRef idx="minor">
            <a:schemeClr val="lt1"/>
          </a:fontRef>
        </p:style>
      </p:cxnSp>
      <p:cxnSp>
        <p:nvCxnSpPr>
          <p:cNvPr id="153" name="直接箭头连接符 152">
            <a:extLst>
              <a:ext uri="{FF2B5EF4-FFF2-40B4-BE49-F238E27FC236}">
                <a16:creationId xmlns:a16="http://schemas.microsoft.com/office/drawing/2014/main" id="{D635A8A8-418C-F051-13AC-12694241AF08}"/>
              </a:ext>
            </a:extLst>
          </p:cNvPr>
          <p:cNvCxnSpPr>
            <a:cxnSpLocks/>
          </p:cNvCxnSpPr>
          <p:nvPr/>
        </p:nvCxnSpPr>
        <p:spPr>
          <a:xfrm flipH="1" flipV="1">
            <a:off x="952849" y="2128520"/>
            <a:ext cx="1964230" cy="2090493"/>
          </a:xfrm>
          <a:prstGeom prst="straightConnector1">
            <a:avLst/>
          </a:prstGeom>
          <a:noFill/>
          <a:ln w="25400">
            <a:gradFill>
              <a:gsLst>
                <a:gs pos="59000">
                  <a:schemeClr val="accent1"/>
                </a:gs>
                <a:gs pos="0">
                  <a:schemeClr val="accent1">
                    <a:alpha val="0"/>
                  </a:schemeClr>
                </a:gs>
              </a:gsLst>
              <a:lin ang="5400000" scaled="1"/>
            </a:gradFill>
            <a:tailEnd type="stealth" w="lg" len="lg"/>
          </a:ln>
        </p:spPr>
        <p:style>
          <a:lnRef idx="2">
            <a:schemeClr val="accent1">
              <a:shade val="50000"/>
            </a:schemeClr>
          </a:lnRef>
          <a:fillRef idx="1">
            <a:schemeClr val="accent1"/>
          </a:fillRef>
          <a:effectRef idx="0">
            <a:schemeClr val="accent1"/>
          </a:effectRef>
          <a:fontRef idx="minor">
            <a:schemeClr val="lt1"/>
          </a:fontRef>
        </p:style>
      </p:cxnSp>
      <p:sp>
        <p:nvSpPr>
          <p:cNvPr id="168" name="文本框 167">
            <a:extLst>
              <a:ext uri="{FF2B5EF4-FFF2-40B4-BE49-F238E27FC236}">
                <a16:creationId xmlns:a16="http://schemas.microsoft.com/office/drawing/2014/main" id="{7F404DD4-5A3A-0EF3-4EDD-B5A5D4A2308E}"/>
              </a:ext>
            </a:extLst>
          </p:cNvPr>
          <p:cNvSpPr txBox="1">
            <a:spLocks/>
          </p:cNvSpPr>
          <p:nvPr/>
        </p:nvSpPr>
        <p:spPr>
          <a:xfrm>
            <a:off x="4274233" y="1259256"/>
            <a:ext cx="904040" cy="904034"/>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65" name="文本框 64">
            <a:extLst>
              <a:ext uri="{FF2B5EF4-FFF2-40B4-BE49-F238E27FC236}">
                <a16:creationId xmlns:a16="http://schemas.microsoft.com/office/drawing/2014/main" id="{ABC862AF-9A83-3B9D-C6AA-1BB74238FC1E}"/>
              </a:ext>
            </a:extLst>
          </p:cNvPr>
          <p:cNvSpPr txBox="1"/>
          <p:nvPr/>
        </p:nvSpPr>
        <p:spPr>
          <a:xfrm>
            <a:off x="4157147" y="1449663"/>
            <a:ext cx="1138213" cy="523220"/>
          </a:xfrm>
          <a:prstGeom prst="rect">
            <a:avLst/>
          </a:prstGeom>
          <a:noFill/>
        </p:spPr>
        <p:txBody>
          <a:bodyPr wrap="square">
            <a:spAutoFit/>
          </a:bodyPr>
          <a:lstStyle/>
          <a:p>
            <a:pPr algn="ctr"/>
            <a:r>
              <a:rPr lang="zh-CN" altLang="en-US" sz="1400" b="1" dirty="0">
                <a:latin typeface="微软雅黑" panose="020B0503020204020204" pitchFamily="34" charset="-122"/>
                <a:ea typeface="微软雅黑" panose="020B0503020204020204" pitchFamily="34" charset="-122"/>
              </a:rPr>
              <a:t>财务</a:t>
            </a:r>
            <a:endParaRPr lang="en-US" altLang="zh-CN" sz="1400" b="1">
              <a:latin typeface="微软雅黑" panose="020B0503020204020204" pitchFamily="34" charset="-122"/>
              <a:ea typeface="微软雅黑" panose="020B0503020204020204" pitchFamily="34" charset="-122"/>
            </a:endParaRPr>
          </a:p>
          <a:p>
            <a:pPr algn="ctr"/>
            <a:r>
              <a:rPr lang="zh-CN" altLang="en-US" sz="1400" b="1">
                <a:latin typeface="微软雅黑" panose="020B0503020204020204" pitchFamily="34" charset="-122"/>
                <a:ea typeface="微软雅黑" panose="020B0503020204020204" pitchFamily="34" charset="-122"/>
              </a:rPr>
              <a:t>灵活性</a:t>
            </a:r>
            <a:endParaRPr lang="zh-CN" altLang="en-US" sz="1400" b="1" dirty="0">
              <a:latin typeface="微软雅黑" panose="020B0503020204020204" pitchFamily="34" charset="-122"/>
              <a:ea typeface="微软雅黑" panose="020B0503020204020204" pitchFamily="34" charset="-122"/>
            </a:endParaRPr>
          </a:p>
        </p:txBody>
      </p:sp>
      <p:sp>
        <p:nvSpPr>
          <p:cNvPr id="172" name="文本框 171">
            <a:extLst>
              <a:ext uri="{FF2B5EF4-FFF2-40B4-BE49-F238E27FC236}">
                <a16:creationId xmlns:a16="http://schemas.microsoft.com/office/drawing/2014/main" id="{CAA3F322-DDD9-E91B-621F-13A39551E9AE}"/>
              </a:ext>
            </a:extLst>
          </p:cNvPr>
          <p:cNvSpPr txBox="1">
            <a:spLocks/>
          </p:cNvSpPr>
          <p:nvPr/>
        </p:nvSpPr>
        <p:spPr>
          <a:xfrm>
            <a:off x="5543752" y="1325880"/>
            <a:ext cx="1060910" cy="1060904"/>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73" name="文本框 172">
            <a:extLst>
              <a:ext uri="{FF2B5EF4-FFF2-40B4-BE49-F238E27FC236}">
                <a16:creationId xmlns:a16="http://schemas.microsoft.com/office/drawing/2014/main" id="{7591B478-9D89-8CFA-FFBB-25DB5F779E82}"/>
              </a:ext>
            </a:extLst>
          </p:cNvPr>
          <p:cNvSpPr txBox="1">
            <a:spLocks/>
          </p:cNvSpPr>
          <p:nvPr/>
        </p:nvSpPr>
        <p:spPr>
          <a:xfrm>
            <a:off x="6979958" y="1297362"/>
            <a:ext cx="904040" cy="904034"/>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p>
        </p:txBody>
      </p:sp>
      <p:sp>
        <p:nvSpPr>
          <p:cNvPr id="162" name="文本框 161">
            <a:extLst>
              <a:ext uri="{FF2B5EF4-FFF2-40B4-BE49-F238E27FC236}">
                <a16:creationId xmlns:a16="http://schemas.microsoft.com/office/drawing/2014/main" id="{B911B035-186E-FC91-5B51-6FF874DE589A}"/>
              </a:ext>
            </a:extLst>
          </p:cNvPr>
          <p:cNvSpPr txBox="1"/>
          <p:nvPr/>
        </p:nvSpPr>
        <p:spPr>
          <a:xfrm>
            <a:off x="5505101" y="1594722"/>
            <a:ext cx="1138213" cy="523220"/>
          </a:xfrm>
          <a:prstGeom prst="rect">
            <a:avLst/>
          </a:prstGeom>
          <a:noFill/>
        </p:spPr>
        <p:txBody>
          <a:bodyPr wrap="square">
            <a:spAutoFit/>
          </a:bodyPr>
          <a:lstStyle/>
          <a:p>
            <a:pPr algn="ctr"/>
            <a:r>
              <a:rPr lang="zh-CN" altLang="en-US" sz="1400" b="1" dirty="0">
                <a:latin typeface="微软雅黑" panose="020B0503020204020204" pitchFamily="34" charset="-122"/>
                <a:ea typeface="微软雅黑" panose="020B0503020204020204" pitchFamily="34" charset="-122"/>
              </a:rPr>
              <a:t>技术</a:t>
            </a:r>
            <a:endParaRPr lang="en-US" altLang="zh-CN"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创新</a:t>
            </a:r>
          </a:p>
        </p:txBody>
      </p:sp>
      <p:sp>
        <p:nvSpPr>
          <p:cNvPr id="167" name="文本框 166">
            <a:extLst>
              <a:ext uri="{FF2B5EF4-FFF2-40B4-BE49-F238E27FC236}">
                <a16:creationId xmlns:a16="http://schemas.microsoft.com/office/drawing/2014/main" id="{0CEB3150-D3EB-BD9E-84A5-38B2F3F3B1BF}"/>
              </a:ext>
            </a:extLst>
          </p:cNvPr>
          <p:cNvSpPr txBox="1"/>
          <p:nvPr/>
        </p:nvSpPr>
        <p:spPr>
          <a:xfrm>
            <a:off x="6862872" y="1470509"/>
            <a:ext cx="1138213" cy="523220"/>
          </a:xfrm>
          <a:prstGeom prst="rect">
            <a:avLst/>
          </a:prstGeom>
          <a:noFill/>
        </p:spPr>
        <p:txBody>
          <a:bodyPr wrap="square">
            <a:spAutoFit/>
          </a:bodyPr>
          <a:lstStyle/>
          <a:p>
            <a:pPr algn="ctr"/>
            <a:r>
              <a:rPr lang="zh-CN" altLang="en-US" sz="1400" b="1" dirty="0">
                <a:latin typeface="微软雅黑" panose="020B0503020204020204" pitchFamily="34" charset="-122"/>
                <a:ea typeface="微软雅黑" panose="020B0503020204020204" pitchFamily="34" charset="-122"/>
              </a:rPr>
              <a:t>减轻</a:t>
            </a:r>
            <a:endParaRPr lang="en-US" altLang="zh-CN"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运维负担</a:t>
            </a:r>
          </a:p>
        </p:txBody>
      </p:sp>
      <p:sp>
        <p:nvSpPr>
          <p:cNvPr id="174" name="椭圆 173">
            <a:extLst>
              <a:ext uri="{FF2B5EF4-FFF2-40B4-BE49-F238E27FC236}">
                <a16:creationId xmlns:a16="http://schemas.microsoft.com/office/drawing/2014/main" id="{D55D653E-4FC7-3DA4-6FA3-714B7DA2481E}"/>
              </a:ext>
            </a:extLst>
          </p:cNvPr>
          <p:cNvSpPr/>
          <p:nvPr/>
        </p:nvSpPr>
        <p:spPr>
          <a:xfrm>
            <a:off x="3759200" y="2028609"/>
            <a:ext cx="4582160" cy="552843"/>
          </a:xfrm>
          <a:prstGeom prst="ellipse">
            <a:avLst/>
          </a:prstGeom>
          <a:gradFill>
            <a:gsLst>
              <a:gs pos="36000">
                <a:schemeClr val="accent2">
                  <a:alpha val="0"/>
                </a:schemeClr>
              </a:gs>
              <a:gs pos="100000">
                <a:schemeClr val="accent2">
                  <a:alpha val="24000"/>
                </a:schemeClr>
              </a:gs>
            </a:gsLst>
            <a:lin ang="5400000" scaled="1"/>
          </a:gradFill>
          <a:ln>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561445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2" name="椭圆 31">
            <a:extLst>
              <a:ext uri="{FF2B5EF4-FFF2-40B4-BE49-F238E27FC236}">
                <a16:creationId xmlns:a16="http://schemas.microsoft.com/office/drawing/2014/main" id="{18A47A5A-DDB3-7ED6-743F-FFA014ECEDC2}"/>
              </a:ext>
            </a:extLst>
          </p:cNvPr>
          <p:cNvSpPr/>
          <p:nvPr/>
        </p:nvSpPr>
        <p:spPr>
          <a:xfrm>
            <a:off x="2312590" y="4926040"/>
            <a:ext cx="7566820" cy="1539602"/>
          </a:xfrm>
          <a:prstGeom prst="ellipse">
            <a:avLst/>
          </a:prstGeom>
          <a:gradFill flip="none" rotWithShape="1">
            <a:gsLst>
              <a:gs pos="100000">
                <a:schemeClr val="accent1">
                  <a:alpha val="5000"/>
                </a:schemeClr>
              </a:gs>
              <a:gs pos="0">
                <a:schemeClr val="accent1">
                  <a:alpha val="0"/>
                </a:schemeClr>
              </a:gs>
            </a:gsLst>
            <a:lin ang="5400000" scaled="1"/>
            <a:tileRect/>
          </a:gradFill>
          <a:ln w="12700" cap="rnd" cmpd="sng" algn="ctr">
            <a:gradFill>
              <a:gsLst>
                <a:gs pos="0">
                  <a:schemeClr val="accent1">
                    <a:alpha val="0"/>
                  </a:schemeClr>
                </a:gs>
                <a:gs pos="100000">
                  <a:schemeClr val="accent1"/>
                </a:gs>
              </a:gsLst>
              <a:lin ang="5400000" scaled="1"/>
            </a:gradFill>
            <a:prstDash val="sysDot"/>
            <a:miter lim="800000"/>
          </a:ln>
          <a:effectLst/>
        </p:spPr>
        <p:txBody>
          <a:bodyPr rtlCol="0" anchor="ctr"/>
          <a:lstStyle/>
          <a:p>
            <a:pPr algn="ctr" defTabSz="1919966">
              <a:defRPr/>
            </a:pPr>
            <a:endParaRPr lang="zh-CN" altLang="en-US" sz="3779" kern="0">
              <a:solidFill>
                <a:prstClr val="white"/>
              </a:solidFill>
              <a:latin typeface="Roboto Regular"/>
              <a:ea typeface="思源黑体 CN Regular"/>
            </a:endParaRPr>
          </a:p>
        </p:txBody>
      </p:sp>
      <p:sp>
        <p:nvSpPr>
          <p:cNvPr id="34" name="任意多边形: 形状 33">
            <a:extLst>
              <a:ext uri="{FF2B5EF4-FFF2-40B4-BE49-F238E27FC236}">
                <a16:creationId xmlns:a16="http://schemas.microsoft.com/office/drawing/2014/main" id="{8854377B-F57D-1279-F120-A83484DABBA1}"/>
              </a:ext>
            </a:extLst>
          </p:cNvPr>
          <p:cNvSpPr/>
          <p:nvPr/>
        </p:nvSpPr>
        <p:spPr>
          <a:xfrm>
            <a:off x="2689797" y="4596958"/>
            <a:ext cx="6812406" cy="1378028"/>
          </a:xfrm>
          <a:custGeom>
            <a:avLst/>
            <a:gdLst>
              <a:gd name="connsiteX0" fmla="*/ 1429941 w 2859880"/>
              <a:gd name="connsiteY0" fmla="*/ 0 h 578502"/>
              <a:gd name="connsiteX1" fmla="*/ 2852499 w 2859880"/>
              <a:gd name="connsiteY1" fmla="*/ 259677 h 578502"/>
              <a:gd name="connsiteX2" fmla="*/ 2859880 w 2859880"/>
              <a:gd name="connsiteY2" fmla="*/ 289243 h 578502"/>
              <a:gd name="connsiteX3" fmla="*/ 2859880 w 2859880"/>
              <a:gd name="connsiteY3" fmla="*/ 289259 h 578502"/>
              <a:gd name="connsiteX4" fmla="*/ 2852499 w 2859880"/>
              <a:gd name="connsiteY4" fmla="*/ 318825 h 578502"/>
              <a:gd name="connsiteX5" fmla="*/ 1429941 w 2859880"/>
              <a:gd name="connsiteY5" fmla="*/ 578502 h 578502"/>
              <a:gd name="connsiteX6" fmla="*/ 0 w 2859880"/>
              <a:gd name="connsiteY6" fmla="*/ 289251 h 578502"/>
              <a:gd name="connsiteX7" fmla="*/ 1429941 w 2859880"/>
              <a:gd name="connsiteY7" fmla="*/ 0 h 578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59880" h="578502">
                <a:moveTo>
                  <a:pt x="1429941" y="0"/>
                </a:moveTo>
                <a:cubicBezTo>
                  <a:pt x="2170318" y="0"/>
                  <a:pt x="2779272" y="113820"/>
                  <a:pt x="2852499" y="259677"/>
                </a:cubicBezTo>
                <a:lnTo>
                  <a:pt x="2859880" y="289243"/>
                </a:lnTo>
                <a:lnTo>
                  <a:pt x="2859880" y="289259"/>
                </a:lnTo>
                <a:lnTo>
                  <a:pt x="2852499" y="318825"/>
                </a:lnTo>
                <a:cubicBezTo>
                  <a:pt x="2779272" y="464682"/>
                  <a:pt x="2170318" y="578502"/>
                  <a:pt x="1429941" y="578502"/>
                </a:cubicBezTo>
                <a:cubicBezTo>
                  <a:pt x="640206" y="578502"/>
                  <a:pt x="0" y="449000"/>
                  <a:pt x="0" y="289251"/>
                </a:cubicBezTo>
                <a:cubicBezTo>
                  <a:pt x="0" y="129502"/>
                  <a:pt x="640206" y="0"/>
                  <a:pt x="1429941" y="0"/>
                </a:cubicBezTo>
                <a:close/>
              </a:path>
            </a:pathLst>
          </a:custGeom>
          <a:gradFill>
            <a:gsLst>
              <a:gs pos="0">
                <a:schemeClr val="accent1">
                  <a:alpha val="0"/>
                </a:schemeClr>
              </a:gs>
              <a:gs pos="100000">
                <a:schemeClr val="accent1">
                  <a:alpha val="17000"/>
                </a:schemeClr>
              </a:gs>
            </a:gsLst>
            <a:lin ang="5400000" scaled="1"/>
          </a:gradFill>
          <a:ln w="6350" cap="flat" cmpd="sng" algn="ctr">
            <a:solidFill>
              <a:schemeClr val="accent1">
                <a:alpha val="33000"/>
              </a:schemeClr>
            </a:solidFill>
            <a:prstDash val="solid"/>
            <a:miter lim="800000"/>
          </a:ln>
          <a:effectLst/>
        </p:spPr>
        <p:txBody>
          <a:bodyPr wrap="square" rtlCol="0" anchor="ctr">
            <a:noAutofit/>
          </a:bodyPr>
          <a:lstStyle/>
          <a:p>
            <a:pPr algn="ctr" defTabSz="1919966">
              <a:defRPr/>
            </a:pPr>
            <a:endParaRPr lang="zh-CN" altLang="en-US" sz="3779" kern="0">
              <a:solidFill>
                <a:prstClr val="white"/>
              </a:solidFill>
              <a:latin typeface="Roboto Regular"/>
              <a:ea typeface="思源黑体 CN Regular"/>
            </a:endParaRPr>
          </a:p>
        </p:txBody>
      </p:sp>
      <p:sp>
        <p:nvSpPr>
          <p:cNvPr id="35" name="任意多边形: 形状 34">
            <a:extLst>
              <a:ext uri="{FF2B5EF4-FFF2-40B4-BE49-F238E27FC236}">
                <a16:creationId xmlns:a16="http://schemas.microsoft.com/office/drawing/2014/main" id="{F7F864C2-2EFF-1129-0286-DA95F3FEAB67}"/>
              </a:ext>
            </a:extLst>
          </p:cNvPr>
          <p:cNvSpPr/>
          <p:nvPr/>
        </p:nvSpPr>
        <p:spPr>
          <a:xfrm>
            <a:off x="2689796" y="5285968"/>
            <a:ext cx="6812406" cy="860294"/>
          </a:xfrm>
          <a:custGeom>
            <a:avLst/>
            <a:gdLst>
              <a:gd name="connsiteX0" fmla="*/ 1 w 2859882"/>
              <a:gd name="connsiteY0" fmla="*/ 0 h 361156"/>
              <a:gd name="connsiteX1" fmla="*/ 1429942 w 2859882"/>
              <a:gd name="connsiteY1" fmla="*/ 289251 h 361156"/>
              <a:gd name="connsiteX2" fmla="*/ 2852500 w 2859882"/>
              <a:gd name="connsiteY2" fmla="*/ 29574 h 361156"/>
              <a:gd name="connsiteX3" fmla="*/ 2859881 w 2859882"/>
              <a:gd name="connsiteY3" fmla="*/ 8 h 361156"/>
              <a:gd name="connsiteX4" fmla="*/ 2859881 w 2859882"/>
              <a:gd name="connsiteY4" fmla="*/ 69524 h 361156"/>
              <a:gd name="connsiteX5" fmla="*/ 2859288 w 2859882"/>
              <a:gd name="connsiteY5" fmla="*/ 69524 h 361156"/>
              <a:gd name="connsiteX6" fmla="*/ 2859882 w 2859882"/>
              <a:gd name="connsiteY6" fmla="*/ 71905 h 361156"/>
              <a:gd name="connsiteX7" fmla="*/ 1429941 w 2859882"/>
              <a:gd name="connsiteY7" fmla="*/ 361156 h 361156"/>
              <a:gd name="connsiteX8" fmla="*/ 0 w 2859882"/>
              <a:gd name="connsiteY8" fmla="*/ 71905 h 361156"/>
              <a:gd name="connsiteX9" fmla="*/ 595 w 2859882"/>
              <a:gd name="connsiteY9" fmla="*/ 69524 h 361156"/>
              <a:gd name="connsiteX10" fmla="*/ 1 w 2859882"/>
              <a:gd name="connsiteY10" fmla="*/ 69524 h 361156"/>
              <a:gd name="connsiteX11" fmla="*/ 1 w 2859882"/>
              <a:gd name="connsiteY11" fmla="*/ 0 h 3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59882" h="361156">
                <a:moveTo>
                  <a:pt x="1" y="0"/>
                </a:moveTo>
                <a:cubicBezTo>
                  <a:pt x="1" y="159749"/>
                  <a:pt x="640207" y="289251"/>
                  <a:pt x="1429942" y="289251"/>
                </a:cubicBezTo>
                <a:cubicBezTo>
                  <a:pt x="2170319" y="289251"/>
                  <a:pt x="2779273" y="175431"/>
                  <a:pt x="2852500" y="29574"/>
                </a:cubicBezTo>
                <a:lnTo>
                  <a:pt x="2859881" y="8"/>
                </a:lnTo>
                <a:lnTo>
                  <a:pt x="2859881" y="69524"/>
                </a:lnTo>
                <a:lnTo>
                  <a:pt x="2859288" y="69524"/>
                </a:lnTo>
                <a:lnTo>
                  <a:pt x="2859882" y="71905"/>
                </a:lnTo>
                <a:cubicBezTo>
                  <a:pt x="2859882" y="231654"/>
                  <a:pt x="2219676" y="361156"/>
                  <a:pt x="1429941" y="361156"/>
                </a:cubicBezTo>
                <a:cubicBezTo>
                  <a:pt x="640206" y="361156"/>
                  <a:pt x="0" y="231654"/>
                  <a:pt x="0" y="71905"/>
                </a:cubicBezTo>
                <a:lnTo>
                  <a:pt x="595" y="69524"/>
                </a:lnTo>
                <a:lnTo>
                  <a:pt x="1" y="69524"/>
                </a:lnTo>
                <a:lnTo>
                  <a:pt x="1" y="0"/>
                </a:lnTo>
                <a:close/>
              </a:path>
            </a:pathLst>
          </a:custGeom>
          <a:solidFill>
            <a:schemeClr val="accent1">
              <a:alpha val="53000"/>
            </a:schemeClr>
          </a:soli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wrap="square" rtlCol="0" anchor="ctr">
            <a:noAutofit/>
          </a:bodyPr>
          <a:lstStyle/>
          <a:p>
            <a:pPr algn="ctr" defTabSz="1919966">
              <a:defRPr/>
            </a:pPr>
            <a:endParaRPr lang="zh-CN" altLang="en-US" sz="3779" kern="0" dirty="0">
              <a:solidFill>
                <a:prstClr val="white"/>
              </a:solidFill>
              <a:latin typeface="Roboto Regular"/>
              <a:ea typeface="思源黑体 CN Regular"/>
            </a:endParaRPr>
          </a:p>
        </p:txBody>
      </p:sp>
      <p:sp>
        <p:nvSpPr>
          <p:cNvPr id="38" name="椭圆 37">
            <a:extLst>
              <a:ext uri="{FF2B5EF4-FFF2-40B4-BE49-F238E27FC236}">
                <a16:creationId xmlns:a16="http://schemas.microsoft.com/office/drawing/2014/main" id="{69ECBF1F-3445-171C-76B1-066F603DB99A}"/>
              </a:ext>
            </a:extLst>
          </p:cNvPr>
          <p:cNvSpPr/>
          <p:nvPr/>
        </p:nvSpPr>
        <p:spPr>
          <a:xfrm flipV="1">
            <a:off x="5090709" y="4987097"/>
            <a:ext cx="1871852" cy="416542"/>
          </a:xfrm>
          <a:prstGeom prst="ellipse">
            <a:avLst/>
          </a:prstGeom>
          <a:gradFill>
            <a:gsLst>
              <a:gs pos="0">
                <a:schemeClr val="accent1">
                  <a:alpha val="33000"/>
                </a:schemeClr>
              </a:gs>
              <a:gs pos="100000">
                <a:schemeClr val="accent1">
                  <a:alpha val="0"/>
                </a:schemeClr>
              </a:gs>
            </a:gsLst>
            <a:lin ang="5400000" scaled="1"/>
          </a:gradFill>
          <a:ln w="6350" cap="flat" cmpd="sng" algn="ctr">
            <a:solidFill>
              <a:sysClr val="window" lastClr="FFFFFF">
                <a:alpha val="31000"/>
              </a:sysClr>
            </a:solidFill>
            <a:prstDash val="solid"/>
            <a:miter lim="800000"/>
          </a:ln>
          <a:effectLst/>
        </p:spPr>
        <p:txBody>
          <a:bodyPr wrap="square" rtlCol="0" anchor="ctr">
            <a:noAutofit/>
          </a:bodyPr>
          <a:lstStyle/>
          <a:p>
            <a:pPr algn="ctr" defTabSz="1919966">
              <a:defRPr/>
            </a:pPr>
            <a:endParaRPr lang="zh-CN" altLang="en-US" sz="3779" kern="0">
              <a:solidFill>
                <a:prstClr val="white"/>
              </a:solidFill>
              <a:latin typeface="Roboto Regular"/>
              <a:ea typeface="思源黑体 CN Regular"/>
            </a:endParaRPr>
          </a:p>
        </p:txBody>
      </p:sp>
      <p:sp>
        <p:nvSpPr>
          <p:cNvPr id="39" name="椭圆 38">
            <a:extLst>
              <a:ext uri="{FF2B5EF4-FFF2-40B4-BE49-F238E27FC236}">
                <a16:creationId xmlns:a16="http://schemas.microsoft.com/office/drawing/2014/main" id="{97381C87-F4A7-194F-A615-E15BF994CB80}"/>
              </a:ext>
            </a:extLst>
          </p:cNvPr>
          <p:cNvSpPr/>
          <p:nvPr/>
        </p:nvSpPr>
        <p:spPr>
          <a:xfrm flipV="1">
            <a:off x="5680626" y="5117349"/>
            <a:ext cx="692016" cy="144696"/>
          </a:xfrm>
          <a:prstGeom prst="ellipse">
            <a:avLst/>
          </a:prstGeom>
          <a:solidFill>
            <a:schemeClr val="tx2"/>
          </a:solidFill>
          <a:ln w="6350" cap="flat" cmpd="sng" algn="ctr">
            <a:noFill/>
            <a:prstDash val="solid"/>
            <a:miter lim="800000"/>
          </a:ln>
          <a:effectLst/>
        </p:spPr>
        <p:txBody>
          <a:bodyPr wrap="square" rtlCol="0" anchor="ctr">
            <a:noAutofit/>
          </a:bodyPr>
          <a:lstStyle/>
          <a:p>
            <a:pPr algn="ctr" defTabSz="1919966">
              <a:defRPr/>
            </a:pPr>
            <a:endParaRPr lang="zh-CN" altLang="en-US" sz="3779" kern="0">
              <a:solidFill>
                <a:prstClr val="white"/>
              </a:solidFill>
              <a:latin typeface="Roboto Regular"/>
              <a:ea typeface="思源黑体 CN Regular"/>
            </a:endParaRPr>
          </a:p>
        </p:txBody>
      </p:sp>
      <p:cxnSp>
        <p:nvCxnSpPr>
          <p:cNvPr id="40" name="直接连接符 39">
            <a:extLst>
              <a:ext uri="{FF2B5EF4-FFF2-40B4-BE49-F238E27FC236}">
                <a16:creationId xmlns:a16="http://schemas.microsoft.com/office/drawing/2014/main" id="{2AC2A399-5898-5BA3-59CB-B7C2317B52E2}"/>
              </a:ext>
            </a:extLst>
          </p:cNvPr>
          <p:cNvCxnSpPr>
            <a:cxnSpLocks/>
          </p:cNvCxnSpPr>
          <p:nvPr/>
        </p:nvCxnSpPr>
        <p:spPr>
          <a:xfrm>
            <a:off x="3468438" y="3982455"/>
            <a:ext cx="0" cy="1402939"/>
          </a:xfrm>
          <a:prstGeom prst="line">
            <a:avLst/>
          </a:prstGeom>
          <a:noFill/>
          <a:ln w="6350" cap="flat" cmpd="sng" algn="ctr">
            <a:gradFill>
              <a:gsLst>
                <a:gs pos="0">
                  <a:schemeClr val="accent1"/>
                </a:gs>
                <a:gs pos="100000">
                  <a:schemeClr val="accent1">
                    <a:alpha val="0"/>
                  </a:schemeClr>
                </a:gs>
              </a:gsLst>
              <a:lin ang="5400000" scaled="1"/>
            </a:gradFill>
            <a:prstDash val="solid"/>
            <a:miter lim="800000"/>
          </a:ln>
          <a:effectLst/>
        </p:spPr>
      </p:cxnSp>
      <p:cxnSp>
        <p:nvCxnSpPr>
          <p:cNvPr id="41" name="直接连接符 40">
            <a:extLst>
              <a:ext uri="{FF2B5EF4-FFF2-40B4-BE49-F238E27FC236}">
                <a16:creationId xmlns:a16="http://schemas.microsoft.com/office/drawing/2014/main" id="{88F6863B-BD33-1E88-7654-4E2640DD7A2E}"/>
              </a:ext>
            </a:extLst>
          </p:cNvPr>
          <p:cNvCxnSpPr>
            <a:cxnSpLocks/>
          </p:cNvCxnSpPr>
          <p:nvPr/>
        </p:nvCxnSpPr>
        <p:spPr>
          <a:xfrm>
            <a:off x="4393024" y="4743325"/>
            <a:ext cx="0" cy="1402939"/>
          </a:xfrm>
          <a:prstGeom prst="line">
            <a:avLst/>
          </a:prstGeom>
          <a:noFill/>
          <a:ln w="6350" cap="flat" cmpd="sng" algn="ctr">
            <a:gradFill>
              <a:gsLst>
                <a:gs pos="0">
                  <a:schemeClr val="accent1"/>
                </a:gs>
                <a:gs pos="70000">
                  <a:schemeClr val="accent1">
                    <a:alpha val="0"/>
                  </a:schemeClr>
                </a:gs>
              </a:gsLst>
              <a:lin ang="5400000" scaled="1"/>
            </a:gradFill>
            <a:prstDash val="solid"/>
            <a:miter lim="800000"/>
          </a:ln>
          <a:effectLst/>
        </p:spPr>
      </p:cxnSp>
      <p:cxnSp>
        <p:nvCxnSpPr>
          <p:cNvPr id="42" name="直接连接符 41">
            <a:extLst>
              <a:ext uri="{FF2B5EF4-FFF2-40B4-BE49-F238E27FC236}">
                <a16:creationId xmlns:a16="http://schemas.microsoft.com/office/drawing/2014/main" id="{F5FB6E97-2112-8D4A-4A54-B4175B14D122}"/>
              </a:ext>
            </a:extLst>
          </p:cNvPr>
          <p:cNvCxnSpPr>
            <a:cxnSpLocks/>
          </p:cNvCxnSpPr>
          <p:nvPr/>
        </p:nvCxnSpPr>
        <p:spPr>
          <a:xfrm>
            <a:off x="6883153" y="3714410"/>
            <a:ext cx="0" cy="1402939"/>
          </a:xfrm>
          <a:prstGeom prst="line">
            <a:avLst/>
          </a:prstGeom>
          <a:noFill/>
          <a:ln w="6350" cap="flat" cmpd="sng" algn="ctr">
            <a:gradFill>
              <a:gsLst>
                <a:gs pos="0">
                  <a:schemeClr val="accent1"/>
                </a:gs>
                <a:gs pos="70000">
                  <a:schemeClr val="accent1">
                    <a:alpha val="0"/>
                  </a:schemeClr>
                </a:gs>
              </a:gsLst>
              <a:lin ang="5400000" scaled="1"/>
            </a:gradFill>
            <a:prstDash val="solid"/>
            <a:miter lim="800000"/>
          </a:ln>
          <a:effectLst/>
        </p:spPr>
      </p:cxnSp>
      <p:cxnSp>
        <p:nvCxnSpPr>
          <p:cNvPr id="43" name="直接连接符 42">
            <a:extLst>
              <a:ext uri="{FF2B5EF4-FFF2-40B4-BE49-F238E27FC236}">
                <a16:creationId xmlns:a16="http://schemas.microsoft.com/office/drawing/2014/main" id="{96007B26-35FD-5961-F468-10EA378C8699}"/>
              </a:ext>
            </a:extLst>
          </p:cNvPr>
          <p:cNvCxnSpPr>
            <a:cxnSpLocks/>
          </p:cNvCxnSpPr>
          <p:nvPr/>
        </p:nvCxnSpPr>
        <p:spPr>
          <a:xfrm>
            <a:off x="7586515" y="5056501"/>
            <a:ext cx="0" cy="1402939"/>
          </a:xfrm>
          <a:prstGeom prst="line">
            <a:avLst/>
          </a:prstGeom>
          <a:noFill/>
          <a:ln w="6350" cap="flat" cmpd="sng" algn="ctr">
            <a:gradFill>
              <a:gsLst>
                <a:gs pos="0">
                  <a:schemeClr val="accent1"/>
                </a:gs>
                <a:gs pos="70000">
                  <a:schemeClr val="accent1">
                    <a:alpha val="0"/>
                  </a:schemeClr>
                </a:gs>
              </a:gsLst>
              <a:lin ang="5400000" scaled="1"/>
            </a:gradFill>
            <a:prstDash val="solid"/>
            <a:miter lim="800000"/>
          </a:ln>
          <a:effectLst/>
        </p:spPr>
      </p:cxnSp>
      <p:cxnSp>
        <p:nvCxnSpPr>
          <p:cNvPr id="44" name="直接连接符 43">
            <a:extLst>
              <a:ext uri="{FF2B5EF4-FFF2-40B4-BE49-F238E27FC236}">
                <a16:creationId xmlns:a16="http://schemas.microsoft.com/office/drawing/2014/main" id="{AADEF597-569A-2F9B-8905-58B2DF2976B3}"/>
              </a:ext>
            </a:extLst>
          </p:cNvPr>
          <p:cNvCxnSpPr>
            <a:cxnSpLocks/>
          </p:cNvCxnSpPr>
          <p:nvPr/>
        </p:nvCxnSpPr>
        <p:spPr>
          <a:xfrm>
            <a:off x="8443031" y="4560575"/>
            <a:ext cx="0" cy="1402939"/>
          </a:xfrm>
          <a:prstGeom prst="line">
            <a:avLst/>
          </a:prstGeom>
          <a:noFill/>
          <a:ln w="6350" cap="flat" cmpd="sng" algn="ctr">
            <a:gradFill>
              <a:gsLst>
                <a:gs pos="0">
                  <a:schemeClr val="accent1"/>
                </a:gs>
                <a:gs pos="70000">
                  <a:schemeClr val="accent1">
                    <a:alpha val="0"/>
                  </a:schemeClr>
                </a:gs>
              </a:gsLst>
              <a:lin ang="5400000" scaled="1"/>
            </a:gradFill>
            <a:prstDash val="solid"/>
            <a:miter lim="800000"/>
          </a:ln>
          <a:effectLst/>
        </p:spPr>
      </p:cxnSp>
      <p:sp>
        <p:nvSpPr>
          <p:cNvPr id="45" name="任意多边形: 形状 44">
            <a:extLst>
              <a:ext uri="{FF2B5EF4-FFF2-40B4-BE49-F238E27FC236}">
                <a16:creationId xmlns:a16="http://schemas.microsoft.com/office/drawing/2014/main" id="{5A4C5556-3CF4-7566-E4A7-5CABB727D06B}"/>
              </a:ext>
            </a:extLst>
          </p:cNvPr>
          <p:cNvSpPr/>
          <p:nvPr/>
        </p:nvSpPr>
        <p:spPr>
          <a:xfrm rot="10800000">
            <a:off x="4179663" y="3513537"/>
            <a:ext cx="3693945" cy="1877528"/>
          </a:xfrm>
          <a:custGeom>
            <a:avLst/>
            <a:gdLst>
              <a:gd name="connsiteX0" fmla="*/ 1550736 w 1550736"/>
              <a:gd name="connsiteY0" fmla="*/ 788195 h 788195"/>
              <a:gd name="connsiteX1" fmla="*/ 0 w 1550736"/>
              <a:gd name="connsiteY1" fmla="*/ 788195 h 788195"/>
              <a:gd name="connsiteX2" fmla="*/ 384627 w 1550736"/>
              <a:gd name="connsiteY2" fmla="*/ 84742 h 788195"/>
              <a:gd name="connsiteX3" fmla="*/ 383379 w 1550736"/>
              <a:gd name="connsiteY3" fmla="*/ 82154 h 788195"/>
              <a:gd name="connsiteX4" fmla="*/ 776285 w 1550736"/>
              <a:gd name="connsiteY4" fmla="*/ 0 h 788195"/>
              <a:gd name="connsiteX5" fmla="*/ 1169191 w 1550736"/>
              <a:gd name="connsiteY5" fmla="*/ 82154 h 788195"/>
              <a:gd name="connsiteX6" fmla="*/ 1167084 w 1550736"/>
              <a:gd name="connsiteY6" fmla="*/ 86525 h 788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0736" h="788195">
                <a:moveTo>
                  <a:pt x="1550736" y="788195"/>
                </a:moveTo>
                <a:lnTo>
                  <a:pt x="0" y="788195"/>
                </a:lnTo>
                <a:lnTo>
                  <a:pt x="384627" y="84742"/>
                </a:lnTo>
                <a:lnTo>
                  <a:pt x="383379" y="82154"/>
                </a:lnTo>
                <a:cubicBezTo>
                  <a:pt x="383379" y="36782"/>
                  <a:pt x="559289" y="0"/>
                  <a:pt x="776285" y="0"/>
                </a:cubicBezTo>
                <a:cubicBezTo>
                  <a:pt x="993281" y="0"/>
                  <a:pt x="1169191" y="36782"/>
                  <a:pt x="1169191" y="82154"/>
                </a:cubicBezTo>
                <a:lnTo>
                  <a:pt x="1167084" y="86525"/>
                </a:lnTo>
                <a:close/>
              </a:path>
            </a:pathLst>
          </a:custGeom>
          <a:gradFill flip="none" rotWithShape="1">
            <a:gsLst>
              <a:gs pos="100000">
                <a:schemeClr val="accent1">
                  <a:alpha val="34000"/>
                </a:schemeClr>
              </a:gs>
              <a:gs pos="0">
                <a:schemeClr val="accent1">
                  <a:alpha val="0"/>
                </a:schemeClr>
              </a:gs>
            </a:gsLst>
            <a:lin ang="16200000" scaled="1"/>
            <a:tileRect/>
          </a:gradFill>
          <a:ln w="12700" cap="flat" cmpd="sng" algn="ctr">
            <a:noFill/>
            <a:prstDash val="solid"/>
            <a:miter lim="800000"/>
          </a:ln>
          <a:effectLst/>
        </p:spPr>
        <p:txBody>
          <a:bodyPr wrap="square" rtlCol="0" anchor="ctr">
            <a:noAutofit/>
          </a:bodyPr>
          <a:lstStyle/>
          <a:p>
            <a:pPr algn="ctr" defTabSz="1919966">
              <a:defRPr/>
            </a:pPr>
            <a:endParaRPr lang="zh-CN" altLang="en-US" sz="3779" kern="0">
              <a:solidFill>
                <a:prstClr val="white"/>
              </a:solidFill>
              <a:latin typeface="Roboto Regular"/>
              <a:ea typeface="思源黑体 CN Regular"/>
            </a:endParaRPr>
          </a:p>
        </p:txBody>
      </p:sp>
      <p:sp>
        <p:nvSpPr>
          <p:cNvPr id="21" name="任意多边形: 形状 20">
            <a:extLst>
              <a:ext uri="{FF2B5EF4-FFF2-40B4-BE49-F238E27FC236}">
                <a16:creationId xmlns:a16="http://schemas.microsoft.com/office/drawing/2014/main" id="{9396206D-387B-3748-2A5F-2DA8791AFE69}"/>
              </a:ext>
            </a:extLst>
          </p:cNvPr>
          <p:cNvSpPr/>
          <p:nvPr/>
        </p:nvSpPr>
        <p:spPr>
          <a:xfrm flipH="1" flipV="1">
            <a:off x="2076081" y="3258420"/>
            <a:ext cx="8039838" cy="1663142"/>
          </a:xfrm>
          <a:custGeom>
            <a:avLst/>
            <a:gdLst>
              <a:gd name="connsiteX0" fmla="*/ 5244132 w 5244132"/>
              <a:gd name="connsiteY0" fmla="*/ 2423246 h 2423246"/>
              <a:gd name="connsiteX1" fmla="*/ 2748385 w 5244132"/>
              <a:gd name="connsiteY1" fmla="*/ 2423246 h 2423246"/>
              <a:gd name="connsiteX2" fmla="*/ 2495747 w 5244132"/>
              <a:gd name="connsiteY2" fmla="*/ 2423246 h 2423246"/>
              <a:gd name="connsiteX3" fmla="*/ 0 w 5244132"/>
              <a:gd name="connsiteY3" fmla="*/ 2423246 h 2423246"/>
              <a:gd name="connsiteX4" fmla="*/ 599123 w 5244132"/>
              <a:gd name="connsiteY4" fmla="*/ 1264229 h 2423246"/>
              <a:gd name="connsiteX5" fmla="*/ 1013716 w 5244132"/>
              <a:gd name="connsiteY5" fmla="*/ 0 h 2423246"/>
              <a:gd name="connsiteX6" fmla="*/ 2490416 w 5244132"/>
              <a:gd name="connsiteY6" fmla="*/ 0 h 2423246"/>
              <a:gd name="connsiteX7" fmla="*/ 2753716 w 5244132"/>
              <a:gd name="connsiteY7" fmla="*/ 0 h 2423246"/>
              <a:gd name="connsiteX8" fmla="*/ 4230416 w 5244132"/>
              <a:gd name="connsiteY8" fmla="*/ 0 h 2423246"/>
              <a:gd name="connsiteX9" fmla="*/ 4645009 w 5244132"/>
              <a:gd name="connsiteY9" fmla="*/ 1264229 h 2423246"/>
              <a:gd name="connsiteX10" fmla="*/ 5244132 w 5244132"/>
              <a:gd name="connsiteY10" fmla="*/ 2423246 h 242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4132" h="2423246">
                <a:moveTo>
                  <a:pt x="5244132" y="2423246"/>
                </a:moveTo>
                <a:lnTo>
                  <a:pt x="2748385" y="2423246"/>
                </a:lnTo>
                <a:lnTo>
                  <a:pt x="2495747" y="2423246"/>
                </a:lnTo>
                <a:lnTo>
                  <a:pt x="0" y="2423246"/>
                </a:lnTo>
                <a:cubicBezTo>
                  <a:pt x="240348" y="2062307"/>
                  <a:pt x="282575" y="2031568"/>
                  <a:pt x="599123" y="1264229"/>
                </a:cubicBezTo>
                <a:cubicBezTo>
                  <a:pt x="854161" y="609139"/>
                  <a:pt x="875518" y="421410"/>
                  <a:pt x="1013716" y="0"/>
                </a:cubicBezTo>
                <a:lnTo>
                  <a:pt x="2490416" y="0"/>
                </a:lnTo>
                <a:lnTo>
                  <a:pt x="2753716" y="0"/>
                </a:lnTo>
                <a:lnTo>
                  <a:pt x="4230416" y="0"/>
                </a:lnTo>
                <a:cubicBezTo>
                  <a:pt x="4368614" y="421410"/>
                  <a:pt x="4389971" y="609139"/>
                  <a:pt x="4645009" y="1264229"/>
                </a:cubicBezTo>
                <a:cubicBezTo>
                  <a:pt x="4961557" y="2031568"/>
                  <a:pt x="5003784" y="2062307"/>
                  <a:pt x="5244132" y="2423246"/>
                </a:cubicBezTo>
                <a:close/>
              </a:path>
            </a:pathLst>
          </a:custGeom>
          <a:gradFill>
            <a:gsLst>
              <a:gs pos="0">
                <a:schemeClr val="accent1">
                  <a:alpha val="0"/>
                </a:schemeClr>
              </a:gs>
              <a:gs pos="41000">
                <a:schemeClr val="accent1">
                  <a:alpha val="12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增值服务模型</a:t>
            </a:r>
            <a:endParaRPr lang="en-US" altLang="zh-CN" dirty="0"/>
          </a:p>
        </p:txBody>
      </p:sp>
      <p:sp>
        <p:nvSpPr>
          <p:cNvPr id="193" name="文本框 192">
            <a:extLst>
              <a:ext uri="{FF2B5EF4-FFF2-40B4-BE49-F238E27FC236}">
                <a16:creationId xmlns:a16="http://schemas.microsoft.com/office/drawing/2014/main" id="{F87B6DFC-38FB-2557-7877-7AACA01ABDEE}"/>
              </a:ext>
            </a:extLst>
          </p:cNvPr>
          <p:cNvSpPr txBox="1"/>
          <p:nvPr/>
        </p:nvSpPr>
        <p:spPr>
          <a:xfrm>
            <a:off x="5275262" y="4044246"/>
            <a:ext cx="1641475" cy="44063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none" lIns="50800" tIns="50800" rIns="50800" bIns="50800" numCol="1" spcCol="38100" rtlCol="0" anchor="ctr" forceAA="0">
            <a:spAutoFit/>
          </a:bodyPr>
          <a:lstStyle/>
          <a:p>
            <a:pPr algn="ctr" defTabSz="2438400">
              <a:lnSpc>
                <a:spcPct val="120000"/>
              </a:lnSpc>
            </a:pPr>
            <a:r>
              <a:rPr lang="zh-CN" altLang="en-US" sz="2000" b="1" dirty="0">
                <a:solidFill>
                  <a:schemeClr val="accent1"/>
                </a:solidFill>
                <a:latin typeface="+mj-ea"/>
                <a:ea typeface="+mj-ea"/>
                <a:sym typeface="Helvetica Neue" panose="02000503000000020004"/>
              </a:rPr>
              <a:t>安全方案设计</a:t>
            </a:r>
          </a:p>
        </p:txBody>
      </p:sp>
      <p:grpSp>
        <p:nvGrpSpPr>
          <p:cNvPr id="202" name="组合 201">
            <a:extLst>
              <a:ext uri="{FF2B5EF4-FFF2-40B4-BE49-F238E27FC236}">
                <a16:creationId xmlns:a16="http://schemas.microsoft.com/office/drawing/2014/main" id="{706F1739-E9AC-2EC3-AAFE-749D2DA185B3}"/>
              </a:ext>
            </a:extLst>
          </p:cNvPr>
          <p:cNvGrpSpPr/>
          <p:nvPr/>
        </p:nvGrpSpPr>
        <p:grpSpPr>
          <a:xfrm>
            <a:off x="3645262" y="4881881"/>
            <a:ext cx="727984" cy="727982"/>
            <a:chOff x="2492898" y="4172276"/>
            <a:chExt cx="932728" cy="932728"/>
          </a:xfrm>
        </p:grpSpPr>
        <p:sp>
          <p:nvSpPr>
            <p:cNvPr id="203" name="椭圆 202">
              <a:extLst>
                <a:ext uri="{FF2B5EF4-FFF2-40B4-BE49-F238E27FC236}">
                  <a16:creationId xmlns:a16="http://schemas.microsoft.com/office/drawing/2014/main" id="{C2A8D08D-BFE9-0D5D-9688-648F439E8477}"/>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b="1" dirty="0">
                <a:solidFill>
                  <a:schemeClr val="tx1"/>
                </a:solidFill>
                <a:latin typeface="+mj-ea"/>
                <a:ea typeface="+mj-ea"/>
              </a:endParaRPr>
            </a:p>
          </p:txBody>
        </p:sp>
        <p:sp>
          <p:nvSpPr>
            <p:cNvPr id="204" name="椭圆 203">
              <a:extLst>
                <a:ext uri="{FF2B5EF4-FFF2-40B4-BE49-F238E27FC236}">
                  <a16:creationId xmlns:a16="http://schemas.microsoft.com/office/drawing/2014/main" id="{20B6C396-3B47-B060-A8A5-A6F4BE6AE59E}"/>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400" b="1" dirty="0">
                  <a:solidFill>
                    <a:schemeClr val="tx1"/>
                  </a:solidFill>
                  <a:latin typeface="+mj-ea"/>
                  <a:ea typeface="+mj-ea"/>
                </a:rPr>
                <a:t>实名连网</a:t>
              </a:r>
            </a:p>
          </p:txBody>
        </p:sp>
      </p:grpSp>
      <p:grpSp>
        <p:nvGrpSpPr>
          <p:cNvPr id="205" name="组合 204">
            <a:extLst>
              <a:ext uri="{FF2B5EF4-FFF2-40B4-BE49-F238E27FC236}">
                <a16:creationId xmlns:a16="http://schemas.microsoft.com/office/drawing/2014/main" id="{FCDA7D38-EDBD-1F5A-6DAD-17AF77A5FFD5}"/>
              </a:ext>
            </a:extLst>
          </p:cNvPr>
          <p:cNvGrpSpPr/>
          <p:nvPr/>
        </p:nvGrpSpPr>
        <p:grpSpPr>
          <a:xfrm>
            <a:off x="5676900" y="5043248"/>
            <a:ext cx="838200" cy="838200"/>
            <a:chOff x="2492898" y="4172276"/>
            <a:chExt cx="932728" cy="932728"/>
          </a:xfrm>
        </p:grpSpPr>
        <p:sp>
          <p:nvSpPr>
            <p:cNvPr id="206" name="椭圆 205">
              <a:extLst>
                <a:ext uri="{FF2B5EF4-FFF2-40B4-BE49-F238E27FC236}">
                  <a16:creationId xmlns:a16="http://schemas.microsoft.com/office/drawing/2014/main" id="{7CE468ED-9D7D-2EC8-52BB-BD599687D8F2}"/>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b="1" dirty="0">
                <a:solidFill>
                  <a:schemeClr val="tx1"/>
                </a:solidFill>
                <a:latin typeface="+mj-ea"/>
                <a:ea typeface="+mj-ea"/>
              </a:endParaRPr>
            </a:p>
          </p:txBody>
        </p:sp>
        <p:sp>
          <p:nvSpPr>
            <p:cNvPr id="207" name="椭圆 206">
              <a:extLst>
                <a:ext uri="{FF2B5EF4-FFF2-40B4-BE49-F238E27FC236}">
                  <a16:creationId xmlns:a16="http://schemas.microsoft.com/office/drawing/2014/main" id="{5F430E4B-1FCB-37CF-DF4E-FEF3AC06FD73}"/>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dirty="0">
                  <a:solidFill>
                    <a:schemeClr val="tx1"/>
                  </a:solidFill>
                  <a:latin typeface="+mj-ea"/>
                  <a:ea typeface="+mj-ea"/>
                </a:rPr>
                <a:t>防火墙开启</a:t>
              </a:r>
            </a:p>
          </p:txBody>
        </p:sp>
      </p:grpSp>
      <p:grpSp>
        <p:nvGrpSpPr>
          <p:cNvPr id="208" name="组合 207">
            <a:extLst>
              <a:ext uri="{FF2B5EF4-FFF2-40B4-BE49-F238E27FC236}">
                <a16:creationId xmlns:a16="http://schemas.microsoft.com/office/drawing/2014/main" id="{FF330D6E-DCAD-5A0D-9E76-F0581A9E9CE9}"/>
              </a:ext>
            </a:extLst>
          </p:cNvPr>
          <p:cNvGrpSpPr/>
          <p:nvPr/>
        </p:nvGrpSpPr>
        <p:grpSpPr>
          <a:xfrm>
            <a:off x="7818755" y="4950576"/>
            <a:ext cx="727984" cy="727982"/>
            <a:chOff x="2492898" y="4172276"/>
            <a:chExt cx="932728" cy="932728"/>
          </a:xfrm>
        </p:grpSpPr>
        <p:sp>
          <p:nvSpPr>
            <p:cNvPr id="209" name="椭圆 208">
              <a:extLst>
                <a:ext uri="{FF2B5EF4-FFF2-40B4-BE49-F238E27FC236}">
                  <a16:creationId xmlns:a16="http://schemas.microsoft.com/office/drawing/2014/main" id="{97B027DC-A704-B697-232C-9FA012861AA5}"/>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b="1" dirty="0">
                <a:solidFill>
                  <a:schemeClr val="tx1"/>
                </a:solidFill>
                <a:latin typeface="+mj-ea"/>
                <a:ea typeface="+mj-ea"/>
              </a:endParaRPr>
            </a:p>
          </p:txBody>
        </p:sp>
        <p:sp>
          <p:nvSpPr>
            <p:cNvPr id="210" name="椭圆 209">
              <a:extLst>
                <a:ext uri="{FF2B5EF4-FFF2-40B4-BE49-F238E27FC236}">
                  <a16:creationId xmlns:a16="http://schemas.microsoft.com/office/drawing/2014/main" id="{FB44DAA8-3A25-3C6B-C4F5-81CEDA1DBB6F}"/>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b="1" dirty="0">
                  <a:solidFill>
                    <a:schemeClr val="tx1"/>
                  </a:solidFill>
                  <a:latin typeface="+mj-ea"/>
                  <a:ea typeface="+mj-ea"/>
                </a:rPr>
                <a:t>数据</a:t>
              </a:r>
              <a:endParaRPr lang="en-US" altLang="zh-CN" sz="1400" b="1" dirty="0">
                <a:solidFill>
                  <a:schemeClr val="tx1"/>
                </a:solidFill>
                <a:latin typeface="+mj-ea"/>
                <a:ea typeface="+mj-ea"/>
              </a:endParaRPr>
            </a:p>
            <a:p>
              <a:pPr algn="ctr"/>
              <a:r>
                <a:rPr lang="zh-CN" altLang="en-US" sz="1400" b="1" dirty="0">
                  <a:solidFill>
                    <a:schemeClr val="tx1"/>
                  </a:solidFill>
                  <a:latin typeface="+mj-ea"/>
                  <a:ea typeface="+mj-ea"/>
                </a:rPr>
                <a:t>管理</a:t>
              </a:r>
            </a:p>
          </p:txBody>
        </p:sp>
      </p:grpSp>
      <p:grpSp>
        <p:nvGrpSpPr>
          <p:cNvPr id="201" name="组合 200">
            <a:extLst>
              <a:ext uri="{FF2B5EF4-FFF2-40B4-BE49-F238E27FC236}">
                <a16:creationId xmlns:a16="http://schemas.microsoft.com/office/drawing/2014/main" id="{4740956A-EC90-8A7D-F048-E5C74EA47AD9}"/>
              </a:ext>
            </a:extLst>
          </p:cNvPr>
          <p:cNvGrpSpPr/>
          <p:nvPr/>
        </p:nvGrpSpPr>
        <p:grpSpPr>
          <a:xfrm>
            <a:off x="4485733" y="4194235"/>
            <a:ext cx="727984" cy="727984"/>
            <a:chOff x="2492898" y="4172276"/>
            <a:chExt cx="932728" cy="932728"/>
          </a:xfrm>
        </p:grpSpPr>
        <p:sp>
          <p:nvSpPr>
            <p:cNvPr id="194" name="椭圆 193">
              <a:extLst>
                <a:ext uri="{FF2B5EF4-FFF2-40B4-BE49-F238E27FC236}">
                  <a16:creationId xmlns:a16="http://schemas.microsoft.com/office/drawing/2014/main" id="{EA270B6C-26A8-81F6-0D71-B8C6E72D433D}"/>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b="1" dirty="0">
                <a:solidFill>
                  <a:schemeClr val="tx1"/>
                </a:solidFill>
                <a:latin typeface="+mj-ea"/>
                <a:ea typeface="+mj-ea"/>
              </a:endParaRPr>
            </a:p>
          </p:txBody>
        </p:sp>
        <p:sp>
          <p:nvSpPr>
            <p:cNvPr id="200" name="椭圆 199">
              <a:extLst>
                <a:ext uri="{FF2B5EF4-FFF2-40B4-BE49-F238E27FC236}">
                  <a16:creationId xmlns:a16="http://schemas.microsoft.com/office/drawing/2014/main" id="{E1551E0C-E010-7537-DD58-EB5F5FA00E53}"/>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400" b="1" dirty="0">
                  <a:solidFill>
                    <a:schemeClr val="tx1"/>
                  </a:solidFill>
                  <a:latin typeface="+mj-ea"/>
                  <a:ea typeface="+mj-ea"/>
                </a:rPr>
                <a:t>远程办公</a:t>
              </a:r>
            </a:p>
          </p:txBody>
        </p:sp>
      </p:grpSp>
      <p:sp>
        <p:nvSpPr>
          <p:cNvPr id="213" name="椭圆 212">
            <a:extLst>
              <a:ext uri="{FF2B5EF4-FFF2-40B4-BE49-F238E27FC236}">
                <a16:creationId xmlns:a16="http://schemas.microsoft.com/office/drawing/2014/main" id="{20D6E874-A845-9CA1-1CA4-9B680E7CA125}"/>
              </a:ext>
            </a:extLst>
          </p:cNvPr>
          <p:cNvSpPr>
            <a:spLocks/>
          </p:cNvSpPr>
          <p:nvPr/>
        </p:nvSpPr>
        <p:spPr>
          <a:xfrm>
            <a:off x="7101869" y="4198935"/>
            <a:ext cx="727984" cy="727982"/>
          </a:xfrm>
          <a:prstGeom prst="ellipse">
            <a:avLst/>
          </a:prstGeom>
          <a:solidFill>
            <a:schemeClr val="tx2"/>
          </a:soli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400" b="1" dirty="0">
              <a:solidFill>
                <a:schemeClr val="tx1"/>
              </a:solidFill>
              <a:latin typeface="+mj-ea"/>
              <a:ea typeface="+mj-ea"/>
            </a:endParaRPr>
          </a:p>
        </p:txBody>
      </p:sp>
      <p:sp>
        <p:nvSpPr>
          <p:cNvPr id="2" name="椭圆 1">
            <a:extLst>
              <a:ext uri="{FF2B5EF4-FFF2-40B4-BE49-F238E27FC236}">
                <a16:creationId xmlns:a16="http://schemas.microsoft.com/office/drawing/2014/main" id="{F331098B-2B38-FF73-2F28-B4CAD54CA8AB}"/>
              </a:ext>
            </a:extLst>
          </p:cNvPr>
          <p:cNvSpPr>
            <a:spLocks/>
          </p:cNvSpPr>
          <p:nvPr/>
        </p:nvSpPr>
        <p:spPr>
          <a:xfrm>
            <a:off x="7101869" y="4198935"/>
            <a:ext cx="727984" cy="727982"/>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400" b="1" dirty="0">
                <a:solidFill>
                  <a:schemeClr val="tx1"/>
                </a:solidFill>
                <a:latin typeface="+mj-ea"/>
                <a:ea typeface="+mj-ea"/>
              </a:rPr>
              <a:t>安全管理</a:t>
            </a:r>
          </a:p>
        </p:txBody>
      </p:sp>
      <p:sp>
        <p:nvSpPr>
          <p:cNvPr id="14" name="任意多边形: 形状 13">
            <a:extLst>
              <a:ext uri="{FF2B5EF4-FFF2-40B4-BE49-F238E27FC236}">
                <a16:creationId xmlns:a16="http://schemas.microsoft.com/office/drawing/2014/main" id="{3B022364-D4C0-2059-FF14-A80080AFE83E}"/>
              </a:ext>
            </a:extLst>
          </p:cNvPr>
          <p:cNvSpPr/>
          <p:nvPr/>
        </p:nvSpPr>
        <p:spPr>
          <a:xfrm>
            <a:off x="2006600" y="2055160"/>
            <a:ext cx="8178800" cy="916298"/>
          </a:xfrm>
          <a:custGeom>
            <a:avLst/>
            <a:gdLst>
              <a:gd name="connsiteX0" fmla="*/ 3216518 w 6433036"/>
              <a:gd name="connsiteY0" fmla="*/ 339763 h 1147224"/>
              <a:gd name="connsiteX1" fmla="*/ 1861036 w 6433036"/>
              <a:gd name="connsiteY1" fmla="*/ 573612 h 1147224"/>
              <a:gd name="connsiteX2" fmla="*/ 3216518 w 6433036"/>
              <a:gd name="connsiteY2" fmla="*/ 807461 h 1147224"/>
              <a:gd name="connsiteX3" fmla="*/ 4572000 w 6433036"/>
              <a:gd name="connsiteY3" fmla="*/ 573612 h 1147224"/>
              <a:gd name="connsiteX4" fmla="*/ 3216518 w 6433036"/>
              <a:gd name="connsiteY4" fmla="*/ 339763 h 1147224"/>
              <a:gd name="connsiteX5" fmla="*/ 3216518 w 6433036"/>
              <a:gd name="connsiteY5" fmla="*/ 0 h 1147224"/>
              <a:gd name="connsiteX6" fmla="*/ 6433036 w 6433036"/>
              <a:gd name="connsiteY6" fmla="*/ 573612 h 1147224"/>
              <a:gd name="connsiteX7" fmla="*/ 3216518 w 6433036"/>
              <a:gd name="connsiteY7" fmla="*/ 1147224 h 1147224"/>
              <a:gd name="connsiteX8" fmla="*/ 0 w 6433036"/>
              <a:gd name="connsiteY8" fmla="*/ 573612 h 1147224"/>
              <a:gd name="connsiteX9" fmla="*/ 3216518 w 6433036"/>
              <a:gd name="connsiteY9" fmla="*/ 0 h 114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33036" h="1147224">
                <a:moveTo>
                  <a:pt x="3216518" y="339763"/>
                </a:moveTo>
                <a:cubicBezTo>
                  <a:pt x="2467906" y="339763"/>
                  <a:pt x="1861036" y="444461"/>
                  <a:pt x="1861036" y="573612"/>
                </a:cubicBezTo>
                <a:cubicBezTo>
                  <a:pt x="1861036" y="702763"/>
                  <a:pt x="2467906" y="807461"/>
                  <a:pt x="3216518" y="807461"/>
                </a:cubicBezTo>
                <a:cubicBezTo>
                  <a:pt x="3965130" y="807461"/>
                  <a:pt x="4572000" y="702763"/>
                  <a:pt x="4572000" y="573612"/>
                </a:cubicBezTo>
                <a:cubicBezTo>
                  <a:pt x="4572000" y="444461"/>
                  <a:pt x="3965130" y="339763"/>
                  <a:pt x="3216518" y="339763"/>
                </a:cubicBezTo>
                <a:close/>
                <a:moveTo>
                  <a:pt x="3216518" y="0"/>
                </a:moveTo>
                <a:cubicBezTo>
                  <a:pt x="4992952" y="0"/>
                  <a:pt x="6433036" y="256815"/>
                  <a:pt x="6433036" y="573612"/>
                </a:cubicBezTo>
                <a:cubicBezTo>
                  <a:pt x="6433036" y="890409"/>
                  <a:pt x="4992952" y="1147224"/>
                  <a:pt x="3216518" y="1147224"/>
                </a:cubicBezTo>
                <a:cubicBezTo>
                  <a:pt x="1440084" y="1147224"/>
                  <a:pt x="0" y="890409"/>
                  <a:pt x="0" y="573612"/>
                </a:cubicBezTo>
                <a:cubicBezTo>
                  <a:pt x="0" y="256815"/>
                  <a:pt x="1440084" y="0"/>
                  <a:pt x="3216518" y="0"/>
                </a:cubicBezTo>
                <a:close/>
              </a:path>
            </a:pathLst>
          </a:custGeom>
          <a:gradFill>
            <a:gsLst>
              <a:gs pos="0">
                <a:schemeClr val="accent2">
                  <a:alpha val="0"/>
                </a:schemeClr>
              </a:gs>
              <a:gs pos="100000">
                <a:schemeClr val="accent2">
                  <a:alpha val="32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81" name="椭圆 180">
            <a:extLst>
              <a:ext uri="{FF2B5EF4-FFF2-40B4-BE49-F238E27FC236}">
                <a16:creationId xmlns:a16="http://schemas.microsoft.com/office/drawing/2014/main" id="{705CB9CE-4D4F-9CB7-DA33-BE86EC220C97}"/>
              </a:ext>
            </a:extLst>
          </p:cNvPr>
          <p:cNvSpPr/>
          <p:nvPr/>
        </p:nvSpPr>
        <p:spPr>
          <a:xfrm>
            <a:off x="4817537" y="1366264"/>
            <a:ext cx="2556930" cy="2556930"/>
          </a:xfrm>
          <a:prstGeom prst="ellipse">
            <a:avLst/>
          </a:prstGeom>
          <a:gradFill flip="none" rotWithShape="1">
            <a:gsLst>
              <a:gs pos="0">
                <a:schemeClr val="accent2">
                  <a:alpha val="74000"/>
                </a:schemeClr>
              </a:gs>
              <a:gs pos="47000">
                <a:schemeClr val="accent2">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p>
        </p:txBody>
      </p:sp>
      <p:sp>
        <p:nvSpPr>
          <p:cNvPr id="7" name="文本框 6">
            <a:extLst>
              <a:ext uri="{FF2B5EF4-FFF2-40B4-BE49-F238E27FC236}">
                <a16:creationId xmlns:a16="http://schemas.microsoft.com/office/drawing/2014/main" id="{E92A9081-596A-9446-608A-8615D962CABC}"/>
              </a:ext>
            </a:extLst>
          </p:cNvPr>
          <p:cNvSpPr txBox="1"/>
          <p:nvPr/>
        </p:nvSpPr>
        <p:spPr>
          <a:xfrm>
            <a:off x="5511015" y="2051100"/>
            <a:ext cx="1128514" cy="44063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none" lIns="50800" tIns="50800" rIns="50800" bIns="50800" numCol="1" spcCol="38100" rtlCol="0" anchor="ctr" forceAA="0">
            <a:spAutoFit/>
          </a:bodyPr>
          <a:lstStyle/>
          <a:p>
            <a:pPr algn="ctr" defTabSz="2438400">
              <a:lnSpc>
                <a:spcPct val="120000"/>
              </a:lnSpc>
            </a:pPr>
            <a:r>
              <a:rPr lang="zh-CN" altLang="en-US" sz="2000" b="1" dirty="0">
                <a:solidFill>
                  <a:schemeClr val="bg1"/>
                </a:solidFill>
                <a:latin typeface="+mj-ea"/>
                <a:ea typeface="+mj-ea"/>
                <a:sym typeface="Helvetica Neue" panose="02000503000000020004"/>
              </a:rPr>
              <a:t>线路接入</a:t>
            </a:r>
          </a:p>
        </p:txBody>
      </p:sp>
      <p:grpSp>
        <p:nvGrpSpPr>
          <p:cNvPr id="27" name="组合 26">
            <a:extLst>
              <a:ext uri="{FF2B5EF4-FFF2-40B4-BE49-F238E27FC236}">
                <a16:creationId xmlns:a16="http://schemas.microsoft.com/office/drawing/2014/main" id="{BE69F832-01A0-C111-B62E-74E5C3E53629}"/>
              </a:ext>
            </a:extLst>
          </p:cNvPr>
          <p:cNvGrpSpPr/>
          <p:nvPr/>
        </p:nvGrpSpPr>
        <p:grpSpPr>
          <a:xfrm>
            <a:off x="5843173" y="1613885"/>
            <a:ext cx="464200" cy="396504"/>
            <a:chOff x="5936120" y="2204913"/>
            <a:chExt cx="239820" cy="204846"/>
          </a:xfrm>
          <a:solidFill>
            <a:schemeClr val="tx1"/>
          </a:solidFill>
        </p:grpSpPr>
        <p:sp>
          <p:nvSpPr>
            <p:cNvPr id="25" name="任意多边形: 形状 24">
              <a:extLst>
                <a:ext uri="{FF2B5EF4-FFF2-40B4-BE49-F238E27FC236}">
                  <a16:creationId xmlns:a16="http://schemas.microsoft.com/office/drawing/2014/main" id="{D0599AB5-8F13-283C-5713-76E440872162}"/>
                </a:ext>
              </a:extLst>
            </p:cNvPr>
            <p:cNvSpPr/>
            <p:nvPr/>
          </p:nvSpPr>
          <p:spPr>
            <a:xfrm>
              <a:off x="5936120" y="2204913"/>
              <a:ext cx="239820" cy="204846"/>
            </a:xfrm>
            <a:custGeom>
              <a:avLst/>
              <a:gdLst>
                <a:gd name="connsiteX0" fmla="*/ 189858 w 239820"/>
                <a:gd name="connsiteY0" fmla="*/ 184861 h 204846"/>
                <a:gd name="connsiteX1" fmla="*/ 189858 w 239820"/>
                <a:gd name="connsiteY1" fmla="*/ 199850 h 204846"/>
                <a:gd name="connsiteX2" fmla="*/ 184861 w 239820"/>
                <a:gd name="connsiteY2" fmla="*/ 204846 h 204846"/>
                <a:gd name="connsiteX3" fmla="*/ 179865 w 239820"/>
                <a:gd name="connsiteY3" fmla="*/ 199850 h 204846"/>
                <a:gd name="connsiteX4" fmla="*/ 179865 w 239820"/>
                <a:gd name="connsiteY4" fmla="*/ 184861 h 204846"/>
                <a:gd name="connsiteX5" fmla="*/ 59955 w 239820"/>
                <a:gd name="connsiteY5" fmla="*/ 184861 h 204846"/>
                <a:gd name="connsiteX6" fmla="*/ 59955 w 239820"/>
                <a:gd name="connsiteY6" fmla="*/ 199850 h 204846"/>
                <a:gd name="connsiteX7" fmla="*/ 54959 w 239820"/>
                <a:gd name="connsiteY7" fmla="*/ 204846 h 204846"/>
                <a:gd name="connsiteX8" fmla="*/ 49963 w 239820"/>
                <a:gd name="connsiteY8" fmla="*/ 199850 h 204846"/>
                <a:gd name="connsiteX9" fmla="*/ 49963 w 239820"/>
                <a:gd name="connsiteY9" fmla="*/ 184861 h 204846"/>
                <a:gd name="connsiteX10" fmla="*/ 9993 w 239820"/>
                <a:gd name="connsiteY10" fmla="*/ 184861 h 204846"/>
                <a:gd name="connsiteX11" fmla="*/ 0 w 239820"/>
                <a:gd name="connsiteY11" fmla="*/ 174869 h 204846"/>
                <a:gd name="connsiteX12" fmla="*/ 0 w 239820"/>
                <a:gd name="connsiteY12" fmla="*/ 84936 h 204846"/>
                <a:gd name="connsiteX13" fmla="*/ 9993 w 239820"/>
                <a:gd name="connsiteY13" fmla="*/ 74944 h 204846"/>
                <a:gd name="connsiteX14" fmla="*/ 49963 w 239820"/>
                <a:gd name="connsiteY14" fmla="*/ 74944 h 204846"/>
                <a:gd name="connsiteX15" fmla="*/ 49963 w 239820"/>
                <a:gd name="connsiteY15" fmla="*/ 59955 h 204846"/>
                <a:gd name="connsiteX16" fmla="*/ 54959 w 239820"/>
                <a:gd name="connsiteY16" fmla="*/ 54959 h 204846"/>
                <a:gd name="connsiteX17" fmla="*/ 59955 w 239820"/>
                <a:gd name="connsiteY17" fmla="*/ 59955 h 204846"/>
                <a:gd name="connsiteX18" fmla="*/ 59955 w 239820"/>
                <a:gd name="connsiteY18" fmla="*/ 74944 h 204846"/>
                <a:gd name="connsiteX19" fmla="*/ 229828 w 239820"/>
                <a:gd name="connsiteY19" fmla="*/ 74944 h 204846"/>
                <a:gd name="connsiteX20" fmla="*/ 239820 w 239820"/>
                <a:gd name="connsiteY20" fmla="*/ 84936 h 204846"/>
                <a:gd name="connsiteX21" fmla="*/ 239820 w 239820"/>
                <a:gd name="connsiteY21" fmla="*/ 174869 h 204846"/>
                <a:gd name="connsiteX22" fmla="*/ 229828 w 239820"/>
                <a:gd name="connsiteY22" fmla="*/ 184861 h 204846"/>
                <a:gd name="connsiteX23" fmla="*/ 189858 w 239820"/>
                <a:gd name="connsiteY23" fmla="*/ 184861 h 204846"/>
                <a:gd name="connsiteX24" fmla="*/ 9993 w 239820"/>
                <a:gd name="connsiteY24" fmla="*/ 84936 h 204846"/>
                <a:gd name="connsiteX25" fmla="*/ 9993 w 239820"/>
                <a:gd name="connsiteY25" fmla="*/ 174869 h 204846"/>
                <a:gd name="connsiteX26" fmla="*/ 229828 w 239820"/>
                <a:gd name="connsiteY26" fmla="*/ 174869 h 204846"/>
                <a:gd name="connsiteX27" fmla="*/ 229828 w 239820"/>
                <a:gd name="connsiteY27" fmla="*/ 84936 h 204846"/>
                <a:gd name="connsiteX28" fmla="*/ 9993 w 239820"/>
                <a:gd name="connsiteY28" fmla="*/ 84936 h 204846"/>
                <a:gd name="connsiteX29" fmla="*/ 99405 w 239820"/>
                <a:gd name="connsiteY29" fmla="*/ 44966 h 204846"/>
                <a:gd name="connsiteX30" fmla="*/ 94409 w 239820"/>
                <a:gd name="connsiteY30" fmla="*/ 49963 h 204846"/>
                <a:gd name="connsiteX31" fmla="*/ 89413 w 239820"/>
                <a:gd name="connsiteY31" fmla="*/ 44966 h 204846"/>
                <a:gd name="connsiteX32" fmla="*/ 54439 w 239820"/>
                <a:gd name="connsiteY32" fmla="*/ 9993 h 204846"/>
                <a:gd name="connsiteX33" fmla="*/ 19465 w 239820"/>
                <a:gd name="connsiteY33" fmla="*/ 44966 h 204846"/>
                <a:gd name="connsiteX34" fmla="*/ 14469 w 239820"/>
                <a:gd name="connsiteY34" fmla="*/ 49963 h 204846"/>
                <a:gd name="connsiteX35" fmla="*/ 9473 w 239820"/>
                <a:gd name="connsiteY35" fmla="*/ 44966 h 204846"/>
                <a:gd name="connsiteX36" fmla="*/ 54439 w 239820"/>
                <a:gd name="connsiteY36" fmla="*/ 0 h 204846"/>
                <a:gd name="connsiteX37" fmla="*/ 99405 w 239820"/>
                <a:gd name="connsiteY37" fmla="*/ 44966 h 204846"/>
                <a:gd name="connsiteX38" fmla="*/ 79420 w 239820"/>
                <a:gd name="connsiteY38" fmla="*/ 44966 h 204846"/>
                <a:gd name="connsiteX39" fmla="*/ 74424 w 239820"/>
                <a:gd name="connsiteY39" fmla="*/ 49963 h 204846"/>
                <a:gd name="connsiteX40" fmla="*/ 69428 w 239820"/>
                <a:gd name="connsiteY40" fmla="*/ 44966 h 204846"/>
                <a:gd name="connsiteX41" fmla="*/ 54439 w 239820"/>
                <a:gd name="connsiteY41" fmla="*/ 29978 h 204846"/>
                <a:gd name="connsiteX42" fmla="*/ 39450 w 239820"/>
                <a:gd name="connsiteY42" fmla="*/ 44966 h 204846"/>
                <a:gd name="connsiteX43" fmla="*/ 34454 w 239820"/>
                <a:gd name="connsiteY43" fmla="*/ 49963 h 204846"/>
                <a:gd name="connsiteX44" fmla="*/ 29458 w 239820"/>
                <a:gd name="connsiteY44" fmla="*/ 44966 h 204846"/>
                <a:gd name="connsiteX45" fmla="*/ 54439 w 239820"/>
                <a:gd name="connsiteY45" fmla="*/ 19985 h 204846"/>
                <a:gd name="connsiteX46" fmla="*/ 79420 w 239820"/>
                <a:gd name="connsiteY46" fmla="*/ 44966 h 204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39820" h="204846">
                  <a:moveTo>
                    <a:pt x="189858" y="184861"/>
                  </a:moveTo>
                  <a:lnTo>
                    <a:pt x="189858" y="199850"/>
                  </a:lnTo>
                  <a:cubicBezTo>
                    <a:pt x="189858" y="202609"/>
                    <a:pt x="187621" y="204846"/>
                    <a:pt x="184861" y="204846"/>
                  </a:cubicBezTo>
                  <a:cubicBezTo>
                    <a:pt x="182102" y="204846"/>
                    <a:pt x="179865" y="202609"/>
                    <a:pt x="179865" y="199850"/>
                  </a:cubicBezTo>
                  <a:lnTo>
                    <a:pt x="179865" y="184861"/>
                  </a:lnTo>
                  <a:lnTo>
                    <a:pt x="59955" y="184861"/>
                  </a:lnTo>
                  <a:lnTo>
                    <a:pt x="59955" y="199850"/>
                  </a:lnTo>
                  <a:cubicBezTo>
                    <a:pt x="59955" y="202609"/>
                    <a:pt x="57718" y="204846"/>
                    <a:pt x="54959" y="204846"/>
                  </a:cubicBezTo>
                  <a:cubicBezTo>
                    <a:pt x="52199" y="204846"/>
                    <a:pt x="49963" y="202609"/>
                    <a:pt x="49963" y="199850"/>
                  </a:cubicBezTo>
                  <a:lnTo>
                    <a:pt x="49963" y="184861"/>
                  </a:lnTo>
                  <a:lnTo>
                    <a:pt x="9993" y="184861"/>
                  </a:lnTo>
                  <a:cubicBezTo>
                    <a:pt x="4474" y="184861"/>
                    <a:pt x="0" y="180387"/>
                    <a:pt x="0" y="174869"/>
                  </a:cubicBezTo>
                  <a:lnTo>
                    <a:pt x="0" y="84936"/>
                  </a:lnTo>
                  <a:cubicBezTo>
                    <a:pt x="0" y="79418"/>
                    <a:pt x="4474" y="74944"/>
                    <a:pt x="9993" y="74944"/>
                  </a:cubicBezTo>
                  <a:lnTo>
                    <a:pt x="49963" y="74944"/>
                  </a:lnTo>
                  <a:lnTo>
                    <a:pt x="49963" y="59955"/>
                  </a:lnTo>
                  <a:cubicBezTo>
                    <a:pt x="49963" y="57196"/>
                    <a:pt x="52199" y="54959"/>
                    <a:pt x="54959" y="54959"/>
                  </a:cubicBezTo>
                  <a:cubicBezTo>
                    <a:pt x="57718" y="54959"/>
                    <a:pt x="59955" y="57196"/>
                    <a:pt x="59955" y="59955"/>
                  </a:cubicBezTo>
                  <a:lnTo>
                    <a:pt x="59955" y="74944"/>
                  </a:lnTo>
                  <a:lnTo>
                    <a:pt x="229828" y="74944"/>
                  </a:lnTo>
                  <a:cubicBezTo>
                    <a:pt x="235346" y="74944"/>
                    <a:pt x="239820" y="79418"/>
                    <a:pt x="239820" y="84936"/>
                  </a:cubicBezTo>
                  <a:lnTo>
                    <a:pt x="239820" y="174869"/>
                  </a:lnTo>
                  <a:cubicBezTo>
                    <a:pt x="239820" y="180387"/>
                    <a:pt x="235346" y="184861"/>
                    <a:pt x="229828" y="184861"/>
                  </a:cubicBezTo>
                  <a:lnTo>
                    <a:pt x="189858" y="184861"/>
                  </a:lnTo>
                  <a:close/>
                  <a:moveTo>
                    <a:pt x="9993" y="84936"/>
                  </a:moveTo>
                  <a:lnTo>
                    <a:pt x="9993" y="174869"/>
                  </a:lnTo>
                  <a:lnTo>
                    <a:pt x="229828" y="174869"/>
                  </a:lnTo>
                  <a:lnTo>
                    <a:pt x="229828" y="84936"/>
                  </a:lnTo>
                  <a:lnTo>
                    <a:pt x="9993" y="84936"/>
                  </a:lnTo>
                  <a:close/>
                  <a:moveTo>
                    <a:pt x="99405" y="44966"/>
                  </a:moveTo>
                  <a:cubicBezTo>
                    <a:pt x="99405" y="47726"/>
                    <a:pt x="97168" y="49963"/>
                    <a:pt x="94409" y="49963"/>
                  </a:cubicBezTo>
                  <a:cubicBezTo>
                    <a:pt x="91650" y="49963"/>
                    <a:pt x="89413" y="47726"/>
                    <a:pt x="89413" y="44966"/>
                  </a:cubicBezTo>
                  <a:cubicBezTo>
                    <a:pt x="89413" y="25651"/>
                    <a:pt x="73755" y="9993"/>
                    <a:pt x="54439" y="9993"/>
                  </a:cubicBezTo>
                  <a:cubicBezTo>
                    <a:pt x="35124" y="9993"/>
                    <a:pt x="19465" y="25651"/>
                    <a:pt x="19465" y="44966"/>
                  </a:cubicBezTo>
                  <a:cubicBezTo>
                    <a:pt x="19465" y="47726"/>
                    <a:pt x="17228" y="49963"/>
                    <a:pt x="14469" y="49963"/>
                  </a:cubicBezTo>
                  <a:cubicBezTo>
                    <a:pt x="11710" y="49963"/>
                    <a:pt x="9473" y="47726"/>
                    <a:pt x="9473" y="44966"/>
                  </a:cubicBezTo>
                  <a:cubicBezTo>
                    <a:pt x="9473" y="20132"/>
                    <a:pt x="29605" y="0"/>
                    <a:pt x="54439" y="0"/>
                  </a:cubicBezTo>
                  <a:cubicBezTo>
                    <a:pt x="79273" y="0"/>
                    <a:pt x="99405" y="20132"/>
                    <a:pt x="99405" y="44966"/>
                  </a:cubicBezTo>
                  <a:close/>
                  <a:moveTo>
                    <a:pt x="79420" y="44966"/>
                  </a:moveTo>
                  <a:cubicBezTo>
                    <a:pt x="79420" y="47726"/>
                    <a:pt x="77183" y="49963"/>
                    <a:pt x="74424" y="49963"/>
                  </a:cubicBezTo>
                  <a:cubicBezTo>
                    <a:pt x="71665" y="49963"/>
                    <a:pt x="69428" y="47726"/>
                    <a:pt x="69428" y="44966"/>
                  </a:cubicBezTo>
                  <a:cubicBezTo>
                    <a:pt x="69428" y="36688"/>
                    <a:pt x="62717" y="29978"/>
                    <a:pt x="54439" y="29978"/>
                  </a:cubicBezTo>
                  <a:cubicBezTo>
                    <a:pt x="46161" y="29978"/>
                    <a:pt x="39450" y="36688"/>
                    <a:pt x="39450" y="44966"/>
                  </a:cubicBezTo>
                  <a:cubicBezTo>
                    <a:pt x="39450" y="47726"/>
                    <a:pt x="37213" y="49963"/>
                    <a:pt x="34454" y="49963"/>
                  </a:cubicBezTo>
                  <a:cubicBezTo>
                    <a:pt x="31695" y="49963"/>
                    <a:pt x="29458" y="47726"/>
                    <a:pt x="29458" y="44966"/>
                  </a:cubicBezTo>
                  <a:cubicBezTo>
                    <a:pt x="29458" y="31169"/>
                    <a:pt x="40642" y="19985"/>
                    <a:pt x="54439" y="19985"/>
                  </a:cubicBezTo>
                  <a:cubicBezTo>
                    <a:pt x="68236" y="19985"/>
                    <a:pt x="79420" y="31169"/>
                    <a:pt x="79420" y="44966"/>
                  </a:cubicBezTo>
                  <a:close/>
                </a:path>
              </a:pathLst>
            </a:custGeom>
            <a:grpFill/>
            <a:ln w="3175" cap="flat">
              <a:solidFill>
                <a:schemeClr val="tx1"/>
              </a:solidFill>
              <a:prstDash val="solid"/>
              <a:miter/>
            </a:ln>
          </p:spPr>
          <p:txBody>
            <a:bodyPr rtlCol="0" anchor="ctr"/>
            <a:lstStyle/>
            <a:p>
              <a:endParaRPr lang="zh-CN" altLang="en-US">
                <a:solidFill>
                  <a:schemeClr val="bg1"/>
                </a:solidFill>
              </a:endParaRPr>
            </a:p>
          </p:txBody>
        </p:sp>
        <p:sp>
          <p:nvSpPr>
            <p:cNvPr id="26" name="任意多边形: 形状 25">
              <a:extLst>
                <a:ext uri="{FF2B5EF4-FFF2-40B4-BE49-F238E27FC236}">
                  <a16:creationId xmlns:a16="http://schemas.microsoft.com/office/drawing/2014/main" id="{61BDFE4D-BD57-34ED-6D37-BE53A0C2BB3E}"/>
                </a:ext>
              </a:extLst>
            </p:cNvPr>
            <p:cNvSpPr/>
            <p:nvPr/>
          </p:nvSpPr>
          <p:spPr>
            <a:xfrm>
              <a:off x="6096000" y="2319826"/>
              <a:ext cx="39969" cy="29977"/>
            </a:xfrm>
            <a:custGeom>
              <a:avLst/>
              <a:gdLst>
                <a:gd name="connsiteX0" fmla="*/ 0 w 39969"/>
                <a:gd name="connsiteY0" fmla="*/ 0 h 29977"/>
                <a:gd name="connsiteX1" fmla="*/ 9992 w 39969"/>
                <a:gd name="connsiteY1" fmla="*/ 0 h 29977"/>
                <a:gd name="connsiteX2" fmla="*/ 9992 w 39969"/>
                <a:gd name="connsiteY2" fmla="*/ 29978 h 29977"/>
                <a:gd name="connsiteX3" fmla="*/ 0 w 39969"/>
                <a:gd name="connsiteY3" fmla="*/ 29978 h 29977"/>
                <a:gd name="connsiteX4" fmla="*/ 0 w 39969"/>
                <a:gd name="connsiteY4" fmla="*/ 0 h 29977"/>
                <a:gd name="connsiteX5" fmla="*/ 29978 w 39969"/>
                <a:gd name="connsiteY5" fmla="*/ 0 h 29977"/>
                <a:gd name="connsiteX6" fmla="*/ 39970 w 39969"/>
                <a:gd name="connsiteY6" fmla="*/ 0 h 29977"/>
                <a:gd name="connsiteX7" fmla="*/ 39970 w 39969"/>
                <a:gd name="connsiteY7" fmla="*/ 29978 h 29977"/>
                <a:gd name="connsiteX8" fmla="*/ 29978 w 39969"/>
                <a:gd name="connsiteY8" fmla="*/ 29978 h 29977"/>
                <a:gd name="connsiteX9" fmla="*/ 29978 w 39969"/>
                <a:gd name="connsiteY9" fmla="*/ 0 h 29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69" h="29977">
                  <a:moveTo>
                    <a:pt x="0" y="0"/>
                  </a:moveTo>
                  <a:lnTo>
                    <a:pt x="9992" y="0"/>
                  </a:lnTo>
                  <a:lnTo>
                    <a:pt x="9992" y="29978"/>
                  </a:lnTo>
                  <a:lnTo>
                    <a:pt x="0" y="29978"/>
                  </a:lnTo>
                  <a:lnTo>
                    <a:pt x="0" y="0"/>
                  </a:lnTo>
                  <a:close/>
                  <a:moveTo>
                    <a:pt x="29978" y="0"/>
                  </a:moveTo>
                  <a:lnTo>
                    <a:pt x="39970" y="0"/>
                  </a:lnTo>
                  <a:lnTo>
                    <a:pt x="39970" y="29978"/>
                  </a:lnTo>
                  <a:lnTo>
                    <a:pt x="29978" y="29978"/>
                  </a:lnTo>
                  <a:lnTo>
                    <a:pt x="29978" y="0"/>
                  </a:lnTo>
                  <a:close/>
                </a:path>
              </a:pathLst>
            </a:custGeom>
            <a:grpFill/>
            <a:ln w="3175" cap="flat">
              <a:solidFill>
                <a:schemeClr val="tx1"/>
              </a:solidFill>
              <a:prstDash val="solid"/>
              <a:miter/>
            </a:ln>
          </p:spPr>
          <p:txBody>
            <a:bodyPr rtlCol="0" anchor="ctr"/>
            <a:lstStyle/>
            <a:p>
              <a:endParaRPr lang="zh-CN" altLang="en-US">
                <a:solidFill>
                  <a:schemeClr val="bg1"/>
                </a:solidFill>
              </a:endParaRPr>
            </a:p>
          </p:txBody>
        </p:sp>
      </p:grpSp>
      <p:sp>
        <p:nvSpPr>
          <p:cNvPr id="185" name="文本框 184">
            <a:extLst>
              <a:ext uri="{FF2B5EF4-FFF2-40B4-BE49-F238E27FC236}">
                <a16:creationId xmlns:a16="http://schemas.microsoft.com/office/drawing/2014/main" id="{C61D9E9E-C09D-F61E-2E2A-8CF2C2479773}"/>
              </a:ext>
            </a:extLst>
          </p:cNvPr>
          <p:cNvSpPr txBox="1"/>
          <p:nvPr/>
        </p:nvSpPr>
        <p:spPr>
          <a:xfrm>
            <a:off x="3179788" y="2337997"/>
            <a:ext cx="902811" cy="307777"/>
          </a:xfrm>
          <a:prstGeom prst="rect">
            <a:avLst/>
          </a:prstGeom>
          <a:noFill/>
        </p:spPr>
        <p:txBody>
          <a:bodyPr wrap="none" rtlCol="0">
            <a:spAutoFit/>
          </a:bodyPr>
          <a:lstStyle/>
          <a:p>
            <a:r>
              <a:rPr lang="zh-CN" altLang="en-US" sz="1400" b="0" i="0" dirty="0">
                <a:solidFill>
                  <a:srgbClr val="05073B"/>
                </a:solidFill>
                <a:effectLst/>
                <a:latin typeface="PingFang-SC-Regular"/>
              </a:rPr>
              <a:t>国内线路</a:t>
            </a:r>
          </a:p>
        </p:txBody>
      </p:sp>
      <p:sp>
        <p:nvSpPr>
          <p:cNvPr id="15" name="文本框 14">
            <a:extLst>
              <a:ext uri="{FF2B5EF4-FFF2-40B4-BE49-F238E27FC236}">
                <a16:creationId xmlns:a16="http://schemas.microsoft.com/office/drawing/2014/main" id="{19D1C319-34A0-B1B6-8899-CAA1119F312D}"/>
              </a:ext>
            </a:extLst>
          </p:cNvPr>
          <p:cNvSpPr txBox="1"/>
          <p:nvPr/>
        </p:nvSpPr>
        <p:spPr>
          <a:xfrm>
            <a:off x="5644594" y="2675642"/>
            <a:ext cx="902811" cy="307777"/>
          </a:xfrm>
          <a:prstGeom prst="rect">
            <a:avLst/>
          </a:prstGeom>
          <a:noFill/>
        </p:spPr>
        <p:txBody>
          <a:bodyPr wrap="none" rtlCol="0">
            <a:spAutoFit/>
          </a:bodyPr>
          <a:lstStyle/>
          <a:p>
            <a:pPr algn="ctr"/>
            <a:r>
              <a:rPr lang="zh-CN" altLang="en-US" sz="1400" b="0" i="0" dirty="0">
                <a:solidFill>
                  <a:srgbClr val="05073B"/>
                </a:solidFill>
                <a:effectLst/>
                <a:latin typeface="PingFang-SC-Regular"/>
              </a:rPr>
              <a:t>专区线路</a:t>
            </a:r>
            <a:endParaRPr lang="en-US" altLang="zh-CN" sz="1400" b="0" i="0" dirty="0">
              <a:solidFill>
                <a:srgbClr val="05073B"/>
              </a:solidFill>
              <a:effectLst/>
              <a:latin typeface="PingFang-SC-Regular"/>
            </a:endParaRPr>
          </a:p>
        </p:txBody>
      </p:sp>
      <p:sp>
        <p:nvSpPr>
          <p:cNvPr id="17" name="文本框 16">
            <a:extLst>
              <a:ext uri="{FF2B5EF4-FFF2-40B4-BE49-F238E27FC236}">
                <a16:creationId xmlns:a16="http://schemas.microsoft.com/office/drawing/2014/main" id="{350C1F1D-3048-E7F8-A461-E051421A2397}"/>
              </a:ext>
            </a:extLst>
          </p:cNvPr>
          <p:cNvSpPr txBox="1"/>
          <p:nvPr/>
        </p:nvSpPr>
        <p:spPr>
          <a:xfrm>
            <a:off x="8063710" y="2312484"/>
            <a:ext cx="902811" cy="307777"/>
          </a:xfrm>
          <a:prstGeom prst="rect">
            <a:avLst/>
          </a:prstGeom>
          <a:noFill/>
        </p:spPr>
        <p:txBody>
          <a:bodyPr wrap="none" rtlCol="0">
            <a:spAutoFit/>
          </a:bodyPr>
          <a:lstStyle/>
          <a:p>
            <a:r>
              <a:rPr lang="zh-CN" altLang="en-US" sz="1400" b="0" i="0" dirty="0">
                <a:solidFill>
                  <a:srgbClr val="05073B"/>
                </a:solidFill>
                <a:effectLst/>
                <a:latin typeface="PingFang-SC-Regular"/>
              </a:rPr>
              <a:t>国外线路</a:t>
            </a:r>
          </a:p>
        </p:txBody>
      </p:sp>
      <p:sp>
        <p:nvSpPr>
          <p:cNvPr id="51" name="椭圆 50">
            <a:extLst>
              <a:ext uri="{FF2B5EF4-FFF2-40B4-BE49-F238E27FC236}">
                <a16:creationId xmlns:a16="http://schemas.microsoft.com/office/drawing/2014/main" id="{711BA0F9-22C4-4D46-680F-7CA5FE9DDD54}"/>
              </a:ext>
            </a:extLst>
          </p:cNvPr>
          <p:cNvSpPr/>
          <p:nvPr/>
        </p:nvSpPr>
        <p:spPr>
          <a:xfrm>
            <a:off x="878840" y="1915980"/>
            <a:ext cx="10434322" cy="1513020"/>
          </a:xfrm>
          <a:prstGeom prst="ellipse">
            <a:avLst/>
          </a:prstGeom>
          <a:noFill/>
          <a:ln w="22225">
            <a:gradFill>
              <a:gsLst>
                <a:gs pos="100000">
                  <a:schemeClr val="accent2"/>
                </a:gs>
                <a:gs pos="1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5" name="文本框 54">
            <a:extLst>
              <a:ext uri="{FF2B5EF4-FFF2-40B4-BE49-F238E27FC236}">
                <a16:creationId xmlns:a16="http://schemas.microsoft.com/office/drawing/2014/main" id="{23819516-2CBA-E71C-D823-524638BD5433}"/>
              </a:ext>
            </a:extLst>
          </p:cNvPr>
          <p:cNvSpPr txBox="1"/>
          <p:nvPr/>
        </p:nvSpPr>
        <p:spPr>
          <a:xfrm>
            <a:off x="1060738" y="2384210"/>
            <a:ext cx="800219" cy="461665"/>
          </a:xfrm>
          <a:prstGeom prst="rect">
            <a:avLst/>
          </a:prstGeom>
          <a:noFill/>
        </p:spPr>
        <p:txBody>
          <a:bodyPr wrap="none" rtlCol="0">
            <a:spAutoFit/>
          </a:bodyPr>
          <a:lstStyle/>
          <a:p>
            <a:pPr algn="ctr"/>
            <a:r>
              <a:rPr lang="zh-CN" altLang="en-US" sz="1200" b="0" i="0" dirty="0">
                <a:solidFill>
                  <a:srgbClr val="05073B"/>
                </a:solidFill>
                <a:effectLst/>
                <a:latin typeface="+mn-ea"/>
              </a:rPr>
              <a:t>安全级</a:t>
            </a:r>
            <a:endParaRPr lang="en-US" altLang="zh-CN" sz="1200" b="0" i="0" dirty="0">
              <a:solidFill>
                <a:srgbClr val="05073B"/>
              </a:solidFill>
              <a:effectLst/>
              <a:latin typeface="+mn-ea"/>
            </a:endParaRPr>
          </a:p>
          <a:p>
            <a:pPr algn="ctr"/>
            <a:r>
              <a:rPr lang="zh-CN" altLang="en-US" sz="1200" b="0" i="0" dirty="0">
                <a:solidFill>
                  <a:srgbClr val="05073B"/>
                </a:solidFill>
                <a:effectLst/>
                <a:latin typeface="+mn-ea"/>
              </a:rPr>
              <a:t>线路接入</a:t>
            </a:r>
          </a:p>
        </p:txBody>
      </p:sp>
      <p:sp>
        <p:nvSpPr>
          <p:cNvPr id="48" name="椭圆 47">
            <a:extLst>
              <a:ext uri="{FF2B5EF4-FFF2-40B4-BE49-F238E27FC236}">
                <a16:creationId xmlns:a16="http://schemas.microsoft.com/office/drawing/2014/main" id="{BDE13D05-C140-1E72-EA20-304B62E540CA}"/>
              </a:ext>
            </a:extLst>
          </p:cNvPr>
          <p:cNvSpPr/>
          <p:nvPr/>
        </p:nvSpPr>
        <p:spPr>
          <a:xfrm>
            <a:off x="839628" y="2597018"/>
            <a:ext cx="97608" cy="97604"/>
          </a:xfrm>
          <a:prstGeom prst="ellipse">
            <a:avLst/>
          </a:prstGeom>
          <a:solidFill>
            <a:schemeClr val="tx1"/>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BDE142DA-3960-4F98-235A-FA72303E98D6}"/>
              </a:ext>
            </a:extLst>
          </p:cNvPr>
          <p:cNvSpPr txBox="1"/>
          <p:nvPr/>
        </p:nvSpPr>
        <p:spPr>
          <a:xfrm>
            <a:off x="2917778" y="2965411"/>
            <a:ext cx="1261884" cy="276999"/>
          </a:xfrm>
          <a:prstGeom prst="rect">
            <a:avLst/>
          </a:prstGeom>
          <a:noFill/>
        </p:spPr>
        <p:txBody>
          <a:bodyPr wrap="none" rtlCol="0">
            <a:spAutoFit/>
          </a:bodyPr>
          <a:lstStyle/>
          <a:p>
            <a:pPr algn="ctr"/>
            <a:r>
              <a:rPr lang="zh-CN" altLang="en-US" sz="1200" b="0" i="0" dirty="0">
                <a:solidFill>
                  <a:srgbClr val="05073B"/>
                </a:solidFill>
                <a:effectLst/>
                <a:latin typeface="+mn-ea"/>
              </a:rPr>
              <a:t>互联网线路接入</a:t>
            </a:r>
          </a:p>
        </p:txBody>
      </p:sp>
      <p:sp>
        <p:nvSpPr>
          <p:cNvPr id="49" name="椭圆 48">
            <a:extLst>
              <a:ext uri="{FF2B5EF4-FFF2-40B4-BE49-F238E27FC236}">
                <a16:creationId xmlns:a16="http://schemas.microsoft.com/office/drawing/2014/main" id="{E27F4694-D99F-B087-73FB-0D0EE180D648}"/>
              </a:ext>
            </a:extLst>
          </p:cNvPr>
          <p:cNvSpPr/>
          <p:nvPr/>
        </p:nvSpPr>
        <p:spPr>
          <a:xfrm>
            <a:off x="3499916" y="3280765"/>
            <a:ext cx="97608" cy="97604"/>
          </a:xfrm>
          <a:prstGeom prst="ellipse">
            <a:avLst/>
          </a:prstGeom>
          <a:solidFill>
            <a:schemeClr val="tx1"/>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a:extLst>
              <a:ext uri="{FF2B5EF4-FFF2-40B4-BE49-F238E27FC236}">
                <a16:creationId xmlns:a16="http://schemas.microsoft.com/office/drawing/2014/main" id="{8190BA75-4812-1C1E-A295-4B2F3BC6C83D}"/>
              </a:ext>
            </a:extLst>
          </p:cNvPr>
          <p:cNvSpPr/>
          <p:nvPr/>
        </p:nvSpPr>
        <p:spPr>
          <a:xfrm>
            <a:off x="11257951" y="2597018"/>
            <a:ext cx="97608" cy="97604"/>
          </a:xfrm>
          <a:prstGeom prst="ellipse">
            <a:avLst/>
          </a:prstGeom>
          <a:solidFill>
            <a:schemeClr val="tx1"/>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D4489D70-93C9-5C73-6BCA-A0DDA678423B}"/>
              </a:ext>
            </a:extLst>
          </p:cNvPr>
          <p:cNvSpPr txBox="1"/>
          <p:nvPr/>
        </p:nvSpPr>
        <p:spPr>
          <a:xfrm>
            <a:off x="8140654" y="2965411"/>
            <a:ext cx="1107996" cy="276999"/>
          </a:xfrm>
          <a:prstGeom prst="rect">
            <a:avLst/>
          </a:prstGeom>
          <a:noFill/>
        </p:spPr>
        <p:txBody>
          <a:bodyPr wrap="none" rtlCol="0">
            <a:spAutoFit/>
          </a:bodyPr>
          <a:lstStyle/>
          <a:p>
            <a:pPr algn="ctr"/>
            <a:r>
              <a:rPr lang="zh-CN" altLang="en-US" sz="1200" b="0" i="0" dirty="0">
                <a:solidFill>
                  <a:srgbClr val="05073B"/>
                </a:solidFill>
                <a:effectLst/>
                <a:latin typeface="+mn-ea"/>
              </a:rPr>
              <a:t>专区线路接入</a:t>
            </a:r>
          </a:p>
        </p:txBody>
      </p:sp>
      <p:sp>
        <p:nvSpPr>
          <p:cNvPr id="59" name="椭圆 58">
            <a:extLst>
              <a:ext uri="{FF2B5EF4-FFF2-40B4-BE49-F238E27FC236}">
                <a16:creationId xmlns:a16="http://schemas.microsoft.com/office/drawing/2014/main" id="{8F38DA6C-575A-35C0-B48C-BFCA2805C5DA}"/>
              </a:ext>
            </a:extLst>
          </p:cNvPr>
          <p:cNvSpPr/>
          <p:nvPr/>
        </p:nvSpPr>
        <p:spPr>
          <a:xfrm>
            <a:off x="8645848" y="3280765"/>
            <a:ext cx="97608" cy="97604"/>
          </a:xfrm>
          <a:prstGeom prst="ellipse">
            <a:avLst/>
          </a:prstGeom>
          <a:solidFill>
            <a:schemeClr val="tx1"/>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a:extLst>
              <a:ext uri="{FF2B5EF4-FFF2-40B4-BE49-F238E27FC236}">
                <a16:creationId xmlns:a16="http://schemas.microsoft.com/office/drawing/2014/main" id="{C041120F-D124-9391-E8D3-07011F0D9863}"/>
              </a:ext>
            </a:extLst>
          </p:cNvPr>
          <p:cNvSpPr txBox="1"/>
          <p:nvPr/>
        </p:nvSpPr>
        <p:spPr>
          <a:xfrm>
            <a:off x="10218093" y="2384210"/>
            <a:ext cx="932508" cy="461665"/>
          </a:xfrm>
          <a:prstGeom prst="rect">
            <a:avLst/>
          </a:prstGeom>
          <a:noFill/>
        </p:spPr>
        <p:txBody>
          <a:bodyPr wrap="square" rtlCol="0">
            <a:spAutoFit/>
          </a:bodyPr>
          <a:lstStyle/>
          <a:p>
            <a:pPr algn="ctr"/>
            <a:r>
              <a:rPr lang="zh-CN" altLang="en-US" sz="1200" b="0" i="0" dirty="0">
                <a:solidFill>
                  <a:srgbClr val="05073B"/>
                </a:solidFill>
                <a:effectLst/>
                <a:latin typeface="+mn-ea"/>
              </a:rPr>
              <a:t>优化</a:t>
            </a:r>
            <a:endParaRPr lang="en-US" altLang="zh-CN" sz="1200" b="0" i="0" dirty="0">
              <a:solidFill>
                <a:srgbClr val="05073B"/>
              </a:solidFill>
              <a:effectLst/>
              <a:latin typeface="+mn-ea"/>
            </a:endParaRPr>
          </a:p>
          <a:p>
            <a:pPr algn="ctr"/>
            <a:r>
              <a:rPr lang="zh-CN" altLang="en-US" sz="1200" b="0" i="0" dirty="0">
                <a:solidFill>
                  <a:srgbClr val="05073B"/>
                </a:solidFill>
                <a:effectLst/>
                <a:latin typeface="+mn-ea"/>
              </a:rPr>
              <a:t>线路接入</a:t>
            </a:r>
          </a:p>
        </p:txBody>
      </p:sp>
    </p:spTree>
    <p:extLst>
      <p:ext uri="{BB962C8B-B14F-4D97-AF65-F5344CB8AC3E}">
        <p14:creationId xmlns:p14="http://schemas.microsoft.com/office/powerpoint/2010/main" val="17934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项目管理运营</a:t>
            </a:r>
            <a:endParaRPr lang="en-US" altLang="zh-CN" dirty="0"/>
          </a:p>
        </p:txBody>
      </p:sp>
      <p:sp>
        <p:nvSpPr>
          <p:cNvPr id="4" name="椭圆 3">
            <a:extLst>
              <a:ext uri="{FF2B5EF4-FFF2-40B4-BE49-F238E27FC236}">
                <a16:creationId xmlns:a16="http://schemas.microsoft.com/office/drawing/2014/main" id="{AD8D4432-DED9-2CFA-2799-0BAE9F1C9ED2}"/>
              </a:ext>
            </a:extLst>
          </p:cNvPr>
          <p:cNvSpPr/>
          <p:nvPr/>
        </p:nvSpPr>
        <p:spPr>
          <a:xfrm>
            <a:off x="1712383" y="1434702"/>
            <a:ext cx="8786284" cy="1123420"/>
          </a:xfrm>
          <a:prstGeom prst="ellipse">
            <a:avLst/>
          </a:prstGeom>
          <a:gradFill flip="none" rotWithShape="1">
            <a:gsLst>
              <a:gs pos="100000">
                <a:schemeClr val="accent2">
                  <a:alpha val="28000"/>
                </a:schemeClr>
              </a:gs>
              <a:gs pos="15000">
                <a:schemeClr val="accent2">
                  <a:alpha val="0"/>
                </a:schemeClr>
              </a:gs>
            </a:gsLst>
            <a:lin ang="5400000" scaled="0"/>
            <a:tileRect/>
          </a:gradFill>
          <a:ln w="222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7" name="椭圆 6">
            <a:extLst>
              <a:ext uri="{FF2B5EF4-FFF2-40B4-BE49-F238E27FC236}">
                <a16:creationId xmlns:a16="http://schemas.microsoft.com/office/drawing/2014/main" id="{92F88EEE-843B-D38B-F7E3-9FD89EAAD056}"/>
              </a:ext>
            </a:extLst>
          </p:cNvPr>
          <p:cNvSpPr/>
          <p:nvPr/>
        </p:nvSpPr>
        <p:spPr>
          <a:xfrm>
            <a:off x="2574235" y="4968184"/>
            <a:ext cx="7036904" cy="1063423"/>
          </a:xfrm>
          <a:prstGeom prst="ellipse">
            <a:avLst/>
          </a:prstGeom>
          <a:gradFill flip="none" rotWithShape="1">
            <a:gsLst>
              <a:gs pos="100000">
                <a:schemeClr val="accent1">
                  <a:alpha val="34000"/>
                </a:schemeClr>
              </a:gs>
              <a:gs pos="50000">
                <a:schemeClr val="accent1">
                  <a:alpha val="0"/>
                </a:schemeClr>
              </a:gs>
            </a:gsLst>
            <a:lin ang="5400000" scaled="0"/>
            <a:tileRect/>
          </a:gradFill>
          <a:ln w="158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 name="椭圆 7">
            <a:extLst>
              <a:ext uri="{FF2B5EF4-FFF2-40B4-BE49-F238E27FC236}">
                <a16:creationId xmlns:a16="http://schemas.microsoft.com/office/drawing/2014/main" id="{CB6608FF-2A60-C793-E56E-B6770134D427}"/>
              </a:ext>
            </a:extLst>
          </p:cNvPr>
          <p:cNvSpPr/>
          <p:nvPr/>
        </p:nvSpPr>
        <p:spPr>
          <a:xfrm>
            <a:off x="2774674" y="4277415"/>
            <a:ext cx="6642652" cy="1222480"/>
          </a:xfrm>
          <a:prstGeom prst="ellipse">
            <a:avLst/>
          </a:prstGeom>
          <a:noFill/>
          <a:ln w="15875">
            <a:gradFill>
              <a:gsLst>
                <a:gs pos="100000">
                  <a:schemeClr val="accent1"/>
                </a:gs>
                <a:gs pos="32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9" name="圆: 空心 8">
            <a:extLst>
              <a:ext uri="{FF2B5EF4-FFF2-40B4-BE49-F238E27FC236}">
                <a16:creationId xmlns:a16="http://schemas.microsoft.com/office/drawing/2014/main" id="{AC7468BC-1199-138B-5E4C-0F3172480132}"/>
              </a:ext>
            </a:extLst>
          </p:cNvPr>
          <p:cNvSpPr/>
          <p:nvPr/>
        </p:nvSpPr>
        <p:spPr>
          <a:xfrm>
            <a:off x="3006588" y="4401654"/>
            <a:ext cx="6162260" cy="964096"/>
          </a:xfrm>
          <a:prstGeom prst="donut">
            <a:avLst>
              <a:gd name="adj" fmla="val 21042"/>
            </a:avLst>
          </a:prstGeom>
          <a:gradFill>
            <a:gsLst>
              <a:gs pos="100000">
                <a:schemeClr val="accent1">
                  <a:alpha val="76000"/>
                </a:schemeClr>
              </a:gs>
              <a:gs pos="32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任意多边形: 形状 9">
            <a:extLst>
              <a:ext uri="{FF2B5EF4-FFF2-40B4-BE49-F238E27FC236}">
                <a16:creationId xmlns:a16="http://schemas.microsoft.com/office/drawing/2014/main" id="{305B4C98-65A2-6A7B-F718-68EA65D698FA}"/>
              </a:ext>
            </a:extLst>
          </p:cNvPr>
          <p:cNvSpPr/>
          <p:nvPr/>
        </p:nvSpPr>
        <p:spPr>
          <a:xfrm>
            <a:off x="3369364" y="3025085"/>
            <a:ext cx="5449796" cy="2856691"/>
          </a:xfrm>
          <a:custGeom>
            <a:avLst/>
            <a:gdLst>
              <a:gd name="connsiteX0" fmla="*/ 1115011 w 5449796"/>
              <a:gd name="connsiteY0" fmla="*/ 0 h 2856691"/>
              <a:gd name="connsiteX1" fmla="*/ 2581912 w 5449796"/>
              <a:gd name="connsiteY1" fmla="*/ 0 h 2856691"/>
              <a:gd name="connsiteX2" fmla="*/ 2593668 w 5449796"/>
              <a:gd name="connsiteY2" fmla="*/ 0 h 2856691"/>
              <a:gd name="connsiteX3" fmla="*/ 2856129 w 5449796"/>
              <a:gd name="connsiteY3" fmla="*/ 0 h 2856691"/>
              <a:gd name="connsiteX4" fmla="*/ 2867884 w 5449796"/>
              <a:gd name="connsiteY4" fmla="*/ 0 h 2856691"/>
              <a:gd name="connsiteX5" fmla="*/ 4334785 w 5449796"/>
              <a:gd name="connsiteY5" fmla="*/ 0 h 2856691"/>
              <a:gd name="connsiteX6" fmla="*/ 4212001 w 5449796"/>
              <a:gd name="connsiteY6" fmla="*/ 1536927 h 2856691"/>
              <a:gd name="connsiteX7" fmla="*/ 5449796 w 5449796"/>
              <a:gd name="connsiteY7" fmla="*/ 2856691 h 2856691"/>
              <a:gd name="connsiteX8" fmla="*/ 2862332 w 5449796"/>
              <a:gd name="connsiteY8" fmla="*/ 2856691 h 2856691"/>
              <a:gd name="connsiteX9" fmla="*/ 2850577 w 5449796"/>
              <a:gd name="connsiteY9" fmla="*/ 2856691 h 2856691"/>
              <a:gd name="connsiteX10" fmla="*/ 2599220 w 5449796"/>
              <a:gd name="connsiteY10" fmla="*/ 2856691 h 2856691"/>
              <a:gd name="connsiteX11" fmla="*/ 2587464 w 5449796"/>
              <a:gd name="connsiteY11" fmla="*/ 2856691 h 2856691"/>
              <a:gd name="connsiteX12" fmla="*/ 0 w 5449796"/>
              <a:gd name="connsiteY12" fmla="*/ 2856691 h 2856691"/>
              <a:gd name="connsiteX13" fmla="*/ 1237795 w 5449796"/>
              <a:gd name="connsiteY13" fmla="*/ 1536927 h 2856691"/>
              <a:gd name="connsiteX14" fmla="*/ 1115011 w 5449796"/>
              <a:gd name="connsiteY14" fmla="*/ 0 h 2856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49796" h="2856691">
                <a:moveTo>
                  <a:pt x="1115011" y="0"/>
                </a:moveTo>
                <a:lnTo>
                  <a:pt x="2581912" y="0"/>
                </a:lnTo>
                <a:lnTo>
                  <a:pt x="2593668" y="0"/>
                </a:lnTo>
                <a:lnTo>
                  <a:pt x="2856129" y="0"/>
                </a:lnTo>
                <a:lnTo>
                  <a:pt x="2867884" y="0"/>
                </a:lnTo>
                <a:lnTo>
                  <a:pt x="4334785" y="0"/>
                </a:lnTo>
                <a:cubicBezTo>
                  <a:pt x="4076547" y="268188"/>
                  <a:pt x="3946389" y="764661"/>
                  <a:pt x="4212001" y="1536927"/>
                </a:cubicBezTo>
                <a:cubicBezTo>
                  <a:pt x="4668674" y="2445754"/>
                  <a:pt x="5233350" y="2748691"/>
                  <a:pt x="5449796" y="2856691"/>
                </a:cubicBezTo>
                <a:lnTo>
                  <a:pt x="2862332" y="2856691"/>
                </a:lnTo>
                <a:lnTo>
                  <a:pt x="2850577" y="2856691"/>
                </a:lnTo>
                <a:lnTo>
                  <a:pt x="2599220" y="2856691"/>
                </a:lnTo>
                <a:lnTo>
                  <a:pt x="2587464" y="2856691"/>
                </a:lnTo>
                <a:lnTo>
                  <a:pt x="0" y="2856691"/>
                </a:lnTo>
                <a:cubicBezTo>
                  <a:pt x="216445" y="2748691"/>
                  <a:pt x="781122" y="2445754"/>
                  <a:pt x="1237795" y="1536927"/>
                </a:cubicBezTo>
                <a:cubicBezTo>
                  <a:pt x="1503407" y="764661"/>
                  <a:pt x="1373249" y="268188"/>
                  <a:pt x="1115011" y="0"/>
                </a:cubicBezTo>
                <a:close/>
              </a:path>
            </a:pathLst>
          </a:custGeom>
          <a:gradFill>
            <a:gsLst>
              <a:gs pos="0">
                <a:schemeClr val="accent1">
                  <a:alpha val="0"/>
                </a:schemeClr>
              </a:gs>
              <a:gs pos="41000">
                <a:schemeClr val="accent1">
                  <a:alpha val="12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椭圆 10">
            <a:extLst>
              <a:ext uri="{FF2B5EF4-FFF2-40B4-BE49-F238E27FC236}">
                <a16:creationId xmlns:a16="http://schemas.microsoft.com/office/drawing/2014/main" id="{86DCC254-5719-A663-1349-EB669C7F81F7}"/>
              </a:ext>
            </a:extLst>
          </p:cNvPr>
          <p:cNvSpPr/>
          <p:nvPr/>
        </p:nvSpPr>
        <p:spPr>
          <a:xfrm>
            <a:off x="2903111" y="4323478"/>
            <a:ext cx="501754" cy="501750"/>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400" b="1" dirty="0">
              <a:solidFill>
                <a:schemeClr val="tx1"/>
              </a:solidFill>
              <a:latin typeface="+mj-ea"/>
              <a:ea typeface="+mj-ea"/>
            </a:endParaRPr>
          </a:p>
        </p:txBody>
      </p:sp>
      <p:sp>
        <p:nvSpPr>
          <p:cNvPr id="16" name="椭圆 15">
            <a:extLst>
              <a:ext uri="{FF2B5EF4-FFF2-40B4-BE49-F238E27FC236}">
                <a16:creationId xmlns:a16="http://schemas.microsoft.com/office/drawing/2014/main" id="{1F0B72FE-FCAF-E0F7-9DD8-C7E9E879A2FC}"/>
              </a:ext>
            </a:extLst>
          </p:cNvPr>
          <p:cNvSpPr/>
          <p:nvPr/>
        </p:nvSpPr>
        <p:spPr>
          <a:xfrm>
            <a:off x="8758557" y="4323478"/>
            <a:ext cx="501754" cy="501750"/>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400" b="1" dirty="0">
              <a:solidFill>
                <a:schemeClr val="tx1"/>
              </a:solidFill>
              <a:latin typeface="+mj-ea"/>
              <a:ea typeface="+mj-ea"/>
            </a:endParaRPr>
          </a:p>
        </p:txBody>
      </p:sp>
      <p:grpSp>
        <p:nvGrpSpPr>
          <p:cNvPr id="17" name="组合 16">
            <a:extLst>
              <a:ext uri="{FF2B5EF4-FFF2-40B4-BE49-F238E27FC236}">
                <a16:creationId xmlns:a16="http://schemas.microsoft.com/office/drawing/2014/main" id="{67973DBF-B7B6-BDDD-A09D-2B9894A10900}"/>
              </a:ext>
            </a:extLst>
          </p:cNvPr>
          <p:cNvGrpSpPr/>
          <p:nvPr/>
        </p:nvGrpSpPr>
        <p:grpSpPr>
          <a:xfrm>
            <a:off x="4128815" y="3058583"/>
            <a:ext cx="419808" cy="1706034"/>
            <a:chOff x="4128815" y="2836333"/>
            <a:chExt cx="419808" cy="1706034"/>
          </a:xfrm>
        </p:grpSpPr>
        <p:sp>
          <p:nvSpPr>
            <p:cNvPr id="18" name="任意多边形: 形状 17">
              <a:extLst>
                <a:ext uri="{FF2B5EF4-FFF2-40B4-BE49-F238E27FC236}">
                  <a16:creationId xmlns:a16="http://schemas.microsoft.com/office/drawing/2014/main" id="{2DF1FD76-A10D-D530-236A-8FB7BB0A71F8}"/>
                </a:ext>
              </a:extLst>
            </p:cNvPr>
            <p:cNvSpPr/>
            <p:nvPr/>
          </p:nvSpPr>
          <p:spPr>
            <a:xfrm>
              <a:off x="4216400" y="2836333"/>
              <a:ext cx="332223" cy="1706034"/>
            </a:xfrm>
            <a:custGeom>
              <a:avLst/>
              <a:gdLst>
                <a:gd name="connsiteX0" fmla="*/ 0 w 304800"/>
                <a:gd name="connsiteY0" fmla="*/ 1706034 h 1706034"/>
                <a:gd name="connsiteX1" fmla="*/ 304800 w 304800"/>
                <a:gd name="connsiteY1" fmla="*/ 872067 h 1706034"/>
                <a:gd name="connsiteX2" fmla="*/ 283633 w 304800"/>
                <a:gd name="connsiteY2" fmla="*/ 0 h 1706034"/>
                <a:gd name="connsiteX0" fmla="*/ 0 w 304800"/>
                <a:gd name="connsiteY0" fmla="*/ 1706034 h 1706034"/>
                <a:gd name="connsiteX1" fmla="*/ 304800 w 304800"/>
                <a:gd name="connsiteY1" fmla="*/ 872067 h 1706034"/>
                <a:gd name="connsiteX2" fmla="*/ 283633 w 304800"/>
                <a:gd name="connsiteY2" fmla="*/ 0 h 1706034"/>
                <a:gd name="connsiteX0" fmla="*/ 0 w 304800"/>
                <a:gd name="connsiteY0" fmla="*/ 1706034 h 1706034"/>
                <a:gd name="connsiteX1" fmla="*/ 304800 w 304800"/>
                <a:gd name="connsiteY1" fmla="*/ 872067 h 1706034"/>
                <a:gd name="connsiteX2" fmla="*/ 283633 w 304800"/>
                <a:gd name="connsiteY2" fmla="*/ 0 h 1706034"/>
                <a:gd name="connsiteX0" fmla="*/ 0 w 321012"/>
                <a:gd name="connsiteY0" fmla="*/ 1706034 h 1706034"/>
                <a:gd name="connsiteX1" fmla="*/ 304800 w 321012"/>
                <a:gd name="connsiteY1" fmla="*/ 872067 h 1706034"/>
                <a:gd name="connsiteX2" fmla="*/ 283633 w 321012"/>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32223"/>
                <a:gd name="connsiteY0" fmla="*/ 1706034 h 1706034"/>
                <a:gd name="connsiteX1" fmla="*/ 304800 w 332223"/>
                <a:gd name="connsiteY1" fmla="*/ 872067 h 1706034"/>
                <a:gd name="connsiteX2" fmla="*/ 283633 w 332223"/>
                <a:gd name="connsiteY2" fmla="*/ 0 h 1706034"/>
              </a:gdLst>
              <a:ahLst/>
              <a:cxnLst>
                <a:cxn ang="0">
                  <a:pos x="connsiteX0" y="connsiteY0"/>
                </a:cxn>
                <a:cxn ang="0">
                  <a:pos x="connsiteX1" y="connsiteY1"/>
                </a:cxn>
                <a:cxn ang="0">
                  <a:pos x="connsiteX2" y="connsiteY2"/>
                </a:cxn>
              </a:cxnLst>
              <a:rect l="l" t="t" r="r" b="b"/>
              <a:pathLst>
                <a:path w="332223" h="1706034">
                  <a:moveTo>
                    <a:pt x="0" y="1706034"/>
                  </a:moveTo>
                  <a:cubicBezTo>
                    <a:pt x="118533" y="1556103"/>
                    <a:pt x="236008" y="1426281"/>
                    <a:pt x="304800" y="872067"/>
                  </a:cubicBezTo>
                  <a:cubicBezTo>
                    <a:pt x="348544" y="471311"/>
                    <a:pt x="338843" y="201789"/>
                    <a:pt x="283633" y="0"/>
                  </a:cubicBezTo>
                </a:path>
              </a:pathLst>
            </a:custGeom>
            <a:no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a:extLst>
                <a:ext uri="{FF2B5EF4-FFF2-40B4-BE49-F238E27FC236}">
                  <a16:creationId xmlns:a16="http://schemas.microsoft.com/office/drawing/2014/main" id="{58D4706C-B7F3-DE25-FD7D-43908D00BE40}"/>
                </a:ext>
              </a:extLst>
            </p:cNvPr>
            <p:cNvSpPr/>
            <p:nvPr/>
          </p:nvSpPr>
          <p:spPr>
            <a:xfrm>
              <a:off x="4128815" y="3012028"/>
              <a:ext cx="263797" cy="1354644"/>
            </a:xfrm>
            <a:custGeom>
              <a:avLst/>
              <a:gdLst>
                <a:gd name="connsiteX0" fmla="*/ 0 w 304800"/>
                <a:gd name="connsiteY0" fmla="*/ 1706034 h 1706034"/>
                <a:gd name="connsiteX1" fmla="*/ 304800 w 304800"/>
                <a:gd name="connsiteY1" fmla="*/ 872067 h 1706034"/>
                <a:gd name="connsiteX2" fmla="*/ 283633 w 304800"/>
                <a:gd name="connsiteY2" fmla="*/ 0 h 1706034"/>
                <a:gd name="connsiteX0" fmla="*/ 0 w 304800"/>
                <a:gd name="connsiteY0" fmla="*/ 1706034 h 1706034"/>
                <a:gd name="connsiteX1" fmla="*/ 304800 w 304800"/>
                <a:gd name="connsiteY1" fmla="*/ 872067 h 1706034"/>
                <a:gd name="connsiteX2" fmla="*/ 283633 w 304800"/>
                <a:gd name="connsiteY2" fmla="*/ 0 h 1706034"/>
                <a:gd name="connsiteX0" fmla="*/ 0 w 304800"/>
                <a:gd name="connsiteY0" fmla="*/ 1706034 h 1706034"/>
                <a:gd name="connsiteX1" fmla="*/ 304800 w 304800"/>
                <a:gd name="connsiteY1" fmla="*/ 872067 h 1706034"/>
                <a:gd name="connsiteX2" fmla="*/ 283633 w 304800"/>
                <a:gd name="connsiteY2" fmla="*/ 0 h 1706034"/>
                <a:gd name="connsiteX0" fmla="*/ 0 w 321012"/>
                <a:gd name="connsiteY0" fmla="*/ 1706034 h 1706034"/>
                <a:gd name="connsiteX1" fmla="*/ 304800 w 321012"/>
                <a:gd name="connsiteY1" fmla="*/ 872067 h 1706034"/>
                <a:gd name="connsiteX2" fmla="*/ 283633 w 321012"/>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32223"/>
                <a:gd name="connsiteY0" fmla="*/ 1706034 h 1706034"/>
                <a:gd name="connsiteX1" fmla="*/ 304800 w 332223"/>
                <a:gd name="connsiteY1" fmla="*/ 872067 h 1706034"/>
                <a:gd name="connsiteX2" fmla="*/ 283633 w 332223"/>
                <a:gd name="connsiteY2" fmla="*/ 0 h 1706034"/>
              </a:gdLst>
              <a:ahLst/>
              <a:cxnLst>
                <a:cxn ang="0">
                  <a:pos x="connsiteX0" y="connsiteY0"/>
                </a:cxn>
                <a:cxn ang="0">
                  <a:pos x="connsiteX1" y="connsiteY1"/>
                </a:cxn>
                <a:cxn ang="0">
                  <a:pos x="connsiteX2" y="connsiteY2"/>
                </a:cxn>
              </a:cxnLst>
              <a:rect l="l" t="t" r="r" b="b"/>
              <a:pathLst>
                <a:path w="332223" h="1706034">
                  <a:moveTo>
                    <a:pt x="0" y="1706034"/>
                  </a:moveTo>
                  <a:cubicBezTo>
                    <a:pt x="118533" y="1556103"/>
                    <a:pt x="236008" y="1426281"/>
                    <a:pt x="304800" y="872067"/>
                  </a:cubicBezTo>
                  <a:cubicBezTo>
                    <a:pt x="348544" y="471311"/>
                    <a:pt x="338843" y="201789"/>
                    <a:pt x="283633" y="0"/>
                  </a:cubicBezTo>
                </a:path>
              </a:pathLst>
            </a:custGeom>
            <a:noFill/>
            <a:ln w="12700" cap="flat" cmpd="sng" algn="ctr">
              <a:gradFill>
                <a:gsLst>
                  <a:gs pos="0">
                    <a:schemeClr val="accent1">
                      <a:alpha val="0"/>
                    </a:schemeClr>
                  </a:gs>
                  <a:gs pos="100000">
                    <a:schemeClr val="accent1">
                      <a:alpha val="23000"/>
                    </a:schemeClr>
                  </a:gs>
                </a:gsLst>
                <a:lin ang="5400000" scaled="1"/>
              </a:gradFill>
              <a:prstDash val="solid"/>
              <a:miter lim="800000"/>
            </a:ln>
            <a:effectLst/>
          </p:spPr>
          <p:txBody>
            <a:bodyPr rtlCol="0" anchor="ctr"/>
            <a:lstStyle/>
            <a:p>
              <a:pPr algn="ctr"/>
              <a:endParaRPr kumimoji="1" lang="zh-CN" altLang="en-US" sz="1400" b="1">
                <a:solidFill>
                  <a:schemeClr val="accent1"/>
                </a:solidFill>
                <a:latin typeface="+mn-ea"/>
              </a:endParaRPr>
            </a:p>
          </p:txBody>
        </p:sp>
      </p:grpSp>
      <p:grpSp>
        <p:nvGrpSpPr>
          <p:cNvPr id="20" name="组合 19">
            <a:extLst>
              <a:ext uri="{FF2B5EF4-FFF2-40B4-BE49-F238E27FC236}">
                <a16:creationId xmlns:a16="http://schemas.microsoft.com/office/drawing/2014/main" id="{82087988-14D6-6525-8682-1727E47C5CAD}"/>
              </a:ext>
            </a:extLst>
          </p:cNvPr>
          <p:cNvGrpSpPr/>
          <p:nvPr/>
        </p:nvGrpSpPr>
        <p:grpSpPr>
          <a:xfrm flipH="1">
            <a:off x="7562552" y="3058583"/>
            <a:ext cx="419808" cy="1706034"/>
            <a:chOff x="4128815" y="2836333"/>
            <a:chExt cx="419808" cy="1706034"/>
          </a:xfrm>
        </p:grpSpPr>
        <p:sp>
          <p:nvSpPr>
            <p:cNvPr id="21" name="任意多边形: 形状 20">
              <a:extLst>
                <a:ext uri="{FF2B5EF4-FFF2-40B4-BE49-F238E27FC236}">
                  <a16:creationId xmlns:a16="http://schemas.microsoft.com/office/drawing/2014/main" id="{9B132A45-7E53-7227-0A06-591514A023EF}"/>
                </a:ext>
              </a:extLst>
            </p:cNvPr>
            <p:cNvSpPr/>
            <p:nvPr/>
          </p:nvSpPr>
          <p:spPr>
            <a:xfrm>
              <a:off x="4216400" y="2836333"/>
              <a:ext cx="332223" cy="1706034"/>
            </a:xfrm>
            <a:custGeom>
              <a:avLst/>
              <a:gdLst>
                <a:gd name="connsiteX0" fmla="*/ 0 w 304800"/>
                <a:gd name="connsiteY0" fmla="*/ 1706034 h 1706034"/>
                <a:gd name="connsiteX1" fmla="*/ 304800 w 304800"/>
                <a:gd name="connsiteY1" fmla="*/ 872067 h 1706034"/>
                <a:gd name="connsiteX2" fmla="*/ 283633 w 304800"/>
                <a:gd name="connsiteY2" fmla="*/ 0 h 1706034"/>
                <a:gd name="connsiteX0" fmla="*/ 0 w 304800"/>
                <a:gd name="connsiteY0" fmla="*/ 1706034 h 1706034"/>
                <a:gd name="connsiteX1" fmla="*/ 304800 w 304800"/>
                <a:gd name="connsiteY1" fmla="*/ 872067 h 1706034"/>
                <a:gd name="connsiteX2" fmla="*/ 283633 w 304800"/>
                <a:gd name="connsiteY2" fmla="*/ 0 h 1706034"/>
                <a:gd name="connsiteX0" fmla="*/ 0 w 304800"/>
                <a:gd name="connsiteY0" fmla="*/ 1706034 h 1706034"/>
                <a:gd name="connsiteX1" fmla="*/ 304800 w 304800"/>
                <a:gd name="connsiteY1" fmla="*/ 872067 h 1706034"/>
                <a:gd name="connsiteX2" fmla="*/ 283633 w 304800"/>
                <a:gd name="connsiteY2" fmla="*/ 0 h 1706034"/>
                <a:gd name="connsiteX0" fmla="*/ 0 w 321012"/>
                <a:gd name="connsiteY0" fmla="*/ 1706034 h 1706034"/>
                <a:gd name="connsiteX1" fmla="*/ 304800 w 321012"/>
                <a:gd name="connsiteY1" fmla="*/ 872067 h 1706034"/>
                <a:gd name="connsiteX2" fmla="*/ 283633 w 321012"/>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32223"/>
                <a:gd name="connsiteY0" fmla="*/ 1706034 h 1706034"/>
                <a:gd name="connsiteX1" fmla="*/ 304800 w 332223"/>
                <a:gd name="connsiteY1" fmla="*/ 872067 h 1706034"/>
                <a:gd name="connsiteX2" fmla="*/ 283633 w 332223"/>
                <a:gd name="connsiteY2" fmla="*/ 0 h 1706034"/>
              </a:gdLst>
              <a:ahLst/>
              <a:cxnLst>
                <a:cxn ang="0">
                  <a:pos x="connsiteX0" y="connsiteY0"/>
                </a:cxn>
                <a:cxn ang="0">
                  <a:pos x="connsiteX1" y="connsiteY1"/>
                </a:cxn>
                <a:cxn ang="0">
                  <a:pos x="connsiteX2" y="connsiteY2"/>
                </a:cxn>
              </a:cxnLst>
              <a:rect l="l" t="t" r="r" b="b"/>
              <a:pathLst>
                <a:path w="332223" h="1706034">
                  <a:moveTo>
                    <a:pt x="0" y="1706034"/>
                  </a:moveTo>
                  <a:cubicBezTo>
                    <a:pt x="118533" y="1556103"/>
                    <a:pt x="236008" y="1426281"/>
                    <a:pt x="304800" y="872067"/>
                  </a:cubicBezTo>
                  <a:cubicBezTo>
                    <a:pt x="348544" y="471311"/>
                    <a:pt x="338843" y="201789"/>
                    <a:pt x="283633" y="0"/>
                  </a:cubicBezTo>
                </a:path>
              </a:pathLst>
            </a:custGeom>
            <a:no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a:extLst>
                <a:ext uri="{FF2B5EF4-FFF2-40B4-BE49-F238E27FC236}">
                  <a16:creationId xmlns:a16="http://schemas.microsoft.com/office/drawing/2014/main" id="{3B7BD104-89C3-4F6F-1331-3B9327746D5C}"/>
                </a:ext>
              </a:extLst>
            </p:cNvPr>
            <p:cNvSpPr/>
            <p:nvPr/>
          </p:nvSpPr>
          <p:spPr>
            <a:xfrm>
              <a:off x="4128815" y="3012028"/>
              <a:ext cx="263797" cy="1354644"/>
            </a:xfrm>
            <a:custGeom>
              <a:avLst/>
              <a:gdLst>
                <a:gd name="connsiteX0" fmla="*/ 0 w 304800"/>
                <a:gd name="connsiteY0" fmla="*/ 1706034 h 1706034"/>
                <a:gd name="connsiteX1" fmla="*/ 304800 w 304800"/>
                <a:gd name="connsiteY1" fmla="*/ 872067 h 1706034"/>
                <a:gd name="connsiteX2" fmla="*/ 283633 w 304800"/>
                <a:gd name="connsiteY2" fmla="*/ 0 h 1706034"/>
                <a:gd name="connsiteX0" fmla="*/ 0 w 304800"/>
                <a:gd name="connsiteY0" fmla="*/ 1706034 h 1706034"/>
                <a:gd name="connsiteX1" fmla="*/ 304800 w 304800"/>
                <a:gd name="connsiteY1" fmla="*/ 872067 h 1706034"/>
                <a:gd name="connsiteX2" fmla="*/ 283633 w 304800"/>
                <a:gd name="connsiteY2" fmla="*/ 0 h 1706034"/>
                <a:gd name="connsiteX0" fmla="*/ 0 w 304800"/>
                <a:gd name="connsiteY0" fmla="*/ 1706034 h 1706034"/>
                <a:gd name="connsiteX1" fmla="*/ 304800 w 304800"/>
                <a:gd name="connsiteY1" fmla="*/ 872067 h 1706034"/>
                <a:gd name="connsiteX2" fmla="*/ 283633 w 304800"/>
                <a:gd name="connsiteY2" fmla="*/ 0 h 1706034"/>
                <a:gd name="connsiteX0" fmla="*/ 0 w 321012"/>
                <a:gd name="connsiteY0" fmla="*/ 1706034 h 1706034"/>
                <a:gd name="connsiteX1" fmla="*/ 304800 w 321012"/>
                <a:gd name="connsiteY1" fmla="*/ 872067 h 1706034"/>
                <a:gd name="connsiteX2" fmla="*/ 283633 w 321012"/>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28116"/>
                <a:gd name="connsiteY0" fmla="*/ 1706034 h 1706034"/>
                <a:gd name="connsiteX1" fmla="*/ 304800 w 328116"/>
                <a:gd name="connsiteY1" fmla="*/ 872067 h 1706034"/>
                <a:gd name="connsiteX2" fmla="*/ 283633 w 328116"/>
                <a:gd name="connsiteY2" fmla="*/ 0 h 1706034"/>
                <a:gd name="connsiteX0" fmla="*/ 0 w 332223"/>
                <a:gd name="connsiteY0" fmla="*/ 1706034 h 1706034"/>
                <a:gd name="connsiteX1" fmla="*/ 304800 w 332223"/>
                <a:gd name="connsiteY1" fmla="*/ 872067 h 1706034"/>
                <a:gd name="connsiteX2" fmla="*/ 283633 w 332223"/>
                <a:gd name="connsiteY2" fmla="*/ 0 h 1706034"/>
              </a:gdLst>
              <a:ahLst/>
              <a:cxnLst>
                <a:cxn ang="0">
                  <a:pos x="connsiteX0" y="connsiteY0"/>
                </a:cxn>
                <a:cxn ang="0">
                  <a:pos x="connsiteX1" y="connsiteY1"/>
                </a:cxn>
                <a:cxn ang="0">
                  <a:pos x="connsiteX2" y="connsiteY2"/>
                </a:cxn>
              </a:cxnLst>
              <a:rect l="l" t="t" r="r" b="b"/>
              <a:pathLst>
                <a:path w="332223" h="1706034">
                  <a:moveTo>
                    <a:pt x="0" y="1706034"/>
                  </a:moveTo>
                  <a:cubicBezTo>
                    <a:pt x="118533" y="1556103"/>
                    <a:pt x="236008" y="1426281"/>
                    <a:pt x="304800" y="872067"/>
                  </a:cubicBezTo>
                  <a:cubicBezTo>
                    <a:pt x="348544" y="471311"/>
                    <a:pt x="338843" y="201789"/>
                    <a:pt x="283633" y="0"/>
                  </a:cubicBezTo>
                </a:path>
              </a:pathLst>
            </a:custGeom>
            <a:noFill/>
            <a:ln w="12700" cap="flat" cmpd="sng" algn="ctr">
              <a:gradFill>
                <a:gsLst>
                  <a:gs pos="0">
                    <a:schemeClr val="accent1">
                      <a:alpha val="0"/>
                    </a:schemeClr>
                  </a:gs>
                  <a:gs pos="100000">
                    <a:schemeClr val="accent1">
                      <a:alpha val="23000"/>
                    </a:schemeClr>
                  </a:gs>
                </a:gsLst>
                <a:lin ang="5400000" scaled="1"/>
              </a:gradFill>
              <a:prstDash val="solid"/>
              <a:miter lim="800000"/>
            </a:ln>
            <a:effectLst/>
          </p:spPr>
          <p:txBody>
            <a:bodyPr rtlCol="0" anchor="ctr"/>
            <a:lstStyle/>
            <a:p>
              <a:pPr algn="ctr"/>
              <a:endParaRPr kumimoji="1" lang="zh-CN" altLang="en-US" sz="1400" b="1">
                <a:solidFill>
                  <a:schemeClr val="accent1"/>
                </a:solidFill>
                <a:latin typeface="+mn-ea"/>
              </a:endParaRPr>
            </a:p>
          </p:txBody>
        </p:sp>
      </p:grpSp>
      <p:sp>
        <p:nvSpPr>
          <p:cNvPr id="23" name="椭圆 22">
            <a:extLst>
              <a:ext uri="{FF2B5EF4-FFF2-40B4-BE49-F238E27FC236}">
                <a16:creationId xmlns:a16="http://schemas.microsoft.com/office/drawing/2014/main" id="{7AAC9FFD-A81F-FE9D-5A94-C0010AB71A74}"/>
              </a:ext>
            </a:extLst>
          </p:cNvPr>
          <p:cNvSpPr/>
          <p:nvPr/>
        </p:nvSpPr>
        <p:spPr>
          <a:xfrm>
            <a:off x="2199640" y="1997963"/>
            <a:ext cx="7792720" cy="737598"/>
          </a:xfrm>
          <a:prstGeom prst="ellipse">
            <a:avLst/>
          </a:prstGeom>
          <a:noFill/>
          <a:ln w="15875">
            <a:gradFill>
              <a:gsLst>
                <a:gs pos="100000">
                  <a:schemeClr val="accent2"/>
                </a:gs>
                <a:gs pos="70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4" name="文本框 23">
            <a:extLst>
              <a:ext uri="{FF2B5EF4-FFF2-40B4-BE49-F238E27FC236}">
                <a16:creationId xmlns:a16="http://schemas.microsoft.com/office/drawing/2014/main" id="{62827113-678A-26A9-DCDE-CBF53C272FA8}"/>
              </a:ext>
            </a:extLst>
          </p:cNvPr>
          <p:cNvSpPr txBox="1">
            <a:spLocks/>
          </p:cNvSpPr>
          <p:nvPr/>
        </p:nvSpPr>
        <p:spPr>
          <a:xfrm>
            <a:off x="2279872" y="1501909"/>
            <a:ext cx="737603" cy="73759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产品 </a:t>
            </a:r>
          </a:p>
        </p:txBody>
      </p:sp>
      <p:sp>
        <p:nvSpPr>
          <p:cNvPr id="25" name="文本框 24">
            <a:extLst>
              <a:ext uri="{FF2B5EF4-FFF2-40B4-BE49-F238E27FC236}">
                <a16:creationId xmlns:a16="http://schemas.microsoft.com/office/drawing/2014/main" id="{156AFB38-3DD9-CB78-F3AE-C35975638439}"/>
              </a:ext>
            </a:extLst>
          </p:cNvPr>
          <p:cNvSpPr txBox="1">
            <a:spLocks/>
          </p:cNvSpPr>
          <p:nvPr/>
        </p:nvSpPr>
        <p:spPr>
          <a:xfrm>
            <a:off x="4447675" y="1723072"/>
            <a:ext cx="737603" cy="73759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600" dirty="0"/>
              <a:t>技术 </a:t>
            </a:r>
          </a:p>
        </p:txBody>
      </p:sp>
      <p:sp>
        <p:nvSpPr>
          <p:cNvPr id="26" name="文本框 25">
            <a:extLst>
              <a:ext uri="{FF2B5EF4-FFF2-40B4-BE49-F238E27FC236}">
                <a16:creationId xmlns:a16="http://schemas.microsoft.com/office/drawing/2014/main" id="{610D4537-CAB1-5E61-41F7-4F43DAEA2217}"/>
              </a:ext>
            </a:extLst>
          </p:cNvPr>
          <p:cNvSpPr txBox="1">
            <a:spLocks/>
          </p:cNvSpPr>
          <p:nvPr/>
        </p:nvSpPr>
        <p:spPr>
          <a:xfrm>
            <a:off x="6948778" y="1713279"/>
            <a:ext cx="737603" cy="73759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市场 </a:t>
            </a:r>
          </a:p>
        </p:txBody>
      </p:sp>
      <p:sp>
        <p:nvSpPr>
          <p:cNvPr id="27" name="文本框 26">
            <a:extLst>
              <a:ext uri="{FF2B5EF4-FFF2-40B4-BE49-F238E27FC236}">
                <a16:creationId xmlns:a16="http://schemas.microsoft.com/office/drawing/2014/main" id="{DED48F80-4784-1077-C19F-FA41B7384088}"/>
              </a:ext>
            </a:extLst>
          </p:cNvPr>
          <p:cNvSpPr txBox="1">
            <a:spLocks/>
          </p:cNvSpPr>
          <p:nvPr/>
        </p:nvSpPr>
        <p:spPr>
          <a:xfrm>
            <a:off x="9080736" y="1501909"/>
            <a:ext cx="737603" cy="73759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运营</a:t>
            </a:r>
          </a:p>
        </p:txBody>
      </p:sp>
      <p:sp>
        <p:nvSpPr>
          <p:cNvPr id="28" name="文本框 27">
            <a:extLst>
              <a:ext uri="{FF2B5EF4-FFF2-40B4-BE49-F238E27FC236}">
                <a16:creationId xmlns:a16="http://schemas.microsoft.com/office/drawing/2014/main" id="{638ACE87-A1E4-B713-B9BC-C077D0BB5E4E}"/>
              </a:ext>
            </a:extLst>
          </p:cNvPr>
          <p:cNvSpPr txBox="1">
            <a:spLocks/>
          </p:cNvSpPr>
          <p:nvPr/>
        </p:nvSpPr>
        <p:spPr>
          <a:xfrm>
            <a:off x="3224228" y="2143855"/>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加强宣传</a:t>
            </a:r>
          </a:p>
        </p:txBody>
      </p:sp>
      <p:sp>
        <p:nvSpPr>
          <p:cNvPr id="29" name="文本框 28">
            <a:extLst>
              <a:ext uri="{FF2B5EF4-FFF2-40B4-BE49-F238E27FC236}">
                <a16:creationId xmlns:a16="http://schemas.microsoft.com/office/drawing/2014/main" id="{B5A60BE9-EA4E-8A5D-F241-320EEB539F38}"/>
              </a:ext>
            </a:extLst>
          </p:cNvPr>
          <p:cNvSpPr txBox="1">
            <a:spLocks/>
          </p:cNvSpPr>
          <p:nvPr/>
        </p:nvSpPr>
        <p:spPr>
          <a:xfrm>
            <a:off x="8038326" y="2143855"/>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扩大经营</a:t>
            </a:r>
          </a:p>
        </p:txBody>
      </p:sp>
      <p:sp>
        <p:nvSpPr>
          <p:cNvPr id="30" name="文本框 29">
            <a:extLst>
              <a:ext uri="{FF2B5EF4-FFF2-40B4-BE49-F238E27FC236}">
                <a16:creationId xmlns:a16="http://schemas.microsoft.com/office/drawing/2014/main" id="{B24D87A5-69BA-6487-2EDF-4D32B1EEED58}"/>
              </a:ext>
            </a:extLst>
          </p:cNvPr>
          <p:cNvSpPr txBox="1"/>
          <p:nvPr/>
        </p:nvSpPr>
        <p:spPr>
          <a:xfrm>
            <a:off x="4552270" y="3815808"/>
            <a:ext cx="3174136" cy="738664"/>
          </a:xfrm>
          <a:prstGeom prst="rect">
            <a:avLst/>
          </a:prstGeom>
          <a:noFill/>
        </p:spPr>
        <p:txBody>
          <a:bodyPr wrap="square" lIns="0" tIns="0" rIns="0" bIns="0">
            <a:spAutoFit/>
          </a:bodyPr>
          <a:lstStyle/>
          <a:p>
            <a:pPr algn="ctr"/>
            <a:r>
              <a:rPr lang="zh-CN" altLang="en-US" sz="2400" b="1" dirty="0">
                <a:solidFill>
                  <a:schemeClr val="accent1"/>
                </a:solidFill>
                <a:latin typeface="+mj-ea"/>
                <a:ea typeface="+mj-ea"/>
              </a:rPr>
              <a:t>产品生产项目</a:t>
            </a:r>
            <a:endParaRPr lang="en-US" altLang="zh-CN" sz="2400" b="1" dirty="0">
              <a:solidFill>
                <a:schemeClr val="accent1"/>
              </a:solidFill>
              <a:latin typeface="+mj-ea"/>
              <a:ea typeface="+mj-ea"/>
            </a:endParaRPr>
          </a:p>
          <a:p>
            <a:pPr algn="ctr"/>
            <a:r>
              <a:rPr lang="zh-CN" altLang="en-US" sz="2400" b="1" dirty="0">
                <a:solidFill>
                  <a:schemeClr val="accent1"/>
                </a:solidFill>
                <a:latin typeface="+mj-ea"/>
                <a:ea typeface="+mj-ea"/>
              </a:rPr>
              <a:t>管理经营</a:t>
            </a:r>
            <a:endParaRPr lang="en-US" altLang="zh-CN" sz="2400" b="1" dirty="0">
              <a:solidFill>
                <a:schemeClr val="accent1"/>
              </a:solidFill>
              <a:latin typeface="+mj-ea"/>
              <a:ea typeface="+mj-ea"/>
            </a:endParaRPr>
          </a:p>
        </p:txBody>
      </p:sp>
      <p:sp>
        <p:nvSpPr>
          <p:cNvPr id="31" name="文本框 30">
            <a:extLst>
              <a:ext uri="{FF2B5EF4-FFF2-40B4-BE49-F238E27FC236}">
                <a16:creationId xmlns:a16="http://schemas.microsoft.com/office/drawing/2014/main" id="{6CD0F434-62C3-4BEA-9810-89FB97DBE4DF}"/>
              </a:ext>
            </a:extLst>
          </p:cNvPr>
          <p:cNvSpPr txBox="1">
            <a:spLocks/>
          </p:cNvSpPr>
          <p:nvPr/>
        </p:nvSpPr>
        <p:spPr>
          <a:xfrm>
            <a:off x="2716049" y="5326650"/>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数据优化</a:t>
            </a:r>
          </a:p>
        </p:txBody>
      </p:sp>
      <p:sp>
        <p:nvSpPr>
          <p:cNvPr id="36" name="文本框 35">
            <a:extLst>
              <a:ext uri="{FF2B5EF4-FFF2-40B4-BE49-F238E27FC236}">
                <a16:creationId xmlns:a16="http://schemas.microsoft.com/office/drawing/2014/main" id="{F0872A0A-53AB-5339-871A-EB47BC4AD531}"/>
              </a:ext>
            </a:extLst>
          </p:cNvPr>
          <p:cNvSpPr txBox="1">
            <a:spLocks/>
          </p:cNvSpPr>
          <p:nvPr/>
        </p:nvSpPr>
        <p:spPr>
          <a:xfrm>
            <a:off x="8571495" y="5326650"/>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提高效率</a:t>
            </a:r>
          </a:p>
        </p:txBody>
      </p:sp>
      <p:sp>
        <p:nvSpPr>
          <p:cNvPr id="37" name="椭圆 36">
            <a:extLst>
              <a:ext uri="{FF2B5EF4-FFF2-40B4-BE49-F238E27FC236}">
                <a16:creationId xmlns:a16="http://schemas.microsoft.com/office/drawing/2014/main" id="{E0AD20BF-8ADB-C4E4-7643-A49414F1082A}"/>
              </a:ext>
            </a:extLst>
          </p:cNvPr>
          <p:cNvSpPr/>
          <p:nvPr/>
        </p:nvSpPr>
        <p:spPr>
          <a:xfrm>
            <a:off x="3118653" y="5140655"/>
            <a:ext cx="70671" cy="7067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D8E5618-9699-B62A-AE32-65C8DF20C730}"/>
              </a:ext>
            </a:extLst>
          </p:cNvPr>
          <p:cNvSpPr/>
          <p:nvPr/>
        </p:nvSpPr>
        <p:spPr>
          <a:xfrm>
            <a:off x="8974099" y="5150595"/>
            <a:ext cx="70671" cy="7067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a:extLst>
              <a:ext uri="{FF2B5EF4-FFF2-40B4-BE49-F238E27FC236}">
                <a16:creationId xmlns:a16="http://schemas.microsoft.com/office/drawing/2014/main" id="{78CC43B1-978D-8718-B33E-5F88A17D0F7E}"/>
              </a:ext>
            </a:extLst>
          </p:cNvPr>
          <p:cNvSpPr/>
          <p:nvPr/>
        </p:nvSpPr>
        <p:spPr>
          <a:xfrm>
            <a:off x="5645024" y="2619050"/>
            <a:ext cx="1007790" cy="1007780"/>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400" b="1" dirty="0">
              <a:solidFill>
                <a:schemeClr val="tx1"/>
              </a:solidFill>
              <a:latin typeface="+mj-ea"/>
              <a:ea typeface="+mj-ea"/>
            </a:endParaRPr>
          </a:p>
        </p:txBody>
      </p:sp>
      <p:grpSp>
        <p:nvGrpSpPr>
          <p:cNvPr id="45" name="组合 44">
            <a:extLst>
              <a:ext uri="{FF2B5EF4-FFF2-40B4-BE49-F238E27FC236}">
                <a16:creationId xmlns:a16="http://schemas.microsoft.com/office/drawing/2014/main" id="{4822875A-EF1C-4069-6084-A9A4620BC065}"/>
              </a:ext>
            </a:extLst>
          </p:cNvPr>
          <p:cNvGrpSpPr/>
          <p:nvPr/>
        </p:nvGrpSpPr>
        <p:grpSpPr>
          <a:xfrm>
            <a:off x="3056548" y="4459970"/>
            <a:ext cx="194880" cy="211831"/>
            <a:chOff x="9357859" y="2478878"/>
            <a:chExt cx="450381" cy="489557"/>
          </a:xfrm>
          <a:solidFill>
            <a:schemeClr val="tx2"/>
          </a:solidFill>
        </p:grpSpPr>
        <p:sp>
          <p:nvSpPr>
            <p:cNvPr id="46" name="任意多边形: 形状 45">
              <a:extLst>
                <a:ext uri="{FF2B5EF4-FFF2-40B4-BE49-F238E27FC236}">
                  <a16:creationId xmlns:a16="http://schemas.microsoft.com/office/drawing/2014/main" id="{DD4157BD-A709-4249-DB48-6A4F8499845F}"/>
                </a:ext>
              </a:extLst>
            </p:cNvPr>
            <p:cNvSpPr/>
            <p:nvPr/>
          </p:nvSpPr>
          <p:spPr>
            <a:xfrm>
              <a:off x="9397636" y="2478878"/>
              <a:ext cx="373287" cy="416124"/>
            </a:xfrm>
            <a:custGeom>
              <a:avLst/>
              <a:gdLst>
                <a:gd name="connsiteX0" fmla="*/ 73434 w 373287"/>
                <a:gd name="connsiteY0" fmla="*/ 416124 h 416124"/>
                <a:gd name="connsiteX1" fmla="*/ 27538 w 373287"/>
                <a:gd name="connsiteY1" fmla="*/ 416124 h 416124"/>
                <a:gd name="connsiteX2" fmla="*/ 0 w 373287"/>
                <a:gd name="connsiteY2" fmla="*/ 388587 h 416124"/>
                <a:gd name="connsiteX3" fmla="*/ 0 w 373287"/>
                <a:gd name="connsiteY3" fmla="*/ 238660 h 416124"/>
                <a:gd name="connsiteX4" fmla="*/ 27538 w 373287"/>
                <a:gd name="connsiteY4" fmla="*/ 211122 h 416124"/>
                <a:gd name="connsiteX5" fmla="*/ 76493 w 373287"/>
                <a:gd name="connsiteY5" fmla="*/ 211122 h 416124"/>
                <a:gd name="connsiteX6" fmla="*/ 104031 w 373287"/>
                <a:gd name="connsiteY6" fmla="*/ 238660 h 416124"/>
                <a:gd name="connsiteX7" fmla="*/ 104031 w 373287"/>
                <a:gd name="connsiteY7" fmla="*/ 388587 h 416124"/>
                <a:gd name="connsiteX8" fmla="*/ 73434 w 373287"/>
                <a:gd name="connsiteY8" fmla="*/ 416124 h 416124"/>
                <a:gd name="connsiteX9" fmla="*/ 36717 w 373287"/>
                <a:gd name="connsiteY9" fmla="*/ 379407 h 416124"/>
                <a:gd name="connsiteX10" fmla="*/ 67314 w 373287"/>
                <a:gd name="connsiteY10" fmla="*/ 379407 h 416124"/>
                <a:gd name="connsiteX11" fmla="*/ 67314 w 373287"/>
                <a:gd name="connsiteY11" fmla="*/ 244779 h 416124"/>
                <a:gd name="connsiteX12" fmla="*/ 36717 w 373287"/>
                <a:gd name="connsiteY12" fmla="*/ 244779 h 416124"/>
                <a:gd name="connsiteX13" fmla="*/ 36717 w 373287"/>
                <a:gd name="connsiteY13" fmla="*/ 379407 h 416124"/>
                <a:gd name="connsiteX14" fmla="*/ 211122 w 373287"/>
                <a:gd name="connsiteY14" fmla="*/ 416124 h 416124"/>
                <a:gd name="connsiteX15" fmla="*/ 162166 w 373287"/>
                <a:gd name="connsiteY15" fmla="*/ 416124 h 416124"/>
                <a:gd name="connsiteX16" fmla="*/ 134628 w 373287"/>
                <a:gd name="connsiteY16" fmla="*/ 388587 h 416124"/>
                <a:gd name="connsiteX17" fmla="*/ 134628 w 373287"/>
                <a:gd name="connsiteY17" fmla="*/ 27538 h 416124"/>
                <a:gd name="connsiteX18" fmla="*/ 162166 w 373287"/>
                <a:gd name="connsiteY18" fmla="*/ 0 h 416124"/>
                <a:gd name="connsiteX19" fmla="*/ 211122 w 373287"/>
                <a:gd name="connsiteY19" fmla="*/ 0 h 416124"/>
                <a:gd name="connsiteX20" fmla="*/ 238660 w 373287"/>
                <a:gd name="connsiteY20" fmla="*/ 27538 h 416124"/>
                <a:gd name="connsiteX21" fmla="*/ 238660 w 373287"/>
                <a:gd name="connsiteY21" fmla="*/ 385527 h 416124"/>
                <a:gd name="connsiteX22" fmla="*/ 211122 w 373287"/>
                <a:gd name="connsiteY22" fmla="*/ 416124 h 416124"/>
                <a:gd name="connsiteX23" fmla="*/ 171345 w 373287"/>
                <a:gd name="connsiteY23" fmla="*/ 379407 h 416124"/>
                <a:gd name="connsiteX24" fmla="*/ 201943 w 373287"/>
                <a:gd name="connsiteY24" fmla="*/ 379407 h 416124"/>
                <a:gd name="connsiteX25" fmla="*/ 201943 w 373287"/>
                <a:gd name="connsiteY25" fmla="*/ 36717 h 416124"/>
                <a:gd name="connsiteX26" fmla="*/ 171345 w 373287"/>
                <a:gd name="connsiteY26" fmla="*/ 36717 h 416124"/>
                <a:gd name="connsiteX27" fmla="*/ 171345 w 373287"/>
                <a:gd name="connsiteY27" fmla="*/ 379407 h 416124"/>
                <a:gd name="connsiteX28" fmla="*/ 345750 w 373287"/>
                <a:gd name="connsiteY28" fmla="*/ 416124 h 416124"/>
                <a:gd name="connsiteX29" fmla="*/ 296795 w 373287"/>
                <a:gd name="connsiteY29" fmla="*/ 416124 h 416124"/>
                <a:gd name="connsiteX30" fmla="*/ 269257 w 373287"/>
                <a:gd name="connsiteY30" fmla="*/ 388587 h 416124"/>
                <a:gd name="connsiteX31" fmla="*/ 269257 w 373287"/>
                <a:gd name="connsiteY31" fmla="*/ 168286 h 416124"/>
                <a:gd name="connsiteX32" fmla="*/ 296795 w 373287"/>
                <a:gd name="connsiteY32" fmla="*/ 140748 h 416124"/>
                <a:gd name="connsiteX33" fmla="*/ 345750 w 373287"/>
                <a:gd name="connsiteY33" fmla="*/ 140748 h 416124"/>
                <a:gd name="connsiteX34" fmla="*/ 373288 w 373287"/>
                <a:gd name="connsiteY34" fmla="*/ 168286 h 416124"/>
                <a:gd name="connsiteX35" fmla="*/ 373288 w 373287"/>
                <a:gd name="connsiteY35" fmla="*/ 290675 h 416124"/>
                <a:gd name="connsiteX36" fmla="*/ 354930 w 373287"/>
                <a:gd name="connsiteY36" fmla="*/ 309034 h 416124"/>
                <a:gd name="connsiteX37" fmla="*/ 336571 w 373287"/>
                <a:gd name="connsiteY37" fmla="*/ 290675 h 416124"/>
                <a:gd name="connsiteX38" fmla="*/ 336571 w 373287"/>
                <a:gd name="connsiteY38" fmla="*/ 174405 h 416124"/>
                <a:gd name="connsiteX39" fmla="*/ 305974 w 373287"/>
                <a:gd name="connsiteY39" fmla="*/ 174405 h 416124"/>
                <a:gd name="connsiteX40" fmla="*/ 305974 w 373287"/>
                <a:gd name="connsiteY40" fmla="*/ 376348 h 416124"/>
                <a:gd name="connsiteX41" fmla="*/ 336571 w 373287"/>
                <a:gd name="connsiteY41" fmla="*/ 376348 h 416124"/>
                <a:gd name="connsiteX42" fmla="*/ 336571 w 373287"/>
                <a:gd name="connsiteY42" fmla="*/ 357989 h 416124"/>
                <a:gd name="connsiteX43" fmla="*/ 354930 w 373287"/>
                <a:gd name="connsiteY43" fmla="*/ 339631 h 416124"/>
                <a:gd name="connsiteX44" fmla="*/ 373288 w 373287"/>
                <a:gd name="connsiteY44" fmla="*/ 357989 h 416124"/>
                <a:gd name="connsiteX45" fmla="*/ 373288 w 373287"/>
                <a:gd name="connsiteY45" fmla="*/ 385527 h 416124"/>
                <a:gd name="connsiteX46" fmla="*/ 345750 w 373287"/>
                <a:gd name="connsiteY46" fmla="*/ 416124 h 416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73287" h="416124">
                  <a:moveTo>
                    <a:pt x="73434" y="416124"/>
                  </a:moveTo>
                  <a:lnTo>
                    <a:pt x="27538" y="416124"/>
                  </a:lnTo>
                  <a:cubicBezTo>
                    <a:pt x="12239" y="416124"/>
                    <a:pt x="0" y="403885"/>
                    <a:pt x="0" y="388587"/>
                  </a:cubicBezTo>
                  <a:lnTo>
                    <a:pt x="0" y="238660"/>
                  </a:lnTo>
                  <a:cubicBezTo>
                    <a:pt x="0" y="223361"/>
                    <a:pt x="12239" y="211122"/>
                    <a:pt x="27538" y="211122"/>
                  </a:cubicBezTo>
                  <a:lnTo>
                    <a:pt x="76493" y="211122"/>
                  </a:lnTo>
                  <a:cubicBezTo>
                    <a:pt x="91792" y="211122"/>
                    <a:pt x="104031" y="223361"/>
                    <a:pt x="104031" y="238660"/>
                  </a:cubicBezTo>
                  <a:lnTo>
                    <a:pt x="104031" y="388587"/>
                  </a:lnTo>
                  <a:cubicBezTo>
                    <a:pt x="104031" y="403885"/>
                    <a:pt x="88732" y="416124"/>
                    <a:pt x="73434" y="416124"/>
                  </a:cubicBezTo>
                  <a:close/>
                  <a:moveTo>
                    <a:pt x="36717" y="379407"/>
                  </a:moveTo>
                  <a:lnTo>
                    <a:pt x="67314" y="379407"/>
                  </a:lnTo>
                  <a:lnTo>
                    <a:pt x="67314" y="244779"/>
                  </a:lnTo>
                  <a:lnTo>
                    <a:pt x="36717" y="244779"/>
                  </a:lnTo>
                  <a:lnTo>
                    <a:pt x="36717" y="379407"/>
                  </a:lnTo>
                  <a:close/>
                  <a:moveTo>
                    <a:pt x="211122" y="416124"/>
                  </a:moveTo>
                  <a:lnTo>
                    <a:pt x="162166" y="416124"/>
                  </a:lnTo>
                  <a:cubicBezTo>
                    <a:pt x="146867" y="416124"/>
                    <a:pt x="134628" y="403885"/>
                    <a:pt x="134628" y="388587"/>
                  </a:cubicBezTo>
                  <a:lnTo>
                    <a:pt x="134628" y="27538"/>
                  </a:lnTo>
                  <a:cubicBezTo>
                    <a:pt x="134628" y="12239"/>
                    <a:pt x="146867" y="0"/>
                    <a:pt x="162166" y="0"/>
                  </a:cubicBezTo>
                  <a:lnTo>
                    <a:pt x="211122" y="0"/>
                  </a:lnTo>
                  <a:cubicBezTo>
                    <a:pt x="226421" y="0"/>
                    <a:pt x="238660" y="12239"/>
                    <a:pt x="238660" y="27538"/>
                  </a:cubicBezTo>
                  <a:lnTo>
                    <a:pt x="238660" y="385527"/>
                  </a:lnTo>
                  <a:cubicBezTo>
                    <a:pt x="238660" y="403885"/>
                    <a:pt x="226421" y="416124"/>
                    <a:pt x="211122" y="416124"/>
                  </a:cubicBezTo>
                  <a:close/>
                  <a:moveTo>
                    <a:pt x="171345" y="379407"/>
                  </a:moveTo>
                  <a:lnTo>
                    <a:pt x="201943" y="379407"/>
                  </a:lnTo>
                  <a:lnTo>
                    <a:pt x="201943" y="36717"/>
                  </a:lnTo>
                  <a:lnTo>
                    <a:pt x="171345" y="36717"/>
                  </a:lnTo>
                  <a:lnTo>
                    <a:pt x="171345" y="379407"/>
                  </a:lnTo>
                  <a:close/>
                  <a:moveTo>
                    <a:pt x="345750" y="416124"/>
                  </a:moveTo>
                  <a:lnTo>
                    <a:pt x="296795" y="416124"/>
                  </a:lnTo>
                  <a:cubicBezTo>
                    <a:pt x="281496" y="416124"/>
                    <a:pt x="269257" y="403885"/>
                    <a:pt x="269257" y="388587"/>
                  </a:cubicBezTo>
                  <a:lnTo>
                    <a:pt x="269257" y="168286"/>
                  </a:lnTo>
                  <a:cubicBezTo>
                    <a:pt x="269257" y="152987"/>
                    <a:pt x="281496" y="140748"/>
                    <a:pt x="296795" y="140748"/>
                  </a:cubicBezTo>
                  <a:lnTo>
                    <a:pt x="345750" y="140748"/>
                  </a:lnTo>
                  <a:cubicBezTo>
                    <a:pt x="361049" y="140748"/>
                    <a:pt x="373288" y="152987"/>
                    <a:pt x="373288" y="168286"/>
                  </a:cubicBezTo>
                  <a:lnTo>
                    <a:pt x="373288" y="290675"/>
                  </a:lnTo>
                  <a:cubicBezTo>
                    <a:pt x="373288" y="299854"/>
                    <a:pt x="364109" y="309034"/>
                    <a:pt x="354930" y="309034"/>
                  </a:cubicBezTo>
                  <a:cubicBezTo>
                    <a:pt x="345750" y="309034"/>
                    <a:pt x="336571" y="299854"/>
                    <a:pt x="336571" y="290675"/>
                  </a:cubicBezTo>
                  <a:lnTo>
                    <a:pt x="336571" y="174405"/>
                  </a:lnTo>
                  <a:lnTo>
                    <a:pt x="305974" y="174405"/>
                  </a:lnTo>
                  <a:lnTo>
                    <a:pt x="305974" y="376348"/>
                  </a:lnTo>
                  <a:lnTo>
                    <a:pt x="336571" y="376348"/>
                  </a:lnTo>
                  <a:lnTo>
                    <a:pt x="336571" y="357989"/>
                  </a:lnTo>
                  <a:cubicBezTo>
                    <a:pt x="336571" y="348810"/>
                    <a:pt x="345750" y="339631"/>
                    <a:pt x="354930" y="339631"/>
                  </a:cubicBezTo>
                  <a:cubicBezTo>
                    <a:pt x="364109" y="339631"/>
                    <a:pt x="373288" y="348810"/>
                    <a:pt x="373288" y="357989"/>
                  </a:cubicBezTo>
                  <a:lnTo>
                    <a:pt x="373288" y="385527"/>
                  </a:lnTo>
                  <a:cubicBezTo>
                    <a:pt x="373288" y="403885"/>
                    <a:pt x="361049" y="416124"/>
                    <a:pt x="345750" y="416124"/>
                  </a:cubicBezTo>
                  <a:close/>
                </a:path>
              </a:pathLst>
            </a:custGeom>
            <a:grpFill/>
            <a:ln w="474" cap="flat">
              <a:noFill/>
              <a:prstDash val="solid"/>
              <a:miter/>
            </a:ln>
          </p:spPr>
          <p:txBody>
            <a:bodyPr rtlCol="0" anchor="ctr"/>
            <a:lstStyle/>
            <a:p>
              <a:endParaRPr lang="zh-CN" altLang="en-US"/>
            </a:p>
          </p:txBody>
        </p:sp>
        <p:sp>
          <p:nvSpPr>
            <p:cNvPr id="1026" name="任意多边形: 形状 1025">
              <a:extLst>
                <a:ext uri="{FF2B5EF4-FFF2-40B4-BE49-F238E27FC236}">
                  <a16:creationId xmlns:a16="http://schemas.microsoft.com/office/drawing/2014/main" id="{B0FA0D84-E20F-1E65-62D7-EAF046476C3D}"/>
                </a:ext>
              </a:extLst>
            </p:cNvPr>
            <p:cNvSpPr/>
            <p:nvPr/>
          </p:nvSpPr>
          <p:spPr>
            <a:xfrm>
              <a:off x="9357859" y="2928659"/>
              <a:ext cx="450381" cy="39776"/>
            </a:xfrm>
            <a:custGeom>
              <a:avLst/>
              <a:gdLst>
                <a:gd name="connsiteX0" fmla="*/ 434483 w 450381"/>
                <a:gd name="connsiteY0" fmla="*/ 39777 h 39776"/>
                <a:gd name="connsiteX1" fmla="*/ 15299 w 450381"/>
                <a:gd name="connsiteY1" fmla="*/ 39777 h 39776"/>
                <a:gd name="connsiteX2" fmla="*/ 0 w 450381"/>
                <a:gd name="connsiteY2" fmla="*/ 24478 h 39776"/>
                <a:gd name="connsiteX3" fmla="*/ 0 w 450381"/>
                <a:gd name="connsiteY3" fmla="*/ 15299 h 39776"/>
                <a:gd name="connsiteX4" fmla="*/ 15299 w 450381"/>
                <a:gd name="connsiteY4" fmla="*/ 0 h 39776"/>
                <a:gd name="connsiteX5" fmla="*/ 434483 w 450381"/>
                <a:gd name="connsiteY5" fmla="*/ 0 h 39776"/>
                <a:gd name="connsiteX6" fmla="*/ 449781 w 450381"/>
                <a:gd name="connsiteY6" fmla="*/ 15299 h 39776"/>
                <a:gd name="connsiteX7" fmla="*/ 449781 w 450381"/>
                <a:gd name="connsiteY7" fmla="*/ 24478 h 39776"/>
                <a:gd name="connsiteX8" fmla="*/ 434483 w 450381"/>
                <a:gd name="connsiteY8" fmla="*/ 39777 h 39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0381" h="39776">
                  <a:moveTo>
                    <a:pt x="434483" y="39777"/>
                  </a:moveTo>
                  <a:lnTo>
                    <a:pt x="15299" y="39777"/>
                  </a:lnTo>
                  <a:cubicBezTo>
                    <a:pt x="6119" y="39777"/>
                    <a:pt x="0" y="33657"/>
                    <a:pt x="0" y="24478"/>
                  </a:cubicBezTo>
                  <a:lnTo>
                    <a:pt x="0" y="15299"/>
                  </a:lnTo>
                  <a:cubicBezTo>
                    <a:pt x="0" y="6119"/>
                    <a:pt x="6119" y="0"/>
                    <a:pt x="15299" y="0"/>
                  </a:cubicBezTo>
                  <a:lnTo>
                    <a:pt x="434483" y="0"/>
                  </a:lnTo>
                  <a:cubicBezTo>
                    <a:pt x="443662" y="0"/>
                    <a:pt x="449781" y="6119"/>
                    <a:pt x="449781" y="15299"/>
                  </a:cubicBezTo>
                  <a:lnTo>
                    <a:pt x="449781" y="24478"/>
                  </a:lnTo>
                  <a:cubicBezTo>
                    <a:pt x="452841" y="33657"/>
                    <a:pt x="443662" y="39777"/>
                    <a:pt x="434483" y="39777"/>
                  </a:cubicBezTo>
                  <a:close/>
                </a:path>
              </a:pathLst>
            </a:custGeom>
            <a:grpFill/>
            <a:ln w="474" cap="flat">
              <a:noFill/>
              <a:prstDash val="solid"/>
              <a:miter/>
            </a:ln>
          </p:spPr>
          <p:txBody>
            <a:bodyPr rtlCol="0" anchor="ctr"/>
            <a:lstStyle/>
            <a:p>
              <a:endParaRPr lang="zh-CN" altLang="en-US"/>
            </a:p>
          </p:txBody>
        </p:sp>
      </p:grpSp>
      <p:sp>
        <p:nvSpPr>
          <p:cNvPr id="1050" name="椭圆 1049">
            <a:extLst>
              <a:ext uri="{FF2B5EF4-FFF2-40B4-BE49-F238E27FC236}">
                <a16:creationId xmlns:a16="http://schemas.microsoft.com/office/drawing/2014/main" id="{82896AA5-4388-5D08-78E0-BDFB86DDDF31}"/>
              </a:ext>
            </a:extLst>
          </p:cNvPr>
          <p:cNvSpPr/>
          <p:nvPr/>
        </p:nvSpPr>
        <p:spPr>
          <a:xfrm>
            <a:off x="2828635" y="2539604"/>
            <a:ext cx="70671" cy="7067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2" name="椭圆 1051">
            <a:extLst>
              <a:ext uri="{FF2B5EF4-FFF2-40B4-BE49-F238E27FC236}">
                <a16:creationId xmlns:a16="http://schemas.microsoft.com/office/drawing/2014/main" id="{6A0EE1D7-1E70-67F8-8CF2-7764ACCA4358}"/>
              </a:ext>
            </a:extLst>
          </p:cNvPr>
          <p:cNvSpPr/>
          <p:nvPr/>
        </p:nvSpPr>
        <p:spPr>
          <a:xfrm>
            <a:off x="9300205" y="2539604"/>
            <a:ext cx="70671" cy="7067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3" name="椭圆 1052">
            <a:extLst>
              <a:ext uri="{FF2B5EF4-FFF2-40B4-BE49-F238E27FC236}">
                <a16:creationId xmlns:a16="http://schemas.microsoft.com/office/drawing/2014/main" id="{28020715-9E93-CA64-4BDA-48BE889AD694}"/>
              </a:ext>
            </a:extLst>
          </p:cNvPr>
          <p:cNvSpPr/>
          <p:nvPr/>
        </p:nvSpPr>
        <p:spPr>
          <a:xfrm>
            <a:off x="7317580" y="2678994"/>
            <a:ext cx="70671" cy="7067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4" name="椭圆 1053">
            <a:extLst>
              <a:ext uri="{FF2B5EF4-FFF2-40B4-BE49-F238E27FC236}">
                <a16:creationId xmlns:a16="http://schemas.microsoft.com/office/drawing/2014/main" id="{48B463B2-8C29-F477-A962-9F02F20ECF45}"/>
              </a:ext>
            </a:extLst>
          </p:cNvPr>
          <p:cNvSpPr/>
          <p:nvPr/>
        </p:nvSpPr>
        <p:spPr>
          <a:xfrm>
            <a:off x="4787105" y="2678994"/>
            <a:ext cx="70671" cy="70671"/>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5" name="任意多边形: 形状 1054">
            <a:extLst>
              <a:ext uri="{FF2B5EF4-FFF2-40B4-BE49-F238E27FC236}">
                <a16:creationId xmlns:a16="http://schemas.microsoft.com/office/drawing/2014/main" id="{7721973C-F3A2-4F4B-EE1F-11EF561036D2}"/>
              </a:ext>
            </a:extLst>
          </p:cNvPr>
          <p:cNvSpPr/>
          <p:nvPr/>
        </p:nvSpPr>
        <p:spPr>
          <a:xfrm>
            <a:off x="8927894" y="4477046"/>
            <a:ext cx="163080" cy="194614"/>
          </a:xfrm>
          <a:custGeom>
            <a:avLst/>
            <a:gdLst>
              <a:gd name="connsiteX0" fmla="*/ 127978 w 148575"/>
              <a:gd name="connsiteY0" fmla="*/ 130055 h 177306"/>
              <a:gd name="connsiteX1" fmla="*/ 143001 w 148575"/>
              <a:gd name="connsiteY1" fmla="*/ 130055 h 177306"/>
              <a:gd name="connsiteX2" fmla="*/ 145374 w 148575"/>
              <a:gd name="connsiteY2" fmla="*/ 130745 h 177306"/>
              <a:gd name="connsiteX3" fmla="*/ 146634 w 148575"/>
              <a:gd name="connsiteY3" fmla="*/ 131434 h 177306"/>
              <a:gd name="connsiteX4" fmla="*/ 147944 w 148575"/>
              <a:gd name="connsiteY4" fmla="*/ 133336 h 177306"/>
              <a:gd name="connsiteX5" fmla="*/ 148575 w 148575"/>
              <a:gd name="connsiteY5" fmla="*/ 135622 h 177306"/>
              <a:gd name="connsiteX6" fmla="*/ 148575 w 148575"/>
              <a:gd name="connsiteY6" fmla="*/ 150654 h 177306"/>
              <a:gd name="connsiteX7" fmla="*/ 143649 w 148575"/>
              <a:gd name="connsiteY7" fmla="*/ 155579 h 177306"/>
              <a:gd name="connsiteX8" fmla="*/ 138724 w 148575"/>
              <a:gd name="connsiteY8" fmla="*/ 150654 h 177306"/>
              <a:gd name="connsiteX9" fmla="*/ 138724 w 148575"/>
              <a:gd name="connsiteY9" fmla="*/ 148328 h 177306"/>
              <a:gd name="connsiteX10" fmla="*/ 121063 w 148575"/>
              <a:gd name="connsiteY10" fmla="*/ 169093 h 177306"/>
              <a:gd name="connsiteX11" fmla="*/ 114236 w 148575"/>
              <a:gd name="connsiteY11" fmla="*/ 169743 h 177306"/>
              <a:gd name="connsiteX12" fmla="*/ 90821 w 148575"/>
              <a:gd name="connsiteY12" fmla="*/ 151056 h 177306"/>
              <a:gd name="connsiteX13" fmla="*/ 68894 w 148575"/>
              <a:gd name="connsiteY13" fmla="*/ 174894 h 177306"/>
              <a:gd name="connsiteX14" fmla="*/ 61925 w 148575"/>
              <a:gd name="connsiteY14" fmla="*/ 175184 h 177306"/>
              <a:gd name="connsiteX15" fmla="*/ 61635 w 148575"/>
              <a:gd name="connsiteY15" fmla="*/ 168216 h 177306"/>
              <a:gd name="connsiteX16" fmla="*/ 86674 w 148575"/>
              <a:gd name="connsiteY16" fmla="*/ 141000 h 177306"/>
              <a:gd name="connsiteX17" fmla="*/ 93372 w 148575"/>
              <a:gd name="connsiteY17" fmla="*/ 140487 h 177306"/>
              <a:gd name="connsiteX18" fmla="*/ 116651 w 148575"/>
              <a:gd name="connsiteY18" fmla="*/ 159065 h 177306"/>
              <a:gd name="connsiteX19" fmla="*/ 132973 w 148575"/>
              <a:gd name="connsiteY19" fmla="*/ 139906 h 177306"/>
              <a:gd name="connsiteX20" fmla="*/ 127978 w 148575"/>
              <a:gd name="connsiteY20" fmla="*/ 139906 h 177306"/>
              <a:gd name="connsiteX21" fmla="*/ 123053 w 148575"/>
              <a:gd name="connsiteY21" fmla="*/ 134981 h 177306"/>
              <a:gd name="connsiteX22" fmla="*/ 127978 w 148575"/>
              <a:gd name="connsiteY22" fmla="*/ 130055 h 177306"/>
              <a:gd name="connsiteX23" fmla="*/ 91729 w 148575"/>
              <a:gd name="connsiteY23" fmla="*/ 50786 h 177306"/>
              <a:gd name="connsiteX24" fmla="*/ 98675 w 148575"/>
              <a:gd name="connsiteY24" fmla="*/ 51320 h 177306"/>
              <a:gd name="connsiteX25" fmla="*/ 98141 w 148575"/>
              <a:gd name="connsiteY25" fmla="*/ 58265 h 177306"/>
              <a:gd name="connsiteX26" fmla="*/ 74184 w 148575"/>
              <a:gd name="connsiteY26" fmla="*/ 80871 h 177306"/>
              <a:gd name="connsiteX27" fmla="*/ 74184 w 148575"/>
              <a:gd name="connsiteY27" fmla="*/ 86387 h 177306"/>
              <a:gd name="connsiteX28" fmla="*/ 103017 w 148575"/>
              <a:gd name="connsiteY28" fmla="*/ 86387 h 177306"/>
              <a:gd name="connsiteX29" fmla="*/ 107938 w 148575"/>
              <a:gd name="connsiteY29" fmla="*/ 91309 h 177306"/>
              <a:gd name="connsiteX30" fmla="*/ 103017 w 148575"/>
              <a:gd name="connsiteY30" fmla="*/ 96238 h 177306"/>
              <a:gd name="connsiteX31" fmla="*/ 74184 w 148575"/>
              <a:gd name="connsiteY31" fmla="*/ 96238 h 177306"/>
              <a:gd name="connsiteX32" fmla="*/ 74184 w 148575"/>
              <a:gd name="connsiteY32" fmla="*/ 110097 h 177306"/>
              <a:gd name="connsiteX33" fmla="*/ 103015 w 148575"/>
              <a:gd name="connsiteY33" fmla="*/ 110097 h 177306"/>
              <a:gd name="connsiteX34" fmla="*/ 107940 w 148575"/>
              <a:gd name="connsiteY34" fmla="*/ 115023 h 177306"/>
              <a:gd name="connsiteX35" fmla="*/ 103015 w 148575"/>
              <a:gd name="connsiteY35" fmla="*/ 119948 h 177306"/>
              <a:gd name="connsiteX36" fmla="*/ 74183 w 148575"/>
              <a:gd name="connsiteY36" fmla="*/ 119948 h 177306"/>
              <a:gd name="connsiteX37" fmla="*/ 74183 w 148575"/>
              <a:gd name="connsiteY37" fmla="*/ 141600 h 177306"/>
              <a:gd name="connsiteX38" fmla="*/ 69257 w 148575"/>
              <a:gd name="connsiteY38" fmla="*/ 146526 h 177306"/>
              <a:gd name="connsiteX39" fmla="*/ 64332 w 148575"/>
              <a:gd name="connsiteY39" fmla="*/ 141600 h 177306"/>
              <a:gd name="connsiteX40" fmla="*/ 64332 w 148575"/>
              <a:gd name="connsiteY40" fmla="*/ 119950 h 177306"/>
              <a:gd name="connsiteX41" fmla="*/ 34062 w 148575"/>
              <a:gd name="connsiteY41" fmla="*/ 119950 h 177306"/>
              <a:gd name="connsiteX42" fmla="*/ 29137 w 148575"/>
              <a:gd name="connsiteY42" fmla="*/ 115024 h 177306"/>
              <a:gd name="connsiteX43" fmla="*/ 34062 w 148575"/>
              <a:gd name="connsiteY43" fmla="*/ 110099 h 177306"/>
              <a:gd name="connsiteX44" fmla="*/ 64332 w 148575"/>
              <a:gd name="connsiteY44" fmla="*/ 110099 h 177306"/>
              <a:gd name="connsiteX45" fmla="*/ 64332 w 148575"/>
              <a:gd name="connsiteY45" fmla="*/ 96250 h 177306"/>
              <a:gd name="connsiteX46" fmla="*/ 34062 w 148575"/>
              <a:gd name="connsiteY46" fmla="*/ 96250 h 177306"/>
              <a:gd name="connsiteX47" fmla="*/ 29141 w 148575"/>
              <a:gd name="connsiteY47" fmla="*/ 91328 h 177306"/>
              <a:gd name="connsiteX48" fmla="*/ 34062 w 148575"/>
              <a:gd name="connsiteY48" fmla="*/ 86399 h 177306"/>
              <a:gd name="connsiteX49" fmla="*/ 64336 w 148575"/>
              <a:gd name="connsiteY49" fmla="*/ 86399 h 177306"/>
              <a:gd name="connsiteX50" fmla="*/ 64336 w 148575"/>
              <a:gd name="connsiteY50" fmla="*/ 81887 h 177306"/>
              <a:gd name="connsiteX51" fmla="*/ 39305 w 148575"/>
              <a:gd name="connsiteY51" fmla="*/ 58276 h 177306"/>
              <a:gd name="connsiteX52" fmla="*/ 39092 w 148575"/>
              <a:gd name="connsiteY52" fmla="*/ 58076 h 177306"/>
              <a:gd name="connsiteX53" fmla="*/ 39096 w 148575"/>
              <a:gd name="connsiteY53" fmla="*/ 51110 h 177306"/>
              <a:gd name="connsiteX54" fmla="*/ 46061 w 148575"/>
              <a:gd name="connsiteY54" fmla="*/ 51114 h 177306"/>
              <a:gd name="connsiteX55" fmla="*/ 68726 w 148575"/>
              <a:gd name="connsiteY55" fmla="*/ 72488 h 177306"/>
              <a:gd name="connsiteX56" fmla="*/ 91383 w 148575"/>
              <a:gd name="connsiteY56" fmla="*/ 51112 h 177306"/>
              <a:gd name="connsiteX57" fmla="*/ 91729 w 148575"/>
              <a:gd name="connsiteY57" fmla="*/ 50786 h 177306"/>
              <a:gd name="connsiteX58" fmla="*/ 68540 w 148575"/>
              <a:gd name="connsiteY58" fmla="*/ 0 h 177306"/>
              <a:gd name="connsiteX59" fmla="*/ 96337 w 148575"/>
              <a:gd name="connsiteY59" fmla="*/ 19701 h 177306"/>
              <a:gd name="connsiteX60" fmla="*/ 118737 w 148575"/>
              <a:gd name="connsiteY60" fmla="*/ 19701 h 177306"/>
              <a:gd name="connsiteX61" fmla="*/ 137907 w 148575"/>
              <a:gd name="connsiteY61" fmla="*/ 39480 h 177306"/>
              <a:gd name="connsiteX62" fmla="*/ 137907 w 148575"/>
              <a:gd name="connsiteY62" fmla="*/ 103834 h 177306"/>
              <a:gd name="connsiteX63" fmla="*/ 132982 w 148575"/>
              <a:gd name="connsiteY63" fmla="*/ 108759 h 177306"/>
              <a:gd name="connsiteX64" fmla="*/ 128056 w 148575"/>
              <a:gd name="connsiteY64" fmla="*/ 103834 h 177306"/>
              <a:gd name="connsiteX65" fmla="*/ 128056 w 148575"/>
              <a:gd name="connsiteY65" fmla="*/ 39480 h 177306"/>
              <a:gd name="connsiteX66" fmla="*/ 118737 w 148575"/>
              <a:gd name="connsiteY66" fmla="*/ 29552 h 177306"/>
              <a:gd name="connsiteX67" fmla="*/ 93579 w 148575"/>
              <a:gd name="connsiteY67" fmla="*/ 29552 h 177306"/>
              <a:gd name="connsiteX68" fmla="*/ 93283 w 148575"/>
              <a:gd name="connsiteY68" fmla="*/ 29493 h 177306"/>
              <a:gd name="connsiteX69" fmla="*/ 92663 w 148575"/>
              <a:gd name="connsiteY69" fmla="*/ 29552 h 177306"/>
              <a:gd name="connsiteX70" fmla="*/ 87846 w 148575"/>
              <a:gd name="connsiteY70" fmla="*/ 25612 h 177306"/>
              <a:gd name="connsiteX71" fmla="*/ 68538 w 148575"/>
              <a:gd name="connsiteY71" fmla="*/ 9851 h 177306"/>
              <a:gd name="connsiteX72" fmla="*/ 49310 w 148575"/>
              <a:gd name="connsiteY72" fmla="*/ 25266 h 177306"/>
              <a:gd name="connsiteX73" fmla="*/ 46798 w 148575"/>
              <a:gd name="connsiteY73" fmla="*/ 28517 h 177306"/>
              <a:gd name="connsiteX74" fmla="*/ 43913 w 148575"/>
              <a:gd name="connsiteY74" fmla="*/ 29552 h 177306"/>
              <a:gd name="connsiteX75" fmla="*/ 19170 w 148575"/>
              <a:gd name="connsiteY75" fmla="*/ 29552 h 177306"/>
              <a:gd name="connsiteX76" fmla="*/ 9851 w 148575"/>
              <a:gd name="connsiteY76" fmla="*/ 39480 h 177306"/>
              <a:gd name="connsiteX77" fmla="*/ 9851 w 148575"/>
              <a:gd name="connsiteY77" fmla="*/ 157529 h 177306"/>
              <a:gd name="connsiteX78" fmla="*/ 19170 w 148575"/>
              <a:gd name="connsiteY78" fmla="*/ 167457 h 177306"/>
              <a:gd name="connsiteX79" fmla="*/ 44328 w 148575"/>
              <a:gd name="connsiteY79" fmla="*/ 167457 h 177306"/>
              <a:gd name="connsiteX80" fmla="*/ 49253 w 148575"/>
              <a:gd name="connsiteY80" fmla="*/ 172381 h 177306"/>
              <a:gd name="connsiteX81" fmla="*/ 44328 w 148575"/>
              <a:gd name="connsiteY81" fmla="*/ 177306 h 177306"/>
              <a:gd name="connsiteX82" fmla="*/ 19170 w 148575"/>
              <a:gd name="connsiteY82" fmla="*/ 177306 h 177306"/>
              <a:gd name="connsiteX83" fmla="*/ 0 w 148575"/>
              <a:gd name="connsiteY83" fmla="*/ 157527 h 177306"/>
              <a:gd name="connsiteX84" fmla="*/ 0 w 148575"/>
              <a:gd name="connsiteY84" fmla="*/ 39479 h 177306"/>
              <a:gd name="connsiteX85" fmla="*/ 19170 w 148575"/>
              <a:gd name="connsiteY85" fmla="*/ 19699 h 177306"/>
              <a:gd name="connsiteX86" fmla="*/ 40781 w 148575"/>
              <a:gd name="connsiteY86" fmla="*/ 19699 h 177306"/>
              <a:gd name="connsiteX87" fmla="*/ 68540 w 148575"/>
              <a:gd name="connsiteY87" fmla="*/ 0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48575" h="177306">
                <a:moveTo>
                  <a:pt x="127978" y="130055"/>
                </a:moveTo>
                <a:lnTo>
                  <a:pt x="143001" y="130055"/>
                </a:lnTo>
                <a:cubicBezTo>
                  <a:pt x="143838" y="130073"/>
                  <a:pt x="144657" y="130311"/>
                  <a:pt x="145374" y="130745"/>
                </a:cubicBezTo>
                <a:cubicBezTo>
                  <a:pt x="145817" y="130922"/>
                  <a:pt x="146260" y="131110"/>
                  <a:pt x="146634" y="131434"/>
                </a:cubicBezTo>
                <a:cubicBezTo>
                  <a:pt x="147219" y="131952"/>
                  <a:pt x="147669" y="132605"/>
                  <a:pt x="147944" y="133336"/>
                </a:cubicBezTo>
                <a:cubicBezTo>
                  <a:pt x="148344" y="134031"/>
                  <a:pt x="148560" y="134818"/>
                  <a:pt x="148575" y="135622"/>
                </a:cubicBezTo>
                <a:lnTo>
                  <a:pt x="148575" y="150654"/>
                </a:lnTo>
                <a:cubicBezTo>
                  <a:pt x="148575" y="153374"/>
                  <a:pt x="146370" y="155579"/>
                  <a:pt x="143649" y="155579"/>
                </a:cubicBezTo>
                <a:cubicBezTo>
                  <a:pt x="140929" y="155579"/>
                  <a:pt x="138724" y="153374"/>
                  <a:pt x="138724" y="150654"/>
                </a:cubicBezTo>
                <a:lnTo>
                  <a:pt x="138724" y="148328"/>
                </a:lnTo>
                <a:lnTo>
                  <a:pt x="121063" y="169093"/>
                </a:lnTo>
                <a:cubicBezTo>
                  <a:pt x="119336" y="171119"/>
                  <a:pt x="116313" y="171406"/>
                  <a:pt x="114236" y="169743"/>
                </a:cubicBezTo>
                <a:lnTo>
                  <a:pt x="90821" y="151056"/>
                </a:lnTo>
                <a:lnTo>
                  <a:pt x="68894" y="174894"/>
                </a:lnTo>
                <a:cubicBezTo>
                  <a:pt x="67051" y="176898"/>
                  <a:pt x="63930" y="177029"/>
                  <a:pt x="61925" y="175184"/>
                </a:cubicBezTo>
                <a:cubicBezTo>
                  <a:pt x="59921" y="173341"/>
                  <a:pt x="59790" y="170220"/>
                  <a:pt x="61635" y="168216"/>
                </a:cubicBezTo>
                <a:lnTo>
                  <a:pt x="86674" y="141000"/>
                </a:lnTo>
                <a:cubicBezTo>
                  <a:pt x="88425" y="139096"/>
                  <a:pt x="91351" y="138873"/>
                  <a:pt x="93372" y="140487"/>
                </a:cubicBezTo>
                <a:lnTo>
                  <a:pt x="116651" y="159065"/>
                </a:lnTo>
                <a:lnTo>
                  <a:pt x="132973" y="139906"/>
                </a:lnTo>
                <a:lnTo>
                  <a:pt x="127978" y="139906"/>
                </a:lnTo>
                <a:cubicBezTo>
                  <a:pt x="125258" y="139906"/>
                  <a:pt x="123053" y="137701"/>
                  <a:pt x="123053" y="134981"/>
                </a:cubicBezTo>
                <a:cubicBezTo>
                  <a:pt x="123053" y="132260"/>
                  <a:pt x="125258" y="130055"/>
                  <a:pt x="127978" y="130055"/>
                </a:cubicBezTo>
                <a:close/>
                <a:moveTo>
                  <a:pt x="91729" y="50786"/>
                </a:moveTo>
                <a:cubicBezTo>
                  <a:pt x="93795" y="49016"/>
                  <a:pt x="96904" y="49255"/>
                  <a:pt x="98675" y="51320"/>
                </a:cubicBezTo>
                <a:cubicBezTo>
                  <a:pt x="100445" y="53386"/>
                  <a:pt x="100206" y="56495"/>
                  <a:pt x="98141" y="58265"/>
                </a:cubicBezTo>
                <a:lnTo>
                  <a:pt x="74184" y="80871"/>
                </a:lnTo>
                <a:lnTo>
                  <a:pt x="74184" y="86387"/>
                </a:lnTo>
                <a:lnTo>
                  <a:pt x="103017" y="86387"/>
                </a:lnTo>
                <a:cubicBezTo>
                  <a:pt x="105734" y="86389"/>
                  <a:pt x="107937" y="88592"/>
                  <a:pt x="107938" y="91309"/>
                </a:cubicBezTo>
                <a:cubicBezTo>
                  <a:pt x="107940" y="94029"/>
                  <a:pt x="105737" y="96236"/>
                  <a:pt x="103017" y="96238"/>
                </a:cubicBezTo>
                <a:lnTo>
                  <a:pt x="74184" y="96238"/>
                </a:lnTo>
                <a:lnTo>
                  <a:pt x="74184" y="110097"/>
                </a:lnTo>
                <a:lnTo>
                  <a:pt x="103015" y="110097"/>
                </a:lnTo>
                <a:cubicBezTo>
                  <a:pt x="105735" y="110097"/>
                  <a:pt x="107940" y="112302"/>
                  <a:pt x="107940" y="115023"/>
                </a:cubicBezTo>
                <a:cubicBezTo>
                  <a:pt x="107940" y="117743"/>
                  <a:pt x="105735" y="119948"/>
                  <a:pt x="103015" y="119948"/>
                </a:cubicBezTo>
                <a:lnTo>
                  <a:pt x="74183" y="119948"/>
                </a:lnTo>
                <a:lnTo>
                  <a:pt x="74183" y="141600"/>
                </a:lnTo>
                <a:cubicBezTo>
                  <a:pt x="74183" y="144321"/>
                  <a:pt x="71978" y="146526"/>
                  <a:pt x="69257" y="146526"/>
                </a:cubicBezTo>
                <a:cubicBezTo>
                  <a:pt x="66537" y="146526"/>
                  <a:pt x="64332" y="144321"/>
                  <a:pt x="64332" y="141600"/>
                </a:cubicBezTo>
                <a:lnTo>
                  <a:pt x="64332" y="119950"/>
                </a:lnTo>
                <a:lnTo>
                  <a:pt x="34062" y="119950"/>
                </a:lnTo>
                <a:cubicBezTo>
                  <a:pt x="31342" y="119950"/>
                  <a:pt x="29137" y="117745"/>
                  <a:pt x="29137" y="115024"/>
                </a:cubicBezTo>
                <a:cubicBezTo>
                  <a:pt x="29137" y="112304"/>
                  <a:pt x="31342" y="110099"/>
                  <a:pt x="34062" y="110099"/>
                </a:cubicBezTo>
                <a:lnTo>
                  <a:pt x="64332" y="110099"/>
                </a:lnTo>
                <a:lnTo>
                  <a:pt x="64332" y="96250"/>
                </a:lnTo>
                <a:lnTo>
                  <a:pt x="34062" y="96250"/>
                </a:lnTo>
                <a:cubicBezTo>
                  <a:pt x="31345" y="96248"/>
                  <a:pt x="29142" y="94045"/>
                  <a:pt x="29141" y="91328"/>
                </a:cubicBezTo>
                <a:cubicBezTo>
                  <a:pt x="29139" y="88608"/>
                  <a:pt x="31342" y="86401"/>
                  <a:pt x="34062" y="86399"/>
                </a:cubicBezTo>
                <a:lnTo>
                  <a:pt x="64336" y="86399"/>
                </a:lnTo>
                <a:lnTo>
                  <a:pt x="64336" y="81887"/>
                </a:lnTo>
                <a:lnTo>
                  <a:pt x="39305" y="58276"/>
                </a:lnTo>
                <a:cubicBezTo>
                  <a:pt x="39232" y="58210"/>
                  <a:pt x="39161" y="58145"/>
                  <a:pt x="39092" y="58076"/>
                </a:cubicBezTo>
                <a:cubicBezTo>
                  <a:pt x="37169" y="56151"/>
                  <a:pt x="37171" y="53033"/>
                  <a:pt x="39096" y="51110"/>
                </a:cubicBezTo>
                <a:cubicBezTo>
                  <a:pt x="41020" y="49187"/>
                  <a:pt x="44138" y="49189"/>
                  <a:pt x="46061" y="51114"/>
                </a:cubicBezTo>
                <a:lnTo>
                  <a:pt x="68726" y="72488"/>
                </a:lnTo>
                <a:lnTo>
                  <a:pt x="91383" y="51112"/>
                </a:lnTo>
                <a:cubicBezTo>
                  <a:pt x="91493" y="50999"/>
                  <a:pt x="91608" y="50889"/>
                  <a:pt x="91729" y="50786"/>
                </a:cubicBezTo>
                <a:close/>
                <a:moveTo>
                  <a:pt x="68540" y="0"/>
                </a:moveTo>
                <a:cubicBezTo>
                  <a:pt x="81033" y="46"/>
                  <a:pt x="92154" y="7928"/>
                  <a:pt x="96337" y="19701"/>
                </a:cubicBezTo>
                <a:lnTo>
                  <a:pt x="118737" y="19701"/>
                </a:lnTo>
                <a:cubicBezTo>
                  <a:pt x="129308" y="19701"/>
                  <a:pt x="137907" y="28566"/>
                  <a:pt x="137907" y="39480"/>
                </a:cubicBezTo>
                <a:lnTo>
                  <a:pt x="137907" y="103834"/>
                </a:lnTo>
                <a:cubicBezTo>
                  <a:pt x="137907" y="106554"/>
                  <a:pt x="135702" y="108759"/>
                  <a:pt x="132982" y="108759"/>
                </a:cubicBezTo>
                <a:cubicBezTo>
                  <a:pt x="130261" y="108759"/>
                  <a:pt x="128056" y="106554"/>
                  <a:pt x="128056" y="103834"/>
                </a:cubicBezTo>
                <a:lnTo>
                  <a:pt x="128056" y="39480"/>
                </a:lnTo>
                <a:cubicBezTo>
                  <a:pt x="128056" y="34004"/>
                  <a:pt x="123870" y="29552"/>
                  <a:pt x="118737" y="29552"/>
                </a:cubicBezTo>
                <a:lnTo>
                  <a:pt x="93579" y="29552"/>
                </a:lnTo>
                <a:cubicBezTo>
                  <a:pt x="93471" y="29552"/>
                  <a:pt x="93382" y="29504"/>
                  <a:pt x="93283" y="29493"/>
                </a:cubicBezTo>
                <a:cubicBezTo>
                  <a:pt x="93076" y="29513"/>
                  <a:pt x="92870" y="29552"/>
                  <a:pt x="92663" y="29552"/>
                </a:cubicBezTo>
                <a:cubicBezTo>
                  <a:pt x="90325" y="29548"/>
                  <a:pt x="88314" y="27902"/>
                  <a:pt x="87846" y="25612"/>
                </a:cubicBezTo>
                <a:cubicBezTo>
                  <a:pt x="85994" y="16479"/>
                  <a:pt x="77876" y="9851"/>
                  <a:pt x="68538" y="9851"/>
                </a:cubicBezTo>
                <a:cubicBezTo>
                  <a:pt x="59322" y="9888"/>
                  <a:pt x="51350" y="16279"/>
                  <a:pt x="49310" y="25266"/>
                </a:cubicBezTo>
                <a:cubicBezTo>
                  <a:pt x="48990" y="26666"/>
                  <a:pt x="48072" y="27854"/>
                  <a:pt x="46798" y="28517"/>
                </a:cubicBezTo>
                <a:cubicBezTo>
                  <a:pt x="45981" y="29118"/>
                  <a:pt x="45015" y="29552"/>
                  <a:pt x="43913" y="29552"/>
                </a:cubicBezTo>
                <a:lnTo>
                  <a:pt x="19170" y="29552"/>
                </a:lnTo>
                <a:cubicBezTo>
                  <a:pt x="14037" y="29552"/>
                  <a:pt x="9851" y="34004"/>
                  <a:pt x="9851" y="39480"/>
                </a:cubicBezTo>
                <a:lnTo>
                  <a:pt x="9851" y="157529"/>
                </a:lnTo>
                <a:cubicBezTo>
                  <a:pt x="9851" y="163005"/>
                  <a:pt x="14037" y="167457"/>
                  <a:pt x="19170" y="167457"/>
                </a:cubicBezTo>
                <a:lnTo>
                  <a:pt x="44328" y="167457"/>
                </a:lnTo>
                <a:cubicBezTo>
                  <a:pt x="47047" y="167457"/>
                  <a:pt x="49251" y="169662"/>
                  <a:pt x="49253" y="172381"/>
                </a:cubicBezTo>
                <a:cubicBezTo>
                  <a:pt x="49253" y="175101"/>
                  <a:pt x="47048" y="177306"/>
                  <a:pt x="44328" y="177306"/>
                </a:cubicBezTo>
                <a:lnTo>
                  <a:pt x="19170" y="177306"/>
                </a:lnTo>
                <a:cubicBezTo>
                  <a:pt x="8599" y="177306"/>
                  <a:pt x="0" y="168441"/>
                  <a:pt x="0" y="157527"/>
                </a:cubicBezTo>
                <a:lnTo>
                  <a:pt x="0" y="39479"/>
                </a:lnTo>
                <a:cubicBezTo>
                  <a:pt x="0" y="28565"/>
                  <a:pt x="8599" y="19699"/>
                  <a:pt x="19170" y="19699"/>
                </a:cubicBezTo>
                <a:lnTo>
                  <a:pt x="40781" y="19699"/>
                </a:lnTo>
                <a:cubicBezTo>
                  <a:pt x="44971" y="7951"/>
                  <a:pt x="56064" y="78"/>
                  <a:pt x="68540" y="0"/>
                </a:cubicBezTo>
                <a:close/>
              </a:path>
            </a:pathLst>
          </a:custGeom>
          <a:solidFill>
            <a:schemeClr val="tx1"/>
          </a:solidFill>
          <a:ln w="167" cap="flat">
            <a:noFill/>
            <a:prstDash val="solid"/>
            <a:miter/>
          </a:ln>
        </p:spPr>
        <p:txBody>
          <a:bodyPr rtlCol="0" anchor="ctr"/>
          <a:lstStyle/>
          <a:p>
            <a:endParaRPr lang="zh-CN" altLang="en-US"/>
          </a:p>
        </p:txBody>
      </p:sp>
      <p:sp>
        <p:nvSpPr>
          <p:cNvPr id="1056" name="任意多边形: 形状 1055">
            <a:extLst>
              <a:ext uri="{FF2B5EF4-FFF2-40B4-BE49-F238E27FC236}">
                <a16:creationId xmlns:a16="http://schemas.microsoft.com/office/drawing/2014/main" id="{F07AE1C5-6267-A8F8-4E89-CBE9236E7F2F}"/>
              </a:ext>
            </a:extLst>
          </p:cNvPr>
          <p:cNvSpPr/>
          <p:nvPr/>
        </p:nvSpPr>
        <p:spPr>
          <a:xfrm>
            <a:off x="5920528" y="2904962"/>
            <a:ext cx="442172" cy="442216"/>
          </a:xfrm>
          <a:custGeom>
            <a:avLst/>
            <a:gdLst>
              <a:gd name="connsiteX0" fmla="*/ 450146 w 885620"/>
              <a:gd name="connsiteY0" fmla="*/ 387094 h 885710"/>
              <a:gd name="connsiteX1" fmla="*/ 387128 w 885620"/>
              <a:gd name="connsiteY1" fmla="*/ 450081 h 885710"/>
              <a:gd name="connsiteX2" fmla="*/ 450115 w 885620"/>
              <a:gd name="connsiteY2" fmla="*/ 513100 h 885710"/>
              <a:gd name="connsiteX3" fmla="*/ 513133 w 885620"/>
              <a:gd name="connsiteY3" fmla="*/ 450113 h 885710"/>
              <a:gd name="connsiteX4" fmla="*/ 450146 w 885620"/>
              <a:gd name="connsiteY4" fmla="*/ 387094 h 885710"/>
              <a:gd name="connsiteX5" fmla="*/ 450115 w 885620"/>
              <a:gd name="connsiteY5" fmla="*/ 324139 h 885710"/>
              <a:gd name="connsiteX6" fmla="*/ 576089 w 885620"/>
              <a:gd name="connsiteY6" fmla="*/ 450113 h 885710"/>
              <a:gd name="connsiteX7" fmla="*/ 450115 w 885620"/>
              <a:gd name="connsiteY7" fmla="*/ 576087 h 885710"/>
              <a:gd name="connsiteX8" fmla="*/ 324141 w 885620"/>
              <a:gd name="connsiteY8" fmla="*/ 450113 h 885710"/>
              <a:gd name="connsiteX9" fmla="*/ 450115 w 885620"/>
              <a:gd name="connsiteY9" fmla="*/ 324139 h 885710"/>
              <a:gd name="connsiteX10" fmla="*/ 647574 w 885620"/>
              <a:gd name="connsiteY10" fmla="*/ 63176 h 885710"/>
              <a:gd name="connsiteX11" fmla="*/ 458932 w 885620"/>
              <a:gd name="connsiteY11" fmla="*/ 119872 h 885710"/>
              <a:gd name="connsiteX12" fmla="*/ 443154 w 885620"/>
              <a:gd name="connsiteY12" fmla="*/ 122927 h 885710"/>
              <a:gd name="connsiteX13" fmla="*/ 426872 w 885620"/>
              <a:gd name="connsiteY13" fmla="*/ 119935 h 885710"/>
              <a:gd name="connsiteX14" fmla="*/ 105922 w 885620"/>
              <a:gd name="connsiteY14" fmla="*/ 105921 h 885710"/>
              <a:gd name="connsiteX15" fmla="*/ 79342 w 885620"/>
              <a:gd name="connsiteY15" fmla="*/ 327698 h 885710"/>
              <a:gd name="connsiteX16" fmla="*/ 103686 w 885620"/>
              <a:gd name="connsiteY16" fmla="*/ 324139 h 885710"/>
              <a:gd name="connsiteX17" fmla="*/ 128188 w 885620"/>
              <a:gd name="connsiteY17" fmla="*/ 327792 h 885710"/>
              <a:gd name="connsiteX18" fmla="*/ 220181 w 885620"/>
              <a:gd name="connsiteY18" fmla="*/ 220179 h 885710"/>
              <a:gd name="connsiteX19" fmla="*/ 264712 w 885620"/>
              <a:gd name="connsiteY19" fmla="*/ 220179 h 885710"/>
              <a:gd name="connsiteX20" fmla="*/ 264712 w 885620"/>
              <a:gd name="connsiteY20" fmla="*/ 264711 h 885710"/>
              <a:gd name="connsiteX21" fmla="*/ 180058 w 885620"/>
              <a:gd name="connsiteY21" fmla="*/ 363411 h 885710"/>
              <a:gd name="connsiteX22" fmla="*/ 198167 w 885620"/>
              <a:gd name="connsiteY22" fmla="*/ 418619 h 885710"/>
              <a:gd name="connsiteX23" fmla="*/ 103686 w 885620"/>
              <a:gd name="connsiteY23" fmla="*/ 513100 h 885710"/>
              <a:gd name="connsiteX24" fmla="*/ 95435 w 885620"/>
              <a:gd name="connsiteY24" fmla="*/ 512249 h 885710"/>
              <a:gd name="connsiteX25" fmla="*/ 105922 w 885620"/>
              <a:gd name="connsiteY25" fmla="*/ 779754 h 885710"/>
              <a:gd name="connsiteX26" fmla="*/ 375065 w 885620"/>
              <a:gd name="connsiteY26" fmla="*/ 789832 h 885710"/>
              <a:gd name="connsiteX27" fmla="*/ 220181 w 885620"/>
              <a:gd name="connsiteY27" fmla="*/ 665528 h 885710"/>
              <a:gd name="connsiteX28" fmla="*/ 220181 w 885620"/>
              <a:gd name="connsiteY28" fmla="*/ 620996 h 885710"/>
              <a:gd name="connsiteX29" fmla="*/ 264712 w 885620"/>
              <a:gd name="connsiteY29" fmla="*/ 620996 h 885710"/>
              <a:gd name="connsiteX30" fmla="*/ 779788 w 885620"/>
              <a:gd name="connsiteY30" fmla="*/ 779786 h 885710"/>
              <a:gd name="connsiteX31" fmla="*/ 789676 w 885620"/>
              <a:gd name="connsiteY31" fmla="*/ 510895 h 885710"/>
              <a:gd name="connsiteX32" fmla="*/ 688079 w 885620"/>
              <a:gd name="connsiteY32" fmla="*/ 641656 h 885710"/>
              <a:gd name="connsiteX33" fmla="*/ 701969 w 885620"/>
              <a:gd name="connsiteY33" fmla="*/ 686406 h 885710"/>
              <a:gd name="connsiteX34" fmla="*/ 623142 w 885620"/>
              <a:gd name="connsiteY34" fmla="*/ 765047 h 885710"/>
              <a:gd name="connsiteX35" fmla="*/ 544502 w 885620"/>
              <a:gd name="connsiteY35" fmla="*/ 686221 h 885710"/>
              <a:gd name="connsiteX36" fmla="*/ 623328 w 885620"/>
              <a:gd name="connsiteY36" fmla="*/ 607580 h 885710"/>
              <a:gd name="connsiteX37" fmla="*/ 632808 w 885620"/>
              <a:gd name="connsiteY37" fmla="*/ 608525 h 885710"/>
              <a:gd name="connsiteX38" fmla="*/ 756986 w 885620"/>
              <a:gd name="connsiteY38" fmla="*/ 442838 h 885710"/>
              <a:gd name="connsiteX39" fmla="*/ 672930 w 885620"/>
              <a:gd name="connsiteY39" fmla="*/ 321840 h 885710"/>
              <a:gd name="connsiteX40" fmla="*/ 654822 w 885620"/>
              <a:gd name="connsiteY40" fmla="*/ 324139 h 885710"/>
              <a:gd name="connsiteX41" fmla="*/ 576088 w 885620"/>
              <a:gd name="connsiteY41" fmla="*/ 245405 h 885710"/>
              <a:gd name="connsiteX42" fmla="*/ 654822 w 885620"/>
              <a:gd name="connsiteY42" fmla="*/ 166672 h 885710"/>
              <a:gd name="connsiteX43" fmla="*/ 733555 w 885620"/>
              <a:gd name="connsiteY43" fmla="*/ 245405 h 885710"/>
              <a:gd name="connsiteX44" fmla="*/ 723162 w 885620"/>
              <a:gd name="connsiteY44" fmla="*/ 283796 h 885710"/>
              <a:gd name="connsiteX45" fmla="*/ 789676 w 885620"/>
              <a:gd name="connsiteY45" fmla="*/ 374812 h 885710"/>
              <a:gd name="connsiteX46" fmla="*/ 779788 w 885620"/>
              <a:gd name="connsiteY46" fmla="*/ 105921 h 885710"/>
              <a:gd name="connsiteX47" fmla="*/ 647574 w 885620"/>
              <a:gd name="connsiteY47" fmla="*/ 63176 h 885710"/>
              <a:gd name="connsiteX48" fmla="*/ 225527 w 885620"/>
              <a:gd name="connsiteY48" fmla="*/ 1 h 885710"/>
              <a:gd name="connsiteX49" fmla="*/ 442839 w 885620"/>
              <a:gd name="connsiteY49" fmla="*/ 57610 h 885710"/>
              <a:gd name="connsiteX50" fmla="*/ 824319 w 885620"/>
              <a:gd name="connsiteY50" fmla="*/ 61389 h 885710"/>
              <a:gd name="connsiteX51" fmla="*/ 827941 w 885620"/>
              <a:gd name="connsiteY51" fmla="*/ 442869 h 885710"/>
              <a:gd name="connsiteX52" fmla="*/ 824319 w 885620"/>
              <a:gd name="connsiteY52" fmla="*/ 824318 h 885710"/>
              <a:gd name="connsiteX53" fmla="*/ 443028 w 885620"/>
              <a:gd name="connsiteY53" fmla="*/ 828034 h 885710"/>
              <a:gd name="connsiteX54" fmla="*/ 61391 w 885620"/>
              <a:gd name="connsiteY54" fmla="*/ 824318 h 885710"/>
              <a:gd name="connsiteX55" fmla="*/ 38086 w 885620"/>
              <a:gd name="connsiteY55" fmla="*/ 486425 h 885710"/>
              <a:gd name="connsiteX56" fmla="*/ 25299 w 885620"/>
              <a:gd name="connsiteY56" fmla="*/ 365836 h 885710"/>
              <a:gd name="connsiteX57" fmla="*/ 61359 w 885620"/>
              <a:gd name="connsiteY57" fmla="*/ 61389 h 885710"/>
              <a:gd name="connsiteX58" fmla="*/ 225527 w 885620"/>
              <a:gd name="connsiteY58" fmla="*/ 1 h 88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885620" h="885710">
                <a:moveTo>
                  <a:pt x="450146" y="387094"/>
                </a:moveTo>
                <a:cubicBezTo>
                  <a:pt x="415351" y="387086"/>
                  <a:pt x="387137" y="415286"/>
                  <a:pt x="387128" y="450081"/>
                </a:cubicBezTo>
                <a:cubicBezTo>
                  <a:pt x="387119" y="484877"/>
                  <a:pt x="415319" y="513091"/>
                  <a:pt x="450115" y="513100"/>
                </a:cubicBezTo>
                <a:cubicBezTo>
                  <a:pt x="484910" y="513108"/>
                  <a:pt x="513124" y="484908"/>
                  <a:pt x="513133" y="450113"/>
                </a:cubicBezTo>
                <a:cubicBezTo>
                  <a:pt x="513142" y="415317"/>
                  <a:pt x="484942" y="387103"/>
                  <a:pt x="450146" y="387094"/>
                </a:cubicBezTo>
                <a:close/>
                <a:moveTo>
                  <a:pt x="450115" y="324139"/>
                </a:moveTo>
                <a:cubicBezTo>
                  <a:pt x="519688" y="324139"/>
                  <a:pt x="576089" y="380539"/>
                  <a:pt x="576089" y="450113"/>
                </a:cubicBezTo>
                <a:cubicBezTo>
                  <a:pt x="576089" y="519686"/>
                  <a:pt x="519688" y="576087"/>
                  <a:pt x="450115" y="576087"/>
                </a:cubicBezTo>
                <a:cubicBezTo>
                  <a:pt x="380541" y="576087"/>
                  <a:pt x="324141" y="519686"/>
                  <a:pt x="324141" y="450113"/>
                </a:cubicBezTo>
                <a:cubicBezTo>
                  <a:pt x="324141" y="380539"/>
                  <a:pt x="380541" y="324139"/>
                  <a:pt x="450115" y="324139"/>
                </a:cubicBezTo>
                <a:close/>
                <a:moveTo>
                  <a:pt x="647574" y="63176"/>
                </a:moveTo>
                <a:cubicBezTo>
                  <a:pt x="592110" y="65436"/>
                  <a:pt x="527242" y="84269"/>
                  <a:pt x="458932" y="119872"/>
                </a:cubicBezTo>
                <a:cubicBezTo>
                  <a:pt x="454039" y="122278"/>
                  <a:pt x="448592" y="123332"/>
                  <a:pt x="443154" y="122927"/>
                </a:cubicBezTo>
                <a:cubicBezTo>
                  <a:pt x="437555" y="123449"/>
                  <a:pt x="431920" y="122414"/>
                  <a:pt x="426872" y="119935"/>
                </a:cubicBezTo>
                <a:cubicBezTo>
                  <a:pt x="290222" y="48666"/>
                  <a:pt x="167303" y="44540"/>
                  <a:pt x="105922" y="105921"/>
                </a:cubicBezTo>
                <a:cubicBezTo>
                  <a:pt x="59879" y="151964"/>
                  <a:pt x="51092" y="232776"/>
                  <a:pt x="79342" y="327698"/>
                </a:cubicBezTo>
                <a:cubicBezTo>
                  <a:pt x="87266" y="325452"/>
                  <a:pt x="95451" y="324255"/>
                  <a:pt x="103686" y="324139"/>
                </a:cubicBezTo>
                <a:cubicBezTo>
                  <a:pt x="111982" y="324240"/>
                  <a:pt x="120224" y="325469"/>
                  <a:pt x="128188" y="327792"/>
                </a:cubicBezTo>
                <a:cubicBezTo>
                  <a:pt x="156039" y="289609"/>
                  <a:pt x="186795" y="253631"/>
                  <a:pt x="220181" y="220179"/>
                </a:cubicBezTo>
                <a:cubicBezTo>
                  <a:pt x="232478" y="207882"/>
                  <a:pt x="252415" y="207882"/>
                  <a:pt x="264712" y="220179"/>
                </a:cubicBezTo>
                <a:cubicBezTo>
                  <a:pt x="277009" y="232476"/>
                  <a:pt x="277009" y="252414"/>
                  <a:pt x="264712" y="264711"/>
                </a:cubicBezTo>
                <a:cubicBezTo>
                  <a:pt x="234035" y="295419"/>
                  <a:pt x="205735" y="328414"/>
                  <a:pt x="180058" y="363411"/>
                </a:cubicBezTo>
                <a:cubicBezTo>
                  <a:pt x="191333" y="378969"/>
                  <a:pt x="198167" y="397928"/>
                  <a:pt x="198167" y="418619"/>
                </a:cubicBezTo>
                <a:cubicBezTo>
                  <a:pt x="198167" y="470799"/>
                  <a:pt x="155866" y="513100"/>
                  <a:pt x="103686" y="513100"/>
                </a:cubicBezTo>
                <a:cubicBezTo>
                  <a:pt x="100852" y="513100"/>
                  <a:pt x="98207" y="512501"/>
                  <a:pt x="95435" y="512249"/>
                </a:cubicBezTo>
                <a:cubicBezTo>
                  <a:pt x="50274" y="623893"/>
                  <a:pt x="51029" y="724861"/>
                  <a:pt x="105922" y="779754"/>
                </a:cubicBezTo>
                <a:cubicBezTo>
                  <a:pt x="159430" y="833262"/>
                  <a:pt x="259673" y="836978"/>
                  <a:pt x="375065" y="789832"/>
                </a:cubicBezTo>
                <a:cubicBezTo>
                  <a:pt x="319003" y="754247"/>
                  <a:pt x="267058" y="712558"/>
                  <a:pt x="220181" y="665528"/>
                </a:cubicBezTo>
                <a:cubicBezTo>
                  <a:pt x="207884" y="653231"/>
                  <a:pt x="207884" y="633293"/>
                  <a:pt x="220181" y="620996"/>
                </a:cubicBezTo>
                <a:cubicBezTo>
                  <a:pt x="232478" y="608699"/>
                  <a:pt x="252415" y="608699"/>
                  <a:pt x="264712" y="620996"/>
                </a:cubicBezTo>
                <a:cubicBezTo>
                  <a:pt x="452413" y="808728"/>
                  <a:pt x="684898" y="874676"/>
                  <a:pt x="779788" y="779786"/>
                </a:cubicBezTo>
                <a:cubicBezTo>
                  <a:pt x="834901" y="724673"/>
                  <a:pt x="835405" y="623075"/>
                  <a:pt x="789676" y="510895"/>
                </a:cubicBezTo>
                <a:cubicBezTo>
                  <a:pt x="759963" y="557555"/>
                  <a:pt x="725949" y="601333"/>
                  <a:pt x="688079" y="641656"/>
                </a:cubicBezTo>
                <a:cubicBezTo>
                  <a:pt x="697143" y="654817"/>
                  <a:pt x="701988" y="670425"/>
                  <a:pt x="701969" y="686406"/>
                </a:cubicBezTo>
                <a:cubicBezTo>
                  <a:pt x="701917" y="729890"/>
                  <a:pt x="666626" y="765098"/>
                  <a:pt x="623142" y="765047"/>
                </a:cubicBezTo>
                <a:cubicBezTo>
                  <a:pt x="579659" y="764996"/>
                  <a:pt x="544450" y="729704"/>
                  <a:pt x="544502" y="686221"/>
                </a:cubicBezTo>
                <a:cubicBezTo>
                  <a:pt x="544553" y="642737"/>
                  <a:pt x="579845" y="607529"/>
                  <a:pt x="623328" y="607580"/>
                </a:cubicBezTo>
                <a:cubicBezTo>
                  <a:pt x="626572" y="607580"/>
                  <a:pt x="629658" y="608147"/>
                  <a:pt x="632808" y="608525"/>
                </a:cubicBezTo>
                <a:cubicBezTo>
                  <a:pt x="684173" y="555112"/>
                  <a:pt x="725965" y="498613"/>
                  <a:pt x="756986" y="442838"/>
                </a:cubicBezTo>
                <a:cubicBezTo>
                  <a:pt x="732831" y="399954"/>
                  <a:pt x="704688" y="359442"/>
                  <a:pt x="672930" y="321840"/>
                </a:cubicBezTo>
                <a:cubicBezTo>
                  <a:pt x="667104" y="323226"/>
                  <a:pt x="661089" y="324139"/>
                  <a:pt x="654822" y="324139"/>
                </a:cubicBezTo>
                <a:cubicBezTo>
                  <a:pt x="611338" y="324139"/>
                  <a:pt x="576088" y="288889"/>
                  <a:pt x="576088" y="245405"/>
                </a:cubicBezTo>
                <a:cubicBezTo>
                  <a:pt x="576088" y="201922"/>
                  <a:pt x="611338" y="166672"/>
                  <a:pt x="654822" y="166672"/>
                </a:cubicBezTo>
                <a:cubicBezTo>
                  <a:pt x="698305" y="166672"/>
                  <a:pt x="733555" y="201922"/>
                  <a:pt x="733555" y="245405"/>
                </a:cubicBezTo>
                <a:cubicBezTo>
                  <a:pt x="733555" y="259420"/>
                  <a:pt x="729587" y="272395"/>
                  <a:pt x="723162" y="283796"/>
                </a:cubicBezTo>
                <a:cubicBezTo>
                  <a:pt x="747288" y="312657"/>
                  <a:pt x="769507" y="343060"/>
                  <a:pt x="789676" y="374812"/>
                </a:cubicBezTo>
                <a:cubicBezTo>
                  <a:pt x="835436" y="262601"/>
                  <a:pt x="834901" y="161034"/>
                  <a:pt x="779788" y="105921"/>
                </a:cubicBezTo>
                <a:cubicBezTo>
                  <a:pt x="749098" y="75231"/>
                  <a:pt x="703038" y="60917"/>
                  <a:pt x="647574" y="63176"/>
                </a:cubicBezTo>
                <a:close/>
                <a:moveTo>
                  <a:pt x="225527" y="1"/>
                </a:moveTo>
                <a:cubicBezTo>
                  <a:pt x="291388" y="-126"/>
                  <a:pt x="366106" y="19582"/>
                  <a:pt x="442839" y="57610"/>
                </a:cubicBezTo>
                <a:cubicBezTo>
                  <a:pt x="596338" y="-18447"/>
                  <a:pt x="741712" y="-21218"/>
                  <a:pt x="824319" y="61389"/>
                </a:cubicBezTo>
                <a:cubicBezTo>
                  <a:pt x="908407" y="145477"/>
                  <a:pt x="902486" y="292394"/>
                  <a:pt x="827941" y="442869"/>
                </a:cubicBezTo>
                <a:cubicBezTo>
                  <a:pt x="902486" y="593313"/>
                  <a:pt x="908407" y="740230"/>
                  <a:pt x="824319" y="824318"/>
                </a:cubicBezTo>
                <a:cubicBezTo>
                  <a:pt x="740263" y="908374"/>
                  <a:pt x="593409" y="902516"/>
                  <a:pt x="443028" y="828034"/>
                </a:cubicBezTo>
                <a:cubicBezTo>
                  <a:pt x="289435" y="904185"/>
                  <a:pt x="143998" y="906925"/>
                  <a:pt x="61391" y="824318"/>
                </a:cubicBezTo>
                <a:cubicBezTo>
                  <a:pt x="-14540" y="748387"/>
                  <a:pt x="-16965" y="621154"/>
                  <a:pt x="38086" y="486425"/>
                </a:cubicBezTo>
                <a:cubicBezTo>
                  <a:pt x="5102" y="454669"/>
                  <a:pt x="-292" y="403803"/>
                  <a:pt x="25299" y="365836"/>
                </a:cubicBezTo>
                <a:cubicBezTo>
                  <a:pt x="-16870" y="242036"/>
                  <a:pt x="-7296" y="130045"/>
                  <a:pt x="61359" y="61389"/>
                </a:cubicBezTo>
                <a:cubicBezTo>
                  <a:pt x="102663" y="20086"/>
                  <a:pt x="159667" y="127"/>
                  <a:pt x="225527" y="1"/>
                </a:cubicBezTo>
                <a:close/>
              </a:path>
            </a:pathLst>
          </a:custGeom>
          <a:solidFill>
            <a:schemeClr val="tx1"/>
          </a:solidFill>
          <a:ln w="977" cap="flat">
            <a:noFill/>
            <a:prstDash val="solid"/>
            <a:miter/>
          </a:ln>
        </p:spPr>
        <p:txBody>
          <a:bodyPr rtlCol="0" anchor="ctr"/>
          <a:lstStyle/>
          <a:p>
            <a:endParaRPr lang="zh-CN" altLang="en-US"/>
          </a:p>
        </p:txBody>
      </p:sp>
      <p:sp>
        <p:nvSpPr>
          <p:cNvPr id="12" name="椭圆 11">
            <a:extLst>
              <a:ext uri="{FF2B5EF4-FFF2-40B4-BE49-F238E27FC236}">
                <a16:creationId xmlns:a16="http://schemas.microsoft.com/office/drawing/2014/main" id="{3194B27F-A9C8-BC1A-6273-45AC09C1BBBB}"/>
              </a:ext>
            </a:extLst>
          </p:cNvPr>
          <p:cNvSpPr/>
          <p:nvPr/>
        </p:nvSpPr>
        <p:spPr>
          <a:xfrm>
            <a:off x="3910631" y="4707247"/>
            <a:ext cx="501754" cy="501750"/>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400" b="1" dirty="0">
              <a:solidFill>
                <a:schemeClr val="tx1"/>
              </a:solidFill>
              <a:latin typeface="+mj-ea"/>
              <a:ea typeface="+mj-ea"/>
            </a:endParaRPr>
          </a:p>
        </p:txBody>
      </p:sp>
      <p:sp>
        <p:nvSpPr>
          <p:cNvPr id="13" name="椭圆 12">
            <a:extLst>
              <a:ext uri="{FF2B5EF4-FFF2-40B4-BE49-F238E27FC236}">
                <a16:creationId xmlns:a16="http://schemas.microsoft.com/office/drawing/2014/main" id="{7007FAAF-D6B2-73C2-AE43-51661ADDAABF}"/>
              </a:ext>
            </a:extLst>
          </p:cNvPr>
          <p:cNvSpPr/>
          <p:nvPr/>
        </p:nvSpPr>
        <p:spPr>
          <a:xfrm>
            <a:off x="5102868" y="4796576"/>
            <a:ext cx="501754" cy="501750"/>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400" b="1" dirty="0">
              <a:solidFill>
                <a:schemeClr val="tx1"/>
              </a:solidFill>
              <a:latin typeface="+mj-ea"/>
              <a:ea typeface="+mj-ea"/>
            </a:endParaRPr>
          </a:p>
        </p:txBody>
      </p:sp>
      <p:sp>
        <p:nvSpPr>
          <p:cNvPr id="14" name="椭圆 13">
            <a:extLst>
              <a:ext uri="{FF2B5EF4-FFF2-40B4-BE49-F238E27FC236}">
                <a16:creationId xmlns:a16="http://schemas.microsoft.com/office/drawing/2014/main" id="{E7EF5341-1F48-E776-8BD4-E3CD4571D67E}"/>
              </a:ext>
            </a:extLst>
          </p:cNvPr>
          <p:cNvSpPr/>
          <p:nvPr/>
        </p:nvSpPr>
        <p:spPr>
          <a:xfrm>
            <a:off x="6499868" y="4796576"/>
            <a:ext cx="501754" cy="501750"/>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400" b="1" dirty="0">
              <a:solidFill>
                <a:schemeClr val="tx1"/>
              </a:solidFill>
              <a:latin typeface="+mj-ea"/>
              <a:ea typeface="+mj-ea"/>
            </a:endParaRPr>
          </a:p>
        </p:txBody>
      </p:sp>
      <p:sp>
        <p:nvSpPr>
          <p:cNvPr id="15" name="椭圆 14">
            <a:extLst>
              <a:ext uri="{FF2B5EF4-FFF2-40B4-BE49-F238E27FC236}">
                <a16:creationId xmlns:a16="http://schemas.microsoft.com/office/drawing/2014/main" id="{A4754268-34C6-C9AF-2167-91F638D00737}"/>
              </a:ext>
            </a:extLst>
          </p:cNvPr>
          <p:cNvSpPr/>
          <p:nvPr/>
        </p:nvSpPr>
        <p:spPr>
          <a:xfrm>
            <a:off x="7780956" y="4707247"/>
            <a:ext cx="501754" cy="501750"/>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400" b="1" dirty="0">
              <a:solidFill>
                <a:schemeClr val="tx1"/>
              </a:solidFill>
              <a:latin typeface="+mj-ea"/>
              <a:ea typeface="+mj-ea"/>
            </a:endParaRPr>
          </a:p>
        </p:txBody>
      </p:sp>
      <p:sp>
        <p:nvSpPr>
          <p:cNvPr id="32" name="文本框 31">
            <a:extLst>
              <a:ext uri="{FF2B5EF4-FFF2-40B4-BE49-F238E27FC236}">
                <a16:creationId xmlns:a16="http://schemas.microsoft.com/office/drawing/2014/main" id="{FF4198FC-0623-551F-5F29-9A49B11850AB}"/>
              </a:ext>
            </a:extLst>
          </p:cNvPr>
          <p:cNvSpPr txBox="1">
            <a:spLocks/>
          </p:cNvSpPr>
          <p:nvPr/>
        </p:nvSpPr>
        <p:spPr>
          <a:xfrm>
            <a:off x="3723569" y="5451412"/>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 时间管理</a:t>
            </a:r>
          </a:p>
        </p:txBody>
      </p:sp>
      <p:sp>
        <p:nvSpPr>
          <p:cNvPr id="33" name="文本框 32">
            <a:extLst>
              <a:ext uri="{FF2B5EF4-FFF2-40B4-BE49-F238E27FC236}">
                <a16:creationId xmlns:a16="http://schemas.microsoft.com/office/drawing/2014/main" id="{DFA5E603-7580-5165-6DC1-D33CBB7C209B}"/>
              </a:ext>
            </a:extLst>
          </p:cNvPr>
          <p:cNvSpPr txBox="1">
            <a:spLocks/>
          </p:cNvSpPr>
          <p:nvPr/>
        </p:nvSpPr>
        <p:spPr>
          <a:xfrm>
            <a:off x="4915806" y="5595278"/>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  信息集中</a:t>
            </a:r>
          </a:p>
        </p:txBody>
      </p:sp>
      <p:sp>
        <p:nvSpPr>
          <p:cNvPr id="34" name="文本框 33">
            <a:extLst>
              <a:ext uri="{FF2B5EF4-FFF2-40B4-BE49-F238E27FC236}">
                <a16:creationId xmlns:a16="http://schemas.microsoft.com/office/drawing/2014/main" id="{7D3406E8-64FA-0C52-E4C7-A6AB18419054}"/>
              </a:ext>
            </a:extLst>
          </p:cNvPr>
          <p:cNvSpPr txBox="1">
            <a:spLocks/>
          </p:cNvSpPr>
          <p:nvPr/>
        </p:nvSpPr>
        <p:spPr>
          <a:xfrm>
            <a:off x="6312806" y="5595278"/>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及时传递</a:t>
            </a:r>
          </a:p>
        </p:txBody>
      </p:sp>
      <p:sp>
        <p:nvSpPr>
          <p:cNvPr id="35" name="文本框 34">
            <a:extLst>
              <a:ext uri="{FF2B5EF4-FFF2-40B4-BE49-F238E27FC236}">
                <a16:creationId xmlns:a16="http://schemas.microsoft.com/office/drawing/2014/main" id="{0D51423C-927A-3A94-0A7E-EB97E057171E}"/>
              </a:ext>
            </a:extLst>
          </p:cNvPr>
          <p:cNvSpPr txBox="1">
            <a:spLocks/>
          </p:cNvSpPr>
          <p:nvPr/>
        </p:nvSpPr>
        <p:spPr>
          <a:xfrm>
            <a:off x="7593894" y="5451412"/>
            <a:ext cx="875878"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资料管理</a:t>
            </a:r>
          </a:p>
        </p:txBody>
      </p:sp>
      <p:sp>
        <p:nvSpPr>
          <p:cNvPr id="39" name="椭圆 38">
            <a:extLst>
              <a:ext uri="{FF2B5EF4-FFF2-40B4-BE49-F238E27FC236}">
                <a16:creationId xmlns:a16="http://schemas.microsoft.com/office/drawing/2014/main" id="{8849FB25-9C6C-60F5-97E4-C83D460DEB32}"/>
              </a:ext>
            </a:extLst>
          </p:cNvPr>
          <p:cNvSpPr/>
          <p:nvPr/>
        </p:nvSpPr>
        <p:spPr>
          <a:xfrm>
            <a:off x="7996498" y="5351451"/>
            <a:ext cx="70671" cy="7067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5EA3C801-A457-4E92-3AC6-2B2439D966DE}"/>
              </a:ext>
            </a:extLst>
          </p:cNvPr>
          <p:cNvSpPr/>
          <p:nvPr/>
        </p:nvSpPr>
        <p:spPr>
          <a:xfrm>
            <a:off x="4126173" y="5351451"/>
            <a:ext cx="70671" cy="7067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0D1B9613-1F63-100F-A82F-D52DFAA02112}"/>
              </a:ext>
            </a:extLst>
          </p:cNvPr>
          <p:cNvSpPr/>
          <p:nvPr/>
        </p:nvSpPr>
        <p:spPr>
          <a:xfrm>
            <a:off x="5318410" y="5453144"/>
            <a:ext cx="70671" cy="7067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37D2F665-2467-9513-42E6-8026AC21AFA8}"/>
              </a:ext>
            </a:extLst>
          </p:cNvPr>
          <p:cNvSpPr/>
          <p:nvPr/>
        </p:nvSpPr>
        <p:spPr>
          <a:xfrm>
            <a:off x="6715410" y="5453144"/>
            <a:ext cx="70671" cy="7067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1" name="图形 1045">
            <a:extLst>
              <a:ext uri="{FF2B5EF4-FFF2-40B4-BE49-F238E27FC236}">
                <a16:creationId xmlns:a16="http://schemas.microsoft.com/office/drawing/2014/main" id="{18303926-F71C-4880-FCA1-9BBD316670D9}"/>
              </a:ext>
            </a:extLst>
          </p:cNvPr>
          <p:cNvSpPr/>
          <p:nvPr/>
        </p:nvSpPr>
        <p:spPr>
          <a:xfrm>
            <a:off x="4049232" y="4845846"/>
            <a:ext cx="224553" cy="224553"/>
          </a:xfrm>
          <a:custGeom>
            <a:avLst/>
            <a:gdLst>
              <a:gd name="connsiteX0" fmla="*/ 150870 w 162400"/>
              <a:gd name="connsiteY0" fmla="*/ 122931 h 162400"/>
              <a:gd name="connsiteX1" fmla="*/ 142513 w 162400"/>
              <a:gd name="connsiteY1" fmla="*/ 125019 h 162400"/>
              <a:gd name="connsiteX2" fmla="*/ 140425 w 162400"/>
              <a:gd name="connsiteY2" fmla="*/ 116662 h 162400"/>
              <a:gd name="connsiteX3" fmla="*/ 150220 w 162400"/>
              <a:gd name="connsiteY3" fmla="*/ 81200 h 162400"/>
              <a:gd name="connsiteX4" fmla="*/ 81200 w 162400"/>
              <a:gd name="connsiteY4" fmla="*/ 12180 h 162400"/>
              <a:gd name="connsiteX5" fmla="*/ 12180 w 162400"/>
              <a:gd name="connsiteY5" fmla="*/ 81200 h 162400"/>
              <a:gd name="connsiteX6" fmla="*/ 81200 w 162400"/>
              <a:gd name="connsiteY6" fmla="*/ 150220 h 162400"/>
              <a:gd name="connsiteX7" fmla="*/ 116658 w 162400"/>
              <a:gd name="connsiteY7" fmla="*/ 140429 h 162400"/>
              <a:gd name="connsiteX8" fmla="*/ 125013 w 162400"/>
              <a:gd name="connsiteY8" fmla="*/ 142518 h 162400"/>
              <a:gd name="connsiteX9" fmla="*/ 122925 w 162400"/>
              <a:gd name="connsiteY9" fmla="*/ 150874 h 162400"/>
              <a:gd name="connsiteX10" fmla="*/ 81200 w 162400"/>
              <a:gd name="connsiteY10" fmla="*/ 162400 h 162400"/>
              <a:gd name="connsiteX11" fmla="*/ 0 w 162400"/>
              <a:gd name="connsiteY11" fmla="*/ 81200 h 162400"/>
              <a:gd name="connsiteX12" fmla="*/ 81200 w 162400"/>
              <a:gd name="connsiteY12" fmla="*/ 0 h 162400"/>
              <a:gd name="connsiteX13" fmla="*/ 162400 w 162400"/>
              <a:gd name="connsiteY13" fmla="*/ 81200 h 162400"/>
              <a:gd name="connsiteX14" fmla="*/ 150870 w 162400"/>
              <a:gd name="connsiteY14" fmla="*/ 122931 h 162400"/>
              <a:gd name="connsiteX15" fmla="*/ 46444 w 162400"/>
              <a:gd name="connsiteY15" fmla="*/ 107344 h 162400"/>
              <a:gd name="connsiteX16" fmla="*/ 75110 w 162400"/>
              <a:gd name="connsiteY16" fmla="*/ 78677 h 162400"/>
              <a:gd name="connsiteX17" fmla="*/ 75110 w 162400"/>
              <a:gd name="connsiteY17" fmla="*/ 44660 h 162400"/>
              <a:gd name="connsiteX18" fmla="*/ 81200 w 162400"/>
              <a:gd name="connsiteY18" fmla="*/ 38570 h 162400"/>
              <a:gd name="connsiteX19" fmla="*/ 87290 w 162400"/>
              <a:gd name="connsiteY19" fmla="*/ 44660 h 162400"/>
              <a:gd name="connsiteX20" fmla="*/ 87290 w 162400"/>
              <a:gd name="connsiteY20" fmla="*/ 81200 h 162400"/>
              <a:gd name="connsiteX21" fmla="*/ 85506 w 162400"/>
              <a:gd name="connsiteY21" fmla="*/ 85506 h 162400"/>
              <a:gd name="connsiteX22" fmla="*/ 55056 w 162400"/>
              <a:gd name="connsiteY22" fmla="*/ 115956 h 162400"/>
              <a:gd name="connsiteX23" fmla="*/ 46444 w 162400"/>
              <a:gd name="connsiteY23" fmla="*/ 116105 h 162400"/>
              <a:gd name="connsiteX24" fmla="*/ 46295 w 162400"/>
              <a:gd name="connsiteY24" fmla="*/ 107494 h 162400"/>
              <a:gd name="connsiteX25" fmla="*/ 46444 w 162400"/>
              <a:gd name="connsiteY25" fmla="*/ 107344 h 1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62400" h="162400">
                <a:moveTo>
                  <a:pt x="150870" y="122931"/>
                </a:moveTo>
                <a:cubicBezTo>
                  <a:pt x="149139" y="125815"/>
                  <a:pt x="145397" y="126750"/>
                  <a:pt x="142513" y="125019"/>
                </a:cubicBezTo>
                <a:cubicBezTo>
                  <a:pt x="139629" y="123288"/>
                  <a:pt x="138694" y="119546"/>
                  <a:pt x="140425" y="116662"/>
                </a:cubicBezTo>
                <a:cubicBezTo>
                  <a:pt x="146855" y="105952"/>
                  <a:pt x="150242" y="93692"/>
                  <a:pt x="150220" y="81200"/>
                </a:cubicBezTo>
                <a:cubicBezTo>
                  <a:pt x="150220" y="43081"/>
                  <a:pt x="119319" y="12180"/>
                  <a:pt x="81200" y="12180"/>
                </a:cubicBezTo>
                <a:cubicBezTo>
                  <a:pt x="43081" y="12180"/>
                  <a:pt x="12180" y="43081"/>
                  <a:pt x="12180" y="81200"/>
                </a:cubicBezTo>
                <a:cubicBezTo>
                  <a:pt x="12180" y="119319"/>
                  <a:pt x="43081" y="150220"/>
                  <a:pt x="81200" y="150220"/>
                </a:cubicBezTo>
                <a:cubicBezTo>
                  <a:pt x="93690" y="150242"/>
                  <a:pt x="105949" y="146857"/>
                  <a:pt x="116658" y="140429"/>
                </a:cubicBezTo>
                <a:cubicBezTo>
                  <a:pt x="119542" y="138699"/>
                  <a:pt x="123283" y="139634"/>
                  <a:pt x="125013" y="142518"/>
                </a:cubicBezTo>
                <a:cubicBezTo>
                  <a:pt x="126744" y="145402"/>
                  <a:pt x="125809" y="149143"/>
                  <a:pt x="122925" y="150874"/>
                </a:cubicBezTo>
                <a:cubicBezTo>
                  <a:pt x="110323" y="158437"/>
                  <a:pt x="95897" y="162422"/>
                  <a:pt x="81200" y="162400"/>
                </a:cubicBezTo>
                <a:cubicBezTo>
                  <a:pt x="36355" y="162400"/>
                  <a:pt x="0" y="126045"/>
                  <a:pt x="0" y="81200"/>
                </a:cubicBezTo>
                <a:cubicBezTo>
                  <a:pt x="0" y="36355"/>
                  <a:pt x="36355" y="0"/>
                  <a:pt x="81200" y="0"/>
                </a:cubicBezTo>
                <a:cubicBezTo>
                  <a:pt x="126045" y="0"/>
                  <a:pt x="162400" y="36355"/>
                  <a:pt x="162400" y="81200"/>
                </a:cubicBezTo>
                <a:cubicBezTo>
                  <a:pt x="162400" y="96100"/>
                  <a:pt x="158375" y="110426"/>
                  <a:pt x="150870" y="122931"/>
                </a:cubicBezTo>
                <a:close/>
                <a:moveTo>
                  <a:pt x="46444" y="107344"/>
                </a:moveTo>
                <a:lnTo>
                  <a:pt x="75110" y="78677"/>
                </a:lnTo>
                <a:lnTo>
                  <a:pt x="75110" y="44660"/>
                </a:lnTo>
                <a:cubicBezTo>
                  <a:pt x="75110" y="41297"/>
                  <a:pt x="77837" y="38570"/>
                  <a:pt x="81200" y="38570"/>
                </a:cubicBezTo>
                <a:cubicBezTo>
                  <a:pt x="84563" y="38570"/>
                  <a:pt x="87290" y="41297"/>
                  <a:pt x="87290" y="44660"/>
                </a:cubicBezTo>
                <a:lnTo>
                  <a:pt x="87290" y="81200"/>
                </a:lnTo>
                <a:cubicBezTo>
                  <a:pt x="87290" y="82815"/>
                  <a:pt x="86648" y="84364"/>
                  <a:pt x="85506" y="85506"/>
                </a:cubicBezTo>
                <a:lnTo>
                  <a:pt x="55056" y="115956"/>
                </a:lnTo>
                <a:cubicBezTo>
                  <a:pt x="52719" y="118375"/>
                  <a:pt x="48864" y="118442"/>
                  <a:pt x="46444" y="116105"/>
                </a:cubicBezTo>
                <a:cubicBezTo>
                  <a:pt x="44025" y="113769"/>
                  <a:pt x="43958" y="109913"/>
                  <a:pt x="46295" y="107494"/>
                </a:cubicBezTo>
                <a:cubicBezTo>
                  <a:pt x="46344" y="107443"/>
                  <a:pt x="46394" y="107393"/>
                  <a:pt x="46444" y="107344"/>
                </a:cubicBezTo>
                <a:close/>
              </a:path>
            </a:pathLst>
          </a:custGeom>
          <a:solidFill>
            <a:schemeClr val="tx1"/>
          </a:solidFill>
          <a:ln w="186" cap="flat">
            <a:noFill/>
            <a:prstDash val="solid"/>
            <a:miter/>
          </a:ln>
        </p:spPr>
        <p:txBody>
          <a:bodyPr rtlCol="0" anchor="ctr"/>
          <a:lstStyle/>
          <a:p>
            <a:endParaRPr lang="zh-CN" altLang="en-US"/>
          </a:p>
        </p:txBody>
      </p:sp>
      <p:sp>
        <p:nvSpPr>
          <p:cNvPr id="1045" name="图形 21">
            <a:extLst>
              <a:ext uri="{FF2B5EF4-FFF2-40B4-BE49-F238E27FC236}">
                <a16:creationId xmlns:a16="http://schemas.microsoft.com/office/drawing/2014/main" id="{9343B987-3681-69CD-3C7B-CCC7D7CFDCC1}"/>
              </a:ext>
            </a:extLst>
          </p:cNvPr>
          <p:cNvSpPr/>
          <p:nvPr/>
        </p:nvSpPr>
        <p:spPr>
          <a:xfrm>
            <a:off x="5244827" y="4927801"/>
            <a:ext cx="217836" cy="239300"/>
          </a:xfrm>
          <a:custGeom>
            <a:avLst/>
            <a:gdLst>
              <a:gd name="connsiteX0" fmla="*/ 186960 w 204487"/>
              <a:gd name="connsiteY0" fmla="*/ 65728 h 232239"/>
              <a:gd name="connsiteX1" fmla="*/ 191342 w 204487"/>
              <a:gd name="connsiteY1" fmla="*/ 61346 h 232239"/>
              <a:gd name="connsiteX2" fmla="*/ 192802 w 204487"/>
              <a:gd name="connsiteY2" fmla="*/ 52582 h 232239"/>
              <a:gd name="connsiteX3" fmla="*/ 186960 w 204487"/>
              <a:gd name="connsiteY3" fmla="*/ 45279 h 232239"/>
              <a:gd name="connsiteX4" fmla="*/ 115389 w 204487"/>
              <a:gd name="connsiteY4" fmla="*/ 4382 h 232239"/>
              <a:gd name="connsiteX5" fmla="*/ 86177 w 204487"/>
              <a:gd name="connsiteY5" fmla="*/ 4382 h 232239"/>
              <a:gd name="connsiteX6" fmla="*/ 16067 w 204487"/>
              <a:gd name="connsiteY6" fmla="*/ 45279 h 232239"/>
              <a:gd name="connsiteX7" fmla="*/ 11685 w 204487"/>
              <a:gd name="connsiteY7" fmla="*/ 49661 h 232239"/>
              <a:gd name="connsiteX8" fmla="*/ 10224 w 204487"/>
              <a:gd name="connsiteY8" fmla="*/ 58425 h 232239"/>
              <a:gd name="connsiteX9" fmla="*/ 16067 w 204487"/>
              <a:gd name="connsiteY9" fmla="*/ 65728 h 232239"/>
              <a:gd name="connsiteX10" fmla="*/ 87637 w 204487"/>
              <a:gd name="connsiteY10" fmla="*/ 106626 h 232239"/>
              <a:gd name="connsiteX11" fmla="*/ 102244 w 204487"/>
              <a:gd name="connsiteY11" fmla="*/ 111007 h 232239"/>
              <a:gd name="connsiteX12" fmla="*/ 116850 w 204487"/>
              <a:gd name="connsiteY12" fmla="*/ 106626 h 232239"/>
              <a:gd name="connsiteX13" fmla="*/ 186960 w 204487"/>
              <a:gd name="connsiteY13" fmla="*/ 65728 h 232239"/>
              <a:gd name="connsiteX14" fmla="*/ 93480 w 204487"/>
              <a:gd name="connsiteY14" fmla="*/ 93480 h 232239"/>
              <a:gd name="connsiteX15" fmla="*/ 27752 w 204487"/>
              <a:gd name="connsiteY15" fmla="*/ 55504 h 232239"/>
              <a:gd name="connsiteX16" fmla="*/ 94941 w 204487"/>
              <a:gd name="connsiteY16" fmla="*/ 17527 h 232239"/>
              <a:gd name="connsiteX17" fmla="*/ 109547 w 204487"/>
              <a:gd name="connsiteY17" fmla="*/ 17527 h 232239"/>
              <a:gd name="connsiteX18" fmla="*/ 175275 w 204487"/>
              <a:gd name="connsiteY18" fmla="*/ 55504 h 232239"/>
              <a:gd name="connsiteX19" fmla="*/ 108086 w 204487"/>
              <a:gd name="connsiteY19" fmla="*/ 93480 h 232239"/>
              <a:gd name="connsiteX20" fmla="*/ 93480 w 204487"/>
              <a:gd name="connsiteY20" fmla="*/ 93480 h 232239"/>
              <a:gd name="connsiteX21" fmla="*/ 80334 w 204487"/>
              <a:gd name="connsiteY21" fmla="*/ 118311 h 232239"/>
              <a:gd name="connsiteX22" fmla="*/ 21909 w 204487"/>
              <a:gd name="connsiteY22" fmla="*/ 84716 h 232239"/>
              <a:gd name="connsiteX23" fmla="*/ 14606 w 204487"/>
              <a:gd name="connsiteY23" fmla="*/ 83256 h 232239"/>
              <a:gd name="connsiteX24" fmla="*/ 0 w 204487"/>
              <a:gd name="connsiteY24" fmla="*/ 97862 h 232239"/>
              <a:gd name="connsiteX25" fmla="*/ 0 w 204487"/>
              <a:gd name="connsiteY25" fmla="*/ 172354 h 232239"/>
              <a:gd name="connsiteX26" fmla="*/ 14606 w 204487"/>
              <a:gd name="connsiteY26" fmla="*/ 197184 h 232239"/>
              <a:gd name="connsiteX27" fmla="*/ 73031 w 204487"/>
              <a:gd name="connsiteY27" fmla="*/ 230779 h 232239"/>
              <a:gd name="connsiteX28" fmla="*/ 80334 w 204487"/>
              <a:gd name="connsiteY28" fmla="*/ 232239 h 232239"/>
              <a:gd name="connsiteX29" fmla="*/ 94941 w 204487"/>
              <a:gd name="connsiteY29" fmla="*/ 217633 h 232239"/>
              <a:gd name="connsiteX30" fmla="*/ 94941 w 204487"/>
              <a:gd name="connsiteY30" fmla="*/ 143141 h 232239"/>
              <a:gd name="connsiteX31" fmla="*/ 80334 w 204487"/>
              <a:gd name="connsiteY31" fmla="*/ 118311 h 232239"/>
              <a:gd name="connsiteX32" fmla="*/ 80334 w 204487"/>
              <a:gd name="connsiteY32" fmla="*/ 219094 h 232239"/>
              <a:gd name="connsiteX33" fmla="*/ 21909 w 204487"/>
              <a:gd name="connsiteY33" fmla="*/ 185499 h 232239"/>
              <a:gd name="connsiteX34" fmla="*/ 14606 w 204487"/>
              <a:gd name="connsiteY34" fmla="*/ 172354 h 232239"/>
              <a:gd name="connsiteX35" fmla="*/ 14606 w 204487"/>
              <a:gd name="connsiteY35" fmla="*/ 97862 h 232239"/>
              <a:gd name="connsiteX36" fmla="*/ 17527 w 204487"/>
              <a:gd name="connsiteY36" fmla="*/ 92019 h 232239"/>
              <a:gd name="connsiteX37" fmla="*/ 14606 w 204487"/>
              <a:gd name="connsiteY37" fmla="*/ 97862 h 232239"/>
              <a:gd name="connsiteX38" fmla="*/ 73031 w 204487"/>
              <a:gd name="connsiteY38" fmla="*/ 131456 h 232239"/>
              <a:gd name="connsiteX39" fmla="*/ 80334 w 204487"/>
              <a:gd name="connsiteY39" fmla="*/ 144602 h 232239"/>
              <a:gd name="connsiteX40" fmla="*/ 80334 w 204487"/>
              <a:gd name="connsiteY40" fmla="*/ 219094 h 232239"/>
              <a:gd name="connsiteX41" fmla="*/ 189881 w 204487"/>
              <a:gd name="connsiteY41" fmla="*/ 83256 h 232239"/>
              <a:gd name="connsiteX42" fmla="*/ 182578 w 204487"/>
              <a:gd name="connsiteY42" fmla="*/ 84716 h 232239"/>
              <a:gd name="connsiteX43" fmla="*/ 124153 w 204487"/>
              <a:gd name="connsiteY43" fmla="*/ 118311 h 232239"/>
              <a:gd name="connsiteX44" fmla="*/ 109547 w 204487"/>
              <a:gd name="connsiteY44" fmla="*/ 143141 h 232239"/>
              <a:gd name="connsiteX45" fmla="*/ 109547 w 204487"/>
              <a:gd name="connsiteY45" fmla="*/ 217633 h 232239"/>
              <a:gd name="connsiteX46" fmla="*/ 124153 w 204487"/>
              <a:gd name="connsiteY46" fmla="*/ 232239 h 232239"/>
              <a:gd name="connsiteX47" fmla="*/ 131456 w 204487"/>
              <a:gd name="connsiteY47" fmla="*/ 230779 h 232239"/>
              <a:gd name="connsiteX48" fmla="*/ 189881 w 204487"/>
              <a:gd name="connsiteY48" fmla="*/ 197184 h 232239"/>
              <a:gd name="connsiteX49" fmla="*/ 204487 w 204487"/>
              <a:gd name="connsiteY49" fmla="*/ 172354 h 232239"/>
              <a:gd name="connsiteX50" fmla="*/ 204487 w 204487"/>
              <a:gd name="connsiteY50" fmla="*/ 97862 h 232239"/>
              <a:gd name="connsiteX51" fmla="*/ 189881 w 204487"/>
              <a:gd name="connsiteY51" fmla="*/ 83256 h 232239"/>
              <a:gd name="connsiteX52" fmla="*/ 189881 w 204487"/>
              <a:gd name="connsiteY52" fmla="*/ 172354 h 232239"/>
              <a:gd name="connsiteX53" fmla="*/ 182578 w 204487"/>
              <a:gd name="connsiteY53" fmla="*/ 185499 h 232239"/>
              <a:gd name="connsiteX54" fmla="*/ 124153 w 204487"/>
              <a:gd name="connsiteY54" fmla="*/ 219094 h 232239"/>
              <a:gd name="connsiteX55" fmla="*/ 124153 w 204487"/>
              <a:gd name="connsiteY55" fmla="*/ 144602 h 232239"/>
              <a:gd name="connsiteX56" fmla="*/ 131456 w 204487"/>
              <a:gd name="connsiteY56" fmla="*/ 131456 h 232239"/>
              <a:gd name="connsiteX57" fmla="*/ 189881 w 204487"/>
              <a:gd name="connsiteY57" fmla="*/ 97862 h 232239"/>
              <a:gd name="connsiteX58" fmla="*/ 189881 w 204487"/>
              <a:gd name="connsiteY58" fmla="*/ 172354 h 232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04487" h="232239">
                <a:moveTo>
                  <a:pt x="186960" y="65728"/>
                </a:moveTo>
                <a:lnTo>
                  <a:pt x="191342" y="61346"/>
                </a:lnTo>
                <a:cubicBezTo>
                  <a:pt x="192802" y="58425"/>
                  <a:pt x="192802" y="55504"/>
                  <a:pt x="192802" y="52582"/>
                </a:cubicBezTo>
                <a:cubicBezTo>
                  <a:pt x="191342" y="49661"/>
                  <a:pt x="189881" y="46740"/>
                  <a:pt x="186960" y="45279"/>
                </a:cubicBezTo>
                <a:lnTo>
                  <a:pt x="115389" y="4382"/>
                </a:lnTo>
                <a:cubicBezTo>
                  <a:pt x="106626" y="-1461"/>
                  <a:pt x="94941" y="-1461"/>
                  <a:pt x="86177" y="4382"/>
                </a:cubicBezTo>
                <a:lnTo>
                  <a:pt x="16067" y="45279"/>
                </a:lnTo>
                <a:cubicBezTo>
                  <a:pt x="13146" y="45279"/>
                  <a:pt x="11685" y="46740"/>
                  <a:pt x="11685" y="49661"/>
                </a:cubicBezTo>
                <a:cubicBezTo>
                  <a:pt x="10224" y="52582"/>
                  <a:pt x="8764" y="55504"/>
                  <a:pt x="10224" y="58425"/>
                </a:cubicBezTo>
                <a:cubicBezTo>
                  <a:pt x="11685" y="61346"/>
                  <a:pt x="13146" y="64267"/>
                  <a:pt x="16067" y="65728"/>
                </a:cubicBezTo>
                <a:lnTo>
                  <a:pt x="87637" y="106626"/>
                </a:lnTo>
                <a:cubicBezTo>
                  <a:pt x="92019" y="109547"/>
                  <a:pt x="97862" y="111007"/>
                  <a:pt x="102244" y="111007"/>
                </a:cubicBezTo>
                <a:cubicBezTo>
                  <a:pt x="106626" y="111007"/>
                  <a:pt x="112468" y="109547"/>
                  <a:pt x="116850" y="106626"/>
                </a:cubicBezTo>
                <a:lnTo>
                  <a:pt x="186960" y="65728"/>
                </a:lnTo>
                <a:close/>
                <a:moveTo>
                  <a:pt x="93480" y="93480"/>
                </a:moveTo>
                <a:lnTo>
                  <a:pt x="27752" y="55504"/>
                </a:lnTo>
                <a:lnTo>
                  <a:pt x="94941" y="17527"/>
                </a:lnTo>
                <a:cubicBezTo>
                  <a:pt x="99322" y="14606"/>
                  <a:pt x="105165" y="14606"/>
                  <a:pt x="109547" y="17527"/>
                </a:cubicBezTo>
                <a:lnTo>
                  <a:pt x="175275" y="55504"/>
                </a:lnTo>
                <a:lnTo>
                  <a:pt x="108086" y="93480"/>
                </a:lnTo>
                <a:cubicBezTo>
                  <a:pt x="103704" y="96401"/>
                  <a:pt x="97862" y="96401"/>
                  <a:pt x="93480" y="93480"/>
                </a:cubicBezTo>
                <a:close/>
                <a:moveTo>
                  <a:pt x="80334" y="118311"/>
                </a:moveTo>
                <a:lnTo>
                  <a:pt x="21909" y="84716"/>
                </a:lnTo>
                <a:cubicBezTo>
                  <a:pt x="18988" y="84716"/>
                  <a:pt x="17527" y="83256"/>
                  <a:pt x="14606" y="83256"/>
                </a:cubicBezTo>
                <a:cubicBezTo>
                  <a:pt x="5842" y="83256"/>
                  <a:pt x="0" y="90559"/>
                  <a:pt x="0" y="97862"/>
                </a:cubicBezTo>
                <a:lnTo>
                  <a:pt x="0" y="172354"/>
                </a:lnTo>
                <a:cubicBezTo>
                  <a:pt x="0" y="182578"/>
                  <a:pt x="5842" y="192802"/>
                  <a:pt x="14606" y="197184"/>
                </a:cubicBezTo>
                <a:lnTo>
                  <a:pt x="73031" y="230779"/>
                </a:lnTo>
                <a:cubicBezTo>
                  <a:pt x="75952" y="232239"/>
                  <a:pt x="77413" y="232239"/>
                  <a:pt x="80334" y="232239"/>
                </a:cubicBezTo>
                <a:cubicBezTo>
                  <a:pt x="89098" y="232239"/>
                  <a:pt x="94941" y="226397"/>
                  <a:pt x="94941" y="217633"/>
                </a:cubicBezTo>
                <a:lnTo>
                  <a:pt x="94941" y="143141"/>
                </a:lnTo>
                <a:cubicBezTo>
                  <a:pt x="94941" y="132917"/>
                  <a:pt x="89098" y="124153"/>
                  <a:pt x="80334" y="118311"/>
                </a:cubicBezTo>
                <a:close/>
                <a:moveTo>
                  <a:pt x="80334" y="219094"/>
                </a:moveTo>
                <a:lnTo>
                  <a:pt x="21909" y="185499"/>
                </a:lnTo>
                <a:cubicBezTo>
                  <a:pt x="17527" y="182578"/>
                  <a:pt x="14606" y="178196"/>
                  <a:pt x="14606" y="172354"/>
                </a:cubicBezTo>
                <a:lnTo>
                  <a:pt x="14606" y="97862"/>
                </a:lnTo>
                <a:lnTo>
                  <a:pt x="17527" y="92019"/>
                </a:lnTo>
                <a:lnTo>
                  <a:pt x="14606" y="97862"/>
                </a:lnTo>
                <a:lnTo>
                  <a:pt x="73031" y="131456"/>
                </a:lnTo>
                <a:cubicBezTo>
                  <a:pt x="77413" y="134377"/>
                  <a:pt x="80334" y="138759"/>
                  <a:pt x="80334" y="144602"/>
                </a:cubicBezTo>
                <a:lnTo>
                  <a:pt x="80334" y="219094"/>
                </a:lnTo>
                <a:close/>
                <a:moveTo>
                  <a:pt x="189881" y="83256"/>
                </a:moveTo>
                <a:cubicBezTo>
                  <a:pt x="186960" y="83256"/>
                  <a:pt x="185499" y="83256"/>
                  <a:pt x="182578" y="84716"/>
                </a:cubicBezTo>
                <a:lnTo>
                  <a:pt x="124153" y="118311"/>
                </a:lnTo>
                <a:cubicBezTo>
                  <a:pt x="115389" y="124153"/>
                  <a:pt x="109547" y="132917"/>
                  <a:pt x="109547" y="143141"/>
                </a:cubicBezTo>
                <a:lnTo>
                  <a:pt x="109547" y="217633"/>
                </a:lnTo>
                <a:cubicBezTo>
                  <a:pt x="109547" y="226397"/>
                  <a:pt x="115389" y="232239"/>
                  <a:pt x="124153" y="232239"/>
                </a:cubicBezTo>
                <a:cubicBezTo>
                  <a:pt x="127074" y="232239"/>
                  <a:pt x="128535" y="232239"/>
                  <a:pt x="131456" y="230779"/>
                </a:cubicBezTo>
                <a:lnTo>
                  <a:pt x="189881" y="197184"/>
                </a:lnTo>
                <a:cubicBezTo>
                  <a:pt x="198645" y="191342"/>
                  <a:pt x="204487" y="182578"/>
                  <a:pt x="204487" y="172354"/>
                </a:cubicBezTo>
                <a:lnTo>
                  <a:pt x="204487" y="97862"/>
                </a:lnTo>
                <a:cubicBezTo>
                  <a:pt x="204487" y="90559"/>
                  <a:pt x="198645" y="83256"/>
                  <a:pt x="189881" y="83256"/>
                </a:cubicBezTo>
                <a:close/>
                <a:moveTo>
                  <a:pt x="189881" y="172354"/>
                </a:moveTo>
                <a:cubicBezTo>
                  <a:pt x="189881" y="178196"/>
                  <a:pt x="186960" y="182578"/>
                  <a:pt x="182578" y="185499"/>
                </a:cubicBezTo>
                <a:lnTo>
                  <a:pt x="124153" y="219094"/>
                </a:lnTo>
                <a:lnTo>
                  <a:pt x="124153" y="144602"/>
                </a:lnTo>
                <a:cubicBezTo>
                  <a:pt x="124153" y="138759"/>
                  <a:pt x="127074" y="134377"/>
                  <a:pt x="131456" y="131456"/>
                </a:cubicBezTo>
                <a:lnTo>
                  <a:pt x="189881" y="97862"/>
                </a:lnTo>
                <a:lnTo>
                  <a:pt x="189881" y="172354"/>
                </a:lnTo>
                <a:close/>
              </a:path>
            </a:pathLst>
          </a:custGeom>
          <a:solidFill>
            <a:schemeClr val="tx1"/>
          </a:solidFill>
          <a:ln w="242" cap="flat">
            <a:noFill/>
            <a:prstDash val="solid"/>
            <a:miter/>
          </a:ln>
        </p:spPr>
        <p:txBody>
          <a:bodyPr rtlCol="0" anchor="ctr"/>
          <a:lstStyle/>
          <a:p>
            <a:endParaRPr lang="zh-CN" altLang="en-US">
              <a:solidFill>
                <a:schemeClr val="bg1"/>
              </a:solidFill>
            </a:endParaRPr>
          </a:p>
        </p:txBody>
      </p:sp>
      <p:sp>
        <p:nvSpPr>
          <p:cNvPr id="1046" name="图形 1049">
            <a:extLst>
              <a:ext uri="{FF2B5EF4-FFF2-40B4-BE49-F238E27FC236}">
                <a16:creationId xmlns:a16="http://schemas.microsoft.com/office/drawing/2014/main" id="{5B1DCBD2-340B-F8B7-56B0-0D02E779CE28}"/>
              </a:ext>
            </a:extLst>
          </p:cNvPr>
          <p:cNvSpPr/>
          <p:nvPr/>
        </p:nvSpPr>
        <p:spPr>
          <a:xfrm>
            <a:off x="6628902" y="4941366"/>
            <a:ext cx="243687" cy="218099"/>
          </a:xfrm>
          <a:custGeom>
            <a:avLst/>
            <a:gdLst>
              <a:gd name="connsiteX0" fmla="*/ 179261 w 181530"/>
              <a:gd name="connsiteY0" fmla="*/ 13161 h 162469"/>
              <a:gd name="connsiteX1" fmla="*/ 176992 w 181530"/>
              <a:gd name="connsiteY1" fmla="*/ 16792 h 162469"/>
              <a:gd name="connsiteX2" fmla="*/ 179261 w 181530"/>
              <a:gd name="connsiteY2" fmla="*/ 13161 h 162469"/>
              <a:gd name="connsiteX3" fmla="*/ 178353 w 181530"/>
              <a:gd name="connsiteY3" fmla="*/ 12707 h 162469"/>
              <a:gd name="connsiteX4" fmla="*/ 175176 w 181530"/>
              <a:gd name="connsiteY4" fmla="*/ 11346 h 162469"/>
              <a:gd name="connsiteX5" fmla="*/ 163831 w 181530"/>
              <a:gd name="connsiteY5" fmla="*/ 6807 h 162469"/>
              <a:gd name="connsiteX6" fmla="*/ 120264 w 181530"/>
              <a:gd name="connsiteY6" fmla="*/ 0 h 162469"/>
              <a:gd name="connsiteX7" fmla="*/ 78512 w 181530"/>
              <a:gd name="connsiteY7" fmla="*/ 6807 h 162469"/>
              <a:gd name="connsiteX8" fmla="*/ 66712 w 181530"/>
              <a:gd name="connsiteY8" fmla="*/ 10892 h 162469"/>
              <a:gd name="connsiteX9" fmla="*/ 63082 w 181530"/>
              <a:gd name="connsiteY9" fmla="*/ 12253 h 162469"/>
              <a:gd name="connsiteX10" fmla="*/ 62174 w 181530"/>
              <a:gd name="connsiteY10" fmla="*/ 12707 h 162469"/>
              <a:gd name="connsiteX11" fmla="*/ 61720 w 181530"/>
              <a:gd name="connsiteY11" fmla="*/ 12707 h 162469"/>
              <a:gd name="connsiteX12" fmla="*/ 58997 w 181530"/>
              <a:gd name="connsiteY12" fmla="*/ 16792 h 162469"/>
              <a:gd name="connsiteX13" fmla="*/ 58997 w 181530"/>
              <a:gd name="connsiteY13" fmla="*/ 58997 h 162469"/>
              <a:gd name="connsiteX14" fmla="*/ 19514 w 181530"/>
              <a:gd name="connsiteY14" fmla="*/ 65805 h 162469"/>
              <a:gd name="connsiteX15" fmla="*/ 7715 w 181530"/>
              <a:gd name="connsiteY15" fmla="*/ 69889 h 162469"/>
              <a:gd name="connsiteX16" fmla="*/ 4084 w 181530"/>
              <a:gd name="connsiteY16" fmla="*/ 71251 h 162469"/>
              <a:gd name="connsiteX17" fmla="*/ 3177 w 181530"/>
              <a:gd name="connsiteY17" fmla="*/ 71704 h 162469"/>
              <a:gd name="connsiteX18" fmla="*/ 2723 w 181530"/>
              <a:gd name="connsiteY18" fmla="*/ 71704 h 162469"/>
              <a:gd name="connsiteX19" fmla="*/ 0 w 181530"/>
              <a:gd name="connsiteY19" fmla="*/ 75789 h 162469"/>
              <a:gd name="connsiteX20" fmla="*/ 0 w 181530"/>
              <a:gd name="connsiteY20" fmla="*/ 146132 h 162469"/>
              <a:gd name="connsiteX21" fmla="*/ 2723 w 181530"/>
              <a:gd name="connsiteY21" fmla="*/ 150216 h 162469"/>
              <a:gd name="connsiteX22" fmla="*/ 3177 w 181530"/>
              <a:gd name="connsiteY22" fmla="*/ 150216 h 162469"/>
              <a:gd name="connsiteX23" fmla="*/ 4084 w 181530"/>
              <a:gd name="connsiteY23" fmla="*/ 150670 h 162469"/>
              <a:gd name="connsiteX24" fmla="*/ 7715 w 181530"/>
              <a:gd name="connsiteY24" fmla="*/ 152031 h 162469"/>
              <a:gd name="connsiteX25" fmla="*/ 19514 w 181530"/>
              <a:gd name="connsiteY25" fmla="*/ 156116 h 162469"/>
              <a:gd name="connsiteX26" fmla="*/ 61266 w 181530"/>
              <a:gd name="connsiteY26" fmla="*/ 162469 h 162469"/>
              <a:gd name="connsiteX27" fmla="*/ 104834 w 181530"/>
              <a:gd name="connsiteY27" fmla="*/ 156116 h 162469"/>
              <a:gd name="connsiteX28" fmla="*/ 116179 w 181530"/>
              <a:gd name="connsiteY28" fmla="*/ 151578 h 162469"/>
              <a:gd name="connsiteX29" fmla="*/ 119356 w 181530"/>
              <a:gd name="connsiteY29" fmla="*/ 150216 h 162469"/>
              <a:gd name="connsiteX30" fmla="*/ 120264 w 181530"/>
              <a:gd name="connsiteY30" fmla="*/ 149762 h 162469"/>
              <a:gd name="connsiteX31" fmla="*/ 117995 w 181530"/>
              <a:gd name="connsiteY31" fmla="*/ 146585 h 162469"/>
              <a:gd name="connsiteX32" fmla="*/ 120264 w 181530"/>
              <a:gd name="connsiteY32" fmla="*/ 150216 h 162469"/>
              <a:gd name="connsiteX33" fmla="*/ 122533 w 181530"/>
              <a:gd name="connsiteY33" fmla="*/ 146585 h 162469"/>
              <a:gd name="connsiteX34" fmla="*/ 122533 w 181530"/>
              <a:gd name="connsiteY34" fmla="*/ 104380 h 162469"/>
              <a:gd name="connsiteX35" fmla="*/ 163831 w 181530"/>
              <a:gd name="connsiteY35" fmla="*/ 98026 h 162469"/>
              <a:gd name="connsiteX36" fmla="*/ 175176 w 181530"/>
              <a:gd name="connsiteY36" fmla="*/ 93488 h 162469"/>
              <a:gd name="connsiteX37" fmla="*/ 178353 w 181530"/>
              <a:gd name="connsiteY37" fmla="*/ 92126 h 162469"/>
              <a:gd name="connsiteX38" fmla="*/ 179261 w 181530"/>
              <a:gd name="connsiteY38" fmla="*/ 91673 h 162469"/>
              <a:gd name="connsiteX39" fmla="*/ 176992 w 181530"/>
              <a:gd name="connsiteY39" fmla="*/ 87588 h 162469"/>
              <a:gd name="connsiteX40" fmla="*/ 179261 w 181530"/>
              <a:gd name="connsiteY40" fmla="*/ 91219 h 162469"/>
              <a:gd name="connsiteX41" fmla="*/ 181530 w 181530"/>
              <a:gd name="connsiteY41" fmla="*/ 87588 h 162469"/>
              <a:gd name="connsiteX42" fmla="*/ 181530 w 181530"/>
              <a:gd name="connsiteY42" fmla="*/ 16792 h 162469"/>
              <a:gd name="connsiteX43" fmla="*/ 179261 w 181530"/>
              <a:gd name="connsiteY43" fmla="*/ 13161 h 162469"/>
              <a:gd name="connsiteX44" fmla="*/ 113456 w 181530"/>
              <a:gd name="connsiteY44" fmla="*/ 143863 h 162469"/>
              <a:gd name="connsiteX45" fmla="*/ 112549 w 181530"/>
              <a:gd name="connsiteY45" fmla="*/ 144316 h 162469"/>
              <a:gd name="connsiteX46" fmla="*/ 102564 w 181530"/>
              <a:gd name="connsiteY46" fmla="*/ 148401 h 162469"/>
              <a:gd name="connsiteX47" fmla="*/ 61720 w 181530"/>
              <a:gd name="connsiteY47" fmla="*/ 154301 h 162469"/>
              <a:gd name="connsiteX48" fmla="*/ 22691 w 181530"/>
              <a:gd name="connsiteY48" fmla="*/ 148401 h 162469"/>
              <a:gd name="connsiteX49" fmla="*/ 11346 w 181530"/>
              <a:gd name="connsiteY49" fmla="*/ 144316 h 162469"/>
              <a:gd name="connsiteX50" fmla="*/ 9530 w 181530"/>
              <a:gd name="connsiteY50" fmla="*/ 143409 h 162469"/>
              <a:gd name="connsiteX51" fmla="*/ 9530 w 181530"/>
              <a:gd name="connsiteY51" fmla="*/ 78966 h 162469"/>
              <a:gd name="connsiteX52" fmla="*/ 11346 w 181530"/>
              <a:gd name="connsiteY52" fmla="*/ 78058 h 162469"/>
              <a:gd name="connsiteX53" fmla="*/ 22237 w 181530"/>
              <a:gd name="connsiteY53" fmla="*/ 74427 h 162469"/>
              <a:gd name="connsiteX54" fmla="*/ 61266 w 181530"/>
              <a:gd name="connsiteY54" fmla="*/ 68074 h 162469"/>
              <a:gd name="connsiteX55" fmla="*/ 98480 w 181530"/>
              <a:gd name="connsiteY55" fmla="*/ 73066 h 162469"/>
              <a:gd name="connsiteX56" fmla="*/ 68528 w 181530"/>
              <a:gd name="connsiteY56" fmla="*/ 101657 h 162469"/>
              <a:gd name="connsiteX57" fmla="*/ 74881 w 181530"/>
              <a:gd name="connsiteY57" fmla="*/ 108010 h 162469"/>
              <a:gd name="connsiteX58" fmla="*/ 108010 w 181530"/>
              <a:gd name="connsiteY58" fmla="*/ 76243 h 162469"/>
              <a:gd name="connsiteX59" fmla="*/ 112095 w 181530"/>
              <a:gd name="connsiteY59" fmla="*/ 78058 h 162469"/>
              <a:gd name="connsiteX60" fmla="*/ 113002 w 181530"/>
              <a:gd name="connsiteY60" fmla="*/ 78512 h 162469"/>
              <a:gd name="connsiteX61" fmla="*/ 113002 w 181530"/>
              <a:gd name="connsiteY61" fmla="*/ 143863 h 162469"/>
              <a:gd name="connsiteX62" fmla="*/ 172454 w 181530"/>
              <a:gd name="connsiteY62" fmla="*/ 84865 h 162469"/>
              <a:gd name="connsiteX63" fmla="*/ 171546 w 181530"/>
              <a:gd name="connsiteY63" fmla="*/ 85319 h 162469"/>
              <a:gd name="connsiteX64" fmla="*/ 161562 w 181530"/>
              <a:gd name="connsiteY64" fmla="*/ 89404 h 162469"/>
              <a:gd name="connsiteX65" fmla="*/ 122987 w 181530"/>
              <a:gd name="connsiteY65" fmla="*/ 95303 h 162469"/>
              <a:gd name="connsiteX66" fmla="*/ 122987 w 181530"/>
              <a:gd name="connsiteY66" fmla="*/ 75789 h 162469"/>
              <a:gd name="connsiteX67" fmla="*/ 120717 w 181530"/>
              <a:gd name="connsiteY67" fmla="*/ 72158 h 162469"/>
              <a:gd name="connsiteX68" fmla="*/ 118448 w 181530"/>
              <a:gd name="connsiteY68" fmla="*/ 75789 h 162469"/>
              <a:gd name="connsiteX69" fmla="*/ 120717 w 181530"/>
              <a:gd name="connsiteY69" fmla="*/ 72158 h 162469"/>
              <a:gd name="connsiteX70" fmla="*/ 119810 w 181530"/>
              <a:gd name="connsiteY70" fmla="*/ 71704 h 162469"/>
              <a:gd name="connsiteX71" fmla="*/ 116633 w 181530"/>
              <a:gd name="connsiteY71" fmla="*/ 70343 h 162469"/>
              <a:gd name="connsiteX72" fmla="*/ 115272 w 181530"/>
              <a:gd name="connsiteY72" fmla="*/ 69889 h 162469"/>
              <a:gd name="connsiteX73" fmla="*/ 137055 w 181530"/>
              <a:gd name="connsiteY73" fmla="*/ 49013 h 162469"/>
              <a:gd name="connsiteX74" fmla="*/ 137055 w 181530"/>
              <a:gd name="connsiteY74" fmla="*/ 63989 h 162469"/>
              <a:gd name="connsiteX75" fmla="*/ 146132 w 181530"/>
              <a:gd name="connsiteY75" fmla="*/ 63989 h 162469"/>
              <a:gd name="connsiteX76" fmla="*/ 146132 w 181530"/>
              <a:gd name="connsiteY76" fmla="*/ 33129 h 162469"/>
              <a:gd name="connsiteX77" fmla="*/ 111187 w 181530"/>
              <a:gd name="connsiteY77" fmla="*/ 33129 h 162469"/>
              <a:gd name="connsiteX78" fmla="*/ 111187 w 181530"/>
              <a:gd name="connsiteY78" fmla="*/ 42206 h 162469"/>
              <a:gd name="connsiteX79" fmla="*/ 131155 w 181530"/>
              <a:gd name="connsiteY79" fmla="*/ 42206 h 162469"/>
              <a:gd name="connsiteX80" fmla="*/ 106195 w 181530"/>
              <a:gd name="connsiteY80" fmla="*/ 66258 h 162469"/>
              <a:gd name="connsiteX81" fmla="*/ 105287 w 181530"/>
              <a:gd name="connsiteY81" fmla="*/ 65805 h 162469"/>
              <a:gd name="connsiteX82" fmla="*/ 68528 w 181530"/>
              <a:gd name="connsiteY82" fmla="*/ 59451 h 162469"/>
              <a:gd name="connsiteX83" fmla="*/ 68528 w 181530"/>
              <a:gd name="connsiteY83" fmla="*/ 20422 h 162469"/>
              <a:gd name="connsiteX84" fmla="*/ 70343 w 181530"/>
              <a:gd name="connsiteY84" fmla="*/ 19514 h 162469"/>
              <a:gd name="connsiteX85" fmla="*/ 81689 w 181530"/>
              <a:gd name="connsiteY85" fmla="*/ 15430 h 162469"/>
              <a:gd name="connsiteX86" fmla="*/ 120264 w 181530"/>
              <a:gd name="connsiteY86" fmla="*/ 9077 h 162469"/>
              <a:gd name="connsiteX87" fmla="*/ 161108 w 181530"/>
              <a:gd name="connsiteY87" fmla="*/ 14976 h 162469"/>
              <a:gd name="connsiteX88" fmla="*/ 171092 w 181530"/>
              <a:gd name="connsiteY88" fmla="*/ 19061 h 162469"/>
              <a:gd name="connsiteX89" fmla="*/ 172000 w 181530"/>
              <a:gd name="connsiteY89" fmla="*/ 19514 h 162469"/>
              <a:gd name="connsiteX90" fmla="*/ 172000 w 181530"/>
              <a:gd name="connsiteY90" fmla="*/ 84865 h 162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81530" h="162469">
                <a:moveTo>
                  <a:pt x="179261" y="13161"/>
                </a:moveTo>
                <a:lnTo>
                  <a:pt x="176992" y="16792"/>
                </a:lnTo>
                <a:lnTo>
                  <a:pt x="179261" y="13161"/>
                </a:lnTo>
                <a:cubicBezTo>
                  <a:pt x="178807" y="12707"/>
                  <a:pt x="178353" y="12707"/>
                  <a:pt x="178353" y="12707"/>
                </a:cubicBezTo>
                <a:cubicBezTo>
                  <a:pt x="177446" y="12253"/>
                  <a:pt x="176538" y="11799"/>
                  <a:pt x="175176" y="11346"/>
                </a:cubicBezTo>
                <a:cubicBezTo>
                  <a:pt x="172454" y="9984"/>
                  <a:pt x="168823" y="8623"/>
                  <a:pt x="163831" y="6807"/>
                </a:cubicBezTo>
                <a:cubicBezTo>
                  <a:pt x="154301" y="3177"/>
                  <a:pt x="139324" y="0"/>
                  <a:pt x="120264" y="0"/>
                </a:cubicBezTo>
                <a:cubicBezTo>
                  <a:pt x="100295" y="0"/>
                  <a:pt x="88496" y="3631"/>
                  <a:pt x="78512" y="6807"/>
                </a:cubicBezTo>
                <a:cubicBezTo>
                  <a:pt x="73973" y="8169"/>
                  <a:pt x="69889" y="9984"/>
                  <a:pt x="66712" y="10892"/>
                </a:cubicBezTo>
                <a:cubicBezTo>
                  <a:pt x="65351" y="11346"/>
                  <a:pt x="63989" y="11799"/>
                  <a:pt x="63082" y="12253"/>
                </a:cubicBezTo>
                <a:cubicBezTo>
                  <a:pt x="62628" y="12253"/>
                  <a:pt x="62174" y="12707"/>
                  <a:pt x="62174" y="12707"/>
                </a:cubicBezTo>
                <a:lnTo>
                  <a:pt x="61720" y="12707"/>
                </a:lnTo>
                <a:cubicBezTo>
                  <a:pt x="60359" y="13161"/>
                  <a:pt x="58997" y="14976"/>
                  <a:pt x="58997" y="16792"/>
                </a:cubicBezTo>
                <a:lnTo>
                  <a:pt x="58997" y="58997"/>
                </a:lnTo>
                <a:cubicBezTo>
                  <a:pt x="40390" y="59451"/>
                  <a:pt x="29045" y="62628"/>
                  <a:pt x="19514" y="65805"/>
                </a:cubicBezTo>
                <a:cubicBezTo>
                  <a:pt x="14976" y="67166"/>
                  <a:pt x="10892" y="68981"/>
                  <a:pt x="7715" y="69889"/>
                </a:cubicBezTo>
                <a:cubicBezTo>
                  <a:pt x="6354" y="70343"/>
                  <a:pt x="4992" y="70797"/>
                  <a:pt x="4084" y="71251"/>
                </a:cubicBezTo>
                <a:cubicBezTo>
                  <a:pt x="3631" y="71251"/>
                  <a:pt x="3177" y="71704"/>
                  <a:pt x="3177" y="71704"/>
                </a:cubicBezTo>
                <a:lnTo>
                  <a:pt x="2723" y="71704"/>
                </a:lnTo>
                <a:cubicBezTo>
                  <a:pt x="1361" y="72158"/>
                  <a:pt x="0" y="73973"/>
                  <a:pt x="0" y="75789"/>
                </a:cubicBezTo>
                <a:lnTo>
                  <a:pt x="0" y="146132"/>
                </a:lnTo>
                <a:cubicBezTo>
                  <a:pt x="0" y="147947"/>
                  <a:pt x="908" y="149762"/>
                  <a:pt x="2723" y="150216"/>
                </a:cubicBezTo>
                <a:lnTo>
                  <a:pt x="3177" y="150216"/>
                </a:lnTo>
                <a:cubicBezTo>
                  <a:pt x="3177" y="150216"/>
                  <a:pt x="3631" y="150216"/>
                  <a:pt x="4084" y="150670"/>
                </a:cubicBezTo>
                <a:cubicBezTo>
                  <a:pt x="4992" y="151124"/>
                  <a:pt x="6354" y="151578"/>
                  <a:pt x="7715" y="152031"/>
                </a:cubicBezTo>
                <a:cubicBezTo>
                  <a:pt x="10892" y="153393"/>
                  <a:pt x="14976" y="154754"/>
                  <a:pt x="19514" y="156116"/>
                </a:cubicBezTo>
                <a:cubicBezTo>
                  <a:pt x="29045" y="159293"/>
                  <a:pt x="40844" y="162469"/>
                  <a:pt x="61266" y="162469"/>
                </a:cubicBezTo>
                <a:cubicBezTo>
                  <a:pt x="80327" y="162469"/>
                  <a:pt x="95303" y="159293"/>
                  <a:pt x="104834" y="156116"/>
                </a:cubicBezTo>
                <a:cubicBezTo>
                  <a:pt x="109826" y="154301"/>
                  <a:pt x="113456" y="152939"/>
                  <a:pt x="116179" y="151578"/>
                </a:cubicBezTo>
                <a:cubicBezTo>
                  <a:pt x="117541" y="151124"/>
                  <a:pt x="118448" y="150216"/>
                  <a:pt x="119356" y="150216"/>
                </a:cubicBezTo>
                <a:cubicBezTo>
                  <a:pt x="119810" y="150216"/>
                  <a:pt x="119810" y="149762"/>
                  <a:pt x="120264" y="149762"/>
                </a:cubicBezTo>
                <a:lnTo>
                  <a:pt x="117995" y="146585"/>
                </a:lnTo>
                <a:lnTo>
                  <a:pt x="120264" y="150216"/>
                </a:lnTo>
                <a:cubicBezTo>
                  <a:pt x="121625" y="149308"/>
                  <a:pt x="122533" y="147947"/>
                  <a:pt x="122533" y="146585"/>
                </a:cubicBezTo>
                <a:lnTo>
                  <a:pt x="122533" y="104380"/>
                </a:lnTo>
                <a:cubicBezTo>
                  <a:pt x="140686" y="103926"/>
                  <a:pt x="154301" y="101203"/>
                  <a:pt x="163831" y="98026"/>
                </a:cubicBezTo>
                <a:cubicBezTo>
                  <a:pt x="168823" y="96211"/>
                  <a:pt x="172454" y="94849"/>
                  <a:pt x="175176" y="93488"/>
                </a:cubicBezTo>
                <a:cubicBezTo>
                  <a:pt x="176538" y="93034"/>
                  <a:pt x="177446" y="92126"/>
                  <a:pt x="178353" y="92126"/>
                </a:cubicBezTo>
                <a:cubicBezTo>
                  <a:pt x="178807" y="92126"/>
                  <a:pt x="178807" y="91673"/>
                  <a:pt x="179261" y="91673"/>
                </a:cubicBezTo>
                <a:lnTo>
                  <a:pt x="176992" y="87588"/>
                </a:lnTo>
                <a:lnTo>
                  <a:pt x="179261" y="91219"/>
                </a:lnTo>
                <a:cubicBezTo>
                  <a:pt x="180622" y="90311"/>
                  <a:pt x="181530" y="88950"/>
                  <a:pt x="181530" y="87588"/>
                </a:cubicBezTo>
                <a:lnTo>
                  <a:pt x="181530" y="16792"/>
                </a:lnTo>
                <a:cubicBezTo>
                  <a:pt x="181530" y="15430"/>
                  <a:pt x="180622" y="14069"/>
                  <a:pt x="179261" y="13161"/>
                </a:cubicBezTo>
                <a:close/>
                <a:moveTo>
                  <a:pt x="113456" y="143863"/>
                </a:moveTo>
                <a:cubicBezTo>
                  <a:pt x="113002" y="143863"/>
                  <a:pt x="113002" y="144316"/>
                  <a:pt x="112549" y="144316"/>
                </a:cubicBezTo>
                <a:cubicBezTo>
                  <a:pt x="110279" y="145224"/>
                  <a:pt x="107103" y="147039"/>
                  <a:pt x="102564" y="148401"/>
                </a:cubicBezTo>
                <a:cubicBezTo>
                  <a:pt x="93488" y="151578"/>
                  <a:pt x="79873" y="154301"/>
                  <a:pt x="61720" y="154301"/>
                </a:cubicBezTo>
                <a:cubicBezTo>
                  <a:pt x="42660" y="154301"/>
                  <a:pt x="31768" y="151124"/>
                  <a:pt x="22691" y="148401"/>
                </a:cubicBezTo>
                <a:cubicBezTo>
                  <a:pt x="18153" y="147039"/>
                  <a:pt x="14069" y="145224"/>
                  <a:pt x="11346" y="144316"/>
                </a:cubicBezTo>
                <a:cubicBezTo>
                  <a:pt x="10438" y="143863"/>
                  <a:pt x="9984" y="143863"/>
                  <a:pt x="9530" y="143409"/>
                </a:cubicBezTo>
                <a:lnTo>
                  <a:pt x="9530" y="78966"/>
                </a:lnTo>
                <a:cubicBezTo>
                  <a:pt x="9984" y="78966"/>
                  <a:pt x="10892" y="78512"/>
                  <a:pt x="11346" y="78058"/>
                </a:cubicBezTo>
                <a:lnTo>
                  <a:pt x="22237" y="74427"/>
                </a:lnTo>
                <a:cubicBezTo>
                  <a:pt x="31314" y="71251"/>
                  <a:pt x="42660" y="68074"/>
                  <a:pt x="61266" y="68074"/>
                </a:cubicBezTo>
                <a:cubicBezTo>
                  <a:pt x="77150" y="68074"/>
                  <a:pt x="89404" y="70343"/>
                  <a:pt x="98480" y="73066"/>
                </a:cubicBezTo>
                <a:lnTo>
                  <a:pt x="68528" y="101657"/>
                </a:lnTo>
                <a:lnTo>
                  <a:pt x="74881" y="108010"/>
                </a:lnTo>
                <a:lnTo>
                  <a:pt x="108010" y="76243"/>
                </a:lnTo>
                <a:cubicBezTo>
                  <a:pt x="109826" y="77150"/>
                  <a:pt x="111187" y="77604"/>
                  <a:pt x="112095" y="78058"/>
                </a:cubicBezTo>
                <a:cubicBezTo>
                  <a:pt x="112549" y="78058"/>
                  <a:pt x="113002" y="78512"/>
                  <a:pt x="113002" y="78512"/>
                </a:cubicBezTo>
                <a:lnTo>
                  <a:pt x="113002" y="143863"/>
                </a:lnTo>
                <a:close/>
                <a:moveTo>
                  <a:pt x="172454" y="84865"/>
                </a:moveTo>
                <a:cubicBezTo>
                  <a:pt x="172000" y="84865"/>
                  <a:pt x="172000" y="85319"/>
                  <a:pt x="171546" y="85319"/>
                </a:cubicBezTo>
                <a:cubicBezTo>
                  <a:pt x="169277" y="86227"/>
                  <a:pt x="166100" y="88042"/>
                  <a:pt x="161562" y="89404"/>
                </a:cubicBezTo>
                <a:cubicBezTo>
                  <a:pt x="152939" y="92126"/>
                  <a:pt x="139778" y="95303"/>
                  <a:pt x="122987" y="95303"/>
                </a:cubicBezTo>
                <a:lnTo>
                  <a:pt x="122987" y="75789"/>
                </a:lnTo>
                <a:cubicBezTo>
                  <a:pt x="122987" y="74427"/>
                  <a:pt x="122079" y="72612"/>
                  <a:pt x="120717" y="72158"/>
                </a:cubicBezTo>
                <a:lnTo>
                  <a:pt x="118448" y="75789"/>
                </a:lnTo>
                <a:lnTo>
                  <a:pt x="120717" y="72158"/>
                </a:lnTo>
                <a:cubicBezTo>
                  <a:pt x="120717" y="72158"/>
                  <a:pt x="120264" y="71704"/>
                  <a:pt x="119810" y="71704"/>
                </a:cubicBezTo>
                <a:cubicBezTo>
                  <a:pt x="118902" y="71251"/>
                  <a:pt x="117995" y="70797"/>
                  <a:pt x="116633" y="70343"/>
                </a:cubicBezTo>
                <a:cubicBezTo>
                  <a:pt x="116179" y="70343"/>
                  <a:pt x="115725" y="69889"/>
                  <a:pt x="115272" y="69889"/>
                </a:cubicBezTo>
                <a:lnTo>
                  <a:pt x="137055" y="49013"/>
                </a:lnTo>
                <a:lnTo>
                  <a:pt x="137055" y="63989"/>
                </a:lnTo>
                <a:lnTo>
                  <a:pt x="146132" y="63989"/>
                </a:lnTo>
                <a:lnTo>
                  <a:pt x="146132" y="33129"/>
                </a:lnTo>
                <a:lnTo>
                  <a:pt x="111187" y="33129"/>
                </a:lnTo>
                <a:lnTo>
                  <a:pt x="111187" y="42206"/>
                </a:lnTo>
                <a:lnTo>
                  <a:pt x="131155" y="42206"/>
                </a:lnTo>
                <a:lnTo>
                  <a:pt x="106195" y="66258"/>
                </a:lnTo>
                <a:cubicBezTo>
                  <a:pt x="105741" y="66258"/>
                  <a:pt x="105741" y="66258"/>
                  <a:pt x="105287" y="65805"/>
                </a:cubicBezTo>
                <a:cubicBezTo>
                  <a:pt x="96665" y="63082"/>
                  <a:pt x="84411" y="60359"/>
                  <a:pt x="68528" y="59451"/>
                </a:cubicBezTo>
                <a:lnTo>
                  <a:pt x="68528" y="20422"/>
                </a:lnTo>
                <a:cubicBezTo>
                  <a:pt x="68981" y="20422"/>
                  <a:pt x="69889" y="19968"/>
                  <a:pt x="70343" y="19514"/>
                </a:cubicBezTo>
                <a:cubicBezTo>
                  <a:pt x="73520" y="18607"/>
                  <a:pt x="77150" y="16792"/>
                  <a:pt x="81689" y="15430"/>
                </a:cubicBezTo>
                <a:cubicBezTo>
                  <a:pt x="90765" y="12253"/>
                  <a:pt x="101657" y="9077"/>
                  <a:pt x="120264" y="9077"/>
                </a:cubicBezTo>
                <a:cubicBezTo>
                  <a:pt x="138417" y="9077"/>
                  <a:pt x="152031" y="12253"/>
                  <a:pt x="161108" y="14976"/>
                </a:cubicBezTo>
                <a:cubicBezTo>
                  <a:pt x="165646" y="16338"/>
                  <a:pt x="169277" y="18153"/>
                  <a:pt x="171092" y="19061"/>
                </a:cubicBezTo>
                <a:cubicBezTo>
                  <a:pt x="171546" y="19061"/>
                  <a:pt x="172000" y="19514"/>
                  <a:pt x="172000" y="19514"/>
                </a:cubicBezTo>
                <a:lnTo>
                  <a:pt x="172000" y="84865"/>
                </a:lnTo>
                <a:close/>
              </a:path>
            </a:pathLst>
          </a:custGeom>
          <a:solidFill>
            <a:schemeClr val="tx1"/>
          </a:solidFill>
          <a:ln w="3175" cap="flat">
            <a:solidFill>
              <a:schemeClr val="tx1"/>
            </a:solidFill>
            <a:prstDash val="solid"/>
            <a:miter/>
          </a:ln>
        </p:spPr>
        <p:txBody>
          <a:bodyPr rtlCol="0" anchor="ctr"/>
          <a:lstStyle/>
          <a:p>
            <a:endParaRPr lang="zh-CN" altLang="en-US"/>
          </a:p>
        </p:txBody>
      </p:sp>
      <p:sp>
        <p:nvSpPr>
          <p:cNvPr id="1049" name="任意多边形: 形状 1048">
            <a:extLst>
              <a:ext uri="{FF2B5EF4-FFF2-40B4-BE49-F238E27FC236}">
                <a16:creationId xmlns:a16="http://schemas.microsoft.com/office/drawing/2014/main" id="{75E13211-B8AD-8700-ACE8-CF036137FEC3}"/>
              </a:ext>
            </a:extLst>
          </p:cNvPr>
          <p:cNvSpPr/>
          <p:nvPr/>
        </p:nvSpPr>
        <p:spPr>
          <a:xfrm>
            <a:off x="7943181" y="4852988"/>
            <a:ext cx="177306" cy="210268"/>
          </a:xfrm>
          <a:custGeom>
            <a:avLst/>
            <a:gdLst>
              <a:gd name="connsiteX0" fmla="*/ 120104 w 160643"/>
              <a:gd name="connsiteY0" fmla="*/ 139894 h 190508"/>
              <a:gd name="connsiteX1" fmla="*/ 108123 w 160643"/>
              <a:gd name="connsiteY1" fmla="*/ 151647 h 190508"/>
              <a:gd name="connsiteX2" fmla="*/ 108123 w 160643"/>
              <a:gd name="connsiteY2" fmla="*/ 172254 h 190508"/>
              <a:gd name="connsiteX3" fmla="*/ 141702 w 160643"/>
              <a:gd name="connsiteY3" fmla="*/ 139894 h 190508"/>
              <a:gd name="connsiteX4" fmla="*/ 46617 w 160643"/>
              <a:gd name="connsiteY4" fmla="*/ 115703 h 190508"/>
              <a:gd name="connsiteX5" fmla="*/ 76373 w 160643"/>
              <a:gd name="connsiteY5" fmla="*/ 115703 h 190508"/>
              <a:gd name="connsiteX6" fmla="*/ 81819 w 160643"/>
              <a:gd name="connsiteY6" fmla="*/ 121149 h 190508"/>
              <a:gd name="connsiteX7" fmla="*/ 76373 w 160643"/>
              <a:gd name="connsiteY7" fmla="*/ 126595 h 190508"/>
              <a:gd name="connsiteX8" fmla="*/ 46617 w 160643"/>
              <a:gd name="connsiteY8" fmla="*/ 126595 h 190508"/>
              <a:gd name="connsiteX9" fmla="*/ 41171 w 160643"/>
              <a:gd name="connsiteY9" fmla="*/ 121149 h 190508"/>
              <a:gd name="connsiteX10" fmla="*/ 46617 w 160643"/>
              <a:gd name="connsiteY10" fmla="*/ 115703 h 190508"/>
              <a:gd name="connsiteX11" fmla="*/ 46617 w 160643"/>
              <a:gd name="connsiteY11" fmla="*/ 80022 h 190508"/>
              <a:gd name="connsiteX12" fmla="*/ 113645 w 160643"/>
              <a:gd name="connsiteY12" fmla="*/ 80022 h 190508"/>
              <a:gd name="connsiteX13" fmla="*/ 119091 w 160643"/>
              <a:gd name="connsiteY13" fmla="*/ 85467 h 190508"/>
              <a:gd name="connsiteX14" fmla="*/ 113634 w 160643"/>
              <a:gd name="connsiteY14" fmla="*/ 90913 h 190508"/>
              <a:gd name="connsiteX15" fmla="*/ 46617 w 160643"/>
              <a:gd name="connsiteY15" fmla="*/ 90913 h 190508"/>
              <a:gd name="connsiteX16" fmla="*/ 41171 w 160643"/>
              <a:gd name="connsiteY16" fmla="*/ 85467 h 190508"/>
              <a:gd name="connsiteX17" fmla="*/ 46617 w 160643"/>
              <a:gd name="connsiteY17" fmla="*/ 80022 h 190508"/>
              <a:gd name="connsiteX18" fmla="*/ 155197 w 160643"/>
              <a:gd name="connsiteY18" fmla="*/ 52128 h 190508"/>
              <a:gd name="connsiteX19" fmla="*/ 160643 w 160643"/>
              <a:gd name="connsiteY19" fmla="*/ 57574 h 190508"/>
              <a:gd name="connsiteX20" fmla="*/ 160643 w 160643"/>
              <a:gd name="connsiteY20" fmla="*/ 60242 h 190508"/>
              <a:gd name="connsiteX21" fmla="*/ 155197 w 160643"/>
              <a:gd name="connsiteY21" fmla="*/ 65688 h 190508"/>
              <a:gd name="connsiteX22" fmla="*/ 149751 w 160643"/>
              <a:gd name="connsiteY22" fmla="*/ 60242 h 190508"/>
              <a:gd name="connsiteX23" fmla="*/ 149751 w 160643"/>
              <a:gd name="connsiteY23" fmla="*/ 57574 h 190508"/>
              <a:gd name="connsiteX24" fmla="*/ 155197 w 160643"/>
              <a:gd name="connsiteY24" fmla="*/ 52128 h 190508"/>
              <a:gd name="connsiteX25" fmla="*/ 46617 w 160643"/>
              <a:gd name="connsiteY25" fmla="*/ 44340 h 190508"/>
              <a:gd name="connsiteX26" fmla="*/ 113645 w 160643"/>
              <a:gd name="connsiteY26" fmla="*/ 44340 h 190508"/>
              <a:gd name="connsiteX27" fmla="*/ 119080 w 160643"/>
              <a:gd name="connsiteY27" fmla="*/ 49786 h 190508"/>
              <a:gd name="connsiteX28" fmla="*/ 113634 w 160643"/>
              <a:gd name="connsiteY28" fmla="*/ 55232 h 190508"/>
              <a:gd name="connsiteX29" fmla="*/ 46617 w 160643"/>
              <a:gd name="connsiteY29" fmla="*/ 55232 h 190508"/>
              <a:gd name="connsiteX30" fmla="*/ 41171 w 160643"/>
              <a:gd name="connsiteY30" fmla="*/ 49786 h 190508"/>
              <a:gd name="connsiteX31" fmla="*/ 46617 w 160643"/>
              <a:gd name="connsiteY31" fmla="*/ 44340 h 190508"/>
              <a:gd name="connsiteX32" fmla="*/ 49013 w 160643"/>
              <a:gd name="connsiteY32" fmla="*/ 0 h 190508"/>
              <a:gd name="connsiteX33" fmla="*/ 111630 w 160643"/>
              <a:gd name="connsiteY33" fmla="*/ 0 h 190508"/>
              <a:gd name="connsiteX34" fmla="*/ 160055 w 160643"/>
              <a:gd name="connsiteY34" fmla="*/ 41378 h 190508"/>
              <a:gd name="connsiteX35" fmla="*/ 155513 w 160643"/>
              <a:gd name="connsiteY35" fmla="*/ 47597 h 190508"/>
              <a:gd name="connsiteX36" fmla="*/ 149294 w 160643"/>
              <a:gd name="connsiteY36" fmla="*/ 43055 h 190508"/>
              <a:gd name="connsiteX37" fmla="*/ 111630 w 160643"/>
              <a:gd name="connsiteY37" fmla="*/ 10881 h 190508"/>
              <a:gd name="connsiteX38" fmla="*/ 49013 w 160643"/>
              <a:gd name="connsiteY38" fmla="*/ 10881 h 190508"/>
              <a:gd name="connsiteX39" fmla="*/ 10892 w 160643"/>
              <a:gd name="connsiteY39" fmla="*/ 49002 h 190508"/>
              <a:gd name="connsiteX40" fmla="*/ 10892 w 160643"/>
              <a:gd name="connsiteY40" fmla="*/ 141452 h 190508"/>
              <a:gd name="connsiteX41" fmla="*/ 49013 w 160643"/>
              <a:gd name="connsiteY41" fmla="*/ 179573 h 190508"/>
              <a:gd name="connsiteX42" fmla="*/ 95630 w 160643"/>
              <a:gd name="connsiteY42" fmla="*/ 179573 h 190508"/>
              <a:gd name="connsiteX43" fmla="*/ 97732 w 160643"/>
              <a:gd name="connsiteY43" fmla="*/ 179388 h 190508"/>
              <a:gd name="connsiteX44" fmla="*/ 97231 w 160643"/>
              <a:gd name="connsiteY44" fmla="*/ 176458 h 190508"/>
              <a:gd name="connsiteX45" fmla="*/ 97231 w 160643"/>
              <a:gd name="connsiteY45" fmla="*/ 151625 h 190508"/>
              <a:gd name="connsiteX46" fmla="*/ 120104 w 160643"/>
              <a:gd name="connsiteY46" fmla="*/ 128981 h 190508"/>
              <a:gd name="connsiteX47" fmla="*/ 148728 w 160643"/>
              <a:gd name="connsiteY47" fmla="*/ 128981 h 190508"/>
              <a:gd name="connsiteX48" fmla="*/ 149131 w 160643"/>
              <a:gd name="connsiteY48" fmla="*/ 129013 h 190508"/>
              <a:gd name="connsiteX49" fmla="*/ 149751 w 160643"/>
              <a:gd name="connsiteY49" fmla="*/ 124373 h 190508"/>
              <a:gd name="connsiteX50" fmla="*/ 149751 w 160643"/>
              <a:gd name="connsiteY50" fmla="*/ 76853 h 190508"/>
              <a:gd name="connsiteX51" fmla="*/ 155197 w 160643"/>
              <a:gd name="connsiteY51" fmla="*/ 71407 h 190508"/>
              <a:gd name="connsiteX52" fmla="*/ 160632 w 160643"/>
              <a:gd name="connsiteY52" fmla="*/ 76853 h 190508"/>
              <a:gd name="connsiteX53" fmla="*/ 160632 w 160643"/>
              <a:gd name="connsiteY53" fmla="*/ 124395 h 190508"/>
              <a:gd name="connsiteX54" fmla="*/ 156330 w 160643"/>
              <a:gd name="connsiteY54" fmla="*/ 139742 h 190508"/>
              <a:gd name="connsiteX55" fmla="*/ 154326 w 160643"/>
              <a:gd name="connsiteY55" fmla="*/ 142868 h 190508"/>
              <a:gd name="connsiteX56" fmla="*/ 153357 w 160643"/>
              <a:gd name="connsiteY56" fmla="*/ 143804 h 190508"/>
              <a:gd name="connsiteX57" fmla="*/ 151788 w 160643"/>
              <a:gd name="connsiteY57" fmla="*/ 145493 h 190508"/>
              <a:gd name="connsiteX58" fmla="*/ 117893 w 160643"/>
              <a:gd name="connsiteY58" fmla="*/ 178081 h 190508"/>
              <a:gd name="connsiteX59" fmla="*/ 111521 w 160643"/>
              <a:gd name="connsiteY59" fmla="*/ 184148 h 190508"/>
              <a:gd name="connsiteX60" fmla="*/ 95630 w 160643"/>
              <a:gd name="connsiteY60" fmla="*/ 190508 h 190508"/>
              <a:gd name="connsiteX61" fmla="*/ 49013 w 160643"/>
              <a:gd name="connsiteY61" fmla="*/ 190508 h 190508"/>
              <a:gd name="connsiteX62" fmla="*/ 0 w 160643"/>
              <a:gd name="connsiteY62" fmla="*/ 141495 h 190508"/>
              <a:gd name="connsiteX63" fmla="*/ 0 w 160643"/>
              <a:gd name="connsiteY63" fmla="*/ 49013 h 190508"/>
              <a:gd name="connsiteX64" fmla="*/ 49013 w 160643"/>
              <a:gd name="connsiteY64" fmla="*/ 0 h 190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60643" h="190508">
                <a:moveTo>
                  <a:pt x="120104" y="139894"/>
                </a:moveTo>
                <a:cubicBezTo>
                  <a:pt x="113493" y="139894"/>
                  <a:pt x="108123" y="145166"/>
                  <a:pt x="108123" y="151647"/>
                </a:cubicBezTo>
                <a:lnTo>
                  <a:pt x="108123" y="172254"/>
                </a:lnTo>
                <a:lnTo>
                  <a:pt x="141702" y="139894"/>
                </a:lnTo>
                <a:close/>
                <a:moveTo>
                  <a:pt x="46617" y="115703"/>
                </a:moveTo>
                <a:lnTo>
                  <a:pt x="76373" y="115703"/>
                </a:lnTo>
                <a:cubicBezTo>
                  <a:pt x="79379" y="115703"/>
                  <a:pt x="81819" y="118143"/>
                  <a:pt x="81819" y="121149"/>
                </a:cubicBezTo>
                <a:cubicBezTo>
                  <a:pt x="81819" y="124155"/>
                  <a:pt x="79379" y="126595"/>
                  <a:pt x="76373" y="126595"/>
                </a:cubicBezTo>
                <a:lnTo>
                  <a:pt x="46617" y="126595"/>
                </a:lnTo>
                <a:cubicBezTo>
                  <a:pt x="43611" y="126595"/>
                  <a:pt x="41171" y="124155"/>
                  <a:pt x="41171" y="121149"/>
                </a:cubicBezTo>
                <a:cubicBezTo>
                  <a:pt x="41171" y="118143"/>
                  <a:pt x="43611" y="115703"/>
                  <a:pt x="46617" y="115703"/>
                </a:cubicBezTo>
                <a:close/>
                <a:moveTo>
                  <a:pt x="46617" y="80022"/>
                </a:moveTo>
                <a:lnTo>
                  <a:pt x="113645" y="80022"/>
                </a:lnTo>
                <a:cubicBezTo>
                  <a:pt x="116651" y="80022"/>
                  <a:pt x="119091" y="82461"/>
                  <a:pt x="119091" y="85467"/>
                </a:cubicBezTo>
                <a:cubicBezTo>
                  <a:pt x="119091" y="88474"/>
                  <a:pt x="116651" y="90913"/>
                  <a:pt x="113634" y="90913"/>
                </a:cubicBezTo>
                <a:lnTo>
                  <a:pt x="46617" y="90913"/>
                </a:lnTo>
                <a:cubicBezTo>
                  <a:pt x="43611" y="90913"/>
                  <a:pt x="41171" y="88474"/>
                  <a:pt x="41171" y="85467"/>
                </a:cubicBezTo>
                <a:cubicBezTo>
                  <a:pt x="41171" y="82461"/>
                  <a:pt x="43611" y="80022"/>
                  <a:pt x="46617" y="80022"/>
                </a:cubicBezTo>
                <a:close/>
                <a:moveTo>
                  <a:pt x="155197" y="52128"/>
                </a:moveTo>
                <a:cubicBezTo>
                  <a:pt x="158203" y="52128"/>
                  <a:pt x="160643" y="54568"/>
                  <a:pt x="160643" y="57574"/>
                </a:cubicBezTo>
                <a:lnTo>
                  <a:pt x="160643" y="60242"/>
                </a:lnTo>
                <a:cubicBezTo>
                  <a:pt x="160643" y="63249"/>
                  <a:pt x="158203" y="65688"/>
                  <a:pt x="155197" y="65688"/>
                </a:cubicBezTo>
                <a:cubicBezTo>
                  <a:pt x="152191" y="65688"/>
                  <a:pt x="149751" y="63249"/>
                  <a:pt x="149751" y="60242"/>
                </a:cubicBezTo>
                <a:lnTo>
                  <a:pt x="149751" y="57574"/>
                </a:lnTo>
                <a:cubicBezTo>
                  <a:pt x="149751" y="54568"/>
                  <a:pt x="152191" y="52128"/>
                  <a:pt x="155197" y="52128"/>
                </a:cubicBezTo>
                <a:close/>
                <a:moveTo>
                  <a:pt x="46617" y="44340"/>
                </a:moveTo>
                <a:lnTo>
                  <a:pt x="113645" y="44340"/>
                </a:lnTo>
                <a:cubicBezTo>
                  <a:pt x="116651" y="44340"/>
                  <a:pt x="119080" y="46780"/>
                  <a:pt x="119080" y="49786"/>
                </a:cubicBezTo>
                <a:cubicBezTo>
                  <a:pt x="119080" y="52792"/>
                  <a:pt x="116640" y="55232"/>
                  <a:pt x="113634" y="55232"/>
                </a:cubicBezTo>
                <a:lnTo>
                  <a:pt x="46617" y="55232"/>
                </a:lnTo>
                <a:cubicBezTo>
                  <a:pt x="43611" y="55232"/>
                  <a:pt x="41171" y="52792"/>
                  <a:pt x="41171" y="49786"/>
                </a:cubicBezTo>
                <a:cubicBezTo>
                  <a:pt x="41171" y="46780"/>
                  <a:pt x="43611" y="44340"/>
                  <a:pt x="46617" y="44340"/>
                </a:cubicBezTo>
                <a:close/>
                <a:moveTo>
                  <a:pt x="49013" y="0"/>
                </a:moveTo>
                <a:lnTo>
                  <a:pt x="111630" y="0"/>
                </a:lnTo>
                <a:cubicBezTo>
                  <a:pt x="135941" y="0"/>
                  <a:pt x="156297" y="17405"/>
                  <a:pt x="160055" y="41378"/>
                </a:cubicBezTo>
                <a:cubicBezTo>
                  <a:pt x="160515" y="44349"/>
                  <a:pt x="158483" y="47132"/>
                  <a:pt x="155513" y="47597"/>
                </a:cubicBezTo>
                <a:cubicBezTo>
                  <a:pt x="152543" y="48054"/>
                  <a:pt x="149763" y="46023"/>
                  <a:pt x="149294" y="43055"/>
                </a:cubicBezTo>
                <a:cubicBezTo>
                  <a:pt x="146375" y="24409"/>
                  <a:pt x="130538" y="10881"/>
                  <a:pt x="111630" y="10881"/>
                </a:cubicBezTo>
                <a:lnTo>
                  <a:pt x="49013" y="10881"/>
                </a:lnTo>
                <a:cubicBezTo>
                  <a:pt x="27992" y="10881"/>
                  <a:pt x="10892" y="27981"/>
                  <a:pt x="10892" y="49002"/>
                </a:cubicBezTo>
                <a:lnTo>
                  <a:pt x="10892" y="141452"/>
                </a:lnTo>
                <a:cubicBezTo>
                  <a:pt x="10892" y="162473"/>
                  <a:pt x="27992" y="179573"/>
                  <a:pt x="49013" y="179573"/>
                </a:cubicBezTo>
                <a:lnTo>
                  <a:pt x="95630" y="179573"/>
                </a:lnTo>
                <a:cubicBezTo>
                  <a:pt x="96338" y="179573"/>
                  <a:pt x="97046" y="179508"/>
                  <a:pt x="97732" y="179388"/>
                </a:cubicBezTo>
                <a:cubicBezTo>
                  <a:pt x="97416" y="178462"/>
                  <a:pt x="97231" y="177482"/>
                  <a:pt x="97231" y="176458"/>
                </a:cubicBezTo>
                <a:lnTo>
                  <a:pt x="97231" y="151625"/>
                </a:lnTo>
                <a:cubicBezTo>
                  <a:pt x="97231" y="139143"/>
                  <a:pt x="107491" y="128981"/>
                  <a:pt x="120104" y="128981"/>
                </a:cubicBezTo>
                <a:lnTo>
                  <a:pt x="148728" y="128981"/>
                </a:lnTo>
                <a:cubicBezTo>
                  <a:pt x="148869" y="128981"/>
                  <a:pt x="149000" y="129002"/>
                  <a:pt x="149131" y="129013"/>
                </a:cubicBezTo>
                <a:cubicBezTo>
                  <a:pt x="149523" y="127510"/>
                  <a:pt x="149751" y="125953"/>
                  <a:pt x="149751" y="124373"/>
                </a:cubicBezTo>
                <a:lnTo>
                  <a:pt x="149751" y="76853"/>
                </a:lnTo>
                <a:cubicBezTo>
                  <a:pt x="149751" y="73846"/>
                  <a:pt x="152191" y="71407"/>
                  <a:pt x="155197" y="71407"/>
                </a:cubicBezTo>
                <a:cubicBezTo>
                  <a:pt x="158203" y="71407"/>
                  <a:pt x="160643" y="73846"/>
                  <a:pt x="160632" y="76853"/>
                </a:cubicBezTo>
                <a:lnTo>
                  <a:pt x="160632" y="124395"/>
                </a:lnTo>
                <a:cubicBezTo>
                  <a:pt x="160632" y="129819"/>
                  <a:pt x="159107" y="135145"/>
                  <a:pt x="156330" y="139742"/>
                </a:cubicBezTo>
                <a:cubicBezTo>
                  <a:pt x="155916" y="140896"/>
                  <a:pt x="155252" y="141975"/>
                  <a:pt x="154326" y="142868"/>
                </a:cubicBezTo>
                <a:lnTo>
                  <a:pt x="153357" y="143804"/>
                </a:lnTo>
                <a:cubicBezTo>
                  <a:pt x="152856" y="144393"/>
                  <a:pt x="152333" y="144948"/>
                  <a:pt x="151788" y="145493"/>
                </a:cubicBezTo>
                <a:cubicBezTo>
                  <a:pt x="141430" y="155644"/>
                  <a:pt x="129460" y="167048"/>
                  <a:pt x="117893" y="178081"/>
                </a:cubicBezTo>
                <a:lnTo>
                  <a:pt x="111521" y="184148"/>
                </a:lnTo>
                <a:cubicBezTo>
                  <a:pt x="107219" y="188254"/>
                  <a:pt x="101577" y="190508"/>
                  <a:pt x="95630" y="190508"/>
                </a:cubicBezTo>
                <a:lnTo>
                  <a:pt x="49013" y="190508"/>
                </a:lnTo>
                <a:cubicBezTo>
                  <a:pt x="21991" y="190508"/>
                  <a:pt x="0" y="168518"/>
                  <a:pt x="0" y="141495"/>
                </a:cubicBezTo>
                <a:lnTo>
                  <a:pt x="0" y="49013"/>
                </a:lnTo>
                <a:cubicBezTo>
                  <a:pt x="0" y="21991"/>
                  <a:pt x="21991" y="0"/>
                  <a:pt x="49013" y="0"/>
                </a:cubicBezTo>
                <a:close/>
              </a:path>
            </a:pathLst>
          </a:custGeom>
          <a:solidFill>
            <a:schemeClr val="tx1"/>
          </a:solidFill>
          <a:ln w="205" cap="flat">
            <a:noFill/>
            <a:prstDash val="solid"/>
            <a:miter/>
          </a:ln>
        </p:spPr>
        <p:txBody>
          <a:bodyPr rtlCol="0" anchor="ctr"/>
          <a:lstStyle/>
          <a:p>
            <a:endParaRPr lang="zh-CN" altLang="en-US"/>
          </a:p>
        </p:txBody>
      </p:sp>
    </p:spTree>
    <p:extLst>
      <p:ext uri="{BB962C8B-B14F-4D97-AF65-F5344CB8AC3E}">
        <p14:creationId xmlns:p14="http://schemas.microsoft.com/office/powerpoint/2010/main" val="10545847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79" name="任意多边形: 形状 78">
            <a:extLst>
              <a:ext uri="{FF2B5EF4-FFF2-40B4-BE49-F238E27FC236}">
                <a16:creationId xmlns:a16="http://schemas.microsoft.com/office/drawing/2014/main" id="{67ABFB6C-B219-663A-6370-6D20B4D8A698}"/>
              </a:ext>
            </a:extLst>
          </p:cNvPr>
          <p:cNvSpPr/>
          <p:nvPr/>
        </p:nvSpPr>
        <p:spPr>
          <a:xfrm>
            <a:off x="2114550" y="950680"/>
            <a:ext cx="7962900" cy="2823272"/>
          </a:xfrm>
          <a:custGeom>
            <a:avLst/>
            <a:gdLst>
              <a:gd name="connsiteX0" fmla="*/ 5860472 w 11720944"/>
              <a:gd name="connsiteY0" fmla="*/ 0 h 3399747"/>
              <a:gd name="connsiteX1" fmla="*/ 11720944 w 11720944"/>
              <a:gd name="connsiteY1" fmla="*/ 3399723 h 3399747"/>
              <a:gd name="connsiteX2" fmla="*/ 1 w 11720944"/>
              <a:gd name="connsiteY2" fmla="*/ 3399723 h 3399747"/>
              <a:gd name="connsiteX3" fmla="*/ 1 w 11720944"/>
              <a:gd name="connsiteY3" fmla="*/ 3399747 h 3399747"/>
              <a:gd name="connsiteX4" fmla="*/ 0 w 11720944"/>
              <a:gd name="connsiteY4" fmla="*/ 3399723 h 3399747"/>
              <a:gd name="connsiteX5" fmla="*/ 5860472 w 11720944"/>
              <a:gd name="connsiteY5" fmla="*/ 0 h 3399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20944" h="3399747">
                <a:moveTo>
                  <a:pt x="5860472" y="0"/>
                </a:moveTo>
                <a:cubicBezTo>
                  <a:pt x="9097121" y="0"/>
                  <a:pt x="11720944" y="1522108"/>
                  <a:pt x="11720944" y="3399723"/>
                </a:cubicBezTo>
                <a:lnTo>
                  <a:pt x="1" y="3399723"/>
                </a:lnTo>
                <a:lnTo>
                  <a:pt x="1" y="3399747"/>
                </a:lnTo>
                <a:lnTo>
                  <a:pt x="0" y="3399723"/>
                </a:lnTo>
                <a:cubicBezTo>
                  <a:pt x="0" y="1522108"/>
                  <a:pt x="2623824" y="0"/>
                  <a:pt x="5860472" y="0"/>
                </a:cubicBezTo>
                <a:close/>
              </a:path>
            </a:pathLst>
          </a:custGeom>
          <a:gradFill>
            <a:gsLst>
              <a:gs pos="0">
                <a:schemeClr val="accent2">
                  <a:alpha val="20000"/>
                </a:schemeClr>
              </a:gs>
              <a:gs pos="100000">
                <a:schemeClr val="accent2">
                  <a:alpha val="0"/>
                </a:schemeClr>
              </a:gs>
            </a:gsLst>
            <a:lin ang="5400000" scaled="1"/>
          </a:gradFill>
          <a:ln>
            <a:gradFill>
              <a:gsLst>
                <a:gs pos="0">
                  <a:schemeClr val="accent2"/>
                </a:gs>
                <a:gs pos="100000">
                  <a:schemeClr val="accent2">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100">
              <a:solidFill>
                <a:schemeClr val="accent3"/>
              </a:solidFill>
              <a:latin typeface="+mn-ea"/>
            </a:endParaRPr>
          </a:p>
        </p:txBody>
      </p:sp>
      <p:sp>
        <p:nvSpPr>
          <p:cNvPr id="126" name="PA-圆角矩形 35">
            <a:extLst>
              <a:ext uri="{FF2B5EF4-FFF2-40B4-BE49-F238E27FC236}">
                <a16:creationId xmlns:a16="http://schemas.microsoft.com/office/drawing/2014/main" id="{00F2151F-EC60-6345-1EB8-95ED751C901B}"/>
              </a:ext>
            </a:extLst>
          </p:cNvPr>
          <p:cNvSpPr/>
          <p:nvPr>
            <p:custDataLst>
              <p:tags r:id="rId1"/>
            </p:custDataLst>
          </p:nvPr>
        </p:nvSpPr>
        <p:spPr>
          <a:xfrm>
            <a:off x="8206690" y="2057916"/>
            <a:ext cx="2377799" cy="2365077"/>
          </a:xfrm>
          <a:prstGeom prst="roundRect">
            <a:avLst>
              <a:gd name="adj" fmla="val 379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7992" tIns="63996" rIns="127992" bIns="63996" numCol="1" spcCol="0" rtlCol="0" fromWordArt="0" anchor="ctr" anchorCtr="0" forceAA="0" compatLnSpc="1">
            <a:prstTxWarp prst="textNoShape">
              <a:avLst/>
            </a:prstTxWarp>
            <a:noAutofit/>
          </a:bodyPr>
          <a:lstStyle/>
          <a:p>
            <a:pPr algn="ctr" defTabSz="639926"/>
            <a:endParaRPr lang="zh-CN" altLang="en-US" sz="2400" dirty="0">
              <a:solidFill>
                <a:prstClr val="white"/>
              </a:solidFill>
              <a:latin typeface="+mj-ea"/>
              <a:ea typeface="+mj-ea"/>
            </a:endParaRPr>
          </a:p>
        </p:txBody>
      </p:sp>
      <p:sp>
        <p:nvSpPr>
          <p:cNvPr id="128" name="PA-圆角矩形 35">
            <a:extLst>
              <a:ext uri="{FF2B5EF4-FFF2-40B4-BE49-F238E27FC236}">
                <a16:creationId xmlns:a16="http://schemas.microsoft.com/office/drawing/2014/main" id="{24568B2C-791F-5B4A-5AE4-F2F8B8F8BA1E}"/>
              </a:ext>
            </a:extLst>
          </p:cNvPr>
          <p:cNvSpPr/>
          <p:nvPr>
            <p:custDataLst>
              <p:tags r:id="rId2"/>
            </p:custDataLst>
          </p:nvPr>
        </p:nvSpPr>
        <p:spPr>
          <a:xfrm>
            <a:off x="4907101" y="2047417"/>
            <a:ext cx="2377799" cy="2365077"/>
          </a:xfrm>
          <a:prstGeom prst="roundRect">
            <a:avLst>
              <a:gd name="adj" fmla="val 379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7992" tIns="63996" rIns="127992" bIns="63996" numCol="1" spcCol="0" rtlCol="0" fromWordArt="0" anchor="ctr" anchorCtr="0" forceAA="0" compatLnSpc="1">
            <a:prstTxWarp prst="textNoShape">
              <a:avLst/>
            </a:prstTxWarp>
            <a:noAutofit/>
          </a:bodyPr>
          <a:lstStyle/>
          <a:p>
            <a:pPr algn="ctr" defTabSz="639926"/>
            <a:endParaRPr lang="zh-CN" altLang="en-US" sz="2400" dirty="0">
              <a:solidFill>
                <a:prstClr val="white"/>
              </a:solidFill>
              <a:latin typeface="+mj-ea"/>
              <a:ea typeface="+mj-ea"/>
            </a:endParaRPr>
          </a:p>
        </p:txBody>
      </p:sp>
      <p:sp>
        <p:nvSpPr>
          <p:cNvPr id="127" name="PA-圆角矩形 35">
            <a:extLst>
              <a:ext uri="{FF2B5EF4-FFF2-40B4-BE49-F238E27FC236}">
                <a16:creationId xmlns:a16="http://schemas.microsoft.com/office/drawing/2014/main" id="{77D8B35B-8DBE-62FF-9B9C-223F79B90836}"/>
              </a:ext>
            </a:extLst>
          </p:cNvPr>
          <p:cNvSpPr/>
          <p:nvPr>
            <p:custDataLst>
              <p:tags r:id="rId3"/>
            </p:custDataLst>
          </p:nvPr>
        </p:nvSpPr>
        <p:spPr>
          <a:xfrm>
            <a:off x="1632238" y="2057916"/>
            <a:ext cx="2377799" cy="2365077"/>
          </a:xfrm>
          <a:prstGeom prst="roundRect">
            <a:avLst>
              <a:gd name="adj" fmla="val 3790"/>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7992" tIns="63996" rIns="127992" bIns="63996" numCol="1" spcCol="0" rtlCol="0" fromWordArt="0" anchor="ctr" anchorCtr="0" forceAA="0" compatLnSpc="1">
            <a:prstTxWarp prst="textNoShape">
              <a:avLst/>
            </a:prstTxWarp>
            <a:noAutofit/>
          </a:bodyPr>
          <a:lstStyle/>
          <a:p>
            <a:pPr algn="ctr" defTabSz="639926"/>
            <a:endParaRPr lang="zh-CN" altLang="en-US" sz="2400" dirty="0">
              <a:solidFill>
                <a:prstClr val="white"/>
              </a:solidFill>
              <a:latin typeface="+mj-ea"/>
              <a:ea typeface="+mj-ea"/>
            </a:endParaRPr>
          </a:p>
        </p:txBody>
      </p:sp>
      <p:sp>
        <p:nvSpPr>
          <p:cNvPr id="92" name="PA-圆角矩形 35">
            <a:extLst>
              <a:ext uri="{FF2B5EF4-FFF2-40B4-BE49-F238E27FC236}">
                <a16:creationId xmlns:a16="http://schemas.microsoft.com/office/drawing/2014/main" id="{BB9D9D6E-2703-6AD7-64BC-AE726661BC4C}"/>
              </a:ext>
            </a:extLst>
          </p:cNvPr>
          <p:cNvSpPr/>
          <p:nvPr>
            <p:custDataLst>
              <p:tags r:id="rId4"/>
            </p:custDataLst>
          </p:nvPr>
        </p:nvSpPr>
        <p:spPr>
          <a:xfrm>
            <a:off x="8206690" y="2057916"/>
            <a:ext cx="2377799" cy="2365077"/>
          </a:xfrm>
          <a:prstGeom prst="roundRect">
            <a:avLst>
              <a:gd name="adj" fmla="val 3790"/>
            </a:avLst>
          </a:prstGeom>
          <a:gradFill>
            <a:gsLst>
              <a:gs pos="0">
                <a:schemeClr val="accent1">
                  <a:alpha val="35000"/>
                </a:schemeClr>
              </a:gs>
              <a:gs pos="100000">
                <a:schemeClr val="accent1">
                  <a:alpha val="0"/>
                </a:schemeClr>
              </a:gs>
            </a:gsLst>
            <a:lin ang="5400000" scaled="0"/>
          </a:gradFill>
          <a:ln w="12700">
            <a:gradFill>
              <a:gsLst>
                <a:gs pos="0">
                  <a:schemeClr val="accent1">
                    <a:alpha val="88000"/>
                  </a:schemeClr>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7992" tIns="63996" rIns="127992" bIns="63996" numCol="1" spcCol="0" rtlCol="0" fromWordArt="0" anchor="ctr" anchorCtr="0" forceAA="0" compatLnSpc="1">
            <a:prstTxWarp prst="textNoShape">
              <a:avLst/>
            </a:prstTxWarp>
            <a:noAutofit/>
          </a:bodyPr>
          <a:lstStyle/>
          <a:p>
            <a:pPr algn="ctr" defTabSz="639926"/>
            <a:endParaRPr lang="zh-CN" altLang="en-US" sz="2400" dirty="0">
              <a:solidFill>
                <a:prstClr val="white"/>
              </a:solidFill>
              <a:latin typeface="+mj-ea"/>
              <a:ea typeface="+mj-ea"/>
            </a:endParaRPr>
          </a:p>
        </p:txBody>
      </p:sp>
      <p:sp>
        <p:nvSpPr>
          <p:cNvPr id="122" name="等腰三角形 121">
            <a:extLst>
              <a:ext uri="{FF2B5EF4-FFF2-40B4-BE49-F238E27FC236}">
                <a16:creationId xmlns:a16="http://schemas.microsoft.com/office/drawing/2014/main" id="{982A5C81-528C-C6F8-1116-244FCC1361A5}"/>
              </a:ext>
            </a:extLst>
          </p:cNvPr>
          <p:cNvSpPr/>
          <p:nvPr/>
        </p:nvSpPr>
        <p:spPr>
          <a:xfrm>
            <a:off x="8711933" y="3307958"/>
            <a:ext cx="1367313" cy="378697"/>
          </a:xfrm>
          <a:prstGeom prst="triangle">
            <a:avLst>
              <a:gd name="adj" fmla="val 49712"/>
            </a:avLst>
          </a:prstGeom>
          <a:gradFill>
            <a:gsLst>
              <a:gs pos="0">
                <a:schemeClr val="accent1">
                  <a:alpha val="16000"/>
                </a:schemeClr>
              </a:gs>
              <a:gs pos="100000">
                <a:schemeClr val="accent1">
                  <a:alpha val="22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PA-圆角矩形 35">
            <a:extLst>
              <a:ext uri="{FF2B5EF4-FFF2-40B4-BE49-F238E27FC236}">
                <a16:creationId xmlns:a16="http://schemas.microsoft.com/office/drawing/2014/main" id="{5F907572-AE70-D767-43F3-A2E3A99C7C45}"/>
              </a:ext>
            </a:extLst>
          </p:cNvPr>
          <p:cNvSpPr/>
          <p:nvPr>
            <p:custDataLst>
              <p:tags r:id="rId5"/>
            </p:custDataLst>
          </p:nvPr>
        </p:nvSpPr>
        <p:spPr>
          <a:xfrm>
            <a:off x="4907101" y="2047417"/>
            <a:ext cx="2377799" cy="2365077"/>
          </a:xfrm>
          <a:prstGeom prst="roundRect">
            <a:avLst>
              <a:gd name="adj" fmla="val 3790"/>
            </a:avLst>
          </a:prstGeom>
          <a:gradFill>
            <a:gsLst>
              <a:gs pos="0">
                <a:schemeClr val="accent1">
                  <a:alpha val="35000"/>
                </a:schemeClr>
              </a:gs>
              <a:gs pos="100000">
                <a:schemeClr val="accent1">
                  <a:alpha val="0"/>
                </a:schemeClr>
              </a:gs>
            </a:gsLst>
            <a:lin ang="5400000" scaled="0"/>
          </a:gradFill>
          <a:ln w="12700">
            <a:gradFill>
              <a:gsLst>
                <a:gs pos="0">
                  <a:schemeClr val="accent1">
                    <a:alpha val="88000"/>
                  </a:schemeClr>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7992" tIns="63996" rIns="127992" bIns="63996" numCol="1" spcCol="0" rtlCol="0" fromWordArt="0" anchor="ctr" anchorCtr="0" forceAA="0" compatLnSpc="1">
            <a:prstTxWarp prst="textNoShape">
              <a:avLst/>
            </a:prstTxWarp>
            <a:noAutofit/>
          </a:bodyPr>
          <a:lstStyle/>
          <a:p>
            <a:pPr algn="ctr" defTabSz="639926"/>
            <a:endParaRPr lang="zh-CN" altLang="en-US" sz="2400" dirty="0">
              <a:solidFill>
                <a:prstClr val="white"/>
              </a:solidFill>
              <a:latin typeface="+mj-ea"/>
              <a:ea typeface="+mj-ea"/>
            </a:endParaRPr>
          </a:p>
        </p:txBody>
      </p:sp>
      <p:sp>
        <p:nvSpPr>
          <p:cNvPr id="113" name="任意多边形: 形状 112">
            <a:extLst>
              <a:ext uri="{FF2B5EF4-FFF2-40B4-BE49-F238E27FC236}">
                <a16:creationId xmlns:a16="http://schemas.microsoft.com/office/drawing/2014/main" id="{B6F6FBE1-7354-363E-CA6B-7FAA6EDC99ED}"/>
              </a:ext>
            </a:extLst>
          </p:cNvPr>
          <p:cNvSpPr/>
          <p:nvPr/>
        </p:nvSpPr>
        <p:spPr>
          <a:xfrm>
            <a:off x="5172967" y="3273849"/>
            <a:ext cx="1846066" cy="432236"/>
          </a:xfrm>
          <a:custGeom>
            <a:avLst/>
            <a:gdLst>
              <a:gd name="connsiteX0" fmla="*/ 3216518 w 6433036"/>
              <a:gd name="connsiteY0" fmla="*/ 339763 h 1147224"/>
              <a:gd name="connsiteX1" fmla="*/ 1861036 w 6433036"/>
              <a:gd name="connsiteY1" fmla="*/ 573612 h 1147224"/>
              <a:gd name="connsiteX2" fmla="*/ 3216518 w 6433036"/>
              <a:gd name="connsiteY2" fmla="*/ 807461 h 1147224"/>
              <a:gd name="connsiteX3" fmla="*/ 4572000 w 6433036"/>
              <a:gd name="connsiteY3" fmla="*/ 573612 h 1147224"/>
              <a:gd name="connsiteX4" fmla="*/ 3216518 w 6433036"/>
              <a:gd name="connsiteY4" fmla="*/ 339763 h 1147224"/>
              <a:gd name="connsiteX5" fmla="*/ 3216518 w 6433036"/>
              <a:gd name="connsiteY5" fmla="*/ 0 h 1147224"/>
              <a:gd name="connsiteX6" fmla="*/ 6433036 w 6433036"/>
              <a:gd name="connsiteY6" fmla="*/ 573612 h 1147224"/>
              <a:gd name="connsiteX7" fmla="*/ 3216518 w 6433036"/>
              <a:gd name="connsiteY7" fmla="*/ 1147224 h 1147224"/>
              <a:gd name="connsiteX8" fmla="*/ 0 w 6433036"/>
              <a:gd name="connsiteY8" fmla="*/ 573612 h 1147224"/>
              <a:gd name="connsiteX9" fmla="*/ 3216518 w 6433036"/>
              <a:gd name="connsiteY9" fmla="*/ 0 h 114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33036" h="1147224">
                <a:moveTo>
                  <a:pt x="3216518" y="339763"/>
                </a:moveTo>
                <a:cubicBezTo>
                  <a:pt x="2467906" y="339763"/>
                  <a:pt x="1861036" y="444461"/>
                  <a:pt x="1861036" y="573612"/>
                </a:cubicBezTo>
                <a:cubicBezTo>
                  <a:pt x="1861036" y="702763"/>
                  <a:pt x="2467906" y="807461"/>
                  <a:pt x="3216518" y="807461"/>
                </a:cubicBezTo>
                <a:cubicBezTo>
                  <a:pt x="3965130" y="807461"/>
                  <a:pt x="4572000" y="702763"/>
                  <a:pt x="4572000" y="573612"/>
                </a:cubicBezTo>
                <a:cubicBezTo>
                  <a:pt x="4572000" y="444461"/>
                  <a:pt x="3965130" y="339763"/>
                  <a:pt x="3216518" y="339763"/>
                </a:cubicBezTo>
                <a:close/>
                <a:moveTo>
                  <a:pt x="3216518" y="0"/>
                </a:moveTo>
                <a:cubicBezTo>
                  <a:pt x="4992952" y="0"/>
                  <a:pt x="6433036" y="256815"/>
                  <a:pt x="6433036" y="573612"/>
                </a:cubicBezTo>
                <a:cubicBezTo>
                  <a:pt x="6433036" y="890409"/>
                  <a:pt x="4992952" y="1147224"/>
                  <a:pt x="3216518" y="1147224"/>
                </a:cubicBezTo>
                <a:cubicBezTo>
                  <a:pt x="1440084" y="1147224"/>
                  <a:pt x="0" y="890409"/>
                  <a:pt x="0" y="573612"/>
                </a:cubicBezTo>
                <a:cubicBezTo>
                  <a:pt x="0" y="256815"/>
                  <a:pt x="1440084" y="0"/>
                  <a:pt x="3216518" y="0"/>
                </a:cubicBezTo>
                <a:close/>
              </a:path>
            </a:pathLst>
          </a:custGeom>
          <a:gradFill>
            <a:gsLst>
              <a:gs pos="0">
                <a:schemeClr val="accent1">
                  <a:alpha val="0"/>
                  <a:lumMod val="95000"/>
                  <a:lumOff val="5000"/>
                </a:schemeClr>
              </a:gs>
              <a:gs pos="100000">
                <a:schemeClr val="tx1">
                  <a:alpha val="8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9" name="PA-圆角矩形 35">
            <a:extLst>
              <a:ext uri="{FF2B5EF4-FFF2-40B4-BE49-F238E27FC236}">
                <a16:creationId xmlns:a16="http://schemas.microsoft.com/office/drawing/2014/main" id="{5575EC97-B955-3CEC-6E7D-7C2EBECF78C2}"/>
              </a:ext>
            </a:extLst>
          </p:cNvPr>
          <p:cNvSpPr/>
          <p:nvPr>
            <p:custDataLst>
              <p:tags r:id="rId6"/>
            </p:custDataLst>
          </p:nvPr>
        </p:nvSpPr>
        <p:spPr>
          <a:xfrm>
            <a:off x="1632238" y="2057916"/>
            <a:ext cx="2377799" cy="2365077"/>
          </a:xfrm>
          <a:prstGeom prst="roundRect">
            <a:avLst>
              <a:gd name="adj" fmla="val 3790"/>
            </a:avLst>
          </a:prstGeom>
          <a:gradFill>
            <a:gsLst>
              <a:gs pos="0">
                <a:schemeClr val="accent1">
                  <a:alpha val="35000"/>
                </a:schemeClr>
              </a:gs>
              <a:gs pos="100000">
                <a:schemeClr val="accent1">
                  <a:alpha val="0"/>
                </a:schemeClr>
              </a:gs>
            </a:gsLst>
            <a:lin ang="5400000" scaled="0"/>
          </a:gradFill>
          <a:ln w="12700">
            <a:gradFill>
              <a:gsLst>
                <a:gs pos="0">
                  <a:schemeClr val="accent1">
                    <a:alpha val="88000"/>
                  </a:schemeClr>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7992" tIns="63996" rIns="127992" bIns="63996" numCol="1" spcCol="0" rtlCol="0" fromWordArt="0" anchor="ctr" anchorCtr="0" forceAA="0" compatLnSpc="1">
            <a:prstTxWarp prst="textNoShape">
              <a:avLst/>
            </a:prstTxWarp>
            <a:noAutofit/>
          </a:bodyPr>
          <a:lstStyle/>
          <a:p>
            <a:pPr algn="ctr" defTabSz="639926"/>
            <a:endParaRPr lang="zh-CN" altLang="en-US" sz="2400" dirty="0">
              <a:solidFill>
                <a:prstClr val="white"/>
              </a:solidFill>
              <a:latin typeface="+mj-ea"/>
              <a:ea typeface="+mj-ea"/>
            </a:endParaRPr>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数字化矩阵</a:t>
            </a:r>
          </a:p>
        </p:txBody>
      </p:sp>
      <p:sp>
        <p:nvSpPr>
          <p:cNvPr id="63" name="任意多边形: 形状 62">
            <a:extLst>
              <a:ext uri="{FF2B5EF4-FFF2-40B4-BE49-F238E27FC236}">
                <a16:creationId xmlns:a16="http://schemas.microsoft.com/office/drawing/2014/main" id="{717C313A-E73A-79CD-D8CE-D64A658AD723}"/>
              </a:ext>
            </a:extLst>
          </p:cNvPr>
          <p:cNvSpPr/>
          <p:nvPr/>
        </p:nvSpPr>
        <p:spPr>
          <a:xfrm>
            <a:off x="3754606" y="5471699"/>
            <a:ext cx="4682788" cy="569069"/>
          </a:xfrm>
          <a:custGeom>
            <a:avLst/>
            <a:gdLst>
              <a:gd name="connsiteX0" fmla="*/ 2341394 w 4682788"/>
              <a:gd name="connsiteY0" fmla="*/ 89981 h 569069"/>
              <a:gd name="connsiteX1" fmla="*/ 741194 w 4682788"/>
              <a:gd name="connsiteY1" fmla="*/ 284534 h 569069"/>
              <a:gd name="connsiteX2" fmla="*/ 2341394 w 4682788"/>
              <a:gd name="connsiteY2" fmla="*/ 479087 h 569069"/>
              <a:gd name="connsiteX3" fmla="*/ 3941594 w 4682788"/>
              <a:gd name="connsiteY3" fmla="*/ 284534 h 569069"/>
              <a:gd name="connsiteX4" fmla="*/ 2341394 w 4682788"/>
              <a:gd name="connsiteY4" fmla="*/ 89981 h 569069"/>
              <a:gd name="connsiteX5" fmla="*/ 2341394 w 4682788"/>
              <a:gd name="connsiteY5" fmla="*/ 0 h 569069"/>
              <a:gd name="connsiteX6" fmla="*/ 4682788 w 4682788"/>
              <a:gd name="connsiteY6" fmla="*/ 284535 h 569069"/>
              <a:gd name="connsiteX7" fmla="*/ 2341394 w 4682788"/>
              <a:gd name="connsiteY7" fmla="*/ 569069 h 569069"/>
              <a:gd name="connsiteX8" fmla="*/ 0 w 4682788"/>
              <a:gd name="connsiteY8" fmla="*/ 284535 h 569069"/>
              <a:gd name="connsiteX9" fmla="*/ 2341394 w 4682788"/>
              <a:gd name="connsiteY9" fmla="*/ 0 h 56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82788" h="569069">
                <a:moveTo>
                  <a:pt x="2341394" y="89981"/>
                </a:moveTo>
                <a:cubicBezTo>
                  <a:pt x="1457628" y="89981"/>
                  <a:pt x="741194" y="177085"/>
                  <a:pt x="741194" y="284534"/>
                </a:cubicBezTo>
                <a:cubicBezTo>
                  <a:pt x="741194" y="391983"/>
                  <a:pt x="1457628" y="479087"/>
                  <a:pt x="2341394" y="479087"/>
                </a:cubicBezTo>
                <a:cubicBezTo>
                  <a:pt x="3225160" y="479087"/>
                  <a:pt x="3941594" y="391983"/>
                  <a:pt x="3941594" y="284534"/>
                </a:cubicBezTo>
                <a:cubicBezTo>
                  <a:pt x="3941594" y="177085"/>
                  <a:pt x="3225160" y="89981"/>
                  <a:pt x="2341394" y="89981"/>
                </a:cubicBezTo>
                <a:close/>
                <a:moveTo>
                  <a:pt x="2341394" y="0"/>
                </a:moveTo>
                <a:cubicBezTo>
                  <a:pt x="3634510" y="0"/>
                  <a:pt x="4682788" y="127391"/>
                  <a:pt x="4682788" y="284535"/>
                </a:cubicBezTo>
                <a:cubicBezTo>
                  <a:pt x="4682788" y="441679"/>
                  <a:pt x="3634510" y="569069"/>
                  <a:pt x="2341394" y="569069"/>
                </a:cubicBezTo>
                <a:cubicBezTo>
                  <a:pt x="1048278" y="569069"/>
                  <a:pt x="0" y="441679"/>
                  <a:pt x="0" y="284535"/>
                </a:cubicBezTo>
                <a:cubicBezTo>
                  <a:pt x="0" y="127391"/>
                  <a:pt x="1048278" y="0"/>
                  <a:pt x="2341394" y="0"/>
                </a:cubicBezTo>
                <a:close/>
              </a:path>
            </a:pathLst>
          </a:custGeom>
          <a:gradFill>
            <a:gsLst>
              <a:gs pos="0">
                <a:schemeClr val="accent2">
                  <a:alpha val="0"/>
                </a:schemeClr>
              </a:gs>
              <a:gs pos="100000">
                <a:schemeClr val="accent2">
                  <a:alpha val="3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65" name="椭圆 64">
            <a:extLst>
              <a:ext uri="{FF2B5EF4-FFF2-40B4-BE49-F238E27FC236}">
                <a16:creationId xmlns:a16="http://schemas.microsoft.com/office/drawing/2014/main" id="{1518CAC2-2780-3D4F-D22C-02DEB8B049B1}"/>
              </a:ext>
            </a:extLst>
          </p:cNvPr>
          <p:cNvSpPr/>
          <p:nvPr/>
        </p:nvSpPr>
        <p:spPr>
          <a:xfrm>
            <a:off x="4468238" y="5194462"/>
            <a:ext cx="3255524" cy="456591"/>
          </a:xfrm>
          <a:prstGeom prst="ellipse">
            <a:avLst/>
          </a:prstGeom>
          <a:gradFill>
            <a:gsLst>
              <a:gs pos="0">
                <a:schemeClr val="accent2">
                  <a:alpha val="0"/>
                </a:schemeClr>
              </a:gs>
              <a:gs pos="100000">
                <a:schemeClr val="accent2">
                  <a:alpha val="52000"/>
                </a:schemeClr>
              </a:gs>
            </a:gsLst>
            <a:lin ang="5400000" scaled="1"/>
          </a:gradFill>
          <a:ln>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椭圆 65">
            <a:extLst>
              <a:ext uri="{FF2B5EF4-FFF2-40B4-BE49-F238E27FC236}">
                <a16:creationId xmlns:a16="http://schemas.microsoft.com/office/drawing/2014/main" id="{7E0CA512-4771-B2CA-87CE-125195F2F2D3}"/>
              </a:ext>
            </a:extLst>
          </p:cNvPr>
          <p:cNvSpPr/>
          <p:nvPr/>
        </p:nvSpPr>
        <p:spPr>
          <a:xfrm>
            <a:off x="4117975" y="5814060"/>
            <a:ext cx="3940175" cy="403543"/>
          </a:xfrm>
          <a:prstGeom prst="ellipse">
            <a:avLst/>
          </a:prstGeom>
          <a:gradFill flip="none" rotWithShape="1">
            <a:gsLst>
              <a:gs pos="100000">
                <a:schemeClr val="accent2">
                  <a:alpha val="8000"/>
                </a:schemeClr>
              </a:gs>
              <a:gs pos="0">
                <a:schemeClr val="accent2">
                  <a:alpha val="0"/>
                </a:schemeClr>
              </a:gs>
            </a:gsLst>
            <a:lin ang="5400000" scaled="1"/>
            <a:tileRect/>
          </a:gradFill>
          <a:ln w="12700" cap="rnd" cmpd="sng" algn="ctr">
            <a:gradFill>
              <a:gsLst>
                <a:gs pos="30000">
                  <a:schemeClr val="accent2">
                    <a:alpha val="0"/>
                  </a:schemeClr>
                </a:gs>
                <a:gs pos="100000">
                  <a:schemeClr val="accent2"/>
                </a:gs>
              </a:gsLst>
              <a:lin ang="5400000" scaled="1"/>
            </a:gradFill>
            <a:prstDash val="sysDot"/>
            <a:miter lim="800000"/>
          </a:ln>
          <a:effectLst/>
        </p:spPr>
        <p:txBody>
          <a:bodyPr rtlCol="0" anchor="ctr"/>
          <a:lstStyle/>
          <a:p>
            <a:pPr algn="ctr" defTabSz="1919966">
              <a:defRPr/>
            </a:pPr>
            <a:endParaRPr lang="zh-CN" altLang="en-US" sz="3779" kern="0">
              <a:solidFill>
                <a:prstClr val="white"/>
              </a:solidFill>
              <a:latin typeface="Roboto Regular"/>
              <a:ea typeface="思源黑体 CN Regular"/>
            </a:endParaRPr>
          </a:p>
        </p:txBody>
      </p:sp>
      <p:sp>
        <p:nvSpPr>
          <p:cNvPr id="67" name="椭圆 66">
            <a:extLst>
              <a:ext uri="{FF2B5EF4-FFF2-40B4-BE49-F238E27FC236}">
                <a16:creationId xmlns:a16="http://schemas.microsoft.com/office/drawing/2014/main" id="{0CB96CBF-E96C-354E-A8AB-1FCE1D03F7DF}"/>
              </a:ext>
            </a:extLst>
          </p:cNvPr>
          <p:cNvSpPr/>
          <p:nvPr/>
        </p:nvSpPr>
        <p:spPr>
          <a:xfrm>
            <a:off x="3640667" y="5350669"/>
            <a:ext cx="4894792" cy="569068"/>
          </a:xfrm>
          <a:prstGeom prst="ellipse">
            <a:avLst/>
          </a:prstGeom>
          <a:gradFill flip="none" rotWithShape="1">
            <a:gsLst>
              <a:gs pos="100000">
                <a:schemeClr val="accent2">
                  <a:alpha val="8000"/>
                </a:schemeClr>
              </a:gs>
              <a:gs pos="0">
                <a:schemeClr val="accent2">
                  <a:alpha val="0"/>
                </a:schemeClr>
              </a:gs>
            </a:gsLst>
            <a:lin ang="5400000" scaled="1"/>
            <a:tileRect/>
          </a:gradFill>
          <a:ln w="12700" cap="rnd" cmpd="sng" algn="ctr">
            <a:gradFill>
              <a:gsLst>
                <a:gs pos="29000">
                  <a:schemeClr val="accent2">
                    <a:alpha val="0"/>
                  </a:schemeClr>
                </a:gs>
                <a:gs pos="100000">
                  <a:schemeClr val="accent2"/>
                </a:gs>
              </a:gsLst>
              <a:lin ang="5400000" scaled="1"/>
            </a:gradFill>
            <a:prstDash val="sysDot"/>
            <a:miter lim="800000"/>
          </a:ln>
          <a:effectLst/>
        </p:spPr>
        <p:txBody>
          <a:bodyPr rtlCol="0" anchor="ctr"/>
          <a:lstStyle/>
          <a:p>
            <a:pPr algn="ctr" defTabSz="1919966">
              <a:defRPr/>
            </a:pPr>
            <a:endParaRPr lang="zh-CN" altLang="en-US" sz="3779" kern="0">
              <a:solidFill>
                <a:prstClr val="white"/>
              </a:solidFill>
              <a:latin typeface="Roboto Regular"/>
              <a:ea typeface="思源黑体 CN Regular"/>
            </a:endParaRPr>
          </a:p>
        </p:txBody>
      </p:sp>
      <p:sp>
        <p:nvSpPr>
          <p:cNvPr id="68" name="椭圆 67">
            <a:extLst>
              <a:ext uri="{FF2B5EF4-FFF2-40B4-BE49-F238E27FC236}">
                <a16:creationId xmlns:a16="http://schemas.microsoft.com/office/drawing/2014/main" id="{F78D4CB3-FD93-E24B-8165-10B585F0C787}"/>
              </a:ext>
            </a:extLst>
          </p:cNvPr>
          <p:cNvSpPr/>
          <p:nvPr/>
        </p:nvSpPr>
        <p:spPr>
          <a:xfrm>
            <a:off x="4199467" y="5267117"/>
            <a:ext cx="3793066" cy="569068"/>
          </a:xfrm>
          <a:prstGeom prst="ellipse">
            <a:avLst/>
          </a:prstGeom>
          <a:gradFill flip="none" rotWithShape="1">
            <a:gsLst>
              <a:gs pos="100000">
                <a:schemeClr val="accent2">
                  <a:alpha val="9000"/>
                </a:schemeClr>
              </a:gs>
              <a:gs pos="0">
                <a:schemeClr val="accent2">
                  <a:alpha val="0"/>
                </a:schemeClr>
              </a:gs>
            </a:gsLst>
            <a:lin ang="5400000" scaled="1"/>
            <a:tileRect/>
          </a:gradFill>
          <a:ln w="12700" cap="rnd" cmpd="sng" algn="ctr">
            <a:gradFill>
              <a:gsLst>
                <a:gs pos="48000">
                  <a:schemeClr val="accent2">
                    <a:alpha val="0"/>
                  </a:schemeClr>
                </a:gs>
                <a:gs pos="100000">
                  <a:schemeClr val="accent2"/>
                </a:gs>
              </a:gsLst>
              <a:lin ang="5400000" scaled="1"/>
            </a:gradFill>
            <a:prstDash val="sysDot"/>
            <a:miter lim="800000"/>
          </a:ln>
          <a:effectLst/>
        </p:spPr>
        <p:txBody>
          <a:bodyPr rtlCol="0" anchor="ctr"/>
          <a:lstStyle/>
          <a:p>
            <a:pPr algn="ctr" defTabSz="1919966">
              <a:defRPr/>
            </a:pPr>
            <a:endParaRPr lang="zh-CN" altLang="en-US" sz="3779" kern="0">
              <a:solidFill>
                <a:prstClr val="white"/>
              </a:solidFill>
              <a:latin typeface="Roboto Regular"/>
              <a:ea typeface="思源黑体 CN Regular"/>
            </a:endParaRPr>
          </a:p>
        </p:txBody>
      </p:sp>
      <p:grpSp>
        <p:nvGrpSpPr>
          <p:cNvPr id="130" name="组合 129">
            <a:extLst>
              <a:ext uri="{FF2B5EF4-FFF2-40B4-BE49-F238E27FC236}">
                <a16:creationId xmlns:a16="http://schemas.microsoft.com/office/drawing/2014/main" id="{29ED2731-AFCF-CD94-3B03-D3E2E20571DB}"/>
              </a:ext>
            </a:extLst>
          </p:cNvPr>
          <p:cNvGrpSpPr/>
          <p:nvPr/>
        </p:nvGrpSpPr>
        <p:grpSpPr>
          <a:xfrm>
            <a:off x="1577887" y="4335373"/>
            <a:ext cx="2488573" cy="338475"/>
            <a:chOff x="1577887" y="4335373"/>
            <a:chExt cx="2488573" cy="338475"/>
          </a:xfrm>
        </p:grpSpPr>
        <p:sp>
          <p:nvSpPr>
            <p:cNvPr id="70" name="椭圆 69">
              <a:extLst>
                <a:ext uri="{FF2B5EF4-FFF2-40B4-BE49-F238E27FC236}">
                  <a16:creationId xmlns:a16="http://schemas.microsoft.com/office/drawing/2014/main" id="{C02D3BE9-4E77-CD70-4CB9-941E16090B90}"/>
                </a:ext>
              </a:extLst>
            </p:cNvPr>
            <p:cNvSpPr/>
            <p:nvPr/>
          </p:nvSpPr>
          <p:spPr>
            <a:xfrm>
              <a:off x="1751500" y="4415616"/>
              <a:ext cx="2141347" cy="258232"/>
            </a:xfrm>
            <a:prstGeom prst="ellipse">
              <a:avLst/>
            </a:prstGeom>
            <a:gradFill flip="none" rotWithShape="1">
              <a:gsLst>
                <a:gs pos="100000">
                  <a:schemeClr val="accent1">
                    <a:alpha val="5000"/>
                  </a:schemeClr>
                </a:gs>
                <a:gs pos="0">
                  <a:schemeClr val="accent1">
                    <a:alpha val="0"/>
                  </a:schemeClr>
                </a:gs>
              </a:gsLst>
              <a:lin ang="5400000" scaled="1"/>
              <a:tileRect/>
            </a:gradFill>
            <a:ln w="12700" cap="rnd" cmpd="sng" algn="ctr">
              <a:gradFill>
                <a:gsLst>
                  <a:gs pos="23000">
                    <a:schemeClr val="accent1">
                      <a:alpha val="0"/>
                    </a:schemeClr>
                  </a:gs>
                  <a:gs pos="100000">
                    <a:schemeClr val="accent1"/>
                  </a:gs>
                </a:gsLst>
                <a:lin ang="5400000" scaled="1"/>
              </a:gradFill>
              <a:prstDash val="sysDot"/>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69" name="椭圆 68">
              <a:extLst>
                <a:ext uri="{FF2B5EF4-FFF2-40B4-BE49-F238E27FC236}">
                  <a16:creationId xmlns:a16="http://schemas.microsoft.com/office/drawing/2014/main" id="{58BDEAAD-9624-20DB-6A01-CF7352A1EE9B}"/>
                </a:ext>
              </a:extLst>
            </p:cNvPr>
            <p:cNvSpPr/>
            <p:nvPr/>
          </p:nvSpPr>
          <p:spPr>
            <a:xfrm>
              <a:off x="1577887" y="4335373"/>
              <a:ext cx="2488573" cy="258232"/>
            </a:xfrm>
            <a:prstGeom prst="ellipse">
              <a:avLst/>
            </a:prstGeom>
            <a:gradFill>
              <a:gsLst>
                <a:gs pos="0">
                  <a:schemeClr val="accent1">
                    <a:alpha val="0"/>
                  </a:schemeClr>
                </a:gs>
                <a:gs pos="100000">
                  <a:schemeClr val="accent1">
                    <a:alpha val="53000"/>
                  </a:schemeClr>
                </a:gs>
              </a:gsLst>
              <a:lin ang="5400000" scaled="1"/>
            </a:grad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71" name="椭圆 70">
            <a:extLst>
              <a:ext uri="{FF2B5EF4-FFF2-40B4-BE49-F238E27FC236}">
                <a16:creationId xmlns:a16="http://schemas.microsoft.com/office/drawing/2014/main" id="{747D4C5C-8F8C-8FD8-0907-47D60CA9B997}"/>
              </a:ext>
            </a:extLst>
          </p:cNvPr>
          <p:cNvSpPr/>
          <p:nvPr/>
        </p:nvSpPr>
        <p:spPr>
          <a:xfrm>
            <a:off x="5044988" y="4415616"/>
            <a:ext cx="2141347" cy="258232"/>
          </a:xfrm>
          <a:prstGeom prst="ellipse">
            <a:avLst/>
          </a:prstGeom>
          <a:gradFill flip="none" rotWithShape="1">
            <a:gsLst>
              <a:gs pos="100000">
                <a:schemeClr val="accent1">
                  <a:alpha val="5000"/>
                </a:schemeClr>
              </a:gs>
              <a:gs pos="0">
                <a:schemeClr val="accent1">
                  <a:alpha val="0"/>
                </a:schemeClr>
              </a:gs>
            </a:gsLst>
            <a:lin ang="5400000" scaled="1"/>
            <a:tileRect/>
          </a:gradFill>
          <a:ln w="12700" cap="rnd" cmpd="sng" algn="ctr">
            <a:gradFill>
              <a:gsLst>
                <a:gs pos="23000">
                  <a:schemeClr val="accent1">
                    <a:alpha val="0"/>
                  </a:schemeClr>
                </a:gs>
                <a:gs pos="100000">
                  <a:schemeClr val="accent1"/>
                </a:gs>
              </a:gsLst>
              <a:lin ang="5400000" scaled="1"/>
            </a:gradFill>
            <a:prstDash val="sysDot"/>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72" name="椭圆 71">
            <a:extLst>
              <a:ext uri="{FF2B5EF4-FFF2-40B4-BE49-F238E27FC236}">
                <a16:creationId xmlns:a16="http://schemas.microsoft.com/office/drawing/2014/main" id="{C64B9AEE-BB89-7242-71C9-435229785A34}"/>
              </a:ext>
            </a:extLst>
          </p:cNvPr>
          <p:cNvSpPr/>
          <p:nvPr/>
        </p:nvSpPr>
        <p:spPr>
          <a:xfrm>
            <a:off x="4871375" y="4335373"/>
            <a:ext cx="2488573" cy="258232"/>
          </a:xfrm>
          <a:prstGeom prst="ellipse">
            <a:avLst/>
          </a:prstGeom>
          <a:gradFill>
            <a:gsLst>
              <a:gs pos="0">
                <a:schemeClr val="accent1">
                  <a:alpha val="0"/>
                </a:schemeClr>
              </a:gs>
              <a:gs pos="100000">
                <a:schemeClr val="accent1">
                  <a:alpha val="53000"/>
                </a:schemeClr>
              </a:gs>
            </a:gsLst>
            <a:lin ang="5400000" scaled="1"/>
          </a:grad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椭圆 72">
            <a:extLst>
              <a:ext uri="{FF2B5EF4-FFF2-40B4-BE49-F238E27FC236}">
                <a16:creationId xmlns:a16="http://schemas.microsoft.com/office/drawing/2014/main" id="{2C7B1C0C-DDC3-8AF8-4B64-7A1D47E66000}"/>
              </a:ext>
            </a:extLst>
          </p:cNvPr>
          <p:cNvSpPr/>
          <p:nvPr/>
        </p:nvSpPr>
        <p:spPr>
          <a:xfrm>
            <a:off x="8339626" y="4415616"/>
            <a:ext cx="2141347" cy="258232"/>
          </a:xfrm>
          <a:prstGeom prst="ellipse">
            <a:avLst/>
          </a:prstGeom>
          <a:gradFill flip="none" rotWithShape="1">
            <a:gsLst>
              <a:gs pos="100000">
                <a:schemeClr val="accent1">
                  <a:alpha val="5000"/>
                </a:schemeClr>
              </a:gs>
              <a:gs pos="0">
                <a:schemeClr val="accent1">
                  <a:alpha val="0"/>
                </a:schemeClr>
              </a:gs>
            </a:gsLst>
            <a:lin ang="5400000" scaled="1"/>
            <a:tileRect/>
          </a:gradFill>
          <a:ln w="12700" cap="rnd" cmpd="sng" algn="ctr">
            <a:gradFill>
              <a:gsLst>
                <a:gs pos="23000">
                  <a:schemeClr val="accent1">
                    <a:alpha val="0"/>
                  </a:schemeClr>
                </a:gs>
                <a:gs pos="100000">
                  <a:schemeClr val="accent1"/>
                </a:gs>
              </a:gsLst>
              <a:lin ang="5400000" scaled="1"/>
            </a:gradFill>
            <a:prstDash val="sysDot"/>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74" name="椭圆 73">
            <a:extLst>
              <a:ext uri="{FF2B5EF4-FFF2-40B4-BE49-F238E27FC236}">
                <a16:creationId xmlns:a16="http://schemas.microsoft.com/office/drawing/2014/main" id="{B68DA8ED-068F-04BE-A0EF-2A5F3CA98088}"/>
              </a:ext>
            </a:extLst>
          </p:cNvPr>
          <p:cNvSpPr/>
          <p:nvPr/>
        </p:nvSpPr>
        <p:spPr>
          <a:xfrm>
            <a:off x="8166013" y="4335373"/>
            <a:ext cx="2488573" cy="258232"/>
          </a:xfrm>
          <a:prstGeom prst="ellipse">
            <a:avLst/>
          </a:prstGeom>
          <a:gradFill>
            <a:gsLst>
              <a:gs pos="0">
                <a:schemeClr val="accent1">
                  <a:alpha val="0"/>
                </a:schemeClr>
              </a:gs>
              <a:gs pos="100000">
                <a:schemeClr val="accent1">
                  <a:alpha val="53000"/>
                </a:schemeClr>
              </a:gs>
            </a:gsLst>
            <a:lin ang="5400000" scaled="1"/>
          </a:grad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5" name="文本框 74">
            <a:extLst>
              <a:ext uri="{FF2B5EF4-FFF2-40B4-BE49-F238E27FC236}">
                <a16:creationId xmlns:a16="http://schemas.microsoft.com/office/drawing/2014/main" id="{1914FADF-54AD-5D26-DA87-51B85D90BAFE}"/>
              </a:ext>
            </a:extLst>
          </p:cNvPr>
          <p:cNvSpPr txBox="1"/>
          <p:nvPr/>
        </p:nvSpPr>
        <p:spPr>
          <a:xfrm>
            <a:off x="5018781" y="5049965"/>
            <a:ext cx="2154436" cy="44063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none" lIns="50800" tIns="50800" rIns="50800" bIns="50800" numCol="1" spcCol="38100" rtlCol="0" anchor="ctr" forceAA="0">
            <a:spAutoFit/>
          </a:bodyPr>
          <a:lstStyle/>
          <a:p>
            <a:pPr algn="ctr" defTabSz="2438400">
              <a:lnSpc>
                <a:spcPct val="120000"/>
              </a:lnSpc>
            </a:pPr>
            <a:r>
              <a:rPr lang="zh-CN" altLang="en-US" sz="2000" b="1" dirty="0">
                <a:solidFill>
                  <a:schemeClr val="accent2"/>
                </a:solidFill>
                <a:latin typeface="+mj-ea"/>
                <a:ea typeface="+mj-ea"/>
                <a:sym typeface="Helvetica Neue" panose="02000503000000020004"/>
              </a:rPr>
              <a:t>数字化研发与制造</a:t>
            </a:r>
          </a:p>
        </p:txBody>
      </p:sp>
      <p:sp>
        <p:nvSpPr>
          <p:cNvPr id="76" name="文本框 75">
            <a:extLst>
              <a:ext uri="{FF2B5EF4-FFF2-40B4-BE49-F238E27FC236}">
                <a16:creationId xmlns:a16="http://schemas.microsoft.com/office/drawing/2014/main" id="{2FC9AB3C-B57B-618D-50EA-2D04766A44DC}"/>
              </a:ext>
            </a:extLst>
          </p:cNvPr>
          <p:cNvSpPr txBox="1"/>
          <p:nvPr/>
        </p:nvSpPr>
        <p:spPr>
          <a:xfrm>
            <a:off x="2423594" y="4050448"/>
            <a:ext cx="795089" cy="40684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none" lIns="50800" tIns="50800" rIns="50800" bIns="50800" numCol="1" spcCol="38100" rtlCol="0" anchor="ctr" forceAA="0">
            <a:spAutoFit/>
          </a:bodyPr>
          <a:lstStyle/>
          <a:p>
            <a:pPr algn="ctr" defTabSz="2438400">
              <a:lnSpc>
                <a:spcPct val="120000"/>
              </a:lnSpc>
            </a:pPr>
            <a:r>
              <a:rPr lang="zh-CN" altLang="en-US" b="1" dirty="0">
                <a:solidFill>
                  <a:schemeClr val="accent1"/>
                </a:solidFill>
                <a:latin typeface="+mj-ea"/>
                <a:ea typeface="+mj-ea"/>
                <a:sym typeface="Helvetica Neue" panose="02000503000000020004"/>
              </a:rPr>
              <a:t>智控化</a:t>
            </a:r>
          </a:p>
        </p:txBody>
      </p:sp>
      <p:sp>
        <p:nvSpPr>
          <p:cNvPr id="77" name="文本框 76">
            <a:extLst>
              <a:ext uri="{FF2B5EF4-FFF2-40B4-BE49-F238E27FC236}">
                <a16:creationId xmlns:a16="http://schemas.microsoft.com/office/drawing/2014/main" id="{4F44712F-CD49-83DE-C70F-6F88C6C83358}"/>
              </a:ext>
            </a:extLst>
          </p:cNvPr>
          <p:cNvSpPr txBox="1"/>
          <p:nvPr/>
        </p:nvSpPr>
        <p:spPr>
          <a:xfrm>
            <a:off x="5718117" y="4050448"/>
            <a:ext cx="795089" cy="40684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none" lIns="50800" tIns="50800" rIns="50800" bIns="50800" numCol="1" spcCol="38100" rtlCol="0" anchor="ctr" forceAA="0">
            <a:spAutoFit/>
          </a:bodyPr>
          <a:lstStyle/>
          <a:p>
            <a:pPr algn="ctr" defTabSz="2438400">
              <a:lnSpc>
                <a:spcPct val="120000"/>
              </a:lnSpc>
            </a:pPr>
            <a:r>
              <a:rPr lang="zh-CN" altLang="en-US" b="1" dirty="0">
                <a:solidFill>
                  <a:schemeClr val="accent1"/>
                </a:solidFill>
                <a:latin typeface="+mj-ea"/>
                <a:ea typeface="+mj-ea"/>
                <a:sym typeface="Helvetica Neue" panose="02000503000000020004"/>
              </a:rPr>
              <a:t>数据化</a:t>
            </a:r>
          </a:p>
        </p:txBody>
      </p:sp>
      <p:sp>
        <p:nvSpPr>
          <p:cNvPr id="78" name="文本框 77">
            <a:extLst>
              <a:ext uri="{FF2B5EF4-FFF2-40B4-BE49-F238E27FC236}">
                <a16:creationId xmlns:a16="http://schemas.microsoft.com/office/drawing/2014/main" id="{05FDA838-216E-C58F-E9CE-78FB28042F9C}"/>
              </a:ext>
            </a:extLst>
          </p:cNvPr>
          <p:cNvSpPr txBox="1"/>
          <p:nvPr/>
        </p:nvSpPr>
        <p:spPr>
          <a:xfrm>
            <a:off x="9012755" y="4050448"/>
            <a:ext cx="795089" cy="40684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none" lIns="50800" tIns="50800" rIns="50800" bIns="50800" numCol="1" spcCol="38100" rtlCol="0" anchor="ctr" forceAA="0">
            <a:spAutoFit/>
          </a:bodyPr>
          <a:lstStyle/>
          <a:p>
            <a:pPr algn="ctr" defTabSz="2438400">
              <a:lnSpc>
                <a:spcPct val="120000"/>
              </a:lnSpc>
            </a:pPr>
            <a:r>
              <a:rPr lang="zh-CN" altLang="en-US" b="1" dirty="0">
                <a:solidFill>
                  <a:schemeClr val="accent1"/>
                </a:solidFill>
                <a:latin typeface="+mj-ea"/>
                <a:ea typeface="+mj-ea"/>
                <a:sym typeface="Helvetica Neue" panose="02000503000000020004"/>
              </a:rPr>
              <a:t>互联化</a:t>
            </a:r>
          </a:p>
        </p:txBody>
      </p:sp>
      <p:sp>
        <p:nvSpPr>
          <p:cNvPr id="90" name="文本框 89">
            <a:extLst>
              <a:ext uri="{FF2B5EF4-FFF2-40B4-BE49-F238E27FC236}">
                <a16:creationId xmlns:a16="http://schemas.microsoft.com/office/drawing/2014/main" id="{71FE9F32-0FB9-4E27-C06E-DE083350D2ED}"/>
              </a:ext>
            </a:extLst>
          </p:cNvPr>
          <p:cNvSpPr txBox="1"/>
          <p:nvPr/>
        </p:nvSpPr>
        <p:spPr>
          <a:xfrm>
            <a:off x="2192760" y="2245213"/>
            <a:ext cx="1256754" cy="40684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none" lIns="50800" tIns="50800" rIns="50800" bIns="50800" numCol="1" spcCol="38100" rtlCol="0" anchor="ctr" forceAA="0">
            <a:spAutoFit/>
          </a:bodyPr>
          <a:lstStyle/>
          <a:p>
            <a:pPr algn="ctr" defTabSz="2438400">
              <a:lnSpc>
                <a:spcPct val="120000"/>
              </a:lnSpc>
            </a:pPr>
            <a:r>
              <a:rPr lang="zh-CN" altLang="en-US" b="1" dirty="0">
                <a:solidFill>
                  <a:schemeClr val="bg1"/>
                </a:solidFill>
                <a:latin typeface="+mj-ea"/>
                <a:ea typeface="+mj-ea"/>
                <a:sym typeface="Helvetica Neue" panose="02000503000000020004"/>
              </a:rPr>
              <a:t>提升精准性</a:t>
            </a:r>
          </a:p>
        </p:txBody>
      </p:sp>
      <p:sp>
        <p:nvSpPr>
          <p:cNvPr id="97" name="箭头: 环形 96">
            <a:extLst>
              <a:ext uri="{FF2B5EF4-FFF2-40B4-BE49-F238E27FC236}">
                <a16:creationId xmlns:a16="http://schemas.microsoft.com/office/drawing/2014/main" id="{F54E1F6E-C3BA-291E-6BCB-65D1C9DB8E5F}"/>
              </a:ext>
            </a:extLst>
          </p:cNvPr>
          <p:cNvSpPr/>
          <p:nvPr/>
        </p:nvSpPr>
        <p:spPr>
          <a:xfrm>
            <a:off x="2579066" y="2700389"/>
            <a:ext cx="857962" cy="866189"/>
          </a:xfrm>
          <a:prstGeom prst="circularArrow">
            <a:avLst>
              <a:gd name="adj1" fmla="val 5022"/>
              <a:gd name="adj2" fmla="val 1142322"/>
              <a:gd name="adj3" fmla="val 4390281"/>
              <a:gd name="adj4" fmla="val 10855344"/>
              <a:gd name="adj5" fmla="val 11380"/>
            </a:avLst>
          </a:prstGeom>
          <a:solidFill>
            <a:schemeClr val="accent1"/>
          </a:solidFill>
          <a:effectLst/>
        </p:spPr>
        <p:style>
          <a:lnRef idx="0">
            <a:schemeClr val="lt1">
              <a:hueOff val="0"/>
              <a:satOff val="0"/>
              <a:lumOff val="0"/>
              <a:alphaOff val="0"/>
            </a:schemeClr>
          </a:lnRef>
          <a:fillRef idx="3">
            <a:scrgbClr r="0" g="0" b="0"/>
          </a:fillRef>
          <a:effectRef idx="3">
            <a:schemeClr val="accent5">
              <a:hueOff val="0"/>
              <a:satOff val="0"/>
              <a:lumOff val="0"/>
              <a:alphaOff val="0"/>
            </a:schemeClr>
          </a:effectRef>
          <a:fontRef idx="minor">
            <a:schemeClr val="lt1"/>
          </a:fontRef>
        </p:style>
        <p:txBody>
          <a:bodyPr/>
          <a:lstStyle/>
          <a:p>
            <a:endParaRPr lang="zh-CN" altLang="en-US"/>
          </a:p>
        </p:txBody>
      </p:sp>
      <p:sp>
        <p:nvSpPr>
          <p:cNvPr id="98" name="空心弧 97">
            <a:extLst>
              <a:ext uri="{FF2B5EF4-FFF2-40B4-BE49-F238E27FC236}">
                <a16:creationId xmlns:a16="http://schemas.microsoft.com/office/drawing/2014/main" id="{60BF1DA0-9E74-0F28-E173-0AA5D78F5089}"/>
              </a:ext>
            </a:extLst>
          </p:cNvPr>
          <p:cNvSpPr/>
          <p:nvPr/>
        </p:nvSpPr>
        <p:spPr>
          <a:xfrm>
            <a:off x="2256825" y="3170219"/>
            <a:ext cx="759733" cy="758888"/>
          </a:xfrm>
          <a:prstGeom prst="blockArc">
            <a:avLst>
              <a:gd name="adj1" fmla="val 1052840"/>
              <a:gd name="adj2" fmla="val 16742091"/>
              <a:gd name="adj3" fmla="val 5454"/>
            </a:avLst>
          </a:prstGeom>
          <a:solidFill>
            <a:schemeClr val="accent1"/>
          </a:solidFill>
          <a:effectLst/>
        </p:spPr>
        <p:style>
          <a:lnRef idx="0">
            <a:schemeClr val="lt1">
              <a:hueOff val="0"/>
              <a:satOff val="0"/>
              <a:lumOff val="0"/>
              <a:alphaOff val="0"/>
            </a:schemeClr>
          </a:lnRef>
          <a:fillRef idx="3">
            <a:scrgbClr r="0" g="0" b="0"/>
          </a:fillRef>
          <a:effectRef idx="3">
            <a:schemeClr val="accent5">
              <a:hueOff val="0"/>
              <a:satOff val="0"/>
              <a:lumOff val="0"/>
              <a:alphaOff val="0"/>
            </a:schemeClr>
          </a:effectRef>
          <a:fontRef idx="minor">
            <a:schemeClr val="lt1"/>
          </a:fontRef>
        </p:style>
        <p:txBody>
          <a:bodyPr/>
          <a:lstStyle/>
          <a:p>
            <a:endParaRPr lang="zh-CN" altLang="en-US"/>
          </a:p>
        </p:txBody>
      </p:sp>
      <p:sp>
        <p:nvSpPr>
          <p:cNvPr id="99" name="椭圆 98">
            <a:extLst>
              <a:ext uri="{FF2B5EF4-FFF2-40B4-BE49-F238E27FC236}">
                <a16:creationId xmlns:a16="http://schemas.microsoft.com/office/drawing/2014/main" id="{807F64FD-CE50-82E7-8873-B63F5D5827A9}"/>
              </a:ext>
            </a:extLst>
          </p:cNvPr>
          <p:cNvSpPr/>
          <p:nvPr/>
        </p:nvSpPr>
        <p:spPr>
          <a:xfrm flipH="1">
            <a:off x="2756317" y="2878373"/>
            <a:ext cx="488304" cy="488304"/>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000" b="1" dirty="0">
                <a:solidFill>
                  <a:schemeClr val="tx1"/>
                </a:solidFill>
                <a:latin typeface="+mj-ea"/>
                <a:ea typeface="+mj-ea"/>
              </a:rPr>
              <a:t>自动化</a:t>
            </a:r>
          </a:p>
        </p:txBody>
      </p:sp>
      <p:sp>
        <p:nvSpPr>
          <p:cNvPr id="100" name="椭圆 99">
            <a:extLst>
              <a:ext uri="{FF2B5EF4-FFF2-40B4-BE49-F238E27FC236}">
                <a16:creationId xmlns:a16="http://schemas.microsoft.com/office/drawing/2014/main" id="{C3A4ACA4-B3A0-7E94-3AA6-4C1C333CC6A1}"/>
              </a:ext>
            </a:extLst>
          </p:cNvPr>
          <p:cNvSpPr/>
          <p:nvPr/>
        </p:nvSpPr>
        <p:spPr>
          <a:xfrm flipH="1">
            <a:off x="2357455" y="3270428"/>
            <a:ext cx="558472" cy="558470"/>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000" b="1">
                <a:solidFill>
                  <a:schemeClr val="tx1"/>
                </a:solidFill>
                <a:latin typeface="+mj-ea"/>
                <a:ea typeface="+mj-ea"/>
              </a:rPr>
              <a:t>智能</a:t>
            </a:r>
            <a:endParaRPr lang="en-US" altLang="zh-CN" sz="1000" b="1" dirty="0">
              <a:solidFill>
                <a:schemeClr val="tx1"/>
              </a:solidFill>
              <a:latin typeface="+mj-ea"/>
              <a:ea typeface="+mj-ea"/>
            </a:endParaRPr>
          </a:p>
          <a:p>
            <a:pPr algn="ctr"/>
            <a:r>
              <a:rPr lang="zh-CN" altLang="en-US" sz="1000" b="1" dirty="0">
                <a:solidFill>
                  <a:schemeClr val="tx1"/>
                </a:solidFill>
                <a:latin typeface="+mj-ea"/>
                <a:ea typeface="+mj-ea"/>
              </a:rPr>
              <a:t>控制</a:t>
            </a:r>
          </a:p>
        </p:txBody>
      </p:sp>
      <p:sp>
        <p:nvSpPr>
          <p:cNvPr id="103" name="文本框 102">
            <a:extLst>
              <a:ext uri="{FF2B5EF4-FFF2-40B4-BE49-F238E27FC236}">
                <a16:creationId xmlns:a16="http://schemas.microsoft.com/office/drawing/2014/main" id="{0E665838-B8B3-B448-328B-1C18E1E82DAA}"/>
              </a:ext>
            </a:extLst>
          </p:cNvPr>
          <p:cNvSpPr txBox="1"/>
          <p:nvPr/>
        </p:nvSpPr>
        <p:spPr>
          <a:xfrm>
            <a:off x="5371868" y="2245213"/>
            <a:ext cx="1487587" cy="40684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none" lIns="50800" tIns="50800" rIns="50800" bIns="50800" numCol="1" spcCol="38100" rtlCol="0" anchor="ctr" forceAA="0">
            <a:spAutoFit/>
          </a:bodyPr>
          <a:lstStyle/>
          <a:p>
            <a:pPr algn="ctr" defTabSz="2438400">
              <a:lnSpc>
                <a:spcPct val="120000"/>
              </a:lnSpc>
            </a:pPr>
            <a:r>
              <a:rPr lang="zh-CN" altLang="en-US" b="1" dirty="0">
                <a:solidFill>
                  <a:schemeClr val="bg1"/>
                </a:solidFill>
                <a:latin typeface="+mj-ea"/>
                <a:ea typeface="+mj-ea"/>
                <a:sym typeface="Helvetica Neue" panose="02000503000000020004"/>
              </a:rPr>
              <a:t>驱动决策优化</a:t>
            </a:r>
          </a:p>
        </p:txBody>
      </p:sp>
      <p:sp>
        <p:nvSpPr>
          <p:cNvPr id="112" name="任意多边形: 形状 111">
            <a:extLst>
              <a:ext uri="{FF2B5EF4-FFF2-40B4-BE49-F238E27FC236}">
                <a16:creationId xmlns:a16="http://schemas.microsoft.com/office/drawing/2014/main" id="{60E838BE-34E7-3115-6C45-5CF0BB57D297}"/>
              </a:ext>
            </a:extLst>
          </p:cNvPr>
          <p:cNvSpPr/>
          <p:nvPr/>
        </p:nvSpPr>
        <p:spPr>
          <a:xfrm>
            <a:off x="5172967" y="3257818"/>
            <a:ext cx="1846066" cy="432236"/>
          </a:xfrm>
          <a:custGeom>
            <a:avLst/>
            <a:gdLst>
              <a:gd name="connsiteX0" fmla="*/ 3216518 w 6433036"/>
              <a:gd name="connsiteY0" fmla="*/ 339763 h 1147224"/>
              <a:gd name="connsiteX1" fmla="*/ 1861036 w 6433036"/>
              <a:gd name="connsiteY1" fmla="*/ 573612 h 1147224"/>
              <a:gd name="connsiteX2" fmla="*/ 3216518 w 6433036"/>
              <a:gd name="connsiteY2" fmla="*/ 807461 h 1147224"/>
              <a:gd name="connsiteX3" fmla="*/ 4572000 w 6433036"/>
              <a:gd name="connsiteY3" fmla="*/ 573612 h 1147224"/>
              <a:gd name="connsiteX4" fmla="*/ 3216518 w 6433036"/>
              <a:gd name="connsiteY4" fmla="*/ 339763 h 1147224"/>
              <a:gd name="connsiteX5" fmla="*/ 3216518 w 6433036"/>
              <a:gd name="connsiteY5" fmla="*/ 0 h 1147224"/>
              <a:gd name="connsiteX6" fmla="*/ 6433036 w 6433036"/>
              <a:gd name="connsiteY6" fmla="*/ 573612 h 1147224"/>
              <a:gd name="connsiteX7" fmla="*/ 3216518 w 6433036"/>
              <a:gd name="connsiteY7" fmla="*/ 1147224 h 1147224"/>
              <a:gd name="connsiteX8" fmla="*/ 0 w 6433036"/>
              <a:gd name="connsiteY8" fmla="*/ 573612 h 1147224"/>
              <a:gd name="connsiteX9" fmla="*/ 3216518 w 6433036"/>
              <a:gd name="connsiteY9" fmla="*/ 0 h 114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33036" h="1147224">
                <a:moveTo>
                  <a:pt x="3216518" y="339763"/>
                </a:moveTo>
                <a:cubicBezTo>
                  <a:pt x="2467906" y="339763"/>
                  <a:pt x="1861036" y="444461"/>
                  <a:pt x="1861036" y="573612"/>
                </a:cubicBezTo>
                <a:cubicBezTo>
                  <a:pt x="1861036" y="702763"/>
                  <a:pt x="2467906" y="807461"/>
                  <a:pt x="3216518" y="807461"/>
                </a:cubicBezTo>
                <a:cubicBezTo>
                  <a:pt x="3965130" y="807461"/>
                  <a:pt x="4572000" y="702763"/>
                  <a:pt x="4572000" y="573612"/>
                </a:cubicBezTo>
                <a:cubicBezTo>
                  <a:pt x="4572000" y="444461"/>
                  <a:pt x="3965130" y="339763"/>
                  <a:pt x="3216518" y="339763"/>
                </a:cubicBezTo>
                <a:close/>
                <a:moveTo>
                  <a:pt x="3216518" y="0"/>
                </a:moveTo>
                <a:cubicBezTo>
                  <a:pt x="4992952" y="0"/>
                  <a:pt x="6433036" y="256815"/>
                  <a:pt x="6433036" y="573612"/>
                </a:cubicBezTo>
                <a:cubicBezTo>
                  <a:pt x="6433036" y="890409"/>
                  <a:pt x="4992952" y="1147224"/>
                  <a:pt x="3216518" y="1147224"/>
                </a:cubicBezTo>
                <a:cubicBezTo>
                  <a:pt x="1440084" y="1147224"/>
                  <a:pt x="0" y="890409"/>
                  <a:pt x="0" y="573612"/>
                </a:cubicBezTo>
                <a:cubicBezTo>
                  <a:pt x="0" y="256815"/>
                  <a:pt x="1440084" y="0"/>
                  <a:pt x="3216518" y="0"/>
                </a:cubicBezTo>
                <a:close/>
              </a:path>
            </a:pathLst>
          </a:custGeom>
          <a:gradFill>
            <a:gsLst>
              <a:gs pos="0">
                <a:schemeClr val="accent1">
                  <a:alpha val="0"/>
                </a:schemeClr>
              </a:gs>
              <a:gs pos="100000">
                <a:schemeClr val="accent1">
                  <a:alpha val="32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08" name="椭圆 107">
            <a:extLst>
              <a:ext uri="{FF2B5EF4-FFF2-40B4-BE49-F238E27FC236}">
                <a16:creationId xmlns:a16="http://schemas.microsoft.com/office/drawing/2014/main" id="{20DDCA1C-F414-F07B-BCBE-C493339E5503}"/>
              </a:ext>
            </a:extLst>
          </p:cNvPr>
          <p:cNvSpPr/>
          <p:nvPr/>
        </p:nvSpPr>
        <p:spPr>
          <a:xfrm>
            <a:off x="5849480" y="3137185"/>
            <a:ext cx="493041" cy="493040"/>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000" b="1" dirty="0">
                <a:solidFill>
                  <a:schemeClr val="tx1"/>
                </a:solidFill>
                <a:latin typeface="+mj-ea"/>
                <a:ea typeface="+mj-ea"/>
              </a:rPr>
              <a:t>分析</a:t>
            </a:r>
          </a:p>
        </p:txBody>
      </p:sp>
      <p:sp>
        <p:nvSpPr>
          <p:cNvPr id="109" name="椭圆 108">
            <a:extLst>
              <a:ext uri="{FF2B5EF4-FFF2-40B4-BE49-F238E27FC236}">
                <a16:creationId xmlns:a16="http://schemas.microsoft.com/office/drawing/2014/main" id="{DFBF2E13-7382-28FF-0EB0-55E20210D180}"/>
              </a:ext>
            </a:extLst>
          </p:cNvPr>
          <p:cNvSpPr/>
          <p:nvPr/>
        </p:nvSpPr>
        <p:spPr>
          <a:xfrm>
            <a:off x="6513206" y="2964591"/>
            <a:ext cx="493041" cy="493040"/>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000" b="1" dirty="0">
                <a:solidFill>
                  <a:schemeClr val="tx1"/>
                </a:solidFill>
                <a:latin typeface="+mj-ea"/>
                <a:ea typeface="+mj-ea"/>
              </a:rPr>
              <a:t>应用</a:t>
            </a:r>
          </a:p>
        </p:txBody>
      </p:sp>
      <p:sp>
        <p:nvSpPr>
          <p:cNvPr id="110" name="椭圆 109">
            <a:extLst>
              <a:ext uri="{FF2B5EF4-FFF2-40B4-BE49-F238E27FC236}">
                <a16:creationId xmlns:a16="http://schemas.microsoft.com/office/drawing/2014/main" id="{42F77A95-D7F6-A86D-A7C4-3B130C168205}"/>
              </a:ext>
            </a:extLst>
          </p:cNvPr>
          <p:cNvSpPr/>
          <p:nvPr/>
        </p:nvSpPr>
        <p:spPr>
          <a:xfrm>
            <a:off x="5185754" y="2951783"/>
            <a:ext cx="493041" cy="493040"/>
          </a:xfrm>
          <a:prstGeom prst="ellipse">
            <a:avLst/>
          </a:prstGeom>
          <a:gradFill>
            <a:gsLst>
              <a:gs pos="13000">
                <a:schemeClr val="accent1">
                  <a:alpha val="39000"/>
                </a:schemeClr>
              </a:gs>
              <a:gs pos="86000">
                <a:schemeClr val="accent1"/>
              </a:gs>
            </a:gsLst>
            <a:path path="circle">
              <a:fillToRect r="100000" b="100000"/>
            </a:path>
          </a:gradFill>
          <a:ln>
            <a:noFill/>
          </a:ln>
          <a:effectLst>
            <a:reflection blurRad="50800" stA="52000" endA="300" endPos="27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000" b="1" dirty="0">
                <a:solidFill>
                  <a:schemeClr val="tx1"/>
                </a:solidFill>
                <a:latin typeface="+mj-ea"/>
                <a:ea typeface="+mj-ea"/>
              </a:rPr>
              <a:t>收集</a:t>
            </a:r>
          </a:p>
        </p:txBody>
      </p:sp>
      <p:sp>
        <p:nvSpPr>
          <p:cNvPr id="116" name="文本框 115">
            <a:extLst>
              <a:ext uri="{FF2B5EF4-FFF2-40B4-BE49-F238E27FC236}">
                <a16:creationId xmlns:a16="http://schemas.microsoft.com/office/drawing/2014/main" id="{5D1A5493-CB1E-D526-210F-8A15F6C353B1}"/>
              </a:ext>
            </a:extLst>
          </p:cNvPr>
          <p:cNvSpPr txBox="1"/>
          <p:nvPr/>
        </p:nvSpPr>
        <p:spPr>
          <a:xfrm>
            <a:off x="8651796" y="2245213"/>
            <a:ext cx="1487587" cy="40684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none" lIns="50800" tIns="50800" rIns="50800" bIns="50800" numCol="1" spcCol="38100" rtlCol="0" anchor="ctr" forceAA="0">
            <a:spAutoFit/>
          </a:bodyPr>
          <a:lstStyle/>
          <a:p>
            <a:pPr algn="ctr" defTabSz="2438400">
              <a:lnSpc>
                <a:spcPct val="120000"/>
              </a:lnSpc>
            </a:pPr>
            <a:r>
              <a:rPr lang="zh-CN" altLang="en-US" b="1" dirty="0">
                <a:solidFill>
                  <a:schemeClr val="bg1"/>
                </a:solidFill>
                <a:latin typeface="+mj-ea"/>
                <a:ea typeface="+mj-ea"/>
                <a:sym typeface="Helvetica Neue" panose="02000503000000020004"/>
              </a:rPr>
              <a:t>构建数字生态</a:t>
            </a:r>
          </a:p>
        </p:txBody>
      </p:sp>
      <p:sp>
        <p:nvSpPr>
          <p:cNvPr id="119" name="椭圆 118">
            <a:extLst>
              <a:ext uri="{FF2B5EF4-FFF2-40B4-BE49-F238E27FC236}">
                <a16:creationId xmlns:a16="http://schemas.microsoft.com/office/drawing/2014/main" id="{111852B3-2399-5974-297F-FD5FE0F5DAFE}"/>
              </a:ext>
            </a:extLst>
          </p:cNvPr>
          <p:cNvSpPr/>
          <p:nvPr/>
        </p:nvSpPr>
        <p:spPr>
          <a:xfrm>
            <a:off x="9155192" y="2861652"/>
            <a:ext cx="493041" cy="493040"/>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000" b="1" dirty="0">
                <a:solidFill>
                  <a:schemeClr val="tx1"/>
                </a:solidFill>
                <a:latin typeface="+mj-ea"/>
                <a:ea typeface="+mj-ea"/>
              </a:rPr>
              <a:t>服务</a:t>
            </a:r>
          </a:p>
        </p:txBody>
      </p:sp>
      <p:sp>
        <p:nvSpPr>
          <p:cNvPr id="123" name="文本框 122">
            <a:extLst>
              <a:ext uri="{FF2B5EF4-FFF2-40B4-BE49-F238E27FC236}">
                <a16:creationId xmlns:a16="http://schemas.microsoft.com/office/drawing/2014/main" id="{510EDFCC-24CC-E17F-4DB9-01395878DE58}"/>
              </a:ext>
            </a:extLst>
          </p:cNvPr>
          <p:cNvSpPr txBox="1"/>
          <p:nvPr/>
        </p:nvSpPr>
        <p:spPr>
          <a:xfrm>
            <a:off x="9021128" y="3399974"/>
            <a:ext cx="748923" cy="261610"/>
          </a:xfrm>
          <a:prstGeom prst="rect">
            <a:avLst/>
          </a:prstGeom>
          <a:noFill/>
        </p:spPr>
        <p:txBody>
          <a:bodyPr wrap="none" rtlCol="0">
            <a:spAutoFit/>
          </a:bodyPr>
          <a:lstStyle/>
          <a:p>
            <a:pPr algn="ctr"/>
            <a:r>
              <a:rPr lang="zh-CN" altLang="en-US" sz="1100" b="0" i="0" dirty="0">
                <a:solidFill>
                  <a:srgbClr val="05073B"/>
                </a:solidFill>
                <a:effectLst/>
                <a:latin typeface="+mn-ea"/>
              </a:rPr>
              <a:t>互联互通</a:t>
            </a:r>
          </a:p>
        </p:txBody>
      </p:sp>
      <p:sp>
        <p:nvSpPr>
          <p:cNvPr id="120" name="椭圆 119">
            <a:extLst>
              <a:ext uri="{FF2B5EF4-FFF2-40B4-BE49-F238E27FC236}">
                <a16:creationId xmlns:a16="http://schemas.microsoft.com/office/drawing/2014/main" id="{2310E794-243E-CAEC-AC94-A3EFD7DDFADF}"/>
              </a:ext>
            </a:extLst>
          </p:cNvPr>
          <p:cNvSpPr/>
          <p:nvPr/>
        </p:nvSpPr>
        <p:spPr>
          <a:xfrm>
            <a:off x="9818918" y="3201727"/>
            <a:ext cx="493041" cy="493040"/>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000" b="1" dirty="0">
                <a:solidFill>
                  <a:schemeClr val="tx1"/>
                </a:solidFill>
                <a:latin typeface="+mj-ea"/>
                <a:ea typeface="+mj-ea"/>
              </a:rPr>
              <a:t>信息</a:t>
            </a:r>
          </a:p>
        </p:txBody>
      </p:sp>
      <p:sp>
        <p:nvSpPr>
          <p:cNvPr id="121" name="椭圆 120">
            <a:extLst>
              <a:ext uri="{FF2B5EF4-FFF2-40B4-BE49-F238E27FC236}">
                <a16:creationId xmlns:a16="http://schemas.microsoft.com/office/drawing/2014/main" id="{E2C17CD6-3B3F-6B14-90C8-2FCD0D9A04FC}"/>
              </a:ext>
            </a:extLst>
          </p:cNvPr>
          <p:cNvSpPr/>
          <p:nvPr/>
        </p:nvSpPr>
        <p:spPr>
          <a:xfrm>
            <a:off x="8491466" y="3201727"/>
            <a:ext cx="493041" cy="493040"/>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000" b="1" dirty="0">
                <a:solidFill>
                  <a:schemeClr val="tx1"/>
                </a:solidFill>
                <a:latin typeface="+mj-ea"/>
                <a:ea typeface="+mj-ea"/>
              </a:rPr>
              <a:t>设备</a:t>
            </a:r>
          </a:p>
        </p:txBody>
      </p:sp>
    </p:spTree>
    <p:extLst>
      <p:ext uri="{BB962C8B-B14F-4D97-AF65-F5344CB8AC3E}">
        <p14:creationId xmlns:p14="http://schemas.microsoft.com/office/powerpoint/2010/main" val="4005387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公共卫生大数据平台</a:t>
            </a:r>
          </a:p>
        </p:txBody>
      </p:sp>
      <p:grpSp>
        <p:nvGrpSpPr>
          <p:cNvPr id="23" name="组合 22">
            <a:extLst>
              <a:ext uri="{FF2B5EF4-FFF2-40B4-BE49-F238E27FC236}">
                <a16:creationId xmlns:a16="http://schemas.microsoft.com/office/drawing/2014/main" id="{494A5106-2370-154C-B79C-60153212E424}"/>
              </a:ext>
            </a:extLst>
          </p:cNvPr>
          <p:cNvGrpSpPr/>
          <p:nvPr/>
        </p:nvGrpSpPr>
        <p:grpSpPr>
          <a:xfrm>
            <a:off x="1670050" y="1408277"/>
            <a:ext cx="8851900" cy="4926166"/>
            <a:chOff x="2189480" y="1761863"/>
            <a:chExt cx="7813040" cy="4348031"/>
          </a:xfrm>
        </p:grpSpPr>
        <p:sp>
          <p:nvSpPr>
            <p:cNvPr id="5" name="椭圆 4">
              <a:extLst>
                <a:ext uri="{FF2B5EF4-FFF2-40B4-BE49-F238E27FC236}">
                  <a16:creationId xmlns:a16="http://schemas.microsoft.com/office/drawing/2014/main" id="{C3E68E06-BF15-FF1D-BBAD-DDE6699248CE}"/>
                </a:ext>
              </a:extLst>
            </p:cNvPr>
            <p:cNvSpPr/>
            <p:nvPr/>
          </p:nvSpPr>
          <p:spPr>
            <a:xfrm>
              <a:off x="3729880" y="5002986"/>
              <a:ext cx="4732240" cy="880532"/>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椭圆 5">
              <a:extLst>
                <a:ext uri="{FF2B5EF4-FFF2-40B4-BE49-F238E27FC236}">
                  <a16:creationId xmlns:a16="http://schemas.microsoft.com/office/drawing/2014/main" id="{7EE9FC90-6040-8372-C352-C2211CB5AE77}"/>
                </a:ext>
              </a:extLst>
            </p:cNvPr>
            <p:cNvSpPr/>
            <p:nvPr/>
          </p:nvSpPr>
          <p:spPr>
            <a:xfrm>
              <a:off x="3168650" y="3651613"/>
              <a:ext cx="5854700" cy="1020233"/>
            </a:xfrm>
            <a:prstGeom prst="ellipse">
              <a:avLst/>
            </a:prstGeom>
            <a:gradFill>
              <a:gsLst>
                <a:gs pos="0">
                  <a:schemeClr val="accent1">
                    <a:alpha val="0"/>
                  </a:schemeClr>
                </a:gs>
                <a:gs pos="100000">
                  <a:schemeClr val="accent1">
                    <a:alpha val="25000"/>
                  </a:schemeClr>
                </a:gs>
              </a:gsLst>
              <a:lin ang="5400000" scaled="1"/>
            </a:gradFill>
            <a:ln w="9525">
              <a:gradFill>
                <a:gsLst>
                  <a:gs pos="15000">
                    <a:schemeClr val="accent1">
                      <a:alpha val="0"/>
                    </a:schemeClr>
                  </a:gs>
                  <a:gs pos="100000">
                    <a:schemeClr val="accent1">
                      <a:alpha val="47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椭圆 6">
              <a:extLst>
                <a:ext uri="{FF2B5EF4-FFF2-40B4-BE49-F238E27FC236}">
                  <a16:creationId xmlns:a16="http://schemas.microsoft.com/office/drawing/2014/main" id="{CFE34FAF-642B-3FAE-759D-0260E02E46B6}"/>
                </a:ext>
              </a:extLst>
            </p:cNvPr>
            <p:cNvSpPr/>
            <p:nvPr/>
          </p:nvSpPr>
          <p:spPr>
            <a:xfrm>
              <a:off x="3444875" y="3626213"/>
              <a:ext cx="5302250" cy="920750"/>
            </a:xfrm>
            <a:prstGeom prst="ellipse">
              <a:avLst/>
            </a:prstGeom>
            <a:no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a:extLst>
                <a:ext uri="{FF2B5EF4-FFF2-40B4-BE49-F238E27FC236}">
                  <a16:creationId xmlns:a16="http://schemas.microsoft.com/office/drawing/2014/main" id="{DCDEA940-C69A-6D98-A0FE-55E8959DABF1}"/>
                </a:ext>
              </a:extLst>
            </p:cNvPr>
            <p:cNvSpPr/>
            <p:nvPr/>
          </p:nvSpPr>
          <p:spPr>
            <a:xfrm>
              <a:off x="3444875" y="3626213"/>
              <a:ext cx="5302250" cy="920750"/>
            </a:xfrm>
            <a:prstGeom prst="ellipse">
              <a:avLst/>
            </a:prstGeom>
            <a:no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椭圆 8">
              <a:extLst>
                <a:ext uri="{FF2B5EF4-FFF2-40B4-BE49-F238E27FC236}">
                  <a16:creationId xmlns:a16="http://schemas.microsoft.com/office/drawing/2014/main" id="{2C43D25A-1ACD-8CAB-35FC-81152CBDA292}"/>
                </a:ext>
              </a:extLst>
            </p:cNvPr>
            <p:cNvSpPr/>
            <p:nvPr/>
          </p:nvSpPr>
          <p:spPr>
            <a:xfrm>
              <a:off x="3528484" y="3596808"/>
              <a:ext cx="5135033" cy="851729"/>
            </a:xfrm>
            <a:prstGeom prst="ellipse">
              <a:avLst/>
            </a:prstGeom>
            <a:noFill/>
            <a:ln w="9525">
              <a:gradFill>
                <a:gsLst>
                  <a:gs pos="15000">
                    <a:schemeClr val="accent1">
                      <a:alpha val="0"/>
                    </a:schemeClr>
                  </a:gs>
                  <a:gs pos="100000">
                    <a:schemeClr val="accent1"/>
                  </a:gs>
                </a:gsLst>
                <a:lin ang="5400000" scaled="1"/>
              </a:gra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 name="椭圆 114">
              <a:extLst>
                <a:ext uri="{FF2B5EF4-FFF2-40B4-BE49-F238E27FC236}">
                  <a16:creationId xmlns:a16="http://schemas.microsoft.com/office/drawing/2014/main" id="{59B516A2-4592-ACF3-E068-CB31C6812B40}"/>
                </a:ext>
              </a:extLst>
            </p:cNvPr>
            <p:cNvSpPr/>
            <p:nvPr/>
          </p:nvSpPr>
          <p:spPr>
            <a:xfrm>
              <a:off x="2189480" y="1837175"/>
              <a:ext cx="7813040" cy="1375938"/>
            </a:xfrm>
            <a:prstGeom prst="ellipse">
              <a:avLst/>
            </a:prstGeom>
            <a:gradFill>
              <a:gsLst>
                <a:gs pos="0">
                  <a:schemeClr val="accent2">
                    <a:alpha val="0"/>
                  </a:schemeClr>
                </a:gs>
                <a:gs pos="100000">
                  <a:schemeClr val="accent2">
                    <a:alpha val="40000"/>
                  </a:schemeClr>
                </a:gs>
              </a:gsLst>
              <a:lin ang="5400000" scaled="1"/>
            </a:gradFill>
            <a:ln w="28575">
              <a:gradFill>
                <a:gsLst>
                  <a:gs pos="15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任意多边形: 形状 25">
              <a:extLst>
                <a:ext uri="{FF2B5EF4-FFF2-40B4-BE49-F238E27FC236}">
                  <a16:creationId xmlns:a16="http://schemas.microsoft.com/office/drawing/2014/main" id="{4E5741B8-0478-EC3F-10ED-DC375A93EE6E}"/>
                </a:ext>
              </a:extLst>
            </p:cNvPr>
            <p:cNvSpPr/>
            <p:nvPr/>
          </p:nvSpPr>
          <p:spPr>
            <a:xfrm flipH="1" flipV="1">
              <a:off x="5046134" y="3534036"/>
              <a:ext cx="2190751" cy="312444"/>
            </a:xfrm>
            <a:custGeom>
              <a:avLst/>
              <a:gdLst>
                <a:gd name="connsiteX0" fmla="*/ 1144927 w 2190751"/>
                <a:gd name="connsiteY0" fmla="*/ 312444 h 312444"/>
                <a:gd name="connsiteX1" fmla="*/ 296813 w 2190751"/>
                <a:gd name="connsiteY1" fmla="*/ 295707 h 312444"/>
                <a:gd name="connsiteX2" fmla="*/ 0 w 2190751"/>
                <a:gd name="connsiteY2" fmla="*/ 276419 h 312444"/>
                <a:gd name="connsiteX3" fmla="*/ 0 w 2190751"/>
                <a:gd name="connsiteY3" fmla="*/ 0 h 312444"/>
                <a:gd name="connsiteX4" fmla="*/ 142151 w 2190751"/>
                <a:gd name="connsiteY4" fmla="*/ 9250 h 312444"/>
                <a:gd name="connsiteX5" fmla="*/ 1144927 w 2190751"/>
                <a:gd name="connsiteY5" fmla="*/ 33045 h 312444"/>
                <a:gd name="connsiteX6" fmla="*/ 2185430 w 2190751"/>
                <a:gd name="connsiteY6" fmla="*/ 7309 h 312444"/>
                <a:gd name="connsiteX7" fmla="*/ 2190751 w 2190751"/>
                <a:gd name="connsiteY7" fmla="*/ 6946 h 312444"/>
                <a:gd name="connsiteX8" fmla="*/ 2190751 w 2190751"/>
                <a:gd name="connsiteY8" fmla="*/ 282859 h 312444"/>
                <a:gd name="connsiteX9" fmla="*/ 1993042 w 2190751"/>
                <a:gd name="connsiteY9" fmla="*/ 295707 h 312444"/>
                <a:gd name="connsiteX10" fmla="*/ 1144927 w 2190751"/>
                <a:gd name="connsiteY10" fmla="*/ 312444 h 312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90751" h="312444">
                  <a:moveTo>
                    <a:pt x="1144927" y="312444"/>
                  </a:moveTo>
                  <a:cubicBezTo>
                    <a:pt x="845530" y="312444"/>
                    <a:pt x="559419" y="306510"/>
                    <a:pt x="296813" y="295707"/>
                  </a:cubicBezTo>
                  <a:lnTo>
                    <a:pt x="0" y="276419"/>
                  </a:lnTo>
                  <a:lnTo>
                    <a:pt x="0" y="0"/>
                  </a:lnTo>
                  <a:lnTo>
                    <a:pt x="142151" y="9250"/>
                  </a:lnTo>
                  <a:cubicBezTo>
                    <a:pt x="445506" y="24499"/>
                    <a:pt x="785651" y="33045"/>
                    <a:pt x="1144927" y="33045"/>
                  </a:cubicBezTo>
                  <a:cubicBezTo>
                    <a:pt x="1519174" y="33045"/>
                    <a:pt x="1872660" y="23773"/>
                    <a:pt x="2185430" y="7309"/>
                  </a:cubicBezTo>
                  <a:lnTo>
                    <a:pt x="2190751" y="6946"/>
                  </a:lnTo>
                  <a:lnTo>
                    <a:pt x="2190751" y="282859"/>
                  </a:lnTo>
                  <a:lnTo>
                    <a:pt x="1993042" y="295707"/>
                  </a:lnTo>
                  <a:cubicBezTo>
                    <a:pt x="1730435" y="306510"/>
                    <a:pt x="1444324" y="312444"/>
                    <a:pt x="1144927" y="312444"/>
                  </a:cubicBezTo>
                  <a:close/>
                </a:path>
              </a:pathLst>
            </a:custGeom>
            <a:solidFill>
              <a:schemeClr val="accent1">
                <a:alpha val="38000"/>
              </a:schemeClr>
            </a:solidFill>
            <a:ln>
              <a:noFill/>
            </a:ln>
            <a:effectLst>
              <a:outerShdw blurRad="50800" dist="381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8" name="组合 27">
              <a:extLst>
                <a:ext uri="{FF2B5EF4-FFF2-40B4-BE49-F238E27FC236}">
                  <a16:creationId xmlns:a16="http://schemas.microsoft.com/office/drawing/2014/main" id="{78D83A4C-96B7-D0F5-E12E-B2F3AAEEA0EB}"/>
                </a:ext>
              </a:extLst>
            </p:cNvPr>
            <p:cNvGrpSpPr/>
            <p:nvPr/>
          </p:nvGrpSpPr>
          <p:grpSpPr>
            <a:xfrm>
              <a:off x="3787055" y="3568710"/>
              <a:ext cx="1180762" cy="622509"/>
              <a:chOff x="3787055" y="3638197"/>
              <a:chExt cx="1180762" cy="622509"/>
            </a:xfrm>
            <a:effectLst>
              <a:outerShdw blurRad="50800" dist="38100" dir="5400000" algn="t" rotWithShape="0">
                <a:schemeClr val="accent1">
                  <a:alpha val="40000"/>
                </a:schemeClr>
              </a:outerShdw>
            </a:effectLst>
          </p:grpSpPr>
          <p:sp>
            <p:nvSpPr>
              <p:cNvPr id="25" name="任意多边形: 形状 24">
                <a:extLst>
                  <a:ext uri="{FF2B5EF4-FFF2-40B4-BE49-F238E27FC236}">
                    <a16:creationId xmlns:a16="http://schemas.microsoft.com/office/drawing/2014/main" id="{26B9B18A-06D7-75C4-4289-1F9F2D7BD477}"/>
                  </a:ext>
                </a:extLst>
              </p:cNvPr>
              <p:cNvSpPr/>
              <p:nvPr/>
            </p:nvSpPr>
            <p:spPr>
              <a:xfrm flipH="1" flipV="1">
                <a:off x="3787055" y="3638197"/>
                <a:ext cx="1180762" cy="461354"/>
              </a:xfrm>
              <a:custGeom>
                <a:avLst/>
                <a:gdLst>
                  <a:gd name="connsiteX0" fmla="*/ 0 w 1180762"/>
                  <a:gd name="connsiteY0" fmla="*/ 461354 h 461354"/>
                  <a:gd name="connsiteX1" fmla="*/ 0 w 1180762"/>
                  <a:gd name="connsiteY1" fmla="*/ 185173 h 461354"/>
                  <a:gd name="connsiteX2" fmla="*/ 352483 w 1180762"/>
                  <a:gd name="connsiteY2" fmla="*/ 161066 h 461354"/>
                  <a:gd name="connsiteX3" fmla="*/ 712559 w 1180762"/>
                  <a:gd name="connsiteY3" fmla="*/ 122014 h 461354"/>
                  <a:gd name="connsiteX4" fmla="*/ 759389 w 1180762"/>
                  <a:gd name="connsiteY4" fmla="*/ 115011 h 461354"/>
                  <a:gd name="connsiteX5" fmla="*/ 831944 w 1180762"/>
                  <a:gd name="connsiteY5" fmla="*/ 104160 h 461354"/>
                  <a:gd name="connsiteX6" fmla="*/ 1176906 w 1180762"/>
                  <a:gd name="connsiteY6" fmla="*/ 0 h 461354"/>
                  <a:gd name="connsiteX7" fmla="*/ 1180762 w 1180762"/>
                  <a:gd name="connsiteY7" fmla="*/ 271434 h 461354"/>
                  <a:gd name="connsiteX8" fmla="*/ 1176906 w 1180762"/>
                  <a:gd name="connsiteY8" fmla="*/ 279399 h 461354"/>
                  <a:gd name="connsiteX9" fmla="*/ 431061 w 1180762"/>
                  <a:gd name="connsiteY9" fmla="*/ 433342 h 461354"/>
                  <a:gd name="connsiteX10" fmla="*/ 0 w 1180762"/>
                  <a:gd name="connsiteY10" fmla="*/ 461354 h 46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0762" h="461354">
                    <a:moveTo>
                      <a:pt x="0" y="461354"/>
                    </a:moveTo>
                    <a:lnTo>
                      <a:pt x="0" y="185173"/>
                    </a:lnTo>
                    <a:lnTo>
                      <a:pt x="352483" y="161066"/>
                    </a:lnTo>
                    <a:cubicBezTo>
                      <a:pt x="486014" y="149499"/>
                      <a:pt x="606871" y="136395"/>
                      <a:pt x="712559" y="122014"/>
                    </a:cubicBezTo>
                    <a:lnTo>
                      <a:pt x="759389" y="115011"/>
                    </a:lnTo>
                    <a:lnTo>
                      <a:pt x="831944" y="104160"/>
                    </a:lnTo>
                    <a:cubicBezTo>
                      <a:pt x="1018251" y="73438"/>
                      <a:pt x="1139891" y="38024"/>
                      <a:pt x="1176906" y="0"/>
                    </a:cubicBezTo>
                    <a:cubicBezTo>
                      <a:pt x="1178191" y="90478"/>
                      <a:pt x="1179477" y="180956"/>
                      <a:pt x="1180762" y="271434"/>
                    </a:cubicBezTo>
                    <a:lnTo>
                      <a:pt x="1176906" y="279399"/>
                    </a:lnTo>
                    <a:cubicBezTo>
                      <a:pt x="1117682" y="340238"/>
                      <a:pt x="841818" y="394395"/>
                      <a:pt x="431061" y="433342"/>
                    </a:cubicBezTo>
                    <a:lnTo>
                      <a:pt x="0" y="461354"/>
                    </a:lnTo>
                    <a:close/>
                  </a:path>
                </a:pathLst>
              </a:custGeom>
              <a:solidFill>
                <a:schemeClr val="accent1">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任意多边形: 形状 20">
                <a:extLst>
                  <a:ext uri="{FF2B5EF4-FFF2-40B4-BE49-F238E27FC236}">
                    <a16:creationId xmlns:a16="http://schemas.microsoft.com/office/drawing/2014/main" id="{7FC49B25-0CD4-359A-BF20-851349DBBDFB}"/>
                  </a:ext>
                </a:extLst>
              </p:cNvPr>
              <p:cNvSpPr/>
              <p:nvPr/>
            </p:nvSpPr>
            <p:spPr>
              <a:xfrm>
                <a:off x="3787056" y="3828116"/>
                <a:ext cx="571163" cy="432590"/>
              </a:xfrm>
              <a:custGeom>
                <a:avLst/>
                <a:gdLst>
                  <a:gd name="connsiteX0" fmla="*/ 0 w 571163"/>
                  <a:gd name="connsiteY0" fmla="*/ 0 h 432590"/>
                  <a:gd name="connsiteX1" fmla="*/ 395022 w 571163"/>
                  <a:gd name="connsiteY1" fmla="*/ 134913 h 432590"/>
                  <a:gd name="connsiteX2" fmla="*/ 429332 w 571163"/>
                  <a:gd name="connsiteY2" fmla="*/ 139700 h 432590"/>
                  <a:gd name="connsiteX3" fmla="*/ 528174 w 571163"/>
                  <a:gd name="connsiteY3" fmla="*/ 153489 h 432590"/>
                  <a:gd name="connsiteX4" fmla="*/ 571163 w 571163"/>
                  <a:gd name="connsiteY4" fmla="*/ 157868 h 432590"/>
                  <a:gd name="connsiteX5" fmla="*/ 571163 w 571163"/>
                  <a:gd name="connsiteY5" fmla="*/ 432590 h 432590"/>
                  <a:gd name="connsiteX6" fmla="*/ 253040 w 571163"/>
                  <a:gd name="connsiteY6" fmla="*/ 389251 h 432590"/>
                  <a:gd name="connsiteX7" fmla="*/ 11942 w 571163"/>
                  <a:gd name="connsiteY7" fmla="*/ 304070 h 432590"/>
                  <a:gd name="connsiteX8" fmla="*/ 8087 w 571163"/>
                  <a:gd name="connsiteY8" fmla="*/ 296105 h 432590"/>
                  <a:gd name="connsiteX9" fmla="*/ 0 w 571163"/>
                  <a:gd name="connsiteY9" fmla="*/ 279399 h 432590"/>
                  <a:gd name="connsiteX10" fmla="*/ 0 w 571163"/>
                  <a:gd name="connsiteY10" fmla="*/ 0 h 432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1163" h="432590">
                    <a:moveTo>
                      <a:pt x="0" y="0"/>
                    </a:moveTo>
                    <a:cubicBezTo>
                      <a:pt x="0" y="49975"/>
                      <a:pt x="145626" y="96401"/>
                      <a:pt x="395022" y="134913"/>
                    </a:cubicBezTo>
                    <a:lnTo>
                      <a:pt x="429332" y="139700"/>
                    </a:lnTo>
                    <a:lnTo>
                      <a:pt x="528174" y="153489"/>
                    </a:lnTo>
                    <a:lnTo>
                      <a:pt x="571163" y="157868"/>
                    </a:lnTo>
                    <a:lnTo>
                      <a:pt x="571163" y="432590"/>
                    </a:lnTo>
                    <a:lnTo>
                      <a:pt x="253040" y="389251"/>
                    </a:lnTo>
                    <a:cubicBezTo>
                      <a:pt x="125326" y="363238"/>
                      <a:pt x="41554" y="334489"/>
                      <a:pt x="11942" y="304070"/>
                    </a:cubicBezTo>
                    <a:lnTo>
                      <a:pt x="8087" y="296105"/>
                    </a:lnTo>
                    <a:lnTo>
                      <a:pt x="0" y="279399"/>
                    </a:lnTo>
                    <a:lnTo>
                      <a:pt x="0" y="0"/>
                    </a:lnTo>
                    <a:close/>
                  </a:path>
                </a:pathLst>
              </a:custGeom>
              <a:solidFill>
                <a:schemeClr val="accent1"/>
              </a:solidFill>
              <a:ln>
                <a:gradFill>
                  <a:gsLst>
                    <a:gs pos="0">
                      <a:schemeClr val="tx1">
                        <a:alpha val="68000"/>
                      </a:schemeClr>
                    </a:gs>
                    <a:gs pos="100000">
                      <a:schemeClr val="accent1">
                        <a:alpha val="0"/>
                      </a:schemeClr>
                    </a:gs>
                  </a:gsLst>
                  <a:lin ang="108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29" name="组合 28">
              <a:extLst>
                <a:ext uri="{FF2B5EF4-FFF2-40B4-BE49-F238E27FC236}">
                  <a16:creationId xmlns:a16="http://schemas.microsoft.com/office/drawing/2014/main" id="{3F624CEC-B4F6-59E6-7975-6E54370BA3AC}"/>
                </a:ext>
              </a:extLst>
            </p:cNvPr>
            <p:cNvGrpSpPr/>
            <p:nvPr/>
          </p:nvGrpSpPr>
          <p:grpSpPr>
            <a:xfrm>
              <a:off x="7315201" y="3575150"/>
              <a:ext cx="1089745" cy="627603"/>
              <a:chOff x="7315201" y="3644637"/>
              <a:chExt cx="1089745" cy="627603"/>
            </a:xfrm>
            <a:effectLst>
              <a:outerShdw blurRad="50800" dist="38100" dir="5400000" algn="t" rotWithShape="0">
                <a:schemeClr val="accent1">
                  <a:alpha val="40000"/>
                </a:schemeClr>
              </a:outerShdw>
            </a:effectLst>
          </p:grpSpPr>
          <p:sp>
            <p:nvSpPr>
              <p:cNvPr id="24" name="任意多边形: 形状 23">
                <a:extLst>
                  <a:ext uri="{FF2B5EF4-FFF2-40B4-BE49-F238E27FC236}">
                    <a16:creationId xmlns:a16="http://schemas.microsoft.com/office/drawing/2014/main" id="{A81DCEA7-6B48-9D24-76C5-F14E8E857B18}"/>
                  </a:ext>
                </a:extLst>
              </p:cNvPr>
              <p:cNvSpPr/>
              <p:nvPr/>
            </p:nvSpPr>
            <p:spPr>
              <a:xfrm flipH="1" flipV="1">
                <a:off x="7315201" y="3644637"/>
                <a:ext cx="1089745" cy="479585"/>
              </a:xfrm>
              <a:custGeom>
                <a:avLst/>
                <a:gdLst>
                  <a:gd name="connsiteX0" fmla="*/ 1089745 w 1089745"/>
                  <a:gd name="connsiteY0" fmla="*/ 479585 h 479585"/>
                  <a:gd name="connsiteX1" fmla="*/ 757787 w 1089745"/>
                  <a:gd name="connsiteY1" fmla="*/ 458013 h 479585"/>
                  <a:gd name="connsiteX2" fmla="*/ 11942 w 1089745"/>
                  <a:gd name="connsiteY2" fmla="*/ 304070 h 479585"/>
                  <a:gd name="connsiteX3" fmla="*/ 8087 w 1089745"/>
                  <a:gd name="connsiteY3" fmla="*/ 296105 h 479585"/>
                  <a:gd name="connsiteX4" fmla="*/ 0 w 1089745"/>
                  <a:gd name="connsiteY4" fmla="*/ 279399 h 479585"/>
                  <a:gd name="connsiteX5" fmla="*/ 0 w 1089745"/>
                  <a:gd name="connsiteY5" fmla="*/ 0 h 479585"/>
                  <a:gd name="connsiteX6" fmla="*/ 395022 w 1089745"/>
                  <a:gd name="connsiteY6" fmla="*/ 134913 h 479585"/>
                  <a:gd name="connsiteX7" fmla="*/ 429332 w 1089745"/>
                  <a:gd name="connsiteY7" fmla="*/ 139700 h 479585"/>
                  <a:gd name="connsiteX8" fmla="*/ 528174 w 1089745"/>
                  <a:gd name="connsiteY8" fmla="*/ 153489 h 479585"/>
                  <a:gd name="connsiteX9" fmla="*/ 884979 w 1089745"/>
                  <a:gd name="connsiteY9" fmla="*/ 189834 h 479585"/>
                  <a:gd name="connsiteX10" fmla="*/ 1089745 w 1089745"/>
                  <a:gd name="connsiteY10" fmla="*/ 203159 h 479585"/>
                  <a:gd name="connsiteX11" fmla="*/ 1089745 w 1089745"/>
                  <a:gd name="connsiteY11" fmla="*/ 479585 h 479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9745" h="479585">
                    <a:moveTo>
                      <a:pt x="1089745" y="479585"/>
                    </a:moveTo>
                    <a:lnTo>
                      <a:pt x="757787" y="458013"/>
                    </a:lnTo>
                    <a:cubicBezTo>
                      <a:pt x="347031" y="419066"/>
                      <a:pt x="71166" y="364909"/>
                      <a:pt x="11942" y="304070"/>
                    </a:cubicBezTo>
                    <a:lnTo>
                      <a:pt x="8087" y="296105"/>
                    </a:lnTo>
                    <a:lnTo>
                      <a:pt x="0" y="279399"/>
                    </a:lnTo>
                    <a:lnTo>
                      <a:pt x="0" y="0"/>
                    </a:lnTo>
                    <a:cubicBezTo>
                      <a:pt x="0" y="49975"/>
                      <a:pt x="145626" y="96401"/>
                      <a:pt x="395022" y="134913"/>
                    </a:cubicBezTo>
                    <a:lnTo>
                      <a:pt x="429332" y="139700"/>
                    </a:lnTo>
                    <a:lnTo>
                      <a:pt x="528174" y="153489"/>
                    </a:lnTo>
                    <a:cubicBezTo>
                      <a:pt x="634233" y="166896"/>
                      <a:pt x="753904" y="179088"/>
                      <a:pt x="884979" y="189834"/>
                    </a:cubicBezTo>
                    <a:lnTo>
                      <a:pt x="1089745" y="203159"/>
                    </a:lnTo>
                    <a:lnTo>
                      <a:pt x="1089745" y="479585"/>
                    </a:lnTo>
                    <a:close/>
                  </a:path>
                </a:pathLst>
              </a:custGeom>
              <a:solidFill>
                <a:schemeClr val="accent1">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 name="任意多边形: 形状 19">
                <a:extLst>
                  <a:ext uri="{FF2B5EF4-FFF2-40B4-BE49-F238E27FC236}">
                    <a16:creationId xmlns:a16="http://schemas.microsoft.com/office/drawing/2014/main" id="{AED7C2C2-9632-6928-DB80-DA7DB42377DB}"/>
                  </a:ext>
                </a:extLst>
              </p:cNvPr>
              <p:cNvSpPr/>
              <p:nvPr/>
            </p:nvSpPr>
            <p:spPr>
              <a:xfrm>
                <a:off x="7789335" y="3852787"/>
                <a:ext cx="615611" cy="419453"/>
              </a:xfrm>
              <a:custGeom>
                <a:avLst/>
                <a:gdLst>
                  <a:gd name="connsiteX0" fmla="*/ 611755 w 615611"/>
                  <a:gd name="connsiteY0" fmla="*/ 0 h 419453"/>
                  <a:gd name="connsiteX1" fmla="*/ 615611 w 615611"/>
                  <a:gd name="connsiteY1" fmla="*/ 271434 h 419453"/>
                  <a:gd name="connsiteX2" fmla="*/ 611755 w 615611"/>
                  <a:gd name="connsiteY2" fmla="*/ 279399 h 419453"/>
                  <a:gd name="connsiteX3" fmla="*/ 13461 w 615611"/>
                  <a:gd name="connsiteY3" fmla="*/ 418041 h 419453"/>
                  <a:gd name="connsiteX4" fmla="*/ 0 w 615611"/>
                  <a:gd name="connsiteY4" fmla="*/ 419453 h 419453"/>
                  <a:gd name="connsiteX5" fmla="*/ 0 w 615611"/>
                  <a:gd name="connsiteY5" fmla="*/ 139986 h 419453"/>
                  <a:gd name="connsiteX6" fmla="*/ 22241 w 615611"/>
                  <a:gd name="connsiteY6" fmla="*/ 137640 h 419453"/>
                  <a:gd name="connsiteX7" fmla="*/ 147408 w 615611"/>
                  <a:gd name="connsiteY7" fmla="*/ 122014 h 419453"/>
                  <a:gd name="connsiteX8" fmla="*/ 194238 w 615611"/>
                  <a:gd name="connsiteY8" fmla="*/ 115011 h 419453"/>
                  <a:gd name="connsiteX9" fmla="*/ 266793 w 615611"/>
                  <a:gd name="connsiteY9" fmla="*/ 104160 h 419453"/>
                  <a:gd name="connsiteX10" fmla="*/ 611755 w 615611"/>
                  <a:gd name="connsiteY10" fmla="*/ 0 h 419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5611" h="419453">
                    <a:moveTo>
                      <a:pt x="611755" y="0"/>
                    </a:moveTo>
                    <a:cubicBezTo>
                      <a:pt x="613040" y="90478"/>
                      <a:pt x="614326" y="180956"/>
                      <a:pt x="615611" y="271434"/>
                    </a:cubicBezTo>
                    <a:lnTo>
                      <a:pt x="611755" y="279399"/>
                    </a:lnTo>
                    <a:cubicBezTo>
                      <a:pt x="559934" y="332633"/>
                      <a:pt x="342248" y="380752"/>
                      <a:pt x="13461" y="418041"/>
                    </a:cubicBezTo>
                    <a:lnTo>
                      <a:pt x="0" y="419453"/>
                    </a:lnTo>
                    <a:lnTo>
                      <a:pt x="0" y="139986"/>
                    </a:lnTo>
                    <a:lnTo>
                      <a:pt x="22241" y="137640"/>
                    </a:lnTo>
                    <a:cubicBezTo>
                      <a:pt x="66009" y="132621"/>
                      <a:pt x="107775" y="127407"/>
                      <a:pt x="147408" y="122014"/>
                    </a:cubicBezTo>
                    <a:lnTo>
                      <a:pt x="194238" y="115011"/>
                    </a:lnTo>
                    <a:lnTo>
                      <a:pt x="266793" y="104160"/>
                    </a:lnTo>
                    <a:cubicBezTo>
                      <a:pt x="453100" y="73438"/>
                      <a:pt x="574740" y="38024"/>
                      <a:pt x="611755" y="0"/>
                    </a:cubicBezTo>
                    <a:close/>
                  </a:path>
                </a:pathLst>
              </a:custGeom>
              <a:solidFill>
                <a:schemeClr val="accent1"/>
              </a:solidFill>
              <a:ln>
                <a:gradFill>
                  <a:gsLst>
                    <a:gs pos="0">
                      <a:schemeClr val="tx1">
                        <a:alpha val="68000"/>
                      </a:schemeClr>
                    </a:gs>
                    <a:gs pos="100000">
                      <a:schemeClr val="accent1">
                        <a:alpha val="0"/>
                      </a:schemeClr>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18" name="任意多边形: 形状 17">
              <a:extLst>
                <a:ext uri="{FF2B5EF4-FFF2-40B4-BE49-F238E27FC236}">
                  <a16:creationId xmlns:a16="http://schemas.microsoft.com/office/drawing/2014/main" id="{4596146D-79F6-8643-61FF-0697FE63DDDB}"/>
                </a:ext>
              </a:extLst>
            </p:cNvPr>
            <p:cNvSpPr/>
            <p:nvPr/>
          </p:nvSpPr>
          <p:spPr>
            <a:xfrm>
              <a:off x="4436534" y="3924474"/>
              <a:ext cx="1620308" cy="354428"/>
            </a:xfrm>
            <a:custGeom>
              <a:avLst/>
              <a:gdLst>
                <a:gd name="connsiteX0" fmla="*/ 0 w 1620308"/>
                <a:gd name="connsiteY0" fmla="*/ 0 h 354428"/>
                <a:gd name="connsiteX1" fmla="*/ 235501 w 1620308"/>
                <a:gd name="connsiteY1" fmla="*/ 23989 h 354428"/>
                <a:gd name="connsiteX2" fmla="*/ 894872 w 1620308"/>
                <a:gd name="connsiteY2" fmla="*/ 61811 h 354428"/>
                <a:gd name="connsiteX3" fmla="*/ 1620308 w 1620308"/>
                <a:gd name="connsiteY3" fmla="*/ 74688 h 354428"/>
                <a:gd name="connsiteX4" fmla="*/ 1620308 w 1620308"/>
                <a:gd name="connsiteY4" fmla="*/ 354428 h 354428"/>
                <a:gd name="connsiteX5" fmla="*/ 1225656 w 1620308"/>
                <a:gd name="connsiteY5" fmla="*/ 350537 h 354428"/>
                <a:gd name="connsiteX6" fmla="*/ 108308 w 1620308"/>
                <a:gd name="connsiteY6" fmla="*/ 292169 h 354428"/>
                <a:gd name="connsiteX7" fmla="*/ 0 w 1620308"/>
                <a:gd name="connsiteY7" fmla="*/ 277414 h 354428"/>
                <a:gd name="connsiteX8" fmla="*/ 0 w 1620308"/>
                <a:gd name="connsiteY8" fmla="*/ 0 h 354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0308" h="354428">
                  <a:moveTo>
                    <a:pt x="0" y="0"/>
                  </a:moveTo>
                  <a:lnTo>
                    <a:pt x="235501" y="23989"/>
                  </a:lnTo>
                  <a:cubicBezTo>
                    <a:pt x="432114" y="40108"/>
                    <a:pt x="654388" y="52975"/>
                    <a:pt x="894872" y="61811"/>
                  </a:cubicBezTo>
                  <a:lnTo>
                    <a:pt x="1620308" y="74688"/>
                  </a:lnTo>
                  <a:lnTo>
                    <a:pt x="1620308" y="354428"/>
                  </a:lnTo>
                  <a:lnTo>
                    <a:pt x="1225656" y="350537"/>
                  </a:lnTo>
                  <a:cubicBezTo>
                    <a:pt x="800321" y="342035"/>
                    <a:pt x="416376" y="321379"/>
                    <a:pt x="108308" y="292169"/>
                  </a:cubicBezTo>
                  <a:lnTo>
                    <a:pt x="0" y="277414"/>
                  </a:lnTo>
                  <a:lnTo>
                    <a:pt x="0" y="0"/>
                  </a:lnTo>
                  <a:close/>
                </a:path>
              </a:pathLst>
            </a:custGeom>
            <a:gradFill>
              <a:gsLst>
                <a:gs pos="0">
                  <a:schemeClr val="accent1"/>
                </a:gs>
                <a:gs pos="100000">
                  <a:schemeClr val="accent1">
                    <a:alpha val="56000"/>
                  </a:schemeClr>
                </a:gs>
              </a:gsLst>
              <a:lin ang="0" scaled="0"/>
            </a:gradFill>
            <a:ln>
              <a:gradFill>
                <a:gsLst>
                  <a:gs pos="0">
                    <a:schemeClr val="tx1"/>
                  </a:gs>
                  <a:gs pos="100000">
                    <a:schemeClr val="accent1">
                      <a:alpha val="0"/>
                    </a:schemeClr>
                  </a:gs>
                </a:gsLst>
                <a:lin ang="0" scaled="0"/>
              </a:gradFill>
            </a:ln>
            <a:effectLst>
              <a:outerShdw blurRad="50800" dist="381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7" name="任意多边形: 形状 16">
              <a:extLst>
                <a:ext uri="{FF2B5EF4-FFF2-40B4-BE49-F238E27FC236}">
                  <a16:creationId xmlns:a16="http://schemas.microsoft.com/office/drawing/2014/main" id="{5DB19260-76C3-0603-C14C-9EE78E4C262F}"/>
                </a:ext>
              </a:extLst>
            </p:cNvPr>
            <p:cNvSpPr/>
            <p:nvPr/>
          </p:nvSpPr>
          <p:spPr>
            <a:xfrm>
              <a:off x="6135158" y="3931545"/>
              <a:ext cx="1575860" cy="347437"/>
            </a:xfrm>
            <a:custGeom>
              <a:avLst/>
              <a:gdLst>
                <a:gd name="connsiteX0" fmla="*/ 1575860 w 1575860"/>
                <a:gd name="connsiteY0" fmla="*/ 0 h 347437"/>
                <a:gd name="connsiteX1" fmla="*/ 1575860 w 1575860"/>
                <a:gd name="connsiteY1" fmla="*/ 279421 h 347437"/>
                <a:gd name="connsiteX2" fmla="*/ 1539241 w 1575860"/>
                <a:gd name="connsiteY2" fmla="*/ 283261 h 347437"/>
                <a:gd name="connsiteX3" fmla="*/ 402739 w 1575860"/>
                <a:gd name="connsiteY3" fmla="*/ 343466 h 347437"/>
                <a:gd name="connsiteX4" fmla="*/ 0 w 1575860"/>
                <a:gd name="connsiteY4" fmla="*/ 347437 h 347437"/>
                <a:gd name="connsiteX5" fmla="*/ 0 w 1575860"/>
                <a:gd name="connsiteY5" fmla="*/ 67951 h 347437"/>
                <a:gd name="connsiteX6" fmla="*/ 508190 w 1575860"/>
                <a:gd name="connsiteY6" fmla="*/ 61690 h 347437"/>
                <a:gd name="connsiteX7" fmla="*/ 1539241 w 1575860"/>
                <a:gd name="connsiteY7" fmla="*/ 3862 h 347437"/>
                <a:gd name="connsiteX8" fmla="*/ 1575860 w 1575860"/>
                <a:gd name="connsiteY8" fmla="*/ 0 h 347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860" h="347437">
                  <a:moveTo>
                    <a:pt x="1575860" y="0"/>
                  </a:moveTo>
                  <a:lnTo>
                    <a:pt x="1575860" y="279421"/>
                  </a:lnTo>
                  <a:lnTo>
                    <a:pt x="1539241" y="283261"/>
                  </a:lnTo>
                  <a:cubicBezTo>
                    <a:pt x="1227998" y="313443"/>
                    <a:pt x="836935" y="334787"/>
                    <a:pt x="402739" y="343466"/>
                  </a:cubicBezTo>
                  <a:lnTo>
                    <a:pt x="0" y="347437"/>
                  </a:lnTo>
                  <a:lnTo>
                    <a:pt x="0" y="67951"/>
                  </a:lnTo>
                  <a:lnTo>
                    <a:pt x="508190" y="61690"/>
                  </a:lnTo>
                  <a:cubicBezTo>
                    <a:pt x="900250" y="51844"/>
                    <a:pt x="1253406" y="31580"/>
                    <a:pt x="1539241" y="3862"/>
                  </a:cubicBezTo>
                  <a:lnTo>
                    <a:pt x="1575860" y="0"/>
                  </a:lnTo>
                  <a:close/>
                </a:path>
              </a:pathLst>
            </a:custGeom>
            <a:gradFill>
              <a:gsLst>
                <a:gs pos="100000">
                  <a:schemeClr val="accent1"/>
                </a:gs>
                <a:gs pos="0">
                  <a:schemeClr val="accent1">
                    <a:alpha val="56000"/>
                  </a:schemeClr>
                </a:gs>
              </a:gsLst>
              <a:lin ang="0" scaled="0"/>
            </a:gradFill>
            <a:ln>
              <a:gradFill>
                <a:gsLst>
                  <a:gs pos="100000">
                    <a:schemeClr val="tx1"/>
                  </a:gs>
                  <a:gs pos="0">
                    <a:schemeClr val="accent1">
                      <a:alpha val="0"/>
                    </a:schemeClr>
                  </a:gs>
                </a:gsLst>
                <a:lin ang="0" scaled="0"/>
              </a:gradFill>
            </a:ln>
            <a:effectLst>
              <a:outerShdw blurRad="50800" dist="381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2" name="文本框 131">
              <a:extLst>
                <a:ext uri="{FF2B5EF4-FFF2-40B4-BE49-F238E27FC236}">
                  <a16:creationId xmlns:a16="http://schemas.microsoft.com/office/drawing/2014/main" id="{66112C56-EC1A-B4C3-256B-B8D4E07167F4}"/>
                </a:ext>
              </a:extLst>
            </p:cNvPr>
            <p:cNvSpPr txBox="1">
              <a:spLocks/>
            </p:cNvSpPr>
            <p:nvPr/>
          </p:nvSpPr>
          <p:spPr>
            <a:xfrm>
              <a:off x="5435601" y="5792076"/>
              <a:ext cx="1320800" cy="317818"/>
            </a:xfrm>
            <a:prstGeom prst="roundRect">
              <a:avLst>
                <a:gd name="adj" fmla="val 50000"/>
              </a:avLst>
            </a:prstGeom>
            <a:solidFill>
              <a:schemeClr val="tx2"/>
            </a:solidFill>
            <a:ln w="12700" cap="flat" cmpd="sng" algn="ctr">
              <a:solidFill>
                <a:schemeClr val="accent1"/>
              </a:solid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400" dirty="0">
                  <a:sym typeface="Helvetica Neue" panose="02000503000000020004"/>
                </a:rPr>
                <a:t>资源层</a:t>
              </a:r>
            </a:p>
          </p:txBody>
        </p:sp>
        <p:sp>
          <p:nvSpPr>
            <p:cNvPr id="133" name="文本框 132">
              <a:extLst>
                <a:ext uri="{FF2B5EF4-FFF2-40B4-BE49-F238E27FC236}">
                  <a16:creationId xmlns:a16="http://schemas.microsoft.com/office/drawing/2014/main" id="{D0C775C5-9575-D125-42F4-493E0D19D99C}"/>
                </a:ext>
              </a:extLst>
            </p:cNvPr>
            <p:cNvSpPr txBox="1"/>
            <p:nvPr/>
          </p:nvSpPr>
          <p:spPr>
            <a:xfrm>
              <a:off x="5561896" y="3542688"/>
              <a:ext cx="1261884" cy="276999"/>
            </a:xfrm>
            <a:prstGeom prst="rect">
              <a:avLst/>
            </a:prstGeom>
            <a:noFill/>
          </p:spPr>
          <p:txBody>
            <a:bodyPr wrap="none" rtlCol="0">
              <a:spAutoFit/>
            </a:bodyPr>
            <a:lstStyle/>
            <a:p>
              <a:pPr algn="ctr"/>
              <a:r>
                <a:rPr lang="zh-CN" altLang="en-US" sz="1200" b="1" i="0" dirty="0">
                  <a:effectLst/>
                  <a:latin typeface="+mn-ea"/>
                </a:rPr>
                <a:t>数据分析与挖掘</a:t>
              </a:r>
            </a:p>
          </p:txBody>
        </p:sp>
        <p:sp>
          <p:nvSpPr>
            <p:cNvPr id="31" name="矩形: 圆角 30">
              <a:extLst>
                <a:ext uri="{FF2B5EF4-FFF2-40B4-BE49-F238E27FC236}">
                  <a16:creationId xmlns:a16="http://schemas.microsoft.com/office/drawing/2014/main" id="{FAB24958-81ED-6449-7EC2-0AF8E2D38AC1}"/>
                </a:ext>
              </a:extLst>
            </p:cNvPr>
            <p:cNvSpPr/>
            <p:nvPr/>
          </p:nvSpPr>
          <p:spPr>
            <a:xfrm>
              <a:off x="4578862" y="5069196"/>
              <a:ext cx="417860" cy="417860"/>
            </a:xfrm>
            <a:prstGeom prst="roundRect">
              <a:avLst>
                <a:gd name="adj" fmla="val 7500"/>
              </a:avLst>
            </a:prstGeom>
            <a:gradFill flip="none" rotWithShape="1">
              <a:gsLst>
                <a:gs pos="100000">
                  <a:schemeClr val="accent1">
                    <a:alpha val="37000"/>
                  </a:schemeClr>
                </a:gs>
                <a:gs pos="1000">
                  <a:schemeClr val="accent1">
                    <a:alpha val="28000"/>
                  </a:schemeClr>
                </a:gs>
              </a:gsLst>
              <a:lin ang="4200000" scaled="0"/>
              <a:tileRect/>
            </a:gradFill>
            <a:ln>
              <a:noFill/>
            </a:ln>
            <a:scene3d>
              <a:camera prst="isometricTopUp"/>
              <a:lightRig rig="threePt" dir="t"/>
            </a:scene3d>
            <a:sp3d extrusionH="44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0064C987-E4CF-57F9-5014-F1481BEA3ED3}"/>
                </a:ext>
              </a:extLst>
            </p:cNvPr>
            <p:cNvSpPr txBox="1"/>
            <p:nvPr/>
          </p:nvSpPr>
          <p:spPr>
            <a:xfrm>
              <a:off x="4201681" y="5473723"/>
              <a:ext cx="1172116" cy="261610"/>
            </a:xfrm>
            <a:prstGeom prst="rect">
              <a:avLst/>
            </a:prstGeom>
            <a:noFill/>
          </p:spPr>
          <p:txBody>
            <a:bodyPr wrap="none" rtlCol="0">
              <a:spAutoFit/>
            </a:bodyPr>
            <a:lstStyle/>
            <a:p>
              <a:pPr algn="ctr"/>
              <a:r>
                <a:rPr lang="zh-CN" altLang="en-US" sz="1100" b="0" i="0" dirty="0">
                  <a:solidFill>
                    <a:srgbClr val="05073B"/>
                  </a:solidFill>
                  <a:effectLst/>
                  <a:latin typeface="+mn-ea"/>
                </a:rPr>
                <a:t>数据收集与整合</a:t>
              </a:r>
            </a:p>
          </p:txBody>
        </p:sp>
        <p:sp>
          <p:nvSpPr>
            <p:cNvPr id="37" name="矩形: 圆角 36">
              <a:extLst>
                <a:ext uri="{FF2B5EF4-FFF2-40B4-BE49-F238E27FC236}">
                  <a16:creationId xmlns:a16="http://schemas.microsoft.com/office/drawing/2014/main" id="{12AB0401-699D-81B5-D830-83BB397CE4CD}"/>
                </a:ext>
              </a:extLst>
            </p:cNvPr>
            <p:cNvSpPr/>
            <p:nvPr/>
          </p:nvSpPr>
          <p:spPr>
            <a:xfrm>
              <a:off x="5874995" y="5069196"/>
              <a:ext cx="417860" cy="417860"/>
            </a:xfrm>
            <a:prstGeom prst="roundRect">
              <a:avLst>
                <a:gd name="adj" fmla="val 7500"/>
              </a:avLst>
            </a:prstGeom>
            <a:gradFill flip="none" rotWithShape="1">
              <a:gsLst>
                <a:gs pos="100000">
                  <a:schemeClr val="accent1">
                    <a:alpha val="37000"/>
                  </a:schemeClr>
                </a:gs>
                <a:gs pos="1000">
                  <a:schemeClr val="accent1">
                    <a:alpha val="28000"/>
                  </a:schemeClr>
                </a:gs>
              </a:gsLst>
              <a:lin ang="4200000" scaled="0"/>
              <a:tileRect/>
            </a:gradFill>
            <a:ln>
              <a:noFill/>
            </a:ln>
            <a:scene3d>
              <a:camera prst="isometricTopUp"/>
              <a:lightRig rig="threePt" dir="t"/>
            </a:scene3d>
            <a:sp3d extrusionH="44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CCD6910A-FC66-D404-57D9-3BE91EECE3C0}"/>
                </a:ext>
              </a:extLst>
            </p:cNvPr>
            <p:cNvSpPr txBox="1"/>
            <p:nvPr/>
          </p:nvSpPr>
          <p:spPr>
            <a:xfrm>
              <a:off x="5497867" y="5473723"/>
              <a:ext cx="1172116" cy="261610"/>
            </a:xfrm>
            <a:prstGeom prst="rect">
              <a:avLst/>
            </a:prstGeom>
            <a:noFill/>
          </p:spPr>
          <p:txBody>
            <a:bodyPr wrap="none" rtlCol="0">
              <a:spAutoFit/>
            </a:bodyPr>
            <a:lstStyle/>
            <a:p>
              <a:pPr algn="ctr"/>
              <a:r>
                <a:rPr lang="zh-CN" altLang="en-US" sz="1100" b="0" i="0" dirty="0">
                  <a:solidFill>
                    <a:srgbClr val="05073B"/>
                  </a:solidFill>
                  <a:effectLst/>
                  <a:latin typeface="+mn-ea"/>
                </a:rPr>
                <a:t>数据存储与管理</a:t>
              </a:r>
            </a:p>
          </p:txBody>
        </p:sp>
        <p:sp>
          <p:nvSpPr>
            <p:cNvPr id="40" name="矩形: 圆角 39">
              <a:extLst>
                <a:ext uri="{FF2B5EF4-FFF2-40B4-BE49-F238E27FC236}">
                  <a16:creationId xmlns:a16="http://schemas.microsoft.com/office/drawing/2014/main" id="{0AE80260-2D74-A26D-7DCE-B612456FF979}"/>
                </a:ext>
              </a:extLst>
            </p:cNvPr>
            <p:cNvSpPr/>
            <p:nvPr/>
          </p:nvSpPr>
          <p:spPr>
            <a:xfrm>
              <a:off x="7171234" y="5069196"/>
              <a:ext cx="417860" cy="417860"/>
            </a:xfrm>
            <a:prstGeom prst="roundRect">
              <a:avLst>
                <a:gd name="adj" fmla="val 0"/>
              </a:avLst>
            </a:prstGeom>
            <a:gradFill flip="none" rotWithShape="1">
              <a:gsLst>
                <a:gs pos="100000">
                  <a:schemeClr val="accent1">
                    <a:alpha val="37000"/>
                  </a:schemeClr>
                </a:gs>
                <a:gs pos="1000">
                  <a:schemeClr val="accent1">
                    <a:alpha val="28000"/>
                  </a:schemeClr>
                </a:gs>
              </a:gsLst>
              <a:lin ang="4200000" scaled="0"/>
              <a:tileRect/>
            </a:gradFill>
            <a:ln>
              <a:noFill/>
            </a:ln>
            <a:scene3d>
              <a:camera prst="isometricTopUp"/>
              <a:lightRig rig="threePt" dir="t"/>
            </a:scene3d>
            <a:sp3d extrusionH="444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61623861-B535-BCFD-83BC-327EE35552A2}"/>
                </a:ext>
              </a:extLst>
            </p:cNvPr>
            <p:cNvSpPr txBox="1"/>
            <p:nvPr/>
          </p:nvSpPr>
          <p:spPr>
            <a:xfrm>
              <a:off x="6935117" y="5473723"/>
              <a:ext cx="889987" cy="261610"/>
            </a:xfrm>
            <a:prstGeom prst="rect">
              <a:avLst/>
            </a:prstGeom>
            <a:noFill/>
          </p:spPr>
          <p:txBody>
            <a:bodyPr wrap="none" rtlCol="0">
              <a:spAutoFit/>
            </a:bodyPr>
            <a:lstStyle/>
            <a:p>
              <a:pPr algn="ctr"/>
              <a:r>
                <a:rPr lang="zh-CN" altLang="en-US" sz="1100" b="0" i="0" dirty="0">
                  <a:solidFill>
                    <a:srgbClr val="05073B"/>
                  </a:solidFill>
                  <a:effectLst/>
                  <a:latin typeface="+mn-ea"/>
                </a:rPr>
                <a:t>数据预处理</a:t>
              </a:r>
            </a:p>
          </p:txBody>
        </p:sp>
        <p:sp>
          <p:nvSpPr>
            <p:cNvPr id="35" name="图形 143">
              <a:extLst>
                <a:ext uri="{FF2B5EF4-FFF2-40B4-BE49-F238E27FC236}">
                  <a16:creationId xmlns:a16="http://schemas.microsoft.com/office/drawing/2014/main" id="{A7D4A109-988B-EFAB-8FBD-24C21384C269}"/>
                </a:ext>
              </a:extLst>
            </p:cNvPr>
            <p:cNvSpPr/>
            <p:nvPr/>
          </p:nvSpPr>
          <p:spPr>
            <a:xfrm>
              <a:off x="5975118" y="5013869"/>
              <a:ext cx="217720" cy="226656"/>
            </a:xfrm>
            <a:custGeom>
              <a:avLst/>
              <a:gdLst>
                <a:gd name="connsiteX0" fmla="*/ 97922 w 113381"/>
                <a:gd name="connsiteY0" fmla="*/ 0 h 118035"/>
                <a:gd name="connsiteX1" fmla="*/ 103040 w 113381"/>
                <a:gd name="connsiteY1" fmla="*/ 4737 h 118035"/>
                <a:gd name="connsiteX2" fmla="*/ 103076 w 113381"/>
                <a:gd name="connsiteY2" fmla="*/ 5365 h 118035"/>
                <a:gd name="connsiteX3" fmla="*/ 103076 w 113381"/>
                <a:gd name="connsiteY3" fmla="*/ 21461 h 118035"/>
                <a:gd name="connsiteX4" fmla="*/ 97916 w 113381"/>
                <a:gd name="connsiteY4" fmla="*/ 26820 h 118035"/>
                <a:gd name="connsiteX5" fmla="*/ 92804 w 113381"/>
                <a:gd name="connsiteY5" fmla="*/ 22088 h 118035"/>
                <a:gd name="connsiteX6" fmla="*/ 92768 w 113381"/>
                <a:gd name="connsiteY6" fmla="*/ 21461 h 118035"/>
                <a:gd name="connsiteX7" fmla="*/ 92768 w 113381"/>
                <a:gd name="connsiteY7" fmla="*/ 10730 h 118035"/>
                <a:gd name="connsiteX8" fmla="*/ 10308 w 113381"/>
                <a:gd name="connsiteY8" fmla="*/ 10730 h 118035"/>
                <a:gd name="connsiteX9" fmla="*/ 10308 w 113381"/>
                <a:gd name="connsiteY9" fmla="*/ 107303 h 118035"/>
                <a:gd name="connsiteX10" fmla="*/ 30923 w 113381"/>
                <a:gd name="connsiteY10" fmla="*/ 107303 h 118035"/>
                <a:gd name="connsiteX11" fmla="*/ 36040 w 113381"/>
                <a:gd name="connsiteY11" fmla="*/ 112041 h 118035"/>
                <a:gd name="connsiteX12" fmla="*/ 36076 w 113381"/>
                <a:gd name="connsiteY12" fmla="*/ 112669 h 118035"/>
                <a:gd name="connsiteX13" fmla="*/ 31526 w 113381"/>
                <a:gd name="connsiteY13" fmla="*/ 117996 h 118035"/>
                <a:gd name="connsiteX14" fmla="*/ 30923 w 113381"/>
                <a:gd name="connsiteY14" fmla="*/ 118034 h 118035"/>
                <a:gd name="connsiteX15" fmla="*/ 5154 w 113381"/>
                <a:gd name="connsiteY15" fmla="*/ 118034 h 118035"/>
                <a:gd name="connsiteX16" fmla="*/ 36 w 113381"/>
                <a:gd name="connsiteY16" fmla="*/ 113296 h 118035"/>
                <a:gd name="connsiteX17" fmla="*/ 0 w 113381"/>
                <a:gd name="connsiteY17" fmla="*/ 112669 h 118035"/>
                <a:gd name="connsiteX18" fmla="*/ 0 w 113381"/>
                <a:gd name="connsiteY18" fmla="*/ 5365 h 118035"/>
                <a:gd name="connsiteX19" fmla="*/ 4551 w 113381"/>
                <a:gd name="connsiteY19" fmla="*/ 38 h 118035"/>
                <a:gd name="connsiteX20" fmla="*/ 5154 w 113381"/>
                <a:gd name="connsiteY20" fmla="*/ 0 h 118035"/>
                <a:gd name="connsiteX21" fmla="*/ 97922 w 113381"/>
                <a:gd name="connsiteY21" fmla="*/ 0 h 118035"/>
                <a:gd name="connsiteX22" fmla="*/ 82461 w 113381"/>
                <a:gd name="connsiteY22" fmla="*/ 69747 h 118035"/>
                <a:gd name="connsiteX23" fmla="*/ 102596 w 113381"/>
                <a:gd name="connsiteY23" fmla="*/ 86594 h 118035"/>
                <a:gd name="connsiteX24" fmla="*/ 112652 w 113381"/>
                <a:gd name="connsiteY24" fmla="*/ 106807 h 118035"/>
                <a:gd name="connsiteX25" fmla="*/ 93235 w 113381"/>
                <a:gd name="connsiteY25" fmla="*/ 117274 h 118035"/>
                <a:gd name="connsiteX26" fmla="*/ 83180 w 113381"/>
                <a:gd name="connsiteY26" fmla="*/ 97062 h 118035"/>
                <a:gd name="connsiteX27" fmla="*/ 91969 w 113381"/>
                <a:gd name="connsiteY27" fmla="*/ 87077 h 118035"/>
                <a:gd name="connsiteX28" fmla="*/ 83228 w 113381"/>
                <a:gd name="connsiteY28" fmla="*/ 80504 h 118035"/>
                <a:gd name="connsiteX29" fmla="*/ 82461 w 113381"/>
                <a:gd name="connsiteY29" fmla="*/ 80478 h 118035"/>
                <a:gd name="connsiteX30" fmla="*/ 77307 w 113381"/>
                <a:gd name="connsiteY30" fmla="*/ 80478 h 118035"/>
                <a:gd name="connsiteX31" fmla="*/ 67788 w 113381"/>
                <a:gd name="connsiteY31" fmla="*/ 87077 h 118035"/>
                <a:gd name="connsiteX32" fmla="*/ 76119 w 113381"/>
                <a:gd name="connsiteY32" fmla="*/ 108122 h 118035"/>
                <a:gd name="connsiteX33" fmla="*/ 55903 w 113381"/>
                <a:gd name="connsiteY33" fmla="*/ 116795 h 118035"/>
                <a:gd name="connsiteX34" fmla="*/ 47572 w 113381"/>
                <a:gd name="connsiteY34" fmla="*/ 95750 h 118035"/>
                <a:gd name="connsiteX35" fmla="*/ 57171 w 113381"/>
                <a:gd name="connsiteY35" fmla="*/ 86594 h 118035"/>
                <a:gd name="connsiteX36" fmla="*/ 76276 w 113381"/>
                <a:gd name="connsiteY36" fmla="*/ 69774 h 118035"/>
                <a:gd name="connsiteX37" fmla="*/ 77307 w 113381"/>
                <a:gd name="connsiteY37" fmla="*/ 69747 h 118035"/>
                <a:gd name="connsiteX38" fmla="*/ 82461 w 113381"/>
                <a:gd name="connsiteY38" fmla="*/ 69747 h 118035"/>
                <a:gd name="connsiteX39" fmla="*/ 61845 w 113381"/>
                <a:gd name="connsiteY39" fmla="*/ 96573 h 118035"/>
                <a:gd name="connsiteX40" fmla="*/ 56691 w 113381"/>
                <a:gd name="connsiteY40" fmla="*/ 101937 h 118035"/>
                <a:gd name="connsiteX41" fmla="*/ 61844 w 113381"/>
                <a:gd name="connsiteY41" fmla="*/ 107303 h 118035"/>
                <a:gd name="connsiteX42" fmla="*/ 61845 w 113381"/>
                <a:gd name="connsiteY42" fmla="*/ 107303 h 118035"/>
                <a:gd name="connsiteX43" fmla="*/ 66998 w 113381"/>
                <a:gd name="connsiteY43" fmla="*/ 101937 h 118035"/>
                <a:gd name="connsiteX44" fmla="*/ 61845 w 113381"/>
                <a:gd name="connsiteY44" fmla="*/ 96573 h 118035"/>
                <a:gd name="connsiteX45" fmla="*/ 97922 w 113381"/>
                <a:gd name="connsiteY45" fmla="*/ 96573 h 118035"/>
                <a:gd name="connsiteX46" fmla="*/ 92767 w 113381"/>
                <a:gd name="connsiteY46" fmla="*/ 101937 h 118035"/>
                <a:gd name="connsiteX47" fmla="*/ 97920 w 113381"/>
                <a:gd name="connsiteY47" fmla="*/ 107303 h 118035"/>
                <a:gd name="connsiteX48" fmla="*/ 97922 w 113381"/>
                <a:gd name="connsiteY48" fmla="*/ 107303 h 118035"/>
                <a:gd name="connsiteX49" fmla="*/ 103075 w 113381"/>
                <a:gd name="connsiteY49" fmla="*/ 101937 h 118035"/>
                <a:gd name="connsiteX50" fmla="*/ 97922 w 113381"/>
                <a:gd name="connsiteY50" fmla="*/ 96573 h 118035"/>
                <a:gd name="connsiteX51" fmla="*/ 36076 w 113381"/>
                <a:gd name="connsiteY51" fmla="*/ 69747 h 118035"/>
                <a:gd name="connsiteX52" fmla="*/ 41225 w 113381"/>
                <a:gd name="connsiteY52" fmla="*/ 75118 h 118035"/>
                <a:gd name="connsiteX53" fmla="*/ 36679 w 113381"/>
                <a:gd name="connsiteY53" fmla="*/ 80440 h 118035"/>
                <a:gd name="connsiteX54" fmla="*/ 36076 w 113381"/>
                <a:gd name="connsiteY54" fmla="*/ 80478 h 118035"/>
                <a:gd name="connsiteX55" fmla="*/ 30923 w 113381"/>
                <a:gd name="connsiteY55" fmla="*/ 80478 h 118035"/>
                <a:gd name="connsiteX56" fmla="*/ 25775 w 113381"/>
                <a:gd name="connsiteY56" fmla="*/ 75106 h 118035"/>
                <a:gd name="connsiteX57" fmla="*/ 30320 w 113381"/>
                <a:gd name="connsiteY57" fmla="*/ 69785 h 118035"/>
                <a:gd name="connsiteX58" fmla="*/ 30923 w 113381"/>
                <a:gd name="connsiteY58" fmla="*/ 69747 h 118035"/>
                <a:gd name="connsiteX59" fmla="*/ 36076 w 113381"/>
                <a:gd name="connsiteY59" fmla="*/ 69747 h 118035"/>
                <a:gd name="connsiteX60" fmla="*/ 79884 w 113381"/>
                <a:gd name="connsiteY60" fmla="*/ 32191 h 118035"/>
                <a:gd name="connsiteX61" fmla="*/ 97922 w 113381"/>
                <a:gd name="connsiteY61" fmla="*/ 50969 h 118035"/>
                <a:gd name="connsiteX62" fmla="*/ 79884 w 113381"/>
                <a:gd name="connsiteY62" fmla="*/ 69747 h 118035"/>
                <a:gd name="connsiteX63" fmla="*/ 61845 w 113381"/>
                <a:gd name="connsiteY63" fmla="*/ 50969 h 118035"/>
                <a:gd name="connsiteX64" fmla="*/ 79884 w 113381"/>
                <a:gd name="connsiteY64" fmla="*/ 32191 h 118035"/>
                <a:gd name="connsiteX65" fmla="*/ 79884 w 113381"/>
                <a:gd name="connsiteY65" fmla="*/ 42921 h 118035"/>
                <a:gd name="connsiteX66" fmla="*/ 72153 w 113381"/>
                <a:gd name="connsiteY66" fmla="*/ 50969 h 118035"/>
                <a:gd name="connsiteX67" fmla="*/ 79884 w 113381"/>
                <a:gd name="connsiteY67" fmla="*/ 59017 h 118035"/>
                <a:gd name="connsiteX68" fmla="*/ 87614 w 113381"/>
                <a:gd name="connsiteY68" fmla="*/ 50969 h 118035"/>
                <a:gd name="connsiteX69" fmla="*/ 79884 w 113381"/>
                <a:gd name="connsiteY69" fmla="*/ 42921 h 118035"/>
                <a:gd name="connsiteX70" fmla="*/ 46384 w 113381"/>
                <a:gd name="connsiteY70" fmla="*/ 48287 h 118035"/>
                <a:gd name="connsiteX71" fmla="*/ 51532 w 113381"/>
                <a:gd name="connsiteY71" fmla="*/ 53658 h 118035"/>
                <a:gd name="connsiteX72" fmla="*/ 46987 w 113381"/>
                <a:gd name="connsiteY72" fmla="*/ 58979 h 118035"/>
                <a:gd name="connsiteX73" fmla="*/ 46384 w 113381"/>
                <a:gd name="connsiteY73" fmla="*/ 59017 h 118035"/>
                <a:gd name="connsiteX74" fmla="*/ 30923 w 113381"/>
                <a:gd name="connsiteY74" fmla="*/ 59017 h 118035"/>
                <a:gd name="connsiteX75" fmla="*/ 25775 w 113381"/>
                <a:gd name="connsiteY75" fmla="*/ 53646 h 118035"/>
                <a:gd name="connsiteX76" fmla="*/ 30320 w 113381"/>
                <a:gd name="connsiteY76" fmla="*/ 48324 h 118035"/>
                <a:gd name="connsiteX77" fmla="*/ 30923 w 113381"/>
                <a:gd name="connsiteY77" fmla="*/ 48287 h 118035"/>
                <a:gd name="connsiteX78" fmla="*/ 46384 w 113381"/>
                <a:gd name="connsiteY78" fmla="*/ 48287 h 118035"/>
                <a:gd name="connsiteX79" fmla="*/ 51538 w 113381"/>
                <a:gd name="connsiteY79" fmla="*/ 26826 h 118035"/>
                <a:gd name="connsiteX80" fmla="*/ 56686 w 113381"/>
                <a:gd name="connsiteY80" fmla="*/ 32197 h 118035"/>
                <a:gd name="connsiteX81" fmla="*/ 52141 w 113381"/>
                <a:gd name="connsiteY81" fmla="*/ 37519 h 118035"/>
                <a:gd name="connsiteX82" fmla="*/ 51538 w 113381"/>
                <a:gd name="connsiteY82" fmla="*/ 37556 h 118035"/>
                <a:gd name="connsiteX83" fmla="*/ 30923 w 113381"/>
                <a:gd name="connsiteY83" fmla="*/ 37556 h 118035"/>
                <a:gd name="connsiteX84" fmla="*/ 25775 w 113381"/>
                <a:gd name="connsiteY84" fmla="*/ 32185 h 118035"/>
                <a:gd name="connsiteX85" fmla="*/ 30320 w 113381"/>
                <a:gd name="connsiteY85" fmla="*/ 26863 h 118035"/>
                <a:gd name="connsiteX86" fmla="*/ 30923 w 113381"/>
                <a:gd name="connsiteY86" fmla="*/ 26826 h 118035"/>
                <a:gd name="connsiteX87" fmla="*/ 51538 w 113381"/>
                <a:gd name="connsiteY87" fmla="*/ 26826 h 118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13381" h="118035">
                  <a:moveTo>
                    <a:pt x="97922" y="0"/>
                  </a:moveTo>
                  <a:cubicBezTo>
                    <a:pt x="100535" y="0"/>
                    <a:pt x="102734" y="2036"/>
                    <a:pt x="103040" y="4737"/>
                  </a:cubicBezTo>
                  <a:lnTo>
                    <a:pt x="103076" y="5365"/>
                  </a:lnTo>
                  <a:lnTo>
                    <a:pt x="103076" y="21461"/>
                  </a:lnTo>
                  <a:cubicBezTo>
                    <a:pt x="103072" y="24424"/>
                    <a:pt x="100762" y="26823"/>
                    <a:pt x="97916" y="26820"/>
                  </a:cubicBezTo>
                  <a:cubicBezTo>
                    <a:pt x="95307" y="26817"/>
                    <a:pt x="93112" y="24785"/>
                    <a:pt x="92804" y="22088"/>
                  </a:cubicBezTo>
                  <a:lnTo>
                    <a:pt x="92768" y="21461"/>
                  </a:lnTo>
                  <a:lnTo>
                    <a:pt x="92768" y="10730"/>
                  </a:lnTo>
                  <a:lnTo>
                    <a:pt x="10308" y="10730"/>
                  </a:lnTo>
                  <a:lnTo>
                    <a:pt x="10308" y="107303"/>
                  </a:lnTo>
                  <a:lnTo>
                    <a:pt x="30923" y="107303"/>
                  </a:lnTo>
                  <a:cubicBezTo>
                    <a:pt x="33536" y="107304"/>
                    <a:pt x="35735" y="109339"/>
                    <a:pt x="36040" y="112041"/>
                  </a:cubicBezTo>
                  <a:lnTo>
                    <a:pt x="36076" y="112669"/>
                  </a:lnTo>
                  <a:cubicBezTo>
                    <a:pt x="36076" y="115389"/>
                    <a:pt x="34121" y="117678"/>
                    <a:pt x="31526" y="117996"/>
                  </a:cubicBezTo>
                  <a:lnTo>
                    <a:pt x="30923" y="118034"/>
                  </a:lnTo>
                  <a:lnTo>
                    <a:pt x="5154" y="118034"/>
                  </a:lnTo>
                  <a:cubicBezTo>
                    <a:pt x="2541" y="118033"/>
                    <a:pt x="342" y="115998"/>
                    <a:pt x="36" y="113296"/>
                  </a:cubicBezTo>
                  <a:lnTo>
                    <a:pt x="0" y="112669"/>
                  </a:lnTo>
                  <a:lnTo>
                    <a:pt x="0" y="5365"/>
                  </a:lnTo>
                  <a:cubicBezTo>
                    <a:pt x="0" y="2645"/>
                    <a:pt x="1956" y="356"/>
                    <a:pt x="4551" y="38"/>
                  </a:cubicBezTo>
                  <a:lnTo>
                    <a:pt x="5154" y="0"/>
                  </a:lnTo>
                  <a:lnTo>
                    <a:pt x="97922" y="0"/>
                  </a:lnTo>
                  <a:close/>
                  <a:moveTo>
                    <a:pt x="82461" y="69747"/>
                  </a:moveTo>
                  <a:cubicBezTo>
                    <a:pt x="92138" y="69748"/>
                    <a:pt x="100514" y="76755"/>
                    <a:pt x="102596" y="86594"/>
                  </a:cubicBezTo>
                  <a:cubicBezTo>
                    <a:pt x="110735" y="89285"/>
                    <a:pt x="115237" y="98334"/>
                    <a:pt x="112652" y="106807"/>
                  </a:cubicBezTo>
                  <a:cubicBezTo>
                    <a:pt x="110067" y="115279"/>
                    <a:pt x="101374" y="119965"/>
                    <a:pt x="93235" y="117274"/>
                  </a:cubicBezTo>
                  <a:cubicBezTo>
                    <a:pt x="85097" y="114583"/>
                    <a:pt x="80595" y="105534"/>
                    <a:pt x="83180" y="97062"/>
                  </a:cubicBezTo>
                  <a:cubicBezTo>
                    <a:pt x="84557" y="92550"/>
                    <a:pt x="87771" y="88897"/>
                    <a:pt x="91969" y="87077"/>
                  </a:cubicBezTo>
                  <a:cubicBezTo>
                    <a:pt x="90478" y="83346"/>
                    <a:pt x="87099" y="80805"/>
                    <a:pt x="83228" y="80504"/>
                  </a:cubicBezTo>
                  <a:lnTo>
                    <a:pt x="82461" y="80478"/>
                  </a:lnTo>
                  <a:lnTo>
                    <a:pt x="77307" y="80478"/>
                  </a:lnTo>
                  <a:cubicBezTo>
                    <a:pt x="73145" y="80475"/>
                    <a:pt x="69390" y="83078"/>
                    <a:pt x="67788" y="87077"/>
                  </a:cubicBezTo>
                  <a:cubicBezTo>
                    <a:pt x="75671" y="90493"/>
                    <a:pt x="79401" y="99915"/>
                    <a:pt x="76119" y="108122"/>
                  </a:cubicBezTo>
                  <a:cubicBezTo>
                    <a:pt x="72838" y="116328"/>
                    <a:pt x="63787" y="120212"/>
                    <a:pt x="55903" y="116795"/>
                  </a:cubicBezTo>
                  <a:cubicBezTo>
                    <a:pt x="48020" y="113379"/>
                    <a:pt x="44290" y="103957"/>
                    <a:pt x="47572" y="95750"/>
                  </a:cubicBezTo>
                  <a:cubicBezTo>
                    <a:pt x="49321" y="91376"/>
                    <a:pt x="52833" y="88026"/>
                    <a:pt x="57171" y="86594"/>
                  </a:cubicBezTo>
                  <a:cubicBezTo>
                    <a:pt x="59172" y="77147"/>
                    <a:pt x="66995" y="70260"/>
                    <a:pt x="76276" y="69774"/>
                  </a:cubicBezTo>
                  <a:lnTo>
                    <a:pt x="77307" y="69747"/>
                  </a:lnTo>
                  <a:lnTo>
                    <a:pt x="82461" y="69747"/>
                  </a:lnTo>
                  <a:close/>
                  <a:moveTo>
                    <a:pt x="61845" y="96573"/>
                  </a:moveTo>
                  <a:cubicBezTo>
                    <a:pt x="58999" y="96573"/>
                    <a:pt x="56691" y="98974"/>
                    <a:pt x="56691" y="101937"/>
                  </a:cubicBezTo>
                  <a:cubicBezTo>
                    <a:pt x="56690" y="104900"/>
                    <a:pt x="58997" y="107303"/>
                    <a:pt x="61844" y="107303"/>
                  </a:cubicBezTo>
                  <a:cubicBezTo>
                    <a:pt x="61844" y="107303"/>
                    <a:pt x="61845" y="107303"/>
                    <a:pt x="61845" y="107303"/>
                  </a:cubicBezTo>
                  <a:cubicBezTo>
                    <a:pt x="64692" y="107303"/>
                    <a:pt x="66999" y="104900"/>
                    <a:pt x="66998" y="101937"/>
                  </a:cubicBezTo>
                  <a:cubicBezTo>
                    <a:pt x="66998" y="98975"/>
                    <a:pt x="64691" y="96573"/>
                    <a:pt x="61845" y="96573"/>
                  </a:cubicBezTo>
                  <a:close/>
                  <a:moveTo>
                    <a:pt x="97922" y="96573"/>
                  </a:moveTo>
                  <a:cubicBezTo>
                    <a:pt x="95075" y="96573"/>
                    <a:pt x="92768" y="98974"/>
                    <a:pt x="92767" y="101937"/>
                  </a:cubicBezTo>
                  <a:cubicBezTo>
                    <a:pt x="92767" y="104900"/>
                    <a:pt x="95074" y="107303"/>
                    <a:pt x="97920" y="107303"/>
                  </a:cubicBezTo>
                  <a:cubicBezTo>
                    <a:pt x="97921" y="107303"/>
                    <a:pt x="97921" y="107303"/>
                    <a:pt x="97922" y="107303"/>
                  </a:cubicBezTo>
                  <a:cubicBezTo>
                    <a:pt x="100768" y="107303"/>
                    <a:pt x="103075" y="104900"/>
                    <a:pt x="103075" y="101937"/>
                  </a:cubicBezTo>
                  <a:cubicBezTo>
                    <a:pt x="103074" y="98975"/>
                    <a:pt x="100768" y="96573"/>
                    <a:pt x="97922" y="96573"/>
                  </a:cubicBezTo>
                  <a:close/>
                  <a:moveTo>
                    <a:pt x="36076" y="69747"/>
                  </a:moveTo>
                  <a:cubicBezTo>
                    <a:pt x="38923" y="69750"/>
                    <a:pt x="41228" y="72155"/>
                    <a:pt x="41225" y="75118"/>
                  </a:cubicBezTo>
                  <a:cubicBezTo>
                    <a:pt x="41222" y="77834"/>
                    <a:pt x="39270" y="80119"/>
                    <a:pt x="36679" y="80440"/>
                  </a:cubicBezTo>
                  <a:lnTo>
                    <a:pt x="36076" y="80478"/>
                  </a:lnTo>
                  <a:lnTo>
                    <a:pt x="30923" y="80478"/>
                  </a:lnTo>
                  <a:cubicBezTo>
                    <a:pt x="28076" y="80474"/>
                    <a:pt x="25771" y="78069"/>
                    <a:pt x="25775" y="75106"/>
                  </a:cubicBezTo>
                  <a:cubicBezTo>
                    <a:pt x="25778" y="72391"/>
                    <a:pt x="27729" y="70105"/>
                    <a:pt x="30320" y="69785"/>
                  </a:cubicBezTo>
                  <a:lnTo>
                    <a:pt x="30923" y="69747"/>
                  </a:lnTo>
                  <a:lnTo>
                    <a:pt x="36076" y="69747"/>
                  </a:lnTo>
                  <a:close/>
                  <a:moveTo>
                    <a:pt x="79884" y="32191"/>
                  </a:moveTo>
                  <a:cubicBezTo>
                    <a:pt x="89846" y="32191"/>
                    <a:pt x="97922" y="40598"/>
                    <a:pt x="97922" y="50969"/>
                  </a:cubicBezTo>
                  <a:cubicBezTo>
                    <a:pt x="97922" y="61340"/>
                    <a:pt x="89846" y="69747"/>
                    <a:pt x="79884" y="69747"/>
                  </a:cubicBezTo>
                  <a:cubicBezTo>
                    <a:pt x="69921" y="69747"/>
                    <a:pt x="61845" y="61340"/>
                    <a:pt x="61845" y="50969"/>
                  </a:cubicBezTo>
                  <a:cubicBezTo>
                    <a:pt x="61845" y="40598"/>
                    <a:pt x="69921" y="32191"/>
                    <a:pt x="79884" y="32191"/>
                  </a:cubicBezTo>
                  <a:close/>
                  <a:moveTo>
                    <a:pt x="79884" y="42921"/>
                  </a:moveTo>
                  <a:cubicBezTo>
                    <a:pt x="75614" y="42921"/>
                    <a:pt x="72153" y="46524"/>
                    <a:pt x="72153" y="50969"/>
                  </a:cubicBezTo>
                  <a:cubicBezTo>
                    <a:pt x="72153" y="55414"/>
                    <a:pt x="75614" y="59017"/>
                    <a:pt x="79884" y="59017"/>
                  </a:cubicBezTo>
                  <a:cubicBezTo>
                    <a:pt x="84153" y="59017"/>
                    <a:pt x="87614" y="55414"/>
                    <a:pt x="87614" y="50969"/>
                  </a:cubicBezTo>
                  <a:cubicBezTo>
                    <a:pt x="87614" y="46524"/>
                    <a:pt x="84153" y="42921"/>
                    <a:pt x="79884" y="42921"/>
                  </a:cubicBezTo>
                  <a:close/>
                  <a:moveTo>
                    <a:pt x="46384" y="48287"/>
                  </a:moveTo>
                  <a:cubicBezTo>
                    <a:pt x="49230" y="48290"/>
                    <a:pt x="51535" y="50695"/>
                    <a:pt x="51532" y="53658"/>
                  </a:cubicBezTo>
                  <a:cubicBezTo>
                    <a:pt x="51529" y="56373"/>
                    <a:pt x="49577" y="58659"/>
                    <a:pt x="46987" y="58979"/>
                  </a:cubicBezTo>
                  <a:lnTo>
                    <a:pt x="46384" y="59017"/>
                  </a:lnTo>
                  <a:lnTo>
                    <a:pt x="30923" y="59017"/>
                  </a:lnTo>
                  <a:cubicBezTo>
                    <a:pt x="28076" y="59014"/>
                    <a:pt x="25771" y="56609"/>
                    <a:pt x="25775" y="53646"/>
                  </a:cubicBezTo>
                  <a:cubicBezTo>
                    <a:pt x="25778" y="50930"/>
                    <a:pt x="27729" y="48645"/>
                    <a:pt x="30320" y="48324"/>
                  </a:cubicBezTo>
                  <a:lnTo>
                    <a:pt x="30923" y="48287"/>
                  </a:lnTo>
                  <a:lnTo>
                    <a:pt x="46384" y="48287"/>
                  </a:lnTo>
                  <a:close/>
                  <a:moveTo>
                    <a:pt x="51538" y="26826"/>
                  </a:moveTo>
                  <a:cubicBezTo>
                    <a:pt x="54384" y="26829"/>
                    <a:pt x="56689" y="29234"/>
                    <a:pt x="56686" y="32197"/>
                  </a:cubicBezTo>
                  <a:cubicBezTo>
                    <a:pt x="56683" y="34913"/>
                    <a:pt x="54731" y="37198"/>
                    <a:pt x="52141" y="37519"/>
                  </a:cubicBezTo>
                  <a:lnTo>
                    <a:pt x="51538" y="37556"/>
                  </a:lnTo>
                  <a:lnTo>
                    <a:pt x="30923" y="37556"/>
                  </a:lnTo>
                  <a:cubicBezTo>
                    <a:pt x="28076" y="37553"/>
                    <a:pt x="25771" y="35148"/>
                    <a:pt x="25775" y="32185"/>
                  </a:cubicBezTo>
                  <a:cubicBezTo>
                    <a:pt x="25778" y="29469"/>
                    <a:pt x="27729" y="27184"/>
                    <a:pt x="30320" y="26863"/>
                  </a:cubicBezTo>
                  <a:lnTo>
                    <a:pt x="30923" y="26826"/>
                  </a:lnTo>
                  <a:lnTo>
                    <a:pt x="51538" y="26826"/>
                  </a:lnTo>
                  <a:close/>
                </a:path>
              </a:pathLst>
            </a:custGeom>
            <a:solidFill>
              <a:schemeClr val="accent1"/>
            </a:solidFill>
            <a:ln w="116" cap="flat">
              <a:noFill/>
              <a:prstDash val="solid"/>
              <a:miter/>
            </a:ln>
          </p:spPr>
          <p:txBody>
            <a:bodyPr rtlCol="0" anchor="ctr"/>
            <a:lstStyle/>
            <a:p>
              <a:endParaRPr lang="zh-CN" altLang="en-US"/>
            </a:p>
          </p:txBody>
        </p:sp>
        <p:grpSp>
          <p:nvGrpSpPr>
            <p:cNvPr id="50" name="组合 49">
              <a:extLst>
                <a:ext uri="{FF2B5EF4-FFF2-40B4-BE49-F238E27FC236}">
                  <a16:creationId xmlns:a16="http://schemas.microsoft.com/office/drawing/2014/main" id="{4E5AAEB6-D4BA-828D-5DCD-C8B318C645EE}"/>
                </a:ext>
              </a:extLst>
            </p:cNvPr>
            <p:cNvGrpSpPr/>
            <p:nvPr/>
          </p:nvGrpSpPr>
          <p:grpSpPr>
            <a:xfrm>
              <a:off x="4688416" y="5015392"/>
              <a:ext cx="198752" cy="230280"/>
              <a:chOff x="6022374" y="4838515"/>
              <a:chExt cx="133560" cy="154749"/>
            </a:xfrm>
            <a:solidFill>
              <a:schemeClr val="accent1"/>
            </a:solidFill>
          </p:grpSpPr>
          <p:sp>
            <p:nvSpPr>
              <p:cNvPr id="47" name="任意多边形: 形状 46">
                <a:extLst>
                  <a:ext uri="{FF2B5EF4-FFF2-40B4-BE49-F238E27FC236}">
                    <a16:creationId xmlns:a16="http://schemas.microsoft.com/office/drawing/2014/main" id="{8783DA56-335C-AFD0-1B76-8882B2FADD4A}"/>
                  </a:ext>
                </a:extLst>
              </p:cNvPr>
              <p:cNvSpPr/>
              <p:nvPr/>
            </p:nvSpPr>
            <p:spPr>
              <a:xfrm>
                <a:off x="6022374" y="4838515"/>
                <a:ext cx="133560" cy="154749"/>
              </a:xfrm>
              <a:custGeom>
                <a:avLst/>
                <a:gdLst>
                  <a:gd name="connsiteX0" fmla="*/ 66596 w 133560"/>
                  <a:gd name="connsiteY0" fmla="*/ 154749 h 154749"/>
                  <a:gd name="connsiteX1" fmla="*/ 49783 w 133560"/>
                  <a:gd name="connsiteY1" fmla="*/ 137936 h 154749"/>
                  <a:gd name="connsiteX2" fmla="*/ 49783 w 133560"/>
                  <a:gd name="connsiteY2" fmla="*/ 46184 h 154749"/>
                  <a:gd name="connsiteX3" fmla="*/ 66596 w 133560"/>
                  <a:gd name="connsiteY3" fmla="*/ 29371 h 154749"/>
                  <a:gd name="connsiteX4" fmla="*/ 83409 w 133560"/>
                  <a:gd name="connsiteY4" fmla="*/ 46184 h 154749"/>
                  <a:gd name="connsiteX5" fmla="*/ 83409 w 133560"/>
                  <a:gd name="connsiteY5" fmla="*/ 100973 h 154749"/>
                  <a:gd name="connsiteX6" fmla="*/ 77801 w 133560"/>
                  <a:gd name="connsiteY6" fmla="*/ 106408 h 154749"/>
                  <a:gd name="connsiteX7" fmla="*/ 72366 w 133560"/>
                  <a:gd name="connsiteY7" fmla="*/ 100973 h 154749"/>
                  <a:gd name="connsiteX8" fmla="*/ 72366 w 133560"/>
                  <a:gd name="connsiteY8" fmla="*/ 46184 h 154749"/>
                  <a:gd name="connsiteX9" fmla="*/ 66603 w 133560"/>
                  <a:gd name="connsiteY9" fmla="*/ 40421 h 154749"/>
                  <a:gd name="connsiteX10" fmla="*/ 60840 w 133560"/>
                  <a:gd name="connsiteY10" fmla="*/ 46184 h 154749"/>
                  <a:gd name="connsiteX11" fmla="*/ 60840 w 133560"/>
                  <a:gd name="connsiteY11" fmla="*/ 137936 h 154749"/>
                  <a:gd name="connsiteX12" fmla="*/ 66603 w 133560"/>
                  <a:gd name="connsiteY12" fmla="*/ 143699 h 154749"/>
                  <a:gd name="connsiteX13" fmla="*/ 72124 w 133560"/>
                  <a:gd name="connsiteY13" fmla="*/ 149221 h 154749"/>
                  <a:gd name="connsiteX14" fmla="*/ 66596 w 133560"/>
                  <a:gd name="connsiteY14" fmla="*/ 154749 h 154749"/>
                  <a:gd name="connsiteX15" fmla="*/ 16813 w 133560"/>
                  <a:gd name="connsiteY15" fmla="*/ 154749 h 154749"/>
                  <a:gd name="connsiteX16" fmla="*/ 0 w 133560"/>
                  <a:gd name="connsiteY16" fmla="*/ 137936 h 154749"/>
                  <a:gd name="connsiteX17" fmla="*/ 0 w 133560"/>
                  <a:gd name="connsiteY17" fmla="*/ 16813 h 154749"/>
                  <a:gd name="connsiteX18" fmla="*/ 16813 w 133560"/>
                  <a:gd name="connsiteY18" fmla="*/ 0 h 154749"/>
                  <a:gd name="connsiteX19" fmla="*/ 33626 w 133560"/>
                  <a:gd name="connsiteY19" fmla="*/ 16813 h 154749"/>
                  <a:gd name="connsiteX20" fmla="*/ 33626 w 133560"/>
                  <a:gd name="connsiteY20" fmla="*/ 137943 h 154749"/>
                  <a:gd name="connsiteX21" fmla="*/ 16813 w 133560"/>
                  <a:gd name="connsiteY21" fmla="*/ 154749 h 154749"/>
                  <a:gd name="connsiteX22" fmla="*/ 16813 w 133560"/>
                  <a:gd name="connsiteY22" fmla="*/ 11050 h 154749"/>
                  <a:gd name="connsiteX23" fmla="*/ 11050 w 133560"/>
                  <a:gd name="connsiteY23" fmla="*/ 16813 h 154749"/>
                  <a:gd name="connsiteX24" fmla="*/ 11050 w 133560"/>
                  <a:gd name="connsiteY24" fmla="*/ 137943 h 154749"/>
                  <a:gd name="connsiteX25" fmla="*/ 16813 w 133560"/>
                  <a:gd name="connsiteY25" fmla="*/ 143706 h 154749"/>
                  <a:gd name="connsiteX26" fmla="*/ 22576 w 133560"/>
                  <a:gd name="connsiteY26" fmla="*/ 137943 h 154749"/>
                  <a:gd name="connsiteX27" fmla="*/ 22576 w 133560"/>
                  <a:gd name="connsiteY27" fmla="*/ 16813 h 154749"/>
                  <a:gd name="connsiteX28" fmla="*/ 16813 w 133560"/>
                  <a:gd name="connsiteY28" fmla="*/ 11050 h 154749"/>
                  <a:gd name="connsiteX29" fmla="*/ 128025 w 133560"/>
                  <a:gd name="connsiteY29" fmla="*/ 105992 h 154749"/>
                  <a:gd name="connsiteX30" fmla="*/ 122503 w 133560"/>
                  <a:gd name="connsiteY30" fmla="*/ 100470 h 154749"/>
                  <a:gd name="connsiteX31" fmla="*/ 122503 w 133560"/>
                  <a:gd name="connsiteY31" fmla="*/ 75850 h 154749"/>
                  <a:gd name="connsiteX32" fmla="*/ 116740 w 133560"/>
                  <a:gd name="connsiteY32" fmla="*/ 70087 h 154749"/>
                  <a:gd name="connsiteX33" fmla="*/ 110977 w 133560"/>
                  <a:gd name="connsiteY33" fmla="*/ 75850 h 154749"/>
                  <a:gd name="connsiteX34" fmla="*/ 110977 w 133560"/>
                  <a:gd name="connsiteY34" fmla="*/ 90532 h 154749"/>
                  <a:gd name="connsiteX35" fmla="*/ 105370 w 133560"/>
                  <a:gd name="connsiteY35" fmla="*/ 95968 h 154749"/>
                  <a:gd name="connsiteX36" fmla="*/ 99934 w 133560"/>
                  <a:gd name="connsiteY36" fmla="*/ 90532 h 154749"/>
                  <a:gd name="connsiteX37" fmla="*/ 99934 w 133560"/>
                  <a:gd name="connsiteY37" fmla="*/ 75850 h 154749"/>
                  <a:gd name="connsiteX38" fmla="*/ 116747 w 133560"/>
                  <a:gd name="connsiteY38" fmla="*/ 59037 h 154749"/>
                  <a:gd name="connsiteX39" fmla="*/ 133560 w 133560"/>
                  <a:gd name="connsiteY39" fmla="*/ 75850 h 154749"/>
                  <a:gd name="connsiteX40" fmla="*/ 133560 w 133560"/>
                  <a:gd name="connsiteY40" fmla="*/ 100463 h 154749"/>
                  <a:gd name="connsiteX41" fmla="*/ 128025 w 133560"/>
                  <a:gd name="connsiteY41" fmla="*/ 105992 h 154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33560" h="154749">
                    <a:moveTo>
                      <a:pt x="66596" y="154749"/>
                    </a:moveTo>
                    <a:cubicBezTo>
                      <a:pt x="57328" y="154749"/>
                      <a:pt x="49783" y="147210"/>
                      <a:pt x="49783" y="137936"/>
                    </a:cubicBezTo>
                    <a:lnTo>
                      <a:pt x="49783" y="46184"/>
                    </a:lnTo>
                    <a:cubicBezTo>
                      <a:pt x="49783" y="36917"/>
                      <a:pt x="57321" y="29371"/>
                      <a:pt x="66596" y="29371"/>
                    </a:cubicBezTo>
                    <a:cubicBezTo>
                      <a:pt x="75870" y="29371"/>
                      <a:pt x="83409" y="36917"/>
                      <a:pt x="83409" y="46184"/>
                    </a:cubicBezTo>
                    <a:lnTo>
                      <a:pt x="83409" y="100973"/>
                    </a:lnTo>
                    <a:cubicBezTo>
                      <a:pt x="83362" y="104022"/>
                      <a:pt x="80851" y="106456"/>
                      <a:pt x="77801" y="106408"/>
                    </a:cubicBezTo>
                    <a:cubicBezTo>
                      <a:pt x="74819" y="106362"/>
                      <a:pt x="72412" y="103955"/>
                      <a:pt x="72366" y="100973"/>
                    </a:cubicBezTo>
                    <a:lnTo>
                      <a:pt x="72366" y="46184"/>
                    </a:lnTo>
                    <a:cubicBezTo>
                      <a:pt x="72366" y="43008"/>
                      <a:pt x="69779" y="40421"/>
                      <a:pt x="66603" y="40421"/>
                    </a:cubicBezTo>
                    <a:cubicBezTo>
                      <a:pt x="63426" y="40421"/>
                      <a:pt x="60840" y="43008"/>
                      <a:pt x="60840" y="46184"/>
                    </a:cubicBezTo>
                    <a:lnTo>
                      <a:pt x="60840" y="137936"/>
                    </a:lnTo>
                    <a:cubicBezTo>
                      <a:pt x="60840" y="141112"/>
                      <a:pt x="63426" y="143699"/>
                      <a:pt x="66603" y="143699"/>
                    </a:cubicBezTo>
                    <a:cubicBezTo>
                      <a:pt x="69652" y="143699"/>
                      <a:pt x="72124" y="146172"/>
                      <a:pt x="72124" y="149221"/>
                    </a:cubicBezTo>
                    <a:cubicBezTo>
                      <a:pt x="72124" y="152277"/>
                      <a:pt x="69652" y="154749"/>
                      <a:pt x="66596" y="154749"/>
                    </a:cubicBezTo>
                    <a:close/>
                    <a:moveTo>
                      <a:pt x="16813" y="154749"/>
                    </a:moveTo>
                    <a:cubicBezTo>
                      <a:pt x="7545" y="154749"/>
                      <a:pt x="0" y="147210"/>
                      <a:pt x="0" y="137936"/>
                    </a:cubicBezTo>
                    <a:lnTo>
                      <a:pt x="0" y="16813"/>
                    </a:lnTo>
                    <a:cubicBezTo>
                      <a:pt x="0" y="7545"/>
                      <a:pt x="7539" y="0"/>
                      <a:pt x="16813" y="0"/>
                    </a:cubicBezTo>
                    <a:cubicBezTo>
                      <a:pt x="26088" y="0"/>
                      <a:pt x="33626" y="7539"/>
                      <a:pt x="33626" y="16813"/>
                    </a:cubicBezTo>
                    <a:lnTo>
                      <a:pt x="33626" y="137943"/>
                    </a:lnTo>
                    <a:cubicBezTo>
                      <a:pt x="33620" y="147210"/>
                      <a:pt x="26081" y="154749"/>
                      <a:pt x="16813" y="154749"/>
                    </a:cubicBezTo>
                    <a:close/>
                    <a:moveTo>
                      <a:pt x="16813" y="11050"/>
                    </a:moveTo>
                    <a:cubicBezTo>
                      <a:pt x="13637" y="11050"/>
                      <a:pt x="11050" y="13637"/>
                      <a:pt x="11050" y="16813"/>
                    </a:cubicBezTo>
                    <a:lnTo>
                      <a:pt x="11050" y="137943"/>
                    </a:lnTo>
                    <a:cubicBezTo>
                      <a:pt x="11050" y="141119"/>
                      <a:pt x="13637" y="143706"/>
                      <a:pt x="16813" y="143706"/>
                    </a:cubicBezTo>
                    <a:cubicBezTo>
                      <a:pt x="19989" y="143706"/>
                      <a:pt x="22576" y="141119"/>
                      <a:pt x="22576" y="137943"/>
                    </a:cubicBezTo>
                    <a:lnTo>
                      <a:pt x="22576" y="16813"/>
                    </a:lnTo>
                    <a:cubicBezTo>
                      <a:pt x="22569" y="13637"/>
                      <a:pt x="19989" y="11050"/>
                      <a:pt x="16813" y="11050"/>
                    </a:cubicBezTo>
                    <a:close/>
                    <a:moveTo>
                      <a:pt x="128025" y="105992"/>
                    </a:moveTo>
                    <a:cubicBezTo>
                      <a:pt x="124976" y="105992"/>
                      <a:pt x="122503" y="103519"/>
                      <a:pt x="122503" y="100470"/>
                    </a:cubicBezTo>
                    <a:lnTo>
                      <a:pt x="122503" y="75850"/>
                    </a:lnTo>
                    <a:cubicBezTo>
                      <a:pt x="122503" y="72674"/>
                      <a:pt x="119917" y="70087"/>
                      <a:pt x="116740" y="70087"/>
                    </a:cubicBezTo>
                    <a:cubicBezTo>
                      <a:pt x="113564" y="70087"/>
                      <a:pt x="110977" y="72674"/>
                      <a:pt x="110977" y="75850"/>
                    </a:cubicBezTo>
                    <a:lnTo>
                      <a:pt x="110977" y="90532"/>
                    </a:lnTo>
                    <a:cubicBezTo>
                      <a:pt x="110930" y="93582"/>
                      <a:pt x="108419" y="96016"/>
                      <a:pt x="105370" y="95968"/>
                    </a:cubicBezTo>
                    <a:cubicBezTo>
                      <a:pt x="102387" y="95922"/>
                      <a:pt x="99980" y="93515"/>
                      <a:pt x="99934" y="90532"/>
                    </a:cubicBezTo>
                    <a:lnTo>
                      <a:pt x="99934" y="75850"/>
                    </a:lnTo>
                    <a:cubicBezTo>
                      <a:pt x="99934" y="66582"/>
                      <a:pt x="107473" y="59037"/>
                      <a:pt x="116747" y="59037"/>
                    </a:cubicBezTo>
                    <a:cubicBezTo>
                      <a:pt x="126015" y="59037"/>
                      <a:pt x="133560" y="66576"/>
                      <a:pt x="133560" y="75850"/>
                    </a:cubicBezTo>
                    <a:lnTo>
                      <a:pt x="133560" y="100463"/>
                    </a:lnTo>
                    <a:cubicBezTo>
                      <a:pt x="133547" y="103519"/>
                      <a:pt x="131074" y="105992"/>
                      <a:pt x="128025" y="105992"/>
                    </a:cubicBezTo>
                    <a:close/>
                  </a:path>
                </a:pathLst>
              </a:custGeom>
              <a:grpFill/>
              <a:ln w="195" cap="flat">
                <a:noFill/>
                <a:prstDash val="solid"/>
                <a:miter/>
              </a:ln>
            </p:spPr>
            <p:txBody>
              <a:bodyPr rtlCol="0" anchor="ctr"/>
              <a:lstStyle/>
              <a:p>
                <a:endParaRPr lang="zh-CN" altLang="en-US"/>
              </a:p>
            </p:txBody>
          </p:sp>
          <p:sp>
            <p:nvSpPr>
              <p:cNvPr id="48" name="任意多边形: 形状 47">
                <a:extLst>
                  <a:ext uri="{FF2B5EF4-FFF2-40B4-BE49-F238E27FC236}">
                    <a16:creationId xmlns:a16="http://schemas.microsoft.com/office/drawing/2014/main" id="{D7BB5035-C058-B100-AC9C-E6828AAFD116}"/>
                  </a:ext>
                </a:extLst>
              </p:cNvPr>
              <p:cNvSpPr/>
              <p:nvPr/>
            </p:nvSpPr>
            <p:spPr>
              <a:xfrm>
                <a:off x="6098624" y="4959732"/>
                <a:ext cx="53429" cy="11043"/>
              </a:xfrm>
              <a:custGeom>
                <a:avLst/>
                <a:gdLst>
                  <a:gd name="connsiteX0" fmla="*/ 47908 w 53429"/>
                  <a:gd name="connsiteY0" fmla="*/ 11043 h 11043"/>
                  <a:gd name="connsiteX1" fmla="*/ 5436 w 53429"/>
                  <a:gd name="connsiteY1" fmla="*/ 11043 h 11043"/>
                  <a:gd name="connsiteX2" fmla="*/ 1 w 53429"/>
                  <a:gd name="connsiteY2" fmla="*/ 5436 h 11043"/>
                  <a:gd name="connsiteX3" fmla="*/ 5436 w 53429"/>
                  <a:gd name="connsiteY3" fmla="*/ 0 h 11043"/>
                  <a:gd name="connsiteX4" fmla="*/ 47908 w 53429"/>
                  <a:gd name="connsiteY4" fmla="*/ 0 h 11043"/>
                  <a:gd name="connsiteX5" fmla="*/ 53430 w 53429"/>
                  <a:gd name="connsiteY5" fmla="*/ 5522 h 11043"/>
                  <a:gd name="connsiteX6" fmla="*/ 47908 w 53429"/>
                  <a:gd name="connsiteY6" fmla="*/ 11043 h 11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429" h="11043">
                    <a:moveTo>
                      <a:pt x="47908" y="11043"/>
                    </a:moveTo>
                    <a:lnTo>
                      <a:pt x="5436" y="11043"/>
                    </a:lnTo>
                    <a:cubicBezTo>
                      <a:pt x="2387" y="10996"/>
                      <a:pt x="-47" y="8485"/>
                      <a:pt x="1" y="5436"/>
                    </a:cubicBezTo>
                    <a:cubicBezTo>
                      <a:pt x="47" y="2453"/>
                      <a:pt x="2454" y="46"/>
                      <a:pt x="5436" y="0"/>
                    </a:cubicBezTo>
                    <a:lnTo>
                      <a:pt x="47908" y="0"/>
                    </a:lnTo>
                    <a:cubicBezTo>
                      <a:pt x="50957" y="0"/>
                      <a:pt x="53430" y="2473"/>
                      <a:pt x="53430" y="5522"/>
                    </a:cubicBezTo>
                    <a:cubicBezTo>
                      <a:pt x="53430" y="8571"/>
                      <a:pt x="50964" y="11043"/>
                      <a:pt x="47908" y="11043"/>
                    </a:cubicBezTo>
                    <a:close/>
                  </a:path>
                </a:pathLst>
              </a:custGeom>
              <a:grpFill/>
              <a:ln w="195" cap="flat">
                <a:noFill/>
                <a:prstDash val="solid"/>
                <a:miter/>
              </a:ln>
            </p:spPr>
            <p:txBody>
              <a:bodyPr rtlCol="0" anchor="ctr"/>
              <a:lstStyle/>
              <a:p>
                <a:endParaRPr lang="zh-CN" altLang="en-US"/>
              </a:p>
            </p:txBody>
          </p:sp>
          <p:sp>
            <p:nvSpPr>
              <p:cNvPr id="49" name="任意多边形: 形状 48">
                <a:extLst>
                  <a:ext uri="{FF2B5EF4-FFF2-40B4-BE49-F238E27FC236}">
                    <a16:creationId xmlns:a16="http://schemas.microsoft.com/office/drawing/2014/main" id="{0E3834D4-DCBD-FFD8-AEF6-2A7CA9215AC0}"/>
                  </a:ext>
                </a:extLst>
              </p:cNvPr>
              <p:cNvSpPr/>
              <p:nvPr/>
            </p:nvSpPr>
            <p:spPr>
              <a:xfrm>
                <a:off x="6119782" y="4938582"/>
                <a:ext cx="11043" cy="53429"/>
              </a:xfrm>
              <a:custGeom>
                <a:avLst/>
                <a:gdLst>
                  <a:gd name="connsiteX0" fmla="*/ 5522 w 11043"/>
                  <a:gd name="connsiteY0" fmla="*/ 53430 h 53429"/>
                  <a:gd name="connsiteX1" fmla="*/ 0 w 11043"/>
                  <a:gd name="connsiteY1" fmla="*/ 47908 h 53429"/>
                  <a:gd name="connsiteX2" fmla="*/ 0 w 11043"/>
                  <a:gd name="connsiteY2" fmla="*/ 5436 h 53429"/>
                  <a:gd name="connsiteX3" fmla="*/ 5608 w 11043"/>
                  <a:gd name="connsiteY3" fmla="*/ 1 h 53429"/>
                  <a:gd name="connsiteX4" fmla="*/ 11043 w 11043"/>
                  <a:gd name="connsiteY4" fmla="*/ 5436 h 53429"/>
                  <a:gd name="connsiteX5" fmla="*/ 11043 w 11043"/>
                  <a:gd name="connsiteY5" fmla="*/ 47908 h 53429"/>
                  <a:gd name="connsiteX6" fmla="*/ 5522 w 11043"/>
                  <a:gd name="connsiteY6" fmla="*/ 53430 h 5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43" h="53429">
                    <a:moveTo>
                      <a:pt x="5522" y="53430"/>
                    </a:moveTo>
                    <a:cubicBezTo>
                      <a:pt x="2473" y="53430"/>
                      <a:pt x="0" y="50957"/>
                      <a:pt x="0" y="47908"/>
                    </a:cubicBezTo>
                    <a:lnTo>
                      <a:pt x="0" y="5436"/>
                    </a:lnTo>
                    <a:cubicBezTo>
                      <a:pt x="48" y="2387"/>
                      <a:pt x="2558" y="-47"/>
                      <a:pt x="5608" y="1"/>
                    </a:cubicBezTo>
                    <a:cubicBezTo>
                      <a:pt x="8590" y="47"/>
                      <a:pt x="10997" y="2454"/>
                      <a:pt x="11043" y="5436"/>
                    </a:cubicBezTo>
                    <a:lnTo>
                      <a:pt x="11043" y="47908"/>
                    </a:lnTo>
                    <a:cubicBezTo>
                      <a:pt x="11043" y="50957"/>
                      <a:pt x="8571" y="53430"/>
                      <a:pt x="5522" y="53430"/>
                    </a:cubicBezTo>
                    <a:close/>
                  </a:path>
                </a:pathLst>
              </a:custGeom>
              <a:grpFill/>
              <a:ln w="195" cap="flat">
                <a:noFill/>
                <a:prstDash val="solid"/>
                <a:miter/>
              </a:ln>
            </p:spPr>
            <p:txBody>
              <a:bodyPr rtlCol="0" anchor="ctr"/>
              <a:lstStyle/>
              <a:p>
                <a:endParaRPr lang="zh-CN" altLang="en-US"/>
              </a:p>
            </p:txBody>
          </p:sp>
        </p:grpSp>
        <p:grpSp>
          <p:nvGrpSpPr>
            <p:cNvPr id="58" name="组合 57">
              <a:extLst>
                <a:ext uri="{FF2B5EF4-FFF2-40B4-BE49-F238E27FC236}">
                  <a16:creationId xmlns:a16="http://schemas.microsoft.com/office/drawing/2014/main" id="{40B32236-765F-45DC-E8D1-A59BE37983C1}"/>
                </a:ext>
              </a:extLst>
            </p:cNvPr>
            <p:cNvGrpSpPr/>
            <p:nvPr/>
          </p:nvGrpSpPr>
          <p:grpSpPr>
            <a:xfrm>
              <a:off x="7267298" y="5013708"/>
              <a:ext cx="225734" cy="230838"/>
              <a:chOff x="7549463" y="6085985"/>
              <a:chExt cx="155888" cy="159413"/>
            </a:xfrm>
            <a:solidFill>
              <a:schemeClr val="accent1"/>
            </a:solidFill>
          </p:grpSpPr>
          <p:sp>
            <p:nvSpPr>
              <p:cNvPr id="55" name="任意多边形: 形状 54">
                <a:extLst>
                  <a:ext uri="{FF2B5EF4-FFF2-40B4-BE49-F238E27FC236}">
                    <a16:creationId xmlns:a16="http://schemas.microsoft.com/office/drawing/2014/main" id="{32D1BDAD-3E33-8E2D-5F6E-A9BB4761C451}"/>
                  </a:ext>
                </a:extLst>
              </p:cNvPr>
              <p:cNvSpPr/>
              <p:nvPr/>
            </p:nvSpPr>
            <p:spPr>
              <a:xfrm>
                <a:off x="7549463" y="6085985"/>
                <a:ext cx="137021" cy="122420"/>
              </a:xfrm>
              <a:custGeom>
                <a:avLst/>
                <a:gdLst>
                  <a:gd name="connsiteX0" fmla="*/ 68511 w 137021"/>
                  <a:gd name="connsiteY0" fmla="*/ 59804 h 122420"/>
                  <a:gd name="connsiteX1" fmla="*/ 21741 w 137021"/>
                  <a:gd name="connsiteY1" fmla="*/ 52143 h 122420"/>
                  <a:gd name="connsiteX2" fmla="*/ 6565 w 137021"/>
                  <a:gd name="connsiteY2" fmla="*/ 43226 h 122420"/>
                  <a:gd name="connsiteX3" fmla="*/ 0 w 137021"/>
                  <a:gd name="connsiteY3" fmla="*/ 29902 h 122420"/>
                  <a:gd name="connsiteX4" fmla="*/ 6565 w 137021"/>
                  <a:gd name="connsiteY4" fmla="*/ 16577 h 122420"/>
                  <a:gd name="connsiteX5" fmla="*/ 21741 w 137021"/>
                  <a:gd name="connsiteY5" fmla="*/ 7660 h 122420"/>
                  <a:gd name="connsiteX6" fmla="*/ 68511 w 137021"/>
                  <a:gd name="connsiteY6" fmla="*/ 0 h 122420"/>
                  <a:gd name="connsiteX7" fmla="*/ 115280 w 137021"/>
                  <a:gd name="connsiteY7" fmla="*/ 7660 h 122420"/>
                  <a:gd name="connsiteX8" fmla="*/ 130456 w 137021"/>
                  <a:gd name="connsiteY8" fmla="*/ 16577 h 122420"/>
                  <a:gd name="connsiteX9" fmla="*/ 137021 w 137021"/>
                  <a:gd name="connsiteY9" fmla="*/ 29902 h 122420"/>
                  <a:gd name="connsiteX10" fmla="*/ 130456 w 137021"/>
                  <a:gd name="connsiteY10" fmla="*/ 43226 h 122420"/>
                  <a:gd name="connsiteX11" fmla="*/ 115280 w 137021"/>
                  <a:gd name="connsiteY11" fmla="*/ 52143 h 122420"/>
                  <a:gd name="connsiteX12" fmla="*/ 68511 w 137021"/>
                  <a:gd name="connsiteY12" fmla="*/ 59804 h 122420"/>
                  <a:gd name="connsiteX13" fmla="*/ 68511 w 137021"/>
                  <a:gd name="connsiteY13" fmla="*/ 9816 h 122420"/>
                  <a:gd name="connsiteX14" fmla="*/ 25331 w 137021"/>
                  <a:gd name="connsiteY14" fmla="*/ 16797 h 122420"/>
                  <a:gd name="connsiteX15" fmla="*/ 9816 w 137021"/>
                  <a:gd name="connsiteY15" fmla="*/ 29902 h 122420"/>
                  <a:gd name="connsiteX16" fmla="*/ 25331 w 137021"/>
                  <a:gd name="connsiteY16" fmla="*/ 43006 h 122420"/>
                  <a:gd name="connsiteX17" fmla="*/ 68511 w 137021"/>
                  <a:gd name="connsiteY17" fmla="*/ 49988 h 122420"/>
                  <a:gd name="connsiteX18" fmla="*/ 111690 w 137021"/>
                  <a:gd name="connsiteY18" fmla="*/ 43006 h 122420"/>
                  <a:gd name="connsiteX19" fmla="*/ 127205 w 137021"/>
                  <a:gd name="connsiteY19" fmla="*/ 29902 h 122420"/>
                  <a:gd name="connsiteX20" fmla="*/ 111690 w 137021"/>
                  <a:gd name="connsiteY20" fmla="*/ 16797 h 122420"/>
                  <a:gd name="connsiteX21" fmla="*/ 68511 w 137021"/>
                  <a:gd name="connsiteY21" fmla="*/ 9816 h 122420"/>
                  <a:gd name="connsiteX22" fmla="*/ 68511 w 137021"/>
                  <a:gd name="connsiteY22" fmla="*/ 90634 h 122420"/>
                  <a:gd name="connsiteX23" fmla="*/ 21741 w 137021"/>
                  <a:gd name="connsiteY23" fmla="*/ 82974 h 122420"/>
                  <a:gd name="connsiteX24" fmla="*/ 6565 w 137021"/>
                  <a:gd name="connsiteY24" fmla="*/ 74057 h 122420"/>
                  <a:gd name="connsiteX25" fmla="*/ 0 w 137021"/>
                  <a:gd name="connsiteY25" fmla="*/ 60732 h 122420"/>
                  <a:gd name="connsiteX26" fmla="*/ 4908 w 137021"/>
                  <a:gd name="connsiteY26" fmla="*/ 55824 h 122420"/>
                  <a:gd name="connsiteX27" fmla="*/ 9816 w 137021"/>
                  <a:gd name="connsiteY27" fmla="*/ 60732 h 122420"/>
                  <a:gd name="connsiteX28" fmla="*/ 25331 w 137021"/>
                  <a:gd name="connsiteY28" fmla="*/ 73837 h 122420"/>
                  <a:gd name="connsiteX29" fmla="*/ 68511 w 137021"/>
                  <a:gd name="connsiteY29" fmla="*/ 80818 h 122420"/>
                  <a:gd name="connsiteX30" fmla="*/ 87039 w 137021"/>
                  <a:gd name="connsiteY30" fmla="*/ 79705 h 122420"/>
                  <a:gd name="connsiteX31" fmla="*/ 92513 w 137021"/>
                  <a:gd name="connsiteY31" fmla="*/ 83973 h 122420"/>
                  <a:gd name="connsiteX32" fmla="*/ 88245 w 137021"/>
                  <a:gd name="connsiteY32" fmla="*/ 89446 h 122420"/>
                  <a:gd name="connsiteX33" fmla="*/ 68511 w 137021"/>
                  <a:gd name="connsiteY33" fmla="*/ 90634 h 122420"/>
                  <a:gd name="connsiteX34" fmla="*/ 68511 w 137021"/>
                  <a:gd name="connsiteY34" fmla="*/ 122421 h 122420"/>
                  <a:gd name="connsiteX35" fmla="*/ 21741 w 137021"/>
                  <a:gd name="connsiteY35" fmla="*/ 114760 h 122420"/>
                  <a:gd name="connsiteX36" fmla="*/ 6565 w 137021"/>
                  <a:gd name="connsiteY36" fmla="*/ 105843 h 122420"/>
                  <a:gd name="connsiteX37" fmla="*/ 0 w 137021"/>
                  <a:gd name="connsiteY37" fmla="*/ 92519 h 122420"/>
                  <a:gd name="connsiteX38" fmla="*/ 4908 w 137021"/>
                  <a:gd name="connsiteY38" fmla="*/ 87611 h 122420"/>
                  <a:gd name="connsiteX39" fmla="*/ 9816 w 137021"/>
                  <a:gd name="connsiteY39" fmla="*/ 92519 h 122420"/>
                  <a:gd name="connsiteX40" fmla="*/ 25331 w 137021"/>
                  <a:gd name="connsiteY40" fmla="*/ 105623 h 122420"/>
                  <a:gd name="connsiteX41" fmla="*/ 68511 w 137021"/>
                  <a:gd name="connsiteY41" fmla="*/ 112605 h 122420"/>
                  <a:gd name="connsiteX42" fmla="*/ 73419 w 137021"/>
                  <a:gd name="connsiteY42" fmla="*/ 117513 h 122420"/>
                  <a:gd name="connsiteX43" fmla="*/ 68511 w 137021"/>
                  <a:gd name="connsiteY43" fmla="*/ 122421 h 1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37021" h="122420">
                    <a:moveTo>
                      <a:pt x="68511" y="59804"/>
                    </a:moveTo>
                    <a:cubicBezTo>
                      <a:pt x="50922" y="59804"/>
                      <a:pt x="34313" y="57083"/>
                      <a:pt x="21741" y="52143"/>
                    </a:cubicBezTo>
                    <a:cubicBezTo>
                      <a:pt x="15325" y="49622"/>
                      <a:pt x="10221" y="46623"/>
                      <a:pt x="6565" y="43226"/>
                    </a:cubicBezTo>
                    <a:cubicBezTo>
                      <a:pt x="3569" y="40444"/>
                      <a:pt x="0" y="35872"/>
                      <a:pt x="0" y="29902"/>
                    </a:cubicBezTo>
                    <a:cubicBezTo>
                      <a:pt x="0" y="26606"/>
                      <a:pt x="1139" y="21619"/>
                      <a:pt x="6565" y="16577"/>
                    </a:cubicBezTo>
                    <a:cubicBezTo>
                      <a:pt x="10221" y="13181"/>
                      <a:pt x="15327" y="10181"/>
                      <a:pt x="21741" y="7660"/>
                    </a:cubicBezTo>
                    <a:cubicBezTo>
                      <a:pt x="34311" y="2721"/>
                      <a:pt x="50922" y="0"/>
                      <a:pt x="68511" y="0"/>
                    </a:cubicBezTo>
                    <a:cubicBezTo>
                      <a:pt x="86099" y="0"/>
                      <a:pt x="102708" y="2721"/>
                      <a:pt x="115280" y="7660"/>
                    </a:cubicBezTo>
                    <a:cubicBezTo>
                      <a:pt x="121696" y="10181"/>
                      <a:pt x="126801" y="13181"/>
                      <a:pt x="130456" y="16577"/>
                    </a:cubicBezTo>
                    <a:cubicBezTo>
                      <a:pt x="133452" y="19359"/>
                      <a:pt x="137021" y="23932"/>
                      <a:pt x="137021" y="29902"/>
                    </a:cubicBezTo>
                    <a:cubicBezTo>
                      <a:pt x="137021" y="33198"/>
                      <a:pt x="135883" y="38185"/>
                      <a:pt x="130456" y="43226"/>
                    </a:cubicBezTo>
                    <a:cubicBezTo>
                      <a:pt x="126801" y="46623"/>
                      <a:pt x="121694" y="49622"/>
                      <a:pt x="115280" y="52143"/>
                    </a:cubicBezTo>
                    <a:cubicBezTo>
                      <a:pt x="102710" y="57083"/>
                      <a:pt x="86099" y="59804"/>
                      <a:pt x="68511" y="59804"/>
                    </a:cubicBezTo>
                    <a:close/>
                    <a:moveTo>
                      <a:pt x="68511" y="9816"/>
                    </a:moveTo>
                    <a:cubicBezTo>
                      <a:pt x="52122" y="9816"/>
                      <a:pt x="36787" y="12296"/>
                      <a:pt x="25331" y="16797"/>
                    </a:cubicBezTo>
                    <a:cubicBezTo>
                      <a:pt x="15761" y="20559"/>
                      <a:pt x="9816" y="25579"/>
                      <a:pt x="9816" y="29902"/>
                    </a:cubicBezTo>
                    <a:cubicBezTo>
                      <a:pt x="9816" y="34225"/>
                      <a:pt x="15761" y="39247"/>
                      <a:pt x="25331" y="43006"/>
                    </a:cubicBezTo>
                    <a:cubicBezTo>
                      <a:pt x="36787" y="47508"/>
                      <a:pt x="52122" y="49988"/>
                      <a:pt x="68511" y="49988"/>
                    </a:cubicBezTo>
                    <a:cubicBezTo>
                      <a:pt x="84900" y="49988"/>
                      <a:pt x="100234" y="47508"/>
                      <a:pt x="111690" y="43006"/>
                    </a:cubicBezTo>
                    <a:cubicBezTo>
                      <a:pt x="121260" y="39245"/>
                      <a:pt x="127205" y="34225"/>
                      <a:pt x="127205" y="29902"/>
                    </a:cubicBezTo>
                    <a:cubicBezTo>
                      <a:pt x="127205" y="25579"/>
                      <a:pt x="121260" y="20557"/>
                      <a:pt x="111690" y="16797"/>
                    </a:cubicBezTo>
                    <a:cubicBezTo>
                      <a:pt x="100234" y="12296"/>
                      <a:pt x="84900" y="9816"/>
                      <a:pt x="68511" y="9816"/>
                    </a:cubicBezTo>
                    <a:close/>
                    <a:moveTo>
                      <a:pt x="68511" y="90634"/>
                    </a:moveTo>
                    <a:cubicBezTo>
                      <a:pt x="50922" y="90634"/>
                      <a:pt x="34313" y="87913"/>
                      <a:pt x="21741" y="82974"/>
                    </a:cubicBezTo>
                    <a:cubicBezTo>
                      <a:pt x="15325" y="80453"/>
                      <a:pt x="10221" y="77453"/>
                      <a:pt x="6565" y="74057"/>
                    </a:cubicBezTo>
                    <a:cubicBezTo>
                      <a:pt x="3569" y="71275"/>
                      <a:pt x="0" y="66702"/>
                      <a:pt x="0" y="60732"/>
                    </a:cubicBezTo>
                    <a:cubicBezTo>
                      <a:pt x="0" y="58021"/>
                      <a:pt x="2197" y="55824"/>
                      <a:pt x="4908" y="55824"/>
                    </a:cubicBezTo>
                    <a:cubicBezTo>
                      <a:pt x="7619" y="55824"/>
                      <a:pt x="9816" y="58021"/>
                      <a:pt x="9816" y="60732"/>
                    </a:cubicBezTo>
                    <a:cubicBezTo>
                      <a:pt x="9816" y="65055"/>
                      <a:pt x="15761" y="70077"/>
                      <a:pt x="25331" y="73837"/>
                    </a:cubicBezTo>
                    <a:cubicBezTo>
                      <a:pt x="36787" y="78340"/>
                      <a:pt x="52122" y="80818"/>
                      <a:pt x="68511" y="80818"/>
                    </a:cubicBezTo>
                    <a:cubicBezTo>
                      <a:pt x="74836" y="80818"/>
                      <a:pt x="81071" y="80443"/>
                      <a:pt x="87039" y="79705"/>
                    </a:cubicBezTo>
                    <a:cubicBezTo>
                      <a:pt x="89729" y="79371"/>
                      <a:pt x="92181" y="81283"/>
                      <a:pt x="92513" y="83973"/>
                    </a:cubicBezTo>
                    <a:cubicBezTo>
                      <a:pt x="92847" y="86663"/>
                      <a:pt x="90935" y="89115"/>
                      <a:pt x="88245" y="89446"/>
                    </a:cubicBezTo>
                    <a:cubicBezTo>
                      <a:pt x="81878" y="90236"/>
                      <a:pt x="75239" y="90634"/>
                      <a:pt x="68511" y="90634"/>
                    </a:cubicBezTo>
                    <a:close/>
                    <a:moveTo>
                      <a:pt x="68511" y="122421"/>
                    </a:moveTo>
                    <a:cubicBezTo>
                      <a:pt x="50922" y="122421"/>
                      <a:pt x="34313" y="119700"/>
                      <a:pt x="21741" y="114760"/>
                    </a:cubicBezTo>
                    <a:cubicBezTo>
                      <a:pt x="15325" y="112239"/>
                      <a:pt x="10221" y="109240"/>
                      <a:pt x="6565" y="105843"/>
                    </a:cubicBezTo>
                    <a:cubicBezTo>
                      <a:pt x="3569" y="103061"/>
                      <a:pt x="0" y="98489"/>
                      <a:pt x="0" y="92519"/>
                    </a:cubicBezTo>
                    <a:cubicBezTo>
                      <a:pt x="0" y="89808"/>
                      <a:pt x="2197" y="87611"/>
                      <a:pt x="4908" y="87611"/>
                    </a:cubicBezTo>
                    <a:cubicBezTo>
                      <a:pt x="7619" y="87611"/>
                      <a:pt x="9816" y="89808"/>
                      <a:pt x="9816" y="92519"/>
                    </a:cubicBezTo>
                    <a:cubicBezTo>
                      <a:pt x="9816" y="96842"/>
                      <a:pt x="15761" y="101864"/>
                      <a:pt x="25331" y="105623"/>
                    </a:cubicBezTo>
                    <a:cubicBezTo>
                      <a:pt x="36787" y="110125"/>
                      <a:pt x="52122" y="112605"/>
                      <a:pt x="68511" y="112605"/>
                    </a:cubicBezTo>
                    <a:cubicBezTo>
                      <a:pt x="71222" y="112605"/>
                      <a:pt x="73419" y="114801"/>
                      <a:pt x="73419" y="117513"/>
                    </a:cubicBezTo>
                    <a:cubicBezTo>
                      <a:pt x="73419" y="120224"/>
                      <a:pt x="71222" y="122421"/>
                      <a:pt x="68511" y="122421"/>
                    </a:cubicBezTo>
                    <a:close/>
                  </a:path>
                </a:pathLst>
              </a:custGeom>
              <a:grpFill/>
              <a:ln w="195" cap="flat">
                <a:solidFill>
                  <a:schemeClr val="accent1"/>
                </a:solid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B76F67FD-CB2D-F198-8DB2-1687E9F214DD}"/>
                  </a:ext>
                </a:extLst>
              </p:cNvPr>
              <p:cNvSpPr/>
              <p:nvPr/>
            </p:nvSpPr>
            <p:spPr>
              <a:xfrm>
                <a:off x="7549463" y="6085985"/>
                <a:ext cx="137021" cy="155948"/>
              </a:xfrm>
              <a:custGeom>
                <a:avLst/>
                <a:gdLst>
                  <a:gd name="connsiteX0" fmla="*/ 61849 w 137021"/>
                  <a:gd name="connsiteY0" fmla="*/ 155949 h 155948"/>
                  <a:gd name="connsiteX1" fmla="*/ 61645 w 137021"/>
                  <a:gd name="connsiteY1" fmla="*/ 155945 h 155948"/>
                  <a:gd name="connsiteX2" fmla="*/ 19428 w 137021"/>
                  <a:gd name="connsiteY2" fmla="*/ 147469 h 155948"/>
                  <a:gd name="connsiteX3" fmla="*/ 5839 w 137021"/>
                  <a:gd name="connsiteY3" fmla="*/ 138808 h 155948"/>
                  <a:gd name="connsiteX4" fmla="*/ 0 w 137021"/>
                  <a:gd name="connsiteY4" fmla="*/ 126184 h 155948"/>
                  <a:gd name="connsiteX5" fmla="*/ 0 w 137021"/>
                  <a:gd name="connsiteY5" fmla="*/ 29902 h 155948"/>
                  <a:gd name="connsiteX6" fmla="*/ 6565 w 137021"/>
                  <a:gd name="connsiteY6" fmla="*/ 16577 h 155948"/>
                  <a:gd name="connsiteX7" fmla="*/ 21741 w 137021"/>
                  <a:gd name="connsiteY7" fmla="*/ 7660 h 155948"/>
                  <a:gd name="connsiteX8" fmla="*/ 68511 w 137021"/>
                  <a:gd name="connsiteY8" fmla="*/ 0 h 155948"/>
                  <a:gd name="connsiteX9" fmla="*/ 115280 w 137021"/>
                  <a:gd name="connsiteY9" fmla="*/ 7660 h 155948"/>
                  <a:gd name="connsiteX10" fmla="*/ 130456 w 137021"/>
                  <a:gd name="connsiteY10" fmla="*/ 16577 h 155948"/>
                  <a:gd name="connsiteX11" fmla="*/ 137021 w 137021"/>
                  <a:gd name="connsiteY11" fmla="*/ 29902 h 155948"/>
                  <a:gd name="connsiteX12" fmla="*/ 137021 w 137021"/>
                  <a:gd name="connsiteY12" fmla="*/ 73230 h 155948"/>
                  <a:gd name="connsiteX13" fmla="*/ 132113 w 137021"/>
                  <a:gd name="connsiteY13" fmla="*/ 78138 h 155948"/>
                  <a:gd name="connsiteX14" fmla="*/ 127205 w 137021"/>
                  <a:gd name="connsiteY14" fmla="*/ 73230 h 155948"/>
                  <a:gd name="connsiteX15" fmla="*/ 127205 w 137021"/>
                  <a:gd name="connsiteY15" fmla="*/ 29902 h 155948"/>
                  <a:gd name="connsiteX16" fmla="*/ 111690 w 137021"/>
                  <a:gd name="connsiteY16" fmla="*/ 16797 h 155948"/>
                  <a:gd name="connsiteX17" fmla="*/ 68511 w 137021"/>
                  <a:gd name="connsiteY17" fmla="*/ 9816 h 155948"/>
                  <a:gd name="connsiteX18" fmla="*/ 25331 w 137021"/>
                  <a:gd name="connsiteY18" fmla="*/ 16797 h 155948"/>
                  <a:gd name="connsiteX19" fmla="*/ 9816 w 137021"/>
                  <a:gd name="connsiteY19" fmla="*/ 29902 h 155948"/>
                  <a:gd name="connsiteX20" fmla="*/ 9816 w 137021"/>
                  <a:gd name="connsiteY20" fmla="*/ 126184 h 155948"/>
                  <a:gd name="connsiteX21" fmla="*/ 23331 w 137021"/>
                  <a:gd name="connsiteY21" fmla="*/ 138464 h 155948"/>
                  <a:gd name="connsiteX22" fmla="*/ 62046 w 137021"/>
                  <a:gd name="connsiteY22" fmla="*/ 146138 h 155948"/>
                  <a:gd name="connsiteX23" fmla="*/ 66750 w 137021"/>
                  <a:gd name="connsiteY23" fmla="*/ 151243 h 155948"/>
                  <a:gd name="connsiteX24" fmla="*/ 61849 w 137021"/>
                  <a:gd name="connsiteY24" fmla="*/ 155949 h 155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7021" h="155948">
                    <a:moveTo>
                      <a:pt x="61849" y="155949"/>
                    </a:moveTo>
                    <a:cubicBezTo>
                      <a:pt x="61781" y="155949"/>
                      <a:pt x="61714" y="155947"/>
                      <a:pt x="61645" y="155945"/>
                    </a:cubicBezTo>
                    <a:cubicBezTo>
                      <a:pt x="45508" y="155285"/>
                      <a:pt x="30514" y="152273"/>
                      <a:pt x="19428" y="147469"/>
                    </a:cubicBezTo>
                    <a:cubicBezTo>
                      <a:pt x="13668" y="144972"/>
                      <a:pt x="9096" y="142059"/>
                      <a:pt x="5839" y="138808"/>
                    </a:cubicBezTo>
                    <a:cubicBezTo>
                      <a:pt x="2020" y="134995"/>
                      <a:pt x="0" y="130629"/>
                      <a:pt x="0" y="126184"/>
                    </a:cubicBezTo>
                    <a:lnTo>
                      <a:pt x="0" y="29902"/>
                    </a:lnTo>
                    <a:cubicBezTo>
                      <a:pt x="0" y="26606"/>
                      <a:pt x="1139" y="21619"/>
                      <a:pt x="6565" y="16577"/>
                    </a:cubicBezTo>
                    <a:cubicBezTo>
                      <a:pt x="10221" y="13181"/>
                      <a:pt x="15327" y="10181"/>
                      <a:pt x="21741" y="7660"/>
                    </a:cubicBezTo>
                    <a:cubicBezTo>
                      <a:pt x="34311" y="2721"/>
                      <a:pt x="50922" y="0"/>
                      <a:pt x="68511" y="0"/>
                    </a:cubicBezTo>
                    <a:cubicBezTo>
                      <a:pt x="86099" y="0"/>
                      <a:pt x="102708" y="2721"/>
                      <a:pt x="115280" y="7660"/>
                    </a:cubicBezTo>
                    <a:cubicBezTo>
                      <a:pt x="121696" y="10181"/>
                      <a:pt x="126801" y="13181"/>
                      <a:pt x="130456" y="16577"/>
                    </a:cubicBezTo>
                    <a:cubicBezTo>
                      <a:pt x="133452" y="19359"/>
                      <a:pt x="137021" y="23932"/>
                      <a:pt x="137021" y="29902"/>
                    </a:cubicBezTo>
                    <a:lnTo>
                      <a:pt x="137021" y="73230"/>
                    </a:lnTo>
                    <a:cubicBezTo>
                      <a:pt x="137021" y="75941"/>
                      <a:pt x="134824" y="78138"/>
                      <a:pt x="132113" y="78138"/>
                    </a:cubicBezTo>
                    <a:cubicBezTo>
                      <a:pt x="129402" y="78138"/>
                      <a:pt x="127205" y="75941"/>
                      <a:pt x="127205" y="73230"/>
                    </a:cubicBezTo>
                    <a:lnTo>
                      <a:pt x="127205" y="29902"/>
                    </a:lnTo>
                    <a:cubicBezTo>
                      <a:pt x="127205" y="25579"/>
                      <a:pt x="121260" y="20557"/>
                      <a:pt x="111690" y="16797"/>
                    </a:cubicBezTo>
                    <a:cubicBezTo>
                      <a:pt x="100234" y="12296"/>
                      <a:pt x="84900" y="9816"/>
                      <a:pt x="68511" y="9816"/>
                    </a:cubicBezTo>
                    <a:cubicBezTo>
                      <a:pt x="52122" y="9816"/>
                      <a:pt x="36787" y="12296"/>
                      <a:pt x="25331" y="16797"/>
                    </a:cubicBezTo>
                    <a:cubicBezTo>
                      <a:pt x="15761" y="20559"/>
                      <a:pt x="9816" y="25579"/>
                      <a:pt x="9816" y="29902"/>
                    </a:cubicBezTo>
                    <a:lnTo>
                      <a:pt x="9816" y="126184"/>
                    </a:lnTo>
                    <a:cubicBezTo>
                      <a:pt x="9816" y="130205"/>
                      <a:pt x="14867" y="134795"/>
                      <a:pt x="23331" y="138464"/>
                    </a:cubicBezTo>
                    <a:cubicBezTo>
                      <a:pt x="33337" y="142801"/>
                      <a:pt x="47088" y="145526"/>
                      <a:pt x="62046" y="146138"/>
                    </a:cubicBezTo>
                    <a:cubicBezTo>
                      <a:pt x="64755" y="146248"/>
                      <a:pt x="66860" y="148535"/>
                      <a:pt x="66750" y="151243"/>
                    </a:cubicBezTo>
                    <a:cubicBezTo>
                      <a:pt x="66642" y="153881"/>
                      <a:pt x="64468" y="155949"/>
                      <a:pt x="61849" y="155949"/>
                    </a:cubicBezTo>
                    <a:close/>
                  </a:path>
                </a:pathLst>
              </a:custGeom>
              <a:grpFill/>
              <a:ln w="195" cap="flat">
                <a:solidFill>
                  <a:schemeClr val="accent1"/>
                </a:solidFill>
                <a:prstDash val="solid"/>
                <a:miter/>
              </a:ln>
            </p:spPr>
            <p:txBody>
              <a:bodyPr rtlCol="0" anchor="ctr"/>
              <a:lstStyle/>
              <a:p>
                <a:endParaRPr lang="zh-CN" altLang="en-US"/>
              </a:p>
            </p:txBody>
          </p:sp>
          <p:sp>
            <p:nvSpPr>
              <p:cNvPr id="57" name="任意多边形: 形状 56">
                <a:extLst>
                  <a:ext uri="{FF2B5EF4-FFF2-40B4-BE49-F238E27FC236}">
                    <a16:creationId xmlns:a16="http://schemas.microsoft.com/office/drawing/2014/main" id="{1058809A-F3D8-4D04-9224-2322E3C7A960}"/>
                  </a:ext>
                </a:extLst>
              </p:cNvPr>
              <p:cNvSpPr/>
              <p:nvPr/>
            </p:nvSpPr>
            <p:spPr>
              <a:xfrm>
                <a:off x="7626693" y="6166742"/>
                <a:ext cx="78658" cy="78656"/>
              </a:xfrm>
              <a:custGeom>
                <a:avLst/>
                <a:gdLst>
                  <a:gd name="connsiteX0" fmla="*/ 39588 w 78658"/>
                  <a:gd name="connsiteY0" fmla="*/ 24603 h 78656"/>
                  <a:gd name="connsiteX1" fmla="*/ 34680 w 78658"/>
                  <a:gd name="connsiteY1" fmla="*/ 19695 h 78656"/>
                  <a:gd name="connsiteX2" fmla="*/ 34680 w 78658"/>
                  <a:gd name="connsiteY2" fmla="*/ 4908 h 78656"/>
                  <a:gd name="connsiteX3" fmla="*/ 39588 w 78658"/>
                  <a:gd name="connsiteY3" fmla="*/ 0 h 78656"/>
                  <a:gd name="connsiteX4" fmla="*/ 44496 w 78658"/>
                  <a:gd name="connsiteY4" fmla="*/ 4908 h 78656"/>
                  <a:gd name="connsiteX5" fmla="*/ 44496 w 78658"/>
                  <a:gd name="connsiteY5" fmla="*/ 19695 h 78656"/>
                  <a:gd name="connsiteX6" fmla="*/ 39588 w 78658"/>
                  <a:gd name="connsiteY6" fmla="*/ 24603 h 78656"/>
                  <a:gd name="connsiteX7" fmla="*/ 25630 w 78658"/>
                  <a:gd name="connsiteY7" fmla="*/ 30169 h 78656"/>
                  <a:gd name="connsiteX8" fmla="*/ 22159 w 78658"/>
                  <a:gd name="connsiteY8" fmla="*/ 28732 h 78656"/>
                  <a:gd name="connsiteX9" fmla="*/ 11703 w 78658"/>
                  <a:gd name="connsiteY9" fmla="*/ 18276 h 78656"/>
                  <a:gd name="connsiteX10" fmla="*/ 11703 w 78658"/>
                  <a:gd name="connsiteY10" fmla="*/ 11334 h 78656"/>
                  <a:gd name="connsiteX11" fmla="*/ 18645 w 78658"/>
                  <a:gd name="connsiteY11" fmla="*/ 11334 h 78656"/>
                  <a:gd name="connsiteX12" fmla="*/ 29101 w 78658"/>
                  <a:gd name="connsiteY12" fmla="*/ 21790 h 78656"/>
                  <a:gd name="connsiteX13" fmla="*/ 29101 w 78658"/>
                  <a:gd name="connsiteY13" fmla="*/ 28732 h 78656"/>
                  <a:gd name="connsiteX14" fmla="*/ 25630 w 78658"/>
                  <a:gd name="connsiteY14" fmla="*/ 30169 h 78656"/>
                  <a:gd name="connsiteX15" fmla="*/ 19695 w 78658"/>
                  <a:gd name="connsiteY15" fmla="*/ 43976 h 78656"/>
                  <a:gd name="connsiteX16" fmla="*/ 4908 w 78658"/>
                  <a:gd name="connsiteY16" fmla="*/ 43976 h 78656"/>
                  <a:gd name="connsiteX17" fmla="*/ 0 w 78658"/>
                  <a:gd name="connsiteY17" fmla="*/ 39068 h 78656"/>
                  <a:gd name="connsiteX18" fmla="*/ 4908 w 78658"/>
                  <a:gd name="connsiteY18" fmla="*/ 34160 h 78656"/>
                  <a:gd name="connsiteX19" fmla="*/ 19695 w 78658"/>
                  <a:gd name="connsiteY19" fmla="*/ 34160 h 78656"/>
                  <a:gd name="connsiteX20" fmla="*/ 24603 w 78658"/>
                  <a:gd name="connsiteY20" fmla="*/ 39068 h 78656"/>
                  <a:gd name="connsiteX21" fmla="*/ 19695 w 78658"/>
                  <a:gd name="connsiteY21" fmla="*/ 43976 h 78656"/>
                  <a:gd name="connsiteX22" fmla="*/ 14807 w 78658"/>
                  <a:gd name="connsiteY22" fmla="*/ 68391 h 78656"/>
                  <a:gd name="connsiteX23" fmla="*/ 11336 w 78658"/>
                  <a:gd name="connsiteY23" fmla="*/ 66954 h 78656"/>
                  <a:gd name="connsiteX24" fmla="*/ 11336 w 78658"/>
                  <a:gd name="connsiteY24" fmla="*/ 60012 h 78656"/>
                  <a:gd name="connsiteX25" fmla="*/ 21792 w 78658"/>
                  <a:gd name="connsiteY25" fmla="*/ 49556 h 78656"/>
                  <a:gd name="connsiteX26" fmla="*/ 28734 w 78658"/>
                  <a:gd name="connsiteY26" fmla="*/ 49556 h 78656"/>
                  <a:gd name="connsiteX27" fmla="*/ 28734 w 78658"/>
                  <a:gd name="connsiteY27" fmla="*/ 56498 h 78656"/>
                  <a:gd name="connsiteX28" fmla="*/ 18278 w 78658"/>
                  <a:gd name="connsiteY28" fmla="*/ 66954 h 78656"/>
                  <a:gd name="connsiteX29" fmla="*/ 14807 w 78658"/>
                  <a:gd name="connsiteY29" fmla="*/ 68391 h 78656"/>
                  <a:gd name="connsiteX30" fmla="*/ 39070 w 78658"/>
                  <a:gd name="connsiteY30" fmla="*/ 78657 h 78656"/>
                  <a:gd name="connsiteX31" fmla="*/ 34162 w 78658"/>
                  <a:gd name="connsiteY31" fmla="*/ 73748 h 78656"/>
                  <a:gd name="connsiteX32" fmla="*/ 34162 w 78658"/>
                  <a:gd name="connsiteY32" fmla="*/ 58961 h 78656"/>
                  <a:gd name="connsiteX33" fmla="*/ 39070 w 78658"/>
                  <a:gd name="connsiteY33" fmla="*/ 54053 h 78656"/>
                  <a:gd name="connsiteX34" fmla="*/ 43978 w 78658"/>
                  <a:gd name="connsiteY34" fmla="*/ 58961 h 78656"/>
                  <a:gd name="connsiteX35" fmla="*/ 43978 w 78658"/>
                  <a:gd name="connsiteY35" fmla="*/ 73748 h 78656"/>
                  <a:gd name="connsiteX36" fmla="*/ 39070 w 78658"/>
                  <a:gd name="connsiteY36" fmla="*/ 78657 h 78656"/>
                  <a:gd name="connsiteX37" fmla="*/ 63485 w 78658"/>
                  <a:gd name="connsiteY37" fmla="*/ 68758 h 78656"/>
                  <a:gd name="connsiteX38" fmla="*/ 60014 w 78658"/>
                  <a:gd name="connsiteY38" fmla="*/ 67321 h 78656"/>
                  <a:gd name="connsiteX39" fmla="*/ 49558 w 78658"/>
                  <a:gd name="connsiteY39" fmla="*/ 56865 h 78656"/>
                  <a:gd name="connsiteX40" fmla="*/ 49558 w 78658"/>
                  <a:gd name="connsiteY40" fmla="*/ 49923 h 78656"/>
                  <a:gd name="connsiteX41" fmla="*/ 56500 w 78658"/>
                  <a:gd name="connsiteY41" fmla="*/ 49923 h 78656"/>
                  <a:gd name="connsiteX42" fmla="*/ 66956 w 78658"/>
                  <a:gd name="connsiteY42" fmla="*/ 60379 h 78656"/>
                  <a:gd name="connsiteX43" fmla="*/ 66956 w 78658"/>
                  <a:gd name="connsiteY43" fmla="*/ 67321 h 78656"/>
                  <a:gd name="connsiteX44" fmla="*/ 63485 w 78658"/>
                  <a:gd name="connsiteY44" fmla="*/ 68758 h 78656"/>
                  <a:gd name="connsiteX45" fmla="*/ 73750 w 78658"/>
                  <a:gd name="connsiteY45" fmla="*/ 44494 h 78656"/>
                  <a:gd name="connsiteX46" fmla="*/ 58963 w 78658"/>
                  <a:gd name="connsiteY46" fmla="*/ 44494 h 78656"/>
                  <a:gd name="connsiteX47" fmla="*/ 54055 w 78658"/>
                  <a:gd name="connsiteY47" fmla="*/ 39586 h 78656"/>
                  <a:gd name="connsiteX48" fmla="*/ 58963 w 78658"/>
                  <a:gd name="connsiteY48" fmla="*/ 34678 h 78656"/>
                  <a:gd name="connsiteX49" fmla="*/ 73750 w 78658"/>
                  <a:gd name="connsiteY49" fmla="*/ 34678 h 78656"/>
                  <a:gd name="connsiteX50" fmla="*/ 78658 w 78658"/>
                  <a:gd name="connsiteY50" fmla="*/ 39586 h 78656"/>
                  <a:gd name="connsiteX51" fmla="*/ 73750 w 78658"/>
                  <a:gd name="connsiteY51" fmla="*/ 44494 h 78656"/>
                  <a:gd name="connsiteX52" fmla="*/ 53396 w 78658"/>
                  <a:gd name="connsiteY52" fmla="*/ 30536 h 78656"/>
                  <a:gd name="connsiteX53" fmla="*/ 49925 w 78658"/>
                  <a:gd name="connsiteY53" fmla="*/ 29099 h 78656"/>
                  <a:gd name="connsiteX54" fmla="*/ 49925 w 78658"/>
                  <a:gd name="connsiteY54" fmla="*/ 22157 h 78656"/>
                  <a:gd name="connsiteX55" fmla="*/ 60381 w 78658"/>
                  <a:gd name="connsiteY55" fmla="*/ 11701 h 78656"/>
                  <a:gd name="connsiteX56" fmla="*/ 67323 w 78658"/>
                  <a:gd name="connsiteY56" fmla="*/ 11701 h 78656"/>
                  <a:gd name="connsiteX57" fmla="*/ 67323 w 78658"/>
                  <a:gd name="connsiteY57" fmla="*/ 18643 h 78656"/>
                  <a:gd name="connsiteX58" fmla="*/ 56867 w 78658"/>
                  <a:gd name="connsiteY58" fmla="*/ 29099 h 78656"/>
                  <a:gd name="connsiteX59" fmla="*/ 53396 w 78658"/>
                  <a:gd name="connsiteY59" fmla="*/ 30536 h 78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78658" h="78656">
                    <a:moveTo>
                      <a:pt x="39588" y="24603"/>
                    </a:moveTo>
                    <a:cubicBezTo>
                      <a:pt x="36877" y="24603"/>
                      <a:pt x="34680" y="22406"/>
                      <a:pt x="34680" y="19695"/>
                    </a:cubicBezTo>
                    <a:lnTo>
                      <a:pt x="34680" y="4908"/>
                    </a:lnTo>
                    <a:cubicBezTo>
                      <a:pt x="34680" y="2197"/>
                      <a:pt x="36877" y="0"/>
                      <a:pt x="39588" y="0"/>
                    </a:cubicBezTo>
                    <a:cubicBezTo>
                      <a:pt x="42300" y="0"/>
                      <a:pt x="44496" y="2197"/>
                      <a:pt x="44496" y="4908"/>
                    </a:cubicBezTo>
                    <a:lnTo>
                      <a:pt x="44496" y="19695"/>
                    </a:lnTo>
                    <a:cubicBezTo>
                      <a:pt x="44496" y="22404"/>
                      <a:pt x="42300" y="24603"/>
                      <a:pt x="39588" y="24603"/>
                    </a:cubicBezTo>
                    <a:close/>
                    <a:moveTo>
                      <a:pt x="25630" y="30169"/>
                    </a:moveTo>
                    <a:cubicBezTo>
                      <a:pt x="24373" y="30169"/>
                      <a:pt x="23117" y="29690"/>
                      <a:pt x="22159" y="28732"/>
                    </a:cubicBezTo>
                    <a:lnTo>
                      <a:pt x="11703" y="18276"/>
                    </a:lnTo>
                    <a:cubicBezTo>
                      <a:pt x="9787" y="16360"/>
                      <a:pt x="9787" y="13252"/>
                      <a:pt x="11703" y="11334"/>
                    </a:cubicBezTo>
                    <a:cubicBezTo>
                      <a:pt x="13619" y="9418"/>
                      <a:pt x="16727" y="9418"/>
                      <a:pt x="18645" y="11334"/>
                    </a:cubicBezTo>
                    <a:lnTo>
                      <a:pt x="29101" y="21790"/>
                    </a:lnTo>
                    <a:cubicBezTo>
                      <a:pt x="31017" y="23706"/>
                      <a:pt x="31017" y="26814"/>
                      <a:pt x="29101" y="28732"/>
                    </a:cubicBezTo>
                    <a:cubicBezTo>
                      <a:pt x="28181" y="29653"/>
                      <a:pt x="26932" y="30170"/>
                      <a:pt x="25630" y="30169"/>
                    </a:cubicBezTo>
                    <a:close/>
                    <a:moveTo>
                      <a:pt x="19695" y="43976"/>
                    </a:moveTo>
                    <a:lnTo>
                      <a:pt x="4908" y="43976"/>
                    </a:lnTo>
                    <a:cubicBezTo>
                      <a:pt x="2197" y="43976"/>
                      <a:pt x="0" y="41779"/>
                      <a:pt x="0" y="39068"/>
                    </a:cubicBezTo>
                    <a:cubicBezTo>
                      <a:pt x="0" y="36357"/>
                      <a:pt x="2197" y="34160"/>
                      <a:pt x="4908" y="34160"/>
                    </a:cubicBezTo>
                    <a:lnTo>
                      <a:pt x="19695" y="34160"/>
                    </a:lnTo>
                    <a:cubicBezTo>
                      <a:pt x="22406" y="34160"/>
                      <a:pt x="24603" y="36357"/>
                      <a:pt x="24603" y="39068"/>
                    </a:cubicBezTo>
                    <a:cubicBezTo>
                      <a:pt x="24603" y="41779"/>
                      <a:pt x="22406" y="43976"/>
                      <a:pt x="19695" y="43976"/>
                    </a:cubicBezTo>
                    <a:close/>
                    <a:moveTo>
                      <a:pt x="14807" y="68391"/>
                    </a:moveTo>
                    <a:cubicBezTo>
                      <a:pt x="13550" y="68391"/>
                      <a:pt x="12294" y="67912"/>
                      <a:pt x="11336" y="66954"/>
                    </a:cubicBezTo>
                    <a:cubicBezTo>
                      <a:pt x="9420" y="65038"/>
                      <a:pt x="9420" y="61930"/>
                      <a:pt x="11336" y="60012"/>
                    </a:cubicBezTo>
                    <a:lnTo>
                      <a:pt x="21792" y="49556"/>
                    </a:lnTo>
                    <a:cubicBezTo>
                      <a:pt x="23708" y="47640"/>
                      <a:pt x="26816" y="47640"/>
                      <a:pt x="28734" y="49556"/>
                    </a:cubicBezTo>
                    <a:cubicBezTo>
                      <a:pt x="30650" y="51472"/>
                      <a:pt x="30650" y="54580"/>
                      <a:pt x="28734" y="56498"/>
                    </a:cubicBezTo>
                    <a:lnTo>
                      <a:pt x="18278" y="66954"/>
                    </a:lnTo>
                    <a:cubicBezTo>
                      <a:pt x="17320" y="67912"/>
                      <a:pt x="16063" y="68391"/>
                      <a:pt x="14807" y="68391"/>
                    </a:cubicBezTo>
                    <a:close/>
                    <a:moveTo>
                      <a:pt x="39070" y="78657"/>
                    </a:moveTo>
                    <a:cubicBezTo>
                      <a:pt x="36359" y="78657"/>
                      <a:pt x="34162" y="76460"/>
                      <a:pt x="34162" y="73748"/>
                    </a:cubicBezTo>
                    <a:lnTo>
                      <a:pt x="34162" y="58961"/>
                    </a:lnTo>
                    <a:cubicBezTo>
                      <a:pt x="34162" y="56250"/>
                      <a:pt x="36359" y="54053"/>
                      <a:pt x="39070" y="54053"/>
                    </a:cubicBezTo>
                    <a:cubicBezTo>
                      <a:pt x="41781" y="54053"/>
                      <a:pt x="43978" y="56250"/>
                      <a:pt x="43978" y="58961"/>
                    </a:cubicBezTo>
                    <a:lnTo>
                      <a:pt x="43978" y="73748"/>
                    </a:lnTo>
                    <a:cubicBezTo>
                      <a:pt x="43978" y="76460"/>
                      <a:pt x="41781" y="78657"/>
                      <a:pt x="39070" y="78657"/>
                    </a:cubicBezTo>
                    <a:close/>
                    <a:moveTo>
                      <a:pt x="63485" y="68758"/>
                    </a:moveTo>
                    <a:cubicBezTo>
                      <a:pt x="62228" y="68758"/>
                      <a:pt x="60972" y="68279"/>
                      <a:pt x="60014" y="67321"/>
                    </a:cubicBezTo>
                    <a:lnTo>
                      <a:pt x="49558" y="56865"/>
                    </a:lnTo>
                    <a:cubicBezTo>
                      <a:pt x="47642" y="54949"/>
                      <a:pt x="47642" y="51841"/>
                      <a:pt x="49558" y="49923"/>
                    </a:cubicBezTo>
                    <a:cubicBezTo>
                      <a:pt x="51474" y="48007"/>
                      <a:pt x="54582" y="48007"/>
                      <a:pt x="56500" y="49923"/>
                    </a:cubicBezTo>
                    <a:lnTo>
                      <a:pt x="66956" y="60379"/>
                    </a:lnTo>
                    <a:cubicBezTo>
                      <a:pt x="68872" y="62295"/>
                      <a:pt x="68872" y="65403"/>
                      <a:pt x="66956" y="67321"/>
                    </a:cubicBezTo>
                    <a:cubicBezTo>
                      <a:pt x="65998" y="68279"/>
                      <a:pt x="64741" y="68758"/>
                      <a:pt x="63485" y="68758"/>
                    </a:cubicBezTo>
                    <a:close/>
                    <a:moveTo>
                      <a:pt x="73750" y="44494"/>
                    </a:moveTo>
                    <a:lnTo>
                      <a:pt x="58963" y="44494"/>
                    </a:lnTo>
                    <a:cubicBezTo>
                      <a:pt x="56252" y="44494"/>
                      <a:pt x="54055" y="42298"/>
                      <a:pt x="54055" y="39586"/>
                    </a:cubicBezTo>
                    <a:cubicBezTo>
                      <a:pt x="54055" y="36875"/>
                      <a:pt x="56252" y="34678"/>
                      <a:pt x="58963" y="34678"/>
                    </a:cubicBezTo>
                    <a:lnTo>
                      <a:pt x="73750" y="34678"/>
                    </a:lnTo>
                    <a:cubicBezTo>
                      <a:pt x="76462" y="34678"/>
                      <a:pt x="78658" y="36875"/>
                      <a:pt x="78658" y="39586"/>
                    </a:cubicBezTo>
                    <a:cubicBezTo>
                      <a:pt x="78658" y="42298"/>
                      <a:pt x="76460" y="44494"/>
                      <a:pt x="73750" y="44494"/>
                    </a:cubicBezTo>
                    <a:close/>
                    <a:moveTo>
                      <a:pt x="53396" y="30536"/>
                    </a:moveTo>
                    <a:cubicBezTo>
                      <a:pt x="52139" y="30536"/>
                      <a:pt x="50883" y="30057"/>
                      <a:pt x="49925" y="29099"/>
                    </a:cubicBezTo>
                    <a:cubicBezTo>
                      <a:pt x="48009" y="27183"/>
                      <a:pt x="48009" y="24075"/>
                      <a:pt x="49925" y="22157"/>
                    </a:cubicBezTo>
                    <a:lnTo>
                      <a:pt x="60381" y="11701"/>
                    </a:lnTo>
                    <a:cubicBezTo>
                      <a:pt x="62297" y="9785"/>
                      <a:pt x="65405" y="9785"/>
                      <a:pt x="67323" y="11701"/>
                    </a:cubicBezTo>
                    <a:cubicBezTo>
                      <a:pt x="69239" y="13617"/>
                      <a:pt x="69239" y="16725"/>
                      <a:pt x="67323" y="18643"/>
                    </a:cubicBezTo>
                    <a:lnTo>
                      <a:pt x="56867" y="29099"/>
                    </a:lnTo>
                    <a:cubicBezTo>
                      <a:pt x="55947" y="30020"/>
                      <a:pt x="54698" y="30537"/>
                      <a:pt x="53396" y="30536"/>
                    </a:cubicBezTo>
                    <a:close/>
                  </a:path>
                </a:pathLst>
              </a:custGeom>
              <a:grpFill/>
              <a:ln w="195" cap="flat">
                <a:solidFill>
                  <a:schemeClr val="accent1"/>
                </a:solidFill>
                <a:prstDash val="solid"/>
                <a:miter/>
              </a:ln>
            </p:spPr>
            <p:txBody>
              <a:bodyPr rtlCol="0" anchor="ctr"/>
              <a:lstStyle/>
              <a:p>
                <a:endParaRPr lang="zh-CN" altLang="en-US"/>
              </a:p>
            </p:txBody>
          </p:sp>
        </p:grpSp>
        <p:sp>
          <p:nvSpPr>
            <p:cNvPr id="64" name="任意多边形: 形状 63">
              <a:extLst>
                <a:ext uri="{FF2B5EF4-FFF2-40B4-BE49-F238E27FC236}">
                  <a16:creationId xmlns:a16="http://schemas.microsoft.com/office/drawing/2014/main" id="{94D378DC-1B35-65BB-EB66-B7C71E43C01A}"/>
                </a:ext>
              </a:extLst>
            </p:cNvPr>
            <p:cNvSpPr/>
            <p:nvPr/>
          </p:nvSpPr>
          <p:spPr>
            <a:xfrm flipV="1">
              <a:off x="7094306" y="4776610"/>
              <a:ext cx="571716" cy="673212"/>
            </a:xfrm>
            <a:custGeom>
              <a:avLst/>
              <a:gdLst>
                <a:gd name="connsiteX0" fmla="*/ 0 w 571716"/>
                <a:gd name="connsiteY0" fmla="*/ 673212 h 673212"/>
                <a:gd name="connsiteX1" fmla="*/ 571716 w 571716"/>
                <a:gd name="connsiteY1" fmla="*/ 673212 h 673212"/>
                <a:gd name="connsiteX2" fmla="*/ 571716 w 571716"/>
                <a:gd name="connsiteY2" fmla="*/ 169200 h 673212"/>
                <a:gd name="connsiteX3" fmla="*/ 571716 w 571716"/>
                <a:gd name="connsiteY3" fmla="*/ 168520 h 673212"/>
                <a:gd name="connsiteX4" fmla="*/ 570567 w 571716"/>
                <a:gd name="connsiteY4" fmla="*/ 168520 h 673212"/>
                <a:gd name="connsiteX5" fmla="*/ 285858 w 571716"/>
                <a:gd name="connsiteY5" fmla="*/ 0 h 673212"/>
                <a:gd name="connsiteX6" fmla="*/ 1149 w 571716"/>
                <a:gd name="connsiteY6" fmla="*/ 168520 h 673212"/>
                <a:gd name="connsiteX7" fmla="*/ 0 w 571716"/>
                <a:gd name="connsiteY7" fmla="*/ 168520 h 673212"/>
                <a:gd name="connsiteX8" fmla="*/ 0 w 571716"/>
                <a:gd name="connsiteY8" fmla="*/ 169200 h 673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716" h="673212">
                  <a:moveTo>
                    <a:pt x="0" y="673212"/>
                  </a:moveTo>
                  <a:lnTo>
                    <a:pt x="571716" y="673212"/>
                  </a:lnTo>
                  <a:lnTo>
                    <a:pt x="571716" y="169200"/>
                  </a:lnTo>
                  <a:lnTo>
                    <a:pt x="571716" y="168520"/>
                  </a:lnTo>
                  <a:lnTo>
                    <a:pt x="570567" y="168520"/>
                  </a:lnTo>
                  <a:lnTo>
                    <a:pt x="285858" y="0"/>
                  </a:lnTo>
                  <a:lnTo>
                    <a:pt x="1149" y="168520"/>
                  </a:lnTo>
                  <a:lnTo>
                    <a:pt x="0" y="168520"/>
                  </a:lnTo>
                  <a:lnTo>
                    <a:pt x="0" y="169200"/>
                  </a:lnTo>
                  <a:close/>
                </a:path>
              </a:pathLst>
            </a:custGeom>
            <a:gradFill>
              <a:gsLst>
                <a:gs pos="99000">
                  <a:schemeClr val="accent1">
                    <a:alpha val="10000"/>
                  </a:schemeClr>
                </a:gs>
                <a:gs pos="0">
                  <a:schemeClr val="accent1">
                    <a:alpha val="0"/>
                  </a:schemeClr>
                </a:gs>
                <a:gs pos="50000">
                  <a:schemeClr val="accent1">
                    <a:alpha val="28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5" name="任意多边形: 形状 64">
              <a:extLst>
                <a:ext uri="{FF2B5EF4-FFF2-40B4-BE49-F238E27FC236}">
                  <a16:creationId xmlns:a16="http://schemas.microsoft.com/office/drawing/2014/main" id="{74F367DD-0454-ECBE-D9C5-2787B98A1461}"/>
                </a:ext>
              </a:extLst>
            </p:cNvPr>
            <p:cNvSpPr/>
            <p:nvPr/>
          </p:nvSpPr>
          <p:spPr>
            <a:xfrm flipV="1">
              <a:off x="5798120" y="4776610"/>
              <a:ext cx="571716" cy="673212"/>
            </a:xfrm>
            <a:custGeom>
              <a:avLst/>
              <a:gdLst>
                <a:gd name="connsiteX0" fmla="*/ 0 w 571716"/>
                <a:gd name="connsiteY0" fmla="*/ 673212 h 673212"/>
                <a:gd name="connsiteX1" fmla="*/ 571716 w 571716"/>
                <a:gd name="connsiteY1" fmla="*/ 673212 h 673212"/>
                <a:gd name="connsiteX2" fmla="*/ 571716 w 571716"/>
                <a:gd name="connsiteY2" fmla="*/ 169200 h 673212"/>
                <a:gd name="connsiteX3" fmla="*/ 571716 w 571716"/>
                <a:gd name="connsiteY3" fmla="*/ 168520 h 673212"/>
                <a:gd name="connsiteX4" fmla="*/ 570567 w 571716"/>
                <a:gd name="connsiteY4" fmla="*/ 168520 h 673212"/>
                <a:gd name="connsiteX5" fmla="*/ 285858 w 571716"/>
                <a:gd name="connsiteY5" fmla="*/ 0 h 673212"/>
                <a:gd name="connsiteX6" fmla="*/ 1149 w 571716"/>
                <a:gd name="connsiteY6" fmla="*/ 168520 h 673212"/>
                <a:gd name="connsiteX7" fmla="*/ 0 w 571716"/>
                <a:gd name="connsiteY7" fmla="*/ 168520 h 673212"/>
                <a:gd name="connsiteX8" fmla="*/ 0 w 571716"/>
                <a:gd name="connsiteY8" fmla="*/ 169200 h 673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716" h="673212">
                  <a:moveTo>
                    <a:pt x="0" y="673212"/>
                  </a:moveTo>
                  <a:lnTo>
                    <a:pt x="571716" y="673212"/>
                  </a:lnTo>
                  <a:lnTo>
                    <a:pt x="571716" y="169200"/>
                  </a:lnTo>
                  <a:lnTo>
                    <a:pt x="571716" y="168520"/>
                  </a:lnTo>
                  <a:lnTo>
                    <a:pt x="570567" y="168520"/>
                  </a:lnTo>
                  <a:lnTo>
                    <a:pt x="285858" y="0"/>
                  </a:lnTo>
                  <a:lnTo>
                    <a:pt x="1149" y="168520"/>
                  </a:lnTo>
                  <a:lnTo>
                    <a:pt x="0" y="168520"/>
                  </a:lnTo>
                  <a:lnTo>
                    <a:pt x="0" y="169200"/>
                  </a:lnTo>
                  <a:close/>
                </a:path>
              </a:pathLst>
            </a:custGeom>
            <a:gradFill>
              <a:gsLst>
                <a:gs pos="99000">
                  <a:schemeClr val="accent1">
                    <a:alpha val="10000"/>
                  </a:schemeClr>
                </a:gs>
                <a:gs pos="0">
                  <a:schemeClr val="accent1">
                    <a:alpha val="0"/>
                  </a:schemeClr>
                </a:gs>
                <a:gs pos="50000">
                  <a:schemeClr val="accent1">
                    <a:alpha val="28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6" name="任意多边形: 形状 65">
              <a:extLst>
                <a:ext uri="{FF2B5EF4-FFF2-40B4-BE49-F238E27FC236}">
                  <a16:creationId xmlns:a16="http://schemas.microsoft.com/office/drawing/2014/main" id="{806D20D3-955F-D10B-E4E4-56C026184DAA}"/>
                </a:ext>
              </a:extLst>
            </p:cNvPr>
            <p:cNvSpPr/>
            <p:nvPr/>
          </p:nvSpPr>
          <p:spPr>
            <a:xfrm flipV="1">
              <a:off x="4501934" y="4776610"/>
              <a:ext cx="571716" cy="673212"/>
            </a:xfrm>
            <a:custGeom>
              <a:avLst/>
              <a:gdLst>
                <a:gd name="connsiteX0" fmla="*/ 0 w 571716"/>
                <a:gd name="connsiteY0" fmla="*/ 673212 h 673212"/>
                <a:gd name="connsiteX1" fmla="*/ 571716 w 571716"/>
                <a:gd name="connsiteY1" fmla="*/ 673212 h 673212"/>
                <a:gd name="connsiteX2" fmla="*/ 571716 w 571716"/>
                <a:gd name="connsiteY2" fmla="*/ 169200 h 673212"/>
                <a:gd name="connsiteX3" fmla="*/ 571716 w 571716"/>
                <a:gd name="connsiteY3" fmla="*/ 168520 h 673212"/>
                <a:gd name="connsiteX4" fmla="*/ 570567 w 571716"/>
                <a:gd name="connsiteY4" fmla="*/ 168520 h 673212"/>
                <a:gd name="connsiteX5" fmla="*/ 285858 w 571716"/>
                <a:gd name="connsiteY5" fmla="*/ 0 h 673212"/>
                <a:gd name="connsiteX6" fmla="*/ 1149 w 571716"/>
                <a:gd name="connsiteY6" fmla="*/ 168520 h 673212"/>
                <a:gd name="connsiteX7" fmla="*/ 0 w 571716"/>
                <a:gd name="connsiteY7" fmla="*/ 168520 h 673212"/>
                <a:gd name="connsiteX8" fmla="*/ 0 w 571716"/>
                <a:gd name="connsiteY8" fmla="*/ 169200 h 673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716" h="673212">
                  <a:moveTo>
                    <a:pt x="0" y="673212"/>
                  </a:moveTo>
                  <a:lnTo>
                    <a:pt x="571716" y="673212"/>
                  </a:lnTo>
                  <a:lnTo>
                    <a:pt x="571716" y="169200"/>
                  </a:lnTo>
                  <a:lnTo>
                    <a:pt x="571716" y="168520"/>
                  </a:lnTo>
                  <a:lnTo>
                    <a:pt x="570567" y="168520"/>
                  </a:lnTo>
                  <a:lnTo>
                    <a:pt x="285858" y="0"/>
                  </a:lnTo>
                  <a:lnTo>
                    <a:pt x="1149" y="168520"/>
                  </a:lnTo>
                  <a:lnTo>
                    <a:pt x="0" y="168520"/>
                  </a:lnTo>
                  <a:lnTo>
                    <a:pt x="0" y="169200"/>
                  </a:lnTo>
                  <a:close/>
                </a:path>
              </a:pathLst>
            </a:custGeom>
            <a:gradFill>
              <a:gsLst>
                <a:gs pos="99000">
                  <a:schemeClr val="accent1">
                    <a:alpha val="10000"/>
                  </a:schemeClr>
                </a:gs>
                <a:gs pos="0">
                  <a:schemeClr val="accent1">
                    <a:alpha val="0"/>
                  </a:schemeClr>
                </a:gs>
                <a:gs pos="50000">
                  <a:schemeClr val="accent1">
                    <a:alpha val="28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7" name="文本框 66">
              <a:extLst>
                <a:ext uri="{FF2B5EF4-FFF2-40B4-BE49-F238E27FC236}">
                  <a16:creationId xmlns:a16="http://schemas.microsoft.com/office/drawing/2014/main" id="{6B4CBE55-48CD-882B-9072-FDCA4A65426A}"/>
                </a:ext>
              </a:extLst>
            </p:cNvPr>
            <p:cNvSpPr txBox="1">
              <a:spLocks/>
            </p:cNvSpPr>
            <p:nvPr/>
          </p:nvSpPr>
          <p:spPr>
            <a:xfrm>
              <a:off x="5435601" y="4318445"/>
              <a:ext cx="1320800" cy="317818"/>
            </a:xfrm>
            <a:prstGeom prst="roundRect">
              <a:avLst>
                <a:gd name="adj" fmla="val 50000"/>
              </a:avLst>
            </a:prstGeom>
            <a:solidFill>
              <a:schemeClr val="tx2"/>
            </a:solidFill>
            <a:ln w="12700" cap="flat" cmpd="sng" algn="ctr">
              <a:solidFill>
                <a:schemeClr val="accent1"/>
              </a:solid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400" dirty="0">
                  <a:sym typeface="Helvetica Neue" panose="02000503000000020004"/>
                </a:rPr>
                <a:t>服务层</a:t>
              </a:r>
            </a:p>
          </p:txBody>
        </p:sp>
        <p:sp>
          <p:nvSpPr>
            <p:cNvPr id="68" name="文本框 67">
              <a:extLst>
                <a:ext uri="{FF2B5EF4-FFF2-40B4-BE49-F238E27FC236}">
                  <a16:creationId xmlns:a16="http://schemas.microsoft.com/office/drawing/2014/main" id="{92781A92-44B6-32C7-2242-E68F58F7F33A}"/>
                </a:ext>
              </a:extLst>
            </p:cNvPr>
            <p:cNvSpPr txBox="1"/>
            <p:nvPr/>
          </p:nvSpPr>
          <p:spPr>
            <a:xfrm rot="186537">
              <a:off x="4637353" y="3969994"/>
              <a:ext cx="1107996" cy="276999"/>
            </a:xfrm>
            <a:prstGeom prst="rect">
              <a:avLst/>
            </a:prstGeom>
            <a:noFill/>
          </p:spPr>
          <p:txBody>
            <a:bodyPr wrap="none" rtlCol="0">
              <a:spAutoFit/>
            </a:bodyPr>
            <a:lstStyle/>
            <a:p>
              <a:pPr algn="ctr"/>
              <a:r>
                <a:rPr lang="zh-CN" altLang="en-US" sz="1200" b="1" i="0" dirty="0">
                  <a:effectLst/>
                  <a:latin typeface="+mn-ea"/>
                </a:rPr>
                <a:t>业务应用服务</a:t>
              </a:r>
            </a:p>
          </p:txBody>
        </p:sp>
        <p:sp>
          <p:nvSpPr>
            <p:cNvPr id="69" name="文本框 68">
              <a:extLst>
                <a:ext uri="{FF2B5EF4-FFF2-40B4-BE49-F238E27FC236}">
                  <a16:creationId xmlns:a16="http://schemas.microsoft.com/office/drawing/2014/main" id="{538BCB7D-33BE-0461-3A38-DA857F4A78C2}"/>
                </a:ext>
              </a:extLst>
            </p:cNvPr>
            <p:cNvSpPr txBox="1"/>
            <p:nvPr/>
          </p:nvSpPr>
          <p:spPr>
            <a:xfrm rot="21430111">
              <a:off x="6328732" y="3979441"/>
              <a:ext cx="1261885" cy="276999"/>
            </a:xfrm>
            <a:prstGeom prst="rect">
              <a:avLst/>
            </a:prstGeom>
            <a:noFill/>
          </p:spPr>
          <p:txBody>
            <a:bodyPr wrap="none" rtlCol="0">
              <a:spAutoFit/>
            </a:bodyPr>
            <a:lstStyle/>
            <a:p>
              <a:pPr algn="ctr"/>
              <a:r>
                <a:rPr lang="zh-CN" altLang="en-US" sz="1200" b="1" i="0" dirty="0">
                  <a:effectLst/>
                  <a:latin typeface="+mn-ea"/>
                </a:rPr>
                <a:t>数据接口与共享</a:t>
              </a:r>
            </a:p>
          </p:txBody>
        </p:sp>
        <p:sp>
          <p:nvSpPr>
            <p:cNvPr id="72" name="文本框 71">
              <a:extLst>
                <a:ext uri="{FF2B5EF4-FFF2-40B4-BE49-F238E27FC236}">
                  <a16:creationId xmlns:a16="http://schemas.microsoft.com/office/drawing/2014/main" id="{FE130347-7E34-AED8-66A7-56A55655393F}"/>
                </a:ext>
              </a:extLst>
            </p:cNvPr>
            <p:cNvSpPr txBox="1"/>
            <p:nvPr/>
          </p:nvSpPr>
          <p:spPr>
            <a:xfrm>
              <a:off x="3247573" y="2550034"/>
              <a:ext cx="954108" cy="276999"/>
            </a:xfrm>
            <a:prstGeom prst="rect">
              <a:avLst/>
            </a:prstGeom>
            <a:noFill/>
          </p:spPr>
          <p:txBody>
            <a:bodyPr wrap="none" rtlCol="0">
              <a:spAutoFit/>
            </a:bodyPr>
            <a:lstStyle/>
            <a:p>
              <a:pPr algn="ctr"/>
              <a:r>
                <a:rPr lang="zh-CN" altLang="en-US" sz="1200" b="0" i="0" dirty="0">
                  <a:solidFill>
                    <a:srgbClr val="05073B"/>
                  </a:solidFill>
                  <a:effectLst/>
                  <a:latin typeface="+mn-ea"/>
                </a:rPr>
                <a:t>数据可视化</a:t>
              </a:r>
            </a:p>
          </p:txBody>
        </p:sp>
        <p:sp>
          <p:nvSpPr>
            <p:cNvPr id="73" name="文本框 72">
              <a:extLst>
                <a:ext uri="{FF2B5EF4-FFF2-40B4-BE49-F238E27FC236}">
                  <a16:creationId xmlns:a16="http://schemas.microsoft.com/office/drawing/2014/main" id="{599C7A47-7427-969A-DFDC-4D0C50ECF728}"/>
                </a:ext>
              </a:extLst>
            </p:cNvPr>
            <p:cNvSpPr txBox="1"/>
            <p:nvPr/>
          </p:nvSpPr>
          <p:spPr>
            <a:xfrm>
              <a:off x="4891741" y="2550034"/>
              <a:ext cx="800219" cy="276999"/>
            </a:xfrm>
            <a:prstGeom prst="rect">
              <a:avLst/>
            </a:prstGeom>
            <a:noFill/>
          </p:spPr>
          <p:txBody>
            <a:bodyPr wrap="none" rtlCol="0">
              <a:spAutoFit/>
            </a:bodyPr>
            <a:lstStyle/>
            <a:p>
              <a:pPr algn="ctr"/>
              <a:r>
                <a:rPr lang="zh-CN" altLang="en-US" sz="1200" b="0" i="0" dirty="0">
                  <a:solidFill>
                    <a:srgbClr val="05073B"/>
                  </a:solidFill>
                  <a:effectLst/>
                  <a:latin typeface="+mn-ea"/>
                </a:rPr>
                <a:t>报告生成</a:t>
              </a:r>
            </a:p>
          </p:txBody>
        </p:sp>
        <p:sp>
          <p:nvSpPr>
            <p:cNvPr id="74" name="文本框 73">
              <a:extLst>
                <a:ext uri="{FF2B5EF4-FFF2-40B4-BE49-F238E27FC236}">
                  <a16:creationId xmlns:a16="http://schemas.microsoft.com/office/drawing/2014/main" id="{CAE5E2CB-8678-3F0A-C1AC-DB650DC40A29}"/>
                </a:ext>
              </a:extLst>
            </p:cNvPr>
            <p:cNvSpPr txBox="1"/>
            <p:nvPr/>
          </p:nvSpPr>
          <p:spPr>
            <a:xfrm>
              <a:off x="6309956" y="2550034"/>
              <a:ext cx="1107997" cy="276999"/>
            </a:xfrm>
            <a:prstGeom prst="rect">
              <a:avLst/>
            </a:prstGeom>
            <a:noFill/>
          </p:spPr>
          <p:txBody>
            <a:bodyPr wrap="none" rtlCol="0">
              <a:spAutoFit/>
            </a:bodyPr>
            <a:lstStyle/>
            <a:p>
              <a:pPr algn="ctr"/>
              <a:r>
                <a:rPr lang="zh-CN" altLang="en-US" sz="1200" b="0" i="0" dirty="0">
                  <a:solidFill>
                    <a:srgbClr val="05073B"/>
                  </a:solidFill>
                  <a:effectLst/>
                  <a:latin typeface="+mn-ea"/>
                </a:rPr>
                <a:t>用户交互界面</a:t>
              </a:r>
            </a:p>
          </p:txBody>
        </p:sp>
        <p:sp>
          <p:nvSpPr>
            <p:cNvPr id="75" name="文本框 74">
              <a:extLst>
                <a:ext uri="{FF2B5EF4-FFF2-40B4-BE49-F238E27FC236}">
                  <a16:creationId xmlns:a16="http://schemas.microsoft.com/office/drawing/2014/main" id="{05EBFE8C-1358-DD86-7363-2010C908DFA5}"/>
                </a:ext>
              </a:extLst>
            </p:cNvPr>
            <p:cNvSpPr txBox="1"/>
            <p:nvPr/>
          </p:nvSpPr>
          <p:spPr>
            <a:xfrm>
              <a:off x="7942312" y="2550034"/>
              <a:ext cx="954108" cy="276999"/>
            </a:xfrm>
            <a:prstGeom prst="rect">
              <a:avLst/>
            </a:prstGeom>
            <a:noFill/>
          </p:spPr>
          <p:txBody>
            <a:bodyPr wrap="none" rtlCol="0">
              <a:spAutoFit/>
            </a:bodyPr>
            <a:lstStyle/>
            <a:p>
              <a:pPr algn="ctr"/>
              <a:r>
                <a:rPr lang="zh-CN" altLang="en-US" sz="1200" b="0" i="0" dirty="0">
                  <a:solidFill>
                    <a:srgbClr val="05073B"/>
                  </a:solidFill>
                  <a:effectLst/>
                  <a:latin typeface="+mn-ea"/>
                </a:rPr>
                <a:t>反馈与互动</a:t>
              </a:r>
            </a:p>
          </p:txBody>
        </p:sp>
        <p:sp>
          <p:nvSpPr>
            <p:cNvPr id="76" name="椭圆 75">
              <a:extLst>
                <a:ext uri="{FF2B5EF4-FFF2-40B4-BE49-F238E27FC236}">
                  <a16:creationId xmlns:a16="http://schemas.microsoft.com/office/drawing/2014/main" id="{E8490E15-688D-3399-0716-021AC7CBE4F0}"/>
                </a:ext>
              </a:extLst>
            </p:cNvPr>
            <p:cNvSpPr/>
            <p:nvPr/>
          </p:nvSpPr>
          <p:spPr>
            <a:xfrm>
              <a:off x="2255520" y="2072639"/>
              <a:ext cx="7680960" cy="1247153"/>
            </a:xfrm>
            <a:prstGeom prst="ellipse">
              <a:avLst/>
            </a:prstGeom>
            <a:gradFill>
              <a:gsLst>
                <a:gs pos="0">
                  <a:schemeClr val="accent2">
                    <a:alpha val="0"/>
                  </a:schemeClr>
                </a:gs>
                <a:gs pos="100000">
                  <a:schemeClr val="accent2">
                    <a:alpha val="40000"/>
                  </a:schemeClr>
                </a:gs>
              </a:gsLst>
              <a:lin ang="5400000" scaled="1"/>
            </a:gra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文本框 70">
              <a:extLst>
                <a:ext uri="{FF2B5EF4-FFF2-40B4-BE49-F238E27FC236}">
                  <a16:creationId xmlns:a16="http://schemas.microsoft.com/office/drawing/2014/main" id="{3356882F-5ACF-473D-16EA-243BC502B676}"/>
                </a:ext>
              </a:extLst>
            </p:cNvPr>
            <p:cNvSpPr txBox="1">
              <a:spLocks/>
            </p:cNvSpPr>
            <p:nvPr/>
          </p:nvSpPr>
          <p:spPr>
            <a:xfrm>
              <a:off x="5435601" y="3042073"/>
              <a:ext cx="1320800" cy="317818"/>
            </a:xfrm>
            <a:prstGeom prst="roundRect">
              <a:avLst>
                <a:gd name="adj" fmla="val 50000"/>
              </a:avLst>
            </a:prstGeom>
            <a:solidFill>
              <a:schemeClr val="tx2"/>
            </a:solidFill>
            <a:ln w="12700" cap="flat" cmpd="sng" algn="ctr">
              <a:solidFill>
                <a:schemeClr val="accent2"/>
              </a:solid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400" dirty="0">
                  <a:solidFill>
                    <a:schemeClr val="accent2"/>
                  </a:solidFill>
                  <a:sym typeface="Helvetica Neue" panose="02000503000000020004"/>
                </a:rPr>
                <a:t>展现层</a:t>
              </a:r>
            </a:p>
          </p:txBody>
        </p:sp>
        <p:sp>
          <p:nvSpPr>
            <p:cNvPr id="77" name="椭圆 76">
              <a:extLst>
                <a:ext uri="{FF2B5EF4-FFF2-40B4-BE49-F238E27FC236}">
                  <a16:creationId xmlns:a16="http://schemas.microsoft.com/office/drawing/2014/main" id="{1AAFB5EB-F1C6-2D02-F6A8-7195D724C59D}"/>
                </a:ext>
              </a:extLst>
            </p:cNvPr>
            <p:cNvSpPr/>
            <p:nvPr/>
          </p:nvSpPr>
          <p:spPr>
            <a:xfrm>
              <a:off x="3748617" y="5098753"/>
              <a:ext cx="4694766" cy="862869"/>
            </a:xfrm>
            <a:prstGeom prst="ellipse">
              <a:avLst/>
            </a:prstGeom>
            <a:gradFill>
              <a:gsLst>
                <a:gs pos="0">
                  <a:schemeClr val="accent1">
                    <a:alpha val="0"/>
                  </a:schemeClr>
                </a:gs>
                <a:gs pos="100000">
                  <a:schemeClr val="accent1">
                    <a:alpha val="18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B8FA818D-F310-951F-3C9E-0C84F72158FA}"/>
                </a:ext>
              </a:extLst>
            </p:cNvPr>
            <p:cNvSpPr txBox="1">
              <a:spLocks/>
            </p:cNvSpPr>
            <p:nvPr/>
          </p:nvSpPr>
          <p:spPr>
            <a:xfrm>
              <a:off x="3361300" y="1761863"/>
              <a:ext cx="737603" cy="73759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 </a:t>
              </a:r>
            </a:p>
          </p:txBody>
        </p:sp>
        <p:sp>
          <p:nvSpPr>
            <p:cNvPr id="4" name="文本框 3">
              <a:extLst>
                <a:ext uri="{FF2B5EF4-FFF2-40B4-BE49-F238E27FC236}">
                  <a16:creationId xmlns:a16="http://schemas.microsoft.com/office/drawing/2014/main" id="{DFC11002-841F-8524-A502-C9268941CE2E}"/>
                </a:ext>
              </a:extLst>
            </p:cNvPr>
            <p:cNvSpPr txBox="1">
              <a:spLocks/>
            </p:cNvSpPr>
            <p:nvPr/>
          </p:nvSpPr>
          <p:spPr>
            <a:xfrm>
              <a:off x="4924388" y="1761863"/>
              <a:ext cx="737603" cy="73759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 </a:t>
              </a:r>
            </a:p>
          </p:txBody>
        </p:sp>
        <p:sp>
          <p:nvSpPr>
            <p:cNvPr id="10" name="文本框 9">
              <a:extLst>
                <a:ext uri="{FF2B5EF4-FFF2-40B4-BE49-F238E27FC236}">
                  <a16:creationId xmlns:a16="http://schemas.microsoft.com/office/drawing/2014/main" id="{85FEA2CF-86AC-BAD6-A031-6EC1AE51DC58}"/>
                </a:ext>
              </a:extLst>
            </p:cNvPr>
            <p:cNvSpPr txBox="1">
              <a:spLocks/>
            </p:cNvSpPr>
            <p:nvPr/>
          </p:nvSpPr>
          <p:spPr>
            <a:xfrm>
              <a:off x="6487476" y="1761863"/>
              <a:ext cx="737603" cy="73759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 </a:t>
              </a:r>
            </a:p>
          </p:txBody>
        </p:sp>
        <p:sp>
          <p:nvSpPr>
            <p:cNvPr id="11" name="文本框 10">
              <a:extLst>
                <a:ext uri="{FF2B5EF4-FFF2-40B4-BE49-F238E27FC236}">
                  <a16:creationId xmlns:a16="http://schemas.microsoft.com/office/drawing/2014/main" id="{6B170EB3-2F7A-4942-EF33-E9B531A8C215}"/>
                </a:ext>
              </a:extLst>
            </p:cNvPr>
            <p:cNvSpPr txBox="1">
              <a:spLocks/>
            </p:cNvSpPr>
            <p:nvPr/>
          </p:nvSpPr>
          <p:spPr>
            <a:xfrm>
              <a:off x="8050565" y="1761863"/>
              <a:ext cx="737603" cy="73759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 </a:t>
              </a:r>
            </a:p>
          </p:txBody>
        </p:sp>
        <p:grpSp>
          <p:nvGrpSpPr>
            <p:cNvPr id="103" name="组合 102">
              <a:extLst>
                <a:ext uri="{FF2B5EF4-FFF2-40B4-BE49-F238E27FC236}">
                  <a16:creationId xmlns:a16="http://schemas.microsoft.com/office/drawing/2014/main" id="{B6C4E0ED-14A4-C6DA-6092-F384ED1B6971}"/>
                </a:ext>
              </a:extLst>
            </p:cNvPr>
            <p:cNvGrpSpPr/>
            <p:nvPr/>
          </p:nvGrpSpPr>
          <p:grpSpPr>
            <a:xfrm>
              <a:off x="3571345" y="2003635"/>
              <a:ext cx="317512" cy="254054"/>
              <a:chOff x="230089" y="1199205"/>
              <a:chExt cx="1587498" cy="1270236"/>
            </a:xfrm>
            <a:solidFill>
              <a:schemeClr val="tx1"/>
            </a:solidFill>
          </p:grpSpPr>
          <p:sp>
            <p:nvSpPr>
              <p:cNvPr id="99" name="任意多边形: 形状 98">
                <a:extLst>
                  <a:ext uri="{FF2B5EF4-FFF2-40B4-BE49-F238E27FC236}">
                    <a16:creationId xmlns:a16="http://schemas.microsoft.com/office/drawing/2014/main" id="{0A185E92-F8FC-DB6B-36BA-1C02E7480AF1}"/>
                  </a:ext>
                </a:extLst>
              </p:cNvPr>
              <p:cNvSpPr/>
              <p:nvPr/>
            </p:nvSpPr>
            <p:spPr>
              <a:xfrm>
                <a:off x="1023838" y="1992954"/>
                <a:ext cx="793749" cy="476487"/>
              </a:xfrm>
              <a:custGeom>
                <a:avLst/>
                <a:gdLst>
                  <a:gd name="connsiteX0" fmla="*/ 396875 w 793749"/>
                  <a:gd name="connsiteY0" fmla="*/ 79375 h 476487"/>
                  <a:gd name="connsiteX1" fmla="*/ 700881 w 793749"/>
                  <a:gd name="connsiteY1" fmla="*/ 238125 h 476487"/>
                  <a:gd name="connsiteX2" fmla="*/ 185473 w 793749"/>
                  <a:gd name="connsiteY2" fmla="*/ 330730 h 476487"/>
                  <a:gd name="connsiteX3" fmla="*/ 92869 w 793749"/>
                  <a:gd name="connsiteY3" fmla="*/ 238125 h 476487"/>
                  <a:gd name="connsiteX4" fmla="*/ 396875 w 793749"/>
                  <a:gd name="connsiteY4" fmla="*/ 79375 h 476487"/>
                  <a:gd name="connsiteX5" fmla="*/ 396875 w 793749"/>
                  <a:gd name="connsiteY5" fmla="*/ 0 h 476487"/>
                  <a:gd name="connsiteX6" fmla="*/ 0 w 793749"/>
                  <a:gd name="connsiteY6" fmla="*/ 238125 h 476487"/>
                  <a:gd name="connsiteX7" fmla="*/ 608260 w 793749"/>
                  <a:gd name="connsiteY7" fmla="*/ 423615 h 476487"/>
                  <a:gd name="connsiteX8" fmla="*/ 793750 w 793749"/>
                  <a:gd name="connsiteY8" fmla="*/ 238125 h 476487"/>
                  <a:gd name="connsiteX9" fmla="*/ 396875 w 793749"/>
                  <a:gd name="connsiteY9" fmla="*/ 0 h 47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3749" h="476487">
                    <a:moveTo>
                      <a:pt x="396875" y="79375"/>
                    </a:moveTo>
                    <a:cubicBezTo>
                      <a:pt x="518102" y="79277"/>
                      <a:pt x="631683" y="138588"/>
                      <a:pt x="700881" y="238125"/>
                    </a:cubicBezTo>
                    <a:cubicBezTo>
                      <a:pt x="584127" y="406023"/>
                      <a:pt x="353371" y="447483"/>
                      <a:pt x="185473" y="330730"/>
                    </a:cubicBezTo>
                    <a:cubicBezTo>
                      <a:pt x="149348" y="305609"/>
                      <a:pt x="117990" y="274250"/>
                      <a:pt x="92869" y="238125"/>
                    </a:cubicBezTo>
                    <a:cubicBezTo>
                      <a:pt x="162067" y="138588"/>
                      <a:pt x="275648" y="79277"/>
                      <a:pt x="396875" y="79375"/>
                    </a:cubicBezTo>
                    <a:moveTo>
                      <a:pt x="396875" y="0"/>
                    </a:moveTo>
                    <a:cubicBezTo>
                      <a:pt x="230802" y="146"/>
                      <a:pt x="78281" y="91659"/>
                      <a:pt x="0" y="238125"/>
                    </a:cubicBezTo>
                    <a:cubicBezTo>
                      <a:pt x="116745" y="457313"/>
                      <a:pt x="389072" y="540360"/>
                      <a:pt x="608260" y="423615"/>
                    </a:cubicBezTo>
                    <a:cubicBezTo>
                      <a:pt x="687152" y="381595"/>
                      <a:pt x="751730" y="317017"/>
                      <a:pt x="793750" y="238125"/>
                    </a:cubicBezTo>
                    <a:cubicBezTo>
                      <a:pt x="715469" y="91659"/>
                      <a:pt x="562948" y="146"/>
                      <a:pt x="396875" y="0"/>
                    </a:cubicBezTo>
                    <a:close/>
                  </a:path>
                </a:pathLst>
              </a:custGeom>
              <a:grpFill/>
              <a:ln w="6350" cap="flat">
                <a:solidFill>
                  <a:schemeClr val="tx1"/>
                </a:solidFill>
                <a:prstDash val="solid"/>
                <a:miter/>
              </a:ln>
            </p:spPr>
            <p:txBody>
              <a:bodyPr rtlCol="0" anchor="ctr"/>
              <a:lstStyle/>
              <a:p>
                <a:endParaRPr lang="zh-CN" altLang="en-US"/>
              </a:p>
            </p:txBody>
          </p:sp>
          <p:sp>
            <p:nvSpPr>
              <p:cNvPr id="100" name="任意多边形: 形状 99">
                <a:extLst>
                  <a:ext uri="{FF2B5EF4-FFF2-40B4-BE49-F238E27FC236}">
                    <a16:creationId xmlns:a16="http://schemas.microsoft.com/office/drawing/2014/main" id="{1E5B1529-52E1-2D35-27E2-0CDC391A29DD}"/>
                  </a:ext>
                </a:extLst>
              </p:cNvPr>
              <p:cNvSpPr/>
              <p:nvPr/>
            </p:nvSpPr>
            <p:spPr>
              <a:xfrm>
                <a:off x="230089" y="1199205"/>
                <a:ext cx="1508124" cy="1190625"/>
              </a:xfrm>
              <a:custGeom>
                <a:avLst/>
                <a:gdLst>
                  <a:gd name="connsiteX0" fmla="*/ 714375 w 1508124"/>
                  <a:gd name="connsiteY0" fmla="*/ 1111250 h 1190625"/>
                  <a:gd name="connsiteX1" fmla="*/ 79375 w 1508124"/>
                  <a:gd name="connsiteY1" fmla="*/ 1111250 h 1190625"/>
                  <a:gd name="connsiteX2" fmla="*/ 79375 w 1508124"/>
                  <a:gd name="connsiteY2" fmla="*/ 79375 h 1190625"/>
                  <a:gd name="connsiteX3" fmla="*/ 1428750 w 1508124"/>
                  <a:gd name="connsiteY3" fmla="*/ 79375 h 1190625"/>
                  <a:gd name="connsiteX4" fmla="*/ 1428750 w 1508124"/>
                  <a:gd name="connsiteY4" fmla="*/ 754063 h 1190625"/>
                  <a:gd name="connsiteX5" fmla="*/ 1508125 w 1508124"/>
                  <a:gd name="connsiteY5" fmla="*/ 754063 h 1190625"/>
                  <a:gd name="connsiteX6" fmla="*/ 1508125 w 1508124"/>
                  <a:gd name="connsiteY6" fmla="*/ 0 h 1190625"/>
                  <a:gd name="connsiteX7" fmla="*/ 0 w 1508124"/>
                  <a:gd name="connsiteY7" fmla="*/ 0 h 1190625"/>
                  <a:gd name="connsiteX8" fmla="*/ 0 w 1508124"/>
                  <a:gd name="connsiteY8" fmla="*/ 1190625 h 1190625"/>
                  <a:gd name="connsiteX9" fmla="*/ 714375 w 1508124"/>
                  <a:gd name="connsiteY9" fmla="*/ 1190625 h 1190625"/>
                  <a:gd name="connsiteX10" fmla="*/ 714375 w 1508124"/>
                  <a:gd name="connsiteY10" fmla="*/ 1111250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08124" h="1190625">
                    <a:moveTo>
                      <a:pt x="714375" y="1111250"/>
                    </a:moveTo>
                    <a:lnTo>
                      <a:pt x="79375" y="1111250"/>
                    </a:lnTo>
                    <a:lnTo>
                      <a:pt x="79375" y="79375"/>
                    </a:lnTo>
                    <a:lnTo>
                      <a:pt x="1428750" y="79375"/>
                    </a:lnTo>
                    <a:lnTo>
                      <a:pt x="1428750" y="754063"/>
                    </a:lnTo>
                    <a:lnTo>
                      <a:pt x="1508125" y="754063"/>
                    </a:lnTo>
                    <a:lnTo>
                      <a:pt x="1508125" y="0"/>
                    </a:lnTo>
                    <a:lnTo>
                      <a:pt x="0" y="0"/>
                    </a:lnTo>
                    <a:lnTo>
                      <a:pt x="0" y="1190625"/>
                    </a:lnTo>
                    <a:lnTo>
                      <a:pt x="714375" y="1190625"/>
                    </a:lnTo>
                    <a:lnTo>
                      <a:pt x="714375" y="1111250"/>
                    </a:lnTo>
                    <a:close/>
                  </a:path>
                </a:pathLst>
              </a:custGeom>
              <a:grpFill/>
              <a:ln w="6350" cap="flat">
                <a:solidFill>
                  <a:schemeClr val="tx1"/>
                </a:solidFill>
                <a:prstDash val="solid"/>
                <a:miter/>
              </a:ln>
            </p:spPr>
            <p:txBody>
              <a:bodyPr rtlCol="0" anchor="ctr"/>
              <a:lstStyle/>
              <a:p>
                <a:endParaRPr lang="zh-CN" altLang="en-US"/>
              </a:p>
            </p:txBody>
          </p:sp>
          <p:sp>
            <p:nvSpPr>
              <p:cNvPr id="101" name="任意多边形: 形状 100">
                <a:extLst>
                  <a:ext uri="{FF2B5EF4-FFF2-40B4-BE49-F238E27FC236}">
                    <a16:creationId xmlns:a16="http://schemas.microsoft.com/office/drawing/2014/main" id="{3E122394-D280-51CA-E6BD-5AAB0D317B2E}"/>
                  </a:ext>
                </a:extLst>
              </p:cNvPr>
              <p:cNvSpPr/>
              <p:nvPr/>
            </p:nvSpPr>
            <p:spPr>
              <a:xfrm>
                <a:off x="1341339" y="2151692"/>
                <a:ext cx="158750" cy="158774"/>
              </a:xfrm>
              <a:custGeom>
                <a:avLst/>
                <a:gdLst>
                  <a:gd name="connsiteX0" fmla="*/ 0 w 158750"/>
                  <a:gd name="connsiteY0" fmla="*/ 79387 h 158774"/>
                  <a:gd name="connsiteX1" fmla="*/ 79363 w 158750"/>
                  <a:gd name="connsiteY1" fmla="*/ 158774 h 158774"/>
                  <a:gd name="connsiteX2" fmla="*/ 158750 w 158750"/>
                  <a:gd name="connsiteY2" fmla="*/ 79411 h 158774"/>
                  <a:gd name="connsiteX3" fmla="*/ 158750 w 158750"/>
                  <a:gd name="connsiteY3" fmla="*/ 79387 h 158774"/>
                  <a:gd name="connsiteX4" fmla="*/ 79387 w 158750"/>
                  <a:gd name="connsiteY4" fmla="*/ 0 h 158774"/>
                  <a:gd name="connsiteX5" fmla="*/ 0 w 158750"/>
                  <a:gd name="connsiteY5" fmla="*/ 79363 h 158774"/>
                  <a:gd name="connsiteX6" fmla="*/ 0 w 158750"/>
                  <a:gd name="connsiteY6" fmla="*/ 79387 h 158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750" h="158774">
                    <a:moveTo>
                      <a:pt x="0" y="79387"/>
                    </a:moveTo>
                    <a:cubicBezTo>
                      <a:pt x="-7" y="123225"/>
                      <a:pt x="35525" y="158768"/>
                      <a:pt x="79363" y="158774"/>
                    </a:cubicBezTo>
                    <a:cubicBezTo>
                      <a:pt x="123200" y="158781"/>
                      <a:pt x="158743" y="123249"/>
                      <a:pt x="158750" y="79411"/>
                    </a:cubicBezTo>
                    <a:cubicBezTo>
                      <a:pt x="158750" y="79403"/>
                      <a:pt x="158750" y="79395"/>
                      <a:pt x="158750" y="79387"/>
                    </a:cubicBezTo>
                    <a:cubicBezTo>
                      <a:pt x="158757" y="35550"/>
                      <a:pt x="123225" y="7"/>
                      <a:pt x="79387" y="0"/>
                    </a:cubicBezTo>
                    <a:cubicBezTo>
                      <a:pt x="35550" y="-7"/>
                      <a:pt x="7" y="35525"/>
                      <a:pt x="0" y="79363"/>
                    </a:cubicBezTo>
                    <a:cubicBezTo>
                      <a:pt x="0" y="79371"/>
                      <a:pt x="0" y="79379"/>
                      <a:pt x="0" y="79387"/>
                    </a:cubicBezTo>
                    <a:close/>
                  </a:path>
                </a:pathLst>
              </a:custGeom>
              <a:grpFill/>
              <a:ln w="6350" cap="flat">
                <a:solidFill>
                  <a:schemeClr val="tx1"/>
                </a:solidFill>
                <a:prstDash val="solid"/>
                <a:miter/>
              </a:ln>
            </p:spPr>
            <p:txBody>
              <a:bodyPr rtlCol="0" anchor="ctr"/>
              <a:lstStyle/>
              <a:p>
                <a:endParaRPr lang="zh-CN" altLang="en-US"/>
              </a:p>
            </p:txBody>
          </p:sp>
          <p:sp>
            <p:nvSpPr>
              <p:cNvPr id="102" name="任意多边形: 形状 101">
                <a:extLst>
                  <a:ext uri="{FF2B5EF4-FFF2-40B4-BE49-F238E27FC236}">
                    <a16:creationId xmlns:a16="http://schemas.microsoft.com/office/drawing/2014/main" id="{262C02BD-2B21-A3D6-A45C-6F0B7197A039}"/>
                  </a:ext>
                </a:extLst>
              </p:cNvPr>
              <p:cNvSpPr/>
              <p:nvPr/>
            </p:nvSpPr>
            <p:spPr>
              <a:xfrm>
                <a:off x="626963" y="1477017"/>
                <a:ext cx="714375" cy="634999"/>
              </a:xfrm>
              <a:custGeom>
                <a:avLst/>
                <a:gdLst>
                  <a:gd name="connsiteX0" fmla="*/ 0 w 714375"/>
                  <a:gd name="connsiteY0" fmla="*/ 238125 h 634999"/>
                  <a:gd name="connsiteX1" fmla="*/ 79375 w 714375"/>
                  <a:gd name="connsiteY1" fmla="*/ 238125 h 634999"/>
                  <a:gd name="connsiteX2" fmla="*/ 79375 w 714375"/>
                  <a:gd name="connsiteY2" fmla="*/ 635000 h 634999"/>
                  <a:gd name="connsiteX3" fmla="*/ 0 w 714375"/>
                  <a:gd name="connsiteY3" fmla="*/ 635000 h 634999"/>
                  <a:gd name="connsiteX4" fmla="*/ 317500 w 714375"/>
                  <a:gd name="connsiteY4" fmla="*/ 0 h 634999"/>
                  <a:gd name="connsiteX5" fmla="*/ 396875 w 714375"/>
                  <a:gd name="connsiteY5" fmla="*/ 0 h 634999"/>
                  <a:gd name="connsiteX6" fmla="*/ 396875 w 714375"/>
                  <a:gd name="connsiteY6" fmla="*/ 476250 h 634999"/>
                  <a:gd name="connsiteX7" fmla="*/ 317500 w 714375"/>
                  <a:gd name="connsiteY7" fmla="*/ 476250 h 634999"/>
                  <a:gd name="connsiteX8" fmla="*/ 635000 w 714375"/>
                  <a:gd name="connsiteY8" fmla="*/ 158750 h 634999"/>
                  <a:gd name="connsiteX9" fmla="*/ 714375 w 714375"/>
                  <a:gd name="connsiteY9" fmla="*/ 158750 h 634999"/>
                  <a:gd name="connsiteX10" fmla="*/ 714375 w 714375"/>
                  <a:gd name="connsiteY10" fmla="*/ 436563 h 634999"/>
                  <a:gd name="connsiteX11" fmla="*/ 635000 w 714375"/>
                  <a:gd name="connsiteY11" fmla="*/ 436563 h 634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4375" h="634999">
                    <a:moveTo>
                      <a:pt x="0" y="238125"/>
                    </a:moveTo>
                    <a:lnTo>
                      <a:pt x="79375" y="238125"/>
                    </a:lnTo>
                    <a:lnTo>
                      <a:pt x="79375" y="635000"/>
                    </a:lnTo>
                    <a:lnTo>
                      <a:pt x="0" y="635000"/>
                    </a:lnTo>
                    <a:close/>
                    <a:moveTo>
                      <a:pt x="317500" y="0"/>
                    </a:moveTo>
                    <a:lnTo>
                      <a:pt x="396875" y="0"/>
                    </a:lnTo>
                    <a:lnTo>
                      <a:pt x="396875" y="476250"/>
                    </a:lnTo>
                    <a:lnTo>
                      <a:pt x="317500" y="476250"/>
                    </a:lnTo>
                    <a:close/>
                    <a:moveTo>
                      <a:pt x="635000" y="158750"/>
                    </a:moveTo>
                    <a:lnTo>
                      <a:pt x="714375" y="158750"/>
                    </a:lnTo>
                    <a:lnTo>
                      <a:pt x="714375" y="436563"/>
                    </a:lnTo>
                    <a:lnTo>
                      <a:pt x="635000" y="436563"/>
                    </a:lnTo>
                    <a:close/>
                  </a:path>
                </a:pathLst>
              </a:custGeom>
              <a:grpFill/>
              <a:ln w="6350" cap="flat">
                <a:solidFill>
                  <a:schemeClr val="tx1"/>
                </a:solidFill>
                <a:prstDash val="solid"/>
                <a:miter/>
              </a:ln>
            </p:spPr>
            <p:txBody>
              <a:bodyPr rtlCol="0" anchor="ctr"/>
              <a:lstStyle/>
              <a:p>
                <a:endParaRPr lang="zh-CN" altLang="en-US"/>
              </a:p>
            </p:txBody>
          </p:sp>
        </p:grpSp>
        <p:grpSp>
          <p:nvGrpSpPr>
            <p:cNvPr id="22" name="组合 21">
              <a:extLst>
                <a:ext uri="{FF2B5EF4-FFF2-40B4-BE49-F238E27FC236}">
                  <a16:creationId xmlns:a16="http://schemas.microsoft.com/office/drawing/2014/main" id="{78CBCD33-5185-2949-7616-1589EA77A684}"/>
                </a:ext>
              </a:extLst>
            </p:cNvPr>
            <p:cNvGrpSpPr/>
            <p:nvPr/>
          </p:nvGrpSpPr>
          <p:grpSpPr>
            <a:xfrm>
              <a:off x="5164510" y="1971906"/>
              <a:ext cx="257358" cy="317512"/>
              <a:chOff x="5188101" y="1598291"/>
              <a:chExt cx="257358" cy="317512"/>
            </a:xfrm>
            <a:solidFill>
              <a:schemeClr val="tx1"/>
            </a:solidFill>
          </p:grpSpPr>
          <p:sp>
            <p:nvSpPr>
              <p:cNvPr id="12" name="任意多边形: 形状 11">
                <a:extLst>
                  <a:ext uri="{FF2B5EF4-FFF2-40B4-BE49-F238E27FC236}">
                    <a16:creationId xmlns:a16="http://schemas.microsoft.com/office/drawing/2014/main" id="{F23BACA9-4259-BECD-1C9D-EC9167C5705E}"/>
                  </a:ext>
                </a:extLst>
              </p:cNvPr>
              <p:cNvSpPr/>
              <p:nvPr/>
            </p:nvSpPr>
            <p:spPr>
              <a:xfrm>
                <a:off x="5188101" y="1598291"/>
                <a:ext cx="257358" cy="317512"/>
              </a:xfrm>
              <a:custGeom>
                <a:avLst/>
                <a:gdLst>
                  <a:gd name="connsiteX0" fmla="*/ 200305 w 257358"/>
                  <a:gd name="connsiteY0" fmla="*/ 317512 h 317512"/>
                  <a:gd name="connsiteX1" fmla="*/ 0 w 257358"/>
                  <a:gd name="connsiteY1" fmla="*/ 317512 h 317512"/>
                  <a:gd name="connsiteX2" fmla="*/ 0 w 257358"/>
                  <a:gd name="connsiteY2" fmla="*/ 0 h 317512"/>
                  <a:gd name="connsiteX3" fmla="*/ 217328 w 257358"/>
                  <a:gd name="connsiteY3" fmla="*/ 0 h 317512"/>
                  <a:gd name="connsiteX4" fmla="*/ 257358 w 257358"/>
                  <a:gd name="connsiteY4" fmla="*/ 38821 h 317512"/>
                  <a:gd name="connsiteX5" fmla="*/ 257358 w 257358"/>
                  <a:gd name="connsiteY5" fmla="*/ 241607 h 317512"/>
                  <a:gd name="connsiteX6" fmla="*/ 247126 w 257358"/>
                  <a:gd name="connsiteY6" fmla="*/ 241607 h 317512"/>
                  <a:gd name="connsiteX7" fmla="*/ 247126 w 257358"/>
                  <a:gd name="connsiteY7" fmla="*/ 38821 h 317512"/>
                  <a:gd name="connsiteX8" fmla="*/ 217328 w 257358"/>
                  <a:gd name="connsiteY8" fmla="*/ 10325 h 317512"/>
                  <a:gd name="connsiteX9" fmla="*/ 10232 w 257358"/>
                  <a:gd name="connsiteY9" fmla="*/ 10325 h 317512"/>
                  <a:gd name="connsiteX10" fmla="*/ 10232 w 257358"/>
                  <a:gd name="connsiteY10" fmla="*/ 307218 h 317512"/>
                  <a:gd name="connsiteX11" fmla="*/ 200305 w 257358"/>
                  <a:gd name="connsiteY11" fmla="*/ 307218 h 317512"/>
                  <a:gd name="connsiteX12" fmla="*/ 200305 w 257358"/>
                  <a:gd name="connsiteY12" fmla="*/ 317512 h 317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7358" h="317512">
                    <a:moveTo>
                      <a:pt x="200305" y="317512"/>
                    </a:moveTo>
                    <a:lnTo>
                      <a:pt x="0" y="317512"/>
                    </a:lnTo>
                    <a:lnTo>
                      <a:pt x="0" y="0"/>
                    </a:lnTo>
                    <a:lnTo>
                      <a:pt x="217328" y="0"/>
                    </a:lnTo>
                    <a:cubicBezTo>
                      <a:pt x="239405" y="0"/>
                      <a:pt x="257358" y="17395"/>
                      <a:pt x="257358" y="38821"/>
                    </a:cubicBezTo>
                    <a:lnTo>
                      <a:pt x="257358" y="241607"/>
                    </a:lnTo>
                    <a:lnTo>
                      <a:pt x="247126" y="241607"/>
                    </a:lnTo>
                    <a:lnTo>
                      <a:pt x="247126" y="38821"/>
                    </a:lnTo>
                    <a:cubicBezTo>
                      <a:pt x="247126" y="23100"/>
                      <a:pt x="233762" y="10325"/>
                      <a:pt x="217328" y="10325"/>
                    </a:cubicBezTo>
                    <a:lnTo>
                      <a:pt x="10232" y="10325"/>
                    </a:lnTo>
                    <a:lnTo>
                      <a:pt x="10232" y="307218"/>
                    </a:lnTo>
                    <a:lnTo>
                      <a:pt x="200305" y="307218"/>
                    </a:lnTo>
                    <a:lnTo>
                      <a:pt x="200305" y="317512"/>
                    </a:lnTo>
                    <a:close/>
                  </a:path>
                </a:pathLst>
              </a:custGeom>
              <a:grpFill/>
              <a:ln w="6350" cap="flat">
                <a:solidFill>
                  <a:schemeClr val="tx1"/>
                </a:solidFill>
                <a:prstDash val="solid"/>
                <a:miter/>
              </a:ln>
            </p:spPr>
            <p:txBody>
              <a:bodyPr rtlCol="0" anchor="ctr"/>
              <a:lstStyle/>
              <a:p>
                <a:endParaRPr lang="zh-CN" altLang="en-US"/>
              </a:p>
            </p:txBody>
          </p:sp>
          <p:sp>
            <p:nvSpPr>
              <p:cNvPr id="13" name="任意多边形: 形状 12">
                <a:extLst>
                  <a:ext uri="{FF2B5EF4-FFF2-40B4-BE49-F238E27FC236}">
                    <a16:creationId xmlns:a16="http://schemas.microsoft.com/office/drawing/2014/main" id="{98C978B9-9A9B-9C02-27C8-EDEDA4A57F1A}"/>
                  </a:ext>
                </a:extLst>
              </p:cNvPr>
              <p:cNvSpPr/>
              <p:nvPr/>
            </p:nvSpPr>
            <p:spPr>
              <a:xfrm>
                <a:off x="5232751" y="1671777"/>
                <a:ext cx="82075" cy="109702"/>
              </a:xfrm>
              <a:custGeom>
                <a:avLst/>
                <a:gdLst>
                  <a:gd name="connsiteX0" fmla="*/ 82076 w 82075"/>
                  <a:gd name="connsiteY0" fmla="*/ 109703 h 109702"/>
                  <a:gd name="connsiteX1" fmla="*/ 0 w 82075"/>
                  <a:gd name="connsiteY1" fmla="*/ 109703 h 109702"/>
                  <a:gd name="connsiteX2" fmla="*/ 0 w 82075"/>
                  <a:gd name="connsiteY2" fmla="*/ 0 h 109702"/>
                  <a:gd name="connsiteX3" fmla="*/ 82076 w 82075"/>
                  <a:gd name="connsiteY3" fmla="*/ 0 h 109702"/>
                  <a:gd name="connsiteX4" fmla="*/ 82076 w 82075"/>
                  <a:gd name="connsiteY4" fmla="*/ 109703 h 109702"/>
                  <a:gd name="connsiteX5" fmla="*/ 10232 w 82075"/>
                  <a:gd name="connsiteY5" fmla="*/ 99409 h 109702"/>
                  <a:gd name="connsiteX6" fmla="*/ 71843 w 82075"/>
                  <a:gd name="connsiteY6" fmla="*/ 99409 h 109702"/>
                  <a:gd name="connsiteX7" fmla="*/ 71843 w 82075"/>
                  <a:gd name="connsiteY7" fmla="*/ 10294 h 109702"/>
                  <a:gd name="connsiteX8" fmla="*/ 10232 w 82075"/>
                  <a:gd name="connsiteY8" fmla="*/ 10294 h 109702"/>
                  <a:gd name="connsiteX9" fmla="*/ 10232 w 82075"/>
                  <a:gd name="connsiteY9" fmla="*/ 99409 h 109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075" h="109702">
                    <a:moveTo>
                      <a:pt x="82076" y="109703"/>
                    </a:moveTo>
                    <a:lnTo>
                      <a:pt x="0" y="109703"/>
                    </a:lnTo>
                    <a:lnTo>
                      <a:pt x="0" y="0"/>
                    </a:lnTo>
                    <a:lnTo>
                      <a:pt x="82076" y="0"/>
                    </a:lnTo>
                    <a:lnTo>
                      <a:pt x="82076" y="109703"/>
                    </a:lnTo>
                    <a:close/>
                    <a:moveTo>
                      <a:pt x="10232" y="99409"/>
                    </a:moveTo>
                    <a:lnTo>
                      <a:pt x="71843" y="99409"/>
                    </a:lnTo>
                    <a:lnTo>
                      <a:pt x="71843" y="10294"/>
                    </a:lnTo>
                    <a:lnTo>
                      <a:pt x="10232" y="10294"/>
                    </a:lnTo>
                    <a:lnTo>
                      <a:pt x="10232" y="99409"/>
                    </a:lnTo>
                    <a:close/>
                  </a:path>
                </a:pathLst>
              </a:custGeom>
              <a:grpFill/>
              <a:ln w="6350" cap="flat">
                <a:solidFill>
                  <a:schemeClr val="tx1"/>
                </a:solidFill>
                <a:prstDash val="solid"/>
                <a:miter/>
              </a:ln>
            </p:spPr>
            <p:txBody>
              <a:bodyPr rtlCol="0" anchor="ctr"/>
              <a:lstStyle/>
              <a:p>
                <a:endParaRPr lang="zh-CN" altLang="en-US"/>
              </a:p>
            </p:txBody>
          </p:sp>
          <p:sp>
            <p:nvSpPr>
              <p:cNvPr id="14" name="任意多边形: 形状 13">
                <a:extLst>
                  <a:ext uri="{FF2B5EF4-FFF2-40B4-BE49-F238E27FC236}">
                    <a16:creationId xmlns:a16="http://schemas.microsoft.com/office/drawing/2014/main" id="{3FE4523E-FEE6-D8D6-2611-737EEBDF568B}"/>
                  </a:ext>
                </a:extLst>
              </p:cNvPr>
              <p:cNvSpPr/>
              <p:nvPr/>
            </p:nvSpPr>
            <p:spPr>
              <a:xfrm>
                <a:off x="5262301" y="1650227"/>
                <a:ext cx="82075" cy="109702"/>
              </a:xfrm>
              <a:custGeom>
                <a:avLst/>
                <a:gdLst>
                  <a:gd name="connsiteX0" fmla="*/ 82076 w 82075"/>
                  <a:gd name="connsiteY0" fmla="*/ 109703 h 109702"/>
                  <a:gd name="connsiteX1" fmla="*/ 50852 w 82075"/>
                  <a:gd name="connsiteY1" fmla="*/ 109703 h 109702"/>
                  <a:gd name="connsiteX2" fmla="*/ 50852 w 82075"/>
                  <a:gd name="connsiteY2" fmla="*/ 99409 h 109702"/>
                  <a:gd name="connsiteX3" fmla="*/ 71843 w 82075"/>
                  <a:gd name="connsiteY3" fmla="*/ 99409 h 109702"/>
                  <a:gd name="connsiteX4" fmla="*/ 71843 w 82075"/>
                  <a:gd name="connsiteY4" fmla="*/ 10325 h 109702"/>
                  <a:gd name="connsiteX5" fmla="*/ 10232 w 82075"/>
                  <a:gd name="connsiteY5" fmla="*/ 10325 h 109702"/>
                  <a:gd name="connsiteX6" fmla="*/ 10232 w 82075"/>
                  <a:gd name="connsiteY6" fmla="*/ 26697 h 109702"/>
                  <a:gd name="connsiteX7" fmla="*/ 0 w 82075"/>
                  <a:gd name="connsiteY7" fmla="*/ 26697 h 109702"/>
                  <a:gd name="connsiteX8" fmla="*/ 0 w 82075"/>
                  <a:gd name="connsiteY8" fmla="*/ 0 h 109702"/>
                  <a:gd name="connsiteX9" fmla="*/ 82076 w 82075"/>
                  <a:gd name="connsiteY9" fmla="*/ 0 h 109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075" h="109702">
                    <a:moveTo>
                      <a:pt x="82076" y="109703"/>
                    </a:moveTo>
                    <a:lnTo>
                      <a:pt x="50852" y="109703"/>
                    </a:lnTo>
                    <a:lnTo>
                      <a:pt x="50852" y="99409"/>
                    </a:lnTo>
                    <a:lnTo>
                      <a:pt x="71843" y="99409"/>
                    </a:lnTo>
                    <a:lnTo>
                      <a:pt x="71843" y="10325"/>
                    </a:lnTo>
                    <a:lnTo>
                      <a:pt x="10232" y="10325"/>
                    </a:lnTo>
                    <a:lnTo>
                      <a:pt x="10232" y="26697"/>
                    </a:lnTo>
                    <a:lnTo>
                      <a:pt x="0" y="26697"/>
                    </a:lnTo>
                    <a:lnTo>
                      <a:pt x="0" y="0"/>
                    </a:lnTo>
                    <a:lnTo>
                      <a:pt x="82076" y="0"/>
                    </a:lnTo>
                    <a:close/>
                  </a:path>
                </a:pathLst>
              </a:custGeom>
              <a:grpFill/>
              <a:ln w="6350" cap="flat">
                <a:solidFill>
                  <a:schemeClr val="tx1"/>
                </a:solid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CC17A49C-D1E3-4A39-82FE-AE53594E6228}"/>
                  </a:ext>
                </a:extLst>
              </p:cNvPr>
              <p:cNvSpPr/>
              <p:nvPr/>
            </p:nvSpPr>
            <p:spPr>
              <a:xfrm>
                <a:off x="5291851" y="1628708"/>
                <a:ext cx="82075" cy="109702"/>
              </a:xfrm>
              <a:custGeom>
                <a:avLst/>
                <a:gdLst>
                  <a:gd name="connsiteX0" fmla="*/ 82076 w 82075"/>
                  <a:gd name="connsiteY0" fmla="*/ 109703 h 109702"/>
                  <a:gd name="connsiteX1" fmla="*/ 50852 w 82075"/>
                  <a:gd name="connsiteY1" fmla="*/ 109703 h 109702"/>
                  <a:gd name="connsiteX2" fmla="*/ 50852 w 82075"/>
                  <a:gd name="connsiteY2" fmla="*/ 99378 h 109702"/>
                  <a:gd name="connsiteX3" fmla="*/ 71843 w 82075"/>
                  <a:gd name="connsiteY3" fmla="*/ 99378 h 109702"/>
                  <a:gd name="connsiteX4" fmla="*/ 71843 w 82075"/>
                  <a:gd name="connsiteY4" fmla="*/ 10294 h 109702"/>
                  <a:gd name="connsiteX5" fmla="*/ 10232 w 82075"/>
                  <a:gd name="connsiteY5" fmla="*/ 10294 h 109702"/>
                  <a:gd name="connsiteX6" fmla="*/ 10232 w 82075"/>
                  <a:gd name="connsiteY6" fmla="*/ 26697 h 109702"/>
                  <a:gd name="connsiteX7" fmla="*/ 0 w 82075"/>
                  <a:gd name="connsiteY7" fmla="*/ 26697 h 109702"/>
                  <a:gd name="connsiteX8" fmla="*/ 0 w 82075"/>
                  <a:gd name="connsiteY8" fmla="*/ 0 h 109702"/>
                  <a:gd name="connsiteX9" fmla="*/ 82076 w 82075"/>
                  <a:gd name="connsiteY9" fmla="*/ 0 h 109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075" h="109702">
                    <a:moveTo>
                      <a:pt x="82076" y="109703"/>
                    </a:moveTo>
                    <a:lnTo>
                      <a:pt x="50852" y="109703"/>
                    </a:lnTo>
                    <a:lnTo>
                      <a:pt x="50852" y="99378"/>
                    </a:lnTo>
                    <a:lnTo>
                      <a:pt x="71843" y="99378"/>
                    </a:lnTo>
                    <a:lnTo>
                      <a:pt x="71843" y="10294"/>
                    </a:lnTo>
                    <a:lnTo>
                      <a:pt x="10232" y="10294"/>
                    </a:lnTo>
                    <a:lnTo>
                      <a:pt x="10232" y="26697"/>
                    </a:lnTo>
                    <a:lnTo>
                      <a:pt x="0" y="26697"/>
                    </a:lnTo>
                    <a:lnTo>
                      <a:pt x="0" y="0"/>
                    </a:lnTo>
                    <a:lnTo>
                      <a:pt x="82076" y="0"/>
                    </a:lnTo>
                    <a:close/>
                  </a:path>
                </a:pathLst>
              </a:custGeom>
              <a:grpFill/>
              <a:ln w="6350" cap="flat">
                <a:solidFill>
                  <a:schemeClr val="tx1"/>
                </a:solidFill>
                <a:prstDash val="solid"/>
                <a:miter/>
              </a:ln>
            </p:spPr>
            <p:txBody>
              <a:bodyPr rtlCol="0" anchor="ctr"/>
              <a:lstStyle/>
              <a:p>
                <a:endParaRPr lang="zh-CN" altLang="en-US"/>
              </a:p>
            </p:txBody>
          </p:sp>
          <p:sp>
            <p:nvSpPr>
              <p:cNvPr id="16" name="任意多边形: 形状 15">
                <a:extLst>
                  <a:ext uri="{FF2B5EF4-FFF2-40B4-BE49-F238E27FC236}">
                    <a16:creationId xmlns:a16="http://schemas.microsoft.com/office/drawing/2014/main" id="{BF778198-817B-7DEA-909E-76270EE08196}"/>
                  </a:ext>
                </a:extLst>
              </p:cNvPr>
              <p:cNvSpPr/>
              <p:nvPr/>
            </p:nvSpPr>
            <p:spPr>
              <a:xfrm>
                <a:off x="5321711" y="1794782"/>
                <a:ext cx="117705" cy="112493"/>
              </a:xfrm>
              <a:custGeom>
                <a:avLst/>
                <a:gdLst>
                  <a:gd name="connsiteX0" fmla="*/ 98602 w 117705"/>
                  <a:gd name="connsiteY0" fmla="*/ 112494 h 112493"/>
                  <a:gd name="connsiteX1" fmla="*/ 95068 w 117705"/>
                  <a:gd name="connsiteY1" fmla="*/ 111625 h 112493"/>
                  <a:gd name="connsiteX2" fmla="*/ 90447 w 117705"/>
                  <a:gd name="connsiteY2" fmla="*/ 108215 h 112493"/>
                  <a:gd name="connsiteX3" fmla="*/ 10852 w 117705"/>
                  <a:gd name="connsiteY3" fmla="*/ 32960 h 112493"/>
                  <a:gd name="connsiteX4" fmla="*/ 0 w 117705"/>
                  <a:gd name="connsiteY4" fmla="*/ 0 h 112493"/>
                  <a:gd name="connsiteX5" fmla="*/ 35317 w 117705"/>
                  <a:gd name="connsiteY5" fmla="*/ 11256 h 112493"/>
                  <a:gd name="connsiteX6" fmla="*/ 35937 w 117705"/>
                  <a:gd name="connsiteY6" fmla="*/ 11845 h 112493"/>
                  <a:gd name="connsiteX7" fmla="*/ 114819 w 117705"/>
                  <a:gd name="connsiteY7" fmla="*/ 86448 h 112493"/>
                  <a:gd name="connsiteX8" fmla="*/ 117703 w 117705"/>
                  <a:gd name="connsiteY8" fmla="*/ 93145 h 112493"/>
                  <a:gd name="connsiteX9" fmla="*/ 114912 w 117705"/>
                  <a:gd name="connsiteY9" fmla="*/ 99067 h 112493"/>
                  <a:gd name="connsiteX10" fmla="*/ 102881 w 117705"/>
                  <a:gd name="connsiteY10" fmla="*/ 110850 h 112493"/>
                  <a:gd name="connsiteX11" fmla="*/ 102757 w 117705"/>
                  <a:gd name="connsiteY11" fmla="*/ 110943 h 112493"/>
                  <a:gd name="connsiteX12" fmla="*/ 98602 w 117705"/>
                  <a:gd name="connsiteY12" fmla="*/ 112494 h 112493"/>
                  <a:gd name="connsiteX13" fmla="*/ 17550 w 117705"/>
                  <a:gd name="connsiteY13" fmla="*/ 28682 h 112493"/>
                  <a:gd name="connsiteX14" fmla="*/ 95719 w 117705"/>
                  <a:gd name="connsiteY14" fmla="*/ 102633 h 112493"/>
                  <a:gd name="connsiteX15" fmla="*/ 98292 w 117705"/>
                  <a:gd name="connsiteY15" fmla="*/ 104649 h 112493"/>
                  <a:gd name="connsiteX16" fmla="*/ 109796 w 117705"/>
                  <a:gd name="connsiteY16" fmla="*/ 93393 h 112493"/>
                  <a:gd name="connsiteX17" fmla="*/ 109920 w 117705"/>
                  <a:gd name="connsiteY17" fmla="*/ 93300 h 112493"/>
                  <a:gd name="connsiteX18" fmla="*/ 110106 w 117705"/>
                  <a:gd name="connsiteY18" fmla="*/ 92990 h 112493"/>
                  <a:gd name="connsiteX19" fmla="*/ 109641 w 117705"/>
                  <a:gd name="connsiteY19" fmla="*/ 92153 h 112493"/>
                  <a:gd name="connsiteX20" fmla="*/ 31348 w 117705"/>
                  <a:gd name="connsiteY20" fmla="*/ 18108 h 112493"/>
                  <a:gd name="connsiteX21" fmla="*/ 12031 w 117705"/>
                  <a:gd name="connsiteY21" fmla="*/ 11938 h 112493"/>
                  <a:gd name="connsiteX22" fmla="*/ 17550 w 117705"/>
                  <a:gd name="connsiteY22" fmla="*/ 28682 h 112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705" h="112493">
                    <a:moveTo>
                      <a:pt x="98602" y="112494"/>
                    </a:moveTo>
                    <a:cubicBezTo>
                      <a:pt x="97455" y="112494"/>
                      <a:pt x="96277" y="112214"/>
                      <a:pt x="95068" y="111625"/>
                    </a:cubicBezTo>
                    <a:cubicBezTo>
                      <a:pt x="93207" y="110726"/>
                      <a:pt x="91533" y="109269"/>
                      <a:pt x="90447" y="108215"/>
                    </a:cubicBezTo>
                    <a:lnTo>
                      <a:pt x="10852" y="32960"/>
                    </a:lnTo>
                    <a:lnTo>
                      <a:pt x="0" y="0"/>
                    </a:lnTo>
                    <a:lnTo>
                      <a:pt x="35317" y="11256"/>
                    </a:lnTo>
                    <a:lnTo>
                      <a:pt x="35937" y="11845"/>
                    </a:lnTo>
                    <a:lnTo>
                      <a:pt x="114819" y="86448"/>
                    </a:lnTo>
                    <a:cubicBezTo>
                      <a:pt x="116710" y="88246"/>
                      <a:pt x="117765" y="90696"/>
                      <a:pt x="117703" y="93145"/>
                    </a:cubicBezTo>
                    <a:cubicBezTo>
                      <a:pt x="117641" y="95440"/>
                      <a:pt x="116648" y="97548"/>
                      <a:pt x="114912" y="99067"/>
                    </a:cubicBezTo>
                    <a:lnTo>
                      <a:pt x="102881" y="110850"/>
                    </a:lnTo>
                    <a:lnTo>
                      <a:pt x="102757" y="110943"/>
                    </a:lnTo>
                    <a:cubicBezTo>
                      <a:pt x="101579" y="111997"/>
                      <a:pt x="100122" y="112494"/>
                      <a:pt x="98602" y="112494"/>
                    </a:cubicBezTo>
                    <a:close/>
                    <a:moveTo>
                      <a:pt x="17550" y="28682"/>
                    </a:moveTo>
                    <a:lnTo>
                      <a:pt x="95719" y="102633"/>
                    </a:lnTo>
                    <a:cubicBezTo>
                      <a:pt x="97052" y="103874"/>
                      <a:pt x="97858" y="104432"/>
                      <a:pt x="98292" y="104649"/>
                    </a:cubicBezTo>
                    <a:lnTo>
                      <a:pt x="109796" y="93393"/>
                    </a:lnTo>
                    <a:lnTo>
                      <a:pt x="109920" y="93300"/>
                    </a:lnTo>
                    <a:cubicBezTo>
                      <a:pt x="110075" y="93176"/>
                      <a:pt x="110106" y="93083"/>
                      <a:pt x="110106" y="92990"/>
                    </a:cubicBezTo>
                    <a:cubicBezTo>
                      <a:pt x="110106" y="92897"/>
                      <a:pt x="110075" y="92556"/>
                      <a:pt x="109641" y="92153"/>
                    </a:cubicBezTo>
                    <a:lnTo>
                      <a:pt x="31348" y="18108"/>
                    </a:lnTo>
                    <a:lnTo>
                      <a:pt x="12031" y="11938"/>
                    </a:lnTo>
                    <a:lnTo>
                      <a:pt x="17550" y="28682"/>
                    </a:lnTo>
                    <a:close/>
                  </a:path>
                </a:pathLst>
              </a:custGeom>
              <a:grpFill/>
              <a:ln w="6350" cap="flat">
                <a:solidFill>
                  <a:schemeClr val="tx1"/>
                </a:solid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B91611DC-C3A7-2395-F97D-8B63D9051105}"/>
                  </a:ext>
                </a:extLst>
              </p:cNvPr>
              <p:cNvSpPr/>
              <p:nvPr/>
            </p:nvSpPr>
            <p:spPr>
              <a:xfrm>
                <a:off x="5345090" y="1817076"/>
                <a:ext cx="23596" cy="22511"/>
              </a:xfrm>
              <a:custGeom>
                <a:avLst/>
                <a:gdLst>
                  <a:gd name="connsiteX0" fmla="*/ 5147 w 23596"/>
                  <a:gd name="connsiteY0" fmla="*/ 22511 h 22511"/>
                  <a:gd name="connsiteX1" fmla="*/ 0 w 23596"/>
                  <a:gd name="connsiteY1" fmla="*/ 16775 h 22511"/>
                  <a:gd name="connsiteX2" fmla="*/ 18480 w 23596"/>
                  <a:gd name="connsiteY2" fmla="*/ 0 h 22511"/>
                  <a:gd name="connsiteX3" fmla="*/ 23596 w 23596"/>
                  <a:gd name="connsiteY3" fmla="*/ 5767 h 22511"/>
                </a:gdLst>
                <a:ahLst/>
                <a:cxnLst>
                  <a:cxn ang="0">
                    <a:pos x="connsiteX0" y="connsiteY0"/>
                  </a:cxn>
                  <a:cxn ang="0">
                    <a:pos x="connsiteX1" y="connsiteY1"/>
                  </a:cxn>
                  <a:cxn ang="0">
                    <a:pos x="connsiteX2" y="connsiteY2"/>
                  </a:cxn>
                  <a:cxn ang="0">
                    <a:pos x="connsiteX3" y="connsiteY3"/>
                  </a:cxn>
                </a:cxnLst>
                <a:rect l="l" t="t" r="r" b="b"/>
                <a:pathLst>
                  <a:path w="23596" h="22511">
                    <a:moveTo>
                      <a:pt x="5147" y="22511"/>
                    </a:moveTo>
                    <a:lnTo>
                      <a:pt x="0" y="16775"/>
                    </a:lnTo>
                    <a:lnTo>
                      <a:pt x="18480" y="0"/>
                    </a:lnTo>
                    <a:lnTo>
                      <a:pt x="23596" y="5767"/>
                    </a:lnTo>
                    <a:close/>
                  </a:path>
                </a:pathLst>
              </a:custGeom>
              <a:grpFill/>
              <a:ln w="6350" cap="flat">
                <a:solidFill>
                  <a:schemeClr val="tx1"/>
                </a:solidFill>
                <a:prstDash val="solid"/>
                <a:miter/>
              </a:ln>
            </p:spPr>
            <p:txBody>
              <a:bodyPr rtlCol="0" anchor="ctr"/>
              <a:lstStyle/>
              <a:p>
                <a:endParaRPr lang="zh-CN" altLang="en-US"/>
              </a:p>
            </p:txBody>
          </p:sp>
        </p:grpSp>
        <p:grpSp>
          <p:nvGrpSpPr>
            <p:cNvPr id="42" name="组合 41">
              <a:extLst>
                <a:ext uri="{FF2B5EF4-FFF2-40B4-BE49-F238E27FC236}">
                  <a16:creationId xmlns:a16="http://schemas.microsoft.com/office/drawing/2014/main" id="{A7CD9DAE-6F9D-CA7E-9604-068417991C83}"/>
                </a:ext>
              </a:extLst>
            </p:cNvPr>
            <p:cNvGrpSpPr/>
            <p:nvPr/>
          </p:nvGrpSpPr>
          <p:grpSpPr>
            <a:xfrm>
              <a:off x="6700248" y="1947396"/>
              <a:ext cx="312058" cy="312058"/>
              <a:chOff x="5188100" y="1340932"/>
              <a:chExt cx="257358" cy="257358"/>
            </a:xfrm>
            <a:solidFill>
              <a:schemeClr val="tx1"/>
            </a:solidFill>
          </p:grpSpPr>
          <p:sp>
            <p:nvSpPr>
              <p:cNvPr id="33" name="任意多边形: 形状 32">
                <a:extLst>
                  <a:ext uri="{FF2B5EF4-FFF2-40B4-BE49-F238E27FC236}">
                    <a16:creationId xmlns:a16="http://schemas.microsoft.com/office/drawing/2014/main" id="{C92E6F00-A5CE-6EC0-B447-FD2DC597E224}"/>
                  </a:ext>
                </a:extLst>
              </p:cNvPr>
              <p:cNvSpPr/>
              <p:nvPr/>
            </p:nvSpPr>
            <p:spPr>
              <a:xfrm>
                <a:off x="5188100" y="1340932"/>
                <a:ext cx="257358" cy="220593"/>
              </a:xfrm>
              <a:custGeom>
                <a:avLst/>
                <a:gdLst>
                  <a:gd name="connsiteX0" fmla="*/ 12868 w 257358"/>
                  <a:gd name="connsiteY0" fmla="*/ 12868 h 220593"/>
                  <a:gd name="connsiteX1" fmla="*/ 244490 w 257358"/>
                  <a:gd name="connsiteY1" fmla="*/ 12868 h 220593"/>
                  <a:gd name="connsiteX2" fmla="*/ 244490 w 257358"/>
                  <a:gd name="connsiteY2" fmla="*/ 207725 h 220593"/>
                  <a:gd name="connsiteX3" fmla="*/ 12868 w 257358"/>
                  <a:gd name="connsiteY3" fmla="*/ 207725 h 220593"/>
                  <a:gd name="connsiteX4" fmla="*/ 12868 w 257358"/>
                  <a:gd name="connsiteY4" fmla="*/ 12868 h 220593"/>
                  <a:gd name="connsiteX5" fmla="*/ 2574 w 257358"/>
                  <a:gd name="connsiteY5" fmla="*/ 0 h 220593"/>
                  <a:gd name="connsiteX6" fmla="*/ 0 w 257358"/>
                  <a:gd name="connsiteY6" fmla="*/ 2574 h 220593"/>
                  <a:gd name="connsiteX7" fmla="*/ 0 w 257358"/>
                  <a:gd name="connsiteY7" fmla="*/ 218020 h 220593"/>
                  <a:gd name="connsiteX8" fmla="*/ 2574 w 257358"/>
                  <a:gd name="connsiteY8" fmla="*/ 220593 h 220593"/>
                  <a:gd name="connsiteX9" fmla="*/ 254784 w 257358"/>
                  <a:gd name="connsiteY9" fmla="*/ 220593 h 220593"/>
                  <a:gd name="connsiteX10" fmla="*/ 257358 w 257358"/>
                  <a:gd name="connsiteY10" fmla="*/ 218020 h 220593"/>
                  <a:gd name="connsiteX11" fmla="*/ 257358 w 257358"/>
                  <a:gd name="connsiteY11" fmla="*/ 2574 h 220593"/>
                  <a:gd name="connsiteX12" fmla="*/ 254784 w 257358"/>
                  <a:gd name="connsiteY12" fmla="*/ 0 h 220593"/>
                  <a:gd name="connsiteX13" fmla="*/ 2574 w 257358"/>
                  <a:gd name="connsiteY13" fmla="*/ 0 h 22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7358" h="220593">
                    <a:moveTo>
                      <a:pt x="12868" y="12868"/>
                    </a:moveTo>
                    <a:lnTo>
                      <a:pt x="244490" y="12868"/>
                    </a:lnTo>
                    <a:lnTo>
                      <a:pt x="244490" y="207725"/>
                    </a:lnTo>
                    <a:lnTo>
                      <a:pt x="12868" y="207725"/>
                    </a:lnTo>
                    <a:lnTo>
                      <a:pt x="12868" y="12868"/>
                    </a:lnTo>
                    <a:close/>
                    <a:moveTo>
                      <a:pt x="2574" y="0"/>
                    </a:moveTo>
                    <a:cubicBezTo>
                      <a:pt x="1152" y="0"/>
                      <a:pt x="0" y="1152"/>
                      <a:pt x="0" y="2574"/>
                    </a:cubicBezTo>
                    <a:lnTo>
                      <a:pt x="0" y="218020"/>
                    </a:lnTo>
                    <a:cubicBezTo>
                      <a:pt x="0" y="219441"/>
                      <a:pt x="1152" y="220593"/>
                      <a:pt x="2574" y="220593"/>
                    </a:cubicBezTo>
                    <a:lnTo>
                      <a:pt x="254784" y="220593"/>
                    </a:lnTo>
                    <a:cubicBezTo>
                      <a:pt x="256206" y="220593"/>
                      <a:pt x="257358" y="219441"/>
                      <a:pt x="257358" y="218020"/>
                    </a:cubicBezTo>
                    <a:lnTo>
                      <a:pt x="257358" y="2574"/>
                    </a:lnTo>
                    <a:cubicBezTo>
                      <a:pt x="257358" y="1152"/>
                      <a:pt x="256206" y="0"/>
                      <a:pt x="254784" y="0"/>
                    </a:cubicBezTo>
                    <a:lnTo>
                      <a:pt x="2574" y="0"/>
                    </a:lnTo>
                    <a:close/>
                  </a:path>
                </a:pathLst>
              </a:custGeom>
              <a:grpFill/>
              <a:ln w="3175" cap="flat">
                <a:solidFill>
                  <a:schemeClr val="tx1"/>
                </a:solidFill>
                <a:prstDash val="solid"/>
                <a:miter/>
              </a:ln>
            </p:spPr>
            <p:txBody>
              <a:bodyPr rtlCol="0" anchor="ctr"/>
              <a:lstStyle/>
              <a:p>
                <a:endParaRPr lang="zh-CN" altLang="en-US"/>
              </a:p>
            </p:txBody>
          </p:sp>
          <p:sp>
            <p:nvSpPr>
              <p:cNvPr id="34" name="任意多边形: 形状 33">
                <a:extLst>
                  <a:ext uri="{FF2B5EF4-FFF2-40B4-BE49-F238E27FC236}">
                    <a16:creationId xmlns:a16="http://schemas.microsoft.com/office/drawing/2014/main" id="{3EB55159-BF3E-A3E8-CD75-335F8B590B53}"/>
                  </a:ext>
                </a:extLst>
              </p:cNvPr>
              <p:cNvSpPr/>
              <p:nvPr/>
            </p:nvSpPr>
            <p:spPr>
              <a:xfrm>
                <a:off x="5279463" y="1557113"/>
                <a:ext cx="73531" cy="36764"/>
              </a:xfrm>
              <a:custGeom>
                <a:avLst/>
                <a:gdLst>
                  <a:gd name="connsiteX0" fmla="*/ 0 w 73531"/>
                  <a:gd name="connsiteY0" fmla="*/ 2574 h 36764"/>
                  <a:gd name="connsiteX1" fmla="*/ 2574 w 73531"/>
                  <a:gd name="connsiteY1" fmla="*/ 0 h 36764"/>
                  <a:gd name="connsiteX2" fmla="*/ 70957 w 73531"/>
                  <a:gd name="connsiteY2" fmla="*/ 0 h 36764"/>
                  <a:gd name="connsiteX3" fmla="*/ 73531 w 73531"/>
                  <a:gd name="connsiteY3" fmla="*/ 2574 h 36764"/>
                  <a:gd name="connsiteX4" fmla="*/ 73531 w 73531"/>
                  <a:gd name="connsiteY4" fmla="*/ 34191 h 36764"/>
                  <a:gd name="connsiteX5" fmla="*/ 70957 w 73531"/>
                  <a:gd name="connsiteY5" fmla="*/ 36765 h 36764"/>
                  <a:gd name="connsiteX6" fmla="*/ 2574 w 73531"/>
                  <a:gd name="connsiteY6" fmla="*/ 36765 h 36764"/>
                  <a:gd name="connsiteX7" fmla="*/ 0 w 73531"/>
                  <a:gd name="connsiteY7" fmla="*/ 34191 h 36764"/>
                  <a:gd name="connsiteX8" fmla="*/ 0 w 73531"/>
                  <a:gd name="connsiteY8" fmla="*/ 2574 h 36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531" h="36764">
                    <a:moveTo>
                      <a:pt x="0" y="2574"/>
                    </a:moveTo>
                    <a:cubicBezTo>
                      <a:pt x="0" y="1152"/>
                      <a:pt x="1152" y="0"/>
                      <a:pt x="2574" y="0"/>
                    </a:cubicBezTo>
                    <a:lnTo>
                      <a:pt x="70957" y="0"/>
                    </a:lnTo>
                    <a:cubicBezTo>
                      <a:pt x="72379" y="0"/>
                      <a:pt x="73531" y="1152"/>
                      <a:pt x="73531" y="2574"/>
                    </a:cubicBezTo>
                    <a:lnTo>
                      <a:pt x="73531" y="34191"/>
                    </a:lnTo>
                    <a:cubicBezTo>
                      <a:pt x="73531" y="35613"/>
                      <a:pt x="72379" y="36765"/>
                      <a:pt x="70957" y="36765"/>
                    </a:cubicBezTo>
                    <a:lnTo>
                      <a:pt x="2574" y="36765"/>
                    </a:lnTo>
                    <a:cubicBezTo>
                      <a:pt x="1152" y="36765"/>
                      <a:pt x="0" y="35613"/>
                      <a:pt x="0" y="34191"/>
                    </a:cubicBezTo>
                    <a:lnTo>
                      <a:pt x="0" y="2574"/>
                    </a:lnTo>
                    <a:close/>
                  </a:path>
                </a:pathLst>
              </a:custGeom>
              <a:grpFill/>
              <a:ln w="3175" cap="flat">
                <a:solidFill>
                  <a:schemeClr val="tx1"/>
                </a:solidFill>
                <a:prstDash val="solid"/>
                <a:miter/>
              </a:ln>
            </p:spPr>
            <p:txBody>
              <a:bodyPr rtlCol="0" anchor="ctr"/>
              <a:lstStyle/>
              <a:p>
                <a:endParaRPr lang="zh-CN" altLang="en-US"/>
              </a:p>
            </p:txBody>
          </p:sp>
          <p:sp>
            <p:nvSpPr>
              <p:cNvPr id="36" name="任意多边形: 形状 35">
                <a:extLst>
                  <a:ext uri="{FF2B5EF4-FFF2-40B4-BE49-F238E27FC236}">
                    <a16:creationId xmlns:a16="http://schemas.microsoft.com/office/drawing/2014/main" id="{0A9FBE99-0615-B220-F198-D297C57EE8B8}"/>
                  </a:ext>
                </a:extLst>
              </p:cNvPr>
              <p:cNvSpPr/>
              <p:nvPr/>
            </p:nvSpPr>
            <p:spPr>
              <a:xfrm>
                <a:off x="5224865" y="1405272"/>
                <a:ext cx="183828" cy="193018"/>
              </a:xfrm>
              <a:custGeom>
                <a:avLst/>
                <a:gdLst>
                  <a:gd name="connsiteX0" fmla="*/ 1 w 183828"/>
                  <a:gd name="connsiteY0" fmla="*/ 186585 h 193018"/>
                  <a:gd name="connsiteX1" fmla="*/ 6435 w 183828"/>
                  <a:gd name="connsiteY1" fmla="*/ 193019 h 193018"/>
                  <a:gd name="connsiteX2" fmla="*/ 177394 w 183828"/>
                  <a:gd name="connsiteY2" fmla="*/ 193019 h 193018"/>
                  <a:gd name="connsiteX3" fmla="*/ 183828 w 183828"/>
                  <a:gd name="connsiteY3" fmla="*/ 186585 h 193018"/>
                  <a:gd name="connsiteX4" fmla="*/ 177394 w 183828"/>
                  <a:gd name="connsiteY4" fmla="*/ 180151 h 193018"/>
                  <a:gd name="connsiteX5" fmla="*/ 6434 w 183828"/>
                  <a:gd name="connsiteY5" fmla="*/ 180151 h 193018"/>
                  <a:gd name="connsiteX6" fmla="*/ 0 w 183828"/>
                  <a:gd name="connsiteY6" fmla="*/ 186585 h 193018"/>
                  <a:gd name="connsiteX7" fmla="*/ 165445 w 183828"/>
                  <a:gd name="connsiteY7" fmla="*/ 6434 h 193018"/>
                  <a:gd name="connsiteX8" fmla="*/ 159011 w 183828"/>
                  <a:gd name="connsiteY8" fmla="*/ 12868 h 193018"/>
                  <a:gd name="connsiteX9" fmla="*/ 116731 w 183828"/>
                  <a:gd name="connsiteY9" fmla="*/ 12868 h 193018"/>
                  <a:gd name="connsiteX10" fmla="*/ 110297 w 183828"/>
                  <a:gd name="connsiteY10" fmla="*/ 6434 h 193018"/>
                  <a:gd name="connsiteX11" fmla="*/ 116731 w 183828"/>
                  <a:gd name="connsiteY11" fmla="*/ 0 h 193018"/>
                  <a:gd name="connsiteX12" fmla="*/ 159011 w 183828"/>
                  <a:gd name="connsiteY12" fmla="*/ 0 h 193018"/>
                  <a:gd name="connsiteX13" fmla="*/ 165445 w 183828"/>
                  <a:gd name="connsiteY13" fmla="*/ 6434 h 193018"/>
                  <a:gd name="connsiteX14" fmla="*/ 116363 w 183828"/>
                  <a:gd name="connsiteY14" fmla="*/ 91362 h 193018"/>
                  <a:gd name="connsiteX15" fmla="*/ 109929 w 183828"/>
                  <a:gd name="connsiteY15" fmla="*/ 84928 h 193018"/>
                  <a:gd name="connsiteX16" fmla="*/ 61031 w 183828"/>
                  <a:gd name="connsiteY16" fmla="*/ 84928 h 193018"/>
                  <a:gd name="connsiteX17" fmla="*/ 61031 w 183828"/>
                  <a:gd name="connsiteY17" fmla="*/ 41177 h 193018"/>
                  <a:gd name="connsiteX18" fmla="*/ 54597 w 183828"/>
                  <a:gd name="connsiteY18" fmla="*/ 34743 h 193018"/>
                  <a:gd name="connsiteX19" fmla="*/ 48163 w 183828"/>
                  <a:gd name="connsiteY19" fmla="*/ 41177 h 193018"/>
                  <a:gd name="connsiteX20" fmla="*/ 48163 w 183828"/>
                  <a:gd name="connsiteY20" fmla="*/ 91362 h 193018"/>
                  <a:gd name="connsiteX21" fmla="*/ 54597 w 183828"/>
                  <a:gd name="connsiteY21" fmla="*/ 97796 h 193018"/>
                  <a:gd name="connsiteX22" fmla="*/ 109929 w 183828"/>
                  <a:gd name="connsiteY22" fmla="*/ 97796 h 193018"/>
                  <a:gd name="connsiteX23" fmla="*/ 116363 w 183828"/>
                  <a:gd name="connsiteY23" fmla="*/ 91362 h 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3828" h="193018">
                    <a:moveTo>
                      <a:pt x="1" y="186585"/>
                    </a:moveTo>
                    <a:cubicBezTo>
                      <a:pt x="1" y="190138"/>
                      <a:pt x="2882" y="193019"/>
                      <a:pt x="6435" y="193019"/>
                    </a:cubicBezTo>
                    <a:lnTo>
                      <a:pt x="177394" y="193019"/>
                    </a:lnTo>
                    <a:cubicBezTo>
                      <a:pt x="180948" y="193019"/>
                      <a:pt x="183828" y="190138"/>
                      <a:pt x="183828" y="186585"/>
                    </a:cubicBezTo>
                    <a:cubicBezTo>
                      <a:pt x="183828" y="183031"/>
                      <a:pt x="180948" y="180151"/>
                      <a:pt x="177394" y="180151"/>
                    </a:cubicBezTo>
                    <a:lnTo>
                      <a:pt x="6434" y="180151"/>
                    </a:lnTo>
                    <a:cubicBezTo>
                      <a:pt x="2881" y="180151"/>
                      <a:pt x="0" y="183031"/>
                      <a:pt x="0" y="186585"/>
                    </a:cubicBezTo>
                    <a:close/>
                    <a:moveTo>
                      <a:pt x="165445" y="6434"/>
                    </a:moveTo>
                    <a:cubicBezTo>
                      <a:pt x="165445" y="9987"/>
                      <a:pt x="162565" y="12868"/>
                      <a:pt x="159011" y="12868"/>
                    </a:cubicBezTo>
                    <a:lnTo>
                      <a:pt x="116731" y="12868"/>
                    </a:lnTo>
                    <a:cubicBezTo>
                      <a:pt x="113178" y="12868"/>
                      <a:pt x="110297" y="9987"/>
                      <a:pt x="110297" y="6434"/>
                    </a:cubicBezTo>
                    <a:cubicBezTo>
                      <a:pt x="110297" y="2881"/>
                      <a:pt x="113178" y="0"/>
                      <a:pt x="116731" y="0"/>
                    </a:cubicBezTo>
                    <a:lnTo>
                      <a:pt x="159011" y="0"/>
                    </a:lnTo>
                    <a:cubicBezTo>
                      <a:pt x="162565" y="0"/>
                      <a:pt x="165445" y="2881"/>
                      <a:pt x="165445" y="6434"/>
                    </a:cubicBezTo>
                    <a:close/>
                    <a:moveTo>
                      <a:pt x="116363" y="91362"/>
                    </a:moveTo>
                    <a:cubicBezTo>
                      <a:pt x="116363" y="87809"/>
                      <a:pt x="113483" y="84928"/>
                      <a:pt x="109929" y="84928"/>
                    </a:cubicBezTo>
                    <a:lnTo>
                      <a:pt x="61031" y="84928"/>
                    </a:lnTo>
                    <a:lnTo>
                      <a:pt x="61031" y="41177"/>
                    </a:lnTo>
                    <a:cubicBezTo>
                      <a:pt x="61031" y="37624"/>
                      <a:pt x="58151" y="34743"/>
                      <a:pt x="54597" y="34743"/>
                    </a:cubicBezTo>
                    <a:cubicBezTo>
                      <a:pt x="51044" y="34743"/>
                      <a:pt x="48163" y="37624"/>
                      <a:pt x="48163" y="41177"/>
                    </a:cubicBezTo>
                    <a:lnTo>
                      <a:pt x="48163" y="91362"/>
                    </a:lnTo>
                    <a:cubicBezTo>
                      <a:pt x="48163" y="94915"/>
                      <a:pt x="51044" y="97796"/>
                      <a:pt x="54597" y="97796"/>
                    </a:cubicBezTo>
                    <a:lnTo>
                      <a:pt x="109929" y="97796"/>
                    </a:lnTo>
                    <a:cubicBezTo>
                      <a:pt x="113483" y="97796"/>
                      <a:pt x="116363" y="94915"/>
                      <a:pt x="116363" y="91362"/>
                    </a:cubicBezTo>
                    <a:close/>
                  </a:path>
                </a:pathLst>
              </a:custGeom>
              <a:grpFill/>
              <a:ln w="3175" cap="flat">
                <a:solidFill>
                  <a:schemeClr val="tx1"/>
                </a:solidFill>
                <a:prstDash val="solid"/>
                <a:miter/>
              </a:ln>
            </p:spPr>
            <p:txBody>
              <a:bodyPr rtlCol="0" anchor="ctr"/>
              <a:lstStyle/>
              <a:p>
                <a:endParaRPr lang="zh-CN" altLang="en-US"/>
              </a:p>
            </p:txBody>
          </p:sp>
          <p:sp>
            <p:nvSpPr>
              <p:cNvPr id="39" name="任意多边形: 形状 38">
                <a:extLst>
                  <a:ext uri="{FF2B5EF4-FFF2-40B4-BE49-F238E27FC236}">
                    <a16:creationId xmlns:a16="http://schemas.microsoft.com/office/drawing/2014/main" id="{546C5E58-41C0-208B-965A-4AF8B494D459}"/>
                  </a:ext>
                </a:extLst>
              </p:cNvPr>
              <p:cNvSpPr/>
              <p:nvPr/>
            </p:nvSpPr>
            <p:spPr>
              <a:xfrm>
                <a:off x="5243248" y="1377697"/>
                <a:ext cx="147062" cy="147062"/>
              </a:xfrm>
              <a:custGeom>
                <a:avLst/>
                <a:gdLst>
                  <a:gd name="connsiteX0" fmla="*/ 60663 w 147062"/>
                  <a:gd name="connsiteY0" fmla="*/ 12868 h 147062"/>
                  <a:gd name="connsiteX1" fmla="*/ 60663 w 147062"/>
                  <a:gd name="connsiteY1" fmla="*/ 60663 h 147062"/>
                  <a:gd name="connsiteX2" fmla="*/ 12868 w 147062"/>
                  <a:gd name="connsiteY2" fmla="*/ 60663 h 147062"/>
                  <a:gd name="connsiteX3" fmla="*/ 12868 w 147062"/>
                  <a:gd name="connsiteY3" fmla="*/ 12868 h 147062"/>
                  <a:gd name="connsiteX4" fmla="*/ 60663 w 147062"/>
                  <a:gd name="connsiteY4" fmla="*/ 12868 h 147062"/>
                  <a:gd name="connsiteX5" fmla="*/ 12868 w 147062"/>
                  <a:gd name="connsiteY5" fmla="*/ 0 h 147062"/>
                  <a:gd name="connsiteX6" fmla="*/ 0 w 147062"/>
                  <a:gd name="connsiteY6" fmla="*/ 12868 h 147062"/>
                  <a:gd name="connsiteX7" fmla="*/ 0 w 147062"/>
                  <a:gd name="connsiteY7" fmla="*/ 60663 h 147062"/>
                  <a:gd name="connsiteX8" fmla="*/ 12868 w 147062"/>
                  <a:gd name="connsiteY8" fmla="*/ 73531 h 147062"/>
                  <a:gd name="connsiteX9" fmla="*/ 60663 w 147062"/>
                  <a:gd name="connsiteY9" fmla="*/ 73531 h 147062"/>
                  <a:gd name="connsiteX10" fmla="*/ 73531 w 147062"/>
                  <a:gd name="connsiteY10" fmla="*/ 60663 h 147062"/>
                  <a:gd name="connsiteX11" fmla="*/ 73531 w 147062"/>
                  <a:gd name="connsiteY11" fmla="*/ 12868 h 147062"/>
                  <a:gd name="connsiteX12" fmla="*/ 60663 w 147062"/>
                  <a:gd name="connsiteY12" fmla="*/ 0 h 147062"/>
                  <a:gd name="connsiteX13" fmla="*/ 12868 w 147062"/>
                  <a:gd name="connsiteY13" fmla="*/ 0 h 147062"/>
                  <a:gd name="connsiteX14" fmla="*/ 134194 w 147062"/>
                  <a:gd name="connsiteY14" fmla="*/ 104782 h 147062"/>
                  <a:gd name="connsiteX15" fmla="*/ 134194 w 147062"/>
                  <a:gd name="connsiteY15" fmla="*/ 134194 h 147062"/>
                  <a:gd name="connsiteX16" fmla="*/ 104782 w 147062"/>
                  <a:gd name="connsiteY16" fmla="*/ 134194 h 147062"/>
                  <a:gd name="connsiteX17" fmla="*/ 104782 w 147062"/>
                  <a:gd name="connsiteY17" fmla="*/ 104782 h 147062"/>
                  <a:gd name="connsiteX18" fmla="*/ 134194 w 147062"/>
                  <a:gd name="connsiteY18" fmla="*/ 104782 h 147062"/>
                  <a:gd name="connsiteX19" fmla="*/ 104782 w 147062"/>
                  <a:gd name="connsiteY19" fmla="*/ 91914 h 147062"/>
                  <a:gd name="connsiteX20" fmla="*/ 91914 w 147062"/>
                  <a:gd name="connsiteY20" fmla="*/ 104782 h 147062"/>
                  <a:gd name="connsiteX21" fmla="*/ 91914 w 147062"/>
                  <a:gd name="connsiteY21" fmla="*/ 134194 h 147062"/>
                  <a:gd name="connsiteX22" fmla="*/ 104782 w 147062"/>
                  <a:gd name="connsiteY22" fmla="*/ 147062 h 147062"/>
                  <a:gd name="connsiteX23" fmla="*/ 134194 w 147062"/>
                  <a:gd name="connsiteY23" fmla="*/ 147062 h 147062"/>
                  <a:gd name="connsiteX24" fmla="*/ 147062 w 147062"/>
                  <a:gd name="connsiteY24" fmla="*/ 134194 h 147062"/>
                  <a:gd name="connsiteX25" fmla="*/ 147062 w 147062"/>
                  <a:gd name="connsiteY25" fmla="*/ 104782 h 147062"/>
                  <a:gd name="connsiteX26" fmla="*/ 134194 w 147062"/>
                  <a:gd name="connsiteY26" fmla="*/ 91914 h 147062"/>
                  <a:gd name="connsiteX27" fmla="*/ 104782 w 147062"/>
                  <a:gd name="connsiteY27" fmla="*/ 91914 h 147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7062" h="147062">
                    <a:moveTo>
                      <a:pt x="60663" y="12868"/>
                    </a:moveTo>
                    <a:lnTo>
                      <a:pt x="60663" y="60663"/>
                    </a:lnTo>
                    <a:lnTo>
                      <a:pt x="12868" y="60663"/>
                    </a:lnTo>
                    <a:lnTo>
                      <a:pt x="12868" y="12868"/>
                    </a:lnTo>
                    <a:lnTo>
                      <a:pt x="60663" y="12868"/>
                    </a:lnTo>
                    <a:close/>
                    <a:moveTo>
                      <a:pt x="12868" y="0"/>
                    </a:moveTo>
                    <a:cubicBezTo>
                      <a:pt x="5761" y="0"/>
                      <a:pt x="0" y="5761"/>
                      <a:pt x="0" y="12868"/>
                    </a:cubicBezTo>
                    <a:lnTo>
                      <a:pt x="0" y="60663"/>
                    </a:lnTo>
                    <a:cubicBezTo>
                      <a:pt x="0" y="67770"/>
                      <a:pt x="5761" y="73531"/>
                      <a:pt x="12868" y="73531"/>
                    </a:cubicBezTo>
                    <a:lnTo>
                      <a:pt x="60663" y="73531"/>
                    </a:lnTo>
                    <a:cubicBezTo>
                      <a:pt x="67770" y="73531"/>
                      <a:pt x="73531" y="67770"/>
                      <a:pt x="73531" y="60663"/>
                    </a:cubicBezTo>
                    <a:lnTo>
                      <a:pt x="73531" y="12868"/>
                    </a:lnTo>
                    <a:cubicBezTo>
                      <a:pt x="73531" y="5761"/>
                      <a:pt x="67770" y="0"/>
                      <a:pt x="60663" y="0"/>
                    </a:cubicBezTo>
                    <a:lnTo>
                      <a:pt x="12868" y="0"/>
                    </a:lnTo>
                    <a:close/>
                    <a:moveTo>
                      <a:pt x="134194" y="104782"/>
                    </a:moveTo>
                    <a:lnTo>
                      <a:pt x="134194" y="134194"/>
                    </a:lnTo>
                    <a:lnTo>
                      <a:pt x="104782" y="134194"/>
                    </a:lnTo>
                    <a:lnTo>
                      <a:pt x="104782" y="104782"/>
                    </a:lnTo>
                    <a:lnTo>
                      <a:pt x="134194" y="104782"/>
                    </a:lnTo>
                    <a:close/>
                    <a:moveTo>
                      <a:pt x="104782" y="91914"/>
                    </a:moveTo>
                    <a:cubicBezTo>
                      <a:pt x="97675" y="91914"/>
                      <a:pt x="91914" y="97675"/>
                      <a:pt x="91914" y="104782"/>
                    </a:cubicBezTo>
                    <a:lnTo>
                      <a:pt x="91914" y="134194"/>
                    </a:lnTo>
                    <a:cubicBezTo>
                      <a:pt x="91914" y="141301"/>
                      <a:pt x="97675" y="147062"/>
                      <a:pt x="104782" y="147062"/>
                    </a:cubicBezTo>
                    <a:lnTo>
                      <a:pt x="134194" y="147062"/>
                    </a:lnTo>
                    <a:cubicBezTo>
                      <a:pt x="141301" y="147062"/>
                      <a:pt x="147062" y="141301"/>
                      <a:pt x="147062" y="134194"/>
                    </a:cubicBezTo>
                    <a:lnTo>
                      <a:pt x="147062" y="104782"/>
                    </a:lnTo>
                    <a:cubicBezTo>
                      <a:pt x="147062" y="97675"/>
                      <a:pt x="141301" y="91914"/>
                      <a:pt x="134194" y="91914"/>
                    </a:cubicBezTo>
                    <a:lnTo>
                      <a:pt x="104782" y="91914"/>
                    </a:lnTo>
                    <a:close/>
                  </a:path>
                </a:pathLst>
              </a:custGeom>
              <a:grpFill/>
              <a:ln w="3175" cap="flat">
                <a:solidFill>
                  <a:schemeClr val="tx1"/>
                </a:solidFill>
                <a:prstDash val="solid"/>
                <a:miter/>
              </a:ln>
            </p:spPr>
            <p:txBody>
              <a:bodyPr rtlCol="0" anchor="ctr"/>
              <a:lstStyle/>
              <a:p>
                <a:endParaRPr lang="zh-CN" altLang="en-US"/>
              </a:p>
            </p:txBody>
          </p:sp>
        </p:grpSp>
        <p:sp>
          <p:nvSpPr>
            <p:cNvPr id="45" name="图形 43">
              <a:extLst>
                <a:ext uri="{FF2B5EF4-FFF2-40B4-BE49-F238E27FC236}">
                  <a16:creationId xmlns:a16="http://schemas.microsoft.com/office/drawing/2014/main" id="{3B6A9082-5F1E-5893-FE9C-B68C070FE7D8}"/>
                </a:ext>
              </a:extLst>
            </p:cNvPr>
            <p:cNvSpPr/>
            <p:nvPr/>
          </p:nvSpPr>
          <p:spPr>
            <a:xfrm>
              <a:off x="8270372" y="1963647"/>
              <a:ext cx="297988" cy="279556"/>
            </a:xfrm>
            <a:custGeom>
              <a:avLst/>
              <a:gdLst>
                <a:gd name="connsiteX0" fmla="*/ 209908 w 234034"/>
                <a:gd name="connsiteY0" fmla="*/ 0 h 219558"/>
                <a:gd name="connsiteX1" fmla="*/ 23323 w 234034"/>
                <a:gd name="connsiteY1" fmla="*/ 0 h 219558"/>
                <a:gd name="connsiteX2" fmla="*/ 0 w 234034"/>
                <a:gd name="connsiteY2" fmla="*/ 22519 h 219558"/>
                <a:gd name="connsiteX3" fmla="*/ 0 w 234034"/>
                <a:gd name="connsiteY3" fmla="*/ 168891 h 219558"/>
                <a:gd name="connsiteX4" fmla="*/ 23323 w 234034"/>
                <a:gd name="connsiteY4" fmla="*/ 191410 h 219558"/>
                <a:gd name="connsiteX5" fmla="*/ 87663 w 234034"/>
                <a:gd name="connsiteY5" fmla="*/ 191410 h 219558"/>
                <a:gd name="connsiteX6" fmla="*/ 91684 w 234034"/>
                <a:gd name="connsiteY6" fmla="*/ 196235 h 219558"/>
                <a:gd name="connsiteX7" fmla="*/ 94097 w 234034"/>
                <a:gd name="connsiteY7" fmla="*/ 199452 h 219558"/>
                <a:gd name="connsiteX8" fmla="*/ 96509 w 234034"/>
                <a:gd name="connsiteY8" fmla="*/ 202669 h 219558"/>
                <a:gd name="connsiteX9" fmla="*/ 118224 w 234034"/>
                <a:gd name="connsiteY9" fmla="*/ 219559 h 219558"/>
                <a:gd name="connsiteX10" fmla="*/ 140743 w 234034"/>
                <a:gd name="connsiteY10" fmla="*/ 202669 h 219558"/>
                <a:gd name="connsiteX11" fmla="*/ 147981 w 234034"/>
                <a:gd name="connsiteY11" fmla="*/ 191410 h 219558"/>
                <a:gd name="connsiteX12" fmla="*/ 210712 w 234034"/>
                <a:gd name="connsiteY12" fmla="*/ 191410 h 219558"/>
                <a:gd name="connsiteX13" fmla="*/ 234035 w 234034"/>
                <a:gd name="connsiteY13" fmla="*/ 168891 h 219558"/>
                <a:gd name="connsiteX14" fmla="*/ 234035 w 234034"/>
                <a:gd name="connsiteY14" fmla="*/ 22519 h 219558"/>
                <a:gd name="connsiteX15" fmla="*/ 209908 w 234034"/>
                <a:gd name="connsiteY15" fmla="*/ 0 h 219558"/>
                <a:gd name="connsiteX16" fmla="*/ 221971 w 234034"/>
                <a:gd name="connsiteY16" fmla="*/ 168891 h 219558"/>
                <a:gd name="connsiteX17" fmla="*/ 210712 w 234034"/>
                <a:gd name="connsiteY17" fmla="*/ 180151 h 219558"/>
                <a:gd name="connsiteX18" fmla="*/ 147177 w 234034"/>
                <a:gd name="connsiteY18" fmla="*/ 180151 h 219558"/>
                <a:gd name="connsiteX19" fmla="*/ 143155 w 234034"/>
                <a:gd name="connsiteY19" fmla="*/ 180955 h 219558"/>
                <a:gd name="connsiteX20" fmla="*/ 135917 w 234034"/>
                <a:gd name="connsiteY20" fmla="*/ 188193 h 219558"/>
                <a:gd name="connsiteX21" fmla="*/ 130287 w 234034"/>
                <a:gd name="connsiteY21" fmla="*/ 197040 h 219558"/>
                <a:gd name="connsiteX22" fmla="*/ 118224 w 234034"/>
                <a:gd name="connsiteY22" fmla="*/ 208299 h 219558"/>
                <a:gd name="connsiteX23" fmla="*/ 106160 w 234034"/>
                <a:gd name="connsiteY23" fmla="*/ 197040 h 219558"/>
                <a:gd name="connsiteX24" fmla="*/ 103747 w 234034"/>
                <a:gd name="connsiteY24" fmla="*/ 193823 h 219558"/>
                <a:gd name="connsiteX25" fmla="*/ 101335 w 234034"/>
                <a:gd name="connsiteY25" fmla="*/ 190606 h 219558"/>
                <a:gd name="connsiteX26" fmla="*/ 87663 w 234034"/>
                <a:gd name="connsiteY26" fmla="*/ 180955 h 219558"/>
                <a:gd name="connsiteX27" fmla="*/ 23323 w 234034"/>
                <a:gd name="connsiteY27" fmla="*/ 180955 h 219558"/>
                <a:gd name="connsiteX28" fmla="*/ 12064 w 234034"/>
                <a:gd name="connsiteY28" fmla="*/ 169695 h 219558"/>
                <a:gd name="connsiteX29" fmla="*/ 12064 w 234034"/>
                <a:gd name="connsiteY29" fmla="*/ 23323 h 219558"/>
                <a:gd name="connsiteX30" fmla="*/ 24127 w 234034"/>
                <a:gd name="connsiteY30" fmla="*/ 12064 h 219558"/>
                <a:gd name="connsiteX31" fmla="*/ 210712 w 234034"/>
                <a:gd name="connsiteY31" fmla="*/ 12064 h 219558"/>
                <a:gd name="connsiteX32" fmla="*/ 222776 w 234034"/>
                <a:gd name="connsiteY32" fmla="*/ 23323 h 219558"/>
                <a:gd name="connsiteX33" fmla="*/ 222776 w 234034"/>
                <a:gd name="connsiteY33" fmla="*/ 168891 h 219558"/>
                <a:gd name="connsiteX34" fmla="*/ 43429 w 234034"/>
                <a:gd name="connsiteY34" fmla="*/ 100530 h 219558"/>
                <a:gd name="connsiteX35" fmla="*/ 56297 w 234034"/>
                <a:gd name="connsiteY35" fmla="*/ 113398 h 219558"/>
                <a:gd name="connsiteX36" fmla="*/ 69165 w 234034"/>
                <a:gd name="connsiteY36" fmla="*/ 100530 h 219558"/>
                <a:gd name="connsiteX37" fmla="*/ 56297 w 234034"/>
                <a:gd name="connsiteY37" fmla="*/ 87663 h 219558"/>
                <a:gd name="connsiteX38" fmla="*/ 43429 w 234034"/>
                <a:gd name="connsiteY38" fmla="*/ 100530 h 219558"/>
                <a:gd name="connsiteX39" fmla="*/ 103747 w 234034"/>
                <a:gd name="connsiteY39" fmla="*/ 100530 h 219558"/>
                <a:gd name="connsiteX40" fmla="*/ 116615 w 234034"/>
                <a:gd name="connsiteY40" fmla="*/ 113398 h 219558"/>
                <a:gd name="connsiteX41" fmla="*/ 129483 w 234034"/>
                <a:gd name="connsiteY41" fmla="*/ 100530 h 219558"/>
                <a:gd name="connsiteX42" fmla="*/ 116615 w 234034"/>
                <a:gd name="connsiteY42" fmla="*/ 87663 h 219558"/>
                <a:gd name="connsiteX43" fmla="*/ 103747 w 234034"/>
                <a:gd name="connsiteY43" fmla="*/ 100530 h 219558"/>
                <a:gd name="connsiteX44" fmla="*/ 163261 w 234034"/>
                <a:gd name="connsiteY44" fmla="*/ 100530 h 219558"/>
                <a:gd name="connsiteX45" fmla="*/ 176129 w 234034"/>
                <a:gd name="connsiteY45" fmla="*/ 113398 h 219558"/>
                <a:gd name="connsiteX46" fmla="*/ 188997 w 234034"/>
                <a:gd name="connsiteY46" fmla="*/ 100530 h 219558"/>
                <a:gd name="connsiteX47" fmla="*/ 176129 w 234034"/>
                <a:gd name="connsiteY47" fmla="*/ 87663 h 219558"/>
                <a:gd name="connsiteX48" fmla="*/ 163261 w 234034"/>
                <a:gd name="connsiteY48" fmla="*/ 100530 h 219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34034" h="219558">
                  <a:moveTo>
                    <a:pt x="209908" y="0"/>
                  </a:moveTo>
                  <a:lnTo>
                    <a:pt x="23323" y="0"/>
                  </a:lnTo>
                  <a:cubicBezTo>
                    <a:pt x="10455" y="0"/>
                    <a:pt x="0" y="10455"/>
                    <a:pt x="0" y="22519"/>
                  </a:cubicBezTo>
                  <a:lnTo>
                    <a:pt x="0" y="168891"/>
                  </a:lnTo>
                  <a:cubicBezTo>
                    <a:pt x="0" y="180955"/>
                    <a:pt x="10455" y="191410"/>
                    <a:pt x="23323" y="191410"/>
                  </a:cubicBezTo>
                  <a:lnTo>
                    <a:pt x="87663" y="191410"/>
                  </a:lnTo>
                  <a:cubicBezTo>
                    <a:pt x="87663" y="191410"/>
                    <a:pt x="89271" y="193019"/>
                    <a:pt x="91684" y="196235"/>
                  </a:cubicBezTo>
                  <a:cubicBezTo>
                    <a:pt x="92488" y="197040"/>
                    <a:pt x="93292" y="197844"/>
                    <a:pt x="94097" y="199452"/>
                  </a:cubicBezTo>
                  <a:cubicBezTo>
                    <a:pt x="94097" y="199452"/>
                    <a:pt x="95705" y="201865"/>
                    <a:pt x="96509" y="202669"/>
                  </a:cubicBezTo>
                  <a:cubicBezTo>
                    <a:pt x="103747" y="213929"/>
                    <a:pt x="109377" y="219559"/>
                    <a:pt x="118224" y="219559"/>
                  </a:cubicBezTo>
                  <a:cubicBezTo>
                    <a:pt x="127071" y="219559"/>
                    <a:pt x="133504" y="213929"/>
                    <a:pt x="140743" y="202669"/>
                  </a:cubicBezTo>
                  <a:cubicBezTo>
                    <a:pt x="146372" y="193823"/>
                    <a:pt x="147981" y="191410"/>
                    <a:pt x="147981" y="191410"/>
                  </a:cubicBezTo>
                  <a:lnTo>
                    <a:pt x="210712" y="191410"/>
                  </a:lnTo>
                  <a:cubicBezTo>
                    <a:pt x="223580" y="191410"/>
                    <a:pt x="234035" y="180955"/>
                    <a:pt x="234035" y="168891"/>
                  </a:cubicBezTo>
                  <a:lnTo>
                    <a:pt x="234035" y="22519"/>
                  </a:lnTo>
                  <a:cubicBezTo>
                    <a:pt x="233231" y="9651"/>
                    <a:pt x="222776" y="0"/>
                    <a:pt x="209908" y="0"/>
                  </a:cubicBezTo>
                  <a:close/>
                  <a:moveTo>
                    <a:pt x="221971" y="168891"/>
                  </a:moveTo>
                  <a:cubicBezTo>
                    <a:pt x="221971" y="175325"/>
                    <a:pt x="217146" y="180151"/>
                    <a:pt x="210712" y="180151"/>
                  </a:cubicBezTo>
                  <a:lnTo>
                    <a:pt x="147177" y="180151"/>
                  </a:lnTo>
                  <a:cubicBezTo>
                    <a:pt x="145568" y="180151"/>
                    <a:pt x="144764" y="180151"/>
                    <a:pt x="143155" y="180955"/>
                  </a:cubicBezTo>
                  <a:cubicBezTo>
                    <a:pt x="140743" y="182563"/>
                    <a:pt x="138330" y="184172"/>
                    <a:pt x="135917" y="188193"/>
                  </a:cubicBezTo>
                  <a:cubicBezTo>
                    <a:pt x="135113" y="189802"/>
                    <a:pt x="130287" y="197040"/>
                    <a:pt x="130287" y="197040"/>
                  </a:cubicBezTo>
                  <a:cubicBezTo>
                    <a:pt x="125462" y="205082"/>
                    <a:pt x="121441" y="208299"/>
                    <a:pt x="118224" y="208299"/>
                  </a:cubicBezTo>
                  <a:cubicBezTo>
                    <a:pt x="115007" y="208299"/>
                    <a:pt x="111790" y="205082"/>
                    <a:pt x="106160" y="197040"/>
                  </a:cubicBezTo>
                  <a:cubicBezTo>
                    <a:pt x="105356" y="196235"/>
                    <a:pt x="104552" y="193823"/>
                    <a:pt x="103747" y="193823"/>
                  </a:cubicBezTo>
                  <a:cubicBezTo>
                    <a:pt x="102943" y="192214"/>
                    <a:pt x="102139" y="191410"/>
                    <a:pt x="101335" y="190606"/>
                  </a:cubicBezTo>
                  <a:cubicBezTo>
                    <a:pt x="96509" y="184172"/>
                    <a:pt x="93292" y="180955"/>
                    <a:pt x="87663" y="180955"/>
                  </a:cubicBezTo>
                  <a:lnTo>
                    <a:pt x="23323" y="180955"/>
                  </a:lnTo>
                  <a:cubicBezTo>
                    <a:pt x="16889" y="180955"/>
                    <a:pt x="12064" y="176129"/>
                    <a:pt x="12064" y="169695"/>
                  </a:cubicBezTo>
                  <a:lnTo>
                    <a:pt x="12064" y="23323"/>
                  </a:lnTo>
                  <a:cubicBezTo>
                    <a:pt x="12064" y="16889"/>
                    <a:pt x="17693" y="12064"/>
                    <a:pt x="24127" y="12064"/>
                  </a:cubicBezTo>
                  <a:lnTo>
                    <a:pt x="210712" y="12064"/>
                  </a:lnTo>
                  <a:cubicBezTo>
                    <a:pt x="217146" y="12064"/>
                    <a:pt x="222776" y="16889"/>
                    <a:pt x="222776" y="23323"/>
                  </a:cubicBezTo>
                  <a:lnTo>
                    <a:pt x="222776" y="168891"/>
                  </a:lnTo>
                  <a:close/>
                  <a:moveTo>
                    <a:pt x="43429" y="100530"/>
                  </a:moveTo>
                  <a:cubicBezTo>
                    <a:pt x="43429" y="107637"/>
                    <a:pt x="49190" y="113398"/>
                    <a:pt x="56297" y="113398"/>
                  </a:cubicBezTo>
                  <a:cubicBezTo>
                    <a:pt x="63404" y="113398"/>
                    <a:pt x="69165" y="107637"/>
                    <a:pt x="69165" y="100530"/>
                  </a:cubicBezTo>
                  <a:cubicBezTo>
                    <a:pt x="69165" y="93424"/>
                    <a:pt x="63404" y="87663"/>
                    <a:pt x="56297" y="87663"/>
                  </a:cubicBezTo>
                  <a:cubicBezTo>
                    <a:pt x="49190" y="87663"/>
                    <a:pt x="43429" y="93424"/>
                    <a:pt x="43429" y="100530"/>
                  </a:cubicBezTo>
                  <a:close/>
                  <a:moveTo>
                    <a:pt x="103747" y="100530"/>
                  </a:moveTo>
                  <a:cubicBezTo>
                    <a:pt x="103747" y="107637"/>
                    <a:pt x="109509" y="113398"/>
                    <a:pt x="116615" y="113398"/>
                  </a:cubicBezTo>
                  <a:cubicBezTo>
                    <a:pt x="123722" y="113398"/>
                    <a:pt x="129483" y="107637"/>
                    <a:pt x="129483" y="100530"/>
                  </a:cubicBezTo>
                  <a:cubicBezTo>
                    <a:pt x="129483" y="93424"/>
                    <a:pt x="123722" y="87663"/>
                    <a:pt x="116615" y="87663"/>
                  </a:cubicBezTo>
                  <a:cubicBezTo>
                    <a:pt x="109509" y="87663"/>
                    <a:pt x="103747" y="93424"/>
                    <a:pt x="103747" y="100530"/>
                  </a:cubicBezTo>
                  <a:close/>
                  <a:moveTo>
                    <a:pt x="163261" y="100530"/>
                  </a:moveTo>
                  <a:cubicBezTo>
                    <a:pt x="163261" y="107637"/>
                    <a:pt x="169023" y="113398"/>
                    <a:pt x="176129" y="113398"/>
                  </a:cubicBezTo>
                  <a:cubicBezTo>
                    <a:pt x="183236" y="113398"/>
                    <a:pt x="188997" y="107637"/>
                    <a:pt x="188997" y="100530"/>
                  </a:cubicBezTo>
                  <a:cubicBezTo>
                    <a:pt x="188997" y="93424"/>
                    <a:pt x="183236" y="87663"/>
                    <a:pt x="176129" y="87663"/>
                  </a:cubicBezTo>
                  <a:cubicBezTo>
                    <a:pt x="169023" y="87663"/>
                    <a:pt x="163261" y="93424"/>
                    <a:pt x="163261" y="100530"/>
                  </a:cubicBezTo>
                  <a:close/>
                </a:path>
              </a:pathLst>
            </a:custGeom>
            <a:solidFill>
              <a:schemeClr val="tx1"/>
            </a:solidFill>
            <a:ln w="6350" cap="flat">
              <a:solidFill>
                <a:schemeClr val="tx1"/>
              </a:solidFill>
              <a:prstDash val="solid"/>
              <a:miter/>
            </a:ln>
          </p:spPr>
          <p:txBody>
            <a:bodyPr rtlCol="0" anchor="ctr"/>
            <a:lstStyle/>
            <a:p>
              <a:endParaRPr lang="zh-CN" altLang="en-US"/>
            </a:p>
          </p:txBody>
        </p:sp>
      </p:grpSp>
    </p:spTree>
    <p:extLst>
      <p:ext uri="{BB962C8B-B14F-4D97-AF65-F5344CB8AC3E}">
        <p14:creationId xmlns:p14="http://schemas.microsoft.com/office/powerpoint/2010/main" val="628211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79" name="菱形 78">
            <a:extLst>
              <a:ext uri="{FF2B5EF4-FFF2-40B4-BE49-F238E27FC236}">
                <a16:creationId xmlns:a16="http://schemas.microsoft.com/office/drawing/2014/main" id="{B2330C1D-7D9B-A9AE-1726-18591D8FE97F}"/>
              </a:ext>
            </a:extLst>
          </p:cNvPr>
          <p:cNvSpPr/>
          <p:nvPr/>
        </p:nvSpPr>
        <p:spPr>
          <a:xfrm>
            <a:off x="733480" y="2020013"/>
            <a:ext cx="10725040" cy="2435556"/>
          </a:xfrm>
          <a:prstGeom prst="diamond">
            <a:avLst/>
          </a:prstGeom>
          <a:gradFill>
            <a:gsLst>
              <a:gs pos="21000">
                <a:schemeClr val="accent1">
                  <a:alpha val="0"/>
                </a:schemeClr>
              </a:gs>
              <a:gs pos="100000">
                <a:schemeClr val="accent1">
                  <a:alpha val="1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 name="菱形 59">
            <a:extLst>
              <a:ext uri="{FF2B5EF4-FFF2-40B4-BE49-F238E27FC236}">
                <a16:creationId xmlns:a16="http://schemas.microsoft.com/office/drawing/2014/main" id="{9C130601-7974-03DD-452D-EDBDE062B0D2}"/>
              </a:ext>
            </a:extLst>
          </p:cNvPr>
          <p:cNvSpPr/>
          <p:nvPr/>
        </p:nvSpPr>
        <p:spPr>
          <a:xfrm>
            <a:off x="1161794" y="1936000"/>
            <a:ext cx="9868412" cy="2241024"/>
          </a:xfrm>
          <a:prstGeom prst="diamond">
            <a:avLst/>
          </a:prstGeom>
          <a:gradFill>
            <a:gsLst>
              <a:gs pos="21000">
                <a:schemeClr val="accent1">
                  <a:alpha val="0"/>
                </a:schemeClr>
              </a:gs>
              <a:gs pos="100000">
                <a:schemeClr val="accent1">
                  <a:alpha val="14000"/>
                </a:schemeClr>
              </a:gs>
            </a:gsLst>
            <a:lin ang="5400000" scaled="1"/>
          </a:gradFill>
          <a:ln>
            <a:gradFill>
              <a:gsLst>
                <a:gs pos="2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企业用户关系模型</a:t>
            </a:r>
            <a:endParaRPr lang="en-US" altLang="zh-CN" dirty="0"/>
          </a:p>
        </p:txBody>
      </p:sp>
      <p:sp>
        <p:nvSpPr>
          <p:cNvPr id="189" name="菱形 188">
            <a:extLst>
              <a:ext uri="{FF2B5EF4-FFF2-40B4-BE49-F238E27FC236}">
                <a16:creationId xmlns:a16="http://schemas.microsoft.com/office/drawing/2014/main" id="{F74D4B7B-3470-78F4-1E2C-7E3F679078F5}"/>
              </a:ext>
            </a:extLst>
          </p:cNvPr>
          <p:cNvSpPr/>
          <p:nvPr/>
        </p:nvSpPr>
        <p:spPr>
          <a:xfrm>
            <a:off x="3479993" y="1888914"/>
            <a:ext cx="5232014" cy="1298602"/>
          </a:xfrm>
          <a:prstGeom prst="diamond">
            <a:avLst/>
          </a:prstGeom>
          <a:noFill/>
          <a:ln w="22225" cap="rnd">
            <a:gradFill>
              <a:gsLst>
                <a:gs pos="17000">
                  <a:schemeClr val="accent2">
                    <a:alpha val="0"/>
                  </a:schemeClr>
                </a:gs>
                <a:gs pos="100000">
                  <a:schemeClr val="accent2"/>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190" name="菱形 189">
            <a:extLst>
              <a:ext uri="{FF2B5EF4-FFF2-40B4-BE49-F238E27FC236}">
                <a16:creationId xmlns:a16="http://schemas.microsoft.com/office/drawing/2014/main" id="{8279CD95-85D3-1017-9B17-28DE97DE5F19}"/>
              </a:ext>
            </a:extLst>
          </p:cNvPr>
          <p:cNvSpPr/>
          <p:nvPr/>
        </p:nvSpPr>
        <p:spPr>
          <a:xfrm>
            <a:off x="3270250" y="1731534"/>
            <a:ext cx="5651500" cy="1403497"/>
          </a:xfrm>
          <a:prstGeom prst="diamond">
            <a:avLst/>
          </a:prstGeom>
          <a:gradFill>
            <a:gsLst>
              <a:gs pos="0">
                <a:schemeClr val="accent2">
                  <a:alpha val="0"/>
                </a:schemeClr>
              </a:gs>
              <a:gs pos="96000">
                <a:schemeClr val="accent2">
                  <a:alpha val="17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191" name="菱形 190">
            <a:extLst>
              <a:ext uri="{FF2B5EF4-FFF2-40B4-BE49-F238E27FC236}">
                <a16:creationId xmlns:a16="http://schemas.microsoft.com/office/drawing/2014/main" id="{9BB85EE7-6760-766B-85F2-81672A1B985B}"/>
              </a:ext>
            </a:extLst>
          </p:cNvPr>
          <p:cNvSpPr/>
          <p:nvPr/>
        </p:nvSpPr>
        <p:spPr>
          <a:xfrm>
            <a:off x="3286757" y="1676003"/>
            <a:ext cx="5618486" cy="1403497"/>
          </a:xfrm>
          <a:prstGeom prst="diamond">
            <a:avLst/>
          </a:prstGeom>
          <a:gradFill>
            <a:gsLst>
              <a:gs pos="21000">
                <a:schemeClr val="accent2">
                  <a:alpha val="0"/>
                </a:schemeClr>
              </a:gs>
              <a:gs pos="100000">
                <a:schemeClr val="accent2">
                  <a:alpha val="19000"/>
                </a:schemeClr>
              </a:gs>
            </a:gsLst>
            <a:lin ang="5400000" scaled="1"/>
          </a:gradFill>
          <a:ln>
            <a:gradFill>
              <a:gsLst>
                <a:gs pos="18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椭圆 54">
            <a:extLst>
              <a:ext uri="{FF2B5EF4-FFF2-40B4-BE49-F238E27FC236}">
                <a16:creationId xmlns:a16="http://schemas.microsoft.com/office/drawing/2014/main" id="{D4D1D95B-C4D6-F44C-B1DC-F46B00004750}"/>
              </a:ext>
            </a:extLst>
          </p:cNvPr>
          <p:cNvSpPr/>
          <p:nvPr/>
        </p:nvSpPr>
        <p:spPr>
          <a:xfrm>
            <a:off x="2706054" y="1802397"/>
            <a:ext cx="993909" cy="993907"/>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t>用户</a:t>
            </a:r>
          </a:p>
        </p:txBody>
      </p:sp>
      <p:sp>
        <p:nvSpPr>
          <p:cNvPr id="59" name="椭圆 58">
            <a:extLst>
              <a:ext uri="{FF2B5EF4-FFF2-40B4-BE49-F238E27FC236}">
                <a16:creationId xmlns:a16="http://schemas.microsoft.com/office/drawing/2014/main" id="{955FF657-419E-61D7-CC2C-7F31CA0C70B1}"/>
              </a:ext>
            </a:extLst>
          </p:cNvPr>
          <p:cNvSpPr/>
          <p:nvPr/>
        </p:nvSpPr>
        <p:spPr>
          <a:xfrm>
            <a:off x="8179767" y="1802398"/>
            <a:ext cx="993909" cy="993907"/>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t>企业</a:t>
            </a:r>
          </a:p>
        </p:txBody>
      </p:sp>
      <p:sp>
        <p:nvSpPr>
          <p:cNvPr id="62" name="菱形 61">
            <a:extLst>
              <a:ext uri="{FF2B5EF4-FFF2-40B4-BE49-F238E27FC236}">
                <a16:creationId xmlns:a16="http://schemas.microsoft.com/office/drawing/2014/main" id="{9B0C6379-E386-32FD-845E-37F270F58788}"/>
              </a:ext>
            </a:extLst>
          </p:cNvPr>
          <p:cNvSpPr/>
          <p:nvPr/>
        </p:nvSpPr>
        <p:spPr>
          <a:xfrm>
            <a:off x="1392767" y="3653531"/>
            <a:ext cx="9406466" cy="2349732"/>
          </a:xfrm>
          <a:prstGeom prst="diamond">
            <a:avLst/>
          </a:prstGeom>
          <a:gradFill>
            <a:gsLst>
              <a:gs pos="21000">
                <a:schemeClr val="accent1">
                  <a:alpha val="0"/>
                </a:schemeClr>
              </a:gs>
              <a:gs pos="100000">
                <a:schemeClr val="accent1">
                  <a:alpha val="1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01" name="组合 200">
            <a:extLst>
              <a:ext uri="{FF2B5EF4-FFF2-40B4-BE49-F238E27FC236}">
                <a16:creationId xmlns:a16="http://schemas.microsoft.com/office/drawing/2014/main" id="{4740956A-EC90-8A7D-F048-E5C74EA47AD9}"/>
              </a:ext>
            </a:extLst>
          </p:cNvPr>
          <p:cNvGrpSpPr/>
          <p:nvPr/>
        </p:nvGrpSpPr>
        <p:grpSpPr>
          <a:xfrm>
            <a:off x="4020909" y="2854420"/>
            <a:ext cx="792486" cy="792483"/>
            <a:chOff x="2492898" y="4172276"/>
            <a:chExt cx="932728" cy="932728"/>
          </a:xfrm>
        </p:grpSpPr>
        <p:sp>
          <p:nvSpPr>
            <p:cNvPr id="194" name="椭圆 193">
              <a:extLst>
                <a:ext uri="{FF2B5EF4-FFF2-40B4-BE49-F238E27FC236}">
                  <a16:creationId xmlns:a16="http://schemas.microsoft.com/office/drawing/2014/main" id="{EA270B6C-26A8-81F6-0D71-B8C6E72D433D}"/>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b="1" dirty="0">
                <a:solidFill>
                  <a:schemeClr val="tx1"/>
                </a:solidFill>
                <a:latin typeface="+mj-ea"/>
                <a:ea typeface="+mj-ea"/>
              </a:endParaRPr>
            </a:p>
          </p:txBody>
        </p:sp>
        <p:sp>
          <p:nvSpPr>
            <p:cNvPr id="200" name="椭圆 199">
              <a:extLst>
                <a:ext uri="{FF2B5EF4-FFF2-40B4-BE49-F238E27FC236}">
                  <a16:creationId xmlns:a16="http://schemas.microsoft.com/office/drawing/2014/main" id="{E1551E0C-E010-7537-DD58-EB5F5FA00E53}"/>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400" b="1" dirty="0">
                  <a:solidFill>
                    <a:schemeClr val="tx1"/>
                  </a:solidFill>
                  <a:latin typeface="+mj-ea"/>
                  <a:ea typeface="+mj-ea"/>
                </a:rPr>
                <a:t>渠道共生</a:t>
              </a:r>
            </a:p>
          </p:txBody>
        </p:sp>
      </p:grpSp>
      <p:grpSp>
        <p:nvGrpSpPr>
          <p:cNvPr id="205" name="组合 204">
            <a:extLst>
              <a:ext uri="{FF2B5EF4-FFF2-40B4-BE49-F238E27FC236}">
                <a16:creationId xmlns:a16="http://schemas.microsoft.com/office/drawing/2014/main" id="{FCDA7D38-EDBD-1F5A-6DAD-17AF77A5FFD5}"/>
              </a:ext>
            </a:extLst>
          </p:cNvPr>
          <p:cNvGrpSpPr/>
          <p:nvPr/>
        </p:nvGrpSpPr>
        <p:grpSpPr>
          <a:xfrm>
            <a:off x="5699757" y="3256007"/>
            <a:ext cx="792486" cy="796800"/>
            <a:chOff x="2492898" y="4172276"/>
            <a:chExt cx="932728" cy="937808"/>
          </a:xfrm>
        </p:grpSpPr>
        <p:sp>
          <p:nvSpPr>
            <p:cNvPr id="206" name="椭圆 205">
              <a:extLst>
                <a:ext uri="{FF2B5EF4-FFF2-40B4-BE49-F238E27FC236}">
                  <a16:creationId xmlns:a16="http://schemas.microsoft.com/office/drawing/2014/main" id="{7CE468ED-9D7D-2EC8-52BB-BD599687D8F2}"/>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b="1" dirty="0">
                <a:solidFill>
                  <a:schemeClr val="tx1"/>
                </a:solidFill>
                <a:latin typeface="+mj-ea"/>
                <a:ea typeface="+mj-ea"/>
              </a:endParaRPr>
            </a:p>
          </p:txBody>
        </p:sp>
        <p:sp>
          <p:nvSpPr>
            <p:cNvPr id="207" name="椭圆 206">
              <a:extLst>
                <a:ext uri="{FF2B5EF4-FFF2-40B4-BE49-F238E27FC236}">
                  <a16:creationId xmlns:a16="http://schemas.microsoft.com/office/drawing/2014/main" id="{5F430E4B-1FCB-37CF-DF4E-FEF3AC06FD73}"/>
                </a:ext>
              </a:extLst>
            </p:cNvPr>
            <p:cNvSpPr/>
            <p:nvPr/>
          </p:nvSpPr>
          <p:spPr>
            <a:xfrm>
              <a:off x="2492898" y="417735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400" b="1" dirty="0">
                  <a:solidFill>
                    <a:schemeClr val="tx1"/>
                  </a:solidFill>
                  <a:latin typeface="+mj-ea"/>
                  <a:ea typeface="+mj-ea"/>
                </a:rPr>
                <a:t>连接共生</a:t>
              </a:r>
            </a:p>
          </p:txBody>
        </p:sp>
      </p:grpSp>
      <p:grpSp>
        <p:nvGrpSpPr>
          <p:cNvPr id="211" name="组合 210">
            <a:extLst>
              <a:ext uri="{FF2B5EF4-FFF2-40B4-BE49-F238E27FC236}">
                <a16:creationId xmlns:a16="http://schemas.microsoft.com/office/drawing/2014/main" id="{207B2C5C-55CE-723E-732B-0EACB34A54E9}"/>
              </a:ext>
            </a:extLst>
          </p:cNvPr>
          <p:cNvGrpSpPr/>
          <p:nvPr/>
        </p:nvGrpSpPr>
        <p:grpSpPr>
          <a:xfrm>
            <a:off x="7411927" y="2854423"/>
            <a:ext cx="792486" cy="796800"/>
            <a:chOff x="2492898" y="4172276"/>
            <a:chExt cx="932728" cy="937808"/>
          </a:xfrm>
        </p:grpSpPr>
        <p:sp>
          <p:nvSpPr>
            <p:cNvPr id="212" name="椭圆 211">
              <a:extLst>
                <a:ext uri="{FF2B5EF4-FFF2-40B4-BE49-F238E27FC236}">
                  <a16:creationId xmlns:a16="http://schemas.microsoft.com/office/drawing/2014/main" id="{D3134981-4CEC-F165-6A5F-FCA64A96DF33}"/>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b="1" dirty="0">
                <a:solidFill>
                  <a:schemeClr val="tx1"/>
                </a:solidFill>
                <a:latin typeface="+mj-ea"/>
                <a:ea typeface="+mj-ea"/>
              </a:endParaRPr>
            </a:p>
          </p:txBody>
        </p:sp>
        <p:sp>
          <p:nvSpPr>
            <p:cNvPr id="213" name="椭圆 212">
              <a:extLst>
                <a:ext uri="{FF2B5EF4-FFF2-40B4-BE49-F238E27FC236}">
                  <a16:creationId xmlns:a16="http://schemas.microsoft.com/office/drawing/2014/main" id="{20D6E874-A845-9CA1-1CA4-9B680E7CA125}"/>
                </a:ext>
              </a:extLst>
            </p:cNvPr>
            <p:cNvSpPr/>
            <p:nvPr/>
          </p:nvSpPr>
          <p:spPr>
            <a:xfrm>
              <a:off x="2492898" y="417735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400" b="1" dirty="0">
                  <a:solidFill>
                    <a:schemeClr val="tx1"/>
                  </a:solidFill>
                  <a:latin typeface="+mj-ea"/>
                  <a:ea typeface="+mj-ea"/>
                </a:rPr>
                <a:t>数据共生</a:t>
              </a:r>
            </a:p>
          </p:txBody>
        </p:sp>
      </p:grpSp>
      <p:sp>
        <p:nvSpPr>
          <p:cNvPr id="131" name="菱形 130">
            <a:extLst>
              <a:ext uri="{FF2B5EF4-FFF2-40B4-BE49-F238E27FC236}">
                <a16:creationId xmlns:a16="http://schemas.microsoft.com/office/drawing/2014/main" id="{4D47107F-8DAF-E373-4AC9-07FDAB011E48}"/>
              </a:ext>
            </a:extLst>
          </p:cNvPr>
          <p:cNvSpPr/>
          <p:nvPr/>
        </p:nvSpPr>
        <p:spPr>
          <a:xfrm>
            <a:off x="1267838" y="3854116"/>
            <a:ext cx="9656324" cy="2349732"/>
          </a:xfrm>
          <a:prstGeom prst="diamond">
            <a:avLst/>
          </a:prstGeom>
          <a:gradFill>
            <a:gsLst>
              <a:gs pos="40000">
                <a:schemeClr val="accent1">
                  <a:alpha val="0"/>
                </a:schemeClr>
              </a:gs>
              <a:gs pos="100000">
                <a:schemeClr val="accent1">
                  <a:alpha val="14000"/>
                </a:schemeClr>
              </a:gs>
            </a:gsLst>
            <a:lin ang="5400000" scaled="1"/>
          </a:gradFill>
          <a:ln>
            <a:gradFill>
              <a:gsLst>
                <a:gs pos="44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2" name="椭圆 131">
            <a:extLst>
              <a:ext uri="{FF2B5EF4-FFF2-40B4-BE49-F238E27FC236}">
                <a16:creationId xmlns:a16="http://schemas.microsoft.com/office/drawing/2014/main" id="{8EB54AD9-010B-3520-5D2F-DFE1A222F3CC}"/>
              </a:ext>
            </a:extLst>
          </p:cNvPr>
          <p:cNvSpPr/>
          <p:nvPr/>
        </p:nvSpPr>
        <p:spPr>
          <a:xfrm>
            <a:off x="4817535" y="1209207"/>
            <a:ext cx="2556930" cy="2556930"/>
          </a:xfrm>
          <a:prstGeom prst="ellipse">
            <a:avLst/>
          </a:prstGeom>
          <a:gradFill flip="none" rotWithShape="1">
            <a:gsLst>
              <a:gs pos="0">
                <a:schemeClr val="accent2">
                  <a:alpha val="61000"/>
                </a:schemeClr>
              </a:gs>
              <a:gs pos="47000">
                <a:schemeClr val="accent2">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a:p>
        </p:txBody>
      </p:sp>
      <p:sp>
        <p:nvSpPr>
          <p:cNvPr id="5" name="文本框 4">
            <a:extLst>
              <a:ext uri="{FF2B5EF4-FFF2-40B4-BE49-F238E27FC236}">
                <a16:creationId xmlns:a16="http://schemas.microsoft.com/office/drawing/2014/main" id="{5CF11186-9238-11A7-FB98-D9E4D838218C}"/>
              </a:ext>
            </a:extLst>
          </p:cNvPr>
          <p:cNvSpPr txBox="1"/>
          <p:nvPr/>
        </p:nvSpPr>
        <p:spPr>
          <a:xfrm>
            <a:off x="5212042" y="1737386"/>
            <a:ext cx="1767916" cy="461665"/>
          </a:xfrm>
          <a:prstGeom prst="rect">
            <a:avLst/>
          </a:prstGeom>
          <a:noFill/>
        </p:spPr>
        <p:txBody>
          <a:bodyPr wrap="square">
            <a:spAutoFit/>
          </a:bodyPr>
          <a:lstStyle/>
          <a:p>
            <a:pPr algn="ctr"/>
            <a:r>
              <a:rPr lang="zh-CN" altLang="en-US" sz="2400" b="1" dirty="0">
                <a:solidFill>
                  <a:schemeClr val="accent2"/>
                </a:solidFill>
                <a:latin typeface="微软雅黑" panose="020B0503020204020204" pitchFamily="34" charset="-122"/>
                <a:ea typeface="微软雅黑" panose="020B0503020204020204" pitchFamily="34" charset="-122"/>
              </a:rPr>
              <a:t>企业和用户</a:t>
            </a:r>
          </a:p>
        </p:txBody>
      </p:sp>
      <p:sp>
        <p:nvSpPr>
          <p:cNvPr id="6" name="文本框 5">
            <a:extLst>
              <a:ext uri="{FF2B5EF4-FFF2-40B4-BE49-F238E27FC236}">
                <a16:creationId xmlns:a16="http://schemas.microsoft.com/office/drawing/2014/main" id="{C851EBC7-DB3F-305D-326A-EB19A9AB2EFD}"/>
              </a:ext>
            </a:extLst>
          </p:cNvPr>
          <p:cNvSpPr txBox="1"/>
          <p:nvPr/>
        </p:nvSpPr>
        <p:spPr>
          <a:xfrm>
            <a:off x="5212042" y="2136652"/>
            <a:ext cx="1767916" cy="338554"/>
          </a:xfrm>
          <a:prstGeom prst="rect">
            <a:avLst/>
          </a:prstGeom>
          <a:noFill/>
        </p:spPr>
        <p:txBody>
          <a:bodyPr wrap="square">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关系相互依存</a:t>
            </a:r>
          </a:p>
        </p:txBody>
      </p:sp>
      <p:sp>
        <p:nvSpPr>
          <p:cNvPr id="80" name="椭圆 79">
            <a:extLst>
              <a:ext uri="{FF2B5EF4-FFF2-40B4-BE49-F238E27FC236}">
                <a16:creationId xmlns:a16="http://schemas.microsoft.com/office/drawing/2014/main" id="{E986C8C8-E2EE-5912-E42F-EF8A1C6E3303}"/>
              </a:ext>
            </a:extLst>
          </p:cNvPr>
          <p:cNvSpPr/>
          <p:nvPr/>
        </p:nvSpPr>
        <p:spPr>
          <a:xfrm>
            <a:off x="1538835" y="4093510"/>
            <a:ext cx="524304" cy="217638"/>
          </a:xfrm>
          <a:prstGeom prst="ellipse">
            <a:avLst/>
          </a:prstGeom>
          <a:noFill/>
          <a:ln w="9525" cap="rnd" cmpd="sng" algn="ctr">
            <a:gradFill>
              <a:gsLst>
                <a:gs pos="15000">
                  <a:schemeClr val="accent1">
                    <a:alpha val="0"/>
                  </a:schemeClr>
                </a:gs>
                <a:gs pos="100000">
                  <a:schemeClr val="accent1"/>
                </a:gs>
              </a:gsLst>
              <a:lin ang="5400000" scaled="1"/>
            </a:gradFill>
            <a:prstDash val="sysDash"/>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81" name="椭圆 80">
            <a:extLst>
              <a:ext uri="{FF2B5EF4-FFF2-40B4-BE49-F238E27FC236}">
                <a16:creationId xmlns:a16="http://schemas.microsoft.com/office/drawing/2014/main" id="{5C27DFBC-DDC6-8A6B-EF4C-A6A30095CFC7}"/>
              </a:ext>
            </a:extLst>
          </p:cNvPr>
          <p:cNvSpPr/>
          <p:nvPr/>
        </p:nvSpPr>
        <p:spPr>
          <a:xfrm>
            <a:off x="2951263" y="4451399"/>
            <a:ext cx="524304" cy="217638"/>
          </a:xfrm>
          <a:prstGeom prst="ellipse">
            <a:avLst/>
          </a:prstGeom>
          <a:noFill/>
          <a:ln w="9525" cap="rnd" cmpd="sng" algn="ctr">
            <a:gradFill>
              <a:gsLst>
                <a:gs pos="15000">
                  <a:schemeClr val="accent1">
                    <a:alpha val="0"/>
                  </a:schemeClr>
                </a:gs>
                <a:gs pos="100000">
                  <a:schemeClr val="accent1"/>
                </a:gs>
              </a:gsLst>
              <a:lin ang="5400000" scaled="1"/>
            </a:gradFill>
            <a:prstDash val="sysDash"/>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82" name="椭圆 81">
            <a:extLst>
              <a:ext uri="{FF2B5EF4-FFF2-40B4-BE49-F238E27FC236}">
                <a16:creationId xmlns:a16="http://schemas.microsoft.com/office/drawing/2014/main" id="{B090507F-6E86-CA9A-F77E-20054FDD61A5}"/>
              </a:ext>
            </a:extLst>
          </p:cNvPr>
          <p:cNvSpPr/>
          <p:nvPr/>
        </p:nvSpPr>
        <p:spPr>
          <a:xfrm>
            <a:off x="4292823" y="4784163"/>
            <a:ext cx="524304" cy="217638"/>
          </a:xfrm>
          <a:prstGeom prst="ellipse">
            <a:avLst/>
          </a:prstGeom>
          <a:noFill/>
          <a:ln w="9525" cap="rnd" cmpd="sng" algn="ctr">
            <a:gradFill>
              <a:gsLst>
                <a:gs pos="15000">
                  <a:schemeClr val="accent1">
                    <a:alpha val="0"/>
                  </a:schemeClr>
                </a:gs>
                <a:gs pos="100000">
                  <a:schemeClr val="accent1"/>
                </a:gs>
              </a:gsLst>
              <a:lin ang="5400000" scaled="1"/>
            </a:gradFill>
            <a:prstDash val="sysDash"/>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83" name="椭圆 82">
            <a:extLst>
              <a:ext uri="{FF2B5EF4-FFF2-40B4-BE49-F238E27FC236}">
                <a16:creationId xmlns:a16="http://schemas.microsoft.com/office/drawing/2014/main" id="{D62B4847-9B60-5A8B-732E-17D54C4142A6}"/>
              </a:ext>
            </a:extLst>
          </p:cNvPr>
          <p:cNvSpPr/>
          <p:nvPr/>
        </p:nvSpPr>
        <p:spPr>
          <a:xfrm>
            <a:off x="5833848" y="5151639"/>
            <a:ext cx="524304" cy="217638"/>
          </a:xfrm>
          <a:prstGeom prst="ellipse">
            <a:avLst/>
          </a:prstGeom>
          <a:noFill/>
          <a:ln w="9525" cap="rnd" cmpd="sng" algn="ctr">
            <a:gradFill>
              <a:gsLst>
                <a:gs pos="15000">
                  <a:schemeClr val="accent1">
                    <a:alpha val="0"/>
                  </a:schemeClr>
                </a:gs>
                <a:gs pos="100000">
                  <a:schemeClr val="accent1"/>
                </a:gs>
              </a:gsLst>
              <a:lin ang="5400000" scaled="1"/>
            </a:gradFill>
            <a:prstDash val="sysDash"/>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84" name="椭圆 83">
            <a:extLst>
              <a:ext uri="{FF2B5EF4-FFF2-40B4-BE49-F238E27FC236}">
                <a16:creationId xmlns:a16="http://schemas.microsoft.com/office/drawing/2014/main" id="{271413D4-D9C1-762D-F5C1-8B92C5B4FB71}"/>
              </a:ext>
            </a:extLst>
          </p:cNvPr>
          <p:cNvSpPr/>
          <p:nvPr/>
        </p:nvSpPr>
        <p:spPr>
          <a:xfrm>
            <a:off x="7387276" y="4784163"/>
            <a:ext cx="524304" cy="217638"/>
          </a:xfrm>
          <a:prstGeom prst="ellipse">
            <a:avLst/>
          </a:prstGeom>
          <a:noFill/>
          <a:ln w="9525" cap="rnd" cmpd="sng" algn="ctr">
            <a:gradFill>
              <a:gsLst>
                <a:gs pos="15000">
                  <a:schemeClr val="accent1">
                    <a:alpha val="0"/>
                  </a:schemeClr>
                </a:gs>
                <a:gs pos="100000">
                  <a:schemeClr val="accent1"/>
                </a:gs>
              </a:gsLst>
              <a:lin ang="5400000" scaled="1"/>
            </a:gradFill>
            <a:prstDash val="sysDash"/>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85" name="椭圆 84">
            <a:extLst>
              <a:ext uri="{FF2B5EF4-FFF2-40B4-BE49-F238E27FC236}">
                <a16:creationId xmlns:a16="http://schemas.microsoft.com/office/drawing/2014/main" id="{5515DE63-6D9A-E0EF-0E69-1686BFFC621C}"/>
              </a:ext>
            </a:extLst>
          </p:cNvPr>
          <p:cNvSpPr/>
          <p:nvPr/>
        </p:nvSpPr>
        <p:spPr>
          <a:xfrm>
            <a:off x="8740226" y="4451399"/>
            <a:ext cx="524304" cy="217638"/>
          </a:xfrm>
          <a:prstGeom prst="ellipse">
            <a:avLst/>
          </a:prstGeom>
          <a:noFill/>
          <a:ln w="9525" cap="rnd" cmpd="sng" algn="ctr">
            <a:gradFill>
              <a:gsLst>
                <a:gs pos="15000">
                  <a:schemeClr val="accent1">
                    <a:alpha val="0"/>
                  </a:schemeClr>
                </a:gs>
                <a:gs pos="100000">
                  <a:schemeClr val="accent1"/>
                </a:gs>
              </a:gsLst>
              <a:lin ang="5400000" scaled="1"/>
            </a:gradFill>
            <a:prstDash val="sysDash"/>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86" name="椭圆 85">
            <a:extLst>
              <a:ext uri="{FF2B5EF4-FFF2-40B4-BE49-F238E27FC236}">
                <a16:creationId xmlns:a16="http://schemas.microsoft.com/office/drawing/2014/main" id="{303D8918-1A41-79CB-9296-5C83AFAC0E00}"/>
              </a:ext>
            </a:extLst>
          </p:cNvPr>
          <p:cNvSpPr/>
          <p:nvPr/>
        </p:nvSpPr>
        <p:spPr>
          <a:xfrm>
            <a:off x="10113043" y="4095280"/>
            <a:ext cx="524304" cy="217638"/>
          </a:xfrm>
          <a:prstGeom prst="ellipse">
            <a:avLst/>
          </a:prstGeom>
          <a:noFill/>
          <a:ln w="9525" cap="rnd" cmpd="sng" algn="ctr">
            <a:gradFill>
              <a:gsLst>
                <a:gs pos="15000">
                  <a:schemeClr val="accent1">
                    <a:alpha val="0"/>
                  </a:schemeClr>
                </a:gs>
                <a:gs pos="100000">
                  <a:schemeClr val="accent1"/>
                </a:gs>
              </a:gsLst>
              <a:lin ang="5400000" scaled="1"/>
            </a:gradFill>
            <a:prstDash val="sysDash"/>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50" name="椭圆 49">
            <a:extLst>
              <a:ext uri="{FF2B5EF4-FFF2-40B4-BE49-F238E27FC236}">
                <a16:creationId xmlns:a16="http://schemas.microsoft.com/office/drawing/2014/main" id="{5EBD8590-F6F9-4B78-DD4F-7BA54E967208}"/>
              </a:ext>
            </a:extLst>
          </p:cNvPr>
          <p:cNvSpPr/>
          <p:nvPr/>
        </p:nvSpPr>
        <p:spPr>
          <a:xfrm>
            <a:off x="1476987" y="3845650"/>
            <a:ext cx="648000" cy="418412"/>
          </a:xfrm>
          <a:prstGeom prst="ellipse">
            <a:avLst/>
          </a:prstGeom>
          <a:gradFill>
            <a:gsLst>
              <a:gs pos="21000">
                <a:schemeClr val="accent1">
                  <a:alpha val="0"/>
                </a:schemeClr>
              </a:gs>
              <a:gs pos="100000">
                <a:schemeClr val="accent1">
                  <a:alpha val="43000"/>
                </a:schemeClr>
              </a:gs>
            </a:gsLst>
            <a:lin ang="5400000" scaled="1"/>
          </a:gradFill>
          <a:ln w="12700" cap="rnd" cmpd="sng" algn="ctr">
            <a:gradFill>
              <a:gsLst>
                <a:gs pos="15000">
                  <a:schemeClr val="accent1">
                    <a:alpha val="0"/>
                  </a:schemeClr>
                </a:gs>
                <a:gs pos="100000">
                  <a:schemeClr val="accent1"/>
                </a:gs>
              </a:gsLst>
              <a:lin ang="5400000" scaled="1"/>
            </a:gradFill>
            <a:prstDash val="solid"/>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63" name="椭圆 62">
            <a:extLst>
              <a:ext uri="{FF2B5EF4-FFF2-40B4-BE49-F238E27FC236}">
                <a16:creationId xmlns:a16="http://schemas.microsoft.com/office/drawing/2014/main" id="{BAB921D4-F22E-0EDE-1304-A9A4E2D3DF16}"/>
              </a:ext>
            </a:extLst>
          </p:cNvPr>
          <p:cNvSpPr/>
          <p:nvPr/>
        </p:nvSpPr>
        <p:spPr>
          <a:xfrm>
            <a:off x="2889415" y="4203539"/>
            <a:ext cx="648000" cy="418412"/>
          </a:xfrm>
          <a:prstGeom prst="ellipse">
            <a:avLst/>
          </a:prstGeom>
          <a:gradFill>
            <a:gsLst>
              <a:gs pos="21000">
                <a:schemeClr val="accent1">
                  <a:alpha val="0"/>
                </a:schemeClr>
              </a:gs>
              <a:gs pos="100000">
                <a:schemeClr val="accent1">
                  <a:alpha val="43000"/>
                </a:schemeClr>
              </a:gs>
            </a:gsLst>
            <a:lin ang="5400000" scaled="1"/>
          </a:gradFill>
          <a:ln w="12700" cap="rnd" cmpd="sng" algn="ctr">
            <a:gradFill>
              <a:gsLst>
                <a:gs pos="15000">
                  <a:schemeClr val="accent1">
                    <a:alpha val="0"/>
                  </a:schemeClr>
                </a:gs>
                <a:gs pos="100000">
                  <a:schemeClr val="accent1"/>
                </a:gs>
              </a:gsLst>
              <a:lin ang="5400000" scaled="1"/>
            </a:gradFill>
            <a:prstDash val="solid"/>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65" name="椭圆 64">
            <a:extLst>
              <a:ext uri="{FF2B5EF4-FFF2-40B4-BE49-F238E27FC236}">
                <a16:creationId xmlns:a16="http://schemas.microsoft.com/office/drawing/2014/main" id="{54C0842A-E160-6D9F-592E-4F2C54365662}"/>
              </a:ext>
            </a:extLst>
          </p:cNvPr>
          <p:cNvSpPr/>
          <p:nvPr/>
        </p:nvSpPr>
        <p:spPr>
          <a:xfrm>
            <a:off x="4230975" y="4536303"/>
            <a:ext cx="648000" cy="418412"/>
          </a:xfrm>
          <a:prstGeom prst="ellipse">
            <a:avLst/>
          </a:prstGeom>
          <a:gradFill>
            <a:gsLst>
              <a:gs pos="21000">
                <a:schemeClr val="accent1">
                  <a:alpha val="0"/>
                </a:schemeClr>
              </a:gs>
              <a:gs pos="100000">
                <a:schemeClr val="accent1">
                  <a:alpha val="43000"/>
                </a:schemeClr>
              </a:gs>
            </a:gsLst>
            <a:lin ang="5400000" scaled="1"/>
          </a:gradFill>
          <a:ln w="12700" cap="rnd" cmpd="sng" algn="ctr">
            <a:gradFill>
              <a:gsLst>
                <a:gs pos="15000">
                  <a:schemeClr val="accent1">
                    <a:alpha val="0"/>
                  </a:schemeClr>
                </a:gs>
                <a:gs pos="100000">
                  <a:schemeClr val="accent1"/>
                </a:gs>
              </a:gsLst>
              <a:lin ang="5400000" scaled="1"/>
            </a:gradFill>
            <a:prstDash val="solid"/>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69" name="椭圆 68">
            <a:extLst>
              <a:ext uri="{FF2B5EF4-FFF2-40B4-BE49-F238E27FC236}">
                <a16:creationId xmlns:a16="http://schemas.microsoft.com/office/drawing/2014/main" id="{E2FFFA68-42C3-5A3E-741F-BF5474B98241}"/>
              </a:ext>
            </a:extLst>
          </p:cNvPr>
          <p:cNvSpPr/>
          <p:nvPr/>
        </p:nvSpPr>
        <p:spPr>
          <a:xfrm>
            <a:off x="5772000" y="4903779"/>
            <a:ext cx="648000" cy="418412"/>
          </a:xfrm>
          <a:prstGeom prst="ellipse">
            <a:avLst/>
          </a:prstGeom>
          <a:gradFill>
            <a:gsLst>
              <a:gs pos="21000">
                <a:schemeClr val="accent1">
                  <a:alpha val="0"/>
                </a:schemeClr>
              </a:gs>
              <a:gs pos="100000">
                <a:schemeClr val="accent1">
                  <a:alpha val="43000"/>
                </a:schemeClr>
              </a:gs>
            </a:gsLst>
            <a:lin ang="5400000" scaled="1"/>
          </a:gradFill>
          <a:ln w="12700" cap="rnd" cmpd="sng" algn="ctr">
            <a:gradFill>
              <a:gsLst>
                <a:gs pos="15000">
                  <a:schemeClr val="accent1">
                    <a:alpha val="0"/>
                  </a:schemeClr>
                </a:gs>
                <a:gs pos="100000">
                  <a:schemeClr val="accent1"/>
                </a:gs>
              </a:gsLst>
              <a:lin ang="5400000" scaled="1"/>
            </a:gradFill>
            <a:prstDash val="solid"/>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73" name="椭圆 72">
            <a:extLst>
              <a:ext uri="{FF2B5EF4-FFF2-40B4-BE49-F238E27FC236}">
                <a16:creationId xmlns:a16="http://schemas.microsoft.com/office/drawing/2014/main" id="{D1936740-AACE-4A9A-179F-803B21E72AB1}"/>
              </a:ext>
            </a:extLst>
          </p:cNvPr>
          <p:cNvSpPr/>
          <p:nvPr/>
        </p:nvSpPr>
        <p:spPr>
          <a:xfrm>
            <a:off x="7325428" y="4536303"/>
            <a:ext cx="648000" cy="418412"/>
          </a:xfrm>
          <a:prstGeom prst="ellipse">
            <a:avLst/>
          </a:prstGeom>
          <a:gradFill>
            <a:gsLst>
              <a:gs pos="21000">
                <a:schemeClr val="accent1">
                  <a:alpha val="0"/>
                </a:schemeClr>
              </a:gs>
              <a:gs pos="100000">
                <a:schemeClr val="accent1">
                  <a:alpha val="43000"/>
                </a:schemeClr>
              </a:gs>
            </a:gsLst>
            <a:lin ang="5400000" scaled="1"/>
          </a:gradFill>
          <a:ln w="12700" cap="rnd" cmpd="sng" algn="ctr">
            <a:gradFill>
              <a:gsLst>
                <a:gs pos="15000">
                  <a:schemeClr val="accent1">
                    <a:alpha val="0"/>
                  </a:schemeClr>
                </a:gs>
                <a:gs pos="100000">
                  <a:schemeClr val="accent1"/>
                </a:gs>
              </a:gsLst>
              <a:lin ang="5400000" scaled="1"/>
            </a:gradFill>
            <a:prstDash val="solid"/>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75" name="椭圆 74">
            <a:extLst>
              <a:ext uri="{FF2B5EF4-FFF2-40B4-BE49-F238E27FC236}">
                <a16:creationId xmlns:a16="http://schemas.microsoft.com/office/drawing/2014/main" id="{F998371E-EB84-086D-1A5C-2EBFC5D8171D}"/>
              </a:ext>
            </a:extLst>
          </p:cNvPr>
          <p:cNvSpPr/>
          <p:nvPr/>
        </p:nvSpPr>
        <p:spPr>
          <a:xfrm>
            <a:off x="8678378" y="4203539"/>
            <a:ext cx="648000" cy="418412"/>
          </a:xfrm>
          <a:prstGeom prst="ellipse">
            <a:avLst/>
          </a:prstGeom>
          <a:gradFill>
            <a:gsLst>
              <a:gs pos="21000">
                <a:schemeClr val="accent1">
                  <a:alpha val="0"/>
                </a:schemeClr>
              </a:gs>
              <a:gs pos="100000">
                <a:schemeClr val="accent1">
                  <a:alpha val="43000"/>
                </a:schemeClr>
              </a:gs>
            </a:gsLst>
            <a:lin ang="5400000" scaled="1"/>
          </a:gradFill>
          <a:ln w="12700" cap="rnd" cmpd="sng" algn="ctr">
            <a:gradFill>
              <a:gsLst>
                <a:gs pos="15000">
                  <a:schemeClr val="accent1">
                    <a:alpha val="0"/>
                  </a:schemeClr>
                </a:gs>
                <a:gs pos="100000">
                  <a:schemeClr val="accent1"/>
                </a:gs>
              </a:gsLst>
              <a:lin ang="5400000" scaled="1"/>
            </a:gradFill>
            <a:prstDash val="solid"/>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77" name="椭圆 76">
            <a:extLst>
              <a:ext uri="{FF2B5EF4-FFF2-40B4-BE49-F238E27FC236}">
                <a16:creationId xmlns:a16="http://schemas.microsoft.com/office/drawing/2014/main" id="{EEEC79C1-4800-8E30-199B-8708950384D6}"/>
              </a:ext>
            </a:extLst>
          </p:cNvPr>
          <p:cNvSpPr/>
          <p:nvPr/>
        </p:nvSpPr>
        <p:spPr>
          <a:xfrm>
            <a:off x="10051195" y="3847420"/>
            <a:ext cx="648000" cy="418412"/>
          </a:xfrm>
          <a:prstGeom prst="ellipse">
            <a:avLst/>
          </a:prstGeom>
          <a:gradFill>
            <a:gsLst>
              <a:gs pos="21000">
                <a:schemeClr val="accent1">
                  <a:alpha val="0"/>
                </a:schemeClr>
              </a:gs>
              <a:gs pos="100000">
                <a:schemeClr val="accent1">
                  <a:alpha val="43000"/>
                </a:schemeClr>
              </a:gs>
            </a:gsLst>
            <a:lin ang="5400000" scaled="1"/>
          </a:gradFill>
          <a:ln w="12700" cap="rnd" cmpd="sng" algn="ctr">
            <a:gradFill>
              <a:gsLst>
                <a:gs pos="15000">
                  <a:schemeClr val="accent1">
                    <a:alpha val="0"/>
                  </a:schemeClr>
                </a:gs>
                <a:gs pos="100000">
                  <a:schemeClr val="accent1"/>
                </a:gs>
              </a:gsLst>
              <a:lin ang="5400000" scaled="1"/>
            </a:gradFill>
            <a:prstDash val="solid"/>
            <a:miter lim="800000"/>
          </a:ln>
          <a:effectLst/>
        </p:spPr>
        <p:txBody>
          <a:bodyPr rtlCol="0" anchor="ctr"/>
          <a:lstStyle/>
          <a:p>
            <a:pPr algn="ctr" defTabSz="1919966"/>
            <a:endParaRPr lang="zh-CN" altLang="en-US" sz="3779" kern="0" dirty="0">
              <a:solidFill>
                <a:prstClr val="white"/>
              </a:solidFill>
              <a:latin typeface="Roboto Regular"/>
              <a:ea typeface="思源黑体 CN Regular"/>
            </a:endParaRPr>
          </a:p>
        </p:txBody>
      </p:sp>
      <p:sp>
        <p:nvSpPr>
          <p:cNvPr id="89" name="图形 87">
            <a:extLst>
              <a:ext uri="{FF2B5EF4-FFF2-40B4-BE49-F238E27FC236}">
                <a16:creationId xmlns:a16="http://schemas.microsoft.com/office/drawing/2014/main" id="{018D0DC2-EBF0-D4CE-2B58-3F167FAD33BC}"/>
              </a:ext>
            </a:extLst>
          </p:cNvPr>
          <p:cNvSpPr/>
          <p:nvPr/>
        </p:nvSpPr>
        <p:spPr>
          <a:xfrm>
            <a:off x="1660108" y="3764911"/>
            <a:ext cx="267224" cy="303828"/>
          </a:xfrm>
          <a:custGeom>
            <a:avLst/>
            <a:gdLst>
              <a:gd name="connsiteX0" fmla="*/ 824279 w 1648557"/>
              <a:gd name="connsiteY0" fmla="*/ 118989 h 1874373"/>
              <a:gd name="connsiteX1" fmla="*/ 109904 w 1648557"/>
              <a:gd name="connsiteY1" fmla="*/ 415876 h 1874373"/>
              <a:gd name="connsiteX2" fmla="*/ 109904 w 1648557"/>
              <a:gd name="connsiteY2" fmla="*/ 858789 h 1874373"/>
              <a:gd name="connsiteX3" fmla="*/ 824425 w 1648557"/>
              <a:gd name="connsiteY3" fmla="*/ 1761466 h 1874373"/>
              <a:gd name="connsiteX4" fmla="*/ 1538654 w 1648557"/>
              <a:gd name="connsiteY4" fmla="*/ 858789 h 1874373"/>
              <a:gd name="connsiteX5" fmla="*/ 1538654 w 1648557"/>
              <a:gd name="connsiteY5" fmla="*/ 415876 h 1874373"/>
              <a:gd name="connsiteX6" fmla="*/ 824279 w 1648557"/>
              <a:gd name="connsiteY6" fmla="*/ 118989 h 1874373"/>
              <a:gd name="connsiteX7" fmla="*/ 1033756 w 1648557"/>
              <a:gd name="connsiteY7" fmla="*/ 1107098 h 1874373"/>
              <a:gd name="connsiteX8" fmla="*/ 977485 w 1648557"/>
              <a:gd name="connsiteY8" fmla="*/ 1050827 h 1874373"/>
              <a:gd name="connsiteX9" fmla="*/ 899783 w 1648557"/>
              <a:gd name="connsiteY9" fmla="*/ 1052214 h 1874373"/>
              <a:gd name="connsiteX10" fmla="*/ 899819 w 1648557"/>
              <a:gd name="connsiteY10" fmla="*/ 1128566 h 1874373"/>
              <a:gd name="connsiteX11" fmla="*/ 941876 w 1648557"/>
              <a:gd name="connsiteY11" fmla="*/ 1170623 h 1874373"/>
              <a:gd name="connsiteX12" fmla="*/ 555784 w 1648557"/>
              <a:gd name="connsiteY12" fmla="*/ 1019887 h 1874373"/>
              <a:gd name="connsiteX13" fmla="*/ 706520 w 1648557"/>
              <a:gd name="connsiteY13" fmla="*/ 633795 h 1874373"/>
              <a:gd name="connsiteX14" fmla="*/ 1092612 w 1648557"/>
              <a:gd name="connsiteY14" fmla="*/ 784531 h 1874373"/>
              <a:gd name="connsiteX15" fmla="*/ 1033756 w 1648557"/>
              <a:gd name="connsiteY15" fmla="*/ 1107098 h 1874373"/>
              <a:gd name="connsiteX16" fmla="*/ 1111421 w 1648557"/>
              <a:gd name="connsiteY16" fmla="*/ 1184764 h 1874373"/>
              <a:gd name="connsiteX17" fmla="*/ 1106489 w 1648557"/>
              <a:gd name="connsiteY17" fmla="*/ 614884 h 1874373"/>
              <a:gd name="connsiteX18" fmla="*/ 536610 w 1648557"/>
              <a:gd name="connsiteY18" fmla="*/ 619816 h 1874373"/>
              <a:gd name="connsiteX19" fmla="*/ 541542 w 1648557"/>
              <a:gd name="connsiteY19" fmla="*/ 1189695 h 1874373"/>
              <a:gd name="connsiteX20" fmla="*/ 1023571 w 1648557"/>
              <a:gd name="connsiteY20" fmla="*/ 1252391 h 1874373"/>
              <a:gd name="connsiteX21" fmla="*/ 1081088 w 1648557"/>
              <a:gd name="connsiteY21" fmla="*/ 1309907 h 1874373"/>
              <a:gd name="connsiteX22" fmla="*/ 1158753 w 1648557"/>
              <a:gd name="connsiteY22" fmla="*/ 1307166 h 1874373"/>
              <a:gd name="connsiteX23" fmla="*/ 1158753 w 1648557"/>
              <a:gd name="connsiteY23" fmla="*/ 1232242 h 1874373"/>
              <a:gd name="connsiteX24" fmla="*/ 1111421 w 1648557"/>
              <a:gd name="connsiteY24" fmla="*/ 1184837 h 1874373"/>
              <a:gd name="connsiteX25" fmla="*/ 1648558 w 1648557"/>
              <a:gd name="connsiteY25" fmla="*/ 342607 h 1874373"/>
              <a:gd name="connsiteX26" fmla="*/ 1648558 w 1648557"/>
              <a:gd name="connsiteY26" fmla="*/ 858862 h 1874373"/>
              <a:gd name="connsiteX27" fmla="*/ 836442 w 1648557"/>
              <a:gd name="connsiteY27" fmla="*/ 1871589 h 1874373"/>
              <a:gd name="connsiteX28" fmla="*/ 824132 w 1648557"/>
              <a:gd name="connsiteY28" fmla="*/ 1874374 h 1874373"/>
              <a:gd name="connsiteX29" fmla="*/ 811896 w 1648557"/>
              <a:gd name="connsiteY29" fmla="*/ 1871589 h 1874373"/>
              <a:gd name="connsiteX30" fmla="*/ 0 w 1648557"/>
              <a:gd name="connsiteY30" fmla="*/ 858789 h 1874373"/>
              <a:gd name="connsiteX31" fmla="*/ 0 w 1648557"/>
              <a:gd name="connsiteY31" fmla="*/ 342534 h 1874373"/>
              <a:gd name="connsiteX32" fmla="*/ 824279 w 1648557"/>
              <a:gd name="connsiteY32" fmla="*/ 0 h 1874373"/>
              <a:gd name="connsiteX33" fmla="*/ 1648558 w 1648557"/>
              <a:gd name="connsiteY33" fmla="*/ 342534 h 187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48557" h="1874373">
                <a:moveTo>
                  <a:pt x="824279" y="118989"/>
                </a:moveTo>
                <a:lnTo>
                  <a:pt x="109904" y="415876"/>
                </a:lnTo>
                <a:lnTo>
                  <a:pt x="109904" y="858789"/>
                </a:lnTo>
                <a:cubicBezTo>
                  <a:pt x="109904" y="1273786"/>
                  <a:pt x="416243" y="1660867"/>
                  <a:pt x="824425" y="1761466"/>
                </a:cubicBezTo>
                <a:cubicBezTo>
                  <a:pt x="1232828" y="1662552"/>
                  <a:pt x="1538654" y="1275104"/>
                  <a:pt x="1538654" y="858789"/>
                </a:cubicBezTo>
                <a:lnTo>
                  <a:pt x="1538654" y="415876"/>
                </a:lnTo>
                <a:lnTo>
                  <a:pt x="824279" y="118989"/>
                </a:lnTo>
                <a:close/>
                <a:moveTo>
                  <a:pt x="1033756" y="1107098"/>
                </a:moveTo>
                <a:lnTo>
                  <a:pt x="977485" y="1050827"/>
                </a:lnTo>
                <a:cubicBezTo>
                  <a:pt x="955645" y="1029754"/>
                  <a:pt x="920857" y="1030375"/>
                  <a:pt x="899783" y="1052214"/>
                </a:cubicBezTo>
                <a:cubicBezTo>
                  <a:pt x="879226" y="1073519"/>
                  <a:pt x="879242" y="1107281"/>
                  <a:pt x="899819" y="1128566"/>
                </a:cubicBezTo>
                <a:lnTo>
                  <a:pt x="941876" y="1170623"/>
                </a:lnTo>
                <a:cubicBezTo>
                  <a:pt x="793635" y="1235614"/>
                  <a:pt x="620776" y="1168128"/>
                  <a:pt x="555784" y="1019887"/>
                </a:cubicBezTo>
                <a:cubicBezTo>
                  <a:pt x="490792" y="871646"/>
                  <a:pt x="558279" y="698787"/>
                  <a:pt x="706520" y="633795"/>
                </a:cubicBezTo>
                <a:cubicBezTo>
                  <a:pt x="854761" y="568803"/>
                  <a:pt x="1027620" y="636290"/>
                  <a:pt x="1092612" y="784531"/>
                </a:cubicBezTo>
                <a:cubicBezTo>
                  <a:pt x="1140603" y="893995"/>
                  <a:pt x="1117314" y="1021636"/>
                  <a:pt x="1033756" y="1107098"/>
                </a:cubicBezTo>
                <a:close/>
                <a:moveTo>
                  <a:pt x="1111421" y="1184764"/>
                </a:moveTo>
                <a:cubicBezTo>
                  <a:pt x="1267427" y="1026034"/>
                  <a:pt x="1265219" y="770890"/>
                  <a:pt x="1106489" y="614884"/>
                </a:cubicBezTo>
                <a:cubicBezTo>
                  <a:pt x="947759" y="458878"/>
                  <a:pt x="692616" y="461086"/>
                  <a:pt x="536610" y="619816"/>
                </a:cubicBezTo>
                <a:cubicBezTo>
                  <a:pt x="380604" y="778546"/>
                  <a:pt x="382812" y="1033689"/>
                  <a:pt x="541542" y="1189695"/>
                </a:cubicBezTo>
                <a:cubicBezTo>
                  <a:pt x="670109" y="1316056"/>
                  <a:pt x="866958" y="1341660"/>
                  <a:pt x="1023571" y="1252391"/>
                </a:cubicBezTo>
                <a:lnTo>
                  <a:pt x="1081088" y="1309907"/>
                </a:lnTo>
                <a:cubicBezTo>
                  <a:pt x="1103291" y="1330597"/>
                  <a:pt x="1138063" y="1329370"/>
                  <a:pt x="1158753" y="1307166"/>
                </a:cubicBezTo>
                <a:cubicBezTo>
                  <a:pt x="1178418" y="1286062"/>
                  <a:pt x="1178418" y="1253346"/>
                  <a:pt x="1158753" y="1232242"/>
                </a:cubicBezTo>
                <a:lnTo>
                  <a:pt x="1111421" y="1184837"/>
                </a:lnTo>
                <a:close/>
                <a:moveTo>
                  <a:pt x="1648558" y="342607"/>
                </a:moveTo>
                <a:lnTo>
                  <a:pt x="1648558" y="858862"/>
                </a:lnTo>
                <a:cubicBezTo>
                  <a:pt x="1648558" y="1330643"/>
                  <a:pt x="1301042" y="1766228"/>
                  <a:pt x="836442" y="1871589"/>
                </a:cubicBezTo>
                <a:lnTo>
                  <a:pt x="824132" y="1874374"/>
                </a:lnTo>
                <a:lnTo>
                  <a:pt x="811896" y="1871589"/>
                </a:lnTo>
                <a:cubicBezTo>
                  <a:pt x="347956" y="1764177"/>
                  <a:pt x="0" y="1329250"/>
                  <a:pt x="0" y="858789"/>
                </a:cubicBezTo>
                <a:lnTo>
                  <a:pt x="0" y="342534"/>
                </a:lnTo>
                <a:lnTo>
                  <a:pt x="824279" y="0"/>
                </a:lnTo>
                <a:lnTo>
                  <a:pt x="1648558" y="342534"/>
                </a:lnTo>
                <a:close/>
              </a:path>
            </a:pathLst>
          </a:custGeom>
          <a:solidFill>
            <a:schemeClr val="accent1"/>
          </a:solidFill>
          <a:ln w="1860" cap="flat">
            <a:noFill/>
            <a:prstDash val="solid"/>
            <a:miter/>
          </a:ln>
        </p:spPr>
        <p:txBody>
          <a:bodyPr rtlCol="0" anchor="ctr"/>
          <a:lstStyle/>
          <a:p>
            <a:endParaRPr lang="zh-CN" altLang="en-US"/>
          </a:p>
        </p:txBody>
      </p:sp>
      <p:sp>
        <p:nvSpPr>
          <p:cNvPr id="52" name="文本框 51">
            <a:extLst>
              <a:ext uri="{FF2B5EF4-FFF2-40B4-BE49-F238E27FC236}">
                <a16:creationId xmlns:a16="http://schemas.microsoft.com/office/drawing/2014/main" id="{3A758357-763E-41A7-6090-CBB599AA2B47}"/>
              </a:ext>
            </a:extLst>
          </p:cNvPr>
          <p:cNvSpPr txBox="1"/>
          <p:nvPr/>
        </p:nvSpPr>
        <p:spPr>
          <a:xfrm>
            <a:off x="1174414" y="4353811"/>
            <a:ext cx="1253148" cy="307777"/>
          </a:xfrm>
          <a:prstGeom prst="rect">
            <a:avLst/>
          </a:prstGeom>
          <a:noFill/>
        </p:spPr>
        <p:txBody>
          <a:bodyPr wrap="square">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产品质量</a:t>
            </a:r>
          </a:p>
        </p:txBody>
      </p:sp>
      <p:sp>
        <p:nvSpPr>
          <p:cNvPr id="64" name="文本框 63">
            <a:extLst>
              <a:ext uri="{FF2B5EF4-FFF2-40B4-BE49-F238E27FC236}">
                <a16:creationId xmlns:a16="http://schemas.microsoft.com/office/drawing/2014/main" id="{3D0C3733-883E-667C-E831-1BAC8E06D837}"/>
              </a:ext>
            </a:extLst>
          </p:cNvPr>
          <p:cNvSpPr txBox="1"/>
          <p:nvPr/>
        </p:nvSpPr>
        <p:spPr>
          <a:xfrm>
            <a:off x="2586842" y="4709930"/>
            <a:ext cx="1253148" cy="307777"/>
          </a:xfrm>
          <a:prstGeom prst="rect">
            <a:avLst/>
          </a:prstGeom>
          <a:noFill/>
        </p:spPr>
        <p:txBody>
          <a:bodyPr wrap="square">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服务优</a:t>
            </a:r>
          </a:p>
        </p:txBody>
      </p:sp>
      <p:sp>
        <p:nvSpPr>
          <p:cNvPr id="66" name="文本框 65">
            <a:extLst>
              <a:ext uri="{FF2B5EF4-FFF2-40B4-BE49-F238E27FC236}">
                <a16:creationId xmlns:a16="http://schemas.microsoft.com/office/drawing/2014/main" id="{9D2C9BEA-80CD-033D-A737-EBC0ABB2332C}"/>
              </a:ext>
            </a:extLst>
          </p:cNvPr>
          <p:cNvSpPr txBox="1"/>
          <p:nvPr/>
        </p:nvSpPr>
        <p:spPr>
          <a:xfrm>
            <a:off x="3928402" y="5042694"/>
            <a:ext cx="1253148" cy="307777"/>
          </a:xfrm>
          <a:prstGeom prst="rect">
            <a:avLst/>
          </a:prstGeom>
          <a:noFill/>
        </p:spPr>
        <p:txBody>
          <a:bodyPr wrap="square">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信任度</a:t>
            </a:r>
          </a:p>
        </p:txBody>
      </p:sp>
      <p:sp>
        <p:nvSpPr>
          <p:cNvPr id="70" name="文本框 69">
            <a:extLst>
              <a:ext uri="{FF2B5EF4-FFF2-40B4-BE49-F238E27FC236}">
                <a16:creationId xmlns:a16="http://schemas.microsoft.com/office/drawing/2014/main" id="{CDFE194A-04DB-9C29-7047-024A0116BC42}"/>
              </a:ext>
            </a:extLst>
          </p:cNvPr>
          <p:cNvSpPr txBox="1"/>
          <p:nvPr/>
        </p:nvSpPr>
        <p:spPr>
          <a:xfrm>
            <a:off x="5469426" y="5410170"/>
            <a:ext cx="1253148" cy="307777"/>
          </a:xfrm>
          <a:prstGeom prst="rect">
            <a:avLst/>
          </a:prstGeom>
          <a:noFill/>
        </p:spPr>
        <p:txBody>
          <a:bodyPr wrap="square">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沟通畅</a:t>
            </a:r>
          </a:p>
        </p:txBody>
      </p:sp>
      <p:sp>
        <p:nvSpPr>
          <p:cNvPr id="74" name="文本框 73">
            <a:extLst>
              <a:ext uri="{FF2B5EF4-FFF2-40B4-BE49-F238E27FC236}">
                <a16:creationId xmlns:a16="http://schemas.microsoft.com/office/drawing/2014/main" id="{400E4AA6-1BD3-312E-D67A-503FA9D45C27}"/>
              </a:ext>
            </a:extLst>
          </p:cNvPr>
          <p:cNvSpPr txBox="1"/>
          <p:nvPr/>
        </p:nvSpPr>
        <p:spPr>
          <a:xfrm>
            <a:off x="7022854" y="5042694"/>
            <a:ext cx="1253148" cy="307777"/>
          </a:xfrm>
          <a:prstGeom prst="rect">
            <a:avLst/>
          </a:prstGeom>
          <a:noFill/>
        </p:spPr>
        <p:txBody>
          <a:bodyPr wrap="square">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响应快</a:t>
            </a:r>
          </a:p>
        </p:txBody>
      </p:sp>
      <p:sp>
        <p:nvSpPr>
          <p:cNvPr id="76" name="文本框 75">
            <a:extLst>
              <a:ext uri="{FF2B5EF4-FFF2-40B4-BE49-F238E27FC236}">
                <a16:creationId xmlns:a16="http://schemas.microsoft.com/office/drawing/2014/main" id="{2951221E-6E2F-A705-E385-280DC65A2A86}"/>
              </a:ext>
            </a:extLst>
          </p:cNvPr>
          <p:cNvSpPr txBox="1"/>
          <p:nvPr/>
        </p:nvSpPr>
        <p:spPr>
          <a:xfrm>
            <a:off x="8375805" y="4709930"/>
            <a:ext cx="1253148" cy="307777"/>
          </a:xfrm>
          <a:prstGeom prst="rect">
            <a:avLst/>
          </a:prstGeom>
          <a:noFill/>
        </p:spPr>
        <p:txBody>
          <a:bodyPr wrap="square">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品牌力</a:t>
            </a:r>
          </a:p>
        </p:txBody>
      </p:sp>
      <p:sp>
        <p:nvSpPr>
          <p:cNvPr id="78" name="文本框 77">
            <a:extLst>
              <a:ext uri="{FF2B5EF4-FFF2-40B4-BE49-F238E27FC236}">
                <a16:creationId xmlns:a16="http://schemas.microsoft.com/office/drawing/2014/main" id="{BFBFB49C-8E03-C1BC-A7F7-9F8214EB6872}"/>
              </a:ext>
            </a:extLst>
          </p:cNvPr>
          <p:cNvSpPr txBox="1"/>
          <p:nvPr/>
        </p:nvSpPr>
        <p:spPr>
          <a:xfrm>
            <a:off x="9748622" y="4353811"/>
            <a:ext cx="1253148" cy="307777"/>
          </a:xfrm>
          <a:prstGeom prst="rect">
            <a:avLst/>
          </a:prstGeom>
          <a:noFill/>
        </p:spPr>
        <p:txBody>
          <a:bodyPr wrap="square">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创新力</a:t>
            </a:r>
          </a:p>
        </p:txBody>
      </p:sp>
      <p:grpSp>
        <p:nvGrpSpPr>
          <p:cNvPr id="99" name="组合 98">
            <a:extLst>
              <a:ext uri="{FF2B5EF4-FFF2-40B4-BE49-F238E27FC236}">
                <a16:creationId xmlns:a16="http://schemas.microsoft.com/office/drawing/2014/main" id="{BFD807A2-3572-A176-7B5A-8636D9BD30BD}"/>
              </a:ext>
            </a:extLst>
          </p:cNvPr>
          <p:cNvGrpSpPr/>
          <p:nvPr/>
        </p:nvGrpSpPr>
        <p:grpSpPr>
          <a:xfrm rot="21274307">
            <a:off x="3078758" y="4229874"/>
            <a:ext cx="267648" cy="235082"/>
            <a:chOff x="1691153" y="3637722"/>
            <a:chExt cx="205139" cy="180180"/>
          </a:xfrm>
        </p:grpSpPr>
        <p:sp>
          <p:nvSpPr>
            <p:cNvPr id="97" name="任意多边形: 形状 96">
              <a:extLst>
                <a:ext uri="{FF2B5EF4-FFF2-40B4-BE49-F238E27FC236}">
                  <a16:creationId xmlns:a16="http://schemas.microsoft.com/office/drawing/2014/main" id="{ACF3E7A1-4739-DC98-AA90-347F792FB3FE}"/>
                </a:ext>
              </a:extLst>
            </p:cNvPr>
            <p:cNvSpPr/>
            <p:nvPr/>
          </p:nvSpPr>
          <p:spPr>
            <a:xfrm>
              <a:off x="1691153" y="3637722"/>
              <a:ext cx="205139" cy="180180"/>
            </a:xfrm>
            <a:custGeom>
              <a:avLst/>
              <a:gdLst>
                <a:gd name="connsiteX0" fmla="*/ 92050 w 205139"/>
                <a:gd name="connsiteY0" fmla="*/ 180181 h 180180"/>
                <a:gd name="connsiteX1" fmla="*/ 75975 w 205139"/>
                <a:gd name="connsiteY1" fmla="*/ 172639 h 180180"/>
                <a:gd name="connsiteX2" fmla="*/ 13031 w 205139"/>
                <a:gd name="connsiteY2" fmla="*/ 95916 h 180180"/>
                <a:gd name="connsiteX3" fmla="*/ 322 w 205139"/>
                <a:gd name="connsiteY3" fmla="*/ 53641 h 180180"/>
                <a:gd name="connsiteX4" fmla="*/ 21669 w 205139"/>
                <a:gd name="connsiteY4" fmla="*/ 14757 h 180180"/>
                <a:gd name="connsiteX5" fmla="*/ 24070 w 205139"/>
                <a:gd name="connsiteY5" fmla="*/ 12826 h 180180"/>
                <a:gd name="connsiteX6" fmla="*/ 66841 w 205139"/>
                <a:gd name="connsiteY6" fmla="*/ 326 h 180180"/>
                <a:gd name="connsiteX7" fmla="*/ 102828 w 205139"/>
                <a:gd name="connsiteY7" fmla="*/ 17732 h 180180"/>
                <a:gd name="connsiteX8" fmla="*/ 104967 w 205139"/>
                <a:gd name="connsiteY8" fmla="*/ 16036 h 180180"/>
                <a:gd name="connsiteX9" fmla="*/ 149409 w 205139"/>
                <a:gd name="connsiteY9" fmla="*/ 3954 h 180180"/>
                <a:gd name="connsiteX10" fmla="*/ 190641 w 205139"/>
                <a:gd name="connsiteY10" fmla="*/ 27023 h 180180"/>
                <a:gd name="connsiteX11" fmla="*/ 202541 w 205139"/>
                <a:gd name="connsiteY11" fmla="*/ 49309 h 180180"/>
                <a:gd name="connsiteX12" fmla="*/ 204811 w 205139"/>
                <a:gd name="connsiteY12" fmla="*/ 73291 h 180180"/>
                <a:gd name="connsiteX13" fmla="*/ 183673 w 205139"/>
                <a:gd name="connsiteY13" fmla="*/ 112200 h 180180"/>
                <a:gd name="connsiteX14" fmla="*/ 169007 w 205139"/>
                <a:gd name="connsiteY14" fmla="*/ 123943 h 180180"/>
                <a:gd name="connsiteX15" fmla="*/ 165954 w 205139"/>
                <a:gd name="connsiteY15" fmla="*/ 126971 h 180180"/>
                <a:gd name="connsiteX16" fmla="*/ 104994 w 205139"/>
                <a:gd name="connsiteY16" fmla="*/ 175640 h 180180"/>
                <a:gd name="connsiteX17" fmla="*/ 92050 w 205139"/>
                <a:gd name="connsiteY17" fmla="*/ 180181 h 180180"/>
                <a:gd name="connsiteX18" fmla="*/ 60735 w 205139"/>
                <a:gd name="connsiteY18" fmla="*/ 13061 h 180180"/>
                <a:gd name="connsiteX19" fmla="*/ 32238 w 205139"/>
                <a:gd name="connsiteY19" fmla="*/ 23004 h 180180"/>
                <a:gd name="connsiteX20" fmla="*/ 29837 w 205139"/>
                <a:gd name="connsiteY20" fmla="*/ 24935 h 180180"/>
                <a:gd name="connsiteX21" fmla="*/ 13318 w 205139"/>
                <a:gd name="connsiteY21" fmla="*/ 54971 h 180180"/>
                <a:gd name="connsiteX22" fmla="*/ 23130 w 205139"/>
                <a:gd name="connsiteY22" fmla="*/ 87618 h 180180"/>
                <a:gd name="connsiteX23" fmla="*/ 86074 w 205139"/>
                <a:gd name="connsiteY23" fmla="*/ 164340 h 180180"/>
                <a:gd name="connsiteX24" fmla="*/ 96852 w 205139"/>
                <a:gd name="connsiteY24" fmla="*/ 165436 h 180180"/>
                <a:gd name="connsiteX25" fmla="*/ 157812 w 205139"/>
                <a:gd name="connsiteY25" fmla="*/ 116741 h 180180"/>
                <a:gd name="connsiteX26" fmla="*/ 159143 w 205139"/>
                <a:gd name="connsiteY26" fmla="*/ 115384 h 180180"/>
                <a:gd name="connsiteX27" fmla="*/ 159639 w 205139"/>
                <a:gd name="connsiteY27" fmla="*/ 114732 h 180180"/>
                <a:gd name="connsiteX28" fmla="*/ 175531 w 205139"/>
                <a:gd name="connsiteY28" fmla="*/ 101997 h 180180"/>
                <a:gd name="connsiteX29" fmla="*/ 191841 w 205139"/>
                <a:gd name="connsiteY29" fmla="*/ 71908 h 180180"/>
                <a:gd name="connsiteX30" fmla="*/ 180568 w 205139"/>
                <a:gd name="connsiteY30" fmla="*/ 35269 h 180180"/>
                <a:gd name="connsiteX31" fmla="*/ 113109 w 205139"/>
                <a:gd name="connsiteY31" fmla="*/ 26214 h 180180"/>
                <a:gd name="connsiteX32" fmla="*/ 101079 w 205139"/>
                <a:gd name="connsiteY32" fmla="*/ 35843 h 180180"/>
                <a:gd name="connsiteX33" fmla="*/ 95990 w 205139"/>
                <a:gd name="connsiteY33" fmla="*/ 29632 h 180180"/>
                <a:gd name="connsiteX34" fmla="*/ 60735 w 205139"/>
                <a:gd name="connsiteY34" fmla="*/ 13061 h 180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05139" h="180180">
                  <a:moveTo>
                    <a:pt x="92050" y="180181"/>
                  </a:moveTo>
                  <a:cubicBezTo>
                    <a:pt x="86022" y="180181"/>
                    <a:pt x="80046" y="177597"/>
                    <a:pt x="75975" y="172639"/>
                  </a:cubicBezTo>
                  <a:lnTo>
                    <a:pt x="13031" y="95916"/>
                  </a:lnTo>
                  <a:cubicBezTo>
                    <a:pt x="3219" y="83964"/>
                    <a:pt x="-1296" y="68959"/>
                    <a:pt x="322" y="53641"/>
                  </a:cubicBezTo>
                  <a:cubicBezTo>
                    <a:pt x="1940" y="38270"/>
                    <a:pt x="9508" y="24465"/>
                    <a:pt x="21669" y="14757"/>
                  </a:cubicBezTo>
                  <a:lnTo>
                    <a:pt x="24070" y="12826"/>
                  </a:lnTo>
                  <a:cubicBezTo>
                    <a:pt x="36178" y="3145"/>
                    <a:pt x="51366" y="-1292"/>
                    <a:pt x="66841" y="326"/>
                  </a:cubicBezTo>
                  <a:cubicBezTo>
                    <a:pt x="80698" y="1762"/>
                    <a:pt x="93302" y="7894"/>
                    <a:pt x="102828" y="17732"/>
                  </a:cubicBezTo>
                  <a:lnTo>
                    <a:pt x="104967" y="16036"/>
                  </a:lnTo>
                  <a:cubicBezTo>
                    <a:pt x="117389" y="6120"/>
                    <a:pt x="133177" y="1814"/>
                    <a:pt x="149409" y="3954"/>
                  </a:cubicBezTo>
                  <a:cubicBezTo>
                    <a:pt x="165510" y="6067"/>
                    <a:pt x="180150" y="14262"/>
                    <a:pt x="190641" y="27023"/>
                  </a:cubicBezTo>
                  <a:cubicBezTo>
                    <a:pt x="196121" y="33703"/>
                    <a:pt x="200114" y="41193"/>
                    <a:pt x="202541" y="49309"/>
                  </a:cubicBezTo>
                  <a:cubicBezTo>
                    <a:pt x="204889" y="57164"/>
                    <a:pt x="205646" y="65253"/>
                    <a:pt x="204811" y="73291"/>
                  </a:cubicBezTo>
                  <a:cubicBezTo>
                    <a:pt x="203167" y="88818"/>
                    <a:pt x="195677" y="102623"/>
                    <a:pt x="183673" y="112200"/>
                  </a:cubicBezTo>
                  <a:lnTo>
                    <a:pt x="169007" y="123943"/>
                  </a:lnTo>
                  <a:cubicBezTo>
                    <a:pt x="168094" y="125039"/>
                    <a:pt x="167076" y="126057"/>
                    <a:pt x="165954" y="126971"/>
                  </a:cubicBezTo>
                  <a:lnTo>
                    <a:pt x="104994" y="175640"/>
                  </a:lnTo>
                  <a:cubicBezTo>
                    <a:pt x="101184" y="178693"/>
                    <a:pt x="96591" y="180181"/>
                    <a:pt x="92050" y="180181"/>
                  </a:cubicBezTo>
                  <a:close/>
                  <a:moveTo>
                    <a:pt x="60735" y="13061"/>
                  </a:moveTo>
                  <a:cubicBezTo>
                    <a:pt x="50714" y="13061"/>
                    <a:pt x="40614" y="16323"/>
                    <a:pt x="32238" y="23004"/>
                  </a:cubicBezTo>
                  <a:lnTo>
                    <a:pt x="29837" y="24935"/>
                  </a:lnTo>
                  <a:cubicBezTo>
                    <a:pt x="20442" y="32451"/>
                    <a:pt x="14571" y="43124"/>
                    <a:pt x="13318" y="54971"/>
                  </a:cubicBezTo>
                  <a:cubicBezTo>
                    <a:pt x="12065" y="66793"/>
                    <a:pt x="15562" y="78380"/>
                    <a:pt x="23130" y="87618"/>
                  </a:cubicBezTo>
                  <a:lnTo>
                    <a:pt x="86074" y="164340"/>
                  </a:lnTo>
                  <a:cubicBezTo>
                    <a:pt x="88736" y="167576"/>
                    <a:pt x="93563" y="168072"/>
                    <a:pt x="96852" y="165436"/>
                  </a:cubicBezTo>
                  <a:lnTo>
                    <a:pt x="157812" y="116741"/>
                  </a:lnTo>
                  <a:cubicBezTo>
                    <a:pt x="158308" y="116349"/>
                    <a:pt x="158751" y="115880"/>
                    <a:pt x="159143" y="115384"/>
                  </a:cubicBezTo>
                  <a:lnTo>
                    <a:pt x="159639" y="114732"/>
                  </a:lnTo>
                  <a:lnTo>
                    <a:pt x="175531" y="101997"/>
                  </a:lnTo>
                  <a:cubicBezTo>
                    <a:pt x="184769" y="94611"/>
                    <a:pt x="190563" y="83912"/>
                    <a:pt x="191841" y="71908"/>
                  </a:cubicBezTo>
                  <a:cubicBezTo>
                    <a:pt x="193224" y="58834"/>
                    <a:pt x="189206" y="45812"/>
                    <a:pt x="180568" y="35269"/>
                  </a:cubicBezTo>
                  <a:cubicBezTo>
                    <a:pt x="163344" y="14314"/>
                    <a:pt x="133099" y="10243"/>
                    <a:pt x="113109" y="26214"/>
                  </a:cubicBezTo>
                  <a:lnTo>
                    <a:pt x="101079" y="35843"/>
                  </a:lnTo>
                  <a:lnTo>
                    <a:pt x="95990" y="29632"/>
                  </a:lnTo>
                  <a:cubicBezTo>
                    <a:pt x="87039" y="18724"/>
                    <a:pt x="73939" y="13061"/>
                    <a:pt x="60735" y="13061"/>
                  </a:cubicBezTo>
                  <a:close/>
                </a:path>
              </a:pathLst>
            </a:custGeom>
            <a:solidFill>
              <a:schemeClr val="accent1"/>
            </a:solidFill>
            <a:ln w="260" cap="flat">
              <a:noFill/>
              <a:prstDash val="solid"/>
              <a:miter/>
            </a:ln>
          </p:spPr>
          <p:txBody>
            <a:bodyPr rtlCol="0" anchor="ctr"/>
            <a:lstStyle/>
            <a:p>
              <a:endParaRPr lang="zh-CN" altLang="en-US"/>
            </a:p>
          </p:txBody>
        </p:sp>
        <p:sp>
          <p:nvSpPr>
            <p:cNvPr id="98" name="任意多边形: 形状 97">
              <a:extLst>
                <a:ext uri="{FF2B5EF4-FFF2-40B4-BE49-F238E27FC236}">
                  <a16:creationId xmlns:a16="http://schemas.microsoft.com/office/drawing/2014/main" id="{179668DD-8F60-290E-942E-47E1D4C9CE02}"/>
                </a:ext>
              </a:extLst>
            </p:cNvPr>
            <p:cNvSpPr/>
            <p:nvPr/>
          </p:nvSpPr>
          <p:spPr>
            <a:xfrm>
              <a:off x="1725187" y="3670633"/>
              <a:ext cx="44889" cy="48547"/>
            </a:xfrm>
            <a:custGeom>
              <a:avLst/>
              <a:gdLst>
                <a:gd name="connsiteX0" fmla="*/ 1335 w 44889"/>
                <a:gd name="connsiteY0" fmla="*/ 48548 h 48547"/>
                <a:gd name="connsiteX1" fmla="*/ 917 w 44889"/>
                <a:gd name="connsiteY1" fmla="*/ 26601 h 48547"/>
                <a:gd name="connsiteX2" fmla="*/ 9085 w 44889"/>
                <a:gd name="connsiteY2" fmla="*/ 10787 h 48547"/>
                <a:gd name="connsiteX3" fmla="*/ 44889 w 44889"/>
                <a:gd name="connsiteY3" fmla="*/ 479 h 48547"/>
                <a:gd name="connsiteX4" fmla="*/ 41653 w 44889"/>
                <a:gd name="connsiteY4" fmla="*/ 21094 h 48547"/>
                <a:gd name="connsiteX5" fmla="*/ 41705 w 44889"/>
                <a:gd name="connsiteY5" fmla="*/ 21094 h 48547"/>
                <a:gd name="connsiteX6" fmla="*/ 24091 w 44889"/>
                <a:gd name="connsiteY6" fmla="*/ 25270 h 48547"/>
                <a:gd name="connsiteX7" fmla="*/ 21794 w 44889"/>
                <a:gd name="connsiteY7" fmla="*/ 44477 h 48547"/>
                <a:gd name="connsiteX8" fmla="*/ 1335 w 44889"/>
                <a:gd name="connsiteY8" fmla="*/ 48548 h 4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889" h="48547">
                  <a:moveTo>
                    <a:pt x="1335" y="48548"/>
                  </a:moveTo>
                  <a:cubicBezTo>
                    <a:pt x="-283" y="40327"/>
                    <a:pt x="-440" y="32942"/>
                    <a:pt x="917" y="26601"/>
                  </a:cubicBezTo>
                  <a:cubicBezTo>
                    <a:pt x="2248" y="20364"/>
                    <a:pt x="4988" y="15040"/>
                    <a:pt x="9085" y="10787"/>
                  </a:cubicBezTo>
                  <a:cubicBezTo>
                    <a:pt x="22003" y="-2653"/>
                    <a:pt x="42567" y="113"/>
                    <a:pt x="44889" y="479"/>
                  </a:cubicBezTo>
                  <a:lnTo>
                    <a:pt x="41653" y="21094"/>
                  </a:lnTo>
                  <a:lnTo>
                    <a:pt x="41705" y="21094"/>
                  </a:lnTo>
                  <a:cubicBezTo>
                    <a:pt x="38600" y="20651"/>
                    <a:pt x="28683" y="20442"/>
                    <a:pt x="24091" y="25270"/>
                  </a:cubicBezTo>
                  <a:cubicBezTo>
                    <a:pt x="19915" y="29680"/>
                    <a:pt x="20541" y="38135"/>
                    <a:pt x="21794" y="44477"/>
                  </a:cubicBezTo>
                  <a:lnTo>
                    <a:pt x="1335" y="48548"/>
                  </a:lnTo>
                  <a:close/>
                </a:path>
              </a:pathLst>
            </a:custGeom>
            <a:solidFill>
              <a:schemeClr val="accent1"/>
            </a:solidFill>
            <a:ln w="260" cap="flat">
              <a:noFill/>
              <a:prstDash val="solid"/>
              <a:miter/>
            </a:ln>
          </p:spPr>
          <p:txBody>
            <a:bodyPr rtlCol="0" anchor="ctr"/>
            <a:lstStyle/>
            <a:p>
              <a:endParaRPr lang="zh-CN" altLang="en-US"/>
            </a:p>
          </p:txBody>
        </p:sp>
      </p:grpSp>
      <p:grpSp>
        <p:nvGrpSpPr>
          <p:cNvPr id="106" name="组合 105">
            <a:extLst>
              <a:ext uri="{FF2B5EF4-FFF2-40B4-BE49-F238E27FC236}">
                <a16:creationId xmlns:a16="http://schemas.microsoft.com/office/drawing/2014/main" id="{3700FBEE-F4E4-8E01-EA1B-5DB18BFC8EFD}"/>
              </a:ext>
            </a:extLst>
          </p:cNvPr>
          <p:cNvGrpSpPr/>
          <p:nvPr/>
        </p:nvGrpSpPr>
        <p:grpSpPr>
          <a:xfrm>
            <a:off x="4421235" y="4491797"/>
            <a:ext cx="267480" cy="267146"/>
            <a:chOff x="3078925" y="4059247"/>
            <a:chExt cx="267480" cy="267146"/>
          </a:xfrm>
          <a:solidFill>
            <a:schemeClr val="accent1"/>
          </a:solidFill>
        </p:grpSpPr>
        <p:sp>
          <p:nvSpPr>
            <p:cNvPr id="103" name="任意多边形: 形状 102">
              <a:extLst>
                <a:ext uri="{FF2B5EF4-FFF2-40B4-BE49-F238E27FC236}">
                  <a16:creationId xmlns:a16="http://schemas.microsoft.com/office/drawing/2014/main" id="{AAA04DA6-DD74-2EDF-EC7C-740329A866B0}"/>
                </a:ext>
              </a:extLst>
            </p:cNvPr>
            <p:cNvSpPr/>
            <p:nvPr/>
          </p:nvSpPr>
          <p:spPr>
            <a:xfrm>
              <a:off x="3129075" y="4109147"/>
              <a:ext cx="100301" cy="16627"/>
            </a:xfrm>
            <a:custGeom>
              <a:avLst/>
              <a:gdLst>
                <a:gd name="connsiteX0" fmla="*/ 100301 w 100301"/>
                <a:gd name="connsiteY0" fmla="*/ 0 h 16627"/>
                <a:gd name="connsiteX1" fmla="*/ 0 w 100301"/>
                <a:gd name="connsiteY1" fmla="*/ 0 h 16627"/>
                <a:gd name="connsiteX2" fmla="*/ 0 w 100301"/>
                <a:gd name="connsiteY2" fmla="*/ 16628 h 16627"/>
                <a:gd name="connsiteX3" fmla="*/ 100301 w 100301"/>
                <a:gd name="connsiteY3" fmla="*/ 16628 h 16627"/>
                <a:gd name="connsiteX4" fmla="*/ 100301 w 100301"/>
                <a:gd name="connsiteY4" fmla="*/ 0 h 16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01" h="16627">
                  <a:moveTo>
                    <a:pt x="100301" y="0"/>
                  </a:moveTo>
                  <a:lnTo>
                    <a:pt x="0" y="0"/>
                  </a:lnTo>
                  <a:lnTo>
                    <a:pt x="0" y="16628"/>
                  </a:lnTo>
                  <a:lnTo>
                    <a:pt x="100301" y="16628"/>
                  </a:lnTo>
                  <a:lnTo>
                    <a:pt x="100301" y="0"/>
                  </a:lnTo>
                  <a:close/>
                </a:path>
              </a:pathLst>
            </a:custGeom>
            <a:grpFill/>
            <a:ln w="260" cap="flat">
              <a:noFill/>
              <a:prstDash val="solid"/>
              <a:miter/>
            </a:ln>
          </p:spPr>
          <p:txBody>
            <a:bodyPr rtlCol="0" anchor="ctr"/>
            <a:lstStyle/>
            <a:p>
              <a:endParaRPr lang="zh-CN" altLang="en-US"/>
            </a:p>
          </p:txBody>
        </p:sp>
        <p:sp>
          <p:nvSpPr>
            <p:cNvPr id="104" name="任意多边形: 形状 103">
              <a:extLst>
                <a:ext uri="{FF2B5EF4-FFF2-40B4-BE49-F238E27FC236}">
                  <a16:creationId xmlns:a16="http://schemas.microsoft.com/office/drawing/2014/main" id="{EDB44551-4840-38D6-B63E-5236B60F6729}"/>
                </a:ext>
              </a:extLst>
            </p:cNvPr>
            <p:cNvSpPr/>
            <p:nvPr/>
          </p:nvSpPr>
          <p:spPr>
            <a:xfrm>
              <a:off x="3078925" y="4059247"/>
              <a:ext cx="267480" cy="267146"/>
            </a:xfrm>
            <a:custGeom>
              <a:avLst/>
              <a:gdLst>
                <a:gd name="connsiteX0" fmla="*/ 200602 w 267480"/>
                <a:gd name="connsiteY0" fmla="*/ 99799 h 267146"/>
                <a:gd name="connsiteX1" fmla="*/ 200602 w 267480"/>
                <a:gd name="connsiteY1" fmla="*/ 0 h 267146"/>
                <a:gd name="connsiteX2" fmla="*/ 0 w 267480"/>
                <a:gd name="connsiteY2" fmla="*/ 0 h 267146"/>
                <a:gd name="connsiteX3" fmla="*/ 0 w 267480"/>
                <a:gd name="connsiteY3" fmla="*/ 232854 h 267146"/>
                <a:gd name="connsiteX4" fmla="*/ 135079 w 267480"/>
                <a:gd name="connsiteY4" fmla="*/ 232854 h 267146"/>
                <a:gd name="connsiteX5" fmla="*/ 156658 w 267480"/>
                <a:gd name="connsiteY5" fmla="*/ 249498 h 267146"/>
                <a:gd name="connsiteX6" fmla="*/ 192238 w 267480"/>
                <a:gd name="connsiteY6" fmla="*/ 267146 h 267146"/>
                <a:gd name="connsiteX7" fmla="*/ 227852 w 267480"/>
                <a:gd name="connsiteY7" fmla="*/ 249515 h 267146"/>
                <a:gd name="connsiteX8" fmla="*/ 256792 w 267480"/>
                <a:gd name="connsiteY8" fmla="*/ 223185 h 267146"/>
                <a:gd name="connsiteX9" fmla="*/ 267481 w 267480"/>
                <a:gd name="connsiteY9" fmla="*/ 185631 h 267146"/>
                <a:gd name="connsiteX10" fmla="*/ 267481 w 267480"/>
                <a:gd name="connsiteY10" fmla="*/ 99816 h 267146"/>
                <a:gd name="connsiteX11" fmla="*/ 200602 w 267480"/>
                <a:gd name="connsiteY11" fmla="*/ 99816 h 267146"/>
                <a:gd name="connsiteX12" fmla="*/ 16728 w 267480"/>
                <a:gd name="connsiteY12" fmla="*/ 216243 h 267146"/>
                <a:gd name="connsiteX13" fmla="*/ 16728 w 267480"/>
                <a:gd name="connsiteY13" fmla="*/ 16628 h 267146"/>
                <a:gd name="connsiteX14" fmla="*/ 183908 w 267480"/>
                <a:gd name="connsiteY14" fmla="*/ 16628 h 267146"/>
                <a:gd name="connsiteX15" fmla="*/ 183908 w 267480"/>
                <a:gd name="connsiteY15" fmla="*/ 99799 h 267146"/>
                <a:gd name="connsiteX16" fmla="*/ 50151 w 267480"/>
                <a:gd name="connsiteY16" fmla="*/ 99799 h 267146"/>
                <a:gd name="connsiteX17" fmla="*/ 50151 w 267480"/>
                <a:gd name="connsiteY17" fmla="*/ 116444 h 267146"/>
                <a:gd name="connsiteX18" fmla="*/ 117029 w 267480"/>
                <a:gd name="connsiteY18" fmla="*/ 116444 h 267146"/>
                <a:gd name="connsiteX19" fmla="*/ 117029 w 267480"/>
                <a:gd name="connsiteY19" fmla="*/ 149699 h 267146"/>
                <a:gd name="connsiteX20" fmla="*/ 50151 w 267480"/>
                <a:gd name="connsiteY20" fmla="*/ 149699 h 267146"/>
                <a:gd name="connsiteX21" fmla="*/ 50151 w 267480"/>
                <a:gd name="connsiteY21" fmla="*/ 166343 h 267146"/>
                <a:gd name="connsiteX22" fmla="*/ 117029 w 267480"/>
                <a:gd name="connsiteY22" fmla="*/ 166343 h 267146"/>
                <a:gd name="connsiteX23" fmla="*/ 117029 w 267480"/>
                <a:gd name="connsiteY23" fmla="*/ 185631 h 267146"/>
                <a:gd name="connsiteX24" fmla="*/ 124055 w 267480"/>
                <a:gd name="connsiteY24" fmla="*/ 216243 h 267146"/>
                <a:gd name="connsiteX25" fmla="*/ 16695 w 267480"/>
                <a:gd name="connsiteY25" fmla="*/ 216243 h 267146"/>
                <a:gd name="connsiteX26" fmla="*/ 250786 w 267480"/>
                <a:gd name="connsiteY26" fmla="*/ 185631 h 267146"/>
                <a:gd name="connsiteX27" fmla="*/ 242573 w 267480"/>
                <a:gd name="connsiteY27" fmla="*/ 214403 h 267146"/>
                <a:gd name="connsiteX28" fmla="*/ 220358 w 267480"/>
                <a:gd name="connsiteY28" fmla="*/ 234543 h 267146"/>
                <a:gd name="connsiteX29" fmla="*/ 192255 w 267480"/>
                <a:gd name="connsiteY29" fmla="*/ 248511 h 267146"/>
                <a:gd name="connsiteX30" fmla="*/ 164185 w 267480"/>
                <a:gd name="connsiteY30" fmla="*/ 234543 h 267146"/>
                <a:gd name="connsiteX31" fmla="*/ 161342 w 267480"/>
                <a:gd name="connsiteY31" fmla="*/ 232870 h 267146"/>
                <a:gd name="connsiteX32" fmla="*/ 143275 w 267480"/>
                <a:gd name="connsiteY32" fmla="*/ 216243 h 267146"/>
                <a:gd name="connsiteX33" fmla="*/ 133757 w 267480"/>
                <a:gd name="connsiteY33" fmla="*/ 185631 h 267146"/>
                <a:gd name="connsiteX34" fmla="*/ 133757 w 267480"/>
                <a:gd name="connsiteY34" fmla="*/ 116444 h 267146"/>
                <a:gd name="connsiteX35" fmla="*/ 250786 w 267480"/>
                <a:gd name="connsiteY35" fmla="*/ 116444 h 267146"/>
                <a:gd name="connsiteX36" fmla="*/ 250786 w 267480"/>
                <a:gd name="connsiteY36" fmla="*/ 185631 h 267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67480" h="267146">
                  <a:moveTo>
                    <a:pt x="200602" y="99799"/>
                  </a:moveTo>
                  <a:lnTo>
                    <a:pt x="200602" y="0"/>
                  </a:lnTo>
                  <a:lnTo>
                    <a:pt x="0" y="0"/>
                  </a:lnTo>
                  <a:lnTo>
                    <a:pt x="0" y="232854"/>
                  </a:lnTo>
                  <a:lnTo>
                    <a:pt x="135079" y="232854"/>
                  </a:lnTo>
                  <a:cubicBezTo>
                    <a:pt x="141084" y="239779"/>
                    <a:pt x="148411" y="245450"/>
                    <a:pt x="156658" y="249498"/>
                  </a:cubicBezTo>
                  <a:lnTo>
                    <a:pt x="192238" y="267146"/>
                  </a:lnTo>
                  <a:lnTo>
                    <a:pt x="227852" y="249515"/>
                  </a:lnTo>
                  <a:cubicBezTo>
                    <a:pt x="239756" y="243595"/>
                    <a:pt x="249777" y="234478"/>
                    <a:pt x="256792" y="223185"/>
                  </a:cubicBezTo>
                  <a:cubicBezTo>
                    <a:pt x="263790" y="211910"/>
                    <a:pt x="267492" y="198901"/>
                    <a:pt x="267481" y="185631"/>
                  </a:cubicBezTo>
                  <a:lnTo>
                    <a:pt x="267481" y="99816"/>
                  </a:lnTo>
                  <a:lnTo>
                    <a:pt x="200602" y="99816"/>
                  </a:lnTo>
                  <a:close/>
                  <a:moveTo>
                    <a:pt x="16728" y="216243"/>
                  </a:moveTo>
                  <a:lnTo>
                    <a:pt x="16728" y="16628"/>
                  </a:lnTo>
                  <a:lnTo>
                    <a:pt x="183908" y="16628"/>
                  </a:lnTo>
                  <a:lnTo>
                    <a:pt x="183908" y="99799"/>
                  </a:lnTo>
                  <a:lnTo>
                    <a:pt x="50151" y="99799"/>
                  </a:lnTo>
                  <a:lnTo>
                    <a:pt x="50151" y="116444"/>
                  </a:lnTo>
                  <a:lnTo>
                    <a:pt x="117029" y="116444"/>
                  </a:lnTo>
                  <a:lnTo>
                    <a:pt x="117029" y="149699"/>
                  </a:lnTo>
                  <a:lnTo>
                    <a:pt x="50151" y="149699"/>
                  </a:lnTo>
                  <a:lnTo>
                    <a:pt x="50151" y="166343"/>
                  </a:lnTo>
                  <a:lnTo>
                    <a:pt x="117029" y="166343"/>
                  </a:lnTo>
                  <a:lnTo>
                    <a:pt x="117029" y="185631"/>
                  </a:lnTo>
                  <a:cubicBezTo>
                    <a:pt x="117029" y="196236"/>
                    <a:pt x="119421" y="206708"/>
                    <a:pt x="124055" y="216243"/>
                  </a:cubicBezTo>
                  <a:lnTo>
                    <a:pt x="16695" y="216243"/>
                  </a:lnTo>
                  <a:close/>
                  <a:moveTo>
                    <a:pt x="250786" y="185631"/>
                  </a:moveTo>
                  <a:cubicBezTo>
                    <a:pt x="250786" y="195801"/>
                    <a:pt x="247942" y="205771"/>
                    <a:pt x="242573" y="214403"/>
                  </a:cubicBezTo>
                  <a:cubicBezTo>
                    <a:pt x="237187" y="223053"/>
                    <a:pt x="229493" y="230029"/>
                    <a:pt x="220358" y="234543"/>
                  </a:cubicBezTo>
                  <a:lnTo>
                    <a:pt x="192255" y="248511"/>
                  </a:lnTo>
                  <a:lnTo>
                    <a:pt x="164185" y="234543"/>
                  </a:lnTo>
                  <a:cubicBezTo>
                    <a:pt x="163184" y="234081"/>
                    <a:pt x="162232" y="233521"/>
                    <a:pt x="161342" y="232870"/>
                  </a:cubicBezTo>
                  <a:cubicBezTo>
                    <a:pt x="154087" y="228837"/>
                    <a:pt x="147895" y="223138"/>
                    <a:pt x="143275" y="216243"/>
                  </a:cubicBezTo>
                  <a:cubicBezTo>
                    <a:pt x="137030" y="207260"/>
                    <a:pt x="133706" y="196571"/>
                    <a:pt x="133757" y="185631"/>
                  </a:cubicBezTo>
                  <a:lnTo>
                    <a:pt x="133757" y="116444"/>
                  </a:lnTo>
                  <a:lnTo>
                    <a:pt x="250786" y="116444"/>
                  </a:lnTo>
                  <a:lnTo>
                    <a:pt x="250786" y="185631"/>
                  </a:lnTo>
                  <a:close/>
                </a:path>
              </a:pathLst>
            </a:custGeom>
            <a:grpFill/>
            <a:ln w="260" cap="flat">
              <a:noFill/>
              <a:prstDash val="solid"/>
              <a:miter/>
            </a:ln>
          </p:spPr>
          <p:txBody>
            <a:bodyPr rtlCol="0" anchor="ctr"/>
            <a:lstStyle/>
            <a:p>
              <a:endParaRPr lang="zh-CN" altLang="en-US"/>
            </a:p>
          </p:txBody>
        </p:sp>
        <p:sp>
          <p:nvSpPr>
            <p:cNvPr id="105" name="任意多边形: 形状 104">
              <a:extLst>
                <a:ext uri="{FF2B5EF4-FFF2-40B4-BE49-F238E27FC236}">
                  <a16:creationId xmlns:a16="http://schemas.microsoft.com/office/drawing/2014/main" id="{4DB9EBE2-3B17-5207-A872-53B9B754A52A}"/>
                </a:ext>
              </a:extLst>
            </p:cNvPr>
            <p:cNvSpPr/>
            <p:nvPr/>
          </p:nvSpPr>
          <p:spPr>
            <a:xfrm>
              <a:off x="3240250" y="4203125"/>
              <a:ext cx="74389" cy="59217"/>
            </a:xfrm>
            <a:custGeom>
              <a:avLst/>
              <a:gdLst>
                <a:gd name="connsiteX0" fmla="*/ 11710 w 74389"/>
                <a:gd name="connsiteY0" fmla="*/ 20793 h 59217"/>
                <a:gd name="connsiteX1" fmla="*/ 0 w 74389"/>
                <a:gd name="connsiteY1" fmla="*/ 32436 h 59217"/>
                <a:gd name="connsiteX2" fmla="*/ 26748 w 74389"/>
                <a:gd name="connsiteY2" fmla="*/ 59217 h 59217"/>
                <a:gd name="connsiteX3" fmla="*/ 74389 w 74389"/>
                <a:gd name="connsiteY3" fmla="*/ 11659 h 59217"/>
                <a:gd name="connsiteX4" fmla="*/ 62680 w 74389"/>
                <a:gd name="connsiteY4" fmla="*/ 0 h 59217"/>
                <a:gd name="connsiteX5" fmla="*/ 26748 w 74389"/>
                <a:gd name="connsiteY5" fmla="*/ 35597 h 59217"/>
                <a:gd name="connsiteX6" fmla="*/ 11693 w 74389"/>
                <a:gd name="connsiteY6" fmla="*/ 20793 h 59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389" h="59217">
                  <a:moveTo>
                    <a:pt x="11710" y="20793"/>
                  </a:moveTo>
                  <a:lnTo>
                    <a:pt x="0" y="32436"/>
                  </a:lnTo>
                  <a:lnTo>
                    <a:pt x="26748" y="59217"/>
                  </a:lnTo>
                  <a:lnTo>
                    <a:pt x="74389" y="11659"/>
                  </a:lnTo>
                  <a:lnTo>
                    <a:pt x="62680" y="0"/>
                  </a:lnTo>
                  <a:lnTo>
                    <a:pt x="26748" y="35597"/>
                  </a:lnTo>
                  <a:lnTo>
                    <a:pt x="11693" y="20793"/>
                  </a:lnTo>
                  <a:close/>
                </a:path>
              </a:pathLst>
            </a:custGeom>
            <a:grpFill/>
            <a:ln w="260" cap="flat">
              <a:noFill/>
              <a:prstDash val="solid"/>
              <a:miter/>
            </a:ln>
          </p:spPr>
          <p:txBody>
            <a:bodyPr rtlCol="0" anchor="ctr"/>
            <a:lstStyle/>
            <a:p>
              <a:endParaRPr lang="zh-CN" altLang="en-US"/>
            </a:p>
          </p:txBody>
        </p:sp>
      </p:grpSp>
      <p:grpSp>
        <p:nvGrpSpPr>
          <p:cNvPr id="118" name="组合 117">
            <a:extLst>
              <a:ext uri="{FF2B5EF4-FFF2-40B4-BE49-F238E27FC236}">
                <a16:creationId xmlns:a16="http://schemas.microsoft.com/office/drawing/2014/main" id="{9C89C094-1D68-3634-BEE3-C264937679A7}"/>
              </a:ext>
            </a:extLst>
          </p:cNvPr>
          <p:cNvGrpSpPr/>
          <p:nvPr/>
        </p:nvGrpSpPr>
        <p:grpSpPr>
          <a:xfrm>
            <a:off x="5956274" y="4869942"/>
            <a:ext cx="279452" cy="254858"/>
            <a:chOff x="5958632" y="4721758"/>
            <a:chExt cx="240682" cy="219500"/>
          </a:xfrm>
        </p:grpSpPr>
        <p:sp>
          <p:nvSpPr>
            <p:cNvPr id="116" name="任意多边形: 形状 115">
              <a:extLst>
                <a:ext uri="{FF2B5EF4-FFF2-40B4-BE49-F238E27FC236}">
                  <a16:creationId xmlns:a16="http://schemas.microsoft.com/office/drawing/2014/main" id="{7B765007-39A9-4CAF-F792-62362A29903A}"/>
                </a:ext>
              </a:extLst>
            </p:cNvPr>
            <p:cNvSpPr/>
            <p:nvPr/>
          </p:nvSpPr>
          <p:spPr>
            <a:xfrm>
              <a:off x="5958632" y="4774867"/>
              <a:ext cx="194475" cy="166391"/>
            </a:xfrm>
            <a:custGeom>
              <a:avLst/>
              <a:gdLst>
                <a:gd name="connsiteX0" fmla="*/ 68989 w 194475"/>
                <a:gd name="connsiteY0" fmla="*/ 166392 h 166391"/>
                <a:gd name="connsiteX1" fmla="*/ 68986 w 194475"/>
                <a:gd name="connsiteY1" fmla="*/ 166392 h 166391"/>
                <a:gd name="connsiteX2" fmla="*/ 60289 w 194475"/>
                <a:gd name="connsiteY2" fmla="*/ 161952 h 166391"/>
                <a:gd name="connsiteX3" fmla="*/ 58655 w 194475"/>
                <a:gd name="connsiteY3" fmla="*/ 152841 h 166391"/>
                <a:gd name="connsiteX4" fmla="*/ 60809 w 194475"/>
                <a:gd name="connsiteY4" fmla="*/ 136114 h 166391"/>
                <a:gd name="connsiteX5" fmla="*/ 14745 w 194475"/>
                <a:gd name="connsiteY5" fmla="*/ 136114 h 166391"/>
                <a:gd name="connsiteX6" fmla="*/ 0 w 194475"/>
                <a:gd name="connsiteY6" fmla="*/ 121369 h 166391"/>
                <a:gd name="connsiteX7" fmla="*/ 0 w 194475"/>
                <a:gd name="connsiteY7" fmla="*/ 14745 h 166391"/>
                <a:gd name="connsiteX8" fmla="*/ 14745 w 194475"/>
                <a:gd name="connsiteY8" fmla="*/ 0 h 166391"/>
                <a:gd name="connsiteX9" fmla="*/ 179730 w 194475"/>
                <a:gd name="connsiteY9" fmla="*/ 0 h 166391"/>
                <a:gd name="connsiteX10" fmla="*/ 194475 w 194475"/>
                <a:gd name="connsiteY10" fmla="*/ 14745 h 166391"/>
                <a:gd name="connsiteX11" fmla="*/ 194475 w 194475"/>
                <a:gd name="connsiteY11" fmla="*/ 121369 h 166391"/>
                <a:gd name="connsiteX12" fmla="*/ 179730 w 194475"/>
                <a:gd name="connsiteY12" fmla="*/ 136114 h 166391"/>
                <a:gd name="connsiteX13" fmla="*/ 113639 w 194475"/>
                <a:gd name="connsiteY13" fmla="*/ 136114 h 166391"/>
                <a:gd name="connsiteX14" fmla="*/ 75378 w 194475"/>
                <a:gd name="connsiteY14" fmla="*/ 164370 h 166391"/>
                <a:gd name="connsiteX15" fmla="*/ 74737 w 194475"/>
                <a:gd name="connsiteY15" fmla="*/ 164795 h 166391"/>
                <a:gd name="connsiteX16" fmla="*/ 68989 w 194475"/>
                <a:gd name="connsiteY16" fmla="*/ 166392 h 166391"/>
                <a:gd name="connsiteX17" fmla="*/ 69341 w 194475"/>
                <a:gd name="connsiteY17" fmla="*/ 121108 h 166391"/>
                <a:gd name="connsiteX18" fmla="*/ 74975 w 194475"/>
                <a:gd name="connsiteY18" fmla="*/ 123658 h 166391"/>
                <a:gd name="connsiteX19" fmla="*/ 76781 w 194475"/>
                <a:gd name="connsiteY19" fmla="*/ 129571 h 166391"/>
                <a:gd name="connsiteX20" fmla="*/ 74631 w 194475"/>
                <a:gd name="connsiteY20" fmla="*/ 146269 h 166391"/>
                <a:gd name="connsiteX21" fmla="*/ 106711 w 194475"/>
                <a:gd name="connsiteY21" fmla="*/ 122578 h 166391"/>
                <a:gd name="connsiteX22" fmla="*/ 111169 w 194475"/>
                <a:gd name="connsiteY22" fmla="*/ 121109 h 166391"/>
                <a:gd name="connsiteX23" fmla="*/ 179730 w 194475"/>
                <a:gd name="connsiteY23" fmla="*/ 121109 h 166391"/>
                <a:gd name="connsiteX24" fmla="*/ 179470 w 194475"/>
                <a:gd name="connsiteY24" fmla="*/ 14745 h 166391"/>
                <a:gd name="connsiteX25" fmla="*/ 14745 w 194475"/>
                <a:gd name="connsiteY25" fmla="*/ 15006 h 166391"/>
                <a:gd name="connsiteX26" fmla="*/ 15005 w 194475"/>
                <a:gd name="connsiteY26" fmla="*/ 121369 h 166391"/>
                <a:gd name="connsiteX27" fmla="*/ 69341 w 194475"/>
                <a:gd name="connsiteY27" fmla="*/ 121108 h 166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94475" h="166391">
                  <a:moveTo>
                    <a:pt x="68989" y="166392"/>
                  </a:moveTo>
                  <a:lnTo>
                    <a:pt x="68986" y="166392"/>
                  </a:lnTo>
                  <a:cubicBezTo>
                    <a:pt x="65535" y="166392"/>
                    <a:pt x="62282" y="164732"/>
                    <a:pt x="60289" y="161952"/>
                  </a:cubicBezTo>
                  <a:cubicBezTo>
                    <a:pt x="58409" y="159329"/>
                    <a:pt x="57831" y="156054"/>
                    <a:pt x="58655" y="152841"/>
                  </a:cubicBezTo>
                  <a:lnTo>
                    <a:pt x="60809" y="136114"/>
                  </a:lnTo>
                  <a:lnTo>
                    <a:pt x="14745" y="136114"/>
                  </a:lnTo>
                  <a:cubicBezTo>
                    <a:pt x="6616" y="136114"/>
                    <a:pt x="0" y="129498"/>
                    <a:pt x="0" y="121369"/>
                  </a:cubicBezTo>
                  <a:lnTo>
                    <a:pt x="0" y="14745"/>
                  </a:lnTo>
                  <a:cubicBezTo>
                    <a:pt x="0" y="6616"/>
                    <a:pt x="6616" y="0"/>
                    <a:pt x="14745" y="0"/>
                  </a:cubicBezTo>
                  <a:lnTo>
                    <a:pt x="179730" y="0"/>
                  </a:lnTo>
                  <a:cubicBezTo>
                    <a:pt x="187859" y="0"/>
                    <a:pt x="194475" y="6616"/>
                    <a:pt x="194475" y="14745"/>
                  </a:cubicBezTo>
                  <a:lnTo>
                    <a:pt x="194475" y="121369"/>
                  </a:lnTo>
                  <a:cubicBezTo>
                    <a:pt x="194475" y="129498"/>
                    <a:pt x="187859" y="136114"/>
                    <a:pt x="179730" y="136114"/>
                  </a:cubicBezTo>
                  <a:lnTo>
                    <a:pt x="113639" y="136114"/>
                  </a:lnTo>
                  <a:lnTo>
                    <a:pt x="75378" y="164370"/>
                  </a:lnTo>
                  <a:cubicBezTo>
                    <a:pt x="75172" y="164523"/>
                    <a:pt x="74958" y="164664"/>
                    <a:pt x="74737" y="164795"/>
                  </a:cubicBezTo>
                  <a:cubicBezTo>
                    <a:pt x="72968" y="165838"/>
                    <a:pt x="70982" y="166392"/>
                    <a:pt x="68989" y="166392"/>
                  </a:cubicBezTo>
                  <a:close/>
                  <a:moveTo>
                    <a:pt x="69341" y="121108"/>
                  </a:moveTo>
                  <a:cubicBezTo>
                    <a:pt x="71498" y="121108"/>
                    <a:pt x="73552" y="122037"/>
                    <a:pt x="74975" y="123658"/>
                  </a:cubicBezTo>
                  <a:cubicBezTo>
                    <a:pt x="76399" y="125278"/>
                    <a:pt x="77057" y="127432"/>
                    <a:pt x="76781" y="129571"/>
                  </a:cubicBezTo>
                  <a:lnTo>
                    <a:pt x="74631" y="146269"/>
                  </a:lnTo>
                  <a:lnTo>
                    <a:pt x="106711" y="122578"/>
                  </a:lnTo>
                  <a:cubicBezTo>
                    <a:pt x="108002" y="121623"/>
                    <a:pt x="109564" y="121108"/>
                    <a:pt x="111169" y="121109"/>
                  </a:cubicBezTo>
                  <a:lnTo>
                    <a:pt x="179730" y="121109"/>
                  </a:lnTo>
                  <a:lnTo>
                    <a:pt x="179470" y="14745"/>
                  </a:lnTo>
                  <a:lnTo>
                    <a:pt x="14745" y="15006"/>
                  </a:lnTo>
                  <a:lnTo>
                    <a:pt x="15005" y="121369"/>
                  </a:lnTo>
                  <a:lnTo>
                    <a:pt x="69341" y="121108"/>
                  </a:lnTo>
                  <a:close/>
                </a:path>
              </a:pathLst>
            </a:custGeom>
            <a:solidFill>
              <a:schemeClr val="accent1"/>
            </a:solidFill>
            <a:ln w="260" cap="flat">
              <a:noFill/>
              <a:prstDash val="solid"/>
              <a:miter/>
            </a:ln>
          </p:spPr>
          <p:txBody>
            <a:bodyPr rtlCol="0" anchor="ctr"/>
            <a:lstStyle/>
            <a:p>
              <a:endParaRPr lang="zh-CN" altLang="en-US"/>
            </a:p>
          </p:txBody>
        </p:sp>
        <p:sp>
          <p:nvSpPr>
            <p:cNvPr id="117" name="任意多边形: 形状 116">
              <a:extLst>
                <a:ext uri="{FF2B5EF4-FFF2-40B4-BE49-F238E27FC236}">
                  <a16:creationId xmlns:a16="http://schemas.microsoft.com/office/drawing/2014/main" id="{58E24DA2-9AD9-EE20-4FDA-AD6921B795D4}"/>
                </a:ext>
              </a:extLst>
            </p:cNvPr>
            <p:cNvSpPr/>
            <p:nvPr/>
          </p:nvSpPr>
          <p:spPr>
            <a:xfrm>
              <a:off x="6028629" y="4721758"/>
              <a:ext cx="170685" cy="124647"/>
            </a:xfrm>
            <a:custGeom>
              <a:avLst/>
              <a:gdLst>
                <a:gd name="connsiteX0" fmla="*/ 156625 w 170685"/>
                <a:gd name="connsiteY0" fmla="*/ 124648 h 124647"/>
                <a:gd name="connsiteX1" fmla="*/ 140576 w 170685"/>
                <a:gd name="connsiteY1" fmla="*/ 124648 h 124647"/>
                <a:gd name="connsiteX2" fmla="*/ 140576 w 170685"/>
                <a:gd name="connsiteY2" fmla="*/ 109642 h 124647"/>
                <a:gd name="connsiteX3" fmla="*/ 155680 w 170685"/>
                <a:gd name="connsiteY3" fmla="*/ 109642 h 124647"/>
                <a:gd name="connsiteX4" fmla="*/ 155680 w 170685"/>
                <a:gd name="connsiteY4" fmla="*/ 15006 h 124647"/>
                <a:gd name="connsiteX5" fmla="*/ 15005 w 170685"/>
                <a:gd name="connsiteY5" fmla="*/ 15006 h 124647"/>
                <a:gd name="connsiteX6" fmla="*/ 15005 w 170685"/>
                <a:gd name="connsiteY6" fmla="*/ 31293 h 124647"/>
                <a:gd name="connsiteX7" fmla="*/ 0 w 170685"/>
                <a:gd name="connsiteY7" fmla="*/ 31293 h 124647"/>
                <a:gd name="connsiteX8" fmla="*/ 0 w 170685"/>
                <a:gd name="connsiteY8" fmla="*/ 14060 h 124647"/>
                <a:gd name="connsiteX9" fmla="*/ 14060 w 170685"/>
                <a:gd name="connsiteY9" fmla="*/ 0 h 124647"/>
                <a:gd name="connsiteX10" fmla="*/ 156625 w 170685"/>
                <a:gd name="connsiteY10" fmla="*/ 0 h 124647"/>
                <a:gd name="connsiteX11" fmla="*/ 170686 w 170685"/>
                <a:gd name="connsiteY11" fmla="*/ 14060 h 124647"/>
                <a:gd name="connsiteX12" fmla="*/ 170686 w 170685"/>
                <a:gd name="connsiteY12" fmla="*/ 110587 h 124647"/>
                <a:gd name="connsiteX13" fmla="*/ 156625 w 170685"/>
                <a:gd name="connsiteY13" fmla="*/ 124648 h 124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0685" h="124647">
                  <a:moveTo>
                    <a:pt x="156625" y="124648"/>
                  </a:moveTo>
                  <a:lnTo>
                    <a:pt x="140576" y="124648"/>
                  </a:lnTo>
                  <a:lnTo>
                    <a:pt x="140576" y="109642"/>
                  </a:lnTo>
                  <a:lnTo>
                    <a:pt x="155680" y="109642"/>
                  </a:lnTo>
                  <a:lnTo>
                    <a:pt x="155680" y="15006"/>
                  </a:lnTo>
                  <a:lnTo>
                    <a:pt x="15005" y="15006"/>
                  </a:lnTo>
                  <a:lnTo>
                    <a:pt x="15005" y="31293"/>
                  </a:lnTo>
                  <a:lnTo>
                    <a:pt x="0" y="31293"/>
                  </a:lnTo>
                  <a:lnTo>
                    <a:pt x="0" y="14060"/>
                  </a:lnTo>
                  <a:cubicBezTo>
                    <a:pt x="0" y="6308"/>
                    <a:pt x="6308" y="0"/>
                    <a:pt x="14060" y="0"/>
                  </a:cubicBezTo>
                  <a:lnTo>
                    <a:pt x="156625" y="0"/>
                  </a:lnTo>
                  <a:cubicBezTo>
                    <a:pt x="164377" y="0"/>
                    <a:pt x="170686" y="6308"/>
                    <a:pt x="170686" y="14060"/>
                  </a:cubicBezTo>
                  <a:lnTo>
                    <a:pt x="170686" y="110587"/>
                  </a:lnTo>
                  <a:cubicBezTo>
                    <a:pt x="170686" y="118339"/>
                    <a:pt x="164377" y="124648"/>
                    <a:pt x="156625" y="124648"/>
                  </a:cubicBezTo>
                  <a:close/>
                </a:path>
              </a:pathLst>
            </a:custGeom>
            <a:solidFill>
              <a:schemeClr val="accent1"/>
            </a:solidFill>
            <a:ln w="260" cap="flat">
              <a:noFill/>
              <a:prstDash val="solid"/>
              <a:miter/>
            </a:ln>
          </p:spPr>
          <p:txBody>
            <a:bodyPr rtlCol="0" anchor="ctr"/>
            <a:lstStyle/>
            <a:p>
              <a:endParaRPr lang="zh-CN" altLang="en-US"/>
            </a:p>
          </p:txBody>
        </p:sp>
      </p:grpSp>
      <p:sp>
        <p:nvSpPr>
          <p:cNvPr id="121" name="图形 119">
            <a:extLst>
              <a:ext uri="{FF2B5EF4-FFF2-40B4-BE49-F238E27FC236}">
                <a16:creationId xmlns:a16="http://schemas.microsoft.com/office/drawing/2014/main" id="{7D4A8955-D7B8-0F9C-8FB2-1FC6E279AB32}"/>
              </a:ext>
            </a:extLst>
          </p:cNvPr>
          <p:cNvSpPr/>
          <p:nvPr/>
        </p:nvSpPr>
        <p:spPr>
          <a:xfrm>
            <a:off x="7498870" y="4521976"/>
            <a:ext cx="262481" cy="262481"/>
          </a:xfrm>
          <a:custGeom>
            <a:avLst/>
            <a:gdLst>
              <a:gd name="connsiteX0" fmla="*/ 157192 w 209589"/>
              <a:gd name="connsiteY0" fmla="*/ 0 h 209589"/>
              <a:gd name="connsiteX1" fmla="*/ 157192 w 209589"/>
              <a:gd name="connsiteY1" fmla="*/ 17466 h 209589"/>
              <a:gd name="connsiteX2" fmla="*/ 130993 w 209589"/>
              <a:gd name="connsiteY2" fmla="*/ 17466 h 209589"/>
              <a:gd name="connsiteX3" fmla="*/ 130993 w 209589"/>
              <a:gd name="connsiteY3" fmla="*/ 35368 h 209589"/>
              <a:gd name="connsiteX4" fmla="*/ 209589 w 209589"/>
              <a:gd name="connsiteY4" fmla="*/ 122260 h 209589"/>
              <a:gd name="connsiteX5" fmla="*/ 122260 w 209589"/>
              <a:gd name="connsiteY5" fmla="*/ 209589 h 209589"/>
              <a:gd name="connsiteX6" fmla="*/ 60170 w 209589"/>
              <a:gd name="connsiteY6" fmla="*/ 182744 h 209589"/>
              <a:gd name="connsiteX7" fmla="*/ 71872 w 209589"/>
              <a:gd name="connsiteY7" fmla="*/ 170116 h 209589"/>
              <a:gd name="connsiteX8" fmla="*/ 122260 w 209589"/>
              <a:gd name="connsiteY8" fmla="*/ 192123 h 209589"/>
              <a:gd name="connsiteX9" fmla="*/ 192118 w 209589"/>
              <a:gd name="connsiteY9" fmla="*/ 122255 h 209589"/>
              <a:gd name="connsiteX10" fmla="*/ 122250 w 209589"/>
              <a:gd name="connsiteY10" fmla="*/ 52397 h 209589"/>
              <a:gd name="connsiteX11" fmla="*/ 71872 w 209589"/>
              <a:gd name="connsiteY11" fmla="*/ 73863 h 209589"/>
              <a:gd name="connsiteX12" fmla="*/ 60170 w 209589"/>
              <a:gd name="connsiteY12" fmla="*/ 60851 h 209589"/>
              <a:gd name="connsiteX13" fmla="*/ 113527 w 209589"/>
              <a:gd name="connsiteY13" fmla="*/ 35368 h 209589"/>
              <a:gd name="connsiteX14" fmla="*/ 113527 w 209589"/>
              <a:gd name="connsiteY14" fmla="*/ 17466 h 209589"/>
              <a:gd name="connsiteX15" fmla="*/ 87329 w 209589"/>
              <a:gd name="connsiteY15" fmla="*/ 17466 h 209589"/>
              <a:gd name="connsiteX16" fmla="*/ 87329 w 209589"/>
              <a:gd name="connsiteY16" fmla="*/ 0 h 209589"/>
              <a:gd name="connsiteX17" fmla="*/ 157192 w 209589"/>
              <a:gd name="connsiteY17" fmla="*/ 0 h 209589"/>
              <a:gd name="connsiteX18" fmla="*/ 87329 w 209589"/>
              <a:gd name="connsiteY18" fmla="*/ 139726 h 209589"/>
              <a:gd name="connsiteX19" fmla="*/ 87329 w 209589"/>
              <a:gd name="connsiteY19" fmla="*/ 157192 h 209589"/>
              <a:gd name="connsiteX20" fmla="*/ 34932 w 209589"/>
              <a:gd name="connsiteY20" fmla="*/ 157192 h 209589"/>
              <a:gd name="connsiteX21" fmla="*/ 34932 w 209589"/>
              <a:gd name="connsiteY21" fmla="*/ 139726 h 209589"/>
              <a:gd name="connsiteX22" fmla="*/ 87329 w 209589"/>
              <a:gd name="connsiteY22" fmla="*/ 139726 h 209589"/>
              <a:gd name="connsiteX23" fmla="*/ 130993 w 209589"/>
              <a:gd name="connsiteY23" fmla="*/ 78596 h 209589"/>
              <a:gd name="connsiteX24" fmla="*/ 130993 w 209589"/>
              <a:gd name="connsiteY24" fmla="*/ 116348 h 209589"/>
              <a:gd name="connsiteX25" fmla="*/ 169165 w 209589"/>
              <a:gd name="connsiteY25" fmla="*/ 131622 h 209589"/>
              <a:gd name="connsiteX26" fmla="*/ 162685 w 209589"/>
              <a:gd name="connsiteY26" fmla="*/ 147830 h 209589"/>
              <a:gd name="connsiteX27" fmla="*/ 113527 w 209589"/>
              <a:gd name="connsiteY27" fmla="*/ 128172 h 209589"/>
              <a:gd name="connsiteX28" fmla="*/ 113527 w 209589"/>
              <a:gd name="connsiteY28" fmla="*/ 78596 h 209589"/>
              <a:gd name="connsiteX29" fmla="*/ 130993 w 209589"/>
              <a:gd name="connsiteY29" fmla="*/ 78596 h 209589"/>
              <a:gd name="connsiteX30" fmla="*/ 87329 w 209589"/>
              <a:gd name="connsiteY30" fmla="*/ 113527 h 209589"/>
              <a:gd name="connsiteX31" fmla="*/ 87329 w 209589"/>
              <a:gd name="connsiteY31" fmla="*/ 130993 h 209589"/>
              <a:gd name="connsiteX32" fmla="*/ 17466 w 209589"/>
              <a:gd name="connsiteY32" fmla="*/ 130993 h 209589"/>
              <a:gd name="connsiteX33" fmla="*/ 17466 w 209589"/>
              <a:gd name="connsiteY33" fmla="*/ 113527 h 209589"/>
              <a:gd name="connsiteX34" fmla="*/ 87329 w 209589"/>
              <a:gd name="connsiteY34" fmla="*/ 113527 h 209589"/>
              <a:gd name="connsiteX35" fmla="*/ 87329 w 209589"/>
              <a:gd name="connsiteY35" fmla="*/ 87329 h 209589"/>
              <a:gd name="connsiteX36" fmla="*/ 87329 w 209589"/>
              <a:gd name="connsiteY36" fmla="*/ 104795 h 209589"/>
              <a:gd name="connsiteX37" fmla="*/ 0 w 209589"/>
              <a:gd name="connsiteY37" fmla="*/ 104795 h 209589"/>
              <a:gd name="connsiteX38" fmla="*/ 0 w 209589"/>
              <a:gd name="connsiteY38" fmla="*/ 87329 h 209589"/>
              <a:gd name="connsiteX39" fmla="*/ 87329 w 209589"/>
              <a:gd name="connsiteY39" fmla="*/ 87329 h 20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09589" h="209589">
                <a:moveTo>
                  <a:pt x="157192" y="0"/>
                </a:moveTo>
                <a:lnTo>
                  <a:pt x="157192" y="17466"/>
                </a:lnTo>
                <a:lnTo>
                  <a:pt x="130993" y="17466"/>
                </a:lnTo>
                <a:lnTo>
                  <a:pt x="130993" y="35368"/>
                </a:lnTo>
                <a:cubicBezTo>
                  <a:pt x="175120" y="39743"/>
                  <a:pt x="209589" y="76980"/>
                  <a:pt x="209589" y="122260"/>
                </a:cubicBezTo>
                <a:cubicBezTo>
                  <a:pt x="209589" y="170492"/>
                  <a:pt x="170492" y="209589"/>
                  <a:pt x="122260" y="209589"/>
                </a:cubicBezTo>
                <a:cubicBezTo>
                  <a:pt x="98140" y="209589"/>
                  <a:pt x="76500" y="199747"/>
                  <a:pt x="60170" y="182744"/>
                </a:cubicBezTo>
                <a:lnTo>
                  <a:pt x="71872" y="170116"/>
                </a:lnTo>
                <a:cubicBezTo>
                  <a:pt x="84997" y="184054"/>
                  <a:pt x="102716" y="192123"/>
                  <a:pt x="122260" y="192123"/>
                </a:cubicBezTo>
                <a:cubicBezTo>
                  <a:pt x="160845" y="192120"/>
                  <a:pt x="192121" y="160839"/>
                  <a:pt x="192118" y="122255"/>
                </a:cubicBezTo>
                <a:cubicBezTo>
                  <a:pt x="192115" y="83671"/>
                  <a:pt x="160834" y="52394"/>
                  <a:pt x="122250" y="52397"/>
                </a:cubicBezTo>
                <a:cubicBezTo>
                  <a:pt x="103236" y="52399"/>
                  <a:pt x="85044" y="60150"/>
                  <a:pt x="71872" y="73863"/>
                </a:cubicBezTo>
                <a:lnTo>
                  <a:pt x="60170" y="60851"/>
                </a:lnTo>
                <a:cubicBezTo>
                  <a:pt x="74437" y="46391"/>
                  <a:pt x="93313" y="37376"/>
                  <a:pt x="113527" y="35368"/>
                </a:cubicBezTo>
                <a:lnTo>
                  <a:pt x="113527" y="17466"/>
                </a:lnTo>
                <a:lnTo>
                  <a:pt x="87329" y="17466"/>
                </a:lnTo>
                <a:lnTo>
                  <a:pt x="87329" y="0"/>
                </a:lnTo>
                <a:lnTo>
                  <a:pt x="157192" y="0"/>
                </a:lnTo>
                <a:close/>
                <a:moveTo>
                  <a:pt x="87329" y="139726"/>
                </a:moveTo>
                <a:lnTo>
                  <a:pt x="87329" y="157192"/>
                </a:lnTo>
                <a:lnTo>
                  <a:pt x="34932" y="157192"/>
                </a:lnTo>
                <a:lnTo>
                  <a:pt x="34932" y="139726"/>
                </a:lnTo>
                <a:lnTo>
                  <a:pt x="87329" y="139726"/>
                </a:lnTo>
                <a:close/>
                <a:moveTo>
                  <a:pt x="130993" y="78596"/>
                </a:moveTo>
                <a:lnTo>
                  <a:pt x="130993" y="116348"/>
                </a:lnTo>
                <a:lnTo>
                  <a:pt x="169165" y="131622"/>
                </a:lnTo>
                <a:lnTo>
                  <a:pt x="162685" y="147830"/>
                </a:lnTo>
                <a:lnTo>
                  <a:pt x="113527" y="128172"/>
                </a:lnTo>
                <a:lnTo>
                  <a:pt x="113527" y="78596"/>
                </a:lnTo>
                <a:lnTo>
                  <a:pt x="130993" y="78596"/>
                </a:lnTo>
                <a:close/>
                <a:moveTo>
                  <a:pt x="87329" y="113527"/>
                </a:moveTo>
                <a:lnTo>
                  <a:pt x="87329" y="130993"/>
                </a:lnTo>
                <a:lnTo>
                  <a:pt x="17466" y="130993"/>
                </a:lnTo>
                <a:lnTo>
                  <a:pt x="17466" y="113527"/>
                </a:lnTo>
                <a:lnTo>
                  <a:pt x="87329" y="113527"/>
                </a:lnTo>
                <a:close/>
                <a:moveTo>
                  <a:pt x="87329" y="87329"/>
                </a:moveTo>
                <a:lnTo>
                  <a:pt x="87329" y="104795"/>
                </a:lnTo>
                <a:lnTo>
                  <a:pt x="0" y="104795"/>
                </a:lnTo>
                <a:lnTo>
                  <a:pt x="0" y="87329"/>
                </a:lnTo>
                <a:lnTo>
                  <a:pt x="87329" y="87329"/>
                </a:lnTo>
                <a:close/>
              </a:path>
            </a:pathLst>
          </a:custGeom>
          <a:solidFill>
            <a:schemeClr val="accent1"/>
          </a:solidFill>
          <a:ln w="270" cap="flat">
            <a:noFill/>
            <a:prstDash val="solid"/>
            <a:miter/>
          </a:ln>
        </p:spPr>
        <p:txBody>
          <a:bodyPr rtlCol="0" anchor="ctr"/>
          <a:lstStyle/>
          <a:p>
            <a:endParaRPr lang="zh-CN" altLang="en-US"/>
          </a:p>
        </p:txBody>
      </p:sp>
      <p:grpSp>
        <p:nvGrpSpPr>
          <p:cNvPr id="127" name="组合 126">
            <a:extLst>
              <a:ext uri="{FF2B5EF4-FFF2-40B4-BE49-F238E27FC236}">
                <a16:creationId xmlns:a16="http://schemas.microsoft.com/office/drawing/2014/main" id="{D7999A92-58E5-60EB-4733-DDA111F54882}"/>
              </a:ext>
            </a:extLst>
          </p:cNvPr>
          <p:cNvGrpSpPr/>
          <p:nvPr/>
        </p:nvGrpSpPr>
        <p:grpSpPr>
          <a:xfrm>
            <a:off x="8884052" y="4194784"/>
            <a:ext cx="236652" cy="239620"/>
            <a:chOff x="8877186" y="4316564"/>
            <a:chExt cx="211704" cy="214359"/>
          </a:xfrm>
        </p:grpSpPr>
        <p:sp>
          <p:nvSpPr>
            <p:cNvPr id="125" name="任意多边形: 形状 124">
              <a:extLst>
                <a:ext uri="{FF2B5EF4-FFF2-40B4-BE49-F238E27FC236}">
                  <a16:creationId xmlns:a16="http://schemas.microsoft.com/office/drawing/2014/main" id="{57B7B0C9-0BE4-8986-A8C1-5A4CCE7B0BC5}"/>
                </a:ext>
              </a:extLst>
            </p:cNvPr>
            <p:cNvSpPr/>
            <p:nvPr/>
          </p:nvSpPr>
          <p:spPr>
            <a:xfrm>
              <a:off x="8877186" y="4316564"/>
              <a:ext cx="211704" cy="214359"/>
            </a:xfrm>
            <a:custGeom>
              <a:avLst/>
              <a:gdLst>
                <a:gd name="connsiteX0" fmla="*/ 187147 w 211704"/>
                <a:gd name="connsiteY0" fmla="*/ 0 h 214359"/>
                <a:gd name="connsiteX1" fmla="*/ 24558 w 211704"/>
                <a:gd name="connsiteY1" fmla="*/ 0 h 214359"/>
                <a:gd name="connsiteX2" fmla="*/ 0 w 211704"/>
                <a:gd name="connsiteY2" fmla="*/ 25373 h 214359"/>
                <a:gd name="connsiteX3" fmla="*/ 0 w 211704"/>
                <a:gd name="connsiteY3" fmla="*/ 188986 h 214359"/>
                <a:gd name="connsiteX4" fmla="*/ 24558 w 211704"/>
                <a:gd name="connsiteY4" fmla="*/ 214359 h 214359"/>
                <a:gd name="connsiteX5" fmla="*/ 187147 w 211704"/>
                <a:gd name="connsiteY5" fmla="*/ 214359 h 214359"/>
                <a:gd name="connsiteX6" fmla="*/ 211705 w 211704"/>
                <a:gd name="connsiteY6" fmla="*/ 189861 h 214359"/>
                <a:gd name="connsiteX7" fmla="*/ 211705 w 211704"/>
                <a:gd name="connsiteY7" fmla="*/ 25373 h 214359"/>
                <a:gd name="connsiteX8" fmla="*/ 187147 w 211704"/>
                <a:gd name="connsiteY8" fmla="*/ 0 h 214359"/>
                <a:gd name="connsiteX9" fmla="*/ 194769 w 211704"/>
                <a:gd name="connsiteY9" fmla="*/ 190736 h 214359"/>
                <a:gd name="connsiteX10" fmla="*/ 187147 w 211704"/>
                <a:gd name="connsiteY10" fmla="*/ 198611 h 214359"/>
                <a:gd name="connsiteX11" fmla="*/ 24558 w 211704"/>
                <a:gd name="connsiteY11" fmla="*/ 198611 h 214359"/>
                <a:gd name="connsiteX12" fmla="*/ 16936 w 211704"/>
                <a:gd name="connsiteY12" fmla="*/ 190736 h 214359"/>
                <a:gd name="connsiteX13" fmla="*/ 16936 w 211704"/>
                <a:gd name="connsiteY13" fmla="*/ 26248 h 214359"/>
                <a:gd name="connsiteX14" fmla="*/ 24558 w 211704"/>
                <a:gd name="connsiteY14" fmla="*/ 18374 h 214359"/>
                <a:gd name="connsiteX15" fmla="*/ 24558 w 211704"/>
                <a:gd name="connsiteY15" fmla="*/ 17499 h 214359"/>
                <a:gd name="connsiteX16" fmla="*/ 187147 w 211704"/>
                <a:gd name="connsiteY16" fmla="*/ 17499 h 214359"/>
                <a:gd name="connsiteX17" fmla="*/ 194769 w 211704"/>
                <a:gd name="connsiteY17" fmla="*/ 25373 h 214359"/>
                <a:gd name="connsiteX18" fmla="*/ 194769 w 211704"/>
                <a:gd name="connsiteY18" fmla="*/ 190736 h 21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1704" h="214359">
                  <a:moveTo>
                    <a:pt x="187147" y="0"/>
                  </a:moveTo>
                  <a:lnTo>
                    <a:pt x="24558" y="0"/>
                  </a:lnTo>
                  <a:cubicBezTo>
                    <a:pt x="11009" y="0"/>
                    <a:pt x="0" y="11374"/>
                    <a:pt x="0" y="25373"/>
                  </a:cubicBezTo>
                  <a:lnTo>
                    <a:pt x="0" y="188986"/>
                  </a:lnTo>
                  <a:cubicBezTo>
                    <a:pt x="0" y="202985"/>
                    <a:pt x="11009" y="214359"/>
                    <a:pt x="24558" y="214359"/>
                  </a:cubicBezTo>
                  <a:lnTo>
                    <a:pt x="187147" y="214359"/>
                  </a:lnTo>
                  <a:cubicBezTo>
                    <a:pt x="200696" y="214359"/>
                    <a:pt x="211705" y="203860"/>
                    <a:pt x="211705" y="189861"/>
                  </a:cubicBezTo>
                  <a:lnTo>
                    <a:pt x="211705" y="25373"/>
                  </a:lnTo>
                  <a:cubicBezTo>
                    <a:pt x="211705" y="11374"/>
                    <a:pt x="200696" y="0"/>
                    <a:pt x="187147" y="0"/>
                  </a:cubicBezTo>
                  <a:close/>
                  <a:moveTo>
                    <a:pt x="194769" y="190736"/>
                  </a:moveTo>
                  <a:cubicBezTo>
                    <a:pt x="194769" y="195111"/>
                    <a:pt x="191381" y="198611"/>
                    <a:pt x="187147" y="198611"/>
                  </a:cubicBezTo>
                  <a:lnTo>
                    <a:pt x="24558" y="198611"/>
                  </a:lnTo>
                  <a:cubicBezTo>
                    <a:pt x="20324" y="198611"/>
                    <a:pt x="16936" y="195111"/>
                    <a:pt x="16936" y="190736"/>
                  </a:cubicBezTo>
                  <a:lnTo>
                    <a:pt x="16936" y="26248"/>
                  </a:lnTo>
                  <a:cubicBezTo>
                    <a:pt x="16936" y="21873"/>
                    <a:pt x="20324" y="18374"/>
                    <a:pt x="24558" y="18374"/>
                  </a:cubicBezTo>
                  <a:lnTo>
                    <a:pt x="24558" y="17499"/>
                  </a:lnTo>
                  <a:lnTo>
                    <a:pt x="187147" y="17499"/>
                  </a:lnTo>
                  <a:cubicBezTo>
                    <a:pt x="191381" y="17499"/>
                    <a:pt x="194769" y="20998"/>
                    <a:pt x="194769" y="25373"/>
                  </a:cubicBezTo>
                  <a:lnTo>
                    <a:pt x="194769" y="190736"/>
                  </a:lnTo>
                  <a:close/>
                </a:path>
              </a:pathLst>
            </a:custGeom>
            <a:solidFill>
              <a:schemeClr val="accent1"/>
            </a:solidFill>
            <a:ln w="243" cap="flat">
              <a:noFill/>
              <a:prstDash val="solid"/>
              <a:miter/>
            </a:ln>
          </p:spPr>
          <p:txBody>
            <a:bodyPr rtlCol="0" anchor="ctr"/>
            <a:lstStyle/>
            <a:p>
              <a:endParaRPr lang="zh-CN" altLang="en-US"/>
            </a:p>
          </p:txBody>
        </p:sp>
        <p:sp>
          <p:nvSpPr>
            <p:cNvPr id="126" name="任意多边形: 形状 125">
              <a:extLst>
                <a:ext uri="{FF2B5EF4-FFF2-40B4-BE49-F238E27FC236}">
                  <a16:creationId xmlns:a16="http://schemas.microsoft.com/office/drawing/2014/main" id="{F7D0E56D-F302-CA09-768F-19AD45E8987C}"/>
                </a:ext>
              </a:extLst>
            </p:cNvPr>
            <p:cNvSpPr/>
            <p:nvPr/>
          </p:nvSpPr>
          <p:spPr>
            <a:xfrm>
              <a:off x="8921750" y="4353311"/>
              <a:ext cx="119189" cy="147068"/>
            </a:xfrm>
            <a:custGeom>
              <a:avLst/>
              <a:gdLst>
                <a:gd name="connsiteX0" fmla="*/ 112098 w 119189"/>
                <a:gd name="connsiteY0" fmla="*/ 68245 h 147068"/>
                <a:gd name="connsiteX1" fmla="*/ 80765 w 119189"/>
                <a:gd name="connsiteY1" fmla="*/ 63870 h 147068"/>
                <a:gd name="connsiteX2" fmla="*/ 67216 w 119189"/>
                <a:gd name="connsiteY2" fmla="*/ 35872 h 147068"/>
                <a:gd name="connsiteX3" fmla="*/ 59595 w 119189"/>
                <a:gd name="connsiteY3" fmla="*/ 31498 h 147068"/>
                <a:gd name="connsiteX4" fmla="*/ 51974 w 119189"/>
                <a:gd name="connsiteY4" fmla="*/ 36747 h 147068"/>
                <a:gd name="connsiteX5" fmla="*/ 38424 w 119189"/>
                <a:gd name="connsiteY5" fmla="*/ 64745 h 147068"/>
                <a:gd name="connsiteX6" fmla="*/ 7092 w 119189"/>
                <a:gd name="connsiteY6" fmla="*/ 69120 h 147068"/>
                <a:gd name="connsiteX7" fmla="*/ 318 w 119189"/>
                <a:gd name="connsiteY7" fmla="*/ 75245 h 147068"/>
                <a:gd name="connsiteX8" fmla="*/ 2858 w 119189"/>
                <a:gd name="connsiteY8" fmla="*/ 83994 h 147068"/>
                <a:gd name="connsiteX9" fmla="*/ 25722 w 119189"/>
                <a:gd name="connsiteY9" fmla="*/ 105867 h 147068"/>
                <a:gd name="connsiteX10" fmla="*/ 20641 w 119189"/>
                <a:gd name="connsiteY10" fmla="*/ 136490 h 147068"/>
                <a:gd name="connsiteX11" fmla="*/ 24029 w 119189"/>
                <a:gd name="connsiteY11" fmla="*/ 145240 h 147068"/>
                <a:gd name="connsiteX12" fmla="*/ 29109 w 119189"/>
                <a:gd name="connsiteY12" fmla="*/ 146989 h 147068"/>
                <a:gd name="connsiteX13" fmla="*/ 32497 w 119189"/>
                <a:gd name="connsiteY13" fmla="*/ 146114 h 147068"/>
                <a:gd name="connsiteX14" fmla="*/ 60442 w 119189"/>
                <a:gd name="connsiteY14" fmla="*/ 131241 h 147068"/>
                <a:gd name="connsiteX15" fmla="*/ 88387 w 119189"/>
                <a:gd name="connsiteY15" fmla="*/ 146114 h 147068"/>
                <a:gd name="connsiteX16" fmla="*/ 97702 w 119189"/>
                <a:gd name="connsiteY16" fmla="*/ 145240 h 147068"/>
                <a:gd name="connsiteX17" fmla="*/ 101089 w 119189"/>
                <a:gd name="connsiteY17" fmla="*/ 136490 h 147068"/>
                <a:gd name="connsiteX18" fmla="*/ 96008 w 119189"/>
                <a:gd name="connsiteY18" fmla="*/ 105867 h 147068"/>
                <a:gd name="connsiteX19" fmla="*/ 116332 w 119189"/>
                <a:gd name="connsiteY19" fmla="*/ 83119 h 147068"/>
                <a:gd name="connsiteX20" fmla="*/ 118872 w 119189"/>
                <a:gd name="connsiteY20" fmla="*/ 74370 h 147068"/>
                <a:gd name="connsiteX21" fmla="*/ 112098 w 119189"/>
                <a:gd name="connsiteY21" fmla="*/ 68245 h 147068"/>
                <a:gd name="connsiteX22" fmla="*/ 80765 w 119189"/>
                <a:gd name="connsiteY22" fmla="*/ 96243 h 147068"/>
                <a:gd name="connsiteX23" fmla="*/ 78225 w 119189"/>
                <a:gd name="connsiteY23" fmla="*/ 104117 h 147068"/>
                <a:gd name="connsiteX24" fmla="*/ 81612 w 119189"/>
                <a:gd name="connsiteY24" fmla="*/ 121616 h 147068"/>
                <a:gd name="connsiteX25" fmla="*/ 65523 w 119189"/>
                <a:gd name="connsiteY25" fmla="*/ 112867 h 147068"/>
                <a:gd name="connsiteX26" fmla="*/ 61289 w 119189"/>
                <a:gd name="connsiteY26" fmla="*/ 111992 h 147068"/>
                <a:gd name="connsiteX27" fmla="*/ 55361 w 119189"/>
                <a:gd name="connsiteY27" fmla="*/ 112867 h 147068"/>
                <a:gd name="connsiteX28" fmla="*/ 39271 w 119189"/>
                <a:gd name="connsiteY28" fmla="*/ 121616 h 147068"/>
                <a:gd name="connsiteX29" fmla="*/ 42659 w 119189"/>
                <a:gd name="connsiteY29" fmla="*/ 104117 h 147068"/>
                <a:gd name="connsiteX30" fmla="*/ 40118 w 119189"/>
                <a:gd name="connsiteY30" fmla="*/ 96243 h 147068"/>
                <a:gd name="connsiteX31" fmla="*/ 26569 w 119189"/>
                <a:gd name="connsiteY31" fmla="*/ 83119 h 147068"/>
                <a:gd name="connsiteX32" fmla="*/ 45199 w 119189"/>
                <a:gd name="connsiteY32" fmla="*/ 80494 h 147068"/>
                <a:gd name="connsiteX33" fmla="*/ 51974 w 119189"/>
                <a:gd name="connsiteY33" fmla="*/ 76119 h 147068"/>
                <a:gd name="connsiteX34" fmla="*/ 60442 w 119189"/>
                <a:gd name="connsiteY34" fmla="*/ 59496 h 147068"/>
                <a:gd name="connsiteX35" fmla="*/ 68910 w 119189"/>
                <a:gd name="connsiteY35" fmla="*/ 76119 h 147068"/>
                <a:gd name="connsiteX36" fmla="*/ 75685 w 119189"/>
                <a:gd name="connsiteY36" fmla="*/ 80494 h 147068"/>
                <a:gd name="connsiteX37" fmla="*/ 94315 w 119189"/>
                <a:gd name="connsiteY37" fmla="*/ 83119 h 147068"/>
                <a:gd name="connsiteX38" fmla="*/ 80765 w 119189"/>
                <a:gd name="connsiteY38" fmla="*/ 96243 h 147068"/>
                <a:gd name="connsiteX39" fmla="*/ 29956 w 119189"/>
                <a:gd name="connsiteY39" fmla="*/ 17499 h 147068"/>
                <a:gd name="connsiteX40" fmla="*/ 91774 w 119189"/>
                <a:gd name="connsiteY40" fmla="*/ 17499 h 147068"/>
                <a:gd name="connsiteX41" fmla="*/ 100242 w 119189"/>
                <a:gd name="connsiteY41" fmla="*/ 8749 h 147068"/>
                <a:gd name="connsiteX42" fmla="*/ 91774 w 119189"/>
                <a:gd name="connsiteY42" fmla="*/ 0 h 147068"/>
                <a:gd name="connsiteX43" fmla="*/ 29956 w 119189"/>
                <a:gd name="connsiteY43" fmla="*/ 0 h 147068"/>
                <a:gd name="connsiteX44" fmla="*/ 21488 w 119189"/>
                <a:gd name="connsiteY44" fmla="*/ 8749 h 147068"/>
                <a:gd name="connsiteX45" fmla="*/ 29956 w 119189"/>
                <a:gd name="connsiteY45" fmla="*/ 17499 h 147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19189" h="147068">
                  <a:moveTo>
                    <a:pt x="112098" y="68245"/>
                  </a:moveTo>
                  <a:lnTo>
                    <a:pt x="80765" y="63870"/>
                  </a:lnTo>
                  <a:lnTo>
                    <a:pt x="67216" y="35872"/>
                  </a:lnTo>
                  <a:cubicBezTo>
                    <a:pt x="65523" y="33248"/>
                    <a:pt x="62982" y="31498"/>
                    <a:pt x="59595" y="31498"/>
                  </a:cubicBezTo>
                  <a:cubicBezTo>
                    <a:pt x="56208" y="31498"/>
                    <a:pt x="53667" y="34123"/>
                    <a:pt x="51974" y="36747"/>
                  </a:cubicBezTo>
                  <a:lnTo>
                    <a:pt x="38424" y="64745"/>
                  </a:lnTo>
                  <a:lnTo>
                    <a:pt x="7092" y="69120"/>
                  </a:lnTo>
                  <a:cubicBezTo>
                    <a:pt x="3705" y="69995"/>
                    <a:pt x="1164" y="72620"/>
                    <a:pt x="318" y="75245"/>
                  </a:cubicBezTo>
                  <a:cubicBezTo>
                    <a:pt x="-529" y="77869"/>
                    <a:pt x="318" y="81369"/>
                    <a:pt x="2858" y="83994"/>
                  </a:cubicBezTo>
                  <a:lnTo>
                    <a:pt x="25722" y="105867"/>
                  </a:lnTo>
                  <a:lnTo>
                    <a:pt x="20641" y="136490"/>
                  </a:lnTo>
                  <a:cubicBezTo>
                    <a:pt x="19794" y="139990"/>
                    <a:pt x="21488" y="143490"/>
                    <a:pt x="24029" y="145240"/>
                  </a:cubicBezTo>
                  <a:cubicBezTo>
                    <a:pt x="25722" y="146114"/>
                    <a:pt x="27416" y="146989"/>
                    <a:pt x="29109" y="146989"/>
                  </a:cubicBezTo>
                  <a:cubicBezTo>
                    <a:pt x="30803" y="146989"/>
                    <a:pt x="31650" y="146989"/>
                    <a:pt x="32497" y="146114"/>
                  </a:cubicBezTo>
                  <a:lnTo>
                    <a:pt x="60442" y="131241"/>
                  </a:lnTo>
                  <a:lnTo>
                    <a:pt x="88387" y="146114"/>
                  </a:lnTo>
                  <a:cubicBezTo>
                    <a:pt x="91774" y="147864"/>
                    <a:pt x="95161" y="146989"/>
                    <a:pt x="97702" y="145240"/>
                  </a:cubicBezTo>
                  <a:cubicBezTo>
                    <a:pt x="100242" y="143490"/>
                    <a:pt x="101936" y="139990"/>
                    <a:pt x="101089" y="136490"/>
                  </a:cubicBezTo>
                  <a:lnTo>
                    <a:pt x="96008" y="105867"/>
                  </a:lnTo>
                  <a:lnTo>
                    <a:pt x="116332" y="83119"/>
                  </a:lnTo>
                  <a:cubicBezTo>
                    <a:pt x="118872" y="81369"/>
                    <a:pt x="119719" y="77869"/>
                    <a:pt x="118872" y="74370"/>
                  </a:cubicBezTo>
                  <a:cubicBezTo>
                    <a:pt x="118025" y="70870"/>
                    <a:pt x="115485" y="69120"/>
                    <a:pt x="112098" y="68245"/>
                  </a:cubicBezTo>
                  <a:close/>
                  <a:moveTo>
                    <a:pt x="80765" y="96243"/>
                  </a:moveTo>
                  <a:cubicBezTo>
                    <a:pt x="79072" y="97993"/>
                    <a:pt x="77378" y="101493"/>
                    <a:pt x="78225" y="104117"/>
                  </a:cubicBezTo>
                  <a:lnTo>
                    <a:pt x="81612" y="121616"/>
                  </a:lnTo>
                  <a:lnTo>
                    <a:pt x="65523" y="112867"/>
                  </a:lnTo>
                  <a:cubicBezTo>
                    <a:pt x="63829" y="111992"/>
                    <a:pt x="62982" y="111992"/>
                    <a:pt x="61289" y="111992"/>
                  </a:cubicBezTo>
                  <a:cubicBezTo>
                    <a:pt x="59595" y="111992"/>
                    <a:pt x="58748" y="112867"/>
                    <a:pt x="55361" y="112867"/>
                  </a:cubicBezTo>
                  <a:lnTo>
                    <a:pt x="39271" y="121616"/>
                  </a:lnTo>
                  <a:lnTo>
                    <a:pt x="42659" y="104117"/>
                  </a:lnTo>
                  <a:cubicBezTo>
                    <a:pt x="43505" y="101493"/>
                    <a:pt x="41812" y="97993"/>
                    <a:pt x="40118" y="96243"/>
                  </a:cubicBezTo>
                  <a:lnTo>
                    <a:pt x="26569" y="83119"/>
                  </a:lnTo>
                  <a:lnTo>
                    <a:pt x="45199" y="80494"/>
                  </a:lnTo>
                  <a:cubicBezTo>
                    <a:pt x="48586" y="80494"/>
                    <a:pt x="51127" y="78744"/>
                    <a:pt x="51974" y="76119"/>
                  </a:cubicBezTo>
                  <a:lnTo>
                    <a:pt x="60442" y="59496"/>
                  </a:lnTo>
                  <a:lnTo>
                    <a:pt x="68910" y="76119"/>
                  </a:lnTo>
                  <a:cubicBezTo>
                    <a:pt x="70604" y="78744"/>
                    <a:pt x="73144" y="80494"/>
                    <a:pt x="75685" y="80494"/>
                  </a:cubicBezTo>
                  <a:lnTo>
                    <a:pt x="94315" y="83119"/>
                  </a:lnTo>
                  <a:lnTo>
                    <a:pt x="80765" y="96243"/>
                  </a:lnTo>
                  <a:close/>
                  <a:moveTo>
                    <a:pt x="29956" y="17499"/>
                  </a:moveTo>
                  <a:lnTo>
                    <a:pt x="91774" y="17499"/>
                  </a:lnTo>
                  <a:cubicBezTo>
                    <a:pt x="96855" y="17499"/>
                    <a:pt x="100242" y="13999"/>
                    <a:pt x="100242" y="8749"/>
                  </a:cubicBezTo>
                  <a:cubicBezTo>
                    <a:pt x="100242" y="3500"/>
                    <a:pt x="96855" y="0"/>
                    <a:pt x="91774" y="0"/>
                  </a:cubicBezTo>
                  <a:lnTo>
                    <a:pt x="29956" y="0"/>
                  </a:lnTo>
                  <a:cubicBezTo>
                    <a:pt x="24875" y="0"/>
                    <a:pt x="21488" y="3500"/>
                    <a:pt x="21488" y="8749"/>
                  </a:cubicBezTo>
                  <a:cubicBezTo>
                    <a:pt x="21488" y="13999"/>
                    <a:pt x="24875" y="17499"/>
                    <a:pt x="29956" y="17499"/>
                  </a:cubicBezTo>
                  <a:close/>
                </a:path>
              </a:pathLst>
            </a:custGeom>
            <a:solidFill>
              <a:schemeClr val="accent1"/>
            </a:solidFill>
            <a:ln w="243" cap="flat">
              <a:noFill/>
              <a:prstDash val="solid"/>
              <a:miter/>
            </a:ln>
          </p:spPr>
          <p:txBody>
            <a:bodyPr rtlCol="0" anchor="ctr"/>
            <a:lstStyle/>
            <a:p>
              <a:endParaRPr lang="zh-CN" altLang="en-US"/>
            </a:p>
          </p:txBody>
        </p:sp>
      </p:grpSp>
      <p:sp>
        <p:nvSpPr>
          <p:cNvPr id="130" name="图形 128">
            <a:extLst>
              <a:ext uri="{FF2B5EF4-FFF2-40B4-BE49-F238E27FC236}">
                <a16:creationId xmlns:a16="http://schemas.microsoft.com/office/drawing/2014/main" id="{4B8329AA-B5B7-ED60-24E1-0FD0ED164216}"/>
              </a:ext>
            </a:extLst>
          </p:cNvPr>
          <p:cNvSpPr/>
          <p:nvPr/>
        </p:nvSpPr>
        <p:spPr>
          <a:xfrm>
            <a:off x="10272782" y="3869968"/>
            <a:ext cx="204826" cy="206013"/>
          </a:xfrm>
          <a:custGeom>
            <a:avLst/>
            <a:gdLst>
              <a:gd name="connsiteX0" fmla="*/ 173754 w 178635"/>
              <a:gd name="connsiteY0" fmla="*/ 58386 h 179670"/>
              <a:gd name="connsiteX1" fmla="*/ 150089 w 178635"/>
              <a:gd name="connsiteY1" fmla="*/ 82052 h 179670"/>
              <a:gd name="connsiteX2" fmla="*/ 140623 w 178635"/>
              <a:gd name="connsiteY2" fmla="*/ 82052 h 179670"/>
              <a:gd name="connsiteX3" fmla="*/ 140623 w 178635"/>
              <a:gd name="connsiteY3" fmla="*/ 72586 h 179670"/>
              <a:gd name="connsiteX4" fmla="*/ 164288 w 178635"/>
              <a:gd name="connsiteY4" fmla="*/ 48920 h 179670"/>
              <a:gd name="connsiteX5" fmla="*/ 164288 w 178635"/>
              <a:gd name="connsiteY5" fmla="*/ 43004 h 179670"/>
              <a:gd name="connsiteX6" fmla="*/ 139440 w 178635"/>
              <a:gd name="connsiteY6" fmla="*/ 18156 h 179670"/>
              <a:gd name="connsiteX7" fmla="*/ 133524 w 178635"/>
              <a:gd name="connsiteY7" fmla="*/ 18156 h 179670"/>
              <a:gd name="connsiteX8" fmla="*/ 95068 w 178635"/>
              <a:gd name="connsiteY8" fmla="*/ 56612 h 179670"/>
              <a:gd name="connsiteX9" fmla="*/ 85601 w 178635"/>
              <a:gd name="connsiteY9" fmla="*/ 56612 h 179670"/>
              <a:gd name="connsiteX10" fmla="*/ 85601 w 178635"/>
              <a:gd name="connsiteY10" fmla="*/ 47146 h 179670"/>
              <a:gd name="connsiteX11" fmla="*/ 124057 w 178635"/>
              <a:gd name="connsiteY11" fmla="*/ 8690 h 179670"/>
              <a:gd name="connsiteX12" fmla="*/ 148906 w 178635"/>
              <a:gd name="connsiteY12" fmla="*/ 8690 h 179670"/>
              <a:gd name="connsiteX13" fmla="*/ 173754 w 178635"/>
              <a:gd name="connsiteY13" fmla="*/ 33538 h 179670"/>
              <a:gd name="connsiteX14" fmla="*/ 173754 w 178635"/>
              <a:gd name="connsiteY14" fmla="*/ 58386 h 179670"/>
              <a:gd name="connsiteX15" fmla="*/ 81460 w 178635"/>
              <a:gd name="connsiteY15" fmla="*/ 150681 h 179670"/>
              <a:gd name="connsiteX16" fmla="*/ 57795 w 178635"/>
              <a:gd name="connsiteY16" fmla="*/ 174346 h 179670"/>
              <a:gd name="connsiteX17" fmla="*/ 32946 w 178635"/>
              <a:gd name="connsiteY17" fmla="*/ 174346 h 179670"/>
              <a:gd name="connsiteX18" fmla="*/ 7506 w 178635"/>
              <a:gd name="connsiteY18" fmla="*/ 148906 h 179670"/>
              <a:gd name="connsiteX19" fmla="*/ 7506 w 178635"/>
              <a:gd name="connsiteY19" fmla="*/ 124057 h 179670"/>
              <a:gd name="connsiteX20" fmla="*/ 45962 w 178635"/>
              <a:gd name="connsiteY20" fmla="*/ 85601 h 179670"/>
              <a:gd name="connsiteX21" fmla="*/ 55428 w 178635"/>
              <a:gd name="connsiteY21" fmla="*/ 85601 h 179670"/>
              <a:gd name="connsiteX22" fmla="*/ 55428 w 178635"/>
              <a:gd name="connsiteY22" fmla="*/ 95068 h 179670"/>
              <a:gd name="connsiteX23" fmla="*/ 16972 w 178635"/>
              <a:gd name="connsiteY23" fmla="*/ 133524 h 179670"/>
              <a:gd name="connsiteX24" fmla="*/ 16972 w 178635"/>
              <a:gd name="connsiteY24" fmla="*/ 139440 h 179670"/>
              <a:gd name="connsiteX25" fmla="*/ 41821 w 178635"/>
              <a:gd name="connsiteY25" fmla="*/ 164288 h 179670"/>
              <a:gd name="connsiteX26" fmla="*/ 47737 w 178635"/>
              <a:gd name="connsiteY26" fmla="*/ 164288 h 179670"/>
              <a:gd name="connsiteX27" fmla="*/ 71402 w 178635"/>
              <a:gd name="connsiteY27" fmla="*/ 140623 h 179670"/>
              <a:gd name="connsiteX28" fmla="*/ 80868 w 178635"/>
              <a:gd name="connsiteY28" fmla="*/ 140623 h 179670"/>
              <a:gd name="connsiteX29" fmla="*/ 81460 w 178635"/>
              <a:gd name="connsiteY29" fmla="*/ 150681 h 179670"/>
              <a:gd name="connsiteX30" fmla="*/ 155414 w 178635"/>
              <a:gd name="connsiteY30" fmla="*/ 122283 h 179670"/>
              <a:gd name="connsiteX31" fmla="*/ 121691 w 178635"/>
              <a:gd name="connsiteY31" fmla="*/ 156005 h 179670"/>
              <a:gd name="connsiteX32" fmla="*/ 120508 w 178635"/>
              <a:gd name="connsiteY32" fmla="*/ 157189 h 179670"/>
              <a:gd name="connsiteX33" fmla="*/ 122283 w 178635"/>
              <a:gd name="connsiteY33" fmla="*/ 153047 h 179670"/>
              <a:gd name="connsiteX34" fmla="*/ 113408 w 178635"/>
              <a:gd name="connsiteY34" fmla="*/ 161922 h 179670"/>
              <a:gd name="connsiteX35" fmla="*/ 8098 w 178635"/>
              <a:gd name="connsiteY35" fmla="*/ 56612 h 179670"/>
              <a:gd name="connsiteX36" fmla="*/ 998 w 178635"/>
              <a:gd name="connsiteY36" fmla="*/ 47146 h 179670"/>
              <a:gd name="connsiteX37" fmla="*/ 2773 w 178635"/>
              <a:gd name="connsiteY37" fmla="*/ 36496 h 179670"/>
              <a:gd name="connsiteX38" fmla="*/ 35905 w 178635"/>
              <a:gd name="connsiteY38" fmla="*/ 2773 h 179670"/>
              <a:gd name="connsiteX39" fmla="*/ 46554 w 178635"/>
              <a:gd name="connsiteY39" fmla="*/ 998 h 179670"/>
              <a:gd name="connsiteX40" fmla="*/ 56020 w 178635"/>
              <a:gd name="connsiteY40" fmla="*/ 8098 h 179670"/>
              <a:gd name="connsiteX41" fmla="*/ 161330 w 178635"/>
              <a:gd name="connsiteY41" fmla="*/ 113408 h 179670"/>
              <a:gd name="connsiteX42" fmla="*/ 152456 w 178635"/>
              <a:gd name="connsiteY42" fmla="*/ 122283 h 179670"/>
              <a:gd name="connsiteX43" fmla="*/ 156597 w 178635"/>
              <a:gd name="connsiteY43" fmla="*/ 120508 h 179670"/>
              <a:gd name="connsiteX44" fmla="*/ 155414 w 178635"/>
              <a:gd name="connsiteY44" fmla="*/ 122283 h 179670"/>
              <a:gd name="connsiteX45" fmla="*/ 114591 w 178635"/>
              <a:gd name="connsiteY45" fmla="*/ 144173 h 179670"/>
              <a:gd name="connsiteX46" fmla="*/ 143581 w 178635"/>
              <a:gd name="connsiteY46" fmla="*/ 115183 h 179670"/>
              <a:gd name="connsiteX47" fmla="*/ 46554 w 178635"/>
              <a:gd name="connsiteY47" fmla="*/ 18156 h 179670"/>
              <a:gd name="connsiteX48" fmla="*/ 43004 w 178635"/>
              <a:gd name="connsiteY48" fmla="*/ 15197 h 179670"/>
              <a:gd name="connsiteX49" fmla="*/ 14014 w 178635"/>
              <a:gd name="connsiteY49" fmla="*/ 44187 h 179670"/>
              <a:gd name="connsiteX50" fmla="*/ 16972 w 178635"/>
              <a:gd name="connsiteY50" fmla="*/ 47737 h 179670"/>
              <a:gd name="connsiteX51" fmla="*/ 114591 w 178635"/>
              <a:gd name="connsiteY51" fmla="*/ 144173 h 179670"/>
              <a:gd name="connsiteX52" fmla="*/ 173754 w 178635"/>
              <a:gd name="connsiteY52" fmla="*/ 174346 h 179670"/>
              <a:gd name="connsiteX53" fmla="*/ 161922 w 178635"/>
              <a:gd name="connsiteY53" fmla="*/ 177304 h 179670"/>
              <a:gd name="connsiteX54" fmla="*/ 118733 w 178635"/>
              <a:gd name="connsiteY54" fmla="*/ 165472 h 179670"/>
              <a:gd name="connsiteX55" fmla="*/ 110450 w 178635"/>
              <a:gd name="connsiteY55" fmla="*/ 150681 h 179670"/>
              <a:gd name="connsiteX56" fmla="*/ 113408 w 178635"/>
              <a:gd name="connsiteY56" fmla="*/ 145356 h 179670"/>
              <a:gd name="connsiteX57" fmla="*/ 144764 w 178635"/>
              <a:gd name="connsiteY57" fmla="*/ 114000 h 179670"/>
              <a:gd name="connsiteX58" fmla="*/ 161922 w 178635"/>
              <a:gd name="connsiteY58" fmla="*/ 114000 h 179670"/>
              <a:gd name="connsiteX59" fmla="*/ 164880 w 178635"/>
              <a:gd name="connsiteY59" fmla="*/ 119324 h 179670"/>
              <a:gd name="connsiteX60" fmla="*/ 176712 w 178635"/>
              <a:gd name="connsiteY60" fmla="*/ 162513 h 179670"/>
              <a:gd name="connsiteX61" fmla="*/ 173754 w 178635"/>
              <a:gd name="connsiteY61" fmla="*/ 174346 h 179670"/>
              <a:gd name="connsiteX62" fmla="*/ 125241 w 178635"/>
              <a:gd name="connsiteY62" fmla="*/ 153047 h 179670"/>
              <a:gd name="connsiteX63" fmla="*/ 163105 w 178635"/>
              <a:gd name="connsiteY63" fmla="*/ 163105 h 179670"/>
              <a:gd name="connsiteX64" fmla="*/ 153047 w 178635"/>
              <a:gd name="connsiteY64" fmla="*/ 125241 h 179670"/>
              <a:gd name="connsiteX65" fmla="*/ 125241 w 178635"/>
              <a:gd name="connsiteY65" fmla="*/ 153047 h 179670"/>
              <a:gd name="connsiteX66" fmla="*/ 63711 w 178635"/>
              <a:gd name="connsiteY66" fmla="*/ 156597 h 179670"/>
              <a:gd name="connsiteX67" fmla="*/ 61936 w 178635"/>
              <a:gd name="connsiteY67" fmla="*/ 158372 h 179670"/>
              <a:gd name="connsiteX68" fmla="*/ 54245 w 178635"/>
              <a:gd name="connsiteY68" fmla="*/ 158372 h 179670"/>
              <a:gd name="connsiteX69" fmla="*/ 40638 w 178635"/>
              <a:gd name="connsiteY69" fmla="*/ 144764 h 179670"/>
              <a:gd name="connsiteX70" fmla="*/ 40638 w 178635"/>
              <a:gd name="connsiteY70" fmla="*/ 137073 h 179670"/>
              <a:gd name="connsiteX71" fmla="*/ 42412 w 178635"/>
              <a:gd name="connsiteY71" fmla="*/ 135298 h 179670"/>
              <a:gd name="connsiteX72" fmla="*/ 50104 w 178635"/>
              <a:gd name="connsiteY72" fmla="*/ 135298 h 179670"/>
              <a:gd name="connsiteX73" fmla="*/ 63711 w 178635"/>
              <a:gd name="connsiteY73" fmla="*/ 148906 h 179670"/>
              <a:gd name="connsiteX74" fmla="*/ 63711 w 178635"/>
              <a:gd name="connsiteY74" fmla="*/ 156597 h 179670"/>
              <a:gd name="connsiteX75" fmla="*/ 28805 w 178635"/>
              <a:gd name="connsiteY75" fmla="*/ 68444 h 179670"/>
              <a:gd name="connsiteX76" fmla="*/ 27030 w 178635"/>
              <a:gd name="connsiteY76" fmla="*/ 66669 h 179670"/>
              <a:gd name="connsiteX77" fmla="*/ 27030 w 178635"/>
              <a:gd name="connsiteY77" fmla="*/ 58978 h 179670"/>
              <a:gd name="connsiteX78" fmla="*/ 58386 w 178635"/>
              <a:gd name="connsiteY78" fmla="*/ 27622 h 179670"/>
              <a:gd name="connsiteX79" fmla="*/ 66078 w 178635"/>
              <a:gd name="connsiteY79" fmla="*/ 27622 h 179670"/>
              <a:gd name="connsiteX80" fmla="*/ 67853 w 178635"/>
              <a:gd name="connsiteY80" fmla="*/ 29397 h 179670"/>
              <a:gd name="connsiteX81" fmla="*/ 67853 w 178635"/>
              <a:gd name="connsiteY81" fmla="*/ 37088 h 179670"/>
              <a:gd name="connsiteX82" fmla="*/ 36496 w 178635"/>
              <a:gd name="connsiteY82" fmla="*/ 68444 h 179670"/>
              <a:gd name="connsiteX83" fmla="*/ 28805 w 178635"/>
              <a:gd name="connsiteY83" fmla="*/ 68444 h 179670"/>
              <a:gd name="connsiteX84" fmla="*/ 157189 w 178635"/>
              <a:gd name="connsiteY84" fmla="*/ 63711 h 179670"/>
              <a:gd name="connsiteX85" fmla="*/ 155414 w 178635"/>
              <a:gd name="connsiteY85" fmla="*/ 65486 h 179670"/>
              <a:gd name="connsiteX86" fmla="*/ 147723 w 178635"/>
              <a:gd name="connsiteY86" fmla="*/ 65486 h 179670"/>
              <a:gd name="connsiteX87" fmla="*/ 134115 w 178635"/>
              <a:gd name="connsiteY87" fmla="*/ 51879 h 179670"/>
              <a:gd name="connsiteX88" fmla="*/ 134115 w 178635"/>
              <a:gd name="connsiteY88" fmla="*/ 44187 h 179670"/>
              <a:gd name="connsiteX89" fmla="*/ 135890 w 178635"/>
              <a:gd name="connsiteY89" fmla="*/ 42412 h 179670"/>
              <a:gd name="connsiteX90" fmla="*/ 143581 w 178635"/>
              <a:gd name="connsiteY90" fmla="*/ 42412 h 179670"/>
              <a:gd name="connsiteX91" fmla="*/ 157189 w 178635"/>
              <a:gd name="connsiteY91" fmla="*/ 56020 h 179670"/>
              <a:gd name="connsiteX92" fmla="*/ 157189 w 178635"/>
              <a:gd name="connsiteY92" fmla="*/ 63711 h 179670"/>
              <a:gd name="connsiteX93" fmla="*/ 157189 w 178635"/>
              <a:gd name="connsiteY93" fmla="*/ 63711 h 17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78635" h="179670">
                <a:moveTo>
                  <a:pt x="173754" y="58386"/>
                </a:moveTo>
                <a:lnTo>
                  <a:pt x="150089" y="82052"/>
                </a:lnTo>
                <a:cubicBezTo>
                  <a:pt x="147723" y="85010"/>
                  <a:pt x="142990" y="85010"/>
                  <a:pt x="140623" y="82052"/>
                </a:cubicBezTo>
                <a:cubicBezTo>
                  <a:pt x="138257" y="79094"/>
                  <a:pt x="137665" y="74952"/>
                  <a:pt x="140623" y="72586"/>
                </a:cubicBezTo>
                <a:lnTo>
                  <a:pt x="164288" y="48920"/>
                </a:lnTo>
                <a:cubicBezTo>
                  <a:pt x="166063" y="47146"/>
                  <a:pt x="166063" y="44779"/>
                  <a:pt x="164288" y="43004"/>
                </a:cubicBezTo>
                <a:lnTo>
                  <a:pt x="139440" y="18156"/>
                </a:lnTo>
                <a:cubicBezTo>
                  <a:pt x="137665" y="16381"/>
                  <a:pt x="135298" y="16381"/>
                  <a:pt x="133524" y="18156"/>
                </a:cubicBezTo>
                <a:lnTo>
                  <a:pt x="95068" y="56612"/>
                </a:lnTo>
                <a:cubicBezTo>
                  <a:pt x="92109" y="58978"/>
                  <a:pt x="87968" y="58978"/>
                  <a:pt x="85601" y="56612"/>
                </a:cubicBezTo>
                <a:cubicBezTo>
                  <a:pt x="83235" y="53653"/>
                  <a:pt x="83235" y="49512"/>
                  <a:pt x="85601" y="47146"/>
                </a:cubicBezTo>
                <a:lnTo>
                  <a:pt x="124057" y="8690"/>
                </a:lnTo>
                <a:cubicBezTo>
                  <a:pt x="131157" y="1590"/>
                  <a:pt x="142398" y="1590"/>
                  <a:pt x="148906" y="8690"/>
                </a:cubicBezTo>
                <a:lnTo>
                  <a:pt x="173754" y="33538"/>
                </a:lnTo>
                <a:cubicBezTo>
                  <a:pt x="180262" y="40046"/>
                  <a:pt x="180262" y="51287"/>
                  <a:pt x="173754" y="58386"/>
                </a:cubicBezTo>
                <a:close/>
                <a:moveTo>
                  <a:pt x="81460" y="150681"/>
                </a:moveTo>
                <a:lnTo>
                  <a:pt x="57795" y="174346"/>
                </a:lnTo>
                <a:cubicBezTo>
                  <a:pt x="50695" y="181446"/>
                  <a:pt x="39454" y="181446"/>
                  <a:pt x="32946" y="174346"/>
                </a:cubicBezTo>
                <a:lnTo>
                  <a:pt x="7506" y="148906"/>
                </a:lnTo>
                <a:cubicBezTo>
                  <a:pt x="407" y="141806"/>
                  <a:pt x="407" y="130565"/>
                  <a:pt x="7506" y="124057"/>
                </a:cubicBezTo>
                <a:lnTo>
                  <a:pt x="45962" y="85601"/>
                </a:lnTo>
                <a:cubicBezTo>
                  <a:pt x="48920" y="83235"/>
                  <a:pt x="53062" y="83235"/>
                  <a:pt x="55428" y="85601"/>
                </a:cubicBezTo>
                <a:cubicBezTo>
                  <a:pt x="57795" y="88560"/>
                  <a:pt x="57795" y="92701"/>
                  <a:pt x="55428" y="95068"/>
                </a:cubicBezTo>
                <a:lnTo>
                  <a:pt x="16972" y="133524"/>
                </a:lnTo>
                <a:cubicBezTo>
                  <a:pt x="15197" y="135298"/>
                  <a:pt x="15197" y="137665"/>
                  <a:pt x="16972" y="139440"/>
                </a:cubicBezTo>
                <a:lnTo>
                  <a:pt x="41821" y="164288"/>
                </a:lnTo>
                <a:cubicBezTo>
                  <a:pt x="43596" y="166063"/>
                  <a:pt x="45962" y="166063"/>
                  <a:pt x="47737" y="164288"/>
                </a:cubicBezTo>
                <a:lnTo>
                  <a:pt x="71402" y="140623"/>
                </a:lnTo>
                <a:cubicBezTo>
                  <a:pt x="74360" y="138257"/>
                  <a:pt x="78502" y="138257"/>
                  <a:pt x="80868" y="140623"/>
                </a:cubicBezTo>
                <a:cubicBezTo>
                  <a:pt x="83827" y="143581"/>
                  <a:pt x="83827" y="148314"/>
                  <a:pt x="81460" y="150681"/>
                </a:cubicBezTo>
                <a:close/>
                <a:moveTo>
                  <a:pt x="155414" y="122283"/>
                </a:moveTo>
                <a:lnTo>
                  <a:pt x="121691" y="156005"/>
                </a:lnTo>
                <a:cubicBezTo>
                  <a:pt x="121099" y="156597"/>
                  <a:pt x="120508" y="156597"/>
                  <a:pt x="120508" y="157189"/>
                </a:cubicBezTo>
                <a:cubicBezTo>
                  <a:pt x="121691" y="156005"/>
                  <a:pt x="122283" y="154231"/>
                  <a:pt x="122283" y="153047"/>
                </a:cubicBezTo>
                <a:lnTo>
                  <a:pt x="113408" y="161922"/>
                </a:lnTo>
                <a:lnTo>
                  <a:pt x="8098" y="56612"/>
                </a:lnTo>
                <a:cubicBezTo>
                  <a:pt x="5140" y="53653"/>
                  <a:pt x="2773" y="50695"/>
                  <a:pt x="998" y="47146"/>
                </a:cubicBezTo>
                <a:cubicBezTo>
                  <a:pt x="-777" y="43596"/>
                  <a:pt x="-185" y="39454"/>
                  <a:pt x="2773" y="36496"/>
                </a:cubicBezTo>
                <a:lnTo>
                  <a:pt x="35905" y="2773"/>
                </a:lnTo>
                <a:cubicBezTo>
                  <a:pt x="38863" y="-185"/>
                  <a:pt x="43004" y="-777"/>
                  <a:pt x="46554" y="998"/>
                </a:cubicBezTo>
                <a:cubicBezTo>
                  <a:pt x="50104" y="2773"/>
                  <a:pt x="53062" y="5140"/>
                  <a:pt x="56020" y="8098"/>
                </a:cubicBezTo>
                <a:lnTo>
                  <a:pt x="161330" y="113408"/>
                </a:lnTo>
                <a:lnTo>
                  <a:pt x="152456" y="122283"/>
                </a:lnTo>
                <a:cubicBezTo>
                  <a:pt x="154231" y="122283"/>
                  <a:pt x="156005" y="121691"/>
                  <a:pt x="156597" y="120508"/>
                </a:cubicBezTo>
                <a:cubicBezTo>
                  <a:pt x="156597" y="121691"/>
                  <a:pt x="156005" y="121691"/>
                  <a:pt x="155414" y="122283"/>
                </a:cubicBezTo>
                <a:close/>
                <a:moveTo>
                  <a:pt x="114591" y="144173"/>
                </a:moveTo>
                <a:lnTo>
                  <a:pt x="143581" y="115183"/>
                </a:lnTo>
                <a:lnTo>
                  <a:pt x="46554" y="18156"/>
                </a:lnTo>
                <a:cubicBezTo>
                  <a:pt x="45371" y="16972"/>
                  <a:pt x="44187" y="15789"/>
                  <a:pt x="43004" y="15197"/>
                </a:cubicBezTo>
                <a:lnTo>
                  <a:pt x="14014" y="44187"/>
                </a:lnTo>
                <a:cubicBezTo>
                  <a:pt x="14606" y="44779"/>
                  <a:pt x="15789" y="45962"/>
                  <a:pt x="16972" y="47737"/>
                </a:cubicBezTo>
                <a:lnTo>
                  <a:pt x="114591" y="144173"/>
                </a:lnTo>
                <a:close/>
                <a:moveTo>
                  <a:pt x="173754" y="174346"/>
                </a:moveTo>
                <a:cubicBezTo>
                  <a:pt x="170796" y="177304"/>
                  <a:pt x="166063" y="178487"/>
                  <a:pt x="161922" y="177304"/>
                </a:cubicBezTo>
                <a:lnTo>
                  <a:pt x="118733" y="165472"/>
                </a:lnTo>
                <a:cubicBezTo>
                  <a:pt x="112225" y="163697"/>
                  <a:pt x="108675" y="157189"/>
                  <a:pt x="110450" y="150681"/>
                </a:cubicBezTo>
                <a:cubicBezTo>
                  <a:pt x="111042" y="148906"/>
                  <a:pt x="112225" y="147131"/>
                  <a:pt x="113408" y="145356"/>
                </a:cubicBezTo>
                <a:lnTo>
                  <a:pt x="144764" y="114000"/>
                </a:lnTo>
                <a:cubicBezTo>
                  <a:pt x="149498" y="109267"/>
                  <a:pt x="157189" y="109267"/>
                  <a:pt x="161922" y="114000"/>
                </a:cubicBezTo>
                <a:cubicBezTo>
                  <a:pt x="163105" y="115183"/>
                  <a:pt x="164288" y="117549"/>
                  <a:pt x="164880" y="119324"/>
                </a:cubicBezTo>
                <a:lnTo>
                  <a:pt x="176712" y="162513"/>
                </a:lnTo>
                <a:cubicBezTo>
                  <a:pt x="177896" y="166655"/>
                  <a:pt x="176712" y="171388"/>
                  <a:pt x="173754" y="174346"/>
                </a:cubicBezTo>
                <a:close/>
                <a:moveTo>
                  <a:pt x="125241" y="153047"/>
                </a:moveTo>
                <a:lnTo>
                  <a:pt x="163105" y="163105"/>
                </a:lnTo>
                <a:lnTo>
                  <a:pt x="153047" y="125241"/>
                </a:lnTo>
                <a:lnTo>
                  <a:pt x="125241" y="153047"/>
                </a:lnTo>
                <a:close/>
                <a:moveTo>
                  <a:pt x="63711" y="156597"/>
                </a:moveTo>
                <a:lnTo>
                  <a:pt x="61936" y="158372"/>
                </a:lnTo>
                <a:cubicBezTo>
                  <a:pt x="59570" y="160738"/>
                  <a:pt x="56612" y="160738"/>
                  <a:pt x="54245" y="158372"/>
                </a:cubicBezTo>
                <a:lnTo>
                  <a:pt x="40638" y="144764"/>
                </a:lnTo>
                <a:cubicBezTo>
                  <a:pt x="38271" y="142398"/>
                  <a:pt x="38271" y="139440"/>
                  <a:pt x="40638" y="137073"/>
                </a:cubicBezTo>
                <a:lnTo>
                  <a:pt x="42412" y="135298"/>
                </a:lnTo>
                <a:cubicBezTo>
                  <a:pt x="44779" y="132932"/>
                  <a:pt x="47737" y="132932"/>
                  <a:pt x="50104" y="135298"/>
                </a:cubicBezTo>
                <a:lnTo>
                  <a:pt x="63711" y="148906"/>
                </a:lnTo>
                <a:cubicBezTo>
                  <a:pt x="66078" y="150681"/>
                  <a:pt x="66078" y="154231"/>
                  <a:pt x="63711" y="156597"/>
                </a:cubicBezTo>
                <a:close/>
                <a:moveTo>
                  <a:pt x="28805" y="68444"/>
                </a:moveTo>
                <a:lnTo>
                  <a:pt x="27030" y="66669"/>
                </a:lnTo>
                <a:cubicBezTo>
                  <a:pt x="24664" y="64303"/>
                  <a:pt x="24664" y="61345"/>
                  <a:pt x="27030" y="58978"/>
                </a:cubicBezTo>
                <a:lnTo>
                  <a:pt x="58386" y="27622"/>
                </a:lnTo>
                <a:cubicBezTo>
                  <a:pt x="60753" y="25255"/>
                  <a:pt x="63711" y="25255"/>
                  <a:pt x="66078" y="27622"/>
                </a:cubicBezTo>
                <a:lnTo>
                  <a:pt x="67853" y="29397"/>
                </a:lnTo>
                <a:cubicBezTo>
                  <a:pt x="70219" y="31763"/>
                  <a:pt x="70219" y="34721"/>
                  <a:pt x="67853" y="37088"/>
                </a:cubicBezTo>
                <a:lnTo>
                  <a:pt x="36496" y="68444"/>
                </a:lnTo>
                <a:cubicBezTo>
                  <a:pt x="34130" y="70811"/>
                  <a:pt x="30580" y="70811"/>
                  <a:pt x="28805" y="68444"/>
                </a:cubicBezTo>
                <a:close/>
                <a:moveTo>
                  <a:pt x="157189" y="63711"/>
                </a:moveTo>
                <a:lnTo>
                  <a:pt x="155414" y="65486"/>
                </a:lnTo>
                <a:cubicBezTo>
                  <a:pt x="153047" y="67853"/>
                  <a:pt x="150089" y="67853"/>
                  <a:pt x="147723" y="65486"/>
                </a:cubicBezTo>
                <a:lnTo>
                  <a:pt x="134115" y="51879"/>
                </a:lnTo>
                <a:cubicBezTo>
                  <a:pt x="131749" y="49512"/>
                  <a:pt x="131749" y="46554"/>
                  <a:pt x="134115" y="44187"/>
                </a:cubicBezTo>
                <a:lnTo>
                  <a:pt x="135890" y="42412"/>
                </a:lnTo>
                <a:cubicBezTo>
                  <a:pt x="138257" y="40046"/>
                  <a:pt x="141215" y="40046"/>
                  <a:pt x="143581" y="42412"/>
                </a:cubicBezTo>
                <a:lnTo>
                  <a:pt x="157189" y="56020"/>
                </a:lnTo>
                <a:cubicBezTo>
                  <a:pt x="158964" y="57795"/>
                  <a:pt x="158964" y="61345"/>
                  <a:pt x="157189" y="63711"/>
                </a:cubicBezTo>
                <a:cubicBezTo>
                  <a:pt x="157189" y="63120"/>
                  <a:pt x="157189" y="63711"/>
                  <a:pt x="157189" y="63711"/>
                </a:cubicBezTo>
                <a:close/>
              </a:path>
            </a:pathLst>
          </a:custGeom>
          <a:solidFill>
            <a:schemeClr val="accent1"/>
          </a:solidFill>
          <a:ln w="223" cap="flat">
            <a:noFill/>
            <a:prstDash val="solid"/>
            <a:miter/>
          </a:ln>
        </p:spPr>
        <p:txBody>
          <a:bodyPr rtlCol="0" anchor="ctr"/>
          <a:lstStyle/>
          <a:p>
            <a:endParaRPr lang="zh-CN" altLang="en-US" dirty="0"/>
          </a:p>
        </p:txBody>
      </p:sp>
      <p:cxnSp>
        <p:nvCxnSpPr>
          <p:cNvPr id="135" name="直接连接符 134">
            <a:extLst>
              <a:ext uri="{FF2B5EF4-FFF2-40B4-BE49-F238E27FC236}">
                <a16:creationId xmlns:a16="http://schemas.microsoft.com/office/drawing/2014/main" id="{1BAAE2D0-B916-589A-5E13-C21CED62F9D6}"/>
              </a:ext>
            </a:extLst>
          </p:cNvPr>
          <p:cNvCxnSpPr>
            <a:cxnSpLocks/>
          </p:cNvCxnSpPr>
          <p:nvPr/>
        </p:nvCxnSpPr>
        <p:spPr>
          <a:xfrm>
            <a:off x="2515938" y="3934205"/>
            <a:ext cx="0" cy="517194"/>
          </a:xfrm>
          <a:prstGeom prst="line">
            <a:avLst/>
          </a:prstGeom>
          <a:noFill/>
          <a:ln w="6350" cap="flat" cmpd="sng" algn="ctr">
            <a:gradFill>
              <a:gsLst>
                <a:gs pos="0">
                  <a:schemeClr val="accent1"/>
                </a:gs>
                <a:gs pos="100000">
                  <a:schemeClr val="accent1">
                    <a:alpha val="0"/>
                  </a:schemeClr>
                </a:gs>
              </a:gsLst>
              <a:lin ang="5400000" scaled="1"/>
            </a:gradFill>
            <a:prstDash val="solid"/>
            <a:miter lim="800000"/>
          </a:ln>
          <a:effectLst/>
        </p:spPr>
      </p:cxnSp>
      <p:cxnSp>
        <p:nvCxnSpPr>
          <p:cNvPr id="136" name="直接连接符 135">
            <a:extLst>
              <a:ext uri="{FF2B5EF4-FFF2-40B4-BE49-F238E27FC236}">
                <a16:creationId xmlns:a16="http://schemas.microsoft.com/office/drawing/2014/main" id="{F466B0D5-4FDC-B5F7-576F-96D72FDBCE7C}"/>
              </a:ext>
            </a:extLst>
          </p:cNvPr>
          <p:cNvCxnSpPr>
            <a:cxnSpLocks/>
          </p:cNvCxnSpPr>
          <p:nvPr/>
        </p:nvCxnSpPr>
        <p:spPr>
          <a:xfrm>
            <a:off x="3910030" y="4783786"/>
            <a:ext cx="0" cy="681523"/>
          </a:xfrm>
          <a:prstGeom prst="line">
            <a:avLst/>
          </a:prstGeom>
          <a:noFill/>
          <a:ln w="6350" cap="flat" cmpd="sng" algn="ctr">
            <a:gradFill>
              <a:gsLst>
                <a:gs pos="0">
                  <a:schemeClr val="accent1"/>
                </a:gs>
                <a:gs pos="70000">
                  <a:schemeClr val="accent1">
                    <a:alpha val="0"/>
                  </a:schemeClr>
                </a:gs>
              </a:gsLst>
              <a:lin ang="5400000" scaled="1"/>
            </a:gradFill>
            <a:prstDash val="solid"/>
            <a:miter lim="800000"/>
          </a:ln>
          <a:effectLst/>
        </p:spPr>
      </p:cxnSp>
      <p:cxnSp>
        <p:nvCxnSpPr>
          <p:cNvPr id="137" name="直接连接符 136">
            <a:extLst>
              <a:ext uri="{FF2B5EF4-FFF2-40B4-BE49-F238E27FC236}">
                <a16:creationId xmlns:a16="http://schemas.microsoft.com/office/drawing/2014/main" id="{ABBC3CA0-8E93-E73B-737F-D5FDA91273CB}"/>
              </a:ext>
            </a:extLst>
          </p:cNvPr>
          <p:cNvCxnSpPr>
            <a:cxnSpLocks/>
          </p:cNvCxnSpPr>
          <p:nvPr/>
        </p:nvCxnSpPr>
        <p:spPr>
          <a:xfrm>
            <a:off x="6813303" y="4635675"/>
            <a:ext cx="0" cy="664347"/>
          </a:xfrm>
          <a:prstGeom prst="line">
            <a:avLst/>
          </a:prstGeom>
          <a:noFill/>
          <a:ln w="6350" cap="flat" cmpd="sng" algn="ctr">
            <a:gradFill>
              <a:gsLst>
                <a:gs pos="0">
                  <a:schemeClr val="accent1"/>
                </a:gs>
                <a:gs pos="70000">
                  <a:schemeClr val="accent1">
                    <a:alpha val="0"/>
                  </a:schemeClr>
                </a:gs>
              </a:gsLst>
              <a:lin ang="5400000" scaled="1"/>
            </a:gradFill>
            <a:prstDash val="solid"/>
            <a:miter lim="800000"/>
          </a:ln>
          <a:effectLst/>
        </p:spPr>
      </p:cxnSp>
      <p:cxnSp>
        <p:nvCxnSpPr>
          <p:cNvPr id="138" name="直接连接符 137">
            <a:extLst>
              <a:ext uri="{FF2B5EF4-FFF2-40B4-BE49-F238E27FC236}">
                <a16:creationId xmlns:a16="http://schemas.microsoft.com/office/drawing/2014/main" id="{3645A96A-2BAF-1F71-CE48-6068CD8FDE28}"/>
              </a:ext>
            </a:extLst>
          </p:cNvPr>
          <p:cNvCxnSpPr>
            <a:cxnSpLocks/>
          </p:cNvCxnSpPr>
          <p:nvPr/>
        </p:nvCxnSpPr>
        <p:spPr>
          <a:xfrm>
            <a:off x="8286967" y="4661588"/>
            <a:ext cx="0" cy="759518"/>
          </a:xfrm>
          <a:prstGeom prst="line">
            <a:avLst/>
          </a:prstGeom>
          <a:noFill/>
          <a:ln w="6350" cap="flat" cmpd="sng" algn="ctr">
            <a:gradFill>
              <a:gsLst>
                <a:gs pos="0">
                  <a:schemeClr val="accent1"/>
                </a:gs>
                <a:gs pos="70000">
                  <a:schemeClr val="accent1">
                    <a:alpha val="0"/>
                  </a:schemeClr>
                </a:gs>
              </a:gsLst>
              <a:lin ang="5400000" scaled="1"/>
            </a:gradFill>
            <a:prstDash val="solid"/>
            <a:miter lim="800000"/>
          </a:ln>
          <a:effectLst/>
        </p:spPr>
      </p:cxnSp>
      <p:cxnSp>
        <p:nvCxnSpPr>
          <p:cNvPr id="139" name="直接连接符 138">
            <a:extLst>
              <a:ext uri="{FF2B5EF4-FFF2-40B4-BE49-F238E27FC236}">
                <a16:creationId xmlns:a16="http://schemas.microsoft.com/office/drawing/2014/main" id="{E89CD92E-E2B0-0A3E-1A4F-9359DA66FDCB}"/>
              </a:ext>
            </a:extLst>
          </p:cNvPr>
          <p:cNvCxnSpPr>
            <a:cxnSpLocks/>
          </p:cNvCxnSpPr>
          <p:nvPr/>
        </p:nvCxnSpPr>
        <p:spPr>
          <a:xfrm>
            <a:off x="9628953" y="3611729"/>
            <a:ext cx="0" cy="1402939"/>
          </a:xfrm>
          <a:prstGeom prst="line">
            <a:avLst/>
          </a:prstGeom>
          <a:noFill/>
          <a:ln w="6350" cap="flat" cmpd="sng" algn="ctr">
            <a:gradFill>
              <a:gsLst>
                <a:gs pos="0">
                  <a:schemeClr val="accent1"/>
                </a:gs>
                <a:gs pos="70000">
                  <a:schemeClr val="accent1">
                    <a:alpha val="0"/>
                  </a:schemeClr>
                </a:gs>
              </a:gsLst>
              <a:lin ang="5400000" scaled="1"/>
            </a:gradFill>
            <a:prstDash val="solid"/>
            <a:miter lim="800000"/>
          </a:ln>
          <a:effectLst/>
        </p:spPr>
      </p:cxnSp>
      <p:cxnSp>
        <p:nvCxnSpPr>
          <p:cNvPr id="145" name="直接连接符 144">
            <a:extLst>
              <a:ext uri="{FF2B5EF4-FFF2-40B4-BE49-F238E27FC236}">
                <a16:creationId xmlns:a16="http://schemas.microsoft.com/office/drawing/2014/main" id="{C8FA4A9E-3AA4-BE48-9BDF-9070A24FF54C}"/>
              </a:ext>
            </a:extLst>
          </p:cNvPr>
          <p:cNvCxnSpPr>
            <a:cxnSpLocks/>
          </p:cNvCxnSpPr>
          <p:nvPr/>
        </p:nvCxnSpPr>
        <p:spPr>
          <a:xfrm>
            <a:off x="5283417" y="5300022"/>
            <a:ext cx="0" cy="759518"/>
          </a:xfrm>
          <a:prstGeom prst="line">
            <a:avLst/>
          </a:prstGeom>
          <a:noFill/>
          <a:ln w="6350" cap="flat" cmpd="sng" algn="ctr">
            <a:gradFill>
              <a:gsLst>
                <a:gs pos="0">
                  <a:schemeClr val="accent1"/>
                </a:gs>
                <a:gs pos="70000">
                  <a:schemeClr val="accent1">
                    <a:alpha val="0"/>
                  </a:schemeClr>
                </a:gs>
              </a:gsLst>
              <a:lin ang="5400000" scaled="1"/>
            </a:gradFill>
            <a:prstDash val="solid"/>
            <a:miter lim="800000"/>
          </a:ln>
          <a:effectLst/>
        </p:spPr>
      </p:cxnSp>
    </p:spTree>
    <p:extLst>
      <p:ext uri="{BB962C8B-B14F-4D97-AF65-F5344CB8AC3E}">
        <p14:creationId xmlns:p14="http://schemas.microsoft.com/office/powerpoint/2010/main" val="2856350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1DC0452-D225-F9A8-E802-C80AAC821433}"/>
              </a:ext>
            </a:extLst>
          </p:cNvPr>
          <p:cNvSpPr/>
          <p:nvPr/>
        </p:nvSpPr>
        <p:spPr>
          <a:xfrm>
            <a:off x="2749859" y="4872660"/>
            <a:ext cx="6692282" cy="1985339"/>
          </a:xfrm>
          <a:prstGeom prst="rect">
            <a:avLst/>
          </a:prstGeom>
          <a:gradFill flip="none" rotWithShape="1">
            <a:gsLst>
              <a:gs pos="2000">
                <a:schemeClr val="accent1">
                  <a:alpha val="0"/>
                </a:schemeClr>
              </a:gs>
              <a:gs pos="100000">
                <a:schemeClr val="accent1">
                  <a:alpha val="900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49FFFDFF-6251-16EE-F0AD-C6A99A580531}"/>
              </a:ext>
            </a:extLst>
          </p:cNvPr>
          <p:cNvSpPr/>
          <p:nvPr/>
        </p:nvSpPr>
        <p:spPr>
          <a:xfrm>
            <a:off x="3842789" y="2794774"/>
            <a:ext cx="4506422" cy="4063225"/>
          </a:xfrm>
          <a:prstGeom prst="rect">
            <a:avLst/>
          </a:prstGeom>
          <a:gradFill flip="none" rotWithShape="1">
            <a:gsLst>
              <a:gs pos="2000">
                <a:schemeClr val="accent1">
                  <a:alpha val="0"/>
                </a:schemeClr>
              </a:gs>
              <a:gs pos="100000">
                <a:schemeClr val="accent1">
                  <a:alpha val="900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B06F33D9-0E64-1EE1-88F8-1C9B1E682D38}"/>
              </a:ext>
            </a:extLst>
          </p:cNvPr>
          <p:cNvSpPr/>
          <p:nvPr/>
        </p:nvSpPr>
        <p:spPr>
          <a:xfrm>
            <a:off x="4600635" y="3497853"/>
            <a:ext cx="1085729" cy="3360146"/>
          </a:xfrm>
          <a:prstGeom prst="rect">
            <a:avLst/>
          </a:prstGeom>
          <a:gradFill>
            <a:gsLst>
              <a:gs pos="0">
                <a:schemeClr val="accent1">
                  <a:alpha val="0"/>
                </a:schemeClr>
              </a:gs>
              <a:gs pos="100000">
                <a:schemeClr val="accent1">
                  <a:alpha val="9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7FB96CEF-E107-21ED-8972-3ECC17BC7892}"/>
              </a:ext>
            </a:extLst>
          </p:cNvPr>
          <p:cNvSpPr/>
          <p:nvPr/>
        </p:nvSpPr>
        <p:spPr>
          <a:xfrm>
            <a:off x="6505635" y="3497853"/>
            <a:ext cx="1085729" cy="3360146"/>
          </a:xfrm>
          <a:prstGeom prst="rect">
            <a:avLst/>
          </a:prstGeom>
          <a:gradFill>
            <a:gsLst>
              <a:gs pos="0">
                <a:schemeClr val="accent1">
                  <a:alpha val="0"/>
                </a:schemeClr>
              </a:gs>
              <a:gs pos="100000">
                <a:schemeClr val="accent1">
                  <a:alpha val="9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59529287-9D91-F3FB-A557-88A13BD03010}"/>
              </a:ext>
            </a:extLst>
          </p:cNvPr>
          <p:cNvSpPr txBox="1"/>
          <p:nvPr/>
        </p:nvSpPr>
        <p:spPr>
          <a:xfrm>
            <a:off x="649706" y="523557"/>
            <a:ext cx="6862344"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5G</a:t>
            </a:r>
            <a:r>
              <a:rPr lang="zh-CN" altLang="en-US" dirty="0"/>
              <a:t>通讯模型</a:t>
            </a:r>
          </a:p>
        </p:txBody>
      </p:sp>
      <p:sp>
        <p:nvSpPr>
          <p:cNvPr id="7" name="椭圆 6">
            <a:extLst>
              <a:ext uri="{FF2B5EF4-FFF2-40B4-BE49-F238E27FC236}">
                <a16:creationId xmlns:a16="http://schemas.microsoft.com/office/drawing/2014/main" id="{F2A533CA-5930-710F-8A6C-8A7E86D8152A}"/>
              </a:ext>
            </a:extLst>
          </p:cNvPr>
          <p:cNvSpPr/>
          <p:nvPr/>
        </p:nvSpPr>
        <p:spPr>
          <a:xfrm>
            <a:off x="3842789" y="3063957"/>
            <a:ext cx="4506422" cy="2805437"/>
          </a:xfrm>
          <a:prstGeom prst="ellipse">
            <a:avLst/>
          </a:prstGeom>
          <a:noFill/>
          <a:ln w="19050">
            <a:gradFill>
              <a:gsLst>
                <a:gs pos="0">
                  <a:schemeClr val="accent1">
                    <a:alpha val="0"/>
                  </a:schemeClr>
                </a:gs>
                <a:gs pos="100000">
                  <a:schemeClr val="accent1">
                    <a:alpha val="17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D6D43C69-51C4-FA02-C5B7-23DF7428DD26}"/>
              </a:ext>
            </a:extLst>
          </p:cNvPr>
          <p:cNvSpPr/>
          <p:nvPr/>
        </p:nvSpPr>
        <p:spPr>
          <a:xfrm>
            <a:off x="4352576" y="3063957"/>
            <a:ext cx="3486848" cy="2135198"/>
          </a:xfrm>
          <a:prstGeom prst="ellipse">
            <a:avLst/>
          </a:prstGeom>
          <a:noFill/>
          <a:ln w="19050">
            <a:gradFill>
              <a:gsLst>
                <a:gs pos="0">
                  <a:schemeClr val="accent1">
                    <a:alpha val="0"/>
                  </a:schemeClr>
                </a:gs>
                <a:gs pos="100000">
                  <a:schemeClr val="accent1">
                    <a:alpha val="17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F19E8EF8-56EA-2314-B3B8-2198FB0B02A2}"/>
              </a:ext>
            </a:extLst>
          </p:cNvPr>
          <p:cNvSpPr/>
          <p:nvPr/>
        </p:nvSpPr>
        <p:spPr>
          <a:xfrm>
            <a:off x="4825735" y="3177117"/>
            <a:ext cx="2540530" cy="1548081"/>
          </a:xfrm>
          <a:prstGeom prst="ellipse">
            <a:avLst/>
          </a:prstGeom>
          <a:gradFill>
            <a:gsLst>
              <a:gs pos="0">
                <a:schemeClr val="accent1">
                  <a:alpha val="0"/>
                </a:schemeClr>
              </a:gs>
              <a:gs pos="100000">
                <a:schemeClr val="accent1">
                  <a:alpha val="23000"/>
                </a:schemeClr>
              </a:gs>
            </a:gsLst>
            <a:lin ang="5400000" scaled="1"/>
          </a:grad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1623B802-F75D-F94A-139F-631B0F9035C6}"/>
              </a:ext>
            </a:extLst>
          </p:cNvPr>
          <p:cNvSpPr/>
          <p:nvPr/>
        </p:nvSpPr>
        <p:spPr>
          <a:xfrm>
            <a:off x="5083175" y="3236381"/>
            <a:ext cx="2025650" cy="1230582"/>
          </a:xfrm>
          <a:prstGeom prst="ellipse">
            <a:avLst/>
          </a:prstGeom>
          <a:gradFill>
            <a:gsLst>
              <a:gs pos="0">
                <a:schemeClr val="accent1">
                  <a:alpha val="0"/>
                </a:schemeClr>
              </a:gs>
              <a:gs pos="100000">
                <a:schemeClr val="accent1">
                  <a:alpha val="23000"/>
                </a:schemeClr>
              </a:gs>
            </a:gsLst>
            <a:lin ang="5400000" scaled="1"/>
          </a:grad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6FC41422-9CD3-E8C6-D4DD-BE9A22DD0163}"/>
              </a:ext>
            </a:extLst>
          </p:cNvPr>
          <p:cNvSpPr/>
          <p:nvPr/>
        </p:nvSpPr>
        <p:spPr>
          <a:xfrm>
            <a:off x="5083175" y="3113359"/>
            <a:ext cx="2025650" cy="1230582"/>
          </a:xfrm>
          <a:prstGeom prst="ellipse">
            <a:avLst/>
          </a:prstGeom>
          <a:gradFill>
            <a:gsLst>
              <a:gs pos="7000">
                <a:schemeClr val="accent1"/>
              </a:gs>
              <a:gs pos="100000">
                <a:schemeClr val="tx2"/>
              </a:gs>
            </a:gsLst>
            <a:lin ang="5400000" scaled="1"/>
          </a:gra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C8E57752-F2EC-D3A8-6353-2ABDB93EB503}"/>
              </a:ext>
            </a:extLst>
          </p:cNvPr>
          <p:cNvSpPr/>
          <p:nvPr/>
        </p:nvSpPr>
        <p:spPr>
          <a:xfrm>
            <a:off x="1963735" y="1783821"/>
            <a:ext cx="1725613" cy="411692"/>
          </a:xfrm>
          <a:prstGeom prst="roundRect">
            <a:avLst>
              <a:gd name="adj" fmla="val 50000"/>
            </a:avLst>
          </a:prstGeom>
          <a:solidFill>
            <a:schemeClr val="tx2"/>
          </a:solidFill>
          <a:ln w="12700" cap="flat" cmpd="sng" algn="ctr">
            <a:noFill/>
            <a:prstDash val="solid"/>
            <a:miter lim="800000"/>
          </a:ln>
          <a:effectLst>
            <a:outerShdw blurRad="88900" dist="38100" dir="5400000" algn="t" rotWithShape="0">
              <a:schemeClr val="accent2">
                <a:alpha val="22000"/>
              </a:schemeClr>
            </a:outerShdw>
          </a:effectLst>
        </p:spPr>
        <p:txBody>
          <a:bodyPr lIns="0" rIns="0" rtlCol="0" anchor="ctr"/>
          <a:lstStyle/>
          <a:p>
            <a:pPr algn="ctr" defTabSz="889000">
              <a:spcBef>
                <a:spcPct val="0"/>
              </a:spcBef>
            </a:pPr>
            <a:endParaRPr lang="zh-CN" altLang="en-US" sz="1200" b="1" dirty="0">
              <a:solidFill>
                <a:schemeClr val="accent1"/>
              </a:solidFill>
              <a:latin typeface="+mn-ea"/>
            </a:endParaRPr>
          </a:p>
        </p:txBody>
      </p:sp>
      <p:sp>
        <p:nvSpPr>
          <p:cNvPr id="13" name="文本框 12">
            <a:extLst>
              <a:ext uri="{FF2B5EF4-FFF2-40B4-BE49-F238E27FC236}">
                <a16:creationId xmlns:a16="http://schemas.microsoft.com/office/drawing/2014/main" id="{1700A9EC-6E23-E7C5-E03D-B9C61FBAC63D}"/>
              </a:ext>
            </a:extLst>
          </p:cNvPr>
          <p:cNvSpPr txBox="1"/>
          <p:nvPr/>
        </p:nvSpPr>
        <p:spPr>
          <a:xfrm>
            <a:off x="1076959" y="2278029"/>
            <a:ext cx="2535261" cy="738344"/>
          </a:xfrm>
          <a:prstGeom prst="rect">
            <a:avLst/>
          </a:prstGeom>
          <a:noFill/>
        </p:spPr>
        <p:txBody>
          <a:bodyPr wrap="square" rtlCol="0">
            <a:spAutoFit/>
          </a:bodyPr>
          <a:lstStyle/>
          <a:p>
            <a:pPr algn="r">
              <a:lnSpc>
                <a:spcPct val="120000"/>
              </a:lnSpc>
            </a:pPr>
            <a:r>
              <a:rPr lang="zh-CN" altLang="en-US" sz="1200" dirty="0">
                <a:solidFill>
                  <a:schemeClr val="bg1"/>
                </a:solidFill>
                <a:latin typeface="+mn-ea"/>
              </a:rPr>
              <a:t>前所未有的高速数据传输，让用户能够秒速下载大型文件，流畅观看高清视频，享受极速网络体验</a:t>
            </a:r>
          </a:p>
        </p:txBody>
      </p:sp>
      <p:sp>
        <p:nvSpPr>
          <p:cNvPr id="14" name="矩形: 圆角 13">
            <a:extLst>
              <a:ext uri="{FF2B5EF4-FFF2-40B4-BE49-F238E27FC236}">
                <a16:creationId xmlns:a16="http://schemas.microsoft.com/office/drawing/2014/main" id="{B493097E-5147-B050-0987-50E11D0DF548}"/>
              </a:ext>
            </a:extLst>
          </p:cNvPr>
          <p:cNvSpPr/>
          <p:nvPr/>
        </p:nvSpPr>
        <p:spPr>
          <a:xfrm>
            <a:off x="1578504" y="3429000"/>
            <a:ext cx="1725613" cy="411692"/>
          </a:xfrm>
          <a:prstGeom prst="roundRect">
            <a:avLst>
              <a:gd name="adj" fmla="val 50000"/>
            </a:avLst>
          </a:prstGeom>
          <a:solidFill>
            <a:schemeClr val="tx2"/>
          </a:solidFill>
          <a:ln w="12700" cap="flat" cmpd="sng" algn="ctr">
            <a:noFill/>
            <a:prstDash val="solid"/>
            <a:miter lim="800000"/>
          </a:ln>
          <a:effectLst>
            <a:outerShdw blurRad="88900" dist="38100" dir="5400000" algn="t" rotWithShape="0">
              <a:schemeClr val="accent2">
                <a:alpha val="22000"/>
              </a:schemeClr>
            </a:outerShdw>
          </a:effectLst>
        </p:spPr>
        <p:txBody>
          <a:bodyPr lIns="0" rIns="0" rtlCol="0" anchor="ctr"/>
          <a:lstStyle/>
          <a:p>
            <a:pPr algn="ctr" defTabSz="889000">
              <a:spcBef>
                <a:spcPct val="0"/>
              </a:spcBef>
            </a:pPr>
            <a:endParaRPr lang="zh-CN" altLang="en-US" sz="1200" b="1" dirty="0">
              <a:solidFill>
                <a:schemeClr val="accent1"/>
              </a:solidFill>
              <a:latin typeface="+mn-ea"/>
            </a:endParaRPr>
          </a:p>
        </p:txBody>
      </p:sp>
      <p:sp>
        <p:nvSpPr>
          <p:cNvPr id="15" name="文本框 14">
            <a:extLst>
              <a:ext uri="{FF2B5EF4-FFF2-40B4-BE49-F238E27FC236}">
                <a16:creationId xmlns:a16="http://schemas.microsoft.com/office/drawing/2014/main" id="{3FE2C549-8025-BF64-D0C9-A4E0BADE733D}"/>
              </a:ext>
            </a:extLst>
          </p:cNvPr>
          <p:cNvSpPr txBox="1"/>
          <p:nvPr/>
        </p:nvSpPr>
        <p:spPr>
          <a:xfrm>
            <a:off x="939629" y="3984062"/>
            <a:ext cx="2408260" cy="516745"/>
          </a:xfrm>
          <a:prstGeom prst="rect">
            <a:avLst/>
          </a:prstGeom>
          <a:noFill/>
        </p:spPr>
        <p:txBody>
          <a:bodyPr wrap="square" rtlCol="0">
            <a:spAutoFit/>
          </a:bodyPr>
          <a:lstStyle/>
          <a:p>
            <a:pPr algn="r">
              <a:lnSpc>
                <a:spcPct val="120000"/>
              </a:lnSpc>
            </a:pPr>
            <a:r>
              <a:rPr lang="zh-CN" altLang="en-US" sz="1200" dirty="0">
                <a:solidFill>
                  <a:schemeClr val="bg1"/>
                </a:solidFill>
                <a:latin typeface="+mn-ea"/>
              </a:rPr>
              <a:t>毫秒级响应，为实时通信、远程控制等应用提供了强有力的支持</a:t>
            </a:r>
          </a:p>
        </p:txBody>
      </p:sp>
      <p:sp>
        <p:nvSpPr>
          <p:cNvPr id="16" name="矩形: 圆角 15">
            <a:extLst>
              <a:ext uri="{FF2B5EF4-FFF2-40B4-BE49-F238E27FC236}">
                <a16:creationId xmlns:a16="http://schemas.microsoft.com/office/drawing/2014/main" id="{B0947BD4-753B-3F2B-F906-11D95D9979F4}"/>
              </a:ext>
            </a:extLst>
          </p:cNvPr>
          <p:cNvSpPr/>
          <p:nvPr/>
        </p:nvSpPr>
        <p:spPr>
          <a:xfrm>
            <a:off x="1756304" y="5077354"/>
            <a:ext cx="1725613" cy="411692"/>
          </a:xfrm>
          <a:prstGeom prst="roundRect">
            <a:avLst>
              <a:gd name="adj" fmla="val 50000"/>
            </a:avLst>
          </a:prstGeom>
          <a:solidFill>
            <a:schemeClr val="tx2"/>
          </a:solidFill>
          <a:ln w="12700" cap="flat" cmpd="sng" algn="ctr">
            <a:noFill/>
            <a:prstDash val="solid"/>
            <a:miter lim="800000"/>
          </a:ln>
          <a:effectLst>
            <a:outerShdw blurRad="88900" dist="38100" dir="5400000" algn="t" rotWithShape="0">
              <a:schemeClr val="accent2">
                <a:alpha val="22000"/>
              </a:schemeClr>
            </a:outerShdw>
          </a:effectLst>
        </p:spPr>
        <p:txBody>
          <a:bodyPr lIns="0" rIns="0" rtlCol="0" anchor="ctr"/>
          <a:lstStyle/>
          <a:p>
            <a:pPr algn="ctr" defTabSz="889000">
              <a:spcBef>
                <a:spcPct val="0"/>
              </a:spcBef>
            </a:pPr>
            <a:endParaRPr lang="zh-CN" altLang="en-US" sz="1200" b="1" dirty="0">
              <a:solidFill>
                <a:schemeClr val="accent1"/>
              </a:solidFill>
              <a:latin typeface="+mn-ea"/>
            </a:endParaRPr>
          </a:p>
        </p:txBody>
      </p:sp>
      <p:sp>
        <p:nvSpPr>
          <p:cNvPr id="17" name="文本框 16">
            <a:extLst>
              <a:ext uri="{FF2B5EF4-FFF2-40B4-BE49-F238E27FC236}">
                <a16:creationId xmlns:a16="http://schemas.microsoft.com/office/drawing/2014/main" id="{5FE315E7-56A2-4A5B-EB01-D3F98CC7130B}"/>
              </a:ext>
            </a:extLst>
          </p:cNvPr>
          <p:cNvSpPr txBox="1"/>
          <p:nvPr/>
        </p:nvSpPr>
        <p:spPr>
          <a:xfrm>
            <a:off x="752475" y="5571562"/>
            <a:ext cx="2652312" cy="516745"/>
          </a:xfrm>
          <a:prstGeom prst="rect">
            <a:avLst/>
          </a:prstGeom>
          <a:noFill/>
        </p:spPr>
        <p:txBody>
          <a:bodyPr wrap="square" rtlCol="0">
            <a:spAutoFit/>
          </a:bodyPr>
          <a:lstStyle/>
          <a:p>
            <a:pPr algn="r">
              <a:lnSpc>
                <a:spcPct val="120000"/>
              </a:lnSpc>
            </a:pPr>
            <a:r>
              <a:rPr lang="zh-CN" altLang="en-US" sz="1200" dirty="0">
                <a:solidFill>
                  <a:schemeClr val="bg1"/>
                </a:solidFill>
                <a:latin typeface="+mn-ea"/>
              </a:rPr>
              <a:t>支持海量设备同时在线，连接密度大幅提升，推动了智能化社会的构建</a:t>
            </a:r>
          </a:p>
        </p:txBody>
      </p:sp>
      <p:sp>
        <p:nvSpPr>
          <p:cNvPr id="18" name="矩形: 圆角 17">
            <a:extLst>
              <a:ext uri="{FF2B5EF4-FFF2-40B4-BE49-F238E27FC236}">
                <a16:creationId xmlns:a16="http://schemas.microsoft.com/office/drawing/2014/main" id="{AECDDF90-6638-C09F-4614-0C26B676C832}"/>
              </a:ext>
            </a:extLst>
          </p:cNvPr>
          <p:cNvSpPr/>
          <p:nvPr/>
        </p:nvSpPr>
        <p:spPr>
          <a:xfrm>
            <a:off x="8502652" y="1783821"/>
            <a:ext cx="1725613" cy="411692"/>
          </a:xfrm>
          <a:prstGeom prst="roundRect">
            <a:avLst>
              <a:gd name="adj" fmla="val 50000"/>
            </a:avLst>
          </a:prstGeom>
          <a:solidFill>
            <a:schemeClr val="tx2"/>
          </a:solidFill>
          <a:ln w="12700" cap="flat" cmpd="sng" algn="ctr">
            <a:noFill/>
            <a:prstDash val="solid"/>
            <a:miter lim="800000"/>
          </a:ln>
          <a:effectLst>
            <a:outerShdw blurRad="88900" dist="38100" dir="5400000" algn="t" rotWithShape="0">
              <a:schemeClr val="accent2">
                <a:alpha val="22000"/>
              </a:schemeClr>
            </a:outerShdw>
          </a:effectLst>
        </p:spPr>
        <p:txBody>
          <a:bodyPr lIns="0" rIns="0" rtlCol="0" anchor="ctr"/>
          <a:lstStyle/>
          <a:p>
            <a:pPr algn="ctr" defTabSz="889000">
              <a:spcBef>
                <a:spcPct val="0"/>
              </a:spcBef>
            </a:pPr>
            <a:endParaRPr lang="zh-CN" altLang="en-US" sz="1200" b="1" dirty="0">
              <a:solidFill>
                <a:schemeClr val="accent1"/>
              </a:solidFill>
              <a:latin typeface="+mn-ea"/>
            </a:endParaRPr>
          </a:p>
        </p:txBody>
      </p:sp>
      <p:sp>
        <p:nvSpPr>
          <p:cNvPr id="19" name="矩形: 圆角 18">
            <a:extLst>
              <a:ext uri="{FF2B5EF4-FFF2-40B4-BE49-F238E27FC236}">
                <a16:creationId xmlns:a16="http://schemas.microsoft.com/office/drawing/2014/main" id="{443860A3-5AF9-310F-46CE-E434B6441AE9}"/>
              </a:ext>
            </a:extLst>
          </p:cNvPr>
          <p:cNvSpPr/>
          <p:nvPr/>
        </p:nvSpPr>
        <p:spPr>
          <a:xfrm>
            <a:off x="8821150" y="3429000"/>
            <a:ext cx="1725613" cy="411692"/>
          </a:xfrm>
          <a:prstGeom prst="roundRect">
            <a:avLst>
              <a:gd name="adj" fmla="val 50000"/>
            </a:avLst>
          </a:prstGeom>
          <a:solidFill>
            <a:schemeClr val="tx2"/>
          </a:solidFill>
          <a:ln w="12700" cap="flat" cmpd="sng" algn="ctr">
            <a:noFill/>
            <a:prstDash val="solid"/>
            <a:miter lim="800000"/>
          </a:ln>
          <a:effectLst>
            <a:outerShdw blurRad="88900" dist="38100" dir="5400000" algn="t" rotWithShape="0">
              <a:schemeClr val="accent2">
                <a:alpha val="22000"/>
              </a:schemeClr>
            </a:outerShdw>
          </a:effectLst>
        </p:spPr>
        <p:txBody>
          <a:bodyPr lIns="0" rIns="0" rtlCol="0" anchor="ctr"/>
          <a:lstStyle/>
          <a:p>
            <a:pPr algn="ctr" defTabSz="889000">
              <a:spcBef>
                <a:spcPct val="0"/>
              </a:spcBef>
            </a:pPr>
            <a:endParaRPr lang="zh-CN" altLang="en-US" sz="1200" b="1" dirty="0">
              <a:solidFill>
                <a:schemeClr val="accent1"/>
              </a:solidFill>
              <a:latin typeface="+mn-ea"/>
            </a:endParaRPr>
          </a:p>
        </p:txBody>
      </p:sp>
      <p:sp>
        <p:nvSpPr>
          <p:cNvPr id="20" name="矩形: 圆角 19">
            <a:extLst>
              <a:ext uri="{FF2B5EF4-FFF2-40B4-BE49-F238E27FC236}">
                <a16:creationId xmlns:a16="http://schemas.microsoft.com/office/drawing/2014/main" id="{303C1AAD-7D31-8D99-3B63-A998BB88192C}"/>
              </a:ext>
            </a:extLst>
          </p:cNvPr>
          <p:cNvSpPr/>
          <p:nvPr/>
        </p:nvSpPr>
        <p:spPr>
          <a:xfrm>
            <a:off x="8502652" y="5077354"/>
            <a:ext cx="1725613" cy="411692"/>
          </a:xfrm>
          <a:prstGeom prst="roundRect">
            <a:avLst>
              <a:gd name="adj" fmla="val 50000"/>
            </a:avLst>
          </a:prstGeom>
          <a:solidFill>
            <a:schemeClr val="tx2"/>
          </a:solidFill>
          <a:ln w="12700" cap="flat" cmpd="sng" algn="ctr">
            <a:noFill/>
            <a:prstDash val="solid"/>
            <a:miter lim="800000"/>
          </a:ln>
          <a:effectLst>
            <a:outerShdw blurRad="88900" dist="38100" dir="5400000" algn="t" rotWithShape="0">
              <a:schemeClr val="accent2">
                <a:alpha val="22000"/>
              </a:schemeClr>
            </a:outerShdw>
          </a:effectLst>
        </p:spPr>
        <p:txBody>
          <a:bodyPr lIns="0" rIns="0" rtlCol="0" anchor="ctr"/>
          <a:lstStyle/>
          <a:p>
            <a:pPr algn="ctr" defTabSz="889000">
              <a:spcBef>
                <a:spcPct val="0"/>
              </a:spcBef>
            </a:pPr>
            <a:endParaRPr lang="zh-CN" altLang="en-US" sz="1200" b="1" dirty="0">
              <a:solidFill>
                <a:schemeClr val="accent1"/>
              </a:solidFill>
              <a:latin typeface="+mn-ea"/>
            </a:endParaRPr>
          </a:p>
        </p:txBody>
      </p:sp>
      <p:sp>
        <p:nvSpPr>
          <p:cNvPr id="21" name="矩形: 圆角 20">
            <a:extLst>
              <a:ext uri="{FF2B5EF4-FFF2-40B4-BE49-F238E27FC236}">
                <a16:creationId xmlns:a16="http://schemas.microsoft.com/office/drawing/2014/main" id="{97D871AA-7F57-0BBE-C277-49106D754D58}"/>
              </a:ext>
            </a:extLst>
          </p:cNvPr>
          <p:cNvSpPr/>
          <p:nvPr/>
        </p:nvSpPr>
        <p:spPr>
          <a:xfrm>
            <a:off x="5219700" y="1886571"/>
            <a:ext cx="116417" cy="1139752"/>
          </a:xfrm>
          <a:prstGeom prst="roundRect">
            <a:avLst>
              <a:gd name="adj" fmla="val 50000"/>
            </a:avLst>
          </a:prstGeom>
          <a:gradFill>
            <a:gsLst>
              <a:gs pos="0">
                <a:schemeClr val="accent1">
                  <a:alpha val="38000"/>
                </a:schemeClr>
              </a:gs>
              <a:gs pos="100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1EEE4FC7-BD9D-AD28-956C-A7156C9F575F}"/>
              </a:ext>
            </a:extLst>
          </p:cNvPr>
          <p:cNvSpPr/>
          <p:nvPr/>
        </p:nvSpPr>
        <p:spPr>
          <a:xfrm>
            <a:off x="6290752" y="2118728"/>
            <a:ext cx="99465" cy="836139"/>
          </a:xfrm>
          <a:prstGeom prst="roundRect">
            <a:avLst>
              <a:gd name="adj" fmla="val 50000"/>
            </a:avLst>
          </a:prstGeom>
          <a:gradFill>
            <a:gsLst>
              <a:gs pos="0">
                <a:schemeClr val="accent1">
                  <a:alpha val="38000"/>
                </a:schemeClr>
              </a:gs>
              <a:gs pos="100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ECEA959F-2700-17AE-B6B6-7AE9C0FCF522}"/>
              </a:ext>
            </a:extLst>
          </p:cNvPr>
          <p:cNvSpPr/>
          <p:nvPr/>
        </p:nvSpPr>
        <p:spPr>
          <a:xfrm>
            <a:off x="7183027" y="1969725"/>
            <a:ext cx="99465" cy="813658"/>
          </a:xfrm>
          <a:prstGeom prst="roundRect">
            <a:avLst>
              <a:gd name="adj" fmla="val 50000"/>
            </a:avLst>
          </a:prstGeom>
          <a:gradFill>
            <a:gsLst>
              <a:gs pos="100000">
                <a:schemeClr val="accent1">
                  <a:alpha val="0"/>
                </a:schemeClr>
              </a:gs>
              <a:gs pos="0">
                <a:schemeClr val="accent1">
                  <a:alpha val="1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47B390D0-AE5A-0630-FBA9-C5D6EB524109}"/>
              </a:ext>
            </a:extLst>
          </p:cNvPr>
          <p:cNvSpPr/>
          <p:nvPr/>
        </p:nvSpPr>
        <p:spPr>
          <a:xfrm>
            <a:off x="5756986" y="1567459"/>
            <a:ext cx="45719" cy="1407598"/>
          </a:xfrm>
          <a:prstGeom prst="roundRect">
            <a:avLst>
              <a:gd name="adj" fmla="val 50000"/>
            </a:avLst>
          </a:prstGeom>
          <a:gradFill>
            <a:gsLst>
              <a:gs pos="0">
                <a:schemeClr val="accent1">
                  <a:alpha val="8000"/>
                </a:schemeClr>
              </a:gs>
              <a:gs pos="100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0C13AA34-630C-717F-2400-9DBB7A7E1483}"/>
              </a:ext>
            </a:extLst>
          </p:cNvPr>
          <p:cNvCxnSpPr/>
          <p:nvPr/>
        </p:nvCxnSpPr>
        <p:spPr>
          <a:xfrm>
            <a:off x="6641753" y="1522314"/>
            <a:ext cx="0" cy="1242484"/>
          </a:xfrm>
          <a:prstGeom prst="line">
            <a:avLst/>
          </a:prstGeom>
          <a:ln cap="rnd">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6" name="椭圆 25">
            <a:extLst>
              <a:ext uri="{FF2B5EF4-FFF2-40B4-BE49-F238E27FC236}">
                <a16:creationId xmlns:a16="http://schemas.microsoft.com/office/drawing/2014/main" id="{CD578392-82FB-23C3-B6C8-F057B078E41E}"/>
              </a:ext>
            </a:extLst>
          </p:cNvPr>
          <p:cNvSpPr/>
          <p:nvPr/>
        </p:nvSpPr>
        <p:spPr>
          <a:xfrm>
            <a:off x="6823604" y="3820054"/>
            <a:ext cx="81492" cy="81492"/>
          </a:xfrm>
          <a:prstGeom prst="ellipse">
            <a:avLst/>
          </a:prstGeom>
          <a:gradFill>
            <a:gsLst>
              <a:gs pos="36000">
                <a:schemeClr val="accent1">
                  <a:alpha val="45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a:extLst>
              <a:ext uri="{FF2B5EF4-FFF2-40B4-BE49-F238E27FC236}">
                <a16:creationId xmlns:a16="http://schemas.microsoft.com/office/drawing/2014/main" id="{078C97FE-CE27-B22E-4185-89996D53A537}"/>
              </a:ext>
            </a:extLst>
          </p:cNvPr>
          <p:cNvSpPr/>
          <p:nvPr/>
        </p:nvSpPr>
        <p:spPr>
          <a:xfrm>
            <a:off x="5391679" y="3820054"/>
            <a:ext cx="81492" cy="81492"/>
          </a:xfrm>
          <a:prstGeom prst="ellipse">
            <a:avLst/>
          </a:prstGeom>
          <a:gradFill>
            <a:gsLst>
              <a:gs pos="36000">
                <a:schemeClr val="accent1">
                  <a:alpha val="45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2C60995E-80B4-D379-3D96-05A159039BB8}"/>
              </a:ext>
            </a:extLst>
          </p:cNvPr>
          <p:cNvSpPr/>
          <p:nvPr/>
        </p:nvSpPr>
        <p:spPr>
          <a:xfrm>
            <a:off x="4992333" y="2844271"/>
            <a:ext cx="81492" cy="81492"/>
          </a:xfrm>
          <a:prstGeom prst="ellipse">
            <a:avLst/>
          </a:prstGeom>
          <a:gradFill>
            <a:gsLst>
              <a:gs pos="36000">
                <a:schemeClr val="accent1">
                  <a:alpha val="45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E6CB947E-3CCA-B49C-5B80-0B7E57C9AEDE}"/>
              </a:ext>
            </a:extLst>
          </p:cNvPr>
          <p:cNvSpPr/>
          <p:nvPr/>
        </p:nvSpPr>
        <p:spPr>
          <a:xfrm>
            <a:off x="6109758" y="2569809"/>
            <a:ext cx="89253" cy="89253"/>
          </a:xfrm>
          <a:prstGeom prst="ellipse">
            <a:avLst/>
          </a:prstGeom>
          <a:gradFill>
            <a:gsLst>
              <a:gs pos="36000">
                <a:schemeClr val="accent1">
                  <a:alpha val="0"/>
                </a:schemeClr>
              </a:gs>
              <a:gs pos="100000">
                <a:schemeClr val="accent1">
                  <a:alpha val="41000"/>
                </a:schemeClr>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391AF910-A86C-4C23-B8DC-EB1B8488F13C}"/>
              </a:ext>
            </a:extLst>
          </p:cNvPr>
          <p:cNvSpPr/>
          <p:nvPr/>
        </p:nvSpPr>
        <p:spPr>
          <a:xfrm>
            <a:off x="7383630" y="3036625"/>
            <a:ext cx="89253" cy="89253"/>
          </a:xfrm>
          <a:prstGeom prst="ellipse">
            <a:avLst/>
          </a:prstGeom>
          <a:gradFill>
            <a:gsLst>
              <a:gs pos="36000">
                <a:schemeClr val="accent1">
                  <a:alpha val="0"/>
                </a:schemeClr>
              </a:gs>
              <a:gs pos="100000">
                <a:schemeClr val="accent1">
                  <a:alpha val="41000"/>
                </a:schemeClr>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100FF687-0B11-C945-496F-2FB5D40C7E66}"/>
              </a:ext>
            </a:extLst>
          </p:cNvPr>
          <p:cNvSpPr/>
          <p:nvPr/>
        </p:nvSpPr>
        <p:spPr>
          <a:xfrm>
            <a:off x="6961230" y="2007300"/>
            <a:ext cx="75985" cy="75985"/>
          </a:xfrm>
          <a:prstGeom prst="ellipse">
            <a:avLst/>
          </a:prstGeom>
          <a:gradFill>
            <a:gsLst>
              <a:gs pos="36000">
                <a:schemeClr val="accent1">
                  <a:alpha val="0"/>
                </a:schemeClr>
              </a:gs>
              <a:gs pos="100000">
                <a:schemeClr val="accent1">
                  <a:alpha val="41000"/>
                </a:schemeClr>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79">
            <a:extLst>
              <a:ext uri="{FF2B5EF4-FFF2-40B4-BE49-F238E27FC236}">
                <a16:creationId xmlns:a16="http://schemas.microsoft.com/office/drawing/2014/main" id="{280F9530-F384-0978-800F-06CB53ACE2DC}"/>
              </a:ext>
            </a:extLst>
          </p:cNvPr>
          <p:cNvSpPr txBox="1"/>
          <p:nvPr>
            <p:custDataLst>
              <p:tags r:id="rId1"/>
            </p:custDataLst>
          </p:nvPr>
        </p:nvSpPr>
        <p:spPr>
          <a:xfrm>
            <a:off x="5550248" y="2850069"/>
            <a:ext cx="1091505" cy="1160645"/>
          </a:xfrm>
          <a:custGeom>
            <a:avLst/>
            <a:gdLst/>
            <a:ahLst/>
            <a:cxnLst/>
            <a:rect l="l" t="t" r="r" b="b"/>
            <a:pathLst>
              <a:path w="1091505" h="1055991">
                <a:moveTo>
                  <a:pt x="22770" y="10673"/>
                </a:moveTo>
                <a:lnTo>
                  <a:pt x="443317" y="10673"/>
                </a:lnTo>
                <a:lnTo>
                  <a:pt x="443317" y="138759"/>
                </a:lnTo>
                <a:lnTo>
                  <a:pt x="157971" y="138759"/>
                </a:lnTo>
                <a:lnTo>
                  <a:pt x="157971" y="386390"/>
                </a:lnTo>
                <a:cubicBezTo>
                  <a:pt x="171729" y="370735"/>
                  <a:pt x="188451" y="358520"/>
                  <a:pt x="208138" y="349743"/>
                </a:cubicBezTo>
                <a:cubicBezTo>
                  <a:pt x="227825" y="340967"/>
                  <a:pt x="247868" y="336579"/>
                  <a:pt x="268267" y="336579"/>
                </a:cubicBezTo>
                <a:cubicBezTo>
                  <a:pt x="327091" y="336579"/>
                  <a:pt x="372396" y="356148"/>
                  <a:pt x="404180" y="395285"/>
                </a:cubicBezTo>
                <a:cubicBezTo>
                  <a:pt x="435964" y="434422"/>
                  <a:pt x="451856" y="489570"/>
                  <a:pt x="451856" y="560728"/>
                </a:cubicBezTo>
                <a:lnTo>
                  <a:pt x="451856" y="831130"/>
                </a:lnTo>
                <a:cubicBezTo>
                  <a:pt x="451856" y="902289"/>
                  <a:pt x="432169" y="957555"/>
                  <a:pt x="392794" y="996929"/>
                </a:cubicBezTo>
                <a:cubicBezTo>
                  <a:pt x="353420" y="1036304"/>
                  <a:pt x="297442" y="1055991"/>
                  <a:pt x="224860" y="1055991"/>
                </a:cubicBezTo>
                <a:cubicBezTo>
                  <a:pt x="153228" y="1055991"/>
                  <a:pt x="97843" y="1036422"/>
                  <a:pt x="58705" y="997285"/>
                </a:cubicBezTo>
                <a:cubicBezTo>
                  <a:pt x="19568" y="958148"/>
                  <a:pt x="0" y="903000"/>
                  <a:pt x="0" y="831842"/>
                </a:cubicBezTo>
                <a:lnTo>
                  <a:pt x="0" y="787724"/>
                </a:lnTo>
                <a:lnTo>
                  <a:pt x="135201" y="787724"/>
                </a:lnTo>
                <a:lnTo>
                  <a:pt x="135201" y="831842"/>
                </a:lnTo>
                <a:cubicBezTo>
                  <a:pt x="135201" y="862203"/>
                  <a:pt x="143147" y="885685"/>
                  <a:pt x="159039" y="902289"/>
                </a:cubicBezTo>
                <a:cubicBezTo>
                  <a:pt x="174931" y="918892"/>
                  <a:pt x="196871" y="927194"/>
                  <a:pt x="224860" y="927194"/>
                </a:cubicBezTo>
                <a:cubicBezTo>
                  <a:pt x="253798" y="927194"/>
                  <a:pt x="276332" y="918774"/>
                  <a:pt x="292461" y="901933"/>
                </a:cubicBezTo>
                <a:cubicBezTo>
                  <a:pt x="308590" y="885092"/>
                  <a:pt x="316655" y="861491"/>
                  <a:pt x="316655" y="831130"/>
                </a:cubicBezTo>
                <a:lnTo>
                  <a:pt x="316655" y="560728"/>
                </a:lnTo>
                <a:cubicBezTo>
                  <a:pt x="316655" y="530842"/>
                  <a:pt x="309183" y="507597"/>
                  <a:pt x="294240" y="490993"/>
                </a:cubicBezTo>
                <a:cubicBezTo>
                  <a:pt x="279297" y="474389"/>
                  <a:pt x="258542" y="466087"/>
                  <a:pt x="231976" y="466087"/>
                </a:cubicBezTo>
                <a:cubicBezTo>
                  <a:pt x="204936" y="466087"/>
                  <a:pt x="183826" y="474033"/>
                  <a:pt x="168645" y="489926"/>
                </a:cubicBezTo>
                <a:cubicBezTo>
                  <a:pt x="153465" y="505818"/>
                  <a:pt x="145875" y="528232"/>
                  <a:pt x="145875" y="557170"/>
                </a:cubicBezTo>
                <a:lnTo>
                  <a:pt x="22770" y="557170"/>
                </a:lnTo>
                <a:close/>
                <a:moveTo>
                  <a:pt x="838893" y="0"/>
                </a:moveTo>
                <a:cubicBezTo>
                  <a:pt x="890601" y="0"/>
                  <a:pt x="934601" y="10080"/>
                  <a:pt x="970892" y="30242"/>
                </a:cubicBezTo>
                <a:cubicBezTo>
                  <a:pt x="1007182" y="50403"/>
                  <a:pt x="1034934" y="79697"/>
                  <a:pt x="1054147" y="118123"/>
                </a:cubicBezTo>
                <a:cubicBezTo>
                  <a:pt x="1073360" y="156548"/>
                  <a:pt x="1082966" y="203038"/>
                  <a:pt x="1082966" y="257593"/>
                </a:cubicBezTo>
                <a:lnTo>
                  <a:pt x="1082966" y="308827"/>
                </a:lnTo>
                <a:lnTo>
                  <a:pt x="939226" y="308827"/>
                </a:lnTo>
                <a:lnTo>
                  <a:pt x="939226" y="257593"/>
                </a:lnTo>
                <a:cubicBezTo>
                  <a:pt x="939226" y="217270"/>
                  <a:pt x="930568" y="186198"/>
                  <a:pt x="913253" y="164376"/>
                </a:cubicBezTo>
                <a:cubicBezTo>
                  <a:pt x="895938" y="142554"/>
                  <a:pt x="871151" y="131643"/>
                  <a:pt x="838893" y="131643"/>
                </a:cubicBezTo>
                <a:cubicBezTo>
                  <a:pt x="802839" y="131643"/>
                  <a:pt x="774969" y="143265"/>
                  <a:pt x="755281" y="166510"/>
                </a:cubicBezTo>
                <a:cubicBezTo>
                  <a:pt x="735594" y="189755"/>
                  <a:pt x="725751" y="222726"/>
                  <a:pt x="725751" y="265421"/>
                </a:cubicBezTo>
                <a:lnTo>
                  <a:pt x="725751" y="805513"/>
                </a:lnTo>
                <a:cubicBezTo>
                  <a:pt x="725751" y="842990"/>
                  <a:pt x="735950" y="872165"/>
                  <a:pt x="756349" y="893038"/>
                </a:cubicBezTo>
                <a:cubicBezTo>
                  <a:pt x="776748" y="913911"/>
                  <a:pt x="805685" y="924348"/>
                  <a:pt x="843162" y="924348"/>
                </a:cubicBezTo>
                <a:cubicBezTo>
                  <a:pt x="878741" y="924348"/>
                  <a:pt x="906493" y="912844"/>
                  <a:pt x="926417" y="889836"/>
                </a:cubicBezTo>
                <a:cubicBezTo>
                  <a:pt x="946342" y="866828"/>
                  <a:pt x="956304" y="834451"/>
                  <a:pt x="956304" y="792705"/>
                </a:cubicBezTo>
                <a:lnTo>
                  <a:pt x="956304" y="616232"/>
                </a:lnTo>
                <a:lnTo>
                  <a:pt x="839604" y="616232"/>
                </a:lnTo>
                <a:lnTo>
                  <a:pt x="839604" y="488147"/>
                </a:lnTo>
                <a:lnTo>
                  <a:pt x="1091505" y="488147"/>
                </a:lnTo>
                <a:lnTo>
                  <a:pt x="1091505" y="790570"/>
                </a:lnTo>
                <a:cubicBezTo>
                  <a:pt x="1091505" y="846548"/>
                  <a:pt x="1081780" y="894343"/>
                  <a:pt x="1062330" y="933954"/>
                </a:cubicBezTo>
                <a:cubicBezTo>
                  <a:pt x="1042880" y="973566"/>
                  <a:pt x="1014654" y="1003808"/>
                  <a:pt x="977652" y="1024681"/>
                </a:cubicBezTo>
                <a:cubicBezTo>
                  <a:pt x="940649" y="1045554"/>
                  <a:pt x="895819" y="1055991"/>
                  <a:pt x="843162" y="1055991"/>
                </a:cubicBezTo>
                <a:cubicBezTo>
                  <a:pt x="789556" y="1055991"/>
                  <a:pt x="743896" y="1046147"/>
                  <a:pt x="706182" y="1026460"/>
                </a:cubicBezTo>
                <a:cubicBezTo>
                  <a:pt x="668468" y="1006773"/>
                  <a:pt x="639768" y="978310"/>
                  <a:pt x="620080" y="941070"/>
                </a:cubicBezTo>
                <a:cubicBezTo>
                  <a:pt x="600393" y="903831"/>
                  <a:pt x="590550" y="858645"/>
                  <a:pt x="590550" y="805513"/>
                </a:cubicBezTo>
                <a:lnTo>
                  <a:pt x="590550" y="265421"/>
                </a:lnTo>
                <a:cubicBezTo>
                  <a:pt x="590550" y="208968"/>
                  <a:pt x="600275" y="161055"/>
                  <a:pt x="619725" y="121681"/>
                </a:cubicBezTo>
                <a:cubicBezTo>
                  <a:pt x="639175" y="82306"/>
                  <a:pt x="667401" y="52182"/>
                  <a:pt x="704403" y="31309"/>
                </a:cubicBezTo>
                <a:cubicBezTo>
                  <a:pt x="741406" y="10436"/>
                  <a:pt x="786235" y="0"/>
                  <a:pt x="838893" y="0"/>
                </a:cubicBezTo>
                <a:close/>
              </a:path>
            </a:pathLst>
          </a:custGeom>
          <a:solidFill>
            <a:schemeClr val="accent1">
              <a:lumMod val="40000"/>
              <a:lumOff val="60000"/>
            </a:schemeClr>
          </a:solidFill>
          <a:ln>
            <a:gradFill>
              <a:gsLst>
                <a:gs pos="0">
                  <a:schemeClr val="accent1"/>
                </a:gs>
                <a:gs pos="98498">
                  <a:schemeClr val="accent1"/>
                </a:gs>
                <a:gs pos="50000">
                  <a:schemeClr val="accent1">
                    <a:alpha val="0"/>
                  </a:schemeClr>
                </a:gs>
              </a:gsLst>
              <a:lin ang="5400000" scaled="1"/>
            </a:gradFill>
          </a:ln>
          <a:effectLst>
            <a:glow rad="12700">
              <a:schemeClr val="accent1">
                <a:alpha val="60000"/>
              </a:schemeClr>
            </a:glow>
          </a:effectLst>
          <a:scene3d>
            <a:camera prst="orthographicFront"/>
            <a:lightRig rig="threePt" dir="t"/>
          </a:scene3d>
          <a:sp3d/>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zh-CN" altLang="en-US" sz="11500" dirty="0">
              <a:latin typeface="Bahnschrift Condensed" panose="020B0502040204020203" pitchFamily="34" charset="0"/>
            </a:endParaRPr>
          </a:p>
        </p:txBody>
      </p:sp>
      <p:sp>
        <p:nvSpPr>
          <p:cNvPr id="34" name="图形 2">
            <a:extLst>
              <a:ext uri="{FF2B5EF4-FFF2-40B4-BE49-F238E27FC236}">
                <a16:creationId xmlns:a16="http://schemas.microsoft.com/office/drawing/2014/main" id="{C347FA01-3E63-17C8-2ED8-3BAD5689FA94}"/>
              </a:ext>
            </a:extLst>
          </p:cNvPr>
          <p:cNvSpPr/>
          <p:nvPr/>
        </p:nvSpPr>
        <p:spPr>
          <a:xfrm>
            <a:off x="2278843" y="1893492"/>
            <a:ext cx="214354" cy="192350"/>
          </a:xfrm>
          <a:custGeom>
            <a:avLst/>
            <a:gdLst>
              <a:gd name="connsiteX0" fmla="*/ 294231 w 1646402"/>
              <a:gd name="connsiteY0" fmla="*/ 400345 h 1477400"/>
              <a:gd name="connsiteX1" fmla="*/ 142783 w 1646402"/>
              <a:gd name="connsiteY1" fmla="*/ 837066 h 1477400"/>
              <a:gd name="connsiteX2" fmla="*/ 319853 w 1646402"/>
              <a:gd name="connsiteY2" fmla="*/ 1304267 h 1477400"/>
              <a:gd name="connsiteX3" fmla="*/ 371478 w 1646402"/>
              <a:gd name="connsiteY3" fmla="*/ 1251689 h 1477400"/>
              <a:gd name="connsiteX4" fmla="*/ 472505 w 1646402"/>
              <a:gd name="connsiteY4" fmla="*/ 1252289 h 1477400"/>
              <a:gd name="connsiteX5" fmla="*/ 473396 w 1646402"/>
              <a:gd name="connsiteY5" fmla="*/ 1351797 h 1477400"/>
              <a:gd name="connsiteX6" fmla="*/ 373764 w 1646402"/>
              <a:gd name="connsiteY6" fmla="*/ 1453429 h 1477400"/>
              <a:gd name="connsiteX7" fmla="*/ 368430 w 1646402"/>
              <a:gd name="connsiteY7" fmla="*/ 1458287 h 1477400"/>
              <a:gd name="connsiteX8" fmla="*/ 271466 w 1646402"/>
              <a:gd name="connsiteY8" fmla="*/ 1458572 h 1477400"/>
              <a:gd name="connsiteX9" fmla="*/ 3 w 1646402"/>
              <a:gd name="connsiteY9" fmla="*/ 837161 h 1477400"/>
              <a:gd name="connsiteX10" fmla="*/ 823154 w 1646402"/>
              <a:gd name="connsiteY10" fmla="*/ 9 h 1477400"/>
              <a:gd name="connsiteX11" fmla="*/ 841252 w 1646402"/>
              <a:gd name="connsiteY11" fmla="*/ 200 h 1477400"/>
              <a:gd name="connsiteX12" fmla="*/ 856492 w 1646402"/>
              <a:gd name="connsiteY12" fmla="*/ 676 h 1477400"/>
              <a:gd name="connsiteX13" fmla="*/ 1423515 w 1646402"/>
              <a:gd name="connsiteY13" fmla="*/ 264328 h 1477400"/>
              <a:gd name="connsiteX14" fmla="*/ 1436755 w 1646402"/>
              <a:gd name="connsiteY14" fmla="*/ 279092 h 1477400"/>
              <a:gd name="connsiteX15" fmla="*/ 1646400 w 1646402"/>
              <a:gd name="connsiteY15" fmla="*/ 837257 h 1477400"/>
              <a:gd name="connsiteX16" fmla="*/ 1401988 w 1646402"/>
              <a:gd name="connsiteY16" fmla="*/ 1432569 h 1477400"/>
              <a:gd name="connsiteX17" fmla="*/ 1300962 w 1646402"/>
              <a:gd name="connsiteY17" fmla="*/ 1433123 h 1477400"/>
              <a:gd name="connsiteX18" fmla="*/ 1296261 w 1646402"/>
              <a:gd name="connsiteY18" fmla="*/ 1427997 h 1477400"/>
              <a:gd name="connsiteX19" fmla="*/ 1196629 w 1646402"/>
              <a:gd name="connsiteY19" fmla="*/ 1326461 h 1477400"/>
              <a:gd name="connsiteX20" fmla="*/ 1194148 w 1646402"/>
              <a:gd name="connsiteY20" fmla="*/ 1225463 h 1477400"/>
              <a:gd name="connsiteX21" fmla="*/ 1295145 w 1646402"/>
              <a:gd name="connsiteY21" fmla="*/ 1222982 h 1477400"/>
              <a:gd name="connsiteX22" fmla="*/ 1298547 w 1646402"/>
              <a:gd name="connsiteY22" fmla="*/ 1226448 h 1477400"/>
              <a:gd name="connsiteX23" fmla="*/ 1349029 w 1646402"/>
              <a:gd name="connsiteY23" fmla="*/ 1277788 h 1477400"/>
              <a:gd name="connsiteX24" fmla="*/ 1497143 w 1646402"/>
              <a:gd name="connsiteY24" fmla="*/ 932602 h 1477400"/>
              <a:gd name="connsiteX25" fmla="*/ 1429039 w 1646402"/>
              <a:gd name="connsiteY25" fmla="*/ 932602 h 1477400"/>
              <a:gd name="connsiteX26" fmla="*/ 1357602 w 1646402"/>
              <a:gd name="connsiteY26" fmla="*/ 861164 h 1477400"/>
              <a:gd name="connsiteX27" fmla="*/ 1429039 w 1646402"/>
              <a:gd name="connsiteY27" fmla="*/ 789727 h 1477400"/>
              <a:gd name="connsiteX28" fmla="*/ 1502001 w 1646402"/>
              <a:gd name="connsiteY28" fmla="*/ 789727 h 1477400"/>
              <a:gd name="connsiteX29" fmla="*/ 1372365 w 1646402"/>
              <a:gd name="connsiteY29" fmla="*/ 427205 h 1477400"/>
              <a:gd name="connsiteX30" fmla="*/ 1346648 w 1646402"/>
              <a:gd name="connsiteY30" fmla="*/ 453875 h 1477400"/>
              <a:gd name="connsiteX31" fmla="*/ 1245588 w 1646402"/>
              <a:gd name="connsiteY31" fmla="*/ 455685 h 1477400"/>
              <a:gd name="connsiteX32" fmla="*/ 1243778 w 1646402"/>
              <a:gd name="connsiteY32" fmla="*/ 354625 h 1477400"/>
              <a:gd name="connsiteX33" fmla="*/ 1277116 w 1646402"/>
              <a:gd name="connsiteY33" fmla="*/ 320049 h 1477400"/>
              <a:gd name="connsiteX34" fmla="*/ 918023 w 1646402"/>
              <a:gd name="connsiteY34" fmla="*/ 149552 h 1477400"/>
              <a:gd name="connsiteX35" fmla="*/ 918023 w 1646402"/>
              <a:gd name="connsiteY35" fmla="*/ 214988 h 1477400"/>
              <a:gd name="connsiteX36" fmla="*/ 846585 w 1646402"/>
              <a:gd name="connsiteY36" fmla="*/ 286426 h 1477400"/>
              <a:gd name="connsiteX37" fmla="*/ 775148 w 1646402"/>
              <a:gd name="connsiteY37" fmla="*/ 214988 h 1477400"/>
              <a:gd name="connsiteX38" fmla="*/ 775148 w 1646402"/>
              <a:gd name="connsiteY38" fmla="*/ 144503 h 1477400"/>
              <a:gd name="connsiteX39" fmla="*/ 394148 w 1646402"/>
              <a:gd name="connsiteY39" fmla="*/ 298237 h 1477400"/>
              <a:gd name="connsiteX40" fmla="*/ 449107 w 1646402"/>
              <a:gd name="connsiteY40" fmla="*/ 354244 h 1477400"/>
              <a:gd name="connsiteX41" fmla="*/ 444721 w 1646402"/>
              <a:gd name="connsiteY41" fmla="*/ 455176 h 1477400"/>
              <a:gd name="connsiteX42" fmla="*/ 347190 w 1646402"/>
              <a:gd name="connsiteY42" fmla="*/ 454256 h 1477400"/>
              <a:gd name="connsiteX43" fmla="*/ 294231 w 1646402"/>
              <a:gd name="connsiteY43" fmla="*/ 400440 h 1477400"/>
              <a:gd name="connsiteX44" fmla="*/ 591601 w 1646402"/>
              <a:gd name="connsiteY44" fmla="*/ 487308 h 1477400"/>
              <a:gd name="connsiteX45" fmla="*/ 716760 w 1646402"/>
              <a:gd name="connsiteY45" fmla="*/ 435397 h 1477400"/>
              <a:gd name="connsiteX46" fmla="*/ 1012035 w 1646402"/>
              <a:gd name="connsiteY46" fmla="*/ 856021 h 1477400"/>
              <a:gd name="connsiteX47" fmla="*/ 933834 w 1646402"/>
              <a:gd name="connsiteY47" fmla="*/ 1134627 h 1477400"/>
              <a:gd name="connsiteX48" fmla="*/ 591601 w 1646402"/>
              <a:gd name="connsiteY48" fmla="*/ 487308 h 1477400"/>
              <a:gd name="connsiteX49" fmla="*/ 813724 w 1646402"/>
              <a:gd name="connsiteY49" fmla="*/ 931649 h 1477400"/>
              <a:gd name="connsiteX50" fmla="*/ 882876 w 1646402"/>
              <a:gd name="connsiteY50" fmla="*/ 1001182 h 1477400"/>
              <a:gd name="connsiteX51" fmla="*/ 880304 w 1646402"/>
              <a:gd name="connsiteY51" fmla="*/ 911266 h 1477400"/>
              <a:gd name="connsiteX52" fmla="*/ 759622 w 1646402"/>
              <a:gd name="connsiteY52" fmla="*/ 714479 h 1477400"/>
              <a:gd name="connsiteX53" fmla="*/ 813724 w 1646402"/>
              <a:gd name="connsiteY53" fmla="*/ 931649 h 147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646402" h="1477400">
                <a:moveTo>
                  <a:pt x="294231" y="400345"/>
                </a:moveTo>
                <a:cubicBezTo>
                  <a:pt x="195760" y="524574"/>
                  <a:pt x="142366" y="678544"/>
                  <a:pt x="142783" y="837066"/>
                </a:cubicBezTo>
                <a:cubicBezTo>
                  <a:pt x="142783" y="1012898"/>
                  <a:pt x="207077" y="1178061"/>
                  <a:pt x="319853" y="1304267"/>
                </a:cubicBezTo>
                <a:lnTo>
                  <a:pt x="371478" y="1251689"/>
                </a:lnTo>
                <a:cubicBezTo>
                  <a:pt x="399542" y="1223957"/>
                  <a:pt x="444773" y="1224226"/>
                  <a:pt x="472505" y="1252289"/>
                </a:cubicBezTo>
                <a:cubicBezTo>
                  <a:pt x="499654" y="1279763"/>
                  <a:pt x="500049" y="1323841"/>
                  <a:pt x="473396" y="1351797"/>
                </a:cubicBezTo>
                <a:lnTo>
                  <a:pt x="373764" y="1453429"/>
                </a:lnTo>
                <a:cubicBezTo>
                  <a:pt x="372068" y="1455136"/>
                  <a:pt x="370288" y="1456757"/>
                  <a:pt x="368430" y="1458287"/>
                </a:cubicBezTo>
                <a:cubicBezTo>
                  <a:pt x="341132" y="1483661"/>
                  <a:pt x="298913" y="1483786"/>
                  <a:pt x="271466" y="1458572"/>
                </a:cubicBezTo>
                <a:cubicBezTo>
                  <a:pt x="97823" y="1298681"/>
                  <a:pt x="-675" y="1073205"/>
                  <a:pt x="3" y="837161"/>
                </a:cubicBezTo>
                <a:cubicBezTo>
                  <a:pt x="3" y="375199"/>
                  <a:pt x="368240" y="9"/>
                  <a:pt x="823154" y="9"/>
                </a:cubicBezTo>
                <a:cubicBezTo>
                  <a:pt x="829250" y="9"/>
                  <a:pt x="835251" y="9"/>
                  <a:pt x="841252" y="200"/>
                </a:cubicBezTo>
                <a:cubicBezTo>
                  <a:pt x="846334" y="-179"/>
                  <a:pt x="851442" y="-19"/>
                  <a:pt x="856492" y="676"/>
                </a:cubicBezTo>
                <a:cubicBezTo>
                  <a:pt x="1073038" y="9665"/>
                  <a:pt x="1277085" y="104542"/>
                  <a:pt x="1423515" y="264328"/>
                </a:cubicBezTo>
                <a:cubicBezTo>
                  <a:pt x="1428584" y="268619"/>
                  <a:pt x="1433039" y="273587"/>
                  <a:pt x="1436755" y="279092"/>
                </a:cubicBezTo>
                <a:cubicBezTo>
                  <a:pt x="1572361" y="433358"/>
                  <a:pt x="1646918" y="631862"/>
                  <a:pt x="1646400" y="837257"/>
                </a:cubicBezTo>
                <a:cubicBezTo>
                  <a:pt x="1646400" y="1063761"/>
                  <a:pt x="1557341" y="1276264"/>
                  <a:pt x="1401988" y="1432569"/>
                </a:cubicBezTo>
                <a:cubicBezTo>
                  <a:pt x="1374244" y="1460620"/>
                  <a:pt x="1329013" y="1460868"/>
                  <a:pt x="1300962" y="1433123"/>
                </a:cubicBezTo>
                <a:cubicBezTo>
                  <a:pt x="1299312" y="1431492"/>
                  <a:pt x="1297744" y="1429781"/>
                  <a:pt x="1296261" y="1427997"/>
                </a:cubicBezTo>
                <a:lnTo>
                  <a:pt x="1196629" y="1326461"/>
                </a:lnTo>
                <a:cubicBezTo>
                  <a:pt x="1168054" y="1299256"/>
                  <a:pt x="1166943" y="1254038"/>
                  <a:pt x="1194148" y="1225463"/>
                </a:cubicBezTo>
                <a:cubicBezTo>
                  <a:pt x="1221352" y="1196888"/>
                  <a:pt x="1266570" y="1195777"/>
                  <a:pt x="1295145" y="1222982"/>
                </a:cubicBezTo>
                <a:cubicBezTo>
                  <a:pt x="1296318" y="1224098"/>
                  <a:pt x="1297452" y="1225254"/>
                  <a:pt x="1298547" y="1226448"/>
                </a:cubicBezTo>
                <a:lnTo>
                  <a:pt x="1349029" y="1277788"/>
                </a:lnTo>
                <a:cubicBezTo>
                  <a:pt x="1429032" y="1178432"/>
                  <a:pt x="1480260" y="1059041"/>
                  <a:pt x="1497143" y="932602"/>
                </a:cubicBezTo>
                <a:lnTo>
                  <a:pt x="1429039" y="932602"/>
                </a:lnTo>
                <a:cubicBezTo>
                  <a:pt x="1389585" y="932602"/>
                  <a:pt x="1357602" y="900618"/>
                  <a:pt x="1357602" y="861164"/>
                </a:cubicBezTo>
                <a:cubicBezTo>
                  <a:pt x="1357602" y="821710"/>
                  <a:pt x="1389585" y="789727"/>
                  <a:pt x="1429039" y="789727"/>
                </a:cubicBezTo>
                <a:lnTo>
                  <a:pt x="1502001" y="789727"/>
                </a:lnTo>
                <a:cubicBezTo>
                  <a:pt x="1493559" y="659137"/>
                  <a:pt x="1448645" y="533537"/>
                  <a:pt x="1372365" y="427205"/>
                </a:cubicBezTo>
                <a:lnTo>
                  <a:pt x="1346648" y="453875"/>
                </a:lnTo>
                <a:cubicBezTo>
                  <a:pt x="1319241" y="482282"/>
                  <a:pt x="1273994" y="483092"/>
                  <a:pt x="1245588" y="455685"/>
                </a:cubicBezTo>
                <a:cubicBezTo>
                  <a:pt x="1217181" y="428278"/>
                  <a:pt x="1216371" y="383032"/>
                  <a:pt x="1243778" y="354625"/>
                </a:cubicBezTo>
                <a:lnTo>
                  <a:pt x="1277116" y="320049"/>
                </a:lnTo>
                <a:cubicBezTo>
                  <a:pt x="1177345" y="228314"/>
                  <a:pt x="1052172" y="168882"/>
                  <a:pt x="918023" y="149552"/>
                </a:cubicBezTo>
                <a:lnTo>
                  <a:pt x="918023" y="214988"/>
                </a:lnTo>
                <a:cubicBezTo>
                  <a:pt x="918023" y="254442"/>
                  <a:pt x="886039" y="286426"/>
                  <a:pt x="846585" y="286426"/>
                </a:cubicBezTo>
                <a:cubicBezTo>
                  <a:pt x="807132" y="286426"/>
                  <a:pt x="775148" y="254442"/>
                  <a:pt x="775148" y="214988"/>
                </a:cubicBezTo>
                <a:lnTo>
                  <a:pt x="775148" y="144503"/>
                </a:lnTo>
                <a:cubicBezTo>
                  <a:pt x="635179" y="154571"/>
                  <a:pt x="501908" y="208346"/>
                  <a:pt x="394148" y="298237"/>
                </a:cubicBezTo>
                <a:lnTo>
                  <a:pt x="449107" y="354244"/>
                </a:lnTo>
                <a:cubicBezTo>
                  <a:pt x="475768" y="383327"/>
                  <a:pt x="473804" y="428516"/>
                  <a:pt x="444721" y="455176"/>
                </a:cubicBezTo>
                <a:cubicBezTo>
                  <a:pt x="417026" y="480564"/>
                  <a:pt x="374400" y="480162"/>
                  <a:pt x="347190" y="454256"/>
                </a:cubicBezTo>
                <a:lnTo>
                  <a:pt x="294231" y="400440"/>
                </a:lnTo>
                <a:close/>
                <a:moveTo>
                  <a:pt x="591601" y="487308"/>
                </a:moveTo>
                <a:cubicBezTo>
                  <a:pt x="586839" y="418919"/>
                  <a:pt x="671706" y="383581"/>
                  <a:pt x="716760" y="435397"/>
                </a:cubicBezTo>
                <a:cubicBezTo>
                  <a:pt x="869350" y="610657"/>
                  <a:pt x="967553" y="749722"/>
                  <a:pt x="1012035" y="856021"/>
                </a:cubicBezTo>
                <a:cubicBezTo>
                  <a:pt x="1066708" y="986418"/>
                  <a:pt x="1044991" y="1092241"/>
                  <a:pt x="933834" y="1134627"/>
                </a:cubicBezTo>
                <a:cubicBezTo>
                  <a:pt x="725618" y="1213970"/>
                  <a:pt x="626558" y="977655"/>
                  <a:pt x="591601" y="487308"/>
                </a:cubicBezTo>
                <a:close/>
                <a:moveTo>
                  <a:pt x="813724" y="931649"/>
                </a:moveTo>
                <a:cubicBezTo>
                  <a:pt x="841347" y="997753"/>
                  <a:pt x="859444" y="1010040"/>
                  <a:pt x="882876" y="1001182"/>
                </a:cubicBezTo>
                <a:cubicBezTo>
                  <a:pt x="904021" y="993086"/>
                  <a:pt x="907450" y="976131"/>
                  <a:pt x="880304" y="911266"/>
                </a:cubicBezTo>
                <a:cubicBezTo>
                  <a:pt x="858397" y="859069"/>
                  <a:pt x="818106" y="793251"/>
                  <a:pt x="759622" y="714479"/>
                </a:cubicBezTo>
                <a:cubicBezTo>
                  <a:pt x="774100" y="807824"/>
                  <a:pt x="792198" y="880310"/>
                  <a:pt x="813724" y="931649"/>
                </a:cubicBezTo>
                <a:close/>
              </a:path>
            </a:pathLst>
          </a:custGeom>
          <a:solidFill>
            <a:schemeClr val="accent2"/>
          </a:solidFill>
          <a:ln w="1860" cap="flat">
            <a:noFill/>
            <a:prstDash val="solid"/>
            <a:miter/>
          </a:ln>
        </p:spPr>
        <p:txBody>
          <a:bodyPr rtlCol="0" anchor="ctr"/>
          <a:lstStyle/>
          <a:p>
            <a:endParaRPr lang="zh-CN" altLang="en-US"/>
          </a:p>
        </p:txBody>
      </p:sp>
      <p:sp>
        <p:nvSpPr>
          <p:cNvPr id="35" name="文本框 34">
            <a:extLst>
              <a:ext uri="{FF2B5EF4-FFF2-40B4-BE49-F238E27FC236}">
                <a16:creationId xmlns:a16="http://schemas.microsoft.com/office/drawing/2014/main" id="{C57C80D1-3813-70BC-3302-460CE8A7E00C}"/>
              </a:ext>
            </a:extLst>
          </p:cNvPr>
          <p:cNvSpPr txBox="1"/>
          <p:nvPr/>
        </p:nvSpPr>
        <p:spPr>
          <a:xfrm>
            <a:off x="2504884" y="1835779"/>
            <a:ext cx="902811" cy="307777"/>
          </a:xfrm>
          <a:prstGeom prst="rect">
            <a:avLst/>
          </a:prstGeom>
          <a:noFill/>
        </p:spPr>
        <p:txBody>
          <a:bodyPr wrap="none" rtlCol="0">
            <a:spAutoFit/>
          </a:bodyPr>
          <a:lstStyle/>
          <a:p>
            <a:r>
              <a:rPr lang="zh-CN" altLang="en-US" sz="1400" b="1" dirty="0">
                <a:solidFill>
                  <a:schemeClr val="accent2"/>
                </a:solidFill>
              </a:rPr>
              <a:t>超高速率</a:t>
            </a:r>
          </a:p>
        </p:txBody>
      </p:sp>
      <p:sp>
        <p:nvSpPr>
          <p:cNvPr id="67" name="文本框 66">
            <a:extLst>
              <a:ext uri="{FF2B5EF4-FFF2-40B4-BE49-F238E27FC236}">
                <a16:creationId xmlns:a16="http://schemas.microsoft.com/office/drawing/2014/main" id="{8852DB83-B72B-9299-E335-E6B392A748C5}"/>
              </a:ext>
            </a:extLst>
          </p:cNvPr>
          <p:cNvSpPr txBox="1"/>
          <p:nvPr/>
        </p:nvSpPr>
        <p:spPr>
          <a:xfrm>
            <a:off x="2035929" y="3480958"/>
            <a:ext cx="1082348" cy="307777"/>
          </a:xfrm>
          <a:prstGeom prst="rect">
            <a:avLst/>
          </a:prstGeom>
          <a:solidFill>
            <a:schemeClr val="tx2"/>
          </a:solidFill>
        </p:spPr>
        <p:txBody>
          <a:bodyPr wrap="none" rtlCol="0">
            <a:spAutoFit/>
          </a:bodyPr>
          <a:lstStyle/>
          <a:p>
            <a:r>
              <a:rPr lang="zh-CN" altLang="en-US" sz="1400" b="1" dirty="0">
                <a:solidFill>
                  <a:schemeClr val="accent2"/>
                </a:solidFill>
              </a:rPr>
              <a:t>低延迟特性</a:t>
            </a:r>
          </a:p>
        </p:txBody>
      </p:sp>
      <p:sp>
        <p:nvSpPr>
          <p:cNvPr id="68" name="文本框 67">
            <a:extLst>
              <a:ext uri="{FF2B5EF4-FFF2-40B4-BE49-F238E27FC236}">
                <a16:creationId xmlns:a16="http://schemas.microsoft.com/office/drawing/2014/main" id="{8D51C958-7FAD-9DB5-57E7-8EED302E22A4}"/>
              </a:ext>
            </a:extLst>
          </p:cNvPr>
          <p:cNvSpPr txBox="1"/>
          <p:nvPr/>
        </p:nvSpPr>
        <p:spPr>
          <a:xfrm>
            <a:off x="2221949" y="5129312"/>
            <a:ext cx="1082348" cy="307777"/>
          </a:xfrm>
          <a:prstGeom prst="rect">
            <a:avLst/>
          </a:prstGeom>
          <a:noFill/>
        </p:spPr>
        <p:txBody>
          <a:bodyPr wrap="none" rtlCol="0">
            <a:spAutoFit/>
          </a:bodyPr>
          <a:lstStyle/>
          <a:p>
            <a:r>
              <a:rPr lang="zh-CN" altLang="en-US" sz="1400" b="1" dirty="0">
                <a:solidFill>
                  <a:schemeClr val="accent2"/>
                </a:solidFill>
              </a:rPr>
              <a:t>大连接能力</a:t>
            </a:r>
          </a:p>
        </p:txBody>
      </p:sp>
      <p:sp>
        <p:nvSpPr>
          <p:cNvPr id="69" name="文本框 68">
            <a:extLst>
              <a:ext uri="{FF2B5EF4-FFF2-40B4-BE49-F238E27FC236}">
                <a16:creationId xmlns:a16="http://schemas.microsoft.com/office/drawing/2014/main" id="{E76A2CAB-1656-166C-1F46-4B6CEAA567DB}"/>
              </a:ext>
            </a:extLst>
          </p:cNvPr>
          <p:cNvSpPr txBox="1"/>
          <p:nvPr/>
        </p:nvSpPr>
        <p:spPr>
          <a:xfrm>
            <a:off x="9017542" y="1835779"/>
            <a:ext cx="1082348" cy="307777"/>
          </a:xfrm>
          <a:prstGeom prst="rect">
            <a:avLst/>
          </a:prstGeom>
          <a:noFill/>
        </p:spPr>
        <p:txBody>
          <a:bodyPr wrap="none" rtlCol="0">
            <a:spAutoFit/>
          </a:bodyPr>
          <a:lstStyle/>
          <a:p>
            <a:r>
              <a:rPr lang="zh-CN" altLang="en-US" sz="1400" b="1" dirty="0">
                <a:solidFill>
                  <a:schemeClr val="accent2"/>
                </a:solidFill>
              </a:rPr>
              <a:t>覆盖范围广</a:t>
            </a:r>
          </a:p>
        </p:txBody>
      </p:sp>
      <p:sp>
        <p:nvSpPr>
          <p:cNvPr id="70" name="文本框 69">
            <a:extLst>
              <a:ext uri="{FF2B5EF4-FFF2-40B4-BE49-F238E27FC236}">
                <a16:creationId xmlns:a16="http://schemas.microsoft.com/office/drawing/2014/main" id="{14FCCB8E-5B8B-1D5B-0BD4-68F05E69251A}"/>
              </a:ext>
            </a:extLst>
          </p:cNvPr>
          <p:cNvSpPr txBox="1"/>
          <p:nvPr/>
        </p:nvSpPr>
        <p:spPr>
          <a:xfrm>
            <a:off x="9365458" y="3480958"/>
            <a:ext cx="902811" cy="307777"/>
          </a:xfrm>
          <a:prstGeom prst="rect">
            <a:avLst/>
          </a:prstGeom>
          <a:noFill/>
        </p:spPr>
        <p:txBody>
          <a:bodyPr wrap="none" rtlCol="0">
            <a:spAutoFit/>
          </a:bodyPr>
          <a:lstStyle/>
          <a:p>
            <a:r>
              <a:rPr lang="zh-CN" altLang="en-US" sz="1400" b="1" dirty="0">
                <a:solidFill>
                  <a:schemeClr val="accent2"/>
                </a:solidFill>
              </a:rPr>
              <a:t>高能效比</a:t>
            </a:r>
          </a:p>
        </p:txBody>
      </p:sp>
      <p:sp>
        <p:nvSpPr>
          <p:cNvPr id="71" name="文本框 70">
            <a:extLst>
              <a:ext uri="{FF2B5EF4-FFF2-40B4-BE49-F238E27FC236}">
                <a16:creationId xmlns:a16="http://schemas.microsoft.com/office/drawing/2014/main" id="{8DE88A5F-A265-C5F3-D26A-F33886FD8E79}"/>
              </a:ext>
            </a:extLst>
          </p:cNvPr>
          <p:cNvSpPr txBox="1"/>
          <p:nvPr/>
        </p:nvSpPr>
        <p:spPr>
          <a:xfrm>
            <a:off x="9045073" y="5129312"/>
            <a:ext cx="902811" cy="307777"/>
          </a:xfrm>
          <a:prstGeom prst="rect">
            <a:avLst/>
          </a:prstGeom>
          <a:noFill/>
        </p:spPr>
        <p:txBody>
          <a:bodyPr wrap="none" rtlCol="0">
            <a:spAutoFit/>
          </a:bodyPr>
          <a:lstStyle/>
          <a:p>
            <a:r>
              <a:rPr lang="zh-CN" altLang="en-US" sz="1400" b="1" dirty="0">
                <a:solidFill>
                  <a:schemeClr val="accent2"/>
                </a:solidFill>
              </a:rPr>
              <a:t>高安全性</a:t>
            </a:r>
          </a:p>
        </p:txBody>
      </p:sp>
      <p:sp>
        <p:nvSpPr>
          <p:cNvPr id="72" name="图形 18">
            <a:extLst>
              <a:ext uri="{FF2B5EF4-FFF2-40B4-BE49-F238E27FC236}">
                <a16:creationId xmlns:a16="http://schemas.microsoft.com/office/drawing/2014/main" id="{8AB4805D-51B0-56B7-D573-B53D6E7073B6}"/>
              </a:ext>
            </a:extLst>
          </p:cNvPr>
          <p:cNvSpPr/>
          <p:nvPr/>
        </p:nvSpPr>
        <p:spPr>
          <a:xfrm>
            <a:off x="8776211" y="1882490"/>
            <a:ext cx="214354" cy="214354"/>
          </a:xfrm>
          <a:custGeom>
            <a:avLst/>
            <a:gdLst>
              <a:gd name="connsiteX0" fmla="*/ 159104 w 214354"/>
              <a:gd name="connsiteY0" fmla="*/ 200936 h 214354"/>
              <a:gd name="connsiteX1" fmla="*/ 147967 w 214354"/>
              <a:gd name="connsiteY1" fmla="*/ 197486 h 214354"/>
              <a:gd name="connsiteX2" fmla="*/ 151107 w 214354"/>
              <a:gd name="connsiteY2" fmla="*/ 186521 h 214354"/>
              <a:gd name="connsiteX3" fmla="*/ 197865 w 214354"/>
              <a:gd name="connsiteY3" fmla="*/ 107169 h 214354"/>
              <a:gd name="connsiteX4" fmla="*/ 107177 w 214354"/>
              <a:gd name="connsiteY4" fmla="*/ 16489 h 214354"/>
              <a:gd name="connsiteX5" fmla="*/ 16489 w 214354"/>
              <a:gd name="connsiteY5" fmla="*/ 107169 h 214354"/>
              <a:gd name="connsiteX6" fmla="*/ 63276 w 214354"/>
              <a:gd name="connsiteY6" fmla="*/ 186529 h 214354"/>
              <a:gd name="connsiteX7" fmla="*/ 66431 w 214354"/>
              <a:gd name="connsiteY7" fmla="*/ 197753 h 214354"/>
              <a:gd name="connsiteX8" fmla="*/ 55279 w 214354"/>
              <a:gd name="connsiteY8" fmla="*/ 200949 h 214354"/>
              <a:gd name="connsiteX9" fmla="*/ 0 w 214354"/>
              <a:gd name="connsiteY9" fmla="*/ 107169 h 214354"/>
              <a:gd name="connsiteX10" fmla="*/ 107177 w 214354"/>
              <a:gd name="connsiteY10" fmla="*/ 0 h 214354"/>
              <a:gd name="connsiteX11" fmla="*/ 214354 w 214354"/>
              <a:gd name="connsiteY11" fmla="*/ 107169 h 214354"/>
              <a:gd name="connsiteX12" fmla="*/ 159104 w 214354"/>
              <a:gd name="connsiteY12" fmla="*/ 200936 h 214354"/>
              <a:gd name="connsiteX13" fmla="*/ 107177 w 214354"/>
              <a:gd name="connsiteY13" fmla="*/ 148399 h 214354"/>
              <a:gd name="connsiteX14" fmla="*/ 65955 w 214354"/>
              <a:gd name="connsiteY14" fmla="*/ 107177 h 214354"/>
              <a:gd name="connsiteX15" fmla="*/ 107177 w 214354"/>
              <a:gd name="connsiteY15" fmla="*/ 65955 h 214354"/>
              <a:gd name="connsiteX16" fmla="*/ 148399 w 214354"/>
              <a:gd name="connsiteY16" fmla="*/ 107177 h 214354"/>
              <a:gd name="connsiteX17" fmla="*/ 107177 w 214354"/>
              <a:gd name="connsiteY17" fmla="*/ 148399 h 214354"/>
              <a:gd name="connsiteX18" fmla="*/ 107177 w 214354"/>
              <a:gd name="connsiteY18" fmla="*/ 131910 h 214354"/>
              <a:gd name="connsiteX19" fmla="*/ 131910 w 214354"/>
              <a:gd name="connsiteY19" fmla="*/ 107177 h 214354"/>
              <a:gd name="connsiteX20" fmla="*/ 107177 w 214354"/>
              <a:gd name="connsiteY20" fmla="*/ 82444 h 214354"/>
              <a:gd name="connsiteX21" fmla="*/ 82444 w 214354"/>
              <a:gd name="connsiteY21" fmla="*/ 107177 h 214354"/>
              <a:gd name="connsiteX22" fmla="*/ 107177 w 214354"/>
              <a:gd name="connsiteY22" fmla="*/ 131910 h 214354"/>
              <a:gd name="connsiteX23" fmla="*/ 107177 w 214354"/>
              <a:gd name="connsiteY23" fmla="*/ 156643 h 214354"/>
              <a:gd name="connsiteX24" fmla="*/ 148399 w 214354"/>
              <a:gd name="connsiteY24" fmla="*/ 214354 h 214354"/>
              <a:gd name="connsiteX25" fmla="*/ 65955 w 214354"/>
              <a:gd name="connsiteY25" fmla="*/ 214354 h 214354"/>
              <a:gd name="connsiteX26" fmla="*/ 107177 w 214354"/>
              <a:gd name="connsiteY26" fmla="*/ 156643 h 214354"/>
              <a:gd name="connsiteX27" fmla="*/ 96872 w 214354"/>
              <a:gd name="connsiteY27" fmla="*/ 197861 h 214354"/>
              <a:gd name="connsiteX28" fmla="*/ 117482 w 214354"/>
              <a:gd name="connsiteY28" fmla="*/ 197861 h 214354"/>
              <a:gd name="connsiteX29" fmla="*/ 107177 w 214354"/>
              <a:gd name="connsiteY29" fmla="*/ 182926 h 214354"/>
              <a:gd name="connsiteX30" fmla="*/ 96872 w 214354"/>
              <a:gd name="connsiteY30" fmla="*/ 197865 h 214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4354" h="214354">
                <a:moveTo>
                  <a:pt x="159104" y="200936"/>
                </a:moveTo>
                <a:cubicBezTo>
                  <a:pt x="155076" y="203059"/>
                  <a:pt x="150090" y="201514"/>
                  <a:pt x="147967" y="197486"/>
                </a:cubicBezTo>
                <a:cubicBezTo>
                  <a:pt x="145909" y="193580"/>
                  <a:pt x="147293" y="188745"/>
                  <a:pt x="151107" y="186521"/>
                </a:cubicBezTo>
                <a:cubicBezTo>
                  <a:pt x="179972" y="170550"/>
                  <a:pt x="197881" y="140158"/>
                  <a:pt x="197865" y="107169"/>
                </a:cubicBezTo>
                <a:cubicBezTo>
                  <a:pt x="197865" y="57084"/>
                  <a:pt x="157262" y="16489"/>
                  <a:pt x="107177" y="16489"/>
                </a:cubicBezTo>
                <a:cubicBezTo>
                  <a:pt x="57092" y="16489"/>
                  <a:pt x="16489" y="57088"/>
                  <a:pt x="16489" y="107169"/>
                </a:cubicBezTo>
                <a:cubicBezTo>
                  <a:pt x="16476" y="140167"/>
                  <a:pt x="34397" y="170565"/>
                  <a:pt x="63276" y="186529"/>
                </a:cubicBezTo>
                <a:cubicBezTo>
                  <a:pt x="67246" y="188757"/>
                  <a:pt x="68659" y="193783"/>
                  <a:pt x="66431" y="197753"/>
                </a:cubicBezTo>
                <a:cubicBezTo>
                  <a:pt x="64219" y="201696"/>
                  <a:pt x="59243" y="203122"/>
                  <a:pt x="55279" y="200949"/>
                </a:cubicBezTo>
                <a:cubicBezTo>
                  <a:pt x="21159" y="182078"/>
                  <a:pt x="-14" y="146159"/>
                  <a:pt x="0" y="107169"/>
                </a:cubicBezTo>
                <a:cubicBezTo>
                  <a:pt x="0" y="47982"/>
                  <a:pt x="47982" y="0"/>
                  <a:pt x="107177" y="0"/>
                </a:cubicBezTo>
                <a:cubicBezTo>
                  <a:pt x="166372" y="0"/>
                  <a:pt x="214354" y="47982"/>
                  <a:pt x="214354" y="107169"/>
                </a:cubicBezTo>
                <a:cubicBezTo>
                  <a:pt x="214354" y="146552"/>
                  <a:pt x="192919" y="182180"/>
                  <a:pt x="159104" y="200936"/>
                </a:cubicBezTo>
                <a:close/>
                <a:moveTo>
                  <a:pt x="107177" y="148399"/>
                </a:moveTo>
                <a:cubicBezTo>
                  <a:pt x="84410" y="148399"/>
                  <a:pt x="65955" y="129944"/>
                  <a:pt x="65955" y="107177"/>
                </a:cubicBezTo>
                <a:cubicBezTo>
                  <a:pt x="65955" y="84410"/>
                  <a:pt x="84410" y="65955"/>
                  <a:pt x="107177" y="65955"/>
                </a:cubicBezTo>
                <a:cubicBezTo>
                  <a:pt x="129944" y="65955"/>
                  <a:pt x="148399" y="84410"/>
                  <a:pt x="148399" y="107177"/>
                </a:cubicBezTo>
                <a:cubicBezTo>
                  <a:pt x="148399" y="129944"/>
                  <a:pt x="129944" y="148399"/>
                  <a:pt x="107177" y="148399"/>
                </a:cubicBezTo>
                <a:close/>
                <a:moveTo>
                  <a:pt x="107177" y="131910"/>
                </a:moveTo>
                <a:cubicBezTo>
                  <a:pt x="120837" y="131910"/>
                  <a:pt x="131910" y="120837"/>
                  <a:pt x="131910" y="107177"/>
                </a:cubicBezTo>
                <a:cubicBezTo>
                  <a:pt x="131910" y="93517"/>
                  <a:pt x="120837" y="82444"/>
                  <a:pt x="107177" y="82444"/>
                </a:cubicBezTo>
                <a:cubicBezTo>
                  <a:pt x="93517" y="82444"/>
                  <a:pt x="82444" y="93517"/>
                  <a:pt x="82444" y="107177"/>
                </a:cubicBezTo>
                <a:cubicBezTo>
                  <a:pt x="82444" y="120837"/>
                  <a:pt x="93517" y="131910"/>
                  <a:pt x="107177" y="131910"/>
                </a:cubicBezTo>
                <a:close/>
                <a:moveTo>
                  <a:pt x="107177" y="156643"/>
                </a:moveTo>
                <a:lnTo>
                  <a:pt x="148399" y="214354"/>
                </a:lnTo>
                <a:lnTo>
                  <a:pt x="65955" y="214354"/>
                </a:lnTo>
                <a:lnTo>
                  <a:pt x="107177" y="156643"/>
                </a:lnTo>
                <a:close/>
                <a:moveTo>
                  <a:pt x="96872" y="197861"/>
                </a:moveTo>
                <a:lnTo>
                  <a:pt x="117482" y="197861"/>
                </a:lnTo>
                <a:lnTo>
                  <a:pt x="107177" y="182926"/>
                </a:lnTo>
                <a:lnTo>
                  <a:pt x="96872" y="197865"/>
                </a:lnTo>
                <a:close/>
              </a:path>
            </a:pathLst>
          </a:custGeom>
          <a:solidFill>
            <a:schemeClr val="accent2"/>
          </a:solidFill>
          <a:ln w="205" cap="flat">
            <a:noFill/>
            <a:prstDash val="solid"/>
            <a:miter/>
          </a:ln>
        </p:spPr>
        <p:txBody>
          <a:bodyPr rtlCol="0" anchor="ctr"/>
          <a:lstStyle/>
          <a:p>
            <a:endParaRPr lang="zh-CN" altLang="en-US"/>
          </a:p>
        </p:txBody>
      </p:sp>
      <p:grpSp>
        <p:nvGrpSpPr>
          <p:cNvPr id="73" name="组合 72">
            <a:extLst>
              <a:ext uri="{FF2B5EF4-FFF2-40B4-BE49-F238E27FC236}">
                <a16:creationId xmlns:a16="http://schemas.microsoft.com/office/drawing/2014/main" id="{7CB059E4-6E41-730C-A152-DDC1F0C8CEC3}"/>
              </a:ext>
            </a:extLst>
          </p:cNvPr>
          <p:cNvGrpSpPr/>
          <p:nvPr/>
        </p:nvGrpSpPr>
        <p:grpSpPr>
          <a:xfrm>
            <a:off x="9180140" y="3525838"/>
            <a:ext cx="185428" cy="218016"/>
            <a:chOff x="9166520" y="3542485"/>
            <a:chExt cx="157109" cy="184723"/>
          </a:xfrm>
          <a:solidFill>
            <a:schemeClr val="accent2"/>
          </a:solidFill>
        </p:grpSpPr>
        <p:sp>
          <p:nvSpPr>
            <p:cNvPr id="74" name="任意多边形: 形状 73">
              <a:extLst>
                <a:ext uri="{FF2B5EF4-FFF2-40B4-BE49-F238E27FC236}">
                  <a16:creationId xmlns:a16="http://schemas.microsoft.com/office/drawing/2014/main" id="{4F36EA1C-3E25-1BFE-B9CF-472EDC9CEA52}"/>
                </a:ext>
              </a:extLst>
            </p:cNvPr>
            <p:cNvSpPr/>
            <p:nvPr/>
          </p:nvSpPr>
          <p:spPr>
            <a:xfrm>
              <a:off x="9166520" y="3542485"/>
              <a:ext cx="157109" cy="184723"/>
            </a:xfrm>
            <a:custGeom>
              <a:avLst/>
              <a:gdLst>
                <a:gd name="connsiteX0" fmla="*/ 78649 w 157109"/>
                <a:gd name="connsiteY0" fmla="*/ 184723 h 184723"/>
                <a:gd name="connsiteX1" fmla="*/ 72462 w 157109"/>
                <a:gd name="connsiteY1" fmla="*/ 182557 h 184723"/>
                <a:gd name="connsiteX2" fmla="*/ 4500 w 157109"/>
                <a:gd name="connsiteY2" fmla="*/ 142051 h 184723"/>
                <a:gd name="connsiteX3" fmla="*/ 4125 w 157109"/>
                <a:gd name="connsiteY3" fmla="*/ 141769 h 184723"/>
                <a:gd name="connsiteX4" fmla="*/ 0 w 157109"/>
                <a:gd name="connsiteY4" fmla="*/ 133574 h 184723"/>
                <a:gd name="connsiteX5" fmla="*/ 0 w 157109"/>
                <a:gd name="connsiteY5" fmla="*/ 50679 h 184723"/>
                <a:gd name="connsiteX6" fmla="*/ 4500 w 157109"/>
                <a:gd name="connsiteY6" fmla="*/ 42201 h 184723"/>
                <a:gd name="connsiteX7" fmla="*/ 4875 w 157109"/>
                <a:gd name="connsiteY7" fmla="*/ 42013 h 184723"/>
                <a:gd name="connsiteX8" fmla="*/ 74524 w 157109"/>
                <a:gd name="connsiteY8" fmla="*/ 565 h 184723"/>
                <a:gd name="connsiteX9" fmla="*/ 75086 w 157109"/>
                <a:gd name="connsiteY9" fmla="*/ 377 h 184723"/>
                <a:gd name="connsiteX10" fmla="*/ 76211 w 157109"/>
                <a:gd name="connsiteY10" fmla="*/ 94 h 184723"/>
                <a:gd name="connsiteX11" fmla="*/ 78555 w 157109"/>
                <a:gd name="connsiteY11" fmla="*/ 0 h 184723"/>
                <a:gd name="connsiteX12" fmla="*/ 80898 w 157109"/>
                <a:gd name="connsiteY12" fmla="*/ 94 h 184723"/>
                <a:gd name="connsiteX13" fmla="*/ 83054 w 157109"/>
                <a:gd name="connsiteY13" fmla="*/ 942 h 184723"/>
                <a:gd name="connsiteX14" fmla="*/ 83336 w 157109"/>
                <a:gd name="connsiteY14" fmla="*/ 1130 h 184723"/>
                <a:gd name="connsiteX15" fmla="*/ 152798 w 157109"/>
                <a:gd name="connsiteY15" fmla="*/ 42484 h 184723"/>
                <a:gd name="connsiteX16" fmla="*/ 152985 w 157109"/>
                <a:gd name="connsiteY16" fmla="*/ 42578 h 184723"/>
                <a:gd name="connsiteX17" fmla="*/ 157110 w 157109"/>
                <a:gd name="connsiteY17" fmla="*/ 50773 h 184723"/>
                <a:gd name="connsiteX18" fmla="*/ 157110 w 157109"/>
                <a:gd name="connsiteY18" fmla="*/ 133668 h 184723"/>
                <a:gd name="connsiteX19" fmla="*/ 152610 w 157109"/>
                <a:gd name="connsiteY19" fmla="*/ 142146 h 184723"/>
                <a:gd name="connsiteX20" fmla="*/ 152235 w 157109"/>
                <a:gd name="connsiteY20" fmla="*/ 142334 h 184723"/>
                <a:gd name="connsiteX21" fmla="*/ 93647 w 157109"/>
                <a:gd name="connsiteY21" fmla="*/ 177093 h 184723"/>
                <a:gd name="connsiteX22" fmla="*/ 82586 w 157109"/>
                <a:gd name="connsiteY22" fmla="*/ 183593 h 184723"/>
                <a:gd name="connsiteX23" fmla="*/ 82586 w 157109"/>
                <a:gd name="connsiteY23" fmla="*/ 183687 h 184723"/>
                <a:gd name="connsiteX24" fmla="*/ 78649 w 157109"/>
                <a:gd name="connsiteY24" fmla="*/ 184723 h 184723"/>
                <a:gd name="connsiteX25" fmla="*/ 11249 w 157109"/>
                <a:gd name="connsiteY25" fmla="*/ 133008 h 184723"/>
                <a:gd name="connsiteX26" fmla="*/ 78461 w 157109"/>
                <a:gd name="connsiteY26" fmla="*/ 173043 h 184723"/>
                <a:gd name="connsiteX27" fmla="*/ 145767 w 157109"/>
                <a:gd name="connsiteY27" fmla="*/ 133008 h 184723"/>
                <a:gd name="connsiteX28" fmla="*/ 145767 w 157109"/>
                <a:gd name="connsiteY28" fmla="*/ 51432 h 184723"/>
                <a:gd name="connsiteX29" fmla="*/ 78555 w 157109"/>
                <a:gd name="connsiteY29" fmla="*/ 11398 h 184723"/>
                <a:gd name="connsiteX30" fmla="*/ 11249 w 157109"/>
                <a:gd name="connsiteY30" fmla="*/ 51432 h 184723"/>
                <a:gd name="connsiteX31" fmla="*/ 11249 w 157109"/>
                <a:gd name="connsiteY31" fmla="*/ 133008 h 184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57109" h="184723">
                  <a:moveTo>
                    <a:pt x="78649" y="184723"/>
                  </a:moveTo>
                  <a:cubicBezTo>
                    <a:pt x="76961" y="184723"/>
                    <a:pt x="74899" y="184158"/>
                    <a:pt x="72462" y="182557"/>
                  </a:cubicBezTo>
                  <a:cubicBezTo>
                    <a:pt x="70118" y="181050"/>
                    <a:pt x="30560" y="157594"/>
                    <a:pt x="4500" y="142051"/>
                  </a:cubicBezTo>
                  <a:lnTo>
                    <a:pt x="4125" y="141769"/>
                  </a:lnTo>
                  <a:cubicBezTo>
                    <a:pt x="1500" y="139885"/>
                    <a:pt x="0" y="136965"/>
                    <a:pt x="0" y="133574"/>
                  </a:cubicBezTo>
                  <a:lnTo>
                    <a:pt x="0" y="50679"/>
                  </a:lnTo>
                  <a:cubicBezTo>
                    <a:pt x="0" y="48230"/>
                    <a:pt x="750" y="44839"/>
                    <a:pt x="4500" y="42201"/>
                  </a:cubicBezTo>
                  <a:lnTo>
                    <a:pt x="4875" y="42013"/>
                  </a:lnTo>
                  <a:lnTo>
                    <a:pt x="74524" y="565"/>
                  </a:lnTo>
                  <a:lnTo>
                    <a:pt x="75086" y="377"/>
                  </a:lnTo>
                  <a:cubicBezTo>
                    <a:pt x="75368" y="283"/>
                    <a:pt x="75743" y="188"/>
                    <a:pt x="76211" y="94"/>
                  </a:cubicBezTo>
                  <a:cubicBezTo>
                    <a:pt x="76774" y="0"/>
                    <a:pt x="77336" y="0"/>
                    <a:pt x="78555" y="0"/>
                  </a:cubicBezTo>
                  <a:cubicBezTo>
                    <a:pt x="79773" y="0"/>
                    <a:pt x="80242" y="0"/>
                    <a:pt x="80898" y="94"/>
                  </a:cubicBezTo>
                  <a:cubicBezTo>
                    <a:pt x="81742" y="283"/>
                    <a:pt x="82492" y="565"/>
                    <a:pt x="83054" y="942"/>
                  </a:cubicBezTo>
                  <a:lnTo>
                    <a:pt x="83336" y="1130"/>
                  </a:lnTo>
                  <a:lnTo>
                    <a:pt x="152798" y="42484"/>
                  </a:lnTo>
                  <a:lnTo>
                    <a:pt x="152985" y="42578"/>
                  </a:lnTo>
                  <a:cubicBezTo>
                    <a:pt x="155610" y="44462"/>
                    <a:pt x="157110" y="47382"/>
                    <a:pt x="157110" y="50773"/>
                  </a:cubicBezTo>
                  <a:lnTo>
                    <a:pt x="157110" y="133668"/>
                  </a:lnTo>
                  <a:cubicBezTo>
                    <a:pt x="157110" y="136117"/>
                    <a:pt x="156360" y="139602"/>
                    <a:pt x="152610" y="142146"/>
                  </a:cubicBezTo>
                  <a:lnTo>
                    <a:pt x="152235" y="142334"/>
                  </a:lnTo>
                  <a:lnTo>
                    <a:pt x="93647" y="177093"/>
                  </a:lnTo>
                  <a:cubicBezTo>
                    <a:pt x="86898" y="181144"/>
                    <a:pt x="83992" y="182839"/>
                    <a:pt x="82586" y="183593"/>
                  </a:cubicBezTo>
                  <a:lnTo>
                    <a:pt x="82586" y="183687"/>
                  </a:lnTo>
                  <a:cubicBezTo>
                    <a:pt x="81742" y="184158"/>
                    <a:pt x="80336" y="184723"/>
                    <a:pt x="78649" y="184723"/>
                  </a:cubicBezTo>
                  <a:close/>
                  <a:moveTo>
                    <a:pt x="11249" y="133008"/>
                  </a:moveTo>
                  <a:cubicBezTo>
                    <a:pt x="35247" y="147232"/>
                    <a:pt x="73680" y="170028"/>
                    <a:pt x="78461" y="173043"/>
                  </a:cubicBezTo>
                  <a:cubicBezTo>
                    <a:pt x="86242" y="168427"/>
                    <a:pt x="124300" y="145819"/>
                    <a:pt x="145767" y="133008"/>
                  </a:cubicBezTo>
                  <a:lnTo>
                    <a:pt x="145767" y="51432"/>
                  </a:lnTo>
                  <a:lnTo>
                    <a:pt x="78555" y="11398"/>
                  </a:lnTo>
                  <a:lnTo>
                    <a:pt x="11249" y="51432"/>
                  </a:lnTo>
                  <a:lnTo>
                    <a:pt x="11249" y="133008"/>
                  </a:lnTo>
                  <a:close/>
                </a:path>
              </a:pathLst>
            </a:custGeom>
            <a:grpFill/>
            <a:ln w="204" cap="flat">
              <a:solidFill>
                <a:schemeClr val="accent2"/>
              </a:solidFill>
              <a:prstDash val="solid"/>
              <a:miter/>
            </a:ln>
          </p:spPr>
          <p:txBody>
            <a:bodyPr rtlCol="0" anchor="ctr"/>
            <a:lstStyle/>
            <a:p>
              <a:endParaRPr lang="zh-CN" altLang="en-US"/>
            </a:p>
          </p:txBody>
        </p:sp>
        <p:sp>
          <p:nvSpPr>
            <p:cNvPr id="75" name="任意多边形: 形状 74">
              <a:extLst>
                <a:ext uri="{FF2B5EF4-FFF2-40B4-BE49-F238E27FC236}">
                  <a16:creationId xmlns:a16="http://schemas.microsoft.com/office/drawing/2014/main" id="{D9587C15-F5D6-5B24-67B7-5C4DB5AF1B0B}"/>
                </a:ext>
              </a:extLst>
            </p:cNvPr>
            <p:cNvSpPr/>
            <p:nvPr/>
          </p:nvSpPr>
          <p:spPr>
            <a:xfrm>
              <a:off x="9218546" y="3581624"/>
              <a:ext cx="52963" cy="106444"/>
            </a:xfrm>
            <a:custGeom>
              <a:avLst/>
              <a:gdLst>
                <a:gd name="connsiteX0" fmla="*/ 44621 w 52963"/>
                <a:gd name="connsiteY0" fmla="*/ 0 h 106444"/>
                <a:gd name="connsiteX1" fmla="*/ 0 w 52963"/>
                <a:gd name="connsiteY1" fmla="*/ 54353 h 106444"/>
                <a:gd name="connsiteX2" fmla="*/ 23904 w 52963"/>
                <a:gd name="connsiteY2" fmla="*/ 65185 h 106444"/>
                <a:gd name="connsiteX3" fmla="*/ 5249 w 52963"/>
                <a:gd name="connsiteY3" fmla="*/ 106444 h 106444"/>
                <a:gd name="connsiteX4" fmla="*/ 52964 w 52963"/>
                <a:gd name="connsiteY4" fmla="*/ 56519 h 106444"/>
                <a:gd name="connsiteX5" fmla="*/ 27935 w 52963"/>
                <a:gd name="connsiteY5" fmla="*/ 46063 h 1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963" h="106444">
                  <a:moveTo>
                    <a:pt x="44621" y="0"/>
                  </a:moveTo>
                  <a:lnTo>
                    <a:pt x="0" y="54353"/>
                  </a:lnTo>
                  <a:lnTo>
                    <a:pt x="23904" y="65185"/>
                  </a:lnTo>
                  <a:lnTo>
                    <a:pt x="5249" y="106444"/>
                  </a:lnTo>
                  <a:lnTo>
                    <a:pt x="52964" y="56519"/>
                  </a:lnTo>
                  <a:lnTo>
                    <a:pt x="27935" y="46063"/>
                  </a:lnTo>
                  <a:close/>
                </a:path>
              </a:pathLst>
            </a:custGeom>
            <a:grpFill/>
            <a:ln w="204" cap="flat">
              <a:solidFill>
                <a:schemeClr val="accent2"/>
              </a:solidFill>
              <a:prstDash val="solid"/>
              <a:miter/>
            </a:ln>
          </p:spPr>
          <p:txBody>
            <a:bodyPr rtlCol="0" anchor="ctr"/>
            <a:lstStyle/>
            <a:p>
              <a:endParaRPr lang="zh-CN" altLang="en-US"/>
            </a:p>
          </p:txBody>
        </p:sp>
      </p:grpSp>
      <p:sp>
        <p:nvSpPr>
          <p:cNvPr id="76" name="任意多边形: 形状 75">
            <a:extLst>
              <a:ext uri="{FF2B5EF4-FFF2-40B4-BE49-F238E27FC236}">
                <a16:creationId xmlns:a16="http://schemas.microsoft.com/office/drawing/2014/main" id="{E5BA8181-7757-27CD-DC80-B4E6D74613F7}"/>
              </a:ext>
            </a:extLst>
          </p:cNvPr>
          <p:cNvSpPr/>
          <p:nvPr/>
        </p:nvSpPr>
        <p:spPr>
          <a:xfrm>
            <a:off x="1825116" y="3532007"/>
            <a:ext cx="214531" cy="205679"/>
          </a:xfrm>
          <a:custGeom>
            <a:avLst/>
            <a:gdLst>
              <a:gd name="connsiteX0" fmla="*/ 135977 w 214531"/>
              <a:gd name="connsiteY0" fmla="*/ 70335 h 205679"/>
              <a:gd name="connsiteX1" fmla="*/ 140991 w 214531"/>
              <a:gd name="connsiteY1" fmla="*/ 75359 h 205679"/>
              <a:gd name="connsiteX2" fmla="*/ 140991 w 214531"/>
              <a:gd name="connsiteY2" fmla="*/ 109924 h 205679"/>
              <a:gd name="connsiteX3" fmla="*/ 184246 w 214531"/>
              <a:gd name="connsiteY3" fmla="*/ 129852 h 205679"/>
              <a:gd name="connsiteX4" fmla="*/ 186720 w 214531"/>
              <a:gd name="connsiteY4" fmla="*/ 136483 h 205679"/>
              <a:gd name="connsiteX5" fmla="*/ 180068 w 214531"/>
              <a:gd name="connsiteY5" fmla="*/ 138962 h 205679"/>
              <a:gd name="connsiteX6" fmla="*/ 134506 w 214531"/>
              <a:gd name="connsiteY6" fmla="*/ 117995 h 205679"/>
              <a:gd name="connsiteX7" fmla="*/ 131866 w 214531"/>
              <a:gd name="connsiteY7" fmla="*/ 115048 h 205679"/>
              <a:gd name="connsiteX8" fmla="*/ 130963 w 214531"/>
              <a:gd name="connsiteY8" fmla="*/ 112201 h 205679"/>
              <a:gd name="connsiteX9" fmla="*/ 130963 w 214531"/>
              <a:gd name="connsiteY9" fmla="*/ 75359 h 205679"/>
              <a:gd name="connsiteX10" fmla="*/ 135977 w 214531"/>
              <a:gd name="connsiteY10" fmla="*/ 70335 h 205679"/>
              <a:gd name="connsiteX11" fmla="*/ 137648 w 214531"/>
              <a:gd name="connsiteY11" fmla="*/ 46890 h 205679"/>
              <a:gd name="connsiteX12" fmla="*/ 70793 w 214531"/>
              <a:gd name="connsiteY12" fmla="*/ 113876 h 205679"/>
              <a:gd name="connsiteX13" fmla="*/ 137648 w 214531"/>
              <a:gd name="connsiteY13" fmla="*/ 180861 h 205679"/>
              <a:gd name="connsiteX14" fmla="*/ 204503 w 214531"/>
              <a:gd name="connsiteY14" fmla="*/ 113876 h 205679"/>
              <a:gd name="connsiteX15" fmla="*/ 137648 w 214531"/>
              <a:gd name="connsiteY15" fmla="*/ 46890 h 205679"/>
              <a:gd name="connsiteX16" fmla="*/ 43817 w 214531"/>
              <a:gd name="connsiteY16" fmla="*/ 10048 h 205679"/>
              <a:gd name="connsiteX17" fmla="*/ 43817 w 214531"/>
              <a:gd name="connsiteY17" fmla="*/ 117225 h 205679"/>
              <a:gd name="connsiteX18" fmla="*/ 12829 w 214531"/>
              <a:gd name="connsiteY18" fmla="*/ 117225 h 205679"/>
              <a:gd name="connsiteX19" fmla="*/ 67584 w 214531"/>
              <a:gd name="connsiteY19" fmla="*/ 193521 h 205679"/>
              <a:gd name="connsiteX20" fmla="*/ 84699 w 214531"/>
              <a:gd name="connsiteY20" fmla="*/ 169675 h 205679"/>
              <a:gd name="connsiteX21" fmla="*/ 60764 w 214531"/>
              <a:gd name="connsiteY21" fmla="*/ 113876 h 205679"/>
              <a:gd name="connsiteX22" fmla="*/ 91351 w 214531"/>
              <a:gd name="connsiteY22" fmla="*/ 52450 h 205679"/>
              <a:gd name="connsiteX23" fmla="*/ 91351 w 214531"/>
              <a:gd name="connsiteY23" fmla="*/ 10048 h 205679"/>
              <a:gd name="connsiteX24" fmla="*/ 43817 w 214531"/>
              <a:gd name="connsiteY24" fmla="*/ 0 h 205679"/>
              <a:gd name="connsiteX25" fmla="*/ 91351 w 214531"/>
              <a:gd name="connsiteY25" fmla="*/ 0 h 205679"/>
              <a:gd name="connsiteX26" fmla="*/ 101379 w 214531"/>
              <a:gd name="connsiteY26" fmla="*/ 10048 h 205679"/>
              <a:gd name="connsiteX27" fmla="*/ 101379 w 214531"/>
              <a:gd name="connsiteY27" fmla="*/ 46053 h 205679"/>
              <a:gd name="connsiteX28" fmla="*/ 132634 w 214531"/>
              <a:gd name="connsiteY28" fmla="*/ 37010 h 205679"/>
              <a:gd name="connsiteX29" fmla="*/ 132634 w 214531"/>
              <a:gd name="connsiteY29" fmla="*/ 26794 h 205679"/>
              <a:gd name="connsiteX30" fmla="*/ 122605 w 214531"/>
              <a:gd name="connsiteY30" fmla="*/ 26794 h 205679"/>
              <a:gd name="connsiteX31" fmla="*/ 117591 w 214531"/>
              <a:gd name="connsiteY31" fmla="*/ 21770 h 205679"/>
              <a:gd name="connsiteX32" fmla="*/ 122605 w 214531"/>
              <a:gd name="connsiteY32" fmla="*/ 16746 h 205679"/>
              <a:gd name="connsiteX33" fmla="*/ 152690 w 214531"/>
              <a:gd name="connsiteY33" fmla="*/ 16746 h 205679"/>
              <a:gd name="connsiteX34" fmla="*/ 157704 w 214531"/>
              <a:gd name="connsiteY34" fmla="*/ 21770 h 205679"/>
              <a:gd name="connsiteX35" fmla="*/ 152690 w 214531"/>
              <a:gd name="connsiteY35" fmla="*/ 26794 h 205679"/>
              <a:gd name="connsiteX36" fmla="*/ 142662 w 214531"/>
              <a:gd name="connsiteY36" fmla="*/ 26794 h 205679"/>
              <a:gd name="connsiteX37" fmla="*/ 142662 w 214531"/>
              <a:gd name="connsiteY37" fmla="*/ 37010 h 205679"/>
              <a:gd name="connsiteX38" fmla="*/ 214531 w 214531"/>
              <a:gd name="connsiteY38" fmla="*/ 113876 h 205679"/>
              <a:gd name="connsiteX39" fmla="*/ 137648 w 214531"/>
              <a:gd name="connsiteY39" fmla="*/ 190909 h 205679"/>
              <a:gd name="connsiteX40" fmla="*/ 92387 w 214531"/>
              <a:gd name="connsiteY40" fmla="*/ 176172 h 205679"/>
              <a:gd name="connsiteX41" fmla="*/ 73333 w 214531"/>
              <a:gd name="connsiteY41" fmla="*/ 202699 h 205679"/>
              <a:gd name="connsiteX42" fmla="*/ 67550 w 214531"/>
              <a:gd name="connsiteY42" fmla="*/ 205679 h 205679"/>
              <a:gd name="connsiteX43" fmla="*/ 61767 w 214531"/>
              <a:gd name="connsiteY43" fmla="*/ 202699 h 205679"/>
              <a:gd name="connsiteX44" fmla="*/ 1364 w 214531"/>
              <a:gd name="connsiteY44" fmla="*/ 118498 h 205679"/>
              <a:gd name="connsiteX45" fmla="*/ 7147 w 214531"/>
              <a:gd name="connsiteY45" fmla="*/ 107177 h 205679"/>
              <a:gd name="connsiteX46" fmla="*/ 33788 w 214531"/>
              <a:gd name="connsiteY46" fmla="*/ 107177 h 205679"/>
              <a:gd name="connsiteX47" fmla="*/ 33788 w 214531"/>
              <a:gd name="connsiteY47" fmla="*/ 10048 h 205679"/>
              <a:gd name="connsiteX48" fmla="*/ 43817 w 214531"/>
              <a:gd name="connsiteY48" fmla="*/ 0 h 20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14531" h="205679">
                <a:moveTo>
                  <a:pt x="135977" y="70335"/>
                </a:moveTo>
                <a:cubicBezTo>
                  <a:pt x="138752" y="70335"/>
                  <a:pt x="140991" y="72579"/>
                  <a:pt x="140991" y="75359"/>
                </a:cubicBezTo>
                <a:lnTo>
                  <a:pt x="140991" y="109924"/>
                </a:lnTo>
                <a:lnTo>
                  <a:pt x="184246" y="129852"/>
                </a:lnTo>
                <a:cubicBezTo>
                  <a:pt x="186754" y="130990"/>
                  <a:pt x="187890" y="133938"/>
                  <a:pt x="186720" y="136483"/>
                </a:cubicBezTo>
                <a:cubicBezTo>
                  <a:pt x="185550" y="139029"/>
                  <a:pt x="182575" y="140134"/>
                  <a:pt x="180068" y="138962"/>
                </a:cubicBezTo>
                <a:lnTo>
                  <a:pt x="134506" y="117995"/>
                </a:lnTo>
                <a:cubicBezTo>
                  <a:pt x="133203" y="117392"/>
                  <a:pt x="132300" y="116321"/>
                  <a:pt x="131866" y="115048"/>
                </a:cubicBezTo>
                <a:cubicBezTo>
                  <a:pt x="131297" y="114244"/>
                  <a:pt x="130963" y="113273"/>
                  <a:pt x="130963" y="112201"/>
                </a:cubicBezTo>
                <a:lnTo>
                  <a:pt x="130963" y="75359"/>
                </a:lnTo>
                <a:cubicBezTo>
                  <a:pt x="130963" y="72579"/>
                  <a:pt x="133203" y="70335"/>
                  <a:pt x="135977" y="70335"/>
                </a:cubicBezTo>
                <a:close/>
                <a:moveTo>
                  <a:pt x="137648" y="46890"/>
                </a:moveTo>
                <a:cubicBezTo>
                  <a:pt x="100777" y="46890"/>
                  <a:pt x="70793" y="76933"/>
                  <a:pt x="70793" y="113876"/>
                </a:cubicBezTo>
                <a:cubicBezTo>
                  <a:pt x="70793" y="150818"/>
                  <a:pt x="100777" y="180861"/>
                  <a:pt x="137648" y="180861"/>
                </a:cubicBezTo>
                <a:cubicBezTo>
                  <a:pt x="174518" y="180861"/>
                  <a:pt x="204503" y="150818"/>
                  <a:pt x="204503" y="113876"/>
                </a:cubicBezTo>
                <a:cubicBezTo>
                  <a:pt x="204503" y="76933"/>
                  <a:pt x="174518" y="46890"/>
                  <a:pt x="137648" y="46890"/>
                </a:cubicBezTo>
                <a:close/>
                <a:moveTo>
                  <a:pt x="43817" y="10048"/>
                </a:moveTo>
                <a:lnTo>
                  <a:pt x="43817" y="117225"/>
                </a:lnTo>
                <a:lnTo>
                  <a:pt x="12829" y="117225"/>
                </a:lnTo>
                <a:lnTo>
                  <a:pt x="67584" y="193521"/>
                </a:lnTo>
                <a:lnTo>
                  <a:pt x="84699" y="169675"/>
                </a:lnTo>
                <a:cubicBezTo>
                  <a:pt x="69957" y="155641"/>
                  <a:pt x="60764" y="135847"/>
                  <a:pt x="60764" y="113876"/>
                </a:cubicBezTo>
                <a:cubicBezTo>
                  <a:pt x="60764" y="88756"/>
                  <a:pt x="72798" y="66517"/>
                  <a:pt x="91351" y="52450"/>
                </a:cubicBezTo>
                <a:lnTo>
                  <a:pt x="91351" y="10048"/>
                </a:lnTo>
                <a:close/>
                <a:moveTo>
                  <a:pt x="43817" y="0"/>
                </a:moveTo>
                <a:lnTo>
                  <a:pt x="91351" y="0"/>
                </a:lnTo>
                <a:cubicBezTo>
                  <a:pt x="96900" y="0"/>
                  <a:pt x="101379" y="4488"/>
                  <a:pt x="101379" y="10048"/>
                </a:cubicBezTo>
                <a:lnTo>
                  <a:pt x="101379" y="46053"/>
                </a:lnTo>
                <a:cubicBezTo>
                  <a:pt x="110805" y="40962"/>
                  <a:pt x="121369" y="37746"/>
                  <a:pt x="132634" y="37010"/>
                </a:cubicBezTo>
                <a:lnTo>
                  <a:pt x="132634" y="26794"/>
                </a:lnTo>
                <a:lnTo>
                  <a:pt x="122605" y="26794"/>
                </a:lnTo>
                <a:cubicBezTo>
                  <a:pt x="119831" y="26794"/>
                  <a:pt x="117591" y="24550"/>
                  <a:pt x="117591" y="21770"/>
                </a:cubicBezTo>
                <a:cubicBezTo>
                  <a:pt x="117591" y="18990"/>
                  <a:pt x="119831" y="16746"/>
                  <a:pt x="122605" y="16746"/>
                </a:cubicBezTo>
                <a:lnTo>
                  <a:pt x="152690" y="16746"/>
                </a:lnTo>
                <a:cubicBezTo>
                  <a:pt x="155465" y="16746"/>
                  <a:pt x="157704" y="18990"/>
                  <a:pt x="157704" y="21770"/>
                </a:cubicBezTo>
                <a:cubicBezTo>
                  <a:pt x="157704" y="24550"/>
                  <a:pt x="155465" y="26794"/>
                  <a:pt x="152690" y="26794"/>
                </a:cubicBezTo>
                <a:lnTo>
                  <a:pt x="142662" y="26794"/>
                </a:lnTo>
                <a:lnTo>
                  <a:pt x="142662" y="37010"/>
                </a:lnTo>
                <a:cubicBezTo>
                  <a:pt x="182775" y="39622"/>
                  <a:pt x="214531" y="73014"/>
                  <a:pt x="214531" y="113876"/>
                </a:cubicBezTo>
                <a:cubicBezTo>
                  <a:pt x="214531" y="156411"/>
                  <a:pt x="180101" y="190909"/>
                  <a:pt x="137648" y="190909"/>
                </a:cubicBezTo>
                <a:cubicBezTo>
                  <a:pt x="120733" y="190909"/>
                  <a:pt x="105089" y="185416"/>
                  <a:pt x="92387" y="176172"/>
                </a:cubicBezTo>
                <a:lnTo>
                  <a:pt x="73333" y="202699"/>
                </a:lnTo>
                <a:cubicBezTo>
                  <a:pt x="71929" y="204675"/>
                  <a:pt x="69723" y="205679"/>
                  <a:pt x="67550" y="205679"/>
                </a:cubicBezTo>
                <a:cubicBezTo>
                  <a:pt x="65377" y="205679"/>
                  <a:pt x="63205" y="204675"/>
                  <a:pt x="61767" y="202699"/>
                </a:cubicBezTo>
                <a:lnTo>
                  <a:pt x="1364" y="118498"/>
                </a:lnTo>
                <a:cubicBezTo>
                  <a:pt x="-2046" y="113775"/>
                  <a:pt x="1330" y="107177"/>
                  <a:pt x="7147" y="107177"/>
                </a:cubicBezTo>
                <a:lnTo>
                  <a:pt x="33788" y="107177"/>
                </a:lnTo>
                <a:lnTo>
                  <a:pt x="33788" y="10048"/>
                </a:lnTo>
                <a:cubicBezTo>
                  <a:pt x="33788" y="4488"/>
                  <a:pt x="38268" y="0"/>
                  <a:pt x="43817" y="0"/>
                </a:cubicBezTo>
                <a:close/>
              </a:path>
            </a:pathLst>
          </a:custGeom>
          <a:solidFill>
            <a:schemeClr val="accent2"/>
          </a:solidFill>
          <a:ln w="3175" cap="flat">
            <a:solidFill>
              <a:schemeClr val="accent2"/>
            </a:solidFill>
            <a:prstDash val="solid"/>
            <a:miter/>
          </a:ln>
        </p:spPr>
        <p:txBody>
          <a:bodyPr rtlCol="0" anchor="ctr"/>
          <a:lstStyle/>
          <a:p>
            <a:endParaRPr lang="zh-CN" altLang="en-US"/>
          </a:p>
        </p:txBody>
      </p:sp>
      <p:sp>
        <p:nvSpPr>
          <p:cNvPr id="77" name="任意多边形: 形状 76">
            <a:extLst>
              <a:ext uri="{FF2B5EF4-FFF2-40B4-BE49-F238E27FC236}">
                <a16:creationId xmlns:a16="http://schemas.microsoft.com/office/drawing/2014/main" id="{451535D0-CB29-9C51-44D3-670B9798B45D}"/>
              </a:ext>
            </a:extLst>
          </p:cNvPr>
          <p:cNvSpPr/>
          <p:nvPr/>
        </p:nvSpPr>
        <p:spPr>
          <a:xfrm>
            <a:off x="2035929" y="5190333"/>
            <a:ext cx="171508" cy="185734"/>
          </a:xfrm>
          <a:custGeom>
            <a:avLst/>
            <a:gdLst>
              <a:gd name="connsiteX0" fmla="*/ 161925 w 171508"/>
              <a:gd name="connsiteY0" fmla="*/ 98747 h 185734"/>
              <a:gd name="connsiteX1" fmla="*/ 171501 w 171508"/>
              <a:gd name="connsiteY1" fmla="*/ 107026 h 185734"/>
              <a:gd name="connsiteX2" fmla="*/ 158276 w 171508"/>
              <a:gd name="connsiteY2" fmla="*/ 120873 h 185734"/>
              <a:gd name="connsiteX3" fmla="*/ 149458 w 171508"/>
              <a:gd name="connsiteY3" fmla="*/ 111901 h 185734"/>
              <a:gd name="connsiteX4" fmla="*/ 161925 w 171508"/>
              <a:gd name="connsiteY4" fmla="*/ 98747 h 185734"/>
              <a:gd name="connsiteX5" fmla="*/ 105471 w 171508"/>
              <a:gd name="connsiteY5" fmla="*/ 1 h 185734"/>
              <a:gd name="connsiteX6" fmla="*/ 139222 w 171508"/>
              <a:gd name="connsiteY6" fmla="*/ 13558 h 185734"/>
              <a:gd name="connsiteX7" fmla="*/ 143415 w 171508"/>
              <a:gd name="connsiteY7" fmla="*/ 81293 h 185734"/>
              <a:gd name="connsiteX8" fmla="*/ 94756 w 171508"/>
              <a:gd name="connsiteY8" fmla="*/ 130797 h 185734"/>
              <a:gd name="connsiteX9" fmla="*/ 55518 w 171508"/>
              <a:gd name="connsiteY9" fmla="*/ 130271 h 185734"/>
              <a:gd name="connsiteX10" fmla="*/ 52896 w 171508"/>
              <a:gd name="connsiteY10" fmla="*/ 90979 h 185734"/>
              <a:gd name="connsiteX11" fmla="*/ 83182 w 171508"/>
              <a:gd name="connsiteY11" fmla="*/ 59930 h 185734"/>
              <a:gd name="connsiteX12" fmla="*/ 95804 w 171508"/>
              <a:gd name="connsiteY12" fmla="*/ 59469 h 185734"/>
              <a:gd name="connsiteX13" fmla="*/ 95267 w 171508"/>
              <a:gd name="connsiteY13" fmla="*/ 73009 h 185734"/>
              <a:gd name="connsiteX14" fmla="*/ 72441 w 171508"/>
              <a:gd name="connsiteY14" fmla="*/ 96210 h 185734"/>
              <a:gd name="connsiteX15" fmla="*/ 66594 w 171508"/>
              <a:gd name="connsiteY15" fmla="*/ 102593 h 185734"/>
              <a:gd name="connsiteX16" fmla="*/ 68367 w 171508"/>
              <a:gd name="connsiteY16" fmla="*/ 117398 h 185734"/>
              <a:gd name="connsiteX17" fmla="*/ 82345 w 171508"/>
              <a:gd name="connsiteY17" fmla="*/ 117751 h 185734"/>
              <a:gd name="connsiteX18" fmla="*/ 85548 w 171508"/>
              <a:gd name="connsiteY18" fmla="*/ 114833 h 185734"/>
              <a:gd name="connsiteX19" fmla="*/ 127531 w 171508"/>
              <a:gd name="connsiteY19" fmla="*/ 72419 h 185734"/>
              <a:gd name="connsiteX20" fmla="*/ 136888 w 171508"/>
              <a:gd name="connsiteY20" fmla="*/ 51058 h 185734"/>
              <a:gd name="connsiteX21" fmla="*/ 118753 w 171508"/>
              <a:gd name="connsiteY21" fmla="*/ 21390 h 185734"/>
              <a:gd name="connsiteX22" fmla="*/ 85324 w 171508"/>
              <a:gd name="connsiteY22" fmla="*/ 26074 h 185734"/>
              <a:gd name="connsiteX23" fmla="*/ 60708 w 171508"/>
              <a:gd name="connsiteY23" fmla="*/ 50547 h 185734"/>
              <a:gd name="connsiteX24" fmla="*/ 31770 w 171508"/>
              <a:gd name="connsiteY24" fmla="*/ 79913 h 185734"/>
              <a:gd name="connsiteX25" fmla="*/ 55410 w 171508"/>
              <a:gd name="connsiteY25" fmla="*/ 165300 h 185734"/>
              <a:gd name="connsiteX26" fmla="*/ 104588 w 171508"/>
              <a:gd name="connsiteY26" fmla="*/ 152993 h 185734"/>
              <a:gd name="connsiteX27" fmla="*/ 125198 w 171508"/>
              <a:gd name="connsiteY27" fmla="*/ 132175 h 185734"/>
              <a:gd name="connsiteX28" fmla="*/ 130856 w 171508"/>
              <a:gd name="connsiteY28" fmla="*/ 127277 h 185734"/>
              <a:gd name="connsiteX29" fmla="*/ 139899 w 171508"/>
              <a:gd name="connsiteY29" fmla="*/ 127235 h 185734"/>
              <a:gd name="connsiteX30" fmla="*/ 143851 w 171508"/>
              <a:gd name="connsiteY30" fmla="*/ 136395 h 185734"/>
              <a:gd name="connsiteX31" fmla="*/ 142170 w 171508"/>
              <a:gd name="connsiteY31" fmla="*/ 140293 h 185734"/>
              <a:gd name="connsiteX32" fmla="*/ 101506 w 171508"/>
              <a:gd name="connsiteY32" fmla="*/ 177427 h 185734"/>
              <a:gd name="connsiteX33" fmla="*/ 3 w 171508"/>
              <a:gd name="connsiteY33" fmla="*/ 123380 h 185734"/>
              <a:gd name="connsiteX34" fmla="*/ 18899 w 171508"/>
              <a:gd name="connsiteY34" fmla="*/ 67261 h 185734"/>
              <a:gd name="connsiteX35" fmla="*/ 71589 w 171508"/>
              <a:gd name="connsiteY35" fmla="*/ 14077 h 185734"/>
              <a:gd name="connsiteX36" fmla="*/ 105471 w 171508"/>
              <a:gd name="connsiteY36" fmla="*/ 1 h 18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71508" h="185734">
                <a:moveTo>
                  <a:pt x="161925" y="98747"/>
                </a:moveTo>
                <a:cubicBezTo>
                  <a:pt x="166815" y="98418"/>
                  <a:pt x="171249" y="102251"/>
                  <a:pt x="171501" y="107026"/>
                </a:cubicBezTo>
                <a:cubicBezTo>
                  <a:pt x="171784" y="112370"/>
                  <a:pt x="163785" y="120744"/>
                  <a:pt x="158276" y="120873"/>
                </a:cubicBezTo>
                <a:cubicBezTo>
                  <a:pt x="153430" y="120986"/>
                  <a:pt x="149439" y="116926"/>
                  <a:pt x="149458" y="111901"/>
                </a:cubicBezTo>
                <a:cubicBezTo>
                  <a:pt x="149479" y="106442"/>
                  <a:pt x="156421" y="99117"/>
                  <a:pt x="161925" y="98747"/>
                </a:cubicBezTo>
                <a:close/>
                <a:moveTo>
                  <a:pt x="105471" y="1"/>
                </a:moveTo>
                <a:cubicBezTo>
                  <a:pt x="117568" y="-54"/>
                  <a:pt x="129644" y="4498"/>
                  <a:pt x="139222" y="13558"/>
                </a:cubicBezTo>
                <a:cubicBezTo>
                  <a:pt x="158167" y="31479"/>
                  <a:pt x="160733" y="61723"/>
                  <a:pt x="143415" y="81293"/>
                </a:cubicBezTo>
                <a:cubicBezTo>
                  <a:pt x="128099" y="98601"/>
                  <a:pt x="111477" y="114810"/>
                  <a:pt x="94756" y="130797"/>
                </a:cubicBezTo>
                <a:cubicBezTo>
                  <a:pt x="83319" y="141731"/>
                  <a:pt x="66632" y="140920"/>
                  <a:pt x="55518" y="130271"/>
                </a:cubicBezTo>
                <a:cubicBezTo>
                  <a:pt x="44511" y="119726"/>
                  <a:pt x="42814" y="102734"/>
                  <a:pt x="52896" y="90979"/>
                </a:cubicBezTo>
                <a:cubicBezTo>
                  <a:pt x="62291" y="80024"/>
                  <a:pt x="72819" y="70014"/>
                  <a:pt x="83182" y="59930"/>
                </a:cubicBezTo>
                <a:cubicBezTo>
                  <a:pt x="87430" y="55797"/>
                  <a:pt x="92245" y="56074"/>
                  <a:pt x="95804" y="59469"/>
                </a:cubicBezTo>
                <a:cubicBezTo>
                  <a:pt x="99430" y="62927"/>
                  <a:pt x="99528" y="68453"/>
                  <a:pt x="95267" y="73009"/>
                </a:cubicBezTo>
                <a:cubicBezTo>
                  <a:pt x="87859" y="80930"/>
                  <a:pt x="80052" y="88477"/>
                  <a:pt x="72441" y="96210"/>
                </a:cubicBezTo>
                <a:cubicBezTo>
                  <a:pt x="70415" y="98268"/>
                  <a:pt x="68170" y="100216"/>
                  <a:pt x="66594" y="102593"/>
                </a:cubicBezTo>
                <a:cubicBezTo>
                  <a:pt x="63327" y="107519"/>
                  <a:pt x="64251" y="113808"/>
                  <a:pt x="68367" y="117398"/>
                </a:cubicBezTo>
                <a:cubicBezTo>
                  <a:pt x="72347" y="120870"/>
                  <a:pt x="77592" y="121045"/>
                  <a:pt x="82345" y="117751"/>
                </a:cubicBezTo>
                <a:cubicBezTo>
                  <a:pt x="83522" y="116935"/>
                  <a:pt x="84530" y="115858"/>
                  <a:pt x="85548" y="114833"/>
                </a:cubicBezTo>
                <a:cubicBezTo>
                  <a:pt x="99555" y="100708"/>
                  <a:pt x="113588" y="86608"/>
                  <a:pt x="127531" y="72419"/>
                </a:cubicBezTo>
                <a:cubicBezTo>
                  <a:pt x="133326" y="66523"/>
                  <a:pt x="136528" y="59357"/>
                  <a:pt x="136888" y="51058"/>
                </a:cubicBezTo>
                <a:cubicBezTo>
                  <a:pt x="137431" y="38516"/>
                  <a:pt x="130272" y="26397"/>
                  <a:pt x="118753" y="21390"/>
                </a:cubicBezTo>
                <a:cubicBezTo>
                  <a:pt x="106819" y="16202"/>
                  <a:pt x="95170" y="17273"/>
                  <a:pt x="85324" y="26074"/>
                </a:cubicBezTo>
                <a:cubicBezTo>
                  <a:pt x="76710" y="33774"/>
                  <a:pt x="68863" y="42335"/>
                  <a:pt x="60708" y="50547"/>
                </a:cubicBezTo>
                <a:cubicBezTo>
                  <a:pt x="51023" y="60299"/>
                  <a:pt x="41023" y="69766"/>
                  <a:pt x="31770" y="79913"/>
                </a:cubicBezTo>
                <a:cubicBezTo>
                  <a:pt x="5334" y="108903"/>
                  <a:pt x="18040" y="154983"/>
                  <a:pt x="55410" y="165300"/>
                </a:cubicBezTo>
                <a:cubicBezTo>
                  <a:pt x="73815" y="170380"/>
                  <a:pt x="90575" y="166287"/>
                  <a:pt x="104588" y="152993"/>
                </a:cubicBezTo>
                <a:cubicBezTo>
                  <a:pt x="111668" y="146275"/>
                  <a:pt x="118312" y="139099"/>
                  <a:pt x="125198" y="132175"/>
                </a:cubicBezTo>
                <a:cubicBezTo>
                  <a:pt x="126976" y="130387"/>
                  <a:pt x="128672" y="127946"/>
                  <a:pt x="130856" y="127277"/>
                </a:cubicBezTo>
                <a:cubicBezTo>
                  <a:pt x="133657" y="126419"/>
                  <a:pt x="137226" y="126222"/>
                  <a:pt x="139899" y="127235"/>
                </a:cubicBezTo>
                <a:cubicBezTo>
                  <a:pt x="143674" y="128665"/>
                  <a:pt x="144576" y="132504"/>
                  <a:pt x="143851" y="136395"/>
                </a:cubicBezTo>
                <a:cubicBezTo>
                  <a:pt x="143596" y="137765"/>
                  <a:pt x="143110" y="139366"/>
                  <a:pt x="142170" y="140293"/>
                </a:cubicBezTo>
                <a:cubicBezTo>
                  <a:pt x="129084" y="153185"/>
                  <a:pt x="118177" y="168547"/>
                  <a:pt x="101506" y="177427"/>
                </a:cubicBezTo>
                <a:cubicBezTo>
                  <a:pt x="55260" y="202063"/>
                  <a:pt x="31" y="168307"/>
                  <a:pt x="3" y="123380"/>
                </a:cubicBezTo>
                <a:cubicBezTo>
                  <a:pt x="-161" y="96879"/>
                  <a:pt x="6095" y="80608"/>
                  <a:pt x="18899" y="67261"/>
                </a:cubicBezTo>
                <a:cubicBezTo>
                  <a:pt x="36174" y="49254"/>
                  <a:pt x="53667" y="31436"/>
                  <a:pt x="71589" y="14077"/>
                </a:cubicBezTo>
                <a:cubicBezTo>
                  <a:pt x="81255" y="4715"/>
                  <a:pt x="93374" y="55"/>
                  <a:pt x="105471" y="1"/>
                </a:cubicBezTo>
                <a:close/>
              </a:path>
            </a:pathLst>
          </a:custGeom>
          <a:solidFill>
            <a:schemeClr val="accent2"/>
          </a:solidFill>
          <a:ln w="254" cap="flat">
            <a:noFill/>
            <a:prstDash val="solid"/>
            <a:miter/>
          </a:ln>
        </p:spPr>
        <p:txBody>
          <a:bodyPr rtlCol="0" anchor="ctr"/>
          <a:lstStyle/>
          <a:p>
            <a:endParaRPr lang="zh-CN" altLang="en-US"/>
          </a:p>
        </p:txBody>
      </p:sp>
      <p:sp>
        <p:nvSpPr>
          <p:cNvPr id="78" name="图形 56">
            <a:extLst>
              <a:ext uri="{FF2B5EF4-FFF2-40B4-BE49-F238E27FC236}">
                <a16:creationId xmlns:a16="http://schemas.microsoft.com/office/drawing/2014/main" id="{EFFB1AB5-DB0B-9B23-F296-E2FA6704D7D6}"/>
              </a:ext>
            </a:extLst>
          </p:cNvPr>
          <p:cNvSpPr/>
          <p:nvPr/>
        </p:nvSpPr>
        <p:spPr>
          <a:xfrm>
            <a:off x="8890061" y="5199155"/>
            <a:ext cx="147259" cy="178497"/>
          </a:xfrm>
          <a:custGeom>
            <a:avLst/>
            <a:gdLst>
              <a:gd name="connsiteX0" fmla="*/ 63741 w 127481"/>
              <a:gd name="connsiteY0" fmla="*/ 0 h 154523"/>
              <a:gd name="connsiteX1" fmla="*/ 99994 w 127481"/>
              <a:gd name="connsiteY1" fmla="*/ 4043 h 154523"/>
              <a:gd name="connsiteX2" fmla="*/ 110241 w 127481"/>
              <a:gd name="connsiteY2" fmla="*/ 6853 h 154523"/>
              <a:gd name="connsiteX3" fmla="*/ 113907 w 127481"/>
              <a:gd name="connsiteY3" fmla="*/ 8141 h 154523"/>
              <a:gd name="connsiteX4" fmla="*/ 127482 w 127481"/>
              <a:gd name="connsiteY4" fmla="*/ 27758 h 154523"/>
              <a:gd name="connsiteX5" fmla="*/ 127482 w 127481"/>
              <a:gd name="connsiteY5" fmla="*/ 97481 h 154523"/>
              <a:gd name="connsiteX6" fmla="*/ 116827 w 127481"/>
              <a:gd name="connsiteY6" fmla="*/ 119412 h 154523"/>
              <a:gd name="connsiteX7" fmla="*/ 75608 w 127481"/>
              <a:gd name="connsiteY7" fmla="*/ 150705 h 154523"/>
              <a:gd name="connsiteX8" fmla="*/ 51873 w 127481"/>
              <a:gd name="connsiteY8" fmla="*/ 150705 h 154523"/>
              <a:gd name="connsiteX9" fmla="*/ 10654 w 127481"/>
              <a:gd name="connsiteY9" fmla="*/ 119412 h 154523"/>
              <a:gd name="connsiteX10" fmla="*/ 0 w 127481"/>
              <a:gd name="connsiteY10" fmla="*/ 97481 h 154523"/>
              <a:gd name="connsiteX11" fmla="*/ 0 w 127481"/>
              <a:gd name="connsiteY11" fmla="*/ 27758 h 154523"/>
              <a:gd name="connsiteX12" fmla="*/ 13610 w 127481"/>
              <a:gd name="connsiteY12" fmla="*/ 8128 h 154523"/>
              <a:gd name="connsiteX13" fmla="*/ 17241 w 127481"/>
              <a:gd name="connsiteY13" fmla="*/ 6853 h 154523"/>
              <a:gd name="connsiteX14" fmla="*/ 27488 w 127481"/>
              <a:gd name="connsiteY14" fmla="*/ 4043 h 154523"/>
              <a:gd name="connsiteX15" fmla="*/ 63741 w 127481"/>
              <a:gd name="connsiteY15" fmla="*/ 0 h 154523"/>
              <a:gd name="connsiteX16" fmla="*/ 63741 w 127481"/>
              <a:gd name="connsiteY16" fmla="*/ 11589 h 154523"/>
              <a:gd name="connsiteX17" fmla="*/ 30099 w 127481"/>
              <a:gd name="connsiteY17" fmla="*/ 15335 h 154523"/>
              <a:gd name="connsiteX18" fmla="*/ 20814 w 127481"/>
              <a:gd name="connsiteY18" fmla="*/ 17878 h 154523"/>
              <a:gd name="connsiteX19" fmla="*/ 18450 w 127481"/>
              <a:gd name="connsiteY19" fmla="*/ 18690 h 154523"/>
              <a:gd name="connsiteX20" fmla="*/ 17755 w 127481"/>
              <a:gd name="connsiteY20" fmla="*/ 18952 h 154523"/>
              <a:gd name="connsiteX21" fmla="*/ 17305 w 127481"/>
              <a:gd name="connsiteY21" fmla="*/ 19113 h 154523"/>
              <a:gd name="connsiteX22" fmla="*/ 11589 w 127481"/>
              <a:gd name="connsiteY22" fmla="*/ 27758 h 154523"/>
              <a:gd name="connsiteX23" fmla="*/ 11589 w 127481"/>
              <a:gd name="connsiteY23" fmla="*/ 97481 h 154523"/>
              <a:gd name="connsiteX24" fmla="*/ 17662 w 127481"/>
              <a:gd name="connsiteY24" fmla="*/ 110181 h 154523"/>
              <a:gd name="connsiteX25" fmla="*/ 58881 w 127481"/>
              <a:gd name="connsiteY25" fmla="*/ 141474 h 154523"/>
              <a:gd name="connsiteX26" fmla="*/ 68601 w 127481"/>
              <a:gd name="connsiteY26" fmla="*/ 141474 h 154523"/>
              <a:gd name="connsiteX27" fmla="*/ 109820 w 127481"/>
              <a:gd name="connsiteY27" fmla="*/ 110181 h 154523"/>
              <a:gd name="connsiteX28" fmla="*/ 115893 w 127481"/>
              <a:gd name="connsiteY28" fmla="*/ 97481 h 154523"/>
              <a:gd name="connsiteX29" fmla="*/ 115893 w 127481"/>
              <a:gd name="connsiteY29" fmla="*/ 27758 h 154523"/>
              <a:gd name="connsiteX30" fmla="*/ 110098 w 127481"/>
              <a:gd name="connsiteY30" fmla="*/ 19087 h 154523"/>
              <a:gd name="connsiteX31" fmla="*/ 109727 w 127481"/>
              <a:gd name="connsiteY31" fmla="*/ 18952 h 154523"/>
              <a:gd name="connsiteX32" fmla="*/ 109032 w 127481"/>
              <a:gd name="connsiteY32" fmla="*/ 18690 h 154523"/>
              <a:gd name="connsiteX33" fmla="*/ 106667 w 127481"/>
              <a:gd name="connsiteY33" fmla="*/ 17878 h 154523"/>
              <a:gd name="connsiteX34" fmla="*/ 97383 w 127481"/>
              <a:gd name="connsiteY34" fmla="*/ 15335 h 154523"/>
              <a:gd name="connsiteX35" fmla="*/ 63741 w 127481"/>
              <a:gd name="connsiteY35" fmla="*/ 11589 h 154523"/>
              <a:gd name="connsiteX36" fmla="*/ 88613 w 127481"/>
              <a:gd name="connsiteY36" fmla="*/ 46125 h 154523"/>
              <a:gd name="connsiteX37" fmla="*/ 96809 w 127481"/>
              <a:gd name="connsiteY37" fmla="*/ 46119 h 154523"/>
              <a:gd name="connsiteX38" fmla="*/ 96815 w 127481"/>
              <a:gd name="connsiteY38" fmla="*/ 54315 h 154523"/>
              <a:gd name="connsiteX39" fmla="*/ 58242 w 127481"/>
              <a:gd name="connsiteY39" fmla="*/ 92946 h 154523"/>
              <a:gd name="connsiteX40" fmla="*/ 50052 w 127481"/>
              <a:gd name="connsiteY40" fmla="*/ 92957 h 154523"/>
              <a:gd name="connsiteX41" fmla="*/ 30679 w 127481"/>
              <a:gd name="connsiteY41" fmla="*/ 73663 h 154523"/>
              <a:gd name="connsiteX42" fmla="*/ 30598 w 127481"/>
              <a:gd name="connsiteY42" fmla="*/ 65469 h 154523"/>
              <a:gd name="connsiteX43" fmla="*/ 38792 w 127481"/>
              <a:gd name="connsiteY43" fmla="*/ 65388 h 154523"/>
              <a:gd name="connsiteX44" fmla="*/ 38857 w 127481"/>
              <a:gd name="connsiteY44" fmla="*/ 65452 h 154523"/>
              <a:gd name="connsiteX45" fmla="*/ 54130 w 127481"/>
              <a:gd name="connsiteY45" fmla="*/ 80661 h 154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27481" h="154523">
                <a:moveTo>
                  <a:pt x="63741" y="0"/>
                </a:moveTo>
                <a:cubicBezTo>
                  <a:pt x="76875" y="0"/>
                  <a:pt x="89058" y="1514"/>
                  <a:pt x="99994" y="4043"/>
                </a:cubicBezTo>
                <a:cubicBezTo>
                  <a:pt x="103844" y="4931"/>
                  <a:pt x="107272" y="5891"/>
                  <a:pt x="110241" y="6853"/>
                </a:cubicBezTo>
                <a:cubicBezTo>
                  <a:pt x="111925" y="7400"/>
                  <a:pt x="113157" y="7844"/>
                  <a:pt x="113907" y="8141"/>
                </a:cubicBezTo>
                <a:cubicBezTo>
                  <a:pt x="121639" y="10788"/>
                  <a:pt x="127482" y="19335"/>
                  <a:pt x="127482" y="27758"/>
                </a:cubicBezTo>
                <a:lnTo>
                  <a:pt x="127482" y="97481"/>
                </a:lnTo>
                <a:cubicBezTo>
                  <a:pt x="127482" y="105340"/>
                  <a:pt x="122931" y="114778"/>
                  <a:pt x="116827" y="119412"/>
                </a:cubicBezTo>
                <a:lnTo>
                  <a:pt x="75608" y="150705"/>
                </a:lnTo>
                <a:cubicBezTo>
                  <a:pt x="68910" y="155790"/>
                  <a:pt x="58586" y="155802"/>
                  <a:pt x="51873" y="150705"/>
                </a:cubicBezTo>
                <a:lnTo>
                  <a:pt x="10654" y="119412"/>
                </a:lnTo>
                <a:cubicBezTo>
                  <a:pt x="4578" y="114797"/>
                  <a:pt x="0" y="105313"/>
                  <a:pt x="0" y="97481"/>
                </a:cubicBezTo>
                <a:lnTo>
                  <a:pt x="0" y="27758"/>
                </a:lnTo>
                <a:cubicBezTo>
                  <a:pt x="0" y="19279"/>
                  <a:pt x="5826" y="10697"/>
                  <a:pt x="13610" y="8128"/>
                </a:cubicBezTo>
                <a:cubicBezTo>
                  <a:pt x="14363" y="7830"/>
                  <a:pt x="15584" y="7390"/>
                  <a:pt x="17241" y="6853"/>
                </a:cubicBezTo>
                <a:cubicBezTo>
                  <a:pt x="20615" y="5770"/>
                  <a:pt x="24034" y="4833"/>
                  <a:pt x="27488" y="4043"/>
                </a:cubicBezTo>
                <a:cubicBezTo>
                  <a:pt x="38424" y="1512"/>
                  <a:pt x="50606" y="0"/>
                  <a:pt x="63741" y="0"/>
                </a:cubicBezTo>
                <a:close/>
                <a:moveTo>
                  <a:pt x="63741" y="11589"/>
                </a:moveTo>
                <a:cubicBezTo>
                  <a:pt x="51526" y="11589"/>
                  <a:pt x="40213" y="12995"/>
                  <a:pt x="30099" y="15335"/>
                </a:cubicBezTo>
                <a:cubicBezTo>
                  <a:pt x="26582" y="16146"/>
                  <a:pt x="23474" y="17015"/>
                  <a:pt x="20814" y="17878"/>
                </a:cubicBezTo>
                <a:cubicBezTo>
                  <a:pt x="19899" y="18174"/>
                  <a:pt x="19109" y="18448"/>
                  <a:pt x="18450" y="18690"/>
                </a:cubicBezTo>
                <a:cubicBezTo>
                  <a:pt x="18077" y="18825"/>
                  <a:pt x="17844" y="18916"/>
                  <a:pt x="17755" y="18952"/>
                </a:cubicBezTo>
                <a:cubicBezTo>
                  <a:pt x="17607" y="19012"/>
                  <a:pt x="17457" y="19065"/>
                  <a:pt x="17305" y="19113"/>
                </a:cubicBezTo>
                <a:cubicBezTo>
                  <a:pt x="14394" y="20024"/>
                  <a:pt x="11589" y="24115"/>
                  <a:pt x="11589" y="27758"/>
                </a:cubicBezTo>
                <a:lnTo>
                  <a:pt x="11589" y="97481"/>
                </a:lnTo>
                <a:cubicBezTo>
                  <a:pt x="11589" y="101736"/>
                  <a:pt x="14510" y="107788"/>
                  <a:pt x="17662" y="110181"/>
                </a:cubicBezTo>
                <a:lnTo>
                  <a:pt x="58881" y="141474"/>
                </a:lnTo>
                <a:cubicBezTo>
                  <a:pt x="61448" y="143425"/>
                  <a:pt x="66039" y="143419"/>
                  <a:pt x="68601" y="141474"/>
                </a:cubicBezTo>
                <a:lnTo>
                  <a:pt x="109820" y="110181"/>
                </a:lnTo>
                <a:cubicBezTo>
                  <a:pt x="112995" y="107768"/>
                  <a:pt x="115893" y="101763"/>
                  <a:pt x="115893" y="97481"/>
                </a:cubicBezTo>
                <a:lnTo>
                  <a:pt x="115893" y="27758"/>
                </a:lnTo>
                <a:cubicBezTo>
                  <a:pt x="115893" y="24166"/>
                  <a:pt x="113063" y="20061"/>
                  <a:pt x="110098" y="19087"/>
                </a:cubicBezTo>
                <a:lnTo>
                  <a:pt x="109727" y="18952"/>
                </a:lnTo>
                <a:cubicBezTo>
                  <a:pt x="109497" y="18861"/>
                  <a:pt x="109265" y="18774"/>
                  <a:pt x="109032" y="18690"/>
                </a:cubicBezTo>
                <a:cubicBezTo>
                  <a:pt x="108373" y="18448"/>
                  <a:pt x="107583" y="18174"/>
                  <a:pt x="106667" y="17878"/>
                </a:cubicBezTo>
                <a:cubicBezTo>
                  <a:pt x="103610" y="16898"/>
                  <a:pt x="100512" y="16049"/>
                  <a:pt x="97383" y="15335"/>
                </a:cubicBezTo>
                <a:cubicBezTo>
                  <a:pt x="87269" y="12995"/>
                  <a:pt x="75956" y="11589"/>
                  <a:pt x="63741" y="11589"/>
                </a:cubicBezTo>
                <a:close/>
                <a:moveTo>
                  <a:pt x="88613" y="46125"/>
                </a:moveTo>
                <a:cubicBezTo>
                  <a:pt x="90875" y="43860"/>
                  <a:pt x="94544" y="43858"/>
                  <a:pt x="96809" y="46119"/>
                </a:cubicBezTo>
                <a:cubicBezTo>
                  <a:pt x="99074" y="48381"/>
                  <a:pt x="99076" y="52050"/>
                  <a:pt x="96815" y="54315"/>
                </a:cubicBezTo>
                <a:lnTo>
                  <a:pt x="58242" y="92946"/>
                </a:lnTo>
                <a:cubicBezTo>
                  <a:pt x="55983" y="95209"/>
                  <a:pt x="52318" y="95214"/>
                  <a:pt x="50052" y="92957"/>
                </a:cubicBezTo>
                <a:lnTo>
                  <a:pt x="30679" y="73663"/>
                </a:lnTo>
                <a:cubicBezTo>
                  <a:pt x="28393" y="71423"/>
                  <a:pt x="28357" y="67754"/>
                  <a:pt x="30598" y="65469"/>
                </a:cubicBezTo>
                <a:cubicBezTo>
                  <a:pt x="32838" y="63184"/>
                  <a:pt x="36507" y="63147"/>
                  <a:pt x="38792" y="65388"/>
                </a:cubicBezTo>
                <a:cubicBezTo>
                  <a:pt x="38814" y="65409"/>
                  <a:pt x="38835" y="65431"/>
                  <a:pt x="38857" y="65452"/>
                </a:cubicBezTo>
                <a:lnTo>
                  <a:pt x="54130" y="80661"/>
                </a:lnTo>
                <a:close/>
              </a:path>
            </a:pathLst>
          </a:custGeom>
          <a:solidFill>
            <a:schemeClr val="accent2"/>
          </a:solidFill>
          <a:ln w="177" cap="flat">
            <a:solidFill>
              <a:schemeClr val="accent2"/>
            </a:solidFill>
            <a:prstDash val="solid"/>
            <a:miter/>
          </a:ln>
        </p:spPr>
        <p:txBody>
          <a:bodyPr rtlCol="0" anchor="ctr"/>
          <a:lstStyle/>
          <a:p>
            <a:endParaRPr lang="zh-CN" altLang="en-US"/>
          </a:p>
        </p:txBody>
      </p:sp>
      <p:sp>
        <p:nvSpPr>
          <p:cNvPr id="79" name="文本框 78">
            <a:extLst>
              <a:ext uri="{FF2B5EF4-FFF2-40B4-BE49-F238E27FC236}">
                <a16:creationId xmlns:a16="http://schemas.microsoft.com/office/drawing/2014/main" id="{17B28EAD-5967-EAAA-BEED-016EE9323E6A}"/>
              </a:ext>
            </a:extLst>
          </p:cNvPr>
          <p:cNvSpPr txBox="1"/>
          <p:nvPr/>
        </p:nvSpPr>
        <p:spPr>
          <a:xfrm>
            <a:off x="8457714" y="2278029"/>
            <a:ext cx="2881800" cy="738344"/>
          </a:xfrm>
          <a:prstGeom prst="rect">
            <a:avLst/>
          </a:prstGeom>
          <a:noFill/>
        </p:spPr>
        <p:txBody>
          <a:bodyPr wrap="square" rtlCol="0">
            <a:spAutoFit/>
          </a:bodyPr>
          <a:lstStyle/>
          <a:p>
            <a:pPr>
              <a:lnSpc>
                <a:spcPct val="120000"/>
              </a:lnSpc>
            </a:pPr>
            <a:r>
              <a:rPr lang="zh-CN" altLang="en-US" sz="1200" dirty="0">
                <a:solidFill>
                  <a:schemeClr val="bg1"/>
                </a:solidFill>
                <a:latin typeface="+mn-ea"/>
              </a:rPr>
              <a:t>采用先进的通信技术和频段，实现了更广泛的网络覆盖，无论是城市还是乡村，都能享受到稳定、高效的</a:t>
            </a:r>
            <a:r>
              <a:rPr lang="en-US" altLang="zh-CN" sz="1200" dirty="0">
                <a:solidFill>
                  <a:schemeClr val="bg1"/>
                </a:solidFill>
                <a:latin typeface="+mn-ea"/>
              </a:rPr>
              <a:t>5G</a:t>
            </a:r>
            <a:r>
              <a:rPr lang="zh-CN" altLang="en-US" sz="1200" dirty="0">
                <a:solidFill>
                  <a:schemeClr val="bg1"/>
                </a:solidFill>
                <a:latin typeface="+mn-ea"/>
              </a:rPr>
              <a:t>网络服务</a:t>
            </a:r>
          </a:p>
        </p:txBody>
      </p:sp>
      <p:sp>
        <p:nvSpPr>
          <p:cNvPr id="80" name="文本框 79">
            <a:extLst>
              <a:ext uri="{FF2B5EF4-FFF2-40B4-BE49-F238E27FC236}">
                <a16:creationId xmlns:a16="http://schemas.microsoft.com/office/drawing/2014/main" id="{BA6DE476-39DA-3B52-E485-67269302C7B9}"/>
              </a:ext>
            </a:extLst>
          </p:cNvPr>
          <p:cNvSpPr txBox="1"/>
          <p:nvPr/>
        </p:nvSpPr>
        <p:spPr>
          <a:xfrm>
            <a:off x="8776211" y="3923208"/>
            <a:ext cx="2742689" cy="738344"/>
          </a:xfrm>
          <a:prstGeom prst="rect">
            <a:avLst/>
          </a:prstGeom>
          <a:noFill/>
        </p:spPr>
        <p:txBody>
          <a:bodyPr wrap="square" rtlCol="0">
            <a:spAutoFit/>
          </a:bodyPr>
          <a:lstStyle/>
          <a:p>
            <a:pPr>
              <a:lnSpc>
                <a:spcPct val="120000"/>
              </a:lnSpc>
            </a:pPr>
            <a:r>
              <a:rPr lang="zh-CN" altLang="en-US" sz="1200" dirty="0">
                <a:solidFill>
                  <a:schemeClr val="bg1"/>
                </a:solidFill>
                <a:latin typeface="+mn-ea"/>
              </a:rPr>
              <a:t>注重节能降耗，采用先进的节能技术和协议，降低了设备功耗，符合绿色通信的发展趋势</a:t>
            </a:r>
          </a:p>
        </p:txBody>
      </p:sp>
      <p:sp>
        <p:nvSpPr>
          <p:cNvPr id="81" name="文本框 80">
            <a:extLst>
              <a:ext uri="{FF2B5EF4-FFF2-40B4-BE49-F238E27FC236}">
                <a16:creationId xmlns:a16="http://schemas.microsoft.com/office/drawing/2014/main" id="{ADCB1480-D98A-E1DD-7D82-B449CDD94DE4}"/>
              </a:ext>
            </a:extLst>
          </p:cNvPr>
          <p:cNvSpPr txBox="1"/>
          <p:nvPr/>
        </p:nvSpPr>
        <p:spPr>
          <a:xfrm>
            <a:off x="8457713" y="5650903"/>
            <a:ext cx="2591287" cy="738344"/>
          </a:xfrm>
          <a:prstGeom prst="rect">
            <a:avLst/>
          </a:prstGeom>
          <a:noFill/>
        </p:spPr>
        <p:txBody>
          <a:bodyPr wrap="square" rtlCol="0">
            <a:spAutoFit/>
          </a:bodyPr>
          <a:lstStyle/>
          <a:p>
            <a:pPr>
              <a:lnSpc>
                <a:spcPct val="120000"/>
              </a:lnSpc>
            </a:pPr>
            <a:r>
              <a:rPr lang="zh-CN" altLang="en-US" sz="1200" dirty="0">
                <a:solidFill>
                  <a:schemeClr val="bg1"/>
                </a:solidFill>
                <a:latin typeface="+mn-ea"/>
              </a:rPr>
              <a:t>采用先进的加密技术和安全防护机制，有效保护用户数据的隐私安全，为用户提供更加安全的网络环境</a:t>
            </a:r>
          </a:p>
        </p:txBody>
      </p:sp>
    </p:spTree>
    <p:extLst>
      <p:ext uri="{BB962C8B-B14F-4D97-AF65-F5344CB8AC3E}">
        <p14:creationId xmlns:p14="http://schemas.microsoft.com/office/powerpoint/2010/main" val="19566463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数字产品模型</a:t>
            </a:r>
            <a:endParaRPr lang="en-US" altLang="zh-CN" dirty="0"/>
          </a:p>
        </p:txBody>
      </p:sp>
      <p:grpSp>
        <p:nvGrpSpPr>
          <p:cNvPr id="2" name="组合 1">
            <a:extLst>
              <a:ext uri="{FF2B5EF4-FFF2-40B4-BE49-F238E27FC236}">
                <a16:creationId xmlns:a16="http://schemas.microsoft.com/office/drawing/2014/main" id="{98F077CE-4DCB-7C4D-BEC7-14829827C073}"/>
              </a:ext>
            </a:extLst>
          </p:cNvPr>
          <p:cNvGrpSpPr/>
          <p:nvPr/>
        </p:nvGrpSpPr>
        <p:grpSpPr>
          <a:xfrm>
            <a:off x="1261509" y="834225"/>
            <a:ext cx="9668981" cy="5726595"/>
            <a:chOff x="1580621" y="948525"/>
            <a:chExt cx="8964002" cy="5309061"/>
          </a:xfrm>
        </p:grpSpPr>
        <p:sp>
          <p:nvSpPr>
            <p:cNvPr id="6" name="椭圆 5">
              <a:extLst>
                <a:ext uri="{FF2B5EF4-FFF2-40B4-BE49-F238E27FC236}">
                  <a16:creationId xmlns:a16="http://schemas.microsoft.com/office/drawing/2014/main" id="{571960C0-236F-F858-3D00-E606BA8D9AC9}"/>
                </a:ext>
              </a:extLst>
            </p:cNvPr>
            <p:cNvSpPr/>
            <p:nvPr/>
          </p:nvSpPr>
          <p:spPr>
            <a:xfrm>
              <a:off x="1659434" y="3836611"/>
              <a:ext cx="8873131" cy="2288822"/>
            </a:xfrm>
            <a:prstGeom prst="ellipse">
              <a:avLst/>
            </a:prstGeom>
            <a:gradFill>
              <a:gsLst>
                <a:gs pos="0">
                  <a:schemeClr val="accent2">
                    <a:alpha val="0"/>
                  </a:schemeClr>
                </a:gs>
                <a:gs pos="100000">
                  <a:schemeClr val="accent2">
                    <a:alpha val="25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弧形 6">
              <a:extLst>
                <a:ext uri="{FF2B5EF4-FFF2-40B4-BE49-F238E27FC236}">
                  <a16:creationId xmlns:a16="http://schemas.microsoft.com/office/drawing/2014/main" id="{1D34F0A1-AD64-E229-D149-0A8C31F28501}"/>
                </a:ext>
              </a:extLst>
            </p:cNvPr>
            <p:cNvSpPr/>
            <p:nvPr/>
          </p:nvSpPr>
          <p:spPr>
            <a:xfrm>
              <a:off x="1671492" y="3846902"/>
              <a:ext cx="8873131" cy="2410684"/>
            </a:xfrm>
            <a:prstGeom prst="arc">
              <a:avLst>
                <a:gd name="adj1" fmla="val 716514"/>
                <a:gd name="adj2" fmla="val 10020324"/>
              </a:avLst>
            </a:prstGeom>
            <a:noFill/>
            <a:ln w="9525">
              <a:gradFill>
                <a:gsLst>
                  <a:gs pos="68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2" name="任意多边形: 形状 151">
              <a:extLst>
                <a:ext uri="{FF2B5EF4-FFF2-40B4-BE49-F238E27FC236}">
                  <a16:creationId xmlns:a16="http://schemas.microsoft.com/office/drawing/2014/main" id="{D41D7B13-9791-42F2-6FF1-3B54AF4DAB7F}"/>
                </a:ext>
              </a:extLst>
            </p:cNvPr>
            <p:cNvSpPr/>
            <p:nvPr/>
          </p:nvSpPr>
          <p:spPr>
            <a:xfrm>
              <a:off x="3591983" y="3361266"/>
              <a:ext cx="5008034" cy="1017764"/>
            </a:xfrm>
            <a:custGeom>
              <a:avLst/>
              <a:gdLst>
                <a:gd name="connsiteX0" fmla="*/ 1674880 w 5008034"/>
                <a:gd name="connsiteY0" fmla="*/ 657524 h 1017764"/>
                <a:gd name="connsiteX1" fmla="*/ 2041578 w 5008034"/>
                <a:gd name="connsiteY1" fmla="*/ 701709 h 1017764"/>
                <a:gd name="connsiteX2" fmla="*/ 2504018 w 5008034"/>
                <a:gd name="connsiteY2" fmla="*/ 718395 h 1017764"/>
                <a:gd name="connsiteX3" fmla="*/ 2612886 w 5008034"/>
                <a:gd name="connsiteY3" fmla="*/ 716434 h 1017764"/>
                <a:gd name="connsiteX4" fmla="*/ 2612886 w 5008034"/>
                <a:gd name="connsiteY4" fmla="*/ 1016090 h 1017764"/>
                <a:gd name="connsiteX5" fmla="*/ 2504017 w 5008034"/>
                <a:gd name="connsiteY5" fmla="*/ 1017764 h 1017764"/>
                <a:gd name="connsiteX6" fmla="*/ 1529341 w 5008034"/>
                <a:gd name="connsiteY6" fmla="*/ 977774 h 1017764"/>
                <a:gd name="connsiteX7" fmla="*/ 1190399 w 5008034"/>
                <a:gd name="connsiteY7" fmla="*/ 940386 h 1017764"/>
                <a:gd name="connsiteX8" fmla="*/ 3540890 w 5008034"/>
                <a:gd name="connsiteY8" fmla="*/ 607750 h 1017764"/>
                <a:gd name="connsiteX9" fmla="*/ 4051848 w 5008034"/>
                <a:gd name="connsiteY9" fmla="*/ 906071 h 1017764"/>
                <a:gd name="connsiteX10" fmla="*/ 3904037 w 5008034"/>
                <a:gd name="connsiteY10" fmla="*/ 930855 h 1017764"/>
                <a:gd name="connsiteX11" fmla="*/ 2885354 w 5008034"/>
                <a:gd name="connsiteY11" fmla="*/ 1011901 h 1017764"/>
                <a:gd name="connsiteX12" fmla="*/ 2678128 w 5008034"/>
                <a:gd name="connsiteY12" fmla="*/ 1015087 h 1017764"/>
                <a:gd name="connsiteX13" fmla="*/ 2678128 w 5008034"/>
                <a:gd name="connsiteY13" fmla="*/ 715258 h 1017764"/>
                <a:gd name="connsiteX14" fmla="*/ 2743451 w 5008034"/>
                <a:gd name="connsiteY14" fmla="*/ 714081 h 1017764"/>
                <a:gd name="connsiteX15" fmla="*/ 3489163 w 5008034"/>
                <a:gd name="connsiteY15" fmla="*/ 624782 h 1017764"/>
                <a:gd name="connsiteX16" fmla="*/ 2504017 w 5008034"/>
                <a:gd name="connsiteY16" fmla="*/ 0 h 1017764"/>
                <a:gd name="connsiteX17" fmla="*/ 5008034 w 5008034"/>
                <a:gd name="connsiteY17" fmla="*/ 508882 h 1017764"/>
                <a:gd name="connsiteX18" fmla="*/ 4274625 w 5008034"/>
                <a:gd name="connsiteY18" fmla="*/ 868716 h 1017764"/>
                <a:gd name="connsiteX19" fmla="*/ 4152374 w 5008034"/>
                <a:gd name="connsiteY19" fmla="*/ 889215 h 1017764"/>
                <a:gd name="connsiteX20" fmla="*/ 3618329 w 5008034"/>
                <a:gd name="connsiteY20" fmla="*/ 577414 h 1017764"/>
                <a:gd name="connsiteX21" fmla="*/ 3667925 w 5008034"/>
                <a:gd name="connsiteY21" fmla="*/ 548859 h 1017764"/>
                <a:gd name="connsiteX22" fmla="*/ 3692062 w 5008034"/>
                <a:gd name="connsiteY22" fmla="*/ 506067 h 1017764"/>
                <a:gd name="connsiteX23" fmla="*/ 3691160 w 5008034"/>
                <a:gd name="connsiteY23" fmla="*/ 504467 h 1017764"/>
                <a:gd name="connsiteX24" fmla="*/ 3692062 w 5008034"/>
                <a:gd name="connsiteY24" fmla="*/ 502891 h 1017764"/>
                <a:gd name="connsiteX25" fmla="*/ 2504018 w 5008034"/>
                <a:gd name="connsiteY25" fmla="*/ 293739 h 1017764"/>
                <a:gd name="connsiteX26" fmla="*/ 1315974 w 5008034"/>
                <a:gd name="connsiteY26" fmla="*/ 502891 h 1017764"/>
                <a:gd name="connsiteX27" fmla="*/ 1316877 w 5008034"/>
                <a:gd name="connsiteY27" fmla="*/ 504467 h 1017764"/>
                <a:gd name="connsiteX28" fmla="*/ 1315974 w 5008034"/>
                <a:gd name="connsiteY28" fmla="*/ 506067 h 1017764"/>
                <a:gd name="connsiteX29" fmla="*/ 1518873 w 5008034"/>
                <a:gd name="connsiteY29" fmla="*/ 624782 h 1017764"/>
                <a:gd name="connsiteX30" fmla="*/ 1579186 w 5008034"/>
                <a:gd name="connsiteY30" fmla="*/ 637846 h 1017764"/>
                <a:gd name="connsiteX31" fmla="*/ 1083277 w 5008034"/>
                <a:gd name="connsiteY31" fmla="*/ 927381 h 1017764"/>
                <a:gd name="connsiteX32" fmla="*/ 733410 w 5008034"/>
                <a:gd name="connsiteY32" fmla="*/ 868716 h 1017764"/>
                <a:gd name="connsiteX33" fmla="*/ 0 w 5008034"/>
                <a:gd name="connsiteY33" fmla="*/ 508882 h 1017764"/>
                <a:gd name="connsiteX34" fmla="*/ 2504017 w 5008034"/>
                <a:gd name="connsiteY34" fmla="*/ 0 h 1017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008034" h="1017764">
                  <a:moveTo>
                    <a:pt x="1674880" y="657524"/>
                  </a:moveTo>
                  <a:lnTo>
                    <a:pt x="2041578" y="701709"/>
                  </a:lnTo>
                  <a:cubicBezTo>
                    <a:pt x="2183713" y="712454"/>
                    <a:pt x="2339983" y="718395"/>
                    <a:pt x="2504018" y="718395"/>
                  </a:cubicBezTo>
                  <a:lnTo>
                    <a:pt x="2612886" y="716434"/>
                  </a:lnTo>
                  <a:lnTo>
                    <a:pt x="2612886" y="1016090"/>
                  </a:lnTo>
                  <a:lnTo>
                    <a:pt x="2504017" y="1017764"/>
                  </a:lnTo>
                  <a:cubicBezTo>
                    <a:pt x="2158285" y="1017764"/>
                    <a:pt x="1828917" y="1003525"/>
                    <a:pt x="1529341" y="977774"/>
                  </a:cubicBezTo>
                  <a:lnTo>
                    <a:pt x="1190399" y="940386"/>
                  </a:lnTo>
                  <a:close/>
                  <a:moveTo>
                    <a:pt x="3540890" y="607750"/>
                  </a:moveTo>
                  <a:lnTo>
                    <a:pt x="4051848" y="906071"/>
                  </a:lnTo>
                  <a:lnTo>
                    <a:pt x="3904037" y="930855"/>
                  </a:lnTo>
                  <a:cubicBezTo>
                    <a:pt x="3604304" y="972008"/>
                    <a:pt x="3258371" y="1000318"/>
                    <a:pt x="2885354" y="1011901"/>
                  </a:cubicBezTo>
                  <a:lnTo>
                    <a:pt x="2678128" y="1015087"/>
                  </a:lnTo>
                  <a:lnTo>
                    <a:pt x="2678128" y="715258"/>
                  </a:lnTo>
                  <a:lnTo>
                    <a:pt x="2743451" y="714081"/>
                  </a:lnTo>
                  <a:cubicBezTo>
                    <a:pt x="3052806" y="702768"/>
                    <a:pt x="3318363" y="669966"/>
                    <a:pt x="3489163" y="624782"/>
                  </a:cubicBezTo>
                  <a:close/>
                  <a:moveTo>
                    <a:pt x="2504017" y="0"/>
                  </a:moveTo>
                  <a:cubicBezTo>
                    <a:pt x="3886947" y="0"/>
                    <a:pt x="5008034" y="227834"/>
                    <a:pt x="5008034" y="508882"/>
                  </a:cubicBezTo>
                  <a:cubicBezTo>
                    <a:pt x="5008034" y="649406"/>
                    <a:pt x="4727763" y="776627"/>
                    <a:pt x="4274625" y="868716"/>
                  </a:cubicBezTo>
                  <a:lnTo>
                    <a:pt x="4152374" y="889215"/>
                  </a:lnTo>
                  <a:lnTo>
                    <a:pt x="3618329" y="577414"/>
                  </a:lnTo>
                  <a:lnTo>
                    <a:pt x="3667925" y="548859"/>
                  </a:lnTo>
                  <a:cubicBezTo>
                    <a:pt x="3683751" y="535037"/>
                    <a:pt x="3692062" y="520725"/>
                    <a:pt x="3692062" y="506067"/>
                  </a:cubicBezTo>
                  <a:lnTo>
                    <a:pt x="3691160" y="504467"/>
                  </a:lnTo>
                  <a:lnTo>
                    <a:pt x="3692062" y="502891"/>
                  </a:lnTo>
                  <a:cubicBezTo>
                    <a:pt x="3692062" y="387380"/>
                    <a:pt x="3160157" y="293739"/>
                    <a:pt x="2504018" y="293739"/>
                  </a:cubicBezTo>
                  <a:cubicBezTo>
                    <a:pt x="1847879" y="293739"/>
                    <a:pt x="1315974" y="387380"/>
                    <a:pt x="1315974" y="502891"/>
                  </a:cubicBezTo>
                  <a:lnTo>
                    <a:pt x="1316877" y="504467"/>
                  </a:lnTo>
                  <a:lnTo>
                    <a:pt x="1315974" y="506067"/>
                  </a:lnTo>
                  <a:cubicBezTo>
                    <a:pt x="1315974" y="550042"/>
                    <a:pt x="1390773" y="590894"/>
                    <a:pt x="1518873" y="624782"/>
                  </a:cubicBezTo>
                  <a:lnTo>
                    <a:pt x="1579186" y="637846"/>
                  </a:lnTo>
                  <a:lnTo>
                    <a:pt x="1083277" y="927381"/>
                  </a:lnTo>
                  <a:lnTo>
                    <a:pt x="733410" y="868716"/>
                  </a:lnTo>
                  <a:cubicBezTo>
                    <a:pt x="280272" y="776627"/>
                    <a:pt x="0" y="649406"/>
                    <a:pt x="0" y="508882"/>
                  </a:cubicBezTo>
                  <a:cubicBezTo>
                    <a:pt x="0" y="227834"/>
                    <a:pt x="1121087" y="0"/>
                    <a:pt x="2504017" y="0"/>
                  </a:cubicBezTo>
                  <a:close/>
                </a:path>
              </a:pathLst>
            </a:custGeom>
            <a:gradFill>
              <a:gsLst>
                <a:gs pos="0">
                  <a:schemeClr val="accent1">
                    <a:alpha val="0"/>
                  </a:schemeClr>
                </a:gs>
                <a:gs pos="100000">
                  <a:schemeClr val="accent1"/>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3" name="椭圆 12">
              <a:extLst>
                <a:ext uri="{FF2B5EF4-FFF2-40B4-BE49-F238E27FC236}">
                  <a16:creationId xmlns:a16="http://schemas.microsoft.com/office/drawing/2014/main" id="{A3F803AD-0010-D37D-87A7-0E69C70E9D25}"/>
                </a:ext>
              </a:extLst>
            </p:cNvPr>
            <p:cNvSpPr/>
            <p:nvPr/>
          </p:nvSpPr>
          <p:spPr>
            <a:xfrm>
              <a:off x="3293533" y="3361267"/>
              <a:ext cx="5604934" cy="1223433"/>
            </a:xfrm>
            <a:prstGeom prst="ellipse">
              <a:avLst/>
            </a:prstGeom>
            <a:no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任意多边形: 形状 22">
              <a:extLst>
                <a:ext uri="{FF2B5EF4-FFF2-40B4-BE49-F238E27FC236}">
                  <a16:creationId xmlns:a16="http://schemas.microsoft.com/office/drawing/2014/main" id="{751574D0-99EC-D2FB-812E-D48991FE7DA6}"/>
                </a:ext>
              </a:extLst>
            </p:cNvPr>
            <p:cNvSpPr/>
            <p:nvPr/>
          </p:nvSpPr>
          <p:spPr>
            <a:xfrm flipH="1">
              <a:off x="2234657" y="4123268"/>
              <a:ext cx="7722686" cy="776298"/>
            </a:xfrm>
            <a:custGeom>
              <a:avLst/>
              <a:gdLst>
                <a:gd name="connsiteX0" fmla="*/ 6055322 w 7722686"/>
                <a:gd name="connsiteY0" fmla="*/ 0 h 776298"/>
                <a:gd name="connsiteX1" fmla="*/ 5501602 w 7722686"/>
                <a:gd name="connsiteY1" fmla="*/ 0 h 776298"/>
                <a:gd name="connsiteX2" fmla="*/ 4958041 w 7722686"/>
                <a:gd name="connsiteY2" fmla="*/ 0 h 776298"/>
                <a:gd name="connsiteX3" fmla="*/ 4880465 w 7722686"/>
                <a:gd name="connsiteY3" fmla="*/ 0 h 776298"/>
                <a:gd name="connsiteX4" fmla="*/ 4404321 w 7722686"/>
                <a:gd name="connsiteY4" fmla="*/ 0 h 776298"/>
                <a:gd name="connsiteX5" fmla="*/ 4326745 w 7722686"/>
                <a:gd name="connsiteY5" fmla="*/ 0 h 776298"/>
                <a:gd name="connsiteX6" fmla="*/ 3783184 w 7722686"/>
                <a:gd name="connsiteY6" fmla="*/ 0 h 776298"/>
                <a:gd name="connsiteX7" fmla="*/ 3395941 w 7722686"/>
                <a:gd name="connsiteY7" fmla="*/ 0 h 776298"/>
                <a:gd name="connsiteX8" fmla="*/ 3229464 w 7722686"/>
                <a:gd name="connsiteY8" fmla="*/ 0 h 776298"/>
                <a:gd name="connsiteX9" fmla="*/ 2842221 w 7722686"/>
                <a:gd name="connsiteY9" fmla="*/ 0 h 776298"/>
                <a:gd name="connsiteX10" fmla="*/ 2221084 w 7722686"/>
                <a:gd name="connsiteY10" fmla="*/ 0 h 776298"/>
                <a:gd name="connsiteX11" fmla="*/ 1667364 w 7722686"/>
                <a:gd name="connsiteY11" fmla="*/ 0 h 776298"/>
                <a:gd name="connsiteX12" fmla="*/ 324188 w 7722686"/>
                <a:gd name="connsiteY12" fmla="*/ 680467 h 776298"/>
                <a:gd name="connsiteX13" fmla="*/ 0 w 7722686"/>
                <a:gd name="connsiteY13" fmla="*/ 776298 h 776298"/>
                <a:gd name="connsiteX14" fmla="*/ 7722686 w 7722686"/>
                <a:gd name="connsiteY14" fmla="*/ 776298 h 776298"/>
                <a:gd name="connsiteX15" fmla="*/ 7398498 w 7722686"/>
                <a:gd name="connsiteY15" fmla="*/ 680467 h 776298"/>
                <a:gd name="connsiteX16" fmla="*/ 6055322 w 7722686"/>
                <a:gd name="connsiteY16" fmla="*/ 0 h 7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722686" h="776298">
                  <a:moveTo>
                    <a:pt x="6055322" y="0"/>
                  </a:moveTo>
                  <a:lnTo>
                    <a:pt x="5501602" y="0"/>
                  </a:lnTo>
                  <a:lnTo>
                    <a:pt x="4958041" y="0"/>
                  </a:lnTo>
                  <a:lnTo>
                    <a:pt x="4880465" y="0"/>
                  </a:lnTo>
                  <a:lnTo>
                    <a:pt x="4404321" y="0"/>
                  </a:lnTo>
                  <a:lnTo>
                    <a:pt x="4326745" y="0"/>
                  </a:lnTo>
                  <a:lnTo>
                    <a:pt x="3783184" y="0"/>
                  </a:lnTo>
                  <a:lnTo>
                    <a:pt x="3395941" y="0"/>
                  </a:lnTo>
                  <a:lnTo>
                    <a:pt x="3229464" y="0"/>
                  </a:lnTo>
                  <a:lnTo>
                    <a:pt x="2842221" y="0"/>
                  </a:lnTo>
                  <a:lnTo>
                    <a:pt x="2221084" y="0"/>
                  </a:lnTo>
                  <a:lnTo>
                    <a:pt x="1667364" y="0"/>
                  </a:lnTo>
                  <a:cubicBezTo>
                    <a:pt x="1350365" y="246945"/>
                    <a:pt x="1091707" y="438790"/>
                    <a:pt x="324188" y="680467"/>
                  </a:cubicBezTo>
                  <a:lnTo>
                    <a:pt x="0" y="776298"/>
                  </a:lnTo>
                  <a:lnTo>
                    <a:pt x="7722686" y="776298"/>
                  </a:lnTo>
                  <a:lnTo>
                    <a:pt x="7398498" y="680467"/>
                  </a:lnTo>
                  <a:cubicBezTo>
                    <a:pt x="6630979" y="438790"/>
                    <a:pt x="6372321" y="246945"/>
                    <a:pt x="6055322" y="0"/>
                  </a:cubicBezTo>
                  <a:close/>
                </a:path>
              </a:pathLst>
            </a:custGeom>
            <a:gradFill>
              <a:gsLst>
                <a:gs pos="0">
                  <a:schemeClr val="accent2">
                    <a:alpha val="0"/>
                  </a:schemeClr>
                </a:gs>
                <a:gs pos="42000">
                  <a:schemeClr val="accent2">
                    <a:alpha val="26000"/>
                  </a:schemeClr>
                </a:gs>
                <a:gs pos="100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2" name="椭圆 61">
              <a:extLst>
                <a:ext uri="{FF2B5EF4-FFF2-40B4-BE49-F238E27FC236}">
                  <a16:creationId xmlns:a16="http://schemas.microsoft.com/office/drawing/2014/main" id="{91B14D63-6618-778F-A781-911BA424109E}"/>
                </a:ext>
              </a:extLst>
            </p:cNvPr>
            <p:cNvSpPr/>
            <p:nvPr/>
          </p:nvSpPr>
          <p:spPr>
            <a:xfrm>
              <a:off x="4879976" y="1996306"/>
              <a:ext cx="2432050" cy="370501"/>
            </a:xfrm>
            <a:prstGeom prst="ellipse">
              <a:avLst/>
            </a:prstGeom>
            <a:gradFill>
              <a:gsLst>
                <a:gs pos="0">
                  <a:schemeClr val="accent1">
                    <a:alpha val="0"/>
                  </a:schemeClr>
                </a:gs>
                <a:gs pos="100000">
                  <a:schemeClr val="accent1">
                    <a:alpha val="18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8" name="组合 97">
              <a:extLst>
                <a:ext uri="{FF2B5EF4-FFF2-40B4-BE49-F238E27FC236}">
                  <a16:creationId xmlns:a16="http://schemas.microsoft.com/office/drawing/2014/main" id="{498D0439-58CF-7DD5-A916-21D714E75805}"/>
                </a:ext>
              </a:extLst>
            </p:cNvPr>
            <p:cNvGrpSpPr/>
            <p:nvPr/>
          </p:nvGrpSpPr>
          <p:grpSpPr>
            <a:xfrm>
              <a:off x="1580621" y="1496477"/>
              <a:ext cx="1604433" cy="2586125"/>
              <a:chOff x="1580621" y="1496477"/>
              <a:chExt cx="1604433" cy="2586125"/>
            </a:xfrm>
          </p:grpSpPr>
          <p:sp>
            <p:nvSpPr>
              <p:cNvPr id="89" name="任意多边形: 形状 88">
                <a:extLst>
                  <a:ext uri="{FF2B5EF4-FFF2-40B4-BE49-F238E27FC236}">
                    <a16:creationId xmlns:a16="http://schemas.microsoft.com/office/drawing/2014/main" id="{33C1D4D0-E7B7-C833-9DBD-04623A3AB647}"/>
                  </a:ext>
                </a:extLst>
              </p:cNvPr>
              <p:cNvSpPr/>
              <p:nvPr/>
            </p:nvSpPr>
            <p:spPr>
              <a:xfrm>
                <a:off x="1580621" y="1496477"/>
                <a:ext cx="1604433" cy="2586125"/>
              </a:xfrm>
              <a:custGeom>
                <a:avLst/>
                <a:gdLst>
                  <a:gd name="connsiteX0" fmla="*/ 951660 w 1604433"/>
                  <a:gd name="connsiteY0" fmla="*/ 0 h 2586125"/>
                  <a:gd name="connsiteX1" fmla="*/ 1361979 w 1604433"/>
                  <a:gd name="connsiteY1" fmla="*/ 870211 h 2586125"/>
                  <a:gd name="connsiteX2" fmla="*/ 1061786 w 1604433"/>
                  <a:gd name="connsiteY2" fmla="*/ 789774 h 2586125"/>
                  <a:gd name="connsiteX3" fmla="*/ 1061625 w 1604433"/>
                  <a:gd name="connsiteY3" fmla="*/ 790372 h 2586125"/>
                  <a:gd name="connsiteX4" fmla="*/ 1087966 w 1604433"/>
                  <a:gd name="connsiteY4" fmla="*/ 798166 h 2586125"/>
                  <a:gd name="connsiteX5" fmla="*/ 1604433 w 1604433"/>
                  <a:gd name="connsiteY5" fmla="*/ 2586125 h 2586125"/>
                  <a:gd name="connsiteX6" fmla="*/ 0 w 1604433"/>
                  <a:gd name="connsiteY6" fmla="*/ 2581892 h 2586125"/>
                  <a:gd name="connsiteX7" fmla="*/ 346211 w 1604433"/>
                  <a:gd name="connsiteY7" fmla="*/ 730032 h 2586125"/>
                  <a:gd name="connsiteX8" fmla="*/ 410650 w 1604433"/>
                  <a:gd name="connsiteY8" fmla="*/ 615303 h 2586125"/>
                  <a:gd name="connsiteX9" fmla="*/ 161207 w 1604433"/>
                  <a:gd name="connsiteY9" fmla="*/ 548465 h 258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04433" h="2586125">
                    <a:moveTo>
                      <a:pt x="951660" y="0"/>
                    </a:moveTo>
                    <a:lnTo>
                      <a:pt x="1361979" y="870211"/>
                    </a:lnTo>
                    <a:lnTo>
                      <a:pt x="1061786" y="789774"/>
                    </a:lnTo>
                    <a:lnTo>
                      <a:pt x="1061625" y="790372"/>
                    </a:lnTo>
                    <a:lnTo>
                      <a:pt x="1087966" y="798166"/>
                    </a:lnTo>
                    <a:cubicBezTo>
                      <a:pt x="1071033" y="917197"/>
                      <a:pt x="1079500" y="1603494"/>
                      <a:pt x="1604433" y="2586125"/>
                    </a:cubicBezTo>
                    <a:lnTo>
                      <a:pt x="0" y="2581892"/>
                    </a:lnTo>
                    <a:cubicBezTo>
                      <a:pt x="15876" y="1773454"/>
                      <a:pt x="5705" y="1363132"/>
                      <a:pt x="346211" y="730032"/>
                    </a:cubicBezTo>
                    <a:lnTo>
                      <a:pt x="410650" y="615303"/>
                    </a:lnTo>
                    <a:lnTo>
                      <a:pt x="161207" y="548465"/>
                    </a:lnTo>
                    <a:close/>
                  </a:path>
                </a:pathLst>
              </a:custGeom>
              <a:gradFill>
                <a:gsLst>
                  <a:gs pos="0">
                    <a:schemeClr val="accent1">
                      <a:alpha val="71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2" name="文本框 91">
                <a:extLst>
                  <a:ext uri="{FF2B5EF4-FFF2-40B4-BE49-F238E27FC236}">
                    <a16:creationId xmlns:a16="http://schemas.microsoft.com/office/drawing/2014/main" id="{4CF5B348-E327-46CA-9302-3BA2B5EF0446}"/>
                  </a:ext>
                </a:extLst>
              </p:cNvPr>
              <p:cNvSpPr txBox="1"/>
              <p:nvPr/>
            </p:nvSpPr>
            <p:spPr>
              <a:xfrm rot="1004889">
                <a:off x="1998175" y="1800500"/>
                <a:ext cx="711658" cy="646331"/>
              </a:xfrm>
              <a:prstGeom prst="rect">
                <a:avLst/>
              </a:prstGeom>
              <a:noFill/>
            </p:spPr>
            <p:txBody>
              <a:bodyPr wrap="square" rtlCol="0">
                <a:spAutoFit/>
              </a:bodyPr>
              <a:lstStyle/>
              <a:p>
                <a:pPr algn="ctr"/>
                <a:r>
                  <a:rPr lang="zh-CN" altLang="en-US" b="1" dirty="0"/>
                  <a:t>安全服务</a:t>
                </a:r>
              </a:p>
            </p:txBody>
          </p:sp>
          <p:sp>
            <p:nvSpPr>
              <p:cNvPr id="93" name="文本框 92">
                <a:extLst>
                  <a:ext uri="{FF2B5EF4-FFF2-40B4-BE49-F238E27FC236}">
                    <a16:creationId xmlns:a16="http://schemas.microsoft.com/office/drawing/2014/main" id="{6D95E479-29B4-9E3E-7BCD-E99B9A5D7A59}"/>
                  </a:ext>
                </a:extLst>
              </p:cNvPr>
              <p:cNvSpPr txBox="1">
                <a:spLocks/>
              </p:cNvSpPr>
              <p:nvPr/>
            </p:nvSpPr>
            <p:spPr>
              <a:xfrm rot="674941">
                <a:off x="1709466" y="2542217"/>
                <a:ext cx="1058183"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等级保护服务</a:t>
                </a:r>
              </a:p>
            </p:txBody>
          </p:sp>
          <p:sp>
            <p:nvSpPr>
              <p:cNvPr id="94" name="文本框 93">
                <a:extLst>
                  <a:ext uri="{FF2B5EF4-FFF2-40B4-BE49-F238E27FC236}">
                    <a16:creationId xmlns:a16="http://schemas.microsoft.com/office/drawing/2014/main" id="{18282D02-4119-5918-F819-9AF5218F92CD}"/>
                  </a:ext>
                </a:extLst>
              </p:cNvPr>
              <p:cNvSpPr txBox="1">
                <a:spLocks/>
              </p:cNvSpPr>
              <p:nvPr/>
            </p:nvSpPr>
            <p:spPr>
              <a:xfrm rot="558048">
                <a:off x="1673463" y="2863418"/>
                <a:ext cx="1058183"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分级保护服务</a:t>
                </a:r>
              </a:p>
            </p:txBody>
          </p:sp>
          <p:sp>
            <p:nvSpPr>
              <p:cNvPr id="95" name="文本框 94">
                <a:extLst>
                  <a:ext uri="{FF2B5EF4-FFF2-40B4-BE49-F238E27FC236}">
                    <a16:creationId xmlns:a16="http://schemas.microsoft.com/office/drawing/2014/main" id="{A23F8088-D53A-F2F1-D4D8-1646B578CDCC}"/>
                  </a:ext>
                </a:extLst>
              </p:cNvPr>
              <p:cNvSpPr txBox="1">
                <a:spLocks/>
              </p:cNvSpPr>
              <p:nvPr/>
            </p:nvSpPr>
            <p:spPr>
              <a:xfrm>
                <a:off x="1673463" y="3226950"/>
                <a:ext cx="1058183"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数据安全治理</a:t>
                </a:r>
              </a:p>
            </p:txBody>
          </p:sp>
          <p:sp>
            <p:nvSpPr>
              <p:cNvPr id="97" name="文本框 96">
                <a:extLst>
                  <a:ext uri="{FF2B5EF4-FFF2-40B4-BE49-F238E27FC236}">
                    <a16:creationId xmlns:a16="http://schemas.microsoft.com/office/drawing/2014/main" id="{6DEDDFC4-336B-747C-511D-7B467775B7CB}"/>
                  </a:ext>
                </a:extLst>
              </p:cNvPr>
              <p:cNvSpPr txBox="1">
                <a:spLocks/>
              </p:cNvSpPr>
              <p:nvPr/>
            </p:nvSpPr>
            <p:spPr>
              <a:xfrm rot="21289904">
                <a:off x="1749864" y="3590483"/>
                <a:ext cx="1058183"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数据安全防护</a:t>
                </a:r>
              </a:p>
            </p:txBody>
          </p:sp>
        </p:grpSp>
        <p:grpSp>
          <p:nvGrpSpPr>
            <p:cNvPr id="99" name="组合 98">
              <a:extLst>
                <a:ext uri="{FF2B5EF4-FFF2-40B4-BE49-F238E27FC236}">
                  <a16:creationId xmlns:a16="http://schemas.microsoft.com/office/drawing/2014/main" id="{B3E17322-406B-7A73-9D5C-AD993D8A0681}"/>
                </a:ext>
              </a:extLst>
            </p:cNvPr>
            <p:cNvGrpSpPr/>
            <p:nvPr/>
          </p:nvGrpSpPr>
          <p:grpSpPr>
            <a:xfrm flipH="1">
              <a:off x="8906468" y="1496477"/>
              <a:ext cx="1604433" cy="2586125"/>
              <a:chOff x="1580621" y="1496477"/>
              <a:chExt cx="1604433" cy="2586125"/>
            </a:xfrm>
          </p:grpSpPr>
          <p:sp>
            <p:nvSpPr>
              <p:cNvPr id="100" name="任意多边形: 形状 99">
                <a:extLst>
                  <a:ext uri="{FF2B5EF4-FFF2-40B4-BE49-F238E27FC236}">
                    <a16:creationId xmlns:a16="http://schemas.microsoft.com/office/drawing/2014/main" id="{DD40FDB1-C524-D31D-D92E-B2E1C94C77A2}"/>
                  </a:ext>
                </a:extLst>
              </p:cNvPr>
              <p:cNvSpPr/>
              <p:nvPr/>
            </p:nvSpPr>
            <p:spPr>
              <a:xfrm>
                <a:off x="1580621" y="1496477"/>
                <a:ext cx="1604433" cy="2586125"/>
              </a:xfrm>
              <a:custGeom>
                <a:avLst/>
                <a:gdLst>
                  <a:gd name="connsiteX0" fmla="*/ 951660 w 1604433"/>
                  <a:gd name="connsiteY0" fmla="*/ 0 h 2586125"/>
                  <a:gd name="connsiteX1" fmla="*/ 1361979 w 1604433"/>
                  <a:gd name="connsiteY1" fmla="*/ 870211 h 2586125"/>
                  <a:gd name="connsiteX2" fmla="*/ 1061786 w 1604433"/>
                  <a:gd name="connsiteY2" fmla="*/ 789774 h 2586125"/>
                  <a:gd name="connsiteX3" fmla="*/ 1061625 w 1604433"/>
                  <a:gd name="connsiteY3" fmla="*/ 790372 h 2586125"/>
                  <a:gd name="connsiteX4" fmla="*/ 1087966 w 1604433"/>
                  <a:gd name="connsiteY4" fmla="*/ 798166 h 2586125"/>
                  <a:gd name="connsiteX5" fmla="*/ 1604433 w 1604433"/>
                  <a:gd name="connsiteY5" fmla="*/ 2586125 h 2586125"/>
                  <a:gd name="connsiteX6" fmla="*/ 0 w 1604433"/>
                  <a:gd name="connsiteY6" fmla="*/ 2581892 h 2586125"/>
                  <a:gd name="connsiteX7" fmla="*/ 346211 w 1604433"/>
                  <a:gd name="connsiteY7" fmla="*/ 730032 h 2586125"/>
                  <a:gd name="connsiteX8" fmla="*/ 410650 w 1604433"/>
                  <a:gd name="connsiteY8" fmla="*/ 615303 h 2586125"/>
                  <a:gd name="connsiteX9" fmla="*/ 161207 w 1604433"/>
                  <a:gd name="connsiteY9" fmla="*/ 548465 h 258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04433" h="2586125">
                    <a:moveTo>
                      <a:pt x="951660" y="0"/>
                    </a:moveTo>
                    <a:lnTo>
                      <a:pt x="1361979" y="870211"/>
                    </a:lnTo>
                    <a:lnTo>
                      <a:pt x="1061786" y="789774"/>
                    </a:lnTo>
                    <a:lnTo>
                      <a:pt x="1061625" y="790372"/>
                    </a:lnTo>
                    <a:lnTo>
                      <a:pt x="1087966" y="798166"/>
                    </a:lnTo>
                    <a:cubicBezTo>
                      <a:pt x="1071033" y="917197"/>
                      <a:pt x="1079500" y="1603494"/>
                      <a:pt x="1604433" y="2586125"/>
                    </a:cubicBezTo>
                    <a:lnTo>
                      <a:pt x="0" y="2581892"/>
                    </a:lnTo>
                    <a:cubicBezTo>
                      <a:pt x="15876" y="1773454"/>
                      <a:pt x="5705" y="1363132"/>
                      <a:pt x="346211" y="730032"/>
                    </a:cubicBezTo>
                    <a:lnTo>
                      <a:pt x="410650" y="615303"/>
                    </a:lnTo>
                    <a:lnTo>
                      <a:pt x="161207" y="548465"/>
                    </a:lnTo>
                    <a:close/>
                  </a:path>
                </a:pathLst>
              </a:custGeom>
              <a:gradFill>
                <a:gsLst>
                  <a:gs pos="0">
                    <a:schemeClr val="accent1">
                      <a:alpha val="71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1" name="文本框 100">
                <a:extLst>
                  <a:ext uri="{FF2B5EF4-FFF2-40B4-BE49-F238E27FC236}">
                    <a16:creationId xmlns:a16="http://schemas.microsoft.com/office/drawing/2014/main" id="{4B759094-7E7C-3FBA-163A-FC5645C605A4}"/>
                  </a:ext>
                </a:extLst>
              </p:cNvPr>
              <p:cNvSpPr txBox="1"/>
              <p:nvPr/>
            </p:nvSpPr>
            <p:spPr>
              <a:xfrm rot="1004889">
                <a:off x="1998175" y="1800500"/>
                <a:ext cx="711658" cy="646331"/>
              </a:xfrm>
              <a:prstGeom prst="rect">
                <a:avLst/>
              </a:prstGeom>
              <a:noFill/>
            </p:spPr>
            <p:txBody>
              <a:bodyPr wrap="square" rtlCol="0">
                <a:spAutoFit/>
              </a:bodyPr>
              <a:lstStyle/>
              <a:p>
                <a:pPr algn="ctr"/>
                <a:r>
                  <a:rPr lang="zh-CN" altLang="en-US" b="1" dirty="0"/>
                  <a:t>安全服务</a:t>
                </a:r>
              </a:p>
            </p:txBody>
          </p:sp>
          <p:sp>
            <p:nvSpPr>
              <p:cNvPr id="102" name="文本框 101">
                <a:extLst>
                  <a:ext uri="{FF2B5EF4-FFF2-40B4-BE49-F238E27FC236}">
                    <a16:creationId xmlns:a16="http://schemas.microsoft.com/office/drawing/2014/main" id="{04CCDF17-F038-C1A3-7724-5FCF924949C9}"/>
                  </a:ext>
                </a:extLst>
              </p:cNvPr>
              <p:cNvSpPr txBox="1">
                <a:spLocks/>
              </p:cNvSpPr>
              <p:nvPr/>
            </p:nvSpPr>
            <p:spPr>
              <a:xfrm rot="674941">
                <a:off x="1709466" y="2542217"/>
                <a:ext cx="1058183"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风险评估服务</a:t>
                </a:r>
              </a:p>
            </p:txBody>
          </p:sp>
          <p:sp>
            <p:nvSpPr>
              <p:cNvPr id="103" name="文本框 102">
                <a:extLst>
                  <a:ext uri="{FF2B5EF4-FFF2-40B4-BE49-F238E27FC236}">
                    <a16:creationId xmlns:a16="http://schemas.microsoft.com/office/drawing/2014/main" id="{D38A8F55-2219-EC3D-3C24-F213039C364E}"/>
                  </a:ext>
                </a:extLst>
              </p:cNvPr>
              <p:cNvSpPr txBox="1">
                <a:spLocks/>
              </p:cNvSpPr>
              <p:nvPr/>
            </p:nvSpPr>
            <p:spPr>
              <a:xfrm rot="558048">
                <a:off x="1673463" y="2863418"/>
                <a:ext cx="1058183"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渗透测试服务</a:t>
                </a:r>
              </a:p>
            </p:txBody>
          </p:sp>
          <p:sp>
            <p:nvSpPr>
              <p:cNvPr id="104" name="文本框 103">
                <a:extLst>
                  <a:ext uri="{FF2B5EF4-FFF2-40B4-BE49-F238E27FC236}">
                    <a16:creationId xmlns:a16="http://schemas.microsoft.com/office/drawing/2014/main" id="{F5F9CBF1-2FED-88BB-88BC-24765083E542}"/>
                  </a:ext>
                </a:extLst>
              </p:cNvPr>
              <p:cNvSpPr txBox="1">
                <a:spLocks/>
              </p:cNvSpPr>
              <p:nvPr/>
            </p:nvSpPr>
            <p:spPr>
              <a:xfrm>
                <a:off x="1673463" y="3226950"/>
                <a:ext cx="1058183"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密码安全服务</a:t>
                </a:r>
              </a:p>
            </p:txBody>
          </p:sp>
          <p:sp>
            <p:nvSpPr>
              <p:cNvPr id="105" name="文本框 104">
                <a:extLst>
                  <a:ext uri="{FF2B5EF4-FFF2-40B4-BE49-F238E27FC236}">
                    <a16:creationId xmlns:a16="http://schemas.microsoft.com/office/drawing/2014/main" id="{3D54692B-0B1B-E675-B8B8-F02C656EBBFE}"/>
                  </a:ext>
                </a:extLst>
              </p:cNvPr>
              <p:cNvSpPr txBox="1">
                <a:spLocks/>
              </p:cNvSpPr>
              <p:nvPr/>
            </p:nvSpPr>
            <p:spPr>
              <a:xfrm rot="21289904">
                <a:off x="1749864" y="3590483"/>
                <a:ext cx="1058183" cy="317818"/>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安全体系规划</a:t>
                </a:r>
              </a:p>
            </p:txBody>
          </p:sp>
        </p:grpSp>
        <p:sp>
          <p:nvSpPr>
            <p:cNvPr id="118" name="文本框 117">
              <a:extLst>
                <a:ext uri="{FF2B5EF4-FFF2-40B4-BE49-F238E27FC236}">
                  <a16:creationId xmlns:a16="http://schemas.microsoft.com/office/drawing/2014/main" id="{A46B60EC-BB29-8C52-03B7-1F3DE691AC41}"/>
                </a:ext>
              </a:extLst>
            </p:cNvPr>
            <p:cNvSpPr txBox="1"/>
            <p:nvPr/>
          </p:nvSpPr>
          <p:spPr>
            <a:xfrm>
              <a:off x="5469426" y="4756106"/>
              <a:ext cx="1253148" cy="307777"/>
            </a:xfrm>
            <a:prstGeom prst="rect">
              <a:avLst/>
            </a:prstGeom>
            <a:noFill/>
          </p:spPr>
          <p:txBody>
            <a:bodyPr wrap="square">
              <a:spAutoFit/>
            </a:bodyPr>
            <a:lstStyle/>
            <a:p>
              <a:pPr algn="ctr"/>
              <a:r>
                <a:rPr lang="zh-CN" altLang="en-US" sz="1400" b="1" dirty="0">
                  <a:solidFill>
                    <a:schemeClr val="accent2"/>
                  </a:solidFill>
                  <a:latin typeface="微软雅黑" panose="020B0503020204020204" pitchFamily="34" charset="-122"/>
                  <a:ea typeface="微软雅黑" panose="020B0503020204020204" pitchFamily="34" charset="-122"/>
                </a:rPr>
                <a:t>核心技术</a:t>
              </a:r>
            </a:p>
          </p:txBody>
        </p:sp>
        <p:sp>
          <p:nvSpPr>
            <p:cNvPr id="119" name="Freeform 5">
              <a:extLst>
                <a:ext uri="{FF2B5EF4-FFF2-40B4-BE49-F238E27FC236}">
                  <a16:creationId xmlns:a16="http://schemas.microsoft.com/office/drawing/2014/main" id="{C15AE2A0-C294-090A-EF54-2FC6B386FB48}"/>
                </a:ext>
              </a:extLst>
            </p:cNvPr>
            <p:cNvSpPr>
              <a:spLocks/>
            </p:cNvSpPr>
            <p:nvPr/>
          </p:nvSpPr>
          <p:spPr bwMode="auto">
            <a:xfrm rot="5400000">
              <a:off x="6060569" y="5067991"/>
              <a:ext cx="70862" cy="130050"/>
            </a:xfrm>
            <a:custGeom>
              <a:avLst/>
              <a:gdLst>
                <a:gd name="T0" fmla="*/ 27 w 123"/>
                <a:gd name="T1" fmla="*/ 218 h 244"/>
                <a:gd name="T2" fmla="*/ 41 w 123"/>
                <a:gd name="T3" fmla="*/ 204 h 244"/>
                <a:gd name="T4" fmla="*/ 57 w 123"/>
                <a:gd name="T5" fmla="*/ 188 h 244"/>
                <a:gd name="T6" fmla="*/ 78 w 123"/>
                <a:gd name="T7" fmla="*/ 167 h 244"/>
                <a:gd name="T8" fmla="*/ 99 w 123"/>
                <a:gd name="T9" fmla="*/ 145 h 244"/>
                <a:gd name="T10" fmla="*/ 123 w 123"/>
                <a:gd name="T11" fmla="*/ 122 h 244"/>
                <a:gd name="T12" fmla="*/ 123 w 123"/>
                <a:gd name="T13" fmla="*/ 122 h 244"/>
                <a:gd name="T14" fmla="*/ 123 w 123"/>
                <a:gd name="T15" fmla="*/ 122 h 244"/>
                <a:gd name="T16" fmla="*/ 123 w 123"/>
                <a:gd name="T17" fmla="*/ 122 h 244"/>
                <a:gd name="T18" fmla="*/ 99 w 123"/>
                <a:gd name="T19" fmla="*/ 99 h 244"/>
                <a:gd name="T20" fmla="*/ 78 w 123"/>
                <a:gd name="T21" fmla="*/ 77 h 244"/>
                <a:gd name="T22" fmla="*/ 57 w 123"/>
                <a:gd name="T23" fmla="*/ 56 h 244"/>
                <a:gd name="T24" fmla="*/ 41 w 123"/>
                <a:gd name="T25" fmla="*/ 40 h 244"/>
                <a:gd name="T26" fmla="*/ 27 w 123"/>
                <a:gd name="T27" fmla="*/ 26 h 244"/>
                <a:gd name="T28" fmla="*/ 14 w 123"/>
                <a:gd name="T29" fmla="*/ 13 h 244"/>
                <a:gd name="T30" fmla="*/ 0 w 123"/>
                <a:gd name="T31" fmla="*/ 0 h 244"/>
                <a:gd name="T32" fmla="*/ 20 w 123"/>
                <a:gd name="T33" fmla="*/ 31 h 244"/>
                <a:gd name="T34" fmla="*/ 24 w 123"/>
                <a:gd name="T35" fmla="*/ 38 h 244"/>
                <a:gd name="T36" fmla="*/ 24 w 123"/>
                <a:gd name="T37" fmla="*/ 38 h 244"/>
                <a:gd name="T38" fmla="*/ 33 w 123"/>
                <a:gd name="T39" fmla="*/ 63 h 244"/>
                <a:gd name="T40" fmla="*/ 37 w 123"/>
                <a:gd name="T41" fmla="*/ 79 h 244"/>
                <a:gd name="T42" fmla="*/ 41 w 123"/>
                <a:gd name="T43" fmla="*/ 97 h 244"/>
                <a:gd name="T44" fmla="*/ 42 w 123"/>
                <a:gd name="T45" fmla="*/ 112 h 244"/>
                <a:gd name="T46" fmla="*/ 42 w 123"/>
                <a:gd name="T47" fmla="*/ 118 h 244"/>
                <a:gd name="T48" fmla="*/ 42 w 123"/>
                <a:gd name="T49" fmla="*/ 122 h 244"/>
                <a:gd name="T50" fmla="*/ 42 w 123"/>
                <a:gd name="T51" fmla="*/ 122 h 244"/>
                <a:gd name="T52" fmla="*/ 42 w 123"/>
                <a:gd name="T53" fmla="*/ 126 h 244"/>
                <a:gd name="T54" fmla="*/ 42 w 123"/>
                <a:gd name="T55" fmla="*/ 132 h 244"/>
                <a:gd name="T56" fmla="*/ 41 w 123"/>
                <a:gd name="T57" fmla="*/ 147 h 244"/>
                <a:gd name="T58" fmla="*/ 37 w 123"/>
                <a:gd name="T59" fmla="*/ 165 h 244"/>
                <a:gd name="T60" fmla="*/ 33 w 123"/>
                <a:gd name="T61" fmla="*/ 181 h 244"/>
                <a:gd name="T62" fmla="*/ 24 w 123"/>
                <a:gd name="T63" fmla="*/ 206 h 244"/>
                <a:gd name="T64" fmla="*/ 24 w 123"/>
                <a:gd name="T65" fmla="*/ 206 h 244"/>
                <a:gd name="T66" fmla="*/ 20 w 123"/>
                <a:gd name="T67" fmla="*/ 213 h 244"/>
                <a:gd name="T68" fmla="*/ 0 w 123"/>
                <a:gd name="T69" fmla="*/ 244 h 244"/>
                <a:gd name="T70" fmla="*/ 14 w 123"/>
                <a:gd name="T71" fmla="*/ 231 h 244"/>
                <a:gd name="T72" fmla="*/ 27 w 123"/>
                <a:gd name="T73" fmla="*/ 218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3" h="244">
                  <a:moveTo>
                    <a:pt x="27" y="218"/>
                  </a:moveTo>
                  <a:cubicBezTo>
                    <a:pt x="41" y="204"/>
                    <a:pt x="41" y="204"/>
                    <a:pt x="41" y="204"/>
                  </a:cubicBezTo>
                  <a:cubicBezTo>
                    <a:pt x="57" y="188"/>
                    <a:pt x="57" y="188"/>
                    <a:pt x="57" y="188"/>
                  </a:cubicBezTo>
                  <a:cubicBezTo>
                    <a:pt x="78" y="167"/>
                    <a:pt x="78" y="167"/>
                    <a:pt x="78" y="167"/>
                  </a:cubicBezTo>
                  <a:cubicBezTo>
                    <a:pt x="99" y="145"/>
                    <a:pt x="99" y="145"/>
                    <a:pt x="99" y="145"/>
                  </a:cubicBezTo>
                  <a:cubicBezTo>
                    <a:pt x="123" y="122"/>
                    <a:pt x="123" y="122"/>
                    <a:pt x="123" y="122"/>
                  </a:cubicBezTo>
                  <a:cubicBezTo>
                    <a:pt x="123" y="122"/>
                    <a:pt x="123" y="122"/>
                    <a:pt x="123" y="122"/>
                  </a:cubicBezTo>
                  <a:cubicBezTo>
                    <a:pt x="123" y="122"/>
                    <a:pt x="123" y="122"/>
                    <a:pt x="123" y="122"/>
                  </a:cubicBezTo>
                  <a:cubicBezTo>
                    <a:pt x="123" y="122"/>
                    <a:pt x="123" y="122"/>
                    <a:pt x="123" y="122"/>
                  </a:cubicBezTo>
                  <a:cubicBezTo>
                    <a:pt x="99" y="99"/>
                    <a:pt x="99" y="99"/>
                    <a:pt x="99" y="99"/>
                  </a:cubicBezTo>
                  <a:cubicBezTo>
                    <a:pt x="78" y="77"/>
                    <a:pt x="78" y="77"/>
                    <a:pt x="78" y="77"/>
                  </a:cubicBezTo>
                  <a:cubicBezTo>
                    <a:pt x="57" y="56"/>
                    <a:pt x="57" y="56"/>
                    <a:pt x="57" y="56"/>
                  </a:cubicBezTo>
                  <a:cubicBezTo>
                    <a:pt x="41" y="40"/>
                    <a:pt x="41" y="40"/>
                    <a:pt x="41" y="40"/>
                  </a:cubicBezTo>
                  <a:cubicBezTo>
                    <a:pt x="27" y="26"/>
                    <a:pt x="27" y="26"/>
                    <a:pt x="27" y="26"/>
                  </a:cubicBezTo>
                  <a:cubicBezTo>
                    <a:pt x="14" y="13"/>
                    <a:pt x="14" y="13"/>
                    <a:pt x="14" y="13"/>
                  </a:cubicBezTo>
                  <a:cubicBezTo>
                    <a:pt x="0" y="0"/>
                    <a:pt x="0" y="0"/>
                    <a:pt x="0" y="0"/>
                  </a:cubicBezTo>
                  <a:cubicBezTo>
                    <a:pt x="8" y="9"/>
                    <a:pt x="15" y="20"/>
                    <a:pt x="20" y="31"/>
                  </a:cubicBezTo>
                  <a:cubicBezTo>
                    <a:pt x="21" y="33"/>
                    <a:pt x="23" y="35"/>
                    <a:pt x="24" y="38"/>
                  </a:cubicBezTo>
                  <a:cubicBezTo>
                    <a:pt x="24" y="38"/>
                    <a:pt x="24" y="38"/>
                    <a:pt x="24" y="38"/>
                  </a:cubicBezTo>
                  <a:cubicBezTo>
                    <a:pt x="27" y="46"/>
                    <a:pt x="31" y="54"/>
                    <a:pt x="33" y="63"/>
                  </a:cubicBezTo>
                  <a:cubicBezTo>
                    <a:pt x="35" y="68"/>
                    <a:pt x="36" y="73"/>
                    <a:pt x="37" y="79"/>
                  </a:cubicBezTo>
                  <a:cubicBezTo>
                    <a:pt x="39" y="85"/>
                    <a:pt x="40" y="91"/>
                    <a:pt x="41" y="97"/>
                  </a:cubicBezTo>
                  <a:cubicBezTo>
                    <a:pt x="41" y="102"/>
                    <a:pt x="42" y="107"/>
                    <a:pt x="42" y="112"/>
                  </a:cubicBezTo>
                  <a:cubicBezTo>
                    <a:pt x="42" y="114"/>
                    <a:pt x="42" y="116"/>
                    <a:pt x="42" y="118"/>
                  </a:cubicBezTo>
                  <a:cubicBezTo>
                    <a:pt x="42" y="119"/>
                    <a:pt x="42" y="121"/>
                    <a:pt x="42" y="122"/>
                  </a:cubicBezTo>
                  <a:cubicBezTo>
                    <a:pt x="42" y="122"/>
                    <a:pt x="42" y="122"/>
                    <a:pt x="42" y="122"/>
                  </a:cubicBezTo>
                  <a:cubicBezTo>
                    <a:pt x="42" y="123"/>
                    <a:pt x="42" y="125"/>
                    <a:pt x="42" y="126"/>
                  </a:cubicBezTo>
                  <a:cubicBezTo>
                    <a:pt x="42" y="128"/>
                    <a:pt x="42" y="130"/>
                    <a:pt x="42" y="132"/>
                  </a:cubicBezTo>
                  <a:cubicBezTo>
                    <a:pt x="42" y="137"/>
                    <a:pt x="41" y="142"/>
                    <a:pt x="41" y="147"/>
                  </a:cubicBezTo>
                  <a:cubicBezTo>
                    <a:pt x="40" y="153"/>
                    <a:pt x="39" y="159"/>
                    <a:pt x="37" y="165"/>
                  </a:cubicBezTo>
                  <a:cubicBezTo>
                    <a:pt x="36" y="171"/>
                    <a:pt x="35" y="176"/>
                    <a:pt x="33" y="181"/>
                  </a:cubicBezTo>
                  <a:cubicBezTo>
                    <a:pt x="31" y="190"/>
                    <a:pt x="27" y="198"/>
                    <a:pt x="24" y="206"/>
                  </a:cubicBezTo>
                  <a:cubicBezTo>
                    <a:pt x="24" y="206"/>
                    <a:pt x="24" y="206"/>
                    <a:pt x="24" y="206"/>
                  </a:cubicBezTo>
                  <a:cubicBezTo>
                    <a:pt x="23" y="209"/>
                    <a:pt x="21" y="211"/>
                    <a:pt x="20" y="213"/>
                  </a:cubicBezTo>
                  <a:cubicBezTo>
                    <a:pt x="15" y="224"/>
                    <a:pt x="8" y="235"/>
                    <a:pt x="0" y="244"/>
                  </a:cubicBezTo>
                  <a:cubicBezTo>
                    <a:pt x="14" y="231"/>
                    <a:pt x="14" y="231"/>
                    <a:pt x="14" y="231"/>
                  </a:cubicBezTo>
                  <a:lnTo>
                    <a:pt x="27" y="218"/>
                  </a:lnTo>
                  <a:close/>
                </a:path>
              </a:pathLst>
            </a:custGeom>
            <a:solidFill>
              <a:schemeClr val="accent2"/>
            </a:solidFill>
            <a:ln>
              <a:noFill/>
            </a:ln>
          </p:spPr>
          <p:txBody>
            <a:bodyPr vert="horz" wrap="square" lIns="192000" tIns="96000" rIns="192000" bIns="96000" numCol="1" anchor="t" anchorCtr="0" compatLnSpc="1">
              <a:prstTxWarp prst="textNoShape">
                <a:avLst/>
              </a:prstTxWarp>
            </a:bodyPr>
            <a:lstStyle/>
            <a:p>
              <a:pPr defTabSz="1919966">
                <a:defRPr/>
              </a:pPr>
              <a:endParaRPr lang="zh-CN" altLang="en-US" sz="3779" dirty="0">
                <a:solidFill>
                  <a:prstClr val="black"/>
                </a:solidFill>
                <a:ea typeface="微软雅黑" panose="020B0503020204020204" pitchFamily="34" charset="-122"/>
              </a:endParaRPr>
            </a:p>
          </p:txBody>
        </p:sp>
        <p:sp>
          <p:nvSpPr>
            <p:cNvPr id="121" name="文本框 120">
              <a:extLst>
                <a:ext uri="{FF2B5EF4-FFF2-40B4-BE49-F238E27FC236}">
                  <a16:creationId xmlns:a16="http://schemas.microsoft.com/office/drawing/2014/main" id="{5DD2136B-3594-8305-4866-3875C2FAD254}"/>
                </a:ext>
              </a:extLst>
            </p:cNvPr>
            <p:cNvSpPr txBox="1"/>
            <p:nvPr/>
          </p:nvSpPr>
          <p:spPr>
            <a:xfrm>
              <a:off x="2071674" y="5144043"/>
              <a:ext cx="780798" cy="253916"/>
            </a:xfrm>
            <a:prstGeom prst="rect">
              <a:avLst/>
            </a:prstGeom>
            <a:noFill/>
          </p:spPr>
          <p:txBody>
            <a:bodyPr wrap="square">
              <a:spAutoFit/>
            </a:bodyPr>
            <a:lstStyle/>
            <a:p>
              <a:pPr algn="ctr"/>
              <a:r>
                <a:rPr lang="zh-CN" altLang="en-US" sz="1050" b="0" dirty="0">
                  <a:solidFill>
                    <a:schemeClr val="bg1"/>
                  </a:solidFill>
                  <a:sym typeface="Helvetica Neue" panose="02000503000000020004"/>
                </a:rPr>
                <a:t>数据挖掘</a:t>
              </a:r>
            </a:p>
          </p:txBody>
        </p:sp>
        <p:sp>
          <p:nvSpPr>
            <p:cNvPr id="122" name="文本框 121">
              <a:extLst>
                <a:ext uri="{FF2B5EF4-FFF2-40B4-BE49-F238E27FC236}">
                  <a16:creationId xmlns:a16="http://schemas.microsoft.com/office/drawing/2014/main" id="{9BD39ECC-4C9E-E74A-C581-948D0FCB43C1}"/>
                </a:ext>
              </a:extLst>
            </p:cNvPr>
            <p:cNvSpPr txBox="1"/>
            <p:nvPr/>
          </p:nvSpPr>
          <p:spPr>
            <a:xfrm>
              <a:off x="2959531" y="5366548"/>
              <a:ext cx="780798" cy="261610"/>
            </a:xfrm>
            <a:prstGeom prst="rect">
              <a:avLst/>
            </a:prstGeom>
            <a:noFill/>
          </p:spPr>
          <p:txBody>
            <a:bodyPr wrap="square">
              <a:spAutoFit/>
            </a:bodyPr>
            <a:lstStyle/>
            <a:p>
              <a:pPr algn="ctr"/>
              <a:r>
                <a:rPr lang="zh-CN" altLang="en-US" sz="1050" b="0" dirty="0">
                  <a:solidFill>
                    <a:schemeClr val="bg1"/>
                  </a:solidFill>
                  <a:sym typeface="Helvetica Neue" panose="02000503000000020004"/>
                </a:rPr>
                <a:t>云计算</a:t>
              </a:r>
            </a:p>
          </p:txBody>
        </p:sp>
        <p:sp>
          <p:nvSpPr>
            <p:cNvPr id="127" name="文本框 126">
              <a:extLst>
                <a:ext uri="{FF2B5EF4-FFF2-40B4-BE49-F238E27FC236}">
                  <a16:creationId xmlns:a16="http://schemas.microsoft.com/office/drawing/2014/main" id="{A5B6D884-DC85-267F-EA0F-B838AEB50A5E}"/>
                </a:ext>
              </a:extLst>
            </p:cNvPr>
            <p:cNvSpPr txBox="1"/>
            <p:nvPr/>
          </p:nvSpPr>
          <p:spPr>
            <a:xfrm>
              <a:off x="3872326" y="5562966"/>
              <a:ext cx="780798" cy="253916"/>
            </a:xfrm>
            <a:prstGeom prst="rect">
              <a:avLst/>
            </a:prstGeom>
            <a:noFill/>
          </p:spPr>
          <p:txBody>
            <a:bodyPr wrap="square">
              <a:spAutoFit/>
            </a:bodyPr>
            <a:lstStyle/>
            <a:p>
              <a:pPr algn="ctr"/>
              <a:r>
                <a:rPr lang="zh-CN" altLang="en-US" sz="1050" b="0" dirty="0">
                  <a:solidFill>
                    <a:schemeClr val="bg1"/>
                  </a:solidFill>
                  <a:sym typeface="Helvetica Neue" panose="02000503000000020004"/>
                </a:rPr>
                <a:t>人工智能</a:t>
              </a:r>
            </a:p>
          </p:txBody>
        </p:sp>
        <p:sp>
          <p:nvSpPr>
            <p:cNvPr id="129" name="文本框 128">
              <a:extLst>
                <a:ext uri="{FF2B5EF4-FFF2-40B4-BE49-F238E27FC236}">
                  <a16:creationId xmlns:a16="http://schemas.microsoft.com/office/drawing/2014/main" id="{02F2F9C6-FC23-1CAB-D177-B788FC3E5E51}"/>
                </a:ext>
              </a:extLst>
            </p:cNvPr>
            <p:cNvSpPr txBox="1"/>
            <p:nvPr/>
          </p:nvSpPr>
          <p:spPr>
            <a:xfrm>
              <a:off x="4725758" y="5724862"/>
              <a:ext cx="901944" cy="253916"/>
            </a:xfrm>
            <a:prstGeom prst="rect">
              <a:avLst/>
            </a:prstGeom>
            <a:noFill/>
          </p:spPr>
          <p:txBody>
            <a:bodyPr wrap="square">
              <a:spAutoFit/>
            </a:bodyPr>
            <a:lstStyle/>
            <a:p>
              <a:pPr algn="ctr"/>
              <a:r>
                <a:rPr lang="zh-CN" altLang="en-US" sz="1050" b="0" dirty="0">
                  <a:solidFill>
                    <a:schemeClr val="bg1"/>
                  </a:solidFill>
                  <a:sym typeface="Helvetica Neue" panose="02000503000000020004"/>
                </a:rPr>
                <a:t>大数据分析</a:t>
              </a:r>
            </a:p>
          </p:txBody>
        </p:sp>
        <p:sp>
          <p:nvSpPr>
            <p:cNvPr id="131" name="文本框 130">
              <a:extLst>
                <a:ext uri="{FF2B5EF4-FFF2-40B4-BE49-F238E27FC236}">
                  <a16:creationId xmlns:a16="http://schemas.microsoft.com/office/drawing/2014/main" id="{0600D5F0-7FCF-8DD5-4413-9C29A5791249}"/>
                </a:ext>
              </a:extLst>
            </p:cNvPr>
            <p:cNvSpPr txBox="1"/>
            <p:nvPr/>
          </p:nvSpPr>
          <p:spPr>
            <a:xfrm>
              <a:off x="5707581" y="5781425"/>
              <a:ext cx="780798" cy="253916"/>
            </a:xfrm>
            <a:prstGeom prst="rect">
              <a:avLst/>
            </a:prstGeom>
            <a:noFill/>
          </p:spPr>
          <p:txBody>
            <a:bodyPr wrap="square">
              <a:spAutoFit/>
            </a:bodyPr>
            <a:lstStyle/>
            <a:p>
              <a:pPr algn="ctr"/>
              <a:r>
                <a:rPr lang="zh-CN" altLang="en-US" sz="1050" b="0" dirty="0">
                  <a:solidFill>
                    <a:schemeClr val="bg1"/>
                  </a:solidFill>
                  <a:sym typeface="Helvetica Neue" panose="02000503000000020004"/>
                </a:rPr>
                <a:t>虚拟现实</a:t>
              </a:r>
            </a:p>
          </p:txBody>
        </p:sp>
        <p:sp>
          <p:nvSpPr>
            <p:cNvPr id="133" name="文本框 132">
              <a:extLst>
                <a:ext uri="{FF2B5EF4-FFF2-40B4-BE49-F238E27FC236}">
                  <a16:creationId xmlns:a16="http://schemas.microsoft.com/office/drawing/2014/main" id="{A2014B11-20F7-F84B-73C7-10B6F6DD456A}"/>
                </a:ext>
              </a:extLst>
            </p:cNvPr>
            <p:cNvSpPr txBox="1"/>
            <p:nvPr/>
          </p:nvSpPr>
          <p:spPr>
            <a:xfrm>
              <a:off x="6610910" y="5724862"/>
              <a:ext cx="780798" cy="253916"/>
            </a:xfrm>
            <a:prstGeom prst="rect">
              <a:avLst/>
            </a:prstGeom>
            <a:noFill/>
          </p:spPr>
          <p:txBody>
            <a:bodyPr wrap="square">
              <a:spAutoFit/>
            </a:bodyPr>
            <a:lstStyle/>
            <a:p>
              <a:pPr algn="ctr"/>
              <a:r>
                <a:rPr lang="zh-CN" altLang="en-US" sz="1050" b="0" dirty="0">
                  <a:solidFill>
                    <a:schemeClr val="bg1"/>
                  </a:solidFill>
                  <a:sym typeface="Helvetica Neue" panose="02000503000000020004"/>
                </a:rPr>
                <a:t>区块链</a:t>
              </a:r>
            </a:p>
          </p:txBody>
        </p:sp>
        <p:sp>
          <p:nvSpPr>
            <p:cNvPr id="135" name="文本框 134">
              <a:extLst>
                <a:ext uri="{FF2B5EF4-FFF2-40B4-BE49-F238E27FC236}">
                  <a16:creationId xmlns:a16="http://schemas.microsoft.com/office/drawing/2014/main" id="{48A095A7-1992-CA40-11CD-E4CD53E00BDD}"/>
                </a:ext>
              </a:extLst>
            </p:cNvPr>
            <p:cNvSpPr txBox="1"/>
            <p:nvPr/>
          </p:nvSpPr>
          <p:spPr>
            <a:xfrm>
              <a:off x="7519584" y="5562966"/>
              <a:ext cx="780798" cy="253916"/>
            </a:xfrm>
            <a:prstGeom prst="rect">
              <a:avLst/>
            </a:prstGeom>
            <a:noFill/>
          </p:spPr>
          <p:txBody>
            <a:bodyPr wrap="square">
              <a:spAutoFit/>
            </a:bodyPr>
            <a:lstStyle/>
            <a:p>
              <a:pPr algn="ctr"/>
              <a:r>
                <a:rPr lang="zh-CN" altLang="en-US" sz="1050" b="0" dirty="0">
                  <a:solidFill>
                    <a:schemeClr val="bg1"/>
                  </a:solidFill>
                  <a:sym typeface="Helvetica Neue" panose="02000503000000020004"/>
                </a:rPr>
                <a:t>物联网</a:t>
              </a:r>
            </a:p>
          </p:txBody>
        </p:sp>
        <p:sp>
          <p:nvSpPr>
            <p:cNvPr id="137" name="文本框 136">
              <a:extLst>
                <a:ext uri="{FF2B5EF4-FFF2-40B4-BE49-F238E27FC236}">
                  <a16:creationId xmlns:a16="http://schemas.microsoft.com/office/drawing/2014/main" id="{F85AB758-6BD6-0869-ED06-C2382F11049B}"/>
                </a:ext>
              </a:extLst>
            </p:cNvPr>
            <p:cNvSpPr txBox="1"/>
            <p:nvPr/>
          </p:nvSpPr>
          <p:spPr>
            <a:xfrm>
              <a:off x="8411443" y="5366548"/>
              <a:ext cx="780798" cy="261610"/>
            </a:xfrm>
            <a:prstGeom prst="rect">
              <a:avLst/>
            </a:prstGeom>
            <a:noFill/>
          </p:spPr>
          <p:txBody>
            <a:bodyPr wrap="square">
              <a:spAutoFit/>
            </a:bodyPr>
            <a:lstStyle/>
            <a:p>
              <a:pPr algn="ctr"/>
              <a:r>
                <a:rPr lang="en-US" altLang="zh-CN" sz="1050" b="0" dirty="0">
                  <a:solidFill>
                    <a:schemeClr val="bg1"/>
                  </a:solidFill>
                  <a:sym typeface="Helvetica Neue" panose="02000503000000020004"/>
                </a:rPr>
                <a:t>3D</a:t>
              </a:r>
              <a:r>
                <a:rPr lang="zh-CN" altLang="en-US" sz="1050" b="0" dirty="0">
                  <a:solidFill>
                    <a:schemeClr val="bg1"/>
                  </a:solidFill>
                  <a:sym typeface="Helvetica Neue" panose="02000503000000020004"/>
                </a:rPr>
                <a:t>打印</a:t>
              </a:r>
            </a:p>
          </p:txBody>
        </p:sp>
        <p:sp>
          <p:nvSpPr>
            <p:cNvPr id="139" name="文本框 138">
              <a:extLst>
                <a:ext uri="{FF2B5EF4-FFF2-40B4-BE49-F238E27FC236}">
                  <a16:creationId xmlns:a16="http://schemas.microsoft.com/office/drawing/2014/main" id="{E6D2C821-90DC-11B2-D74B-443AC639DCC1}"/>
                </a:ext>
              </a:extLst>
            </p:cNvPr>
            <p:cNvSpPr txBox="1"/>
            <p:nvPr/>
          </p:nvSpPr>
          <p:spPr>
            <a:xfrm>
              <a:off x="9324238" y="5144043"/>
              <a:ext cx="780798" cy="253916"/>
            </a:xfrm>
            <a:prstGeom prst="rect">
              <a:avLst/>
            </a:prstGeom>
            <a:noFill/>
          </p:spPr>
          <p:txBody>
            <a:bodyPr wrap="square">
              <a:spAutoFit/>
            </a:bodyPr>
            <a:lstStyle/>
            <a:p>
              <a:pPr algn="ctr"/>
              <a:r>
                <a:rPr lang="zh-CN" altLang="en-US" sz="1050" b="0" dirty="0">
                  <a:solidFill>
                    <a:schemeClr val="bg1"/>
                  </a:solidFill>
                  <a:sym typeface="Helvetica Neue" panose="02000503000000020004"/>
                </a:rPr>
                <a:t>机器学习</a:t>
              </a:r>
            </a:p>
          </p:txBody>
        </p:sp>
        <p:sp>
          <p:nvSpPr>
            <p:cNvPr id="140" name="文本框 139">
              <a:extLst>
                <a:ext uri="{FF2B5EF4-FFF2-40B4-BE49-F238E27FC236}">
                  <a16:creationId xmlns:a16="http://schemas.microsoft.com/office/drawing/2014/main" id="{37828D5F-D45D-B372-E149-D1ABA50CDAAA}"/>
                </a:ext>
              </a:extLst>
            </p:cNvPr>
            <p:cNvSpPr txBox="1"/>
            <p:nvPr/>
          </p:nvSpPr>
          <p:spPr>
            <a:xfrm>
              <a:off x="3636221" y="3728101"/>
              <a:ext cx="1258498" cy="261610"/>
            </a:xfrm>
            <a:prstGeom prst="rect">
              <a:avLst/>
            </a:prstGeom>
            <a:noFill/>
          </p:spPr>
          <p:txBody>
            <a:bodyPr wrap="square">
              <a:spAutoFit/>
            </a:bodyPr>
            <a:lstStyle/>
            <a:p>
              <a:pPr algn="ctr"/>
              <a:r>
                <a:rPr lang="zh-CN" altLang="en-US" sz="1100" b="1" dirty="0">
                  <a:sym typeface="Helvetica Neue" panose="02000503000000020004"/>
                </a:rPr>
                <a:t>数据服务平台</a:t>
              </a:r>
            </a:p>
          </p:txBody>
        </p:sp>
        <p:sp>
          <p:nvSpPr>
            <p:cNvPr id="141" name="文本框 140">
              <a:extLst>
                <a:ext uri="{FF2B5EF4-FFF2-40B4-BE49-F238E27FC236}">
                  <a16:creationId xmlns:a16="http://schemas.microsoft.com/office/drawing/2014/main" id="{B1C687EB-0F2F-EF50-7583-6F8F22B13FD8}"/>
                </a:ext>
              </a:extLst>
            </p:cNvPr>
            <p:cNvSpPr txBox="1"/>
            <p:nvPr/>
          </p:nvSpPr>
          <p:spPr>
            <a:xfrm>
              <a:off x="4948958" y="4066324"/>
              <a:ext cx="1258498" cy="261610"/>
            </a:xfrm>
            <a:prstGeom prst="rect">
              <a:avLst/>
            </a:prstGeom>
            <a:noFill/>
          </p:spPr>
          <p:txBody>
            <a:bodyPr wrap="square">
              <a:spAutoFit/>
            </a:bodyPr>
            <a:lstStyle/>
            <a:p>
              <a:pPr algn="ctr"/>
              <a:r>
                <a:rPr lang="zh-CN" altLang="en-US" sz="1100" b="1" dirty="0">
                  <a:sym typeface="Helvetica Neue" panose="02000503000000020004"/>
                </a:rPr>
                <a:t>云计算中心</a:t>
              </a:r>
            </a:p>
          </p:txBody>
        </p:sp>
        <p:sp>
          <p:nvSpPr>
            <p:cNvPr id="142" name="文本框 141">
              <a:extLst>
                <a:ext uri="{FF2B5EF4-FFF2-40B4-BE49-F238E27FC236}">
                  <a16:creationId xmlns:a16="http://schemas.microsoft.com/office/drawing/2014/main" id="{1BE376AD-5686-DEA2-3407-CD968601947C}"/>
                </a:ext>
              </a:extLst>
            </p:cNvPr>
            <p:cNvSpPr txBox="1"/>
            <p:nvPr/>
          </p:nvSpPr>
          <p:spPr>
            <a:xfrm>
              <a:off x="6229108" y="4066324"/>
              <a:ext cx="1258498" cy="261610"/>
            </a:xfrm>
            <a:prstGeom prst="rect">
              <a:avLst/>
            </a:prstGeom>
            <a:noFill/>
          </p:spPr>
          <p:txBody>
            <a:bodyPr wrap="square">
              <a:spAutoFit/>
            </a:bodyPr>
            <a:lstStyle/>
            <a:p>
              <a:pPr algn="ctr"/>
              <a:r>
                <a:rPr lang="zh-CN" altLang="en-US" sz="1100" b="1" dirty="0">
                  <a:sym typeface="Helvetica Neue" panose="02000503000000020004"/>
                </a:rPr>
                <a:t>智能分析平台</a:t>
              </a:r>
            </a:p>
          </p:txBody>
        </p:sp>
        <p:sp>
          <p:nvSpPr>
            <p:cNvPr id="144" name="文本框 143">
              <a:extLst>
                <a:ext uri="{FF2B5EF4-FFF2-40B4-BE49-F238E27FC236}">
                  <a16:creationId xmlns:a16="http://schemas.microsoft.com/office/drawing/2014/main" id="{EE1D81EC-51A3-F77E-F3E9-C5C000867E87}"/>
                </a:ext>
              </a:extLst>
            </p:cNvPr>
            <p:cNvSpPr txBox="1"/>
            <p:nvPr/>
          </p:nvSpPr>
          <p:spPr>
            <a:xfrm>
              <a:off x="7312529" y="3728101"/>
              <a:ext cx="1258498" cy="261610"/>
            </a:xfrm>
            <a:prstGeom prst="rect">
              <a:avLst/>
            </a:prstGeom>
            <a:noFill/>
          </p:spPr>
          <p:txBody>
            <a:bodyPr wrap="square">
              <a:spAutoFit/>
            </a:bodyPr>
            <a:lstStyle/>
            <a:p>
              <a:pPr algn="ctr"/>
              <a:r>
                <a:rPr lang="zh-CN" altLang="en-US" sz="1100" b="1" dirty="0">
                  <a:sym typeface="Helvetica Neue" panose="02000503000000020004"/>
                </a:rPr>
                <a:t>物联网运营中心</a:t>
              </a:r>
            </a:p>
          </p:txBody>
        </p:sp>
        <p:sp>
          <p:nvSpPr>
            <p:cNvPr id="33" name="任意多边形: 形状 32">
              <a:extLst>
                <a:ext uri="{FF2B5EF4-FFF2-40B4-BE49-F238E27FC236}">
                  <a16:creationId xmlns:a16="http://schemas.microsoft.com/office/drawing/2014/main" id="{0C672F25-948B-4FD7-F5C6-438B02AF4F0A}"/>
                </a:ext>
              </a:extLst>
            </p:cNvPr>
            <p:cNvSpPr/>
            <p:nvPr/>
          </p:nvSpPr>
          <p:spPr>
            <a:xfrm flipH="1">
              <a:off x="4948958" y="2828472"/>
              <a:ext cx="2294083" cy="998539"/>
            </a:xfrm>
            <a:custGeom>
              <a:avLst/>
              <a:gdLst>
                <a:gd name="connsiteX0" fmla="*/ 1669377 w 2133737"/>
                <a:gd name="connsiteY0" fmla="*/ 0 h 565314"/>
                <a:gd name="connsiteX1" fmla="*/ 1073960 w 2133737"/>
                <a:gd name="connsiteY1" fmla="*/ 0 h 565314"/>
                <a:gd name="connsiteX2" fmla="*/ 1066869 w 2133737"/>
                <a:gd name="connsiteY2" fmla="*/ 8633 h 565314"/>
                <a:gd name="connsiteX3" fmla="*/ 1059777 w 2133737"/>
                <a:gd name="connsiteY3" fmla="*/ 0 h 565314"/>
                <a:gd name="connsiteX4" fmla="*/ 464360 w 2133737"/>
                <a:gd name="connsiteY4" fmla="*/ 0 h 565314"/>
                <a:gd name="connsiteX5" fmla="*/ 0 w 2133737"/>
                <a:gd name="connsiteY5" fmla="*/ 565314 h 565314"/>
                <a:gd name="connsiteX6" fmla="*/ 609600 w 2133737"/>
                <a:gd name="connsiteY6" fmla="*/ 565314 h 565314"/>
                <a:gd name="connsiteX7" fmla="*/ 1524137 w 2133737"/>
                <a:gd name="connsiteY7" fmla="*/ 565314 h 565314"/>
                <a:gd name="connsiteX8" fmla="*/ 2133737 w 2133737"/>
                <a:gd name="connsiteY8" fmla="*/ 565314 h 565314"/>
                <a:gd name="connsiteX9" fmla="*/ 1669377 w 2133737"/>
                <a:gd name="connsiteY9" fmla="*/ 0 h 56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3737" h="565314">
                  <a:moveTo>
                    <a:pt x="1669377" y="0"/>
                  </a:moveTo>
                  <a:lnTo>
                    <a:pt x="1073960" y="0"/>
                  </a:lnTo>
                  <a:lnTo>
                    <a:pt x="1066869" y="8633"/>
                  </a:lnTo>
                  <a:lnTo>
                    <a:pt x="1059777" y="0"/>
                  </a:lnTo>
                  <a:lnTo>
                    <a:pt x="464360" y="0"/>
                  </a:lnTo>
                  <a:cubicBezTo>
                    <a:pt x="487373" y="213838"/>
                    <a:pt x="370687" y="468951"/>
                    <a:pt x="0" y="565314"/>
                  </a:cubicBezTo>
                  <a:lnTo>
                    <a:pt x="609600" y="565314"/>
                  </a:lnTo>
                  <a:lnTo>
                    <a:pt x="1524137" y="565314"/>
                  </a:lnTo>
                  <a:lnTo>
                    <a:pt x="2133737" y="565314"/>
                  </a:lnTo>
                  <a:cubicBezTo>
                    <a:pt x="1763050" y="468951"/>
                    <a:pt x="1646364" y="213838"/>
                    <a:pt x="1669377" y="0"/>
                  </a:cubicBezTo>
                  <a:close/>
                </a:path>
              </a:pathLst>
            </a:custGeom>
            <a:gradFill>
              <a:gsLst>
                <a:gs pos="0">
                  <a:schemeClr val="accent1">
                    <a:alpha val="0"/>
                  </a:schemeClr>
                </a:gs>
                <a:gs pos="41000">
                  <a:schemeClr val="accent1">
                    <a:alpha val="12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5" name="文本框 144">
              <a:extLst>
                <a:ext uri="{FF2B5EF4-FFF2-40B4-BE49-F238E27FC236}">
                  <a16:creationId xmlns:a16="http://schemas.microsoft.com/office/drawing/2014/main" id="{69598A22-B6F0-AF10-740A-CB2B0C6EBFB0}"/>
                </a:ext>
              </a:extLst>
            </p:cNvPr>
            <p:cNvSpPr txBox="1"/>
            <p:nvPr/>
          </p:nvSpPr>
          <p:spPr>
            <a:xfrm>
              <a:off x="5469425" y="3036844"/>
              <a:ext cx="1253148" cy="307777"/>
            </a:xfrm>
            <a:prstGeom prst="rect">
              <a:avLst/>
            </a:prstGeom>
            <a:noFill/>
          </p:spPr>
          <p:txBody>
            <a:bodyPr wrap="square">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服务运营平台</a:t>
              </a:r>
            </a:p>
          </p:txBody>
        </p:sp>
        <p:sp>
          <p:nvSpPr>
            <p:cNvPr id="146" name="Freeform 5">
              <a:extLst>
                <a:ext uri="{FF2B5EF4-FFF2-40B4-BE49-F238E27FC236}">
                  <a16:creationId xmlns:a16="http://schemas.microsoft.com/office/drawing/2014/main" id="{E57D5ED7-DA28-DC11-79E6-553E8519C5B0}"/>
                </a:ext>
              </a:extLst>
            </p:cNvPr>
            <p:cNvSpPr>
              <a:spLocks/>
            </p:cNvSpPr>
            <p:nvPr/>
          </p:nvSpPr>
          <p:spPr bwMode="auto">
            <a:xfrm rot="5400000">
              <a:off x="6060568" y="3366167"/>
              <a:ext cx="70862" cy="130050"/>
            </a:xfrm>
            <a:custGeom>
              <a:avLst/>
              <a:gdLst>
                <a:gd name="T0" fmla="*/ 27 w 123"/>
                <a:gd name="T1" fmla="*/ 218 h 244"/>
                <a:gd name="T2" fmla="*/ 41 w 123"/>
                <a:gd name="T3" fmla="*/ 204 h 244"/>
                <a:gd name="T4" fmla="*/ 57 w 123"/>
                <a:gd name="T5" fmla="*/ 188 h 244"/>
                <a:gd name="T6" fmla="*/ 78 w 123"/>
                <a:gd name="T7" fmla="*/ 167 h 244"/>
                <a:gd name="T8" fmla="*/ 99 w 123"/>
                <a:gd name="T9" fmla="*/ 145 h 244"/>
                <a:gd name="T10" fmla="*/ 123 w 123"/>
                <a:gd name="T11" fmla="*/ 122 h 244"/>
                <a:gd name="T12" fmla="*/ 123 w 123"/>
                <a:gd name="T13" fmla="*/ 122 h 244"/>
                <a:gd name="T14" fmla="*/ 123 w 123"/>
                <a:gd name="T15" fmla="*/ 122 h 244"/>
                <a:gd name="T16" fmla="*/ 123 w 123"/>
                <a:gd name="T17" fmla="*/ 122 h 244"/>
                <a:gd name="T18" fmla="*/ 99 w 123"/>
                <a:gd name="T19" fmla="*/ 99 h 244"/>
                <a:gd name="T20" fmla="*/ 78 w 123"/>
                <a:gd name="T21" fmla="*/ 77 h 244"/>
                <a:gd name="T22" fmla="*/ 57 w 123"/>
                <a:gd name="T23" fmla="*/ 56 h 244"/>
                <a:gd name="T24" fmla="*/ 41 w 123"/>
                <a:gd name="T25" fmla="*/ 40 h 244"/>
                <a:gd name="T26" fmla="*/ 27 w 123"/>
                <a:gd name="T27" fmla="*/ 26 h 244"/>
                <a:gd name="T28" fmla="*/ 14 w 123"/>
                <a:gd name="T29" fmla="*/ 13 h 244"/>
                <a:gd name="T30" fmla="*/ 0 w 123"/>
                <a:gd name="T31" fmla="*/ 0 h 244"/>
                <a:gd name="T32" fmla="*/ 20 w 123"/>
                <a:gd name="T33" fmla="*/ 31 h 244"/>
                <a:gd name="T34" fmla="*/ 24 w 123"/>
                <a:gd name="T35" fmla="*/ 38 h 244"/>
                <a:gd name="T36" fmla="*/ 24 w 123"/>
                <a:gd name="T37" fmla="*/ 38 h 244"/>
                <a:gd name="T38" fmla="*/ 33 w 123"/>
                <a:gd name="T39" fmla="*/ 63 h 244"/>
                <a:gd name="T40" fmla="*/ 37 w 123"/>
                <a:gd name="T41" fmla="*/ 79 h 244"/>
                <a:gd name="T42" fmla="*/ 41 w 123"/>
                <a:gd name="T43" fmla="*/ 97 h 244"/>
                <a:gd name="T44" fmla="*/ 42 w 123"/>
                <a:gd name="T45" fmla="*/ 112 h 244"/>
                <a:gd name="T46" fmla="*/ 42 w 123"/>
                <a:gd name="T47" fmla="*/ 118 h 244"/>
                <a:gd name="T48" fmla="*/ 42 w 123"/>
                <a:gd name="T49" fmla="*/ 122 h 244"/>
                <a:gd name="T50" fmla="*/ 42 w 123"/>
                <a:gd name="T51" fmla="*/ 122 h 244"/>
                <a:gd name="T52" fmla="*/ 42 w 123"/>
                <a:gd name="T53" fmla="*/ 126 h 244"/>
                <a:gd name="T54" fmla="*/ 42 w 123"/>
                <a:gd name="T55" fmla="*/ 132 h 244"/>
                <a:gd name="T56" fmla="*/ 41 w 123"/>
                <a:gd name="T57" fmla="*/ 147 h 244"/>
                <a:gd name="T58" fmla="*/ 37 w 123"/>
                <a:gd name="T59" fmla="*/ 165 h 244"/>
                <a:gd name="T60" fmla="*/ 33 w 123"/>
                <a:gd name="T61" fmla="*/ 181 h 244"/>
                <a:gd name="T62" fmla="*/ 24 w 123"/>
                <a:gd name="T63" fmla="*/ 206 h 244"/>
                <a:gd name="T64" fmla="*/ 24 w 123"/>
                <a:gd name="T65" fmla="*/ 206 h 244"/>
                <a:gd name="T66" fmla="*/ 20 w 123"/>
                <a:gd name="T67" fmla="*/ 213 h 244"/>
                <a:gd name="T68" fmla="*/ 0 w 123"/>
                <a:gd name="T69" fmla="*/ 244 h 244"/>
                <a:gd name="T70" fmla="*/ 14 w 123"/>
                <a:gd name="T71" fmla="*/ 231 h 244"/>
                <a:gd name="T72" fmla="*/ 27 w 123"/>
                <a:gd name="T73" fmla="*/ 218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3" h="244">
                  <a:moveTo>
                    <a:pt x="27" y="218"/>
                  </a:moveTo>
                  <a:cubicBezTo>
                    <a:pt x="41" y="204"/>
                    <a:pt x="41" y="204"/>
                    <a:pt x="41" y="204"/>
                  </a:cubicBezTo>
                  <a:cubicBezTo>
                    <a:pt x="57" y="188"/>
                    <a:pt x="57" y="188"/>
                    <a:pt x="57" y="188"/>
                  </a:cubicBezTo>
                  <a:cubicBezTo>
                    <a:pt x="78" y="167"/>
                    <a:pt x="78" y="167"/>
                    <a:pt x="78" y="167"/>
                  </a:cubicBezTo>
                  <a:cubicBezTo>
                    <a:pt x="99" y="145"/>
                    <a:pt x="99" y="145"/>
                    <a:pt x="99" y="145"/>
                  </a:cubicBezTo>
                  <a:cubicBezTo>
                    <a:pt x="123" y="122"/>
                    <a:pt x="123" y="122"/>
                    <a:pt x="123" y="122"/>
                  </a:cubicBezTo>
                  <a:cubicBezTo>
                    <a:pt x="123" y="122"/>
                    <a:pt x="123" y="122"/>
                    <a:pt x="123" y="122"/>
                  </a:cubicBezTo>
                  <a:cubicBezTo>
                    <a:pt x="123" y="122"/>
                    <a:pt x="123" y="122"/>
                    <a:pt x="123" y="122"/>
                  </a:cubicBezTo>
                  <a:cubicBezTo>
                    <a:pt x="123" y="122"/>
                    <a:pt x="123" y="122"/>
                    <a:pt x="123" y="122"/>
                  </a:cubicBezTo>
                  <a:cubicBezTo>
                    <a:pt x="99" y="99"/>
                    <a:pt x="99" y="99"/>
                    <a:pt x="99" y="99"/>
                  </a:cubicBezTo>
                  <a:cubicBezTo>
                    <a:pt x="78" y="77"/>
                    <a:pt x="78" y="77"/>
                    <a:pt x="78" y="77"/>
                  </a:cubicBezTo>
                  <a:cubicBezTo>
                    <a:pt x="57" y="56"/>
                    <a:pt x="57" y="56"/>
                    <a:pt x="57" y="56"/>
                  </a:cubicBezTo>
                  <a:cubicBezTo>
                    <a:pt x="41" y="40"/>
                    <a:pt x="41" y="40"/>
                    <a:pt x="41" y="40"/>
                  </a:cubicBezTo>
                  <a:cubicBezTo>
                    <a:pt x="27" y="26"/>
                    <a:pt x="27" y="26"/>
                    <a:pt x="27" y="26"/>
                  </a:cubicBezTo>
                  <a:cubicBezTo>
                    <a:pt x="14" y="13"/>
                    <a:pt x="14" y="13"/>
                    <a:pt x="14" y="13"/>
                  </a:cubicBezTo>
                  <a:cubicBezTo>
                    <a:pt x="0" y="0"/>
                    <a:pt x="0" y="0"/>
                    <a:pt x="0" y="0"/>
                  </a:cubicBezTo>
                  <a:cubicBezTo>
                    <a:pt x="8" y="9"/>
                    <a:pt x="15" y="20"/>
                    <a:pt x="20" y="31"/>
                  </a:cubicBezTo>
                  <a:cubicBezTo>
                    <a:pt x="21" y="33"/>
                    <a:pt x="23" y="35"/>
                    <a:pt x="24" y="38"/>
                  </a:cubicBezTo>
                  <a:cubicBezTo>
                    <a:pt x="24" y="38"/>
                    <a:pt x="24" y="38"/>
                    <a:pt x="24" y="38"/>
                  </a:cubicBezTo>
                  <a:cubicBezTo>
                    <a:pt x="27" y="46"/>
                    <a:pt x="31" y="54"/>
                    <a:pt x="33" y="63"/>
                  </a:cubicBezTo>
                  <a:cubicBezTo>
                    <a:pt x="35" y="68"/>
                    <a:pt x="36" y="73"/>
                    <a:pt x="37" y="79"/>
                  </a:cubicBezTo>
                  <a:cubicBezTo>
                    <a:pt x="39" y="85"/>
                    <a:pt x="40" y="91"/>
                    <a:pt x="41" y="97"/>
                  </a:cubicBezTo>
                  <a:cubicBezTo>
                    <a:pt x="41" y="102"/>
                    <a:pt x="42" y="107"/>
                    <a:pt x="42" y="112"/>
                  </a:cubicBezTo>
                  <a:cubicBezTo>
                    <a:pt x="42" y="114"/>
                    <a:pt x="42" y="116"/>
                    <a:pt x="42" y="118"/>
                  </a:cubicBezTo>
                  <a:cubicBezTo>
                    <a:pt x="42" y="119"/>
                    <a:pt x="42" y="121"/>
                    <a:pt x="42" y="122"/>
                  </a:cubicBezTo>
                  <a:cubicBezTo>
                    <a:pt x="42" y="122"/>
                    <a:pt x="42" y="122"/>
                    <a:pt x="42" y="122"/>
                  </a:cubicBezTo>
                  <a:cubicBezTo>
                    <a:pt x="42" y="123"/>
                    <a:pt x="42" y="125"/>
                    <a:pt x="42" y="126"/>
                  </a:cubicBezTo>
                  <a:cubicBezTo>
                    <a:pt x="42" y="128"/>
                    <a:pt x="42" y="130"/>
                    <a:pt x="42" y="132"/>
                  </a:cubicBezTo>
                  <a:cubicBezTo>
                    <a:pt x="42" y="137"/>
                    <a:pt x="41" y="142"/>
                    <a:pt x="41" y="147"/>
                  </a:cubicBezTo>
                  <a:cubicBezTo>
                    <a:pt x="40" y="153"/>
                    <a:pt x="39" y="159"/>
                    <a:pt x="37" y="165"/>
                  </a:cubicBezTo>
                  <a:cubicBezTo>
                    <a:pt x="36" y="171"/>
                    <a:pt x="35" y="176"/>
                    <a:pt x="33" y="181"/>
                  </a:cubicBezTo>
                  <a:cubicBezTo>
                    <a:pt x="31" y="190"/>
                    <a:pt x="27" y="198"/>
                    <a:pt x="24" y="206"/>
                  </a:cubicBezTo>
                  <a:cubicBezTo>
                    <a:pt x="24" y="206"/>
                    <a:pt x="24" y="206"/>
                    <a:pt x="24" y="206"/>
                  </a:cubicBezTo>
                  <a:cubicBezTo>
                    <a:pt x="23" y="209"/>
                    <a:pt x="21" y="211"/>
                    <a:pt x="20" y="213"/>
                  </a:cubicBezTo>
                  <a:cubicBezTo>
                    <a:pt x="15" y="224"/>
                    <a:pt x="8" y="235"/>
                    <a:pt x="0" y="244"/>
                  </a:cubicBezTo>
                  <a:cubicBezTo>
                    <a:pt x="14" y="231"/>
                    <a:pt x="14" y="231"/>
                    <a:pt x="14" y="231"/>
                  </a:cubicBezTo>
                  <a:lnTo>
                    <a:pt x="27" y="218"/>
                  </a:lnTo>
                  <a:close/>
                </a:path>
              </a:pathLst>
            </a:custGeom>
            <a:solidFill>
              <a:schemeClr val="accent1"/>
            </a:solidFill>
            <a:ln>
              <a:noFill/>
            </a:ln>
          </p:spPr>
          <p:txBody>
            <a:bodyPr vert="horz" wrap="square" lIns="192000" tIns="96000" rIns="192000" bIns="96000" numCol="1" anchor="t" anchorCtr="0" compatLnSpc="1">
              <a:prstTxWarp prst="textNoShape">
                <a:avLst/>
              </a:prstTxWarp>
            </a:bodyPr>
            <a:lstStyle/>
            <a:p>
              <a:pPr defTabSz="1919966">
                <a:defRPr/>
              </a:pPr>
              <a:endParaRPr lang="zh-CN" altLang="en-US" sz="3779" dirty="0">
                <a:solidFill>
                  <a:prstClr val="black"/>
                </a:solidFill>
                <a:ea typeface="微软雅黑" panose="020B0503020204020204" pitchFamily="34" charset="-122"/>
              </a:endParaRPr>
            </a:p>
          </p:txBody>
        </p:sp>
        <p:sp>
          <p:nvSpPr>
            <p:cNvPr id="147" name="文本框 146">
              <a:extLst>
                <a:ext uri="{FF2B5EF4-FFF2-40B4-BE49-F238E27FC236}">
                  <a16:creationId xmlns:a16="http://schemas.microsoft.com/office/drawing/2014/main" id="{8BD2099E-E914-60BE-C554-09D427365A4D}"/>
                </a:ext>
              </a:extLst>
            </p:cNvPr>
            <p:cNvSpPr txBox="1"/>
            <p:nvPr/>
          </p:nvSpPr>
          <p:spPr>
            <a:xfrm>
              <a:off x="5234279" y="3709546"/>
              <a:ext cx="1723440" cy="276999"/>
            </a:xfrm>
            <a:prstGeom prst="rect">
              <a:avLst/>
            </a:prstGeom>
            <a:noFill/>
          </p:spPr>
          <p:txBody>
            <a:bodyPr wrap="square">
              <a:spAutoFit/>
            </a:bodyPr>
            <a:lstStyle/>
            <a:p>
              <a:pPr algn="ctr"/>
              <a:r>
                <a:rPr lang="zh-CN" altLang="en-US" sz="1200" b="1" dirty="0">
                  <a:solidFill>
                    <a:schemeClr val="bg1"/>
                  </a:solidFill>
                  <a:sym typeface="Helvetica Neue" panose="02000503000000020004"/>
                </a:rPr>
                <a:t>安全服务运营中心</a:t>
              </a:r>
            </a:p>
          </p:txBody>
        </p:sp>
        <p:sp>
          <p:nvSpPr>
            <p:cNvPr id="155" name="文本框 154">
              <a:extLst>
                <a:ext uri="{FF2B5EF4-FFF2-40B4-BE49-F238E27FC236}">
                  <a16:creationId xmlns:a16="http://schemas.microsoft.com/office/drawing/2014/main" id="{0965C555-EFC1-5C89-6B68-676D75445384}"/>
                </a:ext>
              </a:extLst>
            </p:cNvPr>
            <p:cNvSpPr txBox="1">
              <a:spLocks/>
            </p:cNvSpPr>
            <p:nvPr/>
          </p:nvSpPr>
          <p:spPr>
            <a:xfrm>
              <a:off x="4182160" y="2456899"/>
              <a:ext cx="875878" cy="18503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000" b="0" dirty="0">
                  <a:solidFill>
                    <a:schemeClr val="bg1"/>
                  </a:solidFill>
                  <a:sym typeface="Helvetica Neue" panose="02000503000000020004"/>
                </a:rPr>
                <a:t>数据工具</a:t>
              </a:r>
            </a:p>
          </p:txBody>
        </p:sp>
        <p:sp>
          <p:nvSpPr>
            <p:cNvPr id="157" name="椭圆 156">
              <a:extLst>
                <a:ext uri="{FF2B5EF4-FFF2-40B4-BE49-F238E27FC236}">
                  <a16:creationId xmlns:a16="http://schemas.microsoft.com/office/drawing/2014/main" id="{E763F495-F07F-5102-4A1A-8F0F93219C1A}"/>
                </a:ext>
              </a:extLst>
            </p:cNvPr>
            <p:cNvSpPr/>
            <p:nvPr/>
          </p:nvSpPr>
          <p:spPr>
            <a:xfrm>
              <a:off x="4422775" y="2295567"/>
              <a:ext cx="3346450" cy="574818"/>
            </a:xfrm>
            <a:prstGeom prst="ellipse">
              <a:avLst/>
            </a:prstGeom>
            <a:gradFill>
              <a:gsLst>
                <a:gs pos="27000">
                  <a:schemeClr val="accent1">
                    <a:alpha val="0"/>
                  </a:schemeClr>
                </a:gs>
                <a:gs pos="100000">
                  <a:schemeClr val="accent1">
                    <a:alpha val="18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椭圆 53">
              <a:extLst>
                <a:ext uri="{FF2B5EF4-FFF2-40B4-BE49-F238E27FC236}">
                  <a16:creationId xmlns:a16="http://schemas.microsoft.com/office/drawing/2014/main" id="{AE9C22B9-21A5-F693-2DB9-29FE76C310F9}"/>
                </a:ext>
              </a:extLst>
            </p:cNvPr>
            <p:cNvSpPr/>
            <p:nvPr/>
          </p:nvSpPr>
          <p:spPr>
            <a:xfrm>
              <a:off x="4357687" y="1937490"/>
              <a:ext cx="3476626" cy="574818"/>
            </a:xfrm>
            <a:prstGeom prst="ellipse">
              <a:avLst/>
            </a:prstGeom>
            <a:noFill/>
            <a:ln w="9525">
              <a:gradFill>
                <a:gsLst>
                  <a:gs pos="100000">
                    <a:schemeClr val="accent1"/>
                  </a:gs>
                  <a:gs pos="9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43" name="组合 142">
              <a:extLst>
                <a:ext uri="{FF2B5EF4-FFF2-40B4-BE49-F238E27FC236}">
                  <a16:creationId xmlns:a16="http://schemas.microsoft.com/office/drawing/2014/main" id="{A47E9AF0-EACF-863C-AAD4-804AD21D75A9}"/>
                </a:ext>
              </a:extLst>
            </p:cNvPr>
            <p:cNvGrpSpPr/>
            <p:nvPr/>
          </p:nvGrpSpPr>
          <p:grpSpPr>
            <a:xfrm>
              <a:off x="5591797" y="948525"/>
              <a:ext cx="1088407" cy="1220620"/>
              <a:chOff x="5711165" y="1169793"/>
              <a:chExt cx="849665" cy="952878"/>
            </a:xfrm>
          </p:grpSpPr>
          <p:sp>
            <p:nvSpPr>
              <p:cNvPr id="86" name="任意多边形: 形状 85">
                <a:extLst>
                  <a:ext uri="{FF2B5EF4-FFF2-40B4-BE49-F238E27FC236}">
                    <a16:creationId xmlns:a16="http://schemas.microsoft.com/office/drawing/2014/main" id="{7FD5A82C-6858-A2E0-1313-F13ADA3BD6B7}"/>
                  </a:ext>
                </a:extLst>
              </p:cNvPr>
              <p:cNvSpPr/>
              <p:nvPr/>
            </p:nvSpPr>
            <p:spPr>
              <a:xfrm>
                <a:off x="5791165" y="1169793"/>
                <a:ext cx="769665" cy="905545"/>
              </a:xfrm>
              <a:custGeom>
                <a:avLst/>
                <a:gdLst>
                  <a:gd name="connsiteX0" fmla="*/ 209260 w 418550"/>
                  <a:gd name="connsiteY0" fmla="*/ 0 h 492443"/>
                  <a:gd name="connsiteX1" fmla="*/ 219871 w 418550"/>
                  <a:gd name="connsiteY1" fmla="*/ 7442 h 492443"/>
                  <a:gd name="connsiteX2" fmla="*/ 399194 w 418550"/>
                  <a:gd name="connsiteY2" fmla="*/ 70801 h 492443"/>
                  <a:gd name="connsiteX3" fmla="*/ 399195 w 418550"/>
                  <a:gd name="connsiteY3" fmla="*/ 70801 h 492443"/>
                  <a:gd name="connsiteX4" fmla="*/ 418550 w 418550"/>
                  <a:gd name="connsiteY4" fmla="*/ 70787 h 492443"/>
                  <a:gd name="connsiteX5" fmla="*/ 418550 w 418550"/>
                  <a:gd name="connsiteY5" fmla="*/ 237422 h 492443"/>
                  <a:gd name="connsiteX6" fmla="*/ 213816 w 418550"/>
                  <a:gd name="connsiteY6" fmla="*/ 491600 h 492443"/>
                  <a:gd name="connsiteX7" fmla="*/ 210037 w 418550"/>
                  <a:gd name="connsiteY7" fmla="*/ 492443 h 492443"/>
                  <a:gd name="connsiteX8" fmla="*/ 204776 w 418550"/>
                  <a:gd name="connsiteY8" fmla="*/ 491600 h 492443"/>
                  <a:gd name="connsiteX9" fmla="*/ 0 w 418550"/>
                  <a:gd name="connsiteY9" fmla="*/ 237422 h 492443"/>
                  <a:gd name="connsiteX10" fmla="*/ 0 w 418550"/>
                  <a:gd name="connsiteY10" fmla="*/ 70787 h 492443"/>
                  <a:gd name="connsiteX11" fmla="*/ 19780 w 418550"/>
                  <a:gd name="connsiteY11" fmla="*/ 70787 h 492443"/>
                  <a:gd name="connsiteX12" fmla="*/ 198678 w 418550"/>
                  <a:gd name="connsiteY12" fmla="*/ 7442 h 49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8550" h="492443">
                    <a:moveTo>
                      <a:pt x="209260" y="0"/>
                    </a:moveTo>
                    <a:lnTo>
                      <a:pt x="219871" y="7442"/>
                    </a:lnTo>
                    <a:cubicBezTo>
                      <a:pt x="275850" y="46754"/>
                      <a:pt x="336178" y="68064"/>
                      <a:pt x="399194" y="70801"/>
                    </a:cubicBezTo>
                    <a:lnTo>
                      <a:pt x="399195" y="70801"/>
                    </a:lnTo>
                    <a:lnTo>
                      <a:pt x="418550" y="70787"/>
                    </a:lnTo>
                    <a:lnTo>
                      <a:pt x="418550" y="237422"/>
                    </a:lnTo>
                    <a:cubicBezTo>
                      <a:pt x="418550" y="359484"/>
                      <a:pt x="334361" y="464008"/>
                      <a:pt x="213816" y="491600"/>
                    </a:cubicBezTo>
                    <a:lnTo>
                      <a:pt x="210037" y="492443"/>
                    </a:lnTo>
                    <a:lnTo>
                      <a:pt x="204776" y="491600"/>
                    </a:lnTo>
                    <a:cubicBezTo>
                      <a:pt x="84202" y="464008"/>
                      <a:pt x="0" y="359484"/>
                      <a:pt x="0" y="237422"/>
                    </a:cubicBezTo>
                    <a:lnTo>
                      <a:pt x="0" y="70787"/>
                    </a:lnTo>
                    <a:lnTo>
                      <a:pt x="19780" y="70787"/>
                    </a:lnTo>
                    <a:cubicBezTo>
                      <a:pt x="82398" y="68064"/>
                      <a:pt x="142732" y="46748"/>
                      <a:pt x="198678" y="7442"/>
                    </a:cubicBezTo>
                    <a:close/>
                  </a:path>
                </a:pathLst>
              </a:custGeom>
              <a:gradFill>
                <a:gsLst>
                  <a:gs pos="0">
                    <a:schemeClr val="accent1">
                      <a:alpha val="0"/>
                    </a:schemeClr>
                  </a:gs>
                  <a:gs pos="100000">
                    <a:schemeClr val="accent1">
                      <a:alpha val="18000"/>
                    </a:schemeClr>
                  </a:gs>
                </a:gsLst>
                <a:lin ang="15600000" scaled="0"/>
              </a:gradFill>
              <a:ln w="10939" cap="flat">
                <a:noFill/>
                <a:prstDash val="solid"/>
                <a:miter/>
              </a:ln>
              <a:scene3d>
                <a:camera prst="isometricLeftDown">
                  <a:rot lat="1367381" lon="1385591" rev="21450456"/>
                </a:camera>
                <a:lightRig rig="threePt" dir="t"/>
              </a:scene3d>
            </p:spPr>
            <p:txBody>
              <a:bodyPr rtlCol="0" anchor="ctr"/>
              <a:lstStyle/>
              <a:p>
                <a:endParaRPr lang="zh-CN" altLang="en-US"/>
              </a:p>
            </p:txBody>
          </p:sp>
          <p:sp>
            <p:nvSpPr>
              <p:cNvPr id="85" name="任意多边形: 形状 84">
                <a:extLst>
                  <a:ext uri="{FF2B5EF4-FFF2-40B4-BE49-F238E27FC236}">
                    <a16:creationId xmlns:a16="http://schemas.microsoft.com/office/drawing/2014/main" id="{9EF6D160-3DDA-D6F2-0E8E-AFC33E46B761}"/>
                  </a:ext>
                </a:extLst>
              </p:cNvPr>
              <p:cNvSpPr/>
              <p:nvPr/>
            </p:nvSpPr>
            <p:spPr>
              <a:xfrm>
                <a:off x="5711165" y="1217126"/>
                <a:ext cx="769665" cy="905545"/>
              </a:xfrm>
              <a:custGeom>
                <a:avLst/>
                <a:gdLst>
                  <a:gd name="connsiteX0" fmla="*/ 209260 w 418550"/>
                  <a:gd name="connsiteY0" fmla="*/ 0 h 492443"/>
                  <a:gd name="connsiteX1" fmla="*/ 219871 w 418550"/>
                  <a:gd name="connsiteY1" fmla="*/ 7442 h 492443"/>
                  <a:gd name="connsiteX2" fmla="*/ 399194 w 418550"/>
                  <a:gd name="connsiteY2" fmla="*/ 70801 h 492443"/>
                  <a:gd name="connsiteX3" fmla="*/ 399195 w 418550"/>
                  <a:gd name="connsiteY3" fmla="*/ 70801 h 492443"/>
                  <a:gd name="connsiteX4" fmla="*/ 418550 w 418550"/>
                  <a:gd name="connsiteY4" fmla="*/ 70787 h 492443"/>
                  <a:gd name="connsiteX5" fmla="*/ 418550 w 418550"/>
                  <a:gd name="connsiteY5" fmla="*/ 237422 h 492443"/>
                  <a:gd name="connsiteX6" fmla="*/ 213816 w 418550"/>
                  <a:gd name="connsiteY6" fmla="*/ 491600 h 492443"/>
                  <a:gd name="connsiteX7" fmla="*/ 210037 w 418550"/>
                  <a:gd name="connsiteY7" fmla="*/ 492443 h 492443"/>
                  <a:gd name="connsiteX8" fmla="*/ 204776 w 418550"/>
                  <a:gd name="connsiteY8" fmla="*/ 491600 h 492443"/>
                  <a:gd name="connsiteX9" fmla="*/ 0 w 418550"/>
                  <a:gd name="connsiteY9" fmla="*/ 237422 h 492443"/>
                  <a:gd name="connsiteX10" fmla="*/ 0 w 418550"/>
                  <a:gd name="connsiteY10" fmla="*/ 70787 h 492443"/>
                  <a:gd name="connsiteX11" fmla="*/ 19780 w 418550"/>
                  <a:gd name="connsiteY11" fmla="*/ 70787 h 492443"/>
                  <a:gd name="connsiteX12" fmla="*/ 198678 w 418550"/>
                  <a:gd name="connsiteY12" fmla="*/ 7442 h 49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8550" h="492443">
                    <a:moveTo>
                      <a:pt x="209260" y="0"/>
                    </a:moveTo>
                    <a:lnTo>
                      <a:pt x="219871" y="7442"/>
                    </a:lnTo>
                    <a:cubicBezTo>
                      <a:pt x="275850" y="46754"/>
                      <a:pt x="336178" y="68064"/>
                      <a:pt x="399194" y="70801"/>
                    </a:cubicBezTo>
                    <a:lnTo>
                      <a:pt x="399195" y="70801"/>
                    </a:lnTo>
                    <a:lnTo>
                      <a:pt x="418550" y="70787"/>
                    </a:lnTo>
                    <a:lnTo>
                      <a:pt x="418550" y="237422"/>
                    </a:lnTo>
                    <a:cubicBezTo>
                      <a:pt x="418550" y="359484"/>
                      <a:pt x="334361" y="464008"/>
                      <a:pt x="213816" y="491600"/>
                    </a:cubicBezTo>
                    <a:lnTo>
                      <a:pt x="210037" y="492443"/>
                    </a:lnTo>
                    <a:lnTo>
                      <a:pt x="204776" y="491600"/>
                    </a:lnTo>
                    <a:cubicBezTo>
                      <a:pt x="84202" y="464008"/>
                      <a:pt x="0" y="359484"/>
                      <a:pt x="0" y="237422"/>
                    </a:cubicBezTo>
                    <a:lnTo>
                      <a:pt x="0" y="70787"/>
                    </a:lnTo>
                    <a:lnTo>
                      <a:pt x="19780" y="70787"/>
                    </a:lnTo>
                    <a:cubicBezTo>
                      <a:pt x="82398" y="68064"/>
                      <a:pt x="142732" y="46748"/>
                      <a:pt x="198678" y="7442"/>
                    </a:cubicBezTo>
                    <a:close/>
                  </a:path>
                </a:pathLst>
              </a:custGeom>
              <a:solidFill>
                <a:schemeClr val="accent1"/>
              </a:solidFill>
              <a:ln w="10939" cap="flat">
                <a:noFill/>
                <a:prstDash val="solid"/>
                <a:miter/>
              </a:ln>
              <a:scene3d>
                <a:camera prst="isometricLeftDown">
                  <a:rot lat="1367381" lon="1385591" rev="21450456"/>
                </a:camera>
                <a:lightRig rig="threePt" dir="t"/>
              </a:scene3d>
            </p:spPr>
            <p:txBody>
              <a:bodyPr rtlCol="0" anchor="ctr"/>
              <a:lstStyle/>
              <a:p>
                <a:endParaRPr lang="zh-CN" altLang="en-US" dirty="0"/>
              </a:p>
            </p:txBody>
          </p:sp>
        </p:grpSp>
        <p:sp>
          <p:nvSpPr>
            <p:cNvPr id="156" name="椭圆 155">
              <a:extLst>
                <a:ext uri="{FF2B5EF4-FFF2-40B4-BE49-F238E27FC236}">
                  <a16:creationId xmlns:a16="http://schemas.microsoft.com/office/drawing/2014/main" id="{7F8D4D59-7D23-A984-C971-2EF5E6E86C8B}"/>
                </a:ext>
              </a:extLst>
            </p:cNvPr>
            <p:cNvSpPr/>
            <p:nvPr/>
          </p:nvSpPr>
          <p:spPr>
            <a:xfrm>
              <a:off x="4584764" y="2341577"/>
              <a:ext cx="70671" cy="7067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文本框 157">
              <a:extLst>
                <a:ext uri="{FF2B5EF4-FFF2-40B4-BE49-F238E27FC236}">
                  <a16:creationId xmlns:a16="http://schemas.microsoft.com/office/drawing/2014/main" id="{1D08FEEA-4530-042E-B9B8-E82FFE935FCC}"/>
                </a:ext>
              </a:extLst>
            </p:cNvPr>
            <p:cNvSpPr txBox="1">
              <a:spLocks/>
            </p:cNvSpPr>
            <p:nvPr/>
          </p:nvSpPr>
          <p:spPr>
            <a:xfrm>
              <a:off x="5025861" y="2571007"/>
              <a:ext cx="875878" cy="18503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000" b="0" dirty="0">
                  <a:solidFill>
                    <a:schemeClr val="bg1"/>
                  </a:solidFill>
                  <a:sym typeface="Helvetica Neue" panose="02000503000000020004"/>
                </a:rPr>
                <a:t>分析软件</a:t>
              </a:r>
            </a:p>
          </p:txBody>
        </p:sp>
        <p:sp>
          <p:nvSpPr>
            <p:cNvPr id="159" name="椭圆 158">
              <a:extLst>
                <a:ext uri="{FF2B5EF4-FFF2-40B4-BE49-F238E27FC236}">
                  <a16:creationId xmlns:a16="http://schemas.microsoft.com/office/drawing/2014/main" id="{F0498C23-82B1-8985-BF89-CA13116C087D}"/>
                </a:ext>
              </a:extLst>
            </p:cNvPr>
            <p:cNvSpPr/>
            <p:nvPr/>
          </p:nvSpPr>
          <p:spPr>
            <a:xfrm>
              <a:off x="5428465" y="2455685"/>
              <a:ext cx="70671" cy="7067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文本框 159">
              <a:extLst>
                <a:ext uri="{FF2B5EF4-FFF2-40B4-BE49-F238E27FC236}">
                  <a16:creationId xmlns:a16="http://schemas.microsoft.com/office/drawing/2014/main" id="{AB42CF5D-D402-DB1F-E0F6-774F0ED3CDE4}"/>
                </a:ext>
              </a:extLst>
            </p:cNvPr>
            <p:cNvSpPr txBox="1">
              <a:spLocks/>
            </p:cNvSpPr>
            <p:nvPr/>
          </p:nvSpPr>
          <p:spPr>
            <a:xfrm>
              <a:off x="6074631" y="2590072"/>
              <a:ext cx="875878" cy="18503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000" b="0" dirty="0">
                  <a:solidFill>
                    <a:schemeClr val="bg1"/>
                  </a:solidFill>
                  <a:sym typeface="Helvetica Neue" panose="02000503000000020004"/>
                </a:rPr>
                <a:t>智能应用</a:t>
              </a:r>
            </a:p>
          </p:txBody>
        </p:sp>
        <p:sp>
          <p:nvSpPr>
            <p:cNvPr id="161" name="椭圆 160">
              <a:extLst>
                <a:ext uri="{FF2B5EF4-FFF2-40B4-BE49-F238E27FC236}">
                  <a16:creationId xmlns:a16="http://schemas.microsoft.com/office/drawing/2014/main" id="{7E500D1B-4B39-7A67-822F-5081E77D7CDB}"/>
                </a:ext>
              </a:extLst>
            </p:cNvPr>
            <p:cNvSpPr/>
            <p:nvPr/>
          </p:nvSpPr>
          <p:spPr>
            <a:xfrm>
              <a:off x="6477235" y="2474750"/>
              <a:ext cx="70671" cy="7067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EC1E07B3-3774-F6BA-5595-AC22C02BB2A9}"/>
                </a:ext>
              </a:extLst>
            </p:cNvPr>
            <p:cNvSpPr txBox="1">
              <a:spLocks/>
            </p:cNvSpPr>
            <p:nvPr/>
          </p:nvSpPr>
          <p:spPr>
            <a:xfrm>
              <a:off x="7140913" y="2456899"/>
              <a:ext cx="875878" cy="18503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000" b="0" dirty="0">
                  <a:solidFill>
                    <a:schemeClr val="bg1"/>
                  </a:solidFill>
                  <a:sym typeface="Helvetica Neue" panose="02000503000000020004"/>
                </a:rPr>
                <a:t>数据服务</a:t>
              </a:r>
            </a:p>
          </p:txBody>
        </p:sp>
        <p:sp>
          <p:nvSpPr>
            <p:cNvPr id="165" name="椭圆 164">
              <a:extLst>
                <a:ext uri="{FF2B5EF4-FFF2-40B4-BE49-F238E27FC236}">
                  <a16:creationId xmlns:a16="http://schemas.microsoft.com/office/drawing/2014/main" id="{5A532ECD-8EEC-0F2E-3832-E8451356416A}"/>
                </a:ext>
              </a:extLst>
            </p:cNvPr>
            <p:cNvSpPr/>
            <p:nvPr/>
          </p:nvSpPr>
          <p:spPr>
            <a:xfrm>
              <a:off x="7543517" y="2341577"/>
              <a:ext cx="70671" cy="70671"/>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6" name="组合 165">
              <a:extLst>
                <a:ext uri="{FF2B5EF4-FFF2-40B4-BE49-F238E27FC236}">
                  <a16:creationId xmlns:a16="http://schemas.microsoft.com/office/drawing/2014/main" id="{2606A2BE-DEF9-19ED-5D9F-478DA76D8B4C}"/>
                </a:ext>
              </a:extLst>
            </p:cNvPr>
            <p:cNvGrpSpPr/>
            <p:nvPr/>
          </p:nvGrpSpPr>
          <p:grpSpPr>
            <a:xfrm>
              <a:off x="2222190" y="4660687"/>
              <a:ext cx="430470" cy="430470"/>
              <a:chOff x="1511583" y="2138870"/>
              <a:chExt cx="2194560" cy="2194560"/>
            </a:xfrm>
          </p:grpSpPr>
          <p:sp>
            <p:nvSpPr>
              <p:cNvPr id="167" name="椭圆 166">
                <a:extLst>
                  <a:ext uri="{FF2B5EF4-FFF2-40B4-BE49-F238E27FC236}">
                    <a16:creationId xmlns:a16="http://schemas.microsoft.com/office/drawing/2014/main" id="{2F5775A0-2B3A-BE82-73FE-EA68682CD76D}"/>
                  </a:ext>
                </a:extLst>
              </p:cNvPr>
              <p:cNvSpPr/>
              <p:nvPr/>
            </p:nvSpPr>
            <p:spPr>
              <a:xfrm>
                <a:off x="1657232" y="2284519"/>
                <a:ext cx="1903262" cy="1903262"/>
              </a:xfrm>
              <a:prstGeom prst="ellipse">
                <a:avLst/>
              </a:prstGeom>
              <a:gradFill flip="none" rotWithShape="1">
                <a:gsLst>
                  <a:gs pos="54000">
                    <a:schemeClr val="accent2">
                      <a:alpha val="0"/>
                    </a:schemeClr>
                  </a:gs>
                  <a:gs pos="100000">
                    <a:schemeClr val="accent2">
                      <a:alpha val="84000"/>
                    </a:schemeClr>
                  </a:gs>
                </a:gsLst>
                <a:path path="circle">
                  <a:fillToRect l="50000" t="50000" r="50000" b="50000"/>
                </a:path>
                <a:tileRect/>
              </a:gra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68" name="弧形 167">
                <a:extLst>
                  <a:ext uri="{FF2B5EF4-FFF2-40B4-BE49-F238E27FC236}">
                    <a16:creationId xmlns:a16="http://schemas.microsoft.com/office/drawing/2014/main" id="{3C2939F0-0DE9-89BE-8D08-B785F1538145}"/>
                  </a:ext>
                </a:extLst>
              </p:cNvPr>
              <p:cNvSpPr/>
              <p:nvPr/>
            </p:nvSpPr>
            <p:spPr>
              <a:xfrm>
                <a:off x="1511583" y="2138870"/>
                <a:ext cx="2194560" cy="2194560"/>
              </a:xfrm>
              <a:prstGeom prst="arc">
                <a:avLst>
                  <a:gd name="adj1" fmla="val 13183324"/>
                  <a:gd name="adj2" fmla="val 19179742"/>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169" name="弧形 168">
                <a:extLst>
                  <a:ext uri="{FF2B5EF4-FFF2-40B4-BE49-F238E27FC236}">
                    <a16:creationId xmlns:a16="http://schemas.microsoft.com/office/drawing/2014/main" id="{A99A3381-0D94-5208-AE3A-122105CAC03D}"/>
                  </a:ext>
                </a:extLst>
              </p:cNvPr>
              <p:cNvSpPr/>
              <p:nvPr/>
            </p:nvSpPr>
            <p:spPr>
              <a:xfrm>
                <a:off x="1511583" y="2138870"/>
                <a:ext cx="2194560" cy="2194560"/>
              </a:xfrm>
              <a:prstGeom prst="arc">
                <a:avLst>
                  <a:gd name="adj1" fmla="val 19555689"/>
                  <a:gd name="adj2" fmla="val 2098353"/>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70" name="弧形 169">
                <a:extLst>
                  <a:ext uri="{FF2B5EF4-FFF2-40B4-BE49-F238E27FC236}">
                    <a16:creationId xmlns:a16="http://schemas.microsoft.com/office/drawing/2014/main" id="{1E9E3186-4699-A2B7-48AF-A467B934413A}"/>
                  </a:ext>
                </a:extLst>
              </p:cNvPr>
              <p:cNvSpPr/>
              <p:nvPr/>
            </p:nvSpPr>
            <p:spPr>
              <a:xfrm flipV="1">
                <a:off x="1511583" y="2138870"/>
                <a:ext cx="2194560" cy="2194560"/>
              </a:xfrm>
              <a:prstGeom prst="arc">
                <a:avLst>
                  <a:gd name="adj1" fmla="val 13212858"/>
                  <a:gd name="adj2" fmla="val 19206546"/>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171" name="弧形 170">
                <a:extLst>
                  <a:ext uri="{FF2B5EF4-FFF2-40B4-BE49-F238E27FC236}">
                    <a16:creationId xmlns:a16="http://schemas.microsoft.com/office/drawing/2014/main" id="{6173AF80-977D-CEBD-FCC2-68E6FEC39EF2}"/>
                  </a:ext>
                </a:extLst>
              </p:cNvPr>
              <p:cNvSpPr/>
              <p:nvPr/>
            </p:nvSpPr>
            <p:spPr>
              <a:xfrm flipH="1">
                <a:off x="1511583" y="2138870"/>
                <a:ext cx="2194560" cy="2194560"/>
              </a:xfrm>
              <a:prstGeom prst="arc">
                <a:avLst>
                  <a:gd name="adj1" fmla="val 19568616"/>
                  <a:gd name="adj2" fmla="val 2079210"/>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72" name="椭圆 171">
                <a:extLst>
                  <a:ext uri="{FF2B5EF4-FFF2-40B4-BE49-F238E27FC236}">
                    <a16:creationId xmlns:a16="http://schemas.microsoft.com/office/drawing/2014/main" id="{CED1B40F-7D41-BDF6-42AB-08AA45EBFD99}"/>
                  </a:ext>
                </a:extLst>
              </p:cNvPr>
              <p:cNvSpPr/>
              <p:nvPr/>
            </p:nvSpPr>
            <p:spPr>
              <a:xfrm>
                <a:off x="345571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73" name="椭圆 172">
                <a:extLst>
                  <a:ext uri="{FF2B5EF4-FFF2-40B4-BE49-F238E27FC236}">
                    <a16:creationId xmlns:a16="http://schemas.microsoft.com/office/drawing/2014/main" id="{4255163D-2C56-B785-EF6F-036A078DAD39}"/>
                  </a:ext>
                </a:extLst>
              </p:cNvPr>
              <p:cNvSpPr/>
              <p:nvPr/>
            </p:nvSpPr>
            <p:spPr>
              <a:xfrm>
                <a:off x="170819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74" name="椭圆 173">
                <a:extLst>
                  <a:ext uri="{FF2B5EF4-FFF2-40B4-BE49-F238E27FC236}">
                    <a16:creationId xmlns:a16="http://schemas.microsoft.com/office/drawing/2014/main" id="{00E42F7A-C2E2-FBBC-322A-58E69AFF64FC}"/>
                  </a:ext>
                </a:extLst>
              </p:cNvPr>
              <p:cNvSpPr/>
              <p:nvPr/>
            </p:nvSpPr>
            <p:spPr>
              <a:xfrm>
                <a:off x="345571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75" name="椭圆 174">
                <a:extLst>
                  <a:ext uri="{FF2B5EF4-FFF2-40B4-BE49-F238E27FC236}">
                    <a16:creationId xmlns:a16="http://schemas.microsoft.com/office/drawing/2014/main" id="{B22EE556-8DE8-98B3-8FE5-C9DD687B19D0}"/>
                  </a:ext>
                </a:extLst>
              </p:cNvPr>
              <p:cNvSpPr/>
              <p:nvPr/>
            </p:nvSpPr>
            <p:spPr>
              <a:xfrm>
                <a:off x="170819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grpSp>
        <p:grpSp>
          <p:nvGrpSpPr>
            <p:cNvPr id="176" name="组合 175">
              <a:extLst>
                <a:ext uri="{FF2B5EF4-FFF2-40B4-BE49-F238E27FC236}">
                  <a16:creationId xmlns:a16="http://schemas.microsoft.com/office/drawing/2014/main" id="{3CD5BAD6-BAA1-A265-129E-60C3394340C1}"/>
                </a:ext>
              </a:extLst>
            </p:cNvPr>
            <p:cNvGrpSpPr/>
            <p:nvPr/>
          </p:nvGrpSpPr>
          <p:grpSpPr>
            <a:xfrm>
              <a:off x="9499402" y="4660687"/>
              <a:ext cx="430470" cy="430470"/>
              <a:chOff x="1511583" y="2138870"/>
              <a:chExt cx="2194560" cy="2194560"/>
            </a:xfrm>
          </p:grpSpPr>
          <p:sp>
            <p:nvSpPr>
              <p:cNvPr id="177" name="椭圆 176">
                <a:extLst>
                  <a:ext uri="{FF2B5EF4-FFF2-40B4-BE49-F238E27FC236}">
                    <a16:creationId xmlns:a16="http://schemas.microsoft.com/office/drawing/2014/main" id="{D962A6D8-D03B-46D2-D1DF-90F64E80C410}"/>
                  </a:ext>
                </a:extLst>
              </p:cNvPr>
              <p:cNvSpPr/>
              <p:nvPr/>
            </p:nvSpPr>
            <p:spPr>
              <a:xfrm>
                <a:off x="1657232" y="2284519"/>
                <a:ext cx="1903262" cy="1903262"/>
              </a:xfrm>
              <a:prstGeom prst="ellipse">
                <a:avLst/>
              </a:prstGeom>
              <a:gradFill flip="none" rotWithShape="1">
                <a:gsLst>
                  <a:gs pos="54000">
                    <a:schemeClr val="accent2">
                      <a:alpha val="0"/>
                    </a:schemeClr>
                  </a:gs>
                  <a:gs pos="100000">
                    <a:schemeClr val="accent2">
                      <a:alpha val="84000"/>
                    </a:schemeClr>
                  </a:gs>
                </a:gsLst>
                <a:path path="circle">
                  <a:fillToRect l="50000" t="50000" r="50000" b="50000"/>
                </a:path>
                <a:tileRect/>
              </a:gra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78" name="弧形 177">
                <a:extLst>
                  <a:ext uri="{FF2B5EF4-FFF2-40B4-BE49-F238E27FC236}">
                    <a16:creationId xmlns:a16="http://schemas.microsoft.com/office/drawing/2014/main" id="{198B148E-FF82-D03A-26E8-3EB9E66181C1}"/>
                  </a:ext>
                </a:extLst>
              </p:cNvPr>
              <p:cNvSpPr/>
              <p:nvPr/>
            </p:nvSpPr>
            <p:spPr>
              <a:xfrm>
                <a:off x="1511583" y="2138870"/>
                <a:ext cx="2194560" cy="2194560"/>
              </a:xfrm>
              <a:prstGeom prst="arc">
                <a:avLst>
                  <a:gd name="adj1" fmla="val 13183324"/>
                  <a:gd name="adj2" fmla="val 19179742"/>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179" name="弧形 178">
                <a:extLst>
                  <a:ext uri="{FF2B5EF4-FFF2-40B4-BE49-F238E27FC236}">
                    <a16:creationId xmlns:a16="http://schemas.microsoft.com/office/drawing/2014/main" id="{3599D536-E985-8D21-A77E-1916AD88456B}"/>
                  </a:ext>
                </a:extLst>
              </p:cNvPr>
              <p:cNvSpPr/>
              <p:nvPr/>
            </p:nvSpPr>
            <p:spPr>
              <a:xfrm>
                <a:off x="1511583" y="2138870"/>
                <a:ext cx="2194560" cy="2194560"/>
              </a:xfrm>
              <a:prstGeom prst="arc">
                <a:avLst>
                  <a:gd name="adj1" fmla="val 19555689"/>
                  <a:gd name="adj2" fmla="val 2098353"/>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80" name="弧形 179">
                <a:extLst>
                  <a:ext uri="{FF2B5EF4-FFF2-40B4-BE49-F238E27FC236}">
                    <a16:creationId xmlns:a16="http://schemas.microsoft.com/office/drawing/2014/main" id="{D1CC936F-8C11-17D2-42C3-4DD05941627E}"/>
                  </a:ext>
                </a:extLst>
              </p:cNvPr>
              <p:cNvSpPr/>
              <p:nvPr/>
            </p:nvSpPr>
            <p:spPr>
              <a:xfrm flipV="1">
                <a:off x="1511583" y="2138870"/>
                <a:ext cx="2194560" cy="2194560"/>
              </a:xfrm>
              <a:prstGeom prst="arc">
                <a:avLst>
                  <a:gd name="adj1" fmla="val 13212858"/>
                  <a:gd name="adj2" fmla="val 19206546"/>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181" name="弧形 180">
                <a:extLst>
                  <a:ext uri="{FF2B5EF4-FFF2-40B4-BE49-F238E27FC236}">
                    <a16:creationId xmlns:a16="http://schemas.microsoft.com/office/drawing/2014/main" id="{C93BF58D-E16B-01F5-C1D8-2BFF2218AE5B}"/>
                  </a:ext>
                </a:extLst>
              </p:cNvPr>
              <p:cNvSpPr/>
              <p:nvPr/>
            </p:nvSpPr>
            <p:spPr>
              <a:xfrm flipH="1">
                <a:off x="1511583" y="2138870"/>
                <a:ext cx="2194560" cy="2194560"/>
              </a:xfrm>
              <a:prstGeom prst="arc">
                <a:avLst>
                  <a:gd name="adj1" fmla="val 19568616"/>
                  <a:gd name="adj2" fmla="val 2079210"/>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82" name="椭圆 181">
                <a:extLst>
                  <a:ext uri="{FF2B5EF4-FFF2-40B4-BE49-F238E27FC236}">
                    <a16:creationId xmlns:a16="http://schemas.microsoft.com/office/drawing/2014/main" id="{E1A08DBF-8F93-1D64-0AD0-BEE50258D015}"/>
                  </a:ext>
                </a:extLst>
              </p:cNvPr>
              <p:cNvSpPr/>
              <p:nvPr/>
            </p:nvSpPr>
            <p:spPr>
              <a:xfrm>
                <a:off x="345571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83" name="椭圆 182">
                <a:extLst>
                  <a:ext uri="{FF2B5EF4-FFF2-40B4-BE49-F238E27FC236}">
                    <a16:creationId xmlns:a16="http://schemas.microsoft.com/office/drawing/2014/main" id="{B1E67EAF-17B6-BD2F-5E49-CCE990B3DE04}"/>
                  </a:ext>
                </a:extLst>
              </p:cNvPr>
              <p:cNvSpPr/>
              <p:nvPr/>
            </p:nvSpPr>
            <p:spPr>
              <a:xfrm>
                <a:off x="170819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84" name="椭圆 183">
                <a:extLst>
                  <a:ext uri="{FF2B5EF4-FFF2-40B4-BE49-F238E27FC236}">
                    <a16:creationId xmlns:a16="http://schemas.microsoft.com/office/drawing/2014/main" id="{1F5616F4-41B0-E62B-425F-A3AEA142E2B3}"/>
                  </a:ext>
                </a:extLst>
              </p:cNvPr>
              <p:cNvSpPr/>
              <p:nvPr/>
            </p:nvSpPr>
            <p:spPr>
              <a:xfrm>
                <a:off x="345571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85" name="椭圆 184">
                <a:extLst>
                  <a:ext uri="{FF2B5EF4-FFF2-40B4-BE49-F238E27FC236}">
                    <a16:creationId xmlns:a16="http://schemas.microsoft.com/office/drawing/2014/main" id="{B7729F57-33A4-478C-029B-C9937F30016F}"/>
                  </a:ext>
                </a:extLst>
              </p:cNvPr>
              <p:cNvSpPr/>
              <p:nvPr/>
            </p:nvSpPr>
            <p:spPr>
              <a:xfrm>
                <a:off x="170819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grpSp>
        <p:grpSp>
          <p:nvGrpSpPr>
            <p:cNvPr id="186" name="组合 185">
              <a:extLst>
                <a:ext uri="{FF2B5EF4-FFF2-40B4-BE49-F238E27FC236}">
                  <a16:creationId xmlns:a16="http://schemas.microsoft.com/office/drawing/2014/main" id="{B0B75F70-0ACE-56F2-D2EA-A7C81CCBDBA9}"/>
                </a:ext>
              </a:extLst>
            </p:cNvPr>
            <p:cNvGrpSpPr/>
            <p:nvPr/>
          </p:nvGrpSpPr>
          <p:grpSpPr>
            <a:xfrm>
              <a:off x="3153408" y="4871557"/>
              <a:ext cx="430470" cy="430470"/>
              <a:chOff x="1511583" y="2138870"/>
              <a:chExt cx="2194560" cy="2194560"/>
            </a:xfrm>
          </p:grpSpPr>
          <p:sp>
            <p:nvSpPr>
              <p:cNvPr id="187" name="椭圆 186">
                <a:extLst>
                  <a:ext uri="{FF2B5EF4-FFF2-40B4-BE49-F238E27FC236}">
                    <a16:creationId xmlns:a16="http://schemas.microsoft.com/office/drawing/2014/main" id="{D39056D0-2F4C-173C-67D2-9A8C71FEF810}"/>
                  </a:ext>
                </a:extLst>
              </p:cNvPr>
              <p:cNvSpPr/>
              <p:nvPr/>
            </p:nvSpPr>
            <p:spPr>
              <a:xfrm>
                <a:off x="1657232" y="2284519"/>
                <a:ext cx="1903262" cy="1903262"/>
              </a:xfrm>
              <a:prstGeom prst="ellipse">
                <a:avLst/>
              </a:prstGeom>
              <a:gradFill flip="none" rotWithShape="1">
                <a:gsLst>
                  <a:gs pos="54000">
                    <a:schemeClr val="accent2">
                      <a:alpha val="0"/>
                    </a:schemeClr>
                  </a:gs>
                  <a:gs pos="100000">
                    <a:schemeClr val="accent2">
                      <a:alpha val="84000"/>
                    </a:schemeClr>
                  </a:gs>
                </a:gsLst>
                <a:path path="circle">
                  <a:fillToRect l="50000" t="50000" r="50000" b="50000"/>
                </a:path>
                <a:tileRect/>
              </a:gra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88" name="弧形 187">
                <a:extLst>
                  <a:ext uri="{FF2B5EF4-FFF2-40B4-BE49-F238E27FC236}">
                    <a16:creationId xmlns:a16="http://schemas.microsoft.com/office/drawing/2014/main" id="{D7548C5E-517A-848A-F945-2BDF2B07EE06}"/>
                  </a:ext>
                </a:extLst>
              </p:cNvPr>
              <p:cNvSpPr/>
              <p:nvPr/>
            </p:nvSpPr>
            <p:spPr>
              <a:xfrm>
                <a:off x="1511583" y="2138870"/>
                <a:ext cx="2194560" cy="2194560"/>
              </a:xfrm>
              <a:prstGeom prst="arc">
                <a:avLst>
                  <a:gd name="adj1" fmla="val 13183324"/>
                  <a:gd name="adj2" fmla="val 19179742"/>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189" name="弧形 188">
                <a:extLst>
                  <a:ext uri="{FF2B5EF4-FFF2-40B4-BE49-F238E27FC236}">
                    <a16:creationId xmlns:a16="http://schemas.microsoft.com/office/drawing/2014/main" id="{60A103FD-8147-7173-F43E-A86F6E6BC1A2}"/>
                  </a:ext>
                </a:extLst>
              </p:cNvPr>
              <p:cNvSpPr/>
              <p:nvPr/>
            </p:nvSpPr>
            <p:spPr>
              <a:xfrm>
                <a:off x="1511583" y="2138870"/>
                <a:ext cx="2194560" cy="2194560"/>
              </a:xfrm>
              <a:prstGeom prst="arc">
                <a:avLst>
                  <a:gd name="adj1" fmla="val 19555689"/>
                  <a:gd name="adj2" fmla="val 2098353"/>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90" name="弧形 189">
                <a:extLst>
                  <a:ext uri="{FF2B5EF4-FFF2-40B4-BE49-F238E27FC236}">
                    <a16:creationId xmlns:a16="http://schemas.microsoft.com/office/drawing/2014/main" id="{84FB478C-6C59-8285-FBD1-EA2C1E100427}"/>
                  </a:ext>
                </a:extLst>
              </p:cNvPr>
              <p:cNvSpPr/>
              <p:nvPr/>
            </p:nvSpPr>
            <p:spPr>
              <a:xfrm flipV="1">
                <a:off x="1511583" y="2138870"/>
                <a:ext cx="2194560" cy="2194560"/>
              </a:xfrm>
              <a:prstGeom prst="arc">
                <a:avLst>
                  <a:gd name="adj1" fmla="val 13212858"/>
                  <a:gd name="adj2" fmla="val 19206546"/>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191" name="弧形 190">
                <a:extLst>
                  <a:ext uri="{FF2B5EF4-FFF2-40B4-BE49-F238E27FC236}">
                    <a16:creationId xmlns:a16="http://schemas.microsoft.com/office/drawing/2014/main" id="{00E58961-9357-E980-C4DF-0FD008B459EA}"/>
                  </a:ext>
                </a:extLst>
              </p:cNvPr>
              <p:cNvSpPr/>
              <p:nvPr/>
            </p:nvSpPr>
            <p:spPr>
              <a:xfrm flipH="1">
                <a:off x="1511583" y="2138870"/>
                <a:ext cx="2194560" cy="2194560"/>
              </a:xfrm>
              <a:prstGeom prst="arc">
                <a:avLst>
                  <a:gd name="adj1" fmla="val 19568616"/>
                  <a:gd name="adj2" fmla="val 2079210"/>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92" name="椭圆 191">
                <a:extLst>
                  <a:ext uri="{FF2B5EF4-FFF2-40B4-BE49-F238E27FC236}">
                    <a16:creationId xmlns:a16="http://schemas.microsoft.com/office/drawing/2014/main" id="{C886813D-7ED6-367E-6144-F69B0482172F}"/>
                  </a:ext>
                </a:extLst>
              </p:cNvPr>
              <p:cNvSpPr/>
              <p:nvPr/>
            </p:nvSpPr>
            <p:spPr>
              <a:xfrm>
                <a:off x="345571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93" name="椭圆 192">
                <a:extLst>
                  <a:ext uri="{FF2B5EF4-FFF2-40B4-BE49-F238E27FC236}">
                    <a16:creationId xmlns:a16="http://schemas.microsoft.com/office/drawing/2014/main" id="{CFEAAB90-FAE7-9380-3517-5BBFAB2D1D06}"/>
                  </a:ext>
                </a:extLst>
              </p:cNvPr>
              <p:cNvSpPr/>
              <p:nvPr/>
            </p:nvSpPr>
            <p:spPr>
              <a:xfrm>
                <a:off x="170819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94" name="椭圆 193">
                <a:extLst>
                  <a:ext uri="{FF2B5EF4-FFF2-40B4-BE49-F238E27FC236}">
                    <a16:creationId xmlns:a16="http://schemas.microsoft.com/office/drawing/2014/main" id="{12CEE15D-C8E2-D012-3FCE-884AD00E2135}"/>
                  </a:ext>
                </a:extLst>
              </p:cNvPr>
              <p:cNvSpPr/>
              <p:nvPr/>
            </p:nvSpPr>
            <p:spPr>
              <a:xfrm>
                <a:off x="345571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95" name="椭圆 194">
                <a:extLst>
                  <a:ext uri="{FF2B5EF4-FFF2-40B4-BE49-F238E27FC236}">
                    <a16:creationId xmlns:a16="http://schemas.microsoft.com/office/drawing/2014/main" id="{D12A7B25-9911-F7C6-23BB-BF39E9465243}"/>
                  </a:ext>
                </a:extLst>
              </p:cNvPr>
              <p:cNvSpPr/>
              <p:nvPr/>
            </p:nvSpPr>
            <p:spPr>
              <a:xfrm>
                <a:off x="170819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grpSp>
        <p:grpSp>
          <p:nvGrpSpPr>
            <p:cNvPr id="196" name="组合 195">
              <a:extLst>
                <a:ext uri="{FF2B5EF4-FFF2-40B4-BE49-F238E27FC236}">
                  <a16:creationId xmlns:a16="http://schemas.microsoft.com/office/drawing/2014/main" id="{9DDF8FD1-0C30-1578-B88D-A2D1C06772A1}"/>
                </a:ext>
              </a:extLst>
            </p:cNvPr>
            <p:cNvGrpSpPr/>
            <p:nvPr/>
          </p:nvGrpSpPr>
          <p:grpSpPr>
            <a:xfrm>
              <a:off x="4059978" y="5082923"/>
              <a:ext cx="430470" cy="430470"/>
              <a:chOff x="1511583" y="2138870"/>
              <a:chExt cx="2194560" cy="2194560"/>
            </a:xfrm>
          </p:grpSpPr>
          <p:sp>
            <p:nvSpPr>
              <p:cNvPr id="197" name="椭圆 196">
                <a:extLst>
                  <a:ext uri="{FF2B5EF4-FFF2-40B4-BE49-F238E27FC236}">
                    <a16:creationId xmlns:a16="http://schemas.microsoft.com/office/drawing/2014/main" id="{F823679B-877C-99DB-E4AA-CDD4B1B694F1}"/>
                  </a:ext>
                </a:extLst>
              </p:cNvPr>
              <p:cNvSpPr/>
              <p:nvPr/>
            </p:nvSpPr>
            <p:spPr>
              <a:xfrm>
                <a:off x="1657232" y="2284519"/>
                <a:ext cx="1903262" cy="1903262"/>
              </a:xfrm>
              <a:prstGeom prst="ellipse">
                <a:avLst/>
              </a:prstGeom>
              <a:gradFill flip="none" rotWithShape="1">
                <a:gsLst>
                  <a:gs pos="54000">
                    <a:schemeClr val="accent2">
                      <a:alpha val="0"/>
                    </a:schemeClr>
                  </a:gs>
                  <a:gs pos="100000">
                    <a:schemeClr val="accent2">
                      <a:alpha val="84000"/>
                    </a:schemeClr>
                  </a:gs>
                </a:gsLst>
                <a:path path="circle">
                  <a:fillToRect l="50000" t="50000" r="50000" b="50000"/>
                </a:path>
                <a:tileRect/>
              </a:gra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198" name="弧形 197">
                <a:extLst>
                  <a:ext uri="{FF2B5EF4-FFF2-40B4-BE49-F238E27FC236}">
                    <a16:creationId xmlns:a16="http://schemas.microsoft.com/office/drawing/2014/main" id="{BC11B740-E598-D0FD-4324-EE70D036B51B}"/>
                  </a:ext>
                </a:extLst>
              </p:cNvPr>
              <p:cNvSpPr/>
              <p:nvPr/>
            </p:nvSpPr>
            <p:spPr>
              <a:xfrm>
                <a:off x="1511583" y="2138870"/>
                <a:ext cx="2194560" cy="2194560"/>
              </a:xfrm>
              <a:prstGeom prst="arc">
                <a:avLst>
                  <a:gd name="adj1" fmla="val 13183324"/>
                  <a:gd name="adj2" fmla="val 19179742"/>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199" name="弧形 198">
                <a:extLst>
                  <a:ext uri="{FF2B5EF4-FFF2-40B4-BE49-F238E27FC236}">
                    <a16:creationId xmlns:a16="http://schemas.microsoft.com/office/drawing/2014/main" id="{A3EA3F07-54A2-0228-0B93-13994A1D47F6}"/>
                  </a:ext>
                </a:extLst>
              </p:cNvPr>
              <p:cNvSpPr/>
              <p:nvPr/>
            </p:nvSpPr>
            <p:spPr>
              <a:xfrm>
                <a:off x="1511583" y="2138870"/>
                <a:ext cx="2194560" cy="2194560"/>
              </a:xfrm>
              <a:prstGeom prst="arc">
                <a:avLst>
                  <a:gd name="adj1" fmla="val 19555689"/>
                  <a:gd name="adj2" fmla="val 2098353"/>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00" name="弧形 199">
                <a:extLst>
                  <a:ext uri="{FF2B5EF4-FFF2-40B4-BE49-F238E27FC236}">
                    <a16:creationId xmlns:a16="http://schemas.microsoft.com/office/drawing/2014/main" id="{A415E5F7-F334-AFB6-8C79-0B2615F50C9E}"/>
                  </a:ext>
                </a:extLst>
              </p:cNvPr>
              <p:cNvSpPr/>
              <p:nvPr/>
            </p:nvSpPr>
            <p:spPr>
              <a:xfrm flipV="1">
                <a:off x="1511583" y="2138870"/>
                <a:ext cx="2194560" cy="2194560"/>
              </a:xfrm>
              <a:prstGeom prst="arc">
                <a:avLst>
                  <a:gd name="adj1" fmla="val 13212858"/>
                  <a:gd name="adj2" fmla="val 19206546"/>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201" name="弧形 200">
                <a:extLst>
                  <a:ext uri="{FF2B5EF4-FFF2-40B4-BE49-F238E27FC236}">
                    <a16:creationId xmlns:a16="http://schemas.microsoft.com/office/drawing/2014/main" id="{4480E1CB-81FA-48E5-B84C-154A6B3349EE}"/>
                  </a:ext>
                </a:extLst>
              </p:cNvPr>
              <p:cNvSpPr/>
              <p:nvPr/>
            </p:nvSpPr>
            <p:spPr>
              <a:xfrm flipH="1">
                <a:off x="1511583" y="2138870"/>
                <a:ext cx="2194560" cy="2194560"/>
              </a:xfrm>
              <a:prstGeom prst="arc">
                <a:avLst>
                  <a:gd name="adj1" fmla="val 19568616"/>
                  <a:gd name="adj2" fmla="val 2079210"/>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02" name="椭圆 201">
                <a:extLst>
                  <a:ext uri="{FF2B5EF4-FFF2-40B4-BE49-F238E27FC236}">
                    <a16:creationId xmlns:a16="http://schemas.microsoft.com/office/drawing/2014/main" id="{F4434ADD-F86D-0C44-A2A2-A931D30F7B2C}"/>
                  </a:ext>
                </a:extLst>
              </p:cNvPr>
              <p:cNvSpPr/>
              <p:nvPr/>
            </p:nvSpPr>
            <p:spPr>
              <a:xfrm>
                <a:off x="345571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03" name="椭圆 202">
                <a:extLst>
                  <a:ext uri="{FF2B5EF4-FFF2-40B4-BE49-F238E27FC236}">
                    <a16:creationId xmlns:a16="http://schemas.microsoft.com/office/drawing/2014/main" id="{9BD8B57F-0A1A-A914-43C2-7A09178C3B74}"/>
                  </a:ext>
                </a:extLst>
              </p:cNvPr>
              <p:cNvSpPr/>
              <p:nvPr/>
            </p:nvSpPr>
            <p:spPr>
              <a:xfrm>
                <a:off x="170819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04" name="椭圆 203">
                <a:extLst>
                  <a:ext uri="{FF2B5EF4-FFF2-40B4-BE49-F238E27FC236}">
                    <a16:creationId xmlns:a16="http://schemas.microsoft.com/office/drawing/2014/main" id="{864C5B6C-DBE6-2DBA-7CDA-7F0B468E2981}"/>
                  </a:ext>
                </a:extLst>
              </p:cNvPr>
              <p:cNvSpPr/>
              <p:nvPr/>
            </p:nvSpPr>
            <p:spPr>
              <a:xfrm>
                <a:off x="345571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05" name="椭圆 204">
                <a:extLst>
                  <a:ext uri="{FF2B5EF4-FFF2-40B4-BE49-F238E27FC236}">
                    <a16:creationId xmlns:a16="http://schemas.microsoft.com/office/drawing/2014/main" id="{222EB3A7-EF4F-F513-C8CC-2D925F5C2692}"/>
                  </a:ext>
                </a:extLst>
              </p:cNvPr>
              <p:cNvSpPr/>
              <p:nvPr/>
            </p:nvSpPr>
            <p:spPr>
              <a:xfrm>
                <a:off x="170819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grpSp>
        <p:grpSp>
          <p:nvGrpSpPr>
            <p:cNvPr id="206" name="组合 205">
              <a:extLst>
                <a:ext uri="{FF2B5EF4-FFF2-40B4-BE49-F238E27FC236}">
                  <a16:creationId xmlns:a16="http://schemas.microsoft.com/office/drawing/2014/main" id="{71D2358F-D7DB-6BD6-6967-F46A06F93938}"/>
                </a:ext>
              </a:extLst>
            </p:cNvPr>
            <p:cNvGrpSpPr/>
            <p:nvPr/>
          </p:nvGrpSpPr>
          <p:grpSpPr>
            <a:xfrm>
              <a:off x="4966548" y="5234992"/>
              <a:ext cx="430470" cy="430470"/>
              <a:chOff x="1511583" y="2138870"/>
              <a:chExt cx="2194560" cy="2194560"/>
            </a:xfrm>
          </p:grpSpPr>
          <p:sp>
            <p:nvSpPr>
              <p:cNvPr id="207" name="椭圆 206">
                <a:extLst>
                  <a:ext uri="{FF2B5EF4-FFF2-40B4-BE49-F238E27FC236}">
                    <a16:creationId xmlns:a16="http://schemas.microsoft.com/office/drawing/2014/main" id="{47AB6B9E-3C1F-651B-C331-6E54C0E9C7A1}"/>
                  </a:ext>
                </a:extLst>
              </p:cNvPr>
              <p:cNvSpPr/>
              <p:nvPr/>
            </p:nvSpPr>
            <p:spPr>
              <a:xfrm>
                <a:off x="1657232" y="2284519"/>
                <a:ext cx="1903262" cy="1903262"/>
              </a:xfrm>
              <a:prstGeom prst="ellipse">
                <a:avLst/>
              </a:prstGeom>
              <a:gradFill flip="none" rotWithShape="1">
                <a:gsLst>
                  <a:gs pos="54000">
                    <a:schemeClr val="accent2">
                      <a:alpha val="0"/>
                    </a:schemeClr>
                  </a:gs>
                  <a:gs pos="100000">
                    <a:schemeClr val="accent2">
                      <a:alpha val="84000"/>
                    </a:schemeClr>
                  </a:gs>
                </a:gsLst>
                <a:path path="circle">
                  <a:fillToRect l="50000" t="50000" r="50000" b="50000"/>
                </a:path>
                <a:tileRect/>
              </a:gra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08" name="弧形 207">
                <a:extLst>
                  <a:ext uri="{FF2B5EF4-FFF2-40B4-BE49-F238E27FC236}">
                    <a16:creationId xmlns:a16="http://schemas.microsoft.com/office/drawing/2014/main" id="{84D62490-B0AF-4831-108E-7981D2C070BA}"/>
                  </a:ext>
                </a:extLst>
              </p:cNvPr>
              <p:cNvSpPr/>
              <p:nvPr/>
            </p:nvSpPr>
            <p:spPr>
              <a:xfrm>
                <a:off x="1511583" y="2138870"/>
                <a:ext cx="2194560" cy="2194560"/>
              </a:xfrm>
              <a:prstGeom prst="arc">
                <a:avLst>
                  <a:gd name="adj1" fmla="val 13183324"/>
                  <a:gd name="adj2" fmla="val 19179742"/>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209" name="弧形 208">
                <a:extLst>
                  <a:ext uri="{FF2B5EF4-FFF2-40B4-BE49-F238E27FC236}">
                    <a16:creationId xmlns:a16="http://schemas.microsoft.com/office/drawing/2014/main" id="{F5F2750A-F534-EF87-FEEC-721D5F8F92A3}"/>
                  </a:ext>
                </a:extLst>
              </p:cNvPr>
              <p:cNvSpPr/>
              <p:nvPr/>
            </p:nvSpPr>
            <p:spPr>
              <a:xfrm>
                <a:off x="1511583" y="2138870"/>
                <a:ext cx="2194560" cy="2194560"/>
              </a:xfrm>
              <a:prstGeom prst="arc">
                <a:avLst>
                  <a:gd name="adj1" fmla="val 19555689"/>
                  <a:gd name="adj2" fmla="val 2098353"/>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10" name="弧形 209">
                <a:extLst>
                  <a:ext uri="{FF2B5EF4-FFF2-40B4-BE49-F238E27FC236}">
                    <a16:creationId xmlns:a16="http://schemas.microsoft.com/office/drawing/2014/main" id="{A63D15B8-C280-B292-3DFD-C04919FA571C}"/>
                  </a:ext>
                </a:extLst>
              </p:cNvPr>
              <p:cNvSpPr/>
              <p:nvPr/>
            </p:nvSpPr>
            <p:spPr>
              <a:xfrm flipV="1">
                <a:off x="1511583" y="2138870"/>
                <a:ext cx="2194560" cy="2194560"/>
              </a:xfrm>
              <a:prstGeom prst="arc">
                <a:avLst>
                  <a:gd name="adj1" fmla="val 13212858"/>
                  <a:gd name="adj2" fmla="val 19206546"/>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211" name="弧形 210">
                <a:extLst>
                  <a:ext uri="{FF2B5EF4-FFF2-40B4-BE49-F238E27FC236}">
                    <a16:creationId xmlns:a16="http://schemas.microsoft.com/office/drawing/2014/main" id="{ED53E539-D365-8877-E6E8-616AABADE6E5}"/>
                  </a:ext>
                </a:extLst>
              </p:cNvPr>
              <p:cNvSpPr/>
              <p:nvPr/>
            </p:nvSpPr>
            <p:spPr>
              <a:xfrm flipH="1">
                <a:off x="1511583" y="2138870"/>
                <a:ext cx="2194560" cy="2194560"/>
              </a:xfrm>
              <a:prstGeom prst="arc">
                <a:avLst>
                  <a:gd name="adj1" fmla="val 19568616"/>
                  <a:gd name="adj2" fmla="val 2079210"/>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12" name="椭圆 211">
                <a:extLst>
                  <a:ext uri="{FF2B5EF4-FFF2-40B4-BE49-F238E27FC236}">
                    <a16:creationId xmlns:a16="http://schemas.microsoft.com/office/drawing/2014/main" id="{B296BBC0-FAE8-94D5-1A6C-9458A25BAD1C}"/>
                  </a:ext>
                </a:extLst>
              </p:cNvPr>
              <p:cNvSpPr/>
              <p:nvPr/>
            </p:nvSpPr>
            <p:spPr>
              <a:xfrm>
                <a:off x="345571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13" name="椭圆 212">
                <a:extLst>
                  <a:ext uri="{FF2B5EF4-FFF2-40B4-BE49-F238E27FC236}">
                    <a16:creationId xmlns:a16="http://schemas.microsoft.com/office/drawing/2014/main" id="{4E3BFA4A-F380-3F7F-2ACF-89A0191A4364}"/>
                  </a:ext>
                </a:extLst>
              </p:cNvPr>
              <p:cNvSpPr/>
              <p:nvPr/>
            </p:nvSpPr>
            <p:spPr>
              <a:xfrm>
                <a:off x="170819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14" name="椭圆 213">
                <a:extLst>
                  <a:ext uri="{FF2B5EF4-FFF2-40B4-BE49-F238E27FC236}">
                    <a16:creationId xmlns:a16="http://schemas.microsoft.com/office/drawing/2014/main" id="{C16D3078-C58E-5373-27F0-3B095D549623}"/>
                  </a:ext>
                </a:extLst>
              </p:cNvPr>
              <p:cNvSpPr/>
              <p:nvPr/>
            </p:nvSpPr>
            <p:spPr>
              <a:xfrm>
                <a:off x="345571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15" name="椭圆 214">
                <a:extLst>
                  <a:ext uri="{FF2B5EF4-FFF2-40B4-BE49-F238E27FC236}">
                    <a16:creationId xmlns:a16="http://schemas.microsoft.com/office/drawing/2014/main" id="{BA53FA11-2C8D-14DA-E75C-973E0D098722}"/>
                  </a:ext>
                </a:extLst>
              </p:cNvPr>
              <p:cNvSpPr/>
              <p:nvPr/>
            </p:nvSpPr>
            <p:spPr>
              <a:xfrm>
                <a:off x="170819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grpSp>
        <p:grpSp>
          <p:nvGrpSpPr>
            <p:cNvPr id="216" name="组合 215">
              <a:extLst>
                <a:ext uri="{FF2B5EF4-FFF2-40B4-BE49-F238E27FC236}">
                  <a16:creationId xmlns:a16="http://schemas.microsoft.com/office/drawing/2014/main" id="{2CFC273A-5A16-8EE8-B885-3835ED11191C}"/>
                </a:ext>
              </a:extLst>
            </p:cNvPr>
            <p:cNvGrpSpPr/>
            <p:nvPr/>
          </p:nvGrpSpPr>
          <p:grpSpPr>
            <a:xfrm>
              <a:off x="5880765" y="5297264"/>
              <a:ext cx="430470" cy="430470"/>
              <a:chOff x="1511583" y="2138870"/>
              <a:chExt cx="2194560" cy="2194560"/>
            </a:xfrm>
          </p:grpSpPr>
          <p:sp>
            <p:nvSpPr>
              <p:cNvPr id="217" name="椭圆 216">
                <a:extLst>
                  <a:ext uri="{FF2B5EF4-FFF2-40B4-BE49-F238E27FC236}">
                    <a16:creationId xmlns:a16="http://schemas.microsoft.com/office/drawing/2014/main" id="{40AED4E1-5F74-C1F1-BF7B-C12578DCEB05}"/>
                  </a:ext>
                </a:extLst>
              </p:cNvPr>
              <p:cNvSpPr/>
              <p:nvPr/>
            </p:nvSpPr>
            <p:spPr>
              <a:xfrm>
                <a:off x="1657232" y="2284519"/>
                <a:ext cx="1903262" cy="1903262"/>
              </a:xfrm>
              <a:prstGeom prst="ellipse">
                <a:avLst/>
              </a:prstGeom>
              <a:gradFill flip="none" rotWithShape="1">
                <a:gsLst>
                  <a:gs pos="54000">
                    <a:schemeClr val="accent2">
                      <a:alpha val="0"/>
                    </a:schemeClr>
                  </a:gs>
                  <a:gs pos="100000">
                    <a:schemeClr val="accent2">
                      <a:alpha val="84000"/>
                    </a:schemeClr>
                  </a:gs>
                </a:gsLst>
                <a:path path="circle">
                  <a:fillToRect l="50000" t="50000" r="50000" b="50000"/>
                </a:path>
                <a:tileRect/>
              </a:gra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18" name="弧形 217">
                <a:extLst>
                  <a:ext uri="{FF2B5EF4-FFF2-40B4-BE49-F238E27FC236}">
                    <a16:creationId xmlns:a16="http://schemas.microsoft.com/office/drawing/2014/main" id="{75C15295-540F-5AD0-7782-832A557EBCCF}"/>
                  </a:ext>
                </a:extLst>
              </p:cNvPr>
              <p:cNvSpPr/>
              <p:nvPr/>
            </p:nvSpPr>
            <p:spPr>
              <a:xfrm>
                <a:off x="1511583" y="2138870"/>
                <a:ext cx="2194560" cy="2194560"/>
              </a:xfrm>
              <a:prstGeom prst="arc">
                <a:avLst>
                  <a:gd name="adj1" fmla="val 13183324"/>
                  <a:gd name="adj2" fmla="val 19179742"/>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219" name="弧形 218">
                <a:extLst>
                  <a:ext uri="{FF2B5EF4-FFF2-40B4-BE49-F238E27FC236}">
                    <a16:creationId xmlns:a16="http://schemas.microsoft.com/office/drawing/2014/main" id="{B2AC53DB-997F-0455-BD77-A5B763C6B09B}"/>
                  </a:ext>
                </a:extLst>
              </p:cNvPr>
              <p:cNvSpPr/>
              <p:nvPr/>
            </p:nvSpPr>
            <p:spPr>
              <a:xfrm>
                <a:off x="1511583" y="2138870"/>
                <a:ext cx="2194560" cy="2194560"/>
              </a:xfrm>
              <a:prstGeom prst="arc">
                <a:avLst>
                  <a:gd name="adj1" fmla="val 19555689"/>
                  <a:gd name="adj2" fmla="val 2098353"/>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20" name="弧形 219">
                <a:extLst>
                  <a:ext uri="{FF2B5EF4-FFF2-40B4-BE49-F238E27FC236}">
                    <a16:creationId xmlns:a16="http://schemas.microsoft.com/office/drawing/2014/main" id="{BC7D9A93-6AC2-6973-1FE0-FBED1BF6F28B}"/>
                  </a:ext>
                </a:extLst>
              </p:cNvPr>
              <p:cNvSpPr/>
              <p:nvPr/>
            </p:nvSpPr>
            <p:spPr>
              <a:xfrm flipV="1">
                <a:off x="1511583" y="2138870"/>
                <a:ext cx="2194560" cy="2194560"/>
              </a:xfrm>
              <a:prstGeom prst="arc">
                <a:avLst>
                  <a:gd name="adj1" fmla="val 13212858"/>
                  <a:gd name="adj2" fmla="val 19206546"/>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221" name="弧形 220">
                <a:extLst>
                  <a:ext uri="{FF2B5EF4-FFF2-40B4-BE49-F238E27FC236}">
                    <a16:creationId xmlns:a16="http://schemas.microsoft.com/office/drawing/2014/main" id="{7B594F27-53E1-54F0-FC21-7DFC43A6A4FD}"/>
                  </a:ext>
                </a:extLst>
              </p:cNvPr>
              <p:cNvSpPr/>
              <p:nvPr/>
            </p:nvSpPr>
            <p:spPr>
              <a:xfrm flipH="1">
                <a:off x="1511583" y="2138870"/>
                <a:ext cx="2194560" cy="2194560"/>
              </a:xfrm>
              <a:prstGeom prst="arc">
                <a:avLst>
                  <a:gd name="adj1" fmla="val 19568616"/>
                  <a:gd name="adj2" fmla="val 2079210"/>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22" name="椭圆 221">
                <a:extLst>
                  <a:ext uri="{FF2B5EF4-FFF2-40B4-BE49-F238E27FC236}">
                    <a16:creationId xmlns:a16="http://schemas.microsoft.com/office/drawing/2014/main" id="{985FF845-38DD-7B19-ABD9-CA8190DEF661}"/>
                  </a:ext>
                </a:extLst>
              </p:cNvPr>
              <p:cNvSpPr/>
              <p:nvPr/>
            </p:nvSpPr>
            <p:spPr>
              <a:xfrm>
                <a:off x="345571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23" name="椭圆 222">
                <a:extLst>
                  <a:ext uri="{FF2B5EF4-FFF2-40B4-BE49-F238E27FC236}">
                    <a16:creationId xmlns:a16="http://schemas.microsoft.com/office/drawing/2014/main" id="{8C1E9955-06E9-89C1-5A97-3E25C38CB4B7}"/>
                  </a:ext>
                </a:extLst>
              </p:cNvPr>
              <p:cNvSpPr/>
              <p:nvPr/>
            </p:nvSpPr>
            <p:spPr>
              <a:xfrm>
                <a:off x="170819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24" name="椭圆 223">
                <a:extLst>
                  <a:ext uri="{FF2B5EF4-FFF2-40B4-BE49-F238E27FC236}">
                    <a16:creationId xmlns:a16="http://schemas.microsoft.com/office/drawing/2014/main" id="{1F61BC35-F3AD-5A8C-E139-B8C552AC184C}"/>
                  </a:ext>
                </a:extLst>
              </p:cNvPr>
              <p:cNvSpPr/>
              <p:nvPr/>
            </p:nvSpPr>
            <p:spPr>
              <a:xfrm>
                <a:off x="345571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25" name="椭圆 224">
                <a:extLst>
                  <a:ext uri="{FF2B5EF4-FFF2-40B4-BE49-F238E27FC236}">
                    <a16:creationId xmlns:a16="http://schemas.microsoft.com/office/drawing/2014/main" id="{1499BFAF-F6AC-E515-05C7-8BFEFFB5F58A}"/>
                  </a:ext>
                </a:extLst>
              </p:cNvPr>
              <p:cNvSpPr/>
              <p:nvPr/>
            </p:nvSpPr>
            <p:spPr>
              <a:xfrm>
                <a:off x="170819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grpSp>
        <p:grpSp>
          <p:nvGrpSpPr>
            <p:cNvPr id="226" name="组合 225">
              <a:extLst>
                <a:ext uri="{FF2B5EF4-FFF2-40B4-BE49-F238E27FC236}">
                  <a16:creationId xmlns:a16="http://schemas.microsoft.com/office/drawing/2014/main" id="{627BEE02-72BD-9D4D-AFF1-36A549A61380}"/>
                </a:ext>
              </a:extLst>
            </p:cNvPr>
            <p:cNvGrpSpPr/>
            <p:nvPr/>
          </p:nvGrpSpPr>
          <p:grpSpPr>
            <a:xfrm>
              <a:off x="8592831" y="4871557"/>
              <a:ext cx="430470" cy="430470"/>
              <a:chOff x="1511583" y="2138870"/>
              <a:chExt cx="2194560" cy="2194560"/>
            </a:xfrm>
          </p:grpSpPr>
          <p:sp>
            <p:nvSpPr>
              <p:cNvPr id="227" name="椭圆 226">
                <a:extLst>
                  <a:ext uri="{FF2B5EF4-FFF2-40B4-BE49-F238E27FC236}">
                    <a16:creationId xmlns:a16="http://schemas.microsoft.com/office/drawing/2014/main" id="{7687EF3B-94E0-5FC5-27A4-B5E82CCFEBA8}"/>
                  </a:ext>
                </a:extLst>
              </p:cNvPr>
              <p:cNvSpPr/>
              <p:nvPr/>
            </p:nvSpPr>
            <p:spPr>
              <a:xfrm>
                <a:off x="1657232" y="2284519"/>
                <a:ext cx="1903262" cy="1903262"/>
              </a:xfrm>
              <a:prstGeom prst="ellipse">
                <a:avLst/>
              </a:prstGeom>
              <a:gradFill flip="none" rotWithShape="1">
                <a:gsLst>
                  <a:gs pos="54000">
                    <a:schemeClr val="accent2">
                      <a:alpha val="0"/>
                    </a:schemeClr>
                  </a:gs>
                  <a:gs pos="100000">
                    <a:schemeClr val="accent2">
                      <a:alpha val="84000"/>
                    </a:schemeClr>
                  </a:gs>
                </a:gsLst>
                <a:path path="circle">
                  <a:fillToRect l="50000" t="50000" r="50000" b="50000"/>
                </a:path>
                <a:tileRect/>
              </a:gra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28" name="弧形 227">
                <a:extLst>
                  <a:ext uri="{FF2B5EF4-FFF2-40B4-BE49-F238E27FC236}">
                    <a16:creationId xmlns:a16="http://schemas.microsoft.com/office/drawing/2014/main" id="{038F80D5-5AD5-FBD5-048B-C8CD8292C4AC}"/>
                  </a:ext>
                </a:extLst>
              </p:cNvPr>
              <p:cNvSpPr/>
              <p:nvPr/>
            </p:nvSpPr>
            <p:spPr>
              <a:xfrm>
                <a:off x="1511583" y="2138870"/>
                <a:ext cx="2194560" cy="2194560"/>
              </a:xfrm>
              <a:prstGeom prst="arc">
                <a:avLst>
                  <a:gd name="adj1" fmla="val 13183324"/>
                  <a:gd name="adj2" fmla="val 19179742"/>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229" name="弧形 228">
                <a:extLst>
                  <a:ext uri="{FF2B5EF4-FFF2-40B4-BE49-F238E27FC236}">
                    <a16:creationId xmlns:a16="http://schemas.microsoft.com/office/drawing/2014/main" id="{BCA3F145-C101-610B-27A5-EC599FDF48F0}"/>
                  </a:ext>
                </a:extLst>
              </p:cNvPr>
              <p:cNvSpPr/>
              <p:nvPr/>
            </p:nvSpPr>
            <p:spPr>
              <a:xfrm>
                <a:off x="1511583" y="2138870"/>
                <a:ext cx="2194560" cy="2194560"/>
              </a:xfrm>
              <a:prstGeom prst="arc">
                <a:avLst>
                  <a:gd name="adj1" fmla="val 19555689"/>
                  <a:gd name="adj2" fmla="val 2098353"/>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30" name="弧形 229">
                <a:extLst>
                  <a:ext uri="{FF2B5EF4-FFF2-40B4-BE49-F238E27FC236}">
                    <a16:creationId xmlns:a16="http://schemas.microsoft.com/office/drawing/2014/main" id="{BE74029B-DB3C-548D-3C0C-EA8B6151EE99}"/>
                  </a:ext>
                </a:extLst>
              </p:cNvPr>
              <p:cNvSpPr/>
              <p:nvPr/>
            </p:nvSpPr>
            <p:spPr>
              <a:xfrm flipV="1">
                <a:off x="1511583" y="2138870"/>
                <a:ext cx="2194560" cy="2194560"/>
              </a:xfrm>
              <a:prstGeom prst="arc">
                <a:avLst>
                  <a:gd name="adj1" fmla="val 13212858"/>
                  <a:gd name="adj2" fmla="val 19206546"/>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231" name="弧形 230">
                <a:extLst>
                  <a:ext uri="{FF2B5EF4-FFF2-40B4-BE49-F238E27FC236}">
                    <a16:creationId xmlns:a16="http://schemas.microsoft.com/office/drawing/2014/main" id="{0205F263-9729-0E50-3197-95FB2870B128}"/>
                  </a:ext>
                </a:extLst>
              </p:cNvPr>
              <p:cNvSpPr/>
              <p:nvPr/>
            </p:nvSpPr>
            <p:spPr>
              <a:xfrm flipH="1">
                <a:off x="1511583" y="2138870"/>
                <a:ext cx="2194560" cy="2194560"/>
              </a:xfrm>
              <a:prstGeom prst="arc">
                <a:avLst>
                  <a:gd name="adj1" fmla="val 19568616"/>
                  <a:gd name="adj2" fmla="val 2079210"/>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32" name="椭圆 231">
                <a:extLst>
                  <a:ext uri="{FF2B5EF4-FFF2-40B4-BE49-F238E27FC236}">
                    <a16:creationId xmlns:a16="http://schemas.microsoft.com/office/drawing/2014/main" id="{55920B98-7885-BC20-BA9E-0BE701798B41}"/>
                  </a:ext>
                </a:extLst>
              </p:cNvPr>
              <p:cNvSpPr/>
              <p:nvPr/>
            </p:nvSpPr>
            <p:spPr>
              <a:xfrm>
                <a:off x="345571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33" name="椭圆 232">
                <a:extLst>
                  <a:ext uri="{FF2B5EF4-FFF2-40B4-BE49-F238E27FC236}">
                    <a16:creationId xmlns:a16="http://schemas.microsoft.com/office/drawing/2014/main" id="{23E5A73E-9688-6CC0-1FA4-601D56B84C64}"/>
                  </a:ext>
                </a:extLst>
              </p:cNvPr>
              <p:cNvSpPr/>
              <p:nvPr/>
            </p:nvSpPr>
            <p:spPr>
              <a:xfrm>
                <a:off x="170819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34" name="椭圆 233">
                <a:extLst>
                  <a:ext uri="{FF2B5EF4-FFF2-40B4-BE49-F238E27FC236}">
                    <a16:creationId xmlns:a16="http://schemas.microsoft.com/office/drawing/2014/main" id="{38D88637-EB88-D6A8-9B26-891AFA6D226A}"/>
                  </a:ext>
                </a:extLst>
              </p:cNvPr>
              <p:cNvSpPr/>
              <p:nvPr/>
            </p:nvSpPr>
            <p:spPr>
              <a:xfrm>
                <a:off x="345571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35" name="椭圆 234">
                <a:extLst>
                  <a:ext uri="{FF2B5EF4-FFF2-40B4-BE49-F238E27FC236}">
                    <a16:creationId xmlns:a16="http://schemas.microsoft.com/office/drawing/2014/main" id="{7D01F45C-CD71-06B6-A9E5-44FE28B4C357}"/>
                  </a:ext>
                </a:extLst>
              </p:cNvPr>
              <p:cNvSpPr/>
              <p:nvPr/>
            </p:nvSpPr>
            <p:spPr>
              <a:xfrm>
                <a:off x="170819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grpSp>
        <p:grpSp>
          <p:nvGrpSpPr>
            <p:cNvPr id="246" name="组合 245">
              <a:extLst>
                <a:ext uri="{FF2B5EF4-FFF2-40B4-BE49-F238E27FC236}">
                  <a16:creationId xmlns:a16="http://schemas.microsoft.com/office/drawing/2014/main" id="{B1A0B5C5-4591-585F-72F2-A5D9D7551F9F}"/>
                </a:ext>
              </a:extLst>
            </p:cNvPr>
            <p:cNvGrpSpPr/>
            <p:nvPr/>
          </p:nvGrpSpPr>
          <p:grpSpPr>
            <a:xfrm>
              <a:off x="6779689" y="5234992"/>
              <a:ext cx="430470" cy="430470"/>
              <a:chOff x="1511583" y="2138870"/>
              <a:chExt cx="2194560" cy="2194560"/>
            </a:xfrm>
          </p:grpSpPr>
          <p:sp>
            <p:nvSpPr>
              <p:cNvPr id="247" name="椭圆 246">
                <a:extLst>
                  <a:ext uri="{FF2B5EF4-FFF2-40B4-BE49-F238E27FC236}">
                    <a16:creationId xmlns:a16="http://schemas.microsoft.com/office/drawing/2014/main" id="{1FAEE60A-B5D0-EEB7-2C5A-3BA619BC3BA0}"/>
                  </a:ext>
                </a:extLst>
              </p:cNvPr>
              <p:cNvSpPr/>
              <p:nvPr/>
            </p:nvSpPr>
            <p:spPr>
              <a:xfrm>
                <a:off x="1657232" y="2284519"/>
                <a:ext cx="1903262" cy="1903262"/>
              </a:xfrm>
              <a:prstGeom prst="ellipse">
                <a:avLst/>
              </a:prstGeom>
              <a:gradFill flip="none" rotWithShape="1">
                <a:gsLst>
                  <a:gs pos="54000">
                    <a:schemeClr val="accent2">
                      <a:alpha val="0"/>
                    </a:schemeClr>
                  </a:gs>
                  <a:gs pos="100000">
                    <a:schemeClr val="accent2">
                      <a:alpha val="84000"/>
                    </a:schemeClr>
                  </a:gs>
                </a:gsLst>
                <a:path path="circle">
                  <a:fillToRect l="50000" t="50000" r="50000" b="50000"/>
                </a:path>
                <a:tileRect/>
              </a:gra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48" name="弧形 247">
                <a:extLst>
                  <a:ext uri="{FF2B5EF4-FFF2-40B4-BE49-F238E27FC236}">
                    <a16:creationId xmlns:a16="http://schemas.microsoft.com/office/drawing/2014/main" id="{5DAFCC81-71EF-98BA-ED3B-A9716501F77D}"/>
                  </a:ext>
                </a:extLst>
              </p:cNvPr>
              <p:cNvSpPr/>
              <p:nvPr/>
            </p:nvSpPr>
            <p:spPr>
              <a:xfrm>
                <a:off x="1511583" y="2138870"/>
                <a:ext cx="2194560" cy="2194560"/>
              </a:xfrm>
              <a:prstGeom prst="arc">
                <a:avLst>
                  <a:gd name="adj1" fmla="val 13183324"/>
                  <a:gd name="adj2" fmla="val 19179742"/>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249" name="弧形 248">
                <a:extLst>
                  <a:ext uri="{FF2B5EF4-FFF2-40B4-BE49-F238E27FC236}">
                    <a16:creationId xmlns:a16="http://schemas.microsoft.com/office/drawing/2014/main" id="{F904EA3A-90C4-944F-78A7-B238246DB24A}"/>
                  </a:ext>
                </a:extLst>
              </p:cNvPr>
              <p:cNvSpPr/>
              <p:nvPr/>
            </p:nvSpPr>
            <p:spPr>
              <a:xfrm>
                <a:off x="1511583" y="2138870"/>
                <a:ext cx="2194560" cy="2194560"/>
              </a:xfrm>
              <a:prstGeom prst="arc">
                <a:avLst>
                  <a:gd name="adj1" fmla="val 19555689"/>
                  <a:gd name="adj2" fmla="val 2098353"/>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50" name="弧形 249">
                <a:extLst>
                  <a:ext uri="{FF2B5EF4-FFF2-40B4-BE49-F238E27FC236}">
                    <a16:creationId xmlns:a16="http://schemas.microsoft.com/office/drawing/2014/main" id="{B7DF3BA1-54DA-5717-A89D-DA70ED759F3E}"/>
                  </a:ext>
                </a:extLst>
              </p:cNvPr>
              <p:cNvSpPr/>
              <p:nvPr/>
            </p:nvSpPr>
            <p:spPr>
              <a:xfrm flipV="1">
                <a:off x="1511583" y="2138870"/>
                <a:ext cx="2194560" cy="2194560"/>
              </a:xfrm>
              <a:prstGeom prst="arc">
                <a:avLst>
                  <a:gd name="adj1" fmla="val 13212858"/>
                  <a:gd name="adj2" fmla="val 19206546"/>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251" name="弧形 250">
                <a:extLst>
                  <a:ext uri="{FF2B5EF4-FFF2-40B4-BE49-F238E27FC236}">
                    <a16:creationId xmlns:a16="http://schemas.microsoft.com/office/drawing/2014/main" id="{387948AA-120B-A755-9CB7-12B184BC786F}"/>
                  </a:ext>
                </a:extLst>
              </p:cNvPr>
              <p:cNvSpPr/>
              <p:nvPr/>
            </p:nvSpPr>
            <p:spPr>
              <a:xfrm flipH="1">
                <a:off x="1511583" y="2138870"/>
                <a:ext cx="2194560" cy="2194560"/>
              </a:xfrm>
              <a:prstGeom prst="arc">
                <a:avLst>
                  <a:gd name="adj1" fmla="val 19568616"/>
                  <a:gd name="adj2" fmla="val 2079210"/>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52" name="椭圆 251">
                <a:extLst>
                  <a:ext uri="{FF2B5EF4-FFF2-40B4-BE49-F238E27FC236}">
                    <a16:creationId xmlns:a16="http://schemas.microsoft.com/office/drawing/2014/main" id="{84F80637-E4AA-03CC-973D-428E164B9E73}"/>
                  </a:ext>
                </a:extLst>
              </p:cNvPr>
              <p:cNvSpPr/>
              <p:nvPr/>
            </p:nvSpPr>
            <p:spPr>
              <a:xfrm>
                <a:off x="345571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53" name="椭圆 252">
                <a:extLst>
                  <a:ext uri="{FF2B5EF4-FFF2-40B4-BE49-F238E27FC236}">
                    <a16:creationId xmlns:a16="http://schemas.microsoft.com/office/drawing/2014/main" id="{B1B98061-C978-852E-1FBA-99CBA02F4A3D}"/>
                  </a:ext>
                </a:extLst>
              </p:cNvPr>
              <p:cNvSpPr/>
              <p:nvPr/>
            </p:nvSpPr>
            <p:spPr>
              <a:xfrm>
                <a:off x="170819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54" name="椭圆 253">
                <a:extLst>
                  <a:ext uri="{FF2B5EF4-FFF2-40B4-BE49-F238E27FC236}">
                    <a16:creationId xmlns:a16="http://schemas.microsoft.com/office/drawing/2014/main" id="{5E1C6030-403C-0BB8-A976-BD5FC4F1E2FB}"/>
                  </a:ext>
                </a:extLst>
              </p:cNvPr>
              <p:cNvSpPr/>
              <p:nvPr/>
            </p:nvSpPr>
            <p:spPr>
              <a:xfrm>
                <a:off x="345571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55" name="椭圆 254">
                <a:extLst>
                  <a:ext uri="{FF2B5EF4-FFF2-40B4-BE49-F238E27FC236}">
                    <a16:creationId xmlns:a16="http://schemas.microsoft.com/office/drawing/2014/main" id="{BBA6D918-58D8-AE78-D8AE-F8FCE9AB7D93}"/>
                  </a:ext>
                </a:extLst>
              </p:cNvPr>
              <p:cNvSpPr/>
              <p:nvPr/>
            </p:nvSpPr>
            <p:spPr>
              <a:xfrm>
                <a:off x="170819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grpSp>
        <p:grpSp>
          <p:nvGrpSpPr>
            <p:cNvPr id="256" name="组合 255">
              <a:extLst>
                <a:ext uri="{FF2B5EF4-FFF2-40B4-BE49-F238E27FC236}">
                  <a16:creationId xmlns:a16="http://schemas.microsoft.com/office/drawing/2014/main" id="{9D93D72C-0D78-63E2-7192-32201CB035D1}"/>
                </a:ext>
              </a:extLst>
            </p:cNvPr>
            <p:cNvGrpSpPr/>
            <p:nvPr/>
          </p:nvGrpSpPr>
          <p:grpSpPr>
            <a:xfrm>
              <a:off x="7686260" y="5082923"/>
              <a:ext cx="430470" cy="430470"/>
              <a:chOff x="1511583" y="2138870"/>
              <a:chExt cx="2194560" cy="2194560"/>
            </a:xfrm>
          </p:grpSpPr>
          <p:sp>
            <p:nvSpPr>
              <p:cNvPr id="257" name="椭圆 256">
                <a:extLst>
                  <a:ext uri="{FF2B5EF4-FFF2-40B4-BE49-F238E27FC236}">
                    <a16:creationId xmlns:a16="http://schemas.microsoft.com/office/drawing/2014/main" id="{8C7B4F0D-A863-10BB-6E2B-94AD8E50FBF3}"/>
                  </a:ext>
                </a:extLst>
              </p:cNvPr>
              <p:cNvSpPr/>
              <p:nvPr/>
            </p:nvSpPr>
            <p:spPr>
              <a:xfrm>
                <a:off x="1657232" y="2284519"/>
                <a:ext cx="1903262" cy="1903262"/>
              </a:xfrm>
              <a:prstGeom prst="ellipse">
                <a:avLst/>
              </a:prstGeom>
              <a:gradFill flip="none" rotWithShape="1">
                <a:gsLst>
                  <a:gs pos="54000">
                    <a:schemeClr val="accent2">
                      <a:alpha val="0"/>
                    </a:schemeClr>
                  </a:gs>
                  <a:gs pos="100000">
                    <a:schemeClr val="accent2">
                      <a:alpha val="84000"/>
                    </a:schemeClr>
                  </a:gs>
                </a:gsLst>
                <a:path path="circle">
                  <a:fillToRect l="50000" t="50000" r="50000" b="50000"/>
                </a:path>
                <a:tileRect/>
              </a:gra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58" name="弧形 257">
                <a:extLst>
                  <a:ext uri="{FF2B5EF4-FFF2-40B4-BE49-F238E27FC236}">
                    <a16:creationId xmlns:a16="http://schemas.microsoft.com/office/drawing/2014/main" id="{E92756E6-14D1-3812-0397-79990ED68185}"/>
                  </a:ext>
                </a:extLst>
              </p:cNvPr>
              <p:cNvSpPr/>
              <p:nvPr/>
            </p:nvSpPr>
            <p:spPr>
              <a:xfrm>
                <a:off x="1511583" y="2138870"/>
                <a:ext cx="2194560" cy="2194560"/>
              </a:xfrm>
              <a:prstGeom prst="arc">
                <a:avLst>
                  <a:gd name="adj1" fmla="val 13183324"/>
                  <a:gd name="adj2" fmla="val 19179742"/>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259" name="弧形 258">
                <a:extLst>
                  <a:ext uri="{FF2B5EF4-FFF2-40B4-BE49-F238E27FC236}">
                    <a16:creationId xmlns:a16="http://schemas.microsoft.com/office/drawing/2014/main" id="{5C9C84A8-4C4D-B2FE-CD27-015BE8A75EB4}"/>
                  </a:ext>
                </a:extLst>
              </p:cNvPr>
              <p:cNvSpPr/>
              <p:nvPr/>
            </p:nvSpPr>
            <p:spPr>
              <a:xfrm>
                <a:off x="1511583" y="2138870"/>
                <a:ext cx="2194560" cy="2194560"/>
              </a:xfrm>
              <a:prstGeom prst="arc">
                <a:avLst>
                  <a:gd name="adj1" fmla="val 19555689"/>
                  <a:gd name="adj2" fmla="val 2098353"/>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60" name="弧形 259">
                <a:extLst>
                  <a:ext uri="{FF2B5EF4-FFF2-40B4-BE49-F238E27FC236}">
                    <a16:creationId xmlns:a16="http://schemas.microsoft.com/office/drawing/2014/main" id="{043C1248-3B29-C8CC-88B0-E1E4F8A6984B}"/>
                  </a:ext>
                </a:extLst>
              </p:cNvPr>
              <p:cNvSpPr/>
              <p:nvPr/>
            </p:nvSpPr>
            <p:spPr>
              <a:xfrm flipV="1">
                <a:off x="1511583" y="2138870"/>
                <a:ext cx="2194560" cy="2194560"/>
              </a:xfrm>
              <a:prstGeom prst="arc">
                <a:avLst>
                  <a:gd name="adj1" fmla="val 13212858"/>
                  <a:gd name="adj2" fmla="val 19206546"/>
                </a:avLst>
              </a:prstGeom>
              <a:noFill/>
              <a:ln w="635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mn-ea"/>
                </a:endParaRPr>
              </a:p>
            </p:txBody>
          </p:sp>
          <p:sp>
            <p:nvSpPr>
              <p:cNvPr id="261" name="弧形 260">
                <a:extLst>
                  <a:ext uri="{FF2B5EF4-FFF2-40B4-BE49-F238E27FC236}">
                    <a16:creationId xmlns:a16="http://schemas.microsoft.com/office/drawing/2014/main" id="{B9E8FE45-EAC4-56A0-5E50-B0D2CE5562BD}"/>
                  </a:ext>
                </a:extLst>
              </p:cNvPr>
              <p:cNvSpPr/>
              <p:nvPr/>
            </p:nvSpPr>
            <p:spPr>
              <a:xfrm flipH="1">
                <a:off x="1511583" y="2138870"/>
                <a:ext cx="2194560" cy="2194560"/>
              </a:xfrm>
              <a:prstGeom prst="arc">
                <a:avLst>
                  <a:gd name="adj1" fmla="val 19568616"/>
                  <a:gd name="adj2" fmla="val 2079210"/>
                </a:avLst>
              </a:prstGeom>
              <a:noFill/>
              <a:ln w="6350" cap="flat" cmpd="sng" algn="ctr">
                <a:solidFill>
                  <a:schemeClr val="accent2"/>
                </a:solidFill>
                <a:prstDash val="dash"/>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62" name="椭圆 261">
                <a:extLst>
                  <a:ext uri="{FF2B5EF4-FFF2-40B4-BE49-F238E27FC236}">
                    <a16:creationId xmlns:a16="http://schemas.microsoft.com/office/drawing/2014/main" id="{681B72FC-EC14-7A98-AA84-FCBDB49E4794}"/>
                  </a:ext>
                </a:extLst>
              </p:cNvPr>
              <p:cNvSpPr/>
              <p:nvPr/>
            </p:nvSpPr>
            <p:spPr>
              <a:xfrm>
                <a:off x="345571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63" name="椭圆 262">
                <a:extLst>
                  <a:ext uri="{FF2B5EF4-FFF2-40B4-BE49-F238E27FC236}">
                    <a16:creationId xmlns:a16="http://schemas.microsoft.com/office/drawing/2014/main" id="{CCCD7E79-91FD-FD19-E56C-2D72CE93DE89}"/>
                  </a:ext>
                </a:extLst>
              </p:cNvPr>
              <p:cNvSpPr/>
              <p:nvPr/>
            </p:nvSpPr>
            <p:spPr>
              <a:xfrm>
                <a:off x="1708199" y="255073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64" name="椭圆 263">
                <a:extLst>
                  <a:ext uri="{FF2B5EF4-FFF2-40B4-BE49-F238E27FC236}">
                    <a16:creationId xmlns:a16="http://schemas.microsoft.com/office/drawing/2014/main" id="{20D2F30F-71E6-1C65-24FE-8E7AF7B4A22C}"/>
                  </a:ext>
                </a:extLst>
              </p:cNvPr>
              <p:cNvSpPr/>
              <p:nvPr/>
            </p:nvSpPr>
            <p:spPr>
              <a:xfrm>
                <a:off x="345571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sp>
            <p:nvSpPr>
              <p:cNvPr id="265" name="椭圆 264">
                <a:extLst>
                  <a:ext uri="{FF2B5EF4-FFF2-40B4-BE49-F238E27FC236}">
                    <a16:creationId xmlns:a16="http://schemas.microsoft.com/office/drawing/2014/main" id="{48320775-CF42-D7FC-10AD-ADE3F17A21C3}"/>
                  </a:ext>
                </a:extLst>
              </p:cNvPr>
              <p:cNvSpPr/>
              <p:nvPr/>
            </p:nvSpPr>
            <p:spPr>
              <a:xfrm>
                <a:off x="1708199" y="3876611"/>
                <a:ext cx="54864" cy="54864"/>
              </a:xfrm>
              <a:prstGeom prst="ellipse">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mn-ea"/>
                </a:endParaRPr>
              </a:p>
            </p:txBody>
          </p:sp>
        </p:grpSp>
        <p:sp>
          <p:nvSpPr>
            <p:cNvPr id="266" name="图形 68">
              <a:extLst>
                <a:ext uri="{FF2B5EF4-FFF2-40B4-BE49-F238E27FC236}">
                  <a16:creationId xmlns:a16="http://schemas.microsoft.com/office/drawing/2014/main" id="{40CDD63F-EF75-38AB-3FCE-AB58CA3C7BDF}"/>
                </a:ext>
              </a:extLst>
            </p:cNvPr>
            <p:cNvSpPr/>
            <p:nvPr/>
          </p:nvSpPr>
          <p:spPr>
            <a:xfrm>
              <a:off x="2357302" y="4798928"/>
              <a:ext cx="160246" cy="153988"/>
            </a:xfrm>
            <a:custGeom>
              <a:avLst/>
              <a:gdLst>
                <a:gd name="connsiteX0" fmla="*/ 223242 w 1451967"/>
                <a:gd name="connsiteY0" fmla="*/ 446484 h 1395263"/>
                <a:gd name="connsiteX1" fmla="*/ 429909 w 1451967"/>
                <a:gd name="connsiteY1" fmla="*/ 306958 h 1395263"/>
                <a:gd name="connsiteX2" fmla="*/ 1395543 w 1451967"/>
                <a:gd name="connsiteY2" fmla="*/ 306958 h 1395263"/>
                <a:gd name="connsiteX3" fmla="*/ 1451353 w 1451967"/>
                <a:gd name="connsiteY3" fmla="*/ 251147 h 1395263"/>
                <a:gd name="connsiteX4" fmla="*/ 1395543 w 1451967"/>
                <a:gd name="connsiteY4" fmla="*/ 195337 h 1395263"/>
                <a:gd name="connsiteX5" fmla="*/ 443694 w 1451967"/>
                <a:gd name="connsiteY5" fmla="*/ 195337 h 1395263"/>
                <a:gd name="connsiteX6" fmla="*/ 223242 w 1451967"/>
                <a:gd name="connsiteY6" fmla="*/ 0 h 1395263"/>
                <a:gd name="connsiteX7" fmla="*/ 0 w 1451967"/>
                <a:gd name="connsiteY7" fmla="*/ 223242 h 1395263"/>
                <a:gd name="connsiteX8" fmla="*/ 223242 w 1451967"/>
                <a:gd name="connsiteY8" fmla="*/ 446484 h 1395263"/>
                <a:gd name="connsiteX9" fmla="*/ 223242 w 1451967"/>
                <a:gd name="connsiteY9" fmla="*/ 111621 h 1395263"/>
                <a:gd name="connsiteX10" fmla="*/ 334863 w 1451967"/>
                <a:gd name="connsiteY10" fmla="*/ 223298 h 1395263"/>
                <a:gd name="connsiteX11" fmla="*/ 223186 w 1451967"/>
                <a:gd name="connsiteY11" fmla="*/ 334919 h 1395263"/>
                <a:gd name="connsiteX12" fmla="*/ 111565 w 1451967"/>
                <a:gd name="connsiteY12" fmla="*/ 223242 h 1395263"/>
                <a:gd name="connsiteX13" fmla="*/ 223242 w 1451967"/>
                <a:gd name="connsiteY13" fmla="*/ 111621 h 1395263"/>
                <a:gd name="connsiteX14" fmla="*/ 1396157 w 1451967"/>
                <a:gd name="connsiteY14" fmla="*/ 948779 h 1395263"/>
                <a:gd name="connsiteX15" fmla="*/ 446484 w 1451967"/>
                <a:gd name="connsiteY15" fmla="*/ 948779 h 1395263"/>
                <a:gd name="connsiteX16" fmla="*/ 439062 w 1451967"/>
                <a:gd name="connsiteY16" fmla="*/ 950286 h 1395263"/>
                <a:gd name="connsiteX17" fmla="*/ 223242 w 1451967"/>
                <a:gd name="connsiteY17" fmla="*/ 781348 h 1395263"/>
                <a:gd name="connsiteX18" fmla="*/ 0 w 1451967"/>
                <a:gd name="connsiteY18" fmla="*/ 1004590 h 1395263"/>
                <a:gd name="connsiteX19" fmla="*/ 223242 w 1451967"/>
                <a:gd name="connsiteY19" fmla="*/ 1227832 h 1395263"/>
                <a:gd name="connsiteX20" fmla="*/ 439062 w 1451967"/>
                <a:gd name="connsiteY20" fmla="*/ 1058894 h 1395263"/>
                <a:gd name="connsiteX21" fmla="*/ 446484 w 1451967"/>
                <a:gd name="connsiteY21" fmla="*/ 1060400 h 1395263"/>
                <a:gd name="connsiteX22" fmla="*/ 1396157 w 1451967"/>
                <a:gd name="connsiteY22" fmla="*/ 1060400 h 1395263"/>
                <a:gd name="connsiteX23" fmla="*/ 1451967 w 1451967"/>
                <a:gd name="connsiteY23" fmla="*/ 1004590 h 1395263"/>
                <a:gd name="connsiteX24" fmla="*/ 1396157 w 1451967"/>
                <a:gd name="connsiteY24" fmla="*/ 948779 h 1395263"/>
                <a:gd name="connsiteX25" fmla="*/ 223242 w 1451967"/>
                <a:gd name="connsiteY25" fmla="*/ 1116211 h 1395263"/>
                <a:gd name="connsiteX26" fmla="*/ 111621 w 1451967"/>
                <a:gd name="connsiteY26" fmla="*/ 1004534 h 1395263"/>
                <a:gd name="connsiteX27" fmla="*/ 223298 w 1451967"/>
                <a:gd name="connsiteY27" fmla="*/ 892913 h 1395263"/>
                <a:gd name="connsiteX28" fmla="*/ 334919 w 1451967"/>
                <a:gd name="connsiteY28" fmla="*/ 1004590 h 1395263"/>
                <a:gd name="connsiteX29" fmla="*/ 223242 w 1451967"/>
                <a:gd name="connsiteY29" fmla="*/ 1116211 h 1395263"/>
                <a:gd name="connsiteX30" fmla="*/ 1396157 w 1451967"/>
                <a:gd name="connsiteY30" fmla="*/ 558106 h 1395263"/>
                <a:gd name="connsiteX31" fmla="*/ 892969 w 1451967"/>
                <a:gd name="connsiteY31" fmla="*/ 558106 h 1395263"/>
                <a:gd name="connsiteX32" fmla="*/ 837158 w 1451967"/>
                <a:gd name="connsiteY32" fmla="*/ 613916 h 1395263"/>
                <a:gd name="connsiteX33" fmla="*/ 892969 w 1451967"/>
                <a:gd name="connsiteY33" fmla="*/ 669727 h 1395263"/>
                <a:gd name="connsiteX34" fmla="*/ 1396157 w 1451967"/>
                <a:gd name="connsiteY34" fmla="*/ 669727 h 1395263"/>
                <a:gd name="connsiteX35" fmla="*/ 1451967 w 1451967"/>
                <a:gd name="connsiteY35" fmla="*/ 613916 h 1395263"/>
                <a:gd name="connsiteX36" fmla="*/ 1396157 w 1451967"/>
                <a:gd name="connsiteY36" fmla="*/ 558106 h 1395263"/>
                <a:gd name="connsiteX37" fmla="*/ 1396157 w 1451967"/>
                <a:gd name="connsiteY37" fmla="*/ 1283643 h 1395263"/>
                <a:gd name="connsiteX38" fmla="*/ 892969 w 1451967"/>
                <a:gd name="connsiteY38" fmla="*/ 1283643 h 1395263"/>
                <a:gd name="connsiteX39" fmla="*/ 837158 w 1451967"/>
                <a:gd name="connsiteY39" fmla="*/ 1339453 h 1395263"/>
                <a:gd name="connsiteX40" fmla="*/ 892969 w 1451967"/>
                <a:gd name="connsiteY40" fmla="*/ 1395264 h 1395263"/>
                <a:gd name="connsiteX41" fmla="*/ 1396157 w 1451967"/>
                <a:gd name="connsiteY41" fmla="*/ 1395264 h 1395263"/>
                <a:gd name="connsiteX42" fmla="*/ 1451967 w 1451967"/>
                <a:gd name="connsiteY42" fmla="*/ 1339453 h 1395263"/>
                <a:gd name="connsiteX43" fmla="*/ 1396157 w 1451967"/>
                <a:gd name="connsiteY43" fmla="*/ 1283643 h 1395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51967" h="1395263">
                  <a:moveTo>
                    <a:pt x="223242" y="446484"/>
                  </a:moveTo>
                  <a:cubicBezTo>
                    <a:pt x="314130" y="446445"/>
                    <a:pt x="395897" y="391242"/>
                    <a:pt x="429909" y="306958"/>
                  </a:cubicBezTo>
                  <a:lnTo>
                    <a:pt x="1395543" y="306958"/>
                  </a:lnTo>
                  <a:cubicBezTo>
                    <a:pt x="1426366" y="306958"/>
                    <a:pt x="1451353" y="281971"/>
                    <a:pt x="1451353" y="251147"/>
                  </a:cubicBezTo>
                  <a:cubicBezTo>
                    <a:pt x="1451353" y="220324"/>
                    <a:pt x="1426366" y="195337"/>
                    <a:pt x="1395543" y="195337"/>
                  </a:cubicBezTo>
                  <a:lnTo>
                    <a:pt x="443694" y="195337"/>
                  </a:lnTo>
                  <a:cubicBezTo>
                    <a:pt x="429797" y="85390"/>
                    <a:pt x="336984" y="0"/>
                    <a:pt x="223242" y="0"/>
                  </a:cubicBezTo>
                  <a:cubicBezTo>
                    <a:pt x="99949" y="0"/>
                    <a:pt x="0" y="99949"/>
                    <a:pt x="0" y="223242"/>
                  </a:cubicBezTo>
                  <a:cubicBezTo>
                    <a:pt x="0" y="346535"/>
                    <a:pt x="99949" y="446484"/>
                    <a:pt x="223242" y="446484"/>
                  </a:cubicBezTo>
                  <a:close/>
                  <a:moveTo>
                    <a:pt x="223242" y="111621"/>
                  </a:moveTo>
                  <a:cubicBezTo>
                    <a:pt x="284904" y="111637"/>
                    <a:pt x="334879" y="161636"/>
                    <a:pt x="334863" y="223298"/>
                  </a:cubicBezTo>
                  <a:cubicBezTo>
                    <a:pt x="334848" y="284960"/>
                    <a:pt x="284848" y="334934"/>
                    <a:pt x="223186" y="334919"/>
                  </a:cubicBezTo>
                  <a:cubicBezTo>
                    <a:pt x="161524" y="334904"/>
                    <a:pt x="111550" y="284904"/>
                    <a:pt x="111565" y="223242"/>
                  </a:cubicBezTo>
                  <a:cubicBezTo>
                    <a:pt x="111581" y="161580"/>
                    <a:pt x="161580" y="111606"/>
                    <a:pt x="223242" y="111621"/>
                  </a:cubicBezTo>
                  <a:close/>
                  <a:moveTo>
                    <a:pt x="1396157" y="948779"/>
                  </a:moveTo>
                  <a:lnTo>
                    <a:pt x="446484" y="948779"/>
                  </a:lnTo>
                  <a:cubicBezTo>
                    <a:pt x="443861" y="948779"/>
                    <a:pt x="441573" y="949951"/>
                    <a:pt x="439062" y="950286"/>
                  </a:cubicBezTo>
                  <a:cubicBezTo>
                    <a:pt x="414365" y="851151"/>
                    <a:pt x="325407" y="781517"/>
                    <a:pt x="223242" y="781348"/>
                  </a:cubicBezTo>
                  <a:cubicBezTo>
                    <a:pt x="99949" y="781348"/>
                    <a:pt x="0" y="881297"/>
                    <a:pt x="0" y="1004590"/>
                  </a:cubicBezTo>
                  <a:cubicBezTo>
                    <a:pt x="0" y="1127883"/>
                    <a:pt x="99949" y="1227832"/>
                    <a:pt x="223242" y="1227832"/>
                  </a:cubicBezTo>
                  <a:cubicBezTo>
                    <a:pt x="325407" y="1227663"/>
                    <a:pt x="414365" y="1158029"/>
                    <a:pt x="439062" y="1058894"/>
                  </a:cubicBezTo>
                  <a:cubicBezTo>
                    <a:pt x="441573" y="1059228"/>
                    <a:pt x="443861" y="1060400"/>
                    <a:pt x="446484" y="1060400"/>
                  </a:cubicBezTo>
                  <a:lnTo>
                    <a:pt x="1396157" y="1060400"/>
                  </a:lnTo>
                  <a:cubicBezTo>
                    <a:pt x="1426980" y="1060400"/>
                    <a:pt x="1451967" y="1035413"/>
                    <a:pt x="1451967" y="1004590"/>
                  </a:cubicBezTo>
                  <a:cubicBezTo>
                    <a:pt x="1451967" y="973767"/>
                    <a:pt x="1426980" y="948779"/>
                    <a:pt x="1396157" y="948779"/>
                  </a:cubicBezTo>
                  <a:close/>
                  <a:moveTo>
                    <a:pt x="223242" y="1116211"/>
                  </a:moveTo>
                  <a:cubicBezTo>
                    <a:pt x="161580" y="1116196"/>
                    <a:pt x="111606" y="1066196"/>
                    <a:pt x="111621" y="1004534"/>
                  </a:cubicBezTo>
                  <a:cubicBezTo>
                    <a:pt x="111637" y="942872"/>
                    <a:pt x="161636" y="892897"/>
                    <a:pt x="223298" y="892913"/>
                  </a:cubicBezTo>
                  <a:cubicBezTo>
                    <a:pt x="284960" y="892928"/>
                    <a:pt x="334934" y="942928"/>
                    <a:pt x="334919" y="1004590"/>
                  </a:cubicBezTo>
                  <a:cubicBezTo>
                    <a:pt x="334904" y="1066252"/>
                    <a:pt x="284904" y="1116226"/>
                    <a:pt x="223242" y="1116211"/>
                  </a:cubicBezTo>
                  <a:close/>
                  <a:moveTo>
                    <a:pt x="1396157" y="558106"/>
                  </a:moveTo>
                  <a:lnTo>
                    <a:pt x="892969" y="558106"/>
                  </a:lnTo>
                  <a:cubicBezTo>
                    <a:pt x="862145" y="558106"/>
                    <a:pt x="837158" y="583093"/>
                    <a:pt x="837158" y="613916"/>
                  </a:cubicBezTo>
                  <a:cubicBezTo>
                    <a:pt x="837158" y="644739"/>
                    <a:pt x="862145" y="669727"/>
                    <a:pt x="892969" y="669727"/>
                  </a:cubicBezTo>
                  <a:lnTo>
                    <a:pt x="1396157" y="669727"/>
                  </a:lnTo>
                  <a:cubicBezTo>
                    <a:pt x="1426980" y="669727"/>
                    <a:pt x="1451967" y="644739"/>
                    <a:pt x="1451967" y="613916"/>
                  </a:cubicBezTo>
                  <a:cubicBezTo>
                    <a:pt x="1451967" y="583093"/>
                    <a:pt x="1426980" y="558106"/>
                    <a:pt x="1396157" y="558106"/>
                  </a:cubicBezTo>
                  <a:close/>
                  <a:moveTo>
                    <a:pt x="1396157" y="1283643"/>
                  </a:moveTo>
                  <a:lnTo>
                    <a:pt x="892969" y="1283643"/>
                  </a:lnTo>
                  <a:cubicBezTo>
                    <a:pt x="862145" y="1283643"/>
                    <a:pt x="837158" y="1308630"/>
                    <a:pt x="837158" y="1339453"/>
                  </a:cubicBezTo>
                  <a:cubicBezTo>
                    <a:pt x="837158" y="1370277"/>
                    <a:pt x="862145" y="1395264"/>
                    <a:pt x="892969" y="1395264"/>
                  </a:cubicBezTo>
                  <a:lnTo>
                    <a:pt x="1396157" y="1395264"/>
                  </a:lnTo>
                  <a:cubicBezTo>
                    <a:pt x="1426980" y="1395264"/>
                    <a:pt x="1451967" y="1370277"/>
                    <a:pt x="1451967" y="1339453"/>
                  </a:cubicBezTo>
                  <a:cubicBezTo>
                    <a:pt x="1451967" y="1308630"/>
                    <a:pt x="1426980" y="1283643"/>
                    <a:pt x="1396157" y="1283643"/>
                  </a:cubicBezTo>
                  <a:close/>
                </a:path>
              </a:pathLst>
            </a:custGeom>
            <a:solidFill>
              <a:schemeClr val="accent2"/>
            </a:solidFill>
            <a:ln w="1860" cap="flat">
              <a:noFill/>
              <a:prstDash val="solid"/>
              <a:miter/>
            </a:ln>
          </p:spPr>
          <p:txBody>
            <a:bodyPr rtlCol="0" anchor="ctr"/>
            <a:lstStyle/>
            <a:p>
              <a:endParaRPr lang="zh-CN" altLang="en-US"/>
            </a:p>
          </p:txBody>
        </p:sp>
        <p:sp>
          <p:nvSpPr>
            <p:cNvPr id="269" name="图形 267">
              <a:extLst>
                <a:ext uri="{FF2B5EF4-FFF2-40B4-BE49-F238E27FC236}">
                  <a16:creationId xmlns:a16="http://schemas.microsoft.com/office/drawing/2014/main" id="{62713496-ABD3-DA2C-27F4-8AD0226D6388}"/>
                </a:ext>
              </a:extLst>
            </p:cNvPr>
            <p:cNvSpPr/>
            <p:nvPr/>
          </p:nvSpPr>
          <p:spPr>
            <a:xfrm>
              <a:off x="3269960" y="5004188"/>
              <a:ext cx="197366" cy="160140"/>
            </a:xfrm>
            <a:custGeom>
              <a:avLst/>
              <a:gdLst>
                <a:gd name="connsiteX0" fmla="*/ 138875 w 160308"/>
                <a:gd name="connsiteY0" fmla="*/ 119067 h 160140"/>
                <a:gd name="connsiteX1" fmla="*/ 136146 w 160308"/>
                <a:gd name="connsiteY1" fmla="*/ 111253 h 160140"/>
                <a:gd name="connsiteX2" fmla="*/ 153474 w 160308"/>
                <a:gd name="connsiteY2" fmla="*/ 77386 h 160140"/>
                <a:gd name="connsiteX3" fmla="*/ 125163 w 160308"/>
                <a:gd name="connsiteY3" fmla="*/ 40660 h 160140"/>
                <a:gd name="connsiteX4" fmla="*/ 121247 w 160308"/>
                <a:gd name="connsiteY4" fmla="*/ 41057 h 160140"/>
                <a:gd name="connsiteX5" fmla="*/ 117553 w 160308"/>
                <a:gd name="connsiteY5" fmla="*/ 38328 h 160140"/>
                <a:gd name="connsiteX6" fmla="*/ 84014 w 160308"/>
                <a:gd name="connsiteY6" fmla="*/ 8527 h 160140"/>
                <a:gd name="connsiteX7" fmla="*/ 58749 w 160308"/>
                <a:gd name="connsiteY7" fmla="*/ 21966 h 160140"/>
                <a:gd name="connsiteX8" fmla="*/ 54186 w 160308"/>
                <a:gd name="connsiteY8" fmla="*/ 22342 h 160140"/>
                <a:gd name="connsiteX9" fmla="*/ 42865 w 160308"/>
                <a:gd name="connsiteY9" fmla="*/ 17391 h 160140"/>
                <a:gd name="connsiteX10" fmla="*/ 23996 w 160308"/>
                <a:gd name="connsiteY10" fmla="*/ 41934 h 160140"/>
                <a:gd name="connsiteX11" fmla="*/ 25490 w 160308"/>
                <a:gd name="connsiteY11" fmla="*/ 51515 h 160140"/>
                <a:gd name="connsiteX12" fmla="*/ 25401 w 160308"/>
                <a:gd name="connsiteY12" fmla="*/ 54994 h 160140"/>
                <a:gd name="connsiteX13" fmla="*/ 23262 w 160308"/>
                <a:gd name="connsiteY13" fmla="*/ 57233 h 160140"/>
                <a:gd name="connsiteX14" fmla="*/ 6846 w 160308"/>
                <a:gd name="connsiteY14" fmla="*/ 85141 h 160140"/>
                <a:gd name="connsiteX15" fmla="*/ 15455 w 160308"/>
                <a:gd name="connsiteY15" fmla="*/ 108010 h 160140"/>
                <a:gd name="connsiteX16" fmla="*/ 11136 w 160308"/>
                <a:gd name="connsiteY16" fmla="*/ 114635 h 160140"/>
                <a:gd name="connsiteX17" fmla="*/ 7164 w 160308"/>
                <a:gd name="connsiteY17" fmla="*/ 60779 h 160140"/>
                <a:gd name="connsiteX18" fmla="*/ 18020 w 160308"/>
                <a:gd name="connsiteY18" fmla="*/ 50503 h 160140"/>
                <a:gd name="connsiteX19" fmla="*/ 17146 w 160308"/>
                <a:gd name="connsiteY19" fmla="*/ 41930 h 160140"/>
                <a:gd name="connsiteX20" fmla="*/ 42858 w 160308"/>
                <a:gd name="connsiteY20" fmla="*/ 8856 h 160140"/>
                <a:gd name="connsiteX21" fmla="*/ 55949 w 160308"/>
                <a:gd name="connsiteY21" fmla="*/ 13494 h 160140"/>
                <a:gd name="connsiteX22" fmla="*/ 84007 w 160308"/>
                <a:gd name="connsiteY22" fmla="*/ 0 h 160140"/>
                <a:gd name="connsiteX23" fmla="*/ 122943 w 160308"/>
                <a:gd name="connsiteY23" fmla="*/ 32239 h 160140"/>
                <a:gd name="connsiteX24" fmla="*/ 125156 w 160308"/>
                <a:gd name="connsiteY24" fmla="*/ 32134 h 160140"/>
                <a:gd name="connsiteX25" fmla="*/ 160302 w 160308"/>
                <a:gd name="connsiteY25" fmla="*/ 77386 h 160140"/>
                <a:gd name="connsiteX26" fmla="*/ 138875 w 160308"/>
                <a:gd name="connsiteY26" fmla="*/ 119067 h 160140"/>
                <a:gd name="connsiteX27" fmla="*/ 48240 w 160308"/>
                <a:gd name="connsiteY27" fmla="*/ 151960 h 160140"/>
                <a:gd name="connsiteX28" fmla="*/ 31268 w 160308"/>
                <a:gd name="connsiteY28" fmla="*/ 130790 h 160140"/>
                <a:gd name="connsiteX29" fmla="*/ 31268 w 160308"/>
                <a:gd name="connsiteY29" fmla="*/ 114926 h 160140"/>
                <a:gd name="connsiteX30" fmla="*/ 38110 w 160308"/>
                <a:gd name="connsiteY30" fmla="*/ 114926 h 160140"/>
                <a:gd name="connsiteX31" fmla="*/ 38110 w 160308"/>
                <a:gd name="connsiteY31" fmla="*/ 130807 h 160140"/>
                <a:gd name="connsiteX32" fmla="*/ 48240 w 160308"/>
                <a:gd name="connsiteY32" fmla="*/ 143332 h 160140"/>
                <a:gd name="connsiteX33" fmla="*/ 58371 w 160308"/>
                <a:gd name="connsiteY33" fmla="*/ 130807 h 160140"/>
                <a:gd name="connsiteX34" fmla="*/ 58371 w 160308"/>
                <a:gd name="connsiteY34" fmla="*/ 66287 h 160140"/>
                <a:gd name="connsiteX35" fmla="*/ 75343 w 160308"/>
                <a:gd name="connsiteY35" fmla="*/ 45303 h 160140"/>
                <a:gd name="connsiteX36" fmla="*/ 92316 w 160308"/>
                <a:gd name="connsiteY36" fmla="*/ 66287 h 160140"/>
                <a:gd name="connsiteX37" fmla="*/ 92316 w 160308"/>
                <a:gd name="connsiteY37" fmla="*/ 101971 h 160140"/>
                <a:gd name="connsiteX38" fmla="*/ 85474 w 160308"/>
                <a:gd name="connsiteY38" fmla="*/ 101971 h 160140"/>
                <a:gd name="connsiteX39" fmla="*/ 85474 w 160308"/>
                <a:gd name="connsiteY39" fmla="*/ 66283 h 160140"/>
                <a:gd name="connsiteX40" fmla="*/ 75343 w 160308"/>
                <a:gd name="connsiteY40" fmla="*/ 53758 h 160140"/>
                <a:gd name="connsiteX41" fmla="*/ 65213 w 160308"/>
                <a:gd name="connsiteY41" fmla="*/ 66283 h 160140"/>
                <a:gd name="connsiteX42" fmla="*/ 65213 w 160308"/>
                <a:gd name="connsiteY42" fmla="*/ 130803 h 160140"/>
                <a:gd name="connsiteX43" fmla="*/ 48240 w 160308"/>
                <a:gd name="connsiteY43" fmla="*/ 151976 h 160140"/>
                <a:gd name="connsiteX44" fmla="*/ 36302 w 160308"/>
                <a:gd name="connsiteY44" fmla="*/ 120113 h 160140"/>
                <a:gd name="connsiteX45" fmla="*/ 22249 w 160308"/>
                <a:gd name="connsiteY45" fmla="*/ 103641 h 160140"/>
                <a:gd name="connsiteX46" fmla="*/ 22249 w 160308"/>
                <a:gd name="connsiteY46" fmla="*/ 78495 h 160140"/>
                <a:gd name="connsiteX47" fmla="*/ 25660 w 160308"/>
                <a:gd name="connsiteY47" fmla="*/ 74228 h 160140"/>
                <a:gd name="connsiteX48" fmla="*/ 46924 w 160308"/>
                <a:gd name="connsiteY48" fmla="*/ 74228 h 160140"/>
                <a:gd name="connsiteX49" fmla="*/ 50335 w 160308"/>
                <a:gd name="connsiteY49" fmla="*/ 78495 h 160140"/>
                <a:gd name="connsiteX50" fmla="*/ 50335 w 160308"/>
                <a:gd name="connsiteY50" fmla="*/ 103654 h 160140"/>
                <a:gd name="connsiteX51" fmla="*/ 36289 w 160308"/>
                <a:gd name="connsiteY51" fmla="*/ 120142 h 160140"/>
                <a:gd name="connsiteX52" fmla="*/ 29078 w 160308"/>
                <a:gd name="connsiteY52" fmla="*/ 82763 h 160140"/>
                <a:gd name="connsiteX53" fmla="*/ 29078 w 160308"/>
                <a:gd name="connsiteY53" fmla="*/ 103654 h 160140"/>
                <a:gd name="connsiteX54" fmla="*/ 36289 w 160308"/>
                <a:gd name="connsiteY54" fmla="*/ 111594 h 160140"/>
                <a:gd name="connsiteX55" fmla="*/ 43503 w 160308"/>
                <a:gd name="connsiteY55" fmla="*/ 103654 h 160140"/>
                <a:gd name="connsiteX56" fmla="*/ 43503 w 160308"/>
                <a:gd name="connsiteY56" fmla="*/ 82763 h 160140"/>
                <a:gd name="connsiteX57" fmla="*/ 29078 w 160308"/>
                <a:gd name="connsiteY57" fmla="*/ 82763 h 160140"/>
                <a:gd name="connsiteX58" fmla="*/ 46160 w 160308"/>
                <a:gd name="connsiteY58" fmla="*/ 98113 h 160140"/>
                <a:gd name="connsiteX59" fmla="*/ 25636 w 160308"/>
                <a:gd name="connsiteY59" fmla="*/ 98113 h 160140"/>
                <a:gd name="connsiteX60" fmla="*/ 25636 w 160308"/>
                <a:gd name="connsiteY60" fmla="*/ 89582 h 160140"/>
                <a:gd name="connsiteX61" fmla="*/ 46160 w 160308"/>
                <a:gd name="connsiteY61" fmla="*/ 89582 h 160140"/>
                <a:gd name="connsiteX62" fmla="*/ 46160 w 160308"/>
                <a:gd name="connsiteY62" fmla="*/ 98113 h 160140"/>
                <a:gd name="connsiteX63" fmla="*/ 44696 w 160308"/>
                <a:gd name="connsiteY63" fmla="*/ 77551 h 160140"/>
                <a:gd name="connsiteX64" fmla="*/ 37851 w 160308"/>
                <a:gd name="connsiteY64" fmla="*/ 77551 h 160140"/>
                <a:gd name="connsiteX65" fmla="*/ 37851 w 160308"/>
                <a:gd name="connsiteY65" fmla="*/ 69850 h 160140"/>
                <a:gd name="connsiteX66" fmla="*/ 34723 w 160308"/>
                <a:gd name="connsiteY66" fmla="*/ 69850 h 160140"/>
                <a:gd name="connsiteX67" fmla="*/ 34723 w 160308"/>
                <a:gd name="connsiteY67" fmla="*/ 77551 h 160140"/>
                <a:gd name="connsiteX68" fmla="*/ 27881 w 160308"/>
                <a:gd name="connsiteY68" fmla="*/ 77551 h 160140"/>
                <a:gd name="connsiteX69" fmla="*/ 27881 w 160308"/>
                <a:gd name="connsiteY69" fmla="*/ 65587 h 160140"/>
                <a:gd name="connsiteX70" fmla="*/ 31292 w 160308"/>
                <a:gd name="connsiteY70" fmla="*/ 61319 h 160140"/>
                <a:gd name="connsiteX71" fmla="*/ 41262 w 160308"/>
                <a:gd name="connsiteY71" fmla="*/ 61319 h 160140"/>
                <a:gd name="connsiteX72" fmla="*/ 44673 w 160308"/>
                <a:gd name="connsiteY72" fmla="*/ 65587 h 160140"/>
                <a:gd name="connsiteX73" fmla="*/ 44673 w 160308"/>
                <a:gd name="connsiteY73" fmla="*/ 77551 h 160140"/>
                <a:gd name="connsiteX74" fmla="*/ 124979 w 160308"/>
                <a:gd name="connsiteY74" fmla="*/ 160141 h 160140"/>
                <a:gd name="connsiteX75" fmla="*/ 120142 w 160308"/>
                <a:gd name="connsiteY75" fmla="*/ 154106 h 160140"/>
                <a:gd name="connsiteX76" fmla="*/ 130546 w 160308"/>
                <a:gd name="connsiteY76" fmla="*/ 141139 h 160140"/>
                <a:gd name="connsiteX77" fmla="*/ 120142 w 160308"/>
                <a:gd name="connsiteY77" fmla="*/ 128155 h 160140"/>
                <a:gd name="connsiteX78" fmla="*/ 124979 w 160308"/>
                <a:gd name="connsiteY78" fmla="*/ 122120 h 160140"/>
                <a:gd name="connsiteX79" fmla="*/ 137790 w 160308"/>
                <a:gd name="connsiteY79" fmla="*/ 138124 h 160140"/>
                <a:gd name="connsiteX80" fmla="*/ 137790 w 160308"/>
                <a:gd name="connsiteY80" fmla="*/ 144158 h 160140"/>
                <a:gd name="connsiteX81" fmla="*/ 91757 w 160308"/>
                <a:gd name="connsiteY81" fmla="*/ 160141 h 160140"/>
                <a:gd name="connsiteX82" fmla="*/ 78935 w 160308"/>
                <a:gd name="connsiteY82" fmla="*/ 144154 h 160140"/>
                <a:gd name="connsiteX83" fmla="*/ 78935 w 160308"/>
                <a:gd name="connsiteY83" fmla="*/ 138119 h 160140"/>
                <a:gd name="connsiteX84" fmla="*/ 91743 w 160308"/>
                <a:gd name="connsiteY84" fmla="*/ 122133 h 160140"/>
                <a:gd name="connsiteX85" fmla="*/ 96593 w 160308"/>
                <a:gd name="connsiteY85" fmla="*/ 128155 h 160140"/>
                <a:gd name="connsiteX86" fmla="*/ 86193 w 160308"/>
                <a:gd name="connsiteY86" fmla="*/ 141130 h 160140"/>
                <a:gd name="connsiteX87" fmla="*/ 96593 w 160308"/>
                <a:gd name="connsiteY87" fmla="*/ 154098 h 160140"/>
                <a:gd name="connsiteX88" fmla="*/ 105516 w 160308"/>
                <a:gd name="connsiteY88" fmla="*/ 156936 h 160140"/>
                <a:gd name="connsiteX89" fmla="*/ 99315 w 160308"/>
                <a:gd name="connsiteY89" fmla="*/ 153330 h 160140"/>
                <a:gd name="connsiteX90" fmla="*/ 110032 w 160308"/>
                <a:gd name="connsiteY90" fmla="*/ 124655 h 160140"/>
                <a:gd name="connsiteX91" fmla="*/ 116233 w 160308"/>
                <a:gd name="connsiteY91" fmla="*/ 128264 h 160140"/>
                <a:gd name="connsiteX92" fmla="*/ 97467 w 160308"/>
                <a:gd name="connsiteY92" fmla="*/ 115187 h 160140"/>
                <a:gd name="connsiteX93" fmla="*/ 90624 w 160308"/>
                <a:gd name="connsiteY93" fmla="*/ 115187 h 160140"/>
                <a:gd name="connsiteX94" fmla="*/ 90624 w 160308"/>
                <a:gd name="connsiteY94" fmla="*/ 106648 h 160140"/>
                <a:gd name="connsiteX95" fmla="*/ 97467 w 160308"/>
                <a:gd name="connsiteY95" fmla="*/ 106648 h 160140"/>
                <a:gd name="connsiteX96" fmla="*/ 97467 w 160308"/>
                <a:gd name="connsiteY96" fmla="*/ 115179 h 160140"/>
                <a:gd name="connsiteX97" fmla="*/ 107727 w 160308"/>
                <a:gd name="connsiteY97" fmla="*/ 115187 h 160140"/>
                <a:gd name="connsiteX98" fmla="*/ 100888 w 160308"/>
                <a:gd name="connsiteY98" fmla="*/ 115187 h 160140"/>
                <a:gd name="connsiteX99" fmla="*/ 100888 w 160308"/>
                <a:gd name="connsiteY99" fmla="*/ 106648 h 160140"/>
                <a:gd name="connsiteX100" fmla="*/ 107730 w 160308"/>
                <a:gd name="connsiteY100" fmla="*/ 106648 h 160140"/>
                <a:gd name="connsiteX101" fmla="*/ 107730 w 160308"/>
                <a:gd name="connsiteY101" fmla="*/ 115179 h 160140"/>
                <a:gd name="connsiteX102" fmla="*/ 117987 w 160308"/>
                <a:gd name="connsiteY102" fmla="*/ 115187 h 160140"/>
                <a:gd name="connsiteX103" fmla="*/ 111148 w 160308"/>
                <a:gd name="connsiteY103" fmla="*/ 115187 h 160140"/>
                <a:gd name="connsiteX104" fmla="*/ 111148 w 160308"/>
                <a:gd name="connsiteY104" fmla="*/ 106648 h 160140"/>
                <a:gd name="connsiteX105" fmla="*/ 117990 w 160308"/>
                <a:gd name="connsiteY105" fmla="*/ 106648 h 160140"/>
                <a:gd name="connsiteX106" fmla="*/ 117990 w 160308"/>
                <a:gd name="connsiteY106" fmla="*/ 115179 h 160140"/>
                <a:gd name="connsiteX107" fmla="*/ 128247 w 160308"/>
                <a:gd name="connsiteY107" fmla="*/ 115187 h 160140"/>
                <a:gd name="connsiteX108" fmla="*/ 121418 w 160308"/>
                <a:gd name="connsiteY108" fmla="*/ 115187 h 160140"/>
                <a:gd name="connsiteX109" fmla="*/ 121418 w 160308"/>
                <a:gd name="connsiteY109" fmla="*/ 106648 h 160140"/>
                <a:gd name="connsiteX110" fmla="*/ 128240 w 160308"/>
                <a:gd name="connsiteY110" fmla="*/ 106648 h 160140"/>
                <a:gd name="connsiteX111" fmla="*/ 128240 w 160308"/>
                <a:gd name="connsiteY111" fmla="*/ 115179 h 160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60308" h="160140">
                  <a:moveTo>
                    <a:pt x="138875" y="119067"/>
                  </a:moveTo>
                  <a:lnTo>
                    <a:pt x="136146" y="111253"/>
                  </a:lnTo>
                  <a:cubicBezTo>
                    <a:pt x="146830" y="105193"/>
                    <a:pt x="153622" y="91918"/>
                    <a:pt x="153474" y="77386"/>
                  </a:cubicBezTo>
                  <a:cubicBezTo>
                    <a:pt x="153834" y="57591"/>
                    <a:pt x="141173" y="41167"/>
                    <a:pt x="125163" y="40660"/>
                  </a:cubicBezTo>
                  <a:cubicBezTo>
                    <a:pt x="123852" y="40673"/>
                    <a:pt x="122543" y="40805"/>
                    <a:pt x="121247" y="41057"/>
                  </a:cubicBezTo>
                  <a:cubicBezTo>
                    <a:pt x="119649" y="41343"/>
                    <a:pt x="118107" y="40204"/>
                    <a:pt x="117553" y="38328"/>
                  </a:cubicBezTo>
                  <a:cubicBezTo>
                    <a:pt x="112587" y="20633"/>
                    <a:pt x="99163" y="8705"/>
                    <a:pt x="84014" y="8527"/>
                  </a:cubicBezTo>
                  <a:cubicBezTo>
                    <a:pt x="74461" y="8551"/>
                    <a:pt x="65332" y="13407"/>
                    <a:pt x="58749" y="21966"/>
                  </a:cubicBezTo>
                  <a:cubicBezTo>
                    <a:pt x="57531" y="23521"/>
                    <a:pt x="55559" y="23683"/>
                    <a:pt x="54186" y="22342"/>
                  </a:cubicBezTo>
                  <a:cubicBezTo>
                    <a:pt x="50978" y="19145"/>
                    <a:pt x="46984" y="17398"/>
                    <a:pt x="42865" y="17391"/>
                  </a:cubicBezTo>
                  <a:cubicBezTo>
                    <a:pt x="32181" y="17750"/>
                    <a:pt x="23744" y="28724"/>
                    <a:pt x="23996" y="41934"/>
                  </a:cubicBezTo>
                  <a:cubicBezTo>
                    <a:pt x="23988" y="45217"/>
                    <a:pt x="24495" y="48471"/>
                    <a:pt x="25490" y="51515"/>
                  </a:cubicBezTo>
                  <a:cubicBezTo>
                    <a:pt x="25857" y="52638"/>
                    <a:pt x="25825" y="53901"/>
                    <a:pt x="25401" y="54994"/>
                  </a:cubicBezTo>
                  <a:cubicBezTo>
                    <a:pt x="24978" y="56082"/>
                    <a:pt x="24200" y="56897"/>
                    <a:pt x="23262" y="57233"/>
                  </a:cubicBezTo>
                  <a:cubicBezTo>
                    <a:pt x="13393" y="61011"/>
                    <a:pt x="6711" y="72369"/>
                    <a:pt x="6846" y="85141"/>
                  </a:cubicBezTo>
                  <a:cubicBezTo>
                    <a:pt x="6786" y="93977"/>
                    <a:pt x="9948" y="102377"/>
                    <a:pt x="15455" y="108010"/>
                  </a:cubicBezTo>
                  <a:lnTo>
                    <a:pt x="11136" y="114635"/>
                  </a:lnTo>
                  <a:cubicBezTo>
                    <a:pt x="-1989" y="101119"/>
                    <a:pt x="-3768" y="77007"/>
                    <a:pt x="7164" y="60779"/>
                  </a:cubicBezTo>
                  <a:cubicBezTo>
                    <a:pt x="10117" y="56395"/>
                    <a:pt x="13826" y="52884"/>
                    <a:pt x="18020" y="50503"/>
                  </a:cubicBezTo>
                  <a:cubicBezTo>
                    <a:pt x="17438" y="47702"/>
                    <a:pt x="17145" y="44821"/>
                    <a:pt x="17146" y="41930"/>
                  </a:cubicBezTo>
                  <a:cubicBezTo>
                    <a:pt x="16874" y="24026"/>
                    <a:pt x="28377" y="9229"/>
                    <a:pt x="42858" y="8856"/>
                  </a:cubicBezTo>
                  <a:cubicBezTo>
                    <a:pt x="47487" y="8852"/>
                    <a:pt x="52024" y="10459"/>
                    <a:pt x="55949" y="13494"/>
                  </a:cubicBezTo>
                  <a:cubicBezTo>
                    <a:pt x="63608" y="4818"/>
                    <a:pt x="73619" y="3"/>
                    <a:pt x="84007" y="0"/>
                  </a:cubicBezTo>
                  <a:cubicBezTo>
                    <a:pt x="101040" y="124"/>
                    <a:pt x="116366" y="12814"/>
                    <a:pt x="122943" y="32239"/>
                  </a:cubicBezTo>
                  <a:cubicBezTo>
                    <a:pt x="123679" y="32169"/>
                    <a:pt x="124418" y="32134"/>
                    <a:pt x="125156" y="32134"/>
                  </a:cubicBezTo>
                  <a:cubicBezTo>
                    <a:pt x="144956" y="32668"/>
                    <a:pt x="160674" y="52906"/>
                    <a:pt x="160302" y="77386"/>
                  </a:cubicBezTo>
                  <a:cubicBezTo>
                    <a:pt x="160455" y="95296"/>
                    <a:pt x="152056" y="111634"/>
                    <a:pt x="138875" y="119067"/>
                  </a:cubicBezTo>
                  <a:close/>
                  <a:moveTo>
                    <a:pt x="48240" y="151960"/>
                  </a:moveTo>
                  <a:cubicBezTo>
                    <a:pt x="38827" y="151904"/>
                    <a:pt x="31230" y="142429"/>
                    <a:pt x="31268" y="130790"/>
                  </a:cubicBezTo>
                  <a:lnTo>
                    <a:pt x="31268" y="114926"/>
                  </a:lnTo>
                  <a:lnTo>
                    <a:pt x="38110" y="114926"/>
                  </a:lnTo>
                  <a:lnTo>
                    <a:pt x="38110" y="130807"/>
                  </a:lnTo>
                  <a:cubicBezTo>
                    <a:pt x="38110" y="137724"/>
                    <a:pt x="42645" y="143332"/>
                    <a:pt x="48240" y="143332"/>
                  </a:cubicBezTo>
                  <a:cubicBezTo>
                    <a:pt x="53835" y="143332"/>
                    <a:pt x="58371" y="137724"/>
                    <a:pt x="58371" y="130807"/>
                  </a:cubicBezTo>
                  <a:lnTo>
                    <a:pt x="58371" y="66287"/>
                  </a:lnTo>
                  <a:cubicBezTo>
                    <a:pt x="58371" y="54698"/>
                    <a:pt x="65970" y="45303"/>
                    <a:pt x="75343" y="45303"/>
                  </a:cubicBezTo>
                  <a:cubicBezTo>
                    <a:pt x="84717" y="45303"/>
                    <a:pt x="92316" y="54698"/>
                    <a:pt x="92316" y="66287"/>
                  </a:cubicBezTo>
                  <a:lnTo>
                    <a:pt x="92316" y="101971"/>
                  </a:lnTo>
                  <a:lnTo>
                    <a:pt x="85474" y="101971"/>
                  </a:lnTo>
                  <a:lnTo>
                    <a:pt x="85474" y="66283"/>
                  </a:lnTo>
                  <a:cubicBezTo>
                    <a:pt x="85474" y="59366"/>
                    <a:pt x="80938" y="53758"/>
                    <a:pt x="75343" y="53758"/>
                  </a:cubicBezTo>
                  <a:cubicBezTo>
                    <a:pt x="69749" y="53758"/>
                    <a:pt x="65213" y="59366"/>
                    <a:pt x="65213" y="66283"/>
                  </a:cubicBezTo>
                  <a:lnTo>
                    <a:pt x="65213" y="130803"/>
                  </a:lnTo>
                  <a:cubicBezTo>
                    <a:pt x="65253" y="142443"/>
                    <a:pt x="57655" y="151921"/>
                    <a:pt x="48240" y="151976"/>
                  </a:cubicBezTo>
                  <a:close/>
                  <a:moveTo>
                    <a:pt x="36302" y="120113"/>
                  </a:moveTo>
                  <a:cubicBezTo>
                    <a:pt x="28748" y="120344"/>
                    <a:pt x="22465" y="112980"/>
                    <a:pt x="22249" y="103641"/>
                  </a:cubicBezTo>
                  <a:lnTo>
                    <a:pt x="22249" y="78495"/>
                  </a:lnTo>
                  <a:cubicBezTo>
                    <a:pt x="22240" y="76153"/>
                    <a:pt x="23766" y="74244"/>
                    <a:pt x="25660" y="74228"/>
                  </a:cubicBezTo>
                  <a:lnTo>
                    <a:pt x="46924" y="74228"/>
                  </a:lnTo>
                  <a:cubicBezTo>
                    <a:pt x="48818" y="74244"/>
                    <a:pt x="50344" y="76153"/>
                    <a:pt x="50335" y="78495"/>
                  </a:cubicBezTo>
                  <a:lnTo>
                    <a:pt x="50335" y="103654"/>
                  </a:lnTo>
                  <a:cubicBezTo>
                    <a:pt x="50124" y="112995"/>
                    <a:pt x="43844" y="120367"/>
                    <a:pt x="36289" y="120142"/>
                  </a:cubicBezTo>
                  <a:close/>
                  <a:moveTo>
                    <a:pt x="29078" y="82763"/>
                  </a:moveTo>
                  <a:lnTo>
                    <a:pt x="29078" y="103654"/>
                  </a:lnTo>
                  <a:cubicBezTo>
                    <a:pt x="29312" y="108298"/>
                    <a:pt x="32530" y="111842"/>
                    <a:pt x="36289" y="111594"/>
                  </a:cubicBezTo>
                  <a:cubicBezTo>
                    <a:pt x="40048" y="111842"/>
                    <a:pt x="43267" y="108299"/>
                    <a:pt x="43503" y="103654"/>
                  </a:cubicBezTo>
                  <a:lnTo>
                    <a:pt x="43503" y="82763"/>
                  </a:lnTo>
                  <a:lnTo>
                    <a:pt x="29078" y="82763"/>
                  </a:lnTo>
                  <a:close/>
                  <a:moveTo>
                    <a:pt x="46160" y="98113"/>
                  </a:moveTo>
                  <a:lnTo>
                    <a:pt x="25636" y="98113"/>
                  </a:lnTo>
                  <a:lnTo>
                    <a:pt x="25636" y="89582"/>
                  </a:lnTo>
                  <a:lnTo>
                    <a:pt x="46160" y="89582"/>
                  </a:lnTo>
                  <a:lnTo>
                    <a:pt x="46160" y="98113"/>
                  </a:lnTo>
                  <a:close/>
                  <a:moveTo>
                    <a:pt x="44696" y="77551"/>
                  </a:moveTo>
                  <a:lnTo>
                    <a:pt x="37851" y="77551"/>
                  </a:lnTo>
                  <a:lnTo>
                    <a:pt x="37851" y="69850"/>
                  </a:lnTo>
                  <a:lnTo>
                    <a:pt x="34723" y="69850"/>
                  </a:lnTo>
                  <a:lnTo>
                    <a:pt x="34723" y="77551"/>
                  </a:lnTo>
                  <a:lnTo>
                    <a:pt x="27881" y="77551"/>
                  </a:lnTo>
                  <a:lnTo>
                    <a:pt x="27881" y="65587"/>
                  </a:lnTo>
                  <a:cubicBezTo>
                    <a:pt x="27871" y="63245"/>
                    <a:pt x="29397" y="61336"/>
                    <a:pt x="31292" y="61319"/>
                  </a:cubicBezTo>
                  <a:lnTo>
                    <a:pt x="41262" y="61319"/>
                  </a:lnTo>
                  <a:cubicBezTo>
                    <a:pt x="43156" y="61336"/>
                    <a:pt x="44682" y="63245"/>
                    <a:pt x="44673" y="65587"/>
                  </a:cubicBezTo>
                  <a:lnTo>
                    <a:pt x="44673" y="77551"/>
                  </a:lnTo>
                  <a:close/>
                  <a:moveTo>
                    <a:pt x="124979" y="160141"/>
                  </a:moveTo>
                  <a:lnTo>
                    <a:pt x="120142" y="154106"/>
                  </a:lnTo>
                  <a:lnTo>
                    <a:pt x="130546" y="141139"/>
                  </a:lnTo>
                  <a:lnTo>
                    <a:pt x="120142" y="128155"/>
                  </a:lnTo>
                  <a:lnTo>
                    <a:pt x="124979" y="122120"/>
                  </a:lnTo>
                  <a:lnTo>
                    <a:pt x="137790" y="138124"/>
                  </a:lnTo>
                  <a:cubicBezTo>
                    <a:pt x="139127" y="139796"/>
                    <a:pt x="139127" y="142486"/>
                    <a:pt x="137790" y="144158"/>
                  </a:cubicBezTo>
                  <a:close/>
                  <a:moveTo>
                    <a:pt x="91757" y="160141"/>
                  </a:moveTo>
                  <a:lnTo>
                    <a:pt x="78935" y="144154"/>
                  </a:lnTo>
                  <a:cubicBezTo>
                    <a:pt x="77599" y="142482"/>
                    <a:pt x="77599" y="139792"/>
                    <a:pt x="78935" y="138119"/>
                  </a:cubicBezTo>
                  <a:lnTo>
                    <a:pt x="91743" y="122133"/>
                  </a:lnTo>
                  <a:lnTo>
                    <a:pt x="96593" y="128155"/>
                  </a:lnTo>
                  <a:lnTo>
                    <a:pt x="86193" y="141130"/>
                  </a:lnTo>
                  <a:lnTo>
                    <a:pt x="96593" y="154098"/>
                  </a:lnTo>
                  <a:close/>
                  <a:moveTo>
                    <a:pt x="105516" y="156936"/>
                  </a:moveTo>
                  <a:lnTo>
                    <a:pt x="99315" y="153330"/>
                  </a:lnTo>
                  <a:lnTo>
                    <a:pt x="110032" y="124655"/>
                  </a:lnTo>
                  <a:lnTo>
                    <a:pt x="116233" y="128264"/>
                  </a:lnTo>
                  <a:close/>
                  <a:moveTo>
                    <a:pt x="97467" y="115187"/>
                  </a:moveTo>
                  <a:lnTo>
                    <a:pt x="90624" y="115187"/>
                  </a:lnTo>
                  <a:lnTo>
                    <a:pt x="90624" y="106648"/>
                  </a:lnTo>
                  <a:lnTo>
                    <a:pt x="97467" y="106648"/>
                  </a:lnTo>
                  <a:lnTo>
                    <a:pt x="97467" y="115179"/>
                  </a:lnTo>
                  <a:close/>
                  <a:moveTo>
                    <a:pt x="107727" y="115187"/>
                  </a:moveTo>
                  <a:lnTo>
                    <a:pt x="100888" y="115187"/>
                  </a:lnTo>
                  <a:lnTo>
                    <a:pt x="100888" y="106648"/>
                  </a:lnTo>
                  <a:lnTo>
                    <a:pt x="107730" y="106648"/>
                  </a:lnTo>
                  <a:lnTo>
                    <a:pt x="107730" y="115179"/>
                  </a:lnTo>
                  <a:close/>
                  <a:moveTo>
                    <a:pt x="117987" y="115187"/>
                  </a:moveTo>
                  <a:lnTo>
                    <a:pt x="111148" y="115187"/>
                  </a:lnTo>
                  <a:lnTo>
                    <a:pt x="111148" y="106648"/>
                  </a:lnTo>
                  <a:lnTo>
                    <a:pt x="117990" y="106648"/>
                  </a:lnTo>
                  <a:lnTo>
                    <a:pt x="117990" y="115179"/>
                  </a:lnTo>
                  <a:close/>
                  <a:moveTo>
                    <a:pt x="128247" y="115187"/>
                  </a:moveTo>
                  <a:lnTo>
                    <a:pt x="121418" y="115187"/>
                  </a:lnTo>
                  <a:lnTo>
                    <a:pt x="121418" y="106648"/>
                  </a:lnTo>
                  <a:lnTo>
                    <a:pt x="128240" y="106648"/>
                  </a:lnTo>
                  <a:lnTo>
                    <a:pt x="128240" y="115179"/>
                  </a:lnTo>
                  <a:close/>
                </a:path>
              </a:pathLst>
            </a:custGeom>
            <a:solidFill>
              <a:schemeClr val="accent2"/>
            </a:solidFill>
            <a:ln w="120" cap="flat">
              <a:solidFill>
                <a:schemeClr val="accent2"/>
              </a:solidFill>
              <a:prstDash val="solid"/>
              <a:miter/>
            </a:ln>
          </p:spPr>
          <p:txBody>
            <a:bodyPr rtlCol="0" anchor="ctr"/>
            <a:lstStyle/>
            <a:p>
              <a:endParaRPr lang="zh-CN" altLang="en-US"/>
            </a:p>
          </p:txBody>
        </p:sp>
        <p:grpSp>
          <p:nvGrpSpPr>
            <p:cNvPr id="275" name="组合 274">
              <a:extLst>
                <a:ext uri="{FF2B5EF4-FFF2-40B4-BE49-F238E27FC236}">
                  <a16:creationId xmlns:a16="http://schemas.microsoft.com/office/drawing/2014/main" id="{47653B40-E125-D826-0B17-F37F40CE0071}"/>
                </a:ext>
              </a:extLst>
            </p:cNvPr>
            <p:cNvGrpSpPr/>
            <p:nvPr/>
          </p:nvGrpSpPr>
          <p:grpSpPr>
            <a:xfrm>
              <a:off x="4193849" y="5207440"/>
              <a:ext cx="197446" cy="181297"/>
              <a:chOff x="4193849" y="5207517"/>
              <a:chExt cx="197446" cy="197366"/>
            </a:xfrm>
          </p:grpSpPr>
          <p:sp>
            <p:nvSpPr>
              <p:cNvPr id="273" name="任意多边形: 形状 272">
                <a:extLst>
                  <a:ext uri="{FF2B5EF4-FFF2-40B4-BE49-F238E27FC236}">
                    <a16:creationId xmlns:a16="http://schemas.microsoft.com/office/drawing/2014/main" id="{9EF47E4C-1041-48D9-E257-B8857AF468A1}"/>
                  </a:ext>
                </a:extLst>
              </p:cNvPr>
              <p:cNvSpPr/>
              <p:nvPr/>
            </p:nvSpPr>
            <p:spPr>
              <a:xfrm>
                <a:off x="4193849" y="5207517"/>
                <a:ext cx="197446" cy="197366"/>
              </a:xfrm>
              <a:custGeom>
                <a:avLst/>
                <a:gdLst>
                  <a:gd name="connsiteX0" fmla="*/ 178621 w 197446"/>
                  <a:gd name="connsiteY0" fmla="*/ 87458 h 197366"/>
                  <a:gd name="connsiteX1" fmla="*/ 160387 w 197446"/>
                  <a:gd name="connsiteY1" fmla="*/ 102230 h 197366"/>
                  <a:gd name="connsiteX2" fmla="*/ 154317 w 197446"/>
                  <a:gd name="connsiteY2" fmla="*/ 102230 h 197366"/>
                  <a:gd name="connsiteX3" fmla="*/ 154317 w 197446"/>
                  <a:gd name="connsiteY3" fmla="*/ 48897 h 197366"/>
                  <a:gd name="connsiteX4" fmla="*/ 160387 w 197446"/>
                  <a:gd name="connsiteY4" fmla="*/ 48897 h 197366"/>
                  <a:gd name="connsiteX5" fmla="*/ 183273 w 197446"/>
                  <a:gd name="connsiteY5" fmla="*/ 62925 h 197366"/>
                  <a:gd name="connsiteX6" fmla="*/ 196762 w 197446"/>
                  <a:gd name="connsiteY6" fmla="*/ 39122 h 197366"/>
                  <a:gd name="connsiteX7" fmla="*/ 173875 w 197446"/>
                  <a:gd name="connsiteY7" fmla="*/ 25094 h 197366"/>
                  <a:gd name="connsiteX8" fmla="*/ 160387 w 197446"/>
                  <a:gd name="connsiteY8" fmla="*/ 39122 h 197366"/>
                  <a:gd name="connsiteX9" fmla="*/ 150379 w 197446"/>
                  <a:gd name="connsiteY9" fmla="*/ 39122 h 197366"/>
                  <a:gd name="connsiteX10" fmla="*/ 124786 w 197446"/>
                  <a:gd name="connsiteY10" fmla="*/ 11310 h 197366"/>
                  <a:gd name="connsiteX11" fmla="*/ 93311 w 197446"/>
                  <a:gd name="connsiteY11" fmla="*/ 341 h 197366"/>
                  <a:gd name="connsiteX12" fmla="*/ 93287 w 197446"/>
                  <a:gd name="connsiteY12" fmla="*/ 317 h 197366"/>
                  <a:gd name="connsiteX13" fmla="*/ 93240 w 197446"/>
                  <a:gd name="connsiteY13" fmla="*/ 341 h 197366"/>
                  <a:gd name="connsiteX14" fmla="*/ 85764 w 197446"/>
                  <a:gd name="connsiteY14" fmla="*/ 0 h 197366"/>
                  <a:gd name="connsiteX15" fmla="*/ 48406 w 197446"/>
                  <a:gd name="connsiteY15" fmla="*/ 12651 h 197366"/>
                  <a:gd name="connsiteX16" fmla="*/ 25367 w 197446"/>
                  <a:gd name="connsiteY16" fmla="*/ 50091 h 197366"/>
                  <a:gd name="connsiteX17" fmla="*/ 25274 w 197446"/>
                  <a:gd name="connsiteY17" fmla="*/ 50384 h 197366"/>
                  <a:gd name="connsiteX18" fmla="*/ 25227 w 197446"/>
                  <a:gd name="connsiteY18" fmla="*/ 50676 h 197366"/>
                  <a:gd name="connsiteX19" fmla="*/ 5118 w 197446"/>
                  <a:gd name="connsiteY19" fmla="*/ 104960 h 197366"/>
                  <a:gd name="connsiteX20" fmla="*/ 149 w 197446"/>
                  <a:gd name="connsiteY20" fmla="*/ 113540 h 197366"/>
                  <a:gd name="connsiteX21" fmla="*/ 1602 w 197446"/>
                  <a:gd name="connsiteY21" fmla="*/ 120170 h 197366"/>
                  <a:gd name="connsiteX22" fmla="*/ 13204 w 197446"/>
                  <a:gd name="connsiteY22" fmla="*/ 125947 h 197366"/>
                  <a:gd name="connsiteX23" fmla="*/ 16743 w 197446"/>
                  <a:gd name="connsiteY23" fmla="*/ 127531 h 197366"/>
                  <a:gd name="connsiteX24" fmla="*/ 19274 w 197446"/>
                  <a:gd name="connsiteY24" fmla="*/ 132260 h 197366"/>
                  <a:gd name="connsiteX25" fmla="*/ 21289 w 197446"/>
                  <a:gd name="connsiteY25" fmla="*/ 151151 h 197366"/>
                  <a:gd name="connsiteX26" fmla="*/ 25320 w 197446"/>
                  <a:gd name="connsiteY26" fmla="*/ 160584 h 197366"/>
                  <a:gd name="connsiteX27" fmla="*/ 37414 w 197446"/>
                  <a:gd name="connsiteY27" fmla="*/ 163728 h 197366"/>
                  <a:gd name="connsiteX28" fmla="*/ 53538 w 197446"/>
                  <a:gd name="connsiteY28" fmla="*/ 168969 h 197366"/>
                  <a:gd name="connsiteX29" fmla="*/ 57569 w 197446"/>
                  <a:gd name="connsiteY29" fmla="*/ 180523 h 197366"/>
                  <a:gd name="connsiteX30" fmla="*/ 57569 w 197446"/>
                  <a:gd name="connsiteY30" fmla="*/ 196537 h 197366"/>
                  <a:gd name="connsiteX31" fmla="*/ 130153 w 197446"/>
                  <a:gd name="connsiteY31" fmla="*/ 197366 h 197366"/>
                  <a:gd name="connsiteX32" fmla="*/ 130153 w 197446"/>
                  <a:gd name="connsiteY32" fmla="*/ 159487 h 197366"/>
                  <a:gd name="connsiteX33" fmla="*/ 132825 w 197446"/>
                  <a:gd name="connsiteY33" fmla="*/ 155758 h 197366"/>
                  <a:gd name="connsiteX34" fmla="*/ 132989 w 197446"/>
                  <a:gd name="connsiteY34" fmla="*/ 155806 h 197366"/>
                  <a:gd name="connsiteX35" fmla="*/ 133106 w 197446"/>
                  <a:gd name="connsiteY35" fmla="*/ 155392 h 197366"/>
                  <a:gd name="connsiteX36" fmla="*/ 148317 w 197446"/>
                  <a:gd name="connsiteY36" fmla="*/ 132211 h 197366"/>
                  <a:gd name="connsiteX37" fmla="*/ 152864 w 197446"/>
                  <a:gd name="connsiteY37" fmla="*/ 123290 h 197366"/>
                  <a:gd name="connsiteX38" fmla="*/ 153989 w 197446"/>
                  <a:gd name="connsiteY38" fmla="*/ 120023 h 197366"/>
                  <a:gd name="connsiteX39" fmla="*/ 154364 w 197446"/>
                  <a:gd name="connsiteY39" fmla="*/ 117537 h 197366"/>
                  <a:gd name="connsiteX40" fmla="*/ 154364 w 197446"/>
                  <a:gd name="connsiteY40" fmla="*/ 112004 h 197366"/>
                  <a:gd name="connsiteX41" fmla="*/ 160457 w 197446"/>
                  <a:gd name="connsiteY41" fmla="*/ 112004 h 197366"/>
                  <a:gd name="connsiteX42" fmla="*/ 183436 w 197446"/>
                  <a:gd name="connsiteY42" fmla="*/ 125923 h 197366"/>
                  <a:gd name="connsiteX43" fmla="*/ 196819 w 197446"/>
                  <a:gd name="connsiteY43" fmla="*/ 102025 h 197366"/>
                  <a:gd name="connsiteX44" fmla="*/ 178621 w 197446"/>
                  <a:gd name="connsiteY44" fmla="*/ 87458 h 197366"/>
                  <a:gd name="connsiteX45" fmla="*/ 144965 w 197446"/>
                  <a:gd name="connsiteY45" fmla="*/ 102230 h 197366"/>
                  <a:gd name="connsiteX46" fmla="*/ 116630 w 197446"/>
                  <a:gd name="connsiteY46" fmla="*/ 102230 h 197366"/>
                  <a:gd name="connsiteX47" fmla="*/ 116630 w 197446"/>
                  <a:gd name="connsiteY47" fmla="*/ 81048 h 197366"/>
                  <a:gd name="connsiteX48" fmla="*/ 116677 w 197446"/>
                  <a:gd name="connsiteY48" fmla="*/ 81048 h 197366"/>
                  <a:gd name="connsiteX49" fmla="*/ 116677 w 197446"/>
                  <a:gd name="connsiteY49" fmla="*/ 71297 h 197366"/>
                  <a:gd name="connsiteX50" fmla="*/ 116630 w 197446"/>
                  <a:gd name="connsiteY50" fmla="*/ 71297 h 197366"/>
                  <a:gd name="connsiteX51" fmla="*/ 116630 w 197446"/>
                  <a:gd name="connsiteY51" fmla="*/ 48897 h 197366"/>
                  <a:gd name="connsiteX52" fmla="*/ 144942 w 197446"/>
                  <a:gd name="connsiteY52" fmla="*/ 48897 h 197366"/>
                  <a:gd name="connsiteX53" fmla="*/ 144942 w 197446"/>
                  <a:gd name="connsiteY53" fmla="*/ 102230 h 197366"/>
                  <a:gd name="connsiteX54" fmla="*/ 178621 w 197446"/>
                  <a:gd name="connsiteY54" fmla="*/ 34223 h 197366"/>
                  <a:gd name="connsiteX55" fmla="*/ 188089 w 197446"/>
                  <a:gd name="connsiteY55" fmla="*/ 44022 h 197366"/>
                  <a:gd name="connsiteX56" fmla="*/ 178667 w 197446"/>
                  <a:gd name="connsiteY56" fmla="*/ 53869 h 197366"/>
                  <a:gd name="connsiteX57" fmla="*/ 169199 w 197446"/>
                  <a:gd name="connsiteY57" fmla="*/ 44070 h 197366"/>
                  <a:gd name="connsiteX58" fmla="*/ 169199 w 197446"/>
                  <a:gd name="connsiteY58" fmla="*/ 44046 h 197366"/>
                  <a:gd name="connsiteX59" fmla="*/ 178621 w 197446"/>
                  <a:gd name="connsiteY59" fmla="*/ 34223 h 197366"/>
                  <a:gd name="connsiteX60" fmla="*/ 139083 w 197446"/>
                  <a:gd name="connsiteY60" fmla="*/ 39147 h 197366"/>
                  <a:gd name="connsiteX61" fmla="*/ 107302 w 197446"/>
                  <a:gd name="connsiteY61" fmla="*/ 39147 h 197366"/>
                  <a:gd name="connsiteX62" fmla="*/ 107302 w 197446"/>
                  <a:gd name="connsiteY62" fmla="*/ 39195 h 197366"/>
                  <a:gd name="connsiteX63" fmla="*/ 107256 w 197446"/>
                  <a:gd name="connsiteY63" fmla="*/ 39195 h 197366"/>
                  <a:gd name="connsiteX64" fmla="*/ 107256 w 197446"/>
                  <a:gd name="connsiteY64" fmla="*/ 71322 h 197366"/>
                  <a:gd name="connsiteX65" fmla="*/ 77345 w 197446"/>
                  <a:gd name="connsiteY65" fmla="*/ 71322 h 197366"/>
                  <a:gd name="connsiteX66" fmla="*/ 66025 w 197446"/>
                  <a:gd name="connsiteY66" fmla="*/ 59280 h 197366"/>
                  <a:gd name="connsiteX67" fmla="*/ 72260 w 197446"/>
                  <a:gd name="connsiteY67" fmla="*/ 35929 h 197366"/>
                  <a:gd name="connsiteX68" fmla="*/ 95556 w 197446"/>
                  <a:gd name="connsiteY68" fmla="*/ 10408 h 197366"/>
                  <a:gd name="connsiteX69" fmla="*/ 139083 w 197446"/>
                  <a:gd name="connsiteY69" fmla="*/ 39147 h 197366"/>
                  <a:gd name="connsiteX70" fmla="*/ 59562 w 197446"/>
                  <a:gd name="connsiteY70" fmla="*/ 87458 h 197366"/>
                  <a:gd name="connsiteX71" fmla="*/ 50093 w 197446"/>
                  <a:gd name="connsiteY71" fmla="*/ 77659 h 197366"/>
                  <a:gd name="connsiteX72" fmla="*/ 59515 w 197446"/>
                  <a:gd name="connsiteY72" fmla="*/ 67812 h 197366"/>
                  <a:gd name="connsiteX73" fmla="*/ 68983 w 197446"/>
                  <a:gd name="connsiteY73" fmla="*/ 77611 h 197366"/>
                  <a:gd name="connsiteX74" fmla="*/ 68983 w 197446"/>
                  <a:gd name="connsiteY74" fmla="*/ 77635 h 197366"/>
                  <a:gd name="connsiteX75" fmla="*/ 59562 w 197446"/>
                  <a:gd name="connsiteY75" fmla="*/ 87458 h 197366"/>
                  <a:gd name="connsiteX76" fmla="*/ 122630 w 197446"/>
                  <a:gd name="connsiteY76" fmla="*/ 153637 h 197366"/>
                  <a:gd name="connsiteX77" fmla="*/ 120755 w 197446"/>
                  <a:gd name="connsiteY77" fmla="*/ 156245 h 197366"/>
                  <a:gd name="connsiteX78" fmla="*/ 120755 w 197446"/>
                  <a:gd name="connsiteY78" fmla="*/ 187470 h 197366"/>
                  <a:gd name="connsiteX79" fmla="*/ 66921 w 197446"/>
                  <a:gd name="connsiteY79" fmla="*/ 186860 h 197366"/>
                  <a:gd name="connsiteX80" fmla="*/ 66921 w 197446"/>
                  <a:gd name="connsiteY80" fmla="*/ 180498 h 197366"/>
                  <a:gd name="connsiteX81" fmla="*/ 60148 w 197446"/>
                  <a:gd name="connsiteY81" fmla="*/ 162071 h 197366"/>
                  <a:gd name="connsiteX82" fmla="*/ 37390 w 197446"/>
                  <a:gd name="connsiteY82" fmla="*/ 153954 h 197366"/>
                  <a:gd name="connsiteX83" fmla="*/ 30922 w 197446"/>
                  <a:gd name="connsiteY83" fmla="*/ 152759 h 197366"/>
                  <a:gd name="connsiteX84" fmla="*/ 30641 w 197446"/>
                  <a:gd name="connsiteY84" fmla="*/ 151102 h 197366"/>
                  <a:gd name="connsiteX85" fmla="*/ 28133 w 197446"/>
                  <a:gd name="connsiteY85" fmla="*/ 129140 h 197366"/>
                  <a:gd name="connsiteX86" fmla="*/ 23352 w 197446"/>
                  <a:gd name="connsiteY86" fmla="*/ 120608 h 197366"/>
                  <a:gd name="connsiteX87" fmla="*/ 13180 w 197446"/>
                  <a:gd name="connsiteY87" fmla="*/ 116172 h 197366"/>
                  <a:gd name="connsiteX88" fmla="*/ 9524 w 197446"/>
                  <a:gd name="connsiteY88" fmla="*/ 114807 h 197366"/>
                  <a:gd name="connsiteX89" fmla="*/ 11750 w 197446"/>
                  <a:gd name="connsiteY89" fmla="*/ 111833 h 197366"/>
                  <a:gd name="connsiteX90" fmla="*/ 34367 w 197446"/>
                  <a:gd name="connsiteY90" fmla="*/ 52894 h 197366"/>
                  <a:gd name="connsiteX91" fmla="*/ 54288 w 197446"/>
                  <a:gd name="connsiteY91" fmla="*/ 20256 h 197366"/>
                  <a:gd name="connsiteX92" fmla="*/ 80725 w 197446"/>
                  <a:gd name="connsiteY92" fmla="*/ 9945 h 197366"/>
                  <a:gd name="connsiteX93" fmla="*/ 56702 w 197446"/>
                  <a:gd name="connsiteY93" fmla="*/ 58330 h 197366"/>
                  <a:gd name="connsiteX94" fmla="*/ 41013 w 197446"/>
                  <a:gd name="connsiteY94" fmla="*/ 80681 h 197366"/>
                  <a:gd name="connsiteX95" fmla="*/ 59585 w 197446"/>
                  <a:gd name="connsiteY95" fmla="*/ 97233 h 197366"/>
                  <a:gd name="connsiteX96" fmla="*/ 60757 w 197446"/>
                  <a:gd name="connsiteY96" fmla="*/ 97184 h 197366"/>
                  <a:gd name="connsiteX97" fmla="*/ 61624 w 197446"/>
                  <a:gd name="connsiteY97" fmla="*/ 100523 h 197366"/>
                  <a:gd name="connsiteX98" fmla="*/ 73108 w 197446"/>
                  <a:gd name="connsiteY98" fmla="*/ 123802 h 197366"/>
                  <a:gd name="connsiteX99" fmla="*/ 123169 w 197446"/>
                  <a:gd name="connsiteY99" fmla="*/ 152930 h 197366"/>
                  <a:gd name="connsiteX100" fmla="*/ 122630 w 197446"/>
                  <a:gd name="connsiteY100" fmla="*/ 153637 h 197366"/>
                  <a:gd name="connsiteX101" fmla="*/ 144965 w 197446"/>
                  <a:gd name="connsiteY101" fmla="*/ 117245 h 197366"/>
                  <a:gd name="connsiteX102" fmla="*/ 144918 w 197446"/>
                  <a:gd name="connsiteY102" fmla="*/ 117440 h 197366"/>
                  <a:gd name="connsiteX103" fmla="*/ 144215 w 197446"/>
                  <a:gd name="connsiteY103" fmla="*/ 119438 h 197366"/>
                  <a:gd name="connsiteX104" fmla="*/ 140255 w 197446"/>
                  <a:gd name="connsiteY104" fmla="*/ 127190 h 197366"/>
                  <a:gd name="connsiteX105" fmla="*/ 129075 w 197446"/>
                  <a:gd name="connsiteY105" fmla="*/ 144545 h 197366"/>
                  <a:gd name="connsiteX106" fmla="*/ 80303 w 197446"/>
                  <a:gd name="connsiteY106" fmla="*/ 117537 h 197366"/>
                  <a:gd name="connsiteX107" fmla="*/ 69686 w 197446"/>
                  <a:gd name="connsiteY107" fmla="*/ 94113 h 197366"/>
                  <a:gd name="connsiteX108" fmla="*/ 78077 w 197446"/>
                  <a:gd name="connsiteY108" fmla="*/ 81048 h 197366"/>
                  <a:gd name="connsiteX109" fmla="*/ 107256 w 197446"/>
                  <a:gd name="connsiteY109" fmla="*/ 81048 h 197366"/>
                  <a:gd name="connsiteX110" fmla="*/ 107256 w 197446"/>
                  <a:gd name="connsiteY110" fmla="*/ 112028 h 197366"/>
                  <a:gd name="connsiteX111" fmla="*/ 116630 w 197446"/>
                  <a:gd name="connsiteY111" fmla="*/ 112028 h 197366"/>
                  <a:gd name="connsiteX112" fmla="*/ 116630 w 197446"/>
                  <a:gd name="connsiteY112" fmla="*/ 111980 h 197366"/>
                  <a:gd name="connsiteX113" fmla="*/ 144942 w 197446"/>
                  <a:gd name="connsiteY113" fmla="*/ 111980 h 197366"/>
                  <a:gd name="connsiteX114" fmla="*/ 144942 w 197446"/>
                  <a:gd name="connsiteY114" fmla="*/ 117245 h 197366"/>
                  <a:gd name="connsiteX115" fmla="*/ 178621 w 197446"/>
                  <a:gd name="connsiteY115" fmla="*/ 116830 h 197366"/>
                  <a:gd name="connsiteX116" fmla="*/ 169152 w 197446"/>
                  <a:gd name="connsiteY116" fmla="*/ 107032 h 197366"/>
                  <a:gd name="connsiteX117" fmla="*/ 178574 w 197446"/>
                  <a:gd name="connsiteY117" fmla="*/ 97184 h 197366"/>
                  <a:gd name="connsiteX118" fmla="*/ 188042 w 197446"/>
                  <a:gd name="connsiteY118" fmla="*/ 106983 h 197366"/>
                  <a:gd name="connsiteX119" fmla="*/ 188042 w 197446"/>
                  <a:gd name="connsiteY119" fmla="*/ 107007 h 197366"/>
                  <a:gd name="connsiteX120" fmla="*/ 178621 w 197446"/>
                  <a:gd name="connsiteY120" fmla="*/ 116830 h 197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97446" h="197366">
                    <a:moveTo>
                      <a:pt x="178621" y="87458"/>
                    </a:moveTo>
                    <a:cubicBezTo>
                      <a:pt x="170010" y="87467"/>
                      <a:pt x="162502" y="93549"/>
                      <a:pt x="160387" y="102230"/>
                    </a:cubicBezTo>
                    <a:lnTo>
                      <a:pt x="154317" y="102230"/>
                    </a:lnTo>
                    <a:lnTo>
                      <a:pt x="154317" y="48897"/>
                    </a:lnTo>
                    <a:lnTo>
                      <a:pt x="160387" y="48897"/>
                    </a:lnTo>
                    <a:cubicBezTo>
                      <a:pt x="162982" y="59343"/>
                      <a:pt x="173229" y="65624"/>
                      <a:pt x="183273" y="62925"/>
                    </a:cubicBezTo>
                    <a:cubicBezTo>
                      <a:pt x="193318" y="60226"/>
                      <a:pt x="199357" y="49569"/>
                      <a:pt x="196762" y="39122"/>
                    </a:cubicBezTo>
                    <a:cubicBezTo>
                      <a:pt x="194166" y="28675"/>
                      <a:pt x="183920" y="22395"/>
                      <a:pt x="173875" y="25094"/>
                    </a:cubicBezTo>
                    <a:cubicBezTo>
                      <a:pt x="167261" y="26871"/>
                      <a:pt x="162096" y="32243"/>
                      <a:pt x="160387" y="39122"/>
                    </a:cubicBezTo>
                    <a:lnTo>
                      <a:pt x="150379" y="39122"/>
                    </a:lnTo>
                    <a:cubicBezTo>
                      <a:pt x="143067" y="27081"/>
                      <a:pt x="134489" y="17745"/>
                      <a:pt x="124786" y="11310"/>
                    </a:cubicBezTo>
                    <a:cubicBezTo>
                      <a:pt x="115458" y="5119"/>
                      <a:pt x="104912" y="1438"/>
                      <a:pt x="93311" y="341"/>
                    </a:cubicBezTo>
                    <a:lnTo>
                      <a:pt x="93287" y="317"/>
                    </a:lnTo>
                    <a:cubicBezTo>
                      <a:pt x="93264" y="317"/>
                      <a:pt x="93264" y="341"/>
                      <a:pt x="93240" y="341"/>
                    </a:cubicBezTo>
                    <a:cubicBezTo>
                      <a:pt x="90803" y="122"/>
                      <a:pt x="88295" y="0"/>
                      <a:pt x="85764" y="0"/>
                    </a:cubicBezTo>
                    <a:cubicBezTo>
                      <a:pt x="71018" y="0"/>
                      <a:pt x="58460" y="4241"/>
                      <a:pt x="48406" y="12651"/>
                    </a:cubicBezTo>
                    <a:cubicBezTo>
                      <a:pt x="38468" y="20938"/>
                      <a:pt x="30711" y="33540"/>
                      <a:pt x="25367" y="50091"/>
                    </a:cubicBezTo>
                    <a:lnTo>
                      <a:pt x="25274" y="50384"/>
                    </a:lnTo>
                    <a:lnTo>
                      <a:pt x="25227" y="50676"/>
                    </a:lnTo>
                    <a:cubicBezTo>
                      <a:pt x="19883" y="78366"/>
                      <a:pt x="13110" y="96623"/>
                      <a:pt x="5118" y="104960"/>
                    </a:cubicBezTo>
                    <a:cubicBezTo>
                      <a:pt x="2282" y="107909"/>
                      <a:pt x="618" y="110785"/>
                      <a:pt x="149" y="113540"/>
                    </a:cubicBezTo>
                    <a:cubicBezTo>
                      <a:pt x="-286" y="115864"/>
                      <a:pt x="241" y="118271"/>
                      <a:pt x="1602" y="120170"/>
                    </a:cubicBezTo>
                    <a:cubicBezTo>
                      <a:pt x="3899" y="123509"/>
                      <a:pt x="8774" y="125947"/>
                      <a:pt x="13204" y="125947"/>
                    </a:cubicBezTo>
                    <a:cubicBezTo>
                      <a:pt x="14542" y="125948"/>
                      <a:pt x="15821" y="126521"/>
                      <a:pt x="16743" y="127531"/>
                    </a:cubicBezTo>
                    <a:cubicBezTo>
                      <a:pt x="17750" y="128579"/>
                      <a:pt x="18594" y="130139"/>
                      <a:pt x="19274" y="132260"/>
                    </a:cubicBezTo>
                    <a:cubicBezTo>
                      <a:pt x="20610" y="136428"/>
                      <a:pt x="21289" y="142790"/>
                      <a:pt x="21289" y="151151"/>
                    </a:cubicBezTo>
                    <a:cubicBezTo>
                      <a:pt x="21289" y="155319"/>
                      <a:pt x="22649" y="158512"/>
                      <a:pt x="25320" y="160584"/>
                    </a:cubicBezTo>
                    <a:cubicBezTo>
                      <a:pt x="28039" y="162704"/>
                      <a:pt x="32000" y="163728"/>
                      <a:pt x="37414" y="163728"/>
                    </a:cubicBezTo>
                    <a:cubicBezTo>
                      <a:pt x="44773" y="163728"/>
                      <a:pt x="50210" y="165483"/>
                      <a:pt x="53538" y="168969"/>
                    </a:cubicBezTo>
                    <a:cubicBezTo>
                      <a:pt x="56210" y="171748"/>
                      <a:pt x="57569" y="175648"/>
                      <a:pt x="57569" y="180523"/>
                    </a:cubicBezTo>
                    <a:lnTo>
                      <a:pt x="57569" y="196537"/>
                    </a:lnTo>
                    <a:lnTo>
                      <a:pt x="130153" y="197366"/>
                    </a:lnTo>
                    <a:lnTo>
                      <a:pt x="130153" y="159487"/>
                    </a:lnTo>
                    <a:cubicBezTo>
                      <a:pt x="131067" y="158219"/>
                      <a:pt x="131958" y="156976"/>
                      <a:pt x="132825" y="155758"/>
                    </a:cubicBezTo>
                    <a:cubicBezTo>
                      <a:pt x="132879" y="155777"/>
                      <a:pt x="132934" y="155793"/>
                      <a:pt x="132989" y="155806"/>
                    </a:cubicBezTo>
                    <a:lnTo>
                      <a:pt x="133106" y="155392"/>
                    </a:lnTo>
                    <a:cubicBezTo>
                      <a:pt x="139692" y="146081"/>
                      <a:pt x="144801" y="138305"/>
                      <a:pt x="148317" y="132211"/>
                    </a:cubicBezTo>
                    <a:cubicBezTo>
                      <a:pt x="150332" y="128725"/>
                      <a:pt x="151856" y="125727"/>
                      <a:pt x="152864" y="123290"/>
                    </a:cubicBezTo>
                    <a:cubicBezTo>
                      <a:pt x="153312" y="122230"/>
                      <a:pt x="153688" y="121138"/>
                      <a:pt x="153989" y="120023"/>
                    </a:cubicBezTo>
                    <a:cubicBezTo>
                      <a:pt x="154220" y="119216"/>
                      <a:pt x="154346" y="118380"/>
                      <a:pt x="154364" y="117537"/>
                    </a:cubicBezTo>
                    <a:lnTo>
                      <a:pt x="154364" y="112004"/>
                    </a:lnTo>
                    <a:lnTo>
                      <a:pt x="160457" y="112004"/>
                    </a:lnTo>
                    <a:cubicBezTo>
                      <a:pt x="163107" y="122447"/>
                      <a:pt x="173395" y="128679"/>
                      <a:pt x="183436" y="125923"/>
                    </a:cubicBezTo>
                    <a:cubicBezTo>
                      <a:pt x="193477" y="123168"/>
                      <a:pt x="199469" y="112468"/>
                      <a:pt x="196819" y="102025"/>
                    </a:cubicBezTo>
                    <a:cubicBezTo>
                      <a:pt x="194639" y="93433"/>
                      <a:pt x="187164" y="87450"/>
                      <a:pt x="178621" y="87458"/>
                    </a:cubicBezTo>
                    <a:close/>
                    <a:moveTo>
                      <a:pt x="144965" y="102230"/>
                    </a:moveTo>
                    <a:lnTo>
                      <a:pt x="116630" y="102230"/>
                    </a:lnTo>
                    <a:lnTo>
                      <a:pt x="116630" y="81048"/>
                    </a:lnTo>
                    <a:lnTo>
                      <a:pt x="116677" y="81048"/>
                    </a:lnTo>
                    <a:lnTo>
                      <a:pt x="116677" y="71297"/>
                    </a:lnTo>
                    <a:lnTo>
                      <a:pt x="116630" y="71297"/>
                    </a:lnTo>
                    <a:lnTo>
                      <a:pt x="116630" y="48897"/>
                    </a:lnTo>
                    <a:lnTo>
                      <a:pt x="144942" y="48897"/>
                    </a:lnTo>
                    <a:lnTo>
                      <a:pt x="144942" y="102230"/>
                    </a:lnTo>
                    <a:close/>
                    <a:moveTo>
                      <a:pt x="178621" y="34223"/>
                    </a:moveTo>
                    <a:cubicBezTo>
                      <a:pt x="183837" y="34209"/>
                      <a:pt x="188076" y="38596"/>
                      <a:pt x="188089" y="44022"/>
                    </a:cubicBezTo>
                    <a:cubicBezTo>
                      <a:pt x="188102" y="49447"/>
                      <a:pt x="183884" y="53856"/>
                      <a:pt x="178667" y="53869"/>
                    </a:cubicBezTo>
                    <a:cubicBezTo>
                      <a:pt x="173451" y="53883"/>
                      <a:pt x="169212" y="49496"/>
                      <a:pt x="169199" y="44070"/>
                    </a:cubicBezTo>
                    <a:cubicBezTo>
                      <a:pt x="169199" y="44062"/>
                      <a:pt x="169199" y="44054"/>
                      <a:pt x="169199" y="44046"/>
                    </a:cubicBezTo>
                    <a:cubicBezTo>
                      <a:pt x="169198" y="38630"/>
                      <a:pt x="173413" y="34235"/>
                      <a:pt x="178621" y="34223"/>
                    </a:cubicBezTo>
                    <a:close/>
                    <a:moveTo>
                      <a:pt x="139083" y="39147"/>
                    </a:moveTo>
                    <a:lnTo>
                      <a:pt x="107302" y="39147"/>
                    </a:lnTo>
                    <a:lnTo>
                      <a:pt x="107302" y="39195"/>
                    </a:lnTo>
                    <a:lnTo>
                      <a:pt x="107256" y="39195"/>
                    </a:lnTo>
                    <a:lnTo>
                      <a:pt x="107256" y="71322"/>
                    </a:lnTo>
                    <a:lnTo>
                      <a:pt x="77345" y="71322"/>
                    </a:lnTo>
                    <a:cubicBezTo>
                      <a:pt x="75506" y="65741"/>
                      <a:pt x="71349" y="61318"/>
                      <a:pt x="66025" y="59280"/>
                    </a:cubicBezTo>
                    <a:cubicBezTo>
                      <a:pt x="66541" y="50847"/>
                      <a:pt x="68627" y="43022"/>
                      <a:pt x="72260" y="35929"/>
                    </a:cubicBezTo>
                    <a:cubicBezTo>
                      <a:pt x="77135" y="26398"/>
                      <a:pt x="84962" y="17818"/>
                      <a:pt x="95556" y="10408"/>
                    </a:cubicBezTo>
                    <a:cubicBezTo>
                      <a:pt x="113138" y="12894"/>
                      <a:pt x="127500" y="22376"/>
                      <a:pt x="139083" y="39147"/>
                    </a:cubicBezTo>
                    <a:close/>
                    <a:moveTo>
                      <a:pt x="59562" y="87458"/>
                    </a:moveTo>
                    <a:cubicBezTo>
                      <a:pt x="54345" y="87472"/>
                      <a:pt x="50106" y="83085"/>
                      <a:pt x="50093" y="77659"/>
                    </a:cubicBezTo>
                    <a:cubicBezTo>
                      <a:pt x="50080" y="72234"/>
                      <a:pt x="54298" y="67825"/>
                      <a:pt x="59515" y="67812"/>
                    </a:cubicBezTo>
                    <a:cubicBezTo>
                      <a:pt x="64731" y="67798"/>
                      <a:pt x="68970" y="72185"/>
                      <a:pt x="68983" y="77611"/>
                    </a:cubicBezTo>
                    <a:cubicBezTo>
                      <a:pt x="68983" y="77619"/>
                      <a:pt x="68983" y="77627"/>
                      <a:pt x="68983" y="77635"/>
                    </a:cubicBezTo>
                    <a:cubicBezTo>
                      <a:pt x="68984" y="83051"/>
                      <a:pt x="64769" y="87446"/>
                      <a:pt x="59562" y="87458"/>
                    </a:cubicBezTo>
                    <a:close/>
                    <a:moveTo>
                      <a:pt x="122630" y="153637"/>
                    </a:moveTo>
                    <a:lnTo>
                      <a:pt x="120755" y="156245"/>
                    </a:lnTo>
                    <a:lnTo>
                      <a:pt x="120755" y="187470"/>
                    </a:lnTo>
                    <a:lnTo>
                      <a:pt x="66921" y="186860"/>
                    </a:lnTo>
                    <a:lnTo>
                      <a:pt x="66921" y="180498"/>
                    </a:lnTo>
                    <a:cubicBezTo>
                      <a:pt x="66921" y="172942"/>
                      <a:pt x="64647" y="166751"/>
                      <a:pt x="60148" y="162071"/>
                    </a:cubicBezTo>
                    <a:cubicBezTo>
                      <a:pt x="54991" y="156684"/>
                      <a:pt x="47328" y="153954"/>
                      <a:pt x="37390" y="153954"/>
                    </a:cubicBezTo>
                    <a:cubicBezTo>
                      <a:pt x="32680" y="153954"/>
                      <a:pt x="31180" y="152954"/>
                      <a:pt x="30922" y="152759"/>
                    </a:cubicBezTo>
                    <a:cubicBezTo>
                      <a:pt x="30664" y="152564"/>
                      <a:pt x="30641" y="151346"/>
                      <a:pt x="30641" y="151102"/>
                    </a:cubicBezTo>
                    <a:cubicBezTo>
                      <a:pt x="30641" y="141571"/>
                      <a:pt x="29820" y="134380"/>
                      <a:pt x="28133" y="129140"/>
                    </a:cubicBezTo>
                    <a:cubicBezTo>
                      <a:pt x="26984" y="125557"/>
                      <a:pt x="25414" y="122754"/>
                      <a:pt x="23352" y="120608"/>
                    </a:cubicBezTo>
                    <a:cubicBezTo>
                      <a:pt x="20679" y="117757"/>
                      <a:pt x="17009" y="116157"/>
                      <a:pt x="13180" y="116172"/>
                    </a:cubicBezTo>
                    <a:cubicBezTo>
                      <a:pt x="11797" y="116172"/>
                      <a:pt x="10251" y="115417"/>
                      <a:pt x="9524" y="114807"/>
                    </a:cubicBezTo>
                    <a:cubicBezTo>
                      <a:pt x="9758" y="114271"/>
                      <a:pt x="10344" y="113272"/>
                      <a:pt x="11750" y="111833"/>
                    </a:cubicBezTo>
                    <a:cubicBezTo>
                      <a:pt x="21172" y="102010"/>
                      <a:pt x="28578" y="82729"/>
                      <a:pt x="34367" y="52894"/>
                    </a:cubicBezTo>
                    <a:cubicBezTo>
                      <a:pt x="39125" y="38293"/>
                      <a:pt x="45828" y="27300"/>
                      <a:pt x="54288" y="20256"/>
                    </a:cubicBezTo>
                    <a:cubicBezTo>
                      <a:pt x="61601" y="14162"/>
                      <a:pt x="70296" y="10774"/>
                      <a:pt x="80725" y="9945"/>
                    </a:cubicBezTo>
                    <a:cubicBezTo>
                      <a:pt x="65960" y="23278"/>
                      <a:pt x="57921" y="39463"/>
                      <a:pt x="56702" y="58330"/>
                    </a:cubicBezTo>
                    <a:cubicBezTo>
                      <a:pt x="46435" y="59996"/>
                      <a:pt x="39411" y="70003"/>
                      <a:pt x="41013" y="80681"/>
                    </a:cubicBezTo>
                    <a:cubicBezTo>
                      <a:pt x="42442" y="90201"/>
                      <a:pt x="50321" y="97223"/>
                      <a:pt x="59585" y="97233"/>
                    </a:cubicBezTo>
                    <a:cubicBezTo>
                      <a:pt x="59983" y="97233"/>
                      <a:pt x="60382" y="97208"/>
                      <a:pt x="60757" y="97184"/>
                    </a:cubicBezTo>
                    <a:cubicBezTo>
                      <a:pt x="61038" y="98330"/>
                      <a:pt x="61319" y="99451"/>
                      <a:pt x="61624" y="100523"/>
                    </a:cubicBezTo>
                    <a:cubicBezTo>
                      <a:pt x="64202" y="109737"/>
                      <a:pt x="67952" y="117367"/>
                      <a:pt x="73108" y="123802"/>
                    </a:cubicBezTo>
                    <a:cubicBezTo>
                      <a:pt x="82834" y="135965"/>
                      <a:pt x="98490" y="145106"/>
                      <a:pt x="123169" y="152930"/>
                    </a:cubicBezTo>
                    <a:cubicBezTo>
                      <a:pt x="122982" y="153149"/>
                      <a:pt x="122818" y="153393"/>
                      <a:pt x="122630" y="153637"/>
                    </a:cubicBezTo>
                    <a:close/>
                    <a:moveTo>
                      <a:pt x="144965" y="117245"/>
                    </a:moveTo>
                    <a:cubicBezTo>
                      <a:pt x="144958" y="117312"/>
                      <a:pt x="144942" y="117377"/>
                      <a:pt x="144918" y="117440"/>
                    </a:cubicBezTo>
                    <a:cubicBezTo>
                      <a:pt x="144723" y="118120"/>
                      <a:pt x="144488" y="118787"/>
                      <a:pt x="144215" y="119438"/>
                    </a:cubicBezTo>
                    <a:cubicBezTo>
                      <a:pt x="143372" y="121462"/>
                      <a:pt x="142036" y="124070"/>
                      <a:pt x="140255" y="127190"/>
                    </a:cubicBezTo>
                    <a:cubicBezTo>
                      <a:pt x="137536" y="131894"/>
                      <a:pt x="133786" y="137720"/>
                      <a:pt x="129075" y="144545"/>
                    </a:cubicBezTo>
                    <a:cubicBezTo>
                      <a:pt x="104396" y="137111"/>
                      <a:pt x="89209" y="128677"/>
                      <a:pt x="80303" y="117537"/>
                    </a:cubicBezTo>
                    <a:cubicBezTo>
                      <a:pt x="75030" y="110956"/>
                      <a:pt x="71842" y="103375"/>
                      <a:pt x="69686" y="94113"/>
                    </a:cubicBezTo>
                    <a:cubicBezTo>
                      <a:pt x="74110" y="91162"/>
                      <a:pt x="77151" y="86428"/>
                      <a:pt x="78077" y="81048"/>
                    </a:cubicBezTo>
                    <a:lnTo>
                      <a:pt x="107256" y="81048"/>
                    </a:lnTo>
                    <a:lnTo>
                      <a:pt x="107256" y="112028"/>
                    </a:lnTo>
                    <a:lnTo>
                      <a:pt x="116630" y="112028"/>
                    </a:lnTo>
                    <a:lnTo>
                      <a:pt x="116630" y="111980"/>
                    </a:lnTo>
                    <a:lnTo>
                      <a:pt x="144942" y="111980"/>
                    </a:lnTo>
                    <a:lnTo>
                      <a:pt x="144942" y="117245"/>
                    </a:lnTo>
                    <a:close/>
                    <a:moveTo>
                      <a:pt x="178621" y="116830"/>
                    </a:moveTo>
                    <a:cubicBezTo>
                      <a:pt x="173404" y="116844"/>
                      <a:pt x="169165" y="112457"/>
                      <a:pt x="169152" y="107032"/>
                    </a:cubicBezTo>
                    <a:cubicBezTo>
                      <a:pt x="169139" y="101606"/>
                      <a:pt x="173357" y="97197"/>
                      <a:pt x="178574" y="97184"/>
                    </a:cubicBezTo>
                    <a:cubicBezTo>
                      <a:pt x="183790" y="97171"/>
                      <a:pt x="188029" y="101558"/>
                      <a:pt x="188042" y="106983"/>
                    </a:cubicBezTo>
                    <a:cubicBezTo>
                      <a:pt x="188042" y="106991"/>
                      <a:pt x="188042" y="106999"/>
                      <a:pt x="188042" y="107007"/>
                    </a:cubicBezTo>
                    <a:cubicBezTo>
                      <a:pt x="188044" y="112423"/>
                      <a:pt x="183828" y="116818"/>
                      <a:pt x="178621" y="116830"/>
                    </a:cubicBezTo>
                    <a:close/>
                  </a:path>
                </a:pathLst>
              </a:custGeom>
              <a:solidFill>
                <a:schemeClr val="accent2"/>
              </a:solidFill>
              <a:ln w="179" cap="flat">
                <a:noFill/>
                <a:prstDash val="solid"/>
                <a:miter/>
              </a:ln>
            </p:spPr>
            <p:txBody>
              <a:bodyPr rtlCol="0" anchor="ctr"/>
              <a:lstStyle/>
              <a:p>
                <a:endParaRPr lang="zh-CN" altLang="en-US"/>
              </a:p>
            </p:txBody>
          </p:sp>
          <p:sp>
            <p:nvSpPr>
              <p:cNvPr id="274" name="任意多边形: 形状 273">
                <a:extLst>
                  <a:ext uri="{FF2B5EF4-FFF2-40B4-BE49-F238E27FC236}">
                    <a16:creationId xmlns:a16="http://schemas.microsoft.com/office/drawing/2014/main" id="{1CB8FCAB-1915-397A-1565-EE595BD27F8D}"/>
                  </a:ext>
                </a:extLst>
              </p:cNvPr>
              <p:cNvSpPr/>
              <p:nvPr/>
            </p:nvSpPr>
            <p:spPr>
              <a:xfrm>
                <a:off x="4234404" y="5265310"/>
                <a:ext cx="37878" cy="39395"/>
              </a:xfrm>
              <a:custGeom>
                <a:avLst/>
                <a:gdLst>
                  <a:gd name="connsiteX0" fmla="*/ 0 w 37878"/>
                  <a:gd name="connsiteY0" fmla="*/ 19698 h 39395"/>
                  <a:gd name="connsiteX1" fmla="*/ 18939 w 37878"/>
                  <a:gd name="connsiteY1" fmla="*/ 39395 h 39395"/>
                  <a:gd name="connsiteX2" fmla="*/ 37879 w 37878"/>
                  <a:gd name="connsiteY2" fmla="*/ 19698 h 39395"/>
                  <a:gd name="connsiteX3" fmla="*/ 18939 w 37878"/>
                  <a:gd name="connsiteY3" fmla="*/ 0 h 39395"/>
                  <a:gd name="connsiteX4" fmla="*/ 0 w 37878"/>
                  <a:gd name="connsiteY4" fmla="*/ 19698 h 393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78" h="39395">
                    <a:moveTo>
                      <a:pt x="0" y="19698"/>
                    </a:moveTo>
                    <a:cubicBezTo>
                      <a:pt x="0" y="30576"/>
                      <a:pt x="8479" y="39395"/>
                      <a:pt x="18939" y="39395"/>
                    </a:cubicBezTo>
                    <a:cubicBezTo>
                      <a:pt x="29399" y="39395"/>
                      <a:pt x="37879" y="30576"/>
                      <a:pt x="37879" y="19698"/>
                    </a:cubicBezTo>
                    <a:cubicBezTo>
                      <a:pt x="37879" y="8819"/>
                      <a:pt x="29399" y="0"/>
                      <a:pt x="18939" y="0"/>
                    </a:cubicBezTo>
                    <a:cubicBezTo>
                      <a:pt x="8479" y="0"/>
                      <a:pt x="0" y="8819"/>
                      <a:pt x="0" y="19698"/>
                    </a:cubicBezTo>
                    <a:close/>
                  </a:path>
                </a:pathLst>
              </a:custGeom>
              <a:solidFill>
                <a:schemeClr val="accent2"/>
              </a:solidFill>
              <a:ln w="179" cap="flat">
                <a:noFill/>
                <a:prstDash val="solid"/>
                <a:miter/>
              </a:ln>
            </p:spPr>
            <p:txBody>
              <a:bodyPr rtlCol="0" anchor="ctr"/>
              <a:lstStyle/>
              <a:p>
                <a:endParaRPr lang="zh-CN" altLang="en-US"/>
              </a:p>
            </p:txBody>
          </p:sp>
        </p:grpSp>
        <p:sp>
          <p:nvSpPr>
            <p:cNvPr id="278" name="图形 276">
              <a:extLst>
                <a:ext uri="{FF2B5EF4-FFF2-40B4-BE49-F238E27FC236}">
                  <a16:creationId xmlns:a16="http://schemas.microsoft.com/office/drawing/2014/main" id="{FD78AD4C-58A9-4580-143D-6BF7E0971C72}"/>
                </a:ext>
              </a:extLst>
            </p:cNvPr>
            <p:cNvSpPr/>
            <p:nvPr/>
          </p:nvSpPr>
          <p:spPr>
            <a:xfrm>
              <a:off x="5102964" y="5366646"/>
              <a:ext cx="159774" cy="154666"/>
            </a:xfrm>
            <a:custGeom>
              <a:avLst/>
              <a:gdLst>
                <a:gd name="connsiteX0" fmla="*/ 157957 w 159774"/>
                <a:gd name="connsiteY0" fmla="*/ 8775 h 154666"/>
                <a:gd name="connsiteX1" fmla="*/ 150278 w 159774"/>
                <a:gd name="connsiteY1" fmla="*/ 7678 h 154666"/>
                <a:gd name="connsiteX2" fmla="*/ 117371 w 159774"/>
                <a:gd name="connsiteY2" fmla="*/ 16454 h 154666"/>
                <a:gd name="connsiteX3" fmla="*/ 114080 w 159774"/>
                <a:gd name="connsiteY3" fmla="*/ 20842 h 154666"/>
                <a:gd name="connsiteX4" fmla="*/ 116274 w 159774"/>
                <a:gd name="connsiteY4" fmla="*/ 26326 h 154666"/>
                <a:gd name="connsiteX5" fmla="*/ 123952 w 159774"/>
                <a:gd name="connsiteY5" fmla="*/ 35102 h 154666"/>
                <a:gd name="connsiteX6" fmla="*/ 91045 w 159774"/>
                <a:gd name="connsiteY6" fmla="*/ 68009 h 154666"/>
                <a:gd name="connsiteX7" fmla="*/ 75688 w 159774"/>
                <a:gd name="connsiteY7" fmla="*/ 53749 h 154666"/>
                <a:gd name="connsiteX8" fmla="*/ 66912 w 159774"/>
                <a:gd name="connsiteY8" fmla="*/ 53749 h 154666"/>
                <a:gd name="connsiteX9" fmla="*/ 30714 w 159774"/>
                <a:gd name="connsiteY9" fmla="*/ 89948 h 154666"/>
                <a:gd name="connsiteX10" fmla="*/ 30714 w 159774"/>
                <a:gd name="connsiteY10" fmla="*/ 98723 h 154666"/>
                <a:gd name="connsiteX11" fmla="*/ 35102 w 159774"/>
                <a:gd name="connsiteY11" fmla="*/ 100917 h 154666"/>
                <a:gd name="connsiteX12" fmla="*/ 39489 w 159774"/>
                <a:gd name="connsiteY12" fmla="*/ 98723 h 154666"/>
                <a:gd name="connsiteX13" fmla="*/ 71300 w 159774"/>
                <a:gd name="connsiteY13" fmla="*/ 66912 h 154666"/>
                <a:gd name="connsiteX14" fmla="*/ 85560 w 159774"/>
                <a:gd name="connsiteY14" fmla="*/ 81172 h 154666"/>
                <a:gd name="connsiteX15" fmla="*/ 91045 w 159774"/>
                <a:gd name="connsiteY15" fmla="*/ 84463 h 154666"/>
                <a:gd name="connsiteX16" fmla="*/ 95432 w 159774"/>
                <a:gd name="connsiteY16" fmla="*/ 82269 h 154666"/>
                <a:gd name="connsiteX17" fmla="*/ 133825 w 159774"/>
                <a:gd name="connsiteY17" fmla="*/ 43877 h 154666"/>
                <a:gd name="connsiteX18" fmla="*/ 140406 w 159774"/>
                <a:gd name="connsiteY18" fmla="*/ 50458 h 154666"/>
                <a:gd name="connsiteX19" fmla="*/ 144794 w 159774"/>
                <a:gd name="connsiteY19" fmla="*/ 52652 h 154666"/>
                <a:gd name="connsiteX20" fmla="*/ 145891 w 159774"/>
                <a:gd name="connsiteY20" fmla="*/ 52652 h 154666"/>
                <a:gd name="connsiteX21" fmla="*/ 150278 w 159774"/>
                <a:gd name="connsiteY21" fmla="*/ 49362 h 154666"/>
                <a:gd name="connsiteX22" fmla="*/ 159054 w 159774"/>
                <a:gd name="connsiteY22" fmla="*/ 16454 h 154666"/>
                <a:gd name="connsiteX23" fmla="*/ 157957 w 159774"/>
                <a:gd name="connsiteY23" fmla="*/ 8775 h 154666"/>
                <a:gd name="connsiteX24" fmla="*/ 142600 w 159774"/>
                <a:gd name="connsiteY24" fmla="*/ 35102 h 154666"/>
                <a:gd name="connsiteX25" fmla="*/ 130534 w 159774"/>
                <a:gd name="connsiteY25" fmla="*/ 23035 h 154666"/>
                <a:gd name="connsiteX26" fmla="*/ 144794 w 159774"/>
                <a:gd name="connsiteY26" fmla="*/ 20842 h 154666"/>
                <a:gd name="connsiteX27" fmla="*/ 142600 w 159774"/>
                <a:gd name="connsiteY27" fmla="*/ 35102 h 154666"/>
                <a:gd name="connsiteX28" fmla="*/ 148085 w 159774"/>
                <a:gd name="connsiteY28" fmla="*/ 60331 h 154666"/>
                <a:gd name="connsiteX29" fmla="*/ 141503 w 159774"/>
                <a:gd name="connsiteY29" fmla="*/ 66912 h 154666"/>
                <a:gd name="connsiteX30" fmla="*/ 141503 w 159774"/>
                <a:gd name="connsiteY30" fmla="*/ 136018 h 154666"/>
                <a:gd name="connsiteX31" fmla="*/ 134921 w 159774"/>
                <a:gd name="connsiteY31" fmla="*/ 142600 h 154666"/>
                <a:gd name="connsiteX32" fmla="*/ 19745 w 159774"/>
                <a:gd name="connsiteY32" fmla="*/ 142600 h 154666"/>
                <a:gd name="connsiteX33" fmla="*/ 13163 w 159774"/>
                <a:gd name="connsiteY33" fmla="*/ 136018 h 154666"/>
                <a:gd name="connsiteX34" fmla="*/ 13163 w 159774"/>
                <a:gd name="connsiteY34" fmla="*/ 19745 h 154666"/>
                <a:gd name="connsiteX35" fmla="*/ 19745 w 159774"/>
                <a:gd name="connsiteY35" fmla="*/ 13163 h 154666"/>
                <a:gd name="connsiteX36" fmla="*/ 100917 w 159774"/>
                <a:gd name="connsiteY36" fmla="*/ 13163 h 154666"/>
                <a:gd name="connsiteX37" fmla="*/ 107498 w 159774"/>
                <a:gd name="connsiteY37" fmla="*/ 6582 h 154666"/>
                <a:gd name="connsiteX38" fmla="*/ 100917 w 159774"/>
                <a:gd name="connsiteY38" fmla="*/ 0 h 154666"/>
                <a:gd name="connsiteX39" fmla="*/ 19745 w 159774"/>
                <a:gd name="connsiteY39" fmla="*/ 0 h 154666"/>
                <a:gd name="connsiteX40" fmla="*/ 0 w 159774"/>
                <a:gd name="connsiteY40" fmla="*/ 19745 h 154666"/>
                <a:gd name="connsiteX41" fmla="*/ 0 w 159774"/>
                <a:gd name="connsiteY41" fmla="*/ 134921 h 154666"/>
                <a:gd name="connsiteX42" fmla="*/ 19745 w 159774"/>
                <a:gd name="connsiteY42" fmla="*/ 154666 h 154666"/>
                <a:gd name="connsiteX43" fmla="*/ 134921 w 159774"/>
                <a:gd name="connsiteY43" fmla="*/ 154666 h 154666"/>
                <a:gd name="connsiteX44" fmla="*/ 154666 w 159774"/>
                <a:gd name="connsiteY44" fmla="*/ 134921 h 154666"/>
                <a:gd name="connsiteX45" fmla="*/ 154666 w 159774"/>
                <a:gd name="connsiteY45" fmla="*/ 66912 h 154666"/>
                <a:gd name="connsiteX46" fmla="*/ 148085 w 159774"/>
                <a:gd name="connsiteY46" fmla="*/ 60331 h 154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59774" h="154666">
                  <a:moveTo>
                    <a:pt x="157957" y="8775"/>
                  </a:moveTo>
                  <a:cubicBezTo>
                    <a:pt x="155763" y="6582"/>
                    <a:pt x="152472" y="6582"/>
                    <a:pt x="150278" y="7678"/>
                  </a:cubicBezTo>
                  <a:lnTo>
                    <a:pt x="117371" y="16454"/>
                  </a:lnTo>
                  <a:cubicBezTo>
                    <a:pt x="115177" y="17551"/>
                    <a:pt x="114080" y="18648"/>
                    <a:pt x="114080" y="20842"/>
                  </a:cubicBezTo>
                  <a:cubicBezTo>
                    <a:pt x="114080" y="23035"/>
                    <a:pt x="114080" y="25229"/>
                    <a:pt x="116274" y="26326"/>
                  </a:cubicBezTo>
                  <a:lnTo>
                    <a:pt x="123952" y="35102"/>
                  </a:lnTo>
                  <a:lnTo>
                    <a:pt x="91045" y="68009"/>
                  </a:lnTo>
                  <a:lnTo>
                    <a:pt x="75688" y="53749"/>
                  </a:lnTo>
                  <a:cubicBezTo>
                    <a:pt x="73494" y="51555"/>
                    <a:pt x="69106" y="51555"/>
                    <a:pt x="66912" y="53749"/>
                  </a:cubicBezTo>
                  <a:lnTo>
                    <a:pt x="30714" y="89948"/>
                  </a:lnTo>
                  <a:cubicBezTo>
                    <a:pt x="28520" y="92141"/>
                    <a:pt x="28520" y="96529"/>
                    <a:pt x="30714" y="98723"/>
                  </a:cubicBezTo>
                  <a:cubicBezTo>
                    <a:pt x="31811" y="99820"/>
                    <a:pt x="34005" y="100917"/>
                    <a:pt x="35102" y="100917"/>
                  </a:cubicBezTo>
                  <a:cubicBezTo>
                    <a:pt x="36198" y="100917"/>
                    <a:pt x="38392" y="99820"/>
                    <a:pt x="39489" y="98723"/>
                  </a:cubicBezTo>
                  <a:lnTo>
                    <a:pt x="71300" y="66912"/>
                  </a:lnTo>
                  <a:lnTo>
                    <a:pt x="85560" y="81172"/>
                  </a:lnTo>
                  <a:cubicBezTo>
                    <a:pt x="87754" y="83366"/>
                    <a:pt x="88851" y="84463"/>
                    <a:pt x="91045" y="84463"/>
                  </a:cubicBezTo>
                  <a:cubicBezTo>
                    <a:pt x="92141" y="84463"/>
                    <a:pt x="94335" y="83366"/>
                    <a:pt x="95432" y="82269"/>
                  </a:cubicBezTo>
                  <a:lnTo>
                    <a:pt x="133825" y="43877"/>
                  </a:lnTo>
                  <a:lnTo>
                    <a:pt x="140406" y="50458"/>
                  </a:lnTo>
                  <a:cubicBezTo>
                    <a:pt x="141503" y="51555"/>
                    <a:pt x="143697" y="52652"/>
                    <a:pt x="144794" y="52652"/>
                  </a:cubicBezTo>
                  <a:lnTo>
                    <a:pt x="145891" y="52652"/>
                  </a:lnTo>
                  <a:cubicBezTo>
                    <a:pt x="148085" y="52652"/>
                    <a:pt x="149181" y="51555"/>
                    <a:pt x="150278" y="49362"/>
                  </a:cubicBezTo>
                  <a:lnTo>
                    <a:pt x="159054" y="16454"/>
                  </a:lnTo>
                  <a:cubicBezTo>
                    <a:pt x="160151" y="14260"/>
                    <a:pt x="160151" y="10969"/>
                    <a:pt x="157957" y="8775"/>
                  </a:cubicBezTo>
                  <a:close/>
                  <a:moveTo>
                    <a:pt x="142600" y="35102"/>
                  </a:moveTo>
                  <a:lnTo>
                    <a:pt x="130534" y="23035"/>
                  </a:lnTo>
                  <a:lnTo>
                    <a:pt x="144794" y="20842"/>
                  </a:lnTo>
                  <a:lnTo>
                    <a:pt x="142600" y="35102"/>
                  </a:lnTo>
                  <a:close/>
                  <a:moveTo>
                    <a:pt x="148085" y="60331"/>
                  </a:moveTo>
                  <a:cubicBezTo>
                    <a:pt x="144794" y="60331"/>
                    <a:pt x="141503" y="63621"/>
                    <a:pt x="141503" y="66912"/>
                  </a:cubicBezTo>
                  <a:lnTo>
                    <a:pt x="141503" y="136018"/>
                  </a:lnTo>
                  <a:cubicBezTo>
                    <a:pt x="141503" y="139309"/>
                    <a:pt x="138212" y="142600"/>
                    <a:pt x="134921" y="142600"/>
                  </a:cubicBezTo>
                  <a:lnTo>
                    <a:pt x="19745" y="142600"/>
                  </a:lnTo>
                  <a:cubicBezTo>
                    <a:pt x="16454" y="142600"/>
                    <a:pt x="13163" y="139309"/>
                    <a:pt x="13163" y="136018"/>
                  </a:cubicBezTo>
                  <a:lnTo>
                    <a:pt x="13163" y="19745"/>
                  </a:lnTo>
                  <a:cubicBezTo>
                    <a:pt x="13163" y="16454"/>
                    <a:pt x="16454" y="13163"/>
                    <a:pt x="19745" y="13163"/>
                  </a:cubicBezTo>
                  <a:lnTo>
                    <a:pt x="100917" y="13163"/>
                  </a:lnTo>
                  <a:cubicBezTo>
                    <a:pt x="104208" y="13163"/>
                    <a:pt x="107498" y="9872"/>
                    <a:pt x="107498" y="6582"/>
                  </a:cubicBezTo>
                  <a:cubicBezTo>
                    <a:pt x="107498" y="3291"/>
                    <a:pt x="104208" y="0"/>
                    <a:pt x="100917" y="0"/>
                  </a:cubicBezTo>
                  <a:lnTo>
                    <a:pt x="19745" y="0"/>
                  </a:lnTo>
                  <a:cubicBezTo>
                    <a:pt x="8775" y="0"/>
                    <a:pt x="0" y="8775"/>
                    <a:pt x="0" y="19745"/>
                  </a:cubicBezTo>
                  <a:lnTo>
                    <a:pt x="0" y="134921"/>
                  </a:lnTo>
                  <a:cubicBezTo>
                    <a:pt x="0" y="145891"/>
                    <a:pt x="8775" y="154666"/>
                    <a:pt x="19745" y="154666"/>
                  </a:cubicBezTo>
                  <a:lnTo>
                    <a:pt x="134921" y="154666"/>
                  </a:lnTo>
                  <a:cubicBezTo>
                    <a:pt x="145891" y="154666"/>
                    <a:pt x="154666" y="145891"/>
                    <a:pt x="154666" y="134921"/>
                  </a:cubicBezTo>
                  <a:lnTo>
                    <a:pt x="154666" y="66912"/>
                  </a:lnTo>
                  <a:cubicBezTo>
                    <a:pt x="154666" y="63621"/>
                    <a:pt x="151375" y="60331"/>
                    <a:pt x="148085" y="60331"/>
                  </a:cubicBezTo>
                  <a:close/>
                </a:path>
              </a:pathLst>
            </a:custGeom>
            <a:solidFill>
              <a:schemeClr val="accent2"/>
            </a:solidFill>
            <a:ln w="186" cap="flat">
              <a:noFill/>
              <a:prstDash val="solid"/>
              <a:miter/>
            </a:ln>
          </p:spPr>
          <p:txBody>
            <a:bodyPr rtlCol="0" anchor="ctr"/>
            <a:lstStyle/>
            <a:p>
              <a:endParaRPr lang="zh-CN" altLang="en-US"/>
            </a:p>
          </p:txBody>
        </p:sp>
        <p:sp>
          <p:nvSpPr>
            <p:cNvPr id="281" name="图形 279">
              <a:extLst>
                <a:ext uri="{FF2B5EF4-FFF2-40B4-BE49-F238E27FC236}">
                  <a16:creationId xmlns:a16="http://schemas.microsoft.com/office/drawing/2014/main" id="{3FB170AD-2830-67E6-76A7-560C06495F89}"/>
                </a:ext>
              </a:extLst>
            </p:cNvPr>
            <p:cNvSpPr/>
            <p:nvPr/>
          </p:nvSpPr>
          <p:spPr>
            <a:xfrm>
              <a:off x="5989565" y="5444067"/>
              <a:ext cx="212870" cy="133068"/>
            </a:xfrm>
            <a:custGeom>
              <a:avLst/>
              <a:gdLst>
                <a:gd name="connsiteX0" fmla="*/ 87716 w 122173"/>
                <a:gd name="connsiteY0" fmla="*/ 76372 h 76372"/>
                <a:gd name="connsiteX1" fmla="*/ 76372 w 122173"/>
                <a:gd name="connsiteY1" fmla="*/ 76372 h 76372"/>
                <a:gd name="connsiteX2" fmla="*/ 64442 w 122173"/>
                <a:gd name="connsiteY2" fmla="*/ 69022 h 76372"/>
                <a:gd name="connsiteX3" fmla="*/ 63910 w 122173"/>
                <a:gd name="connsiteY3" fmla="*/ 67931 h 76372"/>
                <a:gd name="connsiteX4" fmla="*/ 66186 w 122173"/>
                <a:gd name="connsiteY4" fmla="*/ 61100 h 76372"/>
                <a:gd name="connsiteX5" fmla="*/ 73017 w 122173"/>
                <a:gd name="connsiteY5" fmla="*/ 63377 h 76372"/>
                <a:gd name="connsiteX6" fmla="*/ 73549 w 122173"/>
                <a:gd name="connsiteY6" fmla="*/ 64442 h 76372"/>
                <a:gd name="connsiteX7" fmla="*/ 76372 w 122173"/>
                <a:gd name="connsiteY7" fmla="*/ 66200 h 76372"/>
                <a:gd name="connsiteX8" fmla="*/ 87716 w 122173"/>
                <a:gd name="connsiteY8" fmla="*/ 66200 h 76372"/>
                <a:gd name="connsiteX9" fmla="*/ 92775 w 122173"/>
                <a:gd name="connsiteY9" fmla="*/ 61673 h 76372"/>
                <a:gd name="connsiteX10" fmla="*/ 95598 w 122173"/>
                <a:gd name="connsiteY10" fmla="*/ 36189 h 76372"/>
                <a:gd name="connsiteX11" fmla="*/ 91105 w 122173"/>
                <a:gd name="connsiteY11" fmla="*/ 30572 h 76372"/>
                <a:gd name="connsiteX12" fmla="*/ 90379 w 122173"/>
                <a:gd name="connsiteY12" fmla="*/ 30544 h 76372"/>
                <a:gd name="connsiteX13" fmla="*/ 31795 w 122173"/>
                <a:gd name="connsiteY13" fmla="*/ 30544 h 76372"/>
                <a:gd name="connsiteX14" fmla="*/ 26705 w 122173"/>
                <a:gd name="connsiteY14" fmla="*/ 35625 h 76372"/>
                <a:gd name="connsiteX15" fmla="*/ 26736 w 122173"/>
                <a:gd name="connsiteY15" fmla="*/ 36189 h 76372"/>
                <a:gd name="connsiteX16" fmla="*/ 29558 w 122173"/>
                <a:gd name="connsiteY16" fmla="*/ 61673 h 76372"/>
                <a:gd name="connsiteX17" fmla="*/ 34618 w 122173"/>
                <a:gd name="connsiteY17" fmla="*/ 66200 h 76372"/>
                <a:gd name="connsiteX18" fmla="*/ 45855 w 122173"/>
                <a:gd name="connsiteY18" fmla="*/ 66200 h 76372"/>
                <a:gd name="connsiteX19" fmla="*/ 48678 w 122173"/>
                <a:gd name="connsiteY19" fmla="*/ 64442 h 76372"/>
                <a:gd name="connsiteX20" fmla="*/ 49210 w 122173"/>
                <a:gd name="connsiteY20" fmla="*/ 63377 h 76372"/>
                <a:gd name="connsiteX21" fmla="*/ 56041 w 122173"/>
                <a:gd name="connsiteY21" fmla="*/ 61100 h 76372"/>
                <a:gd name="connsiteX22" fmla="*/ 58318 w 122173"/>
                <a:gd name="connsiteY22" fmla="*/ 67931 h 76372"/>
                <a:gd name="connsiteX23" fmla="*/ 57785 w 122173"/>
                <a:gd name="connsiteY23" fmla="*/ 68996 h 76372"/>
                <a:gd name="connsiteX24" fmla="*/ 45855 w 122173"/>
                <a:gd name="connsiteY24" fmla="*/ 76372 h 76372"/>
                <a:gd name="connsiteX25" fmla="*/ 34458 w 122173"/>
                <a:gd name="connsiteY25" fmla="*/ 76372 h 76372"/>
                <a:gd name="connsiteX26" fmla="*/ 19279 w 122173"/>
                <a:gd name="connsiteY26" fmla="*/ 62791 h 76372"/>
                <a:gd name="connsiteX27" fmla="*/ 16457 w 122173"/>
                <a:gd name="connsiteY27" fmla="*/ 37334 h 76372"/>
                <a:gd name="connsiteX28" fmla="*/ 29914 w 122173"/>
                <a:gd name="connsiteY28" fmla="*/ 20466 h 76372"/>
                <a:gd name="connsiteX29" fmla="*/ 31795 w 122173"/>
                <a:gd name="connsiteY29" fmla="*/ 20371 h 76372"/>
                <a:gd name="connsiteX30" fmla="*/ 90379 w 122173"/>
                <a:gd name="connsiteY30" fmla="*/ 20371 h 76372"/>
                <a:gd name="connsiteX31" fmla="*/ 105653 w 122173"/>
                <a:gd name="connsiteY31" fmla="*/ 35614 h 76372"/>
                <a:gd name="connsiteX32" fmla="*/ 105557 w 122173"/>
                <a:gd name="connsiteY32" fmla="*/ 37334 h 76372"/>
                <a:gd name="connsiteX33" fmla="*/ 102735 w 122173"/>
                <a:gd name="connsiteY33" fmla="*/ 62791 h 76372"/>
                <a:gd name="connsiteX34" fmla="*/ 87716 w 122173"/>
                <a:gd name="connsiteY34" fmla="*/ 76372 h 76372"/>
                <a:gd name="connsiteX35" fmla="*/ 76372 w 122173"/>
                <a:gd name="connsiteY35" fmla="*/ 5086 h 76372"/>
                <a:gd name="connsiteX36" fmla="*/ 71286 w 122173"/>
                <a:gd name="connsiteY36" fmla="*/ 0 h 76372"/>
                <a:gd name="connsiteX37" fmla="*/ 71259 w 122173"/>
                <a:gd name="connsiteY37" fmla="*/ 0 h 76372"/>
                <a:gd name="connsiteX38" fmla="*/ 50915 w 122173"/>
                <a:gd name="connsiteY38" fmla="*/ 0 h 76372"/>
                <a:gd name="connsiteX39" fmla="*/ 45829 w 122173"/>
                <a:gd name="connsiteY39" fmla="*/ 5086 h 76372"/>
                <a:gd name="connsiteX40" fmla="*/ 50915 w 122173"/>
                <a:gd name="connsiteY40" fmla="*/ 10172 h 76372"/>
                <a:gd name="connsiteX41" fmla="*/ 71259 w 122173"/>
                <a:gd name="connsiteY41" fmla="*/ 10172 h 76372"/>
                <a:gd name="connsiteX42" fmla="*/ 76372 w 122173"/>
                <a:gd name="connsiteY42" fmla="*/ 5113 h 76372"/>
                <a:gd name="connsiteX43" fmla="*/ 76372 w 122173"/>
                <a:gd name="connsiteY43" fmla="*/ 5086 h 76372"/>
                <a:gd name="connsiteX44" fmla="*/ 122174 w 122173"/>
                <a:gd name="connsiteY44" fmla="*/ 61007 h 76372"/>
                <a:gd name="connsiteX45" fmla="*/ 122174 w 122173"/>
                <a:gd name="connsiteY45" fmla="*/ 40849 h 76372"/>
                <a:gd name="connsiteX46" fmla="*/ 117088 w 122173"/>
                <a:gd name="connsiteY46" fmla="*/ 35763 h 76372"/>
                <a:gd name="connsiteX47" fmla="*/ 112002 w 122173"/>
                <a:gd name="connsiteY47" fmla="*/ 40849 h 76372"/>
                <a:gd name="connsiteX48" fmla="*/ 112002 w 122173"/>
                <a:gd name="connsiteY48" fmla="*/ 61087 h 76372"/>
                <a:gd name="connsiteX49" fmla="*/ 117088 w 122173"/>
                <a:gd name="connsiteY49" fmla="*/ 66173 h 76372"/>
                <a:gd name="connsiteX50" fmla="*/ 122174 w 122173"/>
                <a:gd name="connsiteY50" fmla="*/ 61087 h 76372"/>
                <a:gd name="connsiteX51" fmla="*/ 10172 w 122173"/>
                <a:gd name="connsiteY51" fmla="*/ 61007 h 76372"/>
                <a:gd name="connsiteX52" fmla="*/ 10172 w 122173"/>
                <a:gd name="connsiteY52" fmla="*/ 40849 h 76372"/>
                <a:gd name="connsiteX53" fmla="*/ 5086 w 122173"/>
                <a:gd name="connsiteY53" fmla="*/ 35763 h 76372"/>
                <a:gd name="connsiteX54" fmla="*/ 0 w 122173"/>
                <a:gd name="connsiteY54" fmla="*/ 40849 h 76372"/>
                <a:gd name="connsiteX55" fmla="*/ 0 w 122173"/>
                <a:gd name="connsiteY55" fmla="*/ 61087 h 76372"/>
                <a:gd name="connsiteX56" fmla="*/ 5086 w 122173"/>
                <a:gd name="connsiteY56" fmla="*/ 66173 h 76372"/>
                <a:gd name="connsiteX57" fmla="*/ 10172 w 122173"/>
                <a:gd name="connsiteY57" fmla="*/ 61087 h 7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22173" h="76372">
                  <a:moveTo>
                    <a:pt x="87716" y="76372"/>
                  </a:moveTo>
                  <a:lnTo>
                    <a:pt x="76372" y="76372"/>
                  </a:lnTo>
                  <a:cubicBezTo>
                    <a:pt x="71324" y="76382"/>
                    <a:pt x="66704" y="73536"/>
                    <a:pt x="64442" y="69022"/>
                  </a:cubicBezTo>
                  <a:lnTo>
                    <a:pt x="63910" y="67931"/>
                  </a:lnTo>
                  <a:cubicBezTo>
                    <a:pt x="62652" y="65416"/>
                    <a:pt x="63672" y="62358"/>
                    <a:pt x="66186" y="61100"/>
                  </a:cubicBezTo>
                  <a:cubicBezTo>
                    <a:pt x="68701" y="59843"/>
                    <a:pt x="71759" y="60862"/>
                    <a:pt x="73017" y="63377"/>
                  </a:cubicBezTo>
                  <a:lnTo>
                    <a:pt x="73549" y="64442"/>
                  </a:lnTo>
                  <a:cubicBezTo>
                    <a:pt x="74073" y="65523"/>
                    <a:pt x="75171" y="66207"/>
                    <a:pt x="76372" y="66200"/>
                  </a:cubicBezTo>
                  <a:lnTo>
                    <a:pt x="87716" y="66200"/>
                  </a:lnTo>
                  <a:cubicBezTo>
                    <a:pt x="90306" y="66190"/>
                    <a:pt x="92479" y="64245"/>
                    <a:pt x="92775" y="61673"/>
                  </a:cubicBezTo>
                  <a:lnTo>
                    <a:pt x="95598" y="36189"/>
                  </a:lnTo>
                  <a:cubicBezTo>
                    <a:pt x="95908" y="33397"/>
                    <a:pt x="93897" y="30882"/>
                    <a:pt x="91105" y="30572"/>
                  </a:cubicBezTo>
                  <a:cubicBezTo>
                    <a:pt x="90864" y="30545"/>
                    <a:pt x="90621" y="30536"/>
                    <a:pt x="90379" y="30544"/>
                  </a:cubicBezTo>
                  <a:lnTo>
                    <a:pt x="31795" y="30544"/>
                  </a:lnTo>
                  <a:cubicBezTo>
                    <a:pt x="28986" y="30541"/>
                    <a:pt x="26707" y="32816"/>
                    <a:pt x="26705" y="35625"/>
                  </a:cubicBezTo>
                  <a:cubicBezTo>
                    <a:pt x="26705" y="35814"/>
                    <a:pt x="26715" y="36002"/>
                    <a:pt x="26736" y="36189"/>
                  </a:cubicBezTo>
                  <a:lnTo>
                    <a:pt x="29558" y="61673"/>
                  </a:lnTo>
                  <a:cubicBezTo>
                    <a:pt x="29855" y="64245"/>
                    <a:pt x="32028" y="66190"/>
                    <a:pt x="34618" y="66200"/>
                  </a:cubicBezTo>
                  <a:lnTo>
                    <a:pt x="45855" y="66200"/>
                  </a:lnTo>
                  <a:cubicBezTo>
                    <a:pt x="47056" y="66207"/>
                    <a:pt x="48154" y="65523"/>
                    <a:pt x="48678" y="64442"/>
                  </a:cubicBezTo>
                  <a:lnTo>
                    <a:pt x="49210" y="63377"/>
                  </a:lnTo>
                  <a:cubicBezTo>
                    <a:pt x="50468" y="60862"/>
                    <a:pt x="53526" y="59843"/>
                    <a:pt x="56041" y="61100"/>
                  </a:cubicBezTo>
                  <a:cubicBezTo>
                    <a:pt x="58556" y="62358"/>
                    <a:pt x="59575" y="65416"/>
                    <a:pt x="58318" y="67931"/>
                  </a:cubicBezTo>
                  <a:lnTo>
                    <a:pt x="57785" y="68996"/>
                  </a:lnTo>
                  <a:cubicBezTo>
                    <a:pt x="55531" y="73520"/>
                    <a:pt x="50909" y="76377"/>
                    <a:pt x="45855" y="76372"/>
                  </a:cubicBezTo>
                  <a:lnTo>
                    <a:pt x="34458" y="76372"/>
                  </a:lnTo>
                  <a:cubicBezTo>
                    <a:pt x="26671" y="76391"/>
                    <a:pt x="20123" y="70533"/>
                    <a:pt x="19279" y="62791"/>
                  </a:cubicBezTo>
                  <a:lnTo>
                    <a:pt x="16457" y="37334"/>
                  </a:lnTo>
                  <a:cubicBezTo>
                    <a:pt x="15515" y="28960"/>
                    <a:pt x="21540" y="21408"/>
                    <a:pt x="29914" y="20466"/>
                  </a:cubicBezTo>
                  <a:cubicBezTo>
                    <a:pt x="30539" y="20396"/>
                    <a:pt x="31167" y="20364"/>
                    <a:pt x="31795" y="20371"/>
                  </a:cubicBezTo>
                  <a:lnTo>
                    <a:pt x="90379" y="20371"/>
                  </a:lnTo>
                  <a:cubicBezTo>
                    <a:pt x="98806" y="20363"/>
                    <a:pt x="105644" y="27187"/>
                    <a:pt x="105653" y="35614"/>
                  </a:cubicBezTo>
                  <a:cubicBezTo>
                    <a:pt x="105653" y="36189"/>
                    <a:pt x="105622" y="36763"/>
                    <a:pt x="105557" y="37334"/>
                  </a:cubicBezTo>
                  <a:lnTo>
                    <a:pt x="102735" y="62791"/>
                  </a:lnTo>
                  <a:cubicBezTo>
                    <a:pt x="101897" y="70472"/>
                    <a:pt x="95442" y="76309"/>
                    <a:pt x="87716" y="76372"/>
                  </a:cubicBezTo>
                  <a:close/>
                  <a:moveTo>
                    <a:pt x="76372" y="5086"/>
                  </a:moveTo>
                  <a:cubicBezTo>
                    <a:pt x="76372" y="2277"/>
                    <a:pt x="74095" y="0"/>
                    <a:pt x="71286" y="0"/>
                  </a:cubicBezTo>
                  <a:cubicBezTo>
                    <a:pt x="71277" y="0"/>
                    <a:pt x="71268" y="0"/>
                    <a:pt x="71259" y="0"/>
                  </a:cubicBezTo>
                  <a:lnTo>
                    <a:pt x="50915" y="0"/>
                  </a:lnTo>
                  <a:cubicBezTo>
                    <a:pt x="48106" y="0"/>
                    <a:pt x="45829" y="2277"/>
                    <a:pt x="45829" y="5086"/>
                  </a:cubicBezTo>
                  <a:cubicBezTo>
                    <a:pt x="45829" y="7895"/>
                    <a:pt x="48106" y="10172"/>
                    <a:pt x="50915" y="10172"/>
                  </a:cubicBezTo>
                  <a:lnTo>
                    <a:pt x="71259" y="10172"/>
                  </a:lnTo>
                  <a:cubicBezTo>
                    <a:pt x="74068" y="10187"/>
                    <a:pt x="76357" y="7922"/>
                    <a:pt x="76372" y="5113"/>
                  </a:cubicBezTo>
                  <a:cubicBezTo>
                    <a:pt x="76372" y="5104"/>
                    <a:pt x="76372" y="5095"/>
                    <a:pt x="76372" y="5086"/>
                  </a:cubicBezTo>
                  <a:close/>
                  <a:moveTo>
                    <a:pt x="122174" y="61007"/>
                  </a:moveTo>
                  <a:lnTo>
                    <a:pt x="122174" y="40849"/>
                  </a:lnTo>
                  <a:cubicBezTo>
                    <a:pt x="122174" y="38040"/>
                    <a:pt x="119897" y="35763"/>
                    <a:pt x="117088" y="35763"/>
                  </a:cubicBezTo>
                  <a:cubicBezTo>
                    <a:pt x="114279" y="35763"/>
                    <a:pt x="112002" y="38040"/>
                    <a:pt x="112002" y="40849"/>
                  </a:cubicBezTo>
                  <a:lnTo>
                    <a:pt x="112002" y="61087"/>
                  </a:lnTo>
                  <a:cubicBezTo>
                    <a:pt x="112002" y="63896"/>
                    <a:pt x="114279" y="66173"/>
                    <a:pt x="117088" y="66173"/>
                  </a:cubicBezTo>
                  <a:cubicBezTo>
                    <a:pt x="119897" y="66173"/>
                    <a:pt x="122174" y="63896"/>
                    <a:pt x="122174" y="61087"/>
                  </a:cubicBezTo>
                  <a:close/>
                  <a:moveTo>
                    <a:pt x="10172" y="61007"/>
                  </a:moveTo>
                  <a:lnTo>
                    <a:pt x="10172" y="40849"/>
                  </a:lnTo>
                  <a:cubicBezTo>
                    <a:pt x="10172" y="38040"/>
                    <a:pt x="7895" y="35763"/>
                    <a:pt x="5086" y="35763"/>
                  </a:cubicBezTo>
                  <a:cubicBezTo>
                    <a:pt x="2277" y="35763"/>
                    <a:pt x="0" y="38040"/>
                    <a:pt x="0" y="40849"/>
                  </a:cubicBezTo>
                  <a:lnTo>
                    <a:pt x="0" y="61087"/>
                  </a:lnTo>
                  <a:cubicBezTo>
                    <a:pt x="0" y="63896"/>
                    <a:pt x="2277" y="66173"/>
                    <a:pt x="5086" y="66173"/>
                  </a:cubicBezTo>
                  <a:cubicBezTo>
                    <a:pt x="7895" y="66173"/>
                    <a:pt x="10172" y="63896"/>
                    <a:pt x="10172" y="61087"/>
                  </a:cubicBezTo>
                  <a:close/>
                </a:path>
              </a:pathLst>
            </a:custGeom>
            <a:solidFill>
              <a:schemeClr val="accent2"/>
            </a:solidFill>
            <a:ln w="149" cap="flat">
              <a:noFill/>
              <a:prstDash val="solid"/>
              <a:miter/>
            </a:ln>
          </p:spPr>
          <p:txBody>
            <a:bodyPr rtlCol="0" anchor="ctr"/>
            <a:lstStyle/>
            <a:p>
              <a:endParaRPr lang="zh-CN" altLang="en-US"/>
            </a:p>
          </p:txBody>
        </p:sp>
        <p:grpSp>
          <p:nvGrpSpPr>
            <p:cNvPr id="288" name="组合 287">
              <a:extLst>
                <a:ext uri="{FF2B5EF4-FFF2-40B4-BE49-F238E27FC236}">
                  <a16:creationId xmlns:a16="http://schemas.microsoft.com/office/drawing/2014/main" id="{CA990151-764C-757D-7FB1-1B9AC9FA2504}"/>
                </a:ext>
              </a:extLst>
            </p:cNvPr>
            <p:cNvGrpSpPr/>
            <p:nvPr/>
          </p:nvGrpSpPr>
          <p:grpSpPr>
            <a:xfrm>
              <a:off x="6901924" y="5360434"/>
              <a:ext cx="186000" cy="179586"/>
              <a:chOff x="6885119" y="5360308"/>
              <a:chExt cx="192913" cy="186261"/>
            </a:xfrm>
          </p:grpSpPr>
          <p:sp>
            <p:nvSpPr>
              <p:cNvPr id="285" name="任意多边形: 形状 284">
                <a:extLst>
                  <a:ext uri="{FF2B5EF4-FFF2-40B4-BE49-F238E27FC236}">
                    <a16:creationId xmlns:a16="http://schemas.microsoft.com/office/drawing/2014/main" id="{0230EEDB-2930-28DF-C3F1-48B748279485}"/>
                  </a:ext>
                </a:extLst>
              </p:cNvPr>
              <p:cNvSpPr/>
              <p:nvPr/>
            </p:nvSpPr>
            <p:spPr>
              <a:xfrm>
                <a:off x="6885119" y="5360308"/>
                <a:ext cx="126391" cy="126391"/>
              </a:xfrm>
              <a:custGeom>
                <a:avLst/>
                <a:gdLst>
                  <a:gd name="connsiteX0" fmla="*/ 25917 w 126391"/>
                  <a:gd name="connsiteY0" fmla="*/ 113087 h 126391"/>
                  <a:gd name="connsiteX1" fmla="*/ 19957 w 126391"/>
                  <a:gd name="connsiteY1" fmla="*/ 113087 h 126391"/>
                  <a:gd name="connsiteX2" fmla="*/ 13304 w 126391"/>
                  <a:gd name="connsiteY2" fmla="*/ 106435 h 126391"/>
                  <a:gd name="connsiteX3" fmla="*/ 13304 w 126391"/>
                  <a:gd name="connsiteY3" fmla="*/ 19957 h 126391"/>
                  <a:gd name="connsiteX4" fmla="*/ 19957 w 126391"/>
                  <a:gd name="connsiteY4" fmla="*/ 13304 h 126391"/>
                  <a:gd name="connsiteX5" fmla="*/ 106435 w 126391"/>
                  <a:gd name="connsiteY5" fmla="*/ 13304 h 126391"/>
                  <a:gd name="connsiteX6" fmla="*/ 113087 w 126391"/>
                  <a:gd name="connsiteY6" fmla="*/ 19957 h 126391"/>
                  <a:gd name="connsiteX7" fmla="*/ 113087 w 126391"/>
                  <a:gd name="connsiteY7" fmla="*/ 65990 h 126391"/>
                  <a:gd name="connsiteX8" fmla="*/ 119739 w 126391"/>
                  <a:gd name="connsiteY8" fmla="*/ 72642 h 126391"/>
                  <a:gd name="connsiteX9" fmla="*/ 126392 w 126391"/>
                  <a:gd name="connsiteY9" fmla="*/ 65990 h 126391"/>
                  <a:gd name="connsiteX10" fmla="*/ 126392 w 126391"/>
                  <a:gd name="connsiteY10" fmla="*/ 19957 h 126391"/>
                  <a:gd name="connsiteX11" fmla="*/ 106435 w 126391"/>
                  <a:gd name="connsiteY11" fmla="*/ 0 h 126391"/>
                  <a:gd name="connsiteX12" fmla="*/ 19957 w 126391"/>
                  <a:gd name="connsiteY12" fmla="*/ 0 h 126391"/>
                  <a:gd name="connsiteX13" fmla="*/ 0 w 126391"/>
                  <a:gd name="connsiteY13" fmla="*/ 19957 h 126391"/>
                  <a:gd name="connsiteX14" fmla="*/ 0 w 126391"/>
                  <a:gd name="connsiteY14" fmla="*/ 106435 h 126391"/>
                  <a:gd name="connsiteX15" fmla="*/ 19957 w 126391"/>
                  <a:gd name="connsiteY15" fmla="*/ 126392 h 126391"/>
                  <a:gd name="connsiteX16" fmla="*/ 25917 w 126391"/>
                  <a:gd name="connsiteY16" fmla="*/ 126392 h 126391"/>
                  <a:gd name="connsiteX17" fmla="*/ 32569 w 126391"/>
                  <a:gd name="connsiteY17" fmla="*/ 119739 h 126391"/>
                  <a:gd name="connsiteX18" fmla="*/ 25917 w 126391"/>
                  <a:gd name="connsiteY18" fmla="*/ 113087 h 126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6391" h="126391">
                    <a:moveTo>
                      <a:pt x="25917" y="113087"/>
                    </a:moveTo>
                    <a:lnTo>
                      <a:pt x="19957" y="113087"/>
                    </a:lnTo>
                    <a:cubicBezTo>
                      <a:pt x="16283" y="113087"/>
                      <a:pt x="13304" y="110109"/>
                      <a:pt x="13304" y="106435"/>
                    </a:cubicBezTo>
                    <a:lnTo>
                      <a:pt x="13304" y="19957"/>
                    </a:lnTo>
                    <a:cubicBezTo>
                      <a:pt x="13304" y="16283"/>
                      <a:pt x="16283" y="13304"/>
                      <a:pt x="19957" y="13304"/>
                    </a:cubicBezTo>
                    <a:lnTo>
                      <a:pt x="106435" y="13304"/>
                    </a:lnTo>
                    <a:cubicBezTo>
                      <a:pt x="110109" y="13304"/>
                      <a:pt x="113087" y="16283"/>
                      <a:pt x="113087" y="19957"/>
                    </a:cubicBezTo>
                    <a:lnTo>
                      <a:pt x="113087" y="65990"/>
                    </a:lnTo>
                    <a:cubicBezTo>
                      <a:pt x="113087" y="69664"/>
                      <a:pt x="116065" y="72642"/>
                      <a:pt x="119739" y="72642"/>
                    </a:cubicBezTo>
                    <a:cubicBezTo>
                      <a:pt x="123413" y="72642"/>
                      <a:pt x="126392" y="69664"/>
                      <a:pt x="126392" y="65990"/>
                    </a:cubicBezTo>
                    <a:lnTo>
                      <a:pt x="126392" y="19957"/>
                    </a:lnTo>
                    <a:cubicBezTo>
                      <a:pt x="126392" y="8935"/>
                      <a:pt x="117457" y="0"/>
                      <a:pt x="106435" y="0"/>
                    </a:cubicBezTo>
                    <a:lnTo>
                      <a:pt x="19957" y="0"/>
                    </a:lnTo>
                    <a:cubicBezTo>
                      <a:pt x="8935" y="0"/>
                      <a:pt x="0" y="8935"/>
                      <a:pt x="0" y="19957"/>
                    </a:cubicBezTo>
                    <a:lnTo>
                      <a:pt x="0" y="106435"/>
                    </a:lnTo>
                    <a:cubicBezTo>
                      <a:pt x="0" y="117457"/>
                      <a:pt x="8935" y="126392"/>
                      <a:pt x="19957" y="126392"/>
                    </a:cubicBezTo>
                    <a:lnTo>
                      <a:pt x="25917" y="126392"/>
                    </a:lnTo>
                    <a:cubicBezTo>
                      <a:pt x="29591" y="126392"/>
                      <a:pt x="32569" y="123413"/>
                      <a:pt x="32569" y="119739"/>
                    </a:cubicBezTo>
                    <a:cubicBezTo>
                      <a:pt x="32569" y="116065"/>
                      <a:pt x="29591" y="113087"/>
                      <a:pt x="25917" y="113087"/>
                    </a:cubicBezTo>
                    <a:close/>
                  </a:path>
                </a:pathLst>
              </a:custGeom>
              <a:solidFill>
                <a:schemeClr val="accent2"/>
              </a:solidFill>
              <a:ln w="205" cap="flat">
                <a:noFill/>
                <a:prstDash val="solid"/>
                <a:miter/>
              </a:ln>
            </p:spPr>
            <p:txBody>
              <a:bodyPr rtlCol="0" anchor="ctr"/>
              <a:lstStyle/>
              <a:p>
                <a:endParaRPr lang="zh-CN" altLang="en-US"/>
              </a:p>
            </p:txBody>
          </p:sp>
          <p:sp>
            <p:nvSpPr>
              <p:cNvPr id="286" name="任意多边形: 形状 285">
                <a:extLst>
                  <a:ext uri="{FF2B5EF4-FFF2-40B4-BE49-F238E27FC236}">
                    <a16:creationId xmlns:a16="http://schemas.microsoft.com/office/drawing/2014/main" id="{FF2E36E0-4F20-715C-11BF-2E814E69226A}"/>
                  </a:ext>
                </a:extLst>
              </p:cNvPr>
              <p:cNvSpPr/>
              <p:nvPr/>
            </p:nvSpPr>
            <p:spPr>
              <a:xfrm>
                <a:off x="6951641" y="5420178"/>
                <a:ext cx="126391" cy="126391"/>
              </a:xfrm>
              <a:custGeom>
                <a:avLst/>
                <a:gdLst>
                  <a:gd name="connsiteX0" fmla="*/ 13304 w 126391"/>
                  <a:gd name="connsiteY0" fmla="*/ 31152 h 126391"/>
                  <a:gd name="connsiteX1" fmla="*/ 13304 w 126391"/>
                  <a:gd name="connsiteY1" fmla="*/ 19957 h 126391"/>
                  <a:gd name="connsiteX2" fmla="*/ 19957 w 126391"/>
                  <a:gd name="connsiteY2" fmla="*/ 13304 h 126391"/>
                  <a:gd name="connsiteX3" fmla="*/ 106435 w 126391"/>
                  <a:gd name="connsiteY3" fmla="*/ 13304 h 126391"/>
                  <a:gd name="connsiteX4" fmla="*/ 113087 w 126391"/>
                  <a:gd name="connsiteY4" fmla="*/ 19957 h 126391"/>
                  <a:gd name="connsiteX5" fmla="*/ 113087 w 126391"/>
                  <a:gd name="connsiteY5" fmla="*/ 106435 h 126391"/>
                  <a:gd name="connsiteX6" fmla="*/ 106435 w 126391"/>
                  <a:gd name="connsiteY6" fmla="*/ 113087 h 126391"/>
                  <a:gd name="connsiteX7" fmla="*/ 19957 w 126391"/>
                  <a:gd name="connsiteY7" fmla="*/ 113087 h 126391"/>
                  <a:gd name="connsiteX8" fmla="*/ 13304 w 126391"/>
                  <a:gd name="connsiteY8" fmla="*/ 106435 h 126391"/>
                  <a:gd name="connsiteX9" fmla="*/ 13304 w 126391"/>
                  <a:gd name="connsiteY9" fmla="*/ 60402 h 126391"/>
                  <a:gd name="connsiteX10" fmla="*/ 6652 w 126391"/>
                  <a:gd name="connsiteY10" fmla="*/ 53750 h 126391"/>
                  <a:gd name="connsiteX11" fmla="*/ 0 w 126391"/>
                  <a:gd name="connsiteY11" fmla="*/ 60402 h 126391"/>
                  <a:gd name="connsiteX12" fmla="*/ 0 w 126391"/>
                  <a:gd name="connsiteY12" fmla="*/ 106435 h 126391"/>
                  <a:gd name="connsiteX13" fmla="*/ 19957 w 126391"/>
                  <a:gd name="connsiteY13" fmla="*/ 126392 h 126391"/>
                  <a:gd name="connsiteX14" fmla="*/ 106435 w 126391"/>
                  <a:gd name="connsiteY14" fmla="*/ 126392 h 126391"/>
                  <a:gd name="connsiteX15" fmla="*/ 126392 w 126391"/>
                  <a:gd name="connsiteY15" fmla="*/ 106435 h 126391"/>
                  <a:gd name="connsiteX16" fmla="*/ 126392 w 126391"/>
                  <a:gd name="connsiteY16" fmla="*/ 19957 h 126391"/>
                  <a:gd name="connsiteX17" fmla="*/ 106435 w 126391"/>
                  <a:gd name="connsiteY17" fmla="*/ 0 h 126391"/>
                  <a:gd name="connsiteX18" fmla="*/ 19957 w 126391"/>
                  <a:gd name="connsiteY18" fmla="*/ 0 h 126391"/>
                  <a:gd name="connsiteX19" fmla="*/ 0 w 126391"/>
                  <a:gd name="connsiteY19" fmla="*/ 19957 h 126391"/>
                  <a:gd name="connsiteX20" fmla="*/ 0 w 126391"/>
                  <a:gd name="connsiteY20" fmla="*/ 31152 h 126391"/>
                  <a:gd name="connsiteX21" fmla="*/ 6652 w 126391"/>
                  <a:gd name="connsiteY21" fmla="*/ 37804 h 126391"/>
                  <a:gd name="connsiteX22" fmla="*/ 13304 w 126391"/>
                  <a:gd name="connsiteY22" fmla="*/ 31152 h 126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391" h="126391">
                    <a:moveTo>
                      <a:pt x="13304" y="31152"/>
                    </a:moveTo>
                    <a:lnTo>
                      <a:pt x="13304" y="19957"/>
                    </a:lnTo>
                    <a:cubicBezTo>
                      <a:pt x="13304" y="16283"/>
                      <a:pt x="16283" y="13304"/>
                      <a:pt x="19957" y="13304"/>
                    </a:cubicBezTo>
                    <a:lnTo>
                      <a:pt x="106435" y="13304"/>
                    </a:lnTo>
                    <a:cubicBezTo>
                      <a:pt x="110109" y="13304"/>
                      <a:pt x="113087" y="16283"/>
                      <a:pt x="113087" y="19957"/>
                    </a:cubicBezTo>
                    <a:lnTo>
                      <a:pt x="113087" y="106435"/>
                    </a:lnTo>
                    <a:cubicBezTo>
                      <a:pt x="113087" y="110109"/>
                      <a:pt x="110109" y="113087"/>
                      <a:pt x="106435" y="113087"/>
                    </a:cubicBezTo>
                    <a:lnTo>
                      <a:pt x="19957" y="113087"/>
                    </a:lnTo>
                    <a:cubicBezTo>
                      <a:pt x="16283" y="113087"/>
                      <a:pt x="13304" y="110109"/>
                      <a:pt x="13304" y="106435"/>
                    </a:cubicBezTo>
                    <a:lnTo>
                      <a:pt x="13304" y="60402"/>
                    </a:lnTo>
                    <a:cubicBezTo>
                      <a:pt x="13304" y="56728"/>
                      <a:pt x="10326" y="53750"/>
                      <a:pt x="6652" y="53750"/>
                    </a:cubicBezTo>
                    <a:cubicBezTo>
                      <a:pt x="2978" y="53750"/>
                      <a:pt x="0" y="56728"/>
                      <a:pt x="0" y="60402"/>
                    </a:cubicBezTo>
                    <a:lnTo>
                      <a:pt x="0" y="106435"/>
                    </a:lnTo>
                    <a:cubicBezTo>
                      <a:pt x="0" y="117457"/>
                      <a:pt x="8935" y="126392"/>
                      <a:pt x="19957" y="126392"/>
                    </a:cubicBezTo>
                    <a:lnTo>
                      <a:pt x="106435" y="126392"/>
                    </a:lnTo>
                    <a:cubicBezTo>
                      <a:pt x="117457" y="126392"/>
                      <a:pt x="126392" y="117457"/>
                      <a:pt x="126392" y="106435"/>
                    </a:cubicBezTo>
                    <a:lnTo>
                      <a:pt x="126392" y="19957"/>
                    </a:lnTo>
                    <a:cubicBezTo>
                      <a:pt x="126392" y="8935"/>
                      <a:pt x="117457" y="0"/>
                      <a:pt x="106435" y="0"/>
                    </a:cubicBezTo>
                    <a:lnTo>
                      <a:pt x="19957" y="0"/>
                    </a:lnTo>
                    <a:cubicBezTo>
                      <a:pt x="8935" y="0"/>
                      <a:pt x="0" y="8935"/>
                      <a:pt x="0" y="19957"/>
                    </a:cubicBezTo>
                    <a:lnTo>
                      <a:pt x="0" y="31152"/>
                    </a:lnTo>
                    <a:cubicBezTo>
                      <a:pt x="0" y="34826"/>
                      <a:pt x="2978" y="37804"/>
                      <a:pt x="6652" y="37804"/>
                    </a:cubicBezTo>
                    <a:cubicBezTo>
                      <a:pt x="10326" y="37804"/>
                      <a:pt x="13304" y="34826"/>
                      <a:pt x="13304" y="31152"/>
                    </a:cubicBezTo>
                    <a:close/>
                  </a:path>
                </a:pathLst>
              </a:custGeom>
              <a:solidFill>
                <a:schemeClr val="accent2"/>
              </a:solidFill>
              <a:ln w="205" cap="flat">
                <a:noFill/>
                <a:prstDash val="solid"/>
                <a:miter/>
              </a:ln>
            </p:spPr>
            <p:txBody>
              <a:bodyPr rtlCol="0" anchor="ctr"/>
              <a:lstStyle/>
              <a:p>
                <a:endParaRPr lang="zh-CN" altLang="en-US"/>
              </a:p>
            </p:txBody>
          </p:sp>
          <p:sp>
            <p:nvSpPr>
              <p:cNvPr id="287" name="任意多边形: 形状 286">
                <a:extLst>
                  <a:ext uri="{FF2B5EF4-FFF2-40B4-BE49-F238E27FC236}">
                    <a16:creationId xmlns:a16="http://schemas.microsoft.com/office/drawing/2014/main" id="{9431EBA4-CABE-5469-3C4F-D563AED2C843}"/>
                  </a:ext>
                </a:extLst>
              </p:cNvPr>
              <p:cNvSpPr/>
              <p:nvPr/>
            </p:nvSpPr>
            <p:spPr>
              <a:xfrm>
                <a:off x="6898423" y="5448988"/>
                <a:ext cx="113087" cy="37711"/>
              </a:xfrm>
              <a:custGeom>
                <a:avLst/>
                <a:gdLst>
                  <a:gd name="connsiteX0" fmla="*/ 99783 w 113087"/>
                  <a:gd name="connsiteY0" fmla="*/ 6652 h 37711"/>
                  <a:gd name="connsiteX1" fmla="*/ 99783 w 113087"/>
                  <a:gd name="connsiteY1" fmla="*/ 17755 h 37711"/>
                  <a:gd name="connsiteX2" fmla="*/ 93131 w 113087"/>
                  <a:gd name="connsiteY2" fmla="*/ 24407 h 37711"/>
                  <a:gd name="connsiteX3" fmla="*/ 6652 w 113087"/>
                  <a:gd name="connsiteY3" fmla="*/ 24407 h 37711"/>
                  <a:gd name="connsiteX4" fmla="*/ 0 w 113087"/>
                  <a:gd name="connsiteY4" fmla="*/ 31059 h 37711"/>
                  <a:gd name="connsiteX5" fmla="*/ 6652 w 113087"/>
                  <a:gd name="connsiteY5" fmla="*/ 37711 h 37711"/>
                  <a:gd name="connsiteX6" fmla="*/ 93131 w 113087"/>
                  <a:gd name="connsiteY6" fmla="*/ 37711 h 37711"/>
                  <a:gd name="connsiteX7" fmla="*/ 113087 w 113087"/>
                  <a:gd name="connsiteY7" fmla="*/ 17755 h 37711"/>
                  <a:gd name="connsiteX8" fmla="*/ 113087 w 113087"/>
                  <a:gd name="connsiteY8" fmla="*/ 6652 h 37711"/>
                  <a:gd name="connsiteX9" fmla="*/ 106435 w 113087"/>
                  <a:gd name="connsiteY9" fmla="*/ 0 h 37711"/>
                  <a:gd name="connsiteX10" fmla="*/ 99783 w 113087"/>
                  <a:gd name="connsiteY10" fmla="*/ 6652 h 37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3087" h="37711">
                    <a:moveTo>
                      <a:pt x="99783" y="6652"/>
                    </a:moveTo>
                    <a:lnTo>
                      <a:pt x="99783" y="17755"/>
                    </a:lnTo>
                    <a:cubicBezTo>
                      <a:pt x="99783" y="21429"/>
                      <a:pt x="96805" y="24407"/>
                      <a:pt x="93131" y="24407"/>
                    </a:cubicBezTo>
                    <a:lnTo>
                      <a:pt x="6652" y="24407"/>
                    </a:lnTo>
                    <a:cubicBezTo>
                      <a:pt x="2978" y="24407"/>
                      <a:pt x="0" y="27385"/>
                      <a:pt x="0" y="31059"/>
                    </a:cubicBezTo>
                    <a:cubicBezTo>
                      <a:pt x="0" y="34733"/>
                      <a:pt x="2978" y="37711"/>
                      <a:pt x="6652" y="37711"/>
                    </a:cubicBezTo>
                    <a:lnTo>
                      <a:pt x="93131" y="37711"/>
                    </a:lnTo>
                    <a:cubicBezTo>
                      <a:pt x="104152" y="37711"/>
                      <a:pt x="113087" y="28776"/>
                      <a:pt x="113087" y="17755"/>
                    </a:cubicBezTo>
                    <a:lnTo>
                      <a:pt x="113087" y="6652"/>
                    </a:lnTo>
                    <a:cubicBezTo>
                      <a:pt x="113087" y="2978"/>
                      <a:pt x="110109" y="0"/>
                      <a:pt x="106435" y="0"/>
                    </a:cubicBezTo>
                    <a:cubicBezTo>
                      <a:pt x="102761" y="0"/>
                      <a:pt x="99783" y="2978"/>
                      <a:pt x="99783" y="6652"/>
                    </a:cubicBezTo>
                    <a:close/>
                  </a:path>
                </a:pathLst>
              </a:custGeom>
              <a:solidFill>
                <a:schemeClr val="accent2"/>
              </a:solidFill>
              <a:ln w="205" cap="flat">
                <a:noFill/>
                <a:prstDash val="solid"/>
                <a:miter/>
              </a:ln>
            </p:spPr>
            <p:txBody>
              <a:bodyPr rtlCol="0" anchor="ctr"/>
              <a:lstStyle/>
              <a:p>
                <a:endParaRPr lang="zh-CN" altLang="en-US"/>
              </a:p>
            </p:txBody>
          </p:sp>
        </p:grpSp>
        <p:grpSp>
          <p:nvGrpSpPr>
            <p:cNvPr id="294" name="组合 293">
              <a:extLst>
                <a:ext uri="{FF2B5EF4-FFF2-40B4-BE49-F238E27FC236}">
                  <a16:creationId xmlns:a16="http://schemas.microsoft.com/office/drawing/2014/main" id="{CB0501B0-04F3-50AE-6C2C-4B95EA507CD6}"/>
                </a:ext>
              </a:extLst>
            </p:cNvPr>
            <p:cNvGrpSpPr/>
            <p:nvPr/>
          </p:nvGrpSpPr>
          <p:grpSpPr>
            <a:xfrm>
              <a:off x="7821648" y="5218311"/>
              <a:ext cx="159694" cy="159694"/>
              <a:chOff x="7815079" y="5201898"/>
              <a:chExt cx="159694" cy="159694"/>
            </a:xfrm>
          </p:grpSpPr>
          <p:sp>
            <p:nvSpPr>
              <p:cNvPr id="292" name="任意多边形: 形状 291">
                <a:extLst>
                  <a:ext uri="{FF2B5EF4-FFF2-40B4-BE49-F238E27FC236}">
                    <a16:creationId xmlns:a16="http://schemas.microsoft.com/office/drawing/2014/main" id="{82324E15-1CE7-5A9A-46DC-2C48C70AC8C9}"/>
                  </a:ext>
                </a:extLst>
              </p:cNvPr>
              <p:cNvSpPr/>
              <p:nvPr/>
            </p:nvSpPr>
            <p:spPr>
              <a:xfrm>
                <a:off x="7844826" y="5246603"/>
                <a:ext cx="100240" cy="70274"/>
              </a:xfrm>
              <a:custGeom>
                <a:avLst/>
                <a:gdLst>
                  <a:gd name="connsiteX0" fmla="*/ 68767 w 100240"/>
                  <a:gd name="connsiteY0" fmla="*/ 1549 h 70274"/>
                  <a:gd name="connsiteX1" fmla="*/ 65088 w 100240"/>
                  <a:gd name="connsiteY1" fmla="*/ 31 h 70274"/>
                  <a:gd name="connsiteX2" fmla="*/ 61408 w 100240"/>
                  <a:gd name="connsiteY2" fmla="*/ 1549 h 70274"/>
                  <a:gd name="connsiteX3" fmla="*/ 50120 w 100240"/>
                  <a:gd name="connsiteY3" fmla="*/ 12837 h 70274"/>
                  <a:gd name="connsiteX4" fmla="*/ 38811 w 100240"/>
                  <a:gd name="connsiteY4" fmla="*/ 1528 h 70274"/>
                  <a:gd name="connsiteX5" fmla="*/ 31452 w 100240"/>
                  <a:gd name="connsiteY5" fmla="*/ 1528 h 70274"/>
                  <a:gd name="connsiteX6" fmla="*/ 1518 w 100240"/>
                  <a:gd name="connsiteY6" fmla="*/ 31463 h 70274"/>
                  <a:gd name="connsiteX7" fmla="*/ 0 w 100240"/>
                  <a:gd name="connsiteY7" fmla="*/ 35142 h 70274"/>
                  <a:gd name="connsiteX8" fmla="*/ 1518 w 100240"/>
                  <a:gd name="connsiteY8" fmla="*/ 38822 h 70274"/>
                  <a:gd name="connsiteX9" fmla="*/ 31452 w 100240"/>
                  <a:gd name="connsiteY9" fmla="*/ 68757 h 70274"/>
                  <a:gd name="connsiteX10" fmla="*/ 35132 w 100240"/>
                  <a:gd name="connsiteY10" fmla="*/ 70274 h 70274"/>
                  <a:gd name="connsiteX11" fmla="*/ 38811 w 100240"/>
                  <a:gd name="connsiteY11" fmla="*/ 68757 h 70274"/>
                  <a:gd name="connsiteX12" fmla="*/ 50120 w 100240"/>
                  <a:gd name="connsiteY12" fmla="*/ 57448 h 70274"/>
                  <a:gd name="connsiteX13" fmla="*/ 61429 w 100240"/>
                  <a:gd name="connsiteY13" fmla="*/ 68757 h 70274"/>
                  <a:gd name="connsiteX14" fmla="*/ 65108 w 100240"/>
                  <a:gd name="connsiteY14" fmla="*/ 70274 h 70274"/>
                  <a:gd name="connsiteX15" fmla="*/ 68788 w 100240"/>
                  <a:gd name="connsiteY15" fmla="*/ 68757 h 70274"/>
                  <a:gd name="connsiteX16" fmla="*/ 98723 w 100240"/>
                  <a:gd name="connsiteY16" fmla="*/ 38822 h 70274"/>
                  <a:gd name="connsiteX17" fmla="*/ 100240 w 100240"/>
                  <a:gd name="connsiteY17" fmla="*/ 35142 h 70274"/>
                  <a:gd name="connsiteX18" fmla="*/ 98723 w 100240"/>
                  <a:gd name="connsiteY18" fmla="*/ 31463 h 70274"/>
                  <a:gd name="connsiteX19" fmla="*/ 68767 w 100240"/>
                  <a:gd name="connsiteY19" fmla="*/ 1549 h 70274"/>
                  <a:gd name="connsiteX20" fmla="*/ 65088 w 100240"/>
                  <a:gd name="connsiteY20" fmla="*/ 57718 h 70274"/>
                  <a:gd name="connsiteX21" fmla="*/ 54174 w 100240"/>
                  <a:gd name="connsiteY21" fmla="*/ 46784 h 70274"/>
                  <a:gd name="connsiteX22" fmla="*/ 53820 w 100240"/>
                  <a:gd name="connsiteY22" fmla="*/ 46389 h 70274"/>
                  <a:gd name="connsiteX23" fmla="*/ 53425 w 100240"/>
                  <a:gd name="connsiteY23" fmla="*/ 46035 h 70274"/>
                  <a:gd name="connsiteX24" fmla="*/ 38853 w 100240"/>
                  <a:gd name="connsiteY24" fmla="*/ 31463 h 70274"/>
                  <a:gd name="connsiteX25" fmla="*/ 31494 w 100240"/>
                  <a:gd name="connsiteY25" fmla="*/ 31463 h 70274"/>
                  <a:gd name="connsiteX26" fmla="*/ 31494 w 100240"/>
                  <a:gd name="connsiteY26" fmla="*/ 38822 h 70274"/>
                  <a:gd name="connsiteX27" fmla="*/ 42761 w 100240"/>
                  <a:gd name="connsiteY27" fmla="*/ 50089 h 70274"/>
                  <a:gd name="connsiteX28" fmla="*/ 35153 w 100240"/>
                  <a:gd name="connsiteY28" fmla="*/ 57718 h 70274"/>
                  <a:gd name="connsiteX29" fmla="*/ 12577 w 100240"/>
                  <a:gd name="connsiteY29" fmla="*/ 35142 h 70274"/>
                  <a:gd name="connsiteX30" fmla="*/ 35153 w 100240"/>
                  <a:gd name="connsiteY30" fmla="*/ 12566 h 70274"/>
                  <a:gd name="connsiteX31" fmla="*/ 46461 w 100240"/>
                  <a:gd name="connsiteY31" fmla="*/ 23875 h 70274"/>
                  <a:gd name="connsiteX32" fmla="*/ 61408 w 100240"/>
                  <a:gd name="connsiteY32" fmla="*/ 38822 h 70274"/>
                  <a:gd name="connsiteX33" fmla="*/ 68767 w 100240"/>
                  <a:gd name="connsiteY33" fmla="*/ 38822 h 70274"/>
                  <a:gd name="connsiteX34" fmla="*/ 68767 w 100240"/>
                  <a:gd name="connsiteY34" fmla="*/ 31463 h 70274"/>
                  <a:gd name="connsiteX35" fmla="*/ 57500 w 100240"/>
                  <a:gd name="connsiteY35" fmla="*/ 20196 h 70274"/>
                  <a:gd name="connsiteX36" fmla="*/ 65129 w 100240"/>
                  <a:gd name="connsiteY36" fmla="*/ 12566 h 70274"/>
                  <a:gd name="connsiteX37" fmla="*/ 87663 w 100240"/>
                  <a:gd name="connsiteY37" fmla="*/ 35142 h 70274"/>
                  <a:gd name="connsiteX38" fmla="*/ 65088 w 100240"/>
                  <a:gd name="connsiteY38" fmla="*/ 57718 h 70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0240" h="70274">
                    <a:moveTo>
                      <a:pt x="68767" y="1549"/>
                    </a:moveTo>
                    <a:cubicBezTo>
                      <a:pt x="67790" y="572"/>
                      <a:pt x="66480" y="31"/>
                      <a:pt x="65088" y="31"/>
                    </a:cubicBezTo>
                    <a:cubicBezTo>
                      <a:pt x="63695" y="31"/>
                      <a:pt x="62385" y="572"/>
                      <a:pt x="61408" y="1549"/>
                    </a:cubicBezTo>
                    <a:lnTo>
                      <a:pt x="50120" y="12837"/>
                    </a:lnTo>
                    <a:lnTo>
                      <a:pt x="38811" y="1528"/>
                    </a:lnTo>
                    <a:cubicBezTo>
                      <a:pt x="36774" y="-509"/>
                      <a:pt x="33490" y="-509"/>
                      <a:pt x="31452" y="1528"/>
                    </a:cubicBezTo>
                    <a:lnTo>
                      <a:pt x="1518" y="31463"/>
                    </a:lnTo>
                    <a:cubicBezTo>
                      <a:pt x="540" y="32440"/>
                      <a:pt x="0" y="33749"/>
                      <a:pt x="0" y="35142"/>
                    </a:cubicBezTo>
                    <a:cubicBezTo>
                      <a:pt x="0" y="36535"/>
                      <a:pt x="540" y="37845"/>
                      <a:pt x="1518" y="38822"/>
                    </a:cubicBezTo>
                    <a:lnTo>
                      <a:pt x="31452" y="68757"/>
                    </a:lnTo>
                    <a:cubicBezTo>
                      <a:pt x="32429" y="69734"/>
                      <a:pt x="33739" y="70274"/>
                      <a:pt x="35132" y="70274"/>
                    </a:cubicBezTo>
                    <a:cubicBezTo>
                      <a:pt x="36525" y="70274"/>
                      <a:pt x="37834" y="69734"/>
                      <a:pt x="38811" y="68757"/>
                    </a:cubicBezTo>
                    <a:lnTo>
                      <a:pt x="50120" y="57448"/>
                    </a:lnTo>
                    <a:lnTo>
                      <a:pt x="61429" y="68757"/>
                    </a:lnTo>
                    <a:cubicBezTo>
                      <a:pt x="62406" y="69734"/>
                      <a:pt x="63715" y="70274"/>
                      <a:pt x="65108" y="70274"/>
                    </a:cubicBezTo>
                    <a:cubicBezTo>
                      <a:pt x="66501" y="70274"/>
                      <a:pt x="67811" y="69734"/>
                      <a:pt x="68788" y="68757"/>
                    </a:cubicBezTo>
                    <a:lnTo>
                      <a:pt x="98723" y="38822"/>
                    </a:lnTo>
                    <a:cubicBezTo>
                      <a:pt x="99700" y="37845"/>
                      <a:pt x="100240" y="36535"/>
                      <a:pt x="100240" y="35142"/>
                    </a:cubicBezTo>
                    <a:cubicBezTo>
                      <a:pt x="100240" y="33749"/>
                      <a:pt x="99700" y="32440"/>
                      <a:pt x="98723" y="31463"/>
                    </a:cubicBezTo>
                    <a:lnTo>
                      <a:pt x="68767" y="1549"/>
                    </a:lnTo>
                    <a:close/>
                    <a:moveTo>
                      <a:pt x="65088" y="57718"/>
                    </a:moveTo>
                    <a:lnTo>
                      <a:pt x="54174" y="46784"/>
                    </a:lnTo>
                    <a:cubicBezTo>
                      <a:pt x="54070" y="46638"/>
                      <a:pt x="53945" y="46513"/>
                      <a:pt x="53820" y="46389"/>
                    </a:cubicBezTo>
                    <a:cubicBezTo>
                      <a:pt x="53696" y="46264"/>
                      <a:pt x="53571" y="46139"/>
                      <a:pt x="53425" y="46035"/>
                    </a:cubicBezTo>
                    <a:lnTo>
                      <a:pt x="38853" y="31463"/>
                    </a:lnTo>
                    <a:cubicBezTo>
                      <a:pt x="36816" y="29426"/>
                      <a:pt x="33531" y="29426"/>
                      <a:pt x="31494" y="31463"/>
                    </a:cubicBezTo>
                    <a:cubicBezTo>
                      <a:pt x="29457" y="33500"/>
                      <a:pt x="29457" y="36785"/>
                      <a:pt x="31494" y="38822"/>
                    </a:cubicBezTo>
                    <a:lnTo>
                      <a:pt x="42761" y="50089"/>
                    </a:lnTo>
                    <a:lnTo>
                      <a:pt x="35153" y="57718"/>
                    </a:lnTo>
                    <a:lnTo>
                      <a:pt x="12577" y="35142"/>
                    </a:lnTo>
                    <a:lnTo>
                      <a:pt x="35153" y="12566"/>
                    </a:lnTo>
                    <a:lnTo>
                      <a:pt x="46461" y="23875"/>
                    </a:lnTo>
                    <a:lnTo>
                      <a:pt x="61408" y="38822"/>
                    </a:lnTo>
                    <a:cubicBezTo>
                      <a:pt x="63445" y="40859"/>
                      <a:pt x="66730" y="40859"/>
                      <a:pt x="68767" y="38822"/>
                    </a:cubicBezTo>
                    <a:cubicBezTo>
                      <a:pt x="70804" y="36785"/>
                      <a:pt x="70804" y="33500"/>
                      <a:pt x="68767" y="31463"/>
                    </a:cubicBezTo>
                    <a:lnTo>
                      <a:pt x="57500" y="20196"/>
                    </a:lnTo>
                    <a:lnTo>
                      <a:pt x="65129" y="12566"/>
                    </a:lnTo>
                    <a:lnTo>
                      <a:pt x="87663" y="35142"/>
                    </a:lnTo>
                    <a:lnTo>
                      <a:pt x="65088" y="57718"/>
                    </a:lnTo>
                    <a:close/>
                  </a:path>
                </a:pathLst>
              </a:custGeom>
              <a:solidFill>
                <a:schemeClr val="accent2"/>
              </a:solidFill>
              <a:ln w="205" cap="flat">
                <a:noFill/>
                <a:prstDash val="solid"/>
                <a:miter/>
              </a:ln>
            </p:spPr>
            <p:txBody>
              <a:bodyPr rtlCol="0" anchor="ctr"/>
              <a:lstStyle/>
              <a:p>
                <a:endParaRPr lang="zh-CN" altLang="en-US"/>
              </a:p>
            </p:txBody>
          </p:sp>
          <p:sp>
            <p:nvSpPr>
              <p:cNvPr id="293" name="任意多边形: 形状 292">
                <a:extLst>
                  <a:ext uri="{FF2B5EF4-FFF2-40B4-BE49-F238E27FC236}">
                    <a16:creationId xmlns:a16="http://schemas.microsoft.com/office/drawing/2014/main" id="{B7E0E1B3-97A6-522A-4528-273BD6A2EF0D}"/>
                  </a:ext>
                </a:extLst>
              </p:cNvPr>
              <p:cNvSpPr/>
              <p:nvPr/>
            </p:nvSpPr>
            <p:spPr>
              <a:xfrm>
                <a:off x="7815079" y="5201898"/>
                <a:ext cx="159694" cy="159694"/>
              </a:xfrm>
              <a:custGeom>
                <a:avLst/>
                <a:gdLst>
                  <a:gd name="connsiteX0" fmla="*/ 153416 w 159694"/>
                  <a:gd name="connsiteY0" fmla="*/ 48769 h 159694"/>
                  <a:gd name="connsiteX1" fmla="*/ 136307 w 159694"/>
                  <a:gd name="connsiteY1" fmla="*/ 23387 h 159694"/>
                  <a:gd name="connsiteX2" fmla="*/ 110925 w 159694"/>
                  <a:gd name="connsiteY2" fmla="*/ 6278 h 159694"/>
                  <a:gd name="connsiteX3" fmla="*/ 79847 w 159694"/>
                  <a:gd name="connsiteY3" fmla="*/ 0 h 159694"/>
                  <a:gd name="connsiteX4" fmla="*/ 48769 w 159694"/>
                  <a:gd name="connsiteY4" fmla="*/ 6278 h 159694"/>
                  <a:gd name="connsiteX5" fmla="*/ 23387 w 159694"/>
                  <a:gd name="connsiteY5" fmla="*/ 23387 h 159694"/>
                  <a:gd name="connsiteX6" fmla="*/ 6278 w 159694"/>
                  <a:gd name="connsiteY6" fmla="*/ 48769 h 159694"/>
                  <a:gd name="connsiteX7" fmla="*/ 0 w 159694"/>
                  <a:gd name="connsiteY7" fmla="*/ 79847 h 159694"/>
                  <a:gd name="connsiteX8" fmla="*/ 6278 w 159694"/>
                  <a:gd name="connsiteY8" fmla="*/ 110925 h 159694"/>
                  <a:gd name="connsiteX9" fmla="*/ 23387 w 159694"/>
                  <a:gd name="connsiteY9" fmla="*/ 136307 h 159694"/>
                  <a:gd name="connsiteX10" fmla="*/ 48769 w 159694"/>
                  <a:gd name="connsiteY10" fmla="*/ 153416 h 159694"/>
                  <a:gd name="connsiteX11" fmla="*/ 79847 w 159694"/>
                  <a:gd name="connsiteY11" fmla="*/ 159694 h 159694"/>
                  <a:gd name="connsiteX12" fmla="*/ 110925 w 159694"/>
                  <a:gd name="connsiteY12" fmla="*/ 153416 h 159694"/>
                  <a:gd name="connsiteX13" fmla="*/ 136307 w 159694"/>
                  <a:gd name="connsiteY13" fmla="*/ 136307 h 159694"/>
                  <a:gd name="connsiteX14" fmla="*/ 153416 w 159694"/>
                  <a:gd name="connsiteY14" fmla="*/ 110925 h 159694"/>
                  <a:gd name="connsiteX15" fmla="*/ 159694 w 159694"/>
                  <a:gd name="connsiteY15" fmla="*/ 79847 h 159694"/>
                  <a:gd name="connsiteX16" fmla="*/ 153416 w 159694"/>
                  <a:gd name="connsiteY16" fmla="*/ 48769 h 159694"/>
                  <a:gd name="connsiteX17" fmla="*/ 128969 w 159694"/>
                  <a:gd name="connsiteY17" fmla="*/ 128949 h 159694"/>
                  <a:gd name="connsiteX18" fmla="*/ 79868 w 159694"/>
                  <a:gd name="connsiteY18" fmla="*/ 149279 h 159694"/>
                  <a:gd name="connsiteX19" fmla="*/ 30766 w 159694"/>
                  <a:gd name="connsiteY19" fmla="*/ 128949 h 159694"/>
                  <a:gd name="connsiteX20" fmla="*/ 10436 w 159694"/>
                  <a:gd name="connsiteY20" fmla="*/ 79847 h 159694"/>
                  <a:gd name="connsiteX21" fmla="*/ 30766 w 159694"/>
                  <a:gd name="connsiteY21" fmla="*/ 30746 h 159694"/>
                  <a:gd name="connsiteX22" fmla="*/ 79868 w 159694"/>
                  <a:gd name="connsiteY22" fmla="*/ 10415 h 159694"/>
                  <a:gd name="connsiteX23" fmla="*/ 128969 w 159694"/>
                  <a:gd name="connsiteY23" fmla="*/ 30746 h 159694"/>
                  <a:gd name="connsiteX24" fmla="*/ 149300 w 159694"/>
                  <a:gd name="connsiteY24" fmla="*/ 79847 h 159694"/>
                  <a:gd name="connsiteX25" fmla="*/ 128969 w 159694"/>
                  <a:gd name="connsiteY25" fmla="*/ 128949 h 159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9694" h="159694">
                    <a:moveTo>
                      <a:pt x="153416" y="48769"/>
                    </a:moveTo>
                    <a:cubicBezTo>
                      <a:pt x="149404" y="39269"/>
                      <a:pt x="143646" y="30725"/>
                      <a:pt x="136307" y="23387"/>
                    </a:cubicBezTo>
                    <a:cubicBezTo>
                      <a:pt x="128969" y="16048"/>
                      <a:pt x="120446" y="10311"/>
                      <a:pt x="110925" y="6278"/>
                    </a:cubicBezTo>
                    <a:cubicBezTo>
                      <a:pt x="101072" y="2120"/>
                      <a:pt x="90636" y="0"/>
                      <a:pt x="79847" y="0"/>
                    </a:cubicBezTo>
                    <a:cubicBezTo>
                      <a:pt x="69058" y="0"/>
                      <a:pt x="58622" y="2120"/>
                      <a:pt x="48769" y="6278"/>
                    </a:cubicBezTo>
                    <a:cubicBezTo>
                      <a:pt x="39269" y="10290"/>
                      <a:pt x="30725" y="16048"/>
                      <a:pt x="23387" y="23387"/>
                    </a:cubicBezTo>
                    <a:cubicBezTo>
                      <a:pt x="16048" y="30725"/>
                      <a:pt x="10311" y="39248"/>
                      <a:pt x="6278" y="48769"/>
                    </a:cubicBezTo>
                    <a:cubicBezTo>
                      <a:pt x="2120" y="58622"/>
                      <a:pt x="0" y="69058"/>
                      <a:pt x="0" y="79847"/>
                    </a:cubicBezTo>
                    <a:cubicBezTo>
                      <a:pt x="0" y="90636"/>
                      <a:pt x="2120" y="101072"/>
                      <a:pt x="6278" y="110925"/>
                    </a:cubicBezTo>
                    <a:cubicBezTo>
                      <a:pt x="10290" y="120425"/>
                      <a:pt x="16048" y="128969"/>
                      <a:pt x="23387" y="136307"/>
                    </a:cubicBezTo>
                    <a:cubicBezTo>
                      <a:pt x="30725" y="143646"/>
                      <a:pt x="39248" y="149383"/>
                      <a:pt x="48769" y="153416"/>
                    </a:cubicBezTo>
                    <a:cubicBezTo>
                      <a:pt x="58622" y="157574"/>
                      <a:pt x="69058" y="159694"/>
                      <a:pt x="79847" y="159694"/>
                    </a:cubicBezTo>
                    <a:cubicBezTo>
                      <a:pt x="90636" y="159694"/>
                      <a:pt x="101072" y="157574"/>
                      <a:pt x="110925" y="153416"/>
                    </a:cubicBezTo>
                    <a:cubicBezTo>
                      <a:pt x="120425" y="149404"/>
                      <a:pt x="128969" y="143646"/>
                      <a:pt x="136307" y="136307"/>
                    </a:cubicBezTo>
                    <a:cubicBezTo>
                      <a:pt x="143646" y="128969"/>
                      <a:pt x="149383" y="120446"/>
                      <a:pt x="153416" y="110925"/>
                    </a:cubicBezTo>
                    <a:cubicBezTo>
                      <a:pt x="157574" y="101072"/>
                      <a:pt x="159694" y="90636"/>
                      <a:pt x="159694" y="79847"/>
                    </a:cubicBezTo>
                    <a:cubicBezTo>
                      <a:pt x="159694" y="69058"/>
                      <a:pt x="157574" y="58622"/>
                      <a:pt x="153416" y="48769"/>
                    </a:cubicBezTo>
                    <a:close/>
                    <a:moveTo>
                      <a:pt x="128969" y="128949"/>
                    </a:moveTo>
                    <a:cubicBezTo>
                      <a:pt x="115852" y="142066"/>
                      <a:pt x="98411" y="149279"/>
                      <a:pt x="79868" y="149279"/>
                    </a:cubicBezTo>
                    <a:cubicBezTo>
                      <a:pt x="61325" y="149279"/>
                      <a:pt x="43884" y="142066"/>
                      <a:pt x="30766" y="128949"/>
                    </a:cubicBezTo>
                    <a:cubicBezTo>
                      <a:pt x="17649" y="115831"/>
                      <a:pt x="10436" y="98390"/>
                      <a:pt x="10436" y="79847"/>
                    </a:cubicBezTo>
                    <a:cubicBezTo>
                      <a:pt x="10436" y="61304"/>
                      <a:pt x="17649" y="43863"/>
                      <a:pt x="30766" y="30746"/>
                    </a:cubicBezTo>
                    <a:cubicBezTo>
                      <a:pt x="43884" y="17628"/>
                      <a:pt x="61325" y="10415"/>
                      <a:pt x="79868" y="10415"/>
                    </a:cubicBezTo>
                    <a:cubicBezTo>
                      <a:pt x="98411" y="10415"/>
                      <a:pt x="115852" y="17628"/>
                      <a:pt x="128969" y="30746"/>
                    </a:cubicBezTo>
                    <a:cubicBezTo>
                      <a:pt x="142087" y="43863"/>
                      <a:pt x="149300" y="61304"/>
                      <a:pt x="149300" y="79847"/>
                    </a:cubicBezTo>
                    <a:cubicBezTo>
                      <a:pt x="149300" y="98390"/>
                      <a:pt x="142087" y="115831"/>
                      <a:pt x="128969" y="128949"/>
                    </a:cubicBezTo>
                    <a:close/>
                  </a:path>
                </a:pathLst>
              </a:custGeom>
              <a:solidFill>
                <a:schemeClr val="accent2"/>
              </a:solidFill>
              <a:ln w="205" cap="flat">
                <a:noFill/>
                <a:prstDash val="solid"/>
                <a:miter/>
              </a:ln>
            </p:spPr>
            <p:txBody>
              <a:bodyPr rtlCol="0" anchor="ctr"/>
              <a:lstStyle/>
              <a:p>
                <a:endParaRPr lang="zh-CN" altLang="en-US"/>
              </a:p>
            </p:txBody>
          </p:sp>
        </p:grpSp>
        <p:grpSp>
          <p:nvGrpSpPr>
            <p:cNvPr id="301" name="组合 300">
              <a:extLst>
                <a:ext uri="{FF2B5EF4-FFF2-40B4-BE49-F238E27FC236}">
                  <a16:creationId xmlns:a16="http://schemas.microsoft.com/office/drawing/2014/main" id="{52546B89-CBD3-B72D-3A0D-AB58082C9A3E}"/>
                </a:ext>
              </a:extLst>
            </p:cNvPr>
            <p:cNvGrpSpPr/>
            <p:nvPr/>
          </p:nvGrpSpPr>
          <p:grpSpPr>
            <a:xfrm>
              <a:off x="8743191" y="5016926"/>
              <a:ext cx="129751" cy="139732"/>
              <a:chOff x="7827636" y="5068597"/>
              <a:chExt cx="129751" cy="139732"/>
            </a:xfrm>
          </p:grpSpPr>
          <p:sp>
            <p:nvSpPr>
              <p:cNvPr id="298" name="任意多边形: 形状 297">
                <a:extLst>
                  <a:ext uri="{FF2B5EF4-FFF2-40B4-BE49-F238E27FC236}">
                    <a16:creationId xmlns:a16="http://schemas.microsoft.com/office/drawing/2014/main" id="{8B78820B-BB03-97EA-C533-0FB7DD71BA8B}"/>
                  </a:ext>
                </a:extLst>
              </p:cNvPr>
              <p:cNvSpPr/>
              <p:nvPr/>
            </p:nvSpPr>
            <p:spPr>
              <a:xfrm>
                <a:off x="7827636" y="5108521"/>
                <a:ext cx="129751" cy="99808"/>
              </a:xfrm>
              <a:custGeom>
                <a:avLst/>
                <a:gdLst>
                  <a:gd name="connsiteX0" fmla="*/ 114780 w 129751"/>
                  <a:gd name="connsiteY0" fmla="*/ 69866 h 99808"/>
                  <a:gd name="connsiteX1" fmla="*/ 95816 w 129751"/>
                  <a:gd name="connsiteY1" fmla="*/ 69866 h 99808"/>
                  <a:gd name="connsiteX2" fmla="*/ 112784 w 129751"/>
                  <a:gd name="connsiteY2" fmla="*/ 44914 h 99808"/>
                  <a:gd name="connsiteX3" fmla="*/ 112784 w 129751"/>
                  <a:gd name="connsiteY3" fmla="*/ 35931 h 99808"/>
                  <a:gd name="connsiteX4" fmla="*/ 92822 w 129751"/>
                  <a:gd name="connsiteY4" fmla="*/ 4990 h 99808"/>
                  <a:gd name="connsiteX5" fmla="*/ 83839 w 129751"/>
                  <a:gd name="connsiteY5" fmla="*/ 0 h 99808"/>
                  <a:gd name="connsiteX6" fmla="*/ 43916 w 129751"/>
                  <a:gd name="connsiteY6" fmla="*/ 0 h 99808"/>
                  <a:gd name="connsiteX7" fmla="*/ 34933 w 129751"/>
                  <a:gd name="connsiteY7" fmla="*/ 4990 h 99808"/>
                  <a:gd name="connsiteX8" fmla="*/ 14971 w 129751"/>
                  <a:gd name="connsiteY8" fmla="*/ 35931 h 99808"/>
                  <a:gd name="connsiteX9" fmla="*/ 14971 w 129751"/>
                  <a:gd name="connsiteY9" fmla="*/ 44914 h 99808"/>
                  <a:gd name="connsiteX10" fmla="*/ 31939 w 129751"/>
                  <a:gd name="connsiteY10" fmla="*/ 69866 h 99808"/>
                  <a:gd name="connsiteX11" fmla="*/ 14971 w 129751"/>
                  <a:gd name="connsiteY11" fmla="*/ 69866 h 99808"/>
                  <a:gd name="connsiteX12" fmla="*/ 0 w 129751"/>
                  <a:gd name="connsiteY12" fmla="*/ 84837 h 99808"/>
                  <a:gd name="connsiteX13" fmla="*/ 14971 w 129751"/>
                  <a:gd name="connsiteY13" fmla="*/ 99809 h 99808"/>
                  <a:gd name="connsiteX14" fmla="*/ 114780 w 129751"/>
                  <a:gd name="connsiteY14" fmla="*/ 99809 h 99808"/>
                  <a:gd name="connsiteX15" fmla="*/ 129751 w 129751"/>
                  <a:gd name="connsiteY15" fmla="*/ 84837 h 99808"/>
                  <a:gd name="connsiteX16" fmla="*/ 114780 w 129751"/>
                  <a:gd name="connsiteY16" fmla="*/ 69866 h 99808"/>
                  <a:gd name="connsiteX17" fmla="*/ 23954 w 129751"/>
                  <a:gd name="connsiteY17" fmla="*/ 40922 h 99808"/>
                  <a:gd name="connsiteX18" fmla="*/ 43916 w 129751"/>
                  <a:gd name="connsiteY18" fmla="*/ 9981 h 99808"/>
                  <a:gd name="connsiteX19" fmla="*/ 83839 w 129751"/>
                  <a:gd name="connsiteY19" fmla="*/ 9981 h 99808"/>
                  <a:gd name="connsiteX20" fmla="*/ 101805 w 129751"/>
                  <a:gd name="connsiteY20" fmla="*/ 39924 h 99808"/>
                  <a:gd name="connsiteX21" fmla="*/ 83839 w 129751"/>
                  <a:gd name="connsiteY21" fmla="*/ 69866 h 99808"/>
                  <a:gd name="connsiteX22" fmla="*/ 43916 w 129751"/>
                  <a:gd name="connsiteY22" fmla="*/ 69866 h 99808"/>
                  <a:gd name="connsiteX23" fmla="*/ 23954 w 129751"/>
                  <a:gd name="connsiteY23" fmla="*/ 40922 h 99808"/>
                  <a:gd name="connsiteX24" fmla="*/ 114780 w 129751"/>
                  <a:gd name="connsiteY24" fmla="*/ 89828 h 99808"/>
                  <a:gd name="connsiteX25" fmla="*/ 14971 w 129751"/>
                  <a:gd name="connsiteY25" fmla="*/ 89828 h 99808"/>
                  <a:gd name="connsiteX26" fmla="*/ 9981 w 129751"/>
                  <a:gd name="connsiteY26" fmla="*/ 84837 h 99808"/>
                  <a:gd name="connsiteX27" fmla="*/ 14971 w 129751"/>
                  <a:gd name="connsiteY27" fmla="*/ 79847 h 99808"/>
                  <a:gd name="connsiteX28" fmla="*/ 114780 w 129751"/>
                  <a:gd name="connsiteY28" fmla="*/ 79847 h 99808"/>
                  <a:gd name="connsiteX29" fmla="*/ 119771 w 129751"/>
                  <a:gd name="connsiteY29" fmla="*/ 84837 h 99808"/>
                  <a:gd name="connsiteX30" fmla="*/ 114780 w 129751"/>
                  <a:gd name="connsiteY30" fmla="*/ 89828 h 99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9751" h="99808">
                    <a:moveTo>
                      <a:pt x="114780" y="69866"/>
                    </a:moveTo>
                    <a:lnTo>
                      <a:pt x="95816" y="69866"/>
                    </a:lnTo>
                    <a:lnTo>
                      <a:pt x="112784" y="44914"/>
                    </a:lnTo>
                    <a:cubicBezTo>
                      <a:pt x="114780" y="41920"/>
                      <a:pt x="114780" y="38925"/>
                      <a:pt x="112784" y="35931"/>
                    </a:cubicBezTo>
                    <a:lnTo>
                      <a:pt x="92822" y="4990"/>
                    </a:lnTo>
                    <a:cubicBezTo>
                      <a:pt x="89828" y="1996"/>
                      <a:pt x="86834" y="0"/>
                      <a:pt x="83839" y="0"/>
                    </a:cubicBezTo>
                    <a:lnTo>
                      <a:pt x="43916" y="0"/>
                    </a:lnTo>
                    <a:cubicBezTo>
                      <a:pt x="39924" y="0"/>
                      <a:pt x="36929" y="1996"/>
                      <a:pt x="34933" y="4990"/>
                    </a:cubicBezTo>
                    <a:lnTo>
                      <a:pt x="14971" y="35931"/>
                    </a:lnTo>
                    <a:cubicBezTo>
                      <a:pt x="12975" y="38925"/>
                      <a:pt x="12975" y="41920"/>
                      <a:pt x="14971" y="44914"/>
                    </a:cubicBezTo>
                    <a:lnTo>
                      <a:pt x="31939" y="69866"/>
                    </a:lnTo>
                    <a:lnTo>
                      <a:pt x="14971" y="69866"/>
                    </a:lnTo>
                    <a:cubicBezTo>
                      <a:pt x="6987" y="69866"/>
                      <a:pt x="0" y="76853"/>
                      <a:pt x="0" y="84837"/>
                    </a:cubicBezTo>
                    <a:cubicBezTo>
                      <a:pt x="0" y="92822"/>
                      <a:pt x="5989" y="99809"/>
                      <a:pt x="14971" y="99809"/>
                    </a:cubicBezTo>
                    <a:lnTo>
                      <a:pt x="114780" y="99809"/>
                    </a:lnTo>
                    <a:cubicBezTo>
                      <a:pt x="122765" y="99809"/>
                      <a:pt x="129751" y="92822"/>
                      <a:pt x="129751" y="84837"/>
                    </a:cubicBezTo>
                    <a:cubicBezTo>
                      <a:pt x="129751" y="76853"/>
                      <a:pt x="122765" y="69866"/>
                      <a:pt x="114780" y="69866"/>
                    </a:cubicBezTo>
                    <a:close/>
                    <a:moveTo>
                      <a:pt x="23954" y="40922"/>
                    </a:moveTo>
                    <a:lnTo>
                      <a:pt x="43916" y="9981"/>
                    </a:lnTo>
                    <a:lnTo>
                      <a:pt x="83839" y="9981"/>
                    </a:lnTo>
                    <a:lnTo>
                      <a:pt x="101805" y="39924"/>
                    </a:lnTo>
                    <a:lnTo>
                      <a:pt x="83839" y="69866"/>
                    </a:lnTo>
                    <a:lnTo>
                      <a:pt x="43916" y="69866"/>
                    </a:lnTo>
                    <a:lnTo>
                      <a:pt x="23954" y="40922"/>
                    </a:lnTo>
                    <a:close/>
                    <a:moveTo>
                      <a:pt x="114780" y="89828"/>
                    </a:moveTo>
                    <a:lnTo>
                      <a:pt x="14971" y="89828"/>
                    </a:lnTo>
                    <a:cubicBezTo>
                      <a:pt x="11977" y="89828"/>
                      <a:pt x="9981" y="87832"/>
                      <a:pt x="9981" y="84837"/>
                    </a:cubicBezTo>
                    <a:cubicBezTo>
                      <a:pt x="9981" y="81843"/>
                      <a:pt x="11977" y="79847"/>
                      <a:pt x="14971" y="79847"/>
                    </a:cubicBezTo>
                    <a:lnTo>
                      <a:pt x="114780" y="79847"/>
                    </a:lnTo>
                    <a:cubicBezTo>
                      <a:pt x="117774" y="79847"/>
                      <a:pt x="119771" y="81843"/>
                      <a:pt x="119771" y="84837"/>
                    </a:cubicBezTo>
                    <a:cubicBezTo>
                      <a:pt x="119771" y="87832"/>
                      <a:pt x="116776" y="89828"/>
                      <a:pt x="114780" y="89828"/>
                    </a:cubicBezTo>
                    <a:close/>
                  </a:path>
                </a:pathLst>
              </a:custGeom>
              <a:solidFill>
                <a:schemeClr val="accent2"/>
              </a:solidFill>
              <a:ln w="149" cap="flat">
                <a:noFill/>
                <a:prstDash val="solid"/>
                <a:miter/>
              </a:ln>
            </p:spPr>
            <p:txBody>
              <a:bodyPr rtlCol="0" anchor="ctr"/>
              <a:lstStyle/>
              <a:p>
                <a:endParaRPr lang="zh-CN" altLang="en-US"/>
              </a:p>
            </p:txBody>
          </p:sp>
          <p:sp>
            <p:nvSpPr>
              <p:cNvPr id="299" name="任意多边形: 形状 298">
                <a:extLst>
                  <a:ext uri="{FF2B5EF4-FFF2-40B4-BE49-F238E27FC236}">
                    <a16:creationId xmlns:a16="http://schemas.microsoft.com/office/drawing/2014/main" id="{C1207062-DB07-E97D-5E5E-3F6827065A25}"/>
                  </a:ext>
                </a:extLst>
              </p:cNvPr>
              <p:cNvSpPr/>
              <p:nvPr/>
            </p:nvSpPr>
            <p:spPr>
              <a:xfrm>
                <a:off x="7887521" y="5092551"/>
                <a:ext cx="7984" cy="11977"/>
              </a:xfrm>
              <a:custGeom>
                <a:avLst/>
                <a:gdLst>
                  <a:gd name="connsiteX0" fmla="*/ 0 w 7984"/>
                  <a:gd name="connsiteY0" fmla="*/ 0 h 11977"/>
                  <a:gd name="connsiteX1" fmla="*/ 7985 w 7984"/>
                  <a:gd name="connsiteY1" fmla="*/ 0 h 11977"/>
                  <a:gd name="connsiteX2" fmla="*/ 7985 w 7984"/>
                  <a:gd name="connsiteY2" fmla="*/ 11977 h 11977"/>
                  <a:gd name="connsiteX3" fmla="*/ 0 w 7984"/>
                  <a:gd name="connsiteY3" fmla="*/ 11977 h 11977"/>
                  <a:gd name="connsiteX4" fmla="*/ 0 w 7984"/>
                  <a:gd name="connsiteY4" fmla="*/ 0 h 11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4" h="11977">
                    <a:moveTo>
                      <a:pt x="0" y="0"/>
                    </a:moveTo>
                    <a:lnTo>
                      <a:pt x="7985" y="0"/>
                    </a:lnTo>
                    <a:lnTo>
                      <a:pt x="7985" y="11977"/>
                    </a:lnTo>
                    <a:lnTo>
                      <a:pt x="0" y="11977"/>
                    </a:lnTo>
                    <a:lnTo>
                      <a:pt x="0" y="0"/>
                    </a:lnTo>
                    <a:close/>
                  </a:path>
                </a:pathLst>
              </a:custGeom>
              <a:solidFill>
                <a:schemeClr val="accent2"/>
              </a:solidFill>
              <a:ln w="149" cap="flat">
                <a:noFill/>
                <a:prstDash val="solid"/>
                <a:miter/>
              </a:ln>
            </p:spPr>
            <p:txBody>
              <a:bodyPr rtlCol="0" anchor="ctr"/>
              <a:lstStyle/>
              <a:p>
                <a:endParaRPr lang="zh-CN" altLang="en-US"/>
              </a:p>
            </p:txBody>
          </p:sp>
          <p:sp>
            <p:nvSpPr>
              <p:cNvPr id="300" name="任意多边形: 形状 299">
                <a:extLst>
                  <a:ext uri="{FF2B5EF4-FFF2-40B4-BE49-F238E27FC236}">
                    <a16:creationId xmlns:a16="http://schemas.microsoft.com/office/drawing/2014/main" id="{E4B01044-6CA2-0D38-1E48-CD7078AA746E}"/>
                  </a:ext>
                </a:extLst>
              </p:cNvPr>
              <p:cNvSpPr/>
              <p:nvPr/>
            </p:nvSpPr>
            <p:spPr>
              <a:xfrm>
                <a:off x="7835621" y="5068597"/>
                <a:ext cx="108791" cy="19961"/>
              </a:xfrm>
              <a:custGeom>
                <a:avLst/>
                <a:gdLst>
                  <a:gd name="connsiteX0" fmla="*/ 4990 w 108791"/>
                  <a:gd name="connsiteY0" fmla="*/ 9981 h 19961"/>
                  <a:gd name="connsiteX1" fmla="*/ 44914 w 108791"/>
                  <a:gd name="connsiteY1" fmla="*/ 9981 h 19961"/>
                  <a:gd name="connsiteX2" fmla="*/ 44914 w 108791"/>
                  <a:gd name="connsiteY2" fmla="*/ 19962 h 19961"/>
                  <a:gd name="connsiteX3" fmla="*/ 64876 w 108791"/>
                  <a:gd name="connsiteY3" fmla="*/ 19962 h 19961"/>
                  <a:gd name="connsiteX4" fmla="*/ 64876 w 108791"/>
                  <a:gd name="connsiteY4" fmla="*/ 9981 h 19961"/>
                  <a:gd name="connsiteX5" fmla="*/ 103801 w 108791"/>
                  <a:gd name="connsiteY5" fmla="*/ 9981 h 19961"/>
                  <a:gd name="connsiteX6" fmla="*/ 108792 w 108791"/>
                  <a:gd name="connsiteY6" fmla="*/ 4990 h 19961"/>
                  <a:gd name="connsiteX7" fmla="*/ 103801 w 108791"/>
                  <a:gd name="connsiteY7" fmla="*/ 0 h 19961"/>
                  <a:gd name="connsiteX8" fmla="*/ 3992 w 108791"/>
                  <a:gd name="connsiteY8" fmla="*/ 0 h 19961"/>
                  <a:gd name="connsiteX9" fmla="*/ 0 w 108791"/>
                  <a:gd name="connsiteY9" fmla="*/ 4990 h 19961"/>
                  <a:gd name="connsiteX10" fmla="*/ 4990 w 108791"/>
                  <a:gd name="connsiteY10" fmla="*/ 9981 h 1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791" h="19961">
                    <a:moveTo>
                      <a:pt x="4990" y="9981"/>
                    </a:moveTo>
                    <a:lnTo>
                      <a:pt x="44914" y="9981"/>
                    </a:lnTo>
                    <a:lnTo>
                      <a:pt x="44914" y="19962"/>
                    </a:lnTo>
                    <a:lnTo>
                      <a:pt x="64876" y="19962"/>
                    </a:lnTo>
                    <a:lnTo>
                      <a:pt x="64876" y="9981"/>
                    </a:lnTo>
                    <a:lnTo>
                      <a:pt x="103801" y="9981"/>
                    </a:lnTo>
                    <a:cubicBezTo>
                      <a:pt x="106795" y="9981"/>
                      <a:pt x="108792" y="7985"/>
                      <a:pt x="108792" y="4990"/>
                    </a:cubicBezTo>
                    <a:cubicBezTo>
                      <a:pt x="108792" y="1996"/>
                      <a:pt x="106795" y="0"/>
                      <a:pt x="103801" y="0"/>
                    </a:cubicBezTo>
                    <a:lnTo>
                      <a:pt x="3992" y="0"/>
                    </a:lnTo>
                    <a:cubicBezTo>
                      <a:pt x="2994" y="0"/>
                      <a:pt x="0" y="2994"/>
                      <a:pt x="0" y="4990"/>
                    </a:cubicBezTo>
                    <a:cubicBezTo>
                      <a:pt x="0" y="7985"/>
                      <a:pt x="2994" y="9981"/>
                      <a:pt x="4990" y="9981"/>
                    </a:cubicBezTo>
                    <a:close/>
                  </a:path>
                </a:pathLst>
              </a:custGeom>
              <a:solidFill>
                <a:schemeClr val="accent2"/>
              </a:solidFill>
              <a:ln w="149" cap="flat">
                <a:noFill/>
                <a:prstDash val="solid"/>
                <a:miter/>
              </a:ln>
            </p:spPr>
            <p:txBody>
              <a:bodyPr rtlCol="0" anchor="ctr"/>
              <a:lstStyle/>
              <a:p>
                <a:endParaRPr lang="zh-CN" altLang="en-US"/>
              </a:p>
            </p:txBody>
          </p:sp>
        </p:grpSp>
        <p:sp>
          <p:nvSpPr>
            <p:cNvPr id="304" name="图形 302">
              <a:extLst>
                <a:ext uri="{FF2B5EF4-FFF2-40B4-BE49-F238E27FC236}">
                  <a16:creationId xmlns:a16="http://schemas.microsoft.com/office/drawing/2014/main" id="{8E323F41-21C4-0CC4-8BC6-B714DE0DDA37}"/>
                </a:ext>
              </a:extLst>
            </p:cNvPr>
            <p:cNvSpPr/>
            <p:nvPr/>
          </p:nvSpPr>
          <p:spPr>
            <a:xfrm>
              <a:off x="9638819" y="4800107"/>
              <a:ext cx="151636" cy="151630"/>
            </a:xfrm>
            <a:custGeom>
              <a:avLst/>
              <a:gdLst>
                <a:gd name="connsiteX0" fmla="*/ 31634 w 129745"/>
                <a:gd name="connsiteY0" fmla="*/ 77968 h 129740"/>
                <a:gd name="connsiteX1" fmla="*/ 5421 w 129745"/>
                <a:gd name="connsiteY1" fmla="*/ 77951 h 129740"/>
                <a:gd name="connsiteX2" fmla="*/ 5437 w 129745"/>
                <a:gd name="connsiteY2" fmla="*/ 51738 h 129740"/>
                <a:gd name="connsiteX3" fmla="*/ 31651 w 129745"/>
                <a:gd name="connsiteY3" fmla="*/ 51754 h 129740"/>
                <a:gd name="connsiteX4" fmla="*/ 35425 w 129745"/>
                <a:gd name="connsiteY4" fmla="*/ 72491 h 129740"/>
                <a:gd name="connsiteX5" fmla="*/ 57242 w 129745"/>
                <a:gd name="connsiteY5" fmla="*/ 94307 h 129740"/>
                <a:gd name="connsiteX6" fmla="*/ 61579 w 129745"/>
                <a:gd name="connsiteY6" fmla="*/ 92954 h 129740"/>
                <a:gd name="connsiteX7" fmla="*/ 61579 w 129745"/>
                <a:gd name="connsiteY7" fmla="*/ 36781 h 129740"/>
                <a:gd name="connsiteX8" fmla="*/ 46624 w 129745"/>
                <a:gd name="connsiteY8" fmla="*/ 15252 h 129740"/>
                <a:gd name="connsiteX9" fmla="*/ 68152 w 129745"/>
                <a:gd name="connsiteY9" fmla="*/ 297 h 129740"/>
                <a:gd name="connsiteX10" fmla="*/ 83108 w 129745"/>
                <a:gd name="connsiteY10" fmla="*/ 21826 h 129740"/>
                <a:gd name="connsiteX11" fmla="*/ 80087 w 129745"/>
                <a:gd name="connsiteY11" fmla="*/ 29117 h 129740"/>
                <a:gd name="connsiteX12" fmla="*/ 100625 w 129745"/>
                <a:gd name="connsiteY12" fmla="*/ 49654 h 129740"/>
                <a:gd name="connsiteX13" fmla="*/ 126426 w 129745"/>
                <a:gd name="connsiteY13" fmla="*/ 54288 h 129740"/>
                <a:gd name="connsiteX14" fmla="*/ 121792 w 129745"/>
                <a:gd name="connsiteY14" fmla="*/ 80089 h 129740"/>
                <a:gd name="connsiteX15" fmla="*/ 95991 w 129745"/>
                <a:gd name="connsiteY15" fmla="*/ 75455 h 129740"/>
                <a:gd name="connsiteX16" fmla="*/ 95991 w 129745"/>
                <a:gd name="connsiteY16" fmla="*/ 54288 h 129740"/>
                <a:gd name="connsiteX17" fmla="*/ 75453 w 129745"/>
                <a:gd name="connsiteY17" fmla="*/ 33741 h 129740"/>
                <a:gd name="connsiteX18" fmla="*/ 68132 w 129745"/>
                <a:gd name="connsiteY18" fmla="*/ 36772 h 129740"/>
                <a:gd name="connsiteX19" fmla="*/ 68132 w 129745"/>
                <a:gd name="connsiteY19" fmla="*/ 92954 h 129740"/>
                <a:gd name="connsiteX20" fmla="*/ 83122 w 129745"/>
                <a:gd name="connsiteY20" fmla="*/ 114459 h 129740"/>
                <a:gd name="connsiteX21" fmla="*/ 61617 w 129745"/>
                <a:gd name="connsiteY21" fmla="*/ 129449 h 129740"/>
                <a:gd name="connsiteX22" fmla="*/ 46627 w 129745"/>
                <a:gd name="connsiteY22" fmla="*/ 107944 h 129740"/>
                <a:gd name="connsiteX23" fmla="*/ 51764 w 129745"/>
                <a:gd name="connsiteY23" fmla="*/ 98098 h 129740"/>
                <a:gd name="connsiteX24" fmla="*/ 31634 w 129745"/>
                <a:gd name="connsiteY24" fmla="*/ 77968 h 129740"/>
                <a:gd name="connsiteX25" fmla="*/ 64869 w 129745"/>
                <a:gd name="connsiteY25" fmla="*/ 27791 h 129740"/>
                <a:gd name="connsiteX26" fmla="*/ 74137 w 129745"/>
                <a:gd name="connsiteY26" fmla="*/ 18523 h 129740"/>
                <a:gd name="connsiteX27" fmla="*/ 64869 w 129745"/>
                <a:gd name="connsiteY27" fmla="*/ 9255 h 129740"/>
                <a:gd name="connsiteX28" fmla="*/ 55601 w 129745"/>
                <a:gd name="connsiteY28" fmla="*/ 18523 h 129740"/>
                <a:gd name="connsiteX29" fmla="*/ 64869 w 129745"/>
                <a:gd name="connsiteY29" fmla="*/ 27791 h 129740"/>
                <a:gd name="connsiteX30" fmla="*/ 111209 w 129745"/>
                <a:gd name="connsiteY30" fmla="*/ 74131 h 129740"/>
                <a:gd name="connsiteX31" fmla="*/ 120477 w 129745"/>
                <a:gd name="connsiteY31" fmla="*/ 64863 h 129740"/>
                <a:gd name="connsiteX32" fmla="*/ 111209 w 129745"/>
                <a:gd name="connsiteY32" fmla="*/ 55595 h 129740"/>
                <a:gd name="connsiteX33" fmla="*/ 101941 w 129745"/>
                <a:gd name="connsiteY33" fmla="*/ 64863 h 129740"/>
                <a:gd name="connsiteX34" fmla="*/ 111209 w 129745"/>
                <a:gd name="connsiteY34" fmla="*/ 74131 h 129740"/>
                <a:gd name="connsiteX35" fmla="*/ 64869 w 129745"/>
                <a:gd name="connsiteY35" fmla="*/ 120471 h 129740"/>
                <a:gd name="connsiteX36" fmla="*/ 74137 w 129745"/>
                <a:gd name="connsiteY36" fmla="*/ 111203 h 129740"/>
                <a:gd name="connsiteX37" fmla="*/ 64869 w 129745"/>
                <a:gd name="connsiteY37" fmla="*/ 101935 h 129740"/>
                <a:gd name="connsiteX38" fmla="*/ 55601 w 129745"/>
                <a:gd name="connsiteY38" fmla="*/ 111203 h 129740"/>
                <a:gd name="connsiteX39" fmla="*/ 64869 w 129745"/>
                <a:gd name="connsiteY39" fmla="*/ 120471 h 129740"/>
                <a:gd name="connsiteX40" fmla="*/ 18530 w 129745"/>
                <a:gd name="connsiteY40" fmla="*/ 74131 h 129740"/>
                <a:gd name="connsiteX41" fmla="*/ 27797 w 129745"/>
                <a:gd name="connsiteY41" fmla="*/ 64863 h 129740"/>
                <a:gd name="connsiteX42" fmla="*/ 18530 w 129745"/>
                <a:gd name="connsiteY42" fmla="*/ 55595 h 129740"/>
                <a:gd name="connsiteX43" fmla="*/ 9262 w 129745"/>
                <a:gd name="connsiteY43" fmla="*/ 64863 h 129740"/>
                <a:gd name="connsiteX44" fmla="*/ 18530 w 129745"/>
                <a:gd name="connsiteY44" fmla="*/ 74131 h 129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29745" h="129740">
                  <a:moveTo>
                    <a:pt x="31634" y="77968"/>
                  </a:moveTo>
                  <a:cubicBezTo>
                    <a:pt x="24391" y="85202"/>
                    <a:pt x="12655" y="85195"/>
                    <a:pt x="5421" y="77951"/>
                  </a:cubicBezTo>
                  <a:cubicBezTo>
                    <a:pt x="-1813" y="70708"/>
                    <a:pt x="-1806" y="58972"/>
                    <a:pt x="5437" y="51738"/>
                  </a:cubicBezTo>
                  <a:cubicBezTo>
                    <a:pt x="12681" y="44504"/>
                    <a:pt x="24417" y="44511"/>
                    <a:pt x="31651" y="51754"/>
                  </a:cubicBezTo>
                  <a:cubicBezTo>
                    <a:pt x="37099" y="57209"/>
                    <a:pt x="38602" y="65466"/>
                    <a:pt x="35425" y="72491"/>
                  </a:cubicBezTo>
                  <a:lnTo>
                    <a:pt x="57242" y="94307"/>
                  </a:lnTo>
                  <a:cubicBezTo>
                    <a:pt x="58604" y="93686"/>
                    <a:pt x="60059" y="93232"/>
                    <a:pt x="61579" y="92954"/>
                  </a:cubicBezTo>
                  <a:lnTo>
                    <a:pt x="61579" y="36781"/>
                  </a:lnTo>
                  <a:cubicBezTo>
                    <a:pt x="51504" y="34966"/>
                    <a:pt x="44808" y="25327"/>
                    <a:pt x="46624" y="15252"/>
                  </a:cubicBezTo>
                  <a:cubicBezTo>
                    <a:pt x="48439" y="5178"/>
                    <a:pt x="58077" y="-1518"/>
                    <a:pt x="68152" y="297"/>
                  </a:cubicBezTo>
                  <a:cubicBezTo>
                    <a:pt x="78227" y="2112"/>
                    <a:pt x="84923" y="11751"/>
                    <a:pt x="83108" y="21826"/>
                  </a:cubicBezTo>
                  <a:cubicBezTo>
                    <a:pt x="82636" y="24445"/>
                    <a:pt x="81606" y="26931"/>
                    <a:pt x="80087" y="29117"/>
                  </a:cubicBezTo>
                  <a:lnTo>
                    <a:pt x="100625" y="49654"/>
                  </a:lnTo>
                  <a:cubicBezTo>
                    <a:pt x="109029" y="43809"/>
                    <a:pt x="120581" y="45884"/>
                    <a:pt x="126426" y="54288"/>
                  </a:cubicBezTo>
                  <a:cubicBezTo>
                    <a:pt x="132271" y="62693"/>
                    <a:pt x="130196" y="74244"/>
                    <a:pt x="121792" y="80089"/>
                  </a:cubicBezTo>
                  <a:cubicBezTo>
                    <a:pt x="113387" y="85934"/>
                    <a:pt x="101836" y="83860"/>
                    <a:pt x="95991" y="75455"/>
                  </a:cubicBezTo>
                  <a:cubicBezTo>
                    <a:pt x="91566" y="69093"/>
                    <a:pt x="91566" y="60650"/>
                    <a:pt x="95991" y="54288"/>
                  </a:cubicBezTo>
                  <a:lnTo>
                    <a:pt x="75453" y="33741"/>
                  </a:lnTo>
                  <a:cubicBezTo>
                    <a:pt x="73261" y="35270"/>
                    <a:pt x="70763" y="36304"/>
                    <a:pt x="68132" y="36772"/>
                  </a:cubicBezTo>
                  <a:lnTo>
                    <a:pt x="68132" y="92954"/>
                  </a:lnTo>
                  <a:cubicBezTo>
                    <a:pt x="78209" y="94753"/>
                    <a:pt x="84921" y="104381"/>
                    <a:pt x="83122" y="114459"/>
                  </a:cubicBezTo>
                  <a:cubicBezTo>
                    <a:pt x="81323" y="124537"/>
                    <a:pt x="71695" y="131248"/>
                    <a:pt x="61617" y="129449"/>
                  </a:cubicBezTo>
                  <a:cubicBezTo>
                    <a:pt x="51539" y="127650"/>
                    <a:pt x="44828" y="118022"/>
                    <a:pt x="46627" y="107944"/>
                  </a:cubicBezTo>
                  <a:cubicBezTo>
                    <a:pt x="47293" y="104214"/>
                    <a:pt x="49086" y="100778"/>
                    <a:pt x="51764" y="98098"/>
                  </a:cubicBezTo>
                  <a:lnTo>
                    <a:pt x="31634" y="77968"/>
                  </a:lnTo>
                  <a:close/>
                  <a:moveTo>
                    <a:pt x="64869" y="27791"/>
                  </a:moveTo>
                  <a:cubicBezTo>
                    <a:pt x="69988" y="27791"/>
                    <a:pt x="74137" y="23642"/>
                    <a:pt x="74137" y="18523"/>
                  </a:cubicBezTo>
                  <a:cubicBezTo>
                    <a:pt x="74137" y="13405"/>
                    <a:pt x="69988" y="9255"/>
                    <a:pt x="64869" y="9255"/>
                  </a:cubicBezTo>
                  <a:cubicBezTo>
                    <a:pt x="59751" y="9255"/>
                    <a:pt x="55601" y="13405"/>
                    <a:pt x="55601" y="18523"/>
                  </a:cubicBezTo>
                  <a:cubicBezTo>
                    <a:pt x="55601" y="23642"/>
                    <a:pt x="59751" y="27791"/>
                    <a:pt x="64869" y="27791"/>
                  </a:cubicBezTo>
                  <a:close/>
                  <a:moveTo>
                    <a:pt x="111209" y="74131"/>
                  </a:moveTo>
                  <a:cubicBezTo>
                    <a:pt x="116327" y="74131"/>
                    <a:pt x="120477" y="69982"/>
                    <a:pt x="120477" y="64863"/>
                  </a:cubicBezTo>
                  <a:cubicBezTo>
                    <a:pt x="120477" y="59744"/>
                    <a:pt x="116327" y="55595"/>
                    <a:pt x="111209" y="55595"/>
                  </a:cubicBezTo>
                  <a:cubicBezTo>
                    <a:pt x="106090" y="55595"/>
                    <a:pt x="101941" y="59744"/>
                    <a:pt x="101941" y="64863"/>
                  </a:cubicBezTo>
                  <a:cubicBezTo>
                    <a:pt x="101941" y="69982"/>
                    <a:pt x="106090" y="74131"/>
                    <a:pt x="111209" y="74131"/>
                  </a:cubicBezTo>
                  <a:close/>
                  <a:moveTo>
                    <a:pt x="64869" y="120471"/>
                  </a:moveTo>
                  <a:cubicBezTo>
                    <a:pt x="69988" y="120471"/>
                    <a:pt x="74137" y="116321"/>
                    <a:pt x="74137" y="111203"/>
                  </a:cubicBezTo>
                  <a:cubicBezTo>
                    <a:pt x="74137" y="106084"/>
                    <a:pt x="69988" y="101935"/>
                    <a:pt x="64869" y="101935"/>
                  </a:cubicBezTo>
                  <a:cubicBezTo>
                    <a:pt x="59751" y="101935"/>
                    <a:pt x="55601" y="106084"/>
                    <a:pt x="55601" y="111203"/>
                  </a:cubicBezTo>
                  <a:cubicBezTo>
                    <a:pt x="55601" y="116321"/>
                    <a:pt x="59751" y="120471"/>
                    <a:pt x="64869" y="120471"/>
                  </a:cubicBezTo>
                  <a:close/>
                  <a:moveTo>
                    <a:pt x="18530" y="74131"/>
                  </a:moveTo>
                  <a:cubicBezTo>
                    <a:pt x="23648" y="74131"/>
                    <a:pt x="27797" y="69982"/>
                    <a:pt x="27797" y="64863"/>
                  </a:cubicBezTo>
                  <a:cubicBezTo>
                    <a:pt x="27797" y="59744"/>
                    <a:pt x="23648" y="55595"/>
                    <a:pt x="18530" y="55595"/>
                  </a:cubicBezTo>
                  <a:cubicBezTo>
                    <a:pt x="13411" y="55595"/>
                    <a:pt x="9262" y="59744"/>
                    <a:pt x="9262" y="64863"/>
                  </a:cubicBezTo>
                  <a:cubicBezTo>
                    <a:pt x="9262" y="69982"/>
                    <a:pt x="13411" y="74131"/>
                    <a:pt x="18530" y="74131"/>
                  </a:cubicBezTo>
                  <a:close/>
                </a:path>
              </a:pathLst>
            </a:custGeom>
            <a:solidFill>
              <a:schemeClr val="accent2"/>
            </a:solidFill>
            <a:ln w="121" cap="flat">
              <a:noFill/>
              <a:prstDash val="solid"/>
              <a:miter/>
            </a:ln>
          </p:spPr>
          <p:txBody>
            <a:bodyPr rtlCol="0" anchor="ctr"/>
            <a:lstStyle/>
            <a:p>
              <a:endParaRPr lang="zh-CN" altLang="en-US"/>
            </a:p>
          </p:txBody>
        </p:sp>
        <p:sp>
          <p:nvSpPr>
            <p:cNvPr id="116" name="文本框 115">
              <a:extLst>
                <a:ext uri="{FF2B5EF4-FFF2-40B4-BE49-F238E27FC236}">
                  <a16:creationId xmlns:a16="http://schemas.microsoft.com/office/drawing/2014/main" id="{CDFE194A-04DB-9C29-7047-024A0116BC42}"/>
                </a:ext>
              </a:extLst>
            </p:cNvPr>
            <p:cNvSpPr txBox="1"/>
            <p:nvPr/>
          </p:nvSpPr>
          <p:spPr>
            <a:xfrm>
              <a:off x="5448057" y="1417879"/>
              <a:ext cx="1253148" cy="369332"/>
            </a:xfrm>
            <a:prstGeom prst="rect">
              <a:avLst/>
            </a:prstGeom>
            <a:noFill/>
            <a:ln w="10939" cap="flat">
              <a:noFill/>
              <a:prstDash val="solid"/>
              <a:miter/>
            </a:ln>
            <a:scene3d>
              <a:camera prst="isometricLeftDown">
                <a:rot lat="1367381" lon="1385591" rev="21450456"/>
              </a:camera>
              <a:lightRig rig="threePt" dir="t"/>
            </a:scene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stStyle>
            <a:p>
              <a:pPr algn="ctr"/>
              <a:r>
                <a:rPr lang="zh-CN" altLang="en-US" b="1" dirty="0">
                  <a:latin typeface="+mn-ea"/>
                </a:rPr>
                <a:t>数字</a:t>
              </a:r>
              <a:endParaRPr lang="en-US" altLang="zh-CN" b="1" dirty="0">
                <a:latin typeface="+mn-ea"/>
              </a:endParaRPr>
            </a:p>
            <a:p>
              <a:pPr algn="ctr"/>
              <a:r>
                <a:rPr lang="zh-CN" altLang="en-US" b="1" dirty="0">
                  <a:latin typeface="+mn-ea"/>
                </a:rPr>
                <a:t>产品</a:t>
              </a:r>
            </a:p>
          </p:txBody>
        </p:sp>
      </p:grpSp>
    </p:spTree>
    <p:extLst>
      <p:ext uri="{BB962C8B-B14F-4D97-AF65-F5344CB8AC3E}">
        <p14:creationId xmlns:p14="http://schemas.microsoft.com/office/powerpoint/2010/main" val="8468635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产品营销模型</a:t>
            </a:r>
            <a:endParaRPr lang="en-US" altLang="zh-CN" dirty="0"/>
          </a:p>
        </p:txBody>
      </p:sp>
      <p:grpSp>
        <p:nvGrpSpPr>
          <p:cNvPr id="2" name="组合 1">
            <a:extLst>
              <a:ext uri="{FF2B5EF4-FFF2-40B4-BE49-F238E27FC236}">
                <a16:creationId xmlns:a16="http://schemas.microsoft.com/office/drawing/2014/main" id="{B61AF41F-8F4D-FE4D-8ABE-45B56B29C4CD}"/>
              </a:ext>
            </a:extLst>
          </p:cNvPr>
          <p:cNvGrpSpPr/>
          <p:nvPr/>
        </p:nvGrpSpPr>
        <p:grpSpPr>
          <a:xfrm>
            <a:off x="1048984" y="892668"/>
            <a:ext cx="10094031" cy="5530992"/>
            <a:chOff x="1424322" y="1086978"/>
            <a:chExt cx="9317609" cy="5105554"/>
          </a:xfrm>
        </p:grpSpPr>
        <p:grpSp>
          <p:nvGrpSpPr>
            <p:cNvPr id="455" name="组合 454">
              <a:extLst>
                <a:ext uri="{FF2B5EF4-FFF2-40B4-BE49-F238E27FC236}">
                  <a16:creationId xmlns:a16="http://schemas.microsoft.com/office/drawing/2014/main" id="{65EA760F-0BAE-DE9A-1D37-A926A7FC1061}"/>
                </a:ext>
              </a:extLst>
            </p:cNvPr>
            <p:cNvGrpSpPr/>
            <p:nvPr/>
          </p:nvGrpSpPr>
          <p:grpSpPr>
            <a:xfrm flipH="1">
              <a:off x="4736730" y="1086978"/>
              <a:ext cx="6005201" cy="5105554"/>
              <a:chOff x="1424322" y="1257301"/>
              <a:chExt cx="6005201" cy="5105554"/>
            </a:xfrm>
          </p:grpSpPr>
          <p:sp>
            <p:nvSpPr>
              <p:cNvPr id="456" name="弧形 455">
                <a:extLst>
                  <a:ext uri="{FF2B5EF4-FFF2-40B4-BE49-F238E27FC236}">
                    <a16:creationId xmlns:a16="http://schemas.microsoft.com/office/drawing/2014/main" id="{8ED91D45-C010-AAA5-1E35-AE1585538F8B}"/>
                  </a:ext>
                </a:extLst>
              </p:cNvPr>
              <p:cNvSpPr/>
              <p:nvPr/>
            </p:nvSpPr>
            <p:spPr>
              <a:xfrm>
                <a:off x="1424322" y="1257301"/>
                <a:ext cx="4800516" cy="5105554"/>
              </a:xfrm>
              <a:prstGeom prst="arc">
                <a:avLst>
                  <a:gd name="adj1" fmla="val 7344375"/>
                  <a:gd name="adj2" fmla="val 14202805"/>
                </a:avLst>
              </a:prstGeom>
              <a:noFill/>
              <a:ln w="15875">
                <a:gradFill>
                  <a:gsLst>
                    <a:gs pos="90000">
                      <a:schemeClr val="accent2">
                        <a:alpha val="0"/>
                      </a:schemeClr>
                    </a:gs>
                    <a:gs pos="50000">
                      <a:schemeClr val="accent2"/>
                    </a:gs>
                    <a:gs pos="10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57" name="弧形 456">
                <a:extLst>
                  <a:ext uri="{FF2B5EF4-FFF2-40B4-BE49-F238E27FC236}">
                    <a16:creationId xmlns:a16="http://schemas.microsoft.com/office/drawing/2014/main" id="{CB47DD89-685E-C6F8-A9EE-78BC0C46A0A1}"/>
                  </a:ext>
                </a:extLst>
              </p:cNvPr>
              <p:cNvSpPr/>
              <p:nvPr/>
            </p:nvSpPr>
            <p:spPr>
              <a:xfrm>
                <a:off x="2629008" y="1845733"/>
                <a:ext cx="4800515" cy="3928692"/>
              </a:xfrm>
              <a:prstGeom prst="arc">
                <a:avLst>
                  <a:gd name="adj1" fmla="val 7344375"/>
                  <a:gd name="adj2" fmla="val 14202805"/>
                </a:avLst>
              </a:prstGeom>
              <a:noFill/>
              <a:ln w="15875">
                <a:gradFill>
                  <a:gsLst>
                    <a:gs pos="90000">
                      <a:schemeClr val="accent2">
                        <a:alpha val="0"/>
                      </a:schemeClr>
                    </a:gs>
                    <a:gs pos="50000">
                      <a:schemeClr val="accent2"/>
                    </a:gs>
                    <a:gs pos="10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58" name="任意多边形: 形状 457">
                <a:extLst>
                  <a:ext uri="{FF2B5EF4-FFF2-40B4-BE49-F238E27FC236}">
                    <a16:creationId xmlns:a16="http://schemas.microsoft.com/office/drawing/2014/main" id="{4E02596D-6203-FDE1-9CFA-B987C632A7C1}"/>
                  </a:ext>
                </a:extLst>
              </p:cNvPr>
              <p:cNvSpPr/>
              <p:nvPr/>
            </p:nvSpPr>
            <p:spPr>
              <a:xfrm>
                <a:off x="1608079" y="1636888"/>
                <a:ext cx="2063711" cy="4346381"/>
              </a:xfrm>
              <a:custGeom>
                <a:avLst/>
                <a:gdLst>
                  <a:gd name="connsiteX0" fmla="*/ 1386870 w 2063711"/>
                  <a:gd name="connsiteY0" fmla="*/ 0 h 4346381"/>
                  <a:gd name="connsiteX1" fmla="*/ 1416074 w 2063711"/>
                  <a:gd name="connsiteY1" fmla="*/ 62444 h 4346381"/>
                  <a:gd name="connsiteX2" fmla="*/ 1538804 w 2063711"/>
                  <a:gd name="connsiteY2" fmla="*/ 0 h 4346381"/>
                  <a:gd name="connsiteX3" fmla="*/ 1568690 w 2063711"/>
                  <a:gd name="connsiteY3" fmla="*/ 63902 h 4346381"/>
                  <a:gd name="connsiteX4" fmla="*/ 1694287 w 2063711"/>
                  <a:gd name="connsiteY4" fmla="*/ 0 h 4346381"/>
                  <a:gd name="connsiteX5" fmla="*/ 1723491 w 2063711"/>
                  <a:gd name="connsiteY5" fmla="*/ 62444 h 4346381"/>
                  <a:gd name="connsiteX6" fmla="*/ 1846221 w 2063711"/>
                  <a:gd name="connsiteY6" fmla="*/ 0 h 4346381"/>
                  <a:gd name="connsiteX7" fmla="*/ 2041425 w 2063711"/>
                  <a:gd name="connsiteY7" fmla="*/ 417389 h 4346381"/>
                  <a:gd name="connsiteX8" fmla="*/ 1889549 w 2063711"/>
                  <a:gd name="connsiteY8" fmla="*/ 499329 h 4346381"/>
                  <a:gd name="connsiteX9" fmla="*/ 857082 w 2063711"/>
                  <a:gd name="connsiteY9" fmla="*/ 2192722 h 4346381"/>
                  <a:gd name="connsiteX10" fmla="*/ 1917607 w 2063711"/>
                  <a:gd name="connsiteY10" fmla="*/ 3850534 h 4346381"/>
                  <a:gd name="connsiteX11" fmla="*/ 2063711 w 2063711"/>
                  <a:gd name="connsiteY11" fmla="*/ 3927000 h 4346381"/>
                  <a:gd name="connsiteX12" fmla="*/ 1874078 w 2063711"/>
                  <a:gd name="connsiteY12" fmla="*/ 4346381 h 4346381"/>
                  <a:gd name="connsiteX13" fmla="*/ 1749816 w 2063711"/>
                  <a:gd name="connsiteY13" fmla="*/ 4285183 h 4346381"/>
                  <a:gd name="connsiteX14" fmla="*/ 1722144 w 2063711"/>
                  <a:gd name="connsiteY14" fmla="*/ 4346381 h 4346381"/>
                  <a:gd name="connsiteX15" fmla="*/ 1594980 w 2063711"/>
                  <a:gd name="connsiteY15" fmla="*/ 4283753 h 4346381"/>
                  <a:gd name="connsiteX16" fmla="*/ 1566661 w 2063711"/>
                  <a:gd name="connsiteY16" fmla="*/ 4346381 h 4346381"/>
                  <a:gd name="connsiteX17" fmla="*/ 1442399 w 2063711"/>
                  <a:gd name="connsiteY17" fmla="*/ 4285183 h 4346381"/>
                  <a:gd name="connsiteX18" fmla="*/ 1414727 w 2063711"/>
                  <a:gd name="connsiteY18" fmla="*/ 4346381 h 4346381"/>
                  <a:gd name="connsiteX19" fmla="*/ 141 w 2063711"/>
                  <a:gd name="connsiteY19" fmla="*/ 2192723 h 4346381"/>
                  <a:gd name="connsiteX20" fmla="*/ 1386870 w 2063711"/>
                  <a:gd name="connsiteY20" fmla="*/ 0 h 4346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63711" h="4346381">
                    <a:moveTo>
                      <a:pt x="1386870" y="0"/>
                    </a:moveTo>
                    <a:lnTo>
                      <a:pt x="1416074" y="62444"/>
                    </a:lnTo>
                    <a:lnTo>
                      <a:pt x="1538804" y="0"/>
                    </a:lnTo>
                    <a:lnTo>
                      <a:pt x="1568690" y="63902"/>
                    </a:lnTo>
                    <a:lnTo>
                      <a:pt x="1694287" y="0"/>
                    </a:lnTo>
                    <a:lnTo>
                      <a:pt x="1723491" y="62444"/>
                    </a:lnTo>
                    <a:lnTo>
                      <a:pt x="1846221" y="0"/>
                    </a:lnTo>
                    <a:lnTo>
                      <a:pt x="2041425" y="417389"/>
                    </a:lnTo>
                    <a:lnTo>
                      <a:pt x="1889549" y="499329"/>
                    </a:lnTo>
                    <a:cubicBezTo>
                      <a:pt x="1243494" y="877855"/>
                      <a:pt x="846756" y="1508591"/>
                      <a:pt x="857082" y="2192722"/>
                    </a:cubicBezTo>
                    <a:cubicBezTo>
                      <a:pt x="867280" y="2868348"/>
                      <a:pt x="1272932" y="3484118"/>
                      <a:pt x="1917607" y="3850534"/>
                    </a:cubicBezTo>
                    <a:lnTo>
                      <a:pt x="2063711" y="3927000"/>
                    </a:lnTo>
                    <a:lnTo>
                      <a:pt x="1874078" y="4346381"/>
                    </a:lnTo>
                    <a:lnTo>
                      <a:pt x="1749816" y="4285183"/>
                    </a:lnTo>
                    <a:lnTo>
                      <a:pt x="1722144" y="4346381"/>
                    </a:lnTo>
                    <a:lnTo>
                      <a:pt x="1594980" y="4283753"/>
                    </a:lnTo>
                    <a:lnTo>
                      <a:pt x="1566661" y="4346381"/>
                    </a:lnTo>
                    <a:lnTo>
                      <a:pt x="1442399" y="4285183"/>
                    </a:lnTo>
                    <a:lnTo>
                      <a:pt x="1414727" y="4346381"/>
                    </a:lnTo>
                    <a:cubicBezTo>
                      <a:pt x="562271" y="3964107"/>
                      <a:pt x="10265" y="3123698"/>
                      <a:pt x="141" y="2192723"/>
                    </a:cubicBezTo>
                    <a:cubicBezTo>
                      <a:pt x="-10067" y="1254054"/>
                      <a:pt x="532379" y="396329"/>
                      <a:pt x="1386870" y="0"/>
                    </a:cubicBezTo>
                    <a:close/>
                  </a:path>
                </a:pathLst>
              </a:custGeom>
              <a:gradFill>
                <a:gsLst>
                  <a:gs pos="63552">
                    <a:schemeClr val="accent2">
                      <a:alpha val="30000"/>
                    </a:schemeClr>
                  </a:gs>
                  <a:gs pos="33000">
                    <a:schemeClr val="accent2">
                      <a:alpha val="30000"/>
                    </a:schemeClr>
                  </a:gs>
                  <a:gs pos="93000">
                    <a:schemeClr val="accent2">
                      <a:alpha val="0"/>
                    </a:schemeClr>
                  </a:gs>
                  <a:gs pos="7000">
                    <a:schemeClr val="accent2">
                      <a:alpha val="0"/>
                    </a:schemeClr>
                  </a:gs>
                </a:gsLst>
                <a:lin ang="5400000" scaled="0"/>
              </a:gradFill>
              <a:ln w="158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grpSp>
          <p:nvGrpSpPr>
            <p:cNvPr id="454" name="组合 453">
              <a:extLst>
                <a:ext uri="{FF2B5EF4-FFF2-40B4-BE49-F238E27FC236}">
                  <a16:creationId xmlns:a16="http://schemas.microsoft.com/office/drawing/2014/main" id="{34C31721-FC9C-19D8-B66C-FB501FDDFCFA}"/>
                </a:ext>
              </a:extLst>
            </p:cNvPr>
            <p:cNvGrpSpPr/>
            <p:nvPr/>
          </p:nvGrpSpPr>
          <p:grpSpPr>
            <a:xfrm>
              <a:off x="1424322" y="1086978"/>
              <a:ext cx="6005201" cy="5105554"/>
              <a:chOff x="1424322" y="1257301"/>
              <a:chExt cx="6005201" cy="5105554"/>
            </a:xfrm>
          </p:grpSpPr>
          <p:sp>
            <p:nvSpPr>
              <p:cNvPr id="418" name="弧形 417">
                <a:extLst>
                  <a:ext uri="{FF2B5EF4-FFF2-40B4-BE49-F238E27FC236}">
                    <a16:creationId xmlns:a16="http://schemas.microsoft.com/office/drawing/2014/main" id="{21DB08A7-4D99-6ED1-B1ED-A3C623DD89CB}"/>
                  </a:ext>
                </a:extLst>
              </p:cNvPr>
              <p:cNvSpPr/>
              <p:nvPr/>
            </p:nvSpPr>
            <p:spPr>
              <a:xfrm>
                <a:off x="1424322" y="1257301"/>
                <a:ext cx="4800516" cy="5105554"/>
              </a:xfrm>
              <a:prstGeom prst="arc">
                <a:avLst>
                  <a:gd name="adj1" fmla="val 7344375"/>
                  <a:gd name="adj2" fmla="val 14202805"/>
                </a:avLst>
              </a:prstGeom>
              <a:noFill/>
              <a:ln w="15875">
                <a:gradFill>
                  <a:gsLst>
                    <a:gs pos="90000">
                      <a:schemeClr val="accent2">
                        <a:alpha val="0"/>
                      </a:schemeClr>
                    </a:gs>
                    <a:gs pos="50000">
                      <a:schemeClr val="accent2"/>
                    </a:gs>
                    <a:gs pos="10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20" name="弧形 419">
                <a:extLst>
                  <a:ext uri="{FF2B5EF4-FFF2-40B4-BE49-F238E27FC236}">
                    <a16:creationId xmlns:a16="http://schemas.microsoft.com/office/drawing/2014/main" id="{1758B930-0689-1206-30D3-2B6957FAD0AE}"/>
                  </a:ext>
                </a:extLst>
              </p:cNvPr>
              <p:cNvSpPr/>
              <p:nvPr/>
            </p:nvSpPr>
            <p:spPr>
              <a:xfrm>
                <a:off x="2629008" y="1845733"/>
                <a:ext cx="4800515" cy="3928692"/>
              </a:xfrm>
              <a:prstGeom prst="arc">
                <a:avLst>
                  <a:gd name="adj1" fmla="val 7344375"/>
                  <a:gd name="adj2" fmla="val 14202805"/>
                </a:avLst>
              </a:prstGeom>
              <a:noFill/>
              <a:ln w="15875">
                <a:gradFill>
                  <a:gsLst>
                    <a:gs pos="90000">
                      <a:schemeClr val="accent2">
                        <a:alpha val="0"/>
                      </a:schemeClr>
                    </a:gs>
                    <a:gs pos="50000">
                      <a:schemeClr val="accent2"/>
                    </a:gs>
                    <a:gs pos="10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44" name="任意多边形: 形状 443">
                <a:extLst>
                  <a:ext uri="{FF2B5EF4-FFF2-40B4-BE49-F238E27FC236}">
                    <a16:creationId xmlns:a16="http://schemas.microsoft.com/office/drawing/2014/main" id="{25AEEC50-219E-AB8F-0C93-1A65765C2244}"/>
                  </a:ext>
                </a:extLst>
              </p:cNvPr>
              <p:cNvSpPr/>
              <p:nvPr/>
            </p:nvSpPr>
            <p:spPr>
              <a:xfrm>
                <a:off x="1608079" y="1636888"/>
                <a:ext cx="2063711" cy="4346381"/>
              </a:xfrm>
              <a:custGeom>
                <a:avLst/>
                <a:gdLst>
                  <a:gd name="connsiteX0" fmla="*/ 1386870 w 2063711"/>
                  <a:gd name="connsiteY0" fmla="*/ 0 h 4346381"/>
                  <a:gd name="connsiteX1" fmla="*/ 1416074 w 2063711"/>
                  <a:gd name="connsiteY1" fmla="*/ 62444 h 4346381"/>
                  <a:gd name="connsiteX2" fmla="*/ 1538804 w 2063711"/>
                  <a:gd name="connsiteY2" fmla="*/ 0 h 4346381"/>
                  <a:gd name="connsiteX3" fmla="*/ 1568690 w 2063711"/>
                  <a:gd name="connsiteY3" fmla="*/ 63902 h 4346381"/>
                  <a:gd name="connsiteX4" fmla="*/ 1694287 w 2063711"/>
                  <a:gd name="connsiteY4" fmla="*/ 0 h 4346381"/>
                  <a:gd name="connsiteX5" fmla="*/ 1723491 w 2063711"/>
                  <a:gd name="connsiteY5" fmla="*/ 62444 h 4346381"/>
                  <a:gd name="connsiteX6" fmla="*/ 1846221 w 2063711"/>
                  <a:gd name="connsiteY6" fmla="*/ 0 h 4346381"/>
                  <a:gd name="connsiteX7" fmla="*/ 2041425 w 2063711"/>
                  <a:gd name="connsiteY7" fmla="*/ 417389 h 4346381"/>
                  <a:gd name="connsiteX8" fmla="*/ 1889549 w 2063711"/>
                  <a:gd name="connsiteY8" fmla="*/ 499329 h 4346381"/>
                  <a:gd name="connsiteX9" fmla="*/ 857082 w 2063711"/>
                  <a:gd name="connsiteY9" fmla="*/ 2192722 h 4346381"/>
                  <a:gd name="connsiteX10" fmla="*/ 1917607 w 2063711"/>
                  <a:gd name="connsiteY10" fmla="*/ 3850534 h 4346381"/>
                  <a:gd name="connsiteX11" fmla="*/ 2063711 w 2063711"/>
                  <a:gd name="connsiteY11" fmla="*/ 3927000 h 4346381"/>
                  <a:gd name="connsiteX12" fmla="*/ 1874078 w 2063711"/>
                  <a:gd name="connsiteY12" fmla="*/ 4346381 h 4346381"/>
                  <a:gd name="connsiteX13" fmla="*/ 1749816 w 2063711"/>
                  <a:gd name="connsiteY13" fmla="*/ 4285183 h 4346381"/>
                  <a:gd name="connsiteX14" fmla="*/ 1722144 w 2063711"/>
                  <a:gd name="connsiteY14" fmla="*/ 4346381 h 4346381"/>
                  <a:gd name="connsiteX15" fmla="*/ 1594980 w 2063711"/>
                  <a:gd name="connsiteY15" fmla="*/ 4283753 h 4346381"/>
                  <a:gd name="connsiteX16" fmla="*/ 1566661 w 2063711"/>
                  <a:gd name="connsiteY16" fmla="*/ 4346381 h 4346381"/>
                  <a:gd name="connsiteX17" fmla="*/ 1442399 w 2063711"/>
                  <a:gd name="connsiteY17" fmla="*/ 4285183 h 4346381"/>
                  <a:gd name="connsiteX18" fmla="*/ 1414727 w 2063711"/>
                  <a:gd name="connsiteY18" fmla="*/ 4346381 h 4346381"/>
                  <a:gd name="connsiteX19" fmla="*/ 141 w 2063711"/>
                  <a:gd name="connsiteY19" fmla="*/ 2192723 h 4346381"/>
                  <a:gd name="connsiteX20" fmla="*/ 1386870 w 2063711"/>
                  <a:gd name="connsiteY20" fmla="*/ 0 h 4346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063711" h="4346381">
                    <a:moveTo>
                      <a:pt x="1386870" y="0"/>
                    </a:moveTo>
                    <a:lnTo>
                      <a:pt x="1416074" y="62444"/>
                    </a:lnTo>
                    <a:lnTo>
                      <a:pt x="1538804" y="0"/>
                    </a:lnTo>
                    <a:lnTo>
                      <a:pt x="1568690" y="63902"/>
                    </a:lnTo>
                    <a:lnTo>
                      <a:pt x="1694287" y="0"/>
                    </a:lnTo>
                    <a:lnTo>
                      <a:pt x="1723491" y="62444"/>
                    </a:lnTo>
                    <a:lnTo>
                      <a:pt x="1846221" y="0"/>
                    </a:lnTo>
                    <a:lnTo>
                      <a:pt x="2041425" y="417389"/>
                    </a:lnTo>
                    <a:lnTo>
                      <a:pt x="1889549" y="499329"/>
                    </a:lnTo>
                    <a:cubicBezTo>
                      <a:pt x="1243494" y="877855"/>
                      <a:pt x="846756" y="1508591"/>
                      <a:pt x="857082" y="2192722"/>
                    </a:cubicBezTo>
                    <a:cubicBezTo>
                      <a:pt x="867280" y="2868348"/>
                      <a:pt x="1272932" y="3484118"/>
                      <a:pt x="1917607" y="3850534"/>
                    </a:cubicBezTo>
                    <a:lnTo>
                      <a:pt x="2063711" y="3927000"/>
                    </a:lnTo>
                    <a:lnTo>
                      <a:pt x="1874078" y="4346381"/>
                    </a:lnTo>
                    <a:lnTo>
                      <a:pt x="1749816" y="4285183"/>
                    </a:lnTo>
                    <a:lnTo>
                      <a:pt x="1722144" y="4346381"/>
                    </a:lnTo>
                    <a:lnTo>
                      <a:pt x="1594980" y="4283753"/>
                    </a:lnTo>
                    <a:lnTo>
                      <a:pt x="1566661" y="4346381"/>
                    </a:lnTo>
                    <a:lnTo>
                      <a:pt x="1442399" y="4285183"/>
                    </a:lnTo>
                    <a:lnTo>
                      <a:pt x="1414727" y="4346381"/>
                    </a:lnTo>
                    <a:cubicBezTo>
                      <a:pt x="562271" y="3964107"/>
                      <a:pt x="10265" y="3123698"/>
                      <a:pt x="141" y="2192723"/>
                    </a:cubicBezTo>
                    <a:cubicBezTo>
                      <a:pt x="-10067" y="1254054"/>
                      <a:pt x="532379" y="396329"/>
                      <a:pt x="1386870" y="0"/>
                    </a:cubicBezTo>
                    <a:close/>
                  </a:path>
                </a:pathLst>
              </a:custGeom>
              <a:gradFill>
                <a:gsLst>
                  <a:gs pos="63552">
                    <a:schemeClr val="accent2">
                      <a:alpha val="30000"/>
                    </a:schemeClr>
                  </a:gs>
                  <a:gs pos="33000">
                    <a:schemeClr val="accent2">
                      <a:alpha val="30000"/>
                    </a:schemeClr>
                  </a:gs>
                  <a:gs pos="93000">
                    <a:schemeClr val="accent2">
                      <a:alpha val="0"/>
                    </a:schemeClr>
                  </a:gs>
                  <a:gs pos="7000">
                    <a:schemeClr val="accent2">
                      <a:alpha val="0"/>
                    </a:schemeClr>
                  </a:gs>
                </a:gsLst>
                <a:lin ang="5400000" scaled="0"/>
              </a:gradFill>
              <a:ln w="158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grpSp>
          <p:nvGrpSpPr>
            <p:cNvPr id="432" name="组合 431">
              <a:extLst>
                <a:ext uri="{FF2B5EF4-FFF2-40B4-BE49-F238E27FC236}">
                  <a16:creationId xmlns:a16="http://schemas.microsoft.com/office/drawing/2014/main" id="{23AC48D8-3611-0B87-125C-60BE641722B5}"/>
                </a:ext>
              </a:extLst>
            </p:cNvPr>
            <p:cNvGrpSpPr/>
            <p:nvPr/>
          </p:nvGrpSpPr>
          <p:grpSpPr>
            <a:xfrm>
              <a:off x="3290138" y="2123574"/>
              <a:ext cx="5593512" cy="2688532"/>
              <a:chOff x="3015073" y="2441605"/>
              <a:chExt cx="6143642" cy="2594453"/>
            </a:xfrm>
          </p:grpSpPr>
          <p:grpSp>
            <p:nvGrpSpPr>
              <p:cNvPr id="415" name="组合 414">
                <a:extLst>
                  <a:ext uri="{FF2B5EF4-FFF2-40B4-BE49-F238E27FC236}">
                    <a16:creationId xmlns:a16="http://schemas.microsoft.com/office/drawing/2014/main" id="{52B2397F-1AD8-9CC8-7F7C-C13B422E6E90}"/>
                  </a:ext>
                </a:extLst>
              </p:cNvPr>
              <p:cNvGrpSpPr/>
              <p:nvPr/>
            </p:nvGrpSpPr>
            <p:grpSpPr>
              <a:xfrm>
                <a:off x="3015073" y="2441605"/>
                <a:ext cx="6143642" cy="2594453"/>
                <a:chOff x="3015073" y="2169187"/>
                <a:chExt cx="6143642" cy="3139288"/>
              </a:xfrm>
            </p:grpSpPr>
            <p:sp>
              <p:nvSpPr>
                <p:cNvPr id="8" name="椭圆 7">
                  <a:extLst>
                    <a:ext uri="{FF2B5EF4-FFF2-40B4-BE49-F238E27FC236}">
                      <a16:creationId xmlns:a16="http://schemas.microsoft.com/office/drawing/2014/main" id="{C19427EC-FC18-439A-4591-A95AB1018306}"/>
                    </a:ext>
                  </a:extLst>
                </p:cNvPr>
                <p:cNvSpPr/>
                <p:nvPr/>
              </p:nvSpPr>
              <p:spPr>
                <a:xfrm>
                  <a:off x="3015073" y="2294968"/>
                  <a:ext cx="6143642" cy="3013507"/>
                </a:xfrm>
                <a:prstGeom prst="ellipse">
                  <a:avLst/>
                </a:prstGeom>
                <a:gradFill>
                  <a:gsLst>
                    <a:gs pos="1000">
                      <a:schemeClr val="accent1">
                        <a:alpha val="0"/>
                      </a:schemeClr>
                    </a:gs>
                    <a:gs pos="100000">
                      <a:schemeClr val="accent1">
                        <a:alpha val="2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椭圆 4">
                  <a:extLst>
                    <a:ext uri="{FF2B5EF4-FFF2-40B4-BE49-F238E27FC236}">
                      <a16:creationId xmlns:a16="http://schemas.microsoft.com/office/drawing/2014/main" id="{D213E855-3134-BBDC-CB88-3A5AE21ABEE7}"/>
                    </a:ext>
                  </a:extLst>
                </p:cNvPr>
                <p:cNvSpPr/>
                <p:nvPr/>
              </p:nvSpPr>
              <p:spPr>
                <a:xfrm>
                  <a:off x="3015073" y="2169187"/>
                  <a:ext cx="6143642" cy="3013507"/>
                </a:xfrm>
                <a:prstGeom prst="ellipse">
                  <a:avLst/>
                </a:prstGeom>
                <a:solidFill>
                  <a:schemeClr val="accent1">
                    <a:alpha val="2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2" name="椭圆 21">
                <a:extLst>
                  <a:ext uri="{FF2B5EF4-FFF2-40B4-BE49-F238E27FC236}">
                    <a16:creationId xmlns:a16="http://schemas.microsoft.com/office/drawing/2014/main" id="{BEB67044-43A7-2280-737E-07D5FB14BA58}"/>
                  </a:ext>
                </a:extLst>
              </p:cNvPr>
              <p:cNvSpPr/>
              <p:nvPr/>
            </p:nvSpPr>
            <p:spPr>
              <a:xfrm>
                <a:off x="4195155" y="2952515"/>
                <a:ext cx="3801690" cy="1358384"/>
              </a:xfrm>
              <a:prstGeom prst="ellipse">
                <a:avLst/>
              </a:prstGeom>
              <a:gradFill>
                <a:gsLst>
                  <a:gs pos="100000">
                    <a:schemeClr val="tx1"/>
                  </a:gs>
                  <a:gs pos="0">
                    <a:schemeClr val="tx1">
                      <a:alpha val="4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33" name="组合 432">
              <a:extLst>
                <a:ext uri="{FF2B5EF4-FFF2-40B4-BE49-F238E27FC236}">
                  <a16:creationId xmlns:a16="http://schemas.microsoft.com/office/drawing/2014/main" id="{89B11D26-8410-78C4-DCF3-E931E8CE4268}"/>
                </a:ext>
              </a:extLst>
            </p:cNvPr>
            <p:cNvGrpSpPr/>
            <p:nvPr/>
          </p:nvGrpSpPr>
          <p:grpSpPr>
            <a:xfrm>
              <a:off x="3740150" y="1987909"/>
              <a:ext cx="4711700" cy="2016840"/>
              <a:chOff x="3501174" y="2028716"/>
              <a:chExt cx="5189652" cy="2221427"/>
            </a:xfrm>
          </p:grpSpPr>
          <p:sp>
            <p:nvSpPr>
              <p:cNvPr id="24" name="弧形 23">
                <a:extLst>
                  <a:ext uri="{FF2B5EF4-FFF2-40B4-BE49-F238E27FC236}">
                    <a16:creationId xmlns:a16="http://schemas.microsoft.com/office/drawing/2014/main" id="{F6909DFC-9C1F-8074-CD26-08E1907579D9}"/>
                  </a:ext>
                </a:extLst>
              </p:cNvPr>
              <p:cNvSpPr/>
              <p:nvPr/>
            </p:nvSpPr>
            <p:spPr>
              <a:xfrm>
                <a:off x="3501174" y="2028716"/>
                <a:ext cx="5189652" cy="2023686"/>
              </a:xfrm>
              <a:prstGeom prst="arc">
                <a:avLst>
                  <a:gd name="adj1" fmla="val 11378358"/>
                  <a:gd name="adj2" fmla="val 12175264"/>
                </a:avLst>
              </a:prstGeom>
              <a:noFill/>
              <a:ln>
                <a:solidFill>
                  <a:schemeClr val="accent1">
                    <a:alpha val="4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弧形 26">
                <a:extLst>
                  <a:ext uri="{FF2B5EF4-FFF2-40B4-BE49-F238E27FC236}">
                    <a16:creationId xmlns:a16="http://schemas.microsoft.com/office/drawing/2014/main" id="{CE2C9D90-9B46-9A79-C4FD-A5608AB9AC04}"/>
                  </a:ext>
                </a:extLst>
              </p:cNvPr>
              <p:cNvSpPr/>
              <p:nvPr/>
            </p:nvSpPr>
            <p:spPr>
              <a:xfrm>
                <a:off x="3501174" y="2028716"/>
                <a:ext cx="5189652" cy="2023686"/>
              </a:xfrm>
              <a:prstGeom prst="arc">
                <a:avLst>
                  <a:gd name="adj1" fmla="val 13237898"/>
                  <a:gd name="adj2" fmla="val 19131060"/>
                </a:avLst>
              </a:prstGeom>
              <a:noFill/>
              <a:ln>
                <a:gradFill>
                  <a:gsLst>
                    <a:gs pos="0">
                      <a:schemeClr val="accent1"/>
                    </a:gs>
                    <a:gs pos="17000">
                      <a:schemeClr val="accent1">
                        <a:alpha val="22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弧形 28">
                <a:extLst>
                  <a:ext uri="{FF2B5EF4-FFF2-40B4-BE49-F238E27FC236}">
                    <a16:creationId xmlns:a16="http://schemas.microsoft.com/office/drawing/2014/main" id="{F7B5341F-F147-5640-8971-E23D89485D30}"/>
                  </a:ext>
                </a:extLst>
              </p:cNvPr>
              <p:cNvSpPr/>
              <p:nvPr/>
            </p:nvSpPr>
            <p:spPr>
              <a:xfrm>
                <a:off x="3501174" y="2028716"/>
                <a:ext cx="5189652" cy="2023686"/>
              </a:xfrm>
              <a:prstGeom prst="arc">
                <a:avLst>
                  <a:gd name="adj1" fmla="val 20290228"/>
                  <a:gd name="adj2" fmla="val 21139214"/>
                </a:avLst>
              </a:prstGeom>
              <a:noFill/>
              <a:ln>
                <a:solidFill>
                  <a:schemeClr val="accent1">
                    <a:alpha val="4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弧形 24">
                <a:extLst>
                  <a:ext uri="{FF2B5EF4-FFF2-40B4-BE49-F238E27FC236}">
                    <a16:creationId xmlns:a16="http://schemas.microsoft.com/office/drawing/2014/main" id="{A2131838-FD46-52E1-8F5E-235C7C07C746}"/>
                  </a:ext>
                </a:extLst>
              </p:cNvPr>
              <p:cNvSpPr/>
              <p:nvPr/>
            </p:nvSpPr>
            <p:spPr>
              <a:xfrm>
                <a:off x="3501174" y="2226457"/>
                <a:ext cx="5189652" cy="2023686"/>
              </a:xfrm>
              <a:prstGeom prst="arc">
                <a:avLst>
                  <a:gd name="adj1" fmla="val 382806"/>
                  <a:gd name="adj2" fmla="val 1395338"/>
                </a:avLst>
              </a:prstGeom>
              <a:noFill/>
              <a:ln>
                <a:solidFill>
                  <a:schemeClr val="accent1">
                    <a:alpha val="4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弧形 30">
                <a:extLst>
                  <a:ext uri="{FF2B5EF4-FFF2-40B4-BE49-F238E27FC236}">
                    <a16:creationId xmlns:a16="http://schemas.microsoft.com/office/drawing/2014/main" id="{29C1233B-9B2B-010D-020A-9A346C6ADDF8}"/>
                  </a:ext>
                </a:extLst>
              </p:cNvPr>
              <p:cNvSpPr/>
              <p:nvPr/>
            </p:nvSpPr>
            <p:spPr>
              <a:xfrm>
                <a:off x="3501174" y="2226457"/>
                <a:ext cx="5189652" cy="2023686"/>
              </a:xfrm>
              <a:prstGeom prst="arc">
                <a:avLst>
                  <a:gd name="adj1" fmla="val 2582924"/>
                  <a:gd name="adj2" fmla="val 8230455"/>
                </a:avLst>
              </a:prstGeom>
              <a:noFill/>
              <a:ln>
                <a:gradFill>
                  <a:gsLst>
                    <a:gs pos="83000">
                      <a:schemeClr val="accent1">
                        <a:alpha val="22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弧形 33">
                <a:extLst>
                  <a:ext uri="{FF2B5EF4-FFF2-40B4-BE49-F238E27FC236}">
                    <a16:creationId xmlns:a16="http://schemas.microsoft.com/office/drawing/2014/main" id="{C7602D23-4317-598E-FB75-16410D8A81E3}"/>
                  </a:ext>
                </a:extLst>
              </p:cNvPr>
              <p:cNvSpPr/>
              <p:nvPr/>
            </p:nvSpPr>
            <p:spPr>
              <a:xfrm>
                <a:off x="3501174" y="2226457"/>
                <a:ext cx="5189652" cy="2023686"/>
              </a:xfrm>
              <a:prstGeom prst="arc">
                <a:avLst>
                  <a:gd name="adj1" fmla="val 9441399"/>
                  <a:gd name="adj2" fmla="val 10429770"/>
                </a:avLst>
              </a:prstGeom>
              <a:noFill/>
              <a:ln>
                <a:solidFill>
                  <a:schemeClr val="accent1">
                    <a:alpha val="4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 name="组合 11">
              <a:extLst>
                <a:ext uri="{FF2B5EF4-FFF2-40B4-BE49-F238E27FC236}">
                  <a16:creationId xmlns:a16="http://schemas.microsoft.com/office/drawing/2014/main" id="{C78DE9ED-27D1-54DA-4401-D0BCA3A4C9FA}"/>
                </a:ext>
              </a:extLst>
            </p:cNvPr>
            <p:cNvGrpSpPr/>
            <p:nvPr/>
          </p:nvGrpSpPr>
          <p:grpSpPr>
            <a:xfrm>
              <a:off x="5531250" y="3320297"/>
              <a:ext cx="1106664" cy="1106664"/>
              <a:chOff x="2492898" y="4172276"/>
              <a:chExt cx="932728" cy="932728"/>
            </a:xfrm>
            <a:effectLst>
              <a:reflection blurRad="88900" stA="44000" endPos="34000" dir="5400000" sy="-100000" algn="bl" rotWithShape="0"/>
            </a:effectLst>
          </p:grpSpPr>
          <p:sp>
            <p:nvSpPr>
              <p:cNvPr id="14" name="椭圆 13">
                <a:extLst>
                  <a:ext uri="{FF2B5EF4-FFF2-40B4-BE49-F238E27FC236}">
                    <a16:creationId xmlns:a16="http://schemas.microsoft.com/office/drawing/2014/main" id="{B9F11B09-D9C1-ED53-6B9D-ABD797FC48DC}"/>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5" name="椭圆 14">
                <a:extLst>
                  <a:ext uri="{FF2B5EF4-FFF2-40B4-BE49-F238E27FC236}">
                    <a16:creationId xmlns:a16="http://schemas.microsoft.com/office/drawing/2014/main" id="{928E2C54-401E-FC47-6F7B-88A7CA3294E4}"/>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600" b="1" dirty="0">
                    <a:solidFill>
                      <a:schemeClr val="tx1"/>
                    </a:solidFill>
                    <a:latin typeface="+mj-ea"/>
                    <a:ea typeface="+mj-ea"/>
                  </a:rPr>
                  <a:t>用户</a:t>
                </a:r>
                <a:endParaRPr lang="en-US" altLang="zh-CN" sz="1600" b="1" dirty="0">
                  <a:solidFill>
                    <a:schemeClr val="tx1"/>
                  </a:solidFill>
                  <a:latin typeface="+mj-ea"/>
                  <a:ea typeface="+mj-ea"/>
                </a:endParaRPr>
              </a:p>
              <a:p>
                <a:pPr algn="ctr"/>
                <a:r>
                  <a:rPr lang="zh-CN" altLang="en-US" sz="1600" b="1" dirty="0">
                    <a:solidFill>
                      <a:schemeClr val="tx1"/>
                    </a:solidFill>
                    <a:latin typeface="+mj-ea"/>
                    <a:ea typeface="+mj-ea"/>
                  </a:rPr>
                  <a:t>价值</a:t>
                </a:r>
              </a:p>
            </p:txBody>
          </p:sp>
        </p:grpSp>
        <p:sp>
          <p:nvSpPr>
            <p:cNvPr id="26" name="文本框 25">
              <a:extLst>
                <a:ext uri="{FF2B5EF4-FFF2-40B4-BE49-F238E27FC236}">
                  <a16:creationId xmlns:a16="http://schemas.microsoft.com/office/drawing/2014/main" id="{80510082-B0E3-E21D-7952-8447A61352C6}"/>
                </a:ext>
              </a:extLst>
            </p:cNvPr>
            <p:cNvSpPr txBox="1">
              <a:spLocks/>
            </p:cNvSpPr>
            <p:nvPr/>
          </p:nvSpPr>
          <p:spPr>
            <a:xfrm rot="20686681">
              <a:off x="4359577" y="1987723"/>
              <a:ext cx="929655" cy="271657"/>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应收增长</a:t>
              </a:r>
            </a:p>
          </p:txBody>
        </p:sp>
        <p:sp>
          <p:nvSpPr>
            <p:cNvPr id="28" name="文本框 27">
              <a:extLst>
                <a:ext uri="{FF2B5EF4-FFF2-40B4-BE49-F238E27FC236}">
                  <a16:creationId xmlns:a16="http://schemas.microsoft.com/office/drawing/2014/main" id="{8CA71760-70ED-0E6A-9E34-B191B30E0151}"/>
                </a:ext>
              </a:extLst>
            </p:cNvPr>
            <p:cNvSpPr txBox="1">
              <a:spLocks/>
            </p:cNvSpPr>
            <p:nvPr/>
          </p:nvSpPr>
          <p:spPr>
            <a:xfrm rot="791074" flipH="1">
              <a:off x="6930892" y="1998619"/>
              <a:ext cx="929655" cy="271657"/>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用户需求</a:t>
              </a:r>
            </a:p>
          </p:txBody>
        </p:sp>
        <p:sp>
          <p:nvSpPr>
            <p:cNvPr id="30" name="文本框 29">
              <a:extLst>
                <a:ext uri="{FF2B5EF4-FFF2-40B4-BE49-F238E27FC236}">
                  <a16:creationId xmlns:a16="http://schemas.microsoft.com/office/drawing/2014/main" id="{B14636B8-85C8-9285-0163-782B07F11C08}"/>
                </a:ext>
              </a:extLst>
            </p:cNvPr>
            <p:cNvSpPr txBox="1">
              <a:spLocks/>
            </p:cNvSpPr>
            <p:nvPr/>
          </p:nvSpPr>
          <p:spPr>
            <a:xfrm rot="20774358" flipH="1">
              <a:off x="6911802" y="3723243"/>
              <a:ext cx="929655" cy="271657"/>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用户体验</a:t>
              </a:r>
            </a:p>
          </p:txBody>
        </p:sp>
        <p:sp>
          <p:nvSpPr>
            <p:cNvPr id="32" name="文本框 31">
              <a:extLst>
                <a:ext uri="{FF2B5EF4-FFF2-40B4-BE49-F238E27FC236}">
                  <a16:creationId xmlns:a16="http://schemas.microsoft.com/office/drawing/2014/main" id="{86F1AC07-BA2D-DF4B-CF1F-2E9A87977FBA}"/>
                </a:ext>
              </a:extLst>
            </p:cNvPr>
            <p:cNvSpPr txBox="1">
              <a:spLocks/>
            </p:cNvSpPr>
            <p:nvPr/>
          </p:nvSpPr>
          <p:spPr>
            <a:xfrm rot="772747">
              <a:off x="4399871" y="3703426"/>
              <a:ext cx="929655" cy="271657"/>
            </a:xfrm>
            <a:prstGeom prst="roundRect">
              <a:avLst>
                <a:gd name="adj" fmla="val 5000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应收规范</a:t>
              </a:r>
            </a:p>
          </p:txBody>
        </p:sp>
        <p:grpSp>
          <p:nvGrpSpPr>
            <p:cNvPr id="438" name="组合 437">
              <a:extLst>
                <a:ext uri="{FF2B5EF4-FFF2-40B4-BE49-F238E27FC236}">
                  <a16:creationId xmlns:a16="http://schemas.microsoft.com/office/drawing/2014/main" id="{C93018AE-98A3-0021-C8A3-1B3E3722DFAE}"/>
                </a:ext>
              </a:extLst>
            </p:cNvPr>
            <p:cNvGrpSpPr/>
            <p:nvPr/>
          </p:nvGrpSpPr>
          <p:grpSpPr>
            <a:xfrm>
              <a:off x="3398181" y="2485183"/>
              <a:ext cx="5516936" cy="1106664"/>
              <a:chOff x="3398181" y="2780819"/>
              <a:chExt cx="5516936" cy="1106664"/>
            </a:xfrm>
          </p:grpSpPr>
          <p:grpSp>
            <p:nvGrpSpPr>
              <p:cNvPr id="9" name="组合 8">
                <a:extLst>
                  <a:ext uri="{FF2B5EF4-FFF2-40B4-BE49-F238E27FC236}">
                    <a16:creationId xmlns:a16="http://schemas.microsoft.com/office/drawing/2014/main" id="{665DE096-5A0D-55E7-412F-92E60E78A1C1}"/>
                  </a:ext>
                </a:extLst>
              </p:cNvPr>
              <p:cNvGrpSpPr/>
              <p:nvPr/>
            </p:nvGrpSpPr>
            <p:grpSpPr>
              <a:xfrm>
                <a:off x="3398181" y="2780819"/>
                <a:ext cx="1106664" cy="1106664"/>
                <a:chOff x="2492898" y="4172276"/>
                <a:chExt cx="932728" cy="932728"/>
              </a:xfrm>
              <a:effectLst>
                <a:reflection blurRad="88900" stA="44000" endPos="34000" dir="5400000" sy="-100000" algn="bl" rotWithShape="0"/>
              </a:effectLst>
            </p:grpSpPr>
            <p:sp>
              <p:nvSpPr>
                <p:cNvPr id="10" name="椭圆 9">
                  <a:extLst>
                    <a:ext uri="{FF2B5EF4-FFF2-40B4-BE49-F238E27FC236}">
                      <a16:creationId xmlns:a16="http://schemas.microsoft.com/office/drawing/2014/main" id="{2BA5F258-4FE9-A67A-7A21-7BDC8627B7AB}"/>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1" name="椭圆 10">
                  <a:extLst>
                    <a:ext uri="{FF2B5EF4-FFF2-40B4-BE49-F238E27FC236}">
                      <a16:creationId xmlns:a16="http://schemas.microsoft.com/office/drawing/2014/main" id="{3EFDA664-7B70-B145-A2CD-CB5596C9C827}"/>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600" b="1" dirty="0">
                      <a:solidFill>
                        <a:schemeClr val="tx1"/>
                      </a:solidFill>
                      <a:latin typeface="+mj-ea"/>
                      <a:ea typeface="+mj-ea"/>
                    </a:rPr>
                    <a:t>业务</a:t>
                  </a:r>
                  <a:endParaRPr lang="en-US" altLang="zh-CN" sz="1600" b="1" dirty="0">
                    <a:solidFill>
                      <a:schemeClr val="tx1"/>
                    </a:solidFill>
                    <a:latin typeface="+mj-ea"/>
                    <a:ea typeface="+mj-ea"/>
                  </a:endParaRPr>
                </a:p>
                <a:p>
                  <a:pPr algn="ctr"/>
                  <a:r>
                    <a:rPr lang="zh-CN" altLang="en-US" sz="1600" b="1" dirty="0">
                      <a:solidFill>
                        <a:schemeClr val="tx1"/>
                      </a:solidFill>
                      <a:latin typeface="+mj-ea"/>
                      <a:ea typeface="+mj-ea"/>
                    </a:rPr>
                    <a:t>目标</a:t>
                  </a:r>
                </a:p>
              </p:txBody>
            </p:sp>
          </p:grpSp>
          <p:grpSp>
            <p:nvGrpSpPr>
              <p:cNvPr id="16" name="组合 15">
                <a:extLst>
                  <a:ext uri="{FF2B5EF4-FFF2-40B4-BE49-F238E27FC236}">
                    <a16:creationId xmlns:a16="http://schemas.microsoft.com/office/drawing/2014/main" id="{08D21E44-C044-BE2A-7FBE-688C66F7B111}"/>
                  </a:ext>
                </a:extLst>
              </p:cNvPr>
              <p:cNvGrpSpPr/>
              <p:nvPr/>
            </p:nvGrpSpPr>
            <p:grpSpPr>
              <a:xfrm>
                <a:off x="7808453" y="2780819"/>
                <a:ext cx="1106664" cy="1106664"/>
                <a:chOff x="2492898" y="4172276"/>
                <a:chExt cx="932728" cy="932728"/>
              </a:xfrm>
              <a:effectLst>
                <a:reflection blurRad="88900" stA="44000" endPos="34000" dir="5400000" sy="-100000" algn="bl" rotWithShape="0"/>
              </a:effectLst>
            </p:grpSpPr>
            <p:sp>
              <p:nvSpPr>
                <p:cNvPr id="17" name="椭圆 16">
                  <a:extLst>
                    <a:ext uri="{FF2B5EF4-FFF2-40B4-BE49-F238E27FC236}">
                      <a16:creationId xmlns:a16="http://schemas.microsoft.com/office/drawing/2014/main" id="{AAEDE238-6A27-2337-D7D2-6AE218E0DD6E}"/>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8" name="椭圆 17">
                  <a:extLst>
                    <a:ext uri="{FF2B5EF4-FFF2-40B4-BE49-F238E27FC236}">
                      <a16:creationId xmlns:a16="http://schemas.microsoft.com/office/drawing/2014/main" id="{0306BC0C-9C34-54E7-8ADE-C91512D68C88}"/>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600" b="1" dirty="0">
                      <a:solidFill>
                        <a:schemeClr val="tx1"/>
                      </a:solidFill>
                      <a:latin typeface="+mj-ea"/>
                      <a:ea typeface="+mj-ea"/>
                    </a:rPr>
                    <a:t>营销</a:t>
                  </a:r>
                  <a:endParaRPr lang="en-US" altLang="zh-CN" sz="1600" b="1" dirty="0">
                    <a:solidFill>
                      <a:schemeClr val="tx1"/>
                    </a:solidFill>
                    <a:latin typeface="+mj-ea"/>
                    <a:ea typeface="+mj-ea"/>
                  </a:endParaRPr>
                </a:p>
                <a:p>
                  <a:pPr algn="ctr"/>
                  <a:r>
                    <a:rPr lang="zh-CN" altLang="en-US" sz="1600" b="1" dirty="0">
                      <a:solidFill>
                        <a:schemeClr val="tx1"/>
                      </a:solidFill>
                      <a:latin typeface="+mj-ea"/>
                      <a:ea typeface="+mj-ea"/>
                    </a:rPr>
                    <a:t>目标</a:t>
                  </a:r>
                </a:p>
              </p:txBody>
            </p:sp>
          </p:grpSp>
        </p:grpSp>
        <p:grpSp>
          <p:nvGrpSpPr>
            <p:cNvPr id="19" name="组合 18">
              <a:extLst>
                <a:ext uri="{FF2B5EF4-FFF2-40B4-BE49-F238E27FC236}">
                  <a16:creationId xmlns:a16="http://schemas.microsoft.com/office/drawing/2014/main" id="{E255CC60-F2D7-1BBF-58AD-A961DBF8DF39}"/>
                </a:ext>
              </a:extLst>
            </p:cNvPr>
            <p:cNvGrpSpPr/>
            <p:nvPr/>
          </p:nvGrpSpPr>
          <p:grpSpPr>
            <a:xfrm>
              <a:off x="5554082" y="1353292"/>
              <a:ext cx="1106664" cy="1106664"/>
              <a:chOff x="2492897" y="4172276"/>
              <a:chExt cx="932729" cy="932728"/>
            </a:xfrm>
            <a:effectLst>
              <a:reflection blurRad="88900" stA="44000" endPos="34000" dir="5400000" sy="-100000" algn="bl" rotWithShape="0"/>
            </a:effectLst>
          </p:grpSpPr>
          <p:sp>
            <p:nvSpPr>
              <p:cNvPr id="20" name="椭圆 19">
                <a:extLst>
                  <a:ext uri="{FF2B5EF4-FFF2-40B4-BE49-F238E27FC236}">
                    <a16:creationId xmlns:a16="http://schemas.microsoft.com/office/drawing/2014/main" id="{743515BE-A0BA-8489-1828-1EC91C4DF0D7}"/>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21" name="椭圆 20">
                <a:extLst>
                  <a:ext uri="{FF2B5EF4-FFF2-40B4-BE49-F238E27FC236}">
                    <a16:creationId xmlns:a16="http://schemas.microsoft.com/office/drawing/2014/main" id="{725038F6-0F05-FF68-808E-22E82F586F4D}"/>
                  </a:ext>
                </a:extLst>
              </p:cNvPr>
              <p:cNvSpPr/>
              <p:nvPr/>
            </p:nvSpPr>
            <p:spPr>
              <a:xfrm>
                <a:off x="2492897"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600" b="1" dirty="0">
                    <a:solidFill>
                      <a:schemeClr val="tx1"/>
                    </a:solidFill>
                    <a:latin typeface="+mj-ea"/>
                    <a:ea typeface="+mj-ea"/>
                  </a:rPr>
                  <a:t>产品</a:t>
                </a:r>
                <a:endParaRPr lang="en-US" altLang="zh-CN" sz="1600" b="1" dirty="0">
                  <a:solidFill>
                    <a:schemeClr val="tx1"/>
                  </a:solidFill>
                  <a:latin typeface="+mj-ea"/>
                  <a:ea typeface="+mj-ea"/>
                </a:endParaRPr>
              </a:p>
              <a:p>
                <a:pPr algn="ctr"/>
                <a:r>
                  <a:rPr lang="zh-CN" altLang="en-US" sz="1600" b="1" dirty="0">
                    <a:solidFill>
                      <a:schemeClr val="tx1"/>
                    </a:solidFill>
                    <a:latin typeface="+mj-ea"/>
                    <a:ea typeface="+mj-ea"/>
                  </a:rPr>
                  <a:t>价值</a:t>
                </a:r>
              </a:p>
            </p:txBody>
          </p:sp>
        </p:grpSp>
        <p:sp>
          <p:nvSpPr>
            <p:cNvPr id="439" name="文本框 438">
              <a:extLst>
                <a:ext uri="{FF2B5EF4-FFF2-40B4-BE49-F238E27FC236}">
                  <a16:creationId xmlns:a16="http://schemas.microsoft.com/office/drawing/2014/main" id="{86B4BD2B-253C-4E7F-1E13-F687C8B4DE64}"/>
                </a:ext>
              </a:extLst>
            </p:cNvPr>
            <p:cNvSpPr txBox="1"/>
            <p:nvPr/>
          </p:nvSpPr>
          <p:spPr>
            <a:xfrm>
              <a:off x="1945265" y="2390293"/>
              <a:ext cx="780798" cy="253916"/>
            </a:xfrm>
            <a:prstGeom prst="rect">
              <a:avLst/>
            </a:prstGeom>
            <a:noFill/>
          </p:spPr>
          <p:txBody>
            <a:bodyPr wrap="square">
              <a:spAutoFit/>
            </a:bodyPr>
            <a:lstStyle/>
            <a:p>
              <a:pPr algn="ctr"/>
              <a:r>
                <a:rPr lang="zh-CN" altLang="en-US" sz="1050" b="0" dirty="0">
                  <a:solidFill>
                    <a:schemeClr val="bg1"/>
                  </a:solidFill>
                  <a:sym typeface="Helvetica Neue" panose="02000503000000020004"/>
                </a:rPr>
                <a:t>定位准</a:t>
              </a:r>
            </a:p>
          </p:txBody>
        </p:sp>
        <p:sp>
          <p:nvSpPr>
            <p:cNvPr id="440" name="文本框 439">
              <a:extLst>
                <a:ext uri="{FF2B5EF4-FFF2-40B4-BE49-F238E27FC236}">
                  <a16:creationId xmlns:a16="http://schemas.microsoft.com/office/drawing/2014/main" id="{71452EF1-A0C4-2802-594D-E9CE8FFC803D}"/>
                </a:ext>
              </a:extLst>
            </p:cNvPr>
            <p:cNvSpPr txBox="1"/>
            <p:nvPr/>
          </p:nvSpPr>
          <p:spPr>
            <a:xfrm>
              <a:off x="1681144" y="2893154"/>
              <a:ext cx="780798" cy="261610"/>
            </a:xfrm>
            <a:prstGeom prst="rect">
              <a:avLst/>
            </a:prstGeom>
            <a:noFill/>
          </p:spPr>
          <p:txBody>
            <a:bodyPr wrap="square">
              <a:spAutoFit/>
            </a:bodyPr>
            <a:lstStyle/>
            <a:p>
              <a:pPr algn="ctr"/>
              <a:r>
                <a:rPr lang="zh-CN" altLang="en-US" sz="1050" b="0" dirty="0">
                  <a:solidFill>
                    <a:schemeClr val="bg1"/>
                  </a:solidFill>
                  <a:sym typeface="Helvetica Neue" panose="02000503000000020004"/>
                </a:rPr>
                <a:t>策略明</a:t>
              </a:r>
            </a:p>
          </p:txBody>
        </p:sp>
        <p:sp>
          <p:nvSpPr>
            <p:cNvPr id="441" name="文本框 440">
              <a:extLst>
                <a:ext uri="{FF2B5EF4-FFF2-40B4-BE49-F238E27FC236}">
                  <a16:creationId xmlns:a16="http://schemas.microsoft.com/office/drawing/2014/main" id="{8F94C001-9486-E955-731A-8FD3E708CEAE}"/>
                </a:ext>
              </a:extLst>
            </p:cNvPr>
            <p:cNvSpPr txBox="1"/>
            <p:nvPr/>
          </p:nvSpPr>
          <p:spPr>
            <a:xfrm>
              <a:off x="1631048" y="3403709"/>
              <a:ext cx="780798" cy="253916"/>
            </a:xfrm>
            <a:prstGeom prst="rect">
              <a:avLst/>
            </a:prstGeom>
            <a:noFill/>
          </p:spPr>
          <p:txBody>
            <a:bodyPr wrap="square">
              <a:spAutoFit/>
            </a:bodyPr>
            <a:lstStyle/>
            <a:p>
              <a:pPr algn="ctr"/>
              <a:r>
                <a:rPr lang="zh-CN" altLang="en-US" sz="1050" b="0" dirty="0">
                  <a:solidFill>
                    <a:schemeClr val="bg1"/>
                  </a:solidFill>
                  <a:sym typeface="Helvetica Neue" panose="02000503000000020004"/>
                </a:rPr>
                <a:t>效果好</a:t>
              </a:r>
            </a:p>
          </p:txBody>
        </p:sp>
        <p:sp>
          <p:nvSpPr>
            <p:cNvPr id="442" name="文本框 441">
              <a:extLst>
                <a:ext uri="{FF2B5EF4-FFF2-40B4-BE49-F238E27FC236}">
                  <a16:creationId xmlns:a16="http://schemas.microsoft.com/office/drawing/2014/main" id="{75C55B07-1CF4-F4E7-8B56-3143C2128A0A}"/>
                </a:ext>
              </a:extLst>
            </p:cNvPr>
            <p:cNvSpPr txBox="1"/>
            <p:nvPr/>
          </p:nvSpPr>
          <p:spPr>
            <a:xfrm>
              <a:off x="1717633" y="3906570"/>
              <a:ext cx="780798" cy="261610"/>
            </a:xfrm>
            <a:prstGeom prst="rect">
              <a:avLst/>
            </a:prstGeom>
            <a:noFill/>
          </p:spPr>
          <p:txBody>
            <a:bodyPr wrap="square">
              <a:spAutoFit/>
            </a:bodyPr>
            <a:lstStyle/>
            <a:p>
              <a:pPr algn="ctr"/>
              <a:r>
                <a:rPr lang="zh-CN" altLang="en-US" sz="1050" b="0" dirty="0">
                  <a:solidFill>
                    <a:schemeClr val="bg1"/>
                  </a:solidFill>
                  <a:sym typeface="Helvetica Neue" panose="02000503000000020004"/>
                </a:rPr>
                <a:t>投入少</a:t>
              </a:r>
            </a:p>
          </p:txBody>
        </p:sp>
        <p:sp>
          <p:nvSpPr>
            <p:cNvPr id="445" name="文本框 444">
              <a:extLst>
                <a:ext uri="{FF2B5EF4-FFF2-40B4-BE49-F238E27FC236}">
                  <a16:creationId xmlns:a16="http://schemas.microsoft.com/office/drawing/2014/main" id="{A43775DB-E0A5-B10B-BE24-62EF2B90EA55}"/>
                </a:ext>
              </a:extLst>
            </p:cNvPr>
            <p:cNvSpPr txBox="1"/>
            <p:nvPr/>
          </p:nvSpPr>
          <p:spPr>
            <a:xfrm>
              <a:off x="1862910" y="4417125"/>
              <a:ext cx="780798" cy="253916"/>
            </a:xfrm>
            <a:prstGeom prst="rect">
              <a:avLst/>
            </a:prstGeom>
            <a:noFill/>
          </p:spPr>
          <p:txBody>
            <a:bodyPr wrap="square">
              <a:spAutoFit/>
            </a:bodyPr>
            <a:lstStyle/>
            <a:p>
              <a:pPr algn="ctr"/>
              <a:r>
                <a:rPr lang="zh-CN" altLang="en-US" sz="1050" b="0" dirty="0">
                  <a:solidFill>
                    <a:schemeClr val="bg1"/>
                  </a:solidFill>
                  <a:sym typeface="Helvetica Neue" panose="02000503000000020004"/>
                </a:rPr>
                <a:t>风险低</a:t>
              </a:r>
            </a:p>
          </p:txBody>
        </p:sp>
        <p:sp>
          <p:nvSpPr>
            <p:cNvPr id="446" name="文本框 445">
              <a:extLst>
                <a:ext uri="{FF2B5EF4-FFF2-40B4-BE49-F238E27FC236}">
                  <a16:creationId xmlns:a16="http://schemas.microsoft.com/office/drawing/2014/main" id="{29C63A85-C39C-C2A1-3759-F3EE60148B18}"/>
                </a:ext>
              </a:extLst>
            </p:cNvPr>
            <p:cNvSpPr txBox="1"/>
            <p:nvPr/>
          </p:nvSpPr>
          <p:spPr>
            <a:xfrm>
              <a:off x="2161817" y="4919984"/>
              <a:ext cx="780798" cy="261610"/>
            </a:xfrm>
            <a:prstGeom prst="rect">
              <a:avLst/>
            </a:prstGeom>
            <a:noFill/>
          </p:spPr>
          <p:txBody>
            <a:bodyPr wrap="square">
              <a:spAutoFit/>
            </a:bodyPr>
            <a:lstStyle/>
            <a:p>
              <a:pPr algn="ctr"/>
              <a:r>
                <a:rPr lang="zh-CN" altLang="en-US" sz="1050" b="0" dirty="0">
                  <a:solidFill>
                    <a:schemeClr val="bg1"/>
                  </a:solidFill>
                  <a:sym typeface="Helvetica Neue" panose="02000503000000020004"/>
                </a:rPr>
                <a:t>回报高</a:t>
              </a:r>
            </a:p>
          </p:txBody>
        </p:sp>
        <p:grpSp>
          <p:nvGrpSpPr>
            <p:cNvPr id="453" name="组合 452">
              <a:extLst>
                <a:ext uri="{FF2B5EF4-FFF2-40B4-BE49-F238E27FC236}">
                  <a16:creationId xmlns:a16="http://schemas.microsoft.com/office/drawing/2014/main" id="{3BD67865-3579-2B58-9882-35C7D746AB3C}"/>
                </a:ext>
              </a:extLst>
            </p:cNvPr>
            <p:cNvGrpSpPr/>
            <p:nvPr/>
          </p:nvGrpSpPr>
          <p:grpSpPr>
            <a:xfrm flipH="1">
              <a:off x="9140382" y="2390293"/>
              <a:ext cx="1311567" cy="2791301"/>
              <a:chOff x="9016865" y="2560616"/>
              <a:chExt cx="1311567" cy="2791301"/>
            </a:xfrm>
          </p:grpSpPr>
          <p:sp>
            <p:nvSpPr>
              <p:cNvPr id="447" name="文本框 446">
                <a:extLst>
                  <a:ext uri="{FF2B5EF4-FFF2-40B4-BE49-F238E27FC236}">
                    <a16:creationId xmlns:a16="http://schemas.microsoft.com/office/drawing/2014/main" id="{B6685B9F-CBE6-019D-D399-E4816E127239}"/>
                  </a:ext>
                </a:extLst>
              </p:cNvPr>
              <p:cNvSpPr txBox="1"/>
              <p:nvPr/>
            </p:nvSpPr>
            <p:spPr>
              <a:xfrm>
                <a:off x="9331082" y="2560616"/>
                <a:ext cx="780798" cy="253916"/>
              </a:xfrm>
              <a:prstGeom prst="rect">
                <a:avLst/>
              </a:prstGeom>
              <a:noFill/>
            </p:spPr>
            <p:txBody>
              <a:bodyPr wrap="square">
                <a:spAutoFit/>
              </a:bodyPr>
              <a:lstStyle/>
              <a:p>
                <a:pPr algn="ctr"/>
                <a:r>
                  <a:rPr lang="zh-CN" altLang="en-US" sz="1050" b="0" dirty="0">
                    <a:solidFill>
                      <a:schemeClr val="bg1"/>
                    </a:solidFill>
                    <a:sym typeface="Helvetica Neue" panose="02000503000000020004"/>
                  </a:rPr>
                  <a:t>针对性</a:t>
                </a:r>
              </a:p>
            </p:txBody>
          </p:sp>
          <p:sp>
            <p:nvSpPr>
              <p:cNvPr id="448" name="文本框 447">
                <a:extLst>
                  <a:ext uri="{FF2B5EF4-FFF2-40B4-BE49-F238E27FC236}">
                    <a16:creationId xmlns:a16="http://schemas.microsoft.com/office/drawing/2014/main" id="{F6F40DDB-F442-2E27-C3C9-FD2D2BD9E509}"/>
                  </a:ext>
                </a:extLst>
              </p:cNvPr>
              <p:cNvSpPr txBox="1"/>
              <p:nvPr/>
            </p:nvSpPr>
            <p:spPr>
              <a:xfrm>
                <a:off x="9066961" y="3063477"/>
                <a:ext cx="780798" cy="261610"/>
              </a:xfrm>
              <a:prstGeom prst="rect">
                <a:avLst/>
              </a:prstGeom>
              <a:noFill/>
            </p:spPr>
            <p:txBody>
              <a:bodyPr wrap="square">
                <a:spAutoFit/>
              </a:bodyPr>
              <a:lstStyle/>
              <a:p>
                <a:pPr algn="ctr"/>
                <a:r>
                  <a:rPr lang="zh-CN" altLang="en-US" sz="1050" b="0" dirty="0">
                    <a:solidFill>
                      <a:schemeClr val="bg1"/>
                    </a:solidFill>
                    <a:sym typeface="Helvetica Neue" panose="02000503000000020004"/>
                  </a:rPr>
                  <a:t>灵活性</a:t>
                </a:r>
              </a:p>
            </p:txBody>
          </p:sp>
          <p:sp>
            <p:nvSpPr>
              <p:cNvPr id="449" name="文本框 448">
                <a:extLst>
                  <a:ext uri="{FF2B5EF4-FFF2-40B4-BE49-F238E27FC236}">
                    <a16:creationId xmlns:a16="http://schemas.microsoft.com/office/drawing/2014/main" id="{990E9306-0E03-76F3-99D7-BAA00B7C82B0}"/>
                  </a:ext>
                </a:extLst>
              </p:cNvPr>
              <p:cNvSpPr txBox="1"/>
              <p:nvPr/>
            </p:nvSpPr>
            <p:spPr>
              <a:xfrm>
                <a:off x="9016865" y="3574032"/>
                <a:ext cx="780798" cy="253916"/>
              </a:xfrm>
              <a:prstGeom prst="rect">
                <a:avLst/>
              </a:prstGeom>
              <a:noFill/>
            </p:spPr>
            <p:txBody>
              <a:bodyPr wrap="square">
                <a:spAutoFit/>
              </a:bodyPr>
              <a:lstStyle/>
              <a:p>
                <a:pPr algn="ctr"/>
                <a:r>
                  <a:rPr lang="zh-CN" altLang="en-US" sz="1050" b="0" dirty="0">
                    <a:solidFill>
                      <a:schemeClr val="bg1"/>
                    </a:solidFill>
                    <a:sym typeface="Helvetica Neue" panose="02000503000000020004"/>
                  </a:rPr>
                  <a:t>可预测</a:t>
                </a:r>
              </a:p>
            </p:txBody>
          </p:sp>
          <p:sp>
            <p:nvSpPr>
              <p:cNvPr id="450" name="文本框 449">
                <a:extLst>
                  <a:ext uri="{FF2B5EF4-FFF2-40B4-BE49-F238E27FC236}">
                    <a16:creationId xmlns:a16="http://schemas.microsoft.com/office/drawing/2014/main" id="{E5593720-FAEB-6C5C-F1F1-D663F9722738}"/>
                  </a:ext>
                </a:extLst>
              </p:cNvPr>
              <p:cNvSpPr txBox="1"/>
              <p:nvPr/>
            </p:nvSpPr>
            <p:spPr>
              <a:xfrm>
                <a:off x="9103450" y="4076893"/>
                <a:ext cx="780798" cy="261610"/>
              </a:xfrm>
              <a:prstGeom prst="rect">
                <a:avLst/>
              </a:prstGeom>
              <a:noFill/>
            </p:spPr>
            <p:txBody>
              <a:bodyPr wrap="square">
                <a:spAutoFit/>
              </a:bodyPr>
              <a:lstStyle/>
              <a:p>
                <a:pPr algn="ctr"/>
                <a:r>
                  <a:rPr lang="zh-CN" altLang="en-US" sz="1050" b="0" dirty="0">
                    <a:solidFill>
                      <a:schemeClr val="bg1"/>
                    </a:solidFill>
                    <a:sym typeface="Helvetica Neue" panose="02000503000000020004"/>
                  </a:rPr>
                  <a:t>创新性</a:t>
                </a:r>
              </a:p>
            </p:txBody>
          </p:sp>
          <p:sp>
            <p:nvSpPr>
              <p:cNvPr id="451" name="文本框 450">
                <a:extLst>
                  <a:ext uri="{FF2B5EF4-FFF2-40B4-BE49-F238E27FC236}">
                    <a16:creationId xmlns:a16="http://schemas.microsoft.com/office/drawing/2014/main" id="{D616DAB3-935E-C71B-D061-F95D946D65BC}"/>
                  </a:ext>
                </a:extLst>
              </p:cNvPr>
              <p:cNvSpPr txBox="1"/>
              <p:nvPr/>
            </p:nvSpPr>
            <p:spPr>
              <a:xfrm>
                <a:off x="9248727" y="4587448"/>
                <a:ext cx="780798" cy="253916"/>
              </a:xfrm>
              <a:prstGeom prst="rect">
                <a:avLst/>
              </a:prstGeom>
              <a:noFill/>
            </p:spPr>
            <p:txBody>
              <a:bodyPr wrap="square">
                <a:spAutoFit/>
              </a:bodyPr>
              <a:lstStyle/>
              <a:p>
                <a:pPr algn="ctr"/>
                <a:r>
                  <a:rPr lang="zh-CN" altLang="en-US" sz="1050" b="0" dirty="0">
                    <a:solidFill>
                      <a:schemeClr val="bg1"/>
                    </a:solidFill>
                    <a:sym typeface="Helvetica Neue" panose="02000503000000020004"/>
                  </a:rPr>
                  <a:t>实效性</a:t>
                </a:r>
              </a:p>
            </p:txBody>
          </p:sp>
          <p:sp>
            <p:nvSpPr>
              <p:cNvPr id="452" name="文本框 451">
                <a:extLst>
                  <a:ext uri="{FF2B5EF4-FFF2-40B4-BE49-F238E27FC236}">
                    <a16:creationId xmlns:a16="http://schemas.microsoft.com/office/drawing/2014/main" id="{7B950363-54AC-51C0-B4D2-D1022EC8A870}"/>
                  </a:ext>
                </a:extLst>
              </p:cNvPr>
              <p:cNvSpPr txBox="1"/>
              <p:nvPr/>
            </p:nvSpPr>
            <p:spPr>
              <a:xfrm>
                <a:off x="9547634" y="5090307"/>
                <a:ext cx="780798" cy="261610"/>
              </a:xfrm>
              <a:prstGeom prst="rect">
                <a:avLst/>
              </a:prstGeom>
              <a:noFill/>
            </p:spPr>
            <p:txBody>
              <a:bodyPr wrap="square">
                <a:spAutoFit/>
              </a:bodyPr>
              <a:lstStyle/>
              <a:p>
                <a:pPr algn="ctr"/>
                <a:r>
                  <a:rPr lang="zh-CN" altLang="en-US" sz="1050" b="0" dirty="0">
                    <a:solidFill>
                      <a:schemeClr val="bg1"/>
                    </a:solidFill>
                    <a:sym typeface="Helvetica Neue" panose="02000503000000020004"/>
                  </a:rPr>
                  <a:t>灵活性</a:t>
                </a:r>
              </a:p>
            </p:txBody>
          </p:sp>
        </p:grpSp>
        <p:sp>
          <p:nvSpPr>
            <p:cNvPr id="459" name="文本框 458">
              <a:extLst>
                <a:ext uri="{FF2B5EF4-FFF2-40B4-BE49-F238E27FC236}">
                  <a16:creationId xmlns:a16="http://schemas.microsoft.com/office/drawing/2014/main" id="{1A30267D-AEA4-6E1B-8BBB-C9AB357E542A}"/>
                </a:ext>
              </a:extLst>
            </p:cNvPr>
            <p:cNvSpPr txBox="1"/>
            <p:nvPr/>
          </p:nvSpPr>
          <p:spPr>
            <a:xfrm>
              <a:off x="2256116" y="1919966"/>
              <a:ext cx="908724" cy="307777"/>
            </a:xfrm>
            <a:prstGeom prst="rect">
              <a:avLst/>
            </a:prstGeom>
            <a:noFill/>
          </p:spPr>
          <p:txBody>
            <a:bodyPr wrap="square">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优点</a:t>
              </a:r>
            </a:p>
          </p:txBody>
        </p:sp>
        <p:sp>
          <p:nvSpPr>
            <p:cNvPr id="460" name="文本框 459">
              <a:extLst>
                <a:ext uri="{FF2B5EF4-FFF2-40B4-BE49-F238E27FC236}">
                  <a16:creationId xmlns:a16="http://schemas.microsoft.com/office/drawing/2014/main" id="{57AF7C63-8244-7AF1-BE45-8B9C85994946}"/>
                </a:ext>
              </a:extLst>
            </p:cNvPr>
            <p:cNvSpPr txBox="1"/>
            <p:nvPr/>
          </p:nvSpPr>
          <p:spPr>
            <a:xfrm>
              <a:off x="9007436" y="1919966"/>
              <a:ext cx="908724" cy="307777"/>
            </a:xfrm>
            <a:prstGeom prst="rect">
              <a:avLst/>
            </a:prstGeom>
            <a:noFill/>
          </p:spPr>
          <p:txBody>
            <a:bodyPr wrap="square">
              <a:spAutoFit/>
            </a:bodyPr>
            <a:lstStyle/>
            <a:p>
              <a:pPr algn="ctr"/>
              <a:r>
                <a:rPr lang="zh-CN" altLang="en-US" sz="1400" b="1" dirty="0">
                  <a:solidFill>
                    <a:schemeClr val="accent1"/>
                  </a:solidFill>
                  <a:latin typeface="微软雅黑" panose="020B0503020204020204" pitchFamily="34" charset="-122"/>
                  <a:ea typeface="微软雅黑" panose="020B0503020204020204" pitchFamily="34" charset="-122"/>
                </a:rPr>
                <a:t>特点</a:t>
              </a:r>
            </a:p>
          </p:txBody>
        </p:sp>
        <p:sp>
          <p:nvSpPr>
            <p:cNvPr id="461" name="任意多边形: 形状 460">
              <a:extLst>
                <a:ext uri="{FF2B5EF4-FFF2-40B4-BE49-F238E27FC236}">
                  <a16:creationId xmlns:a16="http://schemas.microsoft.com/office/drawing/2014/main" id="{24BFA287-953C-C17D-1DA2-1E4CCAF54D99}"/>
                </a:ext>
              </a:extLst>
            </p:cNvPr>
            <p:cNvSpPr/>
            <p:nvPr/>
          </p:nvSpPr>
          <p:spPr>
            <a:xfrm>
              <a:off x="3639595" y="5435681"/>
              <a:ext cx="4912810" cy="569069"/>
            </a:xfrm>
            <a:custGeom>
              <a:avLst/>
              <a:gdLst>
                <a:gd name="connsiteX0" fmla="*/ 2341394 w 4682788"/>
                <a:gd name="connsiteY0" fmla="*/ 89981 h 569069"/>
                <a:gd name="connsiteX1" fmla="*/ 741194 w 4682788"/>
                <a:gd name="connsiteY1" fmla="*/ 284534 h 569069"/>
                <a:gd name="connsiteX2" fmla="*/ 2341394 w 4682788"/>
                <a:gd name="connsiteY2" fmla="*/ 479087 h 569069"/>
                <a:gd name="connsiteX3" fmla="*/ 3941594 w 4682788"/>
                <a:gd name="connsiteY3" fmla="*/ 284534 h 569069"/>
                <a:gd name="connsiteX4" fmla="*/ 2341394 w 4682788"/>
                <a:gd name="connsiteY4" fmla="*/ 89981 h 569069"/>
                <a:gd name="connsiteX5" fmla="*/ 2341394 w 4682788"/>
                <a:gd name="connsiteY5" fmla="*/ 0 h 569069"/>
                <a:gd name="connsiteX6" fmla="*/ 4682788 w 4682788"/>
                <a:gd name="connsiteY6" fmla="*/ 284535 h 569069"/>
                <a:gd name="connsiteX7" fmla="*/ 2341394 w 4682788"/>
                <a:gd name="connsiteY7" fmla="*/ 569069 h 569069"/>
                <a:gd name="connsiteX8" fmla="*/ 0 w 4682788"/>
                <a:gd name="connsiteY8" fmla="*/ 284535 h 569069"/>
                <a:gd name="connsiteX9" fmla="*/ 2341394 w 4682788"/>
                <a:gd name="connsiteY9" fmla="*/ 0 h 569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82788" h="569069">
                  <a:moveTo>
                    <a:pt x="2341394" y="89981"/>
                  </a:moveTo>
                  <a:cubicBezTo>
                    <a:pt x="1457628" y="89981"/>
                    <a:pt x="741194" y="177085"/>
                    <a:pt x="741194" y="284534"/>
                  </a:cubicBezTo>
                  <a:cubicBezTo>
                    <a:pt x="741194" y="391983"/>
                    <a:pt x="1457628" y="479087"/>
                    <a:pt x="2341394" y="479087"/>
                  </a:cubicBezTo>
                  <a:cubicBezTo>
                    <a:pt x="3225160" y="479087"/>
                    <a:pt x="3941594" y="391983"/>
                    <a:pt x="3941594" y="284534"/>
                  </a:cubicBezTo>
                  <a:cubicBezTo>
                    <a:pt x="3941594" y="177085"/>
                    <a:pt x="3225160" y="89981"/>
                    <a:pt x="2341394" y="89981"/>
                  </a:cubicBezTo>
                  <a:close/>
                  <a:moveTo>
                    <a:pt x="2341394" y="0"/>
                  </a:moveTo>
                  <a:cubicBezTo>
                    <a:pt x="3634510" y="0"/>
                    <a:pt x="4682788" y="127391"/>
                    <a:pt x="4682788" y="284535"/>
                  </a:cubicBezTo>
                  <a:cubicBezTo>
                    <a:pt x="4682788" y="441679"/>
                    <a:pt x="3634510" y="569069"/>
                    <a:pt x="2341394" y="569069"/>
                  </a:cubicBezTo>
                  <a:cubicBezTo>
                    <a:pt x="1048278" y="569069"/>
                    <a:pt x="0" y="441679"/>
                    <a:pt x="0" y="284535"/>
                  </a:cubicBezTo>
                  <a:cubicBezTo>
                    <a:pt x="0" y="127391"/>
                    <a:pt x="1048278" y="0"/>
                    <a:pt x="2341394" y="0"/>
                  </a:cubicBezTo>
                  <a:close/>
                </a:path>
              </a:pathLst>
            </a:custGeom>
            <a:gradFill>
              <a:gsLst>
                <a:gs pos="0">
                  <a:schemeClr val="accent1">
                    <a:alpha val="0"/>
                  </a:schemeClr>
                </a:gs>
                <a:gs pos="100000">
                  <a:schemeClr val="accent1">
                    <a:alpha val="31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62" name="椭圆 461">
              <a:extLst>
                <a:ext uri="{FF2B5EF4-FFF2-40B4-BE49-F238E27FC236}">
                  <a16:creationId xmlns:a16="http://schemas.microsoft.com/office/drawing/2014/main" id="{9A34EC59-3CC6-698C-CF31-EFFDD09DD35E}"/>
                </a:ext>
              </a:extLst>
            </p:cNvPr>
            <p:cNvSpPr/>
            <p:nvPr/>
          </p:nvSpPr>
          <p:spPr>
            <a:xfrm>
              <a:off x="4468238" y="5158444"/>
              <a:ext cx="3255524" cy="456591"/>
            </a:xfrm>
            <a:prstGeom prst="ellipse">
              <a:avLst/>
            </a:prstGeom>
            <a:gradFill>
              <a:gsLst>
                <a:gs pos="0">
                  <a:schemeClr val="accent1">
                    <a:alpha val="0"/>
                  </a:schemeClr>
                </a:gs>
                <a:gs pos="100000">
                  <a:schemeClr val="accent1">
                    <a:alpha val="44000"/>
                  </a:schemeClr>
                </a:gs>
              </a:gsLst>
              <a:lin ang="5400000" scaled="1"/>
            </a:grad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3" name="椭圆 462">
              <a:extLst>
                <a:ext uri="{FF2B5EF4-FFF2-40B4-BE49-F238E27FC236}">
                  <a16:creationId xmlns:a16="http://schemas.microsoft.com/office/drawing/2014/main" id="{513A221D-5643-B496-1249-8426DED4B076}"/>
                </a:ext>
              </a:extLst>
            </p:cNvPr>
            <p:cNvSpPr/>
            <p:nvPr/>
          </p:nvSpPr>
          <p:spPr>
            <a:xfrm>
              <a:off x="4021203" y="5778042"/>
              <a:ext cx="4133720" cy="403543"/>
            </a:xfrm>
            <a:prstGeom prst="ellipse">
              <a:avLst/>
            </a:prstGeom>
            <a:gradFill flip="none" rotWithShape="1">
              <a:gsLst>
                <a:gs pos="100000">
                  <a:schemeClr val="accent1">
                    <a:alpha val="8000"/>
                  </a:schemeClr>
                </a:gs>
                <a:gs pos="0">
                  <a:schemeClr val="accent1">
                    <a:alpha val="0"/>
                  </a:schemeClr>
                </a:gs>
              </a:gsLst>
              <a:lin ang="5400000" scaled="1"/>
              <a:tileRect/>
            </a:gradFill>
            <a:ln w="12700" cap="rnd" cmpd="sng" algn="ctr">
              <a:gradFill>
                <a:gsLst>
                  <a:gs pos="30000">
                    <a:schemeClr val="accent1">
                      <a:alpha val="0"/>
                    </a:schemeClr>
                  </a:gs>
                  <a:gs pos="100000">
                    <a:schemeClr val="accent1"/>
                  </a:gs>
                </a:gsLst>
                <a:lin ang="5400000" scaled="1"/>
              </a:gradFill>
              <a:prstDash val="sysDot"/>
              <a:miter lim="800000"/>
            </a:ln>
            <a:effectLst/>
          </p:spPr>
          <p:txBody>
            <a:bodyPr rtlCol="0" anchor="ctr"/>
            <a:lstStyle/>
            <a:p>
              <a:pPr algn="ctr" defTabSz="1919966">
                <a:defRPr/>
              </a:pPr>
              <a:endParaRPr lang="zh-CN" altLang="en-US" sz="3779" kern="0" dirty="0">
                <a:solidFill>
                  <a:prstClr val="white"/>
                </a:solidFill>
                <a:latin typeface="微软雅黑" panose="020B0503020204020204" pitchFamily="34" charset="-122"/>
                <a:ea typeface="思源黑体 CN Regular"/>
              </a:endParaRPr>
            </a:p>
          </p:txBody>
        </p:sp>
        <p:sp>
          <p:nvSpPr>
            <p:cNvPr id="464" name="椭圆 463">
              <a:extLst>
                <a:ext uri="{FF2B5EF4-FFF2-40B4-BE49-F238E27FC236}">
                  <a16:creationId xmlns:a16="http://schemas.microsoft.com/office/drawing/2014/main" id="{C15E9BE3-1D41-28EC-77C4-A70D4699C740}"/>
                </a:ext>
              </a:extLst>
            </p:cNvPr>
            <p:cNvSpPr/>
            <p:nvPr/>
          </p:nvSpPr>
          <p:spPr>
            <a:xfrm>
              <a:off x="3551572" y="5311207"/>
              <a:ext cx="5135228" cy="569068"/>
            </a:xfrm>
            <a:prstGeom prst="ellipse">
              <a:avLst/>
            </a:prstGeom>
            <a:gradFill flip="none" rotWithShape="1">
              <a:gsLst>
                <a:gs pos="100000">
                  <a:schemeClr val="accent1">
                    <a:alpha val="7000"/>
                  </a:schemeClr>
                </a:gs>
                <a:gs pos="0">
                  <a:schemeClr val="accent1">
                    <a:alpha val="0"/>
                  </a:schemeClr>
                </a:gs>
              </a:gsLst>
              <a:lin ang="5400000" scaled="1"/>
              <a:tileRect/>
            </a:gradFill>
            <a:ln w="12700" cap="rnd" cmpd="sng" algn="ctr">
              <a:gradFill>
                <a:gsLst>
                  <a:gs pos="29000">
                    <a:schemeClr val="accent1">
                      <a:alpha val="0"/>
                    </a:schemeClr>
                  </a:gs>
                  <a:gs pos="100000">
                    <a:schemeClr val="accent1"/>
                  </a:gs>
                </a:gsLst>
                <a:lin ang="5400000" scaled="1"/>
              </a:gradFill>
              <a:prstDash val="sysDot"/>
              <a:miter lim="800000"/>
            </a:ln>
            <a:effectLst/>
          </p:spPr>
          <p:txBody>
            <a:bodyPr rtlCol="0" anchor="ctr"/>
            <a:lstStyle/>
            <a:p>
              <a:pPr algn="ctr" defTabSz="1919966">
                <a:defRPr/>
              </a:pPr>
              <a:endParaRPr lang="zh-CN" altLang="en-US" sz="3779" kern="0" dirty="0">
                <a:solidFill>
                  <a:prstClr val="white"/>
                </a:solidFill>
                <a:latin typeface="微软雅黑" panose="020B0503020204020204" pitchFamily="34" charset="-122"/>
                <a:ea typeface="思源黑体 CN Regular"/>
              </a:endParaRPr>
            </a:p>
          </p:txBody>
        </p:sp>
        <p:sp>
          <p:nvSpPr>
            <p:cNvPr id="465" name="椭圆 464">
              <a:extLst>
                <a:ext uri="{FF2B5EF4-FFF2-40B4-BE49-F238E27FC236}">
                  <a16:creationId xmlns:a16="http://schemas.microsoft.com/office/drawing/2014/main" id="{0044BDBF-A898-39D1-35EC-A6930706F5CC}"/>
                </a:ext>
              </a:extLst>
            </p:cNvPr>
            <p:cNvSpPr/>
            <p:nvPr/>
          </p:nvSpPr>
          <p:spPr>
            <a:xfrm>
              <a:off x="4199467" y="5231099"/>
              <a:ext cx="3793066" cy="569068"/>
            </a:xfrm>
            <a:prstGeom prst="ellipse">
              <a:avLst/>
            </a:prstGeom>
            <a:gradFill flip="none" rotWithShape="1">
              <a:gsLst>
                <a:gs pos="100000">
                  <a:schemeClr val="accent1">
                    <a:alpha val="6000"/>
                  </a:schemeClr>
                </a:gs>
                <a:gs pos="0">
                  <a:schemeClr val="accent1">
                    <a:alpha val="0"/>
                  </a:schemeClr>
                </a:gs>
              </a:gsLst>
              <a:lin ang="5400000" scaled="1"/>
              <a:tileRect/>
            </a:gradFill>
            <a:ln w="12700" cap="rnd" cmpd="sng" algn="ctr">
              <a:gradFill>
                <a:gsLst>
                  <a:gs pos="48000">
                    <a:schemeClr val="accent1">
                      <a:alpha val="0"/>
                    </a:schemeClr>
                  </a:gs>
                  <a:gs pos="100000">
                    <a:schemeClr val="accent1"/>
                  </a:gs>
                </a:gsLst>
                <a:lin ang="5400000" scaled="1"/>
              </a:gradFill>
              <a:prstDash val="sysDot"/>
              <a:miter lim="800000"/>
            </a:ln>
            <a:effectLst/>
          </p:spPr>
          <p:txBody>
            <a:bodyPr rtlCol="0" anchor="ctr"/>
            <a:lstStyle/>
            <a:p>
              <a:pPr algn="ctr" defTabSz="1919966">
                <a:defRPr/>
              </a:pPr>
              <a:endParaRPr lang="zh-CN" altLang="en-US" sz="3779" kern="0" dirty="0">
                <a:solidFill>
                  <a:prstClr val="white"/>
                </a:solidFill>
                <a:latin typeface="微软雅黑" panose="020B0503020204020204" pitchFamily="34" charset="-122"/>
                <a:ea typeface="思源黑体 CN Regular"/>
              </a:endParaRPr>
            </a:p>
          </p:txBody>
        </p:sp>
        <p:sp>
          <p:nvSpPr>
            <p:cNvPr id="466" name="文本框 465">
              <a:extLst>
                <a:ext uri="{FF2B5EF4-FFF2-40B4-BE49-F238E27FC236}">
                  <a16:creationId xmlns:a16="http://schemas.microsoft.com/office/drawing/2014/main" id="{135683B5-5EC8-C7C7-7A09-B3B1E23D2AC4}"/>
                </a:ext>
              </a:extLst>
            </p:cNvPr>
            <p:cNvSpPr txBox="1"/>
            <p:nvPr/>
          </p:nvSpPr>
          <p:spPr>
            <a:xfrm>
              <a:off x="5531742" y="5013947"/>
              <a:ext cx="1128514" cy="44063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none" lIns="50800" tIns="50800" rIns="50800" bIns="50800" numCol="1" spcCol="38100" rtlCol="0" anchor="ctr" forceAA="0">
              <a:spAutoFit/>
            </a:bodyPr>
            <a:lstStyle/>
            <a:p>
              <a:pPr algn="ctr" defTabSz="2438400">
                <a:lnSpc>
                  <a:spcPct val="120000"/>
                </a:lnSpc>
              </a:pPr>
              <a:r>
                <a:rPr lang="zh-CN" altLang="en-US" sz="2000" b="1" dirty="0">
                  <a:solidFill>
                    <a:schemeClr val="accent1"/>
                  </a:solidFill>
                  <a:latin typeface="+mj-ea"/>
                  <a:ea typeface="+mj-ea"/>
                  <a:sym typeface="Helvetica Neue" panose="02000503000000020004"/>
                </a:rPr>
                <a:t>营销实践</a:t>
              </a:r>
            </a:p>
          </p:txBody>
        </p:sp>
      </p:grpSp>
    </p:spTree>
    <p:extLst>
      <p:ext uri="{BB962C8B-B14F-4D97-AF65-F5344CB8AC3E}">
        <p14:creationId xmlns:p14="http://schemas.microsoft.com/office/powerpoint/2010/main" val="22616055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9" name="弧形 8">
            <a:extLst>
              <a:ext uri="{FF2B5EF4-FFF2-40B4-BE49-F238E27FC236}">
                <a16:creationId xmlns:a16="http://schemas.microsoft.com/office/drawing/2014/main" id="{FC48C38B-F091-1108-2886-583265E1F8C9}"/>
              </a:ext>
            </a:extLst>
          </p:cNvPr>
          <p:cNvSpPr/>
          <p:nvPr/>
        </p:nvSpPr>
        <p:spPr>
          <a:xfrm>
            <a:off x="2701990" y="1130300"/>
            <a:ext cx="6788948" cy="6788948"/>
          </a:xfrm>
          <a:prstGeom prst="arc">
            <a:avLst>
              <a:gd name="adj1" fmla="val 10028072"/>
              <a:gd name="adj2" fmla="val 889440"/>
            </a:avLst>
          </a:prstGeom>
          <a:gradFill flip="none" rotWithShape="1">
            <a:gsLst>
              <a:gs pos="49000">
                <a:schemeClr val="accent1">
                  <a:alpha val="13000"/>
                </a:schemeClr>
              </a:gs>
              <a:gs pos="83000">
                <a:schemeClr val="accent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100">
              <a:solidFill>
                <a:schemeClr val="accent3"/>
              </a:solidFill>
              <a:latin typeface="+mn-ea"/>
            </a:endParaRPr>
          </a:p>
        </p:txBody>
      </p:sp>
      <p:sp>
        <p:nvSpPr>
          <p:cNvPr id="17" name="菱形 7">
            <a:extLst>
              <a:ext uri="{FF2B5EF4-FFF2-40B4-BE49-F238E27FC236}">
                <a16:creationId xmlns:a16="http://schemas.microsoft.com/office/drawing/2014/main" id="{7E37A970-B9C3-159A-BCF3-F72F58DCC3E6}"/>
              </a:ext>
            </a:extLst>
          </p:cNvPr>
          <p:cNvSpPr/>
          <p:nvPr/>
        </p:nvSpPr>
        <p:spPr>
          <a:xfrm>
            <a:off x="3391408" y="4420968"/>
            <a:ext cx="5409184" cy="1924524"/>
          </a:xfrm>
          <a:custGeom>
            <a:avLst/>
            <a:gdLst>
              <a:gd name="connsiteX0" fmla="*/ 0 w 5067032"/>
              <a:gd name="connsiteY0" fmla="*/ 736687 h 1473373"/>
              <a:gd name="connsiteX1" fmla="*/ 2533516 w 5067032"/>
              <a:gd name="connsiteY1" fmla="*/ 0 h 1473373"/>
              <a:gd name="connsiteX2" fmla="*/ 5067032 w 5067032"/>
              <a:gd name="connsiteY2" fmla="*/ 736687 h 1473373"/>
              <a:gd name="connsiteX3" fmla="*/ 2533516 w 5067032"/>
              <a:gd name="connsiteY3" fmla="*/ 1473373 h 1473373"/>
              <a:gd name="connsiteX4" fmla="*/ 0 w 5067032"/>
              <a:gd name="connsiteY4" fmla="*/ 736687 h 1473373"/>
              <a:gd name="connsiteX0" fmla="*/ 0 w 5067032"/>
              <a:gd name="connsiteY0" fmla="*/ 736687 h 1701973"/>
              <a:gd name="connsiteX1" fmla="*/ 2533516 w 5067032"/>
              <a:gd name="connsiteY1" fmla="*/ 0 h 1701973"/>
              <a:gd name="connsiteX2" fmla="*/ 5067032 w 5067032"/>
              <a:gd name="connsiteY2" fmla="*/ 736687 h 1701973"/>
              <a:gd name="connsiteX3" fmla="*/ 2513196 w 5067032"/>
              <a:gd name="connsiteY3" fmla="*/ 1701973 h 1701973"/>
              <a:gd name="connsiteX4" fmla="*/ 0 w 5067032"/>
              <a:gd name="connsiteY4" fmla="*/ 736687 h 1701973"/>
              <a:gd name="connsiteX0" fmla="*/ 0 w 5067032"/>
              <a:gd name="connsiteY0" fmla="*/ 736687 h 1721023"/>
              <a:gd name="connsiteX1" fmla="*/ 2533516 w 5067032"/>
              <a:gd name="connsiteY1" fmla="*/ 0 h 1721023"/>
              <a:gd name="connsiteX2" fmla="*/ 5067032 w 5067032"/>
              <a:gd name="connsiteY2" fmla="*/ 736687 h 1721023"/>
              <a:gd name="connsiteX3" fmla="*/ 2538596 w 5067032"/>
              <a:gd name="connsiteY3" fmla="*/ 1721023 h 1721023"/>
              <a:gd name="connsiteX4" fmla="*/ 0 w 5067032"/>
              <a:gd name="connsiteY4" fmla="*/ 736687 h 1721023"/>
              <a:gd name="connsiteX0" fmla="*/ 0 w 5067032"/>
              <a:gd name="connsiteY0" fmla="*/ 736687 h 1719890"/>
              <a:gd name="connsiteX1" fmla="*/ 2533516 w 5067032"/>
              <a:gd name="connsiteY1" fmla="*/ 0 h 1719890"/>
              <a:gd name="connsiteX2" fmla="*/ 5067032 w 5067032"/>
              <a:gd name="connsiteY2" fmla="*/ 736687 h 1719890"/>
              <a:gd name="connsiteX3" fmla="*/ 2535196 w 5067032"/>
              <a:gd name="connsiteY3" fmla="*/ 1719890 h 1719890"/>
              <a:gd name="connsiteX4" fmla="*/ 0 w 5067032"/>
              <a:gd name="connsiteY4" fmla="*/ 736687 h 1719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7032" h="1719890">
                <a:moveTo>
                  <a:pt x="0" y="736687"/>
                </a:moveTo>
                <a:lnTo>
                  <a:pt x="2533516" y="0"/>
                </a:lnTo>
                <a:lnTo>
                  <a:pt x="5067032" y="736687"/>
                </a:lnTo>
                <a:lnTo>
                  <a:pt x="2535196" y="1719890"/>
                </a:lnTo>
                <a:lnTo>
                  <a:pt x="0" y="736687"/>
                </a:lnTo>
                <a:close/>
              </a:path>
            </a:pathLst>
          </a:custGeom>
          <a:gradFill>
            <a:gsLst>
              <a:gs pos="40000">
                <a:schemeClr val="accent1">
                  <a:alpha val="0"/>
                </a:schemeClr>
              </a:gs>
              <a:gs pos="100000">
                <a:schemeClr val="accent1">
                  <a:alpha val="1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菱形 7">
            <a:extLst>
              <a:ext uri="{FF2B5EF4-FFF2-40B4-BE49-F238E27FC236}">
                <a16:creationId xmlns:a16="http://schemas.microsoft.com/office/drawing/2014/main" id="{575016B4-7FB8-0A9D-72D7-F5651C63DCDC}"/>
              </a:ext>
            </a:extLst>
          </p:cNvPr>
          <p:cNvSpPr/>
          <p:nvPr/>
        </p:nvSpPr>
        <p:spPr>
          <a:xfrm>
            <a:off x="3391872" y="4367115"/>
            <a:ext cx="5409184" cy="1924524"/>
          </a:xfrm>
          <a:custGeom>
            <a:avLst/>
            <a:gdLst>
              <a:gd name="connsiteX0" fmla="*/ 0 w 5067032"/>
              <a:gd name="connsiteY0" fmla="*/ 736687 h 1473373"/>
              <a:gd name="connsiteX1" fmla="*/ 2533516 w 5067032"/>
              <a:gd name="connsiteY1" fmla="*/ 0 h 1473373"/>
              <a:gd name="connsiteX2" fmla="*/ 5067032 w 5067032"/>
              <a:gd name="connsiteY2" fmla="*/ 736687 h 1473373"/>
              <a:gd name="connsiteX3" fmla="*/ 2533516 w 5067032"/>
              <a:gd name="connsiteY3" fmla="*/ 1473373 h 1473373"/>
              <a:gd name="connsiteX4" fmla="*/ 0 w 5067032"/>
              <a:gd name="connsiteY4" fmla="*/ 736687 h 1473373"/>
              <a:gd name="connsiteX0" fmla="*/ 0 w 5067032"/>
              <a:gd name="connsiteY0" fmla="*/ 736687 h 1701973"/>
              <a:gd name="connsiteX1" fmla="*/ 2533516 w 5067032"/>
              <a:gd name="connsiteY1" fmla="*/ 0 h 1701973"/>
              <a:gd name="connsiteX2" fmla="*/ 5067032 w 5067032"/>
              <a:gd name="connsiteY2" fmla="*/ 736687 h 1701973"/>
              <a:gd name="connsiteX3" fmla="*/ 2513196 w 5067032"/>
              <a:gd name="connsiteY3" fmla="*/ 1701973 h 1701973"/>
              <a:gd name="connsiteX4" fmla="*/ 0 w 5067032"/>
              <a:gd name="connsiteY4" fmla="*/ 736687 h 1701973"/>
              <a:gd name="connsiteX0" fmla="*/ 0 w 5067032"/>
              <a:gd name="connsiteY0" fmla="*/ 736687 h 1721023"/>
              <a:gd name="connsiteX1" fmla="*/ 2533516 w 5067032"/>
              <a:gd name="connsiteY1" fmla="*/ 0 h 1721023"/>
              <a:gd name="connsiteX2" fmla="*/ 5067032 w 5067032"/>
              <a:gd name="connsiteY2" fmla="*/ 736687 h 1721023"/>
              <a:gd name="connsiteX3" fmla="*/ 2538596 w 5067032"/>
              <a:gd name="connsiteY3" fmla="*/ 1721023 h 1721023"/>
              <a:gd name="connsiteX4" fmla="*/ 0 w 5067032"/>
              <a:gd name="connsiteY4" fmla="*/ 736687 h 1721023"/>
              <a:gd name="connsiteX0" fmla="*/ 0 w 5067032"/>
              <a:gd name="connsiteY0" fmla="*/ 736687 h 1719890"/>
              <a:gd name="connsiteX1" fmla="*/ 2533516 w 5067032"/>
              <a:gd name="connsiteY1" fmla="*/ 0 h 1719890"/>
              <a:gd name="connsiteX2" fmla="*/ 5067032 w 5067032"/>
              <a:gd name="connsiteY2" fmla="*/ 736687 h 1719890"/>
              <a:gd name="connsiteX3" fmla="*/ 2535196 w 5067032"/>
              <a:gd name="connsiteY3" fmla="*/ 1719890 h 1719890"/>
              <a:gd name="connsiteX4" fmla="*/ 0 w 5067032"/>
              <a:gd name="connsiteY4" fmla="*/ 736687 h 1719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7032" h="1719890">
                <a:moveTo>
                  <a:pt x="0" y="736687"/>
                </a:moveTo>
                <a:lnTo>
                  <a:pt x="2533516" y="0"/>
                </a:lnTo>
                <a:lnTo>
                  <a:pt x="5067032" y="736687"/>
                </a:lnTo>
                <a:lnTo>
                  <a:pt x="2535196" y="1719890"/>
                </a:lnTo>
                <a:lnTo>
                  <a:pt x="0" y="736687"/>
                </a:lnTo>
                <a:close/>
              </a:path>
            </a:pathLst>
          </a:custGeom>
          <a:gradFill>
            <a:gsLst>
              <a:gs pos="0">
                <a:schemeClr val="tx1"/>
              </a:gs>
              <a:gs pos="100000">
                <a:schemeClr val="accent1"/>
              </a:gs>
            </a:gsLst>
            <a:lin ang="5400000" scaled="1"/>
          </a:gradFill>
          <a:ln w="34925">
            <a:gradFill>
              <a:gsLst>
                <a:gs pos="0">
                  <a:schemeClr val="tx1">
                    <a:alpha val="0"/>
                  </a:schemeClr>
                </a:gs>
                <a:gs pos="100000">
                  <a:schemeClr val="tx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400" b="1">
                <a:solidFill>
                  <a:schemeClr val="bg1"/>
                </a:solidFill>
                <a:latin typeface="+mj-ea"/>
                <a:ea typeface="+mj-ea"/>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dirty="0"/>
              <a:t>安全防泄漏模型</a:t>
            </a:r>
            <a:endParaRPr lang="en-US" altLang="zh-CN" dirty="0"/>
          </a:p>
        </p:txBody>
      </p:sp>
      <p:sp>
        <p:nvSpPr>
          <p:cNvPr id="4" name="菱形 3">
            <a:extLst>
              <a:ext uri="{FF2B5EF4-FFF2-40B4-BE49-F238E27FC236}">
                <a16:creationId xmlns:a16="http://schemas.microsoft.com/office/drawing/2014/main" id="{F84F6470-050D-F6A1-55B0-4F5E5CEB99C8}"/>
              </a:ext>
            </a:extLst>
          </p:cNvPr>
          <p:cNvSpPr/>
          <p:nvPr/>
        </p:nvSpPr>
        <p:spPr>
          <a:xfrm>
            <a:off x="3562484" y="-1473374"/>
            <a:ext cx="4481987" cy="1473374"/>
          </a:xfrm>
          <a:prstGeom prst="diamond">
            <a:avLst/>
          </a:prstGeom>
          <a:gradFill>
            <a:gsLst>
              <a:gs pos="21000">
                <a:schemeClr val="accent1">
                  <a:alpha val="0"/>
                </a:schemeClr>
              </a:gs>
              <a:gs pos="100000">
                <a:schemeClr val="accent1">
                  <a:alpha val="1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菱形 7">
            <a:extLst>
              <a:ext uri="{FF2B5EF4-FFF2-40B4-BE49-F238E27FC236}">
                <a16:creationId xmlns:a16="http://schemas.microsoft.com/office/drawing/2014/main" id="{FC9A6CBD-6BEC-A97F-2B27-06FB6139B7F5}"/>
              </a:ext>
            </a:extLst>
          </p:cNvPr>
          <p:cNvSpPr/>
          <p:nvPr/>
        </p:nvSpPr>
        <p:spPr>
          <a:xfrm>
            <a:off x="4661939" y="4234153"/>
            <a:ext cx="2869051" cy="953699"/>
          </a:xfrm>
          <a:custGeom>
            <a:avLst/>
            <a:gdLst>
              <a:gd name="connsiteX0" fmla="*/ 0 w 5067032"/>
              <a:gd name="connsiteY0" fmla="*/ 736687 h 1473373"/>
              <a:gd name="connsiteX1" fmla="*/ 2533516 w 5067032"/>
              <a:gd name="connsiteY1" fmla="*/ 0 h 1473373"/>
              <a:gd name="connsiteX2" fmla="*/ 5067032 w 5067032"/>
              <a:gd name="connsiteY2" fmla="*/ 736687 h 1473373"/>
              <a:gd name="connsiteX3" fmla="*/ 2533516 w 5067032"/>
              <a:gd name="connsiteY3" fmla="*/ 1473373 h 1473373"/>
              <a:gd name="connsiteX4" fmla="*/ 0 w 5067032"/>
              <a:gd name="connsiteY4" fmla="*/ 736687 h 1473373"/>
              <a:gd name="connsiteX0" fmla="*/ 0 w 5067032"/>
              <a:gd name="connsiteY0" fmla="*/ 736687 h 1701973"/>
              <a:gd name="connsiteX1" fmla="*/ 2533516 w 5067032"/>
              <a:gd name="connsiteY1" fmla="*/ 0 h 1701973"/>
              <a:gd name="connsiteX2" fmla="*/ 5067032 w 5067032"/>
              <a:gd name="connsiteY2" fmla="*/ 736687 h 1701973"/>
              <a:gd name="connsiteX3" fmla="*/ 2513196 w 5067032"/>
              <a:gd name="connsiteY3" fmla="*/ 1701973 h 1701973"/>
              <a:gd name="connsiteX4" fmla="*/ 0 w 5067032"/>
              <a:gd name="connsiteY4" fmla="*/ 736687 h 1701973"/>
              <a:gd name="connsiteX0" fmla="*/ 0 w 5067032"/>
              <a:gd name="connsiteY0" fmla="*/ 736687 h 1721023"/>
              <a:gd name="connsiteX1" fmla="*/ 2533516 w 5067032"/>
              <a:gd name="connsiteY1" fmla="*/ 0 h 1721023"/>
              <a:gd name="connsiteX2" fmla="*/ 5067032 w 5067032"/>
              <a:gd name="connsiteY2" fmla="*/ 736687 h 1721023"/>
              <a:gd name="connsiteX3" fmla="*/ 2538596 w 5067032"/>
              <a:gd name="connsiteY3" fmla="*/ 1721023 h 1721023"/>
              <a:gd name="connsiteX4" fmla="*/ 0 w 5067032"/>
              <a:gd name="connsiteY4" fmla="*/ 736687 h 1721023"/>
              <a:gd name="connsiteX0" fmla="*/ 0 w 5067032"/>
              <a:gd name="connsiteY0" fmla="*/ 736687 h 1721023"/>
              <a:gd name="connsiteX1" fmla="*/ 2533516 w 5067032"/>
              <a:gd name="connsiteY1" fmla="*/ 0 h 1721023"/>
              <a:gd name="connsiteX2" fmla="*/ 5067032 w 5067032"/>
              <a:gd name="connsiteY2" fmla="*/ 736687 h 1721023"/>
              <a:gd name="connsiteX3" fmla="*/ 2527911 w 5067032"/>
              <a:gd name="connsiteY3" fmla="*/ 1721023 h 1721023"/>
              <a:gd name="connsiteX4" fmla="*/ 0 w 5067032"/>
              <a:gd name="connsiteY4" fmla="*/ 736687 h 1721023"/>
              <a:gd name="connsiteX0" fmla="*/ 0 w 5067032"/>
              <a:gd name="connsiteY0" fmla="*/ 736687 h 1718885"/>
              <a:gd name="connsiteX1" fmla="*/ 2533516 w 5067032"/>
              <a:gd name="connsiteY1" fmla="*/ 0 h 1718885"/>
              <a:gd name="connsiteX2" fmla="*/ 5067032 w 5067032"/>
              <a:gd name="connsiteY2" fmla="*/ 736687 h 1718885"/>
              <a:gd name="connsiteX3" fmla="*/ 2536458 w 5067032"/>
              <a:gd name="connsiteY3" fmla="*/ 1718885 h 1718885"/>
              <a:gd name="connsiteX4" fmla="*/ 0 w 5067032"/>
              <a:gd name="connsiteY4" fmla="*/ 736687 h 17188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7032" h="1718885">
                <a:moveTo>
                  <a:pt x="0" y="736687"/>
                </a:moveTo>
                <a:lnTo>
                  <a:pt x="2533516" y="0"/>
                </a:lnTo>
                <a:lnTo>
                  <a:pt x="5067032" y="736687"/>
                </a:lnTo>
                <a:lnTo>
                  <a:pt x="2536458" y="1718885"/>
                </a:lnTo>
                <a:lnTo>
                  <a:pt x="0" y="736687"/>
                </a:lnTo>
                <a:close/>
              </a:path>
            </a:pathLst>
          </a:custGeom>
          <a:gradFill>
            <a:gsLst>
              <a:gs pos="0">
                <a:schemeClr val="accent1">
                  <a:alpha val="69000"/>
                </a:schemeClr>
              </a:gs>
              <a:gs pos="100000">
                <a:schemeClr val="accent1"/>
              </a:gs>
            </a:gsLst>
            <a:lin ang="5400000" scaled="1"/>
          </a:gradFill>
          <a:ln w="25400">
            <a:gradFill>
              <a:gsLst>
                <a:gs pos="0">
                  <a:schemeClr val="tx1">
                    <a:alpha val="0"/>
                  </a:schemeClr>
                </a:gs>
                <a:gs pos="100000">
                  <a:schemeClr val="tx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4" name="旁门左道出品">
            <a:extLst>
              <a:ext uri="{FF2B5EF4-FFF2-40B4-BE49-F238E27FC236}">
                <a16:creationId xmlns:a16="http://schemas.microsoft.com/office/drawing/2014/main" id="{9AE26CEA-F035-782C-B54F-D7C7F86C60BA}"/>
              </a:ext>
            </a:extLst>
          </p:cNvPr>
          <p:cNvGrpSpPr/>
          <p:nvPr/>
        </p:nvGrpSpPr>
        <p:grpSpPr>
          <a:xfrm>
            <a:off x="5353074" y="3412675"/>
            <a:ext cx="1486780" cy="1141876"/>
            <a:chOff x="7180200" y="3022278"/>
            <a:chExt cx="4071601" cy="3127066"/>
          </a:xfrm>
          <a:effectLst>
            <a:reflection blurRad="50800" stA="52000" endPos="27000" dir="5400000" sy="-100000" algn="bl" rotWithShape="0"/>
          </a:effectLst>
        </p:grpSpPr>
        <p:sp>
          <p:nvSpPr>
            <p:cNvPr id="15" name="旁门左道出品">
              <a:extLst>
                <a:ext uri="{FF2B5EF4-FFF2-40B4-BE49-F238E27FC236}">
                  <a16:creationId xmlns:a16="http://schemas.microsoft.com/office/drawing/2014/main" id="{94581DF5-AD99-3B2F-A8F8-35CBA5BE83B4}"/>
                </a:ext>
              </a:extLst>
            </p:cNvPr>
            <p:cNvSpPr/>
            <p:nvPr/>
          </p:nvSpPr>
          <p:spPr>
            <a:xfrm>
              <a:off x="7180200" y="4111546"/>
              <a:ext cx="4071601" cy="2037798"/>
            </a:xfrm>
            <a:custGeom>
              <a:avLst/>
              <a:gdLst>
                <a:gd name="connsiteX0" fmla="*/ 101 w 4071600"/>
                <a:gd name="connsiteY0" fmla="*/ 0 h 2037799"/>
                <a:gd name="connsiteX1" fmla="*/ 974 w 4071600"/>
                <a:gd name="connsiteY1" fmla="*/ 0 h 2037799"/>
                <a:gd name="connsiteX2" fmla="*/ 785 w 4071600"/>
                <a:gd name="connsiteY2" fmla="*/ 1999 h 2037799"/>
                <a:gd name="connsiteX3" fmla="*/ 2035800 w 4071600"/>
                <a:gd name="connsiteY3" fmla="*/ 1093264 h 2037799"/>
                <a:gd name="connsiteX4" fmla="*/ 4070815 w 4071600"/>
                <a:gd name="connsiteY4" fmla="*/ 1999 h 2037799"/>
                <a:gd name="connsiteX5" fmla="*/ 4070627 w 4071600"/>
                <a:gd name="connsiteY5" fmla="*/ 0 h 2037799"/>
                <a:gd name="connsiteX6" fmla="*/ 4071499 w 4071600"/>
                <a:gd name="connsiteY6" fmla="*/ 0 h 2037799"/>
                <a:gd name="connsiteX7" fmla="*/ 4071600 w 4071600"/>
                <a:gd name="connsiteY7" fmla="*/ 1999 h 2037799"/>
                <a:gd name="connsiteX8" fmla="*/ 2035800 w 4071600"/>
                <a:gd name="connsiteY8" fmla="*/ 2037799 h 2037799"/>
                <a:gd name="connsiteX9" fmla="*/ 0 w 4071600"/>
                <a:gd name="connsiteY9" fmla="*/ 1999 h 2037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600" h="2037799">
                  <a:moveTo>
                    <a:pt x="101" y="0"/>
                  </a:moveTo>
                  <a:lnTo>
                    <a:pt x="974" y="0"/>
                  </a:lnTo>
                  <a:lnTo>
                    <a:pt x="785" y="1999"/>
                  </a:lnTo>
                  <a:cubicBezTo>
                    <a:pt x="785" y="604688"/>
                    <a:pt x="911892" y="1093264"/>
                    <a:pt x="2035800" y="1093264"/>
                  </a:cubicBezTo>
                  <a:cubicBezTo>
                    <a:pt x="3159708" y="1093264"/>
                    <a:pt x="4070815" y="604688"/>
                    <a:pt x="4070815" y="1999"/>
                  </a:cubicBezTo>
                  <a:lnTo>
                    <a:pt x="4070627" y="0"/>
                  </a:lnTo>
                  <a:lnTo>
                    <a:pt x="4071499" y="0"/>
                  </a:lnTo>
                  <a:lnTo>
                    <a:pt x="4071600" y="1999"/>
                  </a:lnTo>
                  <a:cubicBezTo>
                    <a:pt x="4071600" y="1126340"/>
                    <a:pt x="3160141" y="2037799"/>
                    <a:pt x="2035800" y="2037799"/>
                  </a:cubicBezTo>
                  <a:cubicBezTo>
                    <a:pt x="911459" y="2037799"/>
                    <a:pt x="0" y="1126340"/>
                    <a:pt x="0" y="1999"/>
                  </a:cubicBezTo>
                  <a:close/>
                </a:path>
              </a:pathLst>
            </a:custGeom>
            <a:solidFill>
              <a:schemeClr val="tx1"/>
            </a:solidFill>
            <a:ln w="15875"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3779">
                <a:solidFill>
                  <a:schemeClr val="accent1">
                    <a:lumMod val="50000"/>
                  </a:schemeClr>
                </a:solidFill>
              </a:endParaRPr>
            </a:p>
          </p:txBody>
        </p:sp>
        <p:sp>
          <p:nvSpPr>
            <p:cNvPr id="16" name="任意多边形: 形状 15">
              <a:extLst>
                <a:ext uri="{FF2B5EF4-FFF2-40B4-BE49-F238E27FC236}">
                  <a16:creationId xmlns:a16="http://schemas.microsoft.com/office/drawing/2014/main" id="{DE13E92C-CB97-8D0A-AFBC-A50F56572749}"/>
                </a:ext>
              </a:extLst>
            </p:cNvPr>
            <p:cNvSpPr/>
            <p:nvPr/>
          </p:nvSpPr>
          <p:spPr>
            <a:xfrm>
              <a:off x="7180985" y="3022278"/>
              <a:ext cx="4070030" cy="2182530"/>
            </a:xfrm>
            <a:custGeom>
              <a:avLst/>
              <a:gdLst>
                <a:gd name="connsiteX0" fmla="*/ 2035015 w 4070030"/>
                <a:gd name="connsiteY0" fmla="*/ 0 h 2182530"/>
                <a:gd name="connsiteX1" fmla="*/ 4070030 w 4070030"/>
                <a:gd name="connsiteY1" fmla="*/ 1091265 h 2182530"/>
                <a:gd name="connsiteX2" fmla="*/ 2035015 w 4070030"/>
                <a:gd name="connsiteY2" fmla="*/ 2182530 h 2182530"/>
                <a:gd name="connsiteX3" fmla="*/ 0 w 4070030"/>
                <a:gd name="connsiteY3" fmla="*/ 1091265 h 2182530"/>
                <a:gd name="connsiteX4" fmla="*/ 2035015 w 4070030"/>
                <a:gd name="connsiteY4" fmla="*/ 0 h 2182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0030" h="2182530">
                  <a:moveTo>
                    <a:pt x="2035015" y="0"/>
                  </a:moveTo>
                  <a:cubicBezTo>
                    <a:pt x="3158923" y="0"/>
                    <a:pt x="4070030" y="488576"/>
                    <a:pt x="4070030" y="1091265"/>
                  </a:cubicBezTo>
                  <a:cubicBezTo>
                    <a:pt x="4070030" y="1693954"/>
                    <a:pt x="3158923" y="2182530"/>
                    <a:pt x="2035015" y="2182530"/>
                  </a:cubicBezTo>
                  <a:cubicBezTo>
                    <a:pt x="911107" y="2182530"/>
                    <a:pt x="0" y="1693954"/>
                    <a:pt x="0" y="1091265"/>
                  </a:cubicBezTo>
                  <a:cubicBezTo>
                    <a:pt x="0" y="488576"/>
                    <a:pt x="911107" y="0"/>
                    <a:pt x="2035015" y="0"/>
                  </a:cubicBezTo>
                  <a:close/>
                </a:path>
              </a:pathLst>
            </a:custGeom>
            <a:gradFill>
              <a:gsLst>
                <a:gs pos="100000">
                  <a:schemeClr val="accent1"/>
                </a:gs>
                <a:gs pos="0">
                  <a:schemeClr val="accent1">
                    <a:alpha val="0"/>
                  </a:schemeClr>
                </a:gs>
              </a:gsLst>
              <a:lin ang="5400000" scaled="1"/>
            </a:gradFill>
            <a:ln w="19050">
              <a:gradFill>
                <a:gsLst>
                  <a:gs pos="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solidFill>
                  <a:schemeClr val="accent1">
                    <a:lumMod val="50000"/>
                  </a:schemeClr>
                </a:solidFill>
              </a:endParaRPr>
            </a:p>
          </p:txBody>
        </p:sp>
        <p:sp>
          <p:nvSpPr>
            <p:cNvPr id="6" name="旁门左道出品">
              <a:extLst>
                <a:ext uri="{FF2B5EF4-FFF2-40B4-BE49-F238E27FC236}">
                  <a16:creationId xmlns:a16="http://schemas.microsoft.com/office/drawing/2014/main" id="{EC12EAD4-3573-1970-FDF6-8F708A0997E7}"/>
                </a:ext>
              </a:extLst>
            </p:cNvPr>
            <p:cNvSpPr/>
            <p:nvPr/>
          </p:nvSpPr>
          <p:spPr>
            <a:xfrm>
              <a:off x="7180200" y="4111546"/>
              <a:ext cx="4071601" cy="2037798"/>
            </a:xfrm>
            <a:custGeom>
              <a:avLst/>
              <a:gdLst>
                <a:gd name="connsiteX0" fmla="*/ 101 w 4071600"/>
                <a:gd name="connsiteY0" fmla="*/ 0 h 2037799"/>
                <a:gd name="connsiteX1" fmla="*/ 974 w 4071600"/>
                <a:gd name="connsiteY1" fmla="*/ 0 h 2037799"/>
                <a:gd name="connsiteX2" fmla="*/ 785 w 4071600"/>
                <a:gd name="connsiteY2" fmla="*/ 1999 h 2037799"/>
                <a:gd name="connsiteX3" fmla="*/ 2035800 w 4071600"/>
                <a:gd name="connsiteY3" fmla="*/ 1093264 h 2037799"/>
                <a:gd name="connsiteX4" fmla="*/ 4070815 w 4071600"/>
                <a:gd name="connsiteY4" fmla="*/ 1999 h 2037799"/>
                <a:gd name="connsiteX5" fmla="*/ 4070627 w 4071600"/>
                <a:gd name="connsiteY5" fmla="*/ 0 h 2037799"/>
                <a:gd name="connsiteX6" fmla="*/ 4071499 w 4071600"/>
                <a:gd name="connsiteY6" fmla="*/ 0 h 2037799"/>
                <a:gd name="connsiteX7" fmla="*/ 4071600 w 4071600"/>
                <a:gd name="connsiteY7" fmla="*/ 1999 h 2037799"/>
                <a:gd name="connsiteX8" fmla="*/ 2035800 w 4071600"/>
                <a:gd name="connsiteY8" fmla="*/ 2037799 h 2037799"/>
                <a:gd name="connsiteX9" fmla="*/ 0 w 4071600"/>
                <a:gd name="connsiteY9" fmla="*/ 1999 h 2037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1600" h="2037799">
                  <a:moveTo>
                    <a:pt x="101" y="0"/>
                  </a:moveTo>
                  <a:lnTo>
                    <a:pt x="974" y="0"/>
                  </a:lnTo>
                  <a:lnTo>
                    <a:pt x="785" y="1999"/>
                  </a:lnTo>
                  <a:cubicBezTo>
                    <a:pt x="785" y="604688"/>
                    <a:pt x="911892" y="1093264"/>
                    <a:pt x="2035800" y="1093264"/>
                  </a:cubicBezTo>
                  <a:cubicBezTo>
                    <a:pt x="3159708" y="1093264"/>
                    <a:pt x="4070815" y="604688"/>
                    <a:pt x="4070815" y="1999"/>
                  </a:cubicBezTo>
                  <a:lnTo>
                    <a:pt x="4070627" y="0"/>
                  </a:lnTo>
                  <a:lnTo>
                    <a:pt x="4071499" y="0"/>
                  </a:lnTo>
                  <a:lnTo>
                    <a:pt x="4071600" y="1999"/>
                  </a:lnTo>
                  <a:cubicBezTo>
                    <a:pt x="4071600" y="1126340"/>
                    <a:pt x="3160141" y="2037799"/>
                    <a:pt x="2035800" y="2037799"/>
                  </a:cubicBezTo>
                  <a:cubicBezTo>
                    <a:pt x="911459" y="2037799"/>
                    <a:pt x="0" y="1126340"/>
                    <a:pt x="0" y="1999"/>
                  </a:cubicBezTo>
                  <a:close/>
                </a:path>
              </a:pathLst>
            </a:custGeom>
            <a:gradFill>
              <a:gsLst>
                <a:gs pos="0">
                  <a:schemeClr val="accent1">
                    <a:alpha val="55000"/>
                  </a:schemeClr>
                </a:gs>
                <a:gs pos="100000">
                  <a:schemeClr val="accent1"/>
                </a:gs>
              </a:gsLst>
              <a:lin ang="5400000" scaled="1"/>
            </a:gradFill>
            <a:ln w="15875" cap="rnd">
              <a:gradFill>
                <a:gsLst>
                  <a:gs pos="0">
                    <a:schemeClr val="accent1"/>
                  </a:gs>
                  <a:gs pos="97000">
                    <a:schemeClr val="accent1">
                      <a:alpha val="0"/>
                    </a:schemeClr>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3779">
                <a:solidFill>
                  <a:schemeClr val="accent1">
                    <a:lumMod val="50000"/>
                  </a:schemeClr>
                </a:solidFill>
              </a:endParaRPr>
            </a:p>
          </p:txBody>
        </p:sp>
      </p:grpSp>
      <p:grpSp>
        <p:nvGrpSpPr>
          <p:cNvPr id="35" name="组合 34">
            <a:extLst>
              <a:ext uri="{FF2B5EF4-FFF2-40B4-BE49-F238E27FC236}">
                <a16:creationId xmlns:a16="http://schemas.microsoft.com/office/drawing/2014/main" id="{46A2097C-03BD-836A-9366-F67128DFE9AE}"/>
              </a:ext>
            </a:extLst>
          </p:cNvPr>
          <p:cNvGrpSpPr/>
          <p:nvPr/>
        </p:nvGrpSpPr>
        <p:grpSpPr>
          <a:xfrm>
            <a:off x="5766411" y="3089028"/>
            <a:ext cx="659178" cy="748260"/>
            <a:chOff x="5813263" y="2974728"/>
            <a:chExt cx="510324" cy="579290"/>
          </a:xfrm>
        </p:grpSpPr>
        <p:grpSp>
          <p:nvGrpSpPr>
            <p:cNvPr id="28" name="组合 27">
              <a:extLst>
                <a:ext uri="{FF2B5EF4-FFF2-40B4-BE49-F238E27FC236}">
                  <a16:creationId xmlns:a16="http://schemas.microsoft.com/office/drawing/2014/main" id="{0DBD946F-FD06-205A-3A35-4A597321F0F2}"/>
                </a:ext>
              </a:extLst>
            </p:cNvPr>
            <p:cNvGrpSpPr/>
            <p:nvPr/>
          </p:nvGrpSpPr>
          <p:grpSpPr>
            <a:xfrm>
              <a:off x="5825083" y="2974728"/>
              <a:ext cx="498504" cy="566470"/>
              <a:chOff x="114282" y="36"/>
              <a:chExt cx="1676399" cy="1904963"/>
            </a:xfrm>
            <a:solidFill>
              <a:schemeClr val="tx1"/>
            </a:solidFill>
          </p:grpSpPr>
          <p:sp>
            <p:nvSpPr>
              <p:cNvPr id="29" name="任意多边形: 形状 28">
                <a:extLst>
                  <a:ext uri="{FF2B5EF4-FFF2-40B4-BE49-F238E27FC236}">
                    <a16:creationId xmlns:a16="http://schemas.microsoft.com/office/drawing/2014/main" id="{EC4E4A1A-AC5C-B559-CF63-07651267D8FA}"/>
                  </a:ext>
                </a:extLst>
              </p:cNvPr>
              <p:cNvSpPr/>
              <p:nvPr/>
            </p:nvSpPr>
            <p:spPr>
              <a:xfrm>
                <a:off x="543161" y="228635"/>
                <a:ext cx="818675" cy="1066777"/>
              </a:xfrm>
              <a:custGeom>
                <a:avLst/>
                <a:gdLst>
                  <a:gd name="connsiteX0" fmla="*/ 409338 w 818675"/>
                  <a:gd name="connsiteY0" fmla="*/ 419091 h 1066777"/>
                  <a:gd name="connsiteX1" fmla="*/ 616026 w 818675"/>
                  <a:gd name="connsiteY1" fmla="*/ 497233 h 1066777"/>
                  <a:gd name="connsiteX2" fmla="*/ 701749 w 818675"/>
                  <a:gd name="connsiteY2" fmla="*/ 685786 h 1066777"/>
                  <a:gd name="connsiteX3" fmla="*/ 616026 w 818675"/>
                  <a:gd name="connsiteY3" fmla="*/ 874339 h 1066777"/>
                  <a:gd name="connsiteX4" fmla="*/ 409338 w 818675"/>
                  <a:gd name="connsiteY4" fmla="*/ 952480 h 1066777"/>
                  <a:gd name="connsiteX5" fmla="*/ 202650 w 818675"/>
                  <a:gd name="connsiteY5" fmla="*/ 874339 h 1066777"/>
                  <a:gd name="connsiteX6" fmla="*/ 116926 w 818675"/>
                  <a:gd name="connsiteY6" fmla="*/ 685786 h 1066777"/>
                  <a:gd name="connsiteX7" fmla="*/ 202650 w 818675"/>
                  <a:gd name="connsiteY7" fmla="*/ 497233 h 1066777"/>
                  <a:gd name="connsiteX8" fmla="*/ 409338 w 818675"/>
                  <a:gd name="connsiteY8" fmla="*/ 419091 h 1066777"/>
                  <a:gd name="connsiteX9" fmla="*/ 409338 w 818675"/>
                  <a:gd name="connsiteY9" fmla="*/ 304794 h 1066777"/>
                  <a:gd name="connsiteX10" fmla="*/ 0 w 818675"/>
                  <a:gd name="connsiteY10" fmla="*/ 685786 h 1066777"/>
                  <a:gd name="connsiteX11" fmla="*/ 409338 w 818675"/>
                  <a:gd name="connsiteY11" fmla="*/ 1066778 h 1066777"/>
                  <a:gd name="connsiteX12" fmla="*/ 818676 w 818675"/>
                  <a:gd name="connsiteY12" fmla="*/ 685786 h 1066777"/>
                  <a:gd name="connsiteX13" fmla="*/ 409338 w 818675"/>
                  <a:gd name="connsiteY13" fmla="*/ 304794 h 1066777"/>
                  <a:gd name="connsiteX14" fmla="*/ 448313 w 818675"/>
                  <a:gd name="connsiteY14" fmla="*/ 0 h 1066777"/>
                  <a:gd name="connsiteX15" fmla="*/ 331349 w 818675"/>
                  <a:gd name="connsiteY15" fmla="*/ 0 h 1066777"/>
                  <a:gd name="connsiteX16" fmla="*/ 272905 w 818675"/>
                  <a:gd name="connsiteY16" fmla="*/ 57149 h 1066777"/>
                  <a:gd name="connsiteX17" fmla="*/ 331349 w 818675"/>
                  <a:gd name="connsiteY17" fmla="*/ 114298 h 1066777"/>
                  <a:gd name="connsiteX18" fmla="*/ 448313 w 818675"/>
                  <a:gd name="connsiteY18" fmla="*/ 114298 h 1066777"/>
                  <a:gd name="connsiteX19" fmla="*/ 506796 w 818675"/>
                  <a:gd name="connsiteY19" fmla="*/ 57149 h 1066777"/>
                  <a:gd name="connsiteX20" fmla="*/ 448313 w 818675"/>
                  <a:gd name="connsiteY20" fmla="*/ 0 h 1066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8675" h="1066777">
                    <a:moveTo>
                      <a:pt x="409338" y="419091"/>
                    </a:moveTo>
                    <a:cubicBezTo>
                      <a:pt x="487517" y="419091"/>
                      <a:pt x="560820" y="446904"/>
                      <a:pt x="616026" y="497233"/>
                    </a:cubicBezTo>
                    <a:cubicBezTo>
                      <a:pt x="671270" y="547638"/>
                      <a:pt x="701749" y="614464"/>
                      <a:pt x="701749" y="685786"/>
                    </a:cubicBezTo>
                    <a:cubicBezTo>
                      <a:pt x="701749" y="757107"/>
                      <a:pt x="671270" y="823933"/>
                      <a:pt x="616026" y="874339"/>
                    </a:cubicBezTo>
                    <a:cubicBezTo>
                      <a:pt x="560782" y="924668"/>
                      <a:pt x="487517" y="952480"/>
                      <a:pt x="409338" y="952480"/>
                    </a:cubicBezTo>
                    <a:cubicBezTo>
                      <a:pt x="331158" y="952480"/>
                      <a:pt x="257855" y="924668"/>
                      <a:pt x="202650" y="874339"/>
                    </a:cubicBezTo>
                    <a:cubicBezTo>
                      <a:pt x="147406" y="823933"/>
                      <a:pt x="116926" y="757107"/>
                      <a:pt x="116926" y="685786"/>
                    </a:cubicBezTo>
                    <a:cubicBezTo>
                      <a:pt x="116926" y="614464"/>
                      <a:pt x="147406" y="547638"/>
                      <a:pt x="202650" y="497233"/>
                    </a:cubicBezTo>
                    <a:cubicBezTo>
                      <a:pt x="257894" y="446904"/>
                      <a:pt x="331158" y="419091"/>
                      <a:pt x="409338" y="419091"/>
                    </a:cubicBezTo>
                    <a:close/>
                    <a:moveTo>
                      <a:pt x="409338" y="304794"/>
                    </a:moveTo>
                    <a:cubicBezTo>
                      <a:pt x="183219" y="304794"/>
                      <a:pt x="0" y="475326"/>
                      <a:pt x="0" y="685786"/>
                    </a:cubicBezTo>
                    <a:cubicBezTo>
                      <a:pt x="0" y="896246"/>
                      <a:pt x="183219" y="1066778"/>
                      <a:pt x="409338" y="1066778"/>
                    </a:cubicBezTo>
                    <a:cubicBezTo>
                      <a:pt x="635457" y="1066778"/>
                      <a:pt x="818676" y="896246"/>
                      <a:pt x="818676" y="685786"/>
                    </a:cubicBezTo>
                    <a:cubicBezTo>
                      <a:pt x="818676" y="475326"/>
                      <a:pt x="635457" y="304794"/>
                      <a:pt x="409338" y="304794"/>
                    </a:cubicBezTo>
                    <a:close/>
                    <a:moveTo>
                      <a:pt x="448313" y="0"/>
                    </a:moveTo>
                    <a:lnTo>
                      <a:pt x="331349" y="0"/>
                    </a:lnTo>
                    <a:cubicBezTo>
                      <a:pt x="299193" y="0"/>
                      <a:pt x="272905" y="25717"/>
                      <a:pt x="272905" y="57149"/>
                    </a:cubicBezTo>
                    <a:cubicBezTo>
                      <a:pt x="272905" y="88581"/>
                      <a:pt x="299193" y="114298"/>
                      <a:pt x="331349" y="114298"/>
                    </a:cubicBezTo>
                    <a:lnTo>
                      <a:pt x="448313" y="114298"/>
                    </a:lnTo>
                    <a:cubicBezTo>
                      <a:pt x="480469" y="114298"/>
                      <a:pt x="506796" y="88581"/>
                      <a:pt x="506796" y="57149"/>
                    </a:cubicBezTo>
                    <a:cubicBezTo>
                      <a:pt x="506796" y="25717"/>
                      <a:pt x="480507" y="0"/>
                      <a:pt x="448313" y="0"/>
                    </a:cubicBezTo>
                    <a:close/>
                  </a:path>
                </a:pathLst>
              </a:custGeom>
              <a:grpFill/>
              <a:ln w="10939" cap="flat">
                <a:noFill/>
                <a:prstDash val="solid"/>
                <a:miter/>
              </a:ln>
              <a:scene3d>
                <a:camera prst="isometricLeftDown">
                  <a:rot lat="1367381" lon="1385591" rev="21450456"/>
                </a:camera>
                <a:lightRig rig="threePt" dir="t"/>
              </a:scene3d>
            </p:spPr>
            <p:txBody>
              <a:bodyPr rtlCol="0" anchor="ctr"/>
              <a:lstStyle/>
              <a:p>
                <a:endParaRPr lang="zh-CN" altLang="en-US"/>
              </a:p>
            </p:txBody>
          </p:sp>
          <p:sp>
            <p:nvSpPr>
              <p:cNvPr id="30" name="任意多边形: 形状 29">
                <a:extLst>
                  <a:ext uri="{FF2B5EF4-FFF2-40B4-BE49-F238E27FC236}">
                    <a16:creationId xmlns:a16="http://schemas.microsoft.com/office/drawing/2014/main" id="{5FB3FF77-613D-EE42-C8F9-C535112FC0F8}"/>
                  </a:ext>
                </a:extLst>
              </p:cNvPr>
              <p:cNvSpPr/>
              <p:nvPr/>
            </p:nvSpPr>
            <p:spPr>
              <a:xfrm>
                <a:off x="114282" y="36"/>
                <a:ext cx="1676399" cy="1904963"/>
              </a:xfrm>
              <a:custGeom>
                <a:avLst/>
                <a:gdLst>
                  <a:gd name="connsiteX0" fmla="*/ 1676399 w 1676399"/>
                  <a:gd name="connsiteY0" fmla="*/ 803668 h 1904963"/>
                  <a:gd name="connsiteX1" fmla="*/ 846980 w 1676399"/>
                  <a:gd name="connsiteY1" fmla="*/ 41 h 1904963"/>
                  <a:gd name="connsiteX2" fmla="*/ 34 w 1676399"/>
                  <a:gd name="connsiteY2" fmla="*/ 796277 h 1904963"/>
                  <a:gd name="connsiteX3" fmla="*/ 541424 w 1676399"/>
                  <a:gd name="connsiteY3" fmla="*/ 1555403 h 1904963"/>
                  <a:gd name="connsiteX4" fmla="*/ 620975 w 1676399"/>
                  <a:gd name="connsiteY4" fmla="*/ 1666462 h 1904963"/>
                  <a:gd name="connsiteX5" fmla="*/ 620975 w 1676399"/>
                  <a:gd name="connsiteY5" fmla="*/ 1771007 h 1904963"/>
                  <a:gd name="connsiteX6" fmla="*/ 605431 w 1676399"/>
                  <a:gd name="connsiteY6" fmla="*/ 1785903 h 1904963"/>
                  <a:gd name="connsiteX7" fmla="*/ 465759 w 1676399"/>
                  <a:gd name="connsiteY7" fmla="*/ 1785903 h 1904963"/>
                  <a:gd name="connsiteX8" fmla="*/ 341556 w 1676399"/>
                  <a:gd name="connsiteY8" fmla="*/ 1904963 h 1904963"/>
                  <a:gd name="connsiteX9" fmla="*/ 1334954 w 1676399"/>
                  <a:gd name="connsiteY9" fmla="*/ 1904963 h 1904963"/>
                  <a:gd name="connsiteX10" fmla="*/ 1210789 w 1676399"/>
                  <a:gd name="connsiteY10" fmla="*/ 1785903 h 1904963"/>
                  <a:gd name="connsiteX11" fmla="*/ 1071079 w 1676399"/>
                  <a:gd name="connsiteY11" fmla="*/ 1785903 h 1904963"/>
                  <a:gd name="connsiteX12" fmla="*/ 1055573 w 1676399"/>
                  <a:gd name="connsiteY12" fmla="*/ 1771045 h 1904963"/>
                  <a:gd name="connsiteX13" fmla="*/ 1055573 w 1676399"/>
                  <a:gd name="connsiteY13" fmla="*/ 1666462 h 1904963"/>
                  <a:gd name="connsiteX14" fmla="*/ 1135695 w 1676399"/>
                  <a:gd name="connsiteY14" fmla="*/ 1555213 h 1904963"/>
                  <a:gd name="connsiteX15" fmla="*/ 1676399 w 1676399"/>
                  <a:gd name="connsiteY15" fmla="*/ 803706 h 1904963"/>
                  <a:gd name="connsiteX16" fmla="*/ 919444 w 1676399"/>
                  <a:gd name="connsiteY16" fmla="*/ 1790666 h 1904963"/>
                  <a:gd name="connsiteX17" fmla="*/ 756989 w 1676399"/>
                  <a:gd name="connsiteY17" fmla="*/ 1790666 h 1904963"/>
                  <a:gd name="connsiteX18" fmla="*/ 740759 w 1676399"/>
                  <a:gd name="connsiteY18" fmla="*/ 1775236 h 1904963"/>
                  <a:gd name="connsiteX19" fmla="*/ 740759 w 1676399"/>
                  <a:gd name="connsiteY19" fmla="*/ 1600170 h 1904963"/>
                  <a:gd name="connsiteX20" fmla="*/ 838217 w 1676399"/>
                  <a:gd name="connsiteY20" fmla="*/ 1605389 h 1904963"/>
                  <a:gd name="connsiteX21" fmla="*/ 935675 w 1676399"/>
                  <a:gd name="connsiteY21" fmla="*/ 1600170 h 1904963"/>
                  <a:gd name="connsiteX22" fmla="*/ 935675 w 1676399"/>
                  <a:gd name="connsiteY22" fmla="*/ 1775236 h 1904963"/>
                  <a:gd name="connsiteX23" fmla="*/ 919444 w 1676399"/>
                  <a:gd name="connsiteY23" fmla="*/ 1790666 h 1904963"/>
                  <a:gd name="connsiteX24" fmla="*/ 838217 w 1676399"/>
                  <a:gd name="connsiteY24" fmla="*/ 1485872 h 1904963"/>
                  <a:gd name="connsiteX25" fmla="*/ 557578 w 1676399"/>
                  <a:gd name="connsiteY25" fmla="*/ 1432000 h 1904963"/>
                  <a:gd name="connsiteX26" fmla="*/ 328259 w 1676399"/>
                  <a:gd name="connsiteY26" fmla="*/ 1284975 h 1904963"/>
                  <a:gd name="connsiteX27" fmla="*/ 173614 w 1676399"/>
                  <a:gd name="connsiteY27" fmla="*/ 1066933 h 1904963"/>
                  <a:gd name="connsiteX28" fmla="*/ 116999 w 1676399"/>
                  <a:gd name="connsiteY28" fmla="*/ 800087 h 1904963"/>
                  <a:gd name="connsiteX29" fmla="*/ 173614 w 1676399"/>
                  <a:gd name="connsiteY29" fmla="*/ 533240 h 1904963"/>
                  <a:gd name="connsiteX30" fmla="*/ 328297 w 1676399"/>
                  <a:gd name="connsiteY30" fmla="*/ 315198 h 1904963"/>
                  <a:gd name="connsiteX31" fmla="*/ 557578 w 1676399"/>
                  <a:gd name="connsiteY31" fmla="*/ 168135 h 1904963"/>
                  <a:gd name="connsiteX32" fmla="*/ 838217 w 1676399"/>
                  <a:gd name="connsiteY32" fmla="*/ 114301 h 1904963"/>
                  <a:gd name="connsiteX33" fmla="*/ 1118856 w 1676399"/>
                  <a:gd name="connsiteY33" fmla="*/ 168173 h 1904963"/>
                  <a:gd name="connsiteX34" fmla="*/ 1348175 w 1676399"/>
                  <a:gd name="connsiteY34" fmla="*/ 315198 h 1904963"/>
                  <a:gd name="connsiteX35" fmla="*/ 1502819 w 1676399"/>
                  <a:gd name="connsiteY35" fmla="*/ 533240 h 1904963"/>
                  <a:gd name="connsiteX36" fmla="*/ 1559435 w 1676399"/>
                  <a:gd name="connsiteY36" fmla="*/ 800087 h 1904963"/>
                  <a:gd name="connsiteX37" fmla="*/ 1502819 w 1676399"/>
                  <a:gd name="connsiteY37" fmla="*/ 1066933 h 1904963"/>
                  <a:gd name="connsiteX38" fmla="*/ 1348137 w 1676399"/>
                  <a:gd name="connsiteY38" fmla="*/ 1284975 h 1904963"/>
                  <a:gd name="connsiteX39" fmla="*/ 1118856 w 1676399"/>
                  <a:gd name="connsiteY39" fmla="*/ 1432038 h 1904963"/>
                  <a:gd name="connsiteX40" fmla="*/ 838217 w 1676399"/>
                  <a:gd name="connsiteY40" fmla="*/ 1485872 h 1904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76399" h="1904963">
                    <a:moveTo>
                      <a:pt x="1676399" y="803668"/>
                    </a:moveTo>
                    <a:cubicBezTo>
                      <a:pt x="1676399" y="362593"/>
                      <a:pt x="1305808" y="4499"/>
                      <a:pt x="846980" y="41"/>
                    </a:cubicBezTo>
                    <a:cubicBezTo>
                      <a:pt x="382474" y="-4416"/>
                      <a:pt x="4340" y="351088"/>
                      <a:pt x="34" y="796277"/>
                    </a:cubicBezTo>
                    <a:cubicBezTo>
                      <a:pt x="-3204" y="1142979"/>
                      <a:pt x="222648" y="1439772"/>
                      <a:pt x="541424" y="1555403"/>
                    </a:cubicBezTo>
                    <a:cubicBezTo>
                      <a:pt x="589543" y="1572929"/>
                      <a:pt x="620975" y="1617353"/>
                      <a:pt x="620975" y="1666462"/>
                    </a:cubicBezTo>
                    <a:lnTo>
                      <a:pt x="620975" y="1771007"/>
                    </a:lnTo>
                    <a:cubicBezTo>
                      <a:pt x="620788" y="1779409"/>
                      <a:pt x="613833" y="1786074"/>
                      <a:pt x="605431" y="1785903"/>
                    </a:cubicBezTo>
                    <a:lnTo>
                      <a:pt x="465759" y="1785903"/>
                    </a:lnTo>
                    <a:cubicBezTo>
                      <a:pt x="397257" y="1785903"/>
                      <a:pt x="341556" y="1839280"/>
                      <a:pt x="341556" y="1904963"/>
                    </a:cubicBezTo>
                    <a:lnTo>
                      <a:pt x="1334954" y="1904963"/>
                    </a:lnTo>
                    <a:cubicBezTo>
                      <a:pt x="1334954" y="1839280"/>
                      <a:pt x="1279291" y="1785903"/>
                      <a:pt x="1210789" y="1785903"/>
                    </a:cubicBezTo>
                    <a:lnTo>
                      <a:pt x="1071079" y="1785903"/>
                    </a:lnTo>
                    <a:cubicBezTo>
                      <a:pt x="1062706" y="1786053"/>
                      <a:pt x="1055781" y="1779417"/>
                      <a:pt x="1055573" y="1771045"/>
                    </a:cubicBezTo>
                    <a:lnTo>
                      <a:pt x="1055573" y="1666462"/>
                    </a:lnTo>
                    <a:cubicBezTo>
                      <a:pt x="1055573" y="1617010"/>
                      <a:pt x="1087576" y="1572738"/>
                      <a:pt x="1135695" y="1555213"/>
                    </a:cubicBezTo>
                    <a:cubicBezTo>
                      <a:pt x="1451728" y="1440115"/>
                      <a:pt x="1676399" y="1147132"/>
                      <a:pt x="1676399" y="803706"/>
                    </a:cubicBezTo>
                    <a:close/>
                    <a:moveTo>
                      <a:pt x="919444" y="1790666"/>
                    </a:moveTo>
                    <a:lnTo>
                      <a:pt x="756989" y="1790666"/>
                    </a:lnTo>
                    <a:cubicBezTo>
                      <a:pt x="748258" y="1790858"/>
                      <a:pt x="741008" y="1783966"/>
                      <a:pt x="740759" y="1775236"/>
                    </a:cubicBezTo>
                    <a:lnTo>
                      <a:pt x="740759" y="1600170"/>
                    </a:lnTo>
                    <a:cubicBezTo>
                      <a:pt x="772839" y="1603637"/>
                      <a:pt x="805337" y="1605389"/>
                      <a:pt x="838217" y="1605389"/>
                    </a:cubicBezTo>
                    <a:cubicBezTo>
                      <a:pt x="871096" y="1605389"/>
                      <a:pt x="903595" y="1603637"/>
                      <a:pt x="935675" y="1600170"/>
                    </a:cubicBezTo>
                    <a:lnTo>
                      <a:pt x="935675" y="1775236"/>
                    </a:lnTo>
                    <a:cubicBezTo>
                      <a:pt x="935425" y="1783966"/>
                      <a:pt x="928176" y="1790858"/>
                      <a:pt x="919444" y="1790666"/>
                    </a:cubicBezTo>
                    <a:close/>
                    <a:moveTo>
                      <a:pt x="838217" y="1485872"/>
                    </a:moveTo>
                    <a:cubicBezTo>
                      <a:pt x="740797" y="1485872"/>
                      <a:pt x="646349" y="1467813"/>
                      <a:pt x="557578" y="1432000"/>
                    </a:cubicBezTo>
                    <a:cubicBezTo>
                      <a:pt x="472499" y="1397992"/>
                      <a:pt x="394673" y="1348096"/>
                      <a:pt x="328259" y="1284975"/>
                    </a:cubicBezTo>
                    <a:cubicBezTo>
                      <a:pt x="262841" y="1223200"/>
                      <a:pt x="210285" y="1149098"/>
                      <a:pt x="173614" y="1066933"/>
                    </a:cubicBezTo>
                    <a:cubicBezTo>
                      <a:pt x="136120" y="982977"/>
                      <a:pt x="116825" y="892034"/>
                      <a:pt x="116999" y="800087"/>
                    </a:cubicBezTo>
                    <a:cubicBezTo>
                      <a:pt x="116999" y="707467"/>
                      <a:pt x="136010" y="617630"/>
                      <a:pt x="173614" y="533240"/>
                    </a:cubicBezTo>
                    <a:cubicBezTo>
                      <a:pt x="210296" y="451072"/>
                      <a:pt x="262865" y="376970"/>
                      <a:pt x="328297" y="315198"/>
                    </a:cubicBezTo>
                    <a:cubicBezTo>
                      <a:pt x="394697" y="252068"/>
                      <a:pt x="472509" y="202158"/>
                      <a:pt x="557578" y="168135"/>
                    </a:cubicBezTo>
                    <a:cubicBezTo>
                      <a:pt x="646349" y="132398"/>
                      <a:pt x="740835" y="114301"/>
                      <a:pt x="838217" y="114301"/>
                    </a:cubicBezTo>
                    <a:cubicBezTo>
                      <a:pt x="935636" y="114301"/>
                      <a:pt x="1030084" y="132360"/>
                      <a:pt x="1118856" y="168173"/>
                    </a:cubicBezTo>
                    <a:cubicBezTo>
                      <a:pt x="1203935" y="202181"/>
                      <a:pt x="1281761" y="252078"/>
                      <a:pt x="1348175" y="315198"/>
                    </a:cubicBezTo>
                    <a:cubicBezTo>
                      <a:pt x="1413593" y="376973"/>
                      <a:pt x="1466149" y="451075"/>
                      <a:pt x="1502819" y="533240"/>
                    </a:cubicBezTo>
                    <a:cubicBezTo>
                      <a:pt x="1540313" y="617196"/>
                      <a:pt x="1559608" y="708139"/>
                      <a:pt x="1559435" y="800087"/>
                    </a:cubicBezTo>
                    <a:cubicBezTo>
                      <a:pt x="1559435" y="892706"/>
                      <a:pt x="1540423" y="982544"/>
                      <a:pt x="1502819" y="1066933"/>
                    </a:cubicBezTo>
                    <a:cubicBezTo>
                      <a:pt x="1466138" y="1149101"/>
                      <a:pt x="1413568" y="1223203"/>
                      <a:pt x="1348137" y="1284975"/>
                    </a:cubicBezTo>
                    <a:cubicBezTo>
                      <a:pt x="1281737" y="1348105"/>
                      <a:pt x="1203924" y="1398015"/>
                      <a:pt x="1118856" y="1432038"/>
                    </a:cubicBezTo>
                    <a:cubicBezTo>
                      <a:pt x="1030084" y="1467775"/>
                      <a:pt x="935598" y="1485872"/>
                      <a:pt x="838217" y="1485872"/>
                    </a:cubicBezTo>
                    <a:close/>
                  </a:path>
                </a:pathLst>
              </a:custGeom>
              <a:grpFill/>
              <a:ln w="10939" cap="flat">
                <a:noFill/>
                <a:prstDash val="solid"/>
                <a:miter/>
              </a:ln>
              <a:scene3d>
                <a:camera prst="isometricLeftDown">
                  <a:rot lat="1367381" lon="1385591" rev="21450456"/>
                </a:camera>
                <a:lightRig rig="threePt" dir="t"/>
              </a:scene3d>
            </p:spPr>
            <p:txBody>
              <a:bodyPr rtlCol="0" anchor="ctr"/>
              <a:lstStyle/>
              <a:p>
                <a:endParaRPr lang="zh-CN" altLang="en-US"/>
              </a:p>
            </p:txBody>
          </p:sp>
        </p:grpSp>
        <p:grpSp>
          <p:nvGrpSpPr>
            <p:cNvPr id="22" name="组合 21">
              <a:extLst>
                <a:ext uri="{FF2B5EF4-FFF2-40B4-BE49-F238E27FC236}">
                  <a16:creationId xmlns:a16="http://schemas.microsoft.com/office/drawing/2014/main" id="{23AC9AED-D617-F926-E195-D1EDD6F133AA}"/>
                </a:ext>
              </a:extLst>
            </p:cNvPr>
            <p:cNvGrpSpPr/>
            <p:nvPr/>
          </p:nvGrpSpPr>
          <p:grpSpPr>
            <a:xfrm>
              <a:off x="5813263" y="2987548"/>
              <a:ext cx="498504" cy="566470"/>
              <a:chOff x="114282" y="36"/>
              <a:chExt cx="1676399" cy="1904963"/>
            </a:xfrm>
            <a:solidFill>
              <a:schemeClr val="accent1"/>
            </a:solidFill>
          </p:grpSpPr>
          <p:sp>
            <p:nvSpPr>
              <p:cNvPr id="19" name="任意多边形: 形状 18">
                <a:extLst>
                  <a:ext uri="{FF2B5EF4-FFF2-40B4-BE49-F238E27FC236}">
                    <a16:creationId xmlns:a16="http://schemas.microsoft.com/office/drawing/2014/main" id="{68FB8A4A-7E91-061F-50F7-0D772850EC2E}"/>
                  </a:ext>
                </a:extLst>
              </p:cNvPr>
              <p:cNvSpPr/>
              <p:nvPr/>
            </p:nvSpPr>
            <p:spPr>
              <a:xfrm>
                <a:off x="543161" y="228634"/>
                <a:ext cx="818675" cy="1066779"/>
              </a:xfrm>
              <a:custGeom>
                <a:avLst/>
                <a:gdLst>
                  <a:gd name="connsiteX0" fmla="*/ 409338 w 818675"/>
                  <a:gd name="connsiteY0" fmla="*/ 419091 h 1066777"/>
                  <a:gd name="connsiteX1" fmla="*/ 616026 w 818675"/>
                  <a:gd name="connsiteY1" fmla="*/ 497233 h 1066777"/>
                  <a:gd name="connsiteX2" fmla="*/ 701749 w 818675"/>
                  <a:gd name="connsiteY2" fmla="*/ 685786 h 1066777"/>
                  <a:gd name="connsiteX3" fmla="*/ 616026 w 818675"/>
                  <a:gd name="connsiteY3" fmla="*/ 874339 h 1066777"/>
                  <a:gd name="connsiteX4" fmla="*/ 409338 w 818675"/>
                  <a:gd name="connsiteY4" fmla="*/ 952480 h 1066777"/>
                  <a:gd name="connsiteX5" fmla="*/ 202650 w 818675"/>
                  <a:gd name="connsiteY5" fmla="*/ 874339 h 1066777"/>
                  <a:gd name="connsiteX6" fmla="*/ 116926 w 818675"/>
                  <a:gd name="connsiteY6" fmla="*/ 685786 h 1066777"/>
                  <a:gd name="connsiteX7" fmla="*/ 202650 w 818675"/>
                  <a:gd name="connsiteY7" fmla="*/ 497233 h 1066777"/>
                  <a:gd name="connsiteX8" fmla="*/ 409338 w 818675"/>
                  <a:gd name="connsiteY8" fmla="*/ 419091 h 1066777"/>
                  <a:gd name="connsiteX9" fmla="*/ 409338 w 818675"/>
                  <a:gd name="connsiteY9" fmla="*/ 304794 h 1066777"/>
                  <a:gd name="connsiteX10" fmla="*/ 0 w 818675"/>
                  <a:gd name="connsiteY10" fmla="*/ 685786 h 1066777"/>
                  <a:gd name="connsiteX11" fmla="*/ 409338 w 818675"/>
                  <a:gd name="connsiteY11" fmla="*/ 1066778 h 1066777"/>
                  <a:gd name="connsiteX12" fmla="*/ 818676 w 818675"/>
                  <a:gd name="connsiteY12" fmla="*/ 685786 h 1066777"/>
                  <a:gd name="connsiteX13" fmla="*/ 409338 w 818675"/>
                  <a:gd name="connsiteY13" fmla="*/ 304794 h 1066777"/>
                  <a:gd name="connsiteX14" fmla="*/ 448313 w 818675"/>
                  <a:gd name="connsiteY14" fmla="*/ 0 h 1066777"/>
                  <a:gd name="connsiteX15" fmla="*/ 331349 w 818675"/>
                  <a:gd name="connsiteY15" fmla="*/ 0 h 1066777"/>
                  <a:gd name="connsiteX16" fmla="*/ 272905 w 818675"/>
                  <a:gd name="connsiteY16" fmla="*/ 57149 h 1066777"/>
                  <a:gd name="connsiteX17" fmla="*/ 331349 w 818675"/>
                  <a:gd name="connsiteY17" fmla="*/ 114298 h 1066777"/>
                  <a:gd name="connsiteX18" fmla="*/ 448313 w 818675"/>
                  <a:gd name="connsiteY18" fmla="*/ 114298 h 1066777"/>
                  <a:gd name="connsiteX19" fmla="*/ 506796 w 818675"/>
                  <a:gd name="connsiteY19" fmla="*/ 57149 h 1066777"/>
                  <a:gd name="connsiteX20" fmla="*/ 448313 w 818675"/>
                  <a:gd name="connsiteY20" fmla="*/ 0 h 1066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8675" h="1066777">
                    <a:moveTo>
                      <a:pt x="409338" y="419091"/>
                    </a:moveTo>
                    <a:cubicBezTo>
                      <a:pt x="487517" y="419091"/>
                      <a:pt x="560820" y="446904"/>
                      <a:pt x="616026" y="497233"/>
                    </a:cubicBezTo>
                    <a:cubicBezTo>
                      <a:pt x="671270" y="547638"/>
                      <a:pt x="701749" y="614464"/>
                      <a:pt x="701749" y="685786"/>
                    </a:cubicBezTo>
                    <a:cubicBezTo>
                      <a:pt x="701749" y="757107"/>
                      <a:pt x="671270" y="823933"/>
                      <a:pt x="616026" y="874339"/>
                    </a:cubicBezTo>
                    <a:cubicBezTo>
                      <a:pt x="560782" y="924668"/>
                      <a:pt x="487517" y="952480"/>
                      <a:pt x="409338" y="952480"/>
                    </a:cubicBezTo>
                    <a:cubicBezTo>
                      <a:pt x="331158" y="952480"/>
                      <a:pt x="257855" y="924668"/>
                      <a:pt x="202650" y="874339"/>
                    </a:cubicBezTo>
                    <a:cubicBezTo>
                      <a:pt x="147406" y="823933"/>
                      <a:pt x="116926" y="757107"/>
                      <a:pt x="116926" y="685786"/>
                    </a:cubicBezTo>
                    <a:cubicBezTo>
                      <a:pt x="116926" y="614464"/>
                      <a:pt x="147406" y="547638"/>
                      <a:pt x="202650" y="497233"/>
                    </a:cubicBezTo>
                    <a:cubicBezTo>
                      <a:pt x="257894" y="446904"/>
                      <a:pt x="331158" y="419091"/>
                      <a:pt x="409338" y="419091"/>
                    </a:cubicBezTo>
                    <a:close/>
                    <a:moveTo>
                      <a:pt x="409338" y="304794"/>
                    </a:moveTo>
                    <a:cubicBezTo>
                      <a:pt x="183219" y="304794"/>
                      <a:pt x="0" y="475326"/>
                      <a:pt x="0" y="685786"/>
                    </a:cubicBezTo>
                    <a:cubicBezTo>
                      <a:pt x="0" y="896246"/>
                      <a:pt x="183219" y="1066778"/>
                      <a:pt x="409338" y="1066778"/>
                    </a:cubicBezTo>
                    <a:cubicBezTo>
                      <a:pt x="635457" y="1066778"/>
                      <a:pt x="818676" y="896246"/>
                      <a:pt x="818676" y="685786"/>
                    </a:cubicBezTo>
                    <a:cubicBezTo>
                      <a:pt x="818676" y="475326"/>
                      <a:pt x="635457" y="304794"/>
                      <a:pt x="409338" y="304794"/>
                    </a:cubicBezTo>
                    <a:close/>
                    <a:moveTo>
                      <a:pt x="448313" y="0"/>
                    </a:moveTo>
                    <a:lnTo>
                      <a:pt x="331349" y="0"/>
                    </a:lnTo>
                    <a:cubicBezTo>
                      <a:pt x="299193" y="0"/>
                      <a:pt x="272905" y="25717"/>
                      <a:pt x="272905" y="57149"/>
                    </a:cubicBezTo>
                    <a:cubicBezTo>
                      <a:pt x="272905" y="88581"/>
                      <a:pt x="299193" y="114298"/>
                      <a:pt x="331349" y="114298"/>
                    </a:cubicBezTo>
                    <a:lnTo>
                      <a:pt x="448313" y="114298"/>
                    </a:lnTo>
                    <a:cubicBezTo>
                      <a:pt x="480469" y="114298"/>
                      <a:pt x="506796" y="88581"/>
                      <a:pt x="506796" y="57149"/>
                    </a:cubicBezTo>
                    <a:cubicBezTo>
                      <a:pt x="506796" y="25717"/>
                      <a:pt x="480507" y="0"/>
                      <a:pt x="448313" y="0"/>
                    </a:cubicBezTo>
                    <a:close/>
                  </a:path>
                </a:pathLst>
              </a:custGeom>
              <a:solidFill>
                <a:schemeClr val="accent1"/>
              </a:solidFill>
              <a:ln w="10939" cap="flat">
                <a:noFill/>
                <a:prstDash val="solid"/>
                <a:miter/>
              </a:ln>
              <a:effectLst/>
              <a:scene3d>
                <a:camera prst="isometricLeftDown">
                  <a:rot lat="1367381" lon="1385591" rev="21450456"/>
                </a:camera>
                <a:lightRig rig="threePt" dir="t"/>
              </a:scene3d>
            </p:spPr>
            <p:txBody>
              <a:bodyPr rtlCol="0" anchor="ctr"/>
              <a:lstStyle/>
              <a:p>
                <a:endParaRPr lang="zh-CN" altLang="en-US"/>
              </a:p>
            </p:txBody>
          </p:sp>
          <p:sp>
            <p:nvSpPr>
              <p:cNvPr id="21" name="任意多边形: 形状 20">
                <a:extLst>
                  <a:ext uri="{FF2B5EF4-FFF2-40B4-BE49-F238E27FC236}">
                    <a16:creationId xmlns:a16="http://schemas.microsoft.com/office/drawing/2014/main" id="{303CC089-F9AB-63E3-9FFB-4C69E6A78FBC}"/>
                  </a:ext>
                </a:extLst>
              </p:cNvPr>
              <p:cNvSpPr/>
              <p:nvPr/>
            </p:nvSpPr>
            <p:spPr>
              <a:xfrm>
                <a:off x="114282" y="36"/>
                <a:ext cx="1676399" cy="1904963"/>
              </a:xfrm>
              <a:custGeom>
                <a:avLst/>
                <a:gdLst>
                  <a:gd name="connsiteX0" fmla="*/ 1676399 w 1676399"/>
                  <a:gd name="connsiteY0" fmla="*/ 803668 h 1904963"/>
                  <a:gd name="connsiteX1" fmla="*/ 846980 w 1676399"/>
                  <a:gd name="connsiteY1" fmla="*/ 41 h 1904963"/>
                  <a:gd name="connsiteX2" fmla="*/ 34 w 1676399"/>
                  <a:gd name="connsiteY2" fmla="*/ 796277 h 1904963"/>
                  <a:gd name="connsiteX3" fmla="*/ 541424 w 1676399"/>
                  <a:gd name="connsiteY3" fmla="*/ 1555403 h 1904963"/>
                  <a:gd name="connsiteX4" fmla="*/ 620975 w 1676399"/>
                  <a:gd name="connsiteY4" fmla="*/ 1666462 h 1904963"/>
                  <a:gd name="connsiteX5" fmla="*/ 620975 w 1676399"/>
                  <a:gd name="connsiteY5" fmla="*/ 1771007 h 1904963"/>
                  <a:gd name="connsiteX6" fmla="*/ 605431 w 1676399"/>
                  <a:gd name="connsiteY6" fmla="*/ 1785903 h 1904963"/>
                  <a:gd name="connsiteX7" fmla="*/ 465759 w 1676399"/>
                  <a:gd name="connsiteY7" fmla="*/ 1785903 h 1904963"/>
                  <a:gd name="connsiteX8" fmla="*/ 341556 w 1676399"/>
                  <a:gd name="connsiteY8" fmla="*/ 1904963 h 1904963"/>
                  <a:gd name="connsiteX9" fmla="*/ 1334954 w 1676399"/>
                  <a:gd name="connsiteY9" fmla="*/ 1904963 h 1904963"/>
                  <a:gd name="connsiteX10" fmla="*/ 1210789 w 1676399"/>
                  <a:gd name="connsiteY10" fmla="*/ 1785903 h 1904963"/>
                  <a:gd name="connsiteX11" fmla="*/ 1071079 w 1676399"/>
                  <a:gd name="connsiteY11" fmla="*/ 1785903 h 1904963"/>
                  <a:gd name="connsiteX12" fmla="*/ 1055573 w 1676399"/>
                  <a:gd name="connsiteY12" fmla="*/ 1771045 h 1904963"/>
                  <a:gd name="connsiteX13" fmla="*/ 1055573 w 1676399"/>
                  <a:gd name="connsiteY13" fmla="*/ 1666462 h 1904963"/>
                  <a:gd name="connsiteX14" fmla="*/ 1135695 w 1676399"/>
                  <a:gd name="connsiteY14" fmla="*/ 1555213 h 1904963"/>
                  <a:gd name="connsiteX15" fmla="*/ 1676399 w 1676399"/>
                  <a:gd name="connsiteY15" fmla="*/ 803706 h 1904963"/>
                  <a:gd name="connsiteX16" fmla="*/ 919444 w 1676399"/>
                  <a:gd name="connsiteY16" fmla="*/ 1790666 h 1904963"/>
                  <a:gd name="connsiteX17" fmla="*/ 756989 w 1676399"/>
                  <a:gd name="connsiteY17" fmla="*/ 1790666 h 1904963"/>
                  <a:gd name="connsiteX18" fmla="*/ 740759 w 1676399"/>
                  <a:gd name="connsiteY18" fmla="*/ 1775236 h 1904963"/>
                  <a:gd name="connsiteX19" fmla="*/ 740759 w 1676399"/>
                  <a:gd name="connsiteY19" fmla="*/ 1600170 h 1904963"/>
                  <a:gd name="connsiteX20" fmla="*/ 838217 w 1676399"/>
                  <a:gd name="connsiteY20" fmla="*/ 1605389 h 1904963"/>
                  <a:gd name="connsiteX21" fmla="*/ 935675 w 1676399"/>
                  <a:gd name="connsiteY21" fmla="*/ 1600170 h 1904963"/>
                  <a:gd name="connsiteX22" fmla="*/ 935675 w 1676399"/>
                  <a:gd name="connsiteY22" fmla="*/ 1775236 h 1904963"/>
                  <a:gd name="connsiteX23" fmla="*/ 919444 w 1676399"/>
                  <a:gd name="connsiteY23" fmla="*/ 1790666 h 1904963"/>
                  <a:gd name="connsiteX24" fmla="*/ 838217 w 1676399"/>
                  <a:gd name="connsiteY24" fmla="*/ 1485872 h 1904963"/>
                  <a:gd name="connsiteX25" fmla="*/ 557578 w 1676399"/>
                  <a:gd name="connsiteY25" fmla="*/ 1432000 h 1904963"/>
                  <a:gd name="connsiteX26" fmla="*/ 328259 w 1676399"/>
                  <a:gd name="connsiteY26" fmla="*/ 1284975 h 1904963"/>
                  <a:gd name="connsiteX27" fmla="*/ 173614 w 1676399"/>
                  <a:gd name="connsiteY27" fmla="*/ 1066933 h 1904963"/>
                  <a:gd name="connsiteX28" fmla="*/ 116999 w 1676399"/>
                  <a:gd name="connsiteY28" fmla="*/ 800087 h 1904963"/>
                  <a:gd name="connsiteX29" fmla="*/ 173614 w 1676399"/>
                  <a:gd name="connsiteY29" fmla="*/ 533240 h 1904963"/>
                  <a:gd name="connsiteX30" fmla="*/ 328297 w 1676399"/>
                  <a:gd name="connsiteY30" fmla="*/ 315198 h 1904963"/>
                  <a:gd name="connsiteX31" fmla="*/ 557578 w 1676399"/>
                  <a:gd name="connsiteY31" fmla="*/ 168135 h 1904963"/>
                  <a:gd name="connsiteX32" fmla="*/ 838217 w 1676399"/>
                  <a:gd name="connsiteY32" fmla="*/ 114301 h 1904963"/>
                  <a:gd name="connsiteX33" fmla="*/ 1118856 w 1676399"/>
                  <a:gd name="connsiteY33" fmla="*/ 168173 h 1904963"/>
                  <a:gd name="connsiteX34" fmla="*/ 1348175 w 1676399"/>
                  <a:gd name="connsiteY34" fmla="*/ 315198 h 1904963"/>
                  <a:gd name="connsiteX35" fmla="*/ 1502819 w 1676399"/>
                  <a:gd name="connsiteY35" fmla="*/ 533240 h 1904963"/>
                  <a:gd name="connsiteX36" fmla="*/ 1559435 w 1676399"/>
                  <a:gd name="connsiteY36" fmla="*/ 800087 h 1904963"/>
                  <a:gd name="connsiteX37" fmla="*/ 1502819 w 1676399"/>
                  <a:gd name="connsiteY37" fmla="*/ 1066933 h 1904963"/>
                  <a:gd name="connsiteX38" fmla="*/ 1348137 w 1676399"/>
                  <a:gd name="connsiteY38" fmla="*/ 1284975 h 1904963"/>
                  <a:gd name="connsiteX39" fmla="*/ 1118856 w 1676399"/>
                  <a:gd name="connsiteY39" fmla="*/ 1432038 h 1904963"/>
                  <a:gd name="connsiteX40" fmla="*/ 838217 w 1676399"/>
                  <a:gd name="connsiteY40" fmla="*/ 1485872 h 1904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76399" h="1904963">
                    <a:moveTo>
                      <a:pt x="1676399" y="803668"/>
                    </a:moveTo>
                    <a:cubicBezTo>
                      <a:pt x="1676399" y="362593"/>
                      <a:pt x="1305808" y="4499"/>
                      <a:pt x="846980" y="41"/>
                    </a:cubicBezTo>
                    <a:cubicBezTo>
                      <a:pt x="382474" y="-4416"/>
                      <a:pt x="4340" y="351088"/>
                      <a:pt x="34" y="796277"/>
                    </a:cubicBezTo>
                    <a:cubicBezTo>
                      <a:pt x="-3204" y="1142979"/>
                      <a:pt x="222648" y="1439772"/>
                      <a:pt x="541424" y="1555403"/>
                    </a:cubicBezTo>
                    <a:cubicBezTo>
                      <a:pt x="589543" y="1572929"/>
                      <a:pt x="620975" y="1617353"/>
                      <a:pt x="620975" y="1666462"/>
                    </a:cubicBezTo>
                    <a:lnTo>
                      <a:pt x="620975" y="1771007"/>
                    </a:lnTo>
                    <a:cubicBezTo>
                      <a:pt x="620788" y="1779409"/>
                      <a:pt x="613833" y="1786074"/>
                      <a:pt x="605431" y="1785903"/>
                    </a:cubicBezTo>
                    <a:lnTo>
                      <a:pt x="465759" y="1785903"/>
                    </a:lnTo>
                    <a:cubicBezTo>
                      <a:pt x="397257" y="1785903"/>
                      <a:pt x="341556" y="1839280"/>
                      <a:pt x="341556" y="1904963"/>
                    </a:cubicBezTo>
                    <a:lnTo>
                      <a:pt x="1334954" y="1904963"/>
                    </a:lnTo>
                    <a:cubicBezTo>
                      <a:pt x="1334954" y="1839280"/>
                      <a:pt x="1279291" y="1785903"/>
                      <a:pt x="1210789" y="1785903"/>
                    </a:cubicBezTo>
                    <a:lnTo>
                      <a:pt x="1071079" y="1785903"/>
                    </a:lnTo>
                    <a:cubicBezTo>
                      <a:pt x="1062706" y="1786053"/>
                      <a:pt x="1055781" y="1779417"/>
                      <a:pt x="1055573" y="1771045"/>
                    </a:cubicBezTo>
                    <a:lnTo>
                      <a:pt x="1055573" y="1666462"/>
                    </a:lnTo>
                    <a:cubicBezTo>
                      <a:pt x="1055573" y="1617010"/>
                      <a:pt x="1087576" y="1572738"/>
                      <a:pt x="1135695" y="1555213"/>
                    </a:cubicBezTo>
                    <a:cubicBezTo>
                      <a:pt x="1451728" y="1440115"/>
                      <a:pt x="1676399" y="1147132"/>
                      <a:pt x="1676399" y="803706"/>
                    </a:cubicBezTo>
                    <a:close/>
                    <a:moveTo>
                      <a:pt x="919444" y="1790666"/>
                    </a:moveTo>
                    <a:lnTo>
                      <a:pt x="756989" y="1790666"/>
                    </a:lnTo>
                    <a:cubicBezTo>
                      <a:pt x="748258" y="1790858"/>
                      <a:pt x="741008" y="1783966"/>
                      <a:pt x="740759" y="1775236"/>
                    </a:cubicBezTo>
                    <a:lnTo>
                      <a:pt x="740759" y="1600170"/>
                    </a:lnTo>
                    <a:cubicBezTo>
                      <a:pt x="772839" y="1603637"/>
                      <a:pt x="805337" y="1605389"/>
                      <a:pt x="838217" y="1605389"/>
                    </a:cubicBezTo>
                    <a:cubicBezTo>
                      <a:pt x="871096" y="1605389"/>
                      <a:pt x="903595" y="1603637"/>
                      <a:pt x="935675" y="1600170"/>
                    </a:cubicBezTo>
                    <a:lnTo>
                      <a:pt x="935675" y="1775236"/>
                    </a:lnTo>
                    <a:cubicBezTo>
                      <a:pt x="935425" y="1783966"/>
                      <a:pt x="928176" y="1790858"/>
                      <a:pt x="919444" y="1790666"/>
                    </a:cubicBezTo>
                    <a:close/>
                    <a:moveTo>
                      <a:pt x="838217" y="1485872"/>
                    </a:moveTo>
                    <a:cubicBezTo>
                      <a:pt x="740797" y="1485872"/>
                      <a:pt x="646349" y="1467813"/>
                      <a:pt x="557578" y="1432000"/>
                    </a:cubicBezTo>
                    <a:cubicBezTo>
                      <a:pt x="472499" y="1397992"/>
                      <a:pt x="394673" y="1348096"/>
                      <a:pt x="328259" y="1284975"/>
                    </a:cubicBezTo>
                    <a:cubicBezTo>
                      <a:pt x="262841" y="1223200"/>
                      <a:pt x="210285" y="1149098"/>
                      <a:pt x="173614" y="1066933"/>
                    </a:cubicBezTo>
                    <a:cubicBezTo>
                      <a:pt x="136120" y="982977"/>
                      <a:pt x="116825" y="892034"/>
                      <a:pt x="116999" y="800087"/>
                    </a:cubicBezTo>
                    <a:cubicBezTo>
                      <a:pt x="116999" y="707467"/>
                      <a:pt x="136010" y="617630"/>
                      <a:pt x="173614" y="533240"/>
                    </a:cubicBezTo>
                    <a:cubicBezTo>
                      <a:pt x="210296" y="451072"/>
                      <a:pt x="262865" y="376970"/>
                      <a:pt x="328297" y="315198"/>
                    </a:cubicBezTo>
                    <a:cubicBezTo>
                      <a:pt x="394697" y="252068"/>
                      <a:pt x="472509" y="202158"/>
                      <a:pt x="557578" y="168135"/>
                    </a:cubicBezTo>
                    <a:cubicBezTo>
                      <a:pt x="646349" y="132398"/>
                      <a:pt x="740835" y="114301"/>
                      <a:pt x="838217" y="114301"/>
                    </a:cubicBezTo>
                    <a:cubicBezTo>
                      <a:pt x="935636" y="114301"/>
                      <a:pt x="1030084" y="132360"/>
                      <a:pt x="1118856" y="168173"/>
                    </a:cubicBezTo>
                    <a:cubicBezTo>
                      <a:pt x="1203935" y="202181"/>
                      <a:pt x="1281761" y="252078"/>
                      <a:pt x="1348175" y="315198"/>
                    </a:cubicBezTo>
                    <a:cubicBezTo>
                      <a:pt x="1413593" y="376973"/>
                      <a:pt x="1466149" y="451075"/>
                      <a:pt x="1502819" y="533240"/>
                    </a:cubicBezTo>
                    <a:cubicBezTo>
                      <a:pt x="1540313" y="617196"/>
                      <a:pt x="1559608" y="708139"/>
                      <a:pt x="1559435" y="800087"/>
                    </a:cubicBezTo>
                    <a:cubicBezTo>
                      <a:pt x="1559435" y="892706"/>
                      <a:pt x="1540423" y="982544"/>
                      <a:pt x="1502819" y="1066933"/>
                    </a:cubicBezTo>
                    <a:cubicBezTo>
                      <a:pt x="1466138" y="1149101"/>
                      <a:pt x="1413568" y="1223203"/>
                      <a:pt x="1348137" y="1284975"/>
                    </a:cubicBezTo>
                    <a:cubicBezTo>
                      <a:pt x="1281737" y="1348105"/>
                      <a:pt x="1203924" y="1398015"/>
                      <a:pt x="1118856" y="1432038"/>
                    </a:cubicBezTo>
                    <a:cubicBezTo>
                      <a:pt x="1030084" y="1467775"/>
                      <a:pt x="935598" y="1485872"/>
                      <a:pt x="838217" y="1485872"/>
                    </a:cubicBezTo>
                    <a:close/>
                  </a:path>
                </a:pathLst>
              </a:custGeom>
              <a:solidFill>
                <a:schemeClr val="accent1"/>
              </a:solidFill>
              <a:ln w="10939" cap="flat">
                <a:noFill/>
                <a:prstDash val="solid"/>
                <a:miter/>
              </a:ln>
              <a:effectLst>
                <a:reflection blurRad="88900" stA="52000" endA="300" endPos="35000" dir="5400000" sy="-100000" algn="bl" rotWithShape="0"/>
              </a:effectLst>
              <a:scene3d>
                <a:camera prst="isometricLeftDown">
                  <a:rot lat="1367381" lon="1385591" rev="21450456"/>
                </a:camera>
                <a:lightRig rig="threePt" dir="t"/>
              </a:scene3d>
            </p:spPr>
            <p:txBody>
              <a:bodyPr rtlCol="0" anchor="ctr"/>
              <a:lstStyle/>
              <a:p>
                <a:endParaRPr lang="zh-CN" altLang="en-US"/>
              </a:p>
            </p:txBody>
          </p:sp>
        </p:grpSp>
      </p:grpSp>
      <p:sp>
        <p:nvSpPr>
          <p:cNvPr id="36" name="文本框 35">
            <a:extLst>
              <a:ext uri="{FF2B5EF4-FFF2-40B4-BE49-F238E27FC236}">
                <a16:creationId xmlns:a16="http://schemas.microsoft.com/office/drawing/2014/main" id="{05519D39-B792-1E89-D8D6-1B653AC00B07}"/>
              </a:ext>
            </a:extLst>
          </p:cNvPr>
          <p:cNvSpPr txBox="1"/>
          <p:nvPr/>
        </p:nvSpPr>
        <p:spPr>
          <a:xfrm>
            <a:off x="2972709" y="4292457"/>
            <a:ext cx="800219" cy="276999"/>
          </a:xfrm>
          <a:prstGeom prst="rect">
            <a:avLst/>
          </a:prstGeom>
          <a:noFill/>
        </p:spPr>
        <p:txBody>
          <a:bodyPr wrap="none" rtlCol="0">
            <a:spAutoFit/>
          </a:bodyPr>
          <a:lstStyle/>
          <a:p>
            <a:pPr algn="ctr"/>
            <a:r>
              <a:rPr lang="zh-CN" altLang="en-US" sz="1200" dirty="0">
                <a:solidFill>
                  <a:schemeClr val="bg1"/>
                </a:solidFill>
                <a:sym typeface="Byte Sans Medium" panose="00000600000000000000" pitchFamily="2" charset="0"/>
              </a:rPr>
              <a:t>账户管理</a:t>
            </a:r>
          </a:p>
        </p:txBody>
      </p:sp>
      <p:sp>
        <p:nvSpPr>
          <p:cNvPr id="55" name="文本框 54">
            <a:extLst>
              <a:ext uri="{FF2B5EF4-FFF2-40B4-BE49-F238E27FC236}">
                <a16:creationId xmlns:a16="http://schemas.microsoft.com/office/drawing/2014/main" id="{41EA9155-AF51-D2DF-9BE2-2E21C137F703}"/>
              </a:ext>
            </a:extLst>
          </p:cNvPr>
          <p:cNvSpPr txBox="1"/>
          <p:nvPr/>
        </p:nvSpPr>
        <p:spPr>
          <a:xfrm>
            <a:off x="3319642" y="3242927"/>
            <a:ext cx="800219" cy="276999"/>
          </a:xfrm>
          <a:prstGeom prst="rect">
            <a:avLst/>
          </a:prstGeom>
          <a:noFill/>
        </p:spPr>
        <p:txBody>
          <a:bodyPr wrap="none" rtlCol="0">
            <a:spAutoFit/>
          </a:bodyPr>
          <a:lstStyle/>
          <a:p>
            <a:pPr algn="ctr"/>
            <a:r>
              <a:rPr lang="zh-CN" altLang="en-US" sz="1200" dirty="0">
                <a:solidFill>
                  <a:schemeClr val="bg1"/>
                </a:solidFill>
                <a:sym typeface="Byte Sans Medium" panose="00000600000000000000" pitchFamily="2" charset="0"/>
              </a:rPr>
              <a:t>补丁管理</a:t>
            </a:r>
          </a:p>
        </p:txBody>
      </p:sp>
      <p:sp>
        <p:nvSpPr>
          <p:cNvPr id="61" name="文本框 60">
            <a:extLst>
              <a:ext uri="{FF2B5EF4-FFF2-40B4-BE49-F238E27FC236}">
                <a16:creationId xmlns:a16="http://schemas.microsoft.com/office/drawing/2014/main" id="{E22C2007-8CB4-493E-B0F7-7A0C522CAC68}"/>
              </a:ext>
            </a:extLst>
          </p:cNvPr>
          <p:cNvSpPr txBox="1"/>
          <p:nvPr/>
        </p:nvSpPr>
        <p:spPr>
          <a:xfrm>
            <a:off x="4147410" y="2307463"/>
            <a:ext cx="800219" cy="276999"/>
          </a:xfrm>
          <a:prstGeom prst="rect">
            <a:avLst/>
          </a:prstGeom>
          <a:noFill/>
        </p:spPr>
        <p:txBody>
          <a:bodyPr wrap="none" rtlCol="0">
            <a:spAutoFit/>
          </a:bodyPr>
          <a:lstStyle/>
          <a:p>
            <a:pPr algn="ctr"/>
            <a:r>
              <a:rPr lang="zh-CN" altLang="en-US" sz="1200" dirty="0">
                <a:solidFill>
                  <a:schemeClr val="bg1"/>
                </a:solidFill>
                <a:sym typeface="Byte Sans Medium" panose="00000600000000000000" pitchFamily="2" charset="0"/>
              </a:rPr>
              <a:t>基线管理</a:t>
            </a:r>
          </a:p>
        </p:txBody>
      </p:sp>
      <p:sp>
        <p:nvSpPr>
          <p:cNvPr id="20" name="弧形 19">
            <a:extLst>
              <a:ext uri="{FF2B5EF4-FFF2-40B4-BE49-F238E27FC236}">
                <a16:creationId xmlns:a16="http://schemas.microsoft.com/office/drawing/2014/main" id="{9DDE9D6A-CAFB-0FA8-B274-FDF985701463}"/>
              </a:ext>
            </a:extLst>
          </p:cNvPr>
          <p:cNvSpPr/>
          <p:nvPr/>
        </p:nvSpPr>
        <p:spPr>
          <a:xfrm>
            <a:off x="4087673" y="2339340"/>
            <a:ext cx="4017582" cy="4017582"/>
          </a:xfrm>
          <a:prstGeom prst="arc">
            <a:avLst>
              <a:gd name="adj1" fmla="val 9789591"/>
              <a:gd name="adj2" fmla="val 1018160"/>
            </a:avLst>
          </a:prstGeom>
          <a:gradFill flip="none" rotWithShape="1">
            <a:gsLst>
              <a:gs pos="67000">
                <a:schemeClr val="tx1">
                  <a:alpha val="0"/>
                </a:schemeClr>
              </a:gs>
              <a:gs pos="100000">
                <a:schemeClr val="tx1">
                  <a:alpha val="19000"/>
                </a:schemeClr>
              </a:gs>
            </a:gsLst>
            <a:path path="shape">
              <a:fillToRect l="50000" t="50000" r="50000" b="50000"/>
            </a:path>
            <a:tileRect/>
          </a:gradFill>
          <a:ln>
            <a:gradFill>
              <a:gsLst>
                <a:gs pos="0">
                  <a:schemeClr val="accent1"/>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100" dirty="0">
              <a:solidFill>
                <a:schemeClr val="accent3"/>
              </a:solidFill>
              <a:latin typeface="+mn-ea"/>
            </a:endParaRPr>
          </a:p>
        </p:txBody>
      </p:sp>
      <p:sp>
        <p:nvSpPr>
          <p:cNvPr id="75" name="弧形 74">
            <a:extLst>
              <a:ext uri="{FF2B5EF4-FFF2-40B4-BE49-F238E27FC236}">
                <a16:creationId xmlns:a16="http://schemas.microsoft.com/office/drawing/2014/main" id="{492AF903-82F6-9050-6060-3A04F63C40B5}"/>
              </a:ext>
            </a:extLst>
          </p:cNvPr>
          <p:cNvSpPr/>
          <p:nvPr/>
        </p:nvSpPr>
        <p:spPr>
          <a:xfrm>
            <a:off x="4440313" y="2678906"/>
            <a:ext cx="3312303" cy="3312303"/>
          </a:xfrm>
          <a:prstGeom prst="arc">
            <a:avLst>
              <a:gd name="adj1" fmla="val 10404276"/>
              <a:gd name="adj2" fmla="val 49595"/>
            </a:avLst>
          </a:prstGeom>
          <a:noFill/>
          <a:ln>
            <a:gradFill>
              <a:gsLst>
                <a:gs pos="0">
                  <a:schemeClr val="accent1"/>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100" dirty="0">
              <a:solidFill>
                <a:schemeClr val="accent3"/>
              </a:solidFill>
              <a:latin typeface="+mn-ea"/>
            </a:endParaRPr>
          </a:p>
        </p:txBody>
      </p:sp>
      <p:sp>
        <p:nvSpPr>
          <p:cNvPr id="24" name="文本框 23">
            <a:extLst>
              <a:ext uri="{FF2B5EF4-FFF2-40B4-BE49-F238E27FC236}">
                <a16:creationId xmlns:a16="http://schemas.microsoft.com/office/drawing/2014/main" id="{6A16FA07-E73A-E004-34B9-4964F2E34941}"/>
              </a:ext>
            </a:extLst>
          </p:cNvPr>
          <p:cNvSpPr txBox="1"/>
          <p:nvPr/>
        </p:nvSpPr>
        <p:spPr>
          <a:xfrm rot="17931346">
            <a:off x="4035244" y="3399872"/>
            <a:ext cx="1309460" cy="373157"/>
          </a:xfrm>
          <a:prstGeom prst="rect">
            <a:avLst/>
          </a:prstGeom>
          <a:noFill/>
        </p:spPr>
        <p:txBody>
          <a:bodyPr wrap="square">
            <a:prstTxWarp prst="textArchUp">
              <a:avLst/>
            </a:prstTxWarp>
            <a:spAutoFit/>
          </a:bodyPr>
          <a:lstStyle/>
          <a:p>
            <a:pPr algn="ctr"/>
            <a:r>
              <a:rPr lang="zh-CN" altLang="en-US" sz="1050" b="0" spc="300" dirty="0">
                <a:solidFill>
                  <a:schemeClr val="bg1"/>
                </a:solidFill>
                <a:sym typeface="Helvetica Neue" panose="02000503000000020004"/>
              </a:rPr>
              <a:t>远程连接的安全性</a:t>
            </a:r>
          </a:p>
        </p:txBody>
      </p:sp>
      <p:sp>
        <p:nvSpPr>
          <p:cNvPr id="73" name="文本框 72">
            <a:extLst>
              <a:ext uri="{FF2B5EF4-FFF2-40B4-BE49-F238E27FC236}">
                <a16:creationId xmlns:a16="http://schemas.microsoft.com/office/drawing/2014/main" id="{76771B66-8C49-2AFD-FA8B-1C6DED10A68D}"/>
              </a:ext>
            </a:extLst>
          </p:cNvPr>
          <p:cNvSpPr txBox="1"/>
          <p:nvPr/>
        </p:nvSpPr>
        <p:spPr>
          <a:xfrm>
            <a:off x="5347703" y="2547408"/>
            <a:ext cx="1496593" cy="418677"/>
          </a:xfrm>
          <a:prstGeom prst="rect">
            <a:avLst/>
          </a:prstGeom>
          <a:noFill/>
        </p:spPr>
        <p:txBody>
          <a:bodyPr wrap="square">
            <a:prstTxWarp prst="textArchUp">
              <a:avLst/>
            </a:prstTxWarp>
            <a:spAutoFit/>
          </a:bodyPr>
          <a:lstStyle/>
          <a:p>
            <a:pPr algn="ctr"/>
            <a:r>
              <a:rPr lang="zh-CN" altLang="en-US" sz="1050" b="0" spc="300" dirty="0">
                <a:solidFill>
                  <a:schemeClr val="bg1"/>
                </a:solidFill>
                <a:sym typeface="Helvetica Neue" panose="02000503000000020004"/>
              </a:rPr>
              <a:t>终端及网络安全性</a:t>
            </a:r>
          </a:p>
        </p:txBody>
      </p:sp>
      <p:sp>
        <p:nvSpPr>
          <p:cNvPr id="76" name="文本框 75">
            <a:extLst>
              <a:ext uri="{FF2B5EF4-FFF2-40B4-BE49-F238E27FC236}">
                <a16:creationId xmlns:a16="http://schemas.microsoft.com/office/drawing/2014/main" id="{E7743345-94B2-F00B-138C-DD0EF311A1BA}"/>
              </a:ext>
            </a:extLst>
          </p:cNvPr>
          <p:cNvSpPr txBox="1"/>
          <p:nvPr/>
        </p:nvSpPr>
        <p:spPr>
          <a:xfrm rot="3710557">
            <a:off x="6841556" y="3399872"/>
            <a:ext cx="1309460" cy="373157"/>
          </a:xfrm>
          <a:prstGeom prst="rect">
            <a:avLst/>
          </a:prstGeom>
          <a:noFill/>
        </p:spPr>
        <p:txBody>
          <a:bodyPr wrap="square">
            <a:prstTxWarp prst="textArchUp">
              <a:avLst/>
            </a:prstTxWarp>
            <a:spAutoFit/>
          </a:bodyPr>
          <a:lstStyle/>
          <a:p>
            <a:pPr algn="ctr"/>
            <a:r>
              <a:rPr lang="zh-CN" altLang="en-US" sz="1050" spc="300" dirty="0">
                <a:solidFill>
                  <a:schemeClr val="bg1"/>
                </a:solidFill>
                <a:sym typeface="Helvetica Neue" panose="02000503000000020004"/>
              </a:rPr>
              <a:t>工区</a:t>
            </a:r>
            <a:r>
              <a:rPr lang="zh-CN" altLang="en-US" sz="1050" b="0" spc="300" dirty="0">
                <a:solidFill>
                  <a:schemeClr val="bg1"/>
                </a:solidFill>
                <a:sym typeface="Helvetica Neue" panose="02000503000000020004"/>
              </a:rPr>
              <a:t>组网安全性</a:t>
            </a:r>
          </a:p>
        </p:txBody>
      </p:sp>
      <p:sp>
        <p:nvSpPr>
          <p:cNvPr id="84" name="任意形状 106">
            <a:extLst>
              <a:ext uri="{FF2B5EF4-FFF2-40B4-BE49-F238E27FC236}">
                <a16:creationId xmlns:a16="http://schemas.microsoft.com/office/drawing/2014/main" id="{7EA2EE08-43F8-90DF-7547-3B163F4642E9}"/>
              </a:ext>
            </a:extLst>
          </p:cNvPr>
          <p:cNvSpPr/>
          <p:nvPr/>
        </p:nvSpPr>
        <p:spPr>
          <a:xfrm>
            <a:off x="4480329" y="5203329"/>
            <a:ext cx="752882" cy="295077"/>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noFill/>
          <a:ln w="12700" cap="flat">
            <a:gradFill>
              <a:gsLst>
                <a:gs pos="0">
                  <a:schemeClr val="tx1">
                    <a:alpha val="0"/>
                  </a:schemeClr>
                </a:gs>
                <a:gs pos="100000">
                  <a:schemeClr val="tx1"/>
                </a:gs>
              </a:gsLst>
              <a:lin ang="5400000" scaled="1"/>
            </a:gradFill>
            <a:prstDash val="dash"/>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nvGrpSpPr>
          <p:cNvPr id="123" name="组合 122">
            <a:extLst>
              <a:ext uri="{FF2B5EF4-FFF2-40B4-BE49-F238E27FC236}">
                <a16:creationId xmlns:a16="http://schemas.microsoft.com/office/drawing/2014/main" id="{5CD1B87A-A309-FA7B-78CC-E9D8FB836C5F}"/>
              </a:ext>
            </a:extLst>
          </p:cNvPr>
          <p:cNvGrpSpPr/>
          <p:nvPr/>
        </p:nvGrpSpPr>
        <p:grpSpPr>
          <a:xfrm>
            <a:off x="4399506" y="4787901"/>
            <a:ext cx="905765" cy="617539"/>
            <a:chOff x="546912" y="5021336"/>
            <a:chExt cx="4190004" cy="4290816"/>
          </a:xfrm>
        </p:grpSpPr>
        <p:sp>
          <p:nvSpPr>
            <p:cNvPr id="114" name="菱形 113">
              <a:extLst>
                <a:ext uri="{FF2B5EF4-FFF2-40B4-BE49-F238E27FC236}">
                  <a16:creationId xmlns:a16="http://schemas.microsoft.com/office/drawing/2014/main" id="{918F5D64-5A4C-2E59-A932-4E13421B83D6}"/>
                </a:ext>
              </a:extLst>
            </p:cNvPr>
            <p:cNvSpPr/>
            <p:nvPr/>
          </p:nvSpPr>
          <p:spPr>
            <a:xfrm>
              <a:off x="546912" y="6912481"/>
              <a:ext cx="4190004" cy="2399671"/>
            </a:xfrm>
            <a:prstGeom prst="diamond">
              <a:avLst/>
            </a:prstGeom>
            <a:solidFill>
              <a:schemeClr val="tx1">
                <a:alpha val="12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pic>
          <p:nvPicPr>
            <p:cNvPr id="115" name="图形 114">
              <a:extLst>
                <a:ext uri="{FF2B5EF4-FFF2-40B4-BE49-F238E27FC236}">
                  <a16:creationId xmlns:a16="http://schemas.microsoft.com/office/drawing/2014/main" id="{88799CF3-E438-7DE7-20D6-F07DD2CCE5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1789" y="6532447"/>
              <a:ext cx="4100250" cy="2346253"/>
            </a:xfrm>
            <a:prstGeom prst="rect">
              <a:avLst/>
            </a:prstGeom>
          </p:spPr>
        </p:pic>
        <p:grpSp>
          <p:nvGrpSpPr>
            <p:cNvPr id="116" name="组合 115">
              <a:extLst>
                <a:ext uri="{FF2B5EF4-FFF2-40B4-BE49-F238E27FC236}">
                  <a16:creationId xmlns:a16="http://schemas.microsoft.com/office/drawing/2014/main" id="{5DC78AB5-3568-F568-81A9-E7336960C220}"/>
                </a:ext>
              </a:extLst>
            </p:cNvPr>
            <p:cNvGrpSpPr/>
            <p:nvPr/>
          </p:nvGrpSpPr>
          <p:grpSpPr>
            <a:xfrm>
              <a:off x="1501048" y="7176844"/>
              <a:ext cx="2281732" cy="1467890"/>
              <a:chOff x="7334423" y="1713879"/>
              <a:chExt cx="2924175" cy="1881188"/>
            </a:xfrm>
          </p:grpSpPr>
          <p:sp>
            <p:nvSpPr>
              <p:cNvPr id="119" name="任意多边形: 形状 118">
                <a:extLst>
                  <a:ext uri="{FF2B5EF4-FFF2-40B4-BE49-F238E27FC236}">
                    <a16:creationId xmlns:a16="http://schemas.microsoft.com/office/drawing/2014/main" id="{38785CF9-B9AF-9C97-6C27-B079E6E76DED}"/>
                  </a:ext>
                </a:extLst>
              </p:cNvPr>
              <p:cNvSpPr/>
              <p:nvPr/>
            </p:nvSpPr>
            <p:spPr>
              <a:xfrm>
                <a:off x="7334423" y="1918667"/>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20" name="任意多边形: 形状 119">
                <a:extLst>
                  <a:ext uri="{FF2B5EF4-FFF2-40B4-BE49-F238E27FC236}">
                    <a16:creationId xmlns:a16="http://schemas.microsoft.com/office/drawing/2014/main" id="{5B51D462-4A4D-D280-E337-895770FE978A}"/>
                  </a:ext>
                </a:extLst>
              </p:cNvPr>
              <p:cNvSpPr/>
              <p:nvPr/>
            </p:nvSpPr>
            <p:spPr>
              <a:xfrm>
                <a:off x="7334423" y="185484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21" name="任意多边形: 形状 120">
                <a:extLst>
                  <a:ext uri="{FF2B5EF4-FFF2-40B4-BE49-F238E27FC236}">
                    <a16:creationId xmlns:a16="http://schemas.microsoft.com/office/drawing/2014/main" id="{8A864C9A-0B58-0690-E5AA-D704F37D3AFF}"/>
                  </a:ext>
                </a:extLst>
              </p:cNvPr>
              <p:cNvSpPr/>
              <p:nvPr/>
            </p:nvSpPr>
            <p:spPr>
              <a:xfrm>
                <a:off x="7334423" y="1783412"/>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963 h 1676400"/>
                  <a:gd name="connsiteX3" fmla="*/ 1466850 w 2924175"/>
                  <a:gd name="connsiteY3" fmla="*/ 1679258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963"/>
                    </a:lnTo>
                    <a:lnTo>
                      <a:pt x="1466850" y="1679258"/>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22" name="任意多边形: 形状 121">
                <a:extLst>
                  <a:ext uri="{FF2B5EF4-FFF2-40B4-BE49-F238E27FC236}">
                    <a16:creationId xmlns:a16="http://schemas.microsoft.com/office/drawing/2014/main" id="{D1A06518-03B0-1484-F95B-C80BC61BF6A2}"/>
                  </a:ext>
                </a:extLst>
              </p:cNvPr>
              <p:cNvSpPr/>
              <p:nvPr/>
            </p:nvSpPr>
            <p:spPr>
              <a:xfrm>
                <a:off x="7334423" y="171387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grpSp>
        <p:sp>
          <p:nvSpPr>
            <p:cNvPr id="117" name="菱形 116">
              <a:extLst>
                <a:ext uri="{FF2B5EF4-FFF2-40B4-BE49-F238E27FC236}">
                  <a16:creationId xmlns:a16="http://schemas.microsoft.com/office/drawing/2014/main" id="{05ACE36C-E398-A43C-5193-76210E4C660D}"/>
                </a:ext>
              </a:extLst>
            </p:cNvPr>
            <p:cNvSpPr/>
            <p:nvPr/>
          </p:nvSpPr>
          <p:spPr>
            <a:xfrm>
              <a:off x="1526004" y="7195799"/>
              <a:ext cx="2231820" cy="1279096"/>
            </a:xfrm>
            <a:prstGeom prst="diamond">
              <a:avLst/>
            </a:prstGeom>
            <a:solidFill>
              <a:schemeClr val="tx1">
                <a:alpha val="33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sp>
          <p:nvSpPr>
            <p:cNvPr id="118" name="六边形 117">
              <a:extLst>
                <a:ext uri="{FF2B5EF4-FFF2-40B4-BE49-F238E27FC236}">
                  <a16:creationId xmlns:a16="http://schemas.microsoft.com/office/drawing/2014/main" id="{3F024826-60F9-AA13-D320-A75A96AE7577}"/>
                </a:ext>
              </a:extLst>
            </p:cNvPr>
            <p:cNvSpPr/>
            <p:nvPr/>
          </p:nvSpPr>
          <p:spPr>
            <a:xfrm rot="5400000">
              <a:off x="814175" y="5535652"/>
              <a:ext cx="3655483" cy="2626857"/>
            </a:xfrm>
            <a:prstGeom prst="hexagon">
              <a:avLst>
                <a:gd name="adj" fmla="val 22320"/>
                <a:gd name="vf" fmla="val 115470"/>
              </a:avLst>
            </a:prstGeom>
            <a:gradFill flip="none" rotWithShape="1">
              <a:gsLst>
                <a:gs pos="18000">
                  <a:schemeClr val="tx1">
                    <a:alpha val="0"/>
                  </a:schemeClr>
                </a:gs>
                <a:gs pos="100000">
                  <a:schemeClr val="tx1">
                    <a:alpha val="63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grpSp>
      <p:sp>
        <p:nvSpPr>
          <p:cNvPr id="78" name="文本框 77">
            <a:extLst>
              <a:ext uri="{FF2B5EF4-FFF2-40B4-BE49-F238E27FC236}">
                <a16:creationId xmlns:a16="http://schemas.microsoft.com/office/drawing/2014/main" id="{671DFA5A-968D-2827-C4FF-4BC9819588A3}"/>
              </a:ext>
            </a:extLst>
          </p:cNvPr>
          <p:cNvSpPr txBox="1"/>
          <p:nvPr/>
        </p:nvSpPr>
        <p:spPr>
          <a:xfrm>
            <a:off x="4477926" y="4876533"/>
            <a:ext cx="748923" cy="261610"/>
          </a:xfrm>
          <a:prstGeom prst="rect">
            <a:avLst/>
          </a:prstGeom>
          <a:noFill/>
        </p:spPr>
        <p:txBody>
          <a:bodyPr wrap="none" rtlCol="0">
            <a:spAutoFit/>
          </a:bodyPr>
          <a:lstStyle/>
          <a:p>
            <a:pPr algn="ctr"/>
            <a:r>
              <a:rPr lang="zh-CN" altLang="en-US" sz="1100" b="1" dirty="0">
                <a:solidFill>
                  <a:schemeClr val="bg1"/>
                </a:solidFill>
                <a:sym typeface="Byte Sans Medium" panose="00000600000000000000" pitchFamily="2" charset="0"/>
              </a:rPr>
              <a:t>云端更新</a:t>
            </a:r>
          </a:p>
        </p:txBody>
      </p:sp>
      <p:grpSp>
        <p:nvGrpSpPr>
          <p:cNvPr id="2" name="组合 1">
            <a:extLst>
              <a:ext uri="{FF2B5EF4-FFF2-40B4-BE49-F238E27FC236}">
                <a16:creationId xmlns:a16="http://schemas.microsoft.com/office/drawing/2014/main" id="{5590F96E-E253-1E8C-16F4-90DBC542A846}"/>
              </a:ext>
            </a:extLst>
          </p:cNvPr>
          <p:cNvGrpSpPr/>
          <p:nvPr/>
        </p:nvGrpSpPr>
        <p:grpSpPr>
          <a:xfrm>
            <a:off x="5643118" y="5377395"/>
            <a:ext cx="905765" cy="710505"/>
            <a:chOff x="5643118" y="5377395"/>
            <a:chExt cx="905765" cy="710505"/>
          </a:xfrm>
        </p:grpSpPr>
        <p:sp>
          <p:nvSpPr>
            <p:cNvPr id="134" name="任意形状 106">
              <a:extLst>
                <a:ext uri="{FF2B5EF4-FFF2-40B4-BE49-F238E27FC236}">
                  <a16:creationId xmlns:a16="http://schemas.microsoft.com/office/drawing/2014/main" id="{327E4780-1BAB-236C-E868-D88DAE31F18C}"/>
                </a:ext>
              </a:extLst>
            </p:cNvPr>
            <p:cNvSpPr/>
            <p:nvPr/>
          </p:nvSpPr>
          <p:spPr>
            <a:xfrm>
              <a:off x="5719559" y="5792823"/>
              <a:ext cx="752882" cy="295077"/>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noFill/>
            <a:ln w="12700" cap="flat">
              <a:gradFill>
                <a:gsLst>
                  <a:gs pos="0">
                    <a:schemeClr val="tx1">
                      <a:alpha val="0"/>
                    </a:schemeClr>
                  </a:gs>
                  <a:gs pos="100000">
                    <a:schemeClr val="tx1"/>
                  </a:gs>
                </a:gsLst>
                <a:lin ang="5400000" scaled="1"/>
              </a:gradFill>
              <a:prstDash val="dash"/>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nvGrpSpPr>
            <p:cNvPr id="135" name="组合 134">
              <a:extLst>
                <a:ext uri="{FF2B5EF4-FFF2-40B4-BE49-F238E27FC236}">
                  <a16:creationId xmlns:a16="http://schemas.microsoft.com/office/drawing/2014/main" id="{29F26535-0268-5CA1-D643-78D46B205321}"/>
                </a:ext>
              </a:extLst>
            </p:cNvPr>
            <p:cNvGrpSpPr/>
            <p:nvPr/>
          </p:nvGrpSpPr>
          <p:grpSpPr>
            <a:xfrm>
              <a:off x="5643118" y="5377395"/>
              <a:ext cx="905765" cy="617539"/>
              <a:chOff x="546912" y="5021336"/>
              <a:chExt cx="4190004" cy="4290816"/>
            </a:xfrm>
          </p:grpSpPr>
          <p:sp>
            <p:nvSpPr>
              <p:cNvPr id="136" name="菱形 135">
                <a:extLst>
                  <a:ext uri="{FF2B5EF4-FFF2-40B4-BE49-F238E27FC236}">
                    <a16:creationId xmlns:a16="http://schemas.microsoft.com/office/drawing/2014/main" id="{EEFBD2B4-0307-56DA-E910-91AC30265F69}"/>
                  </a:ext>
                </a:extLst>
              </p:cNvPr>
              <p:cNvSpPr/>
              <p:nvPr/>
            </p:nvSpPr>
            <p:spPr>
              <a:xfrm>
                <a:off x="546912" y="6912481"/>
                <a:ext cx="4190004" cy="2399671"/>
              </a:xfrm>
              <a:prstGeom prst="diamond">
                <a:avLst/>
              </a:prstGeom>
              <a:solidFill>
                <a:schemeClr val="tx1">
                  <a:alpha val="12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pic>
            <p:nvPicPr>
              <p:cNvPr id="137" name="图形 136">
                <a:extLst>
                  <a:ext uri="{FF2B5EF4-FFF2-40B4-BE49-F238E27FC236}">
                    <a16:creationId xmlns:a16="http://schemas.microsoft.com/office/drawing/2014/main" id="{DFC8ECB9-71F3-FBF1-2C12-E84449F61B2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1789" y="6532447"/>
                <a:ext cx="4100250" cy="2346253"/>
              </a:xfrm>
              <a:prstGeom prst="rect">
                <a:avLst/>
              </a:prstGeom>
            </p:spPr>
          </p:pic>
          <p:grpSp>
            <p:nvGrpSpPr>
              <p:cNvPr id="138" name="组合 137">
                <a:extLst>
                  <a:ext uri="{FF2B5EF4-FFF2-40B4-BE49-F238E27FC236}">
                    <a16:creationId xmlns:a16="http://schemas.microsoft.com/office/drawing/2014/main" id="{4CFA7626-7095-AFFB-94C5-82FABF047407}"/>
                  </a:ext>
                </a:extLst>
              </p:cNvPr>
              <p:cNvGrpSpPr/>
              <p:nvPr/>
            </p:nvGrpSpPr>
            <p:grpSpPr>
              <a:xfrm>
                <a:off x="1501048" y="7176844"/>
                <a:ext cx="2281732" cy="1467890"/>
                <a:chOff x="7334423" y="1713879"/>
                <a:chExt cx="2924175" cy="1881188"/>
              </a:xfrm>
            </p:grpSpPr>
            <p:sp>
              <p:nvSpPr>
                <p:cNvPr id="141" name="任意多边形: 形状 140">
                  <a:extLst>
                    <a:ext uri="{FF2B5EF4-FFF2-40B4-BE49-F238E27FC236}">
                      <a16:creationId xmlns:a16="http://schemas.microsoft.com/office/drawing/2014/main" id="{0142A77A-5F96-4B4F-C929-7B5D2D8BAC2F}"/>
                    </a:ext>
                  </a:extLst>
                </p:cNvPr>
                <p:cNvSpPr/>
                <p:nvPr/>
              </p:nvSpPr>
              <p:spPr>
                <a:xfrm>
                  <a:off x="7334423" y="1918667"/>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42" name="任意多边形: 形状 141">
                  <a:extLst>
                    <a:ext uri="{FF2B5EF4-FFF2-40B4-BE49-F238E27FC236}">
                      <a16:creationId xmlns:a16="http://schemas.microsoft.com/office/drawing/2014/main" id="{E1942B1C-86C8-9F2B-1D46-8FAEABECDA35}"/>
                    </a:ext>
                  </a:extLst>
                </p:cNvPr>
                <p:cNvSpPr/>
                <p:nvPr/>
              </p:nvSpPr>
              <p:spPr>
                <a:xfrm>
                  <a:off x="7334423" y="185484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43" name="任意多边形: 形状 142">
                  <a:extLst>
                    <a:ext uri="{FF2B5EF4-FFF2-40B4-BE49-F238E27FC236}">
                      <a16:creationId xmlns:a16="http://schemas.microsoft.com/office/drawing/2014/main" id="{4C258905-A05F-D4D5-4987-0D7509FDBAF5}"/>
                    </a:ext>
                  </a:extLst>
                </p:cNvPr>
                <p:cNvSpPr/>
                <p:nvPr/>
              </p:nvSpPr>
              <p:spPr>
                <a:xfrm>
                  <a:off x="7334423" y="1783412"/>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963 h 1676400"/>
                    <a:gd name="connsiteX3" fmla="*/ 1466850 w 2924175"/>
                    <a:gd name="connsiteY3" fmla="*/ 1679258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963"/>
                      </a:lnTo>
                      <a:lnTo>
                        <a:pt x="1466850" y="1679258"/>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44" name="任意多边形: 形状 143">
                  <a:extLst>
                    <a:ext uri="{FF2B5EF4-FFF2-40B4-BE49-F238E27FC236}">
                      <a16:creationId xmlns:a16="http://schemas.microsoft.com/office/drawing/2014/main" id="{4F095AED-F148-110D-F3E1-A36BA53C0F0F}"/>
                    </a:ext>
                  </a:extLst>
                </p:cNvPr>
                <p:cNvSpPr/>
                <p:nvPr/>
              </p:nvSpPr>
              <p:spPr>
                <a:xfrm>
                  <a:off x="7334423" y="171387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grpSp>
          <p:sp>
            <p:nvSpPr>
              <p:cNvPr id="139" name="菱形 138">
                <a:extLst>
                  <a:ext uri="{FF2B5EF4-FFF2-40B4-BE49-F238E27FC236}">
                    <a16:creationId xmlns:a16="http://schemas.microsoft.com/office/drawing/2014/main" id="{6914FC58-A983-E8D9-37D3-5B38306C11DA}"/>
                  </a:ext>
                </a:extLst>
              </p:cNvPr>
              <p:cNvSpPr/>
              <p:nvPr/>
            </p:nvSpPr>
            <p:spPr>
              <a:xfrm>
                <a:off x="1526004" y="7195799"/>
                <a:ext cx="2231820" cy="1279096"/>
              </a:xfrm>
              <a:prstGeom prst="diamond">
                <a:avLst/>
              </a:prstGeom>
              <a:solidFill>
                <a:schemeClr val="tx1">
                  <a:alpha val="33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sp>
            <p:nvSpPr>
              <p:cNvPr id="140" name="六边形 139">
                <a:extLst>
                  <a:ext uri="{FF2B5EF4-FFF2-40B4-BE49-F238E27FC236}">
                    <a16:creationId xmlns:a16="http://schemas.microsoft.com/office/drawing/2014/main" id="{C6EEF417-41EC-1E68-160B-86FE33E52467}"/>
                  </a:ext>
                </a:extLst>
              </p:cNvPr>
              <p:cNvSpPr/>
              <p:nvPr/>
            </p:nvSpPr>
            <p:spPr>
              <a:xfrm rot="5400000">
                <a:off x="814175" y="5535652"/>
                <a:ext cx="3655483" cy="2626857"/>
              </a:xfrm>
              <a:prstGeom prst="hexagon">
                <a:avLst>
                  <a:gd name="adj" fmla="val 22320"/>
                  <a:gd name="vf" fmla="val 115470"/>
                </a:avLst>
              </a:prstGeom>
              <a:gradFill flip="none" rotWithShape="1">
                <a:gsLst>
                  <a:gs pos="18000">
                    <a:schemeClr val="tx1">
                      <a:alpha val="0"/>
                    </a:schemeClr>
                  </a:gs>
                  <a:gs pos="100000">
                    <a:schemeClr val="tx1">
                      <a:alpha val="63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grpSp>
      </p:grpSp>
      <p:sp>
        <p:nvSpPr>
          <p:cNvPr id="145" name="文本框 144">
            <a:extLst>
              <a:ext uri="{FF2B5EF4-FFF2-40B4-BE49-F238E27FC236}">
                <a16:creationId xmlns:a16="http://schemas.microsoft.com/office/drawing/2014/main" id="{E5CB334C-E739-CE2F-4F81-0091C538FFBE}"/>
              </a:ext>
            </a:extLst>
          </p:cNvPr>
          <p:cNvSpPr txBox="1"/>
          <p:nvPr/>
        </p:nvSpPr>
        <p:spPr>
          <a:xfrm>
            <a:off x="5717156" y="5466027"/>
            <a:ext cx="748923" cy="261610"/>
          </a:xfrm>
          <a:prstGeom prst="rect">
            <a:avLst/>
          </a:prstGeom>
          <a:noFill/>
        </p:spPr>
        <p:txBody>
          <a:bodyPr wrap="none" rtlCol="0">
            <a:spAutoFit/>
          </a:bodyPr>
          <a:lstStyle/>
          <a:p>
            <a:pPr algn="ctr"/>
            <a:r>
              <a:rPr lang="zh-CN" altLang="en-US" sz="1100" b="1" dirty="0">
                <a:solidFill>
                  <a:schemeClr val="bg1"/>
                </a:solidFill>
                <a:sym typeface="Byte Sans Medium" panose="00000600000000000000" pitchFamily="2" charset="0"/>
              </a:rPr>
              <a:t>网络安全</a:t>
            </a:r>
          </a:p>
        </p:txBody>
      </p:sp>
      <p:grpSp>
        <p:nvGrpSpPr>
          <p:cNvPr id="225" name="组合 224">
            <a:extLst>
              <a:ext uri="{FF2B5EF4-FFF2-40B4-BE49-F238E27FC236}">
                <a16:creationId xmlns:a16="http://schemas.microsoft.com/office/drawing/2014/main" id="{56A8F937-249B-3526-CC8D-D7C12BF8219D}"/>
              </a:ext>
            </a:extLst>
          </p:cNvPr>
          <p:cNvGrpSpPr/>
          <p:nvPr/>
        </p:nvGrpSpPr>
        <p:grpSpPr>
          <a:xfrm>
            <a:off x="7010776" y="4787901"/>
            <a:ext cx="905765" cy="710505"/>
            <a:chOff x="7010776" y="4673601"/>
            <a:chExt cx="905765" cy="710505"/>
          </a:xfrm>
        </p:grpSpPr>
        <p:sp>
          <p:nvSpPr>
            <p:cNvPr id="146" name="任意形状 106">
              <a:extLst>
                <a:ext uri="{FF2B5EF4-FFF2-40B4-BE49-F238E27FC236}">
                  <a16:creationId xmlns:a16="http://schemas.microsoft.com/office/drawing/2014/main" id="{1A559084-4260-F44E-9A69-0953F0FE09E6}"/>
                </a:ext>
              </a:extLst>
            </p:cNvPr>
            <p:cNvSpPr/>
            <p:nvPr/>
          </p:nvSpPr>
          <p:spPr>
            <a:xfrm>
              <a:off x="7091599" y="5089029"/>
              <a:ext cx="752882" cy="295077"/>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noFill/>
            <a:ln w="12700" cap="flat">
              <a:gradFill>
                <a:gsLst>
                  <a:gs pos="0">
                    <a:schemeClr val="tx1">
                      <a:alpha val="0"/>
                    </a:schemeClr>
                  </a:gs>
                  <a:gs pos="100000">
                    <a:schemeClr val="tx1"/>
                  </a:gs>
                </a:gsLst>
                <a:lin ang="5400000" scaled="1"/>
              </a:gradFill>
              <a:prstDash val="dash"/>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48" name="菱形 147">
              <a:extLst>
                <a:ext uri="{FF2B5EF4-FFF2-40B4-BE49-F238E27FC236}">
                  <a16:creationId xmlns:a16="http://schemas.microsoft.com/office/drawing/2014/main" id="{39ACB699-4A9C-9652-7342-F56BF8BCCA5A}"/>
                </a:ext>
              </a:extLst>
            </p:cNvPr>
            <p:cNvSpPr/>
            <p:nvPr/>
          </p:nvSpPr>
          <p:spPr>
            <a:xfrm>
              <a:off x="7010776" y="4945777"/>
              <a:ext cx="905765" cy="345363"/>
            </a:xfrm>
            <a:prstGeom prst="diamond">
              <a:avLst/>
            </a:prstGeom>
            <a:solidFill>
              <a:schemeClr val="tx1">
                <a:alpha val="12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pic>
          <p:nvPicPr>
            <p:cNvPr id="149" name="图形 148">
              <a:extLst>
                <a:ext uri="{FF2B5EF4-FFF2-40B4-BE49-F238E27FC236}">
                  <a16:creationId xmlns:a16="http://schemas.microsoft.com/office/drawing/2014/main" id="{62A1E30A-850D-090D-58E8-A38F2BA8CA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20477" y="4891082"/>
              <a:ext cx="886363" cy="337675"/>
            </a:xfrm>
            <a:prstGeom prst="rect">
              <a:avLst/>
            </a:prstGeom>
          </p:spPr>
        </p:pic>
        <p:grpSp>
          <p:nvGrpSpPr>
            <p:cNvPr id="150" name="组合 149">
              <a:extLst>
                <a:ext uri="{FF2B5EF4-FFF2-40B4-BE49-F238E27FC236}">
                  <a16:creationId xmlns:a16="http://schemas.microsoft.com/office/drawing/2014/main" id="{62A07903-BBAB-877D-7E62-5456222548B1}"/>
                </a:ext>
              </a:extLst>
            </p:cNvPr>
            <p:cNvGrpSpPr/>
            <p:nvPr/>
          </p:nvGrpSpPr>
          <p:grpSpPr>
            <a:xfrm>
              <a:off x="7217034" y="4983824"/>
              <a:ext cx="493248" cy="211260"/>
              <a:chOff x="7334423" y="1713879"/>
              <a:chExt cx="2924175" cy="1881188"/>
            </a:xfrm>
          </p:grpSpPr>
          <p:sp>
            <p:nvSpPr>
              <p:cNvPr id="153" name="任意多边形: 形状 152">
                <a:extLst>
                  <a:ext uri="{FF2B5EF4-FFF2-40B4-BE49-F238E27FC236}">
                    <a16:creationId xmlns:a16="http://schemas.microsoft.com/office/drawing/2014/main" id="{C4E5A634-1419-8BF8-1307-7B8CC805CB08}"/>
                  </a:ext>
                </a:extLst>
              </p:cNvPr>
              <p:cNvSpPr/>
              <p:nvPr/>
            </p:nvSpPr>
            <p:spPr>
              <a:xfrm>
                <a:off x="7334423" y="1918667"/>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54" name="任意多边形: 形状 153">
                <a:extLst>
                  <a:ext uri="{FF2B5EF4-FFF2-40B4-BE49-F238E27FC236}">
                    <a16:creationId xmlns:a16="http://schemas.microsoft.com/office/drawing/2014/main" id="{448E7577-A1CF-EF30-6E17-C9FF4B62997F}"/>
                  </a:ext>
                </a:extLst>
              </p:cNvPr>
              <p:cNvSpPr/>
              <p:nvPr/>
            </p:nvSpPr>
            <p:spPr>
              <a:xfrm>
                <a:off x="7334423" y="185484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55" name="任意多边形: 形状 154">
                <a:extLst>
                  <a:ext uri="{FF2B5EF4-FFF2-40B4-BE49-F238E27FC236}">
                    <a16:creationId xmlns:a16="http://schemas.microsoft.com/office/drawing/2014/main" id="{66E6C1BE-17C1-1271-EF16-C62E33CECEA6}"/>
                  </a:ext>
                </a:extLst>
              </p:cNvPr>
              <p:cNvSpPr/>
              <p:nvPr/>
            </p:nvSpPr>
            <p:spPr>
              <a:xfrm>
                <a:off x="7334423" y="1783412"/>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963 h 1676400"/>
                  <a:gd name="connsiteX3" fmla="*/ 1466850 w 2924175"/>
                  <a:gd name="connsiteY3" fmla="*/ 1679258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963"/>
                    </a:lnTo>
                    <a:lnTo>
                      <a:pt x="1466850" y="1679258"/>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56" name="任意多边形: 形状 155">
                <a:extLst>
                  <a:ext uri="{FF2B5EF4-FFF2-40B4-BE49-F238E27FC236}">
                    <a16:creationId xmlns:a16="http://schemas.microsoft.com/office/drawing/2014/main" id="{D8FE7ABD-7F44-52A6-DF35-5EF357C8C538}"/>
                  </a:ext>
                </a:extLst>
              </p:cNvPr>
              <p:cNvSpPr/>
              <p:nvPr/>
            </p:nvSpPr>
            <p:spPr>
              <a:xfrm>
                <a:off x="7334423" y="171387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grpSp>
        <p:sp>
          <p:nvSpPr>
            <p:cNvPr id="151" name="菱形 150">
              <a:extLst>
                <a:ext uri="{FF2B5EF4-FFF2-40B4-BE49-F238E27FC236}">
                  <a16:creationId xmlns:a16="http://schemas.microsoft.com/office/drawing/2014/main" id="{17F12EED-7128-D86C-6842-364924DA4A03}"/>
                </a:ext>
              </a:extLst>
            </p:cNvPr>
            <p:cNvSpPr/>
            <p:nvPr/>
          </p:nvSpPr>
          <p:spPr>
            <a:xfrm>
              <a:off x="7222429" y="4986552"/>
              <a:ext cx="482459" cy="184089"/>
            </a:xfrm>
            <a:prstGeom prst="diamond">
              <a:avLst/>
            </a:prstGeom>
            <a:solidFill>
              <a:schemeClr val="tx1">
                <a:alpha val="33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sp>
          <p:nvSpPr>
            <p:cNvPr id="152" name="六边形 151">
              <a:extLst>
                <a:ext uri="{FF2B5EF4-FFF2-40B4-BE49-F238E27FC236}">
                  <a16:creationId xmlns:a16="http://schemas.microsoft.com/office/drawing/2014/main" id="{ADF3735D-307A-141A-BA07-1171B04A79CF}"/>
                </a:ext>
              </a:extLst>
            </p:cNvPr>
            <p:cNvSpPr/>
            <p:nvPr/>
          </p:nvSpPr>
          <p:spPr>
            <a:xfrm rot="5400000">
              <a:off x="7200608" y="4652724"/>
              <a:ext cx="526101" cy="567855"/>
            </a:xfrm>
            <a:prstGeom prst="hexagon">
              <a:avLst>
                <a:gd name="adj" fmla="val 22320"/>
                <a:gd name="vf" fmla="val 115470"/>
              </a:avLst>
            </a:prstGeom>
            <a:gradFill flip="none" rotWithShape="1">
              <a:gsLst>
                <a:gs pos="18000">
                  <a:schemeClr val="tx1">
                    <a:alpha val="0"/>
                  </a:schemeClr>
                </a:gs>
                <a:gs pos="100000">
                  <a:schemeClr val="tx1">
                    <a:alpha val="63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grpSp>
      <p:sp>
        <p:nvSpPr>
          <p:cNvPr id="163" name="文本框 162">
            <a:extLst>
              <a:ext uri="{FF2B5EF4-FFF2-40B4-BE49-F238E27FC236}">
                <a16:creationId xmlns:a16="http://schemas.microsoft.com/office/drawing/2014/main" id="{BE728FDF-E84D-EC71-3211-90563AA99434}"/>
              </a:ext>
            </a:extLst>
          </p:cNvPr>
          <p:cNvSpPr txBox="1"/>
          <p:nvPr/>
        </p:nvSpPr>
        <p:spPr>
          <a:xfrm>
            <a:off x="5700344" y="1887628"/>
            <a:ext cx="800219" cy="276999"/>
          </a:xfrm>
          <a:prstGeom prst="rect">
            <a:avLst/>
          </a:prstGeom>
          <a:noFill/>
        </p:spPr>
        <p:txBody>
          <a:bodyPr wrap="none" rtlCol="0">
            <a:spAutoFit/>
          </a:bodyPr>
          <a:lstStyle/>
          <a:p>
            <a:pPr algn="ctr"/>
            <a:r>
              <a:rPr lang="zh-CN" altLang="en-US" sz="1200" dirty="0">
                <a:solidFill>
                  <a:schemeClr val="bg1"/>
                </a:solidFill>
                <a:sym typeface="Byte Sans Medium" panose="00000600000000000000" pitchFamily="2" charset="0"/>
              </a:rPr>
              <a:t>软件管理</a:t>
            </a:r>
          </a:p>
        </p:txBody>
      </p:sp>
      <p:sp>
        <p:nvSpPr>
          <p:cNvPr id="169" name="文本框 168">
            <a:extLst>
              <a:ext uri="{FF2B5EF4-FFF2-40B4-BE49-F238E27FC236}">
                <a16:creationId xmlns:a16="http://schemas.microsoft.com/office/drawing/2014/main" id="{F723FC30-3F89-8268-C267-0E6075DA72EE}"/>
              </a:ext>
            </a:extLst>
          </p:cNvPr>
          <p:cNvSpPr txBox="1"/>
          <p:nvPr/>
        </p:nvSpPr>
        <p:spPr>
          <a:xfrm>
            <a:off x="7232939" y="2307463"/>
            <a:ext cx="800219" cy="276999"/>
          </a:xfrm>
          <a:prstGeom prst="rect">
            <a:avLst/>
          </a:prstGeom>
          <a:noFill/>
        </p:spPr>
        <p:txBody>
          <a:bodyPr wrap="none" rtlCol="0">
            <a:spAutoFit/>
          </a:bodyPr>
          <a:lstStyle/>
          <a:p>
            <a:pPr algn="ctr"/>
            <a:r>
              <a:rPr lang="zh-CN" altLang="en-US" sz="1200" dirty="0">
                <a:solidFill>
                  <a:schemeClr val="bg1"/>
                </a:solidFill>
                <a:sym typeface="Byte Sans Medium" panose="00000600000000000000" pitchFamily="2" charset="0"/>
              </a:rPr>
              <a:t>用户管理</a:t>
            </a:r>
          </a:p>
        </p:txBody>
      </p:sp>
      <p:sp>
        <p:nvSpPr>
          <p:cNvPr id="175" name="文本框 174">
            <a:extLst>
              <a:ext uri="{FF2B5EF4-FFF2-40B4-BE49-F238E27FC236}">
                <a16:creationId xmlns:a16="http://schemas.microsoft.com/office/drawing/2014/main" id="{90B3B4C6-3270-26C1-9887-0039BD8E43A1}"/>
              </a:ext>
            </a:extLst>
          </p:cNvPr>
          <p:cNvSpPr txBox="1"/>
          <p:nvPr/>
        </p:nvSpPr>
        <p:spPr>
          <a:xfrm>
            <a:off x="8091169" y="3242927"/>
            <a:ext cx="800219" cy="276999"/>
          </a:xfrm>
          <a:prstGeom prst="rect">
            <a:avLst/>
          </a:prstGeom>
          <a:noFill/>
        </p:spPr>
        <p:txBody>
          <a:bodyPr wrap="none" rtlCol="0">
            <a:spAutoFit/>
          </a:bodyPr>
          <a:lstStyle/>
          <a:p>
            <a:pPr algn="ctr"/>
            <a:r>
              <a:rPr lang="zh-CN" altLang="en-US" sz="1200" dirty="0">
                <a:solidFill>
                  <a:schemeClr val="bg1"/>
                </a:solidFill>
                <a:sym typeface="Byte Sans Medium" panose="00000600000000000000" pitchFamily="2" charset="0"/>
              </a:rPr>
              <a:t>密码管理</a:t>
            </a:r>
          </a:p>
        </p:txBody>
      </p:sp>
      <p:sp>
        <p:nvSpPr>
          <p:cNvPr id="181" name="文本框 180">
            <a:extLst>
              <a:ext uri="{FF2B5EF4-FFF2-40B4-BE49-F238E27FC236}">
                <a16:creationId xmlns:a16="http://schemas.microsoft.com/office/drawing/2014/main" id="{A7C36DD3-8EAC-B3C4-541A-F4A2A39E3DC0}"/>
              </a:ext>
            </a:extLst>
          </p:cNvPr>
          <p:cNvSpPr txBox="1"/>
          <p:nvPr/>
        </p:nvSpPr>
        <p:spPr>
          <a:xfrm>
            <a:off x="8419072" y="4292457"/>
            <a:ext cx="800219" cy="276999"/>
          </a:xfrm>
          <a:prstGeom prst="rect">
            <a:avLst/>
          </a:prstGeom>
          <a:noFill/>
        </p:spPr>
        <p:txBody>
          <a:bodyPr wrap="none" rtlCol="0">
            <a:spAutoFit/>
          </a:bodyPr>
          <a:lstStyle/>
          <a:p>
            <a:pPr algn="ctr"/>
            <a:r>
              <a:rPr lang="zh-CN" altLang="en-US" sz="1200" dirty="0">
                <a:solidFill>
                  <a:schemeClr val="bg1"/>
                </a:solidFill>
                <a:sym typeface="Byte Sans Medium" panose="00000600000000000000" pitchFamily="2" charset="0"/>
              </a:rPr>
              <a:t>监督管理</a:t>
            </a:r>
          </a:p>
        </p:txBody>
      </p:sp>
      <p:sp>
        <p:nvSpPr>
          <p:cNvPr id="157" name="文本框 156">
            <a:extLst>
              <a:ext uri="{FF2B5EF4-FFF2-40B4-BE49-F238E27FC236}">
                <a16:creationId xmlns:a16="http://schemas.microsoft.com/office/drawing/2014/main" id="{001031ED-7113-F65D-2F22-534CE78F5FC4}"/>
              </a:ext>
            </a:extLst>
          </p:cNvPr>
          <p:cNvSpPr txBox="1"/>
          <p:nvPr/>
        </p:nvSpPr>
        <p:spPr>
          <a:xfrm>
            <a:off x="7089196" y="4876533"/>
            <a:ext cx="748923" cy="261610"/>
          </a:xfrm>
          <a:prstGeom prst="rect">
            <a:avLst/>
          </a:prstGeom>
          <a:noFill/>
        </p:spPr>
        <p:txBody>
          <a:bodyPr wrap="none" rtlCol="0">
            <a:spAutoFit/>
          </a:bodyPr>
          <a:lstStyle/>
          <a:p>
            <a:pPr algn="ctr"/>
            <a:r>
              <a:rPr lang="zh-CN" altLang="en-US" sz="1100" b="1" dirty="0">
                <a:solidFill>
                  <a:schemeClr val="bg1"/>
                </a:solidFill>
                <a:sym typeface="Byte Sans Medium" panose="00000600000000000000" pitchFamily="2" charset="0"/>
              </a:rPr>
              <a:t>终端防护</a:t>
            </a:r>
          </a:p>
        </p:txBody>
      </p:sp>
      <p:grpSp>
        <p:nvGrpSpPr>
          <p:cNvPr id="228" name="组合 227">
            <a:extLst>
              <a:ext uri="{FF2B5EF4-FFF2-40B4-BE49-F238E27FC236}">
                <a16:creationId xmlns:a16="http://schemas.microsoft.com/office/drawing/2014/main" id="{759D7F94-2594-1A59-8AF8-9497D2A14FB9}"/>
              </a:ext>
            </a:extLst>
          </p:cNvPr>
          <p:cNvGrpSpPr/>
          <p:nvPr/>
        </p:nvGrpSpPr>
        <p:grpSpPr>
          <a:xfrm>
            <a:off x="7273219" y="1718997"/>
            <a:ext cx="719654" cy="544125"/>
            <a:chOff x="7273219" y="1657257"/>
            <a:chExt cx="719654" cy="544125"/>
          </a:xfrm>
        </p:grpSpPr>
        <p:grpSp>
          <p:nvGrpSpPr>
            <p:cNvPr id="170" name="组合 169">
              <a:extLst>
                <a:ext uri="{FF2B5EF4-FFF2-40B4-BE49-F238E27FC236}">
                  <a16:creationId xmlns:a16="http://schemas.microsoft.com/office/drawing/2014/main" id="{2DC42B8A-9948-CD21-40EF-1C4FF2B0D2AF}"/>
                </a:ext>
              </a:extLst>
            </p:cNvPr>
            <p:cNvGrpSpPr/>
            <p:nvPr/>
          </p:nvGrpSpPr>
          <p:grpSpPr>
            <a:xfrm>
              <a:off x="7273219" y="1939303"/>
              <a:ext cx="719654" cy="262079"/>
              <a:chOff x="5908760" y="2517253"/>
              <a:chExt cx="2155538" cy="692863"/>
            </a:xfrm>
          </p:grpSpPr>
          <p:sp>
            <p:nvSpPr>
              <p:cNvPr id="171" name="任意形状 103">
                <a:extLst>
                  <a:ext uri="{FF2B5EF4-FFF2-40B4-BE49-F238E27FC236}">
                    <a16:creationId xmlns:a16="http://schemas.microsoft.com/office/drawing/2014/main" id="{72E21159-3CC1-C8A8-138D-E705C489D6FD}"/>
                  </a:ext>
                </a:extLst>
              </p:cNvPr>
              <p:cNvSpPr/>
              <p:nvPr/>
            </p:nvSpPr>
            <p:spPr>
              <a:xfrm>
                <a:off x="5908760" y="2605499"/>
                <a:ext cx="2155538" cy="604617"/>
              </a:xfrm>
              <a:custGeom>
                <a:avLst/>
                <a:gdLst>
                  <a:gd name="connsiteX0" fmla="*/ 1030248 w 2060900"/>
                  <a:gd name="connsiteY0" fmla="*/ 504801 h 504801"/>
                  <a:gd name="connsiteX1" fmla="*/ 0 w 2060900"/>
                  <a:gd name="connsiteY1" fmla="*/ 246126 h 504801"/>
                  <a:gd name="connsiteX2" fmla="*/ 1030248 w 2060900"/>
                  <a:gd name="connsiteY2" fmla="*/ 0 h 504801"/>
                  <a:gd name="connsiteX3" fmla="*/ 2060901 w 2060900"/>
                  <a:gd name="connsiteY3" fmla="*/ 246126 h 504801"/>
                </a:gdLst>
                <a:ahLst/>
                <a:cxnLst>
                  <a:cxn ang="0">
                    <a:pos x="connsiteX0" y="connsiteY0"/>
                  </a:cxn>
                  <a:cxn ang="0">
                    <a:pos x="connsiteX1" y="connsiteY1"/>
                  </a:cxn>
                  <a:cxn ang="0">
                    <a:pos x="connsiteX2" y="connsiteY2"/>
                  </a:cxn>
                  <a:cxn ang="0">
                    <a:pos x="connsiteX3" y="connsiteY3"/>
                  </a:cxn>
                </a:cxnLst>
                <a:rect l="l" t="t" r="r" b="b"/>
                <a:pathLst>
                  <a:path w="2060900" h="504801">
                    <a:moveTo>
                      <a:pt x="1030248" y="504801"/>
                    </a:moveTo>
                    <a:lnTo>
                      <a:pt x="0" y="246126"/>
                    </a:lnTo>
                    <a:lnTo>
                      <a:pt x="1030248" y="0"/>
                    </a:lnTo>
                    <a:lnTo>
                      <a:pt x="2060901" y="246126"/>
                    </a:lnTo>
                    <a:close/>
                  </a:path>
                </a:pathLst>
              </a:custGeom>
              <a:gradFill>
                <a:gsLst>
                  <a:gs pos="100000">
                    <a:schemeClr val="accent1">
                      <a:alpha val="37000"/>
                    </a:schemeClr>
                  </a:gs>
                  <a:gs pos="2800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72" name="任意形状 106">
                <a:extLst>
                  <a:ext uri="{FF2B5EF4-FFF2-40B4-BE49-F238E27FC236}">
                    <a16:creationId xmlns:a16="http://schemas.microsoft.com/office/drawing/2014/main" id="{6B4E5F73-F8C0-0057-6D40-FDE1BB919283}"/>
                  </a:ext>
                </a:extLst>
              </p:cNvPr>
              <p:cNvSpPr/>
              <p:nvPr/>
            </p:nvSpPr>
            <p:spPr>
              <a:xfrm>
                <a:off x="6100561" y="2517253"/>
                <a:ext cx="1771937" cy="49697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accent1">
                      <a:alpha val="77000"/>
                    </a:schemeClr>
                  </a:gs>
                  <a:gs pos="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73" name="任意形状 107">
                <a:extLst>
                  <a:ext uri="{FF2B5EF4-FFF2-40B4-BE49-F238E27FC236}">
                    <a16:creationId xmlns:a16="http://schemas.microsoft.com/office/drawing/2014/main" id="{ACC490DD-059A-0408-109E-A64EE828411A}"/>
                  </a:ext>
                </a:extLst>
              </p:cNvPr>
              <p:cNvSpPr/>
              <p:nvPr/>
            </p:nvSpPr>
            <p:spPr>
              <a:xfrm>
                <a:off x="6100561" y="2759682"/>
                <a:ext cx="885755" cy="31176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accent1">
                      <a:alpha val="44000"/>
                    </a:schemeClr>
                  </a:gs>
                  <a:gs pos="100000">
                    <a:schemeClr val="accent1">
                      <a:alpha val="81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74" name="任意形状 108">
                <a:extLst>
                  <a:ext uri="{FF2B5EF4-FFF2-40B4-BE49-F238E27FC236}">
                    <a16:creationId xmlns:a16="http://schemas.microsoft.com/office/drawing/2014/main" id="{E7C60EAC-7769-16A1-A4FE-51371C7EB478}"/>
                  </a:ext>
                </a:extLst>
              </p:cNvPr>
              <p:cNvSpPr/>
              <p:nvPr/>
            </p:nvSpPr>
            <p:spPr>
              <a:xfrm>
                <a:off x="6986318" y="2759682"/>
                <a:ext cx="886179" cy="31176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accent1"/>
                  </a:gs>
                  <a:gs pos="0">
                    <a:schemeClr val="accent1">
                      <a:lumMod val="60000"/>
                      <a:lumOff val="40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sp>
          <p:nvSpPr>
            <p:cNvPr id="227" name="六边形 226">
              <a:extLst>
                <a:ext uri="{FF2B5EF4-FFF2-40B4-BE49-F238E27FC236}">
                  <a16:creationId xmlns:a16="http://schemas.microsoft.com/office/drawing/2014/main" id="{1508376F-6D20-315D-62E5-E79DF82D43BF}"/>
                </a:ext>
              </a:extLst>
            </p:cNvPr>
            <p:cNvSpPr/>
            <p:nvPr/>
          </p:nvSpPr>
          <p:spPr>
            <a:xfrm rot="5400000">
              <a:off x="7394713" y="1597844"/>
              <a:ext cx="472759" cy="591585"/>
            </a:xfrm>
            <a:prstGeom prst="hexagon">
              <a:avLst>
                <a:gd name="adj" fmla="val 18962"/>
                <a:gd name="vf" fmla="val 115470"/>
              </a:avLst>
            </a:prstGeom>
            <a:gradFill flip="none" rotWithShape="1">
              <a:gsLst>
                <a:gs pos="18000">
                  <a:schemeClr val="accent1">
                    <a:alpha val="0"/>
                  </a:schemeClr>
                </a:gs>
                <a:gs pos="100000">
                  <a:schemeClr val="accent1">
                    <a:alpha val="1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grpSp>
      <p:grpSp>
        <p:nvGrpSpPr>
          <p:cNvPr id="229" name="组合 228">
            <a:extLst>
              <a:ext uri="{FF2B5EF4-FFF2-40B4-BE49-F238E27FC236}">
                <a16:creationId xmlns:a16="http://schemas.microsoft.com/office/drawing/2014/main" id="{62379773-74E3-6F9F-C752-7E0F179F1B4E}"/>
              </a:ext>
            </a:extLst>
          </p:cNvPr>
          <p:cNvGrpSpPr/>
          <p:nvPr/>
        </p:nvGrpSpPr>
        <p:grpSpPr>
          <a:xfrm>
            <a:off x="8131451" y="2654461"/>
            <a:ext cx="719654" cy="544125"/>
            <a:chOff x="7273219" y="1657257"/>
            <a:chExt cx="719654" cy="544125"/>
          </a:xfrm>
        </p:grpSpPr>
        <p:grpSp>
          <p:nvGrpSpPr>
            <p:cNvPr id="230" name="组合 229">
              <a:extLst>
                <a:ext uri="{FF2B5EF4-FFF2-40B4-BE49-F238E27FC236}">
                  <a16:creationId xmlns:a16="http://schemas.microsoft.com/office/drawing/2014/main" id="{F98E8D27-8F84-1D31-8EC3-543F908A107D}"/>
                </a:ext>
              </a:extLst>
            </p:cNvPr>
            <p:cNvGrpSpPr/>
            <p:nvPr/>
          </p:nvGrpSpPr>
          <p:grpSpPr>
            <a:xfrm>
              <a:off x="7273219" y="1939303"/>
              <a:ext cx="719654" cy="262079"/>
              <a:chOff x="5908760" y="2517253"/>
              <a:chExt cx="2155538" cy="692863"/>
            </a:xfrm>
          </p:grpSpPr>
          <p:sp>
            <p:nvSpPr>
              <p:cNvPr id="232" name="任意形状 103">
                <a:extLst>
                  <a:ext uri="{FF2B5EF4-FFF2-40B4-BE49-F238E27FC236}">
                    <a16:creationId xmlns:a16="http://schemas.microsoft.com/office/drawing/2014/main" id="{FFA3D5B0-0A8A-B052-4F56-C430D69075D4}"/>
                  </a:ext>
                </a:extLst>
              </p:cNvPr>
              <p:cNvSpPr/>
              <p:nvPr/>
            </p:nvSpPr>
            <p:spPr>
              <a:xfrm>
                <a:off x="5908760" y="2605499"/>
                <a:ext cx="2155538" cy="604617"/>
              </a:xfrm>
              <a:custGeom>
                <a:avLst/>
                <a:gdLst>
                  <a:gd name="connsiteX0" fmla="*/ 1030248 w 2060900"/>
                  <a:gd name="connsiteY0" fmla="*/ 504801 h 504801"/>
                  <a:gd name="connsiteX1" fmla="*/ 0 w 2060900"/>
                  <a:gd name="connsiteY1" fmla="*/ 246126 h 504801"/>
                  <a:gd name="connsiteX2" fmla="*/ 1030248 w 2060900"/>
                  <a:gd name="connsiteY2" fmla="*/ 0 h 504801"/>
                  <a:gd name="connsiteX3" fmla="*/ 2060901 w 2060900"/>
                  <a:gd name="connsiteY3" fmla="*/ 246126 h 504801"/>
                </a:gdLst>
                <a:ahLst/>
                <a:cxnLst>
                  <a:cxn ang="0">
                    <a:pos x="connsiteX0" y="connsiteY0"/>
                  </a:cxn>
                  <a:cxn ang="0">
                    <a:pos x="connsiteX1" y="connsiteY1"/>
                  </a:cxn>
                  <a:cxn ang="0">
                    <a:pos x="connsiteX2" y="connsiteY2"/>
                  </a:cxn>
                  <a:cxn ang="0">
                    <a:pos x="connsiteX3" y="connsiteY3"/>
                  </a:cxn>
                </a:cxnLst>
                <a:rect l="l" t="t" r="r" b="b"/>
                <a:pathLst>
                  <a:path w="2060900" h="504801">
                    <a:moveTo>
                      <a:pt x="1030248" y="504801"/>
                    </a:moveTo>
                    <a:lnTo>
                      <a:pt x="0" y="246126"/>
                    </a:lnTo>
                    <a:lnTo>
                      <a:pt x="1030248" y="0"/>
                    </a:lnTo>
                    <a:lnTo>
                      <a:pt x="2060901" y="246126"/>
                    </a:lnTo>
                    <a:close/>
                  </a:path>
                </a:pathLst>
              </a:custGeom>
              <a:gradFill>
                <a:gsLst>
                  <a:gs pos="100000">
                    <a:schemeClr val="accent1">
                      <a:alpha val="37000"/>
                    </a:schemeClr>
                  </a:gs>
                  <a:gs pos="2800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33" name="任意形状 106">
                <a:extLst>
                  <a:ext uri="{FF2B5EF4-FFF2-40B4-BE49-F238E27FC236}">
                    <a16:creationId xmlns:a16="http://schemas.microsoft.com/office/drawing/2014/main" id="{94ACDE52-220F-ED3E-0F8A-42898EC969AF}"/>
                  </a:ext>
                </a:extLst>
              </p:cNvPr>
              <p:cNvSpPr/>
              <p:nvPr/>
            </p:nvSpPr>
            <p:spPr>
              <a:xfrm>
                <a:off x="6100561" y="2517253"/>
                <a:ext cx="1771937" cy="49697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accent1">
                      <a:alpha val="77000"/>
                    </a:schemeClr>
                  </a:gs>
                  <a:gs pos="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34" name="任意形状 107">
                <a:extLst>
                  <a:ext uri="{FF2B5EF4-FFF2-40B4-BE49-F238E27FC236}">
                    <a16:creationId xmlns:a16="http://schemas.microsoft.com/office/drawing/2014/main" id="{8D6378CA-8490-B1CA-1617-9142066FFF8D}"/>
                  </a:ext>
                </a:extLst>
              </p:cNvPr>
              <p:cNvSpPr/>
              <p:nvPr/>
            </p:nvSpPr>
            <p:spPr>
              <a:xfrm>
                <a:off x="6100561" y="2759682"/>
                <a:ext cx="885755" cy="31176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accent1">
                      <a:alpha val="44000"/>
                    </a:schemeClr>
                  </a:gs>
                  <a:gs pos="100000">
                    <a:schemeClr val="accent1">
                      <a:alpha val="81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35" name="任意形状 108">
                <a:extLst>
                  <a:ext uri="{FF2B5EF4-FFF2-40B4-BE49-F238E27FC236}">
                    <a16:creationId xmlns:a16="http://schemas.microsoft.com/office/drawing/2014/main" id="{0983E52B-F504-4E65-710F-50788E0C4B8A}"/>
                  </a:ext>
                </a:extLst>
              </p:cNvPr>
              <p:cNvSpPr/>
              <p:nvPr/>
            </p:nvSpPr>
            <p:spPr>
              <a:xfrm>
                <a:off x="6986318" y="2759682"/>
                <a:ext cx="886179" cy="31176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accent1"/>
                  </a:gs>
                  <a:gs pos="0">
                    <a:schemeClr val="accent1">
                      <a:lumMod val="60000"/>
                      <a:lumOff val="40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sp>
          <p:nvSpPr>
            <p:cNvPr id="231" name="六边形 230">
              <a:extLst>
                <a:ext uri="{FF2B5EF4-FFF2-40B4-BE49-F238E27FC236}">
                  <a16:creationId xmlns:a16="http://schemas.microsoft.com/office/drawing/2014/main" id="{334E2249-2D97-B053-2521-B791814D9254}"/>
                </a:ext>
              </a:extLst>
            </p:cNvPr>
            <p:cNvSpPr/>
            <p:nvPr/>
          </p:nvSpPr>
          <p:spPr>
            <a:xfrm rot="5400000">
              <a:off x="7394713" y="1597844"/>
              <a:ext cx="472759" cy="591585"/>
            </a:xfrm>
            <a:prstGeom prst="hexagon">
              <a:avLst>
                <a:gd name="adj" fmla="val 18962"/>
                <a:gd name="vf" fmla="val 115470"/>
              </a:avLst>
            </a:prstGeom>
            <a:gradFill flip="none" rotWithShape="1">
              <a:gsLst>
                <a:gs pos="18000">
                  <a:schemeClr val="accent1">
                    <a:alpha val="0"/>
                  </a:schemeClr>
                </a:gs>
                <a:gs pos="100000">
                  <a:schemeClr val="accent1">
                    <a:alpha val="1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grpSp>
      <p:grpSp>
        <p:nvGrpSpPr>
          <p:cNvPr id="192" name="组合 191">
            <a:extLst>
              <a:ext uri="{FF2B5EF4-FFF2-40B4-BE49-F238E27FC236}">
                <a16:creationId xmlns:a16="http://schemas.microsoft.com/office/drawing/2014/main" id="{567CE555-14ED-7466-8B06-B8254E509F63}"/>
              </a:ext>
            </a:extLst>
          </p:cNvPr>
          <p:cNvGrpSpPr/>
          <p:nvPr/>
        </p:nvGrpSpPr>
        <p:grpSpPr>
          <a:xfrm>
            <a:off x="8376134" y="2754865"/>
            <a:ext cx="230288" cy="269150"/>
            <a:chOff x="239799" y="119620"/>
            <a:chExt cx="1425401" cy="1665944"/>
          </a:xfrm>
          <a:solidFill>
            <a:schemeClr val="accent1"/>
          </a:solidFill>
        </p:grpSpPr>
        <p:sp>
          <p:nvSpPr>
            <p:cNvPr id="190" name="任意多边形: 形状 189">
              <a:extLst>
                <a:ext uri="{FF2B5EF4-FFF2-40B4-BE49-F238E27FC236}">
                  <a16:creationId xmlns:a16="http://schemas.microsoft.com/office/drawing/2014/main" id="{52E97A2F-ABF9-44F5-85D9-9BC02BD9A550}"/>
                </a:ext>
              </a:extLst>
            </p:cNvPr>
            <p:cNvSpPr/>
            <p:nvPr/>
          </p:nvSpPr>
          <p:spPr>
            <a:xfrm>
              <a:off x="239799" y="533362"/>
              <a:ext cx="1425401" cy="1252202"/>
            </a:xfrm>
            <a:custGeom>
              <a:avLst/>
              <a:gdLst>
                <a:gd name="connsiteX0" fmla="*/ 1033425 w 1425401"/>
                <a:gd name="connsiteY0" fmla="*/ 1252203 h 1252202"/>
                <a:gd name="connsiteX1" fmla="*/ 391976 w 1425401"/>
                <a:gd name="connsiteY1" fmla="*/ 1252203 h 1252202"/>
                <a:gd name="connsiteX2" fmla="*/ 0 w 1425401"/>
                <a:gd name="connsiteY2" fmla="*/ 860227 h 1252202"/>
                <a:gd name="connsiteX3" fmla="*/ 0 w 1425401"/>
                <a:gd name="connsiteY3" fmla="*/ 391976 h 1252202"/>
                <a:gd name="connsiteX4" fmla="*/ 391976 w 1425401"/>
                <a:gd name="connsiteY4" fmla="*/ 0 h 1252202"/>
                <a:gd name="connsiteX5" fmla="*/ 1033425 w 1425401"/>
                <a:gd name="connsiteY5" fmla="*/ 0 h 1252202"/>
                <a:gd name="connsiteX6" fmla="*/ 1425401 w 1425401"/>
                <a:gd name="connsiteY6" fmla="*/ 391976 h 1252202"/>
                <a:gd name="connsiteX7" fmla="*/ 1425401 w 1425401"/>
                <a:gd name="connsiteY7" fmla="*/ 860227 h 1252202"/>
                <a:gd name="connsiteX8" fmla="*/ 1033425 w 1425401"/>
                <a:gd name="connsiteY8" fmla="*/ 1252203 h 1252202"/>
                <a:gd name="connsiteX9" fmla="*/ 391976 w 1425401"/>
                <a:gd name="connsiteY9" fmla="*/ 97854 h 1252202"/>
                <a:gd name="connsiteX10" fmla="*/ 98041 w 1425401"/>
                <a:gd name="connsiteY10" fmla="*/ 391790 h 1252202"/>
                <a:gd name="connsiteX11" fmla="*/ 98041 w 1425401"/>
                <a:gd name="connsiteY11" fmla="*/ 860041 h 1252202"/>
                <a:gd name="connsiteX12" fmla="*/ 391976 w 1425401"/>
                <a:gd name="connsiteY12" fmla="*/ 1153976 h 1252202"/>
                <a:gd name="connsiteX13" fmla="*/ 1033425 w 1425401"/>
                <a:gd name="connsiteY13" fmla="*/ 1153976 h 1252202"/>
                <a:gd name="connsiteX14" fmla="*/ 1327361 w 1425401"/>
                <a:gd name="connsiteY14" fmla="*/ 860041 h 1252202"/>
                <a:gd name="connsiteX15" fmla="*/ 1327361 w 1425401"/>
                <a:gd name="connsiteY15" fmla="*/ 391976 h 1252202"/>
                <a:gd name="connsiteX16" fmla="*/ 1033425 w 1425401"/>
                <a:gd name="connsiteY16" fmla="*/ 98040 h 1252202"/>
                <a:gd name="connsiteX17" fmla="*/ 391976 w 1425401"/>
                <a:gd name="connsiteY17" fmla="*/ 98040 h 1252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25401" h="1252202">
                  <a:moveTo>
                    <a:pt x="1033425" y="1252203"/>
                  </a:moveTo>
                  <a:lnTo>
                    <a:pt x="391976" y="1252203"/>
                  </a:lnTo>
                  <a:cubicBezTo>
                    <a:pt x="175803" y="1252203"/>
                    <a:pt x="0" y="1076399"/>
                    <a:pt x="0" y="860227"/>
                  </a:cubicBezTo>
                  <a:lnTo>
                    <a:pt x="0" y="391976"/>
                  </a:lnTo>
                  <a:cubicBezTo>
                    <a:pt x="0" y="175803"/>
                    <a:pt x="175803" y="0"/>
                    <a:pt x="391976" y="0"/>
                  </a:cubicBezTo>
                  <a:lnTo>
                    <a:pt x="1033425" y="0"/>
                  </a:lnTo>
                  <a:cubicBezTo>
                    <a:pt x="1249598" y="0"/>
                    <a:pt x="1425401" y="175803"/>
                    <a:pt x="1425401" y="391976"/>
                  </a:cubicBezTo>
                  <a:lnTo>
                    <a:pt x="1425401" y="860227"/>
                  </a:lnTo>
                  <a:cubicBezTo>
                    <a:pt x="1425401" y="1076213"/>
                    <a:pt x="1249598" y="1252203"/>
                    <a:pt x="1033425" y="1252203"/>
                  </a:cubicBezTo>
                  <a:close/>
                  <a:moveTo>
                    <a:pt x="391976" y="97854"/>
                  </a:moveTo>
                  <a:cubicBezTo>
                    <a:pt x="229939" y="97854"/>
                    <a:pt x="98041" y="229753"/>
                    <a:pt x="98041" y="391790"/>
                  </a:cubicBezTo>
                  <a:lnTo>
                    <a:pt x="98041" y="860041"/>
                  </a:lnTo>
                  <a:cubicBezTo>
                    <a:pt x="98041" y="1022077"/>
                    <a:pt x="229939" y="1153976"/>
                    <a:pt x="391976" y="1153976"/>
                  </a:cubicBezTo>
                  <a:lnTo>
                    <a:pt x="1033425" y="1153976"/>
                  </a:lnTo>
                  <a:cubicBezTo>
                    <a:pt x="1195462" y="1153976"/>
                    <a:pt x="1327361" y="1022077"/>
                    <a:pt x="1327361" y="860041"/>
                  </a:cubicBezTo>
                  <a:lnTo>
                    <a:pt x="1327361" y="391976"/>
                  </a:lnTo>
                  <a:cubicBezTo>
                    <a:pt x="1327361" y="229939"/>
                    <a:pt x="1195462" y="98040"/>
                    <a:pt x="1033425" y="98040"/>
                  </a:cubicBezTo>
                  <a:lnTo>
                    <a:pt x="391976" y="98040"/>
                  </a:lnTo>
                  <a:close/>
                </a:path>
              </a:pathLst>
            </a:custGeom>
            <a:grpFill/>
            <a:ln w="1860" cap="flat">
              <a:noFill/>
              <a:prstDash val="solid"/>
              <a:miter/>
            </a:ln>
          </p:spPr>
          <p:txBody>
            <a:bodyPr rtlCol="0" anchor="ctr"/>
            <a:lstStyle/>
            <a:p>
              <a:endParaRPr lang="zh-CN" altLang="en-US"/>
            </a:p>
          </p:txBody>
        </p:sp>
        <p:sp>
          <p:nvSpPr>
            <p:cNvPr id="191" name="任意多边形: 形状 190">
              <a:extLst>
                <a:ext uri="{FF2B5EF4-FFF2-40B4-BE49-F238E27FC236}">
                  <a16:creationId xmlns:a16="http://schemas.microsoft.com/office/drawing/2014/main" id="{BFE92B4D-48B7-0B03-A0F5-1665FD368BF9}"/>
                </a:ext>
              </a:extLst>
            </p:cNvPr>
            <p:cNvSpPr/>
            <p:nvPr/>
          </p:nvSpPr>
          <p:spPr>
            <a:xfrm>
              <a:off x="445368" y="119620"/>
              <a:ext cx="995474" cy="1462608"/>
            </a:xfrm>
            <a:custGeom>
              <a:avLst/>
              <a:gdLst>
                <a:gd name="connsiteX0" fmla="*/ 507132 w 995474"/>
                <a:gd name="connsiteY0" fmla="*/ 1462608 h 1462608"/>
                <a:gd name="connsiteX1" fmla="*/ 353467 w 995474"/>
                <a:gd name="connsiteY1" fmla="*/ 1308943 h 1462608"/>
                <a:gd name="connsiteX2" fmla="*/ 353467 w 995474"/>
                <a:gd name="connsiteY2" fmla="*/ 1116211 h 1462608"/>
                <a:gd name="connsiteX3" fmla="*/ 233846 w 995474"/>
                <a:gd name="connsiteY3" fmla="*/ 890178 h 1462608"/>
                <a:gd name="connsiteX4" fmla="*/ 507132 w 995474"/>
                <a:gd name="connsiteY4" fmla="*/ 616893 h 1462608"/>
                <a:gd name="connsiteX5" fmla="*/ 780418 w 995474"/>
                <a:gd name="connsiteY5" fmla="*/ 890178 h 1462608"/>
                <a:gd name="connsiteX6" fmla="*/ 660797 w 995474"/>
                <a:gd name="connsiteY6" fmla="*/ 1116211 h 1462608"/>
                <a:gd name="connsiteX7" fmla="*/ 660797 w 995474"/>
                <a:gd name="connsiteY7" fmla="*/ 1308943 h 1462608"/>
                <a:gd name="connsiteX8" fmla="*/ 507132 w 995474"/>
                <a:gd name="connsiteY8" fmla="*/ 1462608 h 1462608"/>
                <a:gd name="connsiteX9" fmla="*/ 507132 w 995474"/>
                <a:gd name="connsiteY9" fmla="*/ 714747 h 1462608"/>
                <a:gd name="connsiteX10" fmla="*/ 331701 w 995474"/>
                <a:gd name="connsiteY10" fmla="*/ 890178 h 1462608"/>
                <a:gd name="connsiteX11" fmla="*/ 425276 w 995474"/>
                <a:gd name="connsiteY11" fmla="*/ 1045145 h 1462608"/>
                <a:gd name="connsiteX12" fmla="*/ 451321 w 995474"/>
                <a:gd name="connsiteY12" fmla="*/ 1058912 h 1462608"/>
                <a:gd name="connsiteX13" fmla="*/ 451321 w 995474"/>
                <a:gd name="connsiteY13" fmla="*/ 1308943 h 1462608"/>
                <a:gd name="connsiteX14" fmla="*/ 506946 w 995474"/>
                <a:gd name="connsiteY14" fmla="*/ 1364568 h 1462608"/>
                <a:gd name="connsiteX15" fmla="*/ 562570 w 995474"/>
                <a:gd name="connsiteY15" fmla="*/ 1308943 h 1462608"/>
                <a:gd name="connsiteX16" fmla="*/ 562570 w 995474"/>
                <a:gd name="connsiteY16" fmla="*/ 1059098 h 1462608"/>
                <a:gd name="connsiteX17" fmla="*/ 588615 w 995474"/>
                <a:gd name="connsiteY17" fmla="*/ 1045332 h 1462608"/>
                <a:gd name="connsiteX18" fmla="*/ 682191 w 995474"/>
                <a:gd name="connsiteY18" fmla="*/ 890364 h 1462608"/>
                <a:gd name="connsiteX19" fmla="*/ 507132 w 995474"/>
                <a:gd name="connsiteY19" fmla="*/ 714747 h 1462608"/>
                <a:gd name="connsiteX20" fmla="*/ 995474 w 995474"/>
                <a:gd name="connsiteY20" fmla="*/ 497644 h 1462608"/>
                <a:gd name="connsiteX21" fmla="*/ 897434 w 995474"/>
                <a:gd name="connsiteY21" fmla="*/ 497644 h 1462608"/>
                <a:gd name="connsiteX22" fmla="*/ 497644 w 995474"/>
                <a:gd name="connsiteY22" fmla="*/ 97854 h 1462608"/>
                <a:gd name="connsiteX23" fmla="*/ 98041 w 995474"/>
                <a:gd name="connsiteY23" fmla="*/ 497644 h 1462608"/>
                <a:gd name="connsiteX24" fmla="*/ 0 w 995474"/>
                <a:gd name="connsiteY24" fmla="*/ 497644 h 1462608"/>
                <a:gd name="connsiteX25" fmla="*/ 497644 w 995474"/>
                <a:gd name="connsiteY25" fmla="*/ 0 h 1462608"/>
                <a:gd name="connsiteX26" fmla="*/ 995474 w 995474"/>
                <a:gd name="connsiteY26" fmla="*/ 497644 h 146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95474" h="1462608">
                  <a:moveTo>
                    <a:pt x="507132" y="1462608"/>
                  </a:moveTo>
                  <a:cubicBezTo>
                    <a:pt x="422300" y="1462608"/>
                    <a:pt x="353467" y="1393589"/>
                    <a:pt x="353467" y="1308943"/>
                  </a:cubicBezTo>
                  <a:lnTo>
                    <a:pt x="353467" y="1116211"/>
                  </a:lnTo>
                  <a:cubicBezTo>
                    <a:pt x="279053" y="1065609"/>
                    <a:pt x="233846" y="981522"/>
                    <a:pt x="233846" y="890178"/>
                  </a:cubicBezTo>
                  <a:cubicBezTo>
                    <a:pt x="233846" y="739490"/>
                    <a:pt x="356443" y="616893"/>
                    <a:pt x="507132" y="616893"/>
                  </a:cubicBezTo>
                  <a:cubicBezTo>
                    <a:pt x="657820" y="616893"/>
                    <a:pt x="780418" y="739490"/>
                    <a:pt x="780418" y="890178"/>
                  </a:cubicBezTo>
                  <a:cubicBezTo>
                    <a:pt x="780418" y="981522"/>
                    <a:pt x="735211" y="1065609"/>
                    <a:pt x="660797" y="1116211"/>
                  </a:cubicBezTo>
                  <a:lnTo>
                    <a:pt x="660797" y="1308943"/>
                  </a:lnTo>
                  <a:cubicBezTo>
                    <a:pt x="660797" y="1393775"/>
                    <a:pt x="591964" y="1462608"/>
                    <a:pt x="507132" y="1462608"/>
                  </a:cubicBezTo>
                  <a:close/>
                  <a:moveTo>
                    <a:pt x="507132" y="714747"/>
                  </a:moveTo>
                  <a:cubicBezTo>
                    <a:pt x="410394" y="714747"/>
                    <a:pt x="331701" y="793440"/>
                    <a:pt x="331701" y="890178"/>
                  </a:cubicBezTo>
                  <a:cubicBezTo>
                    <a:pt x="331701" y="955291"/>
                    <a:pt x="367605" y="1014636"/>
                    <a:pt x="425276" y="1045145"/>
                  </a:cubicBezTo>
                  <a:lnTo>
                    <a:pt x="451321" y="1058912"/>
                  </a:lnTo>
                  <a:lnTo>
                    <a:pt x="451321" y="1308943"/>
                  </a:lnTo>
                  <a:cubicBezTo>
                    <a:pt x="451321" y="1339639"/>
                    <a:pt x="476250" y="1364568"/>
                    <a:pt x="506946" y="1364568"/>
                  </a:cubicBezTo>
                  <a:cubicBezTo>
                    <a:pt x="537642" y="1364568"/>
                    <a:pt x="562570" y="1339639"/>
                    <a:pt x="562570" y="1308943"/>
                  </a:cubicBezTo>
                  <a:lnTo>
                    <a:pt x="562570" y="1059098"/>
                  </a:lnTo>
                  <a:lnTo>
                    <a:pt x="588615" y="1045332"/>
                  </a:lnTo>
                  <a:cubicBezTo>
                    <a:pt x="646286" y="1014822"/>
                    <a:pt x="682191" y="955477"/>
                    <a:pt x="682191" y="890364"/>
                  </a:cubicBezTo>
                  <a:cubicBezTo>
                    <a:pt x="682563" y="793440"/>
                    <a:pt x="603870" y="714747"/>
                    <a:pt x="507132" y="714747"/>
                  </a:cubicBezTo>
                  <a:close/>
                  <a:moveTo>
                    <a:pt x="995474" y="497644"/>
                  </a:moveTo>
                  <a:lnTo>
                    <a:pt x="897434" y="497644"/>
                  </a:lnTo>
                  <a:cubicBezTo>
                    <a:pt x="897434" y="277192"/>
                    <a:pt x="718096" y="97854"/>
                    <a:pt x="497644" y="97854"/>
                  </a:cubicBezTo>
                  <a:cubicBezTo>
                    <a:pt x="277192" y="97854"/>
                    <a:pt x="98041" y="277192"/>
                    <a:pt x="98041" y="497644"/>
                  </a:cubicBezTo>
                  <a:lnTo>
                    <a:pt x="0" y="497644"/>
                  </a:lnTo>
                  <a:cubicBezTo>
                    <a:pt x="0" y="223242"/>
                    <a:pt x="223242" y="0"/>
                    <a:pt x="497644" y="0"/>
                  </a:cubicBezTo>
                  <a:cubicBezTo>
                    <a:pt x="772046" y="0"/>
                    <a:pt x="995474" y="223056"/>
                    <a:pt x="995474" y="497644"/>
                  </a:cubicBezTo>
                  <a:close/>
                </a:path>
              </a:pathLst>
            </a:custGeom>
            <a:grpFill/>
            <a:ln w="1860" cap="flat">
              <a:noFill/>
              <a:prstDash val="solid"/>
              <a:miter/>
            </a:ln>
          </p:spPr>
          <p:txBody>
            <a:bodyPr rtlCol="0" anchor="ctr"/>
            <a:lstStyle/>
            <a:p>
              <a:endParaRPr lang="zh-CN" altLang="en-US"/>
            </a:p>
          </p:txBody>
        </p:sp>
      </p:grpSp>
      <p:sp>
        <p:nvSpPr>
          <p:cNvPr id="198" name="任意多边形: 形状 197">
            <a:extLst>
              <a:ext uri="{FF2B5EF4-FFF2-40B4-BE49-F238E27FC236}">
                <a16:creationId xmlns:a16="http://schemas.microsoft.com/office/drawing/2014/main" id="{67CD06AE-4C05-6724-4BB4-2A28C0416EA1}"/>
              </a:ext>
            </a:extLst>
          </p:cNvPr>
          <p:cNvSpPr/>
          <p:nvPr/>
        </p:nvSpPr>
        <p:spPr>
          <a:xfrm>
            <a:off x="7512351" y="1837623"/>
            <a:ext cx="241248" cy="241248"/>
          </a:xfrm>
          <a:custGeom>
            <a:avLst/>
            <a:gdLst>
              <a:gd name="connsiteX0" fmla="*/ 100901 w 201502"/>
              <a:gd name="connsiteY0" fmla="*/ 136328 h 201502"/>
              <a:gd name="connsiteX1" fmla="*/ 63860 w 201502"/>
              <a:gd name="connsiteY1" fmla="*/ 146640 h 201502"/>
              <a:gd name="connsiteX2" fmla="*/ 44919 w 201502"/>
              <a:gd name="connsiteY2" fmla="*/ 166633 h 201502"/>
              <a:gd name="connsiteX3" fmla="*/ 67141 w 201502"/>
              <a:gd name="connsiteY3" fmla="*/ 180329 h 201502"/>
              <a:gd name="connsiteX4" fmla="*/ 100751 w 201502"/>
              <a:gd name="connsiteY4" fmla="*/ 187109 h 201502"/>
              <a:gd name="connsiteX5" fmla="*/ 134361 w 201502"/>
              <a:gd name="connsiteY5" fmla="*/ 180329 h 201502"/>
              <a:gd name="connsiteX6" fmla="*/ 156649 w 201502"/>
              <a:gd name="connsiteY6" fmla="*/ 166577 h 201502"/>
              <a:gd name="connsiteX7" fmla="*/ 137789 w 201502"/>
              <a:gd name="connsiteY7" fmla="*/ 146606 h 201502"/>
              <a:gd name="connsiteX8" fmla="*/ 100901 w 201502"/>
              <a:gd name="connsiteY8" fmla="*/ 136328 h 201502"/>
              <a:gd name="connsiteX9" fmla="*/ 100902 w 201502"/>
              <a:gd name="connsiteY9" fmla="*/ 49677 h 201502"/>
              <a:gd name="connsiteX10" fmla="*/ 79312 w 201502"/>
              <a:gd name="connsiteY10" fmla="*/ 71266 h 201502"/>
              <a:gd name="connsiteX11" fmla="*/ 100902 w 201502"/>
              <a:gd name="connsiteY11" fmla="*/ 92856 h 201502"/>
              <a:gd name="connsiteX12" fmla="*/ 122491 w 201502"/>
              <a:gd name="connsiteY12" fmla="*/ 71266 h 201502"/>
              <a:gd name="connsiteX13" fmla="*/ 100902 w 201502"/>
              <a:gd name="connsiteY13" fmla="*/ 49677 h 201502"/>
              <a:gd name="connsiteX14" fmla="*/ 100902 w 201502"/>
              <a:gd name="connsiteY14" fmla="*/ 35284 h 201502"/>
              <a:gd name="connsiteX15" fmla="*/ 136884 w 201502"/>
              <a:gd name="connsiteY15" fmla="*/ 71266 h 201502"/>
              <a:gd name="connsiteX16" fmla="*/ 100902 w 201502"/>
              <a:gd name="connsiteY16" fmla="*/ 107249 h 201502"/>
              <a:gd name="connsiteX17" fmla="*/ 64919 w 201502"/>
              <a:gd name="connsiteY17" fmla="*/ 71266 h 201502"/>
              <a:gd name="connsiteX18" fmla="*/ 100902 w 201502"/>
              <a:gd name="connsiteY18" fmla="*/ 35284 h 201502"/>
              <a:gd name="connsiteX19" fmla="*/ 100751 w 201502"/>
              <a:gd name="connsiteY19" fmla="*/ 14393 h 201502"/>
              <a:gd name="connsiteX20" fmla="*/ 67141 w 201502"/>
              <a:gd name="connsiteY20" fmla="*/ 21173 h 201502"/>
              <a:gd name="connsiteX21" fmla="*/ 39687 w 201502"/>
              <a:gd name="connsiteY21" fmla="*/ 39686 h 201502"/>
              <a:gd name="connsiteX22" fmla="*/ 21174 w 201502"/>
              <a:gd name="connsiteY22" fmla="*/ 67141 h 201502"/>
              <a:gd name="connsiteX23" fmla="*/ 14393 w 201502"/>
              <a:gd name="connsiteY23" fmla="*/ 100751 h 201502"/>
              <a:gd name="connsiteX24" fmla="*/ 21174 w 201502"/>
              <a:gd name="connsiteY24" fmla="*/ 134361 h 201502"/>
              <a:gd name="connsiteX25" fmla="*/ 34184 w 201502"/>
              <a:gd name="connsiteY25" fmla="*/ 155772 h 201502"/>
              <a:gd name="connsiteX26" fmla="*/ 56492 w 201502"/>
              <a:gd name="connsiteY26" fmla="*/ 134276 h 201502"/>
              <a:gd name="connsiteX27" fmla="*/ 100901 w 201502"/>
              <a:gd name="connsiteY27" fmla="*/ 121935 h 201502"/>
              <a:gd name="connsiteX28" fmla="*/ 145172 w 201502"/>
              <a:gd name="connsiteY28" fmla="*/ 134251 h 201502"/>
              <a:gd name="connsiteX29" fmla="*/ 167379 w 201502"/>
              <a:gd name="connsiteY29" fmla="*/ 155701 h 201502"/>
              <a:gd name="connsiteX30" fmla="*/ 180329 w 201502"/>
              <a:gd name="connsiteY30" fmla="*/ 134361 h 201502"/>
              <a:gd name="connsiteX31" fmla="*/ 187109 w 201502"/>
              <a:gd name="connsiteY31" fmla="*/ 100751 h 201502"/>
              <a:gd name="connsiteX32" fmla="*/ 180329 w 201502"/>
              <a:gd name="connsiteY32" fmla="*/ 67141 h 201502"/>
              <a:gd name="connsiteX33" fmla="*/ 161816 w 201502"/>
              <a:gd name="connsiteY33" fmla="*/ 39686 h 201502"/>
              <a:gd name="connsiteX34" fmla="*/ 134361 w 201502"/>
              <a:gd name="connsiteY34" fmla="*/ 21173 h 201502"/>
              <a:gd name="connsiteX35" fmla="*/ 100751 w 201502"/>
              <a:gd name="connsiteY35" fmla="*/ 14393 h 201502"/>
              <a:gd name="connsiteX36" fmla="*/ 100751 w 201502"/>
              <a:gd name="connsiteY36" fmla="*/ 0 h 201502"/>
              <a:gd name="connsiteX37" fmla="*/ 201502 w 201502"/>
              <a:gd name="connsiteY37" fmla="*/ 100751 h 201502"/>
              <a:gd name="connsiteX38" fmla="*/ 100751 w 201502"/>
              <a:gd name="connsiteY38" fmla="*/ 201502 h 201502"/>
              <a:gd name="connsiteX39" fmla="*/ 0 w 201502"/>
              <a:gd name="connsiteY39" fmla="*/ 100751 h 201502"/>
              <a:gd name="connsiteX40" fmla="*/ 100751 w 201502"/>
              <a:gd name="connsiteY40" fmla="*/ 0 h 201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01502" h="201502">
                <a:moveTo>
                  <a:pt x="100901" y="136328"/>
                </a:moveTo>
                <a:cubicBezTo>
                  <a:pt x="88357" y="136328"/>
                  <a:pt x="74856" y="140087"/>
                  <a:pt x="63860" y="146640"/>
                </a:cubicBezTo>
                <a:cubicBezTo>
                  <a:pt x="54415" y="152269"/>
                  <a:pt x="47657" y="159440"/>
                  <a:pt x="44919" y="166633"/>
                </a:cubicBezTo>
                <a:cubicBezTo>
                  <a:pt x="51596" y="172307"/>
                  <a:pt x="59042" y="176903"/>
                  <a:pt x="67141" y="180329"/>
                </a:cubicBezTo>
                <a:cubicBezTo>
                  <a:pt x="77778" y="184828"/>
                  <a:pt x="89086" y="187109"/>
                  <a:pt x="100751" y="187109"/>
                </a:cubicBezTo>
                <a:cubicBezTo>
                  <a:pt x="112416" y="187109"/>
                  <a:pt x="123724" y="184828"/>
                  <a:pt x="134361" y="180329"/>
                </a:cubicBezTo>
                <a:cubicBezTo>
                  <a:pt x="142486" y="176892"/>
                  <a:pt x="149955" y="172277"/>
                  <a:pt x="156649" y="166577"/>
                </a:cubicBezTo>
                <a:cubicBezTo>
                  <a:pt x="153911" y="159383"/>
                  <a:pt x="147181" y="152218"/>
                  <a:pt x="137789" y="146606"/>
                </a:cubicBezTo>
                <a:cubicBezTo>
                  <a:pt x="126857" y="140074"/>
                  <a:pt x="113412" y="136328"/>
                  <a:pt x="100901" y="136328"/>
                </a:cubicBezTo>
                <a:close/>
                <a:moveTo>
                  <a:pt x="100902" y="49677"/>
                </a:moveTo>
                <a:cubicBezTo>
                  <a:pt x="88997" y="49677"/>
                  <a:pt x="79312" y="59362"/>
                  <a:pt x="79312" y="71266"/>
                </a:cubicBezTo>
                <a:cubicBezTo>
                  <a:pt x="79312" y="83171"/>
                  <a:pt x="88997" y="92856"/>
                  <a:pt x="100902" y="92856"/>
                </a:cubicBezTo>
                <a:cubicBezTo>
                  <a:pt x="112806" y="92856"/>
                  <a:pt x="122491" y="83171"/>
                  <a:pt x="122491" y="71266"/>
                </a:cubicBezTo>
                <a:cubicBezTo>
                  <a:pt x="122491" y="59362"/>
                  <a:pt x="112806" y="49677"/>
                  <a:pt x="100902" y="49677"/>
                </a:cubicBezTo>
                <a:close/>
                <a:moveTo>
                  <a:pt x="100902" y="35284"/>
                </a:moveTo>
                <a:cubicBezTo>
                  <a:pt x="120742" y="35284"/>
                  <a:pt x="136884" y="51426"/>
                  <a:pt x="136884" y="71266"/>
                </a:cubicBezTo>
                <a:cubicBezTo>
                  <a:pt x="136884" y="91107"/>
                  <a:pt x="120742" y="107249"/>
                  <a:pt x="100902" y="107249"/>
                </a:cubicBezTo>
                <a:cubicBezTo>
                  <a:pt x="81061" y="107249"/>
                  <a:pt x="64919" y="91107"/>
                  <a:pt x="64919" y="71266"/>
                </a:cubicBezTo>
                <a:cubicBezTo>
                  <a:pt x="64919" y="51426"/>
                  <a:pt x="81061" y="35284"/>
                  <a:pt x="100902" y="35284"/>
                </a:cubicBezTo>
                <a:close/>
                <a:moveTo>
                  <a:pt x="100751" y="14393"/>
                </a:moveTo>
                <a:cubicBezTo>
                  <a:pt x="89087" y="14393"/>
                  <a:pt x="77778" y="16674"/>
                  <a:pt x="67141" y="21173"/>
                </a:cubicBezTo>
                <a:cubicBezTo>
                  <a:pt x="56859" y="25522"/>
                  <a:pt x="47622" y="31751"/>
                  <a:pt x="39687" y="39686"/>
                </a:cubicBezTo>
                <a:cubicBezTo>
                  <a:pt x="31751" y="47622"/>
                  <a:pt x="25522" y="56859"/>
                  <a:pt x="21174" y="67141"/>
                </a:cubicBezTo>
                <a:cubicBezTo>
                  <a:pt x="16675" y="77778"/>
                  <a:pt x="14393" y="89086"/>
                  <a:pt x="14393" y="100751"/>
                </a:cubicBezTo>
                <a:cubicBezTo>
                  <a:pt x="14393" y="112415"/>
                  <a:pt x="16675" y="123724"/>
                  <a:pt x="21174" y="134361"/>
                </a:cubicBezTo>
                <a:cubicBezTo>
                  <a:pt x="24461" y="142132"/>
                  <a:pt x="28823" y="149306"/>
                  <a:pt x="34184" y="155772"/>
                </a:cubicBezTo>
                <a:cubicBezTo>
                  <a:pt x="38803" y="147678"/>
                  <a:pt x="46452" y="140259"/>
                  <a:pt x="56492" y="134276"/>
                </a:cubicBezTo>
                <a:cubicBezTo>
                  <a:pt x="69845" y="126318"/>
                  <a:pt x="85617" y="121935"/>
                  <a:pt x="100901" y="121935"/>
                </a:cubicBezTo>
                <a:cubicBezTo>
                  <a:pt x="116157" y="121935"/>
                  <a:pt x="131880" y="126309"/>
                  <a:pt x="145172" y="134251"/>
                </a:cubicBezTo>
                <a:cubicBezTo>
                  <a:pt x="155155" y="140216"/>
                  <a:pt x="162770" y="147619"/>
                  <a:pt x="167379" y="155701"/>
                </a:cubicBezTo>
                <a:cubicBezTo>
                  <a:pt x="172712" y="149253"/>
                  <a:pt x="177054" y="142104"/>
                  <a:pt x="180329" y="134361"/>
                </a:cubicBezTo>
                <a:cubicBezTo>
                  <a:pt x="184828" y="123723"/>
                  <a:pt x="187109" y="112415"/>
                  <a:pt x="187109" y="100751"/>
                </a:cubicBezTo>
                <a:cubicBezTo>
                  <a:pt x="187109" y="89086"/>
                  <a:pt x="184828" y="77778"/>
                  <a:pt x="180329" y="67141"/>
                </a:cubicBezTo>
                <a:cubicBezTo>
                  <a:pt x="175980" y="56859"/>
                  <a:pt x="169751" y="47622"/>
                  <a:pt x="161816" y="39686"/>
                </a:cubicBezTo>
                <a:cubicBezTo>
                  <a:pt x="153880" y="31751"/>
                  <a:pt x="144643" y="25522"/>
                  <a:pt x="134361" y="21173"/>
                </a:cubicBezTo>
                <a:cubicBezTo>
                  <a:pt x="123724" y="16674"/>
                  <a:pt x="112416" y="14393"/>
                  <a:pt x="100751" y="14393"/>
                </a:cubicBezTo>
                <a:close/>
                <a:moveTo>
                  <a:pt x="100751" y="0"/>
                </a:moveTo>
                <a:cubicBezTo>
                  <a:pt x="156394" y="0"/>
                  <a:pt x="201502" y="45108"/>
                  <a:pt x="201502" y="100751"/>
                </a:cubicBezTo>
                <a:cubicBezTo>
                  <a:pt x="201502" y="156394"/>
                  <a:pt x="156394" y="201502"/>
                  <a:pt x="100751" y="201502"/>
                </a:cubicBezTo>
                <a:cubicBezTo>
                  <a:pt x="45108" y="201502"/>
                  <a:pt x="0" y="156394"/>
                  <a:pt x="0" y="100751"/>
                </a:cubicBezTo>
                <a:cubicBezTo>
                  <a:pt x="0" y="45108"/>
                  <a:pt x="45108" y="0"/>
                  <a:pt x="100751" y="0"/>
                </a:cubicBezTo>
                <a:close/>
              </a:path>
            </a:pathLst>
          </a:custGeom>
          <a:solidFill>
            <a:schemeClr val="accent1"/>
          </a:solidFill>
          <a:ln w="223" cap="flat">
            <a:noFill/>
            <a:prstDash val="solid"/>
            <a:miter/>
          </a:ln>
        </p:spPr>
        <p:txBody>
          <a:bodyPr rtlCol="0" anchor="ctr"/>
          <a:lstStyle/>
          <a:p>
            <a:endParaRPr lang="zh-CN" altLang="en-US" dirty="0"/>
          </a:p>
        </p:txBody>
      </p:sp>
      <p:grpSp>
        <p:nvGrpSpPr>
          <p:cNvPr id="236" name="组合 235">
            <a:extLst>
              <a:ext uri="{FF2B5EF4-FFF2-40B4-BE49-F238E27FC236}">
                <a16:creationId xmlns:a16="http://schemas.microsoft.com/office/drawing/2014/main" id="{07992DE7-E876-41B0-D2F9-FEA78E91B1C8}"/>
              </a:ext>
            </a:extLst>
          </p:cNvPr>
          <p:cNvGrpSpPr/>
          <p:nvPr/>
        </p:nvGrpSpPr>
        <p:grpSpPr>
          <a:xfrm>
            <a:off x="8459354" y="3703991"/>
            <a:ext cx="719654" cy="544125"/>
            <a:chOff x="7273219" y="1657257"/>
            <a:chExt cx="719654" cy="544125"/>
          </a:xfrm>
        </p:grpSpPr>
        <p:grpSp>
          <p:nvGrpSpPr>
            <p:cNvPr id="237" name="组合 236">
              <a:extLst>
                <a:ext uri="{FF2B5EF4-FFF2-40B4-BE49-F238E27FC236}">
                  <a16:creationId xmlns:a16="http://schemas.microsoft.com/office/drawing/2014/main" id="{7FA39014-F4D7-8A27-727B-04044A39A5E4}"/>
                </a:ext>
              </a:extLst>
            </p:cNvPr>
            <p:cNvGrpSpPr/>
            <p:nvPr/>
          </p:nvGrpSpPr>
          <p:grpSpPr>
            <a:xfrm>
              <a:off x="7273219" y="1939303"/>
              <a:ext cx="719654" cy="262079"/>
              <a:chOff x="5908760" y="2517253"/>
              <a:chExt cx="2155538" cy="692863"/>
            </a:xfrm>
          </p:grpSpPr>
          <p:sp>
            <p:nvSpPr>
              <p:cNvPr id="239" name="任意形状 103">
                <a:extLst>
                  <a:ext uri="{FF2B5EF4-FFF2-40B4-BE49-F238E27FC236}">
                    <a16:creationId xmlns:a16="http://schemas.microsoft.com/office/drawing/2014/main" id="{BD7A7DFC-0409-822B-7ACC-F1113628AFE9}"/>
                  </a:ext>
                </a:extLst>
              </p:cNvPr>
              <p:cNvSpPr/>
              <p:nvPr/>
            </p:nvSpPr>
            <p:spPr>
              <a:xfrm>
                <a:off x="5908760" y="2605499"/>
                <a:ext cx="2155538" cy="604617"/>
              </a:xfrm>
              <a:custGeom>
                <a:avLst/>
                <a:gdLst>
                  <a:gd name="connsiteX0" fmla="*/ 1030248 w 2060900"/>
                  <a:gd name="connsiteY0" fmla="*/ 504801 h 504801"/>
                  <a:gd name="connsiteX1" fmla="*/ 0 w 2060900"/>
                  <a:gd name="connsiteY1" fmla="*/ 246126 h 504801"/>
                  <a:gd name="connsiteX2" fmla="*/ 1030248 w 2060900"/>
                  <a:gd name="connsiteY2" fmla="*/ 0 h 504801"/>
                  <a:gd name="connsiteX3" fmla="*/ 2060901 w 2060900"/>
                  <a:gd name="connsiteY3" fmla="*/ 246126 h 504801"/>
                </a:gdLst>
                <a:ahLst/>
                <a:cxnLst>
                  <a:cxn ang="0">
                    <a:pos x="connsiteX0" y="connsiteY0"/>
                  </a:cxn>
                  <a:cxn ang="0">
                    <a:pos x="connsiteX1" y="connsiteY1"/>
                  </a:cxn>
                  <a:cxn ang="0">
                    <a:pos x="connsiteX2" y="connsiteY2"/>
                  </a:cxn>
                  <a:cxn ang="0">
                    <a:pos x="connsiteX3" y="connsiteY3"/>
                  </a:cxn>
                </a:cxnLst>
                <a:rect l="l" t="t" r="r" b="b"/>
                <a:pathLst>
                  <a:path w="2060900" h="504801">
                    <a:moveTo>
                      <a:pt x="1030248" y="504801"/>
                    </a:moveTo>
                    <a:lnTo>
                      <a:pt x="0" y="246126"/>
                    </a:lnTo>
                    <a:lnTo>
                      <a:pt x="1030248" y="0"/>
                    </a:lnTo>
                    <a:lnTo>
                      <a:pt x="2060901" y="246126"/>
                    </a:lnTo>
                    <a:close/>
                  </a:path>
                </a:pathLst>
              </a:custGeom>
              <a:gradFill>
                <a:gsLst>
                  <a:gs pos="100000">
                    <a:schemeClr val="accent1">
                      <a:alpha val="37000"/>
                    </a:schemeClr>
                  </a:gs>
                  <a:gs pos="2800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40" name="任意形状 106">
                <a:extLst>
                  <a:ext uri="{FF2B5EF4-FFF2-40B4-BE49-F238E27FC236}">
                    <a16:creationId xmlns:a16="http://schemas.microsoft.com/office/drawing/2014/main" id="{79A86417-64D8-5D67-DADD-D996FCD66393}"/>
                  </a:ext>
                </a:extLst>
              </p:cNvPr>
              <p:cNvSpPr/>
              <p:nvPr/>
            </p:nvSpPr>
            <p:spPr>
              <a:xfrm>
                <a:off x="6100561" y="2517253"/>
                <a:ext cx="1771937" cy="49697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accent1">
                      <a:alpha val="77000"/>
                    </a:schemeClr>
                  </a:gs>
                  <a:gs pos="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41" name="任意形状 107">
                <a:extLst>
                  <a:ext uri="{FF2B5EF4-FFF2-40B4-BE49-F238E27FC236}">
                    <a16:creationId xmlns:a16="http://schemas.microsoft.com/office/drawing/2014/main" id="{8144F4ED-8367-B817-7322-B8CABCD1BF14}"/>
                  </a:ext>
                </a:extLst>
              </p:cNvPr>
              <p:cNvSpPr/>
              <p:nvPr/>
            </p:nvSpPr>
            <p:spPr>
              <a:xfrm>
                <a:off x="6100561" y="2759682"/>
                <a:ext cx="885755" cy="31176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accent1">
                      <a:alpha val="44000"/>
                    </a:schemeClr>
                  </a:gs>
                  <a:gs pos="100000">
                    <a:schemeClr val="accent1">
                      <a:alpha val="81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42" name="任意形状 108">
                <a:extLst>
                  <a:ext uri="{FF2B5EF4-FFF2-40B4-BE49-F238E27FC236}">
                    <a16:creationId xmlns:a16="http://schemas.microsoft.com/office/drawing/2014/main" id="{E1D357D0-CD99-667C-2C1D-7F608DB46208}"/>
                  </a:ext>
                </a:extLst>
              </p:cNvPr>
              <p:cNvSpPr/>
              <p:nvPr/>
            </p:nvSpPr>
            <p:spPr>
              <a:xfrm>
                <a:off x="6986318" y="2759682"/>
                <a:ext cx="886179" cy="31176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accent1"/>
                  </a:gs>
                  <a:gs pos="0">
                    <a:schemeClr val="accent1">
                      <a:lumMod val="60000"/>
                      <a:lumOff val="40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sp>
          <p:nvSpPr>
            <p:cNvPr id="238" name="六边形 237">
              <a:extLst>
                <a:ext uri="{FF2B5EF4-FFF2-40B4-BE49-F238E27FC236}">
                  <a16:creationId xmlns:a16="http://schemas.microsoft.com/office/drawing/2014/main" id="{9F257288-8B09-272F-B619-4CA85E345DDF}"/>
                </a:ext>
              </a:extLst>
            </p:cNvPr>
            <p:cNvSpPr/>
            <p:nvPr/>
          </p:nvSpPr>
          <p:spPr>
            <a:xfrm rot="5400000">
              <a:off x="7394713" y="1597844"/>
              <a:ext cx="472759" cy="591585"/>
            </a:xfrm>
            <a:prstGeom prst="hexagon">
              <a:avLst>
                <a:gd name="adj" fmla="val 18962"/>
                <a:gd name="vf" fmla="val 115470"/>
              </a:avLst>
            </a:prstGeom>
            <a:gradFill flip="none" rotWithShape="1">
              <a:gsLst>
                <a:gs pos="18000">
                  <a:schemeClr val="accent1">
                    <a:alpha val="0"/>
                  </a:schemeClr>
                </a:gs>
                <a:gs pos="100000">
                  <a:schemeClr val="accent1">
                    <a:alpha val="1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grpSp>
      <p:grpSp>
        <p:nvGrpSpPr>
          <p:cNvPr id="243" name="组合 242">
            <a:extLst>
              <a:ext uri="{FF2B5EF4-FFF2-40B4-BE49-F238E27FC236}">
                <a16:creationId xmlns:a16="http://schemas.microsoft.com/office/drawing/2014/main" id="{BE90DC1B-92DB-3EF6-3B9E-8AA279A59CA1}"/>
              </a:ext>
            </a:extLst>
          </p:cNvPr>
          <p:cNvGrpSpPr/>
          <p:nvPr/>
        </p:nvGrpSpPr>
        <p:grpSpPr>
          <a:xfrm>
            <a:off x="3012991" y="3703991"/>
            <a:ext cx="719654" cy="544125"/>
            <a:chOff x="7273219" y="1657257"/>
            <a:chExt cx="719654" cy="544125"/>
          </a:xfrm>
        </p:grpSpPr>
        <p:grpSp>
          <p:nvGrpSpPr>
            <p:cNvPr id="244" name="组合 243">
              <a:extLst>
                <a:ext uri="{FF2B5EF4-FFF2-40B4-BE49-F238E27FC236}">
                  <a16:creationId xmlns:a16="http://schemas.microsoft.com/office/drawing/2014/main" id="{5FA1FB04-84D3-C6D5-17F2-7337B1A39587}"/>
                </a:ext>
              </a:extLst>
            </p:cNvPr>
            <p:cNvGrpSpPr/>
            <p:nvPr/>
          </p:nvGrpSpPr>
          <p:grpSpPr>
            <a:xfrm>
              <a:off x="7273219" y="1939303"/>
              <a:ext cx="719654" cy="262079"/>
              <a:chOff x="5908760" y="2517253"/>
              <a:chExt cx="2155538" cy="692863"/>
            </a:xfrm>
          </p:grpSpPr>
          <p:sp>
            <p:nvSpPr>
              <p:cNvPr id="246" name="任意形状 103">
                <a:extLst>
                  <a:ext uri="{FF2B5EF4-FFF2-40B4-BE49-F238E27FC236}">
                    <a16:creationId xmlns:a16="http://schemas.microsoft.com/office/drawing/2014/main" id="{1A8B44C5-3B43-F063-ED68-E38BD6204A9D}"/>
                  </a:ext>
                </a:extLst>
              </p:cNvPr>
              <p:cNvSpPr/>
              <p:nvPr/>
            </p:nvSpPr>
            <p:spPr>
              <a:xfrm>
                <a:off x="5908760" y="2605499"/>
                <a:ext cx="2155538" cy="604617"/>
              </a:xfrm>
              <a:custGeom>
                <a:avLst/>
                <a:gdLst>
                  <a:gd name="connsiteX0" fmla="*/ 1030248 w 2060900"/>
                  <a:gd name="connsiteY0" fmla="*/ 504801 h 504801"/>
                  <a:gd name="connsiteX1" fmla="*/ 0 w 2060900"/>
                  <a:gd name="connsiteY1" fmla="*/ 246126 h 504801"/>
                  <a:gd name="connsiteX2" fmla="*/ 1030248 w 2060900"/>
                  <a:gd name="connsiteY2" fmla="*/ 0 h 504801"/>
                  <a:gd name="connsiteX3" fmla="*/ 2060901 w 2060900"/>
                  <a:gd name="connsiteY3" fmla="*/ 246126 h 504801"/>
                </a:gdLst>
                <a:ahLst/>
                <a:cxnLst>
                  <a:cxn ang="0">
                    <a:pos x="connsiteX0" y="connsiteY0"/>
                  </a:cxn>
                  <a:cxn ang="0">
                    <a:pos x="connsiteX1" y="connsiteY1"/>
                  </a:cxn>
                  <a:cxn ang="0">
                    <a:pos x="connsiteX2" y="connsiteY2"/>
                  </a:cxn>
                  <a:cxn ang="0">
                    <a:pos x="connsiteX3" y="connsiteY3"/>
                  </a:cxn>
                </a:cxnLst>
                <a:rect l="l" t="t" r="r" b="b"/>
                <a:pathLst>
                  <a:path w="2060900" h="504801">
                    <a:moveTo>
                      <a:pt x="1030248" y="504801"/>
                    </a:moveTo>
                    <a:lnTo>
                      <a:pt x="0" y="246126"/>
                    </a:lnTo>
                    <a:lnTo>
                      <a:pt x="1030248" y="0"/>
                    </a:lnTo>
                    <a:lnTo>
                      <a:pt x="2060901" y="246126"/>
                    </a:lnTo>
                    <a:close/>
                  </a:path>
                </a:pathLst>
              </a:custGeom>
              <a:gradFill>
                <a:gsLst>
                  <a:gs pos="100000">
                    <a:schemeClr val="accent1">
                      <a:alpha val="37000"/>
                    </a:schemeClr>
                  </a:gs>
                  <a:gs pos="2800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47" name="任意形状 106">
                <a:extLst>
                  <a:ext uri="{FF2B5EF4-FFF2-40B4-BE49-F238E27FC236}">
                    <a16:creationId xmlns:a16="http://schemas.microsoft.com/office/drawing/2014/main" id="{D014D87E-70F9-C581-7C3C-5332561C3634}"/>
                  </a:ext>
                </a:extLst>
              </p:cNvPr>
              <p:cNvSpPr/>
              <p:nvPr/>
            </p:nvSpPr>
            <p:spPr>
              <a:xfrm>
                <a:off x="6100561" y="2517253"/>
                <a:ext cx="1771937" cy="49697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accent1">
                      <a:alpha val="77000"/>
                    </a:schemeClr>
                  </a:gs>
                  <a:gs pos="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48" name="任意形状 107">
                <a:extLst>
                  <a:ext uri="{FF2B5EF4-FFF2-40B4-BE49-F238E27FC236}">
                    <a16:creationId xmlns:a16="http://schemas.microsoft.com/office/drawing/2014/main" id="{8F663F9E-2776-4D15-51C4-4AC5443FB03A}"/>
                  </a:ext>
                </a:extLst>
              </p:cNvPr>
              <p:cNvSpPr/>
              <p:nvPr/>
            </p:nvSpPr>
            <p:spPr>
              <a:xfrm>
                <a:off x="6100561" y="2759682"/>
                <a:ext cx="885755" cy="31176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accent1">
                      <a:alpha val="44000"/>
                    </a:schemeClr>
                  </a:gs>
                  <a:gs pos="100000">
                    <a:schemeClr val="accent1">
                      <a:alpha val="81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49" name="任意形状 108">
                <a:extLst>
                  <a:ext uri="{FF2B5EF4-FFF2-40B4-BE49-F238E27FC236}">
                    <a16:creationId xmlns:a16="http://schemas.microsoft.com/office/drawing/2014/main" id="{86E3E867-498F-BA81-F988-CBB4A763F007}"/>
                  </a:ext>
                </a:extLst>
              </p:cNvPr>
              <p:cNvSpPr/>
              <p:nvPr/>
            </p:nvSpPr>
            <p:spPr>
              <a:xfrm>
                <a:off x="6986318" y="2759682"/>
                <a:ext cx="886179" cy="31176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accent1"/>
                  </a:gs>
                  <a:gs pos="0">
                    <a:schemeClr val="accent1">
                      <a:lumMod val="60000"/>
                      <a:lumOff val="40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sp>
          <p:nvSpPr>
            <p:cNvPr id="245" name="六边形 244">
              <a:extLst>
                <a:ext uri="{FF2B5EF4-FFF2-40B4-BE49-F238E27FC236}">
                  <a16:creationId xmlns:a16="http://schemas.microsoft.com/office/drawing/2014/main" id="{BF8E674A-6D62-BEA3-BE71-0AC17E6A6C1C}"/>
                </a:ext>
              </a:extLst>
            </p:cNvPr>
            <p:cNvSpPr/>
            <p:nvPr/>
          </p:nvSpPr>
          <p:spPr>
            <a:xfrm rot="5400000">
              <a:off x="7394713" y="1597844"/>
              <a:ext cx="472759" cy="591585"/>
            </a:xfrm>
            <a:prstGeom prst="hexagon">
              <a:avLst>
                <a:gd name="adj" fmla="val 18962"/>
                <a:gd name="vf" fmla="val 115470"/>
              </a:avLst>
            </a:prstGeom>
            <a:gradFill flip="none" rotWithShape="1">
              <a:gsLst>
                <a:gs pos="18000">
                  <a:schemeClr val="accent1">
                    <a:alpha val="0"/>
                  </a:schemeClr>
                </a:gs>
                <a:gs pos="100000">
                  <a:schemeClr val="accent1">
                    <a:alpha val="1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grpSp>
      <p:grpSp>
        <p:nvGrpSpPr>
          <p:cNvPr id="250" name="组合 249">
            <a:extLst>
              <a:ext uri="{FF2B5EF4-FFF2-40B4-BE49-F238E27FC236}">
                <a16:creationId xmlns:a16="http://schemas.microsoft.com/office/drawing/2014/main" id="{15933C4A-6B60-6BE6-F1D6-8577078B67AA}"/>
              </a:ext>
            </a:extLst>
          </p:cNvPr>
          <p:cNvGrpSpPr/>
          <p:nvPr/>
        </p:nvGrpSpPr>
        <p:grpSpPr>
          <a:xfrm>
            <a:off x="3359924" y="2654461"/>
            <a:ext cx="719654" cy="544125"/>
            <a:chOff x="7273219" y="1657257"/>
            <a:chExt cx="719654" cy="544125"/>
          </a:xfrm>
        </p:grpSpPr>
        <p:grpSp>
          <p:nvGrpSpPr>
            <p:cNvPr id="251" name="组合 250">
              <a:extLst>
                <a:ext uri="{FF2B5EF4-FFF2-40B4-BE49-F238E27FC236}">
                  <a16:creationId xmlns:a16="http://schemas.microsoft.com/office/drawing/2014/main" id="{F55618A0-A980-4D2D-A3A1-2D4A6EEBDAC3}"/>
                </a:ext>
              </a:extLst>
            </p:cNvPr>
            <p:cNvGrpSpPr/>
            <p:nvPr/>
          </p:nvGrpSpPr>
          <p:grpSpPr>
            <a:xfrm>
              <a:off x="7273219" y="1939303"/>
              <a:ext cx="719654" cy="262079"/>
              <a:chOff x="5908760" y="2517253"/>
              <a:chExt cx="2155538" cy="692863"/>
            </a:xfrm>
          </p:grpSpPr>
          <p:sp>
            <p:nvSpPr>
              <p:cNvPr id="253" name="任意形状 103">
                <a:extLst>
                  <a:ext uri="{FF2B5EF4-FFF2-40B4-BE49-F238E27FC236}">
                    <a16:creationId xmlns:a16="http://schemas.microsoft.com/office/drawing/2014/main" id="{267C2FF3-5D0C-6B25-CD8F-F14B00E2C93B}"/>
                  </a:ext>
                </a:extLst>
              </p:cNvPr>
              <p:cNvSpPr/>
              <p:nvPr/>
            </p:nvSpPr>
            <p:spPr>
              <a:xfrm>
                <a:off x="5908760" y="2605499"/>
                <a:ext cx="2155538" cy="604617"/>
              </a:xfrm>
              <a:custGeom>
                <a:avLst/>
                <a:gdLst>
                  <a:gd name="connsiteX0" fmla="*/ 1030248 w 2060900"/>
                  <a:gd name="connsiteY0" fmla="*/ 504801 h 504801"/>
                  <a:gd name="connsiteX1" fmla="*/ 0 w 2060900"/>
                  <a:gd name="connsiteY1" fmla="*/ 246126 h 504801"/>
                  <a:gd name="connsiteX2" fmla="*/ 1030248 w 2060900"/>
                  <a:gd name="connsiteY2" fmla="*/ 0 h 504801"/>
                  <a:gd name="connsiteX3" fmla="*/ 2060901 w 2060900"/>
                  <a:gd name="connsiteY3" fmla="*/ 246126 h 504801"/>
                </a:gdLst>
                <a:ahLst/>
                <a:cxnLst>
                  <a:cxn ang="0">
                    <a:pos x="connsiteX0" y="connsiteY0"/>
                  </a:cxn>
                  <a:cxn ang="0">
                    <a:pos x="connsiteX1" y="connsiteY1"/>
                  </a:cxn>
                  <a:cxn ang="0">
                    <a:pos x="connsiteX2" y="connsiteY2"/>
                  </a:cxn>
                  <a:cxn ang="0">
                    <a:pos x="connsiteX3" y="connsiteY3"/>
                  </a:cxn>
                </a:cxnLst>
                <a:rect l="l" t="t" r="r" b="b"/>
                <a:pathLst>
                  <a:path w="2060900" h="504801">
                    <a:moveTo>
                      <a:pt x="1030248" y="504801"/>
                    </a:moveTo>
                    <a:lnTo>
                      <a:pt x="0" y="246126"/>
                    </a:lnTo>
                    <a:lnTo>
                      <a:pt x="1030248" y="0"/>
                    </a:lnTo>
                    <a:lnTo>
                      <a:pt x="2060901" y="246126"/>
                    </a:lnTo>
                    <a:close/>
                  </a:path>
                </a:pathLst>
              </a:custGeom>
              <a:gradFill>
                <a:gsLst>
                  <a:gs pos="100000">
                    <a:schemeClr val="accent1">
                      <a:alpha val="37000"/>
                    </a:schemeClr>
                  </a:gs>
                  <a:gs pos="2800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54" name="任意形状 106">
                <a:extLst>
                  <a:ext uri="{FF2B5EF4-FFF2-40B4-BE49-F238E27FC236}">
                    <a16:creationId xmlns:a16="http://schemas.microsoft.com/office/drawing/2014/main" id="{15DE78F4-D703-A04D-8143-BA1E6869242A}"/>
                  </a:ext>
                </a:extLst>
              </p:cNvPr>
              <p:cNvSpPr/>
              <p:nvPr/>
            </p:nvSpPr>
            <p:spPr>
              <a:xfrm>
                <a:off x="6100561" y="2517253"/>
                <a:ext cx="1771937" cy="49697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accent1">
                      <a:alpha val="77000"/>
                    </a:schemeClr>
                  </a:gs>
                  <a:gs pos="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55" name="任意形状 107">
                <a:extLst>
                  <a:ext uri="{FF2B5EF4-FFF2-40B4-BE49-F238E27FC236}">
                    <a16:creationId xmlns:a16="http://schemas.microsoft.com/office/drawing/2014/main" id="{7DE99875-5026-A78A-43F6-1C610DA93681}"/>
                  </a:ext>
                </a:extLst>
              </p:cNvPr>
              <p:cNvSpPr/>
              <p:nvPr/>
            </p:nvSpPr>
            <p:spPr>
              <a:xfrm>
                <a:off x="6100561" y="2759682"/>
                <a:ext cx="885755" cy="31176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accent1">
                      <a:alpha val="44000"/>
                    </a:schemeClr>
                  </a:gs>
                  <a:gs pos="100000">
                    <a:schemeClr val="accent1">
                      <a:alpha val="81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56" name="任意形状 108">
                <a:extLst>
                  <a:ext uri="{FF2B5EF4-FFF2-40B4-BE49-F238E27FC236}">
                    <a16:creationId xmlns:a16="http://schemas.microsoft.com/office/drawing/2014/main" id="{F425A7E5-9B88-3CF5-C1DA-DADC373E936E}"/>
                  </a:ext>
                </a:extLst>
              </p:cNvPr>
              <p:cNvSpPr/>
              <p:nvPr/>
            </p:nvSpPr>
            <p:spPr>
              <a:xfrm>
                <a:off x="6986318" y="2759682"/>
                <a:ext cx="886179" cy="31176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accent1"/>
                  </a:gs>
                  <a:gs pos="0">
                    <a:schemeClr val="accent1">
                      <a:lumMod val="60000"/>
                      <a:lumOff val="40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sp>
          <p:nvSpPr>
            <p:cNvPr id="252" name="六边形 251">
              <a:extLst>
                <a:ext uri="{FF2B5EF4-FFF2-40B4-BE49-F238E27FC236}">
                  <a16:creationId xmlns:a16="http://schemas.microsoft.com/office/drawing/2014/main" id="{E3991ACF-6DCA-2E83-C448-EA5C68CC7400}"/>
                </a:ext>
              </a:extLst>
            </p:cNvPr>
            <p:cNvSpPr/>
            <p:nvPr/>
          </p:nvSpPr>
          <p:spPr>
            <a:xfrm rot="5400000">
              <a:off x="7394713" y="1597844"/>
              <a:ext cx="472759" cy="591585"/>
            </a:xfrm>
            <a:prstGeom prst="hexagon">
              <a:avLst>
                <a:gd name="adj" fmla="val 18962"/>
                <a:gd name="vf" fmla="val 115470"/>
              </a:avLst>
            </a:prstGeom>
            <a:gradFill flip="none" rotWithShape="1">
              <a:gsLst>
                <a:gs pos="18000">
                  <a:schemeClr val="accent1">
                    <a:alpha val="0"/>
                  </a:schemeClr>
                </a:gs>
                <a:gs pos="100000">
                  <a:schemeClr val="accent1">
                    <a:alpha val="1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grpSp>
      <p:grpSp>
        <p:nvGrpSpPr>
          <p:cNvPr id="258" name="组合 257">
            <a:extLst>
              <a:ext uri="{FF2B5EF4-FFF2-40B4-BE49-F238E27FC236}">
                <a16:creationId xmlns:a16="http://schemas.microsoft.com/office/drawing/2014/main" id="{1EAA1C84-758E-115A-7737-C9DF488792C1}"/>
              </a:ext>
            </a:extLst>
          </p:cNvPr>
          <p:cNvGrpSpPr/>
          <p:nvPr/>
        </p:nvGrpSpPr>
        <p:grpSpPr>
          <a:xfrm>
            <a:off x="4187692" y="1718997"/>
            <a:ext cx="719654" cy="544125"/>
            <a:chOff x="7273219" y="1657257"/>
            <a:chExt cx="719654" cy="544125"/>
          </a:xfrm>
        </p:grpSpPr>
        <p:grpSp>
          <p:nvGrpSpPr>
            <p:cNvPr id="259" name="组合 258">
              <a:extLst>
                <a:ext uri="{FF2B5EF4-FFF2-40B4-BE49-F238E27FC236}">
                  <a16:creationId xmlns:a16="http://schemas.microsoft.com/office/drawing/2014/main" id="{9916899F-AC1F-9EFA-FBF8-797EE9FE00EC}"/>
                </a:ext>
              </a:extLst>
            </p:cNvPr>
            <p:cNvGrpSpPr/>
            <p:nvPr/>
          </p:nvGrpSpPr>
          <p:grpSpPr>
            <a:xfrm>
              <a:off x="7273219" y="1939303"/>
              <a:ext cx="719654" cy="262079"/>
              <a:chOff x="5908760" y="2517253"/>
              <a:chExt cx="2155538" cy="692863"/>
            </a:xfrm>
          </p:grpSpPr>
          <p:sp>
            <p:nvSpPr>
              <p:cNvPr id="261" name="任意形状 103">
                <a:extLst>
                  <a:ext uri="{FF2B5EF4-FFF2-40B4-BE49-F238E27FC236}">
                    <a16:creationId xmlns:a16="http://schemas.microsoft.com/office/drawing/2014/main" id="{D9F95C38-C743-42B5-A31A-BF4F39B1C605}"/>
                  </a:ext>
                </a:extLst>
              </p:cNvPr>
              <p:cNvSpPr/>
              <p:nvPr/>
            </p:nvSpPr>
            <p:spPr>
              <a:xfrm>
                <a:off x="5908760" y="2605499"/>
                <a:ext cx="2155538" cy="604617"/>
              </a:xfrm>
              <a:custGeom>
                <a:avLst/>
                <a:gdLst>
                  <a:gd name="connsiteX0" fmla="*/ 1030248 w 2060900"/>
                  <a:gd name="connsiteY0" fmla="*/ 504801 h 504801"/>
                  <a:gd name="connsiteX1" fmla="*/ 0 w 2060900"/>
                  <a:gd name="connsiteY1" fmla="*/ 246126 h 504801"/>
                  <a:gd name="connsiteX2" fmla="*/ 1030248 w 2060900"/>
                  <a:gd name="connsiteY2" fmla="*/ 0 h 504801"/>
                  <a:gd name="connsiteX3" fmla="*/ 2060901 w 2060900"/>
                  <a:gd name="connsiteY3" fmla="*/ 246126 h 504801"/>
                </a:gdLst>
                <a:ahLst/>
                <a:cxnLst>
                  <a:cxn ang="0">
                    <a:pos x="connsiteX0" y="connsiteY0"/>
                  </a:cxn>
                  <a:cxn ang="0">
                    <a:pos x="connsiteX1" y="connsiteY1"/>
                  </a:cxn>
                  <a:cxn ang="0">
                    <a:pos x="connsiteX2" y="connsiteY2"/>
                  </a:cxn>
                  <a:cxn ang="0">
                    <a:pos x="connsiteX3" y="connsiteY3"/>
                  </a:cxn>
                </a:cxnLst>
                <a:rect l="l" t="t" r="r" b="b"/>
                <a:pathLst>
                  <a:path w="2060900" h="504801">
                    <a:moveTo>
                      <a:pt x="1030248" y="504801"/>
                    </a:moveTo>
                    <a:lnTo>
                      <a:pt x="0" y="246126"/>
                    </a:lnTo>
                    <a:lnTo>
                      <a:pt x="1030248" y="0"/>
                    </a:lnTo>
                    <a:lnTo>
                      <a:pt x="2060901" y="246126"/>
                    </a:lnTo>
                    <a:close/>
                  </a:path>
                </a:pathLst>
              </a:custGeom>
              <a:gradFill>
                <a:gsLst>
                  <a:gs pos="100000">
                    <a:schemeClr val="accent1">
                      <a:alpha val="37000"/>
                    </a:schemeClr>
                  </a:gs>
                  <a:gs pos="2800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62" name="任意形状 106">
                <a:extLst>
                  <a:ext uri="{FF2B5EF4-FFF2-40B4-BE49-F238E27FC236}">
                    <a16:creationId xmlns:a16="http://schemas.microsoft.com/office/drawing/2014/main" id="{9FA2F6F4-88CE-5FB7-FC86-311E745D48DC}"/>
                  </a:ext>
                </a:extLst>
              </p:cNvPr>
              <p:cNvSpPr/>
              <p:nvPr/>
            </p:nvSpPr>
            <p:spPr>
              <a:xfrm>
                <a:off x="6100561" y="2517253"/>
                <a:ext cx="1771937" cy="49697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accent1">
                      <a:alpha val="77000"/>
                    </a:schemeClr>
                  </a:gs>
                  <a:gs pos="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63" name="任意形状 107">
                <a:extLst>
                  <a:ext uri="{FF2B5EF4-FFF2-40B4-BE49-F238E27FC236}">
                    <a16:creationId xmlns:a16="http://schemas.microsoft.com/office/drawing/2014/main" id="{A80EF69C-0517-85FB-07CF-BD2712846925}"/>
                  </a:ext>
                </a:extLst>
              </p:cNvPr>
              <p:cNvSpPr/>
              <p:nvPr/>
            </p:nvSpPr>
            <p:spPr>
              <a:xfrm>
                <a:off x="6100561" y="2759682"/>
                <a:ext cx="885755" cy="31176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accent1">
                      <a:alpha val="44000"/>
                    </a:schemeClr>
                  </a:gs>
                  <a:gs pos="100000">
                    <a:schemeClr val="accent1">
                      <a:alpha val="81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64" name="任意形状 108">
                <a:extLst>
                  <a:ext uri="{FF2B5EF4-FFF2-40B4-BE49-F238E27FC236}">
                    <a16:creationId xmlns:a16="http://schemas.microsoft.com/office/drawing/2014/main" id="{5E13AAB7-1F06-EED0-92E3-9F3E4FA8093D}"/>
                  </a:ext>
                </a:extLst>
              </p:cNvPr>
              <p:cNvSpPr/>
              <p:nvPr/>
            </p:nvSpPr>
            <p:spPr>
              <a:xfrm>
                <a:off x="6986318" y="2759682"/>
                <a:ext cx="886179" cy="31176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accent1"/>
                  </a:gs>
                  <a:gs pos="0">
                    <a:schemeClr val="accent1">
                      <a:lumMod val="60000"/>
                      <a:lumOff val="40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sp>
          <p:nvSpPr>
            <p:cNvPr id="260" name="六边形 259">
              <a:extLst>
                <a:ext uri="{FF2B5EF4-FFF2-40B4-BE49-F238E27FC236}">
                  <a16:creationId xmlns:a16="http://schemas.microsoft.com/office/drawing/2014/main" id="{8A522CF2-74AB-C937-C1B7-4C8CEC625F6F}"/>
                </a:ext>
              </a:extLst>
            </p:cNvPr>
            <p:cNvSpPr/>
            <p:nvPr/>
          </p:nvSpPr>
          <p:spPr>
            <a:xfrm rot="5400000">
              <a:off x="7394713" y="1597844"/>
              <a:ext cx="472759" cy="591585"/>
            </a:xfrm>
            <a:prstGeom prst="hexagon">
              <a:avLst>
                <a:gd name="adj" fmla="val 18962"/>
                <a:gd name="vf" fmla="val 115470"/>
              </a:avLst>
            </a:prstGeom>
            <a:gradFill flip="none" rotWithShape="1">
              <a:gsLst>
                <a:gs pos="18000">
                  <a:schemeClr val="accent1">
                    <a:alpha val="0"/>
                  </a:schemeClr>
                </a:gs>
                <a:gs pos="100000">
                  <a:schemeClr val="accent1">
                    <a:alpha val="1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grpSp>
      <p:grpSp>
        <p:nvGrpSpPr>
          <p:cNvPr id="265" name="组合 264">
            <a:extLst>
              <a:ext uri="{FF2B5EF4-FFF2-40B4-BE49-F238E27FC236}">
                <a16:creationId xmlns:a16="http://schemas.microsoft.com/office/drawing/2014/main" id="{282778E5-0976-446F-5B27-432CACFE750F}"/>
              </a:ext>
            </a:extLst>
          </p:cNvPr>
          <p:cNvGrpSpPr/>
          <p:nvPr/>
        </p:nvGrpSpPr>
        <p:grpSpPr>
          <a:xfrm>
            <a:off x="5740626" y="1299162"/>
            <a:ext cx="719654" cy="544125"/>
            <a:chOff x="7273219" y="1657257"/>
            <a:chExt cx="719654" cy="544125"/>
          </a:xfrm>
        </p:grpSpPr>
        <p:grpSp>
          <p:nvGrpSpPr>
            <p:cNvPr id="266" name="组合 265">
              <a:extLst>
                <a:ext uri="{FF2B5EF4-FFF2-40B4-BE49-F238E27FC236}">
                  <a16:creationId xmlns:a16="http://schemas.microsoft.com/office/drawing/2014/main" id="{A5471D48-B36C-43C0-498F-19F817ED3CD6}"/>
                </a:ext>
              </a:extLst>
            </p:cNvPr>
            <p:cNvGrpSpPr/>
            <p:nvPr/>
          </p:nvGrpSpPr>
          <p:grpSpPr>
            <a:xfrm>
              <a:off x="7273219" y="1939303"/>
              <a:ext cx="719654" cy="262079"/>
              <a:chOff x="5908760" y="2517253"/>
              <a:chExt cx="2155538" cy="692863"/>
            </a:xfrm>
          </p:grpSpPr>
          <p:sp>
            <p:nvSpPr>
              <p:cNvPr id="268" name="任意形状 103">
                <a:extLst>
                  <a:ext uri="{FF2B5EF4-FFF2-40B4-BE49-F238E27FC236}">
                    <a16:creationId xmlns:a16="http://schemas.microsoft.com/office/drawing/2014/main" id="{7DAC9AC4-B387-DFAE-373A-1D5020E71D09}"/>
                  </a:ext>
                </a:extLst>
              </p:cNvPr>
              <p:cNvSpPr/>
              <p:nvPr/>
            </p:nvSpPr>
            <p:spPr>
              <a:xfrm>
                <a:off x="5908760" y="2605499"/>
                <a:ext cx="2155538" cy="604617"/>
              </a:xfrm>
              <a:custGeom>
                <a:avLst/>
                <a:gdLst>
                  <a:gd name="connsiteX0" fmla="*/ 1030248 w 2060900"/>
                  <a:gd name="connsiteY0" fmla="*/ 504801 h 504801"/>
                  <a:gd name="connsiteX1" fmla="*/ 0 w 2060900"/>
                  <a:gd name="connsiteY1" fmla="*/ 246126 h 504801"/>
                  <a:gd name="connsiteX2" fmla="*/ 1030248 w 2060900"/>
                  <a:gd name="connsiteY2" fmla="*/ 0 h 504801"/>
                  <a:gd name="connsiteX3" fmla="*/ 2060901 w 2060900"/>
                  <a:gd name="connsiteY3" fmla="*/ 246126 h 504801"/>
                </a:gdLst>
                <a:ahLst/>
                <a:cxnLst>
                  <a:cxn ang="0">
                    <a:pos x="connsiteX0" y="connsiteY0"/>
                  </a:cxn>
                  <a:cxn ang="0">
                    <a:pos x="connsiteX1" y="connsiteY1"/>
                  </a:cxn>
                  <a:cxn ang="0">
                    <a:pos x="connsiteX2" y="connsiteY2"/>
                  </a:cxn>
                  <a:cxn ang="0">
                    <a:pos x="connsiteX3" y="connsiteY3"/>
                  </a:cxn>
                </a:cxnLst>
                <a:rect l="l" t="t" r="r" b="b"/>
                <a:pathLst>
                  <a:path w="2060900" h="504801">
                    <a:moveTo>
                      <a:pt x="1030248" y="504801"/>
                    </a:moveTo>
                    <a:lnTo>
                      <a:pt x="0" y="246126"/>
                    </a:lnTo>
                    <a:lnTo>
                      <a:pt x="1030248" y="0"/>
                    </a:lnTo>
                    <a:lnTo>
                      <a:pt x="2060901" y="246126"/>
                    </a:lnTo>
                    <a:close/>
                  </a:path>
                </a:pathLst>
              </a:custGeom>
              <a:gradFill>
                <a:gsLst>
                  <a:gs pos="100000">
                    <a:schemeClr val="accent1">
                      <a:alpha val="37000"/>
                    </a:schemeClr>
                  </a:gs>
                  <a:gs pos="2800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69" name="任意形状 106">
                <a:extLst>
                  <a:ext uri="{FF2B5EF4-FFF2-40B4-BE49-F238E27FC236}">
                    <a16:creationId xmlns:a16="http://schemas.microsoft.com/office/drawing/2014/main" id="{406318F4-E384-D6C8-7499-22A7EA3ACF19}"/>
                  </a:ext>
                </a:extLst>
              </p:cNvPr>
              <p:cNvSpPr/>
              <p:nvPr/>
            </p:nvSpPr>
            <p:spPr>
              <a:xfrm>
                <a:off x="6100561" y="2517253"/>
                <a:ext cx="1771937" cy="49697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accent1">
                      <a:alpha val="77000"/>
                    </a:schemeClr>
                  </a:gs>
                  <a:gs pos="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70" name="任意形状 107">
                <a:extLst>
                  <a:ext uri="{FF2B5EF4-FFF2-40B4-BE49-F238E27FC236}">
                    <a16:creationId xmlns:a16="http://schemas.microsoft.com/office/drawing/2014/main" id="{F5CDFE52-02C6-D484-D08E-A675DA42D562}"/>
                  </a:ext>
                </a:extLst>
              </p:cNvPr>
              <p:cNvSpPr/>
              <p:nvPr/>
            </p:nvSpPr>
            <p:spPr>
              <a:xfrm>
                <a:off x="6100561" y="2759682"/>
                <a:ext cx="885755" cy="31176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accent1">
                      <a:alpha val="44000"/>
                    </a:schemeClr>
                  </a:gs>
                  <a:gs pos="100000">
                    <a:schemeClr val="accent1">
                      <a:alpha val="81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271" name="任意形状 108">
                <a:extLst>
                  <a:ext uri="{FF2B5EF4-FFF2-40B4-BE49-F238E27FC236}">
                    <a16:creationId xmlns:a16="http://schemas.microsoft.com/office/drawing/2014/main" id="{B7E62603-6503-D6C2-9877-2AAF8E1CAD7F}"/>
                  </a:ext>
                </a:extLst>
              </p:cNvPr>
              <p:cNvSpPr/>
              <p:nvPr/>
            </p:nvSpPr>
            <p:spPr>
              <a:xfrm>
                <a:off x="6986318" y="2759682"/>
                <a:ext cx="886179" cy="31176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accent1"/>
                  </a:gs>
                  <a:gs pos="0">
                    <a:schemeClr val="accent1">
                      <a:lumMod val="60000"/>
                      <a:lumOff val="40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sp>
          <p:nvSpPr>
            <p:cNvPr id="267" name="六边形 266">
              <a:extLst>
                <a:ext uri="{FF2B5EF4-FFF2-40B4-BE49-F238E27FC236}">
                  <a16:creationId xmlns:a16="http://schemas.microsoft.com/office/drawing/2014/main" id="{6AF06967-B3FE-212A-2CDB-E6CACDE00505}"/>
                </a:ext>
              </a:extLst>
            </p:cNvPr>
            <p:cNvSpPr/>
            <p:nvPr/>
          </p:nvSpPr>
          <p:spPr>
            <a:xfrm rot="5400000">
              <a:off x="7394713" y="1597844"/>
              <a:ext cx="472759" cy="591585"/>
            </a:xfrm>
            <a:prstGeom prst="hexagon">
              <a:avLst>
                <a:gd name="adj" fmla="val 18962"/>
                <a:gd name="vf" fmla="val 115470"/>
              </a:avLst>
            </a:prstGeom>
            <a:gradFill flip="none" rotWithShape="1">
              <a:gsLst>
                <a:gs pos="18000">
                  <a:schemeClr val="accent1">
                    <a:alpha val="0"/>
                  </a:schemeClr>
                </a:gs>
                <a:gs pos="100000">
                  <a:schemeClr val="accent1">
                    <a:alpha val="1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grpSp>
      <p:sp>
        <p:nvSpPr>
          <p:cNvPr id="277" name="任意多边形: 形状 276">
            <a:extLst>
              <a:ext uri="{FF2B5EF4-FFF2-40B4-BE49-F238E27FC236}">
                <a16:creationId xmlns:a16="http://schemas.microsoft.com/office/drawing/2014/main" id="{6B744A4A-4F45-B27F-FA8C-5E4E0CE87F67}"/>
              </a:ext>
            </a:extLst>
          </p:cNvPr>
          <p:cNvSpPr/>
          <p:nvPr/>
        </p:nvSpPr>
        <p:spPr>
          <a:xfrm>
            <a:off x="5983919" y="1454573"/>
            <a:ext cx="224162" cy="204254"/>
          </a:xfrm>
          <a:custGeom>
            <a:avLst/>
            <a:gdLst>
              <a:gd name="connsiteX0" fmla="*/ 131947 w 198012"/>
              <a:gd name="connsiteY0" fmla="*/ 76928 h 180427"/>
              <a:gd name="connsiteX1" fmla="*/ 136497 w 198012"/>
              <a:gd name="connsiteY1" fmla="*/ 78764 h 180427"/>
              <a:gd name="connsiteX2" fmla="*/ 163931 w 198012"/>
              <a:gd name="connsiteY2" fmla="*/ 106194 h 180427"/>
              <a:gd name="connsiteX3" fmla="*/ 163931 w 198012"/>
              <a:gd name="connsiteY3" fmla="*/ 115426 h 180427"/>
              <a:gd name="connsiteX4" fmla="*/ 136497 w 198012"/>
              <a:gd name="connsiteY4" fmla="*/ 142815 h 180427"/>
              <a:gd name="connsiteX5" fmla="*/ 131883 w 198012"/>
              <a:gd name="connsiteY5" fmla="*/ 144737 h 180427"/>
              <a:gd name="connsiteX6" fmla="*/ 127266 w 198012"/>
              <a:gd name="connsiteY6" fmla="*/ 142838 h 180427"/>
              <a:gd name="connsiteX7" fmla="*/ 127243 w 198012"/>
              <a:gd name="connsiteY7" fmla="*/ 142815 h 180427"/>
              <a:gd name="connsiteX8" fmla="*/ 125343 w 198012"/>
              <a:gd name="connsiteY8" fmla="*/ 138197 h 180427"/>
              <a:gd name="connsiteX9" fmla="*/ 127266 w 198012"/>
              <a:gd name="connsiteY9" fmla="*/ 133583 h 180427"/>
              <a:gd name="connsiteX10" fmla="*/ 150037 w 198012"/>
              <a:gd name="connsiteY10" fmla="*/ 110789 h 180427"/>
              <a:gd name="connsiteX11" fmla="*/ 127266 w 198012"/>
              <a:gd name="connsiteY11" fmla="*/ 88014 h 180427"/>
              <a:gd name="connsiteX12" fmla="*/ 125412 w 198012"/>
              <a:gd name="connsiteY12" fmla="*/ 83450 h 180427"/>
              <a:gd name="connsiteX13" fmla="*/ 131947 w 198012"/>
              <a:gd name="connsiteY13" fmla="*/ 76928 h 180427"/>
              <a:gd name="connsiteX14" fmla="*/ 66019 w 198012"/>
              <a:gd name="connsiteY14" fmla="*/ 76928 h 180427"/>
              <a:gd name="connsiteX15" fmla="*/ 70568 w 198012"/>
              <a:gd name="connsiteY15" fmla="*/ 78760 h 180427"/>
              <a:gd name="connsiteX16" fmla="*/ 70723 w 198012"/>
              <a:gd name="connsiteY16" fmla="*/ 87995 h 180427"/>
              <a:gd name="connsiteX17" fmla="*/ 47929 w 198012"/>
              <a:gd name="connsiteY17" fmla="*/ 110812 h 180427"/>
              <a:gd name="connsiteX18" fmla="*/ 70723 w 198012"/>
              <a:gd name="connsiteY18" fmla="*/ 133583 h 180427"/>
              <a:gd name="connsiteX19" fmla="*/ 72623 w 198012"/>
              <a:gd name="connsiteY19" fmla="*/ 138186 h 180427"/>
              <a:gd name="connsiteX20" fmla="*/ 66087 w 198012"/>
              <a:gd name="connsiteY20" fmla="*/ 144737 h 180427"/>
              <a:gd name="connsiteX21" fmla="*/ 61469 w 198012"/>
              <a:gd name="connsiteY21" fmla="*/ 142834 h 180427"/>
              <a:gd name="connsiteX22" fmla="*/ 61469 w 198012"/>
              <a:gd name="connsiteY22" fmla="*/ 142838 h 180427"/>
              <a:gd name="connsiteX23" fmla="*/ 34057 w 198012"/>
              <a:gd name="connsiteY23" fmla="*/ 115407 h 180427"/>
              <a:gd name="connsiteX24" fmla="*/ 34057 w 198012"/>
              <a:gd name="connsiteY24" fmla="*/ 106172 h 180427"/>
              <a:gd name="connsiteX25" fmla="*/ 61469 w 198012"/>
              <a:gd name="connsiteY25" fmla="*/ 78786 h 180427"/>
              <a:gd name="connsiteX26" fmla="*/ 66019 w 198012"/>
              <a:gd name="connsiteY26" fmla="*/ 76928 h 180427"/>
              <a:gd name="connsiteX27" fmla="*/ 109884 w 198012"/>
              <a:gd name="connsiteY27" fmla="*/ 65887 h 180427"/>
              <a:gd name="connsiteX28" fmla="*/ 111762 w 198012"/>
              <a:gd name="connsiteY28" fmla="*/ 66173 h 180427"/>
              <a:gd name="connsiteX29" fmla="*/ 111780 w 198012"/>
              <a:gd name="connsiteY29" fmla="*/ 66173 h 180427"/>
              <a:gd name="connsiteX30" fmla="*/ 111786 w 198012"/>
              <a:gd name="connsiteY30" fmla="*/ 66175 h 180427"/>
              <a:gd name="connsiteX31" fmla="*/ 116221 w 198012"/>
              <a:gd name="connsiteY31" fmla="*/ 74236 h 180427"/>
              <a:gd name="connsiteX32" fmla="*/ 94313 w 198012"/>
              <a:gd name="connsiteY32" fmla="*/ 150987 h 180427"/>
              <a:gd name="connsiteX33" fmla="*/ 88036 w 198012"/>
              <a:gd name="connsiteY33" fmla="*/ 155714 h 180427"/>
              <a:gd name="connsiteX34" fmla="*/ 86227 w 198012"/>
              <a:gd name="connsiteY34" fmla="*/ 155450 h 180427"/>
              <a:gd name="connsiteX35" fmla="*/ 86186 w 198012"/>
              <a:gd name="connsiteY35" fmla="*/ 155424 h 180427"/>
              <a:gd name="connsiteX36" fmla="*/ 86186 w 198012"/>
              <a:gd name="connsiteY36" fmla="*/ 155428 h 180427"/>
              <a:gd name="connsiteX37" fmla="*/ 82273 w 198012"/>
              <a:gd name="connsiteY37" fmla="*/ 152314 h 180427"/>
              <a:gd name="connsiteX38" fmla="*/ 81722 w 198012"/>
              <a:gd name="connsiteY38" fmla="*/ 147365 h 180427"/>
              <a:gd name="connsiteX39" fmla="*/ 103653 w 198012"/>
              <a:gd name="connsiteY39" fmla="*/ 70633 h 180427"/>
              <a:gd name="connsiteX40" fmla="*/ 103699 w 198012"/>
              <a:gd name="connsiteY40" fmla="*/ 70482 h 180427"/>
              <a:gd name="connsiteX41" fmla="*/ 109884 w 198012"/>
              <a:gd name="connsiteY41" fmla="*/ 65887 h 180427"/>
              <a:gd name="connsiteX42" fmla="*/ 13608 w 198012"/>
              <a:gd name="connsiteY42" fmla="*/ 54865 h 180427"/>
              <a:gd name="connsiteX43" fmla="*/ 13608 w 198012"/>
              <a:gd name="connsiteY43" fmla="*/ 162187 h 180427"/>
              <a:gd name="connsiteX44" fmla="*/ 18222 w 198012"/>
              <a:gd name="connsiteY44" fmla="*/ 166800 h 180427"/>
              <a:gd name="connsiteX45" fmla="*/ 179767 w 198012"/>
              <a:gd name="connsiteY45" fmla="*/ 166800 h 180427"/>
              <a:gd name="connsiteX46" fmla="*/ 184381 w 198012"/>
              <a:gd name="connsiteY46" fmla="*/ 162183 h 180427"/>
              <a:gd name="connsiteX47" fmla="*/ 184381 w 198012"/>
              <a:gd name="connsiteY47" fmla="*/ 54865 h 180427"/>
              <a:gd name="connsiteX48" fmla="*/ 18222 w 198012"/>
              <a:gd name="connsiteY48" fmla="*/ 13608 h 180427"/>
              <a:gd name="connsiteX49" fmla="*/ 13608 w 198012"/>
              <a:gd name="connsiteY49" fmla="*/ 18222 h 180427"/>
              <a:gd name="connsiteX50" fmla="*/ 13608 w 198012"/>
              <a:gd name="connsiteY50" fmla="*/ 41261 h 180427"/>
              <a:gd name="connsiteX51" fmla="*/ 184404 w 198012"/>
              <a:gd name="connsiteY51" fmla="*/ 41261 h 180427"/>
              <a:gd name="connsiteX52" fmla="*/ 184404 w 198012"/>
              <a:gd name="connsiteY52" fmla="*/ 18222 h 180427"/>
              <a:gd name="connsiteX53" fmla="*/ 179790 w 198012"/>
              <a:gd name="connsiteY53" fmla="*/ 13608 h 180427"/>
              <a:gd name="connsiteX54" fmla="*/ 18222 w 198012"/>
              <a:gd name="connsiteY54" fmla="*/ 0 h 180427"/>
              <a:gd name="connsiteX55" fmla="*/ 179767 w 198012"/>
              <a:gd name="connsiteY55" fmla="*/ 0 h 180427"/>
              <a:gd name="connsiteX56" fmla="*/ 198012 w 198012"/>
              <a:gd name="connsiteY56" fmla="*/ 18222 h 180427"/>
              <a:gd name="connsiteX57" fmla="*/ 198012 w 198012"/>
              <a:gd name="connsiteY57" fmla="*/ 162205 h 180427"/>
              <a:gd name="connsiteX58" fmla="*/ 179790 w 198012"/>
              <a:gd name="connsiteY58" fmla="*/ 180427 h 180427"/>
              <a:gd name="connsiteX59" fmla="*/ 18222 w 198012"/>
              <a:gd name="connsiteY59" fmla="*/ 180427 h 180427"/>
              <a:gd name="connsiteX60" fmla="*/ 0 w 198012"/>
              <a:gd name="connsiteY60" fmla="*/ 162209 h 180427"/>
              <a:gd name="connsiteX61" fmla="*/ 0 w 198012"/>
              <a:gd name="connsiteY61" fmla="*/ 18222 h 180427"/>
              <a:gd name="connsiteX62" fmla="*/ 18222 w 198012"/>
              <a:gd name="connsiteY62" fmla="*/ 0 h 180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98012" h="180427">
                <a:moveTo>
                  <a:pt x="131947" y="76928"/>
                </a:moveTo>
                <a:cubicBezTo>
                  <a:pt x="133647" y="76914"/>
                  <a:pt x="135283" y="77574"/>
                  <a:pt x="136497" y="78764"/>
                </a:cubicBezTo>
                <a:lnTo>
                  <a:pt x="163931" y="106194"/>
                </a:lnTo>
                <a:cubicBezTo>
                  <a:pt x="166472" y="108747"/>
                  <a:pt x="166472" y="112873"/>
                  <a:pt x="163931" y="115426"/>
                </a:cubicBezTo>
                <a:lnTo>
                  <a:pt x="136497" y="142815"/>
                </a:lnTo>
                <a:cubicBezTo>
                  <a:pt x="135278" y="144047"/>
                  <a:pt x="133616" y="144739"/>
                  <a:pt x="131883" y="144737"/>
                </a:cubicBezTo>
                <a:cubicBezTo>
                  <a:pt x="130138" y="144737"/>
                  <a:pt x="128502" y="144074"/>
                  <a:pt x="127266" y="142838"/>
                </a:cubicBezTo>
                <a:lnTo>
                  <a:pt x="127243" y="142815"/>
                </a:lnTo>
                <a:cubicBezTo>
                  <a:pt x="126007" y="141579"/>
                  <a:pt x="125343" y="139943"/>
                  <a:pt x="125343" y="138197"/>
                </a:cubicBezTo>
                <a:cubicBezTo>
                  <a:pt x="125342" y="136464"/>
                  <a:pt x="126034" y="134803"/>
                  <a:pt x="127266" y="133583"/>
                </a:cubicBezTo>
                <a:lnTo>
                  <a:pt x="150037" y="110789"/>
                </a:lnTo>
                <a:lnTo>
                  <a:pt x="127266" y="88014"/>
                </a:lnTo>
                <a:cubicBezTo>
                  <a:pt x="126075" y="86793"/>
                  <a:pt x="125410" y="85155"/>
                  <a:pt x="125412" y="83450"/>
                </a:cubicBezTo>
                <a:cubicBezTo>
                  <a:pt x="125415" y="79844"/>
                  <a:pt x="128342" y="76924"/>
                  <a:pt x="131947" y="76928"/>
                </a:cubicBezTo>
                <a:close/>
                <a:moveTo>
                  <a:pt x="66019" y="76928"/>
                </a:moveTo>
                <a:cubicBezTo>
                  <a:pt x="67718" y="76913"/>
                  <a:pt x="69353" y="77572"/>
                  <a:pt x="70568" y="78760"/>
                </a:cubicBezTo>
                <a:cubicBezTo>
                  <a:pt x="73152" y="81271"/>
                  <a:pt x="73222" y="85399"/>
                  <a:pt x="70723" y="87995"/>
                </a:cubicBezTo>
                <a:lnTo>
                  <a:pt x="47929" y="110812"/>
                </a:lnTo>
                <a:lnTo>
                  <a:pt x="70723" y="133583"/>
                </a:lnTo>
                <a:cubicBezTo>
                  <a:pt x="71938" y="134807"/>
                  <a:pt x="72621" y="136461"/>
                  <a:pt x="72623" y="138186"/>
                </a:cubicBezTo>
                <a:cubicBezTo>
                  <a:pt x="72627" y="141800"/>
                  <a:pt x="69701" y="144733"/>
                  <a:pt x="66087" y="144737"/>
                </a:cubicBezTo>
                <a:cubicBezTo>
                  <a:pt x="64341" y="144737"/>
                  <a:pt x="62705" y="144074"/>
                  <a:pt x="61469" y="142834"/>
                </a:cubicBezTo>
                <a:lnTo>
                  <a:pt x="61469" y="142838"/>
                </a:lnTo>
                <a:lnTo>
                  <a:pt x="34057" y="115407"/>
                </a:lnTo>
                <a:cubicBezTo>
                  <a:pt x="31514" y="112854"/>
                  <a:pt x="31514" y="108725"/>
                  <a:pt x="34057" y="106172"/>
                </a:cubicBezTo>
                <a:lnTo>
                  <a:pt x="61469" y="78786"/>
                </a:lnTo>
                <a:cubicBezTo>
                  <a:pt x="62705" y="77591"/>
                  <a:pt x="64296" y="76928"/>
                  <a:pt x="66019" y="76928"/>
                </a:cubicBezTo>
                <a:close/>
                <a:moveTo>
                  <a:pt x="109884" y="65887"/>
                </a:moveTo>
                <a:cubicBezTo>
                  <a:pt x="110520" y="65894"/>
                  <a:pt x="111152" y="65990"/>
                  <a:pt x="111762" y="66173"/>
                </a:cubicBezTo>
                <a:lnTo>
                  <a:pt x="111780" y="66173"/>
                </a:lnTo>
                <a:cubicBezTo>
                  <a:pt x="111782" y="66174"/>
                  <a:pt x="111784" y="66174"/>
                  <a:pt x="111786" y="66175"/>
                </a:cubicBezTo>
                <a:cubicBezTo>
                  <a:pt x="115236" y="67176"/>
                  <a:pt x="117222" y="70786"/>
                  <a:pt x="116221" y="74236"/>
                </a:cubicBezTo>
                <a:lnTo>
                  <a:pt x="94313" y="150987"/>
                </a:lnTo>
                <a:cubicBezTo>
                  <a:pt x="93495" y="153769"/>
                  <a:pt x="90931" y="155714"/>
                  <a:pt x="88036" y="155714"/>
                </a:cubicBezTo>
                <a:cubicBezTo>
                  <a:pt x="87422" y="155714"/>
                  <a:pt x="86823" y="155624"/>
                  <a:pt x="86227" y="155450"/>
                </a:cubicBezTo>
                <a:lnTo>
                  <a:pt x="86186" y="155424"/>
                </a:lnTo>
                <a:lnTo>
                  <a:pt x="86186" y="155428"/>
                </a:lnTo>
                <a:cubicBezTo>
                  <a:pt x="84527" y="154964"/>
                  <a:pt x="83136" y="153837"/>
                  <a:pt x="82273" y="152314"/>
                </a:cubicBezTo>
                <a:cubicBezTo>
                  <a:pt x="81436" y="150787"/>
                  <a:pt x="81236" y="149042"/>
                  <a:pt x="81722" y="147365"/>
                </a:cubicBezTo>
                <a:lnTo>
                  <a:pt x="103653" y="70633"/>
                </a:lnTo>
                <a:cubicBezTo>
                  <a:pt x="103676" y="70591"/>
                  <a:pt x="103676" y="70523"/>
                  <a:pt x="103699" y="70482"/>
                </a:cubicBezTo>
                <a:cubicBezTo>
                  <a:pt x="104517" y="67787"/>
                  <a:pt x="107057" y="65887"/>
                  <a:pt x="109884" y="65887"/>
                </a:cubicBezTo>
                <a:close/>
                <a:moveTo>
                  <a:pt x="13608" y="54865"/>
                </a:moveTo>
                <a:lnTo>
                  <a:pt x="13608" y="162187"/>
                </a:lnTo>
                <a:cubicBezTo>
                  <a:pt x="13631" y="164727"/>
                  <a:pt x="15681" y="166800"/>
                  <a:pt x="18222" y="166800"/>
                </a:cubicBezTo>
                <a:lnTo>
                  <a:pt x="179767" y="166800"/>
                </a:lnTo>
                <a:cubicBezTo>
                  <a:pt x="182308" y="166800"/>
                  <a:pt x="184381" y="164723"/>
                  <a:pt x="184381" y="162183"/>
                </a:cubicBezTo>
                <a:lnTo>
                  <a:pt x="184381" y="54865"/>
                </a:lnTo>
                <a:close/>
                <a:moveTo>
                  <a:pt x="18222" y="13608"/>
                </a:moveTo>
                <a:cubicBezTo>
                  <a:pt x="15681" y="13608"/>
                  <a:pt x="13608" y="15681"/>
                  <a:pt x="13608" y="18222"/>
                </a:cubicBezTo>
                <a:lnTo>
                  <a:pt x="13608" y="41261"/>
                </a:lnTo>
                <a:lnTo>
                  <a:pt x="184404" y="41261"/>
                </a:lnTo>
                <a:lnTo>
                  <a:pt x="184404" y="18222"/>
                </a:lnTo>
                <a:cubicBezTo>
                  <a:pt x="184404" y="15681"/>
                  <a:pt x="182327" y="13608"/>
                  <a:pt x="179790" y="13608"/>
                </a:cubicBezTo>
                <a:close/>
                <a:moveTo>
                  <a:pt x="18222" y="0"/>
                </a:moveTo>
                <a:lnTo>
                  <a:pt x="179767" y="0"/>
                </a:lnTo>
                <a:cubicBezTo>
                  <a:pt x="189828" y="17"/>
                  <a:pt x="197983" y="8161"/>
                  <a:pt x="198012" y="18222"/>
                </a:cubicBezTo>
                <a:lnTo>
                  <a:pt x="198012" y="162205"/>
                </a:lnTo>
                <a:cubicBezTo>
                  <a:pt x="198001" y="172265"/>
                  <a:pt x="189849" y="180417"/>
                  <a:pt x="179790" y="180427"/>
                </a:cubicBezTo>
                <a:lnTo>
                  <a:pt x="18222" y="180427"/>
                </a:lnTo>
                <a:cubicBezTo>
                  <a:pt x="8164" y="180417"/>
                  <a:pt x="12" y="172267"/>
                  <a:pt x="0" y="162209"/>
                </a:cubicBezTo>
                <a:lnTo>
                  <a:pt x="0" y="18222"/>
                </a:lnTo>
                <a:cubicBezTo>
                  <a:pt x="10" y="8162"/>
                  <a:pt x="8162" y="10"/>
                  <a:pt x="18222" y="0"/>
                </a:cubicBezTo>
                <a:close/>
              </a:path>
            </a:pathLst>
          </a:custGeom>
          <a:solidFill>
            <a:schemeClr val="accent1"/>
          </a:solidFill>
          <a:ln w="233" cap="flat">
            <a:noFill/>
            <a:prstDash val="solid"/>
            <a:miter/>
          </a:ln>
        </p:spPr>
        <p:txBody>
          <a:bodyPr rtlCol="0" anchor="ctr"/>
          <a:lstStyle/>
          <a:p>
            <a:endParaRPr lang="zh-CN" altLang="en-US"/>
          </a:p>
        </p:txBody>
      </p:sp>
      <p:sp>
        <p:nvSpPr>
          <p:cNvPr id="280" name="图形 278">
            <a:extLst>
              <a:ext uri="{FF2B5EF4-FFF2-40B4-BE49-F238E27FC236}">
                <a16:creationId xmlns:a16="http://schemas.microsoft.com/office/drawing/2014/main" id="{9D8CB397-3683-8F1C-DC01-6D5780208873}"/>
              </a:ext>
            </a:extLst>
          </p:cNvPr>
          <p:cNvSpPr/>
          <p:nvPr/>
        </p:nvSpPr>
        <p:spPr>
          <a:xfrm>
            <a:off x="4446259" y="1866565"/>
            <a:ext cx="198612" cy="198610"/>
          </a:xfrm>
          <a:custGeom>
            <a:avLst/>
            <a:gdLst>
              <a:gd name="connsiteX0" fmla="*/ 168122 w 168121"/>
              <a:gd name="connsiteY0" fmla="*/ 50829 h 168121"/>
              <a:gd name="connsiteX1" fmla="*/ 162528 w 168121"/>
              <a:gd name="connsiteY1" fmla="*/ 56443 h 168121"/>
              <a:gd name="connsiteX2" fmla="*/ 157003 w 168121"/>
              <a:gd name="connsiteY2" fmla="*/ 51837 h 168121"/>
              <a:gd name="connsiteX3" fmla="*/ 156913 w 168121"/>
              <a:gd name="connsiteY3" fmla="*/ 50829 h 168121"/>
              <a:gd name="connsiteX4" fmla="*/ 156913 w 168121"/>
              <a:gd name="connsiteY4" fmla="*/ 16812 h 168121"/>
              <a:gd name="connsiteX5" fmla="*/ 152318 w 168121"/>
              <a:gd name="connsiteY5" fmla="*/ 11298 h 168121"/>
              <a:gd name="connsiteX6" fmla="*/ 151309 w 168121"/>
              <a:gd name="connsiteY6" fmla="*/ 11208 h 168121"/>
              <a:gd name="connsiteX7" fmla="*/ 128893 w 168121"/>
              <a:gd name="connsiteY7" fmla="*/ 11208 h 168121"/>
              <a:gd name="connsiteX8" fmla="*/ 128893 w 168121"/>
              <a:gd name="connsiteY8" fmla="*/ 156913 h 168121"/>
              <a:gd name="connsiteX9" fmla="*/ 151309 w 168121"/>
              <a:gd name="connsiteY9" fmla="*/ 156913 h 168121"/>
              <a:gd name="connsiteX10" fmla="*/ 156824 w 168121"/>
              <a:gd name="connsiteY10" fmla="*/ 152318 h 168121"/>
              <a:gd name="connsiteX11" fmla="*/ 156913 w 168121"/>
              <a:gd name="connsiteY11" fmla="*/ 151309 h 168121"/>
              <a:gd name="connsiteX12" fmla="*/ 156913 w 168121"/>
              <a:gd name="connsiteY12" fmla="*/ 118133 h 168121"/>
              <a:gd name="connsiteX13" fmla="*/ 162507 w 168121"/>
              <a:gd name="connsiteY13" fmla="*/ 112519 h 168121"/>
              <a:gd name="connsiteX14" fmla="*/ 168032 w 168121"/>
              <a:gd name="connsiteY14" fmla="*/ 117125 h 168121"/>
              <a:gd name="connsiteX15" fmla="*/ 168122 w 168121"/>
              <a:gd name="connsiteY15" fmla="*/ 118133 h 168121"/>
              <a:gd name="connsiteX16" fmla="*/ 168122 w 168121"/>
              <a:gd name="connsiteY16" fmla="*/ 151309 h 168121"/>
              <a:gd name="connsiteX17" fmla="*/ 152923 w 168121"/>
              <a:gd name="connsiteY17" fmla="*/ 168043 h 168121"/>
              <a:gd name="connsiteX18" fmla="*/ 151309 w 168121"/>
              <a:gd name="connsiteY18" fmla="*/ 168122 h 168121"/>
              <a:gd name="connsiteX19" fmla="*/ 16812 w 168121"/>
              <a:gd name="connsiteY19" fmla="*/ 168122 h 168121"/>
              <a:gd name="connsiteX20" fmla="*/ 78 w 168121"/>
              <a:gd name="connsiteY20" fmla="*/ 152923 h 168121"/>
              <a:gd name="connsiteX21" fmla="*/ 0 w 168121"/>
              <a:gd name="connsiteY21" fmla="*/ 151309 h 168121"/>
              <a:gd name="connsiteX22" fmla="*/ 0 w 168121"/>
              <a:gd name="connsiteY22" fmla="*/ 117932 h 168121"/>
              <a:gd name="connsiteX23" fmla="*/ 5594 w 168121"/>
              <a:gd name="connsiteY23" fmla="*/ 112317 h 168121"/>
              <a:gd name="connsiteX24" fmla="*/ 11118 w 168121"/>
              <a:gd name="connsiteY24" fmla="*/ 116923 h 168121"/>
              <a:gd name="connsiteX25" fmla="*/ 11208 w 168121"/>
              <a:gd name="connsiteY25" fmla="*/ 117932 h 168121"/>
              <a:gd name="connsiteX26" fmla="*/ 11208 w 168121"/>
              <a:gd name="connsiteY26" fmla="*/ 151309 h 168121"/>
              <a:gd name="connsiteX27" fmla="*/ 15803 w 168121"/>
              <a:gd name="connsiteY27" fmla="*/ 156824 h 168121"/>
              <a:gd name="connsiteX28" fmla="*/ 16812 w 168121"/>
              <a:gd name="connsiteY28" fmla="*/ 156913 h 168121"/>
              <a:gd name="connsiteX29" fmla="*/ 39228 w 168121"/>
              <a:gd name="connsiteY29" fmla="*/ 156913 h 168121"/>
              <a:gd name="connsiteX30" fmla="*/ 39228 w 168121"/>
              <a:gd name="connsiteY30" fmla="*/ 11208 h 168121"/>
              <a:gd name="connsiteX31" fmla="*/ 16812 w 168121"/>
              <a:gd name="connsiteY31" fmla="*/ 11208 h 168121"/>
              <a:gd name="connsiteX32" fmla="*/ 11298 w 168121"/>
              <a:gd name="connsiteY32" fmla="*/ 15803 h 168121"/>
              <a:gd name="connsiteX33" fmla="*/ 11208 w 168121"/>
              <a:gd name="connsiteY33" fmla="*/ 16812 h 168121"/>
              <a:gd name="connsiteX34" fmla="*/ 11208 w 168121"/>
              <a:gd name="connsiteY34" fmla="*/ 50661 h 168121"/>
              <a:gd name="connsiteX35" fmla="*/ 5614 w 168121"/>
              <a:gd name="connsiteY35" fmla="*/ 56275 h 168121"/>
              <a:gd name="connsiteX36" fmla="*/ 90 w 168121"/>
              <a:gd name="connsiteY36" fmla="*/ 51669 h 168121"/>
              <a:gd name="connsiteX37" fmla="*/ 0 w 168121"/>
              <a:gd name="connsiteY37" fmla="*/ 50661 h 168121"/>
              <a:gd name="connsiteX38" fmla="*/ 0 w 168121"/>
              <a:gd name="connsiteY38" fmla="*/ 16812 h 168121"/>
              <a:gd name="connsiteX39" fmla="*/ 15198 w 168121"/>
              <a:gd name="connsiteY39" fmla="*/ 78 h 168121"/>
              <a:gd name="connsiteX40" fmla="*/ 16812 w 168121"/>
              <a:gd name="connsiteY40" fmla="*/ 0 h 168121"/>
              <a:gd name="connsiteX41" fmla="*/ 151309 w 168121"/>
              <a:gd name="connsiteY41" fmla="*/ 0 h 168121"/>
              <a:gd name="connsiteX42" fmla="*/ 168043 w 168121"/>
              <a:gd name="connsiteY42" fmla="*/ 15198 h 168121"/>
              <a:gd name="connsiteX43" fmla="*/ 168122 w 168121"/>
              <a:gd name="connsiteY43" fmla="*/ 16812 h 168121"/>
              <a:gd name="connsiteX44" fmla="*/ 168122 w 168121"/>
              <a:gd name="connsiteY44" fmla="*/ 50829 h 168121"/>
              <a:gd name="connsiteX45" fmla="*/ 117685 w 168121"/>
              <a:gd name="connsiteY45" fmla="*/ 156913 h 168121"/>
              <a:gd name="connsiteX46" fmla="*/ 117685 w 168121"/>
              <a:gd name="connsiteY46" fmla="*/ 11208 h 168121"/>
              <a:gd name="connsiteX47" fmla="*/ 50436 w 168121"/>
              <a:gd name="connsiteY47" fmla="*/ 11208 h 168121"/>
              <a:gd name="connsiteX48" fmla="*/ 50436 w 168121"/>
              <a:gd name="connsiteY48" fmla="*/ 156913 h 168121"/>
              <a:gd name="connsiteX49" fmla="*/ 117685 w 168121"/>
              <a:gd name="connsiteY49" fmla="*/ 156913 h 168121"/>
              <a:gd name="connsiteX50" fmla="*/ 95269 w 168121"/>
              <a:gd name="connsiteY50" fmla="*/ 50436 h 168121"/>
              <a:gd name="connsiteX51" fmla="*/ 72853 w 168121"/>
              <a:gd name="connsiteY51" fmla="*/ 50436 h 168121"/>
              <a:gd name="connsiteX52" fmla="*/ 72853 w 168121"/>
              <a:gd name="connsiteY52" fmla="*/ 28020 h 168121"/>
              <a:gd name="connsiteX53" fmla="*/ 95269 w 168121"/>
              <a:gd name="connsiteY53" fmla="*/ 28020 h 168121"/>
              <a:gd name="connsiteX54" fmla="*/ 95269 w 168121"/>
              <a:gd name="connsiteY54" fmla="*/ 50436 h 168121"/>
              <a:gd name="connsiteX55" fmla="*/ 95269 w 168121"/>
              <a:gd name="connsiteY55" fmla="*/ 95269 h 168121"/>
              <a:gd name="connsiteX56" fmla="*/ 72853 w 168121"/>
              <a:gd name="connsiteY56" fmla="*/ 95269 h 168121"/>
              <a:gd name="connsiteX57" fmla="*/ 72853 w 168121"/>
              <a:gd name="connsiteY57" fmla="*/ 72853 h 168121"/>
              <a:gd name="connsiteX58" fmla="*/ 95269 w 168121"/>
              <a:gd name="connsiteY58" fmla="*/ 72853 h 168121"/>
              <a:gd name="connsiteX59" fmla="*/ 95269 w 168121"/>
              <a:gd name="connsiteY59" fmla="*/ 95269 h 168121"/>
              <a:gd name="connsiteX60" fmla="*/ 95269 w 168121"/>
              <a:gd name="connsiteY60" fmla="*/ 140101 h 168121"/>
              <a:gd name="connsiteX61" fmla="*/ 72853 w 168121"/>
              <a:gd name="connsiteY61" fmla="*/ 140101 h 168121"/>
              <a:gd name="connsiteX62" fmla="*/ 72853 w 168121"/>
              <a:gd name="connsiteY62" fmla="*/ 117685 h 168121"/>
              <a:gd name="connsiteX63" fmla="*/ 95269 w 168121"/>
              <a:gd name="connsiteY63" fmla="*/ 117685 h 168121"/>
              <a:gd name="connsiteX64" fmla="*/ 95269 w 168121"/>
              <a:gd name="connsiteY64" fmla="*/ 140101 h 1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68121" h="168121">
                <a:moveTo>
                  <a:pt x="168122" y="50829"/>
                </a:moveTo>
                <a:cubicBezTo>
                  <a:pt x="168127" y="53924"/>
                  <a:pt x="165623" y="56437"/>
                  <a:pt x="162528" y="56443"/>
                </a:cubicBezTo>
                <a:cubicBezTo>
                  <a:pt x="159814" y="56448"/>
                  <a:pt x="157487" y="54508"/>
                  <a:pt x="157003" y="51837"/>
                </a:cubicBezTo>
                <a:lnTo>
                  <a:pt x="156913" y="50829"/>
                </a:lnTo>
                <a:lnTo>
                  <a:pt x="156913" y="16812"/>
                </a:lnTo>
                <a:cubicBezTo>
                  <a:pt x="156914" y="14105"/>
                  <a:pt x="154981" y="11785"/>
                  <a:pt x="152318" y="11298"/>
                </a:cubicBezTo>
                <a:lnTo>
                  <a:pt x="151309" y="11208"/>
                </a:lnTo>
                <a:lnTo>
                  <a:pt x="128893" y="11208"/>
                </a:lnTo>
                <a:lnTo>
                  <a:pt x="128893" y="156913"/>
                </a:lnTo>
                <a:lnTo>
                  <a:pt x="151309" y="156913"/>
                </a:lnTo>
                <a:cubicBezTo>
                  <a:pt x="154016" y="156914"/>
                  <a:pt x="156337" y="154981"/>
                  <a:pt x="156824" y="152318"/>
                </a:cubicBezTo>
                <a:lnTo>
                  <a:pt x="156913" y="151309"/>
                </a:lnTo>
                <a:lnTo>
                  <a:pt x="156913" y="118133"/>
                </a:lnTo>
                <a:cubicBezTo>
                  <a:pt x="156908" y="115038"/>
                  <a:pt x="159412" y="112525"/>
                  <a:pt x="162507" y="112519"/>
                </a:cubicBezTo>
                <a:cubicBezTo>
                  <a:pt x="165221" y="112514"/>
                  <a:pt x="167548" y="114454"/>
                  <a:pt x="168032" y="117125"/>
                </a:cubicBezTo>
                <a:lnTo>
                  <a:pt x="168122" y="118133"/>
                </a:lnTo>
                <a:lnTo>
                  <a:pt x="168122" y="151309"/>
                </a:lnTo>
                <a:cubicBezTo>
                  <a:pt x="168121" y="159969"/>
                  <a:pt x="161543" y="167212"/>
                  <a:pt x="152923" y="168043"/>
                </a:cubicBezTo>
                <a:lnTo>
                  <a:pt x="151309" y="168122"/>
                </a:lnTo>
                <a:lnTo>
                  <a:pt x="16812" y="168122"/>
                </a:lnTo>
                <a:cubicBezTo>
                  <a:pt x="8153" y="168121"/>
                  <a:pt x="910" y="161543"/>
                  <a:pt x="78" y="152923"/>
                </a:cubicBezTo>
                <a:lnTo>
                  <a:pt x="0" y="151309"/>
                </a:lnTo>
                <a:lnTo>
                  <a:pt x="0" y="117932"/>
                </a:lnTo>
                <a:cubicBezTo>
                  <a:pt x="-6" y="114837"/>
                  <a:pt x="2499" y="112323"/>
                  <a:pt x="5594" y="112317"/>
                </a:cubicBezTo>
                <a:cubicBezTo>
                  <a:pt x="8308" y="112312"/>
                  <a:pt x="10635" y="114253"/>
                  <a:pt x="11118" y="116923"/>
                </a:cubicBezTo>
                <a:lnTo>
                  <a:pt x="11208" y="117932"/>
                </a:lnTo>
                <a:lnTo>
                  <a:pt x="11208" y="151309"/>
                </a:lnTo>
                <a:cubicBezTo>
                  <a:pt x="11207" y="154016"/>
                  <a:pt x="13141" y="156337"/>
                  <a:pt x="15803" y="156824"/>
                </a:cubicBezTo>
                <a:lnTo>
                  <a:pt x="16812" y="156913"/>
                </a:lnTo>
                <a:lnTo>
                  <a:pt x="39228" y="156913"/>
                </a:lnTo>
                <a:lnTo>
                  <a:pt x="39228" y="11208"/>
                </a:lnTo>
                <a:lnTo>
                  <a:pt x="16812" y="11208"/>
                </a:lnTo>
                <a:cubicBezTo>
                  <a:pt x="14105" y="11207"/>
                  <a:pt x="11785" y="13141"/>
                  <a:pt x="11298" y="15803"/>
                </a:cubicBezTo>
                <a:lnTo>
                  <a:pt x="11208" y="16812"/>
                </a:lnTo>
                <a:lnTo>
                  <a:pt x="11208" y="50661"/>
                </a:lnTo>
                <a:cubicBezTo>
                  <a:pt x="11214" y="53756"/>
                  <a:pt x="8709" y="56269"/>
                  <a:pt x="5614" y="56275"/>
                </a:cubicBezTo>
                <a:cubicBezTo>
                  <a:pt x="2901" y="56280"/>
                  <a:pt x="573" y="54340"/>
                  <a:pt x="90" y="51669"/>
                </a:cubicBezTo>
                <a:lnTo>
                  <a:pt x="0" y="50661"/>
                </a:lnTo>
                <a:lnTo>
                  <a:pt x="0" y="16812"/>
                </a:lnTo>
                <a:cubicBezTo>
                  <a:pt x="0" y="8153"/>
                  <a:pt x="6579" y="910"/>
                  <a:pt x="15198" y="78"/>
                </a:cubicBezTo>
                <a:lnTo>
                  <a:pt x="16812" y="0"/>
                </a:lnTo>
                <a:lnTo>
                  <a:pt x="151309" y="0"/>
                </a:lnTo>
                <a:cubicBezTo>
                  <a:pt x="159969" y="0"/>
                  <a:pt x="167212" y="6579"/>
                  <a:pt x="168043" y="15198"/>
                </a:cubicBezTo>
                <a:lnTo>
                  <a:pt x="168122" y="16812"/>
                </a:lnTo>
                <a:lnTo>
                  <a:pt x="168122" y="50829"/>
                </a:lnTo>
                <a:close/>
                <a:moveTo>
                  <a:pt x="117685" y="156913"/>
                </a:moveTo>
                <a:lnTo>
                  <a:pt x="117685" y="11208"/>
                </a:lnTo>
                <a:lnTo>
                  <a:pt x="50436" y="11208"/>
                </a:lnTo>
                <a:lnTo>
                  <a:pt x="50436" y="156913"/>
                </a:lnTo>
                <a:lnTo>
                  <a:pt x="117685" y="156913"/>
                </a:lnTo>
                <a:close/>
                <a:moveTo>
                  <a:pt x="95269" y="50436"/>
                </a:moveTo>
                <a:lnTo>
                  <a:pt x="72853" y="50436"/>
                </a:lnTo>
                <a:lnTo>
                  <a:pt x="72853" y="28020"/>
                </a:lnTo>
                <a:lnTo>
                  <a:pt x="95269" y="28020"/>
                </a:lnTo>
                <a:lnTo>
                  <a:pt x="95269" y="50436"/>
                </a:lnTo>
                <a:close/>
                <a:moveTo>
                  <a:pt x="95269" y="95269"/>
                </a:moveTo>
                <a:lnTo>
                  <a:pt x="72853" y="95269"/>
                </a:lnTo>
                <a:lnTo>
                  <a:pt x="72853" y="72853"/>
                </a:lnTo>
                <a:lnTo>
                  <a:pt x="95269" y="72853"/>
                </a:lnTo>
                <a:lnTo>
                  <a:pt x="95269" y="95269"/>
                </a:lnTo>
                <a:close/>
                <a:moveTo>
                  <a:pt x="95269" y="140101"/>
                </a:moveTo>
                <a:lnTo>
                  <a:pt x="72853" y="140101"/>
                </a:lnTo>
                <a:lnTo>
                  <a:pt x="72853" y="117685"/>
                </a:lnTo>
                <a:lnTo>
                  <a:pt x="95269" y="117685"/>
                </a:lnTo>
                <a:lnTo>
                  <a:pt x="95269" y="140101"/>
                </a:lnTo>
                <a:close/>
              </a:path>
            </a:pathLst>
          </a:custGeom>
          <a:solidFill>
            <a:schemeClr val="accent1"/>
          </a:solidFill>
          <a:ln w="214" cap="flat">
            <a:noFill/>
            <a:prstDash val="solid"/>
            <a:miter/>
          </a:ln>
        </p:spPr>
        <p:txBody>
          <a:bodyPr rtlCol="0" anchor="ctr"/>
          <a:lstStyle/>
          <a:p>
            <a:endParaRPr lang="zh-CN" altLang="en-US"/>
          </a:p>
        </p:txBody>
      </p:sp>
      <p:sp>
        <p:nvSpPr>
          <p:cNvPr id="286" name="任意多边形: 形状 285">
            <a:extLst>
              <a:ext uri="{FF2B5EF4-FFF2-40B4-BE49-F238E27FC236}">
                <a16:creationId xmlns:a16="http://schemas.microsoft.com/office/drawing/2014/main" id="{572D2895-197A-BB34-33EE-B27255E08A47}"/>
              </a:ext>
            </a:extLst>
          </p:cNvPr>
          <p:cNvSpPr/>
          <p:nvPr/>
        </p:nvSpPr>
        <p:spPr>
          <a:xfrm>
            <a:off x="3622043" y="2811922"/>
            <a:ext cx="195416" cy="195318"/>
          </a:xfrm>
          <a:custGeom>
            <a:avLst/>
            <a:gdLst>
              <a:gd name="connsiteX0" fmla="*/ 129718 w 173831"/>
              <a:gd name="connsiteY0" fmla="*/ 62893 h 173744"/>
              <a:gd name="connsiteX1" fmla="*/ 128642 w 173831"/>
              <a:gd name="connsiteY1" fmla="*/ 63100 h 173744"/>
              <a:gd name="connsiteX2" fmla="*/ 127028 w 173831"/>
              <a:gd name="connsiteY2" fmla="*/ 64631 h 173744"/>
              <a:gd name="connsiteX3" fmla="*/ 122394 w 173831"/>
              <a:gd name="connsiteY3" fmla="*/ 75348 h 173744"/>
              <a:gd name="connsiteX4" fmla="*/ 102119 w 173831"/>
              <a:gd name="connsiteY4" fmla="*/ 95623 h 173744"/>
              <a:gd name="connsiteX5" fmla="*/ 79362 w 173831"/>
              <a:gd name="connsiteY5" fmla="*/ 97320 h 173744"/>
              <a:gd name="connsiteX6" fmla="*/ 77500 w 173831"/>
              <a:gd name="connsiteY6" fmla="*/ 98188 h 173744"/>
              <a:gd name="connsiteX7" fmla="*/ 77458 w 173831"/>
              <a:gd name="connsiteY7" fmla="*/ 98230 h 173744"/>
              <a:gd name="connsiteX8" fmla="*/ 77500 w 173831"/>
              <a:gd name="connsiteY8" fmla="*/ 102326 h 173744"/>
              <a:gd name="connsiteX9" fmla="*/ 119581 w 173831"/>
              <a:gd name="connsiteY9" fmla="*/ 144655 h 173744"/>
              <a:gd name="connsiteX10" fmla="*/ 121443 w 173831"/>
              <a:gd name="connsiteY10" fmla="*/ 145483 h 173744"/>
              <a:gd name="connsiteX11" fmla="*/ 123553 w 173831"/>
              <a:gd name="connsiteY11" fmla="*/ 144779 h 173744"/>
              <a:gd name="connsiteX12" fmla="*/ 124587 w 173831"/>
              <a:gd name="connsiteY12" fmla="*/ 142793 h 173744"/>
              <a:gd name="connsiteX13" fmla="*/ 126160 w 173831"/>
              <a:gd name="connsiteY13" fmla="*/ 120574 h 173744"/>
              <a:gd name="connsiteX14" fmla="*/ 146848 w 173831"/>
              <a:gd name="connsiteY14" fmla="*/ 99885 h 173744"/>
              <a:gd name="connsiteX15" fmla="*/ 157565 w 173831"/>
              <a:gd name="connsiteY15" fmla="*/ 95168 h 173744"/>
              <a:gd name="connsiteX16" fmla="*/ 158434 w 173831"/>
              <a:gd name="connsiteY16" fmla="*/ 94547 h 173744"/>
              <a:gd name="connsiteX17" fmla="*/ 158518 w 173831"/>
              <a:gd name="connsiteY17" fmla="*/ 94463 h 173744"/>
              <a:gd name="connsiteX18" fmla="*/ 158434 w 173831"/>
              <a:gd name="connsiteY18" fmla="*/ 90368 h 173744"/>
              <a:gd name="connsiteX19" fmla="*/ 131787 w 173831"/>
              <a:gd name="connsiteY19" fmla="*/ 63680 h 173744"/>
              <a:gd name="connsiteX20" fmla="*/ 130877 w 173831"/>
              <a:gd name="connsiteY20" fmla="*/ 63100 h 173744"/>
              <a:gd name="connsiteX21" fmla="*/ 129718 w 173831"/>
              <a:gd name="connsiteY21" fmla="*/ 62893 h 173744"/>
              <a:gd name="connsiteX22" fmla="*/ 123230 w 173831"/>
              <a:gd name="connsiteY22" fmla="*/ 49452 h 173744"/>
              <a:gd name="connsiteX23" fmla="*/ 136545 w 173831"/>
              <a:gd name="connsiteY23" fmla="*/ 49653 h 173744"/>
              <a:gd name="connsiteX24" fmla="*/ 142007 w 173831"/>
              <a:gd name="connsiteY24" fmla="*/ 53501 h 173744"/>
              <a:gd name="connsiteX25" fmla="*/ 168696 w 173831"/>
              <a:gd name="connsiteY25" fmla="*/ 80189 h 173744"/>
              <a:gd name="connsiteX26" fmla="*/ 168721 w 173831"/>
              <a:gd name="connsiteY26" fmla="*/ 80215 h 173744"/>
              <a:gd name="connsiteX27" fmla="*/ 168737 w 173831"/>
              <a:gd name="connsiteY27" fmla="*/ 104850 h 173744"/>
              <a:gd name="connsiteX28" fmla="*/ 163482 w 173831"/>
              <a:gd name="connsiteY28" fmla="*/ 108450 h 173744"/>
              <a:gd name="connsiteX29" fmla="*/ 155207 w 173831"/>
              <a:gd name="connsiteY29" fmla="*/ 112091 h 173744"/>
              <a:gd name="connsiteX30" fmla="*/ 140352 w 173831"/>
              <a:gd name="connsiteY30" fmla="*/ 126987 h 173744"/>
              <a:gd name="connsiteX31" fmla="*/ 139152 w 173831"/>
              <a:gd name="connsiteY31" fmla="*/ 143786 h 173744"/>
              <a:gd name="connsiteX32" fmla="*/ 133152 w 173831"/>
              <a:gd name="connsiteY32" fmla="*/ 155703 h 173744"/>
              <a:gd name="connsiteX33" fmla="*/ 121774 w 173831"/>
              <a:gd name="connsiteY33" fmla="*/ 159841 h 173744"/>
              <a:gd name="connsiteX34" fmla="*/ 120491 w 173831"/>
              <a:gd name="connsiteY34" fmla="*/ 159841 h 173744"/>
              <a:gd name="connsiteX35" fmla="*/ 109443 w 173831"/>
              <a:gd name="connsiteY35" fmla="*/ 154751 h 173744"/>
              <a:gd name="connsiteX36" fmla="*/ 93471 w 173831"/>
              <a:gd name="connsiteY36" fmla="*/ 138780 h 173744"/>
              <a:gd name="connsiteX37" fmla="*/ 60618 w 173831"/>
              <a:gd name="connsiteY37" fmla="*/ 171633 h 173744"/>
              <a:gd name="connsiteX38" fmla="*/ 50377 w 173831"/>
              <a:gd name="connsiteY38" fmla="*/ 171613 h 173744"/>
              <a:gd name="connsiteX39" fmla="*/ 50397 w 173831"/>
              <a:gd name="connsiteY39" fmla="*/ 161372 h 173744"/>
              <a:gd name="connsiteX40" fmla="*/ 83168 w 173831"/>
              <a:gd name="connsiteY40" fmla="*/ 128477 h 173744"/>
              <a:gd name="connsiteX41" fmla="*/ 67155 w 173831"/>
              <a:gd name="connsiteY41" fmla="*/ 112505 h 173744"/>
              <a:gd name="connsiteX42" fmla="*/ 62140 w 173831"/>
              <a:gd name="connsiteY42" fmla="*/ 101552 h 173744"/>
              <a:gd name="connsiteX43" fmla="*/ 78203 w 173831"/>
              <a:gd name="connsiteY43" fmla="*/ 82796 h 173744"/>
              <a:gd name="connsiteX44" fmla="*/ 95582 w 173831"/>
              <a:gd name="connsiteY44" fmla="*/ 81513 h 173744"/>
              <a:gd name="connsiteX45" fmla="*/ 110105 w 173831"/>
              <a:gd name="connsiteY45" fmla="*/ 66990 h 173744"/>
              <a:gd name="connsiteX46" fmla="*/ 113664 w 173831"/>
              <a:gd name="connsiteY46" fmla="*/ 58714 h 173744"/>
              <a:gd name="connsiteX47" fmla="*/ 123230 w 173831"/>
              <a:gd name="connsiteY47" fmla="*/ 49452 h 173744"/>
              <a:gd name="connsiteX48" fmla="*/ 7241 w 173831"/>
              <a:gd name="connsiteY48" fmla="*/ 0 h 173744"/>
              <a:gd name="connsiteX49" fmla="*/ 108616 w 173831"/>
              <a:gd name="connsiteY49" fmla="*/ 0 h 173744"/>
              <a:gd name="connsiteX50" fmla="*/ 108783 w 173831"/>
              <a:gd name="connsiteY50" fmla="*/ 2 h 173744"/>
              <a:gd name="connsiteX51" fmla="*/ 115857 w 173831"/>
              <a:gd name="connsiteY51" fmla="*/ 7407 h 173744"/>
              <a:gd name="connsiteX52" fmla="*/ 115857 w 173831"/>
              <a:gd name="connsiteY52" fmla="*/ 28095 h 173744"/>
              <a:gd name="connsiteX53" fmla="*/ 108616 w 173831"/>
              <a:gd name="connsiteY53" fmla="*/ 35336 h 173744"/>
              <a:gd name="connsiteX54" fmla="*/ 101375 w 173831"/>
              <a:gd name="connsiteY54" fmla="*/ 28095 h 173744"/>
              <a:gd name="connsiteX55" fmla="*/ 101375 w 173831"/>
              <a:gd name="connsiteY55" fmla="*/ 14482 h 173744"/>
              <a:gd name="connsiteX56" fmla="*/ 14482 w 173831"/>
              <a:gd name="connsiteY56" fmla="*/ 14482 h 173744"/>
              <a:gd name="connsiteX57" fmla="*/ 14482 w 173831"/>
              <a:gd name="connsiteY57" fmla="*/ 38605 h 173744"/>
              <a:gd name="connsiteX58" fmla="*/ 31364 w 173831"/>
              <a:gd name="connsiteY58" fmla="*/ 38605 h 173744"/>
              <a:gd name="connsiteX59" fmla="*/ 38605 w 173831"/>
              <a:gd name="connsiteY59" fmla="*/ 45846 h 173744"/>
              <a:gd name="connsiteX60" fmla="*/ 31364 w 173831"/>
              <a:gd name="connsiteY60" fmla="*/ 53087 h 173744"/>
              <a:gd name="connsiteX61" fmla="*/ 14482 w 173831"/>
              <a:gd name="connsiteY61" fmla="*/ 53087 h 173744"/>
              <a:gd name="connsiteX62" fmla="*/ 14482 w 173831"/>
              <a:gd name="connsiteY62" fmla="*/ 82052 h 173744"/>
              <a:gd name="connsiteX63" fmla="*/ 27516 w 173831"/>
              <a:gd name="connsiteY63" fmla="*/ 82052 h 173744"/>
              <a:gd name="connsiteX64" fmla="*/ 34757 w 173831"/>
              <a:gd name="connsiteY64" fmla="*/ 89293 h 173744"/>
              <a:gd name="connsiteX65" fmla="*/ 27516 w 173831"/>
              <a:gd name="connsiteY65" fmla="*/ 96534 h 173744"/>
              <a:gd name="connsiteX66" fmla="*/ 14482 w 173831"/>
              <a:gd name="connsiteY66" fmla="*/ 96534 h 173744"/>
              <a:gd name="connsiteX67" fmla="*/ 14482 w 173831"/>
              <a:gd name="connsiteY67" fmla="*/ 120698 h 173744"/>
              <a:gd name="connsiteX68" fmla="*/ 31364 w 173831"/>
              <a:gd name="connsiteY68" fmla="*/ 120698 h 173744"/>
              <a:gd name="connsiteX69" fmla="*/ 38605 w 173831"/>
              <a:gd name="connsiteY69" fmla="*/ 127939 h 173744"/>
              <a:gd name="connsiteX70" fmla="*/ 31364 w 173831"/>
              <a:gd name="connsiteY70" fmla="*/ 135180 h 173744"/>
              <a:gd name="connsiteX71" fmla="*/ 7241 w 173831"/>
              <a:gd name="connsiteY71" fmla="*/ 135180 h 173744"/>
              <a:gd name="connsiteX72" fmla="*/ 0 w 173831"/>
              <a:gd name="connsiteY72" fmla="*/ 127939 h 173744"/>
              <a:gd name="connsiteX73" fmla="*/ 0 w 173831"/>
              <a:gd name="connsiteY73" fmla="*/ 7241 h 173744"/>
              <a:gd name="connsiteX74" fmla="*/ 7241 w 173831"/>
              <a:gd name="connsiteY74" fmla="*/ 0 h 173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73831" h="173744">
                <a:moveTo>
                  <a:pt x="129718" y="62893"/>
                </a:moveTo>
                <a:cubicBezTo>
                  <a:pt x="129348" y="62877"/>
                  <a:pt x="128980" y="62948"/>
                  <a:pt x="128642" y="63100"/>
                </a:cubicBezTo>
                <a:cubicBezTo>
                  <a:pt x="127914" y="63363"/>
                  <a:pt x="127329" y="63918"/>
                  <a:pt x="127028" y="64631"/>
                </a:cubicBezTo>
                <a:lnTo>
                  <a:pt x="122394" y="75348"/>
                </a:lnTo>
                <a:lnTo>
                  <a:pt x="102119" y="95623"/>
                </a:lnTo>
                <a:lnTo>
                  <a:pt x="79362" y="97320"/>
                </a:lnTo>
                <a:cubicBezTo>
                  <a:pt x="78661" y="97392"/>
                  <a:pt x="78005" y="97698"/>
                  <a:pt x="77500" y="98188"/>
                </a:cubicBezTo>
                <a:cubicBezTo>
                  <a:pt x="77486" y="98202"/>
                  <a:pt x="77472" y="98216"/>
                  <a:pt x="77458" y="98230"/>
                </a:cubicBezTo>
                <a:cubicBezTo>
                  <a:pt x="76338" y="99373"/>
                  <a:pt x="76357" y="101207"/>
                  <a:pt x="77500" y="102326"/>
                </a:cubicBezTo>
                <a:lnTo>
                  <a:pt x="119581" y="144655"/>
                </a:lnTo>
                <a:cubicBezTo>
                  <a:pt x="120078" y="145151"/>
                  <a:pt x="120741" y="145445"/>
                  <a:pt x="121443" y="145483"/>
                </a:cubicBezTo>
                <a:cubicBezTo>
                  <a:pt x="122215" y="145570"/>
                  <a:pt x="122987" y="145312"/>
                  <a:pt x="123553" y="144779"/>
                </a:cubicBezTo>
                <a:cubicBezTo>
                  <a:pt x="124158" y="144289"/>
                  <a:pt x="124532" y="143570"/>
                  <a:pt x="124587" y="142793"/>
                </a:cubicBezTo>
                <a:lnTo>
                  <a:pt x="126160" y="120574"/>
                </a:lnTo>
                <a:lnTo>
                  <a:pt x="146848" y="99885"/>
                </a:lnTo>
                <a:lnTo>
                  <a:pt x="157565" y="95168"/>
                </a:lnTo>
                <a:cubicBezTo>
                  <a:pt x="157903" y="95039"/>
                  <a:pt x="158202" y="94825"/>
                  <a:pt x="158434" y="94547"/>
                </a:cubicBezTo>
                <a:cubicBezTo>
                  <a:pt x="158463" y="94520"/>
                  <a:pt x="158490" y="94492"/>
                  <a:pt x="158518" y="94463"/>
                </a:cubicBezTo>
                <a:cubicBezTo>
                  <a:pt x="159626" y="93309"/>
                  <a:pt x="159588" y="91476"/>
                  <a:pt x="158434" y="90368"/>
                </a:cubicBezTo>
                <a:lnTo>
                  <a:pt x="131787" y="63680"/>
                </a:lnTo>
                <a:cubicBezTo>
                  <a:pt x="131526" y="63426"/>
                  <a:pt x="131217" y="63229"/>
                  <a:pt x="130877" y="63100"/>
                </a:cubicBezTo>
                <a:cubicBezTo>
                  <a:pt x="130507" y="62959"/>
                  <a:pt x="130114" y="62889"/>
                  <a:pt x="129718" y="62893"/>
                </a:cubicBezTo>
                <a:close/>
                <a:moveTo>
                  <a:pt x="123230" y="49452"/>
                </a:moveTo>
                <a:cubicBezTo>
                  <a:pt x="127370" y="47812"/>
                  <a:pt x="132135" y="47750"/>
                  <a:pt x="136545" y="49653"/>
                </a:cubicBezTo>
                <a:cubicBezTo>
                  <a:pt x="138601" y="50563"/>
                  <a:pt x="140457" y="51871"/>
                  <a:pt x="142007" y="53501"/>
                </a:cubicBezTo>
                <a:lnTo>
                  <a:pt x="168696" y="80189"/>
                </a:lnTo>
                <a:cubicBezTo>
                  <a:pt x="168704" y="80198"/>
                  <a:pt x="168713" y="80206"/>
                  <a:pt x="168721" y="80215"/>
                </a:cubicBezTo>
                <a:cubicBezTo>
                  <a:pt x="175528" y="87013"/>
                  <a:pt x="175536" y="98043"/>
                  <a:pt x="168737" y="104850"/>
                </a:cubicBezTo>
                <a:cubicBezTo>
                  <a:pt x="167228" y="106371"/>
                  <a:pt x="165445" y="107593"/>
                  <a:pt x="163482" y="108450"/>
                </a:cubicBezTo>
                <a:lnTo>
                  <a:pt x="155207" y="112091"/>
                </a:lnTo>
                <a:lnTo>
                  <a:pt x="140352" y="126987"/>
                </a:lnTo>
                <a:lnTo>
                  <a:pt x="139152" y="143786"/>
                </a:lnTo>
                <a:cubicBezTo>
                  <a:pt x="138817" y="148399"/>
                  <a:pt x="136658" y="152687"/>
                  <a:pt x="133152" y="155703"/>
                </a:cubicBezTo>
                <a:cubicBezTo>
                  <a:pt x="129988" y="158418"/>
                  <a:pt x="125943" y="159889"/>
                  <a:pt x="121774" y="159841"/>
                </a:cubicBezTo>
                <a:lnTo>
                  <a:pt x="120491" y="159841"/>
                </a:lnTo>
                <a:cubicBezTo>
                  <a:pt x="116321" y="159509"/>
                  <a:pt x="112405" y="157705"/>
                  <a:pt x="109443" y="154751"/>
                </a:cubicBezTo>
                <a:lnTo>
                  <a:pt x="93471" y="138780"/>
                </a:lnTo>
                <a:lnTo>
                  <a:pt x="60618" y="171633"/>
                </a:lnTo>
                <a:cubicBezTo>
                  <a:pt x="57784" y="174456"/>
                  <a:pt x="53199" y="174446"/>
                  <a:pt x="50377" y="171613"/>
                </a:cubicBezTo>
                <a:cubicBezTo>
                  <a:pt x="47554" y="168779"/>
                  <a:pt x="47564" y="164194"/>
                  <a:pt x="50397" y="161372"/>
                </a:cubicBezTo>
                <a:lnTo>
                  <a:pt x="83168" y="128477"/>
                </a:lnTo>
                <a:lnTo>
                  <a:pt x="67155" y="112505"/>
                </a:lnTo>
                <a:cubicBezTo>
                  <a:pt x="64237" y="109564"/>
                  <a:pt x="62459" y="105682"/>
                  <a:pt x="62140" y="101552"/>
                </a:cubicBezTo>
                <a:cubicBezTo>
                  <a:pt x="61396" y="91937"/>
                  <a:pt x="68588" y="83540"/>
                  <a:pt x="78203" y="82796"/>
                </a:cubicBezTo>
                <a:lnTo>
                  <a:pt x="95582" y="81513"/>
                </a:lnTo>
                <a:lnTo>
                  <a:pt x="110105" y="66990"/>
                </a:lnTo>
                <a:lnTo>
                  <a:pt x="113664" y="58714"/>
                </a:lnTo>
                <a:cubicBezTo>
                  <a:pt x="115576" y="54308"/>
                  <a:pt x="119091" y="51091"/>
                  <a:pt x="123230" y="49452"/>
                </a:cubicBezTo>
                <a:close/>
                <a:moveTo>
                  <a:pt x="7241" y="0"/>
                </a:moveTo>
                <a:lnTo>
                  <a:pt x="108616" y="0"/>
                </a:lnTo>
                <a:cubicBezTo>
                  <a:pt x="108672" y="0"/>
                  <a:pt x="108728" y="1"/>
                  <a:pt x="108783" y="2"/>
                </a:cubicBezTo>
                <a:cubicBezTo>
                  <a:pt x="112781" y="93"/>
                  <a:pt x="115948" y="3408"/>
                  <a:pt x="115857" y="7407"/>
                </a:cubicBezTo>
                <a:lnTo>
                  <a:pt x="115857" y="28095"/>
                </a:lnTo>
                <a:cubicBezTo>
                  <a:pt x="115857" y="32094"/>
                  <a:pt x="112615" y="35336"/>
                  <a:pt x="108616" y="35336"/>
                </a:cubicBezTo>
                <a:cubicBezTo>
                  <a:pt x="104617" y="35336"/>
                  <a:pt x="101375" y="32094"/>
                  <a:pt x="101375" y="28095"/>
                </a:cubicBezTo>
                <a:lnTo>
                  <a:pt x="101375" y="14482"/>
                </a:lnTo>
                <a:lnTo>
                  <a:pt x="14482" y="14482"/>
                </a:lnTo>
                <a:lnTo>
                  <a:pt x="14482" y="38605"/>
                </a:lnTo>
                <a:lnTo>
                  <a:pt x="31364" y="38605"/>
                </a:lnTo>
                <a:cubicBezTo>
                  <a:pt x="35363" y="38605"/>
                  <a:pt x="38605" y="41847"/>
                  <a:pt x="38605" y="45846"/>
                </a:cubicBezTo>
                <a:cubicBezTo>
                  <a:pt x="38605" y="49845"/>
                  <a:pt x="35363" y="53087"/>
                  <a:pt x="31364" y="53087"/>
                </a:cubicBezTo>
                <a:lnTo>
                  <a:pt x="14482" y="53087"/>
                </a:lnTo>
                <a:lnTo>
                  <a:pt x="14482" y="82052"/>
                </a:lnTo>
                <a:lnTo>
                  <a:pt x="27516" y="82052"/>
                </a:lnTo>
                <a:cubicBezTo>
                  <a:pt x="31515" y="82052"/>
                  <a:pt x="34757" y="85294"/>
                  <a:pt x="34757" y="89293"/>
                </a:cubicBezTo>
                <a:cubicBezTo>
                  <a:pt x="34757" y="93292"/>
                  <a:pt x="31515" y="96534"/>
                  <a:pt x="27516" y="96534"/>
                </a:cubicBezTo>
                <a:lnTo>
                  <a:pt x="14482" y="96534"/>
                </a:lnTo>
                <a:lnTo>
                  <a:pt x="14482" y="120698"/>
                </a:lnTo>
                <a:lnTo>
                  <a:pt x="31364" y="120698"/>
                </a:lnTo>
                <a:cubicBezTo>
                  <a:pt x="35363" y="120698"/>
                  <a:pt x="38605" y="123940"/>
                  <a:pt x="38605" y="127939"/>
                </a:cubicBezTo>
                <a:cubicBezTo>
                  <a:pt x="38605" y="131938"/>
                  <a:pt x="35363" y="135180"/>
                  <a:pt x="31364" y="135180"/>
                </a:cubicBezTo>
                <a:lnTo>
                  <a:pt x="7241" y="135180"/>
                </a:lnTo>
                <a:cubicBezTo>
                  <a:pt x="3242" y="135180"/>
                  <a:pt x="0" y="131938"/>
                  <a:pt x="0" y="127939"/>
                </a:cubicBezTo>
                <a:lnTo>
                  <a:pt x="0" y="7241"/>
                </a:lnTo>
                <a:cubicBezTo>
                  <a:pt x="0" y="3242"/>
                  <a:pt x="3242" y="0"/>
                  <a:pt x="7241" y="0"/>
                </a:cubicBezTo>
                <a:close/>
              </a:path>
            </a:pathLst>
          </a:custGeom>
          <a:solidFill>
            <a:schemeClr val="accent1"/>
          </a:solidFill>
          <a:ln w="186" cap="flat">
            <a:noFill/>
            <a:prstDash val="solid"/>
            <a:miter/>
          </a:ln>
        </p:spPr>
        <p:txBody>
          <a:bodyPr rtlCol="0" anchor="ctr"/>
          <a:lstStyle/>
          <a:p>
            <a:endParaRPr lang="zh-CN" altLang="en-US"/>
          </a:p>
        </p:txBody>
      </p:sp>
      <p:sp>
        <p:nvSpPr>
          <p:cNvPr id="295" name="任意多边形: 形状 294">
            <a:extLst>
              <a:ext uri="{FF2B5EF4-FFF2-40B4-BE49-F238E27FC236}">
                <a16:creationId xmlns:a16="http://schemas.microsoft.com/office/drawing/2014/main" id="{D687912B-95F9-F6AD-8920-0C9FB7248647}"/>
              </a:ext>
            </a:extLst>
          </p:cNvPr>
          <p:cNvSpPr/>
          <p:nvPr/>
        </p:nvSpPr>
        <p:spPr>
          <a:xfrm>
            <a:off x="3265449" y="3892021"/>
            <a:ext cx="214738" cy="162008"/>
          </a:xfrm>
          <a:custGeom>
            <a:avLst/>
            <a:gdLst>
              <a:gd name="connsiteX0" fmla="*/ 101549 w 172944"/>
              <a:gd name="connsiteY0" fmla="*/ 82543 h 130477"/>
              <a:gd name="connsiteX1" fmla="*/ 148287 w 172944"/>
              <a:gd name="connsiteY1" fmla="*/ 82543 h 130477"/>
              <a:gd name="connsiteX2" fmla="*/ 152396 w 172944"/>
              <a:gd name="connsiteY2" fmla="*/ 86652 h 130477"/>
              <a:gd name="connsiteX3" fmla="*/ 148287 w 172944"/>
              <a:gd name="connsiteY3" fmla="*/ 90762 h 130477"/>
              <a:gd name="connsiteX4" fmla="*/ 101549 w 172944"/>
              <a:gd name="connsiteY4" fmla="*/ 90762 h 130477"/>
              <a:gd name="connsiteX5" fmla="*/ 97440 w 172944"/>
              <a:gd name="connsiteY5" fmla="*/ 86652 h 130477"/>
              <a:gd name="connsiteX6" fmla="*/ 101549 w 172944"/>
              <a:gd name="connsiteY6" fmla="*/ 82543 h 130477"/>
              <a:gd name="connsiteX7" fmla="*/ 93331 w 172944"/>
              <a:gd name="connsiteY7" fmla="*/ 57196 h 130477"/>
              <a:gd name="connsiteX8" fmla="*/ 148287 w 172944"/>
              <a:gd name="connsiteY8" fmla="*/ 57196 h 130477"/>
              <a:gd name="connsiteX9" fmla="*/ 152396 w 172944"/>
              <a:gd name="connsiteY9" fmla="*/ 61305 h 130477"/>
              <a:gd name="connsiteX10" fmla="*/ 148287 w 172944"/>
              <a:gd name="connsiteY10" fmla="*/ 65415 h 130477"/>
              <a:gd name="connsiteX11" fmla="*/ 93331 w 172944"/>
              <a:gd name="connsiteY11" fmla="*/ 65415 h 130477"/>
              <a:gd name="connsiteX12" fmla="*/ 89221 w 172944"/>
              <a:gd name="connsiteY12" fmla="*/ 61305 h 130477"/>
              <a:gd name="connsiteX13" fmla="*/ 93331 w 172944"/>
              <a:gd name="connsiteY13" fmla="*/ 57196 h 130477"/>
              <a:gd name="connsiteX14" fmla="*/ 54113 w 172944"/>
              <a:gd name="connsiteY14" fmla="*/ 32555 h 130477"/>
              <a:gd name="connsiteX15" fmla="*/ 37193 w 172944"/>
              <a:gd name="connsiteY15" fmla="*/ 49491 h 130477"/>
              <a:gd name="connsiteX16" fmla="*/ 53319 w 172944"/>
              <a:gd name="connsiteY16" fmla="*/ 66330 h 130477"/>
              <a:gd name="connsiteX17" fmla="*/ 54114 w 172944"/>
              <a:gd name="connsiteY17" fmla="*/ 66250 h 130477"/>
              <a:gd name="connsiteX18" fmla="*/ 54900 w 172944"/>
              <a:gd name="connsiteY18" fmla="*/ 66330 h 130477"/>
              <a:gd name="connsiteX19" fmla="*/ 71033 w 172944"/>
              <a:gd name="connsiteY19" fmla="*/ 49491 h 130477"/>
              <a:gd name="connsiteX20" fmla="*/ 54113 w 172944"/>
              <a:gd name="connsiteY20" fmla="*/ 32555 h 130477"/>
              <a:gd name="connsiteX21" fmla="*/ 93331 w 172944"/>
              <a:gd name="connsiteY21" fmla="*/ 31849 h 130477"/>
              <a:gd name="connsiteX22" fmla="*/ 148287 w 172944"/>
              <a:gd name="connsiteY22" fmla="*/ 31849 h 130477"/>
              <a:gd name="connsiteX23" fmla="*/ 152396 w 172944"/>
              <a:gd name="connsiteY23" fmla="*/ 35958 h 130477"/>
              <a:gd name="connsiteX24" fmla="*/ 148287 w 172944"/>
              <a:gd name="connsiteY24" fmla="*/ 40068 h 130477"/>
              <a:gd name="connsiteX25" fmla="*/ 93331 w 172944"/>
              <a:gd name="connsiteY25" fmla="*/ 40068 h 130477"/>
              <a:gd name="connsiteX26" fmla="*/ 89221 w 172944"/>
              <a:gd name="connsiteY26" fmla="*/ 35958 h 130477"/>
              <a:gd name="connsiteX27" fmla="*/ 93331 w 172944"/>
              <a:gd name="connsiteY27" fmla="*/ 31849 h 130477"/>
              <a:gd name="connsiteX28" fmla="*/ 54113 w 172944"/>
              <a:gd name="connsiteY28" fmla="*/ 24336 h 130477"/>
              <a:gd name="connsiteX29" fmla="*/ 79251 w 172944"/>
              <a:gd name="connsiteY29" fmla="*/ 49491 h 130477"/>
              <a:gd name="connsiteX30" fmla="*/ 69251 w 172944"/>
              <a:gd name="connsiteY30" fmla="*/ 69428 h 130477"/>
              <a:gd name="connsiteX31" fmla="*/ 92125 w 172944"/>
              <a:gd name="connsiteY31" fmla="*/ 104262 h 130477"/>
              <a:gd name="connsiteX32" fmla="*/ 88016 w 172944"/>
              <a:gd name="connsiteY32" fmla="*/ 108372 h 130477"/>
              <a:gd name="connsiteX33" fmla="*/ 83906 w 172944"/>
              <a:gd name="connsiteY33" fmla="*/ 104262 h 130477"/>
              <a:gd name="connsiteX34" fmla="*/ 54899 w 172944"/>
              <a:gd name="connsiteY34" fmla="*/ 74549 h 130477"/>
              <a:gd name="connsiteX35" fmla="*/ 54113 w 172944"/>
              <a:gd name="connsiteY35" fmla="*/ 74629 h 130477"/>
              <a:gd name="connsiteX36" fmla="*/ 53318 w 172944"/>
              <a:gd name="connsiteY36" fmla="*/ 74549 h 130477"/>
              <a:gd name="connsiteX37" fmla="*/ 24323 w 172944"/>
              <a:gd name="connsiteY37" fmla="*/ 104262 h 130477"/>
              <a:gd name="connsiteX38" fmla="*/ 20214 w 172944"/>
              <a:gd name="connsiteY38" fmla="*/ 108372 h 130477"/>
              <a:gd name="connsiteX39" fmla="*/ 16104 w 172944"/>
              <a:gd name="connsiteY39" fmla="*/ 104262 h 130477"/>
              <a:gd name="connsiteX40" fmla="*/ 38975 w 172944"/>
              <a:gd name="connsiteY40" fmla="*/ 69428 h 130477"/>
              <a:gd name="connsiteX41" fmla="*/ 28974 w 172944"/>
              <a:gd name="connsiteY41" fmla="*/ 49491 h 130477"/>
              <a:gd name="connsiteX42" fmla="*/ 54113 w 172944"/>
              <a:gd name="connsiteY42" fmla="*/ 24336 h 130477"/>
              <a:gd name="connsiteX43" fmla="*/ 11104 w 172944"/>
              <a:gd name="connsiteY43" fmla="*/ 8219 h 130477"/>
              <a:gd name="connsiteX44" fmla="*/ 8219 w 172944"/>
              <a:gd name="connsiteY44" fmla="*/ 11092 h 130477"/>
              <a:gd name="connsiteX45" fmla="*/ 8219 w 172944"/>
              <a:gd name="connsiteY45" fmla="*/ 119384 h 130477"/>
              <a:gd name="connsiteX46" fmla="*/ 11104 w 172944"/>
              <a:gd name="connsiteY46" fmla="*/ 122257 h 130477"/>
              <a:gd name="connsiteX47" fmla="*/ 161843 w 172944"/>
              <a:gd name="connsiteY47" fmla="*/ 122257 h 130477"/>
              <a:gd name="connsiteX48" fmla="*/ 164724 w 172944"/>
              <a:gd name="connsiteY48" fmla="*/ 119384 h 130477"/>
              <a:gd name="connsiteX49" fmla="*/ 164725 w 172944"/>
              <a:gd name="connsiteY49" fmla="*/ 119384 h 130477"/>
              <a:gd name="connsiteX50" fmla="*/ 164725 w 172944"/>
              <a:gd name="connsiteY50" fmla="*/ 11092 h 130477"/>
              <a:gd name="connsiteX51" fmla="*/ 161843 w 172944"/>
              <a:gd name="connsiteY51" fmla="*/ 8219 h 130477"/>
              <a:gd name="connsiteX52" fmla="*/ 11104 w 172944"/>
              <a:gd name="connsiteY52" fmla="*/ 0 h 130477"/>
              <a:gd name="connsiteX53" fmla="*/ 161843 w 172944"/>
              <a:gd name="connsiteY53" fmla="*/ 0 h 130477"/>
              <a:gd name="connsiteX54" fmla="*/ 172944 w 172944"/>
              <a:gd name="connsiteY54" fmla="*/ 11092 h 130477"/>
              <a:gd name="connsiteX55" fmla="*/ 172944 w 172944"/>
              <a:gd name="connsiteY55" fmla="*/ 119384 h 130477"/>
              <a:gd name="connsiteX56" fmla="*/ 161843 w 172944"/>
              <a:gd name="connsiteY56" fmla="*/ 130477 h 130477"/>
              <a:gd name="connsiteX57" fmla="*/ 11104 w 172944"/>
              <a:gd name="connsiteY57" fmla="*/ 130477 h 130477"/>
              <a:gd name="connsiteX58" fmla="*/ 0 w 172944"/>
              <a:gd name="connsiteY58" fmla="*/ 119384 h 130477"/>
              <a:gd name="connsiteX59" fmla="*/ 0 w 172944"/>
              <a:gd name="connsiteY59" fmla="*/ 11092 h 130477"/>
              <a:gd name="connsiteX60" fmla="*/ 11104 w 172944"/>
              <a:gd name="connsiteY60" fmla="*/ 0 h 130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72944" h="130477">
                <a:moveTo>
                  <a:pt x="101549" y="82543"/>
                </a:moveTo>
                <a:lnTo>
                  <a:pt x="148287" y="82543"/>
                </a:lnTo>
                <a:cubicBezTo>
                  <a:pt x="150559" y="82543"/>
                  <a:pt x="152396" y="84373"/>
                  <a:pt x="152396" y="86652"/>
                </a:cubicBezTo>
                <a:cubicBezTo>
                  <a:pt x="152396" y="88916"/>
                  <a:pt x="150559" y="90762"/>
                  <a:pt x="148287" y="90762"/>
                </a:cubicBezTo>
                <a:lnTo>
                  <a:pt x="101549" y="90762"/>
                </a:lnTo>
                <a:cubicBezTo>
                  <a:pt x="99270" y="90762"/>
                  <a:pt x="97440" y="88916"/>
                  <a:pt x="97440" y="86652"/>
                </a:cubicBezTo>
                <a:cubicBezTo>
                  <a:pt x="97440" y="84373"/>
                  <a:pt x="99270" y="82543"/>
                  <a:pt x="101549" y="82543"/>
                </a:cubicBezTo>
                <a:close/>
                <a:moveTo>
                  <a:pt x="93331" y="57196"/>
                </a:moveTo>
                <a:lnTo>
                  <a:pt x="148287" y="57196"/>
                </a:lnTo>
                <a:cubicBezTo>
                  <a:pt x="150559" y="57196"/>
                  <a:pt x="152396" y="59026"/>
                  <a:pt x="152396" y="61305"/>
                </a:cubicBezTo>
                <a:cubicBezTo>
                  <a:pt x="152396" y="63569"/>
                  <a:pt x="150559" y="65415"/>
                  <a:pt x="148287" y="65415"/>
                </a:cubicBezTo>
                <a:lnTo>
                  <a:pt x="93331" y="65415"/>
                </a:lnTo>
                <a:cubicBezTo>
                  <a:pt x="91051" y="65415"/>
                  <a:pt x="89221" y="63569"/>
                  <a:pt x="89221" y="61305"/>
                </a:cubicBezTo>
                <a:cubicBezTo>
                  <a:pt x="89221" y="59026"/>
                  <a:pt x="91051" y="57196"/>
                  <a:pt x="93331" y="57196"/>
                </a:cubicBezTo>
                <a:close/>
                <a:moveTo>
                  <a:pt x="54113" y="32555"/>
                </a:moveTo>
                <a:cubicBezTo>
                  <a:pt x="44778" y="32555"/>
                  <a:pt x="37193" y="40148"/>
                  <a:pt x="37193" y="49491"/>
                </a:cubicBezTo>
                <a:cubicBezTo>
                  <a:pt x="37193" y="58544"/>
                  <a:pt x="44361" y="65896"/>
                  <a:pt x="53319" y="66330"/>
                </a:cubicBezTo>
                <a:cubicBezTo>
                  <a:pt x="53592" y="66314"/>
                  <a:pt x="53841" y="66250"/>
                  <a:pt x="54114" y="66250"/>
                </a:cubicBezTo>
                <a:cubicBezTo>
                  <a:pt x="54386" y="66250"/>
                  <a:pt x="54635" y="66314"/>
                  <a:pt x="54900" y="66330"/>
                </a:cubicBezTo>
                <a:cubicBezTo>
                  <a:pt x="63857" y="65897"/>
                  <a:pt x="71033" y="58544"/>
                  <a:pt x="71033" y="49491"/>
                </a:cubicBezTo>
                <a:cubicBezTo>
                  <a:pt x="71033" y="40148"/>
                  <a:pt x="63440" y="32555"/>
                  <a:pt x="54113" y="32555"/>
                </a:cubicBezTo>
                <a:close/>
                <a:moveTo>
                  <a:pt x="93331" y="31849"/>
                </a:moveTo>
                <a:lnTo>
                  <a:pt x="148287" y="31849"/>
                </a:lnTo>
                <a:cubicBezTo>
                  <a:pt x="150559" y="31849"/>
                  <a:pt x="152396" y="33695"/>
                  <a:pt x="152396" y="35958"/>
                </a:cubicBezTo>
                <a:cubicBezTo>
                  <a:pt x="152396" y="38222"/>
                  <a:pt x="150559" y="40068"/>
                  <a:pt x="148287" y="40068"/>
                </a:cubicBezTo>
                <a:lnTo>
                  <a:pt x="93331" y="40068"/>
                </a:lnTo>
                <a:cubicBezTo>
                  <a:pt x="91051" y="40068"/>
                  <a:pt x="89221" y="38222"/>
                  <a:pt x="89221" y="35958"/>
                </a:cubicBezTo>
                <a:cubicBezTo>
                  <a:pt x="89221" y="33695"/>
                  <a:pt x="91051" y="31849"/>
                  <a:pt x="93331" y="31849"/>
                </a:cubicBezTo>
                <a:close/>
                <a:moveTo>
                  <a:pt x="54113" y="24336"/>
                </a:moveTo>
                <a:cubicBezTo>
                  <a:pt x="67974" y="24336"/>
                  <a:pt x="79251" y="35621"/>
                  <a:pt x="79251" y="49491"/>
                </a:cubicBezTo>
                <a:cubicBezTo>
                  <a:pt x="79251" y="57629"/>
                  <a:pt x="75278" y="64821"/>
                  <a:pt x="69251" y="69428"/>
                </a:cubicBezTo>
                <a:cubicBezTo>
                  <a:pt x="82687" y="75287"/>
                  <a:pt x="92126" y="88675"/>
                  <a:pt x="92125" y="104262"/>
                </a:cubicBezTo>
                <a:cubicBezTo>
                  <a:pt x="92125" y="106526"/>
                  <a:pt x="90287" y="108372"/>
                  <a:pt x="88016" y="108372"/>
                </a:cubicBezTo>
                <a:cubicBezTo>
                  <a:pt x="85744" y="108372"/>
                  <a:pt x="83906" y="106526"/>
                  <a:pt x="83906" y="104262"/>
                </a:cubicBezTo>
                <a:cubicBezTo>
                  <a:pt x="83906" y="88097"/>
                  <a:pt x="70968" y="74967"/>
                  <a:pt x="54899" y="74549"/>
                </a:cubicBezTo>
                <a:cubicBezTo>
                  <a:pt x="54635" y="74549"/>
                  <a:pt x="54385" y="74629"/>
                  <a:pt x="54113" y="74629"/>
                </a:cubicBezTo>
                <a:cubicBezTo>
                  <a:pt x="53840" y="74629"/>
                  <a:pt x="53591" y="74549"/>
                  <a:pt x="53318" y="74549"/>
                </a:cubicBezTo>
                <a:cubicBezTo>
                  <a:pt x="37265" y="74966"/>
                  <a:pt x="24323" y="88097"/>
                  <a:pt x="24323" y="104262"/>
                </a:cubicBezTo>
                <a:cubicBezTo>
                  <a:pt x="24323" y="106526"/>
                  <a:pt x="22481" y="108372"/>
                  <a:pt x="20214" y="108372"/>
                </a:cubicBezTo>
                <a:cubicBezTo>
                  <a:pt x="17938" y="108372"/>
                  <a:pt x="16104" y="106526"/>
                  <a:pt x="16104" y="104262"/>
                </a:cubicBezTo>
                <a:cubicBezTo>
                  <a:pt x="16104" y="88675"/>
                  <a:pt x="25539" y="75287"/>
                  <a:pt x="38975" y="69428"/>
                </a:cubicBezTo>
                <a:cubicBezTo>
                  <a:pt x="32943" y="64821"/>
                  <a:pt x="28974" y="57629"/>
                  <a:pt x="28974" y="49491"/>
                </a:cubicBezTo>
                <a:cubicBezTo>
                  <a:pt x="28974" y="35621"/>
                  <a:pt x="40251" y="24336"/>
                  <a:pt x="54113" y="24336"/>
                </a:cubicBezTo>
                <a:close/>
                <a:moveTo>
                  <a:pt x="11104" y="8219"/>
                </a:moveTo>
                <a:cubicBezTo>
                  <a:pt x="9519" y="8219"/>
                  <a:pt x="8219" y="9519"/>
                  <a:pt x="8219" y="11092"/>
                </a:cubicBezTo>
                <a:lnTo>
                  <a:pt x="8219" y="119384"/>
                </a:lnTo>
                <a:cubicBezTo>
                  <a:pt x="8219" y="120957"/>
                  <a:pt x="9519" y="122257"/>
                  <a:pt x="11104" y="122257"/>
                </a:cubicBezTo>
                <a:lnTo>
                  <a:pt x="161843" y="122257"/>
                </a:lnTo>
                <a:cubicBezTo>
                  <a:pt x="163432" y="122257"/>
                  <a:pt x="164724" y="120957"/>
                  <a:pt x="164724" y="119384"/>
                </a:cubicBezTo>
                <a:lnTo>
                  <a:pt x="164725" y="119384"/>
                </a:lnTo>
                <a:lnTo>
                  <a:pt x="164725" y="11092"/>
                </a:lnTo>
                <a:cubicBezTo>
                  <a:pt x="164725" y="9519"/>
                  <a:pt x="163432" y="8219"/>
                  <a:pt x="161843" y="8219"/>
                </a:cubicBezTo>
                <a:close/>
                <a:moveTo>
                  <a:pt x="11104" y="0"/>
                </a:moveTo>
                <a:lnTo>
                  <a:pt x="161843" y="0"/>
                </a:lnTo>
                <a:cubicBezTo>
                  <a:pt x="167975" y="0"/>
                  <a:pt x="172944" y="4976"/>
                  <a:pt x="172944" y="11092"/>
                </a:cubicBezTo>
                <a:lnTo>
                  <a:pt x="172944" y="119384"/>
                </a:lnTo>
                <a:cubicBezTo>
                  <a:pt x="172944" y="125500"/>
                  <a:pt x="167975" y="130477"/>
                  <a:pt x="161843" y="130477"/>
                </a:cubicBezTo>
                <a:lnTo>
                  <a:pt x="11104" y="130477"/>
                </a:lnTo>
                <a:cubicBezTo>
                  <a:pt x="4980" y="130477"/>
                  <a:pt x="0" y="125500"/>
                  <a:pt x="0" y="119384"/>
                </a:cubicBezTo>
                <a:lnTo>
                  <a:pt x="0" y="11092"/>
                </a:lnTo>
                <a:cubicBezTo>
                  <a:pt x="0" y="4976"/>
                  <a:pt x="4980" y="0"/>
                  <a:pt x="11104" y="0"/>
                </a:cubicBezTo>
                <a:close/>
              </a:path>
            </a:pathLst>
          </a:custGeom>
          <a:solidFill>
            <a:schemeClr val="accent1"/>
          </a:solidFill>
          <a:ln w="186" cap="flat">
            <a:noFill/>
            <a:prstDash val="solid"/>
            <a:miter/>
          </a:ln>
        </p:spPr>
        <p:txBody>
          <a:bodyPr rtlCol="0" anchor="ctr"/>
          <a:lstStyle/>
          <a:p>
            <a:endParaRPr lang="zh-CN" altLang="en-US"/>
          </a:p>
        </p:txBody>
      </p:sp>
      <p:sp>
        <p:nvSpPr>
          <p:cNvPr id="298" name="图形 296">
            <a:extLst>
              <a:ext uri="{FF2B5EF4-FFF2-40B4-BE49-F238E27FC236}">
                <a16:creationId xmlns:a16="http://schemas.microsoft.com/office/drawing/2014/main" id="{7421FA90-C917-6886-12D8-1BB2A2FEF50B}"/>
              </a:ext>
            </a:extLst>
          </p:cNvPr>
          <p:cNvSpPr/>
          <p:nvPr/>
        </p:nvSpPr>
        <p:spPr>
          <a:xfrm>
            <a:off x="8726462" y="3843769"/>
            <a:ext cx="185438" cy="218335"/>
          </a:xfrm>
          <a:custGeom>
            <a:avLst/>
            <a:gdLst>
              <a:gd name="connsiteX0" fmla="*/ 83959 w 167918"/>
              <a:gd name="connsiteY0" fmla="*/ 5 h 197707"/>
              <a:gd name="connsiteX1" fmla="*/ 167918 w 167918"/>
              <a:gd name="connsiteY1" fmla="*/ 39667 h 197707"/>
              <a:gd name="connsiteX2" fmla="*/ 167918 w 167918"/>
              <a:gd name="connsiteY2" fmla="*/ 107741 h 197707"/>
              <a:gd name="connsiteX3" fmla="*/ 90402 w 167918"/>
              <a:gd name="connsiteY3" fmla="*/ 196004 h 197707"/>
              <a:gd name="connsiteX4" fmla="*/ 88411 w 167918"/>
              <a:gd name="connsiteY4" fmla="*/ 196556 h 197707"/>
              <a:gd name="connsiteX5" fmla="*/ 83959 w 167918"/>
              <a:gd name="connsiteY5" fmla="*/ 197707 h 197707"/>
              <a:gd name="connsiteX6" fmla="*/ 79454 w 167918"/>
              <a:gd name="connsiteY6" fmla="*/ 196541 h 197707"/>
              <a:gd name="connsiteX7" fmla="*/ 72 w 167918"/>
              <a:gd name="connsiteY7" fmla="*/ 110596 h 197707"/>
              <a:gd name="connsiteX8" fmla="*/ 14 w 167918"/>
              <a:gd name="connsiteY8" fmla="*/ 109046 h 197707"/>
              <a:gd name="connsiteX9" fmla="*/ 0 w 167918"/>
              <a:gd name="connsiteY9" fmla="*/ 39672 h 197707"/>
              <a:gd name="connsiteX10" fmla="*/ 83959 w 167918"/>
              <a:gd name="connsiteY10" fmla="*/ 0 h 197707"/>
              <a:gd name="connsiteX11" fmla="*/ 83954 w 167918"/>
              <a:gd name="connsiteY11" fmla="*/ 15923 h 197707"/>
              <a:gd name="connsiteX12" fmla="*/ 14388 w 167918"/>
              <a:gd name="connsiteY12" fmla="*/ 48783 h 197707"/>
              <a:gd name="connsiteX13" fmla="*/ 14407 w 167918"/>
              <a:gd name="connsiteY13" fmla="*/ 108859 h 197707"/>
              <a:gd name="connsiteX14" fmla="*/ 79253 w 167918"/>
              <a:gd name="connsiteY14" fmla="*/ 181515 h 197707"/>
              <a:gd name="connsiteX15" fmla="*/ 81172 w 167918"/>
              <a:gd name="connsiteY15" fmla="*/ 182086 h 197707"/>
              <a:gd name="connsiteX16" fmla="*/ 83120 w 167918"/>
              <a:gd name="connsiteY16" fmla="*/ 182623 h 197707"/>
              <a:gd name="connsiteX17" fmla="*/ 83950 w 167918"/>
              <a:gd name="connsiteY17" fmla="*/ 182839 h 197707"/>
              <a:gd name="connsiteX18" fmla="*/ 84746 w 167918"/>
              <a:gd name="connsiteY18" fmla="*/ 182638 h 197707"/>
              <a:gd name="connsiteX19" fmla="*/ 153449 w 167918"/>
              <a:gd name="connsiteY19" fmla="*/ 110548 h 197707"/>
              <a:gd name="connsiteX20" fmla="*/ 153506 w 167918"/>
              <a:gd name="connsiteY20" fmla="*/ 109142 h 197707"/>
              <a:gd name="connsiteX21" fmla="*/ 153525 w 167918"/>
              <a:gd name="connsiteY21" fmla="*/ 107741 h 197707"/>
              <a:gd name="connsiteX22" fmla="*/ 153525 w 167918"/>
              <a:gd name="connsiteY22" fmla="*/ 48783 h 197707"/>
              <a:gd name="connsiteX23" fmla="*/ 83954 w 167918"/>
              <a:gd name="connsiteY23" fmla="*/ 15923 h 197707"/>
              <a:gd name="connsiteX24" fmla="*/ 76105 w 167918"/>
              <a:gd name="connsiteY24" fmla="*/ 59424 h 197707"/>
              <a:gd name="connsiteX25" fmla="*/ 107351 w 167918"/>
              <a:gd name="connsiteY25" fmla="*/ 90663 h 197707"/>
              <a:gd name="connsiteX26" fmla="*/ 102229 w 167918"/>
              <a:gd name="connsiteY26" fmla="*/ 107808 h 197707"/>
              <a:gd name="connsiteX27" fmla="*/ 120949 w 167918"/>
              <a:gd name="connsiteY27" fmla="*/ 126529 h 197707"/>
              <a:gd name="connsiteX28" fmla="*/ 110769 w 167918"/>
              <a:gd name="connsiteY28" fmla="*/ 136705 h 197707"/>
              <a:gd name="connsiteX29" fmla="*/ 91770 w 167918"/>
              <a:gd name="connsiteY29" fmla="*/ 117706 h 197707"/>
              <a:gd name="connsiteX30" fmla="*/ 49079 w 167918"/>
              <a:gd name="connsiteY30" fmla="*/ 106317 h 197707"/>
              <a:gd name="connsiteX31" fmla="*/ 60468 w 167918"/>
              <a:gd name="connsiteY31" fmla="*/ 63627 h 197707"/>
              <a:gd name="connsiteX32" fmla="*/ 76105 w 167918"/>
              <a:gd name="connsiteY32" fmla="*/ 59424 h 197707"/>
              <a:gd name="connsiteX33" fmla="*/ 76105 w 167918"/>
              <a:gd name="connsiteY33" fmla="*/ 73817 h 197707"/>
              <a:gd name="connsiteX34" fmla="*/ 59254 w 167918"/>
              <a:gd name="connsiteY34" fmla="*/ 90664 h 197707"/>
              <a:gd name="connsiteX35" fmla="*/ 76101 w 167918"/>
              <a:gd name="connsiteY35" fmla="*/ 107516 h 197707"/>
              <a:gd name="connsiteX36" fmla="*/ 76105 w 167918"/>
              <a:gd name="connsiteY36" fmla="*/ 107516 h 197707"/>
              <a:gd name="connsiteX37" fmla="*/ 92953 w 167918"/>
              <a:gd name="connsiteY37" fmla="*/ 90664 h 197707"/>
              <a:gd name="connsiteX38" fmla="*/ 76105 w 167918"/>
              <a:gd name="connsiteY38" fmla="*/ 73817 h 197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67918" h="197707">
                <a:moveTo>
                  <a:pt x="83959" y="5"/>
                </a:moveTo>
                <a:lnTo>
                  <a:pt x="167918" y="39667"/>
                </a:lnTo>
                <a:lnTo>
                  <a:pt x="167918" y="107741"/>
                </a:lnTo>
                <a:cubicBezTo>
                  <a:pt x="167918" y="144184"/>
                  <a:pt x="138000" y="182455"/>
                  <a:pt x="90402" y="196004"/>
                </a:cubicBezTo>
                <a:lnTo>
                  <a:pt x="88411" y="196556"/>
                </a:lnTo>
                <a:lnTo>
                  <a:pt x="83959" y="197707"/>
                </a:lnTo>
                <a:lnTo>
                  <a:pt x="79454" y="196541"/>
                </a:lnTo>
                <a:cubicBezTo>
                  <a:pt x="32240" y="183914"/>
                  <a:pt x="1814" y="146818"/>
                  <a:pt x="72" y="110596"/>
                </a:cubicBezTo>
                <a:lnTo>
                  <a:pt x="14" y="109046"/>
                </a:lnTo>
                <a:lnTo>
                  <a:pt x="0" y="39672"/>
                </a:lnTo>
                <a:lnTo>
                  <a:pt x="83959" y="0"/>
                </a:lnTo>
                <a:close/>
                <a:moveTo>
                  <a:pt x="83954" y="15923"/>
                </a:moveTo>
                <a:lnTo>
                  <a:pt x="14388" y="48783"/>
                </a:lnTo>
                <a:lnTo>
                  <a:pt x="14407" y="108859"/>
                </a:lnTo>
                <a:cubicBezTo>
                  <a:pt x="15146" y="138005"/>
                  <a:pt x="39773" y="169430"/>
                  <a:pt x="79253" y="181515"/>
                </a:cubicBezTo>
                <a:lnTo>
                  <a:pt x="81172" y="182086"/>
                </a:lnTo>
                <a:lnTo>
                  <a:pt x="83120" y="182623"/>
                </a:lnTo>
                <a:lnTo>
                  <a:pt x="83950" y="182839"/>
                </a:lnTo>
                <a:lnTo>
                  <a:pt x="84746" y="182638"/>
                </a:lnTo>
                <a:cubicBezTo>
                  <a:pt x="125924" y="171622"/>
                  <a:pt x="151894" y="140101"/>
                  <a:pt x="153449" y="110548"/>
                </a:cubicBezTo>
                <a:lnTo>
                  <a:pt x="153506" y="109142"/>
                </a:lnTo>
                <a:lnTo>
                  <a:pt x="153525" y="107741"/>
                </a:lnTo>
                <a:lnTo>
                  <a:pt x="153525" y="48783"/>
                </a:lnTo>
                <a:lnTo>
                  <a:pt x="83954" y="15923"/>
                </a:lnTo>
                <a:close/>
                <a:moveTo>
                  <a:pt x="76105" y="59424"/>
                </a:moveTo>
                <a:cubicBezTo>
                  <a:pt x="93360" y="59422"/>
                  <a:pt x="107349" y="73408"/>
                  <a:pt x="107351" y="90663"/>
                </a:cubicBezTo>
                <a:cubicBezTo>
                  <a:pt x="107352" y="96755"/>
                  <a:pt x="105571" y="102715"/>
                  <a:pt x="102229" y="107808"/>
                </a:cubicBezTo>
                <a:lnTo>
                  <a:pt x="120949" y="126529"/>
                </a:lnTo>
                <a:lnTo>
                  <a:pt x="110769" y="136705"/>
                </a:lnTo>
                <a:lnTo>
                  <a:pt x="91770" y="117706"/>
                </a:lnTo>
                <a:cubicBezTo>
                  <a:pt x="76836" y="126350"/>
                  <a:pt x="57723" y="121251"/>
                  <a:pt x="49079" y="106317"/>
                </a:cubicBezTo>
                <a:cubicBezTo>
                  <a:pt x="40436" y="91383"/>
                  <a:pt x="45535" y="72270"/>
                  <a:pt x="60468" y="63627"/>
                </a:cubicBezTo>
                <a:cubicBezTo>
                  <a:pt x="65221" y="60876"/>
                  <a:pt x="70614" y="59426"/>
                  <a:pt x="76105" y="59424"/>
                </a:cubicBezTo>
                <a:close/>
                <a:moveTo>
                  <a:pt x="76105" y="73817"/>
                </a:moveTo>
                <a:cubicBezTo>
                  <a:pt x="66800" y="73816"/>
                  <a:pt x="59255" y="81359"/>
                  <a:pt x="59254" y="90664"/>
                </a:cubicBezTo>
                <a:cubicBezTo>
                  <a:pt x="59253" y="99970"/>
                  <a:pt x="66796" y="107515"/>
                  <a:pt x="76101" y="107516"/>
                </a:cubicBezTo>
                <a:cubicBezTo>
                  <a:pt x="76103" y="107516"/>
                  <a:pt x="76104" y="107516"/>
                  <a:pt x="76105" y="107516"/>
                </a:cubicBezTo>
                <a:cubicBezTo>
                  <a:pt x="85411" y="107515"/>
                  <a:pt x="92954" y="99970"/>
                  <a:pt x="92953" y="90664"/>
                </a:cubicBezTo>
                <a:cubicBezTo>
                  <a:pt x="92952" y="81360"/>
                  <a:pt x="85410" y="73818"/>
                  <a:pt x="76105" y="73817"/>
                </a:cubicBezTo>
                <a:close/>
              </a:path>
            </a:pathLst>
          </a:custGeom>
          <a:solidFill>
            <a:schemeClr val="accent1"/>
          </a:solidFill>
          <a:ln w="223" cap="flat">
            <a:noFill/>
            <a:prstDash val="solid"/>
            <a:miter/>
          </a:ln>
        </p:spPr>
        <p:txBody>
          <a:bodyPr rtlCol="0" anchor="ctr"/>
          <a:lstStyle/>
          <a:p>
            <a:endParaRPr lang="zh-CN" altLang="en-US"/>
          </a:p>
        </p:txBody>
      </p:sp>
      <p:sp>
        <p:nvSpPr>
          <p:cNvPr id="299" name="文本框 298">
            <a:extLst>
              <a:ext uri="{FF2B5EF4-FFF2-40B4-BE49-F238E27FC236}">
                <a16:creationId xmlns:a16="http://schemas.microsoft.com/office/drawing/2014/main" id="{076E30CD-ED48-D94A-5DDB-17DB81EC65B5}"/>
              </a:ext>
            </a:extLst>
          </p:cNvPr>
          <p:cNvSpPr txBox="1"/>
          <p:nvPr/>
        </p:nvSpPr>
        <p:spPr>
          <a:xfrm>
            <a:off x="5469512" y="4660956"/>
            <a:ext cx="1261885" cy="307777"/>
          </a:xfrm>
          <a:prstGeom prst="rect">
            <a:avLst/>
          </a:prstGeom>
          <a:noFill/>
        </p:spPr>
        <p:txBody>
          <a:bodyPr wrap="none" rtlCol="0">
            <a:spAutoFit/>
          </a:bodyPr>
          <a:lstStyle/>
          <a:p>
            <a:pPr algn="ctr"/>
            <a:r>
              <a:rPr lang="zh-CN" altLang="en-US" sz="1400" b="1" dirty="0">
                <a:sym typeface="Byte Sans Medium" panose="00000600000000000000" pitchFamily="2" charset="0"/>
              </a:rPr>
              <a:t>安全能力扩展</a:t>
            </a:r>
          </a:p>
        </p:txBody>
      </p:sp>
      <p:grpSp>
        <p:nvGrpSpPr>
          <p:cNvPr id="312" name="组合 311">
            <a:extLst>
              <a:ext uri="{FF2B5EF4-FFF2-40B4-BE49-F238E27FC236}">
                <a16:creationId xmlns:a16="http://schemas.microsoft.com/office/drawing/2014/main" id="{6FE3234D-9FB7-B6A1-1181-E25AE650FF29}"/>
              </a:ext>
            </a:extLst>
          </p:cNvPr>
          <p:cNvGrpSpPr/>
          <p:nvPr/>
        </p:nvGrpSpPr>
        <p:grpSpPr>
          <a:xfrm>
            <a:off x="-1239203" y="2533650"/>
            <a:ext cx="3695908" cy="1551104"/>
            <a:chOff x="-987999" y="2533650"/>
            <a:chExt cx="3351382" cy="1551104"/>
          </a:xfrm>
        </p:grpSpPr>
        <p:sp>
          <p:nvSpPr>
            <p:cNvPr id="311" name="矩形: 圆角 310">
              <a:extLst>
                <a:ext uri="{FF2B5EF4-FFF2-40B4-BE49-F238E27FC236}">
                  <a16:creationId xmlns:a16="http://schemas.microsoft.com/office/drawing/2014/main" id="{52A29FDD-72EC-F0CD-451C-140AA56DF0D2}"/>
                </a:ext>
              </a:extLst>
            </p:cNvPr>
            <p:cNvSpPr/>
            <p:nvPr/>
          </p:nvSpPr>
          <p:spPr>
            <a:xfrm>
              <a:off x="-987999" y="2533650"/>
              <a:ext cx="3351382" cy="1551104"/>
            </a:xfrm>
            <a:prstGeom prst="roundRect">
              <a:avLst>
                <a:gd name="adj" fmla="val 50000"/>
              </a:avLst>
            </a:prstGeom>
            <a:solidFill>
              <a:schemeClr val="accent2">
                <a:alpha val="1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endParaRPr>
            </a:p>
          </p:txBody>
        </p:sp>
        <p:sp>
          <p:nvSpPr>
            <p:cNvPr id="310" name="矩形: 圆角 309">
              <a:extLst>
                <a:ext uri="{FF2B5EF4-FFF2-40B4-BE49-F238E27FC236}">
                  <a16:creationId xmlns:a16="http://schemas.microsoft.com/office/drawing/2014/main" id="{C0C79287-BB55-866B-1824-E945696E17C5}"/>
                </a:ext>
              </a:extLst>
            </p:cNvPr>
            <p:cNvSpPr/>
            <p:nvPr/>
          </p:nvSpPr>
          <p:spPr>
            <a:xfrm>
              <a:off x="-758496" y="2722075"/>
              <a:ext cx="2892376" cy="1174255"/>
            </a:xfrm>
            <a:prstGeom prst="roundRect">
              <a:avLst>
                <a:gd name="adj" fmla="val 50000"/>
              </a:avLst>
            </a:prstGeom>
            <a:gradFill flip="none" rotWithShape="1">
              <a:gsLst>
                <a:gs pos="0">
                  <a:schemeClr val="accent2">
                    <a:alpha val="0"/>
                  </a:schemeClr>
                </a:gs>
                <a:gs pos="100000">
                  <a:schemeClr val="accent2"/>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endParaRPr>
            </a:p>
          </p:txBody>
        </p:sp>
      </p:grpSp>
      <p:grpSp>
        <p:nvGrpSpPr>
          <p:cNvPr id="313" name="组合 312">
            <a:extLst>
              <a:ext uri="{FF2B5EF4-FFF2-40B4-BE49-F238E27FC236}">
                <a16:creationId xmlns:a16="http://schemas.microsoft.com/office/drawing/2014/main" id="{7DD9F0F1-3E52-E15D-D549-1E5C63FE33C0}"/>
              </a:ext>
            </a:extLst>
          </p:cNvPr>
          <p:cNvGrpSpPr/>
          <p:nvPr/>
        </p:nvGrpSpPr>
        <p:grpSpPr>
          <a:xfrm flipH="1">
            <a:off x="9735295" y="2533650"/>
            <a:ext cx="3695908" cy="1551104"/>
            <a:chOff x="-987999" y="2533650"/>
            <a:chExt cx="3351382" cy="1551104"/>
          </a:xfrm>
        </p:grpSpPr>
        <p:sp>
          <p:nvSpPr>
            <p:cNvPr id="314" name="矩形: 圆角 313">
              <a:extLst>
                <a:ext uri="{FF2B5EF4-FFF2-40B4-BE49-F238E27FC236}">
                  <a16:creationId xmlns:a16="http://schemas.microsoft.com/office/drawing/2014/main" id="{DD927A53-10A9-0052-484A-659E58103175}"/>
                </a:ext>
              </a:extLst>
            </p:cNvPr>
            <p:cNvSpPr/>
            <p:nvPr/>
          </p:nvSpPr>
          <p:spPr>
            <a:xfrm>
              <a:off x="-987999" y="2533650"/>
              <a:ext cx="3351382" cy="1551104"/>
            </a:xfrm>
            <a:prstGeom prst="roundRect">
              <a:avLst>
                <a:gd name="adj" fmla="val 50000"/>
              </a:avLst>
            </a:prstGeom>
            <a:solidFill>
              <a:schemeClr val="accent2">
                <a:alpha val="1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endParaRPr>
            </a:p>
          </p:txBody>
        </p:sp>
        <p:sp>
          <p:nvSpPr>
            <p:cNvPr id="315" name="矩形: 圆角 314">
              <a:extLst>
                <a:ext uri="{FF2B5EF4-FFF2-40B4-BE49-F238E27FC236}">
                  <a16:creationId xmlns:a16="http://schemas.microsoft.com/office/drawing/2014/main" id="{B32EA6B6-05C8-ED1D-726F-4BB983E28CCC}"/>
                </a:ext>
              </a:extLst>
            </p:cNvPr>
            <p:cNvSpPr/>
            <p:nvPr/>
          </p:nvSpPr>
          <p:spPr>
            <a:xfrm>
              <a:off x="-758496" y="2722075"/>
              <a:ext cx="2892376" cy="1174255"/>
            </a:xfrm>
            <a:prstGeom prst="roundRect">
              <a:avLst>
                <a:gd name="adj" fmla="val 50000"/>
              </a:avLst>
            </a:prstGeom>
            <a:gradFill flip="none" rotWithShape="1">
              <a:gsLst>
                <a:gs pos="0">
                  <a:schemeClr val="accent2">
                    <a:alpha val="0"/>
                  </a:schemeClr>
                </a:gs>
                <a:gs pos="100000">
                  <a:schemeClr val="accent2"/>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solidFill>
              </a:endParaRPr>
            </a:p>
          </p:txBody>
        </p:sp>
      </p:grpSp>
      <p:sp>
        <p:nvSpPr>
          <p:cNvPr id="317" name="文本框 316">
            <a:extLst>
              <a:ext uri="{FF2B5EF4-FFF2-40B4-BE49-F238E27FC236}">
                <a16:creationId xmlns:a16="http://schemas.microsoft.com/office/drawing/2014/main" id="{3E1E2646-18FF-DCC6-A48F-A24771A23C8D}"/>
              </a:ext>
            </a:extLst>
          </p:cNvPr>
          <p:cNvSpPr txBox="1"/>
          <p:nvPr/>
        </p:nvSpPr>
        <p:spPr>
          <a:xfrm>
            <a:off x="711029" y="2986037"/>
            <a:ext cx="1107996" cy="646331"/>
          </a:xfrm>
          <a:prstGeom prst="rect">
            <a:avLst/>
          </a:prstGeom>
          <a:noFill/>
        </p:spPr>
        <p:txBody>
          <a:bodyPr wrap="none" rtlCol="0">
            <a:spAutoFit/>
          </a:bodyPr>
          <a:lstStyle/>
          <a:p>
            <a:r>
              <a:rPr lang="zh-CN" altLang="en-US" sz="1800" b="1" kern="0" dirty="0">
                <a:latin typeface="+mj-ea"/>
                <a:ea typeface="+mj-ea"/>
                <a:cs typeface="+mn-ea"/>
                <a:sym typeface="Byte Sans Medium" panose="00000600000000000000" pitchFamily="2" charset="0"/>
              </a:rPr>
              <a:t>覆盖主流</a:t>
            </a:r>
            <a:endParaRPr lang="en-US" altLang="zh-CN" sz="1800" b="1" kern="0" dirty="0">
              <a:latin typeface="+mj-ea"/>
              <a:ea typeface="+mj-ea"/>
              <a:cs typeface="+mn-ea"/>
              <a:sym typeface="Byte Sans Medium" panose="00000600000000000000" pitchFamily="2" charset="0"/>
            </a:endParaRPr>
          </a:p>
          <a:p>
            <a:r>
              <a:rPr lang="zh-CN" altLang="en-US" sz="1800" b="1" kern="0" dirty="0">
                <a:latin typeface="+mj-ea"/>
                <a:ea typeface="+mj-ea"/>
                <a:cs typeface="+mn-ea"/>
                <a:sym typeface="Byte Sans Medium" panose="00000600000000000000" pitchFamily="2" charset="0"/>
              </a:rPr>
              <a:t>外发通道</a:t>
            </a:r>
            <a:endParaRPr lang="zh-CN" altLang="en-US" dirty="0"/>
          </a:p>
        </p:txBody>
      </p:sp>
      <p:sp>
        <p:nvSpPr>
          <p:cNvPr id="318" name="文本框 317">
            <a:extLst>
              <a:ext uri="{FF2B5EF4-FFF2-40B4-BE49-F238E27FC236}">
                <a16:creationId xmlns:a16="http://schemas.microsoft.com/office/drawing/2014/main" id="{B364364F-0929-79DE-B4E3-7B4F0419CBDB}"/>
              </a:ext>
            </a:extLst>
          </p:cNvPr>
          <p:cNvSpPr txBox="1"/>
          <p:nvPr/>
        </p:nvSpPr>
        <p:spPr>
          <a:xfrm>
            <a:off x="10380331" y="2986037"/>
            <a:ext cx="1338828" cy="646331"/>
          </a:xfrm>
          <a:prstGeom prst="rect">
            <a:avLst/>
          </a:prstGeom>
          <a:noFill/>
        </p:spPr>
        <p:txBody>
          <a:bodyPr wrap="none" rtlCol="0">
            <a:spAutoFit/>
          </a:bodyPr>
          <a:lstStyle/>
          <a:p>
            <a:r>
              <a:rPr lang="zh-CN" altLang="en-US" sz="1800" b="1" kern="0" dirty="0">
                <a:latin typeface="+mj-ea"/>
                <a:ea typeface="+mj-ea"/>
                <a:cs typeface="+mn-ea"/>
                <a:sym typeface="Byte Sans Medium" panose="00000600000000000000" pitchFamily="2" charset="0"/>
              </a:rPr>
              <a:t>灵活全面的</a:t>
            </a:r>
            <a:endParaRPr lang="en-US" altLang="zh-CN" sz="1800" b="1" kern="0" dirty="0">
              <a:latin typeface="+mj-ea"/>
              <a:ea typeface="+mj-ea"/>
              <a:cs typeface="+mn-ea"/>
              <a:sym typeface="Byte Sans Medium" panose="00000600000000000000" pitchFamily="2" charset="0"/>
            </a:endParaRPr>
          </a:p>
          <a:p>
            <a:r>
              <a:rPr lang="zh-CN" altLang="en-US" sz="1800" b="1" kern="0" dirty="0">
                <a:latin typeface="+mj-ea"/>
                <a:ea typeface="+mj-ea"/>
                <a:cs typeface="+mn-ea"/>
                <a:sym typeface="Byte Sans Medium" panose="00000600000000000000" pitchFamily="2" charset="0"/>
              </a:rPr>
              <a:t>防御策略</a:t>
            </a:r>
          </a:p>
        </p:txBody>
      </p:sp>
      <p:grpSp>
        <p:nvGrpSpPr>
          <p:cNvPr id="325" name="组合 324">
            <a:extLst>
              <a:ext uri="{FF2B5EF4-FFF2-40B4-BE49-F238E27FC236}">
                <a16:creationId xmlns:a16="http://schemas.microsoft.com/office/drawing/2014/main" id="{90169F15-6016-3450-44D7-6F72B2F67797}"/>
              </a:ext>
            </a:extLst>
          </p:cNvPr>
          <p:cNvGrpSpPr/>
          <p:nvPr/>
        </p:nvGrpSpPr>
        <p:grpSpPr>
          <a:xfrm>
            <a:off x="-121188" y="2431053"/>
            <a:ext cx="1911350" cy="1764895"/>
            <a:chOff x="-152400" y="2431053"/>
            <a:chExt cx="1911350" cy="1764895"/>
          </a:xfrm>
        </p:grpSpPr>
        <p:cxnSp>
          <p:nvCxnSpPr>
            <p:cNvPr id="321" name="直接连接符 320">
              <a:extLst>
                <a:ext uri="{FF2B5EF4-FFF2-40B4-BE49-F238E27FC236}">
                  <a16:creationId xmlns:a16="http://schemas.microsoft.com/office/drawing/2014/main" id="{8D875DCF-976A-9D4A-FB17-50006C556677}"/>
                </a:ext>
              </a:extLst>
            </p:cNvPr>
            <p:cNvCxnSpPr>
              <a:cxnSpLocks/>
            </p:cNvCxnSpPr>
            <p:nvPr/>
          </p:nvCxnSpPr>
          <p:spPr>
            <a:xfrm>
              <a:off x="-152400" y="2431053"/>
              <a:ext cx="1320800" cy="0"/>
            </a:xfrm>
            <a:prstGeom prst="line">
              <a:avLst/>
            </a:prstGeom>
            <a:ln>
              <a:gradFill>
                <a:gsLst>
                  <a:gs pos="0">
                    <a:schemeClr val="accent2">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cxnSp>
          <p:nvCxnSpPr>
            <p:cNvPr id="323" name="直接连接符 322">
              <a:extLst>
                <a:ext uri="{FF2B5EF4-FFF2-40B4-BE49-F238E27FC236}">
                  <a16:creationId xmlns:a16="http://schemas.microsoft.com/office/drawing/2014/main" id="{8453E468-8CD9-E466-B248-42616ABF9A1B}"/>
                </a:ext>
              </a:extLst>
            </p:cNvPr>
            <p:cNvCxnSpPr>
              <a:cxnSpLocks/>
            </p:cNvCxnSpPr>
            <p:nvPr/>
          </p:nvCxnSpPr>
          <p:spPr>
            <a:xfrm>
              <a:off x="438150" y="4195948"/>
              <a:ext cx="1320800" cy="0"/>
            </a:xfrm>
            <a:prstGeom prst="line">
              <a:avLst/>
            </a:prstGeom>
            <a:ln>
              <a:gradFill>
                <a:gsLst>
                  <a:gs pos="0">
                    <a:schemeClr val="accent2">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326" name="组合 325">
            <a:extLst>
              <a:ext uri="{FF2B5EF4-FFF2-40B4-BE49-F238E27FC236}">
                <a16:creationId xmlns:a16="http://schemas.microsoft.com/office/drawing/2014/main" id="{A6784230-FF7C-FFDF-6B12-A24A476FA28F}"/>
              </a:ext>
            </a:extLst>
          </p:cNvPr>
          <p:cNvGrpSpPr/>
          <p:nvPr/>
        </p:nvGrpSpPr>
        <p:grpSpPr>
          <a:xfrm flipH="1">
            <a:off x="10401837" y="2431053"/>
            <a:ext cx="1911350" cy="1764895"/>
            <a:chOff x="-152400" y="2431053"/>
            <a:chExt cx="1911350" cy="1764895"/>
          </a:xfrm>
        </p:grpSpPr>
        <p:cxnSp>
          <p:nvCxnSpPr>
            <p:cNvPr id="327" name="直接连接符 326">
              <a:extLst>
                <a:ext uri="{FF2B5EF4-FFF2-40B4-BE49-F238E27FC236}">
                  <a16:creationId xmlns:a16="http://schemas.microsoft.com/office/drawing/2014/main" id="{04811F0B-E038-E9A3-9BC0-C844ACAA8E18}"/>
                </a:ext>
              </a:extLst>
            </p:cNvPr>
            <p:cNvCxnSpPr>
              <a:cxnSpLocks/>
            </p:cNvCxnSpPr>
            <p:nvPr/>
          </p:nvCxnSpPr>
          <p:spPr>
            <a:xfrm>
              <a:off x="-152400" y="2431053"/>
              <a:ext cx="1320800" cy="0"/>
            </a:xfrm>
            <a:prstGeom prst="line">
              <a:avLst/>
            </a:prstGeom>
            <a:ln>
              <a:gradFill>
                <a:gsLst>
                  <a:gs pos="0">
                    <a:schemeClr val="accent2">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cxnSp>
          <p:nvCxnSpPr>
            <p:cNvPr id="328" name="直接连接符 327">
              <a:extLst>
                <a:ext uri="{FF2B5EF4-FFF2-40B4-BE49-F238E27FC236}">
                  <a16:creationId xmlns:a16="http://schemas.microsoft.com/office/drawing/2014/main" id="{AE93FA19-DFAE-492D-38A2-E709EBDEFB6C}"/>
                </a:ext>
              </a:extLst>
            </p:cNvPr>
            <p:cNvCxnSpPr>
              <a:cxnSpLocks/>
            </p:cNvCxnSpPr>
            <p:nvPr/>
          </p:nvCxnSpPr>
          <p:spPr>
            <a:xfrm>
              <a:off x="438150" y="4195948"/>
              <a:ext cx="1320800" cy="0"/>
            </a:xfrm>
            <a:prstGeom prst="line">
              <a:avLst/>
            </a:prstGeom>
            <a:ln>
              <a:gradFill>
                <a:gsLst>
                  <a:gs pos="0">
                    <a:schemeClr val="accent2">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58365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30887"/>
          </a:xfrm>
          <a:prstGeom prst="rect">
            <a:avLst/>
          </a:prstGeom>
          <a:noFill/>
        </p:spPr>
        <p:txBody>
          <a:bodyPr wrap="square" lIns="0" tIns="0" rIns="0" bIns="0">
            <a:spAutoFit/>
          </a:bodyPr>
          <a:lstStyle/>
          <a:p>
            <a:r>
              <a:rPr lang="zh-CN" altLang="en-US" sz="2800" b="1" dirty="0">
                <a:solidFill>
                  <a:schemeClr val="bg1"/>
                </a:solidFill>
                <a:latin typeface="+mj-ea"/>
                <a:ea typeface="+mj-ea"/>
              </a:rPr>
              <a:t>数据防控模型</a:t>
            </a:r>
            <a:endParaRPr lang="en-US" altLang="zh-CN" sz="2800" b="1" dirty="0">
              <a:solidFill>
                <a:schemeClr val="bg1"/>
              </a:solidFill>
              <a:latin typeface="+mj-ea"/>
              <a:ea typeface="+mj-ea"/>
            </a:endParaRPr>
          </a:p>
        </p:txBody>
      </p:sp>
      <p:grpSp>
        <p:nvGrpSpPr>
          <p:cNvPr id="12" name="组合 11">
            <a:extLst>
              <a:ext uri="{FF2B5EF4-FFF2-40B4-BE49-F238E27FC236}">
                <a16:creationId xmlns:a16="http://schemas.microsoft.com/office/drawing/2014/main" id="{AF0E567D-9F59-3A12-5EE7-158614771544}"/>
              </a:ext>
            </a:extLst>
          </p:cNvPr>
          <p:cNvGrpSpPr/>
          <p:nvPr/>
        </p:nvGrpSpPr>
        <p:grpSpPr>
          <a:xfrm>
            <a:off x="1433931" y="1193800"/>
            <a:ext cx="9324138" cy="4342068"/>
            <a:chOff x="1454694" y="1193800"/>
            <a:chExt cx="9324138" cy="4342068"/>
          </a:xfrm>
        </p:grpSpPr>
        <p:sp>
          <p:nvSpPr>
            <p:cNvPr id="18" name="弧形 17">
              <a:extLst>
                <a:ext uri="{FF2B5EF4-FFF2-40B4-BE49-F238E27FC236}">
                  <a16:creationId xmlns:a16="http://schemas.microsoft.com/office/drawing/2014/main" id="{8BF1DB5F-DDF8-DFF7-F4F7-E664FE13321D}"/>
                </a:ext>
              </a:extLst>
            </p:cNvPr>
            <p:cNvSpPr/>
            <p:nvPr/>
          </p:nvSpPr>
          <p:spPr>
            <a:xfrm>
              <a:off x="6436764" y="1193800"/>
              <a:ext cx="4342068" cy="4342068"/>
            </a:xfrm>
            <a:prstGeom prst="arc">
              <a:avLst>
                <a:gd name="adj1" fmla="val 19645461"/>
                <a:gd name="adj2" fmla="val 2311415"/>
              </a:avLst>
            </a:prstGeom>
            <a:noFill/>
            <a:ln w="34925">
              <a:gradFill>
                <a:gsLst>
                  <a:gs pos="0">
                    <a:schemeClr val="accent2"/>
                  </a:gs>
                  <a:gs pos="100000">
                    <a:schemeClr val="accent2">
                      <a:alpha val="0"/>
                    </a:schemeClr>
                  </a:gs>
                </a:gsLst>
                <a:lin ang="5400000" scaled="1"/>
              </a:gradFill>
              <a:head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弧形 18">
              <a:extLst>
                <a:ext uri="{FF2B5EF4-FFF2-40B4-BE49-F238E27FC236}">
                  <a16:creationId xmlns:a16="http://schemas.microsoft.com/office/drawing/2014/main" id="{786C2340-4133-6E8D-87F5-607BFBFAB0D3}"/>
                </a:ext>
              </a:extLst>
            </p:cNvPr>
            <p:cNvSpPr/>
            <p:nvPr/>
          </p:nvSpPr>
          <p:spPr>
            <a:xfrm flipH="1" flipV="1">
              <a:off x="1454694" y="1193800"/>
              <a:ext cx="4342068" cy="4342068"/>
            </a:xfrm>
            <a:prstGeom prst="arc">
              <a:avLst>
                <a:gd name="adj1" fmla="val 19645461"/>
                <a:gd name="adj2" fmla="val 2311415"/>
              </a:avLst>
            </a:prstGeom>
            <a:noFill/>
            <a:ln w="34925">
              <a:gradFill>
                <a:gsLst>
                  <a:gs pos="0">
                    <a:schemeClr val="accent2"/>
                  </a:gs>
                  <a:gs pos="100000">
                    <a:schemeClr val="accent2">
                      <a:alpha val="0"/>
                    </a:schemeClr>
                  </a:gs>
                </a:gsLst>
                <a:lin ang="5400000" scaled="1"/>
              </a:gradFill>
              <a:head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椭圆 19">
            <a:extLst>
              <a:ext uri="{FF2B5EF4-FFF2-40B4-BE49-F238E27FC236}">
                <a16:creationId xmlns:a16="http://schemas.microsoft.com/office/drawing/2014/main" id="{E4A5CF1F-D5BE-0ECD-3638-47D4028AA5F8}"/>
              </a:ext>
            </a:extLst>
          </p:cNvPr>
          <p:cNvSpPr/>
          <p:nvPr/>
        </p:nvSpPr>
        <p:spPr>
          <a:xfrm>
            <a:off x="3206750" y="4361675"/>
            <a:ext cx="5778500" cy="1355725"/>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1" name="组合 20">
            <a:extLst>
              <a:ext uri="{FF2B5EF4-FFF2-40B4-BE49-F238E27FC236}">
                <a16:creationId xmlns:a16="http://schemas.microsoft.com/office/drawing/2014/main" id="{D29E44AE-9807-308C-EFD4-D411495EB9E3}"/>
              </a:ext>
            </a:extLst>
          </p:cNvPr>
          <p:cNvGrpSpPr/>
          <p:nvPr/>
        </p:nvGrpSpPr>
        <p:grpSpPr>
          <a:xfrm>
            <a:off x="3789005" y="3858765"/>
            <a:ext cx="4613990" cy="447622"/>
            <a:chOff x="3173881" y="4389968"/>
            <a:chExt cx="4613990" cy="447622"/>
          </a:xfrm>
        </p:grpSpPr>
        <p:sp>
          <p:nvSpPr>
            <p:cNvPr id="22" name="文本框 21">
              <a:extLst>
                <a:ext uri="{FF2B5EF4-FFF2-40B4-BE49-F238E27FC236}">
                  <a16:creationId xmlns:a16="http://schemas.microsoft.com/office/drawing/2014/main" id="{CA8F2FDF-0BFA-F705-957B-E922BB826DB8}"/>
                </a:ext>
              </a:extLst>
            </p:cNvPr>
            <p:cNvSpPr txBox="1">
              <a:spLocks/>
            </p:cNvSpPr>
            <p:nvPr/>
          </p:nvSpPr>
          <p:spPr>
            <a:xfrm>
              <a:off x="3173881" y="4389968"/>
              <a:ext cx="1977871" cy="447622"/>
            </a:xfrm>
            <a:prstGeom prst="roundRect">
              <a:avLst>
                <a:gd name="adj" fmla="val 7705"/>
              </a:avLst>
            </a:prstGeom>
            <a:gradFill flip="none" rotWithShape="1">
              <a:gsLst>
                <a:gs pos="85000">
                  <a:schemeClr val="accent1">
                    <a:alpha val="0"/>
                  </a:schemeClr>
                </a:gs>
                <a:gs pos="0">
                  <a:schemeClr val="accent1">
                    <a:alpha val="30000"/>
                  </a:schemeClr>
                </a:gs>
              </a:gsLst>
              <a:lin ang="0" scaled="0"/>
              <a:tileRect/>
            </a:gradFill>
            <a:ln w="6350" cap="flat" cmpd="sng" algn="ctr">
              <a:noFill/>
              <a:prstDash val="solid"/>
              <a:miter lim="800000"/>
            </a:ln>
            <a:effectLst/>
            <a:scene3d>
              <a:camera prst="perspectiveRight">
                <a:rot lat="0" lon="19799998" rev="0"/>
              </a:camera>
              <a:lightRig rig="threePt" dir="t"/>
            </a:scene3d>
          </p:spPr>
          <p:txBody>
            <a:bodyPr rtlCol="0" anchor="ctr"/>
            <a:lstStyle>
              <a:defPPr>
                <a:defRPr lang="en-US"/>
              </a:defPPr>
              <a:lvl1pPr algn="ctr">
                <a:defRPr kumimoji="1" sz="1400" b="1">
                  <a:solidFill>
                    <a:schemeClr val="accent1"/>
                  </a:solidFill>
                  <a:latin typeface="+mn-ea"/>
                </a:defRPr>
              </a:lvl1pPr>
            </a:lstStyle>
            <a:p>
              <a:pPr algn="l">
                <a:lnSpc>
                  <a:spcPct val="110000"/>
                </a:lnSpc>
              </a:pPr>
              <a:r>
                <a:rPr lang="zh-CN" altLang="en-US" sz="1100" b="0" dirty="0">
                  <a:solidFill>
                    <a:schemeClr val="bg1"/>
                  </a:solidFill>
                  <a:sym typeface="Byte Sans Medium" panose="00000600000000000000" pitchFamily="2" charset="0"/>
                </a:rPr>
                <a:t>安全可靠的数据存储环境</a:t>
              </a:r>
            </a:p>
          </p:txBody>
        </p:sp>
        <p:sp>
          <p:nvSpPr>
            <p:cNvPr id="23" name="文本框 22">
              <a:extLst>
                <a:ext uri="{FF2B5EF4-FFF2-40B4-BE49-F238E27FC236}">
                  <a16:creationId xmlns:a16="http://schemas.microsoft.com/office/drawing/2014/main" id="{B4FC734A-9D68-C4FC-EBAF-275751BB8574}"/>
                </a:ext>
              </a:extLst>
            </p:cNvPr>
            <p:cNvSpPr txBox="1">
              <a:spLocks/>
            </p:cNvSpPr>
            <p:nvPr/>
          </p:nvSpPr>
          <p:spPr>
            <a:xfrm>
              <a:off x="5810000" y="4389968"/>
              <a:ext cx="1977871" cy="447622"/>
            </a:xfrm>
            <a:prstGeom prst="roundRect">
              <a:avLst>
                <a:gd name="adj" fmla="val 7705"/>
              </a:avLst>
            </a:prstGeom>
            <a:gradFill flip="none" rotWithShape="1">
              <a:gsLst>
                <a:gs pos="85000">
                  <a:schemeClr val="accent1">
                    <a:alpha val="0"/>
                  </a:schemeClr>
                </a:gs>
                <a:gs pos="0">
                  <a:schemeClr val="accent1">
                    <a:alpha val="30000"/>
                  </a:schemeClr>
                </a:gs>
              </a:gsLst>
              <a:lin ang="10800000" scaled="0"/>
              <a:tileRect/>
            </a:gradFill>
            <a:ln w="6350" cap="flat" cmpd="sng" algn="ctr">
              <a:noFill/>
              <a:prstDash val="solid"/>
              <a:miter lim="800000"/>
            </a:ln>
            <a:effectLst/>
            <a:scene3d>
              <a:camera prst="perspectiveLeft">
                <a:rot lat="0" lon="1800000" rev="0"/>
              </a:camera>
              <a:lightRig rig="threePt" dir="t"/>
            </a:scene3d>
          </p:spPr>
          <p:txBody>
            <a:bodyPr rtlCol="0" anchor="ctr"/>
            <a:lstStyle>
              <a:defPPr>
                <a:defRPr lang="en-US"/>
              </a:defPPr>
              <a:lvl1pPr>
                <a:lnSpc>
                  <a:spcPct val="110000"/>
                </a:lnSpc>
                <a:defRPr kumimoji="1" sz="1000" b="0">
                  <a:solidFill>
                    <a:schemeClr val="bg1"/>
                  </a:solidFill>
                  <a:latin typeface="+mn-ea"/>
                </a:defRPr>
              </a:lvl1pPr>
            </a:lstStyle>
            <a:p>
              <a:r>
                <a:rPr lang="zh-CN" altLang="en-US" sz="1100" dirty="0">
                  <a:sym typeface="Byte Sans Medium" panose="00000600000000000000" pitchFamily="2" charset="0"/>
                </a:rPr>
                <a:t>先进的加密技术和访问机制</a:t>
              </a:r>
            </a:p>
          </p:txBody>
        </p:sp>
      </p:grpSp>
      <p:grpSp>
        <p:nvGrpSpPr>
          <p:cNvPr id="24" name="组合 23">
            <a:extLst>
              <a:ext uri="{FF2B5EF4-FFF2-40B4-BE49-F238E27FC236}">
                <a16:creationId xmlns:a16="http://schemas.microsoft.com/office/drawing/2014/main" id="{D495C0E9-138E-801E-E392-88BD83C5F524}"/>
              </a:ext>
            </a:extLst>
          </p:cNvPr>
          <p:cNvGrpSpPr/>
          <p:nvPr/>
        </p:nvGrpSpPr>
        <p:grpSpPr>
          <a:xfrm>
            <a:off x="2663824" y="2593137"/>
            <a:ext cx="6892927" cy="1152526"/>
            <a:chOff x="2663824" y="2735114"/>
            <a:chExt cx="6892927" cy="1152526"/>
          </a:xfrm>
        </p:grpSpPr>
        <p:sp>
          <p:nvSpPr>
            <p:cNvPr id="25" name="任意多边形: 形状 24">
              <a:extLst>
                <a:ext uri="{FF2B5EF4-FFF2-40B4-BE49-F238E27FC236}">
                  <a16:creationId xmlns:a16="http://schemas.microsoft.com/office/drawing/2014/main" id="{BC97D10E-83FA-763E-FC96-948E97F7A049}"/>
                </a:ext>
              </a:extLst>
            </p:cNvPr>
            <p:cNvSpPr/>
            <p:nvPr/>
          </p:nvSpPr>
          <p:spPr>
            <a:xfrm>
              <a:off x="4789486" y="2735114"/>
              <a:ext cx="2609891" cy="437754"/>
            </a:xfrm>
            <a:custGeom>
              <a:avLst/>
              <a:gdLst>
                <a:gd name="connsiteX0" fmla="*/ 1320801 w 2609891"/>
                <a:gd name="connsiteY0" fmla="*/ 0 h 437754"/>
                <a:gd name="connsiteX1" fmla="*/ 2345674 w 2609891"/>
                <a:gd name="connsiteY1" fmla="*/ 25908 h 437754"/>
                <a:gd name="connsiteX2" fmla="*/ 2609891 w 2609891"/>
                <a:gd name="connsiteY2" fmla="*/ 42078 h 437754"/>
                <a:gd name="connsiteX3" fmla="*/ 1301739 w 2609891"/>
                <a:gd name="connsiteY3" fmla="*/ 437754 h 437754"/>
                <a:gd name="connsiteX4" fmla="*/ 0 w 2609891"/>
                <a:gd name="connsiteY4" fmla="*/ 44018 h 437754"/>
                <a:gd name="connsiteX5" fmla="*/ 295928 w 2609891"/>
                <a:gd name="connsiteY5" fmla="*/ 25908 h 437754"/>
                <a:gd name="connsiteX6" fmla="*/ 1320801 w 2609891"/>
                <a:gd name="connsiteY6" fmla="*/ 0 h 437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09891" h="437754">
                  <a:moveTo>
                    <a:pt x="1320801" y="0"/>
                  </a:moveTo>
                  <a:cubicBezTo>
                    <a:pt x="1677694" y="0"/>
                    <a:pt x="2021917" y="9071"/>
                    <a:pt x="2345674" y="25908"/>
                  </a:cubicBezTo>
                  <a:lnTo>
                    <a:pt x="2609891" y="42078"/>
                  </a:lnTo>
                  <a:lnTo>
                    <a:pt x="1301739" y="437754"/>
                  </a:lnTo>
                  <a:lnTo>
                    <a:pt x="0" y="44018"/>
                  </a:lnTo>
                  <a:lnTo>
                    <a:pt x="295928" y="25908"/>
                  </a:lnTo>
                  <a:cubicBezTo>
                    <a:pt x="619686" y="9071"/>
                    <a:pt x="963908" y="0"/>
                    <a:pt x="1320801" y="0"/>
                  </a:cubicBezTo>
                  <a:close/>
                </a:path>
              </a:pathLst>
            </a:custGeom>
            <a:gradFill>
              <a:gsLst>
                <a:gs pos="0">
                  <a:schemeClr val="accent1">
                    <a:alpha val="0"/>
                  </a:schemeClr>
                </a:gs>
                <a:gs pos="100000">
                  <a:schemeClr val="accent1">
                    <a:alpha val="18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6" name="任意多边形: 形状 25">
              <a:extLst>
                <a:ext uri="{FF2B5EF4-FFF2-40B4-BE49-F238E27FC236}">
                  <a16:creationId xmlns:a16="http://schemas.microsoft.com/office/drawing/2014/main" id="{238BD1AA-DE94-D422-8AA8-89054E2D85F5}"/>
                </a:ext>
              </a:extLst>
            </p:cNvPr>
            <p:cNvSpPr/>
            <p:nvPr/>
          </p:nvSpPr>
          <p:spPr>
            <a:xfrm>
              <a:off x="2663824" y="2801155"/>
              <a:ext cx="3251800" cy="976580"/>
            </a:xfrm>
            <a:custGeom>
              <a:avLst/>
              <a:gdLst>
                <a:gd name="connsiteX0" fmla="*/ 1847272 w 3251800"/>
                <a:gd name="connsiteY0" fmla="*/ 0 h 976580"/>
                <a:gd name="connsiteX1" fmla="*/ 3251800 w 3251800"/>
                <a:gd name="connsiteY1" fmla="*/ 424826 h 976580"/>
                <a:gd name="connsiteX2" fmla="*/ 1427633 w 3251800"/>
                <a:gd name="connsiteY2" fmla="*/ 976580 h 976580"/>
                <a:gd name="connsiteX3" fmla="*/ 1254192 w 3251800"/>
                <a:gd name="connsiteY3" fmla="*/ 954894 h 976580"/>
                <a:gd name="connsiteX4" fmla="*/ 0 w 3251800"/>
                <a:gd name="connsiteY4" fmla="*/ 510222 h 976580"/>
                <a:gd name="connsiteX5" fmla="*/ 1803674 w 3251800"/>
                <a:gd name="connsiteY5" fmla="*/ 3511 h 976580"/>
                <a:gd name="connsiteX6" fmla="*/ 1847272 w 3251800"/>
                <a:gd name="connsiteY6" fmla="*/ 0 h 97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51800" h="976580">
                  <a:moveTo>
                    <a:pt x="1847272" y="0"/>
                  </a:moveTo>
                  <a:lnTo>
                    <a:pt x="3251800" y="424826"/>
                  </a:lnTo>
                  <a:lnTo>
                    <a:pt x="1427633" y="976580"/>
                  </a:lnTo>
                  <a:lnTo>
                    <a:pt x="1254192" y="954894"/>
                  </a:lnTo>
                  <a:cubicBezTo>
                    <a:pt x="488226" y="849199"/>
                    <a:pt x="0" y="689244"/>
                    <a:pt x="0" y="510222"/>
                  </a:cubicBezTo>
                  <a:cubicBezTo>
                    <a:pt x="0" y="291418"/>
                    <a:pt x="729325" y="101095"/>
                    <a:pt x="1803674" y="3511"/>
                  </a:cubicBezTo>
                  <a:lnTo>
                    <a:pt x="1847272" y="0"/>
                  </a:lnTo>
                  <a:close/>
                </a:path>
              </a:pathLst>
            </a:custGeom>
            <a:gradFill>
              <a:gsLst>
                <a:gs pos="0">
                  <a:schemeClr val="accent1">
                    <a:alpha val="0"/>
                  </a:schemeClr>
                </a:gs>
                <a:gs pos="100000">
                  <a:schemeClr val="accent1">
                    <a:alpha val="18000"/>
                  </a:schemeClr>
                </a:gs>
              </a:gsLst>
              <a:lin ang="5400000" scaled="1"/>
            </a:gradFill>
            <a:ln w="9525">
              <a:gradFill>
                <a:gsLst>
                  <a:gs pos="4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32" name="任意多边形: 形状 31">
              <a:extLst>
                <a:ext uri="{FF2B5EF4-FFF2-40B4-BE49-F238E27FC236}">
                  <a16:creationId xmlns:a16="http://schemas.microsoft.com/office/drawing/2014/main" id="{82814B61-47E1-D691-8312-F8B23755F044}"/>
                </a:ext>
              </a:extLst>
            </p:cNvPr>
            <p:cNvSpPr/>
            <p:nvPr/>
          </p:nvSpPr>
          <p:spPr>
            <a:xfrm>
              <a:off x="6266824" y="2798729"/>
              <a:ext cx="3289927" cy="982379"/>
            </a:xfrm>
            <a:custGeom>
              <a:avLst/>
              <a:gdLst>
                <a:gd name="connsiteX0" fmla="*/ 1412547 w 3289927"/>
                <a:gd name="connsiteY0" fmla="*/ 0 h 982379"/>
                <a:gd name="connsiteX1" fmla="*/ 1486253 w 3289927"/>
                <a:gd name="connsiteY1" fmla="*/ 5937 h 982379"/>
                <a:gd name="connsiteX2" fmla="*/ 3289927 w 3289927"/>
                <a:gd name="connsiteY2" fmla="*/ 512648 h 982379"/>
                <a:gd name="connsiteX3" fmla="*/ 2035735 w 3289927"/>
                <a:gd name="connsiteY3" fmla="*/ 957320 h 982379"/>
                <a:gd name="connsiteX4" fmla="*/ 1835318 w 3289927"/>
                <a:gd name="connsiteY4" fmla="*/ 982379 h 982379"/>
                <a:gd name="connsiteX5" fmla="*/ 0 w 3289927"/>
                <a:gd name="connsiteY5" fmla="*/ 427252 h 982379"/>
                <a:gd name="connsiteX6" fmla="*/ 1412547 w 3289927"/>
                <a:gd name="connsiteY6" fmla="*/ 0 h 982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927" h="982379">
                  <a:moveTo>
                    <a:pt x="1412547" y="0"/>
                  </a:moveTo>
                  <a:lnTo>
                    <a:pt x="1486253" y="5937"/>
                  </a:lnTo>
                  <a:cubicBezTo>
                    <a:pt x="2560602" y="103521"/>
                    <a:pt x="3289927" y="293844"/>
                    <a:pt x="3289927" y="512648"/>
                  </a:cubicBezTo>
                  <a:cubicBezTo>
                    <a:pt x="3289927" y="691670"/>
                    <a:pt x="2801701" y="851625"/>
                    <a:pt x="2035735" y="957320"/>
                  </a:cubicBezTo>
                  <a:lnTo>
                    <a:pt x="1835318" y="982379"/>
                  </a:lnTo>
                  <a:lnTo>
                    <a:pt x="0" y="427252"/>
                  </a:lnTo>
                  <a:lnTo>
                    <a:pt x="1412547" y="0"/>
                  </a:lnTo>
                  <a:close/>
                </a:path>
              </a:pathLst>
            </a:custGeom>
            <a:gradFill>
              <a:gsLst>
                <a:gs pos="0">
                  <a:schemeClr val="accent1">
                    <a:alpha val="0"/>
                  </a:schemeClr>
                </a:gs>
                <a:gs pos="100000">
                  <a:schemeClr val="accent1">
                    <a:alpha val="18000"/>
                  </a:schemeClr>
                </a:gs>
              </a:gsLst>
              <a:lin ang="5400000" scaled="1"/>
            </a:gradFill>
            <a:ln w="9525">
              <a:gradFill>
                <a:gsLst>
                  <a:gs pos="4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33" name="任意多边形: 形状 32">
              <a:extLst>
                <a:ext uri="{FF2B5EF4-FFF2-40B4-BE49-F238E27FC236}">
                  <a16:creationId xmlns:a16="http://schemas.microsoft.com/office/drawing/2014/main" id="{AE38B983-7B21-A3D5-4905-2684375DD422}"/>
                </a:ext>
              </a:extLst>
            </p:cNvPr>
            <p:cNvSpPr/>
            <p:nvPr/>
          </p:nvSpPr>
          <p:spPr>
            <a:xfrm>
              <a:off x="4349032" y="3279095"/>
              <a:ext cx="3493968" cy="608545"/>
            </a:xfrm>
            <a:custGeom>
              <a:avLst/>
              <a:gdLst>
                <a:gd name="connsiteX0" fmla="*/ 1742191 w 3493968"/>
                <a:gd name="connsiteY0" fmla="*/ 0 h 608545"/>
                <a:gd name="connsiteX1" fmla="*/ 3493968 w 3493968"/>
                <a:gd name="connsiteY1" fmla="*/ 529859 h 608545"/>
                <a:gd name="connsiteX2" fmla="*/ 3404044 w 3493968"/>
                <a:gd name="connsiteY2" fmla="*/ 538993 h 608545"/>
                <a:gd name="connsiteX3" fmla="*/ 1761255 w 3493968"/>
                <a:gd name="connsiteY3" fmla="*/ 608545 h 608545"/>
                <a:gd name="connsiteX4" fmla="*/ 118466 w 3493968"/>
                <a:gd name="connsiteY4" fmla="*/ 538993 h 608545"/>
                <a:gd name="connsiteX5" fmla="*/ 0 w 3493968"/>
                <a:gd name="connsiteY5" fmla="*/ 526959 h 608545"/>
                <a:gd name="connsiteX6" fmla="*/ 1742191 w 3493968"/>
                <a:gd name="connsiteY6" fmla="*/ 0 h 60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3968" h="608545">
                  <a:moveTo>
                    <a:pt x="1742191" y="0"/>
                  </a:moveTo>
                  <a:lnTo>
                    <a:pt x="3493968" y="529859"/>
                  </a:lnTo>
                  <a:lnTo>
                    <a:pt x="3404044" y="538993"/>
                  </a:lnTo>
                  <a:cubicBezTo>
                    <a:pt x="2915704" y="583350"/>
                    <a:pt x="2356077" y="608545"/>
                    <a:pt x="1761255" y="608545"/>
                  </a:cubicBezTo>
                  <a:cubicBezTo>
                    <a:pt x="1166434" y="608545"/>
                    <a:pt x="606807" y="583350"/>
                    <a:pt x="118466" y="538993"/>
                  </a:cubicBezTo>
                  <a:lnTo>
                    <a:pt x="0" y="526959"/>
                  </a:lnTo>
                  <a:lnTo>
                    <a:pt x="1742191" y="0"/>
                  </a:lnTo>
                  <a:close/>
                </a:path>
              </a:pathLst>
            </a:cu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53" name="椭圆 52">
            <a:extLst>
              <a:ext uri="{FF2B5EF4-FFF2-40B4-BE49-F238E27FC236}">
                <a16:creationId xmlns:a16="http://schemas.microsoft.com/office/drawing/2014/main" id="{3A2EFEDC-AD08-25E3-B830-DBD0EC6AAFFD}"/>
              </a:ext>
            </a:extLst>
          </p:cNvPr>
          <p:cNvSpPr/>
          <p:nvPr/>
        </p:nvSpPr>
        <p:spPr>
          <a:xfrm>
            <a:off x="4354513" y="4529605"/>
            <a:ext cx="3482975" cy="571499"/>
          </a:xfrm>
          <a:prstGeom prst="ellipse">
            <a:avLst/>
          </a:prstGeom>
          <a:gradFill>
            <a:gsLst>
              <a:gs pos="0">
                <a:schemeClr val="accent1">
                  <a:alpha val="0"/>
                </a:schemeClr>
              </a:gs>
              <a:gs pos="100000">
                <a:schemeClr val="accent1">
                  <a:alpha val="18000"/>
                </a:schemeClr>
              </a:gs>
            </a:gsLst>
            <a:lin ang="5400000" scaled="1"/>
          </a:gradFill>
          <a:ln w="9525">
            <a:gradFill>
              <a:gsLst>
                <a:gs pos="47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弧形 53">
            <a:extLst>
              <a:ext uri="{FF2B5EF4-FFF2-40B4-BE49-F238E27FC236}">
                <a16:creationId xmlns:a16="http://schemas.microsoft.com/office/drawing/2014/main" id="{0C5C4CEE-F7C9-F2C5-313D-FA060DDCA6DB}"/>
              </a:ext>
            </a:extLst>
          </p:cNvPr>
          <p:cNvSpPr/>
          <p:nvPr/>
        </p:nvSpPr>
        <p:spPr>
          <a:xfrm>
            <a:off x="5141384" y="4658718"/>
            <a:ext cx="1909234" cy="313274"/>
          </a:xfrm>
          <a:prstGeom prst="arc">
            <a:avLst>
              <a:gd name="adj1" fmla="val 8768967"/>
              <a:gd name="adj2" fmla="val 10522743"/>
            </a:avLst>
          </a:prstGeom>
          <a:noFill/>
          <a:ln w="9525">
            <a:gradFill>
              <a:gsLst>
                <a:gs pos="47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弧形 54">
            <a:extLst>
              <a:ext uri="{FF2B5EF4-FFF2-40B4-BE49-F238E27FC236}">
                <a16:creationId xmlns:a16="http://schemas.microsoft.com/office/drawing/2014/main" id="{FFF31EE1-39F3-3935-822D-7D85B14E306B}"/>
              </a:ext>
            </a:extLst>
          </p:cNvPr>
          <p:cNvSpPr/>
          <p:nvPr/>
        </p:nvSpPr>
        <p:spPr>
          <a:xfrm>
            <a:off x="5141384" y="4658718"/>
            <a:ext cx="1909234" cy="313274"/>
          </a:xfrm>
          <a:prstGeom prst="arc">
            <a:avLst>
              <a:gd name="adj1" fmla="val 295654"/>
              <a:gd name="adj2" fmla="val 1882472"/>
            </a:avLst>
          </a:prstGeom>
          <a:noFill/>
          <a:ln w="9525">
            <a:gradFill>
              <a:gsLst>
                <a:gs pos="47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椭圆 55">
            <a:extLst>
              <a:ext uri="{FF2B5EF4-FFF2-40B4-BE49-F238E27FC236}">
                <a16:creationId xmlns:a16="http://schemas.microsoft.com/office/drawing/2014/main" id="{35DAFF6C-0E77-C4EF-5FE9-67A2D959F67A}"/>
              </a:ext>
            </a:extLst>
          </p:cNvPr>
          <p:cNvSpPr/>
          <p:nvPr/>
        </p:nvSpPr>
        <p:spPr>
          <a:xfrm>
            <a:off x="4232274" y="1859523"/>
            <a:ext cx="3733801" cy="384174"/>
          </a:xfrm>
          <a:prstGeom prst="ellipse">
            <a:avLst/>
          </a:prstGeom>
          <a:gradFill>
            <a:gsLst>
              <a:gs pos="0">
                <a:schemeClr val="accent2">
                  <a:alpha val="0"/>
                </a:schemeClr>
              </a:gs>
              <a:gs pos="100000">
                <a:schemeClr val="accent2">
                  <a:alpha val="23000"/>
                </a:schemeClr>
              </a:gs>
            </a:gsLst>
            <a:lin ang="5400000" scaled="1"/>
          </a:gradFill>
          <a:ln w="9525">
            <a:gradFill>
              <a:gsLst>
                <a:gs pos="15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椭圆 56">
            <a:extLst>
              <a:ext uri="{FF2B5EF4-FFF2-40B4-BE49-F238E27FC236}">
                <a16:creationId xmlns:a16="http://schemas.microsoft.com/office/drawing/2014/main" id="{092FA86A-209F-8CE7-63F9-7CE0B646820D}"/>
              </a:ext>
            </a:extLst>
          </p:cNvPr>
          <p:cNvSpPr/>
          <p:nvPr/>
        </p:nvSpPr>
        <p:spPr>
          <a:xfrm>
            <a:off x="5494337" y="3074045"/>
            <a:ext cx="1203326" cy="272705"/>
          </a:xfrm>
          <a:prstGeom prst="ellipse">
            <a:avLst/>
          </a:prstGeom>
          <a:gradFill>
            <a:gsLst>
              <a:gs pos="0">
                <a:schemeClr val="accent1">
                  <a:alpha val="0"/>
                </a:schemeClr>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任意多边形: 形状 57">
            <a:extLst>
              <a:ext uri="{FF2B5EF4-FFF2-40B4-BE49-F238E27FC236}">
                <a16:creationId xmlns:a16="http://schemas.microsoft.com/office/drawing/2014/main" id="{ADE32597-53C3-2A5B-D375-F59710F91E12}"/>
              </a:ext>
            </a:extLst>
          </p:cNvPr>
          <p:cNvSpPr/>
          <p:nvPr/>
        </p:nvSpPr>
        <p:spPr>
          <a:xfrm flipH="1" flipV="1">
            <a:off x="4705318" y="2186502"/>
            <a:ext cx="2781364" cy="2485878"/>
          </a:xfrm>
          <a:custGeom>
            <a:avLst/>
            <a:gdLst>
              <a:gd name="connsiteX0" fmla="*/ 2781364 w 2781364"/>
              <a:gd name="connsiteY0" fmla="*/ 3013584 h 3013584"/>
              <a:gd name="connsiteX1" fmla="*/ 1648082 w 2781364"/>
              <a:gd name="connsiteY1" fmla="*/ 3013584 h 3013584"/>
              <a:gd name="connsiteX2" fmla="*/ 1527911 w 2781364"/>
              <a:gd name="connsiteY2" fmla="*/ 3013584 h 3013584"/>
              <a:gd name="connsiteX3" fmla="*/ 1520392 w 2781364"/>
              <a:gd name="connsiteY3" fmla="*/ 3013584 h 3013584"/>
              <a:gd name="connsiteX4" fmla="*/ 1260972 w 2781364"/>
              <a:gd name="connsiteY4" fmla="*/ 3013584 h 3013584"/>
              <a:gd name="connsiteX5" fmla="*/ 1253453 w 2781364"/>
              <a:gd name="connsiteY5" fmla="*/ 3013584 h 3013584"/>
              <a:gd name="connsiteX6" fmla="*/ 1133282 w 2781364"/>
              <a:gd name="connsiteY6" fmla="*/ 3013584 h 3013584"/>
              <a:gd name="connsiteX7" fmla="*/ 0 w 2781364"/>
              <a:gd name="connsiteY7" fmla="*/ 3013584 h 3013584"/>
              <a:gd name="connsiteX8" fmla="*/ 1066567 w 2781364"/>
              <a:gd name="connsiteY8" fmla="*/ 1092642 h 3013584"/>
              <a:gd name="connsiteX9" fmla="*/ 562978 w 2781364"/>
              <a:gd name="connsiteY9" fmla="*/ 0 h 3013584"/>
              <a:gd name="connsiteX10" fmla="*/ 1133282 w 2781364"/>
              <a:gd name="connsiteY10" fmla="*/ 0 h 3013584"/>
              <a:gd name="connsiteX11" fmla="*/ 1160614 w 2781364"/>
              <a:gd name="connsiteY11" fmla="*/ 0 h 3013584"/>
              <a:gd name="connsiteX12" fmla="*/ 1253453 w 2781364"/>
              <a:gd name="connsiteY12" fmla="*/ 0 h 3013584"/>
              <a:gd name="connsiteX13" fmla="*/ 1527911 w 2781364"/>
              <a:gd name="connsiteY13" fmla="*/ 0 h 3013584"/>
              <a:gd name="connsiteX14" fmla="*/ 1620750 w 2781364"/>
              <a:gd name="connsiteY14" fmla="*/ 0 h 3013584"/>
              <a:gd name="connsiteX15" fmla="*/ 1648082 w 2781364"/>
              <a:gd name="connsiteY15" fmla="*/ 0 h 3013584"/>
              <a:gd name="connsiteX16" fmla="*/ 2218386 w 2781364"/>
              <a:gd name="connsiteY16" fmla="*/ 0 h 3013584"/>
              <a:gd name="connsiteX17" fmla="*/ 1714797 w 2781364"/>
              <a:gd name="connsiteY17" fmla="*/ 1092642 h 3013584"/>
              <a:gd name="connsiteX18" fmla="*/ 2781364 w 2781364"/>
              <a:gd name="connsiteY18" fmla="*/ 3013584 h 3013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781364" h="3013584">
                <a:moveTo>
                  <a:pt x="2781364" y="3013584"/>
                </a:moveTo>
                <a:lnTo>
                  <a:pt x="1648082" y="3013584"/>
                </a:lnTo>
                <a:lnTo>
                  <a:pt x="1527911" y="3013584"/>
                </a:lnTo>
                <a:lnTo>
                  <a:pt x="1520392" y="3013584"/>
                </a:lnTo>
                <a:lnTo>
                  <a:pt x="1260972" y="3013584"/>
                </a:lnTo>
                <a:lnTo>
                  <a:pt x="1253453" y="3013584"/>
                </a:lnTo>
                <a:lnTo>
                  <a:pt x="1133282" y="3013584"/>
                </a:lnTo>
                <a:lnTo>
                  <a:pt x="0" y="3013584"/>
                </a:lnTo>
                <a:cubicBezTo>
                  <a:pt x="731442" y="2412217"/>
                  <a:pt x="1061565" y="1541609"/>
                  <a:pt x="1066567" y="1092642"/>
                </a:cubicBezTo>
                <a:cubicBezTo>
                  <a:pt x="1071569" y="643675"/>
                  <a:pt x="910334" y="313414"/>
                  <a:pt x="562978" y="0"/>
                </a:cubicBezTo>
                <a:lnTo>
                  <a:pt x="1133282" y="0"/>
                </a:lnTo>
                <a:lnTo>
                  <a:pt x="1160614" y="0"/>
                </a:lnTo>
                <a:lnTo>
                  <a:pt x="1253453" y="0"/>
                </a:lnTo>
                <a:lnTo>
                  <a:pt x="1527911" y="0"/>
                </a:lnTo>
                <a:lnTo>
                  <a:pt x="1620750" y="0"/>
                </a:lnTo>
                <a:lnTo>
                  <a:pt x="1648082" y="0"/>
                </a:lnTo>
                <a:lnTo>
                  <a:pt x="2218386" y="0"/>
                </a:lnTo>
                <a:cubicBezTo>
                  <a:pt x="1871030" y="313414"/>
                  <a:pt x="1709795" y="643675"/>
                  <a:pt x="1714797" y="1092642"/>
                </a:cubicBezTo>
                <a:cubicBezTo>
                  <a:pt x="1719799" y="1541609"/>
                  <a:pt x="2049922" y="2412217"/>
                  <a:pt x="2781364" y="3013584"/>
                </a:cubicBezTo>
                <a:close/>
              </a:path>
            </a:pathLst>
          </a:custGeom>
          <a:gradFill flip="none" rotWithShape="1">
            <a:gsLst>
              <a:gs pos="0">
                <a:schemeClr val="accent1">
                  <a:alpha val="0"/>
                </a:schemeClr>
              </a:gs>
              <a:gs pos="99650">
                <a:schemeClr val="accent1">
                  <a:alpha val="0"/>
                </a:schemeClr>
              </a:gs>
              <a:gs pos="65000">
                <a:schemeClr val="accent1">
                  <a:alpha val="12000"/>
                </a:schemeClr>
              </a:gs>
              <a:gs pos="35000">
                <a:schemeClr val="accent1">
                  <a:alpha val="2000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9" name="文本框 58">
            <a:extLst>
              <a:ext uri="{FF2B5EF4-FFF2-40B4-BE49-F238E27FC236}">
                <a16:creationId xmlns:a16="http://schemas.microsoft.com/office/drawing/2014/main" id="{C6CCD050-4519-3534-BF3A-F6A43EF80A93}"/>
              </a:ext>
            </a:extLst>
          </p:cNvPr>
          <p:cNvSpPr txBox="1"/>
          <p:nvPr/>
        </p:nvSpPr>
        <p:spPr>
          <a:xfrm>
            <a:off x="5205980" y="5160325"/>
            <a:ext cx="1800494" cy="307777"/>
          </a:xfrm>
          <a:prstGeom prst="rect">
            <a:avLst/>
          </a:prstGeom>
          <a:noFill/>
        </p:spPr>
        <p:txBody>
          <a:bodyPr wrap="none" rtlCol="0">
            <a:spAutoFit/>
          </a:bodyPr>
          <a:lstStyle/>
          <a:p>
            <a:pPr algn="ctr"/>
            <a:r>
              <a:rPr lang="zh-CN" altLang="en-US" sz="1400" b="1" dirty="0">
                <a:solidFill>
                  <a:schemeClr val="accent1"/>
                </a:solidFill>
                <a:sym typeface="Byte Sans Medium" panose="00000600000000000000" pitchFamily="2" charset="0"/>
              </a:rPr>
              <a:t>数据采集与整合平台</a:t>
            </a:r>
          </a:p>
        </p:txBody>
      </p:sp>
      <p:sp>
        <p:nvSpPr>
          <p:cNvPr id="60" name="文本框 59">
            <a:extLst>
              <a:ext uri="{FF2B5EF4-FFF2-40B4-BE49-F238E27FC236}">
                <a16:creationId xmlns:a16="http://schemas.microsoft.com/office/drawing/2014/main" id="{451C2C74-051A-53C7-B183-D706EB430112}"/>
              </a:ext>
            </a:extLst>
          </p:cNvPr>
          <p:cNvSpPr txBox="1"/>
          <p:nvPr/>
        </p:nvSpPr>
        <p:spPr>
          <a:xfrm>
            <a:off x="5214961" y="4375628"/>
            <a:ext cx="1800494" cy="307777"/>
          </a:xfrm>
          <a:prstGeom prst="rect">
            <a:avLst/>
          </a:prstGeom>
          <a:noFill/>
        </p:spPr>
        <p:txBody>
          <a:bodyPr wrap="none" rtlCol="0">
            <a:spAutoFit/>
          </a:bodyPr>
          <a:lstStyle/>
          <a:p>
            <a:pPr algn="ctr"/>
            <a:r>
              <a:rPr lang="zh-CN" altLang="en-US" sz="1400" b="1" dirty="0">
                <a:solidFill>
                  <a:schemeClr val="accent1"/>
                </a:solidFill>
                <a:sym typeface="Byte Sans Medium" panose="00000600000000000000" pitchFamily="2" charset="0"/>
              </a:rPr>
              <a:t>数据存储与管理平台</a:t>
            </a:r>
          </a:p>
        </p:txBody>
      </p:sp>
      <p:sp>
        <p:nvSpPr>
          <p:cNvPr id="61" name="文本框 60">
            <a:extLst>
              <a:ext uri="{FF2B5EF4-FFF2-40B4-BE49-F238E27FC236}">
                <a16:creationId xmlns:a16="http://schemas.microsoft.com/office/drawing/2014/main" id="{4E3B92FF-E217-B1B1-2450-7B37CC2BE2EB}"/>
              </a:ext>
            </a:extLst>
          </p:cNvPr>
          <p:cNvSpPr txBox="1"/>
          <p:nvPr/>
        </p:nvSpPr>
        <p:spPr>
          <a:xfrm>
            <a:off x="3310552" y="2921825"/>
            <a:ext cx="1800494" cy="307777"/>
          </a:xfrm>
          <a:prstGeom prst="rect">
            <a:avLst/>
          </a:prstGeom>
          <a:noFill/>
        </p:spPr>
        <p:txBody>
          <a:bodyPr wrap="none" rtlCol="0">
            <a:spAutoFit/>
          </a:bodyPr>
          <a:lstStyle/>
          <a:p>
            <a:pPr algn="ctr"/>
            <a:r>
              <a:rPr lang="zh-CN" altLang="en-US" sz="1400" b="1" dirty="0">
                <a:solidFill>
                  <a:schemeClr val="accent1"/>
                </a:solidFill>
                <a:sym typeface="Byte Sans Medium" panose="00000600000000000000" pitchFamily="2" charset="0"/>
              </a:rPr>
              <a:t>数据分析与挖掘平台</a:t>
            </a:r>
          </a:p>
        </p:txBody>
      </p:sp>
      <p:sp>
        <p:nvSpPr>
          <p:cNvPr id="62" name="文本框 61">
            <a:extLst>
              <a:ext uri="{FF2B5EF4-FFF2-40B4-BE49-F238E27FC236}">
                <a16:creationId xmlns:a16="http://schemas.microsoft.com/office/drawing/2014/main" id="{23DDC1E1-4967-4AF4-F9BD-1C7A5C26F50F}"/>
              </a:ext>
            </a:extLst>
          </p:cNvPr>
          <p:cNvSpPr txBox="1"/>
          <p:nvPr/>
        </p:nvSpPr>
        <p:spPr>
          <a:xfrm>
            <a:off x="7022937" y="2949892"/>
            <a:ext cx="1800494" cy="307777"/>
          </a:xfrm>
          <a:prstGeom prst="rect">
            <a:avLst/>
          </a:prstGeom>
          <a:noFill/>
        </p:spPr>
        <p:txBody>
          <a:bodyPr wrap="none" rtlCol="0">
            <a:spAutoFit/>
          </a:bodyPr>
          <a:lstStyle/>
          <a:p>
            <a:pPr algn="ctr"/>
            <a:r>
              <a:rPr lang="zh-CN" altLang="en-US" sz="1400" b="1" dirty="0">
                <a:solidFill>
                  <a:schemeClr val="accent1"/>
                </a:solidFill>
                <a:sym typeface="Byte Sans Medium" panose="00000600000000000000" pitchFamily="2" charset="0"/>
              </a:rPr>
              <a:t>数据安全与监管平台</a:t>
            </a:r>
          </a:p>
        </p:txBody>
      </p:sp>
      <p:grpSp>
        <p:nvGrpSpPr>
          <p:cNvPr id="63" name="组合 62">
            <a:extLst>
              <a:ext uri="{FF2B5EF4-FFF2-40B4-BE49-F238E27FC236}">
                <a16:creationId xmlns:a16="http://schemas.microsoft.com/office/drawing/2014/main" id="{73BCA3EC-FFE5-14F3-E146-358075CCE31F}"/>
              </a:ext>
            </a:extLst>
          </p:cNvPr>
          <p:cNvGrpSpPr/>
          <p:nvPr/>
        </p:nvGrpSpPr>
        <p:grpSpPr>
          <a:xfrm>
            <a:off x="5924550" y="2813589"/>
            <a:ext cx="342900" cy="342474"/>
            <a:chOff x="572543" y="2231774"/>
            <a:chExt cx="1884923" cy="1882588"/>
          </a:xfrm>
          <a:solidFill>
            <a:schemeClr val="accent1"/>
          </a:solidFill>
        </p:grpSpPr>
        <p:sp>
          <p:nvSpPr>
            <p:cNvPr id="64" name="任意多边形: 形状 63">
              <a:extLst>
                <a:ext uri="{FF2B5EF4-FFF2-40B4-BE49-F238E27FC236}">
                  <a16:creationId xmlns:a16="http://schemas.microsoft.com/office/drawing/2014/main" id="{7F621A45-DC8E-7B55-A820-D122D6B5A51D}"/>
                </a:ext>
              </a:extLst>
            </p:cNvPr>
            <p:cNvSpPr/>
            <p:nvPr/>
          </p:nvSpPr>
          <p:spPr>
            <a:xfrm>
              <a:off x="572543" y="2231774"/>
              <a:ext cx="1884923" cy="1882588"/>
            </a:xfrm>
            <a:custGeom>
              <a:avLst/>
              <a:gdLst>
                <a:gd name="connsiteX0" fmla="*/ 941295 w 1884923"/>
                <a:gd name="connsiteY0" fmla="*/ 56029 h 1882588"/>
                <a:gd name="connsiteX1" fmla="*/ 1277471 w 1884923"/>
                <a:gd name="connsiteY1" fmla="*/ 196103 h 1882588"/>
                <a:gd name="connsiteX2" fmla="*/ 1688354 w 1884923"/>
                <a:gd name="connsiteY2" fmla="*/ 605118 h 1882588"/>
                <a:gd name="connsiteX3" fmla="*/ 1828427 w 1884923"/>
                <a:gd name="connsiteY3" fmla="*/ 941294 h 1882588"/>
                <a:gd name="connsiteX4" fmla="*/ 1688354 w 1884923"/>
                <a:gd name="connsiteY4" fmla="*/ 1277471 h 1882588"/>
                <a:gd name="connsiteX5" fmla="*/ 1279339 w 1884923"/>
                <a:gd name="connsiteY5" fmla="*/ 1688353 h 1882588"/>
                <a:gd name="connsiteX6" fmla="*/ 943163 w 1884923"/>
                <a:gd name="connsiteY6" fmla="*/ 1828427 h 1882588"/>
                <a:gd name="connsiteX7" fmla="*/ 606986 w 1884923"/>
                <a:gd name="connsiteY7" fmla="*/ 1688353 h 1882588"/>
                <a:gd name="connsiteX8" fmla="*/ 196104 w 1884923"/>
                <a:gd name="connsiteY8" fmla="*/ 1277471 h 1882588"/>
                <a:gd name="connsiteX9" fmla="*/ 196104 w 1884923"/>
                <a:gd name="connsiteY9" fmla="*/ 603250 h 1882588"/>
                <a:gd name="connsiteX10" fmla="*/ 605118 w 1884923"/>
                <a:gd name="connsiteY10" fmla="*/ 194235 h 1882588"/>
                <a:gd name="connsiteX11" fmla="*/ 941295 w 1884923"/>
                <a:gd name="connsiteY11" fmla="*/ 56029 h 1882588"/>
                <a:gd name="connsiteX12" fmla="*/ 941295 w 1884923"/>
                <a:gd name="connsiteY12" fmla="*/ 0 h 1882588"/>
                <a:gd name="connsiteX13" fmla="*/ 564030 w 1884923"/>
                <a:gd name="connsiteY13" fmla="*/ 155015 h 1882588"/>
                <a:gd name="connsiteX14" fmla="*/ 156883 w 1884923"/>
                <a:gd name="connsiteY14" fmla="*/ 564029 h 1882588"/>
                <a:gd name="connsiteX15" fmla="*/ 154791 w 1884923"/>
                <a:gd name="connsiteY15" fmla="*/ 1316466 h 1882588"/>
                <a:gd name="connsiteX16" fmla="*/ 156883 w 1884923"/>
                <a:gd name="connsiteY16" fmla="*/ 1318559 h 1882588"/>
                <a:gd name="connsiteX17" fmla="*/ 565898 w 1884923"/>
                <a:gd name="connsiteY17" fmla="*/ 1727574 h 1882588"/>
                <a:gd name="connsiteX18" fmla="*/ 943163 w 1884923"/>
                <a:gd name="connsiteY18" fmla="*/ 1882588 h 1882588"/>
                <a:gd name="connsiteX19" fmla="*/ 1320427 w 1884923"/>
                <a:gd name="connsiteY19" fmla="*/ 1727574 h 1882588"/>
                <a:gd name="connsiteX20" fmla="*/ 1729442 w 1884923"/>
                <a:gd name="connsiteY20" fmla="*/ 1318559 h 1882588"/>
                <a:gd name="connsiteX21" fmla="*/ 1729442 w 1884923"/>
                <a:gd name="connsiteY21" fmla="*/ 565897 h 1882588"/>
                <a:gd name="connsiteX22" fmla="*/ 1318560 w 1884923"/>
                <a:gd name="connsiteY22" fmla="*/ 155015 h 1882588"/>
                <a:gd name="connsiteX23" fmla="*/ 941295 w 1884923"/>
                <a:gd name="connsiteY23" fmla="*/ 0 h 1882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84923" h="1882588">
                  <a:moveTo>
                    <a:pt x="941295" y="56029"/>
                  </a:moveTo>
                  <a:cubicBezTo>
                    <a:pt x="1068295" y="56029"/>
                    <a:pt x="1187824" y="106456"/>
                    <a:pt x="1277471" y="196103"/>
                  </a:cubicBezTo>
                  <a:lnTo>
                    <a:pt x="1688354" y="605118"/>
                  </a:lnTo>
                  <a:cubicBezTo>
                    <a:pt x="1778001" y="694765"/>
                    <a:pt x="1828427" y="814294"/>
                    <a:pt x="1828427" y="941294"/>
                  </a:cubicBezTo>
                  <a:cubicBezTo>
                    <a:pt x="1828427" y="1068294"/>
                    <a:pt x="1778001" y="1187824"/>
                    <a:pt x="1688354" y="1277471"/>
                  </a:cubicBezTo>
                  <a:lnTo>
                    <a:pt x="1279339" y="1688353"/>
                  </a:lnTo>
                  <a:cubicBezTo>
                    <a:pt x="1189692" y="1778000"/>
                    <a:pt x="1070163" y="1828427"/>
                    <a:pt x="943163" y="1828427"/>
                  </a:cubicBezTo>
                  <a:cubicBezTo>
                    <a:pt x="816163" y="1828427"/>
                    <a:pt x="696633" y="1778000"/>
                    <a:pt x="606986" y="1688353"/>
                  </a:cubicBezTo>
                  <a:lnTo>
                    <a:pt x="196104" y="1277471"/>
                  </a:lnTo>
                  <a:cubicBezTo>
                    <a:pt x="11207" y="1092574"/>
                    <a:pt x="11207" y="790015"/>
                    <a:pt x="196104" y="603250"/>
                  </a:cubicBezTo>
                  <a:lnTo>
                    <a:pt x="605118" y="194235"/>
                  </a:lnTo>
                  <a:cubicBezTo>
                    <a:pt x="694766" y="104588"/>
                    <a:pt x="814295" y="56029"/>
                    <a:pt x="941295" y="56029"/>
                  </a:cubicBezTo>
                  <a:moveTo>
                    <a:pt x="941295" y="0"/>
                  </a:moveTo>
                  <a:cubicBezTo>
                    <a:pt x="804957" y="0"/>
                    <a:pt x="668618" y="52294"/>
                    <a:pt x="564030" y="155015"/>
                  </a:cubicBezTo>
                  <a:lnTo>
                    <a:pt x="156883" y="564029"/>
                  </a:lnTo>
                  <a:cubicBezTo>
                    <a:pt x="-51474" y="771231"/>
                    <a:pt x="-52411" y="1108109"/>
                    <a:pt x="154791" y="1316466"/>
                  </a:cubicBezTo>
                  <a:cubicBezTo>
                    <a:pt x="155486" y="1317166"/>
                    <a:pt x="156184" y="1317863"/>
                    <a:pt x="156883" y="1318559"/>
                  </a:cubicBezTo>
                  <a:lnTo>
                    <a:pt x="565898" y="1727574"/>
                  </a:lnTo>
                  <a:cubicBezTo>
                    <a:pt x="670486" y="1832162"/>
                    <a:pt x="806824" y="1882588"/>
                    <a:pt x="943163" y="1882588"/>
                  </a:cubicBezTo>
                  <a:cubicBezTo>
                    <a:pt x="1079501" y="1882588"/>
                    <a:pt x="1215839" y="1830294"/>
                    <a:pt x="1320427" y="1727574"/>
                  </a:cubicBezTo>
                  <a:lnTo>
                    <a:pt x="1729442" y="1318559"/>
                  </a:lnTo>
                  <a:cubicBezTo>
                    <a:pt x="1936751" y="1111250"/>
                    <a:pt x="1936751" y="773206"/>
                    <a:pt x="1729442" y="565897"/>
                  </a:cubicBezTo>
                  <a:lnTo>
                    <a:pt x="1318560" y="155015"/>
                  </a:lnTo>
                  <a:cubicBezTo>
                    <a:pt x="1213971" y="52294"/>
                    <a:pt x="1077633" y="0"/>
                    <a:pt x="941295" y="0"/>
                  </a:cubicBezTo>
                  <a:close/>
                </a:path>
              </a:pathLst>
            </a:custGeom>
            <a:grpFill/>
            <a:ln w="25400" cap="flat">
              <a:solidFill>
                <a:schemeClr val="accent1"/>
              </a:solidFill>
              <a:prstDash val="solid"/>
              <a:miter/>
            </a:ln>
          </p:spPr>
          <p:txBody>
            <a:bodyPr rtlCol="0" anchor="ctr"/>
            <a:lstStyle/>
            <a:p>
              <a:endParaRPr lang="zh-CN" altLang="en-US" dirty="0"/>
            </a:p>
          </p:txBody>
        </p:sp>
        <p:sp>
          <p:nvSpPr>
            <p:cNvPr id="65" name="任意多边形: 形状 64">
              <a:extLst>
                <a:ext uri="{FF2B5EF4-FFF2-40B4-BE49-F238E27FC236}">
                  <a16:creationId xmlns:a16="http://schemas.microsoft.com/office/drawing/2014/main" id="{5094A6A5-682D-B4AA-4852-13F5B5A200DA}"/>
                </a:ext>
              </a:extLst>
            </p:cNvPr>
            <p:cNvSpPr/>
            <p:nvPr/>
          </p:nvSpPr>
          <p:spPr>
            <a:xfrm>
              <a:off x="1109088" y="2650127"/>
              <a:ext cx="822439" cy="1045882"/>
            </a:xfrm>
            <a:custGeom>
              <a:avLst/>
              <a:gdLst>
                <a:gd name="connsiteX0" fmla="*/ 414088 w 822439"/>
                <a:gd name="connsiteY0" fmla="*/ 168088 h 1045882"/>
                <a:gd name="connsiteX1" fmla="*/ 494397 w 822439"/>
                <a:gd name="connsiteY1" fmla="*/ 237191 h 1045882"/>
                <a:gd name="connsiteX2" fmla="*/ 709176 w 822439"/>
                <a:gd name="connsiteY2" fmla="*/ 347382 h 1045882"/>
                <a:gd name="connsiteX3" fmla="*/ 634471 w 822439"/>
                <a:gd name="connsiteY3" fmla="*/ 704103 h 1045882"/>
                <a:gd name="connsiteX4" fmla="*/ 417823 w 822439"/>
                <a:gd name="connsiteY4" fmla="*/ 913279 h 1045882"/>
                <a:gd name="connsiteX5" fmla="*/ 195573 w 822439"/>
                <a:gd name="connsiteY5" fmla="*/ 704103 h 1045882"/>
                <a:gd name="connsiteX6" fmla="*/ 111529 w 822439"/>
                <a:gd name="connsiteY6" fmla="*/ 345515 h 1045882"/>
                <a:gd name="connsiteX7" fmla="*/ 326309 w 822439"/>
                <a:gd name="connsiteY7" fmla="*/ 239059 h 1045882"/>
                <a:gd name="connsiteX8" fmla="*/ 414088 w 822439"/>
                <a:gd name="connsiteY8" fmla="*/ 168088 h 1045882"/>
                <a:gd name="connsiteX9" fmla="*/ 417823 w 822439"/>
                <a:gd name="connsiteY9" fmla="*/ 0 h 1045882"/>
                <a:gd name="connsiteX10" fmla="*/ 264676 w 822439"/>
                <a:gd name="connsiteY10" fmla="*/ 145676 h 1045882"/>
                <a:gd name="connsiteX11" fmla="*/ 3206 w 822439"/>
                <a:gd name="connsiteY11" fmla="*/ 270809 h 1045882"/>
                <a:gd name="connsiteX12" fmla="*/ 107794 w 822439"/>
                <a:gd name="connsiteY12" fmla="*/ 773206 h 1045882"/>
                <a:gd name="connsiteX13" fmla="*/ 417823 w 822439"/>
                <a:gd name="connsiteY13" fmla="*/ 1045882 h 1045882"/>
                <a:gd name="connsiteX14" fmla="*/ 724118 w 822439"/>
                <a:gd name="connsiteY14" fmla="*/ 771338 h 1045882"/>
                <a:gd name="connsiteX15" fmla="*/ 817500 w 822439"/>
                <a:gd name="connsiteY15" fmla="*/ 270809 h 1045882"/>
                <a:gd name="connsiteX16" fmla="*/ 557897 w 822439"/>
                <a:gd name="connsiteY16" fmla="*/ 143809 h 1045882"/>
                <a:gd name="connsiteX17" fmla="*/ 417823 w 822439"/>
                <a:gd name="connsiteY17" fmla="*/ 0 h 1045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22439" h="1045882">
                  <a:moveTo>
                    <a:pt x="414088" y="168088"/>
                  </a:moveTo>
                  <a:cubicBezTo>
                    <a:pt x="438368" y="192368"/>
                    <a:pt x="466382" y="218515"/>
                    <a:pt x="494397" y="237191"/>
                  </a:cubicBezTo>
                  <a:cubicBezTo>
                    <a:pt x="541088" y="268941"/>
                    <a:pt x="641941" y="315632"/>
                    <a:pt x="709176" y="347382"/>
                  </a:cubicBezTo>
                  <a:cubicBezTo>
                    <a:pt x="711044" y="450103"/>
                    <a:pt x="701706" y="616324"/>
                    <a:pt x="634471" y="704103"/>
                  </a:cubicBezTo>
                  <a:cubicBezTo>
                    <a:pt x="554162" y="808691"/>
                    <a:pt x="470118" y="877794"/>
                    <a:pt x="417823" y="913279"/>
                  </a:cubicBezTo>
                  <a:cubicBezTo>
                    <a:pt x="365529" y="875926"/>
                    <a:pt x="279618" y="808691"/>
                    <a:pt x="195573" y="704103"/>
                  </a:cubicBezTo>
                  <a:cubicBezTo>
                    <a:pt x="124603" y="616324"/>
                    <a:pt x="111529" y="450103"/>
                    <a:pt x="111529" y="345515"/>
                  </a:cubicBezTo>
                  <a:cubicBezTo>
                    <a:pt x="180632" y="315632"/>
                    <a:pt x="279618" y="268941"/>
                    <a:pt x="326309" y="239059"/>
                  </a:cubicBezTo>
                  <a:cubicBezTo>
                    <a:pt x="356191" y="220382"/>
                    <a:pt x="387941" y="194235"/>
                    <a:pt x="414088" y="168088"/>
                  </a:cubicBezTo>
                  <a:moveTo>
                    <a:pt x="417823" y="0"/>
                  </a:moveTo>
                  <a:cubicBezTo>
                    <a:pt x="417823" y="0"/>
                    <a:pt x="337515" y="98985"/>
                    <a:pt x="264676" y="145676"/>
                  </a:cubicBezTo>
                  <a:cubicBezTo>
                    <a:pt x="203044" y="186765"/>
                    <a:pt x="3206" y="270809"/>
                    <a:pt x="3206" y="270809"/>
                  </a:cubicBezTo>
                  <a:cubicBezTo>
                    <a:pt x="3206" y="270809"/>
                    <a:pt x="-28544" y="601382"/>
                    <a:pt x="107794" y="773206"/>
                  </a:cubicBezTo>
                  <a:cubicBezTo>
                    <a:pt x="259073" y="963706"/>
                    <a:pt x="417823" y="1045882"/>
                    <a:pt x="417823" y="1045882"/>
                  </a:cubicBezTo>
                  <a:cubicBezTo>
                    <a:pt x="417823" y="1045882"/>
                    <a:pt x="576573" y="961838"/>
                    <a:pt x="724118" y="771338"/>
                  </a:cubicBezTo>
                  <a:cubicBezTo>
                    <a:pt x="854853" y="601382"/>
                    <a:pt x="817500" y="270809"/>
                    <a:pt x="817500" y="270809"/>
                  </a:cubicBezTo>
                  <a:cubicBezTo>
                    <a:pt x="817500" y="270809"/>
                    <a:pt x="617662" y="184897"/>
                    <a:pt x="557897" y="143809"/>
                  </a:cubicBezTo>
                  <a:cubicBezTo>
                    <a:pt x="488794" y="97118"/>
                    <a:pt x="417823" y="0"/>
                    <a:pt x="417823" y="0"/>
                  </a:cubicBezTo>
                  <a:close/>
                </a:path>
              </a:pathLst>
            </a:custGeom>
            <a:grpFill/>
            <a:ln w="1860" cap="flat">
              <a:noFill/>
              <a:prstDash val="solid"/>
              <a:miter/>
            </a:ln>
          </p:spPr>
          <p:txBody>
            <a:bodyPr rtlCol="0" anchor="ctr"/>
            <a:lstStyle/>
            <a:p>
              <a:endParaRPr lang="zh-CN" altLang="en-US"/>
            </a:p>
          </p:txBody>
        </p:sp>
        <p:sp>
          <p:nvSpPr>
            <p:cNvPr id="66" name="任意多边形: 形状 65">
              <a:extLst>
                <a:ext uri="{FF2B5EF4-FFF2-40B4-BE49-F238E27FC236}">
                  <a16:creationId xmlns:a16="http://schemas.microsoft.com/office/drawing/2014/main" id="{763141F5-FBB7-2383-BDDC-09696D14E3FF}"/>
                </a:ext>
              </a:extLst>
            </p:cNvPr>
            <p:cNvSpPr/>
            <p:nvPr/>
          </p:nvSpPr>
          <p:spPr>
            <a:xfrm>
              <a:off x="1463411" y="3019921"/>
              <a:ext cx="112058" cy="354852"/>
            </a:xfrm>
            <a:custGeom>
              <a:avLst/>
              <a:gdLst>
                <a:gd name="connsiteX0" fmla="*/ 56029 w 112058"/>
                <a:gd name="connsiteY0" fmla="*/ 354853 h 354852"/>
                <a:gd name="connsiteX1" fmla="*/ 0 w 112058"/>
                <a:gd name="connsiteY1" fmla="*/ 298824 h 354852"/>
                <a:gd name="connsiteX2" fmla="*/ 0 w 112058"/>
                <a:gd name="connsiteY2" fmla="*/ 56029 h 354852"/>
                <a:gd name="connsiteX3" fmla="*/ 56029 w 112058"/>
                <a:gd name="connsiteY3" fmla="*/ 0 h 354852"/>
                <a:gd name="connsiteX4" fmla="*/ 112059 w 112058"/>
                <a:gd name="connsiteY4" fmla="*/ 56029 h 354852"/>
                <a:gd name="connsiteX5" fmla="*/ 112059 w 112058"/>
                <a:gd name="connsiteY5" fmla="*/ 298824 h 354852"/>
                <a:gd name="connsiteX6" fmla="*/ 56029 w 112058"/>
                <a:gd name="connsiteY6" fmla="*/ 354853 h 354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058" h="354852">
                  <a:moveTo>
                    <a:pt x="56029" y="354853"/>
                  </a:moveTo>
                  <a:cubicBezTo>
                    <a:pt x="24279" y="354853"/>
                    <a:pt x="0" y="330574"/>
                    <a:pt x="0" y="298824"/>
                  </a:cubicBezTo>
                  <a:lnTo>
                    <a:pt x="0" y="56029"/>
                  </a:lnTo>
                  <a:cubicBezTo>
                    <a:pt x="0" y="24279"/>
                    <a:pt x="24279" y="0"/>
                    <a:pt x="56029" y="0"/>
                  </a:cubicBezTo>
                  <a:cubicBezTo>
                    <a:pt x="87779" y="0"/>
                    <a:pt x="112059" y="24279"/>
                    <a:pt x="112059" y="56029"/>
                  </a:cubicBezTo>
                  <a:lnTo>
                    <a:pt x="112059" y="298824"/>
                  </a:lnTo>
                  <a:cubicBezTo>
                    <a:pt x="112059" y="328706"/>
                    <a:pt x="87779" y="354853"/>
                    <a:pt x="56029" y="354853"/>
                  </a:cubicBezTo>
                  <a:close/>
                </a:path>
              </a:pathLst>
            </a:custGeom>
            <a:grpFill/>
            <a:ln w="1860" cap="flat">
              <a:noFill/>
              <a:prstDash val="solid"/>
              <a:miter/>
            </a:ln>
          </p:spPr>
          <p:txBody>
            <a:bodyPr rtlCol="0" anchor="ctr"/>
            <a:lstStyle/>
            <a:p>
              <a:endParaRPr lang="zh-CN" altLang="en-US"/>
            </a:p>
          </p:txBody>
        </p:sp>
        <p:sp>
          <p:nvSpPr>
            <p:cNvPr id="67" name="任意多边形: 形状 66">
              <a:extLst>
                <a:ext uri="{FF2B5EF4-FFF2-40B4-BE49-F238E27FC236}">
                  <a16:creationId xmlns:a16="http://schemas.microsoft.com/office/drawing/2014/main" id="{1B6EEC52-C0E9-632C-6641-07F99F6EB49D}"/>
                </a:ext>
              </a:extLst>
            </p:cNvPr>
            <p:cNvSpPr/>
            <p:nvPr/>
          </p:nvSpPr>
          <p:spPr>
            <a:xfrm>
              <a:off x="1342014" y="3141318"/>
              <a:ext cx="354852" cy="112058"/>
            </a:xfrm>
            <a:custGeom>
              <a:avLst/>
              <a:gdLst>
                <a:gd name="connsiteX0" fmla="*/ 298824 w 354852"/>
                <a:gd name="connsiteY0" fmla="*/ 112059 h 112058"/>
                <a:gd name="connsiteX1" fmla="*/ 56029 w 354852"/>
                <a:gd name="connsiteY1" fmla="*/ 112059 h 112058"/>
                <a:gd name="connsiteX2" fmla="*/ 0 w 354852"/>
                <a:gd name="connsiteY2" fmla="*/ 56029 h 112058"/>
                <a:gd name="connsiteX3" fmla="*/ 56029 w 354852"/>
                <a:gd name="connsiteY3" fmla="*/ 0 h 112058"/>
                <a:gd name="connsiteX4" fmla="*/ 298824 w 354852"/>
                <a:gd name="connsiteY4" fmla="*/ 0 h 112058"/>
                <a:gd name="connsiteX5" fmla="*/ 354853 w 354852"/>
                <a:gd name="connsiteY5" fmla="*/ 56029 h 112058"/>
                <a:gd name="connsiteX6" fmla="*/ 298824 w 354852"/>
                <a:gd name="connsiteY6" fmla="*/ 112059 h 112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852" h="112058">
                  <a:moveTo>
                    <a:pt x="298824" y="112059"/>
                  </a:moveTo>
                  <a:lnTo>
                    <a:pt x="56029" y="112059"/>
                  </a:lnTo>
                  <a:cubicBezTo>
                    <a:pt x="24279" y="112059"/>
                    <a:pt x="0" y="87779"/>
                    <a:pt x="0" y="56029"/>
                  </a:cubicBezTo>
                  <a:cubicBezTo>
                    <a:pt x="0" y="24279"/>
                    <a:pt x="24279" y="0"/>
                    <a:pt x="56029" y="0"/>
                  </a:cubicBezTo>
                  <a:lnTo>
                    <a:pt x="298824" y="0"/>
                  </a:lnTo>
                  <a:cubicBezTo>
                    <a:pt x="330573" y="0"/>
                    <a:pt x="354853" y="24279"/>
                    <a:pt x="354853" y="56029"/>
                  </a:cubicBezTo>
                  <a:cubicBezTo>
                    <a:pt x="354853" y="85912"/>
                    <a:pt x="330573" y="112059"/>
                    <a:pt x="298824" y="112059"/>
                  </a:cubicBezTo>
                  <a:close/>
                </a:path>
              </a:pathLst>
            </a:custGeom>
            <a:grpFill/>
            <a:ln w="1860" cap="flat">
              <a:noFill/>
              <a:prstDash val="solid"/>
              <a:miter/>
            </a:ln>
          </p:spPr>
          <p:txBody>
            <a:bodyPr rtlCol="0" anchor="ctr"/>
            <a:lstStyle/>
            <a:p>
              <a:endParaRPr lang="zh-CN" altLang="en-US"/>
            </a:p>
          </p:txBody>
        </p:sp>
      </p:grpSp>
      <p:grpSp>
        <p:nvGrpSpPr>
          <p:cNvPr id="68" name="组合 67">
            <a:extLst>
              <a:ext uri="{FF2B5EF4-FFF2-40B4-BE49-F238E27FC236}">
                <a16:creationId xmlns:a16="http://schemas.microsoft.com/office/drawing/2014/main" id="{543CA523-C223-002A-652A-5E959A4E73F4}"/>
              </a:ext>
            </a:extLst>
          </p:cNvPr>
          <p:cNvGrpSpPr/>
          <p:nvPr/>
        </p:nvGrpSpPr>
        <p:grpSpPr>
          <a:xfrm>
            <a:off x="3119437" y="2763582"/>
            <a:ext cx="174626" cy="174626"/>
            <a:chOff x="3119437" y="2905559"/>
            <a:chExt cx="174626" cy="174626"/>
          </a:xfrm>
        </p:grpSpPr>
        <p:sp>
          <p:nvSpPr>
            <p:cNvPr id="69" name="椭圆 68">
              <a:extLst>
                <a:ext uri="{FF2B5EF4-FFF2-40B4-BE49-F238E27FC236}">
                  <a16:creationId xmlns:a16="http://schemas.microsoft.com/office/drawing/2014/main" id="{3987C2A1-ECD0-9D79-DB2A-0AF85F9B2C5F}"/>
                </a:ext>
              </a:extLst>
            </p:cNvPr>
            <p:cNvSpPr/>
            <p:nvPr/>
          </p:nvSpPr>
          <p:spPr>
            <a:xfrm>
              <a:off x="3119437" y="2905559"/>
              <a:ext cx="174626" cy="174626"/>
            </a:xfrm>
            <a:prstGeom prst="ellipse">
              <a:avLst/>
            </a:prstGeom>
            <a:gradFill flip="none" rotWithShape="1">
              <a:gsLst>
                <a:gs pos="53000">
                  <a:schemeClr val="accent1">
                    <a:alpha val="0"/>
                  </a:schemeClr>
                </a:gs>
                <a:gs pos="100000">
                  <a:schemeClr val="accent1">
                    <a:alpha val="91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a:extLst>
                <a:ext uri="{FF2B5EF4-FFF2-40B4-BE49-F238E27FC236}">
                  <a16:creationId xmlns:a16="http://schemas.microsoft.com/office/drawing/2014/main" id="{73D14466-AA0C-C887-D544-0F90C0EBEF89}"/>
                </a:ext>
              </a:extLst>
            </p:cNvPr>
            <p:cNvSpPr/>
            <p:nvPr/>
          </p:nvSpPr>
          <p:spPr>
            <a:xfrm>
              <a:off x="3169444" y="2955566"/>
              <a:ext cx="74612" cy="7461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 name="组合 70">
            <a:extLst>
              <a:ext uri="{FF2B5EF4-FFF2-40B4-BE49-F238E27FC236}">
                <a16:creationId xmlns:a16="http://schemas.microsoft.com/office/drawing/2014/main" id="{DFA69945-ACC1-6111-2056-0F5F63D252BC}"/>
              </a:ext>
            </a:extLst>
          </p:cNvPr>
          <p:cNvGrpSpPr/>
          <p:nvPr/>
        </p:nvGrpSpPr>
        <p:grpSpPr>
          <a:xfrm>
            <a:off x="2581018" y="3068750"/>
            <a:ext cx="174626" cy="174626"/>
            <a:chOff x="2581018" y="3210727"/>
            <a:chExt cx="174626" cy="174626"/>
          </a:xfrm>
        </p:grpSpPr>
        <p:sp>
          <p:nvSpPr>
            <p:cNvPr id="72" name="椭圆 71">
              <a:extLst>
                <a:ext uri="{FF2B5EF4-FFF2-40B4-BE49-F238E27FC236}">
                  <a16:creationId xmlns:a16="http://schemas.microsoft.com/office/drawing/2014/main" id="{367DE444-FF39-1D80-AE37-1221E8533470}"/>
                </a:ext>
              </a:extLst>
            </p:cNvPr>
            <p:cNvSpPr/>
            <p:nvPr/>
          </p:nvSpPr>
          <p:spPr>
            <a:xfrm>
              <a:off x="2581018" y="3210727"/>
              <a:ext cx="174626" cy="174626"/>
            </a:xfrm>
            <a:prstGeom prst="ellipse">
              <a:avLst/>
            </a:prstGeom>
            <a:gradFill flip="none" rotWithShape="1">
              <a:gsLst>
                <a:gs pos="53000">
                  <a:schemeClr val="accent1">
                    <a:alpha val="0"/>
                  </a:schemeClr>
                </a:gs>
                <a:gs pos="100000">
                  <a:schemeClr val="accent1">
                    <a:alpha val="91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a:extLst>
                <a:ext uri="{FF2B5EF4-FFF2-40B4-BE49-F238E27FC236}">
                  <a16:creationId xmlns:a16="http://schemas.microsoft.com/office/drawing/2014/main" id="{5F4CD7BE-6232-4C67-45F9-2F03BAC22410}"/>
                </a:ext>
              </a:extLst>
            </p:cNvPr>
            <p:cNvSpPr/>
            <p:nvPr/>
          </p:nvSpPr>
          <p:spPr>
            <a:xfrm>
              <a:off x="2631025" y="3260734"/>
              <a:ext cx="74612" cy="7461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4" name="组合 73">
            <a:extLst>
              <a:ext uri="{FF2B5EF4-FFF2-40B4-BE49-F238E27FC236}">
                <a16:creationId xmlns:a16="http://schemas.microsoft.com/office/drawing/2014/main" id="{6D34E7B3-0F48-5FF6-4FA0-8C83E470FF40}"/>
              </a:ext>
            </a:extLst>
          </p:cNvPr>
          <p:cNvGrpSpPr/>
          <p:nvPr/>
        </p:nvGrpSpPr>
        <p:grpSpPr>
          <a:xfrm>
            <a:off x="3060699" y="3379778"/>
            <a:ext cx="174626" cy="174626"/>
            <a:chOff x="3060699" y="3521755"/>
            <a:chExt cx="174626" cy="174626"/>
          </a:xfrm>
        </p:grpSpPr>
        <p:sp>
          <p:nvSpPr>
            <p:cNvPr id="75" name="椭圆 74">
              <a:extLst>
                <a:ext uri="{FF2B5EF4-FFF2-40B4-BE49-F238E27FC236}">
                  <a16:creationId xmlns:a16="http://schemas.microsoft.com/office/drawing/2014/main" id="{91970B99-67F8-8E3D-7EC1-33A34D3F4994}"/>
                </a:ext>
              </a:extLst>
            </p:cNvPr>
            <p:cNvSpPr/>
            <p:nvPr/>
          </p:nvSpPr>
          <p:spPr>
            <a:xfrm>
              <a:off x="3060699" y="3521755"/>
              <a:ext cx="174626" cy="174626"/>
            </a:xfrm>
            <a:prstGeom prst="ellipse">
              <a:avLst/>
            </a:prstGeom>
            <a:gradFill flip="none" rotWithShape="1">
              <a:gsLst>
                <a:gs pos="53000">
                  <a:schemeClr val="accent1">
                    <a:alpha val="0"/>
                  </a:schemeClr>
                </a:gs>
                <a:gs pos="100000">
                  <a:schemeClr val="accent1">
                    <a:alpha val="91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4D9EDC74-2754-AD18-12BE-C02B4B0A203B}"/>
                </a:ext>
              </a:extLst>
            </p:cNvPr>
            <p:cNvSpPr/>
            <p:nvPr/>
          </p:nvSpPr>
          <p:spPr>
            <a:xfrm>
              <a:off x="3110706" y="3571762"/>
              <a:ext cx="74612" cy="7461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7" name="文本框 76">
            <a:extLst>
              <a:ext uri="{FF2B5EF4-FFF2-40B4-BE49-F238E27FC236}">
                <a16:creationId xmlns:a16="http://schemas.microsoft.com/office/drawing/2014/main" id="{3C9521E9-11F4-21FE-FC37-AE36F5FFDEE1}"/>
              </a:ext>
            </a:extLst>
          </p:cNvPr>
          <p:cNvSpPr txBox="1"/>
          <p:nvPr/>
        </p:nvSpPr>
        <p:spPr>
          <a:xfrm>
            <a:off x="2631254" y="2600079"/>
            <a:ext cx="492443" cy="276999"/>
          </a:xfrm>
          <a:prstGeom prst="rect">
            <a:avLst/>
          </a:prstGeom>
          <a:noFill/>
        </p:spPr>
        <p:txBody>
          <a:bodyPr wrap="none" rtlCol="0">
            <a:spAutoFit/>
          </a:bodyPr>
          <a:lstStyle/>
          <a:p>
            <a:pPr algn="ctr"/>
            <a:r>
              <a:rPr lang="zh-CN" altLang="en-US" sz="1200" dirty="0">
                <a:solidFill>
                  <a:schemeClr val="bg1"/>
                </a:solidFill>
                <a:sym typeface="Byte Sans Medium" panose="00000600000000000000" pitchFamily="2" charset="0"/>
              </a:rPr>
              <a:t>收集</a:t>
            </a:r>
          </a:p>
        </p:txBody>
      </p:sp>
      <p:sp>
        <p:nvSpPr>
          <p:cNvPr id="86" name="文本框 85">
            <a:extLst>
              <a:ext uri="{FF2B5EF4-FFF2-40B4-BE49-F238E27FC236}">
                <a16:creationId xmlns:a16="http://schemas.microsoft.com/office/drawing/2014/main" id="{95D67C4A-32E8-087E-B3B1-626D16825B5C}"/>
              </a:ext>
            </a:extLst>
          </p:cNvPr>
          <p:cNvSpPr txBox="1"/>
          <p:nvPr/>
        </p:nvSpPr>
        <p:spPr>
          <a:xfrm>
            <a:off x="2253467" y="3293383"/>
            <a:ext cx="492443" cy="276999"/>
          </a:xfrm>
          <a:prstGeom prst="rect">
            <a:avLst/>
          </a:prstGeom>
          <a:noFill/>
        </p:spPr>
        <p:txBody>
          <a:bodyPr wrap="none" rtlCol="0">
            <a:spAutoFit/>
          </a:bodyPr>
          <a:lstStyle/>
          <a:p>
            <a:pPr algn="ctr"/>
            <a:r>
              <a:rPr lang="zh-CN" altLang="en-US" sz="1200" dirty="0">
                <a:solidFill>
                  <a:schemeClr val="bg1"/>
                </a:solidFill>
                <a:sym typeface="Byte Sans Medium" panose="00000600000000000000" pitchFamily="2" charset="0"/>
              </a:rPr>
              <a:t>清洗</a:t>
            </a:r>
          </a:p>
        </p:txBody>
      </p:sp>
      <p:sp>
        <p:nvSpPr>
          <p:cNvPr id="87" name="文本框 86">
            <a:extLst>
              <a:ext uri="{FF2B5EF4-FFF2-40B4-BE49-F238E27FC236}">
                <a16:creationId xmlns:a16="http://schemas.microsoft.com/office/drawing/2014/main" id="{20EF1185-9950-A0FB-CBA9-B121C5DAD980}"/>
              </a:ext>
            </a:extLst>
          </p:cNvPr>
          <p:cNvSpPr txBox="1"/>
          <p:nvPr/>
        </p:nvSpPr>
        <p:spPr>
          <a:xfrm>
            <a:off x="2939096" y="3692860"/>
            <a:ext cx="492443" cy="276999"/>
          </a:xfrm>
          <a:prstGeom prst="rect">
            <a:avLst/>
          </a:prstGeom>
          <a:noFill/>
        </p:spPr>
        <p:txBody>
          <a:bodyPr wrap="none" rtlCol="0">
            <a:spAutoFit/>
          </a:bodyPr>
          <a:lstStyle/>
          <a:p>
            <a:pPr algn="ctr"/>
            <a:r>
              <a:rPr lang="zh-CN" altLang="en-US" sz="1200" dirty="0">
                <a:solidFill>
                  <a:schemeClr val="bg1"/>
                </a:solidFill>
                <a:sym typeface="Byte Sans Medium" panose="00000600000000000000" pitchFamily="2" charset="0"/>
              </a:rPr>
              <a:t>整合</a:t>
            </a:r>
          </a:p>
        </p:txBody>
      </p:sp>
      <p:grpSp>
        <p:nvGrpSpPr>
          <p:cNvPr id="95" name="组合 94">
            <a:extLst>
              <a:ext uri="{FF2B5EF4-FFF2-40B4-BE49-F238E27FC236}">
                <a16:creationId xmlns:a16="http://schemas.microsoft.com/office/drawing/2014/main" id="{83AF7493-B365-E12F-1050-44EF88BDA5FD}"/>
              </a:ext>
            </a:extLst>
          </p:cNvPr>
          <p:cNvGrpSpPr/>
          <p:nvPr/>
        </p:nvGrpSpPr>
        <p:grpSpPr>
          <a:xfrm>
            <a:off x="8835456" y="2763582"/>
            <a:ext cx="174626" cy="174626"/>
            <a:chOff x="3119437" y="2905559"/>
            <a:chExt cx="174626" cy="174626"/>
          </a:xfrm>
        </p:grpSpPr>
        <p:sp>
          <p:nvSpPr>
            <p:cNvPr id="97" name="椭圆 96">
              <a:extLst>
                <a:ext uri="{FF2B5EF4-FFF2-40B4-BE49-F238E27FC236}">
                  <a16:creationId xmlns:a16="http://schemas.microsoft.com/office/drawing/2014/main" id="{40D9901C-CF94-86F4-30CE-31E35E3D795C}"/>
                </a:ext>
              </a:extLst>
            </p:cNvPr>
            <p:cNvSpPr/>
            <p:nvPr/>
          </p:nvSpPr>
          <p:spPr>
            <a:xfrm>
              <a:off x="3119437" y="2905559"/>
              <a:ext cx="174626" cy="174626"/>
            </a:xfrm>
            <a:prstGeom prst="ellipse">
              <a:avLst/>
            </a:prstGeom>
            <a:gradFill flip="none" rotWithShape="1">
              <a:gsLst>
                <a:gs pos="53000">
                  <a:schemeClr val="accent1">
                    <a:alpha val="0"/>
                  </a:schemeClr>
                </a:gs>
                <a:gs pos="100000">
                  <a:schemeClr val="accent1">
                    <a:alpha val="91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a:extLst>
                <a:ext uri="{FF2B5EF4-FFF2-40B4-BE49-F238E27FC236}">
                  <a16:creationId xmlns:a16="http://schemas.microsoft.com/office/drawing/2014/main" id="{42D5E4AE-197A-4E5A-7E21-0085C3AF8928}"/>
                </a:ext>
              </a:extLst>
            </p:cNvPr>
            <p:cNvSpPr/>
            <p:nvPr/>
          </p:nvSpPr>
          <p:spPr>
            <a:xfrm>
              <a:off x="3169444" y="2955566"/>
              <a:ext cx="74612" cy="7461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6" name="组合 115">
            <a:extLst>
              <a:ext uri="{FF2B5EF4-FFF2-40B4-BE49-F238E27FC236}">
                <a16:creationId xmlns:a16="http://schemas.microsoft.com/office/drawing/2014/main" id="{3A8A9A5C-1644-8A99-57A2-1280030AB06E}"/>
              </a:ext>
            </a:extLst>
          </p:cNvPr>
          <p:cNvGrpSpPr/>
          <p:nvPr/>
        </p:nvGrpSpPr>
        <p:grpSpPr>
          <a:xfrm>
            <a:off x="9477176" y="3068750"/>
            <a:ext cx="174626" cy="174626"/>
            <a:chOff x="2581018" y="3210727"/>
            <a:chExt cx="174626" cy="174626"/>
          </a:xfrm>
        </p:grpSpPr>
        <p:sp>
          <p:nvSpPr>
            <p:cNvPr id="117" name="椭圆 116">
              <a:extLst>
                <a:ext uri="{FF2B5EF4-FFF2-40B4-BE49-F238E27FC236}">
                  <a16:creationId xmlns:a16="http://schemas.microsoft.com/office/drawing/2014/main" id="{A96F03DA-4F0E-E555-2257-AC1E55BF8679}"/>
                </a:ext>
              </a:extLst>
            </p:cNvPr>
            <p:cNvSpPr/>
            <p:nvPr/>
          </p:nvSpPr>
          <p:spPr>
            <a:xfrm>
              <a:off x="2581018" y="3210727"/>
              <a:ext cx="174626" cy="174626"/>
            </a:xfrm>
            <a:prstGeom prst="ellipse">
              <a:avLst/>
            </a:prstGeom>
            <a:gradFill flip="none" rotWithShape="1">
              <a:gsLst>
                <a:gs pos="53000">
                  <a:schemeClr val="accent1">
                    <a:alpha val="0"/>
                  </a:schemeClr>
                </a:gs>
                <a:gs pos="100000">
                  <a:schemeClr val="accent1">
                    <a:alpha val="91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a:extLst>
                <a:ext uri="{FF2B5EF4-FFF2-40B4-BE49-F238E27FC236}">
                  <a16:creationId xmlns:a16="http://schemas.microsoft.com/office/drawing/2014/main" id="{E7C0A61E-7620-499D-E9E4-71868DC4F9B9}"/>
                </a:ext>
              </a:extLst>
            </p:cNvPr>
            <p:cNvSpPr/>
            <p:nvPr/>
          </p:nvSpPr>
          <p:spPr>
            <a:xfrm>
              <a:off x="2631025" y="3260734"/>
              <a:ext cx="74612" cy="7461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0" name="组合 149">
            <a:extLst>
              <a:ext uri="{FF2B5EF4-FFF2-40B4-BE49-F238E27FC236}">
                <a16:creationId xmlns:a16="http://schemas.microsoft.com/office/drawing/2014/main" id="{002100EA-9BEA-2EB8-501C-0EE9A4AF2EB1}"/>
              </a:ext>
            </a:extLst>
          </p:cNvPr>
          <p:cNvGrpSpPr/>
          <p:nvPr/>
        </p:nvGrpSpPr>
        <p:grpSpPr>
          <a:xfrm>
            <a:off x="8993079" y="3379778"/>
            <a:ext cx="174626" cy="174626"/>
            <a:chOff x="3060699" y="3521755"/>
            <a:chExt cx="174626" cy="174626"/>
          </a:xfrm>
        </p:grpSpPr>
        <p:sp>
          <p:nvSpPr>
            <p:cNvPr id="151" name="椭圆 150">
              <a:extLst>
                <a:ext uri="{FF2B5EF4-FFF2-40B4-BE49-F238E27FC236}">
                  <a16:creationId xmlns:a16="http://schemas.microsoft.com/office/drawing/2014/main" id="{5C52885A-5B19-3454-5C96-12B150284D69}"/>
                </a:ext>
              </a:extLst>
            </p:cNvPr>
            <p:cNvSpPr/>
            <p:nvPr/>
          </p:nvSpPr>
          <p:spPr>
            <a:xfrm>
              <a:off x="3060699" y="3521755"/>
              <a:ext cx="174626" cy="174626"/>
            </a:xfrm>
            <a:prstGeom prst="ellipse">
              <a:avLst/>
            </a:prstGeom>
            <a:gradFill flip="none" rotWithShape="1">
              <a:gsLst>
                <a:gs pos="53000">
                  <a:schemeClr val="accent1">
                    <a:alpha val="0"/>
                  </a:schemeClr>
                </a:gs>
                <a:gs pos="100000">
                  <a:schemeClr val="accent1">
                    <a:alpha val="91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a:extLst>
                <a:ext uri="{FF2B5EF4-FFF2-40B4-BE49-F238E27FC236}">
                  <a16:creationId xmlns:a16="http://schemas.microsoft.com/office/drawing/2014/main" id="{321F080A-071A-C8C6-E1DC-A517B99BB0BF}"/>
                </a:ext>
              </a:extLst>
            </p:cNvPr>
            <p:cNvSpPr/>
            <p:nvPr/>
          </p:nvSpPr>
          <p:spPr>
            <a:xfrm>
              <a:off x="3110706" y="3571762"/>
              <a:ext cx="74612" cy="7461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3" name="文本框 152">
            <a:extLst>
              <a:ext uri="{FF2B5EF4-FFF2-40B4-BE49-F238E27FC236}">
                <a16:creationId xmlns:a16="http://schemas.microsoft.com/office/drawing/2014/main" id="{10CBD715-4A71-6143-94FA-2B1C38BAFB8B}"/>
              </a:ext>
            </a:extLst>
          </p:cNvPr>
          <p:cNvSpPr txBox="1"/>
          <p:nvPr/>
        </p:nvSpPr>
        <p:spPr>
          <a:xfrm>
            <a:off x="2298735" y="4813014"/>
            <a:ext cx="748923" cy="261610"/>
          </a:xfrm>
          <a:prstGeom prst="rect">
            <a:avLst/>
          </a:prstGeom>
          <a:noFill/>
        </p:spPr>
        <p:txBody>
          <a:bodyPr wrap="none" rtlCol="0">
            <a:spAutoFit/>
          </a:bodyPr>
          <a:lstStyle/>
          <a:p>
            <a:pPr algn="ctr"/>
            <a:r>
              <a:rPr lang="zh-CN" altLang="en-US" sz="1050" dirty="0">
                <a:solidFill>
                  <a:schemeClr val="bg1"/>
                </a:solidFill>
                <a:sym typeface="Byte Sans Medium" panose="00000600000000000000" pitchFamily="2" charset="0"/>
              </a:rPr>
              <a:t>合法获取</a:t>
            </a:r>
          </a:p>
        </p:txBody>
      </p:sp>
      <p:sp>
        <p:nvSpPr>
          <p:cNvPr id="154" name="文本框 153">
            <a:extLst>
              <a:ext uri="{FF2B5EF4-FFF2-40B4-BE49-F238E27FC236}">
                <a16:creationId xmlns:a16="http://schemas.microsoft.com/office/drawing/2014/main" id="{48ED7A37-D01A-AF4B-36FC-AE1376825340}"/>
              </a:ext>
            </a:extLst>
          </p:cNvPr>
          <p:cNvSpPr txBox="1"/>
          <p:nvPr/>
        </p:nvSpPr>
        <p:spPr>
          <a:xfrm>
            <a:off x="3512986" y="5663804"/>
            <a:ext cx="748923" cy="261610"/>
          </a:xfrm>
          <a:prstGeom prst="rect">
            <a:avLst/>
          </a:prstGeom>
          <a:noFill/>
        </p:spPr>
        <p:txBody>
          <a:bodyPr wrap="none" rtlCol="0">
            <a:spAutoFit/>
          </a:bodyPr>
          <a:lstStyle/>
          <a:p>
            <a:pPr algn="ctr"/>
            <a:r>
              <a:rPr lang="zh-CN" altLang="en-US" sz="1050" dirty="0">
                <a:solidFill>
                  <a:schemeClr val="bg1"/>
                </a:solidFill>
                <a:sym typeface="Byte Sans Medium" panose="00000600000000000000" pitchFamily="2" charset="0"/>
              </a:rPr>
              <a:t>准确记录</a:t>
            </a:r>
          </a:p>
        </p:txBody>
      </p:sp>
      <p:sp>
        <p:nvSpPr>
          <p:cNvPr id="155" name="文本框 154">
            <a:extLst>
              <a:ext uri="{FF2B5EF4-FFF2-40B4-BE49-F238E27FC236}">
                <a16:creationId xmlns:a16="http://schemas.microsoft.com/office/drawing/2014/main" id="{BA235A48-E107-F55B-D183-BB9668F618CA}"/>
              </a:ext>
            </a:extLst>
          </p:cNvPr>
          <p:cNvSpPr txBox="1"/>
          <p:nvPr/>
        </p:nvSpPr>
        <p:spPr>
          <a:xfrm>
            <a:off x="4339225" y="5875465"/>
            <a:ext cx="748923" cy="261610"/>
          </a:xfrm>
          <a:prstGeom prst="rect">
            <a:avLst/>
          </a:prstGeom>
          <a:noFill/>
        </p:spPr>
        <p:txBody>
          <a:bodyPr wrap="none" rtlCol="0">
            <a:spAutoFit/>
          </a:bodyPr>
          <a:lstStyle/>
          <a:p>
            <a:pPr algn="ctr"/>
            <a:r>
              <a:rPr lang="zh-CN" altLang="en-US" sz="1050" dirty="0">
                <a:solidFill>
                  <a:schemeClr val="bg1"/>
                </a:solidFill>
                <a:sym typeface="Byte Sans Medium" panose="00000600000000000000" pitchFamily="2" charset="0"/>
              </a:rPr>
              <a:t>完整保存</a:t>
            </a:r>
          </a:p>
        </p:txBody>
      </p:sp>
      <p:sp>
        <p:nvSpPr>
          <p:cNvPr id="156" name="文本框 155">
            <a:extLst>
              <a:ext uri="{FF2B5EF4-FFF2-40B4-BE49-F238E27FC236}">
                <a16:creationId xmlns:a16="http://schemas.microsoft.com/office/drawing/2014/main" id="{EABB6713-132C-8600-F76A-BC65936E5172}"/>
              </a:ext>
            </a:extLst>
          </p:cNvPr>
          <p:cNvSpPr txBox="1"/>
          <p:nvPr/>
        </p:nvSpPr>
        <p:spPr>
          <a:xfrm>
            <a:off x="5185397" y="5941341"/>
            <a:ext cx="748923" cy="261610"/>
          </a:xfrm>
          <a:prstGeom prst="rect">
            <a:avLst/>
          </a:prstGeom>
          <a:noFill/>
        </p:spPr>
        <p:txBody>
          <a:bodyPr wrap="none" rtlCol="0">
            <a:spAutoFit/>
          </a:bodyPr>
          <a:lstStyle/>
          <a:p>
            <a:pPr algn="ctr"/>
            <a:r>
              <a:rPr lang="zh-CN" altLang="en-US" sz="1050" dirty="0">
                <a:solidFill>
                  <a:schemeClr val="bg1"/>
                </a:solidFill>
                <a:sym typeface="Byte Sans Medium" panose="00000600000000000000" pitchFamily="2" charset="0"/>
              </a:rPr>
              <a:t>分类存储</a:t>
            </a:r>
          </a:p>
        </p:txBody>
      </p:sp>
      <p:sp>
        <p:nvSpPr>
          <p:cNvPr id="157" name="文本框 156">
            <a:extLst>
              <a:ext uri="{FF2B5EF4-FFF2-40B4-BE49-F238E27FC236}">
                <a16:creationId xmlns:a16="http://schemas.microsoft.com/office/drawing/2014/main" id="{8C2A0ED6-8C3A-27CF-C0CF-AAF54A2478B9}"/>
              </a:ext>
            </a:extLst>
          </p:cNvPr>
          <p:cNvSpPr txBox="1"/>
          <p:nvPr/>
        </p:nvSpPr>
        <p:spPr>
          <a:xfrm>
            <a:off x="6257551" y="5941341"/>
            <a:ext cx="748923" cy="261610"/>
          </a:xfrm>
          <a:prstGeom prst="rect">
            <a:avLst/>
          </a:prstGeom>
          <a:noFill/>
        </p:spPr>
        <p:txBody>
          <a:bodyPr wrap="none" rtlCol="0">
            <a:spAutoFit/>
          </a:bodyPr>
          <a:lstStyle/>
          <a:p>
            <a:pPr algn="ctr"/>
            <a:r>
              <a:rPr lang="zh-CN" altLang="en-US" sz="1050" dirty="0">
                <a:solidFill>
                  <a:schemeClr val="bg1"/>
                </a:solidFill>
                <a:sym typeface="Byte Sans Medium" panose="00000600000000000000" pitchFamily="2" charset="0"/>
              </a:rPr>
              <a:t>加密处理</a:t>
            </a:r>
          </a:p>
        </p:txBody>
      </p:sp>
      <p:sp>
        <p:nvSpPr>
          <p:cNvPr id="158" name="文本框 157">
            <a:extLst>
              <a:ext uri="{FF2B5EF4-FFF2-40B4-BE49-F238E27FC236}">
                <a16:creationId xmlns:a16="http://schemas.microsoft.com/office/drawing/2014/main" id="{357EC944-1313-BE4A-B79C-EC3E31CBB059}"/>
              </a:ext>
            </a:extLst>
          </p:cNvPr>
          <p:cNvSpPr txBox="1"/>
          <p:nvPr/>
        </p:nvSpPr>
        <p:spPr>
          <a:xfrm>
            <a:off x="7208859" y="5875465"/>
            <a:ext cx="748923" cy="261610"/>
          </a:xfrm>
          <a:prstGeom prst="rect">
            <a:avLst/>
          </a:prstGeom>
          <a:noFill/>
        </p:spPr>
        <p:txBody>
          <a:bodyPr wrap="none" rtlCol="0">
            <a:spAutoFit/>
          </a:bodyPr>
          <a:lstStyle/>
          <a:p>
            <a:pPr algn="ctr"/>
            <a:r>
              <a:rPr lang="zh-CN" altLang="en-US" sz="1050" dirty="0">
                <a:solidFill>
                  <a:schemeClr val="bg1"/>
                </a:solidFill>
                <a:sym typeface="Byte Sans Medium" panose="00000600000000000000" pitchFamily="2" charset="0"/>
              </a:rPr>
              <a:t>实时更新</a:t>
            </a:r>
          </a:p>
        </p:txBody>
      </p:sp>
      <p:sp>
        <p:nvSpPr>
          <p:cNvPr id="159" name="文本框 158">
            <a:extLst>
              <a:ext uri="{FF2B5EF4-FFF2-40B4-BE49-F238E27FC236}">
                <a16:creationId xmlns:a16="http://schemas.microsoft.com/office/drawing/2014/main" id="{83ECE28E-A4BC-F03F-D878-41543F159390}"/>
              </a:ext>
            </a:extLst>
          </p:cNvPr>
          <p:cNvSpPr txBox="1"/>
          <p:nvPr/>
        </p:nvSpPr>
        <p:spPr>
          <a:xfrm>
            <a:off x="8035098" y="5663804"/>
            <a:ext cx="748923" cy="261610"/>
          </a:xfrm>
          <a:prstGeom prst="rect">
            <a:avLst/>
          </a:prstGeom>
          <a:noFill/>
        </p:spPr>
        <p:txBody>
          <a:bodyPr wrap="none" rtlCol="0">
            <a:spAutoFit/>
          </a:bodyPr>
          <a:lstStyle/>
          <a:p>
            <a:pPr algn="ctr"/>
            <a:r>
              <a:rPr lang="zh-CN" altLang="en-US" sz="1050" dirty="0">
                <a:solidFill>
                  <a:schemeClr val="bg1"/>
                </a:solidFill>
                <a:sym typeface="Byte Sans Medium" panose="00000600000000000000" pitchFamily="2" charset="0"/>
              </a:rPr>
              <a:t>明确需求</a:t>
            </a:r>
          </a:p>
        </p:txBody>
      </p:sp>
      <p:sp>
        <p:nvSpPr>
          <p:cNvPr id="160" name="文本框 159">
            <a:extLst>
              <a:ext uri="{FF2B5EF4-FFF2-40B4-BE49-F238E27FC236}">
                <a16:creationId xmlns:a16="http://schemas.microsoft.com/office/drawing/2014/main" id="{F2F8D441-6852-3C6B-0CDA-093D21847AE4}"/>
              </a:ext>
            </a:extLst>
          </p:cNvPr>
          <p:cNvSpPr txBox="1"/>
          <p:nvPr/>
        </p:nvSpPr>
        <p:spPr>
          <a:xfrm>
            <a:off x="9173822" y="4813014"/>
            <a:ext cx="748923" cy="261610"/>
          </a:xfrm>
          <a:prstGeom prst="rect">
            <a:avLst/>
          </a:prstGeom>
          <a:noFill/>
        </p:spPr>
        <p:txBody>
          <a:bodyPr wrap="none" rtlCol="0">
            <a:spAutoFit/>
          </a:bodyPr>
          <a:lstStyle/>
          <a:p>
            <a:pPr algn="ctr"/>
            <a:r>
              <a:rPr lang="zh-CN" altLang="en-US" sz="1050" dirty="0">
                <a:solidFill>
                  <a:schemeClr val="bg1"/>
                </a:solidFill>
                <a:sym typeface="Byte Sans Medium" panose="00000600000000000000" pitchFamily="2" charset="0"/>
              </a:rPr>
              <a:t>备份保存</a:t>
            </a:r>
          </a:p>
        </p:txBody>
      </p:sp>
      <p:grpSp>
        <p:nvGrpSpPr>
          <p:cNvPr id="161" name="组合 160">
            <a:extLst>
              <a:ext uri="{FF2B5EF4-FFF2-40B4-BE49-F238E27FC236}">
                <a16:creationId xmlns:a16="http://schemas.microsoft.com/office/drawing/2014/main" id="{BC485B81-328E-E08A-C660-1FA14A9FF441}"/>
              </a:ext>
            </a:extLst>
          </p:cNvPr>
          <p:cNvGrpSpPr/>
          <p:nvPr/>
        </p:nvGrpSpPr>
        <p:grpSpPr>
          <a:xfrm>
            <a:off x="3014112" y="4734459"/>
            <a:ext cx="418722" cy="418720"/>
            <a:chOff x="3346874" y="1218270"/>
            <a:chExt cx="1529080" cy="1529080"/>
          </a:xfrm>
        </p:grpSpPr>
        <p:sp>
          <p:nvSpPr>
            <p:cNvPr id="162" name="椭圆 161">
              <a:extLst>
                <a:ext uri="{FF2B5EF4-FFF2-40B4-BE49-F238E27FC236}">
                  <a16:creationId xmlns:a16="http://schemas.microsoft.com/office/drawing/2014/main" id="{3F1422F0-C7E3-EEB1-B179-4674543649F4}"/>
                </a:ext>
              </a:extLst>
            </p:cNvPr>
            <p:cNvSpPr/>
            <p:nvPr/>
          </p:nvSpPr>
          <p:spPr>
            <a:xfrm>
              <a:off x="3346874" y="1218270"/>
              <a:ext cx="1529080" cy="1529080"/>
            </a:xfrm>
            <a:prstGeom prst="ellipse">
              <a:avLst/>
            </a:prstGeom>
            <a:gradFill flip="none" rotWithShape="1">
              <a:gsLst>
                <a:gs pos="53000">
                  <a:schemeClr val="tx1"/>
                </a:gs>
                <a:gs pos="100000">
                  <a:schemeClr val="accent1">
                    <a:alpha val="36000"/>
                  </a:schemeClr>
                </a:gs>
              </a:gsLst>
              <a:path path="circle">
                <a:fillToRect l="50000" t="50000" r="50000" b="50000"/>
              </a:path>
              <a:tileRect/>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endParaRPr lang="zh-CN" altLang="en-US" sz="2986" dirty="0">
                <a:solidFill>
                  <a:prstClr val="white"/>
                </a:solidFill>
                <a:latin typeface="微软雅黑"/>
                <a:ea typeface="微软雅黑"/>
              </a:endParaRPr>
            </a:p>
          </p:txBody>
        </p:sp>
        <p:sp>
          <p:nvSpPr>
            <p:cNvPr id="163" name="椭圆 162">
              <a:extLst>
                <a:ext uri="{FF2B5EF4-FFF2-40B4-BE49-F238E27FC236}">
                  <a16:creationId xmlns:a16="http://schemas.microsoft.com/office/drawing/2014/main" id="{03474656-E5D3-A384-8144-D149D18B858B}"/>
                </a:ext>
              </a:extLst>
            </p:cNvPr>
            <p:cNvSpPr/>
            <p:nvPr/>
          </p:nvSpPr>
          <p:spPr>
            <a:xfrm>
              <a:off x="3493348" y="1364744"/>
              <a:ext cx="1236132" cy="1236132"/>
            </a:xfrm>
            <a:prstGeom prst="ellipse">
              <a:avLst/>
            </a:prstGeom>
            <a:noFill/>
            <a:ln w="6350">
              <a:solidFill>
                <a:schemeClr val="accent1">
                  <a:alpha val="48000"/>
                </a:schemeClr>
              </a:solidFill>
              <a:prstDash val="sysDot"/>
            </a:ln>
            <a:effectLst>
              <a:outerShdw blurRad="254000" algn="ctr" rotWithShape="0">
                <a:schemeClr val="accent1">
                  <a:alpha val="6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nvGrpSpPr>
            <p:cNvPr id="164" name="组合 163">
              <a:extLst>
                <a:ext uri="{FF2B5EF4-FFF2-40B4-BE49-F238E27FC236}">
                  <a16:creationId xmlns:a16="http://schemas.microsoft.com/office/drawing/2014/main" id="{F58C5CCA-92A4-BA86-C4ED-042E956DA614}"/>
                </a:ext>
              </a:extLst>
            </p:cNvPr>
            <p:cNvGrpSpPr/>
            <p:nvPr/>
          </p:nvGrpSpPr>
          <p:grpSpPr>
            <a:xfrm>
              <a:off x="3635588" y="1506984"/>
              <a:ext cx="951652" cy="951652"/>
              <a:chOff x="3701284" y="1572680"/>
              <a:chExt cx="820260" cy="820260"/>
            </a:xfrm>
          </p:grpSpPr>
          <p:grpSp>
            <p:nvGrpSpPr>
              <p:cNvPr id="165" name="组合 164">
                <a:extLst>
                  <a:ext uri="{FF2B5EF4-FFF2-40B4-BE49-F238E27FC236}">
                    <a16:creationId xmlns:a16="http://schemas.microsoft.com/office/drawing/2014/main" id="{2F89D3AE-9158-FAEF-F77E-F1FDA4D9B65B}"/>
                  </a:ext>
                </a:extLst>
              </p:cNvPr>
              <p:cNvGrpSpPr/>
              <p:nvPr/>
            </p:nvGrpSpPr>
            <p:grpSpPr>
              <a:xfrm>
                <a:off x="3715029" y="1586425"/>
                <a:ext cx="792771" cy="792771"/>
                <a:chOff x="2685919" y="795404"/>
                <a:chExt cx="1318522" cy="1318522"/>
              </a:xfrm>
            </p:grpSpPr>
            <p:sp>
              <p:nvSpPr>
                <p:cNvPr id="241" name="弧形 240">
                  <a:extLst>
                    <a:ext uri="{FF2B5EF4-FFF2-40B4-BE49-F238E27FC236}">
                      <a16:creationId xmlns:a16="http://schemas.microsoft.com/office/drawing/2014/main" id="{8B53D9C8-DA22-BD41-3A9F-0D7B4E6B85B9}"/>
                    </a:ext>
                  </a:extLst>
                </p:cNvPr>
                <p:cNvSpPr/>
                <p:nvPr/>
              </p:nvSpPr>
              <p:spPr>
                <a:xfrm>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242" name="弧形 241">
                  <a:extLst>
                    <a:ext uri="{FF2B5EF4-FFF2-40B4-BE49-F238E27FC236}">
                      <a16:creationId xmlns:a16="http://schemas.microsoft.com/office/drawing/2014/main" id="{12E3BCC2-8381-CCD4-2E6A-0B449DA14182}"/>
                    </a:ext>
                  </a:extLst>
                </p:cNvPr>
                <p:cNvSpPr/>
                <p:nvPr/>
              </p:nvSpPr>
              <p:spPr>
                <a:xfrm flipH="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243" name="弧形 242">
                  <a:extLst>
                    <a:ext uri="{FF2B5EF4-FFF2-40B4-BE49-F238E27FC236}">
                      <a16:creationId xmlns:a16="http://schemas.microsoft.com/office/drawing/2014/main" id="{B07924AF-ED70-7A68-CF0B-A76D7DC6BA69}"/>
                    </a:ext>
                  </a:extLst>
                </p:cNvPr>
                <p:cNvSpPr/>
                <p:nvPr/>
              </p:nvSpPr>
              <p:spPr>
                <a:xfrm flipH="1"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244" name="弧形 243">
                  <a:extLst>
                    <a:ext uri="{FF2B5EF4-FFF2-40B4-BE49-F238E27FC236}">
                      <a16:creationId xmlns:a16="http://schemas.microsoft.com/office/drawing/2014/main" id="{40B5A44F-CBBD-096A-5ED0-997251C9F97A}"/>
                    </a:ext>
                  </a:extLst>
                </p:cNvPr>
                <p:cNvSpPr/>
                <p:nvPr/>
              </p:nvSpPr>
              <p:spPr>
                <a:xfrm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nvGrpSpPr>
              <p:cNvPr id="169" name="组合 168">
                <a:extLst>
                  <a:ext uri="{FF2B5EF4-FFF2-40B4-BE49-F238E27FC236}">
                    <a16:creationId xmlns:a16="http://schemas.microsoft.com/office/drawing/2014/main" id="{0EAFA7A3-BEC7-25BC-1594-64029BF0B428}"/>
                  </a:ext>
                </a:extLst>
              </p:cNvPr>
              <p:cNvGrpSpPr/>
              <p:nvPr/>
            </p:nvGrpSpPr>
            <p:grpSpPr>
              <a:xfrm>
                <a:off x="3701284" y="1572680"/>
                <a:ext cx="820260" cy="820260"/>
                <a:chOff x="2663059" y="772544"/>
                <a:chExt cx="1364242" cy="1364242"/>
              </a:xfrm>
              <a:solidFill>
                <a:schemeClr val="accent1"/>
              </a:solidFill>
            </p:grpSpPr>
            <p:sp>
              <p:nvSpPr>
                <p:cNvPr id="170" name="椭圆 169">
                  <a:extLst>
                    <a:ext uri="{FF2B5EF4-FFF2-40B4-BE49-F238E27FC236}">
                      <a16:creationId xmlns:a16="http://schemas.microsoft.com/office/drawing/2014/main" id="{FB9B230F-BD00-0B69-C172-7529A502140A}"/>
                    </a:ext>
                  </a:extLst>
                </p:cNvPr>
                <p:cNvSpPr/>
                <p:nvPr/>
              </p:nvSpPr>
              <p:spPr>
                <a:xfrm>
                  <a:off x="3322320" y="7725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238" name="椭圆 237">
                  <a:extLst>
                    <a:ext uri="{FF2B5EF4-FFF2-40B4-BE49-F238E27FC236}">
                      <a16:creationId xmlns:a16="http://schemas.microsoft.com/office/drawing/2014/main" id="{D218E959-46C6-649B-7502-260DF232909F}"/>
                    </a:ext>
                  </a:extLst>
                </p:cNvPr>
                <p:cNvSpPr/>
                <p:nvPr/>
              </p:nvSpPr>
              <p:spPr>
                <a:xfrm>
                  <a:off x="3322320" y="2091066"/>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239" name="椭圆 238">
                  <a:extLst>
                    <a:ext uri="{FF2B5EF4-FFF2-40B4-BE49-F238E27FC236}">
                      <a16:creationId xmlns:a16="http://schemas.microsoft.com/office/drawing/2014/main" id="{23756E91-D85B-844D-7B88-7AD0628ED971}"/>
                    </a:ext>
                  </a:extLst>
                </p:cNvPr>
                <p:cNvSpPr/>
                <p:nvPr/>
              </p:nvSpPr>
              <p:spPr>
                <a:xfrm>
                  <a:off x="3981581"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240" name="椭圆 239">
                  <a:extLst>
                    <a:ext uri="{FF2B5EF4-FFF2-40B4-BE49-F238E27FC236}">
                      <a16:creationId xmlns:a16="http://schemas.microsoft.com/office/drawing/2014/main" id="{42A80628-19A0-FCCB-AC6E-07CDD0679BEC}"/>
                    </a:ext>
                  </a:extLst>
                </p:cNvPr>
                <p:cNvSpPr/>
                <p:nvPr/>
              </p:nvSpPr>
              <p:spPr>
                <a:xfrm>
                  <a:off x="2663059"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grpSp>
      <p:sp>
        <p:nvSpPr>
          <p:cNvPr id="245" name="文本框 244">
            <a:extLst>
              <a:ext uri="{FF2B5EF4-FFF2-40B4-BE49-F238E27FC236}">
                <a16:creationId xmlns:a16="http://schemas.microsoft.com/office/drawing/2014/main" id="{D809D2F3-D0DE-C295-0F7C-75E59DDFD376}"/>
              </a:ext>
            </a:extLst>
          </p:cNvPr>
          <p:cNvSpPr txBox="1"/>
          <p:nvPr/>
        </p:nvSpPr>
        <p:spPr>
          <a:xfrm>
            <a:off x="4841164" y="4739560"/>
            <a:ext cx="453970" cy="253916"/>
          </a:xfrm>
          <a:prstGeom prst="rect">
            <a:avLst/>
          </a:prstGeom>
          <a:noFill/>
        </p:spPr>
        <p:txBody>
          <a:bodyPr wrap="none" rtlCol="0">
            <a:spAutoFit/>
          </a:bodyPr>
          <a:lstStyle/>
          <a:p>
            <a:pPr algn="ctr"/>
            <a:r>
              <a:rPr lang="zh-CN" altLang="en-US" sz="1050" dirty="0">
                <a:solidFill>
                  <a:schemeClr val="bg1"/>
                </a:solidFill>
                <a:sym typeface="Byte Sans Medium" panose="00000600000000000000" pitchFamily="2" charset="0"/>
              </a:rPr>
              <a:t>分类</a:t>
            </a:r>
          </a:p>
        </p:txBody>
      </p:sp>
      <p:sp>
        <p:nvSpPr>
          <p:cNvPr id="251" name="文本框 250">
            <a:extLst>
              <a:ext uri="{FF2B5EF4-FFF2-40B4-BE49-F238E27FC236}">
                <a16:creationId xmlns:a16="http://schemas.microsoft.com/office/drawing/2014/main" id="{DFB17015-BEF1-2D9D-32AC-77397E99553C}"/>
              </a:ext>
            </a:extLst>
          </p:cNvPr>
          <p:cNvSpPr txBox="1"/>
          <p:nvPr/>
        </p:nvSpPr>
        <p:spPr>
          <a:xfrm>
            <a:off x="5869015" y="4824007"/>
            <a:ext cx="453970" cy="253916"/>
          </a:xfrm>
          <a:prstGeom prst="rect">
            <a:avLst/>
          </a:prstGeom>
          <a:noFill/>
        </p:spPr>
        <p:txBody>
          <a:bodyPr wrap="none" rtlCol="0">
            <a:spAutoFit/>
          </a:bodyPr>
          <a:lstStyle/>
          <a:p>
            <a:pPr algn="ctr"/>
            <a:r>
              <a:rPr lang="zh-CN" altLang="en-US" sz="1050" dirty="0">
                <a:solidFill>
                  <a:schemeClr val="bg1"/>
                </a:solidFill>
                <a:sym typeface="Byte Sans Medium" panose="00000600000000000000" pitchFamily="2" charset="0"/>
              </a:rPr>
              <a:t>归档</a:t>
            </a:r>
          </a:p>
        </p:txBody>
      </p:sp>
      <p:sp>
        <p:nvSpPr>
          <p:cNvPr id="252" name="文本框 251">
            <a:extLst>
              <a:ext uri="{FF2B5EF4-FFF2-40B4-BE49-F238E27FC236}">
                <a16:creationId xmlns:a16="http://schemas.microsoft.com/office/drawing/2014/main" id="{9305C30E-6BBC-5242-3C4D-9D6A93DE31BE}"/>
              </a:ext>
            </a:extLst>
          </p:cNvPr>
          <p:cNvSpPr txBox="1"/>
          <p:nvPr/>
        </p:nvSpPr>
        <p:spPr>
          <a:xfrm>
            <a:off x="6868589" y="4739560"/>
            <a:ext cx="453970" cy="253916"/>
          </a:xfrm>
          <a:prstGeom prst="rect">
            <a:avLst/>
          </a:prstGeom>
          <a:noFill/>
        </p:spPr>
        <p:txBody>
          <a:bodyPr wrap="none" rtlCol="0">
            <a:spAutoFit/>
          </a:bodyPr>
          <a:lstStyle/>
          <a:p>
            <a:pPr algn="ctr"/>
            <a:r>
              <a:rPr lang="zh-CN" altLang="en-US" sz="1050" dirty="0">
                <a:solidFill>
                  <a:schemeClr val="bg1"/>
                </a:solidFill>
                <a:sym typeface="Byte Sans Medium" panose="00000600000000000000" pitchFamily="2" charset="0"/>
              </a:rPr>
              <a:t>备份</a:t>
            </a:r>
          </a:p>
        </p:txBody>
      </p:sp>
      <p:sp>
        <p:nvSpPr>
          <p:cNvPr id="253" name="椭圆 252">
            <a:extLst>
              <a:ext uri="{FF2B5EF4-FFF2-40B4-BE49-F238E27FC236}">
                <a16:creationId xmlns:a16="http://schemas.microsoft.com/office/drawing/2014/main" id="{989ACC75-D453-94C6-F7E9-45CA83693BA9}"/>
              </a:ext>
            </a:extLst>
          </p:cNvPr>
          <p:cNvSpPr/>
          <p:nvPr/>
        </p:nvSpPr>
        <p:spPr>
          <a:xfrm>
            <a:off x="4551681" y="1156283"/>
            <a:ext cx="999858" cy="99985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t>安全性</a:t>
            </a:r>
          </a:p>
        </p:txBody>
      </p:sp>
      <p:sp>
        <p:nvSpPr>
          <p:cNvPr id="258" name="椭圆 257">
            <a:extLst>
              <a:ext uri="{FF2B5EF4-FFF2-40B4-BE49-F238E27FC236}">
                <a16:creationId xmlns:a16="http://schemas.microsoft.com/office/drawing/2014/main" id="{E3AE9DE1-3596-3F0A-96EF-F395AF6C97E6}"/>
              </a:ext>
            </a:extLst>
          </p:cNvPr>
          <p:cNvSpPr/>
          <p:nvPr/>
        </p:nvSpPr>
        <p:spPr>
          <a:xfrm>
            <a:off x="5613530" y="768919"/>
            <a:ext cx="999858" cy="99985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t>合规性</a:t>
            </a:r>
          </a:p>
        </p:txBody>
      </p:sp>
      <p:sp>
        <p:nvSpPr>
          <p:cNvPr id="259" name="椭圆 258">
            <a:extLst>
              <a:ext uri="{FF2B5EF4-FFF2-40B4-BE49-F238E27FC236}">
                <a16:creationId xmlns:a16="http://schemas.microsoft.com/office/drawing/2014/main" id="{16DDAA67-8BEE-8296-E4B7-40876BD2386B}"/>
              </a:ext>
            </a:extLst>
          </p:cNvPr>
          <p:cNvSpPr/>
          <p:nvPr/>
        </p:nvSpPr>
        <p:spPr>
          <a:xfrm>
            <a:off x="6662873" y="1108638"/>
            <a:ext cx="999858" cy="99985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t>有效性</a:t>
            </a:r>
          </a:p>
        </p:txBody>
      </p:sp>
      <p:grpSp>
        <p:nvGrpSpPr>
          <p:cNvPr id="261" name="组合 260">
            <a:extLst>
              <a:ext uri="{FF2B5EF4-FFF2-40B4-BE49-F238E27FC236}">
                <a16:creationId xmlns:a16="http://schemas.microsoft.com/office/drawing/2014/main" id="{63EC066E-FED8-09F2-E0AC-8BE8D05A1D03}"/>
              </a:ext>
            </a:extLst>
          </p:cNvPr>
          <p:cNvGrpSpPr/>
          <p:nvPr/>
        </p:nvGrpSpPr>
        <p:grpSpPr>
          <a:xfrm>
            <a:off x="3678338" y="5216995"/>
            <a:ext cx="418722" cy="418720"/>
            <a:chOff x="3346874" y="1218270"/>
            <a:chExt cx="1529080" cy="1529080"/>
          </a:xfrm>
          <a:effectLst/>
        </p:grpSpPr>
        <p:sp>
          <p:nvSpPr>
            <p:cNvPr id="262" name="椭圆 261">
              <a:extLst>
                <a:ext uri="{FF2B5EF4-FFF2-40B4-BE49-F238E27FC236}">
                  <a16:creationId xmlns:a16="http://schemas.microsoft.com/office/drawing/2014/main" id="{C46800B3-426E-E504-4D74-A874FE234300}"/>
                </a:ext>
              </a:extLst>
            </p:cNvPr>
            <p:cNvSpPr/>
            <p:nvPr/>
          </p:nvSpPr>
          <p:spPr>
            <a:xfrm>
              <a:off x="3346874" y="1218270"/>
              <a:ext cx="1529080" cy="1529080"/>
            </a:xfrm>
            <a:prstGeom prst="ellipse">
              <a:avLst/>
            </a:prstGeom>
            <a:gradFill flip="none" rotWithShape="1">
              <a:gsLst>
                <a:gs pos="53000">
                  <a:schemeClr val="tx1"/>
                </a:gs>
                <a:gs pos="100000">
                  <a:schemeClr val="accent1">
                    <a:alpha val="36000"/>
                  </a:schemeClr>
                </a:gs>
              </a:gsLst>
              <a:path path="circle">
                <a:fillToRect l="50000" t="50000" r="50000" b="50000"/>
              </a:path>
              <a:tileRect/>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endParaRPr lang="zh-CN" altLang="en-US" sz="2986" dirty="0">
                <a:solidFill>
                  <a:prstClr val="white"/>
                </a:solidFill>
                <a:latin typeface="微软雅黑"/>
                <a:ea typeface="微软雅黑"/>
              </a:endParaRPr>
            </a:p>
          </p:txBody>
        </p:sp>
        <p:sp>
          <p:nvSpPr>
            <p:cNvPr id="264" name="椭圆 263">
              <a:extLst>
                <a:ext uri="{FF2B5EF4-FFF2-40B4-BE49-F238E27FC236}">
                  <a16:creationId xmlns:a16="http://schemas.microsoft.com/office/drawing/2014/main" id="{6F35F1D5-3797-ED7B-4909-9831D94EAEAE}"/>
                </a:ext>
              </a:extLst>
            </p:cNvPr>
            <p:cNvSpPr/>
            <p:nvPr/>
          </p:nvSpPr>
          <p:spPr>
            <a:xfrm>
              <a:off x="3493348" y="1364744"/>
              <a:ext cx="1236132" cy="1236132"/>
            </a:xfrm>
            <a:prstGeom prst="ellipse">
              <a:avLst/>
            </a:prstGeom>
            <a:noFill/>
            <a:ln w="6350">
              <a:solidFill>
                <a:schemeClr val="accent1">
                  <a:alpha val="48000"/>
                </a:schemeClr>
              </a:solidFill>
              <a:prstDash val="sysDot"/>
            </a:ln>
            <a:effectLst>
              <a:outerShdw blurRad="254000" algn="ctr" rotWithShape="0">
                <a:schemeClr val="accent1">
                  <a:alpha val="6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nvGrpSpPr>
            <p:cNvPr id="265" name="组合 264">
              <a:extLst>
                <a:ext uri="{FF2B5EF4-FFF2-40B4-BE49-F238E27FC236}">
                  <a16:creationId xmlns:a16="http://schemas.microsoft.com/office/drawing/2014/main" id="{EBB9C66C-2F1A-4926-DE87-4D4AB2058E26}"/>
                </a:ext>
              </a:extLst>
            </p:cNvPr>
            <p:cNvGrpSpPr/>
            <p:nvPr/>
          </p:nvGrpSpPr>
          <p:grpSpPr>
            <a:xfrm>
              <a:off x="3635588" y="1506984"/>
              <a:ext cx="951652" cy="951652"/>
              <a:chOff x="3701284" y="1572680"/>
              <a:chExt cx="820260" cy="820260"/>
            </a:xfrm>
          </p:grpSpPr>
          <p:grpSp>
            <p:nvGrpSpPr>
              <p:cNvPr id="266" name="组合 265">
                <a:extLst>
                  <a:ext uri="{FF2B5EF4-FFF2-40B4-BE49-F238E27FC236}">
                    <a16:creationId xmlns:a16="http://schemas.microsoft.com/office/drawing/2014/main" id="{7329244D-7AD5-4CB5-94FC-98AE77CB29D6}"/>
                  </a:ext>
                </a:extLst>
              </p:cNvPr>
              <p:cNvGrpSpPr/>
              <p:nvPr/>
            </p:nvGrpSpPr>
            <p:grpSpPr>
              <a:xfrm>
                <a:off x="3715029" y="1586425"/>
                <a:ext cx="792771" cy="792771"/>
                <a:chOff x="2685919" y="795404"/>
                <a:chExt cx="1318522" cy="1318522"/>
              </a:xfrm>
            </p:grpSpPr>
            <p:sp>
              <p:nvSpPr>
                <p:cNvPr id="275" name="弧形 274">
                  <a:extLst>
                    <a:ext uri="{FF2B5EF4-FFF2-40B4-BE49-F238E27FC236}">
                      <a16:creationId xmlns:a16="http://schemas.microsoft.com/office/drawing/2014/main" id="{6775E8BA-098B-88F3-1D14-CF0FCEF18692}"/>
                    </a:ext>
                  </a:extLst>
                </p:cNvPr>
                <p:cNvSpPr/>
                <p:nvPr/>
              </p:nvSpPr>
              <p:spPr>
                <a:xfrm>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276" name="弧形 275">
                  <a:extLst>
                    <a:ext uri="{FF2B5EF4-FFF2-40B4-BE49-F238E27FC236}">
                      <a16:creationId xmlns:a16="http://schemas.microsoft.com/office/drawing/2014/main" id="{E254B802-B5C3-F8BD-4EA6-A6E5C64326D4}"/>
                    </a:ext>
                  </a:extLst>
                </p:cNvPr>
                <p:cNvSpPr/>
                <p:nvPr/>
              </p:nvSpPr>
              <p:spPr>
                <a:xfrm flipH="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278" name="弧形 277">
                  <a:extLst>
                    <a:ext uri="{FF2B5EF4-FFF2-40B4-BE49-F238E27FC236}">
                      <a16:creationId xmlns:a16="http://schemas.microsoft.com/office/drawing/2014/main" id="{D2EF20AE-D127-682F-52F5-38B93D814548}"/>
                    </a:ext>
                  </a:extLst>
                </p:cNvPr>
                <p:cNvSpPr/>
                <p:nvPr/>
              </p:nvSpPr>
              <p:spPr>
                <a:xfrm flipH="1"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279" name="弧形 278">
                  <a:extLst>
                    <a:ext uri="{FF2B5EF4-FFF2-40B4-BE49-F238E27FC236}">
                      <a16:creationId xmlns:a16="http://schemas.microsoft.com/office/drawing/2014/main" id="{3D6F3628-2829-2251-056A-6C899C034828}"/>
                    </a:ext>
                  </a:extLst>
                </p:cNvPr>
                <p:cNvSpPr/>
                <p:nvPr/>
              </p:nvSpPr>
              <p:spPr>
                <a:xfrm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nvGrpSpPr>
              <p:cNvPr id="269" name="组合 268">
                <a:extLst>
                  <a:ext uri="{FF2B5EF4-FFF2-40B4-BE49-F238E27FC236}">
                    <a16:creationId xmlns:a16="http://schemas.microsoft.com/office/drawing/2014/main" id="{293D173E-A8F7-31C1-0CC7-CA8AF8BEF5B5}"/>
                  </a:ext>
                </a:extLst>
              </p:cNvPr>
              <p:cNvGrpSpPr/>
              <p:nvPr/>
            </p:nvGrpSpPr>
            <p:grpSpPr>
              <a:xfrm>
                <a:off x="3701284" y="1572680"/>
                <a:ext cx="820260" cy="820260"/>
                <a:chOff x="2663059" y="772544"/>
                <a:chExt cx="1364242" cy="1364242"/>
              </a:xfrm>
              <a:solidFill>
                <a:schemeClr val="accent1"/>
              </a:solidFill>
            </p:grpSpPr>
            <p:sp>
              <p:nvSpPr>
                <p:cNvPr id="270" name="椭圆 269">
                  <a:extLst>
                    <a:ext uri="{FF2B5EF4-FFF2-40B4-BE49-F238E27FC236}">
                      <a16:creationId xmlns:a16="http://schemas.microsoft.com/office/drawing/2014/main" id="{DD6E2026-8F22-739D-E135-CAF0BE64D16E}"/>
                    </a:ext>
                  </a:extLst>
                </p:cNvPr>
                <p:cNvSpPr/>
                <p:nvPr/>
              </p:nvSpPr>
              <p:spPr>
                <a:xfrm>
                  <a:off x="3322320" y="7725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271" name="椭圆 270">
                  <a:extLst>
                    <a:ext uri="{FF2B5EF4-FFF2-40B4-BE49-F238E27FC236}">
                      <a16:creationId xmlns:a16="http://schemas.microsoft.com/office/drawing/2014/main" id="{1CAE4007-AB6C-0DB8-86B0-C6F84AC240A0}"/>
                    </a:ext>
                  </a:extLst>
                </p:cNvPr>
                <p:cNvSpPr/>
                <p:nvPr/>
              </p:nvSpPr>
              <p:spPr>
                <a:xfrm>
                  <a:off x="3322320" y="2091066"/>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272" name="椭圆 271">
                  <a:extLst>
                    <a:ext uri="{FF2B5EF4-FFF2-40B4-BE49-F238E27FC236}">
                      <a16:creationId xmlns:a16="http://schemas.microsoft.com/office/drawing/2014/main" id="{1A1C94AA-145A-48A5-7424-14B9B87F1FE2}"/>
                    </a:ext>
                  </a:extLst>
                </p:cNvPr>
                <p:cNvSpPr/>
                <p:nvPr/>
              </p:nvSpPr>
              <p:spPr>
                <a:xfrm>
                  <a:off x="3981581"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273" name="椭圆 272">
                  <a:extLst>
                    <a:ext uri="{FF2B5EF4-FFF2-40B4-BE49-F238E27FC236}">
                      <a16:creationId xmlns:a16="http://schemas.microsoft.com/office/drawing/2014/main" id="{53B6BA07-6627-6C7B-413A-00DDCD6CD7C8}"/>
                    </a:ext>
                  </a:extLst>
                </p:cNvPr>
                <p:cNvSpPr/>
                <p:nvPr/>
              </p:nvSpPr>
              <p:spPr>
                <a:xfrm>
                  <a:off x="2663059"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grpSp>
      <p:grpSp>
        <p:nvGrpSpPr>
          <p:cNvPr id="280" name="组合 279">
            <a:extLst>
              <a:ext uri="{FF2B5EF4-FFF2-40B4-BE49-F238E27FC236}">
                <a16:creationId xmlns:a16="http://schemas.microsoft.com/office/drawing/2014/main" id="{2FA6F591-3423-30E0-F3B5-E3EA318BF960}"/>
              </a:ext>
            </a:extLst>
          </p:cNvPr>
          <p:cNvGrpSpPr/>
          <p:nvPr/>
        </p:nvGrpSpPr>
        <p:grpSpPr>
          <a:xfrm>
            <a:off x="4510264" y="5420338"/>
            <a:ext cx="418722" cy="418720"/>
            <a:chOff x="3346874" y="1218270"/>
            <a:chExt cx="1529080" cy="1529080"/>
          </a:xfrm>
          <a:effectLst/>
        </p:grpSpPr>
        <p:sp>
          <p:nvSpPr>
            <p:cNvPr id="284" name="椭圆 283">
              <a:extLst>
                <a:ext uri="{FF2B5EF4-FFF2-40B4-BE49-F238E27FC236}">
                  <a16:creationId xmlns:a16="http://schemas.microsoft.com/office/drawing/2014/main" id="{8C22737E-FA8C-D8EC-FDA4-279B778193EC}"/>
                </a:ext>
              </a:extLst>
            </p:cNvPr>
            <p:cNvSpPr/>
            <p:nvPr/>
          </p:nvSpPr>
          <p:spPr>
            <a:xfrm>
              <a:off x="3346874" y="1218270"/>
              <a:ext cx="1529080" cy="1529080"/>
            </a:xfrm>
            <a:prstGeom prst="ellipse">
              <a:avLst/>
            </a:prstGeom>
            <a:gradFill flip="none" rotWithShape="1">
              <a:gsLst>
                <a:gs pos="53000">
                  <a:schemeClr val="tx1"/>
                </a:gs>
                <a:gs pos="100000">
                  <a:schemeClr val="accent1">
                    <a:alpha val="36000"/>
                  </a:schemeClr>
                </a:gs>
              </a:gsLst>
              <a:path path="circle">
                <a:fillToRect l="50000" t="50000" r="50000" b="50000"/>
              </a:path>
              <a:tileRect/>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endParaRPr lang="zh-CN" altLang="en-US" sz="2986" dirty="0">
                <a:solidFill>
                  <a:prstClr val="white"/>
                </a:solidFill>
                <a:latin typeface="微软雅黑"/>
                <a:ea typeface="微软雅黑"/>
              </a:endParaRPr>
            </a:p>
          </p:txBody>
        </p:sp>
        <p:sp>
          <p:nvSpPr>
            <p:cNvPr id="285" name="椭圆 284">
              <a:extLst>
                <a:ext uri="{FF2B5EF4-FFF2-40B4-BE49-F238E27FC236}">
                  <a16:creationId xmlns:a16="http://schemas.microsoft.com/office/drawing/2014/main" id="{8E1721A5-9EDA-7542-6507-83C00B7DD911}"/>
                </a:ext>
              </a:extLst>
            </p:cNvPr>
            <p:cNvSpPr/>
            <p:nvPr/>
          </p:nvSpPr>
          <p:spPr>
            <a:xfrm>
              <a:off x="3493348" y="1364744"/>
              <a:ext cx="1236132" cy="1236132"/>
            </a:xfrm>
            <a:prstGeom prst="ellipse">
              <a:avLst/>
            </a:prstGeom>
            <a:noFill/>
            <a:ln w="6350">
              <a:solidFill>
                <a:schemeClr val="accent1">
                  <a:alpha val="48000"/>
                </a:schemeClr>
              </a:solidFill>
              <a:prstDash val="sysDot"/>
            </a:ln>
            <a:effectLst>
              <a:outerShdw blurRad="254000" algn="ctr" rotWithShape="0">
                <a:schemeClr val="accent1">
                  <a:alpha val="6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nvGrpSpPr>
            <p:cNvPr id="286" name="组合 285">
              <a:extLst>
                <a:ext uri="{FF2B5EF4-FFF2-40B4-BE49-F238E27FC236}">
                  <a16:creationId xmlns:a16="http://schemas.microsoft.com/office/drawing/2014/main" id="{AB5C0644-EDE1-154E-6B1E-D8CF7226E24D}"/>
                </a:ext>
              </a:extLst>
            </p:cNvPr>
            <p:cNvGrpSpPr/>
            <p:nvPr/>
          </p:nvGrpSpPr>
          <p:grpSpPr>
            <a:xfrm>
              <a:off x="3635588" y="1506984"/>
              <a:ext cx="951652" cy="951652"/>
              <a:chOff x="3701284" y="1572680"/>
              <a:chExt cx="820260" cy="820260"/>
            </a:xfrm>
          </p:grpSpPr>
          <p:grpSp>
            <p:nvGrpSpPr>
              <p:cNvPr id="291" name="组合 290">
                <a:extLst>
                  <a:ext uri="{FF2B5EF4-FFF2-40B4-BE49-F238E27FC236}">
                    <a16:creationId xmlns:a16="http://schemas.microsoft.com/office/drawing/2014/main" id="{9ECC48A0-4762-E1CC-0A7B-73D78DD1F659}"/>
                  </a:ext>
                </a:extLst>
              </p:cNvPr>
              <p:cNvGrpSpPr/>
              <p:nvPr/>
            </p:nvGrpSpPr>
            <p:grpSpPr>
              <a:xfrm>
                <a:off x="3715029" y="1586425"/>
                <a:ext cx="792771" cy="792771"/>
                <a:chOff x="2685919" y="795404"/>
                <a:chExt cx="1318522" cy="1318522"/>
              </a:xfrm>
            </p:grpSpPr>
            <p:sp>
              <p:nvSpPr>
                <p:cNvPr id="300" name="弧形 299">
                  <a:extLst>
                    <a:ext uri="{FF2B5EF4-FFF2-40B4-BE49-F238E27FC236}">
                      <a16:creationId xmlns:a16="http://schemas.microsoft.com/office/drawing/2014/main" id="{04C92161-D3E7-181F-82F3-6F1ADAE34CEA}"/>
                    </a:ext>
                  </a:extLst>
                </p:cNvPr>
                <p:cNvSpPr/>
                <p:nvPr/>
              </p:nvSpPr>
              <p:spPr>
                <a:xfrm>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01" name="弧形 300">
                  <a:extLst>
                    <a:ext uri="{FF2B5EF4-FFF2-40B4-BE49-F238E27FC236}">
                      <a16:creationId xmlns:a16="http://schemas.microsoft.com/office/drawing/2014/main" id="{770F9D3F-EB97-808A-6D6A-A41BEA17735C}"/>
                    </a:ext>
                  </a:extLst>
                </p:cNvPr>
                <p:cNvSpPr/>
                <p:nvPr/>
              </p:nvSpPr>
              <p:spPr>
                <a:xfrm flipH="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02" name="弧形 301">
                  <a:extLst>
                    <a:ext uri="{FF2B5EF4-FFF2-40B4-BE49-F238E27FC236}">
                      <a16:creationId xmlns:a16="http://schemas.microsoft.com/office/drawing/2014/main" id="{14C3F0E6-DB5F-CA3F-BF54-5581A174ED81}"/>
                    </a:ext>
                  </a:extLst>
                </p:cNvPr>
                <p:cNvSpPr/>
                <p:nvPr/>
              </p:nvSpPr>
              <p:spPr>
                <a:xfrm flipH="1"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03" name="弧形 302">
                  <a:extLst>
                    <a:ext uri="{FF2B5EF4-FFF2-40B4-BE49-F238E27FC236}">
                      <a16:creationId xmlns:a16="http://schemas.microsoft.com/office/drawing/2014/main" id="{0B131687-7744-7A55-D3AD-3A254A224F2D}"/>
                    </a:ext>
                  </a:extLst>
                </p:cNvPr>
                <p:cNvSpPr/>
                <p:nvPr/>
              </p:nvSpPr>
              <p:spPr>
                <a:xfrm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nvGrpSpPr>
              <p:cNvPr id="292" name="组合 291">
                <a:extLst>
                  <a:ext uri="{FF2B5EF4-FFF2-40B4-BE49-F238E27FC236}">
                    <a16:creationId xmlns:a16="http://schemas.microsoft.com/office/drawing/2014/main" id="{27B3BD8D-0623-5404-6E47-97E5D42CF2D7}"/>
                  </a:ext>
                </a:extLst>
              </p:cNvPr>
              <p:cNvGrpSpPr/>
              <p:nvPr/>
            </p:nvGrpSpPr>
            <p:grpSpPr>
              <a:xfrm>
                <a:off x="3701284" y="1572680"/>
                <a:ext cx="820260" cy="820260"/>
                <a:chOff x="2663059" y="772544"/>
                <a:chExt cx="1364242" cy="1364242"/>
              </a:xfrm>
              <a:solidFill>
                <a:schemeClr val="accent1"/>
              </a:solidFill>
            </p:grpSpPr>
            <p:sp>
              <p:nvSpPr>
                <p:cNvPr id="293" name="椭圆 292">
                  <a:extLst>
                    <a:ext uri="{FF2B5EF4-FFF2-40B4-BE49-F238E27FC236}">
                      <a16:creationId xmlns:a16="http://schemas.microsoft.com/office/drawing/2014/main" id="{136FBE5F-8CB9-B2DA-5998-AFA25F77AABB}"/>
                    </a:ext>
                  </a:extLst>
                </p:cNvPr>
                <p:cNvSpPr/>
                <p:nvPr/>
              </p:nvSpPr>
              <p:spPr>
                <a:xfrm>
                  <a:off x="3322320" y="7725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297" name="椭圆 296">
                  <a:extLst>
                    <a:ext uri="{FF2B5EF4-FFF2-40B4-BE49-F238E27FC236}">
                      <a16:creationId xmlns:a16="http://schemas.microsoft.com/office/drawing/2014/main" id="{4EEA6557-A4C6-857F-5282-CC9994D09A70}"/>
                    </a:ext>
                  </a:extLst>
                </p:cNvPr>
                <p:cNvSpPr/>
                <p:nvPr/>
              </p:nvSpPr>
              <p:spPr>
                <a:xfrm>
                  <a:off x="3322320" y="2091066"/>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298" name="椭圆 297">
                  <a:extLst>
                    <a:ext uri="{FF2B5EF4-FFF2-40B4-BE49-F238E27FC236}">
                      <a16:creationId xmlns:a16="http://schemas.microsoft.com/office/drawing/2014/main" id="{52080C0E-31A7-C3B1-4A76-7912EBE8A81F}"/>
                    </a:ext>
                  </a:extLst>
                </p:cNvPr>
                <p:cNvSpPr/>
                <p:nvPr/>
              </p:nvSpPr>
              <p:spPr>
                <a:xfrm>
                  <a:off x="3981581"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299" name="椭圆 298">
                  <a:extLst>
                    <a:ext uri="{FF2B5EF4-FFF2-40B4-BE49-F238E27FC236}">
                      <a16:creationId xmlns:a16="http://schemas.microsoft.com/office/drawing/2014/main" id="{38CC448B-F853-0F0B-9C01-DD61BD451C81}"/>
                    </a:ext>
                  </a:extLst>
                </p:cNvPr>
                <p:cNvSpPr/>
                <p:nvPr/>
              </p:nvSpPr>
              <p:spPr>
                <a:xfrm>
                  <a:off x="2663059"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grpSp>
      <p:grpSp>
        <p:nvGrpSpPr>
          <p:cNvPr id="304" name="组合 303">
            <a:extLst>
              <a:ext uri="{FF2B5EF4-FFF2-40B4-BE49-F238E27FC236}">
                <a16:creationId xmlns:a16="http://schemas.microsoft.com/office/drawing/2014/main" id="{CE418013-A464-708B-A3A5-D4FE5152B06A}"/>
              </a:ext>
            </a:extLst>
          </p:cNvPr>
          <p:cNvGrpSpPr/>
          <p:nvPr/>
        </p:nvGrpSpPr>
        <p:grpSpPr>
          <a:xfrm>
            <a:off x="5346650" y="5508040"/>
            <a:ext cx="418722" cy="418720"/>
            <a:chOff x="3346874" y="1218270"/>
            <a:chExt cx="1529080" cy="1529080"/>
          </a:xfrm>
          <a:effectLst/>
        </p:grpSpPr>
        <p:sp>
          <p:nvSpPr>
            <p:cNvPr id="305" name="椭圆 304">
              <a:extLst>
                <a:ext uri="{FF2B5EF4-FFF2-40B4-BE49-F238E27FC236}">
                  <a16:creationId xmlns:a16="http://schemas.microsoft.com/office/drawing/2014/main" id="{70F519EC-3D51-D0E8-18C8-144477A3B776}"/>
                </a:ext>
              </a:extLst>
            </p:cNvPr>
            <p:cNvSpPr/>
            <p:nvPr/>
          </p:nvSpPr>
          <p:spPr>
            <a:xfrm>
              <a:off x="3346874" y="1218270"/>
              <a:ext cx="1529080" cy="1529080"/>
            </a:xfrm>
            <a:prstGeom prst="ellipse">
              <a:avLst/>
            </a:prstGeom>
            <a:gradFill flip="none" rotWithShape="1">
              <a:gsLst>
                <a:gs pos="53000">
                  <a:schemeClr val="tx1"/>
                </a:gs>
                <a:gs pos="100000">
                  <a:schemeClr val="accent1">
                    <a:alpha val="36000"/>
                  </a:schemeClr>
                </a:gs>
              </a:gsLst>
              <a:path path="circle">
                <a:fillToRect l="50000" t="50000" r="50000" b="50000"/>
              </a:path>
              <a:tileRect/>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endParaRPr lang="zh-CN" altLang="en-US" sz="2986" dirty="0">
                <a:solidFill>
                  <a:prstClr val="white"/>
                </a:solidFill>
                <a:latin typeface="微软雅黑"/>
                <a:ea typeface="微软雅黑"/>
              </a:endParaRPr>
            </a:p>
          </p:txBody>
        </p:sp>
        <p:sp>
          <p:nvSpPr>
            <p:cNvPr id="306" name="椭圆 305">
              <a:extLst>
                <a:ext uri="{FF2B5EF4-FFF2-40B4-BE49-F238E27FC236}">
                  <a16:creationId xmlns:a16="http://schemas.microsoft.com/office/drawing/2014/main" id="{C3749E2E-177A-79C5-8E73-4CD88E617CC2}"/>
                </a:ext>
              </a:extLst>
            </p:cNvPr>
            <p:cNvSpPr/>
            <p:nvPr/>
          </p:nvSpPr>
          <p:spPr>
            <a:xfrm>
              <a:off x="3493348" y="1364744"/>
              <a:ext cx="1236132" cy="1236132"/>
            </a:xfrm>
            <a:prstGeom prst="ellipse">
              <a:avLst/>
            </a:prstGeom>
            <a:noFill/>
            <a:ln w="6350">
              <a:solidFill>
                <a:schemeClr val="accent1">
                  <a:alpha val="48000"/>
                </a:schemeClr>
              </a:solidFill>
              <a:prstDash val="sysDot"/>
            </a:ln>
            <a:effectLst>
              <a:outerShdw blurRad="254000" algn="ctr" rotWithShape="0">
                <a:schemeClr val="accent1">
                  <a:alpha val="6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nvGrpSpPr>
            <p:cNvPr id="307" name="组合 306">
              <a:extLst>
                <a:ext uri="{FF2B5EF4-FFF2-40B4-BE49-F238E27FC236}">
                  <a16:creationId xmlns:a16="http://schemas.microsoft.com/office/drawing/2014/main" id="{FEC7BCCA-939C-BCA9-94F8-5E7FE82CD81F}"/>
                </a:ext>
              </a:extLst>
            </p:cNvPr>
            <p:cNvGrpSpPr/>
            <p:nvPr/>
          </p:nvGrpSpPr>
          <p:grpSpPr>
            <a:xfrm>
              <a:off x="3635588" y="1506984"/>
              <a:ext cx="951652" cy="951652"/>
              <a:chOff x="3701284" y="1572680"/>
              <a:chExt cx="820260" cy="820260"/>
            </a:xfrm>
          </p:grpSpPr>
          <p:grpSp>
            <p:nvGrpSpPr>
              <p:cNvPr id="308" name="组合 307">
                <a:extLst>
                  <a:ext uri="{FF2B5EF4-FFF2-40B4-BE49-F238E27FC236}">
                    <a16:creationId xmlns:a16="http://schemas.microsoft.com/office/drawing/2014/main" id="{2AAB112D-CDFD-0E2E-DD5A-D3091B379068}"/>
                  </a:ext>
                </a:extLst>
              </p:cNvPr>
              <p:cNvGrpSpPr/>
              <p:nvPr/>
            </p:nvGrpSpPr>
            <p:grpSpPr>
              <a:xfrm>
                <a:off x="3715029" y="1586425"/>
                <a:ext cx="792771" cy="792771"/>
                <a:chOff x="2685919" y="795404"/>
                <a:chExt cx="1318522" cy="1318522"/>
              </a:xfrm>
            </p:grpSpPr>
            <p:sp>
              <p:nvSpPr>
                <p:cNvPr id="314" name="弧形 313">
                  <a:extLst>
                    <a:ext uri="{FF2B5EF4-FFF2-40B4-BE49-F238E27FC236}">
                      <a16:creationId xmlns:a16="http://schemas.microsoft.com/office/drawing/2014/main" id="{B68FE97E-3324-9A10-1EC7-D8036B003008}"/>
                    </a:ext>
                  </a:extLst>
                </p:cNvPr>
                <p:cNvSpPr/>
                <p:nvPr/>
              </p:nvSpPr>
              <p:spPr>
                <a:xfrm>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15" name="弧形 314">
                  <a:extLst>
                    <a:ext uri="{FF2B5EF4-FFF2-40B4-BE49-F238E27FC236}">
                      <a16:creationId xmlns:a16="http://schemas.microsoft.com/office/drawing/2014/main" id="{33DA9FD4-C4BC-A757-2338-A8E8750D2B67}"/>
                    </a:ext>
                  </a:extLst>
                </p:cNvPr>
                <p:cNvSpPr/>
                <p:nvPr/>
              </p:nvSpPr>
              <p:spPr>
                <a:xfrm flipH="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16" name="弧形 315">
                  <a:extLst>
                    <a:ext uri="{FF2B5EF4-FFF2-40B4-BE49-F238E27FC236}">
                      <a16:creationId xmlns:a16="http://schemas.microsoft.com/office/drawing/2014/main" id="{04B1CD6D-63FA-A7FC-9BDB-B2522BDAB165}"/>
                    </a:ext>
                  </a:extLst>
                </p:cNvPr>
                <p:cNvSpPr/>
                <p:nvPr/>
              </p:nvSpPr>
              <p:spPr>
                <a:xfrm flipH="1"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17" name="弧形 316">
                  <a:extLst>
                    <a:ext uri="{FF2B5EF4-FFF2-40B4-BE49-F238E27FC236}">
                      <a16:creationId xmlns:a16="http://schemas.microsoft.com/office/drawing/2014/main" id="{7B9D5E3A-7017-C798-2984-54E5AA77AA17}"/>
                    </a:ext>
                  </a:extLst>
                </p:cNvPr>
                <p:cNvSpPr/>
                <p:nvPr/>
              </p:nvSpPr>
              <p:spPr>
                <a:xfrm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nvGrpSpPr>
              <p:cNvPr id="309" name="组合 308">
                <a:extLst>
                  <a:ext uri="{FF2B5EF4-FFF2-40B4-BE49-F238E27FC236}">
                    <a16:creationId xmlns:a16="http://schemas.microsoft.com/office/drawing/2014/main" id="{150E79DE-9984-0D28-2340-B9EBD83495A9}"/>
                  </a:ext>
                </a:extLst>
              </p:cNvPr>
              <p:cNvGrpSpPr/>
              <p:nvPr/>
            </p:nvGrpSpPr>
            <p:grpSpPr>
              <a:xfrm>
                <a:off x="3701284" y="1572680"/>
                <a:ext cx="820260" cy="820260"/>
                <a:chOff x="2663059" y="772544"/>
                <a:chExt cx="1364242" cy="1364242"/>
              </a:xfrm>
              <a:solidFill>
                <a:schemeClr val="accent1"/>
              </a:solidFill>
            </p:grpSpPr>
            <p:sp>
              <p:nvSpPr>
                <p:cNvPr id="310" name="椭圆 309">
                  <a:extLst>
                    <a:ext uri="{FF2B5EF4-FFF2-40B4-BE49-F238E27FC236}">
                      <a16:creationId xmlns:a16="http://schemas.microsoft.com/office/drawing/2014/main" id="{6F720761-0E43-54E9-9812-CECFFDC29C65}"/>
                    </a:ext>
                  </a:extLst>
                </p:cNvPr>
                <p:cNvSpPr/>
                <p:nvPr/>
              </p:nvSpPr>
              <p:spPr>
                <a:xfrm>
                  <a:off x="3322320" y="7725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11" name="椭圆 310">
                  <a:extLst>
                    <a:ext uri="{FF2B5EF4-FFF2-40B4-BE49-F238E27FC236}">
                      <a16:creationId xmlns:a16="http://schemas.microsoft.com/office/drawing/2014/main" id="{FB6A08F5-E388-7477-1FE8-3D4C33EFEBA7}"/>
                    </a:ext>
                  </a:extLst>
                </p:cNvPr>
                <p:cNvSpPr/>
                <p:nvPr/>
              </p:nvSpPr>
              <p:spPr>
                <a:xfrm>
                  <a:off x="3322320" y="2091066"/>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12" name="椭圆 311">
                  <a:extLst>
                    <a:ext uri="{FF2B5EF4-FFF2-40B4-BE49-F238E27FC236}">
                      <a16:creationId xmlns:a16="http://schemas.microsoft.com/office/drawing/2014/main" id="{6FF8FB15-BE03-9B75-31D1-19F1E2831289}"/>
                    </a:ext>
                  </a:extLst>
                </p:cNvPr>
                <p:cNvSpPr/>
                <p:nvPr/>
              </p:nvSpPr>
              <p:spPr>
                <a:xfrm>
                  <a:off x="3981581"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13" name="椭圆 312">
                  <a:extLst>
                    <a:ext uri="{FF2B5EF4-FFF2-40B4-BE49-F238E27FC236}">
                      <a16:creationId xmlns:a16="http://schemas.microsoft.com/office/drawing/2014/main" id="{C6C3D333-C88C-4335-486B-C4CF0759EDEE}"/>
                    </a:ext>
                  </a:extLst>
                </p:cNvPr>
                <p:cNvSpPr/>
                <p:nvPr/>
              </p:nvSpPr>
              <p:spPr>
                <a:xfrm>
                  <a:off x="2663059"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grpSp>
      <p:grpSp>
        <p:nvGrpSpPr>
          <p:cNvPr id="318" name="组合 317">
            <a:extLst>
              <a:ext uri="{FF2B5EF4-FFF2-40B4-BE49-F238E27FC236}">
                <a16:creationId xmlns:a16="http://schemas.microsoft.com/office/drawing/2014/main" id="{A2359BA0-7FBE-38B4-A470-A92A583B8E42}"/>
              </a:ext>
            </a:extLst>
          </p:cNvPr>
          <p:cNvGrpSpPr/>
          <p:nvPr/>
        </p:nvGrpSpPr>
        <p:grpSpPr>
          <a:xfrm>
            <a:off x="6411433" y="5508040"/>
            <a:ext cx="418722" cy="418720"/>
            <a:chOff x="3346874" y="1218270"/>
            <a:chExt cx="1529080" cy="1529080"/>
          </a:xfrm>
          <a:effectLst/>
        </p:grpSpPr>
        <p:sp>
          <p:nvSpPr>
            <p:cNvPr id="319" name="椭圆 318">
              <a:extLst>
                <a:ext uri="{FF2B5EF4-FFF2-40B4-BE49-F238E27FC236}">
                  <a16:creationId xmlns:a16="http://schemas.microsoft.com/office/drawing/2014/main" id="{62AB24AF-5F8D-1B6F-6165-EBA188EAA7C5}"/>
                </a:ext>
              </a:extLst>
            </p:cNvPr>
            <p:cNvSpPr/>
            <p:nvPr/>
          </p:nvSpPr>
          <p:spPr>
            <a:xfrm>
              <a:off x="3346874" y="1218270"/>
              <a:ext cx="1529080" cy="1529080"/>
            </a:xfrm>
            <a:prstGeom prst="ellipse">
              <a:avLst/>
            </a:prstGeom>
            <a:gradFill flip="none" rotWithShape="1">
              <a:gsLst>
                <a:gs pos="53000">
                  <a:schemeClr val="tx1"/>
                </a:gs>
                <a:gs pos="100000">
                  <a:schemeClr val="accent1">
                    <a:alpha val="36000"/>
                  </a:schemeClr>
                </a:gs>
              </a:gsLst>
              <a:path path="circle">
                <a:fillToRect l="50000" t="50000" r="50000" b="50000"/>
              </a:path>
              <a:tileRect/>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endParaRPr lang="zh-CN" altLang="en-US" sz="2986" dirty="0">
                <a:solidFill>
                  <a:prstClr val="white"/>
                </a:solidFill>
                <a:latin typeface="微软雅黑"/>
                <a:ea typeface="微软雅黑"/>
              </a:endParaRPr>
            </a:p>
          </p:txBody>
        </p:sp>
        <p:sp>
          <p:nvSpPr>
            <p:cNvPr id="320" name="椭圆 319">
              <a:extLst>
                <a:ext uri="{FF2B5EF4-FFF2-40B4-BE49-F238E27FC236}">
                  <a16:creationId xmlns:a16="http://schemas.microsoft.com/office/drawing/2014/main" id="{463645CE-9F7B-91FE-37FA-2FC7D9832DC3}"/>
                </a:ext>
              </a:extLst>
            </p:cNvPr>
            <p:cNvSpPr/>
            <p:nvPr/>
          </p:nvSpPr>
          <p:spPr>
            <a:xfrm>
              <a:off x="3493348" y="1364744"/>
              <a:ext cx="1236132" cy="1236132"/>
            </a:xfrm>
            <a:prstGeom prst="ellipse">
              <a:avLst/>
            </a:prstGeom>
            <a:noFill/>
            <a:ln w="6350">
              <a:solidFill>
                <a:schemeClr val="accent1">
                  <a:alpha val="48000"/>
                </a:schemeClr>
              </a:solidFill>
              <a:prstDash val="sysDot"/>
            </a:ln>
            <a:effectLst>
              <a:outerShdw blurRad="254000" algn="ctr" rotWithShape="0">
                <a:schemeClr val="accent1">
                  <a:alpha val="6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nvGrpSpPr>
            <p:cNvPr id="321" name="组合 320">
              <a:extLst>
                <a:ext uri="{FF2B5EF4-FFF2-40B4-BE49-F238E27FC236}">
                  <a16:creationId xmlns:a16="http://schemas.microsoft.com/office/drawing/2014/main" id="{FBEDB0A7-47CC-1F2C-7667-3B8A1CF5726B}"/>
                </a:ext>
              </a:extLst>
            </p:cNvPr>
            <p:cNvGrpSpPr/>
            <p:nvPr/>
          </p:nvGrpSpPr>
          <p:grpSpPr>
            <a:xfrm>
              <a:off x="3635588" y="1506984"/>
              <a:ext cx="951652" cy="951652"/>
              <a:chOff x="3701284" y="1572680"/>
              <a:chExt cx="820260" cy="820260"/>
            </a:xfrm>
          </p:grpSpPr>
          <p:grpSp>
            <p:nvGrpSpPr>
              <p:cNvPr id="322" name="组合 321">
                <a:extLst>
                  <a:ext uri="{FF2B5EF4-FFF2-40B4-BE49-F238E27FC236}">
                    <a16:creationId xmlns:a16="http://schemas.microsoft.com/office/drawing/2014/main" id="{70BAFF7D-7A20-FFF4-38F2-3A24E51713B1}"/>
                  </a:ext>
                </a:extLst>
              </p:cNvPr>
              <p:cNvGrpSpPr/>
              <p:nvPr/>
            </p:nvGrpSpPr>
            <p:grpSpPr>
              <a:xfrm>
                <a:off x="3715029" y="1586425"/>
                <a:ext cx="792771" cy="792771"/>
                <a:chOff x="2685919" y="795404"/>
                <a:chExt cx="1318522" cy="1318522"/>
              </a:xfrm>
            </p:grpSpPr>
            <p:sp>
              <p:nvSpPr>
                <p:cNvPr id="328" name="弧形 327">
                  <a:extLst>
                    <a:ext uri="{FF2B5EF4-FFF2-40B4-BE49-F238E27FC236}">
                      <a16:creationId xmlns:a16="http://schemas.microsoft.com/office/drawing/2014/main" id="{261FC180-9487-B3E6-2C86-60A20DA1CB5E}"/>
                    </a:ext>
                  </a:extLst>
                </p:cNvPr>
                <p:cNvSpPr/>
                <p:nvPr/>
              </p:nvSpPr>
              <p:spPr>
                <a:xfrm>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29" name="弧形 328">
                  <a:extLst>
                    <a:ext uri="{FF2B5EF4-FFF2-40B4-BE49-F238E27FC236}">
                      <a16:creationId xmlns:a16="http://schemas.microsoft.com/office/drawing/2014/main" id="{211801E3-900F-75A9-7820-A1F1D717A1C0}"/>
                    </a:ext>
                  </a:extLst>
                </p:cNvPr>
                <p:cNvSpPr/>
                <p:nvPr/>
              </p:nvSpPr>
              <p:spPr>
                <a:xfrm flipH="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30" name="弧形 329">
                  <a:extLst>
                    <a:ext uri="{FF2B5EF4-FFF2-40B4-BE49-F238E27FC236}">
                      <a16:creationId xmlns:a16="http://schemas.microsoft.com/office/drawing/2014/main" id="{EDED3224-8C39-2C04-7DCD-DD474658CAC7}"/>
                    </a:ext>
                  </a:extLst>
                </p:cNvPr>
                <p:cNvSpPr/>
                <p:nvPr/>
              </p:nvSpPr>
              <p:spPr>
                <a:xfrm flipH="1"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31" name="弧形 330">
                  <a:extLst>
                    <a:ext uri="{FF2B5EF4-FFF2-40B4-BE49-F238E27FC236}">
                      <a16:creationId xmlns:a16="http://schemas.microsoft.com/office/drawing/2014/main" id="{738DAD63-F301-A605-CEAB-B142DFB43B14}"/>
                    </a:ext>
                  </a:extLst>
                </p:cNvPr>
                <p:cNvSpPr/>
                <p:nvPr/>
              </p:nvSpPr>
              <p:spPr>
                <a:xfrm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nvGrpSpPr>
              <p:cNvPr id="323" name="组合 322">
                <a:extLst>
                  <a:ext uri="{FF2B5EF4-FFF2-40B4-BE49-F238E27FC236}">
                    <a16:creationId xmlns:a16="http://schemas.microsoft.com/office/drawing/2014/main" id="{726A0CB2-C789-3B73-164F-DA85F9A6DC73}"/>
                  </a:ext>
                </a:extLst>
              </p:cNvPr>
              <p:cNvGrpSpPr/>
              <p:nvPr/>
            </p:nvGrpSpPr>
            <p:grpSpPr>
              <a:xfrm>
                <a:off x="3701284" y="1572680"/>
                <a:ext cx="820260" cy="820260"/>
                <a:chOff x="2663059" y="772544"/>
                <a:chExt cx="1364242" cy="1364242"/>
              </a:xfrm>
              <a:solidFill>
                <a:schemeClr val="accent1"/>
              </a:solidFill>
            </p:grpSpPr>
            <p:sp>
              <p:nvSpPr>
                <p:cNvPr id="324" name="椭圆 323">
                  <a:extLst>
                    <a:ext uri="{FF2B5EF4-FFF2-40B4-BE49-F238E27FC236}">
                      <a16:creationId xmlns:a16="http://schemas.microsoft.com/office/drawing/2014/main" id="{29E51D0B-EFB3-8482-5EFA-2243C026D21E}"/>
                    </a:ext>
                  </a:extLst>
                </p:cNvPr>
                <p:cNvSpPr/>
                <p:nvPr/>
              </p:nvSpPr>
              <p:spPr>
                <a:xfrm>
                  <a:off x="3322320" y="7725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25" name="椭圆 324">
                  <a:extLst>
                    <a:ext uri="{FF2B5EF4-FFF2-40B4-BE49-F238E27FC236}">
                      <a16:creationId xmlns:a16="http://schemas.microsoft.com/office/drawing/2014/main" id="{4891F725-7120-273B-994B-E1CA9A245F92}"/>
                    </a:ext>
                  </a:extLst>
                </p:cNvPr>
                <p:cNvSpPr/>
                <p:nvPr/>
              </p:nvSpPr>
              <p:spPr>
                <a:xfrm>
                  <a:off x="3322320" y="2091066"/>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26" name="椭圆 325">
                  <a:extLst>
                    <a:ext uri="{FF2B5EF4-FFF2-40B4-BE49-F238E27FC236}">
                      <a16:creationId xmlns:a16="http://schemas.microsoft.com/office/drawing/2014/main" id="{449345FF-8224-EA1D-D5D2-FB1967902A8A}"/>
                    </a:ext>
                  </a:extLst>
                </p:cNvPr>
                <p:cNvSpPr/>
                <p:nvPr/>
              </p:nvSpPr>
              <p:spPr>
                <a:xfrm>
                  <a:off x="3981581"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27" name="椭圆 326">
                  <a:extLst>
                    <a:ext uri="{FF2B5EF4-FFF2-40B4-BE49-F238E27FC236}">
                      <a16:creationId xmlns:a16="http://schemas.microsoft.com/office/drawing/2014/main" id="{A0546889-8714-C2FE-5667-C815FFF79DE1}"/>
                    </a:ext>
                  </a:extLst>
                </p:cNvPr>
                <p:cNvSpPr/>
                <p:nvPr/>
              </p:nvSpPr>
              <p:spPr>
                <a:xfrm>
                  <a:off x="2663059"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grpSp>
      <p:grpSp>
        <p:nvGrpSpPr>
          <p:cNvPr id="332" name="组合 331">
            <a:extLst>
              <a:ext uri="{FF2B5EF4-FFF2-40B4-BE49-F238E27FC236}">
                <a16:creationId xmlns:a16="http://schemas.microsoft.com/office/drawing/2014/main" id="{00FD58D7-741B-85C4-8C5B-7B3E8BB5D732}"/>
              </a:ext>
            </a:extLst>
          </p:cNvPr>
          <p:cNvGrpSpPr/>
          <p:nvPr/>
        </p:nvGrpSpPr>
        <p:grpSpPr>
          <a:xfrm>
            <a:off x="7387915" y="5420338"/>
            <a:ext cx="418722" cy="418720"/>
            <a:chOff x="3346874" y="1218270"/>
            <a:chExt cx="1529080" cy="1529080"/>
          </a:xfrm>
          <a:effectLst/>
        </p:grpSpPr>
        <p:sp>
          <p:nvSpPr>
            <p:cNvPr id="333" name="椭圆 332">
              <a:extLst>
                <a:ext uri="{FF2B5EF4-FFF2-40B4-BE49-F238E27FC236}">
                  <a16:creationId xmlns:a16="http://schemas.microsoft.com/office/drawing/2014/main" id="{6A02DEFB-0841-6944-6F71-6734A14BB91A}"/>
                </a:ext>
              </a:extLst>
            </p:cNvPr>
            <p:cNvSpPr/>
            <p:nvPr/>
          </p:nvSpPr>
          <p:spPr>
            <a:xfrm>
              <a:off x="3346874" y="1218270"/>
              <a:ext cx="1529080" cy="1529080"/>
            </a:xfrm>
            <a:prstGeom prst="ellipse">
              <a:avLst/>
            </a:prstGeom>
            <a:gradFill flip="none" rotWithShape="1">
              <a:gsLst>
                <a:gs pos="53000">
                  <a:schemeClr val="tx1"/>
                </a:gs>
                <a:gs pos="100000">
                  <a:schemeClr val="accent1">
                    <a:alpha val="36000"/>
                  </a:schemeClr>
                </a:gs>
              </a:gsLst>
              <a:path path="circle">
                <a:fillToRect l="50000" t="50000" r="50000" b="50000"/>
              </a:path>
              <a:tileRect/>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endParaRPr lang="zh-CN" altLang="en-US" sz="2986" dirty="0">
                <a:solidFill>
                  <a:prstClr val="white"/>
                </a:solidFill>
                <a:latin typeface="微软雅黑"/>
                <a:ea typeface="微软雅黑"/>
              </a:endParaRPr>
            </a:p>
          </p:txBody>
        </p:sp>
        <p:sp>
          <p:nvSpPr>
            <p:cNvPr id="334" name="椭圆 333">
              <a:extLst>
                <a:ext uri="{FF2B5EF4-FFF2-40B4-BE49-F238E27FC236}">
                  <a16:creationId xmlns:a16="http://schemas.microsoft.com/office/drawing/2014/main" id="{A07C2C24-05F1-8AD4-C8CF-82D1F6190799}"/>
                </a:ext>
              </a:extLst>
            </p:cNvPr>
            <p:cNvSpPr/>
            <p:nvPr/>
          </p:nvSpPr>
          <p:spPr>
            <a:xfrm>
              <a:off x="3493348" y="1364744"/>
              <a:ext cx="1236132" cy="1236132"/>
            </a:xfrm>
            <a:prstGeom prst="ellipse">
              <a:avLst/>
            </a:prstGeom>
            <a:noFill/>
            <a:ln w="6350">
              <a:solidFill>
                <a:schemeClr val="accent1">
                  <a:alpha val="48000"/>
                </a:schemeClr>
              </a:solidFill>
              <a:prstDash val="sysDot"/>
            </a:ln>
            <a:effectLst>
              <a:outerShdw blurRad="254000" algn="ctr" rotWithShape="0">
                <a:schemeClr val="accent1">
                  <a:alpha val="6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nvGrpSpPr>
            <p:cNvPr id="335" name="组合 334">
              <a:extLst>
                <a:ext uri="{FF2B5EF4-FFF2-40B4-BE49-F238E27FC236}">
                  <a16:creationId xmlns:a16="http://schemas.microsoft.com/office/drawing/2014/main" id="{AFA2706D-E4C3-C6E0-00A7-7299A4B20F38}"/>
                </a:ext>
              </a:extLst>
            </p:cNvPr>
            <p:cNvGrpSpPr/>
            <p:nvPr/>
          </p:nvGrpSpPr>
          <p:grpSpPr>
            <a:xfrm>
              <a:off x="3635588" y="1506984"/>
              <a:ext cx="951652" cy="951652"/>
              <a:chOff x="3701284" y="1572680"/>
              <a:chExt cx="820260" cy="820260"/>
            </a:xfrm>
          </p:grpSpPr>
          <p:grpSp>
            <p:nvGrpSpPr>
              <p:cNvPr id="336" name="组合 335">
                <a:extLst>
                  <a:ext uri="{FF2B5EF4-FFF2-40B4-BE49-F238E27FC236}">
                    <a16:creationId xmlns:a16="http://schemas.microsoft.com/office/drawing/2014/main" id="{9A5BF3D8-803D-F6AA-840A-6A43DE056488}"/>
                  </a:ext>
                </a:extLst>
              </p:cNvPr>
              <p:cNvGrpSpPr/>
              <p:nvPr/>
            </p:nvGrpSpPr>
            <p:grpSpPr>
              <a:xfrm>
                <a:off x="3715029" y="1586425"/>
                <a:ext cx="792771" cy="792771"/>
                <a:chOff x="2685919" y="795404"/>
                <a:chExt cx="1318522" cy="1318522"/>
              </a:xfrm>
            </p:grpSpPr>
            <p:sp>
              <p:nvSpPr>
                <p:cNvPr id="342" name="弧形 341">
                  <a:extLst>
                    <a:ext uri="{FF2B5EF4-FFF2-40B4-BE49-F238E27FC236}">
                      <a16:creationId xmlns:a16="http://schemas.microsoft.com/office/drawing/2014/main" id="{F4823212-F89A-903D-5A94-0430B2131C3B}"/>
                    </a:ext>
                  </a:extLst>
                </p:cNvPr>
                <p:cNvSpPr/>
                <p:nvPr/>
              </p:nvSpPr>
              <p:spPr>
                <a:xfrm>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43" name="弧形 342">
                  <a:extLst>
                    <a:ext uri="{FF2B5EF4-FFF2-40B4-BE49-F238E27FC236}">
                      <a16:creationId xmlns:a16="http://schemas.microsoft.com/office/drawing/2014/main" id="{CDC8F16F-7497-F5FE-5358-2AF0F54F37F8}"/>
                    </a:ext>
                  </a:extLst>
                </p:cNvPr>
                <p:cNvSpPr/>
                <p:nvPr/>
              </p:nvSpPr>
              <p:spPr>
                <a:xfrm flipH="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44" name="弧形 343">
                  <a:extLst>
                    <a:ext uri="{FF2B5EF4-FFF2-40B4-BE49-F238E27FC236}">
                      <a16:creationId xmlns:a16="http://schemas.microsoft.com/office/drawing/2014/main" id="{40D0E768-113B-D444-BBFE-3FE2C5C6CE47}"/>
                    </a:ext>
                  </a:extLst>
                </p:cNvPr>
                <p:cNvSpPr/>
                <p:nvPr/>
              </p:nvSpPr>
              <p:spPr>
                <a:xfrm flipH="1"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45" name="弧形 344">
                  <a:extLst>
                    <a:ext uri="{FF2B5EF4-FFF2-40B4-BE49-F238E27FC236}">
                      <a16:creationId xmlns:a16="http://schemas.microsoft.com/office/drawing/2014/main" id="{60A9AB2E-E48F-0188-1413-FE9E05871E70}"/>
                    </a:ext>
                  </a:extLst>
                </p:cNvPr>
                <p:cNvSpPr/>
                <p:nvPr/>
              </p:nvSpPr>
              <p:spPr>
                <a:xfrm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nvGrpSpPr>
              <p:cNvPr id="337" name="组合 336">
                <a:extLst>
                  <a:ext uri="{FF2B5EF4-FFF2-40B4-BE49-F238E27FC236}">
                    <a16:creationId xmlns:a16="http://schemas.microsoft.com/office/drawing/2014/main" id="{DE46848F-9E69-743B-421B-BAB892976BF2}"/>
                  </a:ext>
                </a:extLst>
              </p:cNvPr>
              <p:cNvGrpSpPr/>
              <p:nvPr/>
            </p:nvGrpSpPr>
            <p:grpSpPr>
              <a:xfrm>
                <a:off x="3701284" y="1572680"/>
                <a:ext cx="820260" cy="820260"/>
                <a:chOff x="2663059" y="772544"/>
                <a:chExt cx="1364242" cy="1364242"/>
              </a:xfrm>
              <a:solidFill>
                <a:schemeClr val="accent1"/>
              </a:solidFill>
            </p:grpSpPr>
            <p:sp>
              <p:nvSpPr>
                <p:cNvPr id="338" name="椭圆 337">
                  <a:extLst>
                    <a:ext uri="{FF2B5EF4-FFF2-40B4-BE49-F238E27FC236}">
                      <a16:creationId xmlns:a16="http://schemas.microsoft.com/office/drawing/2014/main" id="{3A2B7187-EEBB-7FE7-0BAB-E15A9AE8C45A}"/>
                    </a:ext>
                  </a:extLst>
                </p:cNvPr>
                <p:cNvSpPr/>
                <p:nvPr/>
              </p:nvSpPr>
              <p:spPr>
                <a:xfrm>
                  <a:off x="3322320" y="7725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39" name="椭圆 338">
                  <a:extLst>
                    <a:ext uri="{FF2B5EF4-FFF2-40B4-BE49-F238E27FC236}">
                      <a16:creationId xmlns:a16="http://schemas.microsoft.com/office/drawing/2014/main" id="{BC46EFFF-0F5F-E50A-C500-E1517F6270D5}"/>
                    </a:ext>
                  </a:extLst>
                </p:cNvPr>
                <p:cNvSpPr/>
                <p:nvPr/>
              </p:nvSpPr>
              <p:spPr>
                <a:xfrm>
                  <a:off x="3322320" y="2091066"/>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40" name="椭圆 339">
                  <a:extLst>
                    <a:ext uri="{FF2B5EF4-FFF2-40B4-BE49-F238E27FC236}">
                      <a16:creationId xmlns:a16="http://schemas.microsoft.com/office/drawing/2014/main" id="{21121599-1F04-E7CB-2581-16AF63A7A9EA}"/>
                    </a:ext>
                  </a:extLst>
                </p:cNvPr>
                <p:cNvSpPr/>
                <p:nvPr/>
              </p:nvSpPr>
              <p:spPr>
                <a:xfrm>
                  <a:off x="3981581"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41" name="椭圆 340">
                  <a:extLst>
                    <a:ext uri="{FF2B5EF4-FFF2-40B4-BE49-F238E27FC236}">
                      <a16:creationId xmlns:a16="http://schemas.microsoft.com/office/drawing/2014/main" id="{5207E11E-312E-F811-E0F7-E3C7D2BE451F}"/>
                    </a:ext>
                  </a:extLst>
                </p:cNvPr>
                <p:cNvSpPr/>
                <p:nvPr/>
              </p:nvSpPr>
              <p:spPr>
                <a:xfrm>
                  <a:off x="2663059"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grpSp>
      <p:grpSp>
        <p:nvGrpSpPr>
          <p:cNvPr id="346" name="组合 345">
            <a:extLst>
              <a:ext uri="{FF2B5EF4-FFF2-40B4-BE49-F238E27FC236}">
                <a16:creationId xmlns:a16="http://schemas.microsoft.com/office/drawing/2014/main" id="{9E8C37ED-90F2-FFA2-4EB8-D686CB50034D}"/>
              </a:ext>
            </a:extLst>
          </p:cNvPr>
          <p:cNvGrpSpPr/>
          <p:nvPr/>
        </p:nvGrpSpPr>
        <p:grpSpPr>
          <a:xfrm>
            <a:off x="8190786" y="5216995"/>
            <a:ext cx="418722" cy="418720"/>
            <a:chOff x="3346874" y="1218270"/>
            <a:chExt cx="1529080" cy="1529080"/>
          </a:xfrm>
          <a:effectLst/>
        </p:grpSpPr>
        <p:sp>
          <p:nvSpPr>
            <p:cNvPr id="347" name="椭圆 346">
              <a:extLst>
                <a:ext uri="{FF2B5EF4-FFF2-40B4-BE49-F238E27FC236}">
                  <a16:creationId xmlns:a16="http://schemas.microsoft.com/office/drawing/2014/main" id="{CDA6DE04-1384-28EB-C9A8-E50E355A68DD}"/>
                </a:ext>
              </a:extLst>
            </p:cNvPr>
            <p:cNvSpPr/>
            <p:nvPr/>
          </p:nvSpPr>
          <p:spPr>
            <a:xfrm>
              <a:off x="3346874" y="1218270"/>
              <a:ext cx="1529080" cy="1529080"/>
            </a:xfrm>
            <a:prstGeom prst="ellipse">
              <a:avLst/>
            </a:prstGeom>
            <a:gradFill flip="none" rotWithShape="1">
              <a:gsLst>
                <a:gs pos="53000">
                  <a:schemeClr val="tx1"/>
                </a:gs>
                <a:gs pos="100000">
                  <a:schemeClr val="accent1">
                    <a:alpha val="36000"/>
                  </a:schemeClr>
                </a:gs>
              </a:gsLst>
              <a:path path="circle">
                <a:fillToRect l="50000" t="50000" r="50000" b="50000"/>
              </a:path>
              <a:tileRect/>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endParaRPr lang="zh-CN" altLang="en-US" sz="2986" dirty="0">
                <a:solidFill>
                  <a:prstClr val="white"/>
                </a:solidFill>
                <a:latin typeface="微软雅黑"/>
                <a:ea typeface="微软雅黑"/>
              </a:endParaRPr>
            </a:p>
          </p:txBody>
        </p:sp>
        <p:sp>
          <p:nvSpPr>
            <p:cNvPr id="348" name="椭圆 347">
              <a:extLst>
                <a:ext uri="{FF2B5EF4-FFF2-40B4-BE49-F238E27FC236}">
                  <a16:creationId xmlns:a16="http://schemas.microsoft.com/office/drawing/2014/main" id="{0D309373-8675-9E4C-39E2-41DD14E52BC4}"/>
                </a:ext>
              </a:extLst>
            </p:cNvPr>
            <p:cNvSpPr/>
            <p:nvPr/>
          </p:nvSpPr>
          <p:spPr>
            <a:xfrm>
              <a:off x="3493348" y="1364744"/>
              <a:ext cx="1236132" cy="1236132"/>
            </a:xfrm>
            <a:prstGeom prst="ellipse">
              <a:avLst/>
            </a:prstGeom>
            <a:noFill/>
            <a:ln w="6350">
              <a:solidFill>
                <a:schemeClr val="accent1">
                  <a:alpha val="48000"/>
                </a:schemeClr>
              </a:solidFill>
              <a:prstDash val="sysDot"/>
            </a:ln>
            <a:effectLst>
              <a:outerShdw blurRad="254000" algn="ctr" rotWithShape="0">
                <a:schemeClr val="accent1">
                  <a:alpha val="6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nvGrpSpPr>
            <p:cNvPr id="349" name="组合 348">
              <a:extLst>
                <a:ext uri="{FF2B5EF4-FFF2-40B4-BE49-F238E27FC236}">
                  <a16:creationId xmlns:a16="http://schemas.microsoft.com/office/drawing/2014/main" id="{6D934E0B-B522-C02C-05F3-13A8E75D677C}"/>
                </a:ext>
              </a:extLst>
            </p:cNvPr>
            <p:cNvGrpSpPr/>
            <p:nvPr/>
          </p:nvGrpSpPr>
          <p:grpSpPr>
            <a:xfrm>
              <a:off x="3635588" y="1506984"/>
              <a:ext cx="951652" cy="951652"/>
              <a:chOff x="3701284" y="1572680"/>
              <a:chExt cx="820260" cy="820260"/>
            </a:xfrm>
          </p:grpSpPr>
          <p:grpSp>
            <p:nvGrpSpPr>
              <p:cNvPr id="350" name="组合 349">
                <a:extLst>
                  <a:ext uri="{FF2B5EF4-FFF2-40B4-BE49-F238E27FC236}">
                    <a16:creationId xmlns:a16="http://schemas.microsoft.com/office/drawing/2014/main" id="{3EB7FB1D-990A-1CF6-A100-42DAED3D52BB}"/>
                  </a:ext>
                </a:extLst>
              </p:cNvPr>
              <p:cNvGrpSpPr/>
              <p:nvPr/>
            </p:nvGrpSpPr>
            <p:grpSpPr>
              <a:xfrm>
                <a:off x="3715029" y="1586425"/>
                <a:ext cx="792771" cy="792771"/>
                <a:chOff x="2685919" y="795404"/>
                <a:chExt cx="1318522" cy="1318522"/>
              </a:xfrm>
            </p:grpSpPr>
            <p:sp>
              <p:nvSpPr>
                <p:cNvPr id="356" name="弧形 355">
                  <a:extLst>
                    <a:ext uri="{FF2B5EF4-FFF2-40B4-BE49-F238E27FC236}">
                      <a16:creationId xmlns:a16="http://schemas.microsoft.com/office/drawing/2014/main" id="{05D9C2D8-769B-576A-7A0C-0DE42C46BD96}"/>
                    </a:ext>
                  </a:extLst>
                </p:cNvPr>
                <p:cNvSpPr/>
                <p:nvPr/>
              </p:nvSpPr>
              <p:spPr>
                <a:xfrm>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57" name="弧形 356">
                  <a:extLst>
                    <a:ext uri="{FF2B5EF4-FFF2-40B4-BE49-F238E27FC236}">
                      <a16:creationId xmlns:a16="http://schemas.microsoft.com/office/drawing/2014/main" id="{C32A8239-A9B0-5D5F-FC90-EE4FB637B0E3}"/>
                    </a:ext>
                  </a:extLst>
                </p:cNvPr>
                <p:cNvSpPr/>
                <p:nvPr/>
              </p:nvSpPr>
              <p:spPr>
                <a:xfrm flipH="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58" name="弧形 357">
                  <a:extLst>
                    <a:ext uri="{FF2B5EF4-FFF2-40B4-BE49-F238E27FC236}">
                      <a16:creationId xmlns:a16="http://schemas.microsoft.com/office/drawing/2014/main" id="{CED63B00-78E4-5255-F3B3-474F4D98A3DA}"/>
                    </a:ext>
                  </a:extLst>
                </p:cNvPr>
                <p:cNvSpPr/>
                <p:nvPr/>
              </p:nvSpPr>
              <p:spPr>
                <a:xfrm flipH="1"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59" name="弧形 358">
                  <a:extLst>
                    <a:ext uri="{FF2B5EF4-FFF2-40B4-BE49-F238E27FC236}">
                      <a16:creationId xmlns:a16="http://schemas.microsoft.com/office/drawing/2014/main" id="{1EB5D421-FD22-A64F-8BC7-2335576B3656}"/>
                    </a:ext>
                  </a:extLst>
                </p:cNvPr>
                <p:cNvSpPr/>
                <p:nvPr/>
              </p:nvSpPr>
              <p:spPr>
                <a:xfrm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nvGrpSpPr>
              <p:cNvPr id="351" name="组合 350">
                <a:extLst>
                  <a:ext uri="{FF2B5EF4-FFF2-40B4-BE49-F238E27FC236}">
                    <a16:creationId xmlns:a16="http://schemas.microsoft.com/office/drawing/2014/main" id="{3FC8A072-FDCE-F53F-8916-8AAC764C50D5}"/>
                  </a:ext>
                </a:extLst>
              </p:cNvPr>
              <p:cNvGrpSpPr/>
              <p:nvPr/>
            </p:nvGrpSpPr>
            <p:grpSpPr>
              <a:xfrm>
                <a:off x="3701284" y="1572680"/>
                <a:ext cx="820260" cy="820260"/>
                <a:chOff x="2663059" y="772544"/>
                <a:chExt cx="1364242" cy="1364242"/>
              </a:xfrm>
              <a:solidFill>
                <a:schemeClr val="accent1"/>
              </a:solidFill>
            </p:grpSpPr>
            <p:sp>
              <p:nvSpPr>
                <p:cNvPr id="352" name="椭圆 351">
                  <a:extLst>
                    <a:ext uri="{FF2B5EF4-FFF2-40B4-BE49-F238E27FC236}">
                      <a16:creationId xmlns:a16="http://schemas.microsoft.com/office/drawing/2014/main" id="{573FCF50-89BA-8B06-579C-88327D4B8950}"/>
                    </a:ext>
                  </a:extLst>
                </p:cNvPr>
                <p:cNvSpPr/>
                <p:nvPr/>
              </p:nvSpPr>
              <p:spPr>
                <a:xfrm>
                  <a:off x="3322320" y="7725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53" name="椭圆 352">
                  <a:extLst>
                    <a:ext uri="{FF2B5EF4-FFF2-40B4-BE49-F238E27FC236}">
                      <a16:creationId xmlns:a16="http://schemas.microsoft.com/office/drawing/2014/main" id="{2C9F1A81-57F6-1129-91AE-E149D1070083}"/>
                    </a:ext>
                  </a:extLst>
                </p:cNvPr>
                <p:cNvSpPr/>
                <p:nvPr/>
              </p:nvSpPr>
              <p:spPr>
                <a:xfrm>
                  <a:off x="3322320" y="2091066"/>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54" name="椭圆 353">
                  <a:extLst>
                    <a:ext uri="{FF2B5EF4-FFF2-40B4-BE49-F238E27FC236}">
                      <a16:creationId xmlns:a16="http://schemas.microsoft.com/office/drawing/2014/main" id="{99A59494-D800-86BF-D9AD-54EC891E1A6D}"/>
                    </a:ext>
                  </a:extLst>
                </p:cNvPr>
                <p:cNvSpPr/>
                <p:nvPr/>
              </p:nvSpPr>
              <p:spPr>
                <a:xfrm>
                  <a:off x="3981581"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55" name="椭圆 354">
                  <a:extLst>
                    <a:ext uri="{FF2B5EF4-FFF2-40B4-BE49-F238E27FC236}">
                      <a16:creationId xmlns:a16="http://schemas.microsoft.com/office/drawing/2014/main" id="{8A8AD041-FFA2-EF4A-EAF9-F4C765C0A1A4}"/>
                    </a:ext>
                  </a:extLst>
                </p:cNvPr>
                <p:cNvSpPr/>
                <p:nvPr/>
              </p:nvSpPr>
              <p:spPr>
                <a:xfrm>
                  <a:off x="2663059"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grpSp>
      <p:grpSp>
        <p:nvGrpSpPr>
          <p:cNvPr id="360" name="组合 359">
            <a:extLst>
              <a:ext uri="{FF2B5EF4-FFF2-40B4-BE49-F238E27FC236}">
                <a16:creationId xmlns:a16="http://schemas.microsoft.com/office/drawing/2014/main" id="{02C89FAA-32FF-5DE5-D223-4CF192A6CE4A}"/>
              </a:ext>
            </a:extLst>
          </p:cNvPr>
          <p:cNvGrpSpPr/>
          <p:nvPr/>
        </p:nvGrpSpPr>
        <p:grpSpPr>
          <a:xfrm>
            <a:off x="8763000" y="4734459"/>
            <a:ext cx="418722" cy="418720"/>
            <a:chOff x="3346874" y="1218270"/>
            <a:chExt cx="1529080" cy="1529082"/>
          </a:xfrm>
          <a:effectLst/>
        </p:grpSpPr>
        <p:sp>
          <p:nvSpPr>
            <p:cNvPr id="361" name="椭圆 360">
              <a:extLst>
                <a:ext uri="{FF2B5EF4-FFF2-40B4-BE49-F238E27FC236}">
                  <a16:creationId xmlns:a16="http://schemas.microsoft.com/office/drawing/2014/main" id="{7BCD5F4B-5B0D-C6B9-C65F-05678D6A6C55}"/>
                </a:ext>
              </a:extLst>
            </p:cNvPr>
            <p:cNvSpPr/>
            <p:nvPr/>
          </p:nvSpPr>
          <p:spPr>
            <a:xfrm>
              <a:off x="3346874" y="1218270"/>
              <a:ext cx="1529080" cy="1529082"/>
            </a:xfrm>
            <a:prstGeom prst="ellipse">
              <a:avLst/>
            </a:prstGeom>
            <a:gradFill flip="none" rotWithShape="1">
              <a:gsLst>
                <a:gs pos="53000">
                  <a:schemeClr val="tx1"/>
                </a:gs>
                <a:gs pos="100000">
                  <a:schemeClr val="accent1">
                    <a:alpha val="36000"/>
                  </a:schemeClr>
                </a:gs>
              </a:gsLst>
              <a:path path="circle">
                <a:fillToRect l="50000" t="50000" r="50000" b="50000"/>
              </a:path>
              <a:tileRect/>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微软雅黑"/>
                <a:ea typeface="微软雅黑"/>
              </a:endParaRPr>
            </a:p>
          </p:txBody>
        </p:sp>
        <p:sp>
          <p:nvSpPr>
            <p:cNvPr id="362" name="椭圆 361">
              <a:extLst>
                <a:ext uri="{FF2B5EF4-FFF2-40B4-BE49-F238E27FC236}">
                  <a16:creationId xmlns:a16="http://schemas.microsoft.com/office/drawing/2014/main" id="{BFAC39D6-8DBE-27D2-B3CF-6EFA131DB4D7}"/>
                </a:ext>
              </a:extLst>
            </p:cNvPr>
            <p:cNvSpPr/>
            <p:nvPr/>
          </p:nvSpPr>
          <p:spPr>
            <a:xfrm>
              <a:off x="3493348" y="1364744"/>
              <a:ext cx="1236132" cy="1236132"/>
            </a:xfrm>
            <a:prstGeom prst="ellipse">
              <a:avLst/>
            </a:prstGeom>
            <a:noFill/>
            <a:ln w="6350">
              <a:solidFill>
                <a:schemeClr val="accent1">
                  <a:alpha val="48000"/>
                </a:schemeClr>
              </a:solidFill>
              <a:prstDash val="sysDot"/>
            </a:ln>
            <a:effectLst>
              <a:outerShdw blurRad="254000" algn="ctr" rotWithShape="0">
                <a:schemeClr val="accent1">
                  <a:alpha val="6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nvGrpSpPr>
            <p:cNvPr id="363" name="组合 362">
              <a:extLst>
                <a:ext uri="{FF2B5EF4-FFF2-40B4-BE49-F238E27FC236}">
                  <a16:creationId xmlns:a16="http://schemas.microsoft.com/office/drawing/2014/main" id="{BB211A77-240C-8796-A92B-D1EE6D45FEEA}"/>
                </a:ext>
              </a:extLst>
            </p:cNvPr>
            <p:cNvGrpSpPr/>
            <p:nvPr/>
          </p:nvGrpSpPr>
          <p:grpSpPr>
            <a:xfrm>
              <a:off x="3635588" y="1506984"/>
              <a:ext cx="951652" cy="951652"/>
              <a:chOff x="3701284" y="1572680"/>
              <a:chExt cx="820260" cy="820260"/>
            </a:xfrm>
          </p:grpSpPr>
          <p:grpSp>
            <p:nvGrpSpPr>
              <p:cNvPr id="364" name="组合 363">
                <a:extLst>
                  <a:ext uri="{FF2B5EF4-FFF2-40B4-BE49-F238E27FC236}">
                    <a16:creationId xmlns:a16="http://schemas.microsoft.com/office/drawing/2014/main" id="{34D3F077-EF45-3FC0-3053-0B515B422B61}"/>
                  </a:ext>
                </a:extLst>
              </p:cNvPr>
              <p:cNvGrpSpPr/>
              <p:nvPr/>
            </p:nvGrpSpPr>
            <p:grpSpPr>
              <a:xfrm>
                <a:off x="3715029" y="1586425"/>
                <a:ext cx="792771" cy="792771"/>
                <a:chOff x="2685919" y="795404"/>
                <a:chExt cx="1318522" cy="1318522"/>
              </a:xfrm>
            </p:grpSpPr>
            <p:sp>
              <p:nvSpPr>
                <p:cNvPr id="370" name="弧形 369">
                  <a:extLst>
                    <a:ext uri="{FF2B5EF4-FFF2-40B4-BE49-F238E27FC236}">
                      <a16:creationId xmlns:a16="http://schemas.microsoft.com/office/drawing/2014/main" id="{54DC3B15-CB08-2413-C0D4-1F52D2772874}"/>
                    </a:ext>
                  </a:extLst>
                </p:cNvPr>
                <p:cNvSpPr/>
                <p:nvPr/>
              </p:nvSpPr>
              <p:spPr>
                <a:xfrm>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71" name="弧形 370">
                  <a:extLst>
                    <a:ext uri="{FF2B5EF4-FFF2-40B4-BE49-F238E27FC236}">
                      <a16:creationId xmlns:a16="http://schemas.microsoft.com/office/drawing/2014/main" id="{0C0885E3-C882-ECE0-1C10-467A4A856759}"/>
                    </a:ext>
                  </a:extLst>
                </p:cNvPr>
                <p:cNvSpPr/>
                <p:nvPr/>
              </p:nvSpPr>
              <p:spPr>
                <a:xfrm flipH="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72" name="弧形 371">
                  <a:extLst>
                    <a:ext uri="{FF2B5EF4-FFF2-40B4-BE49-F238E27FC236}">
                      <a16:creationId xmlns:a16="http://schemas.microsoft.com/office/drawing/2014/main" id="{18BD50D8-BBAD-10F8-64A1-62130D43B779}"/>
                    </a:ext>
                  </a:extLst>
                </p:cNvPr>
                <p:cNvSpPr/>
                <p:nvPr/>
              </p:nvSpPr>
              <p:spPr>
                <a:xfrm flipH="1"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73" name="弧形 372">
                  <a:extLst>
                    <a:ext uri="{FF2B5EF4-FFF2-40B4-BE49-F238E27FC236}">
                      <a16:creationId xmlns:a16="http://schemas.microsoft.com/office/drawing/2014/main" id="{00110652-E336-A8F1-696B-9C98D87D272C}"/>
                    </a:ext>
                  </a:extLst>
                </p:cNvPr>
                <p:cNvSpPr/>
                <p:nvPr/>
              </p:nvSpPr>
              <p:spPr>
                <a:xfrm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nvGrpSpPr>
              <p:cNvPr id="365" name="组合 364">
                <a:extLst>
                  <a:ext uri="{FF2B5EF4-FFF2-40B4-BE49-F238E27FC236}">
                    <a16:creationId xmlns:a16="http://schemas.microsoft.com/office/drawing/2014/main" id="{C84E9A9C-0165-51E7-B8EA-58CC91844040}"/>
                  </a:ext>
                </a:extLst>
              </p:cNvPr>
              <p:cNvGrpSpPr/>
              <p:nvPr/>
            </p:nvGrpSpPr>
            <p:grpSpPr>
              <a:xfrm>
                <a:off x="3701284" y="1572680"/>
                <a:ext cx="820260" cy="820260"/>
                <a:chOff x="2663059" y="772544"/>
                <a:chExt cx="1364242" cy="1364242"/>
              </a:xfrm>
              <a:solidFill>
                <a:schemeClr val="accent1"/>
              </a:solidFill>
            </p:grpSpPr>
            <p:sp>
              <p:nvSpPr>
                <p:cNvPr id="366" name="椭圆 365">
                  <a:extLst>
                    <a:ext uri="{FF2B5EF4-FFF2-40B4-BE49-F238E27FC236}">
                      <a16:creationId xmlns:a16="http://schemas.microsoft.com/office/drawing/2014/main" id="{FEF95030-BC4D-0525-A13F-0946A711C093}"/>
                    </a:ext>
                  </a:extLst>
                </p:cNvPr>
                <p:cNvSpPr/>
                <p:nvPr/>
              </p:nvSpPr>
              <p:spPr>
                <a:xfrm>
                  <a:off x="3322320" y="7725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67" name="椭圆 366">
                  <a:extLst>
                    <a:ext uri="{FF2B5EF4-FFF2-40B4-BE49-F238E27FC236}">
                      <a16:creationId xmlns:a16="http://schemas.microsoft.com/office/drawing/2014/main" id="{7A1F76DC-7035-A131-E6F2-1248EBB7D6CF}"/>
                    </a:ext>
                  </a:extLst>
                </p:cNvPr>
                <p:cNvSpPr/>
                <p:nvPr/>
              </p:nvSpPr>
              <p:spPr>
                <a:xfrm>
                  <a:off x="3322320" y="2091066"/>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68" name="椭圆 367">
                  <a:extLst>
                    <a:ext uri="{FF2B5EF4-FFF2-40B4-BE49-F238E27FC236}">
                      <a16:creationId xmlns:a16="http://schemas.microsoft.com/office/drawing/2014/main" id="{B29DD71B-9BF0-599A-F03A-4B5C114C446E}"/>
                    </a:ext>
                  </a:extLst>
                </p:cNvPr>
                <p:cNvSpPr/>
                <p:nvPr/>
              </p:nvSpPr>
              <p:spPr>
                <a:xfrm>
                  <a:off x="3981581"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369" name="椭圆 368">
                  <a:extLst>
                    <a:ext uri="{FF2B5EF4-FFF2-40B4-BE49-F238E27FC236}">
                      <a16:creationId xmlns:a16="http://schemas.microsoft.com/office/drawing/2014/main" id="{5B0F6A0D-176C-3925-7ED5-12B1EEC08A01}"/>
                    </a:ext>
                  </a:extLst>
                </p:cNvPr>
                <p:cNvSpPr/>
                <p:nvPr/>
              </p:nvSpPr>
              <p:spPr>
                <a:xfrm>
                  <a:off x="2663059"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grpSp>
      <p:grpSp>
        <p:nvGrpSpPr>
          <p:cNvPr id="374" name="组合 373">
            <a:extLst>
              <a:ext uri="{FF2B5EF4-FFF2-40B4-BE49-F238E27FC236}">
                <a16:creationId xmlns:a16="http://schemas.microsoft.com/office/drawing/2014/main" id="{E39E3BC3-E343-7DFD-BD7B-DA12EB5DC3B2}"/>
              </a:ext>
            </a:extLst>
          </p:cNvPr>
          <p:cNvGrpSpPr/>
          <p:nvPr/>
        </p:nvGrpSpPr>
        <p:grpSpPr>
          <a:xfrm>
            <a:off x="3161040" y="4881443"/>
            <a:ext cx="124864" cy="124752"/>
            <a:chOff x="759178" y="3163496"/>
            <a:chExt cx="1662486" cy="1661001"/>
          </a:xfrm>
          <a:solidFill>
            <a:schemeClr val="accent1"/>
          </a:solidFill>
        </p:grpSpPr>
        <p:sp>
          <p:nvSpPr>
            <p:cNvPr id="375" name="任意多边形: 形状 374">
              <a:extLst>
                <a:ext uri="{FF2B5EF4-FFF2-40B4-BE49-F238E27FC236}">
                  <a16:creationId xmlns:a16="http://schemas.microsoft.com/office/drawing/2014/main" id="{22A9B2FC-E43E-C70D-461F-9DC22E69D1C0}"/>
                </a:ext>
              </a:extLst>
            </p:cNvPr>
            <p:cNvSpPr/>
            <p:nvPr/>
          </p:nvSpPr>
          <p:spPr>
            <a:xfrm>
              <a:off x="759178" y="3163496"/>
              <a:ext cx="1601762" cy="1603995"/>
            </a:xfrm>
            <a:custGeom>
              <a:avLst/>
              <a:gdLst>
                <a:gd name="connsiteX0" fmla="*/ 789533 w 1601762"/>
                <a:gd name="connsiteY0" fmla="*/ 1603995 h 1603995"/>
                <a:gd name="connsiteX1" fmla="*/ 190872 w 1601762"/>
                <a:gd name="connsiteY1" fmla="*/ 1603995 h 1603995"/>
                <a:gd name="connsiteX2" fmla="*/ 0 w 1601762"/>
                <a:gd name="connsiteY2" fmla="*/ 1413123 h 1603995"/>
                <a:gd name="connsiteX3" fmla="*/ 0 w 1601762"/>
                <a:gd name="connsiteY3" fmla="*/ 190872 h 1603995"/>
                <a:gd name="connsiteX4" fmla="*/ 190872 w 1601762"/>
                <a:gd name="connsiteY4" fmla="*/ 0 h 1603995"/>
                <a:gd name="connsiteX5" fmla="*/ 1410891 w 1601762"/>
                <a:gd name="connsiteY5" fmla="*/ 0 h 1603995"/>
                <a:gd name="connsiteX6" fmla="*/ 1601763 w 1601762"/>
                <a:gd name="connsiteY6" fmla="*/ 190872 h 1603995"/>
                <a:gd name="connsiteX7" fmla="*/ 1601763 w 1601762"/>
                <a:gd name="connsiteY7" fmla="*/ 769627 h 1603995"/>
                <a:gd name="connsiteX8" fmla="*/ 1542231 w 1601762"/>
                <a:gd name="connsiteY8" fmla="*/ 829159 h 1603995"/>
                <a:gd name="connsiteX9" fmla="*/ 1482700 w 1601762"/>
                <a:gd name="connsiteY9" fmla="*/ 769627 h 1603995"/>
                <a:gd name="connsiteX10" fmla="*/ 1482700 w 1601762"/>
                <a:gd name="connsiteY10" fmla="*/ 190872 h 1603995"/>
                <a:gd name="connsiteX11" fmla="*/ 1410891 w 1601762"/>
                <a:gd name="connsiteY11" fmla="*/ 119063 h 1603995"/>
                <a:gd name="connsiteX12" fmla="*/ 190872 w 1601762"/>
                <a:gd name="connsiteY12" fmla="*/ 119063 h 1603995"/>
                <a:gd name="connsiteX13" fmla="*/ 119063 w 1601762"/>
                <a:gd name="connsiteY13" fmla="*/ 190872 h 1603995"/>
                <a:gd name="connsiteX14" fmla="*/ 119063 w 1601762"/>
                <a:gd name="connsiteY14" fmla="*/ 1413123 h 1603995"/>
                <a:gd name="connsiteX15" fmla="*/ 190872 w 1601762"/>
                <a:gd name="connsiteY15" fmla="*/ 1484933 h 1603995"/>
                <a:gd name="connsiteX16" fmla="*/ 789533 w 1601762"/>
                <a:gd name="connsiteY16" fmla="*/ 1484933 h 1603995"/>
                <a:gd name="connsiteX17" fmla="*/ 849064 w 1601762"/>
                <a:gd name="connsiteY17" fmla="*/ 1544464 h 1603995"/>
                <a:gd name="connsiteX18" fmla="*/ 789533 w 1601762"/>
                <a:gd name="connsiteY18" fmla="*/ 1603995 h 1603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1762" h="1603995">
                  <a:moveTo>
                    <a:pt x="789533" y="1603995"/>
                  </a:moveTo>
                  <a:lnTo>
                    <a:pt x="190872" y="1603995"/>
                  </a:lnTo>
                  <a:cubicBezTo>
                    <a:pt x="85576" y="1603995"/>
                    <a:pt x="0" y="1518419"/>
                    <a:pt x="0" y="1413123"/>
                  </a:cubicBezTo>
                  <a:lnTo>
                    <a:pt x="0" y="190872"/>
                  </a:lnTo>
                  <a:cubicBezTo>
                    <a:pt x="0" y="85576"/>
                    <a:pt x="85576" y="0"/>
                    <a:pt x="190872" y="0"/>
                  </a:cubicBezTo>
                  <a:lnTo>
                    <a:pt x="1410891" y="0"/>
                  </a:lnTo>
                  <a:cubicBezTo>
                    <a:pt x="1516187" y="0"/>
                    <a:pt x="1601763" y="85576"/>
                    <a:pt x="1601763" y="190872"/>
                  </a:cubicBezTo>
                  <a:lnTo>
                    <a:pt x="1601763" y="769627"/>
                  </a:lnTo>
                  <a:cubicBezTo>
                    <a:pt x="1601763" y="802556"/>
                    <a:pt x="1575160" y="829159"/>
                    <a:pt x="1542231" y="829159"/>
                  </a:cubicBezTo>
                  <a:cubicBezTo>
                    <a:pt x="1509303" y="829159"/>
                    <a:pt x="1482700" y="802556"/>
                    <a:pt x="1482700" y="769627"/>
                  </a:cubicBezTo>
                  <a:lnTo>
                    <a:pt x="1482700" y="190872"/>
                  </a:lnTo>
                  <a:cubicBezTo>
                    <a:pt x="1482700" y="151247"/>
                    <a:pt x="1450516" y="119063"/>
                    <a:pt x="1410891" y="119063"/>
                  </a:cubicBezTo>
                  <a:lnTo>
                    <a:pt x="190872" y="119063"/>
                  </a:lnTo>
                  <a:cubicBezTo>
                    <a:pt x="151247" y="119063"/>
                    <a:pt x="119063" y="151247"/>
                    <a:pt x="119063" y="190872"/>
                  </a:cubicBezTo>
                  <a:lnTo>
                    <a:pt x="119063" y="1413123"/>
                  </a:lnTo>
                  <a:cubicBezTo>
                    <a:pt x="119063" y="1452749"/>
                    <a:pt x="151247" y="1484933"/>
                    <a:pt x="190872" y="1484933"/>
                  </a:cubicBezTo>
                  <a:lnTo>
                    <a:pt x="789533" y="1484933"/>
                  </a:lnTo>
                  <a:cubicBezTo>
                    <a:pt x="822461" y="1484933"/>
                    <a:pt x="849064" y="1511536"/>
                    <a:pt x="849064" y="1544464"/>
                  </a:cubicBezTo>
                  <a:cubicBezTo>
                    <a:pt x="849064" y="1577392"/>
                    <a:pt x="822461" y="1603995"/>
                    <a:pt x="789533" y="1603995"/>
                  </a:cubicBezTo>
                  <a:close/>
                </a:path>
              </a:pathLst>
            </a:custGeom>
            <a:grpFill/>
            <a:ln w="1860" cap="flat">
              <a:noFill/>
              <a:prstDash val="solid"/>
              <a:miter/>
            </a:ln>
          </p:spPr>
          <p:txBody>
            <a:bodyPr rtlCol="0" anchor="ctr"/>
            <a:lstStyle/>
            <a:p>
              <a:endParaRPr lang="zh-CN" altLang="en-US"/>
            </a:p>
          </p:txBody>
        </p:sp>
        <p:sp>
          <p:nvSpPr>
            <p:cNvPr id="376" name="任意多边形: 形状 375">
              <a:extLst>
                <a:ext uri="{FF2B5EF4-FFF2-40B4-BE49-F238E27FC236}">
                  <a16:creationId xmlns:a16="http://schemas.microsoft.com/office/drawing/2014/main" id="{E3EBAEE8-16B5-7665-92F1-BE9D3BA94A7A}"/>
                </a:ext>
              </a:extLst>
            </p:cNvPr>
            <p:cNvSpPr/>
            <p:nvPr/>
          </p:nvSpPr>
          <p:spPr>
            <a:xfrm>
              <a:off x="1110784" y="3517335"/>
              <a:ext cx="890736" cy="834367"/>
            </a:xfrm>
            <a:custGeom>
              <a:avLst/>
              <a:gdLst>
                <a:gd name="connsiteX0" fmla="*/ 831205 w 890736"/>
                <a:gd name="connsiteY0" fmla="*/ 119063 h 834367"/>
                <a:gd name="connsiteX1" fmla="*/ 59531 w 890736"/>
                <a:gd name="connsiteY1" fmla="*/ 119063 h 834367"/>
                <a:gd name="connsiteX2" fmla="*/ 0 w 890736"/>
                <a:gd name="connsiteY2" fmla="*/ 59531 h 834367"/>
                <a:gd name="connsiteX3" fmla="*/ 59531 w 890736"/>
                <a:gd name="connsiteY3" fmla="*/ 0 h 834367"/>
                <a:gd name="connsiteX4" fmla="*/ 831205 w 890736"/>
                <a:gd name="connsiteY4" fmla="*/ 0 h 834367"/>
                <a:gd name="connsiteX5" fmla="*/ 890736 w 890736"/>
                <a:gd name="connsiteY5" fmla="*/ 59531 h 834367"/>
                <a:gd name="connsiteX6" fmla="*/ 831205 w 890736"/>
                <a:gd name="connsiteY6" fmla="*/ 119063 h 834367"/>
                <a:gd name="connsiteX7" fmla="*/ 535967 w 890736"/>
                <a:gd name="connsiteY7" fmla="*/ 476250 h 834367"/>
                <a:gd name="connsiteX8" fmla="*/ 59717 w 890736"/>
                <a:gd name="connsiteY8" fmla="*/ 476250 h 834367"/>
                <a:gd name="connsiteX9" fmla="*/ 186 w 890736"/>
                <a:gd name="connsiteY9" fmla="*/ 416719 h 834367"/>
                <a:gd name="connsiteX10" fmla="*/ 59717 w 890736"/>
                <a:gd name="connsiteY10" fmla="*/ 357188 h 834367"/>
                <a:gd name="connsiteX11" fmla="*/ 535967 w 890736"/>
                <a:gd name="connsiteY11" fmla="*/ 357188 h 834367"/>
                <a:gd name="connsiteX12" fmla="*/ 595499 w 890736"/>
                <a:gd name="connsiteY12" fmla="*/ 416719 h 834367"/>
                <a:gd name="connsiteX13" fmla="*/ 535967 w 890736"/>
                <a:gd name="connsiteY13" fmla="*/ 476250 h 834367"/>
                <a:gd name="connsiteX14" fmla="*/ 298214 w 890736"/>
                <a:gd name="connsiteY14" fmla="*/ 834368 h 834367"/>
                <a:gd name="connsiteX15" fmla="*/ 59531 w 890736"/>
                <a:gd name="connsiteY15" fmla="*/ 834368 h 834367"/>
                <a:gd name="connsiteX16" fmla="*/ 0 w 890736"/>
                <a:gd name="connsiteY16" fmla="*/ 774837 h 834367"/>
                <a:gd name="connsiteX17" fmla="*/ 59531 w 890736"/>
                <a:gd name="connsiteY17" fmla="*/ 715305 h 834367"/>
                <a:gd name="connsiteX18" fmla="*/ 298214 w 890736"/>
                <a:gd name="connsiteY18" fmla="*/ 715305 h 834367"/>
                <a:gd name="connsiteX19" fmla="*/ 357746 w 890736"/>
                <a:gd name="connsiteY19" fmla="*/ 774837 h 834367"/>
                <a:gd name="connsiteX20" fmla="*/ 298214 w 890736"/>
                <a:gd name="connsiteY20" fmla="*/ 834368 h 834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90736" h="834367">
                  <a:moveTo>
                    <a:pt x="831205" y="119063"/>
                  </a:moveTo>
                  <a:lnTo>
                    <a:pt x="59531" y="119063"/>
                  </a:lnTo>
                  <a:cubicBezTo>
                    <a:pt x="26603" y="119063"/>
                    <a:pt x="0" y="92459"/>
                    <a:pt x="0" y="59531"/>
                  </a:cubicBezTo>
                  <a:cubicBezTo>
                    <a:pt x="0" y="26603"/>
                    <a:pt x="26603" y="0"/>
                    <a:pt x="59531" y="0"/>
                  </a:cubicBezTo>
                  <a:lnTo>
                    <a:pt x="831205" y="0"/>
                  </a:lnTo>
                  <a:cubicBezTo>
                    <a:pt x="864133" y="0"/>
                    <a:pt x="890736" y="26603"/>
                    <a:pt x="890736" y="59531"/>
                  </a:cubicBezTo>
                  <a:cubicBezTo>
                    <a:pt x="890736" y="92459"/>
                    <a:pt x="864133" y="119063"/>
                    <a:pt x="831205" y="119063"/>
                  </a:cubicBezTo>
                  <a:close/>
                  <a:moveTo>
                    <a:pt x="535967" y="476250"/>
                  </a:moveTo>
                  <a:lnTo>
                    <a:pt x="59717" y="476250"/>
                  </a:lnTo>
                  <a:cubicBezTo>
                    <a:pt x="26789" y="476250"/>
                    <a:pt x="186" y="449647"/>
                    <a:pt x="186" y="416719"/>
                  </a:cubicBezTo>
                  <a:cubicBezTo>
                    <a:pt x="186" y="383791"/>
                    <a:pt x="26789" y="357188"/>
                    <a:pt x="59717" y="357188"/>
                  </a:cubicBezTo>
                  <a:lnTo>
                    <a:pt x="535967" y="357188"/>
                  </a:lnTo>
                  <a:cubicBezTo>
                    <a:pt x="568896" y="357188"/>
                    <a:pt x="595499" y="383791"/>
                    <a:pt x="595499" y="416719"/>
                  </a:cubicBezTo>
                  <a:cubicBezTo>
                    <a:pt x="595499" y="449647"/>
                    <a:pt x="568709" y="476250"/>
                    <a:pt x="535967" y="476250"/>
                  </a:cubicBezTo>
                  <a:close/>
                  <a:moveTo>
                    <a:pt x="298214" y="834368"/>
                  </a:moveTo>
                  <a:lnTo>
                    <a:pt x="59531" y="834368"/>
                  </a:lnTo>
                  <a:cubicBezTo>
                    <a:pt x="26603" y="834368"/>
                    <a:pt x="0" y="807765"/>
                    <a:pt x="0" y="774837"/>
                  </a:cubicBezTo>
                  <a:cubicBezTo>
                    <a:pt x="0" y="741908"/>
                    <a:pt x="26603" y="715305"/>
                    <a:pt x="59531" y="715305"/>
                  </a:cubicBezTo>
                  <a:lnTo>
                    <a:pt x="298214" y="715305"/>
                  </a:lnTo>
                  <a:cubicBezTo>
                    <a:pt x="331143" y="715305"/>
                    <a:pt x="357746" y="741908"/>
                    <a:pt x="357746" y="774837"/>
                  </a:cubicBezTo>
                  <a:cubicBezTo>
                    <a:pt x="357746" y="807765"/>
                    <a:pt x="331143" y="834368"/>
                    <a:pt x="298214" y="834368"/>
                  </a:cubicBezTo>
                  <a:close/>
                </a:path>
              </a:pathLst>
            </a:custGeom>
            <a:grpFill/>
            <a:ln w="1860" cap="flat">
              <a:noFill/>
              <a:prstDash val="solid"/>
              <a:miter/>
            </a:ln>
          </p:spPr>
          <p:txBody>
            <a:bodyPr rtlCol="0" anchor="ctr"/>
            <a:lstStyle/>
            <a:p>
              <a:endParaRPr lang="zh-CN" altLang="en-US"/>
            </a:p>
          </p:txBody>
        </p:sp>
        <p:sp>
          <p:nvSpPr>
            <p:cNvPr id="377" name="任意多边形: 形状 376">
              <a:extLst>
                <a:ext uri="{FF2B5EF4-FFF2-40B4-BE49-F238E27FC236}">
                  <a16:creationId xmlns:a16="http://schemas.microsoft.com/office/drawing/2014/main" id="{BFB6AF90-D55B-2ED6-53B1-78296773691B}"/>
                </a:ext>
              </a:extLst>
            </p:cNvPr>
            <p:cNvSpPr/>
            <p:nvPr/>
          </p:nvSpPr>
          <p:spPr>
            <a:xfrm>
              <a:off x="1829761" y="4263026"/>
              <a:ext cx="386724" cy="325207"/>
            </a:xfrm>
            <a:custGeom>
              <a:avLst/>
              <a:gdLst>
                <a:gd name="connsiteX0" fmla="*/ 154163 w 386724"/>
                <a:gd name="connsiteY0" fmla="*/ 325207 h 325207"/>
                <a:gd name="connsiteX1" fmla="*/ 153233 w 386724"/>
                <a:gd name="connsiteY1" fmla="*/ 325207 h 325207"/>
                <a:gd name="connsiteX2" fmla="*/ 107468 w 386724"/>
                <a:gd name="connsiteY2" fmla="*/ 302511 h 325207"/>
                <a:gd name="connsiteX3" fmla="*/ 12776 w 386724"/>
                <a:gd name="connsiteY3" fmla="*/ 182518 h 325207"/>
                <a:gd name="connsiteX4" fmla="*/ 22636 w 386724"/>
                <a:gd name="connsiteY4" fmla="*/ 98988 h 325207"/>
                <a:gd name="connsiteX5" fmla="*/ 106166 w 386724"/>
                <a:gd name="connsiteY5" fmla="*/ 108848 h 325207"/>
                <a:gd name="connsiteX6" fmla="*/ 155465 w 386724"/>
                <a:gd name="connsiteY6" fmla="*/ 171356 h 325207"/>
                <a:gd name="connsiteX7" fmla="*/ 281597 w 386724"/>
                <a:gd name="connsiteY7" fmla="*/ 21226 h 325207"/>
                <a:gd name="connsiteX8" fmla="*/ 365499 w 386724"/>
                <a:gd name="connsiteY8" fmla="*/ 13970 h 325207"/>
                <a:gd name="connsiteX9" fmla="*/ 372754 w 386724"/>
                <a:gd name="connsiteY9" fmla="*/ 97872 h 325207"/>
                <a:gd name="connsiteX10" fmla="*/ 199742 w 386724"/>
                <a:gd name="connsiteY10" fmla="*/ 303999 h 325207"/>
                <a:gd name="connsiteX11" fmla="*/ 154163 w 386724"/>
                <a:gd name="connsiteY11" fmla="*/ 325207 h 32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6724" h="325207">
                  <a:moveTo>
                    <a:pt x="154163" y="325207"/>
                  </a:moveTo>
                  <a:lnTo>
                    <a:pt x="153233" y="325207"/>
                  </a:lnTo>
                  <a:cubicBezTo>
                    <a:pt x="135373" y="325021"/>
                    <a:pt x="118444" y="316650"/>
                    <a:pt x="107468" y="302511"/>
                  </a:cubicBezTo>
                  <a:lnTo>
                    <a:pt x="12776" y="182518"/>
                  </a:lnTo>
                  <a:cubicBezTo>
                    <a:pt x="-7502" y="156659"/>
                    <a:pt x="-3223" y="119266"/>
                    <a:pt x="22636" y="98988"/>
                  </a:cubicBezTo>
                  <a:cubicBezTo>
                    <a:pt x="48495" y="78711"/>
                    <a:pt x="85888" y="82989"/>
                    <a:pt x="106166" y="108848"/>
                  </a:cubicBezTo>
                  <a:lnTo>
                    <a:pt x="155465" y="171356"/>
                  </a:lnTo>
                  <a:lnTo>
                    <a:pt x="281597" y="21226"/>
                  </a:lnTo>
                  <a:cubicBezTo>
                    <a:pt x="302805" y="-3889"/>
                    <a:pt x="340198" y="-7238"/>
                    <a:pt x="365499" y="13970"/>
                  </a:cubicBezTo>
                  <a:cubicBezTo>
                    <a:pt x="390614" y="35178"/>
                    <a:pt x="393962" y="72571"/>
                    <a:pt x="372754" y="97872"/>
                  </a:cubicBezTo>
                  <a:lnTo>
                    <a:pt x="199742" y="303999"/>
                  </a:lnTo>
                  <a:cubicBezTo>
                    <a:pt x="188393" y="317394"/>
                    <a:pt x="171650" y="325207"/>
                    <a:pt x="154163" y="325207"/>
                  </a:cubicBezTo>
                  <a:close/>
                </a:path>
              </a:pathLst>
            </a:custGeom>
            <a:grpFill/>
            <a:ln w="1860" cap="flat">
              <a:noFill/>
              <a:prstDash val="solid"/>
              <a:miter/>
            </a:ln>
          </p:spPr>
          <p:txBody>
            <a:bodyPr rtlCol="0" anchor="ctr"/>
            <a:lstStyle/>
            <a:p>
              <a:endParaRPr lang="zh-CN" altLang="en-US"/>
            </a:p>
          </p:txBody>
        </p:sp>
        <p:sp>
          <p:nvSpPr>
            <p:cNvPr id="378" name="任意多边形: 形状 377">
              <a:extLst>
                <a:ext uri="{FF2B5EF4-FFF2-40B4-BE49-F238E27FC236}">
                  <a16:creationId xmlns:a16="http://schemas.microsoft.com/office/drawing/2014/main" id="{A92129A0-FFC2-7474-CA13-EF6DCB8ED335}"/>
                </a:ext>
              </a:extLst>
            </p:cNvPr>
            <p:cNvSpPr/>
            <p:nvPr/>
          </p:nvSpPr>
          <p:spPr>
            <a:xfrm>
              <a:off x="1623946" y="4026779"/>
              <a:ext cx="797718" cy="797718"/>
            </a:xfrm>
            <a:custGeom>
              <a:avLst/>
              <a:gdLst>
                <a:gd name="connsiteX0" fmla="*/ 398859 w 797718"/>
                <a:gd name="connsiteY0" fmla="*/ 797719 h 797718"/>
                <a:gd name="connsiteX1" fmla="*/ 116830 w 797718"/>
                <a:gd name="connsiteY1" fmla="*/ 680889 h 797718"/>
                <a:gd name="connsiteX2" fmla="*/ 0 w 797718"/>
                <a:gd name="connsiteY2" fmla="*/ 398859 h 797718"/>
                <a:gd name="connsiteX3" fmla="*/ 116830 w 797718"/>
                <a:gd name="connsiteY3" fmla="*/ 116830 h 797718"/>
                <a:gd name="connsiteX4" fmla="*/ 398859 w 797718"/>
                <a:gd name="connsiteY4" fmla="*/ 0 h 797718"/>
                <a:gd name="connsiteX5" fmla="*/ 680889 w 797718"/>
                <a:gd name="connsiteY5" fmla="*/ 116830 h 797718"/>
                <a:gd name="connsiteX6" fmla="*/ 797719 w 797718"/>
                <a:gd name="connsiteY6" fmla="*/ 398859 h 797718"/>
                <a:gd name="connsiteX7" fmla="*/ 680889 w 797718"/>
                <a:gd name="connsiteY7" fmla="*/ 680889 h 797718"/>
                <a:gd name="connsiteX8" fmla="*/ 398859 w 797718"/>
                <a:gd name="connsiteY8" fmla="*/ 797719 h 797718"/>
                <a:gd name="connsiteX9" fmla="*/ 398859 w 797718"/>
                <a:gd name="connsiteY9" fmla="*/ 119063 h 797718"/>
                <a:gd name="connsiteX10" fmla="*/ 119063 w 797718"/>
                <a:gd name="connsiteY10" fmla="*/ 398859 h 797718"/>
                <a:gd name="connsiteX11" fmla="*/ 398859 w 797718"/>
                <a:gd name="connsiteY11" fmla="*/ 678656 h 797718"/>
                <a:gd name="connsiteX12" fmla="*/ 678656 w 797718"/>
                <a:gd name="connsiteY12" fmla="*/ 398859 h 797718"/>
                <a:gd name="connsiteX13" fmla="*/ 398859 w 797718"/>
                <a:gd name="connsiteY13" fmla="*/ 119063 h 797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97718" h="797718">
                  <a:moveTo>
                    <a:pt x="398859" y="797719"/>
                  </a:moveTo>
                  <a:cubicBezTo>
                    <a:pt x="292261" y="797719"/>
                    <a:pt x="192174" y="756233"/>
                    <a:pt x="116830" y="680889"/>
                  </a:cubicBezTo>
                  <a:cubicBezTo>
                    <a:pt x="41486" y="605544"/>
                    <a:pt x="0" y="505458"/>
                    <a:pt x="0" y="398859"/>
                  </a:cubicBezTo>
                  <a:cubicBezTo>
                    <a:pt x="0" y="292261"/>
                    <a:pt x="41486" y="192174"/>
                    <a:pt x="116830" y="116830"/>
                  </a:cubicBezTo>
                  <a:cubicBezTo>
                    <a:pt x="192174" y="41486"/>
                    <a:pt x="292261" y="0"/>
                    <a:pt x="398859" y="0"/>
                  </a:cubicBezTo>
                  <a:cubicBezTo>
                    <a:pt x="505458" y="0"/>
                    <a:pt x="605544" y="41486"/>
                    <a:pt x="680889" y="116830"/>
                  </a:cubicBezTo>
                  <a:cubicBezTo>
                    <a:pt x="756233" y="192174"/>
                    <a:pt x="797719" y="292261"/>
                    <a:pt x="797719" y="398859"/>
                  </a:cubicBezTo>
                  <a:cubicBezTo>
                    <a:pt x="797719" y="505458"/>
                    <a:pt x="756233" y="605544"/>
                    <a:pt x="680889" y="680889"/>
                  </a:cubicBezTo>
                  <a:cubicBezTo>
                    <a:pt x="605544" y="756233"/>
                    <a:pt x="505458" y="797719"/>
                    <a:pt x="398859" y="797719"/>
                  </a:cubicBezTo>
                  <a:close/>
                  <a:moveTo>
                    <a:pt x="398859" y="119063"/>
                  </a:moveTo>
                  <a:cubicBezTo>
                    <a:pt x="244636" y="119063"/>
                    <a:pt x="119063" y="244636"/>
                    <a:pt x="119063" y="398859"/>
                  </a:cubicBezTo>
                  <a:cubicBezTo>
                    <a:pt x="119063" y="553083"/>
                    <a:pt x="244636" y="678656"/>
                    <a:pt x="398859" y="678656"/>
                  </a:cubicBezTo>
                  <a:cubicBezTo>
                    <a:pt x="553083" y="678656"/>
                    <a:pt x="678656" y="553083"/>
                    <a:pt x="678656" y="398859"/>
                  </a:cubicBezTo>
                  <a:cubicBezTo>
                    <a:pt x="678656" y="244450"/>
                    <a:pt x="553269" y="119063"/>
                    <a:pt x="398859" y="119063"/>
                  </a:cubicBezTo>
                  <a:close/>
                </a:path>
              </a:pathLst>
            </a:custGeom>
            <a:grpFill/>
            <a:ln w="1860" cap="flat">
              <a:noFill/>
              <a:prstDash val="solid"/>
              <a:miter/>
            </a:ln>
          </p:spPr>
          <p:txBody>
            <a:bodyPr rtlCol="0" anchor="ctr"/>
            <a:lstStyle/>
            <a:p>
              <a:endParaRPr lang="zh-CN" altLang="en-US"/>
            </a:p>
          </p:txBody>
        </p:sp>
      </p:grpSp>
      <p:grpSp>
        <p:nvGrpSpPr>
          <p:cNvPr id="379" name="组合 378">
            <a:extLst>
              <a:ext uri="{FF2B5EF4-FFF2-40B4-BE49-F238E27FC236}">
                <a16:creationId xmlns:a16="http://schemas.microsoft.com/office/drawing/2014/main" id="{3D2AF113-2026-6B1C-3897-F022AE50C7E8}"/>
              </a:ext>
            </a:extLst>
          </p:cNvPr>
          <p:cNvGrpSpPr/>
          <p:nvPr/>
        </p:nvGrpSpPr>
        <p:grpSpPr>
          <a:xfrm>
            <a:off x="3845884" y="5367759"/>
            <a:ext cx="91566" cy="108215"/>
            <a:chOff x="3177688" y="4764903"/>
            <a:chExt cx="91566" cy="108215"/>
          </a:xfrm>
        </p:grpSpPr>
        <p:sp>
          <p:nvSpPr>
            <p:cNvPr id="380" name="任意多边形: 形状 379">
              <a:extLst>
                <a:ext uri="{FF2B5EF4-FFF2-40B4-BE49-F238E27FC236}">
                  <a16:creationId xmlns:a16="http://schemas.microsoft.com/office/drawing/2014/main" id="{DFADB2A2-B3A5-A189-B27F-3DCD4DD4F562}"/>
                </a:ext>
              </a:extLst>
            </p:cNvPr>
            <p:cNvSpPr/>
            <p:nvPr/>
          </p:nvSpPr>
          <p:spPr>
            <a:xfrm>
              <a:off x="3177688" y="4773227"/>
              <a:ext cx="91566" cy="99891"/>
            </a:xfrm>
            <a:custGeom>
              <a:avLst/>
              <a:gdLst>
                <a:gd name="connsiteX0" fmla="*/ 22892 w 91566"/>
                <a:gd name="connsiteY0" fmla="*/ 0 h 99891"/>
                <a:gd name="connsiteX1" fmla="*/ 27072 w 91566"/>
                <a:gd name="connsiteY1" fmla="*/ 4144 h 99891"/>
                <a:gd name="connsiteX2" fmla="*/ 23204 w 91566"/>
                <a:gd name="connsiteY2" fmla="*/ 8314 h 99891"/>
                <a:gd name="connsiteX3" fmla="*/ 22892 w 91566"/>
                <a:gd name="connsiteY3" fmla="*/ 8324 h 99891"/>
                <a:gd name="connsiteX4" fmla="*/ 8324 w 91566"/>
                <a:gd name="connsiteY4" fmla="*/ 8324 h 99891"/>
                <a:gd name="connsiteX5" fmla="*/ 8324 w 91566"/>
                <a:gd name="connsiteY5" fmla="*/ 91567 h 99891"/>
                <a:gd name="connsiteX6" fmla="*/ 83243 w 91566"/>
                <a:gd name="connsiteY6" fmla="*/ 91567 h 99891"/>
                <a:gd name="connsiteX7" fmla="*/ 83243 w 91566"/>
                <a:gd name="connsiteY7" fmla="*/ 8324 h 99891"/>
                <a:gd name="connsiteX8" fmla="*/ 69716 w 91566"/>
                <a:gd name="connsiteY8" fmla="*/ 8324 h 99891"/>
                <a:gd name="connsiteX9" fmla="*/ 65535 w 91566"/>
                <a:gd name="connsiteY9" fmla="*/ 4181 h 99891"/>
                <a:gd name="connsiteX10" fmla="*/ 69404 w 91566"/>
                <a:gd name="connsiteY10" fmla="*/ 10 h 99891"/>
                <a:gd name="connsiteX11" fmla="*/ 69716 w 91566"/>
                <a:gd name="connsiteY11" fmla="*/ 0 h 99891"/>
                <a:gd name="connsiteX12" fmla="*/ 83243 w 91566"/>
                <a:gd name="connsiteY12" fmla="*/ 0 h 99891"/>
                <a:gd name="connsiteX13" fmla="*/ 91557 w 91566"/>
                <a:gd name="connsiteY13" fmla="*/ 7908 h 99891"/>
                <a:gd name="connsiteX14" fmla="*/ 91567 w 91566"/>
                <a:gd name="connsiteY14" fmla="*/ 8324 h 99891"/>
                <a:gd name="connsiteX15" fmla="*/ 91567 w 91566"/>
                <a:gd name="connsiteY15" fmla="*/ 91567 h 99891"/>
                <a:gd name="connsiteX16" fmla="*/ 83659 w 91566"/>
                <a:gd name="connsiteY16" fmla="*/ 99881 h 99891"/>
                <a:gd name="connsiteX17" fmla="*/ 83243 w 91566"/>
                <a:gd name="connsiteY17" fmla="*/ 99891 h 99891"/>
                <a:gd name="connsiteX18" fmla="*/ 8324 w 91566"/>
                <a:gd name="connsiteY18" fmla="*/ 99891 h 99891"/>
                <a:gd name="connsiteX19" fmla="*/ 10 w 91566"/>
                <a:gd name="connsiteY19" fmla="*/ 91983 h 99891"/>
                <a:gd name="connsiteX20" fmla="*/ 0 w 91566"/>
                <a:gd name="connsiteY20" fmla="*/ 91567 h 99891"/>
                <a:gd name="connsiteX21" fmla="*/ 0 w 91566"/>
                <a:gd name="connsiteY21" fmla="*/ 8324 h 99891"/>
                <a:gd name="connsiteX22" fmla="*/ 7908 w 91566"/>
                <a:gd name="connsiteY22" fmla="*/ 10 h 99891"/>
                <a:gd name="connsiteX23" fmla="*/ 8324 w 91566"/>
                <a:gd name="connsiteY23" fmla="*/ 0 h 99891"/>
                <a:gd name="connsiteX24" fmla="*/ 22892 w 91566"/>
                <a:gd name="connsiteY24" fmla="*/ 0 h 99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1566" h="99891">
                  <a:moveTo>
                    <a:pt x="22892" y="0"/>
                  </a:moveTo>
                  <a:cubicBezTo>
                    <a:pt x="25190" y="-10"/>
                    <a:pt x="27062" y="1845"/>
                    <a:pt x="27072" y="4144"/>
                  </a:cubicBezTo>
                  <a:cubicBezTo>
                    <a:pt x="27082" y="6335"/>
                    <a:pt x="25390" y="8159"/>
                    <a:pt x="23204" y="8314"/>
                  </a:cubicBezTo>
                  <a:lnTo>
                    <a:pt x="22892" y="8324"/>
                  </a:lnTo>
                  <a:lnTo>
                    <a:pt x="8324" y="8324"/>
                  </a:lnTo>
                  <a:lnTo>
                    <a:pt x="8324" y="91567"/>
                  </a:lnTo>
                  <a:lnTo>
                    <a:pt x="83243" y="91567"/>
                  </a:lnTo>
                  <a:lnTo>
                    <a:pt x="83243" y="8324"/>
                  </a:lnTo>
                  <a:lnTo>
                    <a:pt x="69716" y="8324"/>
                  </a:lnTo>
                  <a:cubicBezTo>
                    <a:pt x="67417" y="8335"/>
                    <a:pt x="65545" y="6480"/>
                    <a:pt x="65535" y="4181"/>
                  </a:cubicBezTo>
                  <a:cubicBezTo>
                    <a:pt x="65525" y="1989"/>
                    <a:pt x="67217" y="165"/>
                    <a:pt x="69404" y="10"/>
                  </a:cubicBezTo>
                  <a:lnTo>
                    <a:pt x="69716" y="0"/>
                  </a:lnTo>
                  <a:lnTo>
                    <a:pt x="83243" y="0"/>
                  </a:lnTo>
                  <a:cubicBezTo>
                    <a:pt x="87678" y="0"/>
                    <a:pt x="91335" y="3478"/>
                    <a:pt x="91557" y="7908"/>
                  </a:cubicBezTo>
                  <a:lnTo>
                    <a:pt x="91567" y="8324"/>
                  </a:lnTo>
                  <a:lnTo>
                    <a:pt x="91567" y="91567"/>
                  </a:lnTo>
                  <a:cubicBezTo>
                    <a:pt x="91567" y="96003"/>
                    <a:pt x="88089" y="99659"/>
                    <a:pt x="83659" y="99881"/>
                  </a:cubicBezTo>
                  <a:lnTo>
                    <a:pt x="83243" y="99891"/>
                  </a:lnTo>
                  <a:lnTo>
                    <a:pt x="8324" y="99891"/>
                  </a:lnTo>
                  <a:cubicBezTo>
                    <a:pt x="3889" y="99891"/>
                    <a:pt x="232" y="96413"/>
                    <a:pt x="10" y="91983"/>
                  </a:cubicBezTo>
                  <a:lnTo>
                    <a:pt x="0" y="91567"/>
                  </a:lnTo>
                  <a:lnTo>
                    <a:pt x="0" y="8324"/>
                  </a:lnTo>
                  <a:cubicBezTo>
                    <a:pt x="0" y="3889"/>
                    <a:pt x="3478" y="232"/>
                    <a:pt x="7908" y="10"/>
                  </a:cubicBezTo>
                  <a:lnTo>
                    <a:pt x="8324" y="0"/>
                  </a:lnTo>
                  <a:lnTo>
                    <a:pt x="22892" y="0"/>
                  </a:lnTo>
                  <a:close/>
                </a:path>
              </a:pathLst>
            </a:custGeom>
            <a:solidFill>
              <a:schemeClr val="accent1"/>
            </a:solidFill>
            <a:ln w="121" cap="flat">
              <a:noFill/>
              <a:prstDash val="solid"/>
              <a:miter/>
            </a:ln>
          </p:spPr>
          <p:txBody>
            <a:bodyPr rtlCol="0" anchor="ctr"/>
            <a:lstStyle/>
            <a:p>
              <a:endParaRPr lang="zh-CN" altLang="en-US"/>
            </a:p>
          </p:txBody>
        </p:sp>
        <p:sp>
          <p:nvSpPr>
            <p:cNvPr id="381" name="任意多边形: 形状 380">
              <a:extLst>
                <a:ext uri="{FF2B5EF4-FFF2-40B4-BE49-F238E27FC236}">
                  <a16:creationId xmlns:a16="http://schemas.microsoft.com/office/drawing/2014/main" id="{4998E9D0-D059-C933-EAC2-296DC6B05A0D}"/>
                </a:ext>
              </a:extLst>
            </p:cNvPr>
            <p:cNvSpPr/>
            <p:nvPr/>
          </p:nvSpPr>
          <p:spPr>
            <a:xfrm>
              <a:off x="3196418" y="4764903"/>
              <a:ext cx="54107" cy="24972"/>
            </a:xfrm>
            <a:custGeom>
              <a:avLst/>
              <a:gdLst>
                <a:gd name="connsiteX0" fmla="*/ 41621 w 54107"/>
                <a:gd name="connsiteY0" fmla="*/ 0 h 24972"/>
                <a:gd name="connsiteX1" fmla="*/ 12486 w 54107"/>
                <a:gd name="connsiteY1" fmla="*/ 0 h 24972"/>
                <a:gd name="connsiteX2" fmla="*/ 0 w 54107"/>
                <a:gd name="connsiteY2" fmla="*/ 12486 h 24972"/>
                <a:gd name="connsiteX3" fmla="*/ 12486 w 54107"/>
                <a:gd name="connsiteY3" fmla="*/ 24973 h 24972"/>
                <a:gd name="connsiteX4" fmla="*/ 41621 w 54107"/>
                <a:gd name="connsiteY4" fmla="*/ 24973 h 24972"/>
                <a:gd name="connsiteX5" fmla="*/ 54108 w 54107"/>
                <a:gd name="connsiteY5" fmla="*/ 12486 h 24972"/>
                <a:gd name="connsiteX6" fmla="*/ 41621 w 54107"/>
                <a:gd name="connsiteY6" fmla="*/ 0 h 24972"/>
                <a:gd name="connsiteX7" fmla="*/ 12486 w 54107"/>
                <a:gd name="connsiteY7" fmla="*/ 8324 h 24972"/>
                <a:gd name="connsiteX8" fmla="*/ 41621 w 54107"/>
                <a:gd name="connsiteY8" fmla="*/ 8324 h 24972"/>
                <a:gd name="connsiteX9" fmla="*/ 45783 w 54107"/>
                <a:gd name="connsiteY9" fmla="*/ 12486 h 24972"/>
                <a:gd name="connsiteX10" fmla="*/ 41621 w 54107"/>
                <a:gd name="connsiteY10" fmla="*/ 16649 h 24972"/>
                <a:gd name="connsiteX11" fmla="*/ 12486 w 54107"/>
                <a:gd name="connsiteY11" fmla="*/ 16649 h 24972"/>
                <a:gd name="connsiteX12" fmla="*/ 8324 w 54107"/>
                <a:gd name="connsiteY12" fmla="*/ 12486 h 24972"/>
                <a:gd name="connsiteX13" fmla="*/ 12486 w 54107"/>
                <a:gd name="connsiteY13" fmla="*/ 8324 h 24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107" h="24972">
                  <a:moveTo>
                    <a:pt x="41621" y="0"/>
                  </a:moveTo>
                  <a:lnTo>
                    <a:pt x="12486" y="0"/>
                  </a:lnTo>
                  <a:cubicBezTo>
                    <a:pt x="5608" y="0"/>
                    <a:pt x="0" y="5608"/>
                    <a:pt x="0" y="12486"/>
                  </a:cubicBezTo>
                  <a:cubicBezTo>
                    <a:pt x="0" y="19364"/>
                    <a:pt x="5608" y="24973"/>
                    <a:pt x="12486" y="24973"/>
                  </a:cubicBezTo>
                  <a:lnTo>
                    <a:pt x="41621" y="24973"/>
                  </a:lnTo>
                  <a:cubicBezTo>
                    <a:pt x="48499" y="24973"/>
                    <a:pt x="54108" y="19364"/>
                    <a:pt x="54108" y="12486"/>
                  </a:cubicBezTo>
                  <a:cubicBezTo>
                    <a:pt x="54108" y="5608"/>
                    <a:pt x="48499" y="0"/>
                    <a:pt x="41621" y="0"/>
                  </a:cubicBezTo>
                  <a:close/>
                  <a:moveTo>
                    <a:pt x="12486" y="8324"/>
                  </a:moveTo>
                  <a:lnTo>
                    <a:pt x="41621" y="8324"/>
                  </a:lnTo>
                  <a:cubicBezTo>
                    <a:pt x="43900" y="8324"/>
                    <a:pt x="45783" y="10208"/>
                    <a:pt x="45783" y="12486"/>
                  </a:cubicBezTo>
                  <a:cubicBezTo>
                    <a:pt x="45783" y="14765"/>
                    <a:pt x="43900" y="16649"/>
                    <a:pt x="41621" y="16649"/>
                  </a:cubicBezTo>
                  <a:lnTo>
                    <a:pt x="12486" y="16649"/>
                  </a:lnTo>
                  <a:cubicBezTo>
                    <a:pt x="10208" y="16649"/>
                    <a:pt x="8324" y="14765"/>
                    <a:pt x="8324" y="12486"/>
                  </a:cubicBezTo>
                  <a:cubicBezTo>
                    <a:pt x="8324" y="10208"/>
                    <a:pt x="10208" y="8324"/>
                    <a:pt x="12486" y="8324"/>
                  </a:cubicBezTo>
                  <a:close/>
                </a:path>
              </a:pathLst>
            </a:custGeom>
            <a:solidFill>
              <a:schemeClr val="accent1"/>
            </a:solidFill>
            <a:ln w="121" cap="flat">
              <a:noFill/>
              <a:prstDash val="solid"/>
              <a:miter/>
            </a:ln>
          </p:spPr>
          <p:txBody>
            <a:bodyPr rtlCol="0" anchor="ctr"/>
            <a:lstStyle/>
            <a:p>
              <a:endParaRPr lang="zh-CN" altLang="en-US"/>
            </a:p>
          </p:txBody>
        </p:sp>
        <p:sp>
          <p:nvSpPr>
            <p:cNvPr id="382" name="任意多边形: 形状 381">
              <a:extLst>
                <a:ext uri="{FF2B5EF4-FFF2-40B4-BE49-F238E27FC236}">
                  <a16:creationId xmlns:a16="http://schemas.microsoft.com/office/drawing/2014/main" id="{5BEBB44C-6C45-26E5-4F9A-1018C897BFA6}"/>
                </a:ext>
              </a:extLst>
            </p:cNvPr>
            <p:cNvSpPr/>
            <p:nvPr/>
          </p:nvSpPr>
          <p:spPr>
            <a:xfrm>
              <a:off x="3198499" y="4800281"/>
              <a:ext cx="50807" cy="50807"/>
            </a:xfrm>
            <a:custGeom>
              <a:avLst/>
              <a:gdLst>
                <a:gd name="connsiteX0" fmla="*/ 23119 w 50807"/>
                <a:gd name="connsiteY0" fmla="*/ 0 h 50807"/>
                <a:gd name="connsiteX1" fmla="*/ 46235 w 50807"/>
                <a:gd name="connsiteY1" fmla="*/ 23116 h 50807"/>
                <a:gd name="connsiteX2" fmla="*/ 42142 w 50807"/>
                <a:gd name="connsiteY2" fmla="*/ 36254 h 50807"/>
                <a:gd name="connsiteX3" fmla="*/ 50807 w 50807"/>
                <a:gd name="connsiteY3" fmla="*/ 44920 h 50807"/>
                <a:gd name="connsiteX4" fmla="*/ 44922 w 50807"/>
                <a:gd name="connsiteY4" fmla="*/ 50807 h 50807"/>
                <a:gd name="connsiteX5" fmla="*/ 36256 w 50807"/>
                <a:gd name="connsiteY5" fmla="*/ 42140 h 50807"/>
                <a:gd name="connsiteX6" fmla="*/ 23119 w 50807"/>
                <a:gd name="connsiteY6" fmla="*/ 46233 h 50807"/>
                <a:gd name="connsiteX7" fmla="*/ 0 w 50807"/>
                <a:gd name="connsiteY7" fmla="*/ 23116 h 50807"/>
                <a:gd name="connsiteX8" fmla="*/ 23119 w 50807"/>
                <a:gd name="connsiteY8" fmla="*/ 0 h 50807"/>
                <a:gd name="connsiteX9" fmla="*/ 23119 w 50807"/>
                <a:gd name="connsiteY9" fmla="*/ 8324 h 50807"/>
                <a:gd name="connsiteX10" fmla="*/ 8324 w 50807"/>
                <a:gd name="connsiteY10" fmla="*/ 23116 h 50807"/>
                <a:gd name="connsiteX11" fmla="*/ 23116 w 50807"/>
                <a:gd name="connsiteY11" fmla="*/ 37911 h 50807"/>
                <a:gd name="connsiteX12" fmla="*/ 37911 w 50807"/>
                <a:gd name="connsiteY12" fmla="*/ 23119 h 50807"/>
                <a:gd name="connsiteX13" fmla="*/ 23119 w 50807"/>
                <a:gd name="connsiteY13" fmla="*/ 8324 h 50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807" h="50807">
                  <a:moveTo>
                    <a:pt x="23119" y="0"/>
                  </a:moveTo>
                  <a:cubicBezTo>
                    <a:pt x="35886" y="0"/>
                    <a:pt x="46235" y="10349"/>
                    <a:pt x="46235" y="23116"/>
                  </a:cubicBezTo>
                  <a:cubicBezTo>
                    <a:pt x="46235" y="27997"/>
                    <a:pt x="44722" y="32523"/>
                    <a:pt x="42142" y="36254"/>
                  </a:cubicBezTo>
                  <a:lnTo>
                    <a:pt x="50807" y="44920"/>
                  </a:lnTo>
                  <a:lnTo>
                    <a:pt x="44922" y="50807"/>
                  </a:lnTo>
                  <a:lnTo>
                    <a:pt x="36256" y="42140"/>
                  </a:lnTo>
                  <a:cubicBezTo>
                    <a:pt x="32397" y="44812"/>
                    <a:pt x="27813" y="46241"/>
                    <a:pt x="23119" y="46233"/>
                  </a:cubicBezTo>
                  <a:cubicBezTo>
                    <a:pt x="10351" y="46233"/>
                    <a:pt x="0" y="35884"/>
                    <a:pt x="0" y="23116"/>
                  </a:cubicBezTo>
                  <a:cubicBezTo>
                    <a:pt x="0" y="10349"/>
                    <a:pt x="10351" y="0"/>
                    <a:pt x="23119" y="0"/>
                  </a:cubicBezTo>
                  <a:close/>
                  <a:moveTo>
                    <a:pt x="23119" y="8324"/>
                  </a:moveTo>
                  <a:cubicBezTo>
                    <a:pt x="14948" y="8324"/>
                    <a:pt x="8325" y="14946"/>
                    <a:pt x="8324" y="23116"/>
                  </a:cubicBezTo>
                  <a:cubicBezTo>
                    <a:pt x="8324" y="31287"/>
                    <a:pt x="14946" y="37910"/>
                    <a:pt x="23116" y="37911"/>
                  </a:cubicBezTo>
                  <a:cubicBezTo>
                    <a:pt x="31287" y="37911"/>
                    <a:pt x="37910" y="31289"/>
                    <a:pt x="37911" y="23119"/>
                  </a:cubicBezTo>
                  <a:cubicBezTo>
                    <a:pt x="37911" y="14948"/>
                    <a:pt x="31289" y="8325"/>
                    <a:pt x="23119" y="8324"/>
                  </a:cubicBezTo>
                  <a:close/>
                </a:path>
              </a:pathLst>
            </a:custGeom>
            <a:solidFill>
              <a:schemeClr val="accent1"/>
            </a:solidFill>
            <a:ln w="121" cap="flat">
              <a:noFill/>
              <a:prstDash val="solid"/>
              <a:miter/>
            </a:ln>
          </p:spPr>
          <p:txBody>
            <a:bodyPr rtlCol="0" anchor="ctr"/>
            <a:lstStyle/>
            <a:p>
              <a:endParaRPr lang="zh-CN" altLang="en-US"/>
            </a:p>
          </p:txBody>
        </p:sp>
      </p:grpSp>
      <p:sp>
        <p:nvSpPr>
          <p:cNvPr id="383" name="图形 258">
            <a:extLst>
              <a:ext uri="{FF2B5EF4-FFF2-40B4-BE49-F238E27FC236}">
                <a16:creationId xmlns:a16="http://schemas.microsoft.com/office/drawing/2014/main" id="{5AAE60AF-03D7-DD1E-38D5-D27BDD04CAA7}"/>
              </a:ext>
            </a:extLst>
          </p:cNvPr>
          <p:cNvSpPr/>
          <p:nvPr/>
        </p:nvSpPr>
        <p:spPr>
          <a:xfrm>
            <a:off x="4667225" y="5573555"/>
            <a:ext cx="104800" cy="112288"/>
          </a:xfrm>
          <a:custGeom>
            <a:avLst/>
            <a:gdLst>
              <a:gd name="connsiteX0" fmla="*/ 59447 w 64023"/>
              <a:gd name="connsiteY0" fmla="*/ 0 h 68600"/>
              <a:gd name="connsiteX1" fmla="*/ 64024 w 64023"/>
              <a:gd name="connsiteY1" fmla="*/ 4576 h 68600"/>
              <a:gd name="connsiteX2" fmla="*/ 64024 w 64023"/>
              <a:gd name="connsiteY2" fmla="*/ 64026 h 68600"/>
              <a:gd name="connsiteX3" fmla="*/ 59447 w 64023"/>
              <a:gd name="connsiteY3" fmla="*/ 68600 h 68600"/>
              <a:gd name="connsiteX4" fmla="*/ 4576 w 64023"/>
              <a:gd name="connsiteY4" fmla="*/ 68600 h 68600"/>
              <a:gd name="connsiteX5" fmla="*/ 0 w 64023"/>
              <a:gd name="connsiteY5" fmla="*/ 64026 h 68600"/>
              <a:gd name="connsiteX6" fmla="*/ 0 w 64023"/>
              <a:gd name="connsiteY6" fmla="*/ 4576 h 68600"/>
              <a:gd name="connsiteX7" fmla="*/ 4576 w 64023"/>
              <a:gd name="connsiteY7" fmla="*/ 0 h 68600"/>
              <a:gd name="connsiteX8" fmla="*/ 59449 w 64023"/>
              <a:gd name="connsiteY8" fmla="*/ 0 h 68600"/>
              <a:gd name="connsiteX9" fmla="*/ 16009 w 64023"/>
              <a:gd name="connsiteY9" fmla="*/ 27437 h 68600"/>
              <a:gd name="connsiteX10" fmla="*/ 11432 w 64023"/>
              <a:gd name="connsiteY10" fmla="*/ 22876 h 68600"/>
              <a:gd name="connsiteX11" fmla="*/ 11432 w 64023"/>
              <a:gd name="connsiteY11" fmla="*/ 22869 h 68600"/>
              <a:gd name="connsiteX12" fmla="*/ 11432 w 64023"/>
              <a:gd name="connsiteY12" fmla="*/ 4574 h 68600"/>
              <a:gd name="connsiteX13" fmla="*/ 4576 w 64023"/>
              <a:gd name="connsiteY13" fmla="*/ 4574 h 68600"/>
              <a:gd name="connsiteX14" fmla="*/ 4576 w 64023"/>
              <a:gd name="connsiteY14" fmla="*/ 64026 h 68600"/>
              <a:gd name="connsiteX15" fmla="*/ 59459 w 64023"/>
              <a:gd name="connsiteY15" fmla="*/ 64026 h 68600"/>
              <a:gd name="connsiteX16" fmla="*/ 59459 w 64023"/>
              <a:gd name="connsiteY16" fmla="*/ 4576 h 68600"/>
              <a:gd name="connsiteX17" fmla="*/ 52599 w 64023"/>
              <a:gd name="connsiteY17" fmla="*/ 4576 h 68600"/>
              <a:gd name="connsiteX18" fmla="*/ 52599 w 64023"/>
              <a:gd name="connsiteY18" fmla="*/ 22861 h 68600"/>
              <a:gd name="connsiteX19" fmla="*/ 48023 w 64023"/>
              <a:gd name="connsiteY19" fmla="*/ 27437 h 68600"/>
              <a:gd name="connsiteX20" fmla="*/ 16009 w 64023"/>
              <a:gd name="connsiteY20" fmla="*/ 27437 h 68600"/>
              <a:gd name="connsiteX21" fmla="*/ 16009 w 64023"/>
              <a:gd name="connsiteY21" fmla="*/ 22869 h 68600"/>
              <a:gd name="connsiteX22" fmla="*/ 48021 w 64023"/>
              <a:gd name="connsiteY22" fmla="*/ 22869 h 68600"/>
              <a:gd name="connsiteX23" fmla="*/ 48021 w 64023"/>
              <a:gd name="connsiteY23" fmla="*/ 4574 h 68600"/>
              <a:gd name="connsiteX24" fmla="*/ 16009 w 64023"/>
              <a:gd name="connsiteY24" fmla="*/ 4574 h 68600"/>
              <a:gd name="connsiteX25" fmla="*/ 16009 w 64023"/>
              <a:gd name="connsiteY25" fmla="*/ 22869 h 68600"/>
              <a:gd name="connsiteX26" fmla="*/ 48013 w 64023"/>
              <a:gd name="connsiteY26" fmla="*/ 41155 h 68600"/>
              <a:gd name="connsiteX27" fmla="*/ 50393 w 64023"/>
              <a:gd name="connsiteY27" fmla="*/ 43342 h 68600"/>
              <a:gd name="connsiteX28" fmla="*/ 48206 w 64023"/>
              <a:gd name="connsiteY28" fmla="*/ 45722 h 68600"/>
              <a:gd name="connsiteX29" fmla="*/ 48021 w 64023"/>
              <a:gd name="connsiteY29" fmla="*/ 45722 h 68600"/>
              <a:gd name="connsiteX30" fmla="*/ 16009 w 64023"/>
              <a:gd name="connsiteY30" fmla="*/ 45722 h 68600"/>
              <a:gd name="connsiteX31" fmla="*/ 13725 w 64023"/>
              <a:gd name="connsiteY31" fmla="*/ 43439 h 68600"/>
              <a:gd name="connsiteX32" fmla="*/ 16009 w 64023"/>
              <a:gd name="connsiteY32" fmla="*/ 41155 h 68600"/>
              <a:gd name="connsiteX33" fmla="*/ 48013 w 64023"/>
              <a:gd name="connsiteY33" fmla="*/ 41155 h 6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4023" h="68600">
                <a:moveTo>
                  <a:pt x="59447" y="0"/>
                </a:moveTo>
                <a:cubicBezTo>
                  <a:pt x="61975" y="0"/>
                  <a:pt x="64024" y="2049"/>
                  <a:pt x="64024" y="4576"/>
                </a:cubicBezTo>
                <a:lnTo>
                  <a:pt x="64024" y="64026"/>
                </a:lnTo>
                <a:cubicBezTo>
                  <a:pt x="64023" y="66552"/>
                  <a:pt x="61974" y="68600"/>
                  <a:pt x="59447" y="68600"/>
                </a:cubicBezTo>
                <a:lnTo>
                  <a:pt x="4576" y="68600"/>
                </a:lnTo>
                <a:cubicBezTo>
                  <a:pt x="2050" y="68600"/>
                  <a:pt x="1" y="66552"/>
                  <a:pt x="0" y="64026"/>
                </a:cubicBezTo>
                <a:lnTo>
                  <a:pt x="0" y="4576"/>
                </a:lnTo>
                <a:cubicBezTo>
                  <a:pt x="0" y="2049"/>
                  <a:pt x="2049" y="0"/>
                  <a:pt x="4576" y="0"/>
                </a:cubicBezTo>
                <a:lnTo>
                  <a:pt x="59449" y="0"/>
                </a:lnTo>
                <a:close/>
                <a:moveTo>
                  <a:pt x="16009" y="27437"/>
                </a:moveTo>
                <a:cubicBezTo>
                  <a:pt x="13486" y="27442"/>
                  <a:pt x="11437" y="25400"/>
                  <a:pt x="11432" y="22876"/>
                </a:cubicBezTo>
                <a:cubicBezTo>
                  <a:pt x="11432" y="22874"/>
                  <a:pt x="11432" y="22871"/>
                  <a:pt x="11432" y="22869"/>
                </a:cubicBezTo>
                <a:lnTo>
                  <a:pt x="11432" y="4574"/>
                </a:lnTo>
                <a:lnTo>
                  <a:pt x="4576" y="4574"/>
                </a:lnTo>
                <a:lnTo>
                  <a:pt x="4576" y="64026"/>
                </a:lnTo>
                <a:lnTo>
                  <a:pt x="59459" y="64026"/>
                </a:lnTo>
                <a:lnTo>
                  <a:pt x="59459" y="4576"/>
                </a:lnTo>
                <a:lnTo>
                  <a:pt x="52599" y="4576"/>
                </a:lnTo>
                <a:lnTo>
                  <a:pt x="52599" y="22861"/>
                </a:lnTo>
                <a:cubicBezTo>
                  <a:pt x="52599" y="25388"/>
                  <a:pt x="50550" y="27437"/>
                  <a:pt x="48023" y="27437"/>
                </a:cubicBezTo>
                <a:lnTo>
                  <a:pt x="16009" y="27437"/>
                </a:lnTo>
                <a:close/>
                <a:moveTo>
                  <a:pt x="16009" y="22869"/>
                </a:moveTo>
                <a:lnTo>
                  <a:pt x="48021" y="22869"/>
                </a:lnTo>
                <a:lnTo>
                  <a:pt x="48021" y="4574"/>
                </a:lnTo>
                <a:lnTo>
                  <a:pt x="16009" y="4574"/>
                </a:lnTo>
                <a:lnTo>
                  <a:pt x="16009" y="22869"/>
                </a:lnTo>
                <a:close/>
                <a:moveTo>
                  <a:pt x="48013" y="41155"/>
                </a:moveTo>
                <a:cubicBezTo>
                  <a:pt x="49274" y="41102"/>
                  <a:pt x="50339" y="42081"/>
                  <a:pt x="50393" y="43342"/>
                </a:cubicBezTo>
                <a:cubicBezTo>
                  <a:pt x="50446" y="44603"/>
                  <a:pt x="49467" y="45668"/>
                  <a:pt x="48206" y="45722"/>
                </a:cubicBezTo>
                <a:cubicBezTo>
                  <a:pt x="48144" y="45724"/>
                  <a:pt x="48082" y="45724"/>
                  <a:pt x="48021" y="45722"/>
                </a:cubicBezTo>
                <a:lnTo>
                  <a:pt x="16009" y="45722"/>
                </a:lnTo>
                <a:cubicBezTo>
                  <a:pt x="14748" y="45722"/>
                  <a:pt x="13725" y="44700"/>
                  <a:pt x="13725" y="43439"/>
                </a:cubicBezTo>
                <a:cubicBezTo>
                  <a:pt x="13725" y="42177"/>
                  <a:pt x="14748" y="41155"/>
                  <a:pt x="16009" y="41155"/>
                </a:cubicBezTo>
                <a:lnTo>
                  <a:pt x="48013" y="41155"/>
                </a:lnTo>
                <a:close/>
              </a:path>
            </a:pathLst>
          </a:custGeom>
          <a:solidFill>
            <a:schemeClr val="accent1"/>
          </a:solidFill>
          <a:ln w="84" cap="flat">
            <a:noFill/>
            <a:prstDash val="solid"/>
            <a:miter/>
          </a:ln>
        </p:spPr>
        <p:txBody>
          <a:bodyPr rtlCol="0" anchor="ctr"/>
          <a:lstStyle/>
          <a:p>
            <a:endParaRPr lang="zh-CN" altLang="en-US"/>
          </a:p>
        </p:txBody>
      </p:sp>
      <p:sp>
        <p:nvSpPr>
          <p:cNvPr id="384" name="图形 261">
            <a:extLst>
              <a:ext uri="{FF2B5EF4-FFF2-40B4-BE49-F238E27FC236}">
                <a16:creationId xmlns:a16="http://schemas.microsoft.com/office/drawing/2014/main" id="{12CF9522-B632-C2DC-B88D-A72004723597}"/>
              </a:ext>
            </a:extLst>
          </p:cNvPr>
          <p:cNvSpPr/>
          <p:nvPr/>
        </p:nvSpPr>
        <p:spPr>
          <a:xfrm>
            <a:off x="5506288" y="5667677"/>
            <a:ext cx="99446" cy="99446"/>
          </a:xfrm>
          <a:custGeom>
            <a:avLst/>
            <a:gdLst>
              <a:gd name="connsiteX0" fmla="*/ 50184 w 87333"/>
              <a:gd name="connsiteY0" fmla="*/ 66592 h 87333"/>
              <a:gd name="connsiteX1" fmla="*/ 66592 w 87333"/>
              <a:gd name="connsiteY1" fmla="*/ 82999 h 87333"/>
              <a:gd name="connsiteX2" fmla="*/ 82999 w 87333"/>
              <a:gd name="connsiteY2" fmla="*/ 66592 h 87333"/>
              <a:gd name="connsiteX3" fmla="*/ 66592 w 87333"/>
              <a:gd name="connsiteY3" fmla="*/ 50184 h 87333"/>
              <a:gd name="connsiteX4" fmla="*/ 52662 w 87333"/>
              <a:gd name="connsiteY4" fmla="*/ 50184 h 87333"/>
              <a:gd name="connsiteX5" fmla="*/ 50186 w 87333"/>
              <a:gd name="connsiteY5" fmla="*/ 52660 h 87333"/>
              <a:gd name="connsiteX6" fmla="*/ 50186 w 87333"/>
              <a:gd name="connsiteY6" fmla="*/ 66592 h 87333"/>
              <a:gd name="connsiteX7" fmla="*/ 66592 w 87333"/>
              <a:gd name="connsiteY7" fmla="*/ 45850 h 87333"/>
              <a:gd name="connsiteX8" fmla="*/ 87333 w 87333"/>
              <a:gd name="connsiteY8" fmla="*/ 66592 h 87333"/>
              <a:gd name="connsiteX9" fmla="*/ 66592 w 87333"/>
              <a:gd name="connsiteY9" fmla="*/ 87333 h 87333"/>
              <a:gd name="connsiteX10" fmla="*/ 45850 w 87333"/>
              <a:gd name="connsiteY10" fmla="*/ 66592 h 87333"/>
              <a:gd name="connsiteX11" fmla="*/ 45850 w 87333"/>
              <a:gd name="connsiteY11" fmla="*/ 52662 h 87333"/>
              <a:gd name="connsiteX12" fmla="*/ 52636 w 87333"/>
              <a:gd name="connsiteY12" fmla="*/ 45850 h 87333"/>
              <a:gd name="connsiteX13" fmla="*/ 52660 w 87333"/>
              <a:gd name="connsiteY13" fmla="*/ 45850 h 87333"/>
              <a:gd name="connsiteX14" fmla="*/ 66592 w 87333"/>
              <a:gd name="connsiteY14" fmla="*/ 45850 h 87333"/>
              <a:gd name="connsiteX15" fmla="*/ 41483 w 87333"/>
              <a:gd name="connsiteY15" fmla="*/ 66592 h 87333"/>
              <a:gd name="connsiteX16" fmla="*/ 20742 w 87333"/>
              <a:gd name="connsiteY16" fmla="*/ 87333 h 87333"/>
              <a:gd name="connsiteX17" fmla="*/ 0 w 87333"/>
              <a:gd name="connsiteY17" fmla="*/ 66592 h 87333"/>
              <a:gd name="connsiteX18" fmla="*/ 20742 w 87333"/>
              <a:gd name="connsiteY18" fmla="*/ 45850 h 87333"/>
              <a:gd name="connsiteX19" fmla="*/ 34674 w 87333"/>
              <a:gd name="connsiteY19" fmla="*/ 45850 h 87333"/>
              <a:gd name="connsiteX20" fmla="*/ 41483 w 87333"/>
              <a:gd name="connsiteY20" fmla="*/ 52638 h 87333"/>
              <a:gd name="connsiteX21" fmla="*/ 41483 w 87333"/>
              <a:gd name="connsiteY21" fmla="*/ 52660 h 87333"/>
              <a:gd name="connsiteX22" fmla="*/ 41483 w 87333"/>
              <a:gd name="connsiteY22" fmla="*/ 66592 h 87333"/>
              <a:gd name="connsiteX23" fmla="*/ 20742 w 87333"/>
              <a:gd name="connsiteY23" fmla="*/ 50184 h 87333"/>
              <a:gd name="connsiteX24" fmla="*/ 4334 w 87333"/>
              <a:gd name="connsiteY24" fmla="*/ 66592 h 87333"/>
              <a:gd name="connsiteX25" fmla="*/ 20742 w 87333"/>
              <a:gd name="connsiteY25" fmla="*/ 82999 h 87333"/>
              <a:gd name="connsiteX26" fmla="*/ 37149 w 87333"/>
              <a:gd name="connsiteY26" fmla="*/ 66592 h 87333"/>
              <a:gd name="connsiteX27" fmla="*/ 37149 w 87333"/>
              <a:gd name="connsiteY27" fmla="*/ 52662 h 87333"/>
              <a:gd name="connsiteX28" fmla="*/ 34674 w 87333"/>
              <a:gd name="connsiteY28" fmla="*/ 50186 h 87333"/>
              <a:gd name="connsiteX29" fmla="*/ 20742 w 87333"/>
              <a:gd name="connsiteY29" fmla="*/ 50186 h 87333"/>
              <a:gd name="connsiteX30" fmla="*/ 45850 w 87333"/>
              <a:gd name="connsiteY30" fmla="*/ 20739 h 87333"/>
              <a:gd name="connsiteX31" fmla="*/ 66594 w 87333"/>
              <a:gd name="connsiteY31" fmla="*/ 0 h 87333"/>
              <a:gd name="connsiteX32" fmla="*/ 87333 w 87333"/>
              <a:gd name="connsiteY32" fmla="*/ 20744 h 87333"/>
              <a:gd name="connsiteX33" fmla="*/ 66592 w 87333"/>
              <a:gd name="connsiteY33" fmla="*/ 41483 h 87333"/>
              <a:gd name="connsiteX34" fmla="*/ 52662 w 87333"/>
              <a:gd name="connsiteY34" fmla="*/ 41483 h 87333"/>
              <a:gd name="connsiteX35" fmla="*/ 45850 w 87333"/>
              <a:gd name="connsiteY35" fmla="*/ 34698 h 87333"/>
              <a:gd name="connsiteX36" fmla="*/ 45850 w 87333"/>
              <a:gd name="connsiteY36" fmla="*/ 34674 h 87333"/>
              <a:gd name="connsiteX37" fmla="*/ 45850 w 87333"/>
              <a:gd name="connsiteY37" fmla="*/ 20742 h 87333"/>
              <a:gd name="connsiteX38" fmla="*/ 66592 w 87333"/>
              <a:gd name="connsiteY38" fmla="*/ 37149 h 87333"/>
              <a:gd name="connsiteX39" fmla="*/ 82999 w 87333"/>
              <a:gd name="connsiteY39" fmla="*/ 20742 h 87333"/>
              <a:gd name="connsiteX40" fmla="*/ 66592 w 87333"/>
              <a:gd name="connsiteY40" fmla="*/ 4334 h 87333"/>
              <a:gd name="connsiteX41" fmla="*/ 50184 w 87333"/>
              <a:gd name="connsiteY41" fmla="*/ 20742 h 87333"/>
              <a:gd name="connsiteX42" fmla="*/ 50184 w 87333"/>
              <a:gd name="connsiteY42" fmla="*/ 34674 h 87333"/>
              <a:gd name="connsiteX43" fmla="*/ 52660 w 87333"/>
              <a:gd name="connsiteY43" fmla="*/ 37149 h 87333"/>
              <a:gd name="connsiteX44" fmla="*/ 66592 w 87333"/>
              <a:gd name="connsiteY44" fmla="*/ 37149 h 87333"/>
              <a:gd name="connsiteX45" fmla="*/ 37149 w 87333"/>
              <a:gd name="connsiteY45" fmla="*/ 20742 h 87333"/>
              <a:gd name="connsiteX46" fmla="*/ 20742 w 87333"/>
              <a:gd name="connsiteY46" fmla="*/ 4334 h 87333"/>
              <a:gd name="connsiteX47" fmla="*/ 4334 w 87333"/>
              <a:gd name="connsiteY47" fmla="*/ 20742 h 87333"/>
              <a:gd name="connsiteX48" fmla="*/ 20742 w 87333"/>
              <a:gd name="connsiteY48" fmla="*/ 37149 h 87333"/>
              <a:gd name="connsiteX49" fmla="*/ 34674 w 87333"/>
              <a:gd name="connsiteY49" fmla="*/ 37149 h 87333"/>
              <a:gd name="connsiteX50" fmla="*/ 37149 w 87333"/>
              <a:gd name="connsiteY50" fmla="*/ 34674 h 87333"/>
              <a:gd name="connsiteX51" fmla="*/ 37149 w 87333"/>
              <a:gd name="connsiteY51" fmla="*/ 20742 h 87333"/>
              <a:gd name="connsiteX52" fmla="*/ 20742 w 87333"/>
              <a:gd name="connsiteY52" fmla="*/ 41483 h 87333"/>
              <a:gd name="connsiteX53" fmla="*/ 0 w 87333"/>
              <a:gd name="connsiteY53" fmla="*/ 20742 h 87333"/>
              <a:gd name="connsiteX54" fmla="*/ 20742 w 87333"/>
              <a:gd name="connsiteY54" fmla="*/ 0 h 87333"/>
              <a:gd name="connsiteX55" fmla="*/ 41483 w 87333"/>
              <a:gd name="connsiteY55" fmla="*/ 20742 h 87333"/>
              <a:gd name="connsiteX56" fmla="*/ 41483 w 87333"/>
              <a:gd name="connsiteY56" fmla="*/ 34674 h 87333"/>
              <a:gd name="connsiteX57" fmla="*/ 34695 w 87333"/>
              <a:gd name="connsiteY57" fmla="*/ 41483 h 87333"/>
              <a:gd name="connsiteX58" fmla="*/ 34674 w 87333"/>
              <a:gd name="connsiteY58" fmla="*/ 41483 h 87333"/>
              <a:gd name="connsiteX59" fmla="*/ 20742 w 87333"/>
              <a:gd name="connsiteY59" fmla="*/ 41483 h 87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7333" h="87333">
                <a:moveTo>
                  <a:pt x="50184" y="66592"/>
                </a:moveTo>
                <a:cubicBezTo>
                  <a:pt x="50184" y="75653"/>
                  <a:pt x="57530" y="82999"/>
                  <a:pt x="66592" y="82999"/>
                </a:cubicBezTo>
                <a:cubicBezTo>
                  <a:pt x="75653" y="82999"/>
                  <a:pt x="82999" y="75653"/>
                  <a:pt x="82999" y="66592"/>
                </a:cubicBezTo>
                <a:cubicBezTo>
                  <a:pt x="82999" y="57530"/>
                  <a:pt x="75653" y="50184"/>
                  <a:pt x="66592" y="50184"/>
                </a:cubicBezTo>
                <a:lnTo>
                  <a:pt x="52662" y="50184"/>
                </a:lnTo>
                <a:cubicBezTo>
                  <a:pt x="51284" y="50184"/>
                  <a:pt x="50186" y="51284"/>
                  <a:pt x="50186" y="52660"/>
                </a:cubicBezTo>
                <a:lnTo>
                  <a:pt x="50186" y="66592"/>
                </a:lnTo>
                <a:close/>
                <a:moveTo>
                  <a:pt x="66592" y="45850"/>
                </a:moveTo>
                <a:cubicBezTo>
                  <a:pt x="78047" y="45850"/>
                  <a:pt x="87333" y="55136"/>
                  <a:pt x="87333" y="66592"/>
                </a:cubicBezTo>
                <a:cubicBezTo>
                  <a:pt x="87333" y="78047"/>
                  <a:pt x="78047" y="87333"/>
                  <a:pt x="66592" y="87333"/>
                </a:cubicBezTo>
                <a:cubicBezTo>
                  <a:pt x="55136" y="87333"/>
                  <a:pt x="45850" y="78047"/>
                  <a:pt x="45850" y="66592"/>
                </a:cubicBezTo>
                <a:lnTo>
                  <a:pt x="45850" y="52662"/>
                </a:lnTo>
                <a:cubicBezTo>
                  <a:pt x="45843" y="48907"/>
                  <a:pt x="48881" y="45857"/>
                  <a:pt x="52636" y="45850"/>
                </a:cubicBezTo>
                <a:cubicBezTo>
                  <a:pt x="52644" y="45850"/>
                  <a:pt x="52652" y="45850"/>
                  <a:pt x="52660" y="45850"/>
                </a:cubicBezTo>
                <a:lnTo>
                  <a:pt x="66592" y="45850"/>
                </a:lnTo>
                <a:close/>
                <a:moveTo>
                  <a:pt x="41483" y="66592"/>
                </a:moveTo>
                <a:cubicBezTo>
                  <a:pt x="41483" y="78047"/>
                  <a:pt x="32197" y="87333"/>
                  <a:pt x="20742" y="87333"/>
                </a:cubicBezTo>
                <a:cubicBezTo>
                  <a:pt x="9286" y="87333"/>
                  <a:pt x="0" y="78047"/>
                  <a:pt x="0" y="66592"/>
                </a:cubicBezTo>
                <a:cubicBezTo>
                  <a:pt x="0" y="55136"/>
                  <a:pt x="9286" y="45850"/>
                  <a:pt x="20742" y="45850"/>
                </a:cubicBezTo>
                <a:lnTo>
                  <a:pt x="34674" y="45850"/>
                </a:lnTo>
                <a:cubicBezTo>
                  <a:pt x="38428" y="45844"/>
                  <a:pt x="41477" y="48883"/>
                  <a:pt x="41483" y="52638"/>
                </a:cubicBezTo>
                <a:cubicBezTo>
                  <a:pt x="41483" y="52645"/>
                  <a:pt x="41483" y="52653"/>
                  <a:pt x="41483" y="52660"/>
                </a:cubicBezTo>
                <a:lnTo>
                  <a:pt x="41483" y="66592"/>
                </a:lnTo>
                <a:close/>
                <a:moveTo>
                  <a:pt x="20742" y="50184"/>
                </a:moveTo>
                <a:cubicBezTo>
                  <a:pt x="11680" y="50184"/>
                  <a:pt x="4334" y="57530"/>
                  <a:pt x="4334" y="66592"/>
                </a:cubicBezTo>
                <a:cubicBezTo>
                  <a:pt x="4334" y="75653"/>
                  <a:pt x="11680" y="82999"/>
                  <a:pt x="20742" y="82999"/>
                </a:cubicBezTo>
                <a:cubicBezTo>
                  <a:pt x="29803" y="82999"/>
                  <a:pt x="37149" y="75653"/>
                  <a:pt x="37149" y="66592"/>
                </a:cubicBezTo>
                <a:lnTo>
                  <a:pt x="37149" y="52662"/>
                </a:lnTo>
                <a:cubicBezTo>
                  <a:pt x="37149" y="51286"/>
                  <a:pt x="36051" y="50186"/>
                  <a:pt x="34674" y="50186"/>
                </a:cubicBezTo>
                <a:lnTo>
                  <a:pt x="20742" y="50186"/>
                </a:lnTo>
                <a:close/>
                <a:moveTo>
                  <a:pt x="45850" y="20739"/>
                </a:moveTo>
                <a:cubicBezTo>
                  <a:pt x="45851" y="9284"/>
                  <a:pt x="55139" y="-1"/>
                  <a:pt x="66594" y="0"/>
                </a:cubicBezTo>
                <a:cubicBezTo>
                  <a:pt x="78049" y="1"/>
                  <a:pt x="87335" y="9289"/>
                  <a:pt x="87333" y="20744"/>
                </a:cubicBezTo>
                <a:cubicBezTo>
                  <a:pt x="87332" y="32198"/>
                  <a:pt x="78046" y="41483"/>
                  <a:pt x="66592" y="41483"/>
                </a:cubicBezTo>
                <a:lnTo>
                  <a:pt x="52662" y="41483"/>
                </a:lnTo>
                <a:cubicBezTo>
                  <a:pt x="48907" y="41491"/>
                  <a:pt x="45857" y="38452"/>
                  <a:pt x="45850" y="34698"/>
                </a:cubicBezTo>
                <a:cubicBezTo>
                  <a:pt x="45850" y="34690"/>
                  <a:pt x="45850" y="34682"/>
                  <a:pt x="45850" y="34674"/>
                </a:cubicBezTo>
                <a:lnTo>
                  <a:pt x="45850" y="20742"/>
                </a:lnTo>
                <a:close/>
                <a:moveTo>
                  <a:pt x="66592" y="37149"/>
                </a:moveTo>
                <a:cubicBezTo>
                  <a:pt x="75653" y="37149"/>
                  <a:pt x="82999" y="29803"/>
                  <a:pt x="82999" y="20742"/>
                </a:cubicBezTo>
                <a:cubicBezTo>
                  <a:pt x="82999" y="11680"/>
                  <a:pt x="75653" y="4334"/>
                  <a:pt x="66592" y="4334"/>
                </a:cubicBezTo>
                <a:cubicBezTo>
                  <a:pt x="57530" y="4334"/>
                  <a:pt x="50184" y="11680"/>
                  <a:pt x="50184" y="20742"/>
                </a:cubicBezTo>
                <a:lnTo>
                  <a:pt x="50184" y="34674"/>
                </a:lnTo>
                <a:cubicBezTo>
                  <a:pt x="50184" y="36049"/>
                  <a:pt x="51282" y="37149"/>
                  <a:pt x="52660" y="37149"/>
                </a:cubicBezTo>
                <a:lnTo>
                  <a:pt x="66592" y="37149"/>
                </a:lnTo>
                <a:close/>
                <a:moveTo>
                  <a:pt x="37149" y="20742"/>
                </a:moveTo>
                <a:cubicBezTo>
                  <a:pt x="37149" y="11680"/>
                  <a:pt x="29803" y="4334"/>
                  <a:pt x="20742" y="4334"/>
                </a:cubicBezTo>
                <a:cubicBezTo>
                  <a:pt x="11680" y="4334"/>
                  <a:pt x="4334" y="11680"/>
                  <a:pt x="4334" y="20742"/>
                </a:cubicBezTo>
                <a:cubicBezTo>
                  <a:pt x="4334" y="29803"/>
                  <a:pt x="11680" y="37149"/>
                  <a:pt x="20742" y="37149"/>
                </a:cubicBezTo>
                <a:lnTo>
                  <a:pt x="34674" y="37149"/>
                </a:lnTo>
                <a:cubicBezTo>
                  <a:pt x="36051" y="37149"/>
                  <a:pt x="37149" y="36049"/>
                  <a:pt x="37149" y="34674"/>
                </a:cubicBezTo>
                <a:lnTo>
                  <a:pt x="37149" y="20742"/>
                </a:lnTo>
                <a:close/>
                <a:moveTo>
                  <a:pt x="20742" y="41483"/>
                </a:moveTo>
                <a:cubicBezTo>
                  <a:pt x="9286" y="41483"/>
                  <a:pt x="0" y="32197"/>
                  <a:pt x="0" y="20742"/>
                </a:cubicBezTo>
                <a:cubicBezTo>
                  <a:pt x="0" y="9286"/>
                  <a:pt x="9286" y="0"/>
                  <a:pt x="20742" y="0"/>
                </a:cubicBezTo>
                <a:cubicBezTo>
                  <a:pt x="32197" y="0"/>
                  <a:pt x="41483" y="9286"/>
                  <a:pt x="41483" y="20742"/>
                </a:cubicBezTo>
                <a:lnTo>
                  <a:pt x="41483" y="34674"/>
                </a:lnTo>
                <a:cubicBezTo>
                  <a:pt x="41489" y="38428"/>
                  <a:pt x="38450" y="41477"/>
                  <a:pt x="34695" y="41483"/>
                </a:cubicBezTo>
                <a:cubicBezTo>
                  <a:pt x="34688" y="41483"/>
                  <a:pt x="34681" y="41483"/>
                  <a:pt x="34674" y="41483"/>
                </a:cubicBezTo>
                <a:lnTo>
                  <a:pt x="20742" y="41483"/>
                </a:lnTo>
                <a:close/>
              </a:path>
            </a:pathLst>
          </a:custGeom>
          <a:solidFill>
            <a:schemeClr val="accent1"/>
          </a:solidFill>
          <a:ln w="102" cap="flat">
            <a:solidFill>
              <a:schemeClr val="accent1"/>
            </a:solidFill>
            <a:prstDash val="solid"/>
            <a:miter/>
          </a:ln>
        </p:spPr>
        <p:txBody>
          <a:bodyPr rtlCol="0" anchor="ctr"/>
          <a:lstStyle/>
          <a:p>
            <a:endParaRPr lang="zh-CN" altLang="en-US" dirty="0"/>
          </a:p>
        </p:txBody>
      </p:sp>
      <p:grpSp>
        <p:nvGrpSpPr>
          <p:cNvPr id="385" name="组合 384">
            <a:extLst>
              <a:ext uri="{FF2B5EF4-FFF2-40B4-BE49-F238E27FC236}">
                <a16:creationId xmlns:a16="http://schemas.microsoft.com/office/drawing/2014/main" id="{A4E873FE-1F13-F710-7434-7072FD24E209}"/>
              </a:ext>
            </a:extLst>
          </p:cNvPr>
          <p:cNvGrpSpPr/>
          <p:nvPr/>
        </p:nvGrpSpPr>
        <p:grpSpPr>
          <a:xfrm>
            <a:off x="6564413" y="5654675"/>
            <a:ext cx="112764" cy="125450"/>
            <a:chOff x="5511294" y="5568230"/>
            <a:chExt cx="89389" cy="99446"/>
          </a:xfrm>
          <a:solidFill>
            <a:schemeClr val="accent1"/>
          </a:solidFill>
        </p:grpSpPr>
        <p:sp>
          <p:nvSpPr>
            <p:cNvPr id="386" name="任意多边形: 形状 385">
              <a:extLst>
                <a:ext uri="{FF2B5EF4-FFF2-40B4-BE49-F238E27FC236}">
                  <a16:creationId xmlns:a16="http://schemas.microsoft.com/office/drawing/2014/main" id="{58057057-F38E-68FF-5E47-1385CCD81DBC}"/>
                </a:ext>
              </a:extLst>
            </p:cNvPr>
            <p:cNvSpPr/>
            <p:nvPr/>
          </p:nvSpPr>
          <p:spPr>
            <a:xfrm>
              <a:off x="5511294" y="5603841"/>
              <a:ext cx="89389" cy="63835"/>
            </a:xfrm>
            <a:custGeom>
              <a:avLst/>
              <a:gdLst>
                <a:gd name="connsiteX0" fmla="*/ 79673 w 89389"/>
                <a:gd name="connsiteY0" fmla="*/ 63836 h 63835"/>
                <a:gd name="connsiteX1" fmla="*/ 9716 w 89389"/>
                <a:gd name="connsiteY1" fmla="*/ 63836 h 63835"/>
                <a:gd name="connsiteX2" fmla="*/ 0 w 89389"/>
                <a:gd name="connsiteY2" fmla="*/ 54120 h 63835"/>
                <a:gd name="connsiteX3" fmla="*/ 0 w 89389"/>
                <a:gd name="connsiteY3" fmla="*/ 9716 h 63835"/>
                <a:gd name="connsiteX4" fmla="*/ 9716 w 89389"/>
                <a:gd name="connsiteY4" fmla="*/ 0 h 63835"/>
                <a:gd name="connsiteX5" fmla="*/ 79673 w 89389"/>
                <a:gd name="connsiteY5" fmla="*/ 0 h 63835"/>
                <a:gd name="connsiteX6" fmla="*/ 89390 w 89389"/>
                <a:gd name="connsiteY6" fmla="*/ 9716 h 63835"/>
                <a:gd name="connsiteX7" fmla="*/ 89390 w 89389"/>
                <a:gd name="connsiteY7" fmla="*/ 54120 h 63835"/>
                <a:gd name="connsiteX8" fmla="*/ 79673 w 89389"/>
                <a:gd name="connsiteY8" fmla="*/ 63836 h 63835"/>
                <a:gd name="connsiteX9" fmla="*/ 9716 w 89389"/>
                <a:gd name="connsiteY9" fmla="*/ 7773 h 63835"/>
                <a:gd name="connsiteX10" fmla="*/ 7773 w 89389"/>
                <a:gd name="connsiteY10" fmla="*/ 9716 h 63835"/>
                <a:gd name="connsiteX11" fmla="*/ 7773 w 89389"/>
                <a:gd name="connsiteY11" fmla="*/ 54120 h 63835"/>
                <a:gd name="connsiteX12" fmla="*/ 9716 w 89389"/>
                <a:gd name="connsiteY12" fmla="*/ 56063 h 63835"/>
                <a:gd name="connsiteX13" fmla="*/ 79673 w 89389"/>
                <a:gd name="connsiteY13" fmla="*/ 56063 h 63835"/>
                <a:gd name="connsiteX14" fmla="*/ 81617 w 89389"/>
                <a:gd name="connsiteY14" fmla="*/ 54120 h 63835"/>
                <a:gd name="connsiteX15" fmla="*/ 81617 w 89389"/>
                <a:gd name="connsiteY15" fmla="*/ 9716 h 63835"/>
                <a:gd name="connsiteX16" fmla="*/ 79673 w 89389"/>
                <a:gd name="connsiteY16" fmla="*/ 7773 h 6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389" h="63835">
                  <a:moveTo>
                    <a:pt x="79673" y="63836"/>
                  </a:moveTo>
                  <a:lnTo>
                    <a:pt x="9716" y="63836"/>
                  </a:lnTo>
                  <a:cubicBezTo>
                    <a:pt x="4350" y="63836"/>
                    <a:pt x="0" y="59486"/>
                    <a:pt x="0" y="54120"/>
                  </a:cubicBezTo>
                  <a:lnTo>
                    <a:pt x="0" y="9716"/>
                  </a:lnTo>
                  <a:cubicBezTo>
                    <a:pt x="0" y="4350"/>
                    <a:pt x="4350" y="0"/>
                    <a:pt x="9716" y="0"/>
                  </a:cubicBezTo>
                  <a:lnTo>
                    <a:pt x="79673" y="0"/>
                  </a:lnTo>
                  <a:cubicBezTo>
                    <a:pt x="85040" y="0"/>
                    <a:pt x="89390" y="4350"/>
                    <a:pt x="89390" y="9716"/>
                  </a:cubicBezTo>
                  <a:lnTo>
                    <a:pt x="89390" y="54120"/>
                  </a:lnTo>
                  <a:cubicBezTo>
                    <a:pt x="89390" y="59486"/>
                    <a:pt x="85040" y="63836"/>
                    <a:pt x="79673" y="63836"/>
                  </a:cubicBezTo>
                  <a:close/>
                  <a:moveTo>
                    <a:pt x="9716" y="7773"/>
                  </a:moveTo>
                  <a:cubicBezTo>
                    <a:pt x="8643" y="7773"/>
                    <a:pt x="7773" y="8643"/>
                    <a:pt x="7773" y="9716"/>
                  </a:cubicBezTo>
                  <a:lnTo>
                    <a:pt x="7773" y="54120"/>
                  </a:lnTo>
                  <a:cubicBezTo>
                    <a:pt x="7773" y="55193"/>
                    <a:pt x="8643" y="56063"/>
                    <a:pt x="9716" y="56063"/>
                  </a:cubicBezTo>
                  <a:lnTo>
                    <a:pt x="79673" y="56063"/>
                  </a:lnTo>
                  <a:cubicBezTo>
                    <a:pt x="80747" y="56063"/>
                    <a:pt x="81617" y="55193"/>
                    <a:pt x="81617" y="54120"/>
                  </a:cubicBezTo>
                  <a:lnTo>
                    <a:pt x="81617" y="9716"/>
                  </a:lnTo>
                  <a:cubicBezTo>
                    <a:pt x="81617" y="8643"/>
                    <a:pt x="80747" y="7773"/>
                    <a:pt x="79673" y="7773"/>
                  </a:cubicBezTo>
                  <a:close/>
                </a:path>
              </a:pathLst>
            </a:custGeom>
            <a:grpFill/>
            <a:ln w="93" cap="flat">
              <a:noFill/>
              <a:prstDash val="solid"/>
              <a:miter/>
            </a:ln>
          </p:spPr>
          <p:txBody>
            <a:bodyPr rtlCol="0" anchor="ctr"/>
            <a:lstStyle/>
            <a:p>
              <a:endParaRPr lang="zh-CN" altLang="en-US"/>
            </a:p>
          </p:txBody>
        </p:sp>
        <p:sp>
          <p:nvSpPr>
            <p:cNvPr id="387" name="任意多边形: 形状 386">
              <a:extLst>
                <a:ext uri="{FF2B5EF4-FFF2-40B4-BE49-F238E27FC236}">
                  <a16:creationId xmlns:a16="http://schemas.microsoft.com/office/drawing/2014/main" id="{ED5F80D1-9865-18DE-F07E-104419EF5A8D}"/>
                </a:ext>
              </a:extLst>
            </p:cNvPr>
            <p:cNvSpPr/>
            <p:nvPr/>
          </p:nvSpPr>
          <p:spPr>
            <a:xfrm>
              <a:off x="5529463" y="5568230"/>
              <a:ext cx="53147" cy="86717"/>
            </a:xfrm>
            <a:custGeom>
              <a:avLst/>
              <a:gdLst>
                <a:gd name="connsiteX0" fmla="*/ 26525 w 53147"/>
                <a:gd name="connsiteY0" fmla="*/ 86718 h 86717"/>
                <a:gd name="connsiteX1" fmla="*/ 18169 w 53147"/>
                <a:gd name="connsiteY1" fmla="*/ 78362 h 86717"/>
                <a:gd name="connsiteX2" fmla="*/ 18169 w 53147"/>
                <a:gd name="connsiteY2" fmla="*/ 68548 h 86717"/>
                <a:gd name="connsiteX3" fmla="*/ 10400 w 53147"/>
                <a:gd name="connsiteY3" fmla="*/ 58230 h 86717"/>
                <a:gd name="connsiteX4" fmla="*/ 19821 w 53147"/>
                <a:gd name="connsiteY4" fmla="*/ 50379 h 86717"/>
                <a:gd name="connsiteX5" fmla="*/ 33230 w 53147"/>
                <a:gd name="connsiteY5" fmla="*/ 50379 h 86717"/>
                <a:gd name="connsiteX6" fmla="*/ 42732 w 53147"/>
                <a:gd name="connsiteY6" fmla="*/ 59127 h 86717"/>
                <a:gd name="connsiteX7" fmla="*/ 34881 w 53147"/>
                <a:gd name="connsiteY7" fmla="*/ 68548 h 86717"/>
                <a:gd name="connsiteX8" fmla="*/ 34881 w 53147"/>
                <a:gd name="connsiteY8" fmla="*/ 78362 h 86717"/>
                <a:gd name="connsiteX9" fmla="*/ 26525 w 53147"/>
                <a:gd name="connsiteY9" fmla="*/ 86718 h 86717"/>
                <a:gd name="connsiteX10" fmla="*/ 19821 w 53147"/>
                <a:gd name="connsiteY10" fmla="*/ 58152 h 86717"/>
                <a:gd name="connsiteX11" fmla="*/ 18461 w 53147"/>
                <a:gd name="connsiteY11" fmla="*/ 59512 h 86717"/>
                <a:gd name="connsiteX12" fmla="*/ 19821 w 53147"/>
                <a:gd name="connsiteY12" fmla="*/ 60872 h 86717"/>
                <a:gd name="connsiteX13" fmla="*/ 22056 w 53147"/>
                <a:gd name="connsiteY13" fmla="*/ 60872 h 86717"/>
                <a:gd name="connsiteX14" fmla="*/ 25942 w 53147"/>
                <a:gd name="connsiteY14" fmla="*/ 64759 h 86717"/>
                <a:gd name="connsiteX15" fmla="*/ 25942 w 53147"/>
                <a:gd name="connsiteY15" fmla="*/ 78362 h 86717"/>
                <a:gd name="connsiteX16" fmla="*/ 26525 w 53147"/>
                <a:gd name="connsiteY16" fmla="*/ 78945 h 86717"/>
                <a:gd name="connsiteX17" fmla="*/ 27108 w 53147"/>
                <a:gd name="connsiteY17" fmla="*/ 78362 h 86717"/>
                <a:gd name="connsiteX18" fmla="*/ 27108 w 53147"/>
                <a:gd name="connsiteY18" fmla="*/ 64759 h 86717"/>
                <a:gd name="connsiteX19" fmla="*/ 30995 w 53147"/>
                <a:gd name="connsiteY19" fmla="*/ 60872 h 86717"/>
                <a:gd name="connsiteX20" fmla="*/ 33230 w 53147"/>
                <a:gd name="connsiteY20" fmla="*/ 60872 h 86717"/>
                <a:gd name="connsiteX21" fmla="*/ 34590 w 53147"/>
                <a:gd name="connsiteY21" fmla="*/ 59512 h 86717"/>
                <a:gd name="connsiteX22" fmla="*/ 33230 w 53147"/>
                <a:gd name="connsiteY22" fmla="*/ 58152 h 86717"/>
                <a:gd name="connsiteX23" fmla="*/ 49164 w 53147"/>
                <a:gd name="connsiteY23" fmla="*/ 40954 h 86717"/>
                <a:gd name="connsiteX24" fmla="*/ 45278 w 53147"/>
                <a:gd name="connsiteY24" fmla="*/ 37068 h 86717"/>
                <a:gd name="connsiteX25" fmla="*/ 45278 w 53147"/>
                <a:gd name="connsiteY25" fmla="*/ 26574 h 86717"/>
                <a:gd name="connsiteX26" fmla="*/ 26525 w 53147"/>
                <a:gd name="connsiteY26" fmla="*/ 7822 h 86717"/>
                <a:gd name="connsiteX27" fmla="*/ 7773 w 53147"/>
                <a:gd name="connsiteY27" fmla="*/ 26574 h 86717"/>
                <a:gd name="connsiteX28" fmla="*/ 7773 w 53147"/>
                <a:gd name="connsiteY28" fmla="*/ 37068 h 86717"/>
                <a:gd name="connsiteX29" fmla="*/ 3887 w 53147"/>
                <a:gd name="connsiteY29" fmla="*/ 40954 h 86717"/>
                <a:gd name="connsiteX30" fmla="*/ 0 w 53147"/>
                <a:gd name="connsiteY30" fmla="*/ 37068 h 86717"/>
                <a:gd name="connsiteX31" fmla="*/ 0 w 53147"/>
                <a:gd name="connsiteY31" fmla="*/ 26574 h 86717"/>
                <a:gd name="connsiteX32" fmla="*/ 26574 w 53147"/>
                <a:gd name="connsiteY32" fmla="*/ 0 h 86717"/>
                <a:gd name="connsiteX33" fmla="*/ 53148 w 53147"/>
                <a:gd name="connsiteY33" fmla="*/ 26574 h 86717"/>
                <a:gd name="connsiteX34" fmla="*/ 53148 w 53147"/>
                <a:gd name="connsiteY34" fmla="*/ 37068 h 86717"/>
                <a:gd name="connsiteX35" fmla="*/ 49263 w 53147"/>
                <a:gd name="connsiteY35" fmla="*/ 40955 h 86717"/>
                <a:gd name="connsiteX36" fmla="*/ 49164 w 53147"/>
                <a:gd name="connsiteY36" fmla="*/ 40954 h 8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3147" h="86717">
                  <a:moveTo>
                    <a:pt x="26525" y="86718"/>
                  </a:moveTo>
                  <a:cubicBezTo>
                    <a:pt x="21911" y="86718"/>
                    <a:pt x="18169" y="82977"/>
                    <a:pt x="18169" y="78362"/>
                  </a:cubicBezTo>
                  <a:lnTo>
                    <a:pt x="18169" y="68548"/>
                  </a:lnTo>
                  <a:cubicBezTo>
                    <a:pt x="13175" y="67844"/>
                    <a:pt x="9696" y="63225"/>
                    <a:pt x="10400" y="58230"/>
                  </a:cubicBezTo>
                  <a:cubicBezTo>
                    <a:pt x="11055" y="53580"/>
                    <a:pt x="15130" y="50185"/>
                    <a:pt x="19821" y="50379"/>
                  </a:cubicBezTo>
                  <a:lnTo>
                    <a:pt x="33230" y="50379"/>
                  </a:lnTo>
                  <a:cubicBezTo>
                    <a:pt x="38270" y="50171"/>
                    <a:pt x="42524" y="54087"/>
                    <a:pt x="42732" y="59127"/>
                  </a:cubicBezTo>
                  <a:cubicBezTo>
                    <a:pt x="42926" y="63819"/>
                    <a:pt x="39531" y="67893"/>
                    <a:pt x="34881" y="68548"/>
                  </a:cubicBezTo>
                  <a:lnTo>
                    <a:pt x="34881" y="78362"/>
                  </a:lnTo>
                  <a:cubicBezTo>
                    <a:pt x="34881" y="82977"/>
                    <a:pt x="31140" y="86718"/>
                    <a:pt x="26525" y="86718"/>
                  </a:cubicBezTo>
                  <a:close/>
                  <a:moveTo>
                    <a:pt x="19821" y="58152"/>
                  </a:moveTo>
                  <a:cubicBezTo>
                    <a:pt x="19070" y="58152"/>
                    <a:pt x="18461" y="58761"/>
                    <a:pt x="18461" y="59512"/>
                  </a:cubicBezTo>
                  <a:cubicBezTo>
                    <a:pt x="18461" y="60263"/>
                    <a:pt x="19070" y="60872"/>
                    <a:pt x="19821" y="60872"/>
                  </a:cubicBezTo>
                  <a:lnTo>
                    <a:pt x="22056" y="60872"/>
                  </a:lnTo>
                  <a:cubicBezTo>
                    <a:pt x="24202" y="60872"/>
                    <a:pt x="25942" y="62612"/>
                    <a:pt x="25942" y="64759"/>
                  </a:cubicBezTo>
                  <a:lnTo>
                    <a:pt x="25942" y="78362"/>
                  </a:lnTo>
                  <a:cubicBezTo>
                    <a:pt x="25942" y="78684"/>
                    <a:pt x="26203" y="78945"/>
                    <a:pt x="26525" y="78945"/>
                  </a:cubicBezTo>
                  <a:cubicBezTo>
                    <a:pt x="26847" y="78945"/>
                    <a:pt x="27108" y="78684"/>
                    <a:pt x="27108" y="78362"/>
                  </a:cubicBezTo>
                  <a:lnTo>
                    <a:pt x="27108" y="64759"/>
                  </a:lnTo>
                  <a:cubicBezTo>
                    <a:pt x="27108" y="62612"/>
                    <a:pt x="28848" y="60872"/>
                    <a:pt x="30995" y="60872"/>
                  </a:cubicBezTo>
                  <a:lnTo>
                    <a:pt x="33230" y="60872"/>
                  </a:lnTo>
                  <a:cubicBezTo>
                    <a:pt x="33981" y="60872"/>
                    <a:pt x="34590" y="60263"/>
                    <a:pt x="34590" y="59512"/>
                  </a:cubicBezTo>
                  <a:cubicBezTo>
                    <a:pt x="34590" y="58761"/>
                    <a:pt x="33981" y="58152"/>
                    <a:pt x="33230" y="58152"/>
                  </a:cubicBezTo>
                  <a:close/>
                  <a:moveTo>
                    <a:pt x="49164" y="40954"/>
                  </a:moveTo>
                  <a:cubicBezTo>
                    <a:pt x="47018" y="40954"/>
                    <a:pt x="45278" y="39214"/>
                    <a:pt x="45278" y="37068"/>
                  </a:cubicBezTo>
                  <a:lnTo>
                    <a:pt x="45278" y="26574"/>
                  </a:lnTo>
                  <a:cubicBezTo>
                    <a:pt x="45278" y="16178"/>
                    <a:pt x="36825" y="7822"/>
                    <a:pt x="26525" y="7822"/>
                  </a:cubicBezTo>
                  <a:cubicBezTo>
                    <a:pt x="16226" y="7822"/>
                    <a:pt x="7773" y="16275"/>
                    <a:pt x="7773" y="26574"/>
                  </a:cubicBezTo>
                  <a:lnTo>
                    <a:pt x="7773" y="37068"/>
                  </a:lnTo>
                  <a:cubicBezTo>
                    <a:pt x="7773" y="39214"/>
                    <a:pt x="6033" y="40954"/>
                    <a:pt x="3887" y="40954"/>
                  </a:cubicBezTo>
                  <a:cubicBezTo>
                    <a:pt x="1740" y="40954"/>
                    <a:pt x="0" y="39214"/>
                    <a:pt x="0" y="37068"/>
                  </a:cubicBezTo>
                  <a:lnTo>
                    <a:pt x="0" y="26574"/>
                  </a:lnTo>
                  <a:cubicBezTo>
                    <a:pt x="0" y="11898"/>
                    <a:pt x="11898" y="0"/>
                    <a:pt x="26574" y="0"/>
                  </a:cubicBezTo>
                  <a:cubicBezTo>
                    <a:pt x="41250" y="0"/>
                    <a:pt x="53148" y="11898"/>
                    <a:pt x="53148" y="26574"/>
                  </a:cubicBezTo>
                  <a:lnTo>
                    <a:pt x="53148" y="37068"/>
                  </a:lnTo>
                  <a:cubicBezTo>
                    <a:pt x="53149" y="39214"/>
                    <a:pt x="51409" y="40955"/>
                    <a:pt x="49263" y="40955"/>
                  </a:cubicBezTo>
                  <a:cubicBezTo>
                    <a:pt x="49230" y="40955"/>
                    <a:pt x="49197" y="40955"/>
                    <a:pt x="49164" y="40954"/>
                  </a:cubicBezTo>
                  <a:close/>
                </a:path>
              </a:pathLst>
            </a:custGeom>
            <a:grpFill/>
            <a:ln w="93" cap="flat">
              <a:noFill/>
              <a:prstDash val="solid"/>
              <a:miter/>
            </a:ln>
          </p:spPr>
          <p:txBody>
            <a:bodyPr rtlCol="0" anchor="ctr"/>
            <a:lstStyle/>
            <a:p>
              <a:endParaRPr lang="zh-CN" altLang="en-US"/>
            </a:p>
          </p:txBody>
        </p:sp>
      </p:grpSp>
      <p:sp>
        <p:nvSpPr>
          <p:cNvPr id="388" name="图形 275">
            <a:extLst>
              <a:ext uri="{FF2B5EF4-FFF2-40B4-BE49-F238E27FC236}">
                <a16:creationId xmlns:a16="http://schemas.microsoft.com/office/drawing/2014/main" id="{C1966477-3AC6-8697-3B65-133538D61812}"/>
              </a:ext>
            </a:extLst>
          </p:cNvPr>
          <p:cNvSpPr/>
          <p:nvPr/>
        </p:nvSpPr>
        <p:spPr>
          <a:xfrm>
            <a:off x="7540979" y="5571200"/>
            <a:ext cx="112594" cy="116996"/>
          </a:xfrm>
          <a:custGeom>
            <a:avLst/>
            <a:gdLst>
              <a:gd name="connsiteX0" fmla="*/ 2992 w 62936"/>
              <a:gd name="connsiteY0" fmla="*/ 26395 h 65396"/>
              <a:gd name="connsiteX1" fmla="*/ 7751 w 62936"/>
              <a:gd name="connsiteY1" fmla="*/ 24187 h 65396"/>
              <a:gd name="connsiteX2" fmla="*/ 7819 w 62936"/>
              <a:gd name="connsiteY2" fmla="*/ 23982 h 65396"/>
              <a:gd name="connsiteX3" fmla="*/ 19574 w 62936"/>
              <a:gd name="connsiteY3" fmla="*/ 10171 h 65396"/>
              <a:gd name="connsiteX4" fmla="*/ 37452 w 62936"/>
              <a:gd name="connsiteY4" fmla="*/ 9009 h 65396"/>
              <a:gd name="connsiteX5" fmla="*/ 48491 w 62936"/>
              <a:gd name="connsiteY5" fmla="*/ 16965 h 65396"/>
              <a:gd name="connsiteX6" fmla="*/ 46301 w 62936"/>
              <a:gd name="connsiteY6" fmla="*/ 16473 h 65396"/>
              <a:gd name="connsiteX7" fmla="*/ 41845 w 62936"/>
              <a:gd name="connsiteY7" fmla="*/ 19359 h 65396"/>
              <a:gd name="connsiteX8" fmla="*/ 41832 w 62936"/>
              <a:gd name="connsiteY8" fmla="*/ 19423 h 65396"/>
              <a:gd name="connsiteX9" fmla="*/ 44871 w 62936"/>
              <a:gd name="connsiteY9" fmla="*/ 24116 h 65396"/>
              <a:gd name="connsiteX10" fmla="*/ 55598 w 62936"/>
              <a:gd name="connsiteY10" fmla="*/ 26619 h 65396"/>
              <a:gd name="connsiteX11" fmla="*/ 60067 w 62936"/>
              <a:gd name="connsiteY11" fmla="*/ 24071 h 65396"/>
              <a:gd name="connsiteX12" fmla="*/ 62749 w 62936"/>
              <a:gd name="connsiteY12" fmla="*/ 14730 h 65396"/>
              <a:gd name="connsiteX13" fmla="*/ 60246 w 62936"/>
              <a:gd name="connsiteY13" fmla="*/ 9724 h 65396"/>
              <a:gd name="connsiteX14" fmla="*/ 55458 w 62936"/>
              <a:gd name="connsiteY14" fmla="*/ 12020 h 65396"/>
              <a:gd name="connsiteX15" fmla="*/ 55419 w 62936"/>
              <a:gd name="connsiteY15" fmla="*/ 12138 h 65396"/>
              <a:gd name="connsiteX16" fmla="*/ 55240 w 62936"/>
              <a:gd name="connsiteY16" fmla="*/ 13300 h 65396"/>
              <a:gd name="connsiteX17" fmla="*/ 39776 w 62936"/>
              <a:gd name="connsiteY17" fmla="*/ 1679 h 65396"/>
              <a:gd name="connsiteX18" fmla="*/ 16043 w 62936"/>
              <a:gd name="connsiteY18" fmla="*/ 3199 h 65396"/>
              <a:gd name="connsiteX19" fmla="*/ 490 w 62936"/>
              <a:gd name="connsiteY19" fmla="*/ 21524 h 65396"/>
              <a:gd name="connsiteX20" fmla="*/ 2992 w 62936"/>
              <a:gd name="connsiteY20" fmla="*/ 26395 h 65396"/>
              <a:gd name="connsiteX21" fmla="*/ 60291 w 62936"/>
              <a:gd name="connsiteY21" fmla="*/ 38865 h 65396"/>
              <a:gd name="connsiteX22" fmla="*/ 55477 w 62936"/>
              <a:gd name="connsiteY22" fmla="*/ 41106 h 65396"/>
              <a:gd name="connsiteX23" fmla="*/ 55419 w 62936"/>
              <a:gd name="connsiteY23" fmla="*/ 41279 h 65396"/>
              <a:gd name="connsiteX24" fmla="*/ 43664 w 62936"/>
              <a:gd name="connsiteY24" fmla="*/ 55089 h 65396"/>
              <a:gd name="connsiteX25" fmla="*/ 25787 w 62936"/>
              <a:gd name="connsiteY25" fmla="*/ 56296 h 65396"/>
              <a:gd name="connsiteX26" fmla="*/ 14747 w 62936"/>
              <a:gd name="connsiteY26" fmla="*/ 48340 h 65396"/>
              <a:gd name="connsiteX27" fmla="*/ 16937 w 62936"/>
              <a:gd name="connsiteY27" fmla="*/ 48832 h 65396"/>
              <a:gd name="connsiteX28" fmla="*/ 21375 w 62936"/>
              <a:gd name="connsiteY28" fmla="*/ 46035 h 65396"/>
              <a:gd name="connsiteX29" fmla="*/ 21407 w 62936"/>
              <a:gd name="connsiteY29" fmla="*/ 45882 h 65396"/>
              <a:gd name="connsiteX30" fmla="*/ 18367 w 62936"/>
              <a:gd name="connsiteY30" fmla="*/ 41189 h 65396"/>
              <a:gd name="connsiteX31" fmla="*/ 7641 w 62936"/>
              <a:gd name="connsiteY31" fmla="*/ 38686 h 65396"/>
              <a:gd name="connsiteX32" fmla="*/ 3171 w 62936"/>
              <a:gd name="connsiteY32" fmla="*/ 41234 h 65396"/>
              <a:gd name="connsiteX33" fmla="*/ 177 w 62936"/>
              <a:gd name="connsiteY33" fmla="*/ 50530 h 65396"/>
              <a:gd name="connsiteX34" fmla="*/ 2680 w 62936"/>
              <a:gd name="connsiteY34" fmla="*/ 55536 h 65396"/>
              <a:gd name="connsiteX35" fmla="*/ 7438 w 62936"/>
              <a:gd name="connsiteY35" fmla="*/ 53328 h 65396"/>
              <a:gd name="connsiteX36" fmla="*/ 7507 w 62936"/>
              <a:gd name="connsiteY36" fmla="*/ 53123 h 65396"/>
              <a:gd name="connsiteX37" fmla="*/ 7819 w 62936"/>
              <a:gd name="connsiteY37" fmla="*/ 52095 h 65396"/>
              <a:gd name="connsiteX38" fmla="*/ 23284 w 62936"/>
              <a:gd name="connsiteY38" fmla="*/ 63715 h 65396"/>
              <a:gd name="connsiteX39" fmla="*/ 47061 w 62936"/>
              <a:gd name="connsiteY39" fmla="*/ 62196 h 65396"/>
              <a:gd name="connsiteX40" fmla="*/ 62749 w 62936"/>
              <a:gd name="connsiteY40" fmla="*/ 43871 h 65396"/>
              <a:gd name="connsiteX41" fmla="*/ 60291 w 62936"/>
              <a:gd name="connsiteY41" fmla="*/ 38865 h 65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2936" h="65396">
                <a:moveTo>
                  <a:pt x="2992" y="26395"/>
                </a:moveTo>
                <a:cubicBezTo>
                  <a:pt x="4916" y="27100"/>
                  <a:pt x="7047" y="26111"/>
                  <a:pt x="7751" y="24187"/>
                </a:cubicBezTo>
                <a:cubicBezTo>
                  <a:pt x="7776" y="24119"/>
                  <a:pt x="7799" y="24051"/>
                  <a:pt x="7819" y="23982"/>
                </a:cubicBezTo>
                <a:cubicBezTo>
                  <a:pt x="9764" y="18009"/>
                  <a:pt x="13988" y="13045"/>
                  <a:pt x="19574" y="10171"/>
                </a:cubicBezTo>
                <a:cubicBezTo>
                  <a:pt x="25144" y="7430"/>
                  <a:pt x="31574" y="7012"/>
                  <a:pt x="37452" y="9009"/>
                </a:cubicBezTo>
                <a:cubicBezTo>
                  <a:pt x="41781" y="10619"/>
                  <a:pt x="45595" y="13368"/>
                  <a:pt x="48491" y="16965"/>
                </a:cubicBezTo>
                <a:lnTo>
                  <a:pt x="46301" y="16473"/>
                </a:lnTo>
                <a:cubicBezTo>
                  <a:pt x="44274" y="16040"/>
                  <a:pt x="42279" y="17332"/>
                  <a:pt x="41845" y="19359"/>
                </a:cubicBezTo>
                <a:cubicBezTo>
                  <a:pt x="41840" y="19381"/>
                  <a:pt x="41836" y="19402"/>
                  <a:pt x="41832" y="19423"/>
                </a:cubicBezTo>
                <a:cubicBezTo>
                  <a:pt x="41439" y="21546"/>
                  <a:pt x="42773" y="23606"/>
                  <a:pt x="44871" y="24116"/>
                </a:cubicBezTo>
                <a:lnTo>
                  <a:pt x="55598" y="26619"/>
                </a:lnTo>
                <a:cubicBezTo>
                  <a:pt x="57527" y="27084"/>
                  <a:pt x="59485" y="25968"/>
                  <a:pt x="60067" y="24071"/>
                </a:cubicBezTo>
                <a:lnTo>
                  <a:pt x="62749" y="14730"/>
                </a:lnTo>
                <a:cubicBezTo>
                  <a:pt x="63402" y="12659"/>
                  <a:pt x="62295" y="10444"/>
                  <a:pt x="60246" y="9724"/>
                </a:cubicBezTo>
                <a:cubicBezTo>
                  <a:pt x="58290" y="9036"/>
                  <a:pt x="56147" y="10064"/>
                  <a:pt x="55458" y="12020"/>
                </a:cubicBezTo>
                <a:cubicBezTo>
                  <a:pt x="55445" y="12059"/>
                  <a:pt x="55432" y="12098"/>
                  <a:pt x="55419" y="12138"/>
                </a:cubicBezTo>
                <a:lnTo>
                  <a:pt x="55240" y="13300"/>
                </a:lnTo>
                <a:cubicBezTo>
                  <a:pt x="51334" y="7996"/>
                  <a:pt x="45957" y="3956"/>
                  <a:pt x="39776" y="1679"/>
                </a:cubicBezTo>
                <a:cubicBezTo>
                  <a:pt x="31979" y="-1002"/>
                  <a:pt x="23434" y="-455"/>
                  <a:pt x="16043" y="3199"/>
                </a:cubicBezTo>
                <a:cubicBezTo>
                  <a:pt x="8626" y="6993"/>
                  <a:pt x="3027" y="13588"/>
                  <a:pt x="490" y="21524"/>
                </a:cubicBezTo>
                <a:cubicBezTo>
                  <a:pt x="-81" y="23552"/>
                  <a:pt x="1011" y="25678"/>
                  <a:pt x="2992" y="26395"/>
                </a:cubicBezTo>
                <a:close/>
                <a:moveTo>
                  <a:pt x="60291" y="38865"/>
                </a:moveTo>
                <a:cubicBezTo>
                  <a:pt x="58343" y="38155"/>
                  <a:pt x="56188" y="39158"/>
                  <a:pt x="55477" y="41106"/>
                </a:cubicBezTo>
                <a:cubicBezTo>
                  <a:pt x="55457" y="41163"/>
                  <a:pt x="55437" y="41221"/>
                  <a:pt x="55419" y="41279"/>
                </a:cubicBezTo>
                <a:cubicBezTo>
                  <a:pt x="53471" y="47249"/>
                  <a:pt x="49247" y="52212"/>
                  <a:pt x="43664" y="55089"/>
                </a:cubicBezTo>
                <a:cubicBezTo>
                  <a:pt x="38105" y="57860"/>
                  <a:pt x="31668" y="58294"/>
                  <a:pt x="25787" y="56296"/>
                </a:cubicBezTo>
                <a:cubicBezTo>
                  <a:pt x="21451" y="54698"/>
                  <a:pt x="17634" y="51947"/>
                  <a:pt x="14747" y="48340"/>
                </a:cubicBezTo>
                <a:lnTo>
                  <a:pt x="16937" y="48832"/>
                </a:lnTo>
                <a:cubicBezTo>
                  <a:pt x="18935" y="49285"/>
                  <a:pt x="20922" y="48033"/>
                  <a:pt x="21375" y="46035"/>
                </a:cubicBezTo>
                <a:cubicBezTo>
                  <a:pt x="21387" y="45984"/>
                  <a:pt x="21397" y="45933"/>
                  <a:pt x="21407" y="45882"/>
                </a:cubicBezTo>
                <a:cubicBezTo>
                  <a:pt x="21800" y="43759"/>
                  <a:pt x="20466" y="41699"/>
                  <a:pt x="18367" y="41189"/>
                </a:cubicBezTo>
                <a:lnTo>
                  <a:pt x="7641" y="38686"/>
                </a:lnTo>
                <a:cubicBezTo>
                  <a:pt x="5708" y="38197"/>
                  <a:pt x="3735" y="39322"/>
                  <a:pt x="3171" y="41234"/>
                </a:cubicBezTo>
                <a:lnTo>
                  <a:pt x="177" y="50530"/>
                </a:lnTo>
                <a:cubicBezTo>
                  <a:pt x="-452" y="52599"/>
                  <a:pt x="647" y="54798"/>
                  <a:pt x="2680" y="55536"/>
                </a:cubicBezTo>
                <a:cubicBezTo>
                  <a:pt x="4604" y="56240"/>
                  <a:pt x="6734" y="55252"/>
                  <a:pt x="7438" y="53328"/>
                </a:cubicBezTo>
                <a:cubicBezTo>
                  <a:pt x="7463" y="53260"/>
                  <a:pt x="7486" y="53192"/>
                  <a:pt x="7507" y="53123"/>
                </a:cubicBezTo>
                <a:lnTo>
                  <a:pt x="7819" y="52095"/>
                </a:lnTo>
                <a:cubicBezTo>
                  <a:pt x="11733" y="57391"/>
                  <a:pt x="17108" y="61429"/>
                  <a:pt x="23284" y="63715"/>
                </a:cubicBezTo>
                <a:cubicBezTo>
                  <a:pt x="31095" y="66399"/>
                  <a:pt x="39655" y="65852"/>
                  <a:pt x="47061" y="62196"/>
                </a:cubicBezTo>
                <a:cubicBezTo>
                  <a:pt x="54508" y="58402"/>
                  <a:pt x="60149" y="51813"/>
                  <a:pt x="62749" y="43871"/>
                </a:cubicBezTo>
                <a:cubicBezTo>
                  <a:pt x="63383" y="41815"/>
                  <a:pt x="62305" y="39621"/>
                  <a:pt x="60291" y="38865"/>
                </a:cubicBezTo>
                <a:close/>
              </a:path>
            </a:pathLst>
          </a:custGeom>
          <a:solidFill>
            <a:schemeClr val="accent1"/>
          </a:solidFill>
          <a:ln w="84" cap="flat">
            <a:noFill/>
            <a:prstDash val="solid"/>
            <a:miter/>
          </a:ln>
        </p:spPr>
        <p:txBody>
          <a:bodyPr rtlCol="0" anchor="ctr"/>
          <a:lstStyle/>
          <a:p>
            <a:endParaRPr lang="zh-CN" altLang="en-US"/>
          </a:p>
        </p:txBody>
      </p:sp>
      <p:grpSp>
        <p:nvGrpSpPr>
          <p:cNvPr id="389" name="组合 388">
            <a:extLst>
              <a:ext uri="{FF2B5EF4-FFF2-40B4-BE49-F238E27FC236}">
                <a16:creationId xmlns:a16="http://schemas.microsoft.com/office/drawing/2014/main" id="{FE516658-BE5C-CC5E-17BD-9F91D7B8B4DF}"/>
              </a:ext>
            </a:extLst>
          </p:cNvPr>
          <p:cNvGrpSpPr/>
          <p:nvPr/>
        </p:nvGrpSpPr>
        <p:grpSpPr>
          <a:xfrm>
            <a:off x="8348162" y="5366953"/>
            <a:ext cx="103971" cy="118804"/>
            <a:chOff x="8401491" y="4868996"/>
            <a:chExt cx="1571987" cy="1796253"/>
          </a:xfrm>
        </p:grpSpPr>
        <p:sp>
          <p:nvSpPr>
            <p:cNvPr id="390" name="任意多边形: 形状 389">
              <a:extLst>
                <a:ext uri="{FF2B5EF4-FFF2-40B4-BE49-F238E27FC236}">
                  <a16:creationId xmlns:a16="http://schemas.microsoft.com/office/drawing/2014/main" id="{D38C9263-BC4F-BA3A-8361-DF06606A32CD}"/>
                </a:ext>
              </a:extLst>
            </p:cNvPr>
            <p:cNvSpPr/>
            <p:nvPr/>
          </p:nvSpPr>
          <p:spPr>
            <a:xfrm>
              <a:off x="8716626" y="5525873"/>
              <a:ext cx="941742" cy="942389"/>
            </a:xfrm>
            <a:custGeom>
              <a:avLst/>
              <a:gdLst>
                <a:gd name="connsiteX0" fmla="*/ 926154 w 941742"/>
                <a:gd name="connsiteY0" fmla="*/ 288679 h 942389"/>
                <a:gd name="connsiteX1" fmla="*/ 653053 w 941742"/>
                <a:gd name="connsiteY1" fmla="*/ 15588 h 942389"/>
                <a:gd name="connsiteX2" fmla="*/ 579330 w 941742"/>
                <a:gd name="connsiteY2" fmla="*/ 15588 h 942389"/>
                <a:gd name="connsiteX3" fmla="*/ 16231 w 941742"/>
                <a:gd name="connsiteY3" fmla="*/ 579325 h 942389"/>
                <a:gd name="connsiteX4" fmla="*/ 14935 w 941742"/>
                <a:gd name="connsiteY4" fmla="*/ 579325 h 942389"/>
                <a:gd name="connsiteX5" fmla="*/ 0 w 941742"/>
                <a:gd name="connsiteY5" fmla="*/ 616348 h 942389"/>
                <a:gd name="connsiteX6" fmla="*/ 0 w 941742"/>
                <a:gd name="connsiteY6" fmla="*/ 889783 h 942389"/>
                <a:gd name="connsiteX7" fmla="*/ 52283 w 941742"/>
                <a:gd name="connsiteY7" fmla="*/ 942389 h 942389"/>
                <a:gd name="connsiteX8" fmla="*/ 326041 w 941742"/>
                <a:gd name="connsiteY8" fmla="*/ 942389 h 942389"/>
                <a:gd name="connsiteX9" fmla="*/ 363064 w 941742"/>
                <a:gd name="connsiteY9" fmla="*/ 926797 h 942389"/>
                <a:gd name="connsiteX10" fmla="*/ 926163 w 941742"/>
                <a:gd name="connsiteY10" fmla="*/ 362717 h 942389"/>
                <a:gd name="connsiteX11" fmla="*/ 926154 w 941742"/>
                <a:gd name="connsiteY11" fmla="*/ 288679 h 942389"/>
                <a:gd name="connsiteX12" fmla="*/ 71028 w 941742"/>
                <a:gd name="connsiteY12" fmla="*/ 871799 h 942389"/>
                <a:gd name="connsiteX13" fmla="*/ 71028 w 941742"/>
                <a:gd name="connsiteY13" fmla="*/ 709655 h 942389"/>
                <a:gd name="connsiteX14" fmla="*/ 232581 w 941742"/>
                <a:gd name="connsiteY14" fmla="*/ 871799 h 942389"/>
                <a:gd name="connsiteX15" fmla="*/ 71028 w 941742"/>
                <a:gd name="connsiteY15" fmla="*/ 871799 h 942389"/>
                <a:gd name="connsiteX16" fmla="*/ 315220 w 941742"/>
                <a:gd name="connsiteY16" fmla="*/ 856693 h 942389"/>
                <a:gd name="connsiteX17" fmla="*/ 84620 w 941742"/>
                <a:gd name="connsiteY17" fmla="*/ 627588 h 942389"/>
                <a:gd name="connsiteX18" fmla="*/ 465820 w 941742"/>
                <a:gd name="connsiteY18" fmla="*/ 246750 h 942389"/>
                <a:gd name="connsiteX19" fmla="*/ 696039 w 941742"/>
                <a:gd name="connsiteY19" fmla="*/ 476988 h 942389"/>
                <a:gd name="connsiteX20" fmla="*/ 315220 w 941742"/>
                <a:gd name="connsiteY20" fmla="*/ 856693 h 942389"/>
                <a:gd name="connsiteX21" fmla="*/ 752151 w 941742"/>
                <a:gd name="connsiteY21" fmla="*/ 424591 h 942389"/>
                <a:gd name="connsiteX22" fmla="*/ 517750 w 941742"/>
                <a:gd name="connsiteY22" fmla="*/ 190200 h 942389"/>
                <a:gd name="connsiteX23" fmla="*/ 620611 w 941742"/>
                <a:gd name="connsiteY23" fmla="*/ 87711 h 942389"/>
                <a:gd name="connsiteX24" fmla="*/ 855031 w 941742"/>
                <a:gd name="connsiteY24" fmla="*/ 322121 h 942389"/>
                <a:gd name="connsiteX25" fmla="*/ 752151 w 941742"/>
                <a:gd name="connsiteY25" fmla="*/ 424591 h 942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41742" h="942389">
                  <a:moveTo>
                    <a:pt x="926154" y="288679"/>
                  </a:moveTo>
                  <a:lnTo>
                    <a:pt x="653053" y="15588"/>
                  </a:lnTo>
                  <a:cubicBezTo>
                    <a:pt x="633241" y="-5196"/>
                    <a:pt x="599465" y="-5196"/>
                    <a:pt x="579330" y="15588"/>
                  </a:cubicBezTo>
                  <a:lnTo>
                    <a:pt x="16231" y="579325"/>
                  </a:lnTo>
                  <a:lnTo>
                    <a:pt x="14935" y="579325"/>
                  </a:lnTo>
                  <a:cubicBezTo>
                    <a:pt x="6163" y="589726"/>
                    <a:pt x="0" y="602709"/>
                    <a:pt x="0" y="616348"/>
                  </a:cubicBezTo>
                  <a:lnTo>
                    <a:pt x="0" y="889783"/>
                  </a:lnTo>
                  <a:cubicBezTo>
                    <a:pt x="0" y="919005"/>
                    <a:pt x="23384" y="942389"/>
                    <a:pt x="52283" y="942389"/>
                  </a:cubicBezTo>
                  <a:lnTo>
                    <a:pt x="326041" y="942389"/>
                  </a:lnTo>
                  <a:cubicBezTo>
                    <a:pt x="339033" y="942389"/>
                    <a:pt x="352673" y="937179"/>
                    <a:pt x="363064" y="926797"/>
                  </a:cubicBezTo>
                  <a:lnTo>
                    <a:pt x="926163" y="362717"/>
                  </a:lnTo>
                  <a:cubicBezTo>
                    <a:pt x="946937" y="342257"/>
                    <a:pt x="946937" y="308491"/>
                    <a:pt x="926154" y="288679"/>
                  </a:cubicBezTo>
                  <a:close/>
                  <a:moveTo>
                    <a:pt x="71028" y="871799"/>
                  </a:moveTo>
                  <a:lnTo>
                    <a:pt x="71028" y="709655"/>
                  </a:lnTo>
                  <a:lnTo>
                    <a:pt x="232581" y="871799"/>
                  </a:lnTo>
                  <a:lnTo>
                    <a:pt x="71028" y="871799"/>
                  </a:lnTo>
                  <a:close/>
                  <a:moveTo>
                    <a:pt x="315220" y="856693"/>
                  </a:moveTo>
                  <a:lnTo>
                    <a:pt x="84620" y="627588"/>
                  </a:lnTo>
                  <a:lnTo>
                    <a:pt x="465820" y="246750"/>
                  </a:lnTo>
                  <a:lnTo>
                    <a:pt x="696039" y="476988"/>
                  </a:lnTo>
                  <a:lnTo>
                    <a:pt x="315220" y="856693"/>
                  </a:lnTo>
                  <a:close/>
                  <a:moveTo>
                    <a:pt x="752151" y="424591"/>
                  </a:moveTo>
                  <a:lnTo>
                    <a:pt x="517750" y="190200"/>
                  </a:lnTo>
                  <a:lnTo>
                    <a:pt x="620611" y="87711"/>
                  </a:lnTo>
                  <a:lnTo>
                    <a:pt x="855031" y="322121"/>
                  </a:lnTo>
                  <a:lnTo>
                    <a:pt x="752151" y="424591"/>
                  </a:lnTo>
                  <a:close/>
                </a:path>
              </a:pathLst>
            </a:custGeom>
            <a:solidFill>
              <a:schemeClr val="accent1"/>
            </a:solidFill>
            <a:ln w="1270" cap="flat">
              <a:solidFill>
                <a:schemeClr val="accent1"/>
              </a:solidFill>
              <a:prstDash val="solid"/>
              <a:miter/>
            </a:ln>
          </p:spPr>
          <p:txBody>
            <a:bodyPr rtlCol="0" anchor="ctr"/>
            <a:lstStyle/>
            <a:p>
              <a:endParaRPr lang="zh-CN" altLang="en-US"/>
            </a:p>
          </p:txBody>
        </p:sp>
        <p:sp>
          <p:nvSpPr>
            <p:cNvPr id="391" name="任意多边形: 形状 390">
              <a:extLst>
                <a:ext uri="{FF2B5EF4-FFF2-40B4-BE49-F238E27FC236}">
                  <a16:creationId xmlns:a16="http://schemas.microsoft.com/office/drawing/2014/main" id="{A937D1C8-DF03-9E38-DFE9-86C07F368EBF}"/>
                </a:ext>
              </a:extLst>
            </p:cNvPr>
            <p:cNvSpPr/>
            <p:nvPr/>
          </p:nvSpPr>
          <p:spPr>
            <a:xfrm>
              <a:off x="8401491" y="4868996"/>
              <a:ext cx="1571987" cy="1796253"/>
            </a:xfrm>
            <a:custGeom>
              <a:avLst/>
              <a:gdLst>
                <a:gd name="connsiteX0" fmla="*/ 1551965 w 1571987"/>
                <a:gd name="connsiteY0" fmla="*/ 520151 h 1796253"/>
                <a:gd name="connsiteX1" fmla="*/ 1052370 w 1571987"/>
                <a:gd name="connsiteY1" fmla="*/ 20545 h 1796253"/>
                <a:gd name="connsiteX2" fmla="*/ 1003316 w 1571987"/>
                <a:gd name="connsiteY2" fmla="*/ 0 h 1796253"/>
                <a:gd name="connsiteX3" fmla="*/ 185195 w 1571987"/>
                <a:gd name="connsiteY3" fmla="*/ 0 h 1796253"/>
                <a:gd name="connsiteX4" fmla="*/ 54454 w 1571987"/>
                <a:gd name="connsiteY4" fmla="*/ 54454 h 1796253"/>
                <a:gd name="connsiteX5" fmla="*/ 0 w 1571987"/>
                <a:gd name="connsiteY5" fmla="*/ 185452 h 1796253"/>
                <a:gd name="connsiteX6" fmla="*/ 0 w 1571987"/>
                <a:gd name="connsiteY6" fmla="*/ 1611316 h 1796253"/>
                <a:gd name="connsiteX7" fmla="*/ 54454 w 1571987"/>
                <a:gd name="connsiteY7" fmla="*/ 1742304 h 1796253"/>
                <a:gd name="connsiteX8" fmla="*/ 54712 w 1571987"/>
                <a:gd name="connsiteY8" fmla="*/ 1742304 h 1796253"/>
                <a:gd name="connsiteX9" fmla="*/ 185195 w 1571987"/>
                <a:gd name="connsiteY9" fmla="*/ 1796253 h 1796253"/>
                <a:gd name="connsiteX10" fmla="*/ 1386802 w 1571987"/>
                <a:gd name="connsiteY10" fmla="*/ 1796253 h 1796253"/>
                <a:gd name="connsiteX11" fmla="*/ 1515751 w 1571987"/>
                <a:gd name="connsiteY11" fmla="*/ 1743847 h 1796253"/>
                <a:gd name="connsiteX12" fmla="*/ 1517542 w 1571987"/>
                <a:gd name="connsiteY12" fmla="*/ 1742561 h 1796253"/>
                <a:gd name="connsiteX13" fmla="*/ 1517799 w 1571987"/>
                <a:gd name="connsiteY13" fmla="*/ 1741799 h 1796253"/>
                <a:gd name="connsiteX14" fmla="*/ 1571987 w 1571987"/>
                <a:gd name="connsiteY14" fmla="*/ 1611554 h 1796253"/>
                <a:gd name="connsiteX15" fmla="*/ 1571987 w 1571987"/>
                <a:gd name="connsiteY15" fmla="*/ 569205 h 1796253"/>
                <a:gd name="connsiteX16" fmla="*/ 1551965 w 1571987"/>
                <a:gd name="connsiteY16" fmla="*/ 520151 h 1796253"/>
                <a:gd name="connsiteX17" fmla="*/ 1044921 w 1571987"/>
                <a:gd name="connsiteY17" fmla="*/ 132369 h 1796253"/>
                <a:gd name="connsiteX18" fmla="*/ 1440151 w 1571987"/>
                <a:gd name="connsiteY18" fmla="*/ 527847 h 1796253"/>
                <a:gd name="connsiteX19" fmla="*/ 1363952 w 1571987"/>
                <a:gd name="connsiteY19" fmla="*/ 527590 h 1796253"/>
                <a:gd name="connsiteX20" fmla="*/ 1119159 w 1571987"/>
                <a:gd name="connsiteY20" fmla="*/ 527590 h 1796253"/>
                <a:gd name="connsiteX21" fmla="*/ 1066762 w 1571987"/>
                <a:gd name="connsiteY21" fmla="*/ 505758 h 1796253"/>
                <a:gd name="connsiteX22" fmla="*/ 1064705 w 1571987"/>
                <a:gd name="connsiteY22" fmla="*/ 503701 h 1796253"/>
                <a:gd name="connsiteX23" fmla="*/ 1044921 w 1571987"/>
                <a:gd name="connsiteY23" fmla="*/ 453352 h 1796253"/>
                <a:gd name="connsiteX24" fmla="*/ 1044921 w 1571987"/>
                <a:gd name="connsiteY24" fmla="*/ 132369 h 1796253"/>
                <a:gd name="connsiteX25" fmla="*/ 1472165 w 1571987"/>
                <a:gd name="connsiteY25" fmla="*/ 1640129 h 1796253"/>
                <a:gd name="connsiteX26" fmla="*/ 1458554 w 1571987"/>
                <a:gd name="connsiteY26" fmla="*/ 1683049 h 1796253"/>
                <a:gd name="connsiteX27" fmla="*/ 1457782 w 1571987"/>
                <a:gd name="connsiteY27" fmla="*/ 1683049 h 1796253"/>
                <a:gd name="connsiteX28" fmla="*/ 1425159 w 1571987"/>
                <a:gd name="connsiteY28" fmla="*/ 1696669 h 1796253"/>
                <a:gd name="connsiteX29" fmla="*/ 147095 w 1571987"/>
                <a:gd name="connsiteY29" fmla="*/ 1696669 h 1796253"/>
                <a:gd name="connsiteX30" fmla="*/ 113709 w 1571987"/>
                <a:gd name="connsiteY30" fmla="*/ 1683049 h 1796253"/>
                <a:gd name="connsiteX31" fmla="*/ 100098 w 1571987"/>
                <a:gd name="connsiteY31" fmla="*/ 1649654 h 1796253"/>
                <a:gd name="connsiteX32" fmla="*/ 100098 w 1571987"/>
                <a:gd name="connsiteY32" fmla="*/ 147352 h 1796253"/>
                <a:gd name="connsiteX33" fmla="*/ 113709 w 1571987"/>
                <a:gd name="connsiteY33" fmla="*/ 113967 h 1796253"/>
                <a:gd name="connsiteX34" fmla="*/ 147095 w 1571987"/>
                <a:gd name="connsiteY34" fmla="*/ 100346 h 1796253"/>
                <a:gd name="connsiteX35" fmla="*/ 961692 w 1571987"/>
                <a:gd name="connsiteY35" fmla="*/ 100346 h 1796253"/>
                <a:gd name="connsiteX36" fmla="*/ 961692 w 1571987"/>
                <a:gd name="connsiteY36" fmla="*/ 453361 h 1796253"/>
                <a:gd name="connsiteX37" fmla="*/ 1005611 w 1571987"/>
                <a:gd name="connsiteY37" fmla="*/ 561756 h 1796253"/>
                <a:gd name="connsiteX38" fmla="*/ 1007926 w 1571987"/>
                <a:gd name="connsiteY38" fmla="*/ 564575 h 1796253"/>
                <a:gd name="connsiteX39" fmla="*/ 1119150 w 1571987"/>
                <a:gd name="connsiteY39" fmla="*/ 610810 h 1796253"/>
                <a:gd name="connsiteX40" fmla="*/ 1472165 w 1571987"/>
                <a:gd name="connsiteY40" fmla="*/ 610810 h 1796253"/>
                <a:gd name="connsiteX41" fmla="*/ 1472165 w 1571987"/>
                <a:gd name="connsiteY41" fmla="*/ 1640129 h 1796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571987" h="1796253">
                  <a:moveTo>
                    <a:pt x="1551965" y="520151"/>
                  </a:moveTo>
                  <a:lnTo>
                    <a:pt x="1052370" y="20545"/>
                  </a:lnTo>
                  <a:cubicBezTo>
                    <a:pt x="1039520" y="8220"/>
                    <a:pt x="1022318" y="0"/>
                    <a:pt x="1003316" y="0"/>
                  </a:cubicBezTo>
                  <a:lnTo>
                    <a:pt x="185195" y="0"/>
                  </a:lnTo>
                  <a:cubicBezTo>
                    <a:pt x="134083" y="0"/>
                    <a:pt x="87849" y="21317"/>
                    <a:pt x="54454" y="54454"/>
                  </a:cubicBezTo>
                  <a:cubicBezTo>
                    <a:pt x="21060" y="87840"/>
                    <a:pt x="0" y="134341"/>
                    <a:pt x="0" y="185452"/>
                  </a:cubicBezTo>
                  <a:lnTo>
                    <a:pt x="0" y="1611316"/>
                  </a:lnTo>
                  <a:cubicBezTo>
                    <a:pt x="0" y="1662684"/>
                    <a:pt x="21060" y="1708909"/>
                    <a:pt x="54454" y="1742304"/>
                  </a:cubicBezTo>
                  <a:lnTo>
                    <a:pt x="54712" y="1742304"/>
                  </a:lnTo>
                  <a:cubicBezTo>
                    <a:pt x="89303" y="1776919"/>
                    <a:pt x="136257" y="1796333"/>
                    <a:pt x="185195" y="1796253"/>
                  </a:cubicBezTo>
                  <a:lnTo>
                    <a:pt x="1386802" y="1796253"/>
                  </a:lnTo>
                  <a:cubicBezTo>
                    <a:pt x="1434987" y="1796331"/>
                    <a:pt x="1481282" y="1777516"/>
                    <a:pt x="1515751" y="1743847"/>
                  </a:cubicBezTo>
                  <a:lnTo>
                    <a:pt x="1517542" y="1742561"/>
                  </a:lnTo>
                  <a:lnTo>
                    <a:pt x="1517799" y="1741799"/>
                  </a:lnTo>
                  <a:cubicBezTo>
                    <a:pt x="1551194" y="1708404"/>
                    <a:pt x="1571987" y="1662674"/>
                    <a:pt x="1571987" y="1611554"/>
                  </a:cubicBezTo>
                  <a:lnTo>
                    <a:pt x="1571987" y="569205"/>
                  </a:lnTo>
                  <a:cubicBezTo>
                    <a:pt x="1572025" y="550856"/>
                    <a:pt x="1564831" y="533232"/>
                    <a:pt x="1551965" y="520151"/>
                  </a:cubicBezTo>
                  <a:close/>
                  <a:moveTo>
                    <a:pt x="1044921" y="132369"/>
                  </a:moveTo>
                  <a:lnTo>
                    <a:pt x="1440151" y="527847"/>
                  </a:lnTo>
                  <a:lnTo>
                    <a:pt x="1363952" y="527590"/>
                  </a:lnTo>
                  <a:lnTo>
                    <a:pt x="1119159" y="527590"/>
                  </a:lnTo>
                  <a:cubicBezTo>
                    <a:pt x="1099471" y="527640"/>
                    <a:pt x="1080589" y="519773"/>
                    <a:pt x="1066762" y="505758"/>
                  </a:cubicBezTo>
                  <a:lnTo>
                    <a:pt x="1064705" y="503701"/>
                  </a:lnTo>
                  <a:cubicBezTo>
                    <a:pt x="1052370" y="490852"/>
                    <a:pt x="1044921" y="472364"/>
                    <a:pt x="1044921" y="453352"/>
                  </a:cubicBezTo>
                  <a:lnTo>
                    <a:pt x="1044921" y="132369"/>
                  </a:lnTo>
                  <a:close/>
                  <a:moveTo>
                    <a:pt x="1472165" y="1640129"/>
                  </a:moveTo>
                  <a:cubicBezTo>
                    <a:pt x="1472165" y="1652988"/>
                    <a:pt x="1466774" y="1674066"/>
                    <a:pt x="1458554" y="1683049"/>
                  </a:cubicBezTo>
                  <a:lnTo>
                    <a:pt x="1457782" y="1683049"/>
                  </a:lnTo>
                  <a:cubicBezTo>
                    <a:pt x="1449173" y="1691778"/>
                    <a:pt x="1437420" y="1696685"/>
                    <a:pt x="1425159" y="1696669"/>
                  </a:cubicBezTo>
                  <a:lnTo>
                    <a:pt x="147095" y="1696669"/>
                  </a:lnTo>
                  <a:cubicBezTo>
                    <a:pt x="134629" y="1696592"/>
                    <a:pt x="122672" y="1691714"/>
                    <a:pt x="113709" y="1683049"/>
                  </a:cubicBezTo>
                  <a:cubicBezTo>
                    <a:pt x="105489" y="1674324"/>
                    <a:pt x="100098" y="1662513"/>
                    <a:pt x="100098" y="1649654"/>
                  </a:cubicBezTo>
                  <a:lnTo>
                    <a:pt x="100098" y="147352"/>
                  </a:lnTo>
                  <a:cubicBezTo>
                    <a:pt x="100098" y="134512"/>
                    <a:pt x="105489" y="122949"/>
                    <a:pt x="113709" y="113967"/>
                  </a:cubicBezTo>
                  <a:cubicBezTo>
                    <a:pt x="122444" y="105747"/>
                    <a:pt x="133998" y="100346"/>
                    <a:pt x="147095" y="100346"/>
                  </a:cubicBezTo>
                  <a:lnTo>
                    <a:pt x="961692" y="100346"/>
                  </a:lnTo>
                  <a:lnTo>
                    <a:pt x="961692" y="453361"/>
                  </a:lnTo>
                  <a:cubicBezTo>
                    <a:pt x="961692" y="494976"/>
                    <a:pt x="978646" y="533762"/>
                    <a:pt x="1005611" y="561756"/>
                  </a:cubicBezTo>
                  <a:lnTo>
                    <a:pt x="1007926" y="564575"/>
                  </a:lnTo>
                  <a:cubicBezTo>
                    <a:pt x="1036701" y="593093"/>
                    <a:pt x="1075992" y="610810"/>
                    <a:pt x="1119150" y="610810"/>
                  </a:cubicBezTo>
                  <a:lnTo>
                    <a:pt x="1472165" y="610810"/>
                  </a:lnTo>
                  <a:lnTo>
                    <a:pt x="1472165" y="1640129"/>
                  </a:lnTo>
                  <a:close/>
                </a:path>
              </a:pathLst>
            </a:custGeom>
            <a:solidFill>
              <a:schemeClr val="accent1"/>
            </a:solidFill>
            <a:ln w="1270" cap="flat">
              <a:solidFill>
                <a:schemeClr val="accent1"/>
              </a:solidFill>
              <a:prstDash val="solid"/>
              <a:miter/>
            </a:ln>
          </p:spPr>
          <p:txBody>
            <a:bodyPr rtlCol="0" anchor="ctr"/>
            <a:lstStyle/>
            <a:p>
              <a:endParaRPr lang="zh-CN" altLang="en-US"/>
            </a:p>
          </p:txBody>
        </p:sp>
      </p:grpSp>
      <p:grpSp>
        <p:nvGrpSpPr>
          <p:cNvPr id="392" name="组合 391">
            <a:extLst>
              <a:ext uri="{FF2B5EF4-FFF2-40B4-BE49-F238E27FC236}">
                <a16:creationId xmlns:a16="http://schemas.microsoft.com/office/drawing/2014/main" id="{FFC7AEB9-A62C-5FF5-222E-5F4C4572BC03}"/>
              </a:ext>
            </a:extLst>
          </p:cNvPr>
          <p:cNvGrpSpPr/>
          <p:nvPr/>
        </p:nvGrpSpPr>
        <p:grpSpPr>
          <a:xfrm>
            <a:off x="8920376" y="4891834"/>
            <a:ext cx="103970" cy="103970"/>
            <a:chOff x="8348162" y="5262982"/>
            <a:chExt cx="103970" cy="103970"/>
          </a:xfrm>
        </p:grpSpPr>
        <p:sp>
          <p:nvSpPr>
            <p:cNvPr id="393" name="任意多边形: 形状 392">
              <a:extLst>
                <a:ext uri="{FF2B5EF4-FFF2-40B4-BE49-F238E27FC236}">
                  <a16:creationId xmlns:a16="http://schemas.microsoft.com/office/drawing/2014/main" id="{EBD441F3-83CB-8DB0-51F1-5524FD5173E4}"/>
                </a:ext>
              </a:extLst>
            </p:cNvPr>
            <p:cNvSpPr/>
            <p:nvPr/>
          </p:nvSpPr>
          <p:spPr>
            <a:xfrm>
              <a:off x="8348162" y="5279024"/>
              <a:ext cx="75744" cy="87928"/>
            </a:xfrm>
            <a:custGeom>
              <a:avLst/>
              <a:gdLst>
                <a:gd name="connsiteX0" fmla="*/ 65591 w 75744"/>
                <a:gd name="connsiteY0" fmla="*/ 87929 h 87928"/>
                <a:gd name="connsiteX1" fmla="*/ 10153 w 75744"/>
                <a:gd name="connsiteY1" fmla="*/ 87929 h 87928"/>
                <a:gd name="connsiteX2" fmla="*/ 0 w 75744"/>
                <a:gd name="connsiteY2" fmla="*/ 77775 h 87928"/>
                <a:gd name="connsiteX3" fmla="*/ 0 w 75744"/>
                <a:gd name="connsiteY3" fmla="*/ 10153 h 87928"/>
                <a:gd name="connsiteX4" fmla="*/ 10153 w 75744"/>
                <a:gd name="connsiteY4" fmla="*/ 0 h 87928"/>
                <a:gd name="connsiteX5" fmla="*/ 65591 w 75744"/>
                <a:gd name="connsiteY5" fmla="*/ 0 h 87928"/>
                <a:gd name="connsiteX6" fmla="*/ 75745 w 75744"/>
                <a:gd name="connsiteY6" fmla="*/ 10153 h 87928"/>
                <a:gd name="connsiteX7" fmla="*/ 75745 w 75744"/>
                <a:gd name="connsiteY7" fmla="*/ 13301 h 87928"/>
                <a:gd name="connsiteX8" fmla="*/ 71683 w 75744"/>
                <a:gd name="connsiteY8" fmla="*/ 17362 h 87928"/>
                <a:gd name="connsiteX9" fmla="*/ 67622 w 75744"/>
                <a:gd name="connsiteY9" fmla="*/ 13301 h 87928"/>
                <a:gd name="connsiteX10" fmla="*/ 67622 w 75744"/>
                <a:gd name="connsiteY10" fmla="*/ 10153 h 87928"/>
                <a:gd name="connsiteX11" fmla="*/ 65591 w 75744"/>
                <a:gd name="connsiteY11" fmla="*/ 8123 h 87928"/>
                <a:gd name="connsiteX12" fmla="*/ 10153 w 75744"/>
                <a:gd name="connsiteY12" fmla="*/ 8123 h 87928"/>
                <a:gd name="connsiteX13" fmla="*/ 8123 w 75744"/>
                <a:gd name="connsiteY13" fmla="*/ 10153 h 87928"/>
                <a:gd name="connsiteX14" fmla="*/ 8123 w 75744"/>
                <a:gd name="connsiteY14" fmla="*/ 77775 h 87928"/>
                <a:gd name="connsiteX15" fmla="*/ 10153 w 75744"/>
                <a:gd name="connsiteY15" fmla="*/ 79806 h 87928"/>
                <a:gd name="connsiteX16" fmla="*/ 65591 w 75744"/>
                <a:gd name="connsiteY16" fmla="*/ 79806 h 87928"/>
                <a:gd name="connsiteX17" fmla="*/ 67622 w 75744"/>
                <a:gd name="connsiteY17" fmla="*/ 77775 h 87928"/>
                <a:gd name="connsiteX18" fmla="*/ 67622 w 75744"/>
                <a:gd name="connsiteY18" fmla="*/ 56351 h 87928"/>
                <a:gd name="connsiteX19" fmla="*/ 71683 w 75744"/>
                <a:gd name="connsiteY19" fmla="*/ 52290 h 87928"/>
                <a:gd name="connsiteX20" fmla="*/ 75745 w 75744"/>
                <a:gd name="connsiteY20" fmla="*/ 56351 h 87928"/>
                <a:gd name="connsiteX21" fmla="*/ 75745 w 75744"/>
                <a:gd name="connsiteY21" fmla="*/ 77775 h 87928"/>
                <a:gd name="connsiteX22" fmla="*/ 65591 w 75744"/>
                <a:gd name="connsiteY22" fmla="*/ 87929 h 87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5744" h="87928">
                  <a:moveTo>
                    <a:pt x="65591" y="87929"/>
                  </a:moveTo>
                  <a:lnTo>
                    <a:pt x="10153" y="87929"/>
                  </a:lnTo>
                  <a:cubicBezTo>
                    <a:pt x="4546" y="87929"/>
                    <a:pt x="0" y="83383"/>
                    <a:pt x="0" y="77775"/>
                  </a:cubicBezTo>
                  <a:lnTo>
                    <a:pt x="0" y="10153"/>
                  </a:lnTo>
                  <a:cubicBezTo>
                    <a:pt x="0" y="4546"/>
                    <a:pt x="4546" y="0"/>
                    <a:pt x="10153" y="0"/>
                  </a:cubicBezTo>
                  <a:lnTo>
                    <a:pt x="65591" y="0"/>
                  </a:lnTo>
                  <a:cubicBezTo>
                    <a:pt x="71199" y="0"/>
                    <a:pt x="75745" y="4546"/>
                    <a:pt x="75745" y="10153"/>
                  </a:cubicBezTo>
                  <a:lnTo>
                    <a:pt x="75745" y="13301"/>
                  </a:lnTo>
                  <a:cubicBezTo>
                    <a:pt x="75745" y="15544"/>
                    <a:pt x="73926" y="17362"/>
                    <a:pt x="71683" y="17362"/>
                  </a:cubicBezTo>
                  <a:cubicBezTo>
                    <a:pt x="69440" y="17362"/>
                    <a:pt x="67622" y="15544"/>
                    <a:pt x="67622" y="13301"/>
                  </a:cubicBezTo>
                  <a:lnTo>
                    <a:pt x="67622" y="10153"/>
                  </a:lnTo>
                  <a:cubicBezTo>
                    <a:pt x="67622" y="9032"/>
                    <a:pt x="66713" y="8123"/>
                    <a:pt x="65591" y="8123"/>
                  </a:cubicBezTo>
                  <a:lnTo>
                    <a:pt x="10153" y="8123"/>
                  </a:lnTo>
                  <a:cubicBezTo>
                    <a:pt x="9032" y="8123"/>
                    <a:pt x="8123" y="9032"/>
                    <a:pt x="8123" y="10153"/>
                  </a:cubicBezTo>
                  <a:lnTo>
                    <a:pt x="8123" y="77775"/>
                  </a:lnTo>
                  <a:cubicBezTo>
                    <a:pt x="8123" y="78897"/>
                    <a:pt x="9032" y="79806"/>
                    <a:pt x="10153" y="79806"/>
                  </a:cubicBezTo>
                  <a:lnTo>
                    <a:pt x="65591" y="79806"/>
                  </a:lnTo>
                  <a:cubicBezTo>
                    <a:pt x="66713" y="79806"/>
                    <a:pt x="67622" y="78897"/>
                    <a:pt x="67622" y="77775"/>
                  </a:cubicBezTo>
                  <a:lnTo>
                    <a:pt x="67622" y="56351"/>
                  </a:lnTo>
                  <a:cubicBezTo>
                    <a:pt x="67622" y="54108"/>
                    <a:pt x="69440" y="52290"/>
                    <a:pt x="71683" y="52290"/>
                  </a:cubicBezTo>
                  <a:cubicBezTo>
                    <a:pt x="73926" y="52290"/>
                    <a:pt x="75745" y="54108"/>
                    <a:pt x="75745" y="56351"/>
                  </a:cubicBezTo>
                  <a:lnTo>
                    <a:pt x="75745" y="77775"/>
                  </a:lnTo>
                  <a:cubicBezTo>
                    <a:pt x="75745" y="83383"/>
                    <a:pt x="71199" y="87929"/>
                    <a:pt x="65591" y="87929"/>
                  </a:cubicBezTo>
                  <a:close/>
                </a:path>
              </a:pathLst>
            </a:custGeom>
            <a:solidFill>
              <a:schemeClr val="accent1"/>
            </a:solidFill>
            <a:ln w="93" cap="flat">
              <a:noFill/>
              <a:prstDash val="solid"/>
              <a:miter/>
            </a:ln>
          </p:spPr>
          <p:txBody>
            <a:bodyPr rtlCol="0" anchor="ctr"/>
            <a:lstStyle/>
            <a:p>
              <a:endParaRPr lang="zh-CN" altLang="en-US"/>
            </a:p>
          </p:txBody>
        </p:sp>
        <p:sp>
          <p:nvSpPr>
            <p:cNvPr id="394" name="任意多边形: 形状 393">
              <a:extLst>
                <a:ext uri="{FF2B5EF4-FFF2-40B4-BE49-F238E27FC236}">
                  <a16:creationId xmlns:a16="http://schemas.microsoft.com/office/drawing/2014/main" id="{51989AAB-1E9F-946A-7959-86471E1D0CBE}"/>
                </a:ext>
              </a:extLst>
            </p:cNvPr>
            <p:cNvSpPr/>
            <p:nvPr/>
          </p:nvSpPr>
          <p:spPr>
            <a:xfrm>
              <a:off x="8376388" y="5262982"/>
              <a:ext cx="75744" cy="87928"/>
            </a:xfrm>
            <a:custGeom>
              <a:avLst/>
              <a:gdLst>
                <a:gd name="connsiteX0" fmla="*/ 65591 w 75744"/>
                <a:gd name="connsiteY0" fmla="*/ 87929 h 87928"/>
                <a:gd name="connsiteX1" fmla="*/ 53610 w 75744"/>
                <a:gd name="connsiteY1" fmla="*/ 87929 h 87928"/>
                <a:gd name="connsiteX2" fmla="*/ 49549 w 75744"/>
                <a:gd name="connsiteY2" fmla="*/ 83867 h 87928"/>
                <a:gd name="connsiteX3" fmla="*/ 53610 w 75744"/>
                <a:gd name="connsiteY3" fmla="*/ 79806 h 87928"/>
                <a:gd name="connsiteX4" fmla="*/ 65591 w 75744"/>
                <a:gd name="connsiteY4" fmla="*/ 79806 h 87928"/>
                <a:gd name="connsiteX5" fmla="*/ 67622 w 75744"/>
                <a:gd name="connsiteY5" fmla="*/ 77775 h 87928"/>
                <a:gd name="connsiteX6" fmla="*/ 67622 w 75744"/>
                <a:gd name="connsiteY6" fmla="*/ 10153 h 87928"/>
                <a:gd name="connsiteX7" fmla="*/ 65591 w 75744"/>
                <a:gd name="connsiteY7" fmla="*/ 8123 h 87928"/>
                <a:gd name="connsiteX8" fmla="*/ 10153 w 75744"/>
                <a:gd name="connsiteY8" fmla="*/ 8123 h 87928"/>
                <a:gd name="connsiteX9" fmla="*/ 8123 w 75744"/>
                <a:gd name="connsiteY9" fmla="*/ 10153 h 87928"/>
                <a:gd name="connsiteX10" fmla="*/ 8123 w 75744"/>
                <a:gd name="connsiteY10" fmla="*/ 10966 h 87928"/>
                <a:gd name="connsiteX11" fmla="*/ 4061 w 75744"/>
                <a:gd name="connsiteY11" fmla="*/ 15027 h 87928"/>
                <a:gd name="connsiteX12" fmla="*/ 0 w 75744"/>
                <a:gd name="connsiteY12" fmla="*/ 10966 h 87928"/>
                <a:gd name="connsiteX13" fmla="*/ 0 w 75744"/>
                <a:gd name="connsiteY13" fmla="*/ 10153 h 87928"/>
                <a:gd name="connsiteX14" fmla="*/ 10153 w 75744"/>
                <a:gd name="connsiteY14" fmla="*/ 0 h 87928"/>
                <a:gd name="connsiteX15" fmla="*/ 65591 w 75744"/>
                <a:gd name="connsiteY15" fmla="*/ 0 h 87928"/>
                <a:gd name="connsiteX16" fmla="*/ 75745 w 75744"/>
                <a:gd name="connsiteY16" fmla="*/ 10153 h 87928"/>
                <a:gd name="connsiteX17" fmla="*/ 75745 w 75744"/>
                <a:gd name="connsiteY17" fmla="*/ 77775 h 87928"/>
                <a:gd name="connsiteX18" fmla="*/ 65591 w 75744"/>
                <a:gd name="connsiteY18" fmla="*/ 87929 h 87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744" h="87928">
                  <a:moveTo>
                    <a:pt x="65591" y="87929"/>
                  </a:moveTo>
                  <a:lnTo>
                    <a:pt x="53610" y="87929"/>
                  </a:lnTo>
                  <a:cubicBezTo>
                    <a:pt x="51367" y="87929"/>
                    <a:pt x="49549" y="86110"/>
                    <a:pt x="49549" y="83867"/>
                  </a:cubicBezTo>
                  <a:cubicBezTo>
                    <a:pt x="49549" y="81624"/>
                    <a:pt x="51367" y="79806"/>
                    <a:pt x="53610" y="79806"/>
                  </a:cubicBezTo>
                  <a:lnTo>
                    <a:pt x="65591" y="79806"/>
                  </a:lnTo>
                  <a:cubicBezTo>
                    <a:pt x="66713" y="79806"/>
                    <a:pt x="67622" y="78897"/>
                    <a:pt x="67622" y="77775"/>
                  </a:cubicBezTo>
                  <a:lnTo>
                    <a:pt x="67622" y="10153"/>
                  </a:lnTo>
                  <a:cubicBezTo>
                    <a:pt x="67622" y="9032"/>
                    <a:pt x="66713" y="8123"/>
                    <a:pt x="65591" y="8123"/>
                  </a:cubicBezTo>
                  <a:lnTo>
                    <a:pt x="10153" y="8123"/>
                  </a:lnTo>
                  <a:cubicBezTo>
                    <a:pt x="9032" y="8123"/>
                    <a:pt x="8123" y="9032"/>
                    <a:pt x="8123" y="10153"/>
                  </a:cubicBezTo>
                  <a:lnTo>
                    <a:pt x="8123" y="10966"/>
                  </a:lnTo>
                  <a:cubicBezTo>
                    <a:pt x="8123" y="13209"/>
                    <a:pt x="6304" y="15027"/>
                    <a:pt x="4061" y="15027"/>
                  </a:cubicBezTo>
                  <a:cubicBezTo>
                    <a:pt x="1818" y="15027"/>
                    <a:pt x="0" y="13209"/>
                    <a:pt x="0" y="10966"/>
                  </a:cubicBezTo>
                  <a:lnTo>
                    <a:pt x="0" y="10153"/>
                  </a:lnTo>
                  <a:cubicBezTo>
                    <a:pt x="0" y="4546"/>
                    <a:pt x="4546" y="0"/>
                    <a:pt x="10153" y="0"/>
                  </a:cubicBezTo>
                  <a:lnTo>
                    <a:pt x="65591" y="0"/>
                  </a:lnTo>
                  <a:cubicBezTo>
                    <a:pt x="71199" y="0"/>
                    <a:pt x="75745" y="4546"/>
                    <a:pt x="75745" y="10153"/>
                  </a:cubicBezTo>
                  <a:lnTo>
                    <a:pt x="75745" y="77775"/>
                  </a:lnTo>
                  <a:cubicBezTo>
                    <a:pt x="75745" y="83383"/>
                    <a:pt x="71199" y="87929"/>
                    <a:pt x="65591" y="87929"/>
                  </a:cubicBezTo>
                  <a:close/>
                </a:path>
              </a:pathLst>
            </a:custGeom>
            <a:solidFill>
              <a:schemeClr val="accent1"/>
            </a:solidFill>
            <a:ln w="93" cap="flat">
              <a:noFill/>
              <a:prstDash val="solid"/>
              <a:miter/>
            </a:ln>
          </p:spPr>
          <p:txBody>
            <a:bodyPr rtlCol="0" anchor="ctr"/>
            <a:lstStyle/>
            <a:p>
              <a:endParaRPr lang="zh-CN" altLang="en-US"/>
            </a:p>
          </p:txBody>
        </p:sp>
        <p:sp>
          <p:nvSpPr>
            <p:cNvPr id="395" name="任意多边形: 形状 394">
              <a:extLst>
                <a:ext uri="{FF2B5EF4-FFF2-40B4-BE49-F238E27FC236}">
                  <a16:creationId xmlns:a16="http://schemas.microsoft.com/office/drawing/2014/main" id="{6297F55A-719A-BBFC-DBE6-76B770A7C486}"/>
                </a:ext>
              </a:extLst>
            </p:cNvPr>
            <p:cNvSpPr/>
            <p:nvPr/>
          </p:nvSpPr>
          <p:spPr>
            <a:xfrm>
              <a:off x="8362270" y="5284701"/>
              <a:ext cx="78825" cy="68341"/>
            </a:xfrm>
            <a:custGeom>
              <a:avLst/>
              <a:gdLst>
                <a:gd name="connsiteX0" fmla="*/ 33511 w 78825"/>
                <a:gd name="connsiteY0" fmla="*/ 68341 h 68341"/>
                <a:gd name="connsiteX1" fmla="*/ 30770 w 78825"/>
                <a:gd name="connsiteY1" fmla="*/ 67326 h 68341"/>
                <a:gd name="connsiteX2" fmla="*/ 1325 w 78825"/>
                <a:gd name="connsiteY2" fmla="*/ 41028 h 68341"/>
                <a:gd name="connsiteX3" fmla="*/ 1060 w 78825"/>
                <a:gd name="connsiteY3" fmla="*/ 35291 h 68341"/>
                <a:gd name="connsiteX4" fmla="*/ 1427 w 78825"/>
                <a:gd name="connsiteY4" fmla="*/ 34936 h 68341"/>
                <a:gd name="connsiteX5" fmla="*/ 30872 w 78825"/>
                <a:gd name="connsiteY5" fmla="*/ 9756 h 68341"/>
                <a:gd name="connsiteX6" fmla="*/ 36598 w 78825"/>
                <a:gd name="connsiteY6" fmla="*/ 10202 h 68341"/>
                <a:gd name="connsiteX7" fmla="*/ 37573 w 78825"/>
                <a:gd name="connsiteY7" fmla="*/ 12802 h 68341"/>
                <a:gd name="connsiteX8" fmla="*/ 37573 w 78825"/>
                <a:gd name="connsiteY8" fmla="*/ 25798 h 68341"/>
                <a:gd name="connsiteX9" fmla="*/ 62043 w 78825"/>
                <a:gd name="connsiteY9" fmla="*/ 12802 h 68341"/>
                <a:gd name="connsiteX10" fmla="*/ 71587 w 78825"/>
                <a:gd name="connsiteY10" fmla="*/ 1532 h 68341"/>
                <a:gd name="connsiteX11" fmla="*/ 77294 w 78825"/>
                <a:gd name="connsiteY11" fmla="*/ 884 h 68341"/>
                <a:gd name="connsiteX12" fmla="*/ 78694 w 78825"/>
                <a:gd name="connsiteY12" fmla="*/ 5085 h 68341"/>
                <a:gd name="connsiteX13" fmla="*/ 76054 w 78825"/>
                <a:gd name="connsiteY13" fmla="*/ 16153 h 68341"/>
                <a:gd name="connsiteX14" fmla="*/ 37573 w 78825"/>
                <a:gd name="connsiteY14" fmla="*/ 49862 h 68341"/>
                <a:gd name="connsiteX15" fmla="*/ 37573 w 78825"/>
                <a:gd name="connsiteY15" fmla="*/ 64280 h 68341"/>
                <a:gd name="connsiteX16" fmla="*/ 33511 w 78825"/>
                <a:gd name="connsiteY16" fmla="*/ 68341 h 68341"/>
                <a:gd name="connsiteX17" fmla="*/ 10260 w 78825"/>
                <a:gd name="connsiteY17" fmla="*/ 38084 h 68341"/>
                <a:gd name="connsiteX18" fmla="*/ 29450 w 78825"/>
                <a:gd name="connsiteY18" fmla="*/ 55243 h 68341"/>
                <a:gd name="connsiteX19" fmla="*/ 29450 w 78825"/>
                <a:gd name="connsiteY19" fmla="*/ 46004 h 68341"/>
                <a:gd name="connsiteX20" fmla="*/ 33511 w 78825"/>
                <a:gd name="connsiteY20" fmla="*/ 41942 h 68341"/>
                <a:gd name="connsiteX21" fmla="*/ 66307 w 78825"/>
                <a:gd name="connsiteY21" fmla="*/ 20214 h 68341"/>
                <a:gd name="connsiteX22" fmla="*/ 33511 w 78825"/>
                <a:gd name="connsiteY22" fmla="*/ 34124 h 68341"/>
                <a:gd name="connsiteX23" fmla="*/ 29450 w 78825"/>
                <a:gd name="connsiteY23" fmla="*/ 30063 h 68341"/>
                <a:gd name="connsiteX24" fmla="*/ 29450 w 78825"/>
                <a:gd name="connsiteY24" fmla="*/ 21635 h 68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8825" h="68341">
                  <a:moveTo>
                    <a:pt x="33511" y="68341"/>
                  </a:moveTo>
                  <a:cubicBezTo>
                    <a:pt x="32503" y="68355"/>
                    <a:pt x="31526" y="67993"/>
                    <a:pt x="30770" y="67326"/>
                  </a:cubicBezTo>
                  <a:lnTo>
                    <a:pt x="1325" y="41028"/>
                  </a:lnTo>
                  <a:cubicBezTo>
                    <a:pt x="-332" y="39517"/>
                    <a:pt x="-451" y="36949"/>
                    <a:pt x="1060" y="35291"/>
                  </a:cubicBezTo>
                  <a:cubicBezTo>
                    <a:pt x="1175" y="35165"/>
                    <a:pt x="1297" y="35047"/>
                    <a:pt x="1427" y="34936"/>
                  </a:cubicBezTo>
                  <a:lnTo>
                    <a:pt x="30872" y="9756"/>
                  </a:lnTo>
                  <a:cubicBezTo>
                    <a:pt x="32576" y="8298"/>
                    <a:pt x="35140" y="8498"/>
                    <a:pt x="36598" y="10202"/>
                  </a:cubicBezTo>
                  <a:cubicBezTo>
                    <a:pt x="37218" y="10927"/>
                    <a:pt x="37563" y="11848"/>
                    <a:pt x="37573" y="12802"/>
                  </a:cubicBezTo>
                  <a:lnTo>
                    <a:pt x="37573" y="25798"/>
                  </a:lnTo>
                  <a:cubicBezTo>
                    <a:pt x="47097" y="24772"/>
                    <a:pt x="55860" y="20118"/>
                    <a:pt x="62043" y="12802"/>
                  </a:cubicBezTo>
                  <a:lnTo>
                    <a:pt x="71587" y="1532"/>
                  </a:lnTo>
                  <a:cubicBezTo>
                    <a:pt x="72984" y="-223"/>
                    <a:pt x="75539" y="-513"/>
                    <a:pt x="77294" y="884"/>
                  </a:cubicBezTo>
                  <a:cubicBezTo>
                    <a:pt x="78550" y="1885"/>
                    <a:pt x="79099" y="3531"/>
                    <a:pt x="78694" y="5085"/>
                  </a:cubicBezTo>
                  <a:lnTo>
                    <a:pt x="76054" y="16153"/>
                  </a:lnTo>
                  <a:cubicBezTo>
                    <a:pt x="71843" y="34514"/>
                    <a:pt x="56329" y="48104"/>
                    <a:pt x="37573" y="49862"/>
                  </a:cubicBezTo>
                  <a:lnTo>
                    <a:pt x="37573" y="64280"/>
                  </a:lnTo>
                  <a:cubicBezTo>
                    <a:pt x="37573" y="66523"/>
                    <a:pt x="35755" y="68341"/>
                    <a:pt x="33511" y="68341"/>
                  </a:cubicBezTo>
                  <a:close/>
                  <a:moveTo>
                    <a:pt x="10260" y="38084"/>
                  </a:moveTo>
                  <a:lnTo>
                    <a:pt x="29450" y="55243"/>
                  </a:lnTo>
                  <a:lnTo>
                    <a:pt x="29450" y="46004"/>
                  </a:lnTo>
                  <a:cubicBezTo>
                    <a:pt x="29450" y="43761"/>
                    <a:pt x="31268" y="41942"/>
                    <a:pt x="33511" y="41942"/>
                  </a:cubicBezTo>
                  <a:cubicBezTo>
                    <a:pt x="48132" y="41942"/>
                    <a:pt x="60824" y="33312"/>
                    <a:pt x="66307" y="20214"/>
                  </a:cubicBezTo>
                  <a:cubicBezTo>
                    <a:pt x="57728" y="29126"/>
                    <a:pt x="45882" y="34151"/>
                    <a:pt x="33511" y="34124"/>
                  </a:cubicBezTo>
                  <a:cubicBezTo>
                    <a:pt x="31268" y="34124"/>
                    <a:pt x="29450" y="32306"/>
                    <a:pt x="29450" y="30063"/>
                  </a:cubicBezTo>
                  <a:lnTo>
                    <a:pt x="29450" y="21635"/>
                  </a:lnTo>
                  <a:close/>
                </a:path>
              </a:pathLst>
            </a:custGeom>
            <a:solidFill>
              <a:schemeClr val="accent1"/>
            </a:solidFill>
            <a:ln w="93" cap="flat">
              <a:noFill/>
              <a:prstDash val="solid"/>
              <a:miter/>
            </a:ln>
          </p:spPr>
          <p:txBody>
            <a:bodyPr rtlCol="0" anchor="ctr"/>
            <a:lstStyle/>
            <a:p>
              <a:endParaRPr lang="zh-CN" altLang="en-US"/>
            </a:p>
          </p:txBody>
        </p:sp>
      </p:grpSp>
    </p:spTree>
    <p:extLst>
      <p:ext uri="{BB962C8B-B14F-4D97-AF65-F5344CB8AC3E}">
        <p14:creationId xmlns:p14="http://schemas.microsoft.com/office/powerpoint/2010/main" val="1239435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78" name="任意多边形: 形状 77">
            <a:extLst>
              <a:ext uri="{FF2B5EF4-FFF2-40B4-BE49-F238E27FC236}">
                <a16:creationId xmlns:a16="http://schemas.microsoft.com/office/drawing/2014/main" id="{B59F100B-08D5-7194-33E0-01210D227067}"/>
              </a:ext>
            </a:extLst>
          </p:cNvPr>
          <p:cNvSpPr/>
          <p:nvPr/>
        </p:nvSpPr>
        <p:spPr>
          <a:xfrm flipH="1" flipV="1">
            <a:off x="3459480" y="2192158"/>
            <a:ext cx="5273040" cy="3135489"/>
          </a:xfrm>
          <a:custGeom>
            <a:avLst/>
            <a:gdLst>
              <a:gd name="connsiteX0" fmla="*/ 1669377 w 2133737"/>
              <a:gd name="connsiteY0" fmla="*/ 0 h 565314"/>
              <a:gd name="connsiteX1" fmla="*/ 1073960 w 2133737"/>
              <a:gd name="connsiteY1" fmla="*/ 0 h 565314"/>
              <a:gd name="connsiteX2" fmla="*/ 1066869 w 2133737"/>
              <a:gd name="connsiteY2" fmla="*/ 8633 h 565314"/>
              <a:gd name="connsiteX3" fmla="*/ 1059777 w 2133737"/>
              <a:gd name="connsiteY3" fmla="*/ 0 h 565314"/>
              <a:gd name="connsiteX4" fmla="*/ 464360 w 2133737"/>
              <a:gd name="connsiteY4" fmla="*/ 0 h 565314"/>
              <a:gd name="connsiteX5" fmla="*/ 0 w 2133737"/>
              <a:gd name="connsiteY5" fmla="*/ 565314 h 565314"/>
              <a:gd name="connsiteX6" fmla="*/ 609600 w 2133737"/>
              <a:gd name="connsiteY6" fmla="*/ 565314 h 565314"/>
              <a:gd name="connsiteX7" fmla="*/ 1524137 w 2133737"/>
              <a:gd name="connsiteY7" fmla="*/ 565314 h 565314"/>
              <a:gd name="connsiteX8" fmla="*/ 2133737 w 2133737"/>
              <a:gd name="connsiteY8" fmla="*/ 565314 h 565314"/>
              <a:gd name="connsiteX9" fmla="*/ 1669377 w 2133737"/>
              <a:gd name="connsiteY9" fmla="*/ 0 h 56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3737" h="565314">
                <a:moveTo>
                  <a:pt x="1669377" y="0"/>
                </a:moveTo>
                <a:lnTo>
                  <a:pt x="1073960" y="0"/>
                </a:lnTo>
                <a:lnTo>
                  <a:pt x="1066869" y="8633"/>
                </a:lnTo>
                <a:lnTo>
                  <a:pt x="1059777" y="0"/>
                </a:lnTo>
                <a:lnTo>
                  <a:pt x="464360" y="0"/>
                </a:lnTo>
                <a:cubicBezTo>
                  <a:pt x="487373" y="213838"/>
                  <a:pt x="370687" y="468951"/>
                  <a:pt x="0" y="565314"/>
                </a:cubicBezTo>
                <a:lnTo>
                  <a:pt x="609600" y="565314"/>
                </a:lnTo>
                <a:lnTo>
                  <a:pt x="1524137" y="565314"/>
                </a:lnTo>
                <a:lnTo>
                  <a:pt x="2133737" y="565314"/>
                </a:lnTo>
                <a:cubicBezTo>
                  <a:pt x="1763050" y="468951"/>
                  <a:pt x="1646364" y="213838"/>
                  <a:pt x="1669377" y="0"/>
                </a:cubicBezTo>
                <a:close/>
              </a:path>
            </a:pathLst>
          </a:custGeom>
          <a:gradFill>
            <a:gsLst>
              <a:gs pos="0">
                <a:schemeClr val="accent1">
                  <a:alpha val="0"/>
                </a:schemeClr>
              </a:gs>
              <a:gs pos="76000">
                <a:schemeClr val="accent2">
                  <a:alpha val="23000"/>
                </a:schemeClr>
              </a:gs>
              <a:gs pos="65000">
                <a:schemeClr val="accent1">
                  <a:alpha val="20000"/>
                </a:schemeClr>
              </a:gs>
              <a:gs pos="100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30887"/>
          </a:xfrm>
          <a:prstGeom prst="rect">
            <a:avLst/>
          </a:prstGeom>
          <a:noFill/>
        </p:spPr>
        <p:txBody>
          <a:bodyPr wrap="square" lIns="0" tIns="0" rIns="0" bIns="0">
            <a:spAutoFit/>
          </a:bodyPr>
          <a:lstStyle/>
          <a:p>
            <a:r>
              <a:rPr lang="zh-CN" altLang="en-US" sz="2800" b="1" dirty="0">
                <a:solidFill>
                  <a:schemeClr val="bg1"/>
                </a:solidFill>
                <a:latin typeface="+mj-ea"/>
                <a:ea typeface="+mj-ea"/>
              </a:rPr>
              <a:t>安全防泄漏模型</a:t>
            </a:r>
            <a:endParaRPr lang="en-US" altLang="zh-CN" sz="2800" b="1" dirty="0">
              <a:solidFill>
                <a:schemeClr val="bg1"/>
              </a:solidFill>
              <a:latin typeface="+mj-ea"/>
              <a:ea typeface="+mj-ea"/>
            </a:endParaRPr>
          </a:p>
        </p:txBody>
      </p:sp>
      <p:sp>
        <p:nvSpPr>
          <p:cNvPr id="76" name="椭圆 75">
            <a:extLst>
              <a:ext uri="{FF2B5EF4-FFF2-40B4-BE49-F238E27FC236}">
                <a16:creationId xmlns:a16="http://schemas.microsoft.com/office/drawing/2014/main" id="{88DB91C8-5E29-68ED-42CC-A3A5CE5064C2}"/>
              </a:ext>
            </a:extLst>
          </p:cNvPr>
          <p:cNvSpPr/>
          <p:nvPr/>
        </p:nvSpPr>
        <p:spPr>
          <a:xfrm>
            <a:off x="2042445" y="5080382"/>
            <a:ext cx="8107110" cy="1159226"/>
          </a:xfrm>
          <a:prstGeom prst="ellipse">
            <a:avLst/>
          </a:prstGeom>
          <a:gradFill>
            <a:gsLst>
              <a:gs pos="0">
                <a:schemeClr val="accent1">
                  <a:alpha val="0"/>
                </a:schemeClr>
              </a:gs>
              <a:gs pos="100000">
                <a:schemeClr val="accent1">
                  <a:alpha val="18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5" name="椭圆 74">
            <a:extLst>
              <a:ext uri="{FF2B5EF4-FFF2-40B4-BE49-F238E27FC236}">
                <a16:creationId xmlns:a16="http://schemas.microsoft.com/office/drawing/2014/main" id="{453CCECB-325C-66D9-0B09-967E7E98E535}"/>
              </a:ext>
            </a:extLst>
          </p:cNvPr>
          <p:cNvSpPr>
            <a:spLocks/>
          </p:cNvSpPr>
          <p:nvPr/>
        </p:nvSpPr>
        <p:spPr>
          <a:xfrm>
            <a:off x="2152791" y="5080382"/>
            <a:ext cx="7886418" cy="1053719"/>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 name="文本框 110">
            <a:extLst>
              <a:ext uri="{FF2B5EF4-FFF2-40B4-BE49-F238E27FC236}">
                <a16:creationId xmlns:a16="http://schemas.microsoft.com/office/drawing/2014/main" id="{FE9844CB-B543-7608-2776-412D1537E747}"/>
              </a:ext>
            </a:extLst>
          </p:cNvPr>
          <p:cNvSpPr txBox="1"/>
          <p:nvPr/>
        </p:nvSpPr>
        <p:spPr>
          <a:xfrm>
            <a:off x="5695891" y="5117203"/>
            <a:ext cx="800219" cy="338554"/>
          </a:xfrm>
          <a:prstGeom prst="rect">
            <a:avLst/>
          </a:prstGeom>
          <a:noFill/>
        </p:spPr>
        <p:txBody>
          <a:bodyPr wrap="none" rtlCol="0">
            <a:spAutoFit/>
          </a:bodyPr>
          <a:lstStyle/>
          <a:p>
            <a:pPr algn="ctr"/>
            <a:r>
              <a:rPr lang="zh-CN" altLang="en-US" sz="1600" b="1" dirty="0">
                <a:solidFill>
                  <a:schemeClr val="accent1"/>
                </a:solidFill>
              </a:rPr>
              <a:t>数智化</a:t>
            </a:r>
          </a:p>
        </p:txBody>
      </p:sp>
      <p:grpSp>
        <p:nvGrpSpPr>
          <p:cNvPr id="93" name="组合 92">
            <a:extLst>
              <a:ext uri="{FF2B5EF4-FFF2-40B4-BE49-F238E27FC236}">
                <a16:creationId xmlns:a16="http://schemas.microsoft.com/office/drawing/2014/main" id="{229289D3-E7D2-DEF5-4DB7-66452552CA4F}"/>
              </a:ext>
            </a:extLst>
          </p:cNvPr>
          <p:cNvGrpSpPr/>
          <p:nvPr/>
        </p:nvGrpSpPr>
        <p:grpSpPr>
          <a:xfrm>
            <a:off x="3216608" y="2960628"/>
            <a:ext cx="1090673" cy="1135878"/>
            <a:chOff x="2001187" y="2519101"/>
            <a:chExt cx="1009650" cy="1663700"/>
          </a:xfrm>
          <a:scene3d>
            <a:camera prst="perspectiveRight">
              <a:rot lat="0" lon="19800000" rev="0"/>
            </a:camera>
            <a:lightRig rig="threePt" dir="t"/>
          </a:scene3d>
        </p:grpSpPr>
        <p:sp>
          <p:nvSpPr>
            <p:cNvPr id="90" name="矩形: 圆角 89">
              <a:extLst>
                <a:ext uri="{FF2B5EF4-FFF2-40B4-BE49-F238E27FC236}">
                  <a16:creationId xmlns:a16="http://schemas.microsoft.com/office/drawing/2014/main" id="{E5219CE0-68E9-AE80-C630-3382A11F3670}"/>
                </a:ext>
              </a:extLst>
            </p:cNvPr>
            <p:cNvSpPr/>
            <p:nvPr/>
          </p:nvSpPr>
          <p:spPr>
            <a:xfrm>
              <a:off x="2001187" y="2519101"/>
              <a:ext cx="1009650" cy="1663700"/>
            </a:xfrm>
            <a:prstGeom prst="roundRect">
              <a:avLst>
                <a:gd name="adj" fmla="val 6604"/>
              </a:avLst>
            </a:prstGeom>
            <a:gradFill>
              <a:gsLst>
                <a:gs pos="100000">
                  <a:schemeClr val="accent1">
                    <a:alpha val="0"/>
                  </a:schemeClr>
                </a:gs>
                <a:gs pos="0">
                  <a:schemeClr val="accent1">
                    <a:alpha val="27000"/>
                  </a:schemeClr>
                </a:gs>
              </a:gsLst>
              <a:lin ang="5400000" scaled="1"/>
            </a:gradFill>
            <a:ln>
              <a:gradFill>
                <a:gsLst>
                  <a:gs pos="19000">
                    <a:schemeClr val="accent1">
                      <a:alpha val="0"/>
                    </a:schemeClr>
                  </a:gs>
                  <a:gs pos="100000">
                    <a:schemeClr val="accent1">
                      <a:alpha val="4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1" name="文本框 90">
              <a:extLst>
                <a:ext uri="{FF2B5EF4-FFF2-40B4-BE49-F238E27FC236}">
                  <a16:creationId xmlns:a16="http://schemas.microsoft.com/office/drawing/2014/main" id="{3D3D3BE6-305B-8241-A849-7448C21218BA}"/>
                </a:ext>
              </a:extLst>
            </p:cNvPr>
            <p:cNvSpPr txBox="1"/>
            <p:nvPr/>
          </p:nvSpPr>
          <p:spPr>
            <a:xfrm>
              <a:off x="2105903" y="2622680"/>
              <a:ext cx="800219" cy="276999"/>
            </a:xfrm>
            <a:prstGeom prst="rect">
              <a:avLst/>
            </a:prstGeom>
            <a:noFill/>
          </p:spPr>
          <p:txBody>
            <a:bodyPr wrap="none" rtlCol="0">
              <a:spAutoFit/>
            </a:bodyPr>
            <a:lstStyle/>
            <a:p>
              <a:pPr algn="ctr"/>
              <a:r>
                <a:rPr lang="zh-CN" altLang="en-US" sz="1200" b="1" dirty="0">
                  <a:solidFill>
                    <a:schemeClr val="accent1"/>
                  </a:solidFill>
                </a:rPr>
                <a:t>数智采购</a:t>
              </a:r>
            </a:p>
          </p:txBody>
        </p:sp>
        <p:sp>
          <p:nvSpPr>
            <p:cNvPr id="92" name="文本框 91">
              <a:extLst>
                <a:ext uri="{FF2B5EF4-FFF2-40B4-BE49-F238E27FC236}">
                  <a16:creationId xmlns:a16="http://schemas.microsoft.com/office/drawing/2014/main" id="{F562F720-3D5E-7EA5-351A-7BD58D290D0A}"/>
                </a:ext>
              </a:extLst>
            </p:cNvPr>
            <p:cNvSpPr txBox="1"/>
            <p:nvPr/>
          </p:nvSpPr>
          <p:spPr>
            <a:xfrm>
              <a:off x="2123754" y="2928789"/>
              <a:ext cx="764516" cy="1194230"/>
            </a:xfrm>
            <a:prstGeom prst="rect">
              <a:avLst/>
            </a:prstGeom>
            <a:noFill/>
          </p:spPr>
          <p:txBody>
            <a:bodyPr wrap="none" rtlCol="0">
              <a:spAutoFit/>
            </a:bodyPr>
            <a:lstStyle/>
            <a:p>
              <a:pPr algn="ctr">
                <a:lnSpc>
                  <a:spcPct val="120000"/>
                </a:lnSpc>
              </a:pPr>
              <a:r>
                <a:rPr lang="zh-CN" altLang="en-US" sz="1000" dirty="0">
                  <a:solidFill>
                    <a:schemeClr val="bg1"/>
                  </a:solidFill>
                </a:rPr>
                <a:t>供应商管理</a:t>
              </a:r>
            </a:p>
            <a:p>
              <a:pPr algn="ctr">
                <a:lnSpc>
                  <a:spcPct val="120000"/>
                </a:lnSpc>
              </a:pPr>
              <a:r>
                <a:rPr lang="zh-CN" altLang="en-US" sz="1000" dirty="0">
                  <a:solidFill>
                    <a:schemeClr val="bg1"/>
                  </a:solidFill>
                </a:rPr>
                <a:t>可视化协同</a:t>
              </a:r>
            </a:p>
            <a:p>
              <a:pPr algn="ctr">
                <a:lnSpc>
                  <a:spcPct val="120000"/>
                </a:lnSpc>
              </a:pPr>
              <a:r>
                <a:rPr lang="zh-CN" altLang="en-US" sz="1000" dirty="0">
                  <a:solidFill>
                    <a:schemeClr val="bg1"/>
                  </a:solidFill>
                </a:rPr>
                <a:t>电子招投标</a:t>
              </a:r>
              <a:endParaRPr lang="en-US" altLang="zh-CN" sz="1000" dirty="0">
                <a:solidFill>
                  <a:schemeClr val="bg1"/>
                </a:solidFill>
              </a:endParaRPr>
            </a:p>
            <a:p>
              <a:pPr algn="ctr">
                <a:lnSpc>
                  <a:spcPct val="120000"/>
                </a:lnSpc>
              </a:pPr>
              <a:r>
                <a:rPr lang="zh-CN" altLang="en-US" sz="1000" dirty="0">
                  <a:solidFill>
                    <a:schemeClr val="bg1"/>
                  </a:solidFill>
                </a:rPr>
                <a:t>集采商城</a:t>
              </a:r>
            </a:p>
          </p:txBody>
        </p:sp>
      </p:grpSp>
      <p:grpSp>
        <p:nvGrpSpPr>
          <p:cNvPr id="94" name="组合 93">
            <a:extLst>
              <a:ext uri="{FF2B5EF4-FFF2-40B4-BE49-F238E27FC236}">
                <a16:creationId xmlns:a16="http://schemas.microsoft.com/office/drawing/2014/main" id="{FDCFF10A-97AE-13AB-FCFF-C322D3B5BD0D}"/>
              </a:ext>
            </a:extLst>
          </p:cNvPr>
          <p:cNvGrpSpPr/>
          <p:nvPr/>
        </p:nvGrpSpPr>
        <p:grpSpPr>
          <a:xfrm>
            <a:off x="4432559" y="2986425"/>
            <a:ext cx="1055288" cy="1099026"/>
            <a:chOff x="2001187" y="2519101"/>
            <a:chExt cx="1009650" cy="1663700"/>
          </a:xfrm>
          <a:scene3d>
            <a:camera prst="perspectiveRight"/>
            <a:lightRig rig="threePt" dir="t"/>
          </a:scene3d>
        </p:grpSpPr>
        <p:sp>
          <p:nvSpPr>
            <p:cNvPr id="95" name="矩形: 圆角 94">
              <a:extLst>
                <a:ext uri="{FF2B5EF4-FFF2-40B4-BE49-F238E27FC236}">
                  <a16:creationId xmlns:a16="http://schemas.microsoft.com/office/drawing/2014/main" id="{372E7802-D7DB-4434-2CC9-B96AC5708564}"/>
                </a:ext>
              </a:extLst>
            </p:cNvPr>
            <p:cNvSpPr/>
            <p:nvPr/>
          </p:nvSpPr>
          <p:spPr>
            <a:xfrm>
              <a:off x="2001187" y="2519101"/>
              <a:ext cx="1009650" cy="1663700"/>
            </a:xfrm>
            <a:prstGeom prst="roundRect">
              <a:avLst>
                <a:gd name="adj" fmla="val 6604"/>
              </a:avLst>
            </a:prstGeom>
            <a:gradFill>
              <a:gsLst>
                <a:gs pos="100000">
                  <a:schemeClr val="accent1">
                    <a:alpha val="0"/>
                  </a:schemeClr>
                </a:gs>
                <a:gs pos="0">
                  <a:schemeClr val="accent1">
                    <a:alpha val="27000"/>
                  </a:schemeClr>
                </a:gs>
              </a:gsLst>
              <a:lin ang="5400000" scaled="1"/>
            </a:gradFill>
            <a:ln>
              <a:gradFill>
                <a:gsLst>
                  <a:gs pos="19000">
                    <a:schemeClr val="accent1">
                      <a:lumMod val="5000"/>
                      <a:lumOff val="95000"/>
                      <a:alpha val="0"/>
                    </a:schemeClr>
                  </a:gs>
                  <a:gs pos="100000">
                    <a:schemeClr val="accent1">
                      <a:alpha val="4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文本框 95">
              <a:extLst>
                <a:ext uri="{FF2B5EF4-FFF2-40B4-BE49-F238E27FC236}">
                  <a16:creationId xmlns:a16="http://schemas.microsoft.com/office/drawing/2014/main" id="{45A9E20F-C32A-63FA-FDC5-1D15A905AED1}"/>
                </a:ext>
              </a:extLst>
            </p:cNvPr>
            <p:cNvSpPr txBox="1"/>
            <p:nvPr/>
          </p:nvSpPr>
          <p:spPr>
            <a:xfrm>
              <a:off x="2105903" y="2622680"/>
              <a:ext cx="800219" cy="276999"/>
            </a:xfrm>
            <a:prstGeom prst="rect">
              <a:avLst/>
            </a:prstGeom>
            <a:noFill/>
          </p:spPr>
          <p:txBody>
            <a:bodyPr wrap="none" rtlCol="0">
              <a:spAutoFit/>
            </a:bodyPr>
            <a:lstStyle/>
            <a:p>
              <a:pPr algn="ctr"/>
              <a:r>
                <a:rPr lang="zh-CN" altLang="en-US" sz="1200" b="1" dirty="0">
                  <a:solidFill>
                    <a:schemeClr val="accent1"/>
                  </a:solidFill>
                </a:rPr>
                <a:t>协同开发</a:t>
              </a:r>
            </a:p>
          </p:txBody>
        </p:sp>
        <p:sp>
          <p:nvSpPr>
            <p:cNvPr id="97" name="文本框 96">
              <a:extLst>
                <a:ext uri="{FF2B5EF4-FFF2-40B4-BE49-F238E27FC236}">
                  <a16:creationId xmlns:a16="http://schemas.microsoft.com/office/drawing/2014/main" id="{EBC59B94-57F1-D854-0359-0F961F662D36}"/>
                </a:ext>
              </a:extLst>
            </p:cNvPr>
            <p:cNvSpPr txBox="1"/>
            <p:nvPr/>
          </p:nvSpPr>
          <p:spPr>
            <a:xfrm>
              <a:off x="2049590" y="2930036"/>
              <a:ext cx="912845" cy="1234274"/>
            </a:xfrm>
            <a:prstGeom prst="rect">
              <a:avLst/>
            </a:prstGeom>
            <a:noFill/>
          </p:spPr>
          <p:txBody>
            <a:bodyPr wrap="none" rtlCol="0">
              <a:spAutoFit/>
            </a:bodyPr>
            <a:lstStyle/>
            <a:p>
              <a:pPr algn="ctr">
                <a:lnSpc>
                  <a:spcPct val="120000"/>
                </a:lnSpc>
              </a:pPr>
              <a:r>
                <a:rPr lang="zh-CN" altLang="en-US" sz="1000" dirty="0">
                  <a:solidFill>
                    <a:schemeClr val="bg1"/>
                  </a:solidFill>
                </a:rPr>
                <a:t>产品生命周期</a:t>
              </a:r>
            </a:p>
            <a:p>
              <a:pPr algn="ctr">
                <a:lnSpc>
                  <a:spcPct val="120000"/>
                </a:lnSpc>
              </a:pPr>
              <a:r>
                <a:rPr lang="zh-CN" altLang="en-US" sz="1000" dirty="0">
                  <a:solidFill>
                    <a:schemeClr val="bg1"/>
                  </a:solidFill>
                </a:rPr>
                <a:t>产品智能化</a:t>
              </a:r>
            </a:p>
            <a:p>
              <a:pPr algn="ctr">
                <a:lnSpc>
                  <a:spcPct val="120000"/>
                </a:lnSpc>
              </a:pPr>
              <a:r>
                <a:rPr lang="zh-CN" altLang="en-US" sz="1000" dirty="0">
                  <a:solidFill>
                    <a:schemeClr val="bg1"/>
                  </a:solidFill>
                </a:rPr>
                <a:t>创意设计</a:t>
              </a:r>
            </a:p>
            <a:p>
              <a:pPr algn="ctr">
                <a:lnSpc>
                  <a:spcPct val="120000"/>
                </a:lnSpc>
              </a:pPr>
              <a:r>
                <a:rPr lang="zh-CN" altLang="en-US" sz="1000" dirty="0">
                  <a:solidFill>
                    <a:schemeClr val="bg1"/>
                  </a:solidFill>
                </a:rPr>
                <a:t>研发仿真</a:t>
              </a:r>
            </a:p>
          </p:txBody>
        </p:sp>
      </p:grpSp>
      <p:grpSp>
        <p:nvGrpSpPr>
          <p:cNvPr id="98" name="组合 97">
            <a:extLst>
              <a:ext uri="{FF2B5EF4-FFF2-40B4-BE49-F238E27FC236}">
                <a16:creationId xmlns:a16="http://schemas.microsoft.com/office/drawing/2014/main" id="{D8B15414-C45C-6B8E-0344-3E832DFD9BC4}"/>
              </a:ext>
            </a:extLst>
          </p:cNvPr>
          <p:cNvGrpSpPr/>
          <p:nvPr/>
        </p:nvGrpSpPr>
        <p:grpSpPr>
          <a:xfrm>
            <a:off x="5613125" y="2990644"/>
            <a:ext cx="1049499" cy="1092997"/>
            <a:chOff x="2001187" y="2519101"/>
            <a:chExt cx="1009650" cy="1663700"/>
          </a:xfrm>
        </p:grpSpPr>
        <p:sp>
          <p:nvSpPr>
            <p:cNvPr id="99" name="矩形: 圆角 98">
              <a:extLst>
                <a:ext uri="{FF2B5EF4-FFF2-40B4-BE49-F238E27FC236}">
                  <a16:creationId xmlns:a16="http://schemas.microsoft.com/office/drawing/2014/main" id="{941F37C9-4616-AA6B-4EF6-7236ADF08044}"/>
                </a:ext>
              </a:extLst>
            </p:cNvPr>
            <p:cNvSpPr/>
            <p:nvPr/>
          </p:nvSpPr>
          <p:spPr>
            <a:xfrm>
              <a:off x="2001187" y="2519101"/>
              <a:ext cx="1009650" cy="1663700"/>
            </a:xfrm>
            <a:prstGeom prst="roundRect">
              <a:avLst>
                <a:gd name="adj" fmla="val 6604"/>
              </a:avLst>
            </a:prstGeom>
            <a:gradFill>
              <a:gsLst>
                <a:gs pos="100000">
                  <a:schemeClr val="accent1">
                    <a:alpha val="0"/>
                  </a:schemeClr>
                </a:gs>
                <a:gs pos="0">
                  <a:schemeClr val="accent1">
                    <a:alpha val="27000"/>
                  </a:schemeClr>
                </a:gs>
              </a:gsLst>
              <a:lin ang="5400000" scaled="1"/>
            </a:gradFill>
            <a:ln>
              <a:gradFill>
                <a:gsLst>
                  <a:gs pos="19000">
                    <a:schemeClr val="tx1">
                      <a:alpha val="0"/>
                    </a:schemeClr>
                  </a:gs>
                  <a:gs pos="100000">
                    <a:schemeClr val="accent1">
                      <a:alpha val="4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a:extLst>
                <a:ext uri="{FF2B5EF4-FFF2-40B4-BE49-F238E27FC236}">
                  <a16:creationId xmlns:a16="http://schemas.microsoft.com/office/drawing/2014/main" id="{FE877BA3-4F0C-0819-F807-1926F11C063A}"/>
                </a:ext>
              </a:extLst>
            </p:cNvPr>
            <p:cNvSpPr txBox="1"/>
            <p:nvPr/>
          </p:nvSpPr>
          <p:spPr>
            <a:xfrm>
              <a:off x="2105903" y="2622680"/>
              <a:ext cx="800219" cy="276999"/>
            </a:xfrm>
            <a:prstGeom prst="rect">
              <a:avLst/>
            </a:prstGeom>
            <a:noFill/>
          </p:spPr>
          <p:txBody>
            <a:bodyPr wrap="none" rtlCol="0">
              <a:spAutoFit/>
            </a:bodyPr>
            <a:lstStyle/>
            <a:p>
              <a:pPr algn="ctr"/>
              <a:r>
                <a:rPr lang="zh-CN" altLang="en-US" sz="1200" b="1" dirty="0">
                  <a:solidFill>
                    <a:schemeClr val="accent1"/>
                  </a:solidFill>
                </a:rPr>
                <a:t>智能制造</a:t>
              </a:r>
            </a:p>
          </p:txBody>
        </p:sp>
        <p:sp>
          <p:nvSpPr>
            <p:cNvPr id="101" name="文本框 100">
              <a:extLst>
                <a:ext uri="{FF2B5EF4-FFF2-40B4-BE49-F238E27FC236}">
                  <a16:creationId xmlns:a16="http://schemas.microsoft.com/office/drawing/2014/main" id="{8A9309FF-465E-99A0-3A27-33A3AB23ABD0}"/>
                </a:ext>
              </a:extLst>
            </p:cNvPr>
            <p:cNvSpPr txBox="1"/>
            <p:nvPr/>
          </p:nvSpPr>
          <p:spPr>
            <a:xfrm>
              <a:off x="2170443" y="2930249"/>
              <a:ext cx="671138" cy="1241083"/>
            </a:xfrm>
            <a:prstGeom prst="rect">
              <a:avLst/>
            </a:prstGeom>
            <a:noFill/>
          </p:spPr>
          <p:txBody>
            <a:bodyPr wrap="none" rtlCol="0">
              <a:spAutoFit/>
            </a:bodyPr>
            <a:lstStyle/>
            <a:p>
              <a:pPr algn="ctr">
                <a:lnSpc>
                  <a:spcPct val="120000"/>
                </a:lnSpc>
              </a:pPr>
              <a:r>
                <a:rPr lang="zh-CN" altLang="en-US" sz="1000" dirty="0">
                  <a:solidFill>
                    <a:schemeClr val="bg1"/>
                  </a:solidFill>
                </a:rPr>
                <a:t>数智工厂</a:t>
              </a:r>
            </a:p>
            <a:p>
              <a:pPr algn="ctr">
                <a:lnSpc>
                  <a:spcPct val="120000"/>
                </a:lnSpc>
              </a:pPr>
              <a:r>
                <a:rPr lang="zh-CN" altLang="en-US" sz="1000" dirty="0">
                  <a:solidFill>
                    <a:schemeClr val="bg1"/>
                  </a:solidFill>
                </a:rPr>
                <a:t>工业互联</a:t>
              </a:r>
            </a:p>
            <a:p>
              <a:pPr algn="ctr">
                <a:lnSpc>
                  <a:spcPct val="120000"/>
                </a:lnSpc>
              </a:pPr>
              <a:r>
                <a:rPr lang="zh-CN" altLang="en-US" sz="1000" dirty="0">
                  <a:solidFill>
                    <a:schemeClr val="bg1"/>
                  </a:solidFill>
                </a:rPr>
                <a:t>生产物流</a:t>
              </a:r>
            </a:p>
            <a:p>
              <a:pPr algn="ctr">
                <a:lnSpc>
                  <a:spcPct val="120000"/>
                </a:lnSpc>
              </a:pPr>
              <a:r>
                <a:rPr lang="zh-CN" altLang="en-US" sz="1000" dirty="0">
                  <a:solidFill>
                    <a:schemeClr val="bg1"/>
                  </a:solidFill>
                </a:rPr>
                <a:t>数字孪生</a:t>
              </a:r>
            </a:p>
          </p:txBody>
        </p:sp>
      </p:grpSp>
      <p:grpSp>
        <p:nvGrpSpPr>
          <p:cNvPr id="102" name="组合 101">
            <a:extLst>
              <a:ext uri="{FF2B5EF4-FFF2-40B4-BE49-F238E27FC236}">
                <a16:creationId xmlns:a16="http://schemas.microsoft.com/office/drawing/2014/main" id="{EA1A06C1-EB1A-B804-264E-1A438CC83C55}"/>
              </a:ext>
            </a:extLst>
          </p:cNvPr>
          <p:cNvGrpSpPr/>
          <p:nvPr/>
        </p:nvGrpSpPr>
        <p:grpSpPr>
          <a:xfrm>
            <a:off x="6787902" y="2986425"/>
            <a:ext cx="1055288" cy="1099026"/>
            <a:chOff x="2001187" y="2519101"/>
            <a:chExt cx="1009650" cy="1663700"/>
          </a:xfrm>
          <a:scene3d>
            <a:camera prst="perspectiveLeft"/>
            <a:lightRig rig="threePt" dir="t"/>
          </a:scene3d>
        </p:grpSpPr>
        <p:sp>
          <p:nvSpPr>
            <p:cNvPr id="103" name="矩形: 圆角 102">
              <a:extLst>
                <a:ext uri="{FF2B5EF4-FFF2-40B4-BE49-F238E27FC236}">
                  <a16:creationId xmlns:a16="http://schemas.microsoft.com/office/drawing/2014/main" id="{1200A051-405E-070A-2593-CAB6E9521E52}"/>
                </a:ext>
              </a:extLst>
            </p:cNvPr>
            <p:cNvSpPr/>
            <p:nvPr/>
          </p:nvSpPr>
          <p:spPr>
            <a:xfrm>
              <a:off x="2001187" y="2519101"/>
              <a:ext cx="1009650" cy="1663700"/>
            </a:xfrm>
            <a:prstGeom prst="roundRect">
              <a:avLst>
                <a:gd name="adj" fmla="val 6604"/>
              </a:avLst>
            </a:prstGeom>
            <a:gradFill>
              <a:gsLst>
                <a:gs pos="100000">
                  <a:schemeClr val="accent1">
                    <a:alpha val="0"/>
                  </a:schemeClr>
                </a:gs>
                <a:gs pos="0">
                  <a:schemeClr val="accent1">
                    <a:alpha val="27000"/>
                  </a:schemeClr>
                </a:gs>
              </a:gsLst>
              <a:lin ang="5400000" scaled="1"/>
            </a:gradFill>
            <a:ln>
              <a:gradFill>
                <a:gsLst>
                  <a:gs pos="19000">
                    <a:schemeClr val="tx1">
                      <a:alpha val="0"/>
                    </a:schemeClr>
                  </a:gs>
                  <a:gs pos="100000">
                    <a:schemeClr val="accent1">
                      <a:alpha val="4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文本框 103">
              <a:extLst>
                <a:ext uri="{FF2B5EF4-FFF2-40B4-BE49-F238E27FC236}">
                  <a16:creationId xmlns:a16="http://schemas.microsoft.com/office/drawing/2014/main" id="{8368489F-8258-C6D6-5F43-40154583E515}"/>
                </a:ext>
              </a:extLst>
            </p:cNvPr>
            <p:cNvSpPr txBox="1"/>
            <p:nvPr/>
          </p:nvSpPr>
          <p:spPr>
            <a:xfrm>
              <a:off x="2105903" y="2622680"/>
              <a:ext cx="800219" cy="276999"/>
            </a:xfrm>
            <a:prstGeom prst="rect">
              <a:avLst/>
            </a:prstGeom>
            <a:noFill/>
          </p:spPr>
          <p:txBody>
            <a:bodyPr wrap="none" rtlCol="0">
              <a:spAutoFit/>
            </a:bodyPr>
            <a:lstStyle/>
            <a:p>
              <a:pPr algn="ctr"/>
              <a:r>
                <a:rPr lang="zh-CN" altLang="en-US" sz="1200" b="1" dirty="0">
                  <a:solidFill>
                    <a:schemeClr val="accent1"/>
                  </a:solidFill>
                </a:rPr>
                <a:t>全域链授</a:t>
              </a:r>
            </a:p>
          </p:txBody>
        </p:sp>
        <p:sp>
          <p:nvSpPr>
            <p:cNvPr id="105" name="文本框 104">
              <a:extLst>
                <a:ext uri="{FF2B5EF4-FFF2-40B4-BE49-F238E27FC236}">
                  <a16:creationId xmlns:a16="http://schemas.microsoft.com/office/drawing/2014/main" id="{197D5E70-2C52-C270-D3AC-FFD76AB30BEE}"/>
                </a:ext>
              </a:extLst>
            </p:cNvPr>
            <p:cNvSpPr txBox="1"/>
            <p:nvPr/>
          </p:nvSpPr>
          <p:spPr>
            <a:xfrm>
              <a:off x="2049590" y="2930036"/>
              <a:ext cx="912845" cy="1234274"/>
            </a:xfrm>
            <a:prstGeom prst="rect">
              <a:avLst/>
            </a:prstGeom>
            <a:noFill/>
          </p:spPr>
          <p:txBody>
            <a:bodyPr wrap="none" rtlCol="0">
              <a:spAutoFit/>
            </a:bodyPr>
            <a:lstStyle/>
            <a:p>
              <a:pPr algn="ctr">
                <a:lnSpc>
                  <a:spcPct val="120000"/>
                </a:lnSpc>
              </a:pPr>
              <a:r>
                <a:rPr lang="zh-CN" altLang="en-US" sz="1000" dirty="0">
                  <a:solidFill>
                    <a:schemeClr val="bg1"/>
                  </a:solidFill>
                </a:rPr>
                <a:t>全渠道数字化</a:t>
              </a:r>
            </a:p>
            <a:p>
              <a:pPr algn="ctr">
                <a:lnSpc>
                  <a:spcPct val="120000"/>
                </a:lnSpc>
              </a:pPr>
              <a:r>
                <a:rPr lang="zh-CN" altLang="en-US" sz="1000" dirty="0">
                  <a:solidFill>
                    <a:schemeClr val="bg1"/>
                  </a:solidFill>
                </a:rPr>
                <a:t>全域会员</a:t>
              </a:r>
            </a:p>
            <a:p>
              <a:pPr algn="ctr">
                <a:lnSpc>
                  <a:spcPct val="120000"/>
                </a:lnSpc>
              </a:pPr>
              <a:r>
                <a:rPr lang="zh-CN" altLang="en-US" sz="1000" dirty="0">
                  <a:solidFill>
                    <a:schemeClr val="bg1"/>
                  </a:solidFill>
                </a:rPr>
                <a:t>元宇宙新体验</a:t>
              </a:r>
            </a:p>
            <a:p>
              <a:pPr algn="ctr">
                <a:lnSpc>
                  <a:spcPct val="120000"/>
                </a:lnSpc>
              </a:pPr>
              <a:r>
                <a:rPr lang="zh-CN" altLang="en-US" sz="1000" dirty="0">
                  <a:solidFill>
                    <a:schemeClr val="bg1"/>
                  </a:solidFill>
                </a:rPr>
                <a:t>智能运营</a:t>
              </a:r>
              <a:endParaRPr lang="zh-CN" altLang="en-US" sz="1050" dirty="0">
                <a:solidFill>
                  <a:schemeClr val="bg1"/>
                </a:solidFill>
              </a:endParaRPr>
            </a:p>
          </p:txBody>
        </p:sp>
      </p:grpSp>
      <p:grpSp>
        <p:nvGrpSpPr>
          <p:cNvPr id="107" name="组合 106">
            <a:extLst>
              <a:ext uri="{FF2B5EF4-FFF2-40B4-BE49-F238E27FC236}">
                <a16:creationId xmlns:a16="http://schemas.microsoft.com/office/drawing/2014/main" id="{67627F05-3BB4-F61C-A3EF-8E7101D9BC08}"/>
              </a:ext>
            </a:extLst>
          </p:cNvPr>
          <p:cNvGrpSpPr/>
          <p:nvPr/>
        </p:nvGrpSpPr>
        <p:grpSpPr>
          <a:xfrm>
            <a:off x="7968470" y="2965708"/>
            <a:ext cx="1090673" cy="1135878"/>
            <a:chOff x="2001187" y="2526542"/>
            <a:chExt cx="1009650" cy="1663700"/>
          </a:xfrm>
          <a:scene3d>
            <a:camera prst="perspectiveLeft">
              <a:rot lat="0" lon="1800000" rev="0"/>
            </a:camera>
            <a:lightRig rig="threePt" dir="t"/>
          </a:scene3d>
        </p:grpSpPr>
        <p:sp>
          <p:nvSpPr>
            <p:cNvPr id="108" name="矩形: 圆角 107">
              <a:extLst>
                <a:ext uri="{FF2B5EF4-FFF2-40B4-BE49-F238E27FC236}">
                  <a16:creationId xmlns:a16="http://schemas.microsoft.com/office/drawing/2014/main" id="{F6EE7DF3-37D7-6612-E449-CB1ECFD611FA}"/>
                </a:ext>
              </a:extLst>
            </p:cNvPr>
            <p:cNvSpPr/>
            <p:nvPr/>
          </p:nvSpPr>
          <p:spPr>
            <a:xfrm>
              <a:off x="2001187" y="2526542"/>
              <a:ext cx="1009650" cy="1663700"/>
            </a:xfrm>
            <a:prstGeom prst="roundRect">
              <a:avLst>
                <a:gd name="adj" fmla="val 6604"/>
              </a:avLst>
            </a:prstGeom>
            <a:gradFill>
              <a:gsLst>
                <a:gs pos="100000">
                  <a:schemeClr val="accent1">
                    <a:alpha val="0"/>
                  </a:schemeClr>
                </a:gs>
                <a:gs pos="0">
                  <a:schemeClr val="accent1">
                    <a:alpha val="27000"/>
                  </a:schemeClr>
                </a:gs>
              </a:gsLst>
              <a:lin ang="5400000" scaled="1"/>
            </a:gradFill>
            <a:ln>
              <a:gradFill>
                <a:gsLst>
                  <a:gs pos="19000">
                    <a:schemeClr val="tx1">
                      <a:alpha val="0"/>
                    </a:schemeClr>
                  </a:gs>
                  <a:gs pos="100000">
                    <a:schemeClr val="accent1">
                      <a:alpha val="4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a:extLst>
                <a:ext uri="{FF2B5EF4-FFF2-40B4-BE49-F238E27FC236}">
                  <a16:creationId xmlns:a16="http://schemas.microsoft.com/office/drawing/2014/main" id="{49C19DA6-0019-D585-6CE2-D4634820E85C}"/>
                </a:ext>
              </a:extLst>
            </p:cNvPr>
            <p:cNvSpPr txBox="1"/>
            <p:nvPr/>
          </p:nvSpPr>
          <p:spPr>
            <a:xfrm>
              <a:off x="2105903" y="2622680"/>
              <a:ext cx="800219" cy="276999"/>
            </a:xfrm>
            <a:prstGeom prst="rect">
              <a:avLst/>
            </a:prstGeom>
            <a:noFill/>
          </p:spPr>
          <p:txBody>
            <a:bodyPr wrap="none" rtlCol="0">
              <a:spAutoFit/>
            </a:bodyPr>
            <a:lstStyle/>
            <a:p>
              <a:pPr algn="ctr"/>
              <a:r>
                <a:rPr lang="zh-CN" altLang="en-US" sz="1200" b="1" dirty="0">
                  <a:solidFill>
                    <a:schemeClr val="accent1"/>
                  </a:solidFill>
                </a:rPr>
                <a:t>价值服务</a:t>
              </a:r>
            </a:p>
          </p:txBody>
        </p:sp>
        <p:sp>
          <p:nvSpPr>
            <p:cNvPr id="110" name="文本框 109">
              <a:extLst>
                <a:ext uri="{FF2B5EF4-FFF2-40B4-BE49-F238E27FC236}">
                  <a16:creationId xmlns:a16="http://schemas.microsoft.com/office/drawing/2014/main" id="{9D68300C-185F-CACA-0E99-78A00518A0BE}"/>
                </a:ext>
              </a:extLst>
            </p:cNvPr>
            <p:cNvSpPr txBox="1"/>
            <p:nvPr/>
          </p:nvSpPr>
          <p:spPr>
            <a:xfrm>
              <a:off x="2123754" y="2928789"/>
              <a:ext cx="764516" cy="1194230"/>
            </a:xfrm>
            <a:prstGeom prst="rect">
              <a:avLst/>
            </a:prstGeom>
            <a:noFill/>
          </p:spPr>
          <p:txBody>
            <a:bodyPr wrap="none" rtlCol="0">
              <a:spAutoFit/>
            </a:bodyPr>
            <a:lstStyle/>
            <a:p>
              <a:pPr algn="ctr">
                <a:lnSpc>
                  <a:spcPct val="120000"/>
                </a:lnSpc>
              </a:pPr>
              <a:r>
                <a:rPr lang="zh-CN" altLang="en-US" sz="1000" dirty="0">
                  <a:solidFill>
                    <a:schemeClr val="bg1"/>
                  </a:solidFill>
                </a:rPr>
                <a:t>客户服务</a:t>
              </a:r>
            </a:p>
            <a:p>
              <a:pPr algn="ctr">
                <a:lnSpc>
                  <a:spcPct val="120000"/>
                </a:lnSpc>
              </a:pPr>
              <a:r>
                <a:rPr lang="zh-CN" altLang="en-US" sz="1000" dirty="0">
                  <a:solidFill>
                    <a:schemeClr val="bg1"/>
                  </a:solidFill>
                </a:rPr>
                <a:t>后市场服务</a:t>
              </a:r>
            </a:p>
            <a:p>
              <a:pPr algn="ctr">
                <a:lnSpc>
                  <a:spcPct val="120000"/>
                </a:lnSpc>
              </a:pPr>
              <a:r>
                <a:rPr lang="zh-CN" altLang="en-US" sz="1000" dirty="0">
                  <a:solidFill>
                    <a:schemeClr val="bg1"/>
                  </a:solidFill>
                </a:rPr>
                <a:t>数字化旅程</a:t>
              </a:r>
            </a:p>
            <a:p>
              <a:pPr algn="ctr">
                <a:lnSpc>
                  <a:spcPct val="120000"/>
                </a:lnSpc>
              </a:pPr>
              <a:r>
                <a:rPr lang="zh-CN" altLang="en-US" sz="1000" dirty="0">
                  <a:solidFill>
                    <a:schemeClr val="bg1"/>
                  </a:solidFill>
                </a:rPr>
                <a:t>产业服务</a:t>
              </a:r>
              <a:endParaRPr lang="zh-CN" altLang="en-US" sz="1050" dirty="0">
                <a:solidFill>
                  <a:schemeClr val="bg1"/>
                </a:solidFill>
              </a:endParaRPr>
            </a:p>
          </p:txBody>
        </p:sp>
      </p:grpSp>
      <p:sp>
        <p:nvSpPr>
          <p:cNvPr id="120" name="任意形状 51">
            <a:extLst>
              <a:ext uri="{FF2B5EF4-FFF2-40B4-BE49-F238E27FC236}">
                <a16:creationId xmlns:a16="http://schemas.microsoft.com/office/drawing/2014/main" id="{73A2D775-0732-A661-22B4-3B7CF06912C3}"/>
              </a:ext>
            </a:extLst>
          </p:cNvPr>
          <p:cNvSpPr>
            <a:spLocks/>
          </p:cNvSpPr>
          <p:nvPr/>
        </p:nvSpPr>
        <p:spPr>
          <a:xfrm>
            <a:off x="2698750" y="1266532"/>
            <a:ext cx="6794500" cy="1104778"/>
          </a:xfrm>
          <a:custGeom>
            <a:avLst/>
            <a:gdLst>
              <a:gd name="connsiteX0" fmla="*/ 6043668 w 6043668"/>
              <a:gd name="connsiteY0" fmla="*/ 489065 h 978129"/>
              <a:gd name="connsiteX1" fmla="*/ 3021834 w 6043668"/>
              <a:gd name="connsiteY1" fmla="*/ 978130 h 978129"/>
              <a:gd name="connsiteX2" fmla="*/ 0 w 6043668"/>
              <a:gd name="connsiteY2" fmla="*/ 489065 h 978129"/>
              <a:gd name="connsiteX3" fmla="*/ 3021834 w 6043668"/>
              <a:gd name="connsiteY3" fmla="*/ 0 h 978129"/>
              <a:gd name="connsiteX4" fmla="*/ 6043668 w 6043668"/>
              <a:gd name="connsiteY4" fmla="*/ 489065 h 978129"/>
              <a:gd name="connsiteX5" fmla="*/ 1486863 w 6043668"/>
              <a:gd name="connsiteY5" fmla="*/ 489065 h 978129"/>
              <a:gd name="connsiteX6" fmla="*/ 3021834 w 6043668"/>
              <a:gd name="connsiteY6" fmla="*/ 737491 h 978129"/>
              <a:gd name="connsiteX7" fmla="*/ 4556805 w 6043668"/>
              <a:gd name="connsiteY7" fmla="*/ 489065 h 978129"/>
              <a:gd name="connsiteX8" fmla="*/ 3021834 w 6043668"/>
              <a:gd name="connsiteY8" fmla="*/ 240639 h 978129"/>
              <a:gd name="connsiteX9" fmla="*/ 1486863 w 6043668"/>
              <a:gd name="connsiteY9" fmla="*/ 489065 h 978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43668" h="978129">
                <a:moveTo>
                  <a:pt x="6043668" y="489065"/>
                </a:moveTo>
                <a:cubicBezTo>
                  <a:pt x="6043668" y="759168"/>
                  <a:pt x="4690750" y="978130"/>
                  <a:pt x="3021834" y="978130"/>
                </a:cubicBezTo>
                <a:cubicBezTo>
                  <a:pt x="1352918" y="978130"/>
                  <a:pt x="0" y="759168"/>
                  <a:pt x="0" y="489065"/>
                </a:cubicBezTo>
                <a:cubicBezTo>
                  <a:pt x="0" y="218962"/>
                  <a:pt x="1352918" y="0"/>
                  <a:pt x="3021834" y="0"/>
                </a:cubicBezTo>
                <a:cubicBezTo>
                  <a:pt x="4690750" y="0"/>
                  <a:pt x="6043668" y="218962"/>
                  <a:pt x="6043668" y="489065"/>
                </a:cubicBezTo>
                <a:close/>
                <a:moveTo>
                  <a:pt x="1486863" y="489065"/>
                </a:moveTo>
                <a:cubicBezTo>
                  <a:pt x="1486863" y="626268"/>
                  <a:pt x="2174095" y="737491"/>
                  <a:pt x="3021834" y="737491"/>
                </a:cubicBezTo>
                <a:cubicBezTo>
                  <a:pt x="3869573" y="737491"/>
                  <a:pt x="4556805" y="626268"/>
                  <a:pt x="4556805" y="489065"/>
                </a:cubicBezTo>
                <a:cubicBezTo>
                  <a:pt x="4556805" y="351862"/>
                  <a:pt x="3869573" y="240639"/>
                  <a:pt x="3021834" y="240639"/>
                </a:cubicBezTo>
                <a:cubicBezTo>
                  <a:pt x="2174095" y="240639"/>
                  <a:pt x="1486863" y="351862"/>
                  <a:pt x="1486863" y="489065"/>
                </a:cubicBezTo>
                <a:close/>
              </a:path>
            </a:pathLst>
          </a:custGeom>
          <a:gradFill flip="none" rotWithShape="1">
            <a:gsLst>
              <a:gs pos="0">
                <a:schemeClr val="accent2">
                  <a:alpha val="65000"/>
                </a:schemeClr>
              </a:gs>
              <a:gs pos="62000">
                <a:schemeClr val="accent2">
                  <a:alpha val="0"/>
                </a:schemeClr>
              </a:gs>
              <a:gs pos="38000">
                <a:schemeClr val="accent2">
                  <a:alpha val="0"/>
                </a:schemeClr>
              </a:gs>
              <a:gs pos="100000">
                <a:schemeClr val="accent2">
                  <a:alpha val="65000"/>
                </a:schemeClr>
              </a:gs>
            </a:gsLst>
            <a:lin ang="10800000" scaled="1"/>
            <a:tileRect/>
          </a:gradFill>
          <a:ln w="12700">
            <a:gradFill>
              <a:gsLst>
                <a:gs pos="13000">
                  <a:schemeClr val="accent2">
                    <a:alpha val="0"/>
                  </a:schemeClr>
                </a:gs>
                <a:gs pos="100000">
                  <a:schemeClr val="accent2"/>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n-ea"/>
              <a:sym typeface="+mn-lt"/>
            </a:endParaRPr>
          </a:p>
        </p:txBody>
      </p:sp>
      <p:sp>
        <p:nvSpPr>
          <p:cNvPr id="122" name="文本框 121">
            <a:extLst>
              <a:ext uri="{FF2B5EF4-FFF2-40B4-BE49-F238E27FC236}">
                <a16:creationId xmlns:a16="http://schemas.microsoft.com/office/drawing/2014/main" id="{A61C4893-F423-0133-B8A3-E9B0378FFD9D}"/>
              </a:ext>
            </a:extLst>
          </p:cNvPr>
          <p:cNvSpPr txBox="1"/>
          <p:nvPr/>
        </p:nvSpPr>
        <p:spPr>
          <a:xfrm>
            <a:off x="4415218" y="1291054"/>
            <a:ext cx="748923" cy="261610"/>
          </a:xfrm>
          <a:prstGeom prst="rect">
            <a:avLst/>
          </a:prstGeom>
          <a:noFill/>
        </p:spPr>
        <p:txBody>
          <a:bodyPr wrap="none" rtlCol="0">
            <a:spAutoFit/>
          </a:bodyPr>
          <a:lstStyle/>
          <a:p>
            <a:pPr algn="ctr"/>
            <a:r>
              <a:rPr lang="zh-CN" altLang="en-US" sz="1100" dirty="0">
                <a:solidFill>
                  <a:schemeClr val="bg1"/>
                </a:solidFill>
              </a:rPr>
              <a:t>产业平台</a:t>
            </a:r>
          </a:p>
        </p:txBody>
      </p:sp>
      <p:sp>
        <p:nvSpPr>
          <p:cNvPr id="123" name="文本框 122">
            <a:extLst>
              <a:ext uri="{FF2B5EF4-FFF2-40B4-BE49-F238E27FC236}">
                <a16:creationId xmlns:a16="http://schemas.microsoft.com/office/drawing/2014/main" id="{D367810C-BD37-D746-A1E8-A13CAAD18452}"/>
              </a:ext>
            </a:extLst>
          </p:cNvPr>
          <p:cNvSpPr txBox="1"/>
          <p:nvPr/>
        </p:nvSpPr>
        <p:spPr>
          <a:xfrm>
            <a:off x="3433731" y="1618915"/>
            <a:ext cx="748923" cy="261610"/>
          </a:xfrm>
          <a:prstGeom prst="rect">
            <a:avLst/>
          </a:prstGeom>
          <a:noFill/>
        </p:spPr>
        <p:txBody>
          <a:bodyPr wrap="none" rtlCol="0">
            <a:spAutoFit/>
          </a:bodyPr>
          <a:lstStyle/>
          <a:p>
            <a:pPr algn="ctr"/>
            <a:r>
              <a:rPr lang="zh-CN" altLang="en-US" sz="1100" dirty="0">
                <a:solidFill>
                  <a:schemeClr val="bg1"/>
                </a:solidFill>
              </a:rPr>
              <a:t>产融合作</a:t>
            </a:r>
          </a:p>
        </p:txBody>
      </p:sp>
      <p:sp>
        <p:nvSpPr>
          <p:cNvPr id="124" name="文本框 123">
            <a:extLst>
              <a:ext uri="{FF2B5EF4-FFF2-40B4-BE49-F238E27FC236}">
                <a16:creationId xmlns:a16="http://schemas.microsoft.com/office/drawing/2014/main" id="{267D71CD-0380-BE1E-1719-987045114AEE}"/>
              </a:ext>
            </a:extLst>
          </p:cNvPr>
          <p:cNvSpPr txBox="1"/>
          <p:nvPr/>
        </p:nvSpPr>
        <p:spPr>
          <a:xfrm>
            <a:off x="4057864" y="2008972"/>
            <a:ext cx="748923" cy="261610"/>
          </a:xfrm>
          <a:prstGeom prst="rect">
            <a:avLst/>
          </a:prstGeom>
          <a:noFill/>
        </p:spPr>
        <p:txBody>
          <a:bodyPr wrap="none" rtlCol="0">
            <a:spAutoFit/>
          </a:bodyPr>
          <a:lstStyle/>
          <a:p>
            <a:pPr algn="ctr"/>
            <a:r>
              <a:rPr lang="zh-CN" altLang="en-US" sz="1100" dirty="0">
                <a:solidFill>
                  <a:schemeClr val="bg1"/>
                </a:solidFill>
              </a:rPr>
              <a:t>乡村振兴</a:t>
            </a:r>
          </a:p>
        </p:txBody>
      </p:sp>
      <p:sp>
        <p:nvSpPr>
          <p:cNvPr id="125" name="文本框 124">
            <a:extLst>
              <a:ext uri="{FF2B5EF4-FFF2-40B4-BE49-F238E27FC236}">
                <a16:creationId xmlns:a16="http://schemas.microsoft.com/office/drawing/2014/main" id="{8C386B41-86B1-1CEC-1B8A-A537DB868143}"/>
              </a:ext>
            </a:extLst>
          </p:cNvPr>
          <p:cNvSpPr txBox="1"/>
          <p:nvPr/>
        </p:nvSpPr>
        <p:spPr>
          <a:xfrm>
            <a:off x="5721538" y="2101458"/>
            <a:ext cx="748923" cy="261610"/>
          </a:xfrm>
          <a:prstGeom prst="rect">
            <a:avLst/>
          </a:prstGeom>
          <a:noFill/>
        </p:spPr>
        <p:txBody>
          <a:bodyPr wrap="none" rtlCol="0">
            <a:spAutoFit/>
          </a:bodyPr>
          <a:lstStyle/>
          <a:p>
            <a:pPr algn="ctr"/>
            <a:r>
              <a:rPr lang="zh-CN" altLang="en-US" sz="1100" dirty="0">
                <a:solidFill>
                  <a:schemeClr val="bg1"/>
                </a:solidFill>
              </a:rPr>
              <a:t>双碳治理</a:t>
            </a:r>
          </a:p>
        </p:txBody>
      </p:sp>
      <p:sp>
        <p:nvSpPr>
          <p:cNvPr id="126" name="文本框 125">
            <a:extLst>
              <a:ext uri="{FF2B5EF4-FFF2-40B4-BE49-F238E27FC236}">
                <a16:creationId xmlns:a16="http://schemas.microsoft.com/office/drawing/2014/main" id="{2DBADC2A-7E33-8583-8E24-5D6A3437369A}"/>
              </a:ext>
            </a:extLst>
          </p:cNvPr>
          <p:cNvSpPr txBox="1"/>
          <p:nvPr/>
        </p:nvSpPr>
        <p:spPr>
          <a:xfrm>
            <a:off x="7307018" y="2008972"/>
            <a:ext cx="748923" cy="261610"/>
          </a:xfrm>
          <a:prstGeom prst="rect">
            <a:avLst/>
          </a:prstGeom>
          <a:noFill/>
        </p:spPr>
        <p:txBody>
          <a:bodyPr wrap="none" rtlCol="0">
            <a:spAutoFit/>
          </a:bodyPr>
          <a:lstStyle/>
          <a:p>
            <a:pPr algn="ctr"/>
            <a:r>
              <a:rPr lang="zh-CN" altLang="en-US" sz="1100" dirty="0">
                <a:solidFill>
                  <a:schemeClr val="bg1"/>
                </a:solidFill>
              </a:rPr>
              <a:t>综合园区</a:t>
            </a:r>
          </a:p>
        </p:txBody>
      </p:sp>
      <p:sp>
        <p:nvSpPr>
          <p:cNvPr id="127" name="文本框 126">
            <a:extLst>
              <a:ext uri="{FF2B5EF4-FFF2-40B4-BE49-F238E27FC236}">
                <a16:creationId xmlns:a16="http://schemas.microsoft.com/office/drawing/2014/main" id="{D2D188B3-2487-F60B-DFA2-3037E2C0697C}"/>
              </a:ext>
            </a:extLst>
          </p:cNvPr>
          <p:cNvSpPr txBox="1"/>
          <p:nvPr/>
        </p:nvSpPr>
        <p:spPr>
          <a:xfrm>
            <a:off x="8035521" y="1618915"/>
            <a:ext cx="748923" cy="261610"/>
          </a:xfrm>
          <a:prstGeom prst="rect">
            <a:avLst/>
          </a:prstGeom>
          <a:noFill/>
        </p:spPr>
        <p:txBody>
          <a:bodyPr wrap="none" rtlCol="0">
            <a:spAutoFit/>
          </a:bodyPr>
          <a:lstStyle/>
          <a:p>
            <a:pPr algn="ctr"/>
            <a:r>
              <a:rPr lang="zh-CN" altLang="en-US" sz="1100" dirty="0">
                <a:solidFill>
                  <a:schemeClr val="bg1"/>
                </a:solidFill>
              </a:rPr>
              <a:t>产教融合</a:t>
            </a:r>
          </a:p>
        </p:txBody>
      </p:sp>
      <p:sp>
        <p:nvSpPr>
          <p:cNvPr id="128" name="文本框 127">
            <a:extLst>
              <a:ext uri="{FF2B5EF4-FFF2-40B4-BE49-F238E27FC236}">
                <a16:creationId xmlns:a16="http://schemas.microsoft.com/office/drawing/2014/main" id="{7F60BBFA-8A87-EA3A-513C-7C20B7C8901F}"/>
              </a:ext>
            </a:extLst>
          </p:cNvPr>
          <p:cNvSpPr txBox="1"/>
          <p:nvPr/>
        </p:nvSpPr>
        <p:spPr>
          <a:xfrm>
            <a:off x="7155716" y="1291054"/>
            <a:ext cx="748923" cy="261610"/>
          </a:xfrm>
          <a:prstGeom prst="rect">
            <a:avLst/>
          </a:prstGeom>
          <a:noFill/>
        </p:spPr>
        <p:txBody>
          <a:bodyPr wrap="none" rtlCol="0">
            <a:spAutoFit/>
          </a:bodyPr>
          <a:lstStyle/>
          <a:p>
            <a:pPr algn="ctr"/>
            <a:r>
              <a:rPr lang="zh-CN" altLang="en-US" sz="1100" dirty="0">
                <a:solidFill>
                  <a:schemeClr val="bg1"/>
                </a:solidFill>
              </a:rPr>
              <a:t>国际业务</a:t>
            </a:r>
          </a:p>
        </p:txBody>
      </p:sp>
      <p:sp>
        <p:nvSpPr>
          <p:cNvPr id="130" name="椭圆 129">
            <a:extLst>
              <a:ext uri="{FF2B5EF4-FFF2-40B4-BE49-F238E27FC236}">
                <a16:creationId xmlns:a16="http://schemas.microsoft.com/office/drawing/2014/main" id="{32FA94E1-5EF9-B324-97CF-261506C0169D}"/>
              </a:ext>
            </a:extLst>
          </p:cNvPr>
          <p:cNvSpPr/>
          <p:nvPr/>
        </p:nvSpPr>
        <p:spPr>
          <a:xfrm>
            <a:off x="5163439" y="1558355"/>
            <a:ext cx="52700" cy="527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a:extLst>
              <a:ext uri="{FF2B5EF4-FFF2-40B4-BE49-F238E27FC236}">
                <a16:creationId xmlns:a16="http://schemas.microsoft.com/office/drawing/2014/main" id="{FC5F04B5-939B-6C56-8BB8-57000D083384}"/>
              </a:ext>
            </a:extLst>
          </p:cNvPr>
          <p:cNvSpPr/>
          <p:nvPr/>
        </p:nvSpPr>
        <p:spPr>
          <a:xfrm>
            <a:off x="4347714" y="1783361"/>
            <a:ext cx="52700" cy="527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a:extLst>
              <a:ext uri="{FF2B5EF4-FFF2-40B4-BE49-F238E27FC236}">
                <a16:creationId xmlns:a16="http://schemas.microsoft.com/office/drawing/2014/main" id="{A9CFCC7C-803F-3A76-ED19-4A252465C3F3}"/>
              </a:ext>
            </a:extLst>
          </p:cNvPr>
          <p:cNvSpPr/>
          <p:nvPr/>
        </p:nvSpPr>
        <p:spPr>
          <a:xfrm>
            <a:off x="4651685" y="1958182"/>
            <a:ext cx="52700" cy="527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a:extLst>
              <a:ext uri="{FF2B5EF4-FFF2-40B4-BE49-F238E27FC236}">
                <a16:creationId xmlns:a16="http://schemas.microsoft.com/office/drawing/2014/main" id="{E1D5F2E7-6FB4-CBE7-AC56-DC0B976BFB06}"/>
              </a:ext>
            </a:extLst>
          </p:cNvPr>
          <p:cNvSpPr/>
          <p:nvPr/>
        </p:nvSpPr>
        <p:spPr>
          <a:xfrm>
            <a:off x="7477477" y="1958182"/>
            <a:ext cx="52700" cy="527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a:extLst>
              <a:ext uri="{FF2B5EF4-FFF2-40B4-BE49-F238E27FC236}">
                <a16:creationId xmlns:a16="http://schemas.microsoft.com/office/drawing/2014/main" id="{C1C66EEB-B6F3-ADC2-49FB-CE16B5D718C3}"/>
              </a:ext>
            </a:extLst>
          </p:cNvPr>
          <p:cNvSpPr/>
          <p:nvPr/>
        </p:nvSpPr>
        <p:spPr>
          <a:xfrm>
            <a:off x="7790365" y="1783361"/>
            <a:ext cx="52700" cy="527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a:extLst>
              <a:ext uri="{FF2B5EF4-FFF2-40B4-BE49-F238E27FC236}">
                <a16:creationId xmlns:a16="http://schemas.microsoft.com/office/drawing/2014/main" id="{38FB6335-739A-F3CD-916F-CF660CA7598C}"/>
              </a:ext>
            </a:extLst>
          </p:cNvPr>
          <p:cNvSpPr/>
          <p:nvPr/>
        </p:nvSpPr>
        <p:spPr>
          <a:xfrm>
            <a:off x="6937496" y="1558355"/>
            <a:ext cx="52700" cy="527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a:extLst>
              <a:ext uri="{FF2B5EF4-FFF2-40B4-BE49-F238E27FC236}">
                <a16:creationId xmlns:a16="http://schemas.microsoft.com/office/drawing/2014/main" id="{0C7E9A0E-DB67-30FC-D31F-6CBFC695F8F3}"/>
              </a:ext>
            </a:extLst>
          </p:cNvPr>
          <p:cNvSpPr/>
          <p:nvPr/>
        </p:nvSpPr>
        <p:spPr>
          <a:xfrm>
            <a:off x="6069650" y="2076471"/>
            <a:ext cx="52700" cy="527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152">
            <a:extLst>
              <a:ext uri="{FF2B5EF4-FFF2-40B4-BE49-F238E27FC236}">
                <a16:creationId xmlns:a16="http://schemas.microsoft.com/office/drawing/2014/main" id="{09CA9503-44A2-91A6-0A81-0ADC76DB4A53}"/>
              </a:ext>
            </a:extLst>
          </p:cNvPr>
          <p:cNvSpPr txBox="1"/>
          <p:nvPr/>
        </p:nvSpPr>
        <p:spPr>
          <a:xfrm>
            <a:off x="1356955" y="5492663"/>
            <a:ext cx="607859" cy="261610"/>
          </a:xfrm>
          <a:prstGeom prst="rect">
            <a:avLst/>
          </a:prstGeom>
          <a:noFill/>
        </p:spPr>
        <p:txBody>
          <a:bodyPr wrap="none" rtlCol="0">
            <a:spAutoFit/>
          </a:bodyPr>
          <a:lstStyle/>
          <a:p>
            <a:pPr algn="ctr"/>
            <a:r>
              <a:rPr lang="zh-CN" altLang="en-US" sz="1100" dirty="0">
                <a:solidFill>
                  <a:schemeClr val="bg1"/>
                </a:solidFill>
              </a:rPr>
              <a:t>区块链</a:t>
            </a:r>
          </a:p>
        </p:txBody>
      </p:sp>
      <p:sp>
        <p:nvSpPr>
          <p:cNvPr id="154" name="文本框 153">
            <a:extLst>
              <a:ext uri="{FF2B5EF4-FFF2-40B4-BE49-F238E27FC236}">
                <a16:creationId xmlns:a16="http://schemas.microsoft.com/office/drawing/2014/main" id="{8970E152-9C02-CA61-E6C8-CAB4763B5B88}"/>
              </a:ext>
            </a:extLst>
          </p:cNvPr>
          <p:cNvSpPr txBox="1"/>
          <p:nvPr/>
        </p:nvSpPr>
        <p:spPr>
          <a:xfrm>
            <a:off x="2707979" y="5993623"/>
            <a:ext cx="748923" cy="261610"/>
          </a:xfrm>
          <a:prstGeom prst="rect">
            <a:avLst/>
          </a:prstGeom>
          <a:noFill/>
        </p:spPr>
        <p:txBody>
          <a:bodyPr wrap="none" rtlCol="0">
            <a:spAutoFit/>
          </a:bodyPr>
          <a:lstStyle/>
          <a:p>
            <a:pPr algn="ctr"/>
            <a:r>
              <a:rPr lang="zh-CN" altLang="en-US" sz="1100" dirty="0">
                <a:solidFill>
                  <a:schemeClr val="bg1"/>
                </a:solidFill>
              </a:rPr>
              <a:t>人工智能</a:t>
            </a:r>
          </a:p>
        </p:txBody>
      </p:sp>
      <p:sp>
        <p:nvSpPr>
          <p:cNvPr id="155" name="文本框 154">
            <a:extLst>
              <a:ext uri="{FF2B5EF4-FFF2-40B4-BE49-F238E27FC236}">
                <a16:creationId xmlns:a16="http://schemas.microsoft.com/office/drawing/2014/main" id="{17E1A939-DD9C-3A8C-A14B-1D98B47BE81D}"/>
              </a:ext>
            </a:extLst>
          </p:cNvPr>
          <p:cNvSpPr txBox="1"/>
          <p:nvPr/>
        </p:nvSpPr>
        <p:spPr>
          <a:xfrm>
            <a:off x="4195188" y="6152798"/>
            <a:ext cx="607859" cy="261610"/>
          </a:xfrm>
          <a:prstGeom prst="rect">
            <a:avLst/>
          </a:prstGeom>
          <a:noFill/>
        </p:spPr>
        <p:txBody>
          <a:bodyPr wrap="none" rtlCol="0">
            <a:spAutoFit/>
          </a:bodyPr>
          <a:lstStyle/>
          <a:p>
            <a:pPr algn="ctr"/>
            <a:r>
              <a:rPr lang="zh-CN" altLang="en-US" sz="1100" dirty="0">
                <a:solidFill>
                  <a:schemeClr val="bg1"/>
                </a:solidFill>
              </a:rPr>
              <a:t>大数据</a:t>
            </a:r>
          </a:p>
        </p:txBody>
      </p:sp>
      <p:sp>
        <p:nvSpPr>
          <p:cNvPr id="156" name="文本框 155">
            <a:extLst>
              <a:ext uri="{FF2B5EF4-FFF2-40B4-BE49-F238E27FC236}">
                <a16:creationId xmlns:a16="http://schemas.microsoft.com/office/drawing/2014/main" id="{667FD43D-7638-6E28-0F8A-033125172BDD}"/>
              </a:ext>
            </a:extLst>
          </p:cNvPr>
          <p:cNvSpPr txBox="1"/>
          <p:nvPr/>
        </p:nvSpPr>
        <p:spPr>
          <a:xfrm>
            <a:off x="10220355" y="5492663"/>
            <a:ext cx="748923" cy="261610"/>
          </a:xfrm>
          <a:prstGeom prst="rect">
            <a:avLst/>
          </a:prstGeom>
          <a:noFill/>
        </p:spPr>
        <p:txBody>
          <a:bodyPr wrap="none" rtlCol="0">
            <a:spAutoFit/>
          </a:bodyPr>
          <a:lstStyle/>
          <a:p>
            <a:pPr algn="ctr"/>
            <a:r>
              <a:rPr lang="zh-CN" altLang="en-US" sz="1100" dirty="0">
                <a:solidFill>
                  <a:schemeClr val="bg1"/>
                </a:solidFill>
              </a:rPr>
              <a:t>数字员工</a:t>
            </a:r>
          </a:p>
        </p:txBody>
      </p:sp>
      <p:sp>
        <p:nvSpPr>
          <p:cNvPr id="157" name="文本框 156">
            <a:extLst>
              <a:ext uri="{FF2B5EF4-FFF2-40B4-BE49-F238E27FC236}">
                <a16:creationId xmlns:a16="http://schemas.microsoft.com/office/drawing/2014/main" id="{E0718B95-3FDC-5316-AEE6-A1E9C83C7A8A}"/>
              </a:ext>
            </a:extLst>
          </p:cNvPr>
          <p:cNvSpPr txBox="1"/>
          <p:nvPr/>
        </p:nvSpPr>
        <p:spPr>
          <a:xfrm>
            <a:off x="5721539" y="6198392"/>
            <a:ext cx="748923" cy="261610"/>
          </a:xfrm>
          <a:prstGeom prst="rect">
            <a:avLst/>
          </a:prstGeom>
          <a:noFill/>
        </p:spPr>
        <p:txBody>
          <a:bodyPr wrap="none" rtlCol="0">
            <a:spAutoFit/>
          </a:bodyPr>
          <a:lstStyle/>
          <a:p>
            <a:pPr algn="ctr"/>
            <a:r>
              <a:rPr lang="zh-CN" altLang="en-US" sz="1100" dirty="0">
                <a:solidFill>
                  <a:schemeClr val="bg1"/>
                </a:solidFill>
              </a:rPr>
              <a:t>混合多云</a:t>
            </a:r>
          </a:p>
        </p:txBody>
      </p:sp>
      <p:sp>
        <p:nvSpPr>
          <p:cNvPr id="158" name="文本框 157">
            <a:extLst>
              <a:ext uri="{FF2B5EF4-FFF2-40B4-BE49-F238E27FC236}">
                <a16:creationId xmlns:a16="http://schemas.microsoft.com/office/drawing/2014/main" id="{77FE606A-6FCC-7BB7-D6E2-479D6480C70F}"/>
              </a:ext>
            </a:extLst>
          </p:cNvPr>
          <p:cNvSpPr txBox="1"/>
          <p:nvPr/>
        </p:nvSpPr>
        <p:spPr>
          <a:xfrm>
            <a:off x="7359279" y="6152798"/>
            <a:ext cx="748923" cy="261610"/>
          </a:xfrm>
          <a:prstGeom prst="rect">
            <a:avLst/>
          </a:prstGeom>
          <a:noFill/>
        </p:spPr>
        <p:txBody>
          <a:bodyPr wrap="none" rtlCol="0">
            <a:spAutoFit/>
          </a:bodyPr>
          <a:lstStyle/>
          <a:p>
            <a:pPr algn="ctr"/>
            <a:r>
              <a:rPr lang="zh-CN" altLang="en-US" sz="1100" dirty="0">
                <a:solidFill>
                  <a:schemeClr val="bg1"/>
                </a:solidFill>
              </a:rPr>
              <a:t>业务中台</a:t>
            </a:r>
          </a:p>
        </p:txBody>
      </p:sp>
      <p:sp>
        <p:nvSpPr>
          <p:cNvPr id="159" name="文本框 158">
            <a:extLst>
              <a:ext uri="{FF2B5EF4-FFF2-40B4-BE49-F238E27FC236}">
                <a16:creationId xmlns:a16="http://schemas.microsoft.com/office/drawing/2014/main" id="{E072CFF8-BFC2-832D-B2F1-4E08D0B0DC94}"/>
              </a:ext>
            </a:extLst>
          </p:cNvPr>
          <p:cNvSpPr txBox="1"/>
          <p:nvPr/>
        </p:nvSpPr>
        <p:spPr>
          <a:xfrm>
            <a:off x="8735099" y="5993623"/>
            <a:ext cx="748923" cy="261610"/>
          </a:xfrm>
          <a:prstGeom prst="rect">
            <a:avLst/>
          </a:prstGeom>
          <a:noFill/>
        </p:spPr>
        <p:txBody>
          <a:bodyPr wrap="none" rtlCol="0">
            <a:spAutoFit/>
          </a:bodyPr>
          <a:lstStyle/>
          <a:p>
            <a:pPr algn="ctr"/>
            <a:r>
              <a:rPr lang="zh-CN" altLang="en-US" sz="1100" dirty="0">
                <a:solidFill>
                  <a:schemeClr val="bg1"/>
                </a:solidFill>
              </a:rPr>
              <a:t>协同办公</a:t>
            </a:r>
          </a:p>
        </p:txBody>
      </p:sp>
      <p:sp>
        <p:nvSpPr>
          <p:cNvPr id="160" name="椭圆 159">
            <a:extLst>
              <a:ext uri="{FF2B5EF4-FFF2-40B4-BE49-F238E27FC236}">
                <a16:creationId xmlns:a16="http://schemas.microsoft.com/office/drawing/2014/main" id="{EE6EB226-C216-4076-2311-33F03D373FBB}"/>
              </a:ext>
            </a:extLst>
          </p:cNvPr>
          <p:cNvSpPr/>
          <p:nvPr/>
        </p:nvSpPr>
        <p:spPr>
          <a:xfrm>
            <a:off x="5567814" y="980121"/>
            <a:ext cx="999858" cy="99985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t>社会化</a:t>
            </a:r>
          </a:p>
        </p:txBody>
      </p:sp>
      <p:grpSp>
        <p:nvGrpSpPr>
          <p:cNvPr id="10" name="组合 9">
            <a:extLst>
              <a:ext uri="{FF2B5EF4-FFF2-40B4-BE49-F238E27FC236}">
                <a16:creationId xmlns:a16="http://schemas.microsoft.com/office/drawing/2014/main" id="{F667E4AB-6304-DC9B-8924-E9D35F56FA42}"/>
              </a:ext>
            </a:extLst>
          </p:cNvPr>
          <p:cNvGrpSpPr/>
          <p:nvPr/>
        </p:nvGrpSpPr>
        <p:grpSpPr>
          <a:xfrm>
            <a:off x="2285897" y="5127476"/>
            <a:ext cx="499270" cy="499268"/>
            <a:chOff x="9996629" y="4664410"/>
            <a:chExt cx="1412066" cy="1412064"/>
          </a:xfrm>
        </p:grpSpPr>
        <p:sp>
          <p:nvSpPr>
            <p:cNvPr id="11" name="PA-椭圆 27">
              <a:extLst>
                <a:ext uri="{FF2B5EF4-FFF2-40B4-BE49-F238E27FC236}">
                  <a16:creationId xmlns:a16="http://schemas.microsoft.com/office/drawing/2014/main" id="{4434DC82-D120-2782-A526-8097977EBEB5}"/>
                </a:ext>
              </a:extLst>
            </p:cNvPr>
            <p:cNvSpPr/>
            <p:nvPr>
              <p:custDataLst>
                <p:tags r:id="rId13"/>
              </p:custDataLst>
            </p:nvPr>
          </p:nvSpPr>
          <p:spPr>
            <a:xfrm>
              <a:off x="9996629" y="4664410"/>
              <a:ext cx="1412066" cy="1412064"/>
            </a:xfrm>
            <a:prstGeom prst="ellipse">
              <a:avLst/>
            </a:prstGeom>
            <a:gradFill flip="none" rotWithShape="1">
              <a:gsLst>
                <a:gs pos="41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BE53056E-FF06-1B6F-D243-08C2A55AD988}"/>
                </a:ext>
              </a:extLst>
            </p:cNvPr>
            <p:cNvGrpSpPr/>
            <p:nvPr/>
          </p:nvGrpSpPr>
          <p:grpSpPr>
            <a:xfrm>
              <a:off x="10096007" y="4778070"/>
              <a:ext cx="1208874" cy="1208872"/>
              <a:chOff x="3549229" y="1355780"/>
              <a:chExt cx="5358640" cy="5358641"/>
            </a:xfrm>
          </p:grpSpPr>
          <p:sp>
            <p:nvSpPr>
              <p:cNvPr id="13" name="PA-椭圆 27">
                <a:extLst>
                  <a:ext uri="{FF2B5EF4-FFF2-40B4-BE49-F238E27FC236}">
                    <a16:creationId xmlns:a16="http://schemas.microsoft.com/office/drawing/2014/main" id="{995973B4-8FB4-402D-8624-9266A6717D8E}"/>
                  </a:ext>
                </a:extLst>
              </p:cNvPr>
              <p:cNvSpPr/>
              <p:nvPr>
                <p:custDataLst>
                  <p:tags r:id="rId14"/>
                </p:custDataLst>
              </p:nvPr>
            </p:nvSpPr>
            <p:spPr>
              <a:xfrm>
                <a:off x="4092119" y="1898679"/>
                <a:ext cx="4272860" cy="4272844"/>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14" name="弧形 13">
                <a:extLst>
                  <a:ext uri="{FF2B5EF4-FFF2-40B4-BE49-F238E27FC236}">
                    <a16:creationId xmlns:a16="http://schemas.microsoft.com/office/drawing/2014/main" id="{588636FB-B1E9-1AED-2B10-75D116D47E36}"/>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5" name="弧形 14">
                <a:extLst>
                  <a:ext uri="{FF2B5EF4-FFF2-40B4-BE49-F238E27FC236}">
                    <a16:creationId xmlns:a16="http://schemas.microsoft.com/office/drawing/2014/main" id="{0689E89E-CE7B-E77B-0BB0-EC33A24CC15F}"/>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6" name="弧形 15">
                <a:extLst>
                  <a:ext uri="{FF2B5EF4-FFF2-40B4-BE49-F238E27FC236}">
                    <a16:creationId xmlns:a16="http://schemas.microsoft.com/office/drawing/2014/main" id="{3D9ABA9F-ADBC-CE57-4318-BB147760EED9}"/>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7" name="弧形 16">
                <a:extLst>
                  <a:ext uri="{FF2B5EF4-FFF2-40B4-BE49-F238E27FC236}">
                    <a16:creationId xmlns:a16="http://schemas.microsoft.com/office/drawing/2014/main" id="{5D03B9F3-D049-FB89-A39C-0BB4407FF3AB}"/>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grpSp>
        <p:nvGrpSpPr>
          <p:cNvPr id="19" name="组合 18">
            <a:extLst>
              <a:ext uri="{FF2B5EF4-FFF2-40B4-BE49-F238E27FC236}">
                <a16:creationId xmlns:a16="http://schemas.microsoft.com/office/drawing/2014/main" id="{5F5462D9-4487-3CC8-5168-26D4D447A2B6}"/>
              </a:ext>
            </a:extLst>
          </p:cNvPr>
          <p:cNvGrpSpPr/>
          <p:nvPr/>
        </p:nvGrpSpPr>
        <p:grpSpPr>
          <a:xfrm>
            <a:off x="3331032" y="5389715"/>
            <a:ext cx="499270" cy="499268"/>
            <a:chOff x="9996629" y="4664410"/>
            <a:chExt cx="1412066" cy="1412064"/>
          </a:xfrm>
        </p:grpSpPr>
        <p:sp>
          <p:nvSpPr>
            <p:cNvPr id="20" name="PA-椭圆 27">
              <a:extLst>
                <a:ext uri="{FF2B5EF4-FFF2-40B4-BE49-F238E27FC236}">
                  <a16:creationId xmlns:a16="http://schemas.microsoft.com/office/drawing/2014/main" id="{7A52FA29-E69B-609F-5E33-BE928A327D74}"/>
                </a:ext>
              </a:extLst>
            </p:cNvPr>
            <p:cNvSpPr/>
            <p:nvPr>
              <p:custDataLst>
                <p:tags r:id="rId11"/>
              </p:custDataLst>
            </p:nvPr>
          </p:nvSpPr>
          <p:spPr>
            <a:xfrm>
              <a:off x="9996629" y="4664410"/>
              <a:ext cx="1412066" cy="1412064"/>
            </a:xfrm>
            <a:prstGeom prst="ellipse">
              <a:avLst/>
            </a:prstGeom>
            <a:gradFill flip="none" rotWithShape="1">
              <a:gsLst>
                <a:gs pos="41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21" name="组合 20">
              <a:extLst>
                <a:ext uri="{FF2B5EF4-FFF2-40B4-BE49-F238E27FC236}">
                  <a16:creationId xmlns:a16="http://schemas.microsoft.com/office/drawing/2014/main" id="{A4B2A742-2C1F-0DE5-C422-23C19004CF87}"/>
                </a:ext>
              </a:extLst>
            </p:cNvPr>
            <p:cNvGrpSpPr/>
            <p:nvPr/>
          </p:nvGrpSpPr>
          <p:grpSpPr>
            <a:xfrm>
              <a:off x="10096007" y="4778070"/>
              <a:ext cx="1208874" cy="1208872"/>
              <a:chOff x="3549229" y="1355780"/>
              <a:chExt cx="5358640" cy="5358641"/>
            </a:xfrm>
          </p:grpSpPr>
          <p:sp>
            <p:nvSpPr>
              <p:cNvPr id="22" name="PA-椭圆 27">
                <a:extLst>
                  <a:ext uri="{FF2B5EF4-FFF2-40B4-BE49-F238E27FC236}">
                    <a16:creationId xmlns:a16="http://schemas.microsoft.com/office/drawing/2014/main" id="{C3A57327-4D24-3B8A-AA28-AF0BA85F2C4E}"/>
                  </a:ext>
                </a:extLst>
              </p:cNvPr>
              <p:cNvSpPr/>
              <p:nvPr>
                <p:custDataLst>
                  <p:tags r:id="rId12"/>
                </p:custDataLst>
              </p:nvPr>
            </p:nvSpPr>
            <p:spPr>
              <a:xfrm>
                <a:off x="4092119" y="1898679"/>
                <a:ext cx="4272860" cy="4272844"/>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23" name="弧形 22">
                <a:extLst>
                  <a:ext uri="{FF2B5EF4-FFF2-40B4-BE49-F238E27FC236}">
                    <a16:creationId xmlns:a16="http://schemas.microsoft.com/office/drawing/2014/main" id="{475E981F-C8B0-5705-59A9-9C1C649C2753}"/>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24" name="弧形 23">
                <a:extLst>
                  <a:ext uri="{FF2B5EF4-FFF2-40B4-BE49-F238E27FC236}">
                    <a16:creationId xmlns:a16="http://schemas.microsoft.com/office/drawing/2014/main" id="{8C7D6F15-24A6-261B-B890-D854305C1DAC}"/>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25" name="弧形 24">
                <a:extLst>
                  <a:ext uri="{FF2B5EF4-FFF2-40B4-BE49-F238E27FC236}">
                    <a16:creationId xmlns:a16="http://schemas.microsoft.com/office/drawing/2014/main" id="{99C4BBD1-4500-5DFA-824F-C5D9D6DD8067}"/>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26" name="弧形 25">
                <a:extLst>
                  <a:ext uri="{FF2B5EF4-FFF2-40B4-BE49-F238E27FC236}">
                    <a16:creationId xmlns:a16="http://schemas.microsoft.com/office/drawing/2014/main" id="{5492D058-A977-85A9-3617-2F91AD2E635A}"/>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grpSp>
        <p:nvGrpSpPr>
          <p:cNvPr id="31" name="组合 30">
            <a:extLst>
              <a:ext uri="{FF2B5EF4-FFF2-40B4-BE49-F238E27FC236}">
                <a16:creationId xmlns:a16="http://schemas.microsoft.com/office/drawing/2014/main" id="{2254A788-3F81-2EBC-A250-2A3082CFF785}"/>
              </a:ext>
            </a:extLst>
          </p:cNvPr>
          <p:cNvGrpSpPr/>
          <p:nvPr/>
        </p:nvGrpSpPr>
        <p:grpSpPr>
          <a:xfrm>
            <a:off x="4455860" y="5504764"/>
            <a:ext cx="499270" cy="499268"/>
            <a:chOff x="9996629" y="4664410"/>
            <a:chExt cx="1412066" cy="1412064"/>
          </a:xfrm>
        </p:grpSpPr>
        <p:sp>
          <p:nvSpPr>
            <p:cNvPr id="32" name="PA-椭圆 27">
              <a:extLst>
                <a:ext uri="{FF2B5EF4-FFF2-40B4-BE49-F238E27FC236}">
                  <a16:creationId xmlns:a16="http://schemas.microsoft.com/office/drawing/2014/main" id="{6920F95E-23EE-6D13-2175-D9938C0C0981}"/>
                </a:ext>
              </a:extLst>
            </p:cNvPr>
            <p:cNvSpPr/>
            <p:nvPr>
              <p:custDataLst>
                <p:tags r:id="rId9"/>
              </p:custDataLst>
            </p:nvPr>
          </p:nvSpPr>
          <p:spPr>
            <a:xfrm>
              <a:off x="9996629" y="4664410"/>
              <a:ext cx="1412066" cy="1412064"/>
            </a:xfrm>
            <a:prstGeom prst="ellipse">
              <a:avLst/>
            </a:prstGeom>
            <a:gradFill flip="none" rotWithShape="1">
              <a:gsLst>
                <a:gs pos="41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33" name="组合 32">
              <a:extLst>
                <a:ext uri="{FF2B5EF4-FFF2-40B4-BE49-F238E27FC236}">
                  <a16:creationId xmlns:a16="http://schemas.microsoft.com/office/drawing/2014/main" id="{EBBDE4E0-DAD6-1AA2-76C4-79207A04BC85}"/>
                </a:ext>
              </a:extLst>
            </p:cNvPr>
            <p:cNvGrpSpPr/>
            <p:nvPr/>
          </p:nvGrpSpPr>
          <p:grpSpPr>
            <a:xfrm>
              <a:off x="10096007" y="4778070"/>
              <a:ext cx="1208874" cy="1208872"/>
              <a:chOff x="3549229" y="1355780"/>
              <a:chExt cx="5358640" cy="5358641"/>
            </a:xfrm>
          </p:grpSpPr>
          <p:sp>
            <p:nvSpPr>
              <p:cNvPr id="34" name="PA-椭圆 27">
                <a:extLst>
                  <a:ext uri="{FF2B5EF4-FFF2-40B4-BE49-F238E27FC236}">
                    <a16:creationId xmlns:a16="http://schemas.microsoft.com/office/drawing/2014/main" id="{40F7F955-E224-B4E8-E1C4-ADB5E13BF69E}"/>
                  </a:ext>
                </a:extLst>
              </p:cNvPr>
              <p:cNvSpPr/>
              <p:nvPr>
                <p:custDataLst>
                  <p:tags r:id="rId10"/>
                </p:custDataLst>
              </p:nvPr>
            </p:nvSpPr>
            <p:spPr>
              <a:xfrm>
                <a:off x="4019930" y="1832965"/>
                <a:ext cx="4272863" cy="4272846"/>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35" name="弧形 34">
                <a:extLst>
                  <a:ext uri="{FF2B5EF4-FFF2-40B4-BE49-F238E27FC236}">
                    <a16:creationId xmlns:a16="http://schemas.microsoft.com/office/drawing/2014/main" id="{FB6F8A7A-D647-726F-BEF7-BC91F81FA7B4}"/>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36" name="弧形 35">
                <a:extLst>
                  <a:ext uri="{FF2B5EF4-FFF2-40B4-BE49-F238E27FC236}">
                    <a16:creationId xmlns:a16="http://schemas.microsoft.com/office/drawing/2014/main" id="{9C7AF967-8053-96B2-C1B3-6E26BB0615A1}"/>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37" name="弧形 36">
                <a:extLst>
                  <a:ext uri="{FF2B5EF4-FFF2-40B4-BE49-F238E27FC236}">
                    <a16:creationId xmlns:a16="http://schemas.microsoft.com/office/drawing/2014/main" id="{C13E8C4E-E3E7-F9FE-9C5C-4E1C3998629E}"/>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38" name="弧形 37">
                <a:extLst>
                  <a:ext uri="{FF2B5EF4-FFF2-40B4-BE49-F238E27FC236}">
                    <a16:creationId xmlns:a16="http://schemas.microsoft.com/office/drawing/2014/main" id="{2DF9C91C-3B21-F370-C117-3F71132C791E}"/>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grpSp>
        <p:nvGrpSpPr>
          <p:cNvPr id="43" name="组合 42">
            <a:extLst>
              <a:ext uri="{FF2B5EF4-FFF2-40B4-BE49-F238E27FC236}">
                <a16:creationId xmlns:a16="http://schemas.microsoft.com/office/drawing/2014/main" id="{CBE744FE-28B8-C7EE-F0D8-FAE1D8BB23CE}"/>
              </a:ext>
            </a:extLst>
          </p:cNvPr>
          <p:cNvGrpSpPr/>
          <p:nvPr/>
        </p:nvGrpSpPr>
        <p:grpSpPr>
          <a:xfrm>
            <a:off x="5846365" y="5545483"/>
            <a:ext cx="499270" cy="499268"/>
            <a:chOff x="9996629" y="4664410"/>
            <a:chExt cx="1412066" cy="1412064"/>
          </a:xfrm>
        </p:grpSpPr>
        <p:sp>
          <p:nvSpPr>
            <p:cNvPr id="44" name="PA-椭圆 27">
              <a:extLst>
                <a:ext uri="{FF2B5EF4-FFF2-40B4-BE49-F238E27FC236}">
                  <a16:creationId xmlns:a16="http://schemas.microsoft.com/office/drawing/2014/main" id="{1365B0F6-6684-9725-02D0-E50C452F4173}"/>
                </a:ext>
              </a:extLst>
            </p:cNvPr>
            <p:cNvSpPr/>
            <p:nvPr>
              <p:custDataLst>
                <p:tags r:id="rId7"/>
              </p:custDataLst>
            </p:nvPr>
          </p:nvSpPr>
          <p:spPr>
            <a:xfrm>
              <a:off x="9996629" y="4664410"/>
              <a:ext cx="1412066" cy="1412064"/>
            </a:xfrm>
            <a:prstGeom prst="ellipse">
              <a:avLst/>
            </a:prstGeom>
            <a:gradFill flip="none" rotWithShape="1">
              <a:gsLst>
                <a:gs pos="41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45" name="组合 44">
              <a:extLst>
                <a:ext uri="{FF2B5EF4-FFF2-40B4-BE49-F238E27FC236}">
                  <a16:creationId xmlns:a16="http://schemas.microsoft.com/office/drawing/2014/main" id="{8C3CD21E-20DD-4AFD-8344-429F86A0FF2C}"/>
                </a:ext>
              </a:extLst>
            </p:cNvPr>
            <p:cNvGrpSpPr/>
            <p:nvPr/>
          </p:nvGrpSpPr>
          <p:grpSpPr>
            <a:xfrm>
              <a:off x="10096007" y="4778070"/>
              <a:ext cx="1208874" cy="1208872"/>
              <a:chOff x="3549229" y="1355780"/>
              <a:chExt cx="5358640" cy="5358641"/>
            </a:xfrm>
          </p:grpSpPr>
          <p:sp>
            <p:nvSpPr>
              <p:cNvPr id="46" name="PA-椭圆 27">
                <a:extLst>
                  <a:ext uri="{FF2B5EF4-FFF2-40B4-BE49-F238E27FC236}">
                    <a16:creationId xmlns:a16="http://schemas.microsoft.com/office/drawing/2014/main" id="{5B0DE9A8-0531-67D9-EA75-7F70BB9AF445}"/>
                  </a:ext>
                </a:extLst>
              </p:cNvPr>
              <p:cNvSpPr/>
              <p:nvPr>
                <p:custDataLst>
                  <p:tags r:id="rId8"/>
                </p:custDataLst>
              </p:nvPr>
            </p:nvSpPr>
            <p:spPr>
              <a:xfrm>
                <a:off x="4092119" y="1898679"/>
                <a:ext cx="4272860" cy="4272844"/>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47" name="弧形 46">
                <a:extLst>
                  <a:ext uri="{FF2B5EF4-FFF2-40B4-BE49-F238E27FC236}">
                    <a16:creationId xmlns:a16="http://schemas.microsoft.com/office/drawing/2014/main" id="{0C714E64-12E2-E60B-F70D-03556BC54C9F}"/>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48" name="弧形 47">
                <a:extLst>
                  <a:ext uri="{FF2B5EF4-FFF2-40B4-BE49-F238E27FC236}">
                    <a16:creationId xmlns:a16="http://schemas.microsoft.com/office/drawing/2014/main" id="{9981C013-654A-A415-FD32-D1AE9E524EFC}"/>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49" name="弧形 48">
                <a:extLst>
                  <a:ext uri="{FF2B5EF4-FFF2-40B4-BE49-F238E27FC236}">
                    <a16:creationId xmlns:a16="http://schemas.microsoft.com/office/drawing/2014/main" id="{555A03CF-400D-7F5F-01AC-00D1F26DF9E2}"/>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50" name="弧形 49">
                <a:extLst>
                  <a:ext uri="{FF2B5EF4-FFF2-40B4-BE49-F238E27FC236}">
                    <a16:creationId xmlns:a16="http://schemas.microsoft.com/office/drawing/2014/main" id="{D096E4FB-8177-690A-AAB2-C588A47F63D9}"/>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grpSp>
        <p:nvGrpSpPr>
          <p:cNvPr id="67" name="组合 66">
            <a:extLst>
              <a:ext uri="{FF2B5EF4-FFF2-40B4-BE49-F238E27FC236}">
                <a16:creationId xmlns:a16="http://schemas.microsoft.com/office/drawing/2014/main" id="{B3CA629F-176E-5356-6C1E-BD4054200996}"/>
              </a:ext>
            </a:extLst>
          </p:cNvPr>
          <p:cNvGrpSpPr/>
          <p:nvPr/>
        </p:nvGrpSpPr>
        <p:grpSpPr>
          <a:xfrm>
            <a:off x="7122922" y="5499522"/>
            <a:ext cx="499270" cy="499268"/>
            <a:chOff x="9996629" y="4664410"/>
            <a:chExt cx="1412066" cy="1412064"/>
          </a:xfrm>
        </p:grpSpPr>
        <p:sp>
          <p:nvSpPr>
            <p:cNvPr id="68" name="PA-椭圆 27">
              <a:extLst>
                <a:ext uri="{FF2B5EF4-FFF2-40B4-BE49-F238E27FC236}">
                  <a16:creationId xmlns:a16="http://schemas.microsoft.com/office/drawing/2014/main" id="{A1BDD434-0D62-8CE9-7A60-3CD414FA428F}"/>
                </a:ext>
              </a:extLst>
            </p:cNvPr>
            <p:cNvSpPr/>
            <p:nvPr>
              <p:custDataLst>
                <p:tags r:id="rId5"/>
              </p:custDataLst>
            </p:nvPr>
          </p:nvSpPr>
          <p:spPr>
            <a:xfrm>
              <a:off x="9996629" y="4664410"/>
              <a:ext cx="1412066" cy="1412064"/>
            </a:xfrm>
            <a:prstGeom prst="ellipse">
              <a:avLst/>
            </a:prstGeom>
            <a:gradFill flip="none" rotWithShape="1">
              <a:gsLst>
                <a:gs pos="41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69" name="组合 68">
              <a:extLst>
                <a:ext uri="{FF2B5EF4-FFF2-40B4-BE49-F238E27FC236}">
                  <a16:creationId xmlns:a16="http://schemas.microsoft.com/office/drawing/2014/main" id="{204AE43F-F5F0-0293-951F-064277DB288A}"/>
                </a:ext>
              </a:extLst>
            </p:cNvPr>
            <p:cNvGrpSpPr/>
            <p:nvPr/>
          </p:nvGrpSpPr>
          <p:grpSpPr>
            <a:xfrm>
              <a:off x="10096007" y="4778070"/>
              <a:ext cx="1208874" cy="1208872"/>
              <a:chOff x="3549229" y="1355780"/>
              <a:chExt cx="5358640" cy="5358641"/>
            </a:xfrm>
          </p:grpSpPr>
          <p:sp>
            <p:nvSpPr>
              <p:cNvPr id="70" name="PA-椭圆 27">
                <a:extLst>
                  <a:ext uri="{FF2B5EF4-FFF2-40B4-BE49-F238E27FC236}">
                    <a16:creationId xmlns:a16="http://schemas.microsoft.com/office/drawing/2014/main" id="{019DD041-7F10-0670-1704-2CCFBBAB8AC7}"/>
                  </a:ext>
                </a:extLst>
              </p:cNvPr>
              <p:cNvSpPr/>
              <p:nvPr>
                <p:custDataLst>
                  <p:tags r:id="rId6"/>
                </p:custDataLst>
              </p:nvPr>
            </p:nvSpPr>
            <p:spPr>
              <a:xfrm>
                <a:off x="4092119" y="1898679"/>
                <a:ext cx="4272860" cy="4272844"/>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71" name="弧形 70">
                <a:extLst>
                  <a:ext uri="{FF2B5EF4-FFF2-40B4-BE49-F238E27FC236}">
                    <a16:creationId xmlns:a16="http://schemas.microsoft.com/office/drawing/2014/main" id="{C3C81930-D52D-2AD1-7D0C-2987E6AEA7A2}"/>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72" name="弧形 71">
                <a:extLst>
                  <a:ext uri="{FF2B5EF4-FFF2-40B4-BE49-F238E27FC236}">
                    <a16:creationId xmlns:a16="http://schemas.microsoft.com/office/drawing/2014/main" id="{D5B32265-35AF-5356-2F30-4F67028D76C6}"/>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73" name="弧形 72">
                <a:extLst>
                  <a:ext uri="{FF2B5EF4-FFF2-40B4-BE49-F238E27FC236}">
                    <a16:creationId xmlns:a16="http://schemas.microsoft.com/office/drawing/2014/main" id="{7D75540E-4144-2270-3772-FACA174FB104}"/>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80" name="弧形 79">
                <a:extLst>
                  <a:ext uri="{FF2B5EF4-FFF2-40B4-BE49-F238E27FC236}">
                    <a16:creationId xmlns:a16="http://schemas.microsoft.com/office/drawing/2014/main" id="{5320AE05-74E9-5511-D18A-5715847AD93E}"/>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grpSp>
        <p:nvGrpSpPr>
          <p:cNvPr id="113" name="组合 112">
            <a:extLst>
              <a:ext uri="{FF2B5EF4-FFF2-40B4-BE49-F238E27FC236}">
                <a16:creationId xmlns:a16="http://schemas.microsoft.com/office/drawing/2014/main" id="{458FD7BC-EFAD-537A-3234-2D18B6425E87}"/>
              </a:ext>
            </a:extLst>
          </p:cNvPr>
          <p:cNvGrpSpPr/>
          <p:nvPr/>
        </p:nvGrpSpPr>
        <p:grpSpPr>
          <a:xfrm>
            <a:off x="8343697" y="5384473"/>
            <a:ext cx="499270" cy="499268"/>
            <a:chOff x="9996629" y="4664410"/>
            <a:chExt cx="1412066" cy="1412064"/>
          </a:xfrm>
        </p:grpSpPr>
        <p:sp>
          <p:nvSpPr>
            <p:cNvPr id="114" name="PA-椭圆 27">
              <a:extLst>
                <a:ext uri="{FF2B5EF4-FFF2-40B4-BE49-F238E27FC236}">
                  <a16:creationId xmlns:a16="http://schemas.microsoft.com/office/drawing/2014/main" id="{515878FC-0A36-0575-016E-C0F48CFD2D6F}"/>
                </a:ext>
              </a:extLst>
            </p:cNvPr>
            <p:cNvSpPr/>
            <p:nvPr>
              <p:custDataLst>
                <p:tags r:id="rId3"/>
              </p:custDataLst>
            </p:nvPr>
          </p:nvSpPr>
          <p:spPr>
            <a:xfrm>
              <a:off x="9996629" y="4664410"/>
              <a:ext cx="1412066" cy="1412064"/>
            </a:xfrm>
            <a:prstGeom prst="ellipse">
              <a:avLst/>
            </a:prstGeom>
            <a:gradFill flip="none" rotWithShape="1">
              <a:gsLst>
                <a:gs pos="41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115" name="组合 114">
              <a:extLst>
                <a:ext uri="{FF2B5EF4-FFF2-40B4-BE49-F238E27FC236}">
                  <a16:creationId xmlns:a16="http://schemas.microsoft.com/office/drawing/2014/main" id="{FDB763C2-5873-A9D7-85A7-DC155D4FA97C}"/>
                </a:ext>
              </a:extLst>
            </p:cNvPr>
            <p:cNvGrpSpPr/>
            <p:nvPr/>
          </p:nvGrpSpPr>
          <p:grpSpPr>
            <a:xfrm>
              <a:off x="10096007" y="4778070"/>
              <a:ext cx="1208874" cy="1208872"/>
              <a:chOff x="3549229" y="1355780"/>
              <a:chExt cx="5358640" cy="5358641"/>
            </a:xfrm>
          </p:grpSpPr>
          <p:sp>
            <p:nvSpPr>
              <p:cNvPr id="116" name="PA-椭圆 27">
                <a:extLst>
                  <a:ext uri="{FF2B5EF4-FFF2-40B4-BE49-F238E27FC236}">
                    <a16:creationId xmlns:a16="http://schemas.microsoft.com/office/drawing/2014/main" id="{0ACAB71C-8B0D-AC28-763E-5A6B45470286}"/>
                  </a:ext>
                </a:extLst>
              </p:cNvPr>
              <p:cNvSpPr/>
              <p:nvPr>
                <p:custDataLst>
                  <p:tags r:id="rId4"/>
                </p:custDataLst>
              </p:nvPr>
            </p:nvSpPr>
            <p:spPr>
              <a:xfrm>
                <a:off x="4092119" y="1898679"/>
                <a:ext cx="4272860" cy="4272844"/>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117" name="弧形 116">
                <a:extLst>
                  <a:ext uri="{FF2B5EF4-FFF2-40B4-BE49-F238E27FC236}">
                    <a16:creationId xmlns:a16="http://schemas.microsoft.com/office/drawing/2014/main" id="{0979BDA7-9FC8-3762-DF1D-24C45BE0E02D}"/>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18" name="弧形 117">
                <a:extLst>
                  <a:ext uri="{FF2B5EF4-FFF2-40B4-BE49-F238E27FC236}">
                    <a16:creationId xmlns:a16="http://schemas.microsoft.com/office/drawing/2014/main" id="{9B81A06C-070D-E683-F82E-DC97D71A90A9}"/>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19" name="弧形 118">
                <a:extLst>
                  <a:ext uri="{FF2B5EF4-FFF2-40B4-BE49-F238E27FC236}">
                    <a16:creationId xmlns:a16="http://schemas.microsoft.com/office/drawing/2014/main" id="{1DBF78AF-8C4A-9219-7291-4DF081C33EF8}"/>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21" name="弧形 120">
                <a:extLst>
                  <a:ext uri="{FF2B5EF4-FFF2-40B4-BE49-F238E27FC236}">
                    <a16:creationId xmlns:a16="http://schemas.microsoft.com/office/drawing/2014/main" id="{D81E23AE-D680-E356-5F08-6C56D2F52BF9}"/>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grpSp>
        <p:nvGrpSpPr>
          <p:cNvPr id="142" name="组合 141">
            <a:extLst>
              <a:ext uri="{FF2B5EF4-FFF2-40B4-BE49-F238E27FC236}">
                <a16:creationId xmlns:a16="http://schemas.microsoft.com/office/drawing/2014/main" id="{A2FF4917-09D3-E8A8-A4F2-9F54A9E2446E}"/>
              </a:ext>
            </a:extLst>
          </p:cNvPr>
          <p:cNvGrpSpPr/>
          <p:nvPr/>
        </p:nvGrpSpPr>
        <p:grpSpPr>
          <a:xfrm>
            <a:off x="9421480" y="5127476"/>
            <a:ext cx="499270" cy="499268"/>
            <a:chOff x="9996629" y="4664410"/>
            <a:chExt cx="1412066" cy="1412064"/>
          </a:xfrm>
        </p:grpSpPr>
        <p:sp>
          <p:nvSpPr>
            <p:cNvPr id="143" name="PA-椭圆 27">
              <a:extLst>
                <a:ext uri="{FF2B5EF4-FFF2-40B4-BE49-F238E27FC236}">
                  <a16:creationId xmlns:a16="http://schemas.microsoft.com/office/drawing/2014/main" id="{7F5AE079-AD87-E8B3-7515-33971E0E865B}"/>
                </a:ext>
              </a:extLst>
            </p:cNvPr>
            <p:cNvSpPr/>
            <p:nvPr>
              <p:custDataLst>
                <p:tags r:id="rId1"/>
              </p:custDataLst>
            </p:nvPr>
          </p:nvSpPr>
          <p:spPr>
            <a:xfrm>
              <a:off x="9996629" y="4664410"/>
              <a:ext cx="1412066" cy="1412064"/>
            </a:xfrm>
            <a:prstGeom prst="ellipse">
              <a:avLst/>
            </a:prstGeom>
            <a:gradFill flip="none" rotWithShape="1">
              <a:gsLst>
                <a:gs pos="41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144" name="组合 143">
              <a:extLst>
                <a:ext uri="{FF2B5EF4-FFF2-40B4-BE49-F238E27FC236}">
                  <a16:creationId xmlns:a16="http://schemas.microsoft.com/office/drawing/2014/main" id="{5089EF78-76C5-D38F-A40C-095B2CEB09E4}"/>
                </a:ext>
              </a:extLst>
            </p:cNvPr>
            <p:cNvGrpSpPr/>
            <p:nvPr/>
          </p:nvGrpSpPr>
          <p:grpSpPr>
            <a:xfrm>
              <a:off x="10096007" y="4778070"/>
              <a:ext cx="1208874" cy="1208872"/>
              <a:chOff x="3549229" y="1355780"/>
              <a:chExt cx="5358640" cy="5358641"/>
            </a:xfrm>
          </p:grpSpPr>
          <p:sp>
            <p:nvSpPr>
              <p:cNvPr id="147" name="PA-椭圆 27">
                <a:extLst>
                  <a:ext uri="{FF2B5EF4-FFF2-40B4-BE49-F238E27FC236}">
                    <a16:creationId xmlns:a16="http://schemas.microsoft.com/office/drawing/2014/main" id="{5A5EFDB8-9849-1C89-985C-2B08210F1F46}"/>
                  </a:ext>
                </a:extLst>
              </p:cNvPr>
              <p:cNvSpPr/>
              <p:nvPr>
                <p:custDataLst>
                  <p:tags r:id="rId2"/>
                </p:custDataLst>
              </p:nvPr>
            </p:nvSpPr>
            <p:spPr>
              <a:xfrm>
                <a:off x="4092119" y="1898679"/>
                <a:ext cx="4272860" cy="4272844"/>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152" name="弧形 151">
                <a:extLst>
                  <a:ext uri="{FF2B5EF4-FFF2-40B4-BE49-F238E27FC236}">
                    <a16:creationId xmlns:a16="http://schemas.microsoft.com/office/drawing/2014/main" id="{29A702DF-40E4-5FA3-8A1D-2F63FA35A0FF}"/>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61" name="弧形 160">
                <a:extLst>
                  <a:ext uri="{FF2B5EF4-FFF2-40B4-BE49-F238E27FC236}">
                    <a16:creationId xmlns:a16="http://schemas.microsoft.com/office/drawing/2014/main" id="{79DE4CEF-BAD4-BFAC-5D46-4AF392D10A31}"/>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62" name="弧形 161">
                <a:extLst>
                  <a:ext uri="{FF2B5EF4-FFF2-40B4-BE49-F238E27FC236}">
                    <a16:creationId xmlns:a16="http://schemas.microsoft.com/office/drawing/2014/main" id="{9416820F-0EFA-A622-115C-2B36EA101827}"/>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63" name="弧形 162">
                <a:extLst>
                  <a:ext uri="{FF2B5EF4-FFF2-40B4-BE49-F238E27FC236}">
                    <a16:creationId xmlns:a16="http://schemas.microsoft.com/office/drawing/2014/main" id="{0C0D55CB-CB95-9EF8-3CEF-B82C3C6D8B11}"/>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oval"/>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sp>
        <p:nvSpPr>
          <p:cNvPr id="168" name="椭圆 167">
            <a:extLst>
              <a:ext uri="{FF2B5EF4-FFF2-40B4-BE49-F238E27FC236}">
                <a16:creationId xmlns:a16="http://schemas.microsoft.com/office/drawing/2014/main" id="{4ABCF2C1-6FF4-7C2E-88D6-5A8E24A050C7}"/>
              </a:ext>
            </a:extLst>
          </p:cNvPr>
          <p:cNvSpPr/>
          <p:nvPr/>
        </p:nvSpPr>
        <p:spPr>
          <a:xfrm>
            <a:off x="2136407" y="5600394"/>
            <a:ext cx="52700" cy="527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椭圆 168">
            <a:extLst>
              <a:ext uri="{FF2B5EF4-FFF2-40B4-BE49-F238E27FC236}">
                <a16:creationId xmlns:a16="http://schemas.microsoft.com/office/drawing/2014/main" id="{B249F985-9025-7EB3-28CA-3031896451A7}"/>
              </a:ext>
            </a:extLst>
          </p:cNvPr>
          <p:cNvSpPr/>
          <p:nvPr/>
        </p:nvSpPr>
        <p:spPr>
          <a:xfrm>
            <a:off x="3423394" y="5967777"/>
            <a:ext cx="52700" cy="527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椭圆 169">
            <a:extLst>
              <a:ext uri="{FF2B5EF4-FFF2-40B4-BE49-F238E27FC236}">
                <a16:creationId xmlns:a16="http://schemas.microsoft.com/office/drawing/2014/main" id="{FE8BBDD0-1990-F88C-1CD1-5ECFB7015D1E}"/>
              </a:ext>
            </a:extLst>
          </p:cNvPr>
          <p:cNvSpPr/>
          <p:nvPr/>
        </p:nvSpPr>
        <p:spPr>
          <a:xfrm>
            <a:off x="4672648" y="6073340"/>
            <a:ext cx="52700" cy="527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1" name="椭圆 170">
            <a:extLst>
              <a:ext uri="{FF2B5EF4-FFF2-40B4-BE49-F238E27FC236}">
                <a16:creationId xmlns:a16="http://schemas.microsoft.com/office/drawing/2014/main" id="{9A032578-7DDD-DC16-D247-DD2383789B40}"/>
              </a:ext>
            </a:extLst>
          </p:cNvPr>
          <p:cNvSpPr/>
          <p:nvPr/>
        </p:nvSpPr>
        <p:spPr>
          <a:xfrm>
            <a:off x="6069650" y="6109942"/>
            <a:ext cx="52700" cy="527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2" name="椭圆 171">
            <a:extLst>
              <a:ext uri="{FF2B5EF4-FFF2-40B4-BE49-F238E27FC236}">
                <a16:creationId xmlns:a16="http://schemas.microsoft.com/office/drawing/2014/main" id="{057CDE81-831F-E7A9-9156-4FCBBB81A65C}"/>
              </a:ext>
            </a:extLst>
          </p:cNvPr>
          <p:cNvSpPr/>
          <p:nvPr/>
        </p:nvSpPr>
        <p:spPr>
          <a:xfrm>
            <a:off x="7424777" y="6073340"/>
            <a:ext cx="52700" cy="527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椭圆 172">
            <a:extLst>
              <a:ext uri="{FF2B5EF4-FFF2-40B4-BE49-F238E27FC236}">
                <a16:creationId xmlns:a16="http://schemas.microsoft.com/office/drawing/2014/main" id="{A0125868-9B78-DE8D-310A-E56001415B66}"/>
              </a:ext>
            </a:extLst>
          </p:cNvPr>
          <p:cNvSpPr/>
          <p:nvPr/>
        </p:nvSpPr>
        <p:spPr>
          <a:xfrm>
            <a:off x="8773558" y="5967777"/>
            <a:ext cx="52700" cy="527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椭圆 173">
            <a:extLst>
              <a:ext uri="{FF2B5EF4-FFF2-40B4-BE49-F238E27FC236}">
                <a16:creationId xmlns:a16="http://schemas.microsoft.com/office/drawing/2014/main" id="{530AABB2-93DB-828E-D7BE-1B5D0D86AF6F}"/>
              </a:ext>
            </a:extLst>
          </p:cNvPr>
          <p:cNvSpPr/>
          <p:nvPr/>
        </p:nvSpPr>
        <p:spPr>
          <a:xfrm>
            <a:off x="10004003" y="5600394"/>
            <a:ext cx="52700" cy="527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0" name="组合 179">
            <a:extLst>
              <a:ext uri="{FF2B5EF4-FFF2-40B4-BE49-F238E27FC236}">
                <a16:creationId xmlns:a16="http://schemas.microsoft.com/office/drawing/2014/main" id="{5EFA06C3-CBCF-9C03-8D7B-059BECAD0714}"/>
              </a:ext>
            </a:extLst>
          </p:cNvPr>
          <p:cNvGrpSpPr/>
          <p:nvPr/>
        </p:nvGrpSpPr>
        <p:grpSpPr>
          <a:xfrm>
            <a:off x="3507981" y="5564843"/>
            <a:ext cx="143216" cy="138527"/>
            <a:chOff x="3507981" y="5424338"/>
            <a:chExt cx="143216" cy="138527"/>
          </a:xfrm>
        </p:grpSpPr>
        <p:sp>
          <p:nvSpPr>
            <p:cNvPr id="178" name="任意多边形: 形状 177">
              <a:extLst>
                <a:ext uri="{FF2B5EF4-FFF2-40B4-BE49-F238E27FC236}">
                  <a16:creationId xmlns:a16="http://schemas.microsoft.com/office/drawing/2014/main" id="{D7E7789D-EC90-B584-DC79-1D30CBE318EB}"/>
                </a:ext>
              </a:extLst>
            </p:cNvPr>
            <p:cNvSpPr/>
            <p:nvPr/>
          </p:nvSpPr>
          <p:spPr>
            <a:xfrm>
              <a:off x="3507981" y="5424338"/>
              <a:ext cx="143216" cy="138527"/>
            </a:xfrm>
            <a:custGeom>
              <a:avLst/>
              <a:gdLst>
                <a:gd name="connsiteX0" fmla="*/ 26197 w 143216"/>
                <a:gd name="connsiteY0" fmla="*/ 138528 h 138527"/>
                <a:gd name="connsiteX1" fmla="*/ 22725 w 143216"/>
                <a:gd name="connsiteY1" fmla="*/ 137096 h 138527"/>
                <a:gd name="connsiteX2" fmla="*/ 21292 w 143216"/>
                <a:gd name="connsiteY2" fmla="*/ 133623 h 138527"/>
                <a:gd name="connsiteX3" fmla="*/ 21292 w 143216"/>
                <a:gd name="connsiteY3" fmla="*/ 99480 h 138527"/>
                <a:gd name="connsiteX4" fmla="*/ 20815 w 143216"/>
                <a:gd name="connsiteY4" fmla="*/ 98930 h 138527"/>
                <a:gd name="connsiteX5" fmla="*/ 1472 w 143216"/>
                <a:gd name="connsiteY5" fmla="*/ 90148 h 138527"/>
                <a:gd name="connsiteX6" fmla="*/ 1023 w 143216"/>
                <a:gd name="connsiteY6" fmla="*/ 80353 h 138527"/>
                <a:gd name="connsiteX7" fmla="*/ 15057 w 143216"/>
                <a:gd name="connsiteY7" fmla="*/ 62095 h 138527"/>
                <a:gd name="connsiteX8" fmla="*/ 15245 w 143216"/>
                <a:gd name="connsiteY8" fmla="*/ 61748 h 138527"/>
                <a:gd name="connsiteX9" fmla="*/ 77268 w 143216"/>
                <a:gd name="connsiteY9" fmla="*/ 0 h 138527"/>
                <a:gd name="connsiteX10" fmla="*/ 138148 w 143216"/>
                <a:gd name="connsiteY10" fmla="*/ 34071 h 138527"/>
                <a:gd name="connsiteX11" fmla="*/ 121033 w 143216"/>
                <a:gd name="connsiteY11" fmla="*/ 111531 h 138527"/>
                <a:gd name="connsiteX12" fmla="*/ 120917 w 143216"/>
                <a:gd name="connsiteY12" fmla="*/ 111879 h 138527"/>
                <a:gd name="connsiteX13" fmla="*/ 120917 w 143216"/>
                <a:gd name="connsiteY13" fmla="*/ 132784 h 138527"/>
                <a:gd name="connsiteX14" fmla="*/ 116012 w 143216"/>
                <a:gd name="connsiteY14" fmla="*/ 137689 h 138527"/>
                <a:gd name="connsiteX15" fmla="*/ 111108 w 143216"/>
                <a:gd name="connsiteY15" fmla="*/ 132784 h 138527"/>
                <a:gd name="connsiteX16" fmla="*/ 111108 w 143216"/>
                <a:gd name="connsiteY16" fmla="*/ 109896 h 138527"/>
                <a:gd name="connsiteX17" fmla="*/ 112251 w 143216"/>
                <a:gd name="connsiteY17" fmla="*/ 106743 h 138527"/>
                <a:gd name="connsiteX18" fmla="*/ 129279 w 143216"/>
                <a:gd name="connsiteY18" fmla="*/ 38195 h 138527"/>
                <a:gd name="connsiteX19" fmla="*/ 77282 w 143216"/>
                <a:gd name="connsiteY19" fmla="*/ 9780 h 138527"/>
                <a:gd name="connsiteX20" fmla="*/ 24794 w 143216"/>
                <a:gd name="connsiteY20" fmla="*/ 64772 h 138527"/>
                <a:gd name="connsiteX21" fmla="*/ 22783 w 143216"/>
                <a:gd name="connsiteY21" fmla="*/ 68447 h 138527"/>
                <a:gd name="connsiteX22" fmla="*/ 9993 w 143216"/>
                <a:gd name="connsiteY22" fmla="*/ 84318 h 138527"/>
                <a:gd name="connsiteX23" fmla="*/ 9993 w 143216"/>
                <a:gd name="connsiteY23" fmla="*/ 84752 h 138527"/>
                <a:gd name="connsiteX24" fmla="*/ 26428 w 143216"/>
                <a:gd name="connsiteY24" fmla="*/ 89598 h 138527"/>
                <a:gd name="connsiteX25" fmla="*/ 31102 w 143216"/>
                <a:gd name="connsiteY25" fmla="*/ 94488 h 138527"/>
                <a:gd name="connsiteX26" fmla="*/ 31102 w 143216"/>
                <a:gd name="connsiteY26" fmla="*/ 128155 h 138527"/>
                <a:gd name="connsiteX27" fmla="*/ 31651 w 143216"/>
                <a:gd name="connsiteY27" fmla="*/ 128704 h 138527"/>
                <a:gd name="connsiteX28" fmla="*/ 59039 w 143216"/>
                <a:gd name="connsiteY28" fmla="*/ 128704 h 138527"/>
                <a:gd name="connsiteX29" fmla="*/ 63943 w 143216"/>
                <a:gd name="connsiteY29" fmla="*/ 133609 h 138527"/>
                <a:gd name="connsiteX30" fmla="*/ 59039 w 143216"/>
                <a:gd name="connsiteY30" fmla="*/ 138514 h 138527"/>
                <a:gd name="connsiteX31" fmla="*/ 26197 w 143216"/>
                <a:gd name="connsiteY31" fmla="*/ 138514 h 138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43216" h="138527">
                  <a:moveTo>
                    <a:pt x="26197" y="138528"/>
                  </a:moveTo>
                  <a:cubicBezTo>
                    <a:pt x="24880" y="138528"/>
                    <a:pt x="23651" y="138022"/>
                    <a:pt x="22725" y="137096"/>
                  </a:cubicBezTo>
                  <a:cubicBezTo>
                    <a:pt x="21813" y="136184"/>
                    <a:pt x="21292" y="134926"/>
                    <a:pt x="21292" y="133623"/>
                  </a:cubicBezTo>
                  <a:lnTo>
                    <a:pt x="21292" y="99480"/>
                  </a:lnTo>
                  <a:cubicBezTo>
                    <a:pt x="21292" y="99205"/>
                    <a:pt x="21090" y="98973"/>
                    <a:pt x="20815" y="98930"/>
                  </a:cubicBezTo>
                  <a:cubicBezTo>
                    <a:pt x="15158" y="98192"/>
                    <a:pt x="5132" y="96080"/>
                    <a:pt x="1472" y="90148"/>
                  </a:cubicBezTo>
                  <a:cubicBezTo>
                    <a:pt x="-322" y="87240"/>
                    <a:pt x="-481" y="83753"/>
                    <a:pt x="1023" y="80353"/>
                  </a:cubicBezTo>
                  <a:cubicBezTo>
                    <a:pt x="4958" y="71499"/>
                    <a:pt x="11512" y="65105"/>
                    <a:pt x="15057" y="62095"/>
                  </a:cubicBezTo>
                  <a:cubicBezTo>
                    <a:pt x="15158" y="62008"/>
                    <a:pt x="15230" y="61878"/>
                    <a:pt x="15245" y="61748"/>
                  </a:cubicBezTo>
                  <a:cubicBezTo>
                    <a:pt x="16533" y="51433"/>
                    <a:pt x="25560" y="0"/>
                    <a:pt x="77268" y="0"/>
                  </a:cubicBezTo>
                  <a:cubicBezTo>
                    <a:pt x="105422" y="0"/>
                    <a:pt x="128180" y="12746"/>
                    <a:pt x="138148" y="34071"/>
                  </a:cubicBezTo>
                  <a:cubicBezTo>
                    <a:pt x="148767" y="56829"/>
                    <a:pt x="142532" y="85055"/>
                    <a:pt x="121033" y="111531"/>
                  </a:cubicBezTo>
                  <a:cubicBezTo>
                    <a:pt x="120946" y="111633"/>
                    <a:pt x="120917" y="111748"/>
                    <a:pt x="120917" y="111879"/>
                  </a:cubicBezTo>
                  <a:lnTo>
                    <a:pt x="120917" y="132784"/>
                  </a:lnTo>
                  <a:cubicBezTo>
                    <a:pt x="120917" y="135490"/>
                    <a:pt x="118718" y="137689"/>
                    <a:pt x="116012" y="137689"/>
                  </a:cubicBezTo>
                  <a:cubicBezTo>
                    <a:pt x="113307" y="137689"/>
                    <a:pt x="111108" y="135490"/>
                    <a:pt x="111108" y="132784"/>
                  </a:cubicBezTo>
                  <a:lnTo>
                    <a:pt x="111108" y="109896"/>
                  </a:lnTo>
                  <a:cubicBezTo>
                    <a:pt x="111108" y="108739"/>
                    <a:pt x="111513" y="107625"/>
                    <a:pt x="112251" y="106743"/>
                  </a:cubicBezTo>
                  <a:cubicBezTo>
                    <a:pt x="132245" y="82856"/>
                    <a:pt x="138452" y="57856"/>
                    <a:pt x="129279" y="38195"/>
                  </a:cubicBezTo>
                  <a:cubicBezTo>
                    <a:pt x="120960" y="20399"/>
                    <a:pt x="101530" y="9780"/>
                    <a:pt x="77282" y="9780"/>
                  </a:cubicBezTo>
                  <a:cubicBezTo>
                    <a:pt x="28642" y="9780"/>
                    <a:pt x="24938" y="62529"/>
                    <a:pt x="24794" y="64772"/>
                  </a:cubicBezTo>
                  <a:cubicBezTo>
                    <a:pt x="24692" y="66233"/>
                    <a:pt x="23969" y="67579"/>
                    <a:pt x="22783" y="68447"/>
                  </a:cubicBezTo>
                  <a:cubicBezTo>
                    <a:pt x="21871" y="69141"/>
                    <a:pt x="14001" y="75290"/>
                    <a:pt x="9993" y="84318"/>
                  </a:cubicBezTo>
                  <a:cubicBezTo>
                    <a:pt x="9935" y="84462"/>
                    <a:pt x="9935" y="84621"/>
                    <a:pt x="9993" y="84752"/>
                  </a:cubicBezTo>
                  <a:cubicBezTo>
                    <a:pt x="11020" y="87182"/>
                    <a:pt x="19484" y="89251"/>
                    <a:pt x="26428" y="89598"/>
                  </a:cubicBezTo>
                  <a:cubicBezTo>
                    <a:pt x="29047" y="89729"/>
                    <a:pt x="31087" y="91870"/>
                    <a:pt x="31102" y="94488"/>
                  </a:cubicBezTo>
                  <a:lnTo>
                    <a:pt x="31102" y="128155"/>
                  </a:lnTo>
                  <a:cubicBezTo>
                    <a:pt x="31102" y="128458"/>
                    <a:pt x="31347" y="128704"/>
                    <a:pt x="31651" y="128704"/>
                  </a:cubicBezTo>
                  <a:lnTo>
                    <a:pt x="59039" y="128704"/>
                  </a:lnTo>
                  <a:cubicBezTo>
                    <a:pt x="61744" y="128704"/>
                    <a:pt x="63943" y="130904"/>
                    <a:pt x="63943" y="133609"/>
                  </a:cubicBezTo>
                  <a:cubicBezTo>
                    <a:pt x="63943" y="136314"/>
                    <a:pt x="61744" y="138514"/>
                    <a:pt x="59039" y="138514"/>
                  </a:cubicBezTo>
                  <a:lnTo>
                    <a:pt x="26197" y="138514"/>
                  </a:lnTo>
                  <a:close/>
                </a:path>
              </a:pathLst>
            </a:custGeom>
            <a:solidFill>
              <a:schemeClr val="accent1"/>
            </a:solidFill>
            <a:ln w="140" cap="flat">
              <a:noFill/>
              <a:prstDash val="solid"/>
              <a:miter/>
            </a:ln>
          </p:spPr>
          <p:txBody>
            <a:bodyPr rtlCol="0" anchor="ctr"/>
            <a:lstStyle/>
            <a:p>
              <a:endParaRPr lang="zh-CN" altLang="en-US"/>
            </a:p>
          </p:txBody>
        </p:sp>
        <p:sp>
          <p:nvSpPr>
            <p:cNvPr id="179" name="任意多边形: 形状 178">
              <a:extLst>
                <a:ext uri="{FF2B5EF4-FFF2-40B4-BE49-F238E27FC236}">
                  <a16:creationId xmlns:a16="http://schemas.microsoft.com/office/drawing/2014/main" id="{29CFF7A5-2A65-6C80-95F2-357764A62573}"/>
                </a:ext>
              </a:extLst>
            </p:cNvPr>
            <p:cNvSpPr/>
            <p:nvPr/>
          </p:nvSpPr>
          <p:spPr>
            <a:xfrm>
              <a:off x="3552633" y="5462547"/>
              <a:ext cx="58990" cy="56568"/>
            </a:xfrm>
            <a:custGeom>
              <a:avLst/>
              <a:gdLst>
                <a:gd name="connsiteX0" fmla="*/ 37650 w 58990"/>
                <a:gd name="connsiteY0" fmla="*/ 56569 h 56568"/>
                <a:gd name="connsiteX1" fmla="*/ 33035 w 58990"/>
                <a:gd name="connsiteY1" fmla="*/ 53328 h 56568"/>
                <a:gd name="connsiteX2" fmla="*/ 29954 w 58990"/>
                <a:gd name="connsiteY2" fmla="*/ 44314 h 56568"/>
                <a:gd name="connsiteX3" fmla="*/ 29433 w 58990"/>
                <a:gd name="connsiteY3" fmla="*/ 43938 h 56568"/>
                <a:gd name="connsiteX4" fmla="*/ 13244 w 58990"/>
                <a:gd name="connsiteY4" fmla="*/ 43938 h 56568"/>
                <a:gd name="connsiteX5" fmla="*/ 12723 w 58990"/>
                <a:gd name="connsiteY5" fmla="*/ 44300 h 56568"/>
                <a:gd name="connsiteX6" fmla="*/ 9453 w 58990"/>
                <a:gd name="connsiteY6" fmla="*/ 53400 h 56568"/>
                <a:gd name="connsiteX7" fmla="*/ 4910 w 58990"/>
                <a:gd name="connsiteY7" fmla="*/ 56453 h 56568"/>
                <a:gd name="connsiteX8" fmla="*/ 3246 w 58990"/>
                <a:gd name="connsiteY8" fmla="*/ 56164 h 56568"/>
                <a:gd name="connsiteX9" fmla="*/ 237 w 58990"/>
                <a:gd name="connsiteY9" fmla="*/ 50058 h 56568"/>
                <a:gd name="connsiteX10" fmla="*/ 17063 w 58990"/>
                <a:gd name="connsiteY10" fmla="*/ 3241 h 56568"/>
                <a:gd name="connsiteX11" fmla="*/ 21678 w 58990"/>
                <a:gd name="connsiteY11" fmla="*/ 0 h 56568"/>
                <a:gd name="connsiteX12" fmla="*/ 26308 w 58990"/>
                <a:gd name="connsiteY12" fmla="*/ 3313 h 56568"/>
                <a:gd name="connsiteX13" fmla="*/ 42324 w 58990"/>
                <a:gd name="connsiteY13" fmla="*/ 50145 h 56568"/>
                <a:gd name="connsiteX14" fmla="*/ 39242 w 58990"/>
                <a:gd name="connsiteY14" fmla="*/ 56294 h 56568"/>
                <a:gd name="connsiteX15" fmla="*/ 37650 w 58990"/>
                <a:gd name="connsiteY15" fmla="*/ 56569 h 56568"/>
                <a:gd name="connsiteX16" fmla="*/ 21533 w 58990"/>
                <a:gd name="connsiteY16" fmla="*/ 20833 h 56568"/>
                <a:gd name="connsiteX17" fmla="*/ 21013 w 58990"/>
                <a:gd name="connsiteY17" fmla="*/ 21195 h 56568"/>
                <a:gd name="connsiteX18" fmla="*/ 16643 w 58990"/>
                <a:gd name="connsiteY18" fmla="*/ 33377 h 56568"/>
                <a:gd name="connsiteX19" fmla="*/ 16716 w 58990"/>
                <a:gd name="connsiteY19" fmla="*/ 33883 h 56568"/>
                <a:gd name="connsiteX20" fmla="*/ 17164 w 58990"/>
                <a:gd name="connsiteY20" fmla="*/ 34115 h 56568"/>
                <a:gd name="connsiteX21" fmla="*/ 25700 w 58990"/>
                <a:gd name="connsiteY21" fmla="*/ 34115 h 56568"/>
                <a:gd name="connsiteX22" fmla="*/ 26149 w 58990"/>
                <a:gd name="connsiteY22" fmla="*/ 33883 h 56568"/>
                <a:gd name="connsiteX23" fmla="*/ 26221 w 58990"/>
                <a:gd name="connsiteY23" fmla="*/ 33377 h 56568"/>
                <a:gd name="connsiteX24" fmla="*/ 22054 w 58990"/>
                <a:gd name="connsiteY24" fmla="*/ 21195 h 56568"/>
                <a:gd name="connsiteX25" fmla="*/ 21533 w 58990"/>
                <a:gd name="connsiteY25" fmla="*/ 20833 h 56568"/>
                <a:gd name="connsiteX26" fmla="*/ 54086 w 58990"/>
                <a:gd name="connsiteY26" fmla="*/ 56207 h 56568"/>
                <a:gd name="connsiteX27" fmla="*/ 49181 w 58990"/>
                <a:gd name="connsiteY27" fmla="*/ 51476 h 56568"/>
                <a:gd name="connsiteX28" fmla="*/ 49181 w 58990"/>
                <a:gd name="connsiteY28" fmla="*/ 4774 h 56568"/>
                <a:gd name="connsiteX29" fmla="*/ 54086 w 58990"/>
                <a:gd name="connsiteY29" fmla="*/ 43 h 56568"/>
                <a:gd name="connsiteX30" fmla="*/ 58990 w 58990"/>
                <a:gd name="connsiteY30" fmla="*/ 4774 h 56568"/>
                <a:gd name="connsiteX31" fmla="*/ 58990 w 58990"/>
                <a:gd name="connsiteY31" fmla="*/ 51490 h 56568"/>
                <a:gd name="connsiteX32" fmla="*/ 54086 w 58990"/>
                <a:gd name="connsiteY32" fmla="*/ 56207 h 56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8990" h="56568">
                  <a:moveTo>
                    <a:pt x="37650" y="56569"/>
                  </a:moveTo>
                  <a:cubicBezTo>
                    <a:pt x="35582" y="56569"/>
                    <a:pt x="33730" y="55267"/>
                    <a:pt x="33035" y="53328"/>
                  </a:cubicBezTo>
                  <a:lnTo>
                    <a:pt x="29954" y="44314"/>
                  </a:lnTo>
                  <a:cubicBezTo>
                    <a:pt x="29881" y="44097"/>
                    <a:pt x="29664" y="43938"/>
                    <a:pt x="29433" y="43938"/>
                  </a:cubicBezTo>
                  <a:lnTo>
                    <a:pt x="13244" y="43938"/>
                  </a:lnTo>
                  <a:cubicBezTo>
                    <a:pt x="13012" y="43938"/>
                    <a:pt x="12795" y="44083"/>
                    <a:pt x="12723" y="44300"/>
                  </a:cubicBezTo>
                  <a:lnTo>
                    <a:pt x="9453" y="53400"/>
                  </a:lnTo>
                  <a:cubicBezTo>
                    <a:pt x="8715" y="55252"/>
                    <a:pt x="6921" y="56453"/>
                    <a:pt x="4910" y="56453"/>
                  </a:cubicBezTo>
                  <a:cubicBezTo>
                    <a:pt x="4346" y="56453"/>
                    <a:pt x="3782" y="56352"/>
                    <a:pt x="3246" y="56164"/>
                  </a:cubicBezTo>
                  <a:cubicBezTo>
                    <a:pt x="758" y="55267"/>
                    <a:pt x="-573" y="52590"/>
                    <a:pt x="237" y="50058"/>
                  </a:cubicBezTo>
                  <a:lnTo>
                    <a:pt x="17063" y="3241"/>
                  </a:lnTo>
                  <a:cubicBezTo>
                    <a:pt x="17757" y="1302"/>
                    <a:pt x="19609" y="0"/>
                    <a:pt x="21678" y="0"/>
                  </a:cubicBezTo>
                  <a:cubicBezTo>
                    <a:pt x="23790" y="14"/>
                    <a:pt x="25642" y="1345"/>
                    <a:pt x="26308" y="3313"/>
                  </a:cubicBezTo>
                  <a:lnTo>
                    <a:pt x="42324" y="50145"/>
                  </a:lnTo>
                  <a:cubicBezTo>
                    <a:pt x="43148" y="52662"/>
                    <a:pt x="41759" y="55440"/>
                    <a:pt x="39242" y="56294"/>
                  </a:cubicBezTo>
                  <a:cubicBezTo>
                    <a:pt x="38721" y="56482"/>
                    <a:pt x="38200" y="56569"/>
                    <a:pt x="37650" y="56569"/>
                  </a:cubicBezTo>
                  <a:close/>
                  <a:moveTo>
                    <a:pt x="21533" y="20833"/>
                  </a:moveTo>
                  <a:cubicBezTo>
                    <a:pt x="21302" y="20833"/>
                    <a:pt x="21085" y="20978"/>
                    <a:pt x="21013" y="21195"/>
                  </a:cubicBezTo>
                  <a:lnTo>
                    <a:pt x="16643" y="33377"/>
                  </a:lnTo>
                  <a:cubicBezTo>
                    <a:pt x="16586" y="33551"/>
                    <a:pt x="16614" y="33739"/>
                    <a:pt x="16716" y="33883"/>
                  </a:cubicBezTo>
                  <a:cubicBezTo>
                    <a:pt x="16817" y="34028"/>
                    <a:pt x="16991" y="34115"/>
                    <a:pt x="17164" y="34115"/>
                  </a:cubicBezTo>
                  <a:lnTo>
                    <a:pt x="25700" y="34115"/>
                  </a:lnTo>
                  <a:cubicBezTo>
                    <a:pt x="25874" y="34115"/>
                    <a:pt x="26047" y="34028"/>
                    <a:pt x="26149" y="33883"/>
                  </a:cubicBezTo>
                  <a:cubicBezTo>
                    <a:pt x="26250" y="33739"/>
                    <a:pt x="26279" y="33551"/>
                    <a:pt x="26221" y="33377"/>
                  </a:cubicBezTo>
                  <a:lnTo>
                    <a:pt x="22054" y="21195"/>
                  </a:lnTo>
                  <a:cubicBezTo>
                    <a:pt x="21982" y="20978"/>
                    <a:pt x="21779" y="20833"/>
                    <a:pt x="21533" y="20833"/>
                  </a:cubicBezTo>
                  <a:close/>
                  <a:moveTo>
                    <a:pt x="54086" y="56207"/>
                  </a:moveTo>
                  <a:cubicBezTo>
                    <a:pt x="51380" y="56207"/>
                    <a:pt x="49181" y="54080"/>
                    <a:pt x="49181" y="51476"/>
                  </a:cubicBezTo>
                  <a:lnTo>
                    <a:pt x="49181" y="4774"/>
                  </a:lnTo>
                  <a:cubicBezTo>
                    <a:pt x="49181" y="2170"/>
                    <a:pt x="51380" y="43"/>
                    <a:pt x="54086" y="43"/>
                  </a:cubicBezTo>
                  <a:cubicBezTo>
                    <a:pt x="56791" y="43"/>
                    <a:pt x="58990" y="2170"/>
                    <a:pt x="58990" y="4774"/>
                  </a:cubicBezTo>
                  <a:lnTo>
                    <a:pt x="58990" y="51490"/>
                  </a:lnTo>
                  <a:cubicBezTo>
                    <a:pt x="58976" y="54095"/>
                    <a:pt x="56777" y="56207"/>
                    <a:pt x="54086" y="56207"/>
                  </a:cubicBezTo>
                  <a:close/>
                </a:path>
              </a:pathLst>
            </a:custGeom>
            <a:solidFill>
              <a:schemeClr val="accent1"/>
            </a:solidFill>
            <a:ln w="140" cap="flat">
              <a:noFill/>
              <a:prstDash val="solid"/>
              <a:miter/>
            </a:ln>
          </p:spPr>
          <p:txBody>
            <a:bodyPr rtlCol="0" anchor="ctr"/>
            <a:lstStyle/>
            <a:p>
              <a:endParaRPr lang="zh-CN" altLang="en-US"/>
            </a:p>
          </p:txBody>
        </p:sp>
      </p:grpSp>
      <p:grpSp>
        <p:nvGrpSpPr>
          <p:cNvPr id="186" name="组合 185">
            <a:extLst>
              <a:ext uri="{FF2B5EF4-FFF2-40B4-BE49-F238E27FC236}">
                <a16:creationId xmlns:a16="http://schemas.microsoft.com/office/drawing/2014/main" id="{6F000B9C-56B9-1C1D-A61D-28BE1F301115}"/>
              </a:ext>
            </a:extLst>
          </p:cNvPr>
          <p:cNvGrpSpPr/>
          <p:nvPr/>
        </p:nvGrpSpPr>
        <p:grpSpPr>
          <a:xfrm>
            <a:off x="4621451" y="5677858"/>
            <a:ext cx="166450" cy="144148"/>
            <a:chOff x="4639727" y="5551828"/>
            <a:chExt cx="129897" cy="112494"/>
          </a:xfrm>
        </p:grpSpPr>
        <p:sp>
          <p:nvSpPr>
            <p:cNvPr id="184" name="任意多边形: 形状 183">
              <a:extLst>
                <a:ext uri="{FF2B5EF4-FFF2-40B4-BE49-F238E27FC236}">
                  <a16:creationId xmlns:a16="http://schemas.microsoft.com/office/drawing/2014/main" id="{1227374B-043F-452A-FD4E-A9C314E95955}"/>
                </a:ext>
              </a:extLst>
            </p:cNvPr>
            <p:cNvSpPr/>
            <p:nvPr/>
          </p:nvSpPr>
          <p:spPr>
            <a:xfrm>
              <a:off x="4639727" y="5551828"/>
              <a:ext cx="129897" cy="112494"/>
            </a:xfrm>
            <a:custGeom>
              <a:avLst/>
              <a:gdLst>
                <a:gd name="connsiteX0" fmla="*/ 97423 w 129897"/>
                <a:gd name="connsiteY0" fmla="*/ 0 h 112494"/>
                <a:gd name="connsiteX1" fmla="*/ 32474 w 129897"/>
                <a:gd name="connsiteY1" fmla="*/ 0 h 112494"/>
                <a:gd name="connsiteX2" fmla="*/ 0 w 129897"/>
                <a:gd name="connsiteY2" fmla="*/ 56247 h 112494"/>
                <a:gd name="connsiteX3" fmla="*/ 32474 w 129897"/>
                <a:gd name="connsiteY3" fmla="*/ 112494 h 112494"/>
                <a:gd name="connsiteX4" fmla="*/ 97423 w 129897"/>
                <a:gd name="connsiteY4" fmla="*/ 112494 h 112494"/>
                <a:gd name="connsiteX5" fmla="*/ 129897 w 129897"/>
                <a:gd name="connsiteY5" fmla="*/ 56247 h 112494"/>
                <a:gd name="connsiteX6" fmla="*/ 97423 w 129897"/>
                <a:gd name="connsiteY6" fmla="*/ 0 h 112494"/>
                <a:gd name="connsiteX7" fmla="*/ 94298 w 129897"/>
                <a:gd name="connsiteY7" fmla="*/ 107082 h 112494"/>
                <a:gd name="connsiteX8" fmla="*/ 35599 w 129897"/>
                <a:gd name="connsiteY8" fmla="*/ 107082 h 112494"/>
                <a:gd name="connsiteX9" fmla="*/ 6250 w 129897"/>
                <a:gd name="connsiteY9" fmla="*/ 56247 h 112494"/>
                <a:gd name="connsiteX10" fmla="*/ 35599 w 129897"/>
                <a:gd name="connsiteY10" fmla="*/ 5413 h 112494"/>
                <a:gd name="connsiteX11" fmla="*/ 94298 w 129897"/>
                <a:gd name="connsiteY11" fmla="*/ 5413 h 112494"/>
                <a:gd name="connsiteX12" fmla="*/ 123648 w 129897"/>
                <a:gd name="connsiteY12" fmla="*/ 56247 h 112494"/>
                <a:gd name="connsiteX13" fmla="*/ 94298 w 129897"/>
                <a:gd name="connsiteY13" fmla="*/ 107082 h 112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897" h="112494">
                  <a:moveTo>
                    <a:pt x="97423" y="0"/>
                  </a:moveTo>
                  <a:lnTo>
                    <a:pt x="32474" y="0"/>
                  </a:lnTo>
                  <a:lnTo>
                    <a:pt x="0" y="56247"/>
                  </a:lnTo>
                  <a:lnTo>
                    <a:pt x="32474" y="112494"/>
                  </a:lnTo>
                  <a:lnTo>
                    <a:pt x="97423" y="112494"/>
                  </a:lnTo>
                  <a:lnTo>
                    <a:pt x="129897" y="56247"/>
                  </a:lnTo>
                  <a:lnTo>
                    <a:pt x="97423" y="0"/>
                  </a:lnTo>
                  <a:close/>
                  <a:moveTo>
                    <a:pt x="94298" y="107082"/>
                  </a:moveTo>
                  <a:lnTo>
                    <a:pt x="35599" y="107082"/>
                  </a:lnTo>
                  <a:lnTo>
                    <a:pt x="6250" y="56247"/>
                  </a:lnTo>
                  <a:lnTo>
                    <a:pt x="35599" y="5413"/>
                  </a:lnTo>
                  <a:lnTo>
                    <a:pt x="94298" y="5413"/>
                  </a:lnTo>
                  <a:lnTo>
                    <a:pt x="123648" y="56247"/>
                  </a:lnTo>
                  <a:lnTo>
                    <a:pt x="94298" y="107082"/>
                  </a:lnTo>
                  <a:close/>
                </a:path>
              </a:pathLst>
            </a:custGeom>
            <a:solidFill>
              <a:schemeClr val="accent1"/>
            </a:solidFill>
            <a:ln w="140" cap="flat">
              <a:solidFill>
                <a:schemeClr val="accent1"/>
              </a:solidFill>
              <a:prstDash val="solid"/>
              <a:miter/>
            </a:ln>
          </p:spPr>
          <p:txBody>
            <a:bodyPr rtlCol="0" anchor="ctr"/>
            <a:lstStyle/>
            <a:p>
              <a:endParaRPr lang="zh-CN" altLang="en-US"/>
            </a:p>
          </p:txBody>
        </p:sp>
        <p:sp>
          <p:nvSpPr>
            <p:cNvPr id="185" name="任意多边形: 形状 184">
              <a:extLst>
                <a:ext uri="{FF2B5EF4-FFF2-40B4-BE49-F238E27FC236}">
                  <a16:creationId xmlns:a16="http://schemas.microsoft.com/office/drawing/2014/main" id="{62F807FE-B798-A997-53C6-B9FA7B19F89A}"/>
                </a:ext>
              </a:extLst>
            </p:cNvPr>
            <p:cNvSpPr/>
            <p:nvPr/>
          </p:nvSpPr>
          <p:spPr>
            <a:xfrm>
              <a:off x="4670356" y="5574420"/>
              <a:ext cx="68289" cy="66960"/>
            </a:xfrm>
            <a:custGeom>
              <a:avLst/>
              <a:gdLst>
                <a:gd name="connsiteX0" fmla="*/ 61845 w 68289"/>
                <a:gd name="connsiteY0" fmla="*/ 27957 h 66960"/>
                <a:gd name="connsiteX1" fmla="*/ 61067 w 68289"/>
                <a:gd name="connsiteY1" fmla="*/ 28005 h 66960"/>
                <a:gd name="connsiteX2" fmla="*/ 52744 w 68289"/>
                <a:gd name="connsiteY2" fmla="*/ 15110 h 66960"/>
                <a:gd name="connsiteX3" fmla="*/ 54834 w 68289"/>
                <a:gd name="connsiteY3" fmla="*/ 9258 h 66960"/>
                <a:gd name="connsiteX4" fmla="*/ 45575 w 68289"/>
                <a:gd name="connsiteY4" fmla="*/ 0 h 66960"/>
                <a:gd name="connsiteX5" fmla="*/ 36317 w 68289"/>
                <a:gd name="connsiteY5" fmla="*/ 9258 h 66960"/>
                <a:gd name="connsiteX6" fmla="*/ 39812 w 68289"/>
                <a:gd name="connsiteY6" fmla="*/ 16496 h 66960"/>
                <a:gd name="connsiteX7" fmla="*/ 22831 w 68289"/>
                <a:gd name="connsiteY7" fmla="*/ 50484 h 66960"/>
                <a:gd name="connsiteX8" fmla="*/ 21875 w 68289"/>
                <a:gd name="connsiteY8" fmla="*/ 50428 h 66960"/>
                <a:gd name="connsiteX9" fmla="*/ 20084 w 68289"/>
                <a:gd name="connsiteY9" fmla="*/ 50624 h 66960"/>
                <a:gd name="connsiteX10" fmla="*/ 11927 w 68289"/>
                <a:gd name="connsiteY10" fmla="*/ 37784 h 66960"/>
                <a:gd name="connsiteX11" fmla="*/ 12888 w 68289"/>
                <a:gd name="connsiteY11" fmla="*/ 34400 h 66960"/>
                <a:gd name="connsiteX12" fmla="*/ 6444 w 68289"/>
                <a:gd name="connsiteY12" fmla="*/ 27956 h 66960"/>
                <a:gd name="connsiteX13" fmla="*/ 0 w 68289"/>
                <a:gd name="connsiteY13" fmla="*/ 34400 h 66960"/>
                <a:gd name="connsiteX14" fmla="*/ 6444 w 68289"/>
                <a:gd name="connsiteY14" fmla="*/ 40844 h 66960"/>
                <a:gd name="connsiteX15" fmla="*/ 7176 w 68289"/>
                <a:gd name="connsiteY15" fmla="*/ 40802 h 66960"/>
                <a:gd name="connsiteX16" fmla="*/ 15333 w 68289"/>
                <a:gd name="connsiteY16" fmla="*/ 53644 h 66960"/>
                <a:gd name="connsiteX17" fmla="*/ 13609 w 68289"/>
                <a:gd name="connsiteY17" fmla="*/ 58694 h 66960"/>
                <a:gd name="connsiteX18" fmla="*/ 21875 w 68289"/>
                <a:gd name="connsiteY18" fmla="*/ 66961 h 66960"/>
                <a:gd name="connsiteX19" fmla="*/ 30142 w 68289"/>
                <a:gd name="connsiteY19" fmla="*/ 58694 h 66960"/>
                <a:gd name="connsiteX20" fmla="*/ 27866 w 68289"/>
                <a:gd name="connsiteY20" fmla="*/ 53001 h 66960"/>
                <a:gd name="connsiteX21" fmla="*/ 45100 w 68289"/>
                <a:gd name="connsiteY21" fmla="*/ 18505 h 66960"/>
                <a:gd name="connsiteX22" fmla="*/ 48028 w 68289"/>
                <a:gd name="connsiteY22" fmla="*/ 18184 h 66960"/>
                <a:gd name="connsiteX23" fmla="*/ 56337 w 68289"/>
                <a:gd name="connsiteY23" fmla="*/ 31056 h 66960"/>
                <a:gd name="connsiteX24" fmla="*/ 55402 w 68289"/>
                <a:gd name="connsiteY24" fmla="*/ 34400 h 66960"/>
                <a:gd name="connsiteX25" fmla="*/ 61845 w 68289"/>
                <a:gd name="connsiteY25" fmla="*/ 40844 h 66960"/>
                <a:gd name="connsiteX26" fmla="*/ 68289 w 68289"/>
                <a:gd name="connsiteY26" fmla="*/ 34400 h 66960"/>
                <a:gd name="connsiteX27" fmla="*/ 61845 w 68289"/>
                <a:gd name="connsiteY27" fmla="*/ 27957 h 66960"/>
                <a:gd name="connsiteX28" fmla="*/ 41946 w 68289"/>
                <a:gd name="connsiteY28" fmla="*/ 9258 h 66960"/>
                <a:gd name="connsiteX29" fmla="*/ 45575 w 68289"/>
                <a:gd name="connsiteY29" fmla="*/ 5629 h 66960"/>
                <a:gd name="connsiteX30" fmla="*/ 49205 w 68289"/>
                <a:gd name="connsiteY30" fmla="*/ 9258 h 66960"/>
                <a:gd name="connsiteX31" fmla="*/ 45575 w 68289"/>
                <a:gd name="connsiteY31" fmla="*/ 12888 h 66960"/>
                <a:gd name="connsiteX32" fmla="*/ 41946 w 68289"/>
                <a:gd name="connsiteY32" fmla="*/ 9258 h 66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8289" h="66960">
                  <a:moveTo>
                    <a:pt x="61845" y="27957"/>
                  </a:moveTo>
                  <a:cubicBezTo>
                    <a:pt x="61582" y="27957"/>
                    <a:pt x="61323" y="27974"/>
                    <a:pt x="61067" y="28005"/>
                  </a:cubicBezTo>
                  <a:lnTo>
                    <a:pt x="52744" y="15110"/>
                  </a:lnTo>
                  <a:cubicBezTo>
                    <a:pt x="54049" y="13514"/>
                    <a:pt x="54834" y="11476"/>
                    <a:pt x="54834" y="9258"/>
                  </a:cubicBezTo>
                  <a:cubicBezTo>
                    <a:pt x="54834" y="4153"/>
                    <a:pt x="50681" y="0"/>
                    <a:pt x="45575" y="0"/>
                  </a:cubicBezTo>
                  <a:cubicBezTo>
                    <a:pt x="40470" y="0"/>
                    <a:pt x="36317" y="4153"/>
                    <a:pt x="36317" y="9258"/>
                  </a:cubicBezTo>
                  <a:cubicBezTo>
                    <a:pt x="36317" y="12185"/>
                    <a:pt x="37684" y="14798"/>
                    <a:pt x="39812" y="16496"/>
                  </a:cubicBezTo>
                  <a:lnTo>
                    <a:pt x="22831" y="50484"/>
                  </a:lnTo>
                  <a:cubicBezTo>
                    <a:pt x="22514" y="50447"/>
                    <a:pt x="22195" y="50428"/>
                    <a:pt x="21875" y="50428"/>
                  </a:cubicBezTo>
                  <a:cubicBezTo>
                    <a:pt x="21273" y="50428"/>
                    <a:pt x="20672" y="50494"/>
                    <a:pt x="20084" y="50624"/>
                  </a:cubicBezTo>
                  <a:lnTo>
                    <a:pt x="11927" y="37784"/>
                  </a:lnTo>
                  <a:cubicBezTo>
                    <a:pt x="12557" y="36768"/>
                    <a:pt x="12889" y="35596"/>
                    <a:pt x="12888" y="34400"/>
                  </a:cubicBezTo>
                  <a:cubicBezTo>
                    <a:pt x="12888" y="30842"/>
                    <a:pt x="10003" y="27956"/>
                    <a:pt x="6444" y="27956"/>
                  </a:cubicBezTo>
                  <a:cubicBezTo>
                    <a:pt x="2885" y="27956"/>
                    <a:pt x="0" y="30842"/>
                    <a:pt x="0" y="34400"/>
                  </a:cubicBezTo>
                  <a:cubicBezTo>
                    <a:pt x="0" y="37959"/>
                    <a:pt x="2885" y="40844"/>
                    <a:pt x="6444" y="40844"/>
                  </a:cubicBezTo>
                  <a:cubicBezTo>
                    <a:pt x="6691" y="40844"/>
                    <a:pt x="6935" y="40829"/>
                    <a:pt x="7176" y="40802"/>
                  </a:cubicBezTo>
                  <a:lnTo>
                    <a:pt x="15333" y="53644"/>
                  </a:lnTo>
                  <a:cubicBezTo>
                    <a:pt x="14253" y="55041"/>
                    <a:pt x="13609" y="56792"/>
                    <a:pt x="13609" y="58694"/>
                  </a:cubicBezTo>
                  <a:cubicBezTo>
                    <a:pt x="13609" y="63259"/>
                    <a:pt x="17310" y="66961"/>
                    <a:pt x="21875" y="66961"/>
                  </a:cubicBezTo>
                  <a:cubicBezTo>
                    <a:pt x="26441" y="66961"/>
                    <a:pt x="30142" y="63259"/>
                    <a:pt x="30142" y="58694"/>
                  </a:cubicBezTo>
                  <a:cubicBezTo>
                    <a:pt x="30142" y="56487"/>
                    <a:pt x="29275" y="54484"/>
                    <a:pt x="27866" y="53001"/>
                  </a:cubicBezTo>
                  <a:lnTo>
                    <a:pt x="45100" y="18505"/>
                  </a:lnTo>
                  <a:cubicBezTo>
                    <a:pt x="46087" y="18555"/>
                    <a:pt x="47076" y="18447"/>
                    <a:pt x="48028" y="18184"/>
                  </a:cubicBezTo>
                  <a:lnTo>
                    <a:pt x="56337" y="31056"/>
                  </a:lnTo>
                  <a:cubicBezTo>
                    <a:pt x="55723" y="32063"/>
                    <a:pt x="55400" y="33221"/>
                    <a:pt x="55402" y="34400"/>
                  </a:cubicBezTo>
                  <a:cubicBezTo>
                    <a:pt x="55402" y="37959"/>
                    <a:pt x="58287" y="40844"/>
                    <a:pt x="61845" y="40844"/>
                  </a:cubicBezTo>
                  <a:cubicBezTo>
                    <a:pt x="65404" y="40844"/>
                    <a:pt x="68289" y="37959"/>
                    <a:pt x="68289" y="34400"/>
                  </a:cubicBezTo>
                  <a:cubicBezTo>
                    <a:pt x="68289" y="30842"/>
                    <a:pt x="65404" y="27957"/>
                    <a:pt x="61845" y="27957"/>
                  </a:cubicBezTo>
                  <a:close/>
                  <a:moveTo>
                    <a:pt x="41946" y="9258"/>
                  </a:moveTo>
                  <a:cubicBezTo>
                    <a:pt x="41946" y="7257"/>
                    <a:pt x="43574" y="5629"/>
                    <a:pt x="45575" y="5629"/>
                  </a:cubicBezTo>
                  <a:cubicBezTo>
                    <a:pt x="47577" y="5629"/>
                    <a:pt x="49205" y="7257"/>
                    <a:pt x="49205" y="9258"/>
                  </a:cubicBezTo>
                  <a:cubicBezTo>
                    <a:pt x="49205" y="11260"/>
                    <a:pt x="47577" y="12888"/>
                    <a:pt x="45575" y="12888"/>
                  </a:cubicBezTo>
                  <a:cubicBezTo>
                    <a:pt x="43574" y="12888"/>
                    <a:pt x="41946" y="11259"/>
                    <a:pt x="41946" y="9258"/>
                  </a:cubicBezTo>
                  <a:close/>
                </a:path>
              </a:pathLst>
            </a:custGeom>
            <a:solidFill>
              <a:schemeClr val="accent1"/>
            </a:solidFill>
            <a:ln w="140" cap="flat">
              <a:solidFill>
                <a:schemeClr val="accent1"/>
              </a:solidFill>
              <a:prstDash val="solid"/>
              <a:miter/>
            </a:ln>
          </p:spPr>
          <p:txBody>
            <a:bodyPr rtlCol="0" anchor="ctr"/>
            <a:lstStyle/>
            <a:p>
              <a:endParaRPr lang="zh-CN" altLang="en-US"/>
            </a:p>
          </p:txBody>
        </p:sp>
      </p:grpSp>
      <p:grpSp>
        <p:nvGrpSpPr>
          <p:cNvPr id="194" name="组合 193">
            <a:extLst>
              <a:ext uri="{FF2B5EF4-FFF2-40B4-BE49-F238E27FC236}">
                <a16:creationId xmlns:a16="http://schemas.microsoft.com/office/drawing/2014/main" id="{BE6ADD27-4107-4F65-E97F-7FB2258F46B7}"/>
              </a:ext>
            </a:extLst>
          </p:cNvPr>
          <p:cNvGrpSpPr/>
          <p:nvPr/>
        </p:nvGrpSpPr>
        <p:grpSpPr>
          <a:xfrm>
            <a:off x="6025824" y="5723992"/>
            <a:ext cx="137232" cy="137232"/>
            <a:chOff x="6025824" y="5581561"/>
            <a:chExt cx="137232" cy="137232"/>
          </a:xfrm>
          <a:solidFill>
            <a:schemeClr val="accent1"/>
          </a:solidFill>
        </p:grpSpPr>
        <p:sp>
          <p:nvSpPr>
            <p:cNvPr id="190" name="任意多边形: 形状 189">
              <a:extLst>
                <a:ext uri="{FF2B5EF4-FFF2-40B4-BE49-F238E27FC236}">
                  <a16:creationId xmlns:a16="http://schemas.microsoft.com/office/drawing/2014/main" id="{01BF9227-89B0-7F29-CF75-2FE7A5C42D66}"/>
                </a:ext>
              </a:extLst>
            </p:cNvPr>
            <p:cNvSpPr/>
            <p:nvPr/>
          </p:nvSpPr>
          <p:spPr>
            <a:xfrm>
              <a:off x="6101068" y="5642978"/>
              <a:ext cx="32664" cy="36953"/>
            </a:xfrm>
            <a:custGeom>
              <a:avLst/>
              <a:gdLst>
                <a:gd name="connsiteX0" fmla="*/ 28460 w 32664"/>
                <a:gd name="connsiteY0" fmla="*/ 25257 h 36953"/>
                <a:gd name="connsiteX1" fmla="*/ 25341 w 32664"/>
                <a:gd name="connsiteY1" fmla="*/ 22918 h 36953"/>
                <a:gd name="connsiteX2" fmla="*/ 15984 w 32664"/>
                <a:gd name="connsiteY2" fmla="*/ 5764 h 36953"/>
                <a:gd name="connsiteX3" fmla="*/ 17544 w 32664"/>
                <a:gd name="connsiteY3" fmla="*/ 306 h 36953"/>
                <a:gd name="connsiteX4" fmla="*/ 23002 w 32664"/>
                <a:gd name="connsiteY4" fmla="*/ 1865 h 36953"/>
                <a:gd name="connsiteX5" fmla="*/ 32359 w 32664"/>
                <a:gd name="connsiteY5" fmla="*/ 19799 h 36953"/>
                <a:gd name="connsiteX6" fmla="*/ 30799 w 32664"/>
                <a:gd name="connsiteY6" fmla="*/ 25257 h 36953"/>
                <a:gd name="connsiteX7" fmla="*/ 28460 w 32664"/>
                <a:gd name="connsiteY7" fmla="*/ 25257 h 36953"/>
                <a:gd name="connsiteX8" fmla="*/ 17544 w 32664"/>
                <a:gd name="connsiteY8" fmla="*/ 36953 h 36953"/>
                <a:gd name="connsiteX9" fmla="*/ 14425 w 32664"/>
                <a:gd name="connsiteY9" fmla="*/ 36174 h 36953"/>
                <a:gd name="connsiteX10" fmla="*/ 1170 w 32664"/>
                <a:gd name="connsiteY10" fmla="*/ 21359 h 36953"/>
                <a:gd name="connsiteX11" fmla="*/ 1170 w 32664"/>
                <a:gd name="connsiteY11" fmla="*/ 15901 h 36953"/>
                <a:gd name="connsiteX12" fmla="*/ 6628 w 32664"/>
                <a:gd name="connsiteY12" fmla="*/ 15901 h 36953"/>
                <a:gd name="connsiteX13" fmla="*/ 20663 w 32664"/>
                <a:gd name="connsiteY13" fmla="*/ 29936 h 36953"/>
                <a:gd name="connsiteX14" fmla="*/ 20663 w 32664"/>
                <a:gd name="connsiteY14" fmla="*/ 35394 h 36953"/>
                <a:gd name="connsiteX15" fmla="*/ 17544 w 32664"/>
                <a:gd name="connsiteY15" fmla="*/ 36953 h 36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664" h="36953">
                  <a:moveTo>
                    <a:pt x="28460" y="25257"/>
                  </a:moveTo>
                  <a:cubicBezTo>
                    <a:pt x="26901" y="25257"/>
                    <a:pt x="26121" y="24478"/>
                    <a:pt x="25341" y="22918"/>
                  </a:cubicBezTo>
                  <a:lnTo>
                    <a:pt x="15984" y="5764"/>
                  </a:lnTo>
                  <a:cubicBezTo>
                    <a:pt x="14425" y="4205"/>
                    <a:pt x="15205" y="1865"/>
                    <a:pt x="17544" y="306"/>
                  </a:cubicBezTo>
                  <a:cubicBezTo>
                    <a:pt x="19103" y="-474"/>
                    <a:pt x="21443" y="306"/>
                    <a:pt x="23002" y="1865"/>
                  </a:cubicBezTo>
                  <a:lnTo>
                    <a:pt x="32359" y="19799"/>
                  </a:lnTo>
                  <a:cubicBezTo>
                    <a:pt x="33139" y="21359"/>
                    <a:pt x="32359" y="23698"/>
                    <a:pt x="30799" y="25257"/>
                  </a:cubicBezTo>
                  <a:lnTo>
                    <a:pt x="28460" y="25257"/>
                  </a:lnTo>
                  <a:close/>
                  <a:moveTo>
                    <a:pt x="17544" y="36953"/>
                  </a:moveTo>
                  <a:cubicBezTo>
                    <a:pt x="16764" y="36953"/>
                    <a:pt x="15205" y="36953"/>
                    <a:pt x="14425" y="36174"/>
                  </a:cubicBezTo>
                  <a:lnTo>
                    <a:pt x="1170" y="21359"/>
                  </a:lnTo>
                  <a:cubicBezTo>
                    <a:pt x="-390" y="19799"/>
                    <a:pt x="-390" y="17460"/>
                    <a:pt x="1170" y="15901"/>
                  </a:cubicBezTo>
                  <a:cubicBezTo>
                    <a:pt x="2729" y="14341"/>
                    <a:pt x="5068" y="14341"/>
                    <a:pt x="6628" y="15901"/>
                  </a:cubicBezTo>
                  <a:lnTo>
                    <a:pt x="20663" y="29936"/>
                  </a:lnTo>
                  <a:cubicBezTo>
                    <a:pt x="22222" y="31495"/>
                    <a:pt x="22222" y="33834"/>
                    <a:pt x="20663" y="35394"/>
                  </a:cubicBezTo>
                  <a:cubicBezTo>
                    <a:pt x="19883" y="36174"/>
                    <a:pt x="19103" y="36953"/>
                    <a:pt x="17544" y="36953"/>
                  </a:cubicBezTo>
                  <a:close/>
                </a:path>
              </a:pathLst>
            </a:custGeom>
            <a:grpFill/>
            <a:ln w="140" cap="flat">
              <a:noFill/>
              <a:prstDash val="solid"/>
              <a:miter/>
            </a:ln>
          </p:spPr>
          <p:txBody>
            <a:bodyPr rtlCol="0" anchor="ctr"/>
            <a:lstStyle/>
            <a:p>
              <a:endParaRPr lang="zh-CN" altLang="en-US"/>
            </a:p>
          </p:txBody>
        </p:sp>
        <p:sp>
          <p:nvSpPr>
            <p:cNvPr id="191" name="任意多边形: 形状 190">
              <a:extLst>
                <a:ext uri="{FF2B5EF4-FFF2-40B4-BE49-F238E27FC236}">
                  <a16:creationId xmlns:a16="http://schemas.microsoft.com/office/drawing/2014/main" id="{7A995114-BDAA-F67C-3399-9C7BD248ADEC}"/>
                </a:ext>
              </a:extLst>
            </p:cNvPr>
            <p:cNvSpPr/>
            <p:nvPr/>
          </p:nvSpPr>
          <p:spPr>
            <a:xfrm>
              <a:off x="6050776" y="5607794"/>
              <a:ext cx="85287" cy="86172"/>
            </a:xfrm>
            <a:custGeom>
              <a:avLst/>
              <a:gdLst>
                <a:gd name="connsiteX0" fmla="*/ 27291 w 85287"/>
                <a:gd name="connsiteY0" fmla="*/ 86173 h 86172"/>
                <a:gd name="connsiteX1" fmla="*/ 15595 w 85287"/>
                <a:gd name="connsiteY1" fmla="*/ 81494 h 86172"/>
                <a:gd name="connsiteX2" fmla="*/ 10916 w 85287"/>
                <a:gd name="connsiteY2" fmla="*/ 63560 h 86172"/>
                <a:gd name="connsiteX3" fmla="*/ 7018 w 85287"/>
                <a:gd name="connsiteY3" fmla="*/ 60441 h 86172"/>
                <a:gd name="connsiteX4" fmla="*/ 7018 w 85287"/>
                <a:gd name="connsiteY4" fmla="*/ 26913 h 86172"/>
                <a:gd name="connsiteX5" fmla="*/ 20273 w 85287"/>
                <a:gd name="connsiteY5" fmla="*/ 19895 h 86172"/>
                <a:gd name="connsiteX6" fmla="*/ 26511 w 85287"/>
                <a:gd name="connsiteY6" fmla="*/ 6640 h 86172"/>
                <a:gd name="connsiteX7" fmla="*/ 60039 w 85287"/>
                <a:gd name="connsiteY7" fmla="*/ 7420 h 86172"/>
                <a:gd name="connsiteX8" fmla="*/ 63158 w 85287"/>
                <a:gd name="connsiteY8" fmla="*/ 11318 h 86172"/>
                <a:gd name="connsiteX9" fmla="*/ 80312 w 85287"/>
                <a:gd name="connsiteY9" fmla="*/ 15217 h 86172"/>
                <a:gd name="connsiteX10" fmla="*/ 80312 w 85287"/>
                <a:gd name="connsiteY10" fmla="*/ 38609 h 86172"/>
                <a:gd name="connsiteX11" fmla="*/ 67837 w 85287"/>
                <a:gd name="connsiteY11" fmla="*/ 43287 h 86172"/>
                <a:gd name="connsiteX12" fmla="*/ 63938 w 85287"/>
                <a:gd name="connsiteY12" fmla="*/ 39389 h 86172"/>
                <a:gd name="connsiteX13" fmla="*/ 67837 w 85287"/>
                <a:gd name="connsiteY13" fmla="*/ 35490 h 86172"/>
                <a:gd name="connsiteX14" fmla="*/ 74075 w 85287"/>
                <a:gd name="connsiteY14" fmla="*/ 33151 h 86172"/>
                <a:gd name="connsiteX15" fmla="*/ 74075 w 85287"/>
                <a:gd name="connsiteY15" fmla="*/ 20675 h 86172"/>
                <a:gd name="connsiteX16" fmla="*/ 63158 w 85287"/>
                <a:gd name="connsiteY16" fmla="*/ 19895 h 86172"/>
                <a:gd name="connsiteX17" fmla="*/ 60819 w 85287"/>
                <a:gd name="connsiteY17" fmla="*/ 19895 h 86172"/>
                <a:gd name="connsiteX18" fmla="*/ 58480 w 85287"/>
                <a:gd name="connsiteY18" fmla="*/ 18336 h 86172"/>
                <a:gd name="connsiteX19" fmla="*/ 54581 w 85287"/>
                <a:gd name="connsiteY19" fmla="*/ 12878 h 86172"/>
                <a:gd name="connsiteX20" fmla="*/ 31969 w 85287"/>
                <a:gd name="connsiteY20" fmla="*/ 12098 h 86172"/>
                <a:gd name="connsiteX21" fmla="*/ 28070 w 85287"/>
                <a:gd name="connsiteY21" fmla="*/ 23794 h 86172"/>
                <a:gd name="connsiteX22" fmla="*/ 27291 w 85287"/>
                <a:gd name="connsiteY22" fmla="*/ 26913 h 86172"/>
                <a:gd name="connsiteX23" fmla="*/ 24172 w 85287"/>
                <a:gd name="connsiteY23" fmla="*/ 27693 h 86172"/>
                <a:gd name="connsiteX24" fmla="*/ 12476 w 85287"/>
                <a:gd name="connsiteY24" fmla="*/ 32371 h 86172"/>
                <a:gd name="connsiteX25" fmla="*/ 12476 w 85287"/>
                <a:gd name="connsiteY25" fmla="*/ 54983 h 86172"/>
                <a:gd name="connsiteX26" fmla="*/ 17934 w 85287"/>
                <a:gd name="connsiteY26" fmla="*/ 58102 h 86172"/>
                <a:gd name="connsiteX27" fmla="*/ 20273 w 85287"/>
                <a:gd name="connsiteY27" fmla="*/ 60441 h 86172"/>
                <a:gd name="connsiteX28" fmla="*/ 19493 w 85287"/>
                <a:gd name="connsiteY28" fmla="*/ 63560 h 86172"/>
                <a:gd name="connsiteX29" fmla="*/ 20273 w 85287"/>
                <a:gd name="connsiteY29" fmla="*/ 74477 h 86172"/>
                <a:gd name="connsiteX30" fmla="*/ 32749 w 85287"/>
                <a:gd name="connsiteY30" fmla="*/ 74477 h 86172"/>
                <a:gd name="connsiteX31" fmla="*/ 35088 w 85287"/>
                <a:gd name="connsiteY31" fmla="*/ 68239 h 86172"/>
                <a:gd name="connsiteX32" fmla="*/ 38987 w 85287"/>
                <a:gd name="connsiteY32" fmla="*/ 64340 h 86172"/>
                <a:gd name="connsiteX33" fmla="*/ 42885 w 85287"/>
                <a:gd name="connsiteY33" fmla="*/ 68239 h 86172"/>
                <a:gd name="connsiteX34" fmla="*/ 38207 w 85287"/>
                <a:gd name="connsiteY34" fmla="*/ 80714 h 86172"/>
                <a:gd name="connsiteX35" fmla="*/ 27291 w 85287"/>
                <a:gd name="connsiteY35" fmla="*/ 86173 h 86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5287" h="86172">
                  <a:moveTo>
                    <a:pt x="27291" y="86173"/>
                  </a:moveTo>
                  <a:cubicBezTo>
                    <a:pt x="22612" y="86173"/>
                    <a:pt x="18714" y="84613"/>
                    <a:pt x="15595" y="81494"/>
                  </a:cubicBezTo>
                  <a:cubicBezTo>
                    <a:pt x="10137" y="76036"/>
                    <a:pt x="9357" y="69018"/>
                    <a:pt x="10916" y="63560"/>
                  </a:cubicBezTo>
                  <a:cubicBezTo>
                    <a:pt x="10137" y="62781"/>
                    <a:pt x="8577" y="61221"/>
                    <a:pt x="7018" y="60441"/>
                  </a:cubicBezTo>
                  <a:cubicBezTo>
                    <a:pt x="-2339" y="51085"/>
                    <a:pt x="-2339" y="35490"/>
                    <a:pt x="7018" y="26913"/>
                  </a:cubicBezTo>
                  <a:cubicBezTo>
                    <a:pt x="10137" y="23014"/>
                    <a:pt x="14815" y="20675"/>
                    <a:pt x="20273" y="19895"/>
                  </a:cubicBezTo>
                  <a:cubicBezTo>
                    <a:pt x="21053" y="15217"/>
                    <a:pt x="23392" y="10539"/>
                    <a:pt x="26511" y="6640"/>
                  </a:cubicBezTo>
                  <a:cubicBezTo>
                    <a:pt x="35868" y="-2717"/>
                    <a:pt x="50683" y="-1937"/>
                    <a:pt x="60039" y="7420"/>
                  </a:cubicBezTo>
                  <a:cubicBezTo>
                    <a:pt x="61599" y="8979"/>
                    <a:pt x="62379" y="9759"/>
                    <a:pt x="63158" y="11318"/>
                  </a:cubicBezTo>
                  <a:cubicBezTo>
                    <a:pt x="69396" y="8979"/>
                    <a:pt x="75634" y="10539"/>
                    <a:pt x="80312" y="15217"/>
                  </a:cubicBezTo>
                  <a:cubicBezTo>
                    <a:pt x="86550" y="21455"/>
                    <a:pt x="87330" y="32371"/>
                    <a:pt x="80312" y="38609"/>
                  </a:cubicBezTo>
                  <a:cubicBezTo>
                    <a:pt x="77193" y="41728"/>
                    <a:pt x="72515" y="43287"/>
                    <a:pt x="67837" y="43287"/>
                  </a:cubicBezTo>
                  <a:cubicBezTo>
                    <a:pt x="65497" y="43287"/>
                    <a:pt x="63938" y="41728"/>
                    <a:pt x="63938" y="39389"/>
                  </a:cubicBezTo>
                  <a:cubicBezTo>
                    <a:pt x="63938" y="37049"/>
                    <a:pt x="65497" y="35490"/>
                    <a:pt x="67837" y="35490"/>
                  </a:cubicBezTo>
                  <a:cubicBezTo>
                    <a:pt x="70176" y="35490"/>
                    <a:pt x="72515" y="34710"/>
                    <a:pt x="74075" y="33151"/>
                  </a:cubicBezTo>
                  <a:cubicBezTo>
                    <a:pt x="77193" y="30032"/>
                    <a:pt x="77193" y="24574"/>
                    <a:pt x="74075" y="20675"/>
                  </a:cubicBezTo>
                  <a:cubicBezTo>
                    <a:pt x="70956" y="17556"/>
                    <a:pt x="66277" y="17556"/>
                    <a:pt x="63158" y="19895"/>
                  </a:cubicBezTo>
                  <a:cubicBezTo>
                    <a:pt x="63158" y="20675"/>
                    <a:pt x="62379" y="20675"/>
                    <a:pt x="60819" y="19895"/>
                  </a:cubicBezTo>
                  <a:cubicBezTo>
                    <a:pt x="60039" y="19895"/>
                    <a:pt x="58480" y="19116"/>
                    <a:pt x="58480" y="18336"/>
                  </a:cubicBezTo>
                  <a:cubicBezTo>
                    <a:pt x="57700" y="15997"/>
                    <a:pt x="56141" y="14437"/>
                    <a:pt x="54581" y="12878"/>
                  </a:cubicBezTo>
                  <a:cubicBezTo>
                    <a:pt x="48343" y="6640"/>
                    <a:pt x="38207" y="5860"/>
                    <a:pt x="31969" y="12098"/>
                  </a:cubicBezTo>
                  <a:cubicBezTo>
                    <a:pt x="28850" y="15217"/>
                    <a:pt x="27291" y="19116"/>
                    <a:pt x="28070" y="23794"/>
                  </a:cubicBezTo>
                  <a:cubicBezTo>
                    <a:pt x="28070" y="24574"/>
                    <a:pt x="28070" y="26133"/>
                    <a:pt x="27291" y="26913"/>
                  </a:cubicBezTo>
                  <a:cubicBezTo>
                    <a:pt x="25731" y="27693"/>
                    <a:pt x="24951" y="27693"/>
                    <a:pt x="24172" y="27693"/>
                  </a:cubicBezTo>
                  <a:cubicBezTo>
                    <a:pt x="19493" y="27693"/>
                    <a:pt x="15595" y="29252"/>
                    <a:pt x="12476" y="32371"/>
                  </a:cubicBezTo>
                  <a:cubicBezTo>
                    <a:pt x="6238" y="38609"/>
                    <a:pt x="6238" y="47966"/>
                    <a:pt x="12476" y="54983"/>
                  </a:cubicBezTo>
                  <a:cubicBezTo>
                    <a:pt x="14035" y="56543"/>
                    <a:pt x="16374" y="57322"/>
                    <a:pt x="17934" y="58102"/>
                  </a:cubicBezTo>
                  <a:lnTo>
                    <a:pt x="20273" y="60441"/>
                  </a:lnTo>
                  <a:cubicBezTo>
                    <a:pt x="21053" y="61221"/>
                    <a:pt x="20273" y="62781"/>
                    <a:pt x="19493" y="63560"/>
                  </a:cubicBezTo>
                  <a:cubicBezTo>
                    <a:pt x="17154" y="66679"/>
                    <a:pt x="17154" y="72137"/>
                    <a:pt x="20273" y="74477"/>
                  </a:cubicBezTo>
                  <a:cubicBezTo>
                    <a:pt x="23392" y="77595"/>
                    <a:pt x="29630" y="78375"/>
                    <a:pt x="32749" y="74477"/>
                  </a:cubicBezTo>
                  <a:cubicBezTo>
                    <a:pt x="34308" y="72917"/>
                    <a:pt x="35088" y="70578"/>
                    <a:pt x="35088" y="68239"/>
                  </a:cubicBezTo>
                  <a:cubicBezTo>
                    <a:pt x="35088" y="65899"/>
                    <a:pt x="36647" y="64340"/>
                    <a:pt x="38987" y="64340"/>
                  </a:cubicBezTo>
                  <a:cubicBezTo>
                    <a:pt x="41326" y="64340"/>
                    <a:pt x="42885" y="65899"/>
                    <a:pt x="42885" y="68239"/>
                  </a:cubicBezTo>
                  <a:cubicBezTo>
                    <a:pt x="42885" y="72917"/>
                    <a:pt x="41326" y="76816"/>
                    <a:pt x="38207" y="80714"/>
                  </a:cubicBezTo>
                  <a:cubicBezTo>
                    <a:pt x="35088" y="84613"/>
                    <a:pt x="31189" y="86173"/>
                    <a:pt x="27291" y="86173"/>
                  </a:cubicBezTo>
                  <a:close/>
                </a:path>
              </a:pathLst>
            </a:custGeom>
            <a:grpFill/>
            <a:ln w="140" cap="flat">
              <a:noFill/>
              <a:prstDash val="solid"/>
              <a:miter/>
            </a:ln>
          </p:spPr>
          <p:txBody>
            <a:bodyPr rtlCol="0" anchor="ctr"/>
            <a:lstStyle/>
            <a:p>
              <a:endParaRPr lang="zh-CN" altLang="en-US"/>
            </a:p>
          </p:txBody>
        </p:sp>
        <p:sp>
          <p:nvSpPr>
            <p:cNvPr id="192" name="任意多边形: 形状 191">
              <a:extLst>
                <a:ext uri="{FF2B5EF4-FFF2-40B4-BE49-F238E27FC236}">
                  <a16:creationId xmlns:a16="http://schemas.microsoft.com/office/drawing/2014/main" id="{5C4CCC02-0D81-DFD7-980D-35848E2E92F6}"/>
                </a:ext>
              </a:extLst>
            </p:cNvPr>
            <p:cNvSpPr/>
            <p:nvPr/>
          </p:nvSpPr>
          <p:spPr>
            <a:xfrm>
              <a:off x="6086337" y="5673388"/>
              <a:ext cx="25563" cy="17459"/>
            </a:xfrm>
            <a:custGeom>
              <a:avLst/>
              <a:gdLst>
                <a:gd name="connsiteX0" fmla="*/ 21359 w 25563"/>
                <a:gd name="connsiteY0" fmla="*/ 17460 h 17459"/>
                <a:gd name="connsiteX1" fmla="*/ 19799 w 25563"/>
                <a:gd name="connsiteY1" fmla="*/ 16680 h 17459"/>
                <a:gd name="connsiteX2" fmla="*/ 1865 w 25563"/>
                <a:gd name="connsiteY2" fmla="*/ 7323 h 17459"/>
                <a:gd name="connsiteX3" fmla="*/ 306 w 25563"/>
                <a:gd name="connsiteY3" fmla="*/ 1865 h 17459"/>
                <a:gd name="connsiteX4" fmla="*/ 5764 w 25563"/>
                <a:gd name="connsiteY4" fmla="*/ 306 h 17459"/>
                <a:gd name="connsiteX5" fmla="*/ 23698 w 25563"/>
                <a:gd name="connsiteY5" fmla="*/ 9663 h 17459"/>
                <a:gd name="connsiteX6" fmla="*/ 25257 w 25563"/>
                <a:gd name="connsiteY6" fmla="*/ 15121 h 17459"/>
                <a:gd name="connsiteX7" fmla="*/ 21359 w 25563"/>
                <a:gd name="connsiteY7" fmla="*/ 17460 h 1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563" h="17459">
                  <a:moveTo>
                    <a:pt x="21359" y="17460"/>
                  </a:moveTo>
                  <a:cubicBezTo>
                    <a:pt x="20579" y="17460"/>
                    <a:pt x="19799" y="17460"/>
                    <a:pt x="19799" y="16680"/>
                  </a:cubicBezTo>
                  <a:lnTo>
                    <a:pt x="1865" y="7323"/>
                  </a:lnTo>
                  <a:cubicBezTo>
                    <a:pt x="306" y="6544"/>
                    <a:pt x="-474" y="4205"/>
                    <a:pt x="306" y="1865"/>
                  </a:cubicBezTo>
                  <a:cubicBezTo>
                    <a:pt x="1086" y="306"/>
                    <a:pt x="3425" y="-474"/>
                    <a:pt x="5764" y="306"/>
                  </a:cubicBezTo>
                  <a:lnTo>
                    <a:pt x="23698" y="9663"/>
                  </a:lnTo>
                  <a:cubicBezTo>
                    <a:pt x="25257" y="10442"/>
                    <a:pt x="26037" y="12782"/>
                    <a:pt x="25257" y="15121"/>
                  </a:cubicBezTo>
                  <a:cubicBezTo>
                    <a:pt x="23698" y="16680"/>
                    <a:pt x="22918" y="17460"/>
                    <a:pt x="21359" y="17460"/>
                  </a:cubicBezTo>
                  <a:close/>
                </a:path>
              </a:pathLst>
            </a:custGeom>
            <a:grpFill/>
            <a:ln w="140" cap="flat">
              <a:noFill/>
              <a:prstDash val="solid"/>
              <a:miter/>
            </a:ln>
          </p:spPr>
          <p:txBody>
            <a:bodyPr rtlCol="0" anchor="ctr"/>
            <a:lstStyle/>
            <a:p>
              <a:endParaRPr lang="zh-CN" altLang="en-US"/>
            </a:p>
          </p:txBody>
        </p:sp>
        <p:sp>
          <p:nvSpPr>
            <p:cNvPr id="193" name="任意多边形: 形状 192">
              <a:extLst>
                <a:ext uri="{FF2B5EF4-FFF2-40B4-BE49-F238E27FC236}">
                  <a16:creationId xmlns:a16="http://schemas.microsoft.com/office/drawing/2014/main" id="{E98B76C5-4A9C-C228-13B5-4CCCB4ACF392}"/>
                </a:ext>
              </a:extLst>
            </p:cNvPr>
            <p:cNvSpPr/>
            <p:nvPr/>
          </p:nvSpPr>
          <p:spPr>
            <a:xfrm>
              <a:off x="6025824" y="5581561"/>
              <a:ext cx="137232" cy="137232"/>
            </a:xfrm>
            <a:custGeom>
              <a:avLst/>
              <a:gdLst>
                <a:gd name="connsiteX0" fmla="*/ 130995 w 137232"/>
                <a:gd name="connsiteY0" fmla="*/ 117739 h 137232"/>
                <a:gd name="connsiteX1" fmla="*/ 117739 w 137232"/>
                <a:gd name="connsiteY1" fmla="*/ 130995 h 137232"/>
                <a:gd name="connsiteX2" fmla="*/ 19493 w 137232"/>
                <a:gd name="connsiteY2" fmla="*/ 130995 h 137232"/>
                <a:gd name="connsiteX3" fmla="*/ 6238 w 137232"/>
                <a:gd name="connsiteY3" fmla="*/ 117739 h 137232"/>
                <a:gd name="connsiteX4" fmla="*/ 6238 w 137232"/>
                <a:gd name="connsiteY4" fmla="*/ 19493 h 137232"/>
                <a:gd name="connsiteX5" fmla="*/ 19493 w 137232"/>
                <a:gd name="connsiteY5" fmla="*/ 6238 h 137232"/>
                <a:gd name="connsiteX6" fmla="*/ 117739 w 137232"/>
                <a:gd name="connsiteY6" fmla="*/ 6238 h 137232"/>
                <a:gd name="connsiteX7" fmla="*/ 130995 w 137232"/>
                <a:gd name="connsiteY7" fmla="*/ 19493 h 137232"/>
                <a:gd name="connsiteX8" fmla="*/ 130995 w 137232"/>
                <a:gd name="connsiteY8" fmla="*/ 117739 h 137232"/>
                <a:gd name="connsiteX9" fmla="*/ 117739 w 137232"/>
                <a:gd name="connsiteY9" fmla="*/ 0 h 137232"/>
                <a:gd name="connsiteX10" fmla="*/ 19493 w 137232"/>
                <a:gd name="connsiteY10" fmla="*/ 0 h 137232"/>
                <a:gd name="connsiteX11" fmla="*/ 0 w 137232"/>
                <a:gd name="connsiteY11" fmla="*/ 19493 h 137232"/>
                <a:gd name="connsiteX12" fmla="*/ 0 w 137232"/>
                <a:gd name="connsiteY12" fmla="*/ 117739 h 137232"/>
                <a:gd name="connsiteX13" fmla="*/ 19493 w 137232"/>
                <a:gd name="connsiteY13" fmla="*/ 137233 h 137232"/>
                <a:gd name="connsiteX14" fmla="*/ 117739 w 137232"/>
                <a:gd name="connsiteY14" fmla="*/ 137233 h 137232"/>
                <a:gd name="connsiteX15" fmla="*/ 137233 w 137232"/>
                <a:gd name="connsiteY15" fmla="*/ 117739 h 137232"/>
                <a:gd name="connsiteX16" fmla="*/ 137233 w 137232"/>
                <a:gd name="connsiteY16" fmla="*/ 19493 h 137232"/>
                <a:gd name="connsiteX17" fmla="*/ 117739 w 137232"/>
                <a:gd name="connsiteY17" fmla="*/ 0 h 137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7232" h="137232">
                  <a:moveTo>
                    <a:pt x="130995" y="117739"/>
                  </a:moveTo>
                  <a:cubicBezTo>
                    <a:pt x="130995" y="124757"/>
                    <a:pt x="125537" y="130995"/>
                    <a:pt x="117739" y="130995"/>
                  </a:cubicBezTo>
                  <a:lnTo>
                    <a:pt x="19493" y="130995"/>
                  </a:lnTo>
                  <a:cubicBezTo>
                    <a:pt x="12476" y="130995"/>
                    <a:pt x="6238" y="124757"/>
                    <a:pt x="6238" y="117739"/>
                  </a:cubicBezTo>
                  <a:lnTo>
                    <a:pt x="6238" y="19493"/>
                  </a:lnTo>
                  <a:cubicBezTo>
                    <a:pt x="6238" y="12476"/>
                    <a:pt x="11696" y="6238"/>
                    <a:pt x="19493" y="6238"/>
                  </a:cubicBezTo>
                  <a:lnTo>
                    <a:pt x="117739" y="6238"/>
                  </a:lnTo>
                  <a:cubicBezTo>
                    <a:pt x="124757" y="6238"/>
                    <a:pt x="130995" y="11696"/>
                    <a:pt x="130995" y="19493"/>
                  </a:cubicBezTo>
                  <a:lnTo>
                    <a:pt x="130995" y="117739"/>
                  </a:lnTo>
                  <a:close/>
                  <a:moveTo>
                    <a:pt x="117739" y="0"/>
                  </a:moveTo>
                  <a:lnTo>
                    <a:pt x="19493" y="0"/>
                  </a:lnTo>
                  <a:cubicBezTo>
                    <a:pt x="8577" y="0"/>
                    <a:pt x="0" y="8577"/>
                    <a:pt x="0" y="19493"/>
                  </a:cubicBezTo>
                  <a:lnTo>
                    <a:pt x="0" y="117739"/>
                  </a:lnTo>
                  <a:cubicBezTo>
                    <a:pt x="0" y="128656"/>
                    <a:pt x="8577" y="137233"/>
                    <a:pt x="19493" y="137233"/>
                  </a:cubicBezTo>
                  <a:lnTo>
                    <a:pt x="117739" y="137233"/>
                  </a:lnTo>
                  <a:cubicBezTo>
                    <a:pt x="128656" y="137233"/>
                    <a:pt x="137233" y="128656"/>
                    <a:pt x="137233" y="117739"/>
                  </a:cubicBezTo>
                  <a:lnTo>
                    <a:pt x="137233" y="19493"/>
                  </a:lnTo>
                  <a:cubicBezTo>
                    <a:pt x="137233" y="8577"/>
                    <a:pt x="128656" y="0"/>
                    <a:pt x="117739" y="0"/>
                  </a:cubicBezTo>
                  <a:close/>
                </a:path>
              </a:pathLst>
            </a:custGeom>
            <a:grpFill/>
            <a:ln w="140" cap="flat">
              <a:solidFill>
                <a:schemeClr val="accent1"/>
              </a:solidFill>
              <a:prstDash val="solid"/>
              <a:miter/>
            </a:ln>
          </p:spPr>
          <p:txBody>
            <a:bodyPr rtlCol="0" anchor="ctr"/>
            <a:lstStyle/>
            <a:p>
              <a:endParaRPr lang="zh-CN" altLang="en-US"/>
            </a:p>
          </p:txBody>
        </p:sp>
      </p:grpSp>
      <p:grpSp>
        <p:nvGrpSpPr>
          <p:cNvPr id="200" name="组合 199">
            <a:extLst>
              <a:ext uri="{FF2B5EF4-FFF2-40B4-BE49-F238E27FC236}">
                <a16:creationId xmlns:a16="http://schemas.microsoft.com/office/drawing/2014/main" id="{09C4C199-25A7-318A-6148-CC03A28FEB2F}"/>
              </a:ext>
            </a:extLst>
          </p:cNvPr>
          <p:cNvGrpSpPr/>
          <p:nvPr/>
        </p:nvGrpSpPr>
        <p:grpSpPr>
          <a:xfrm>
            <a:off x="7297697" y="5675081"/>
            <a:ext cx="148161" cy="148149"/>
            <a:chOff x="7297697" y="5529487"/>
            <a:chExt cx="148161" cy="148149"/>
          </a:xfrm>
        </p:grpSpPr>
        <p:sp>
          <p:nvSpPr>
            <p:cNvPr id="198" name="任意多边形: 形状 197">
              <a:extLst>
                <a:ext uri="{FF2B5EF4-FFF2-40B4-BE49-F238E27FC236}">
                  <a16:creationId xmlns:a16="http://schemas.microsoft.com/office/drawing/2014/main" id="{C7D75DF9-FCA3-7835-692E-21574B585C1F}"/>
                </a:ext>
              </a:extLst>
            </p:cNvPr>
            <p:cNvSpPr/>
            <p:nvPr/>
          </p:nvSpPr>
          <p:spPr>
            <a:xfrm>
              <a:off x="7297697" y="5529487"/>
              <a:ext cx="148161" cy="148149"/>
            </a:xfrm>
            <a:custGeom>
              <a:avLst/>
              <a:gdLst>
                <a:gd name="connsiteX0" fmla="*/ 141988 w 148161"/>
                <a:gd name="connsiteY0" fmla="*/ 0 h 148149"/>
                <a:gd name="connsiteX1" fmla="*/ 6173 w 148161"/>
                <a:gd name="connsiteY1" fmla="*/ 0 h 148149"/>
                <a:gd name="connsiteX2" fmla="*/ 0 w 148161"/>
                <a:gd name="connsiteY2" fmla="*/ 6734 h 148149"/>
                <a:gd name="connsiteX3" fmla="*/ 0 w 148161"/>
                <a:gd name="connsiteY3" fmla="*/ 141415 h 148149"/>
                <a:gd name="connsiteX4" fmla="*/ 6173 w 148161"/>
                <a:gd name="connsiteY4" fmla="*/ 148149 h 148149"/>
                <a:gd name="connsiteX5" fmla="*/ 141988 w 148161"/>
                <a:gd name="connsiteY5" fmla="*/ 148149 h 148149"/>
                <a:gd name="connsiteX6" fmla="*/ 148161 w 148161"/>
                <a:gd name="connsiteY6" fmla="*/ 141415 h 148149"/>
                <a:gd name="connsiteX7" fmla="*/ 148161 w 148161"/>
                <a:gd name="connsiteY7" fmla="*/ 6734 h 148149"/>
                <a:gd name="connsiteX8" fmla="*/ 141988 w 148161"/>
                <a:gd name="connsiteY8" fmla="*/ 0 h 148149"/>
                <a:gd name="connsiteX9" fmla="*/ 135814 w 148161"/>
                <a:gd name="connsiteY9" fmla="*/ 134681 h 148149"/>
                <a:gd name="connsiteX10" fmla="*/ 12347 w 148161"/>
                <a:gd name="connsiteY10" fmla="*/ 134681 h 148149"/>
                <a:gd name="connsiteX11" fmla="*/ 12347 w 148161"/>
                <a:gd name="connsiteY11" fmla="*/ 13468 h 148149"/>
                <a:gd name="connsiteX12" fmla="*/ 135814 w 148161"/>
                <a:gd name="connsiteY12" fmla="*/ 13468 h 148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8161" h="148149">
                  <a:moveTo>
                    <a:pt x="141988" y="0"/>
                  </a:moveTo>
                  <a:lnTo>
                    <a:pt x="6173" y="0"/>
                  </a:lnTo>
                  <a:cubicBezTo>
                    <a:pt x="2764" y="0"/>
                    <a:pt x="0" y="3015"/>
                    <a:pt x="0" y="6734"/>
                  </a:cubicBezTo>
                  <a:lnTo>
                    <a:pt x="0" y="141415"/>
                  </a:lnTo>
                  <a:cubicBezTo>
                    <a:pt x="0" y="145134"/>
                    <a:pt x="2764" y="148149"/>
                    <a:pt x="6173" y="148149"/>
                  </a:cubicBezTo>
                  <a:lnTo>
                    <a:pt x="141988" y="148149"/>
                  </a:lnTo>
                  <a:cubicBezTo>
                    <a:pt x="145397" y="148149"/>
                    <a:pt x="148161" y="145134"/>
                    <a:pt x="148161" y="141415"/>
                  </a:cubicBezTo>
                  <a:lnTo>
                    <a:pt x="148161" y="6734"/>
                  </a:lnTo>
                  <a:cubicBezTo>
                    <a:pt x="148161" y="3015"/>
                    <a:pt x="145397" y="0"/>
                    <a:pt x="141988" y="0"/>
                  </a:cubicBezTo>
                  <a:close/>
                  <a:moveTo>
                    <a:pt x="135814" y="134681"/>
                  </a:moveTo>
                  <a:lnTo>
                    <a:pt x="12347" y="134681"/>
                  </a:lnTo>
                  <a:lnTo>
                    <a:pt x="12347" y="13468"/>
                  </a:lnTo>
                  <a:lnTo>
                    <a:pt x="135814" y="13468"/>
                  </a:lnTo>
                  <a:close/>
                </a:path>
              </a:pathLst>
            </a:custGeom>
            <a:solidFill>
              <a:schemeClr val="accent1"/>
            </a:solidFill>
            <a:ln w="128" cap="flat">
              <a:noFill/>
              <a:prstDash val="solid"/>
              <a:miter/>
            </a:ln>
          </p:spPr>
          <p:txBody>
            <a:bodyPr rtlCol="0" anchor="ctr"/>
            <a:lstStyle/>
            <a:p>
              <a:endParaRPr lang="zh-CN" altLang="en-US"/>
            </a:p>
          </p:txBody>
        </p:sp>
        <p:sp>
          <p:nvSpPr>
            <p:cNvPr id="199" name="任意多边形: 形状 198">
              <a:extLst>
                <a:ext uri="{FF2B5EF4-FFF2-40B4-BE49-F238E27FC236}">
                  <a16:creationId xmlns:a16="http://schemas.microsoft.com/office/drawing/2014/main" id="{F398E2A4-FC59-9516-0FE1-9F9BD3933348}"/>
                </a:ext>
              </a:extLst>
            </p:cNvPr>
            <p:cNvSpPr/>
            <p:nvPr/>
          </p:nvSpPr>
          <p:spPr>
            <a:xfrm>
              <a:off x="7317760" y="5578308"/>
              <a:ext cx="108034" cy="50505"/>
            </a:xfrm>
            <a:custGeom>
              <a:avLst/>
              <a:gdLst>
                <a:gd name="connsiteX0" fmla="*/ 4630 w 108034"/>
                <a:gd name="connsiteY0" fmla="*/ 30303 h 50505"/>
                <a:gd name="connsiteX1" fmla="*/ 18520 w 108034"/>
                <a:gd name="connsiteY1" fmla="*/ 30303 h 50505"/>
                <a:gd name="connsiteX2" fmla="*/ 18520 w 108034"/>
                <a:gd name="connsiteY2" fmla="*/ 45455 h 50505"/>
                <a:gd name="connsiteX3" fmla="*/ 23150 w 108034"/>
                <a:gd name="connsiteY3" fmla="*/ 50505 h 50505"/>
                <a:gd name="connsiteX4" fmla="*/ 41670 w 108034"/>
                <a:gd name="connsiteY4" fmla="*/ 50505 h 50505"/>
                <a:gd name="connsiteX5" fmla="*/ 46300 w 108034"/>
                <a:gd name="connsiteY5" fmla="*/ 45455 h 50505"/>
                <a:gd name="connsiteX6" fmla="*/ 46300 w 108034"/>
                <a:gd name="connsiteY6" fmla="*/ 30303 h 50505"/>
                <a:gd name="connsiteX7" fmla="*/ 61734 w 108034"/>
                <a:gd name="connsiteY7" fmla="*/ 30303 h 50505"/>
                <a:gd name="connsiteX8" fmla="*/ 61734 w 108034"/>
                <a:gd name="connsiteY8" fmla="*/ 45455 h 50505"/>
                <a:gd name="connsiteX9" fmla="*/ 66364 w 108034"/>
                <a:gd name="connsiteY9" fmla="*/ 50505 h 50505"/>
                <a:gd name="connsiteX10" fmla="*/ 84884 w 108034"/>
                <a:gd name="connsiteY10" fmla="*/ 50505 h 50505"/>
                <a:gd name="connsiteX11" fmla="*/ 89514 w 108034"/>
                <a:gd name="connsiteY11" fmla="*/ 45455 h 50505"/>
                <a:gd name="connsiteX12" fmla="*/ 89514 w 108034"/>
                <a:gd name="connsiteY12" fmla="*/ 30303 h 50505"/>
                <a:gd name="connsiteX13" fmla="*/ 103404 w 108034"/>
                <a:gd name="connsiteY13" fmla="*/ 30303 h 50505"/>
                <a:gd name="connsiteX14" fmla="*/ 108034 w 108034"/>
                <a:gd name="connsiteY14" fmla="*/ 25253 h 50505"/>
                <a:gd name="connsiteX15" fmla="*/ 103404 w 108034"/>
                <a:gd name="connsiteY15" fmla="*/ 20202 h 50505"/>
                <a:gd name="connsiteX16" fmla="*/ 89514 w 108034"/>
                <a:gd name="connsiteY16" fmla="*/ 20202 h 50505"/>
                <a:gd name="connsiteX17" fmla="*/ 89514 w 108034"/>
                <a:gd name="connsiteY17" fmla="*/ 5051 h 50505"/>
                <a:gd name="connsiteX18" fmla="*/ 84884 w 108034"/>
                <a:gd name="connsiteY18" fmla="*/ 0 h 50505"/>
                <a:gd name="connsiteX19" fmla="*/ 66364 w 108034"/>
                <a:gd name="connsiteY19" fmla="*/ 0 h 50505"/>
                <a:gd name="connsiteX20" fmla="*/ 61734 w 108034"/>
                <a:gd name="connsiteY20" fmla="*/ 5051 h 50505"/>
                <a:gd name="connsiteX21" fmla="*/ 61734 w 108034"/>
                <a:gd name="connsiteY21" fmla="*/ 20202 h 50505"/>
                <a:gd name="connsiteX22" fmla="*/ 46300 w 108034"/>
                <a:gd name="connsiteY22" fmla="*/ 20202 h 50505"/>
                <a:gd name="connsiteX23" fmla="*/ 46300 w 108034"/>
                <a:gd name="connsiteY23" fmla="*/ 5051 h 50505"/>
                <a:gd name="connsiteX24" fmla="*/ 41670 w 108034"/>
                <a:gd name="connsiteY24" fmla="*/ 0 h 50505"/>
                <a:gd name="connsiteX25" fmla="*/ 23150 w 108034"/>
                <a:gd name="connsiteY25" fmla="*/ 0 h 50505"/>
                <a:gd name="connsiteX26" fmla="*/ 18520 w 108034"/>
                <a:gd name="connsiteY26" fmla="*/ 5051 h 50505"/>
                <a:gd name="connsiteX27" fmla="*/ 18520 w 108034"/>
                <a:gd name="connsiteY27" fmla="*/ 20202 h 50505"/>
                <a:gd name="connsiteX28" fmla="*/ 4630 w 108034"/>
                <a:gd name="connsiteY28" fmla="*/ 20202 h 50505"/>
                <a:gd name="connsiteX29" fmla="*/ 0 w 108034"/>
                <a:gd name="connsiteY29" fmla="*/ 25253 h 50505"/>
                <a:gd name="connsiteX30" fmla="*/ 4630 w 108034"/>
                <a:gd name="connsiteY30" fmla="*/ 30303 h 50505"/>
                <a:gd name="connsiteX31" fmla="*/ 70994 w 108034"/>
                <a:gd name="connsiteY31" fmla="*/ 10101 h 50505"/>
                <a:gd name="connsiteX32" fmla="*/ 80254 w 108034"/>
                <a:gd name="connsiteY32" fmla="*/ 10101 h 50505"/>
                <a:gd name="connsiteX33" fmla="*/ 80254 w 108034"/>
                <a:gd name="connsiteY33" fmla="*/ 40404 h 50505"/>
                <a:gd name="connsiteX34" fmla="*/ 70994 w 108034"/>
                <a:gd name="connsiteY34" fmla="*/ 40404 h 50505"/>
                <a:gd name="connsiteX35" fmla="*/ 27780 w 108034"/>
                <a:gd name="connsiteY35" fmla="*/ 10101 h 50505"/>
                <a:gd name="connsiteX36" fmla="*/ 37040 w 108034"/>
                <a:gd name="connsiteY36" fmla="*/ 10101 h 50505"/>
                <a:gd name="connsiteX37" fmla="*/ 37040 w 108034"/>
                <a:gd name="connsiteY37" fmla="*/ 40404 h 50505"/>
                <a:gd name="connsiteX38" fmla="*/ 27780 w 108034"/>
                <a:gd name="connsiteY38" fmla="*/ 40404 h 50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8034" h="50505">
                  <a:moveTo>
                    <a:pt x="4630" y="30303"/>
                  </a:moveTo>
                  <a:lnTo>
                    <a:pt x="18520" y="30303"/>
                  </a:lnTo>
                  <a:lnTo>
                    <a:pt x="18520" y="45455"/>
                  </a:lnTo>
                  <a:cubicBezTo>
                    <a:pt x="18553" y="48229"/>
                    <a:pt x="20607" y="50469"/>
                    <a:pt x="23150" y="50505"/>
                  </a:cubicBezTo>
                  <a:lnTo>
                    <a:pt x="41670" y="50505"/>
                  </a:lnTo>
                  <a:cubicBezTo>
                    <a:pt x="44213" y="50469"/>
                    <a:pt x="46267" y="48229"/>
                    <a:pt x="46300" y="45455"/>
                  </a:cubicBezTo>
                  <a:lnTo>
                    <a:pt x="46300" y="30303"/>
                  </a:lnTo>
                  <a:lnTo>
                    <a:pt x="61734" y="30303"/>
                  </a:lnTo>
                  <a:lnTo>
                    <a:pt x="61734" y="45455"/>
                  </a:lnTo>
                  <a:cubicBezTo>
                    <a:pt x="61767" y="48229"/>
                    <a:pt x="63821" y="50469"/>
                    <a:pt x="66364" y="50505"/>
                  </a:cubicBezTo>
                  <a:lnTo>
                    <a:pt x="84884" y="50505"/>
                  </a:lnTo>
                  <a:cubicBezTo>
                    <a:pt x="87427" y="50469"/>
                    <a:pt x="89481" y="48229"/>
                    <a:pt x="89514" y="45455"/>
                  </a:cubicBezTo>
                  <a:lnTo>
                    <a:pt x="89514" y="30303"/>
                  </a:lnTo>
                  <a:lnTo>
                    <a:pt x="103404" y="30303"/>
                  </a:lnTo>
                  <a:cubicBezTo>
                    <a:pt x="105961" y="30303"/>
                    <a:pt x="108034" y="28042"/>
                    <a:pt x="108034" y="25253"/>
                  </a:cubicBezTo>
                  <a:cubicBezTo>
                    <a:pt x="108034" y="22463"/>
                    <a:pt x="105961" y="20202"/>
                    <a:pt x="103404" y="20202"/>
                  </a:cubicBezTo>
                  <a:lnTo>
                    <a:pt x="89514" y="20202"/>
                  </a:lnTo>
                  <a:lnTo>
                    <a:pt x="89514" y="5051"/>
                  </a:lnTo>
                  <a:cubicBezTo>
                    <a:pt x="89481" y="2276"/>
                    <a:pt x="87427" y="36"/>
                    <a:pt x="84884" y="0"/>
                  </a:cubicBezTo>
                  <a:lnTo>
                    <a:pt x="66364" y="0"/>
                  </a:lnTo>
                  <a:cubicBezTo>
                    <a:pt x="63821" y="36"/>
                    <a:pt x="61767" y="2276"/>
                    <a:pt x="61734" y="5051"/>
                  </a:cubicBezTo>
                  <a:lnTo>
                    <a:pt x="61734" y="20202"/>
                  </a:lnTo>
                  <a:lnTo>
                    <a:pt x="46300" y="20202"/>
                  </a:lnTo>
                  <a:lnTo>
                    <a:pt x="46300" y="5051"/>
                  </a:lnTo>
                  <a:cubicBezTo>
                    <a:pt x="46267" y="2276"/>
                    <a:pt x="44213" y="36"/>
                    <a:pt x="41670" y="0"/>
                  </a:cubicBezTo>
                  <a:lnTo>
                    <a:pt x="23150" y="0"/>
                  </a:lnTo>
                  <a:cubicBezTo>
                    <a:pt x="20607" y="36"/>
                    <a:pt x="18553" y="2276"/>
                    <a:pt x="18520" y="5051"/>
                  </a:cubicBezTo>
                  <a:lnTo>
                    <a:pt x="18520" y="20202"/>
                  </a:lnTo>
                  <a:lnTo>
                    <a:pt x="4630" y="20202"/>
                  </a:lnTo>
                  <a:cubicBezTo>
                    <a:pt x="2073" y="20202"/>
                    <a:pt x="0" y="22463"/>
                    <a:pt x="0" y="25253"/>
                  </a:cubicBezTo>
                  <a:cubicBezTo>
                    <a:pt x="0" y="28042"/>
                    <a:pt x="2073" y="30303"/>
                    <a:pt x="4630" y="30303"/>
                  </a:cubicBezTo>
                  <a:close/>
                  <a:moveTo>
                    <a:pt x="70994" y="10101"/>
                  </a:moveTo>
                  <a:lnTo>
                    <a:pt x="80254" y="10101"/>
                  </a:lnTo>
                  <a:lnTo>
                    <a:pt x="80254" y="40404"/>
                  </a:lnTo>
                  <a:lnTo>
                    <a:pt x="70994" y="40404"/>
                  </a:lnTo>
                  <a:close/>
                  <a:moveTo>
                    <a:pt x="27780" y="10101"/>
                  </a:moveTo>
                  <a:lnTo>
                    <a:pt x="37040" y="10101"/>
                  </a:lnTo>
                  <a:lnTo>
                    <a:pt x="37040" y="40404"/>
                  </a:lnTo>
                  <a:lnTo>
                    <a:pt x="27780" y="40404"/>
                  </a:lnTo>
                  <a:close/>
                </a:path>
              </a:pathLst>
            </a:custGeom>
            <a:solidFill>
              <a:schemeClr val="accent1"/>
            </a:solidFill>
            <a:ln w="128" cap="flat">
              <a:noFill/>
              <a:prstDash val="solid"/>
              <a:miter/>
            </a:ln>
          </p:spPr>
          <p:txBody>
            <a:bodyPr rtlCol="0" anchor="ctr"/>
            <a:lstStyle/>
            <a:p>
              <a:endParaRPr lang="zh-CN" altLang="en-US"/>
            </a:p>
          </p:txBody>
        </p:sp>
      </p:grpSp>
      <p:grpSp>
        <p:nvGrpSpPr>
          <p:cNvPr id="208" name="组合 207">
            <a:extLst>
              <a:ext uri="{FF2B5EF4-FFF2-40B4-BE49-F238E27FC236}">
                <a16:creationId xmlns:a16="http://schemas.microsoft.com/office/drawing/2014/main" id="{14EBC0E0-BE3D-A499-605F-4E952E655012}"/>
              </a:ext>
            </a:extLst>
          </p:cNvPr>
          <p:cNvGrpSpPr/>
          <p:nvPr/>
        </p:nvGrpSpPr>
        <p:grpSpPr>
          <a:xfrm>
            <a:off x="8519131" y="5537638"/>
            <a:ext cx="146830" cy="148018"/>
            <a:chOff x="8519131" y="5414486"/>
            <a:chExt cx="146830" cy="148018"/>
          </a:xfrm>
        </p:grpSpPr>
        <p:sp>
          <p:nvSpPr>
            <p:cNvPr id="205" name="任意多边形: 形状 204">
              <a:extLst>
                <a:ext uri="{FF2B5EF4-FFF2-40B4-BE49-F238E27FC236}">
                  <a16:creationId xmlns:a16="http://schemas.microsoft.com/office/drawing/2014/main" id="{61BE949E-F9E8-FEA5-F790-8095B54DB5FF}"/>
                </a:ext>
              </a:extLst>
            </p:cNvPr>
            <p:cNvSpPr/>
            <p:nvPr/>
          </p:nvSpPr>
          <p:spPr>
            <a:xfrm>
              <a:off x="8519131" y="5414486"/>
              <a:ext cx="146830" cy="128085"/>
            </a:xfrm>
            <a:custGeom>
              <a:avLst/>
              <a:gdLst>
                <a:gd name="connsiteX0" fmla="*/ 73415 w 146830"/>
                <a:gd name="connsiteY0" fmla="*/ 65605 h 128085"/>
                <a:gd name="connsiteX1" fmla="*/ 50220 w 146830"/>
                <a:gd name="connsiteY1" fmla="*/ 55997 h 128085"/>
                <a:gd name="connsiteX2" fmla="*/ 40613 w 146830"/>
                <a:gd name="connsiteY2" fmla="*/ 32802 h 128085"/>
                <a:gd name="connsiteX3" fmla="*/ 50220 w 146830"/>
                <a:gd name="connsiteY3" fmla="*/ 9608 h 128085"/>
                <a:gd name="connsiteX4" fmla="*/ 73415 w 146830"/>
                <a:gd name="connsiteY4" fmla="*/ 0 h 128085"/>
                <a:gd name="connsiteX5" fmla="*/ 96610 w 146830"/>
                <a:gd name="connsiteY5" fmla="*/ 9608 h 128085"/>
                <a:gd name="connsiteX6" fmla="*/ 106217 w 146830"/>
                <a:gd name="connsiteY6" fmla="*/ 32802 h 128085"/>
                <a:gd name="connsiteX7" fmla="*/ 96610 w 146830"/>
                <a:gd name="connsiteY7" fmla="*/ 55997 h 128085"/>
                <a:gd name="connsiteX8" fmla="*/ 73415 w 146830"/>
                <a:gd name="connsiteY8" fmla="*/ 65605 h 128085"/>
                <a:gd name="connsiteX9" fmla="*/ 73415 w 146830"/>
                <a:gd name="connsiteY9" fmla="*/ 9372 h 128085"/>
                <a:gd name="connsiteX10" fmla="*/ 49985 w 146830"/>
                <a:gd name="connsiteY10" fmla="*/ 32802 h 128085"/>
                <a:gd name="connsiteX11" fmla="*/ 73415 w 146830"/>
                <a:gd name="connsiteY11" fmla="*/ 56233 h 128085"/>
                <a:gd name="connsiteX12" fmla="*/ 96845 w 146830"/>
                <a:gd name="connsiteY12" fmla="*/ 32802 h 128085"/>
                <a:gd name="connsiteX13" fmla="*/ 73415 w 146830"/>
                <a:gd name="connsiteY13" fmla="*/ 9372 h 128085"/>
                <a:gd name="connsiteX14" fmla="*/ 60919 w 146830"/>
                <a:gd name="connsiteY14" fmla="*/ 128086 h 128085"/>
                <a:gd name="connsiteX15" fmla="*/ 4686 w 146830"/>
                <a:gd name="connsiteY15" fmla="*/ 128086 h 128085"/>
                <a:gd name="connsiteX16" fmla="*/ 0 w 146830"/>
                <a:gd name="connsiteY16" fmla="*/ 123400 h 128085"/>
                <a:gd name="connsiteX17" fmla="*/ 0 w 146830"/>
                <a:gd name="connsiteY17" fmla="*/ 73415 h 128085"/>
                <a:gd name="connsiteX18" fmla="*/ 4686 w 146830"/>
                <a:gd name="connsiteY18" fmla="*/ 68729 h 128085"/>
                <a:gd name="connsiteX19" fmla="*/ 60919 w 146830"/>
                <a:gd name="connsiteY19" fmla="*/ 68729 h 128085"/>
                <a:gd name="connsiteX20" fmla="*/ 65605 w 146830"/>
                <a:gd name="connsiteY20" fmla="*/ 73415 h 128085"/>
                <a:gd name="connsiteX21" fmla="*/ 65605 w 146830"/>
                <a:gd name="connsiteY21" fmla="*/ 123400 h 128085"/>
                <a:gd name="connsiteX22" fmla="*/ 60919 w 146830"/>
                <a:gd name="connsiteY22" fmla="*/ 128086 h 128085"/>
                <a:gd name="connsiteX23" fmla="*/ 9372 w 146830"/>
                <a:gd name="connsiteY23" fmla="*/ 118714 h 128085"/>
                <a:gd name="connsiteX24" fmla="*/ 56233 w 146830"/>
                <a:gd name="connsiteY24" fmla="*/ 118714 h 128085"/>
                <a:gd name="connsiteX25" fmla="*/ 56233 w 146830"/>
                <a:gd name="connsiteY25" fmla="*/ 78101 h 128085"/>
                <a:gd name="connsiteX26" fmla="*/ 9372 w 146830"/>
                <a:gd name="connsiteY26" fmla="*/ 78101 h 128085"/>
                <a:gd name="connsiteX27" fmla="*/ 9372 w 146830"/>
                <a:gd name="connsiteY27" fmla="*/ 118714 h 128085"/>
                <a:gd name="connsiteX28" fmla="*/ 142144 w 146830"/>
                <a:gd name="connsiteY28" fmla="*/ 128086 h 128085"/>
                <a:gd name="connsiteX29" fmla="*/ 85911 w 146830"/>
                <a:gd name="connsiteY29" fmla="*/ 128086 h 128085"/>
                <a:gd name="connsiteX30" fmla="*/ 81225 w 146830"/>
                <a:gd name="connsiteY30" fmla="*/ 123400 h 128085"/>
                <a:gd name="connsiteX31" fmla="*/ 81225 w 146830"/>
                <a:gd name="connsiteY31" fmla="*/ 73415 h 128085"/>
                <a:gd name="connsiteX32" fmla="*/ 85911 w 146830"/>
                <a:gd name="connsiteY32" fmla="*/ 68729 h 128085"/>
                <a:gd name="connsiteX33" fmla="*/ 142144 w 146830"/>
                <a:gd name="connsiteY33" fmla="*/ 68729 h 128085"/>
                <a:gd name="connsiteX34" fmla="*/ 146830 w 146830"/>
                <a:gd name="connsiteY34" fmla="*/ 73415 h 128085"/>
                <a:gd name="connsiteX35" fmla="*/ 146830 w 146830"/>
                <a:gd name="connsiteY35" fmla="*/ 87775 h 128085"/>
                <a:gd name="connsiteX36" fmla="*/ 142144 w 146830"/>
                <a:gd name="connsiteY36" fmla="*/ 92461 h 128085"/>
                <a:gd name="connsiteX37" fmla="*/ 137458 w 146830"/>
                <a:gd name="connsiteY37" fmla="*/ 87775 h 128085"/>
                <a:gd name="connsiteX38" fmla="*/ 137458 w 146830"/>
                <a:gd name="connsiteY38" fmla="*/ 78101 h 128085"/>
                <a:gd name="connsiteX39" fmla="*/ 90597 w 146830"/>
                <a:gd name="connsiteY39" fmla="*/ 78101 h 128085"/>
                <a:gd name="connsiteX40" fmla="*/ 90597 w 146830"/>
                <a:gd name="connsiteY40" fmla="*/ 118714 h 128085"/>
                <a:gd name="connsiteX41" fmla="*/ 137458 w 146830"/>
                <a:gd name="connsiteY41" fmla="*/ 118714 h 128085"/>
                <a:gd name="connsiteX42" fmla="*/ 137458 w 146830"/>
                <a:gd name="connsiteY42" fmla="*/ 105728 h 128085"/>
                <a:gd name="connsiteX43" fmla="*/ 142144 w 146830"/>
                <a:gd name="connsiteY43" fmla="*/ 101042 h 128085"/>
                <a:gd name="connsiteX44" fmla="*/ 146830 w 146830"/>
                <a:gd name="connsiteY44" fmla="*/ 105728 h 128085"/>
                <a:gd name="connsiteX45" fmla="*/ 146830 w 146830"/>
                <a:gd name="connsiteY45" fmla="*/ 123400 h 128085"/>
                <a:gd name="connsiteX46" fmla="*/ 142144 w 146830"/>
                <a:gd name="connsiteY46" fmla="*/ 128086 h 128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6830" h="128085">
                  <a:moveTo>
                    <a:pt x="73415" y="65605"/>
                  </a:moveTo>
                  <a:cubicBezTo>
                    <a:pt x="64653" y="65605"/>
                    <a:pt x="56416" y="62193"/>
                    <a:pt x="50220" y="55997"/>
                  </a:cubicBezTo>
                  <a:cubicBezTo>
                    <a:pt x="44025" y="49802"/>
                    <a:pt x="40613" y="41564"/>
                    <a:pt x="40613" y="32802"/>
                  </a:cubicBezTo>
                  <a:cubicBezTo>
                    <a:pt x="40613" y="24041"/>
                    <a:pt x="44025" y="15803"/>
                    <a:pt x="50220" y="9608"/>
                  </a:cubicBezTo>
                  <a:cubicBezTo>
                    <a:pt x="56416" y="3412"/>
                    <a:pt x="64653" y="0"/>
                    <a:pt x="73415" y="0"/>
                  </a:cubicBezTo>
                  <a:cubicBezTo>
                    <a:pt x="82177" y="0"/>
                    <a:pt x="90414" y="3412"/>
                    <a:pt x="96610" y="9608"/>
                  </a:cubicBezTo>
                  <a:cubicBezTo>
                    <a:pt x="102805" y="15803"/>
                    <a:pt x="106217" y="24041"/>
                    <a:pt x="106217" y="32802"/>
                  </a:cubicBezTo>
                  <a:cubicBezTo>
                    <a:pt x="106217" y="41564"/>
                    <a:pt x="102805" y="49802"/>
                    <a:pt x="96610" y="55997"/>
                  </a:cubicBezTo>
                  <a:cubicBezTo>
                    <a:pt x="90414" y="62193"/>
                    <a:pt x="82177" y="65605"/>
                    <a:pt x="73415" y="65605"/>
                  </a:cubicBezTo>
                  <a:close/>
                  <a:moveTo>
                    <a:pt x="73415" y="9372"/>
                  </a:moveTo>
                  <a:cubicBezTo>
                    <a:pt x="60496" y="9372"/>
                    <a:pt x="49985" y="19883"/>
                    <a:pt x="49985" y="32802"/>
                  </a:cubicBezTo>
                  <a:cubicBezTo>
                    <a:pt x="49985" y="45722"/>
                    <a:pt x="60496" y="56233"/>
                    <a:pt x="73415" y="56233"/>
                  </a:cubicBezTo>
                  <a:cubicBezTo>
                    <a:pt x="86335" y="56233"/>
                    <a:pt x="96845" y="45722"/>
                    <a:pt x="96845" y="32802"/>
                  </a:cubicBezTo>
                  <a:cubicBezTo>
                    <a:pt x="96845" y="19883"/>
                    <a:pt x="86335" y="9372"/>
                    <a:pt x="73415" y="9372"/>
                  </a:cubicBezTo>
                  <a:close/>
                  <a:moveTo>
                    <a:pt x="60919" y="128086"/>
                  </a:moveTo>
                  <a:lnTo>
                    <a:pt x="4686" y="128086"/>
                  </a:lnTo>
                  <a:cubicBezTo>
                    <a:pt x="2098" y="128086"/>
                    <a:pt x="0" y="125988"/>
                    <a:pt x="0" y="123400"/>
                  </a:cubicBezTo>
                  <a:lnTo>
                    <a:pt x="0" y="73415"/>
                  </a:lnTo>
                  <a:cubicBezTo>
                    <a:pt x="0" y="70827"/>
                    <a:pt x="2098" y="68729"/>
                    <a:pt x="4686" y="68729"/>
                  </a:cubicBezTo>
                  <a:lnTo>
                    <a:pt x="60919" y="68729"/>
                  </a:lnTo>
                  <a:cubicBezTo>
                    <a:pt x="63507" y="68729"/>
                    <a:pt x="65605" y="70827"/>
                    <a:pt x="65605" y="73415"/>
                  </a:cubicBezTo>
                  <a:lnTo>
                    <a:pt x="65605" y="123400"/>
                  </a:lnTo>
                  <a:cubicBezTo>
                    <a:pt x="65605" y="125988"/>
                    <a:pt x="63507" y="128086"/>
                    <a:pt x="60919" y="128086"/>
                  </a:cubicBezTo>
                  <a:close/>
                  <a:moveTo>
                    <a:pt x="9372" y="118714"/>
                  </a:moveTo>
                  <a:lnTo>
                    <a:pt x="56233" y="118714"/>
                  </a:lnTo>
                  <a:lnTo>
                    <a:pt x="56233" y="78101"/>
                  </a:lnTo>
                  <a:lnTo>
                    <a:pt x="9372" y="78101"/>
                  </a:lnTo>
                  <a:lnTo>
                    <a:pt x="9372" y="118714"/>
                  </a:lnTo>
                  <a:close/>
                  <a:moveTo>
                    <a:pt x="142144" y="128086"/>
                  </a:moveTo>
                  <a:lnTo>
                    <a:pt x="85911" y="128086"/>
                  </a:lnTo>
                  <a:cubicBezTo>
                    <a:pt x="83323" y="128086"/>
                    <a:pt x="81225" y="125988"/>
                    <a:pt x="81225" y="123400"/>
                  </a:cubicBezTo>
                  <a:lnTo>
                    <a:pt x="81225" y="73415"/>
                  </a:lnTo>
                  <a:cubicBezTo>
                    <a:pt x="81225" y="70827"/>
                    <a:pt x="83323" y="68729"/>
                    <a:pt x="85911" y="68729"/>
                  </a:cubicBezTo>
                  <a:lnTo>
                    <a:pt x="142144" y="68729"/>
                  </a:lnTo>
                  <a:cubicBezTo>
                    <a:pt x="144732" y="68729"/>
                    <a:pt x="146830" y="70827"/>
                    <a:pt x="146830" y="73415"/>
                  </a:cubicBezTo>
                  <a:lnTo>
                    <a:pt x="146830" y="87775"/>
                  </a:lnTo>
                  <a:cubicBezTo>
                    <a:pt x="146830" y="90363"/>
                    <a:pt x="144732" y="92461"/>
                    <a:pt x="142144" y="92461"/>
                  </a:cubicBezTo>
                  <a:cubicBezTo>
                    <a:pt x="139556" y="92461"/>
                    <a:pt x="137458" y="90363"/>
                    <a:pt x="137458" y="87775"/>
                  </a:cubicBezTo>
                  <a:lnTo>
                    <a:pt x="137458" y="78101"/>
                  </a:lnTo>
                  <a:lnTo>
                    <a:pt x="90597" y="78101"/>
                  </a:lnTo>
                  <a:lnTo>
                    <a:pt x="90597" y="118714"/>
                  </a:lnTo>
                  <a:lnTo>
                    <a:pt x="137458" y="118714"/>
                  </a:lnTo>
                  <a:lnTo>
                    <a:pt x="137458" y="105728"/>
                  </a:lnTo>
                  <a:cubicBezTo>
                    <a:pt x="137458" y="103140"/>
                    <a:pt x="139556" y="101042"/>
                    <a:pt x="142144" y="101042"/>
                  </a:cubicBezTo>
                  <a:cubicBezTo>
                    <a:pt x="144732" y="101042"/>
                    <a:pt x="146830" y="103140"/>
                    <a:pt x="146830" y="105728"/>
                  </a:cubicBezTo>
                  <a:lnTo>
                    <a:pt x="146830" y="123400"/>
                  </a:lnTo>
                  <a:cubicBezTo>
                    <a:pt x="146830" y="125988"/>
                    <a:pt x="144732" y="128086"/>
                    <a:pt x="142144" y="128086"/>
                  </a:cubicBezTo>
                  <a:close/>
                </a:path>
              </a:pathLst>
            </a:custGeom>
            <a:solidFill>
              <a:schemeClr val="accent1"/>
            </a:solidFill>
            <a:ln w="140" cap="flat">
              <a:noFill/>
              <a:prstDash val="solid"/>
              <a:miter/>
            </a:ln>
          </p:spPr>
          <p:txBody>
            <a:bodyPr rtlCol="0" anchor="ctr"/>
            <a:lstStyle/>
            <a:p>
              <a:endParaRPr lang="zh-CN" altLang="en-US"/>
            </a:p>
          </p:txBody>
        </p:sp>
        <p:sp>
          <p:nvSpPr>
            <p:cNvPr id="206" name="任意多边形: 形状 205">
              <a:extLst>
                <a:ext uri="{FF2B5EF4-FFF2-40B4-BE49-F238E27FC236}">
                  <a16:creationId xmlns:a16="http://schemas.microsoft.com/office/drawing/2014/main" id="{40539E44-31D8-3180-070B-BD4E5BFC48AB}"/>
                </a:ext>
              </a:extLst>
            </p:cNvPr>
            <p:cNvSpPr/>
            <p:nvPr/>
          </p:nvSpPr>
          <p:spPr>
            <a:xfrm>
              <a:off x="8547246" y="5456659"/>
              <a:ext cx="90598" cy="104656"/>
            </a:xfrm>
            <a:custGeom>
              <a:avLst/>
              <a:gdLst>
                <a:gd name="connsiteX0" fmla="*/ 4684 w 90598"/>
                <a:gd name="connsiteY0" fmla="*/ 35929 h 104656"/>
                <a:gd name="connsiteX1" fmla="*/ 2692 w 90598"/>
                <a:gd name="connsiteY1" fmla="*/ 35482 h 104656"/>
                <a:gd name="connsiteX2" fmla="*/ 447 w 90598"/>
                <a:gd name="connsiteY2" fmla="*/ 29246 h 104656"/>
                <a:gd name="connsiteX3" fmla="*/ 12943 w 90598"/>
                <a:gd name="connsiteY3" fmla="*/ 2692 h 104656"/>
                <a:gd name="connsiteX4" fmla="*/ 19179 w 90598"/>
                <a:gd name="connsiteY4" fmla="*/ 447 h 104656"/>
                <a:gd name="connsiteX5" fmla="*/ 21423 w 90598"/>
                <a:gd name="connsiteY5" fmla="*/ 6683 h 104656"/>
                <a:gd name="connsiteX6" fmla="*/ 8927 w 90598"/>
                <a:gd name="connsiteY6" fmla="*/ 33237 h 104656"/>
                <a:gd name="connsiteX7" fmla="*/ 4684 w 90598"/>
                <a:gd name="connsiteY7" fmla="*/ 35929 h 104656"/>
                <a:gd name="connsiteX8" fmla="*/ 82792 w 90598"/>
                <a:gd name="connsiteY8" fmla="*/ 35929 h 104656"/>
                <a:gd name="connsiteX9" fmla="*/ 78548 w 90598"/>
                <a:gd name="connsiteY9" fmla="*/ 33237 h 104656"/>
                <a:gd name="connsiteX10" fmla="*/ 66052 w 90598"/>
                <a:gd name="connsiteY10" fmla="*/ 6683 h 104656"/>
                <a:gd name="connsiteX11" fmla="*/ 68297 w 90598"/>
                <a:gd name="connsiteY11" fmla="*/ 447 h 104656"/>
                <a:gd name="connsiteX12" fmla="*/ 74532 w 90598"/>
                <a:gd name="connsiteY12" fmla="*/ 2692 h 104656"/>
                <a:gd name="connsiteX13" fmla="*/ 87028 w 90598"/>
                <a:gd name="connsiteY13" fmla="*/ 29246 h 104656"/>
                <a:gd name="connsiteX14" fmla="*/ 84784 w 90598"/>
                <a:gd name="connsiteY14" fmla="*/ 35482 h 104656"/>
                <a:gd name="connsiteX15" fmla="*/ 82792 w 90598"/>
                <a:gd name="connsiteY15" fmla="*/ 35929 h 104656"/>
                <a:gd name="connsiteX16" fmla="*/ 4687 w 90598"/>
                <a:gd name="connsiteY16" fmla="*/ 104657 h 104656"/>
                <a:gd name="connsiteX17" fmla="*/ 1 w 90598"/>
                <a:gd name="connsiteY17" fmla="*/ 99971 h 104656"/>
                <a:gd name="connsiteX18" fmla="*/ 1 w 90598"/>
                <a:gd name="connsiteY18" fmla="*/ 81226 h 104656"/>
                <a:gd name="connsiteX19" fmla="*/ 4687 w 90598"/>
                <a:gd name="connsiteY19" fmla="*/ 76540 h 104656"/>
                <a:gd name="connsiteX20" fmla="*/ 9373 w 90598"/>
                <a:gd name="connsiteY20" fmla="*/ 81226 h 104656"/>
                <a:gd name="connsiteX21" fmla="*/ 9373 w 90598"/>
                <a:gd name="connsiteY21" fmla="*/ 99971 h 104656"/>
                <a:gd name="connsiteX22" fmla="*/ 4687 w 90598"/>
                <a:gd name="connsiteY22" fmla="*/ 104657 h 104656"/>
                <a:gd name="connsiteX23" fmla="*/ 85912 w 90598"/>
                <a:gd name="connsiteY23" fmla="*/ 104657 h 104656"/>
                <a:gd name="connsiteX24" fmla="*/ 81226 w 90598"/>
                <a:gd name="connsiteY24" fmla="*/ 99971 h 104656"/>
                <a:gd name="connsiteX25" fmla="*/ 81226 w 90598"/>
                <a:gd name="connsiteY25" fmla="*/ 81226 h 104656"/>
                <a:gd name="connsiteX26" fmla="*/ 85912 w 90598"/>
                <a:gd name="connsiteY26" fmla="*/ 76540 h 104656"/>
                <a:gd name="connsiteX27" fmla="*/ 90598 w 90598"/>
                <a:gd name="connsiteY27" fmla="*/ 81226 h 104656"/>
                <a:gd name="connsiteX28" fmla="*/ 90598 w 90598"/>
                <a:gd name="connsiteY28" fmla="*/ 99971 h 104656"/>
                <a:gd name="connsiteX29" fmla="*/ 85912 w 90598"/>
                <a:gd name="connsiteY29" fmla="*/ 104657 h 104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0598" h="104656">
                  <a:moveTo>
                    <a:pt x="4684" y="35929"/>
                  </a:moveTo>
                  <a:cubicBezTo>
                    <a:pt x="4016" y="35929"/>
                    <a:pt x="3337" y="35785"/>
                    <a:pt x="2692" y="35482"/>
                  </a:cubicBezTo>
                  <a:cubicBezTo>
                    <a:pt x="350" y="34380"/>
                    <a:pt x="-655" y="31588"/>
                    <a:pt x="447" y="29246"/>
                  </a:cubicBezTo>
                  <a:lnTo>
                    <a:pt x="12943" y="2692"/>
                  </a:lnTo>
                  <a:cubicBezTo>
                    <a:pt x="14045" y="350"/>
                    <a:pt x="16837" y="-655"/>
                    <a:pt x="19179" y="447"/>
                  </a:cubicBezTo>
                  <a:cubicBezTo>
                    <a:pt x="21520" y="1549"/>
                    <a:pt x="22525" y="4341"/>
                    <a:pt x="21423" y="6683"/>
                  </a:cubicBezTo>
                  <a:lnTo>
                    <a:pt x="8927" y="33237"/>
                  </a:lnTo>
                  <a:cubicBezTo>
                    <a:pt x="8129" y="34934"/>
                    <a:pt x="6443" y="35929"/>
                    <a:pt x="4684" y="35929"/>
                  </a:cubicBezTo>
                  <a:close/>
                  <a:moveTo>
                    <a:pt x="82792" y="35929"/>
                  </a:moveTo>
                  <a:cubicBezTo>
                    <a:pt x="81033" y="35929"/>
                    <a:pt x="79347" y="34934"/>
                    <a:pt x="78548" y="33237"/>
                  </a:cubicBezTo>
                  <a:lnTo>
                    <a:pt x="66052" y="6683"/>
                  </a:lnTo>
                  <a:cubicBezTo>
                    <a:pt x="64950" y="4341"/>
                    <a:pt x="65955" y="1549"/>
                    <a:pt x="68297" y="447"/>
                  </a:cubicBezTo>
                  <a:cubicBezTo>
                    <a:pt x="70638" y="-655"/>
                    <a:pt x="73430" y="350"/>
                    <a:pt x="74532" y="2692"/>
                  </a:cubicBezTo>
                  <a:lnTo>
                    <a:pt x="87028" y="29246"/>
                  </a:lnTo>
                  <a:cubicBezTo>
                    <a:pt x="88130" y="31588"/>
                    <a:pt x="87125" y="34380"/>
                    <a:pt x="84784" y="35482"/>
                  </a:cubicBezTo>
                  <a:cubicBezTo>
                    <a:pt x="84161" y="35776"/>
                    <a:pt x="83480" y="35929"/>
                    <a:pt x="82792" y="35929"/>
                  </a:cubicBezTo>
                  <a:close/>
                  <a:moveTo>
                    <a:pt x="4687" y="104657"/>
                  </a:moveTo>
                  <a:cubicBezTo>
                    <a:pt x="2099" y="104657"/>
                    <a:pt x="1" y="102559"/>
                    <a:pt x="1" y="99971"/>
                  </a:cubicBezTo>
                  <a:lnTo>
                    <a:pt x="1" y="81226"/>
                  </a:lnTo>
                  <a:cubicBezTo>
                    <a:pt x="1" y="78638"/>
                    <a:pt x="2099" y="76540"/>
                    <a:pt x="4687" y="76540"/>
                  </a:cubicBezTo>
                  <a:cubicBezTo>
                    <a:pt x="7275" y="76540"/>
                    <a:pt x="9373" y="78638"/>
                    <a:pt x="9373" y="81226"/>
                  </a:cubicBezTo>
                  <a:lnTo>
                    <a:pt x="9373" y="99971"/>
                  </a:lnTo>
                  <a:cubicBezTo>
                    <a:pt x="9373" y="102559"/>
                    <a:pt x="7275" y="104657"/>
                    <a:pt x="4687" y="104657"/>
                  </a:cubicBezTo>
                  <a:close/>
                  <a:moveTo>
                    <a:pt x="85912" y="104657"/>
                  </a:moveTo>
                  <a:cubicBezTo>
                    <a:pt x="83324" y="104657"/>
                    <a:pt x="81226" y="102559"/>
                    <a:pt x="81226" y="99971"/>
                  </a:cubicBezTo>
                  <a:lnTo>
                    <a:pt x="81226" y="81226"/>
                  </a:lnTo>
                  <a:cubicBezTo>
                    <a:pt x="81226" y="78638"/>
                    <a:pt x="83324" y="76540"/>
                    <a:pt x="85912" y="76540"/>
                  </a:cubicBezTo>
                  <a:cubicBezTo>
                    <a:pt x="88500" y="76540"/>
                    <a:pt x="90598" y="78638"/>
                    <a:pt x="90598" y="81226"/>
                  </a:cubicBezTo>
                  <a:lnTo>
                    <a:pt x="90598" y="99971"/>
                  </a:lnTo>
                  <a:cubicBezTo>
                    <a:pt x="90598" y="102559"/>
                    <a:pt x="88500" y="104657"/>
                    <a:pt x="85912" y="104657"/>
                  </a:cubicBezTo>
                  <a:close/>
                </a:path>
              </a:pathLst>
            </a:custGeom>
            <a:solidFill>
              <a:schemeClr val="accent1"/>
            </a:solidFill>
            <a:ln w="140" cap="flat">
              <a:noFill/>
              <a:prstDash val="solid"/>
              <a:miter/>
            </a:ln>
          </p:spPr>
          <p:txBody>
            <a:bodyPr rtlCol="0" anchor="ctr"/>
            <a:lstStyle/>
            <a:p>
              <a:endParaRPr lang="zh-CN" altLang="en-US"/>
            </a:p>
          </p:txBody>
        </p:sp>
        <p:sp>
          <p:nvSpPr>
            <p:cNvPr id="207" name="任意多边形: 形状 206">
              <a:extLst>
                <a:ext uri="{FF2B5EF4-FFF2-40B4-BE49-F238E27FC236}">
                  <a16:creationId xmlns:a16="http://schemas.microsoft.com/office/drawing/2014/main" id="{CD9A0CA6-B753-1521-BC3A-FC835EF361FF}"/>
                </a:ext>
              </a:extLst>
            </p:cNvPr>
            <p:cNvSpPr/>
            <p:nvPr/>
          </p:nvSpPr>
          <p:spPr>
            <a:xfrm>
              <a:off x="8519131" y="5553132"/>
              <a:ext cx="146830" cy="9372"/>
            </a:xfrm>
            <a:custGeom>
              <a:avLst/>
              <a:gdLst>
                <a:gd name="connsiteX0" fmla="*/ 142144 w 146830"/>
                <a:gd name="connsiteY0" fmla="*/ 9372 h 9372"/>
                <a:gd name="connsiteX1" fmla="*/ 4686 w 146830"/>
                <a:gd name="connsiteY1" fmla="*/ 9372 h 9372"/>
                <a:gd name="connsiteX2" fmla="*/ 0 w 146830"/>
                <a:gd name="connsiteY2" fmla="*/ 4686 h 9372"/>
                <a:gd name="connsiteX3" fmla="*/ 4686 w 146830"/>
                <a:gd name="connsiteY3" fmla="*/ 0 h 9372"/>
                <a:gd name="connsiteX4" fmla="*/ 142144 w 146830"/>
                <a:gd name="connsiteY4" fmla="*/ 0 h 9372"/>
                <a:gd name="connsiteX5" fmla="*/ 146830 w 146830"/>
                <a:gd name="connsiteY5" fmla="*/ 4686 h 9372"/>
                <a:gd name="connsiteX6" fmla="*/ 142144 w 146830"/>
                <a:gd name="connsiteY6" fmla="*/ 9372 h 9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830" h="9372">
                  <a:moveTo>
                    <a:pt x="142144" y="9372"/>
                  </a:moveTo>
                  <a:lnTo>
                    <a:pt x="4686" y="9372"/>
                  </a:lnTo>
                  <a:cubicBezTo>
                    <a:pt x="2098" y="9372"/>
                    <a:pt x="0" y="7274"/>
                    <a:pt x="0" y="4686"/>
                  </a:cubicBezTo>
                  <a:cubicBezTo>
                    <a:pt x="0" y="2098"/>
                    <a:pt x="2098" y="0"/>
                    <a:pt x="4686" y="0"/>
                  </a:cubicBezTo>
                  <a:lnTo>
                    <a:pt x="142144" y="0"/>
                  </a:lnTo>
                  <a:cubicBezTo>
                    <a:pt x="144732" y="0"/>
                    <a:pt x="146830" y="2098"/>
                    <a:pt x="146830" y="4686"/>
                  </a:cubicBezTo>
                  <a:cubicBezTo>
                    <a:pt x="146830" y="7274"/>
                    <a:pt x="144732" y="9372"/>
                    <a:pt x="142144" y="9372"/>
                  </a:cubicBezTo>
                  <a:close/>
                </a:path>
              </a:pathLst>
            </a:custGeom>
            <a:solidFill>
              <a:schemeClr val="accent1"/>
            </a:solidFill>
            <a:ln w="140" cap="flat">
              <a:noFill/>
              <a:prstDash val="solid"/>
              <a:miter/>
            </a:ln>
          </p:spPr>
          <p:txBody>
            <a:bodyPr rtlCol="0" anchor="ctr"/>
            <a:lstStyle/>
            <a:p>
              <a:endParaRPr lang="zh-CN" altLang="en-US"/>
            </a:p>
          </p:txBody>
        </p:sp>
      </p:grpSp>
      <p:sp>
        <p:nvSpPr>
          <p:cNvPr id="211" name="图形 209">
            <a:extLst>
              <a:ext uri="{FF2B5EF4-FFF2-40B4-BE49-F238E27FC236}">
                <a16:creationId xmlns:a16="http://schemas.microsoft.com/office/drawing/2014/main" id="{7FA232F8-1815-FF4A-AC25-DB9388249EE9}"/>
              </a:ext>
            </a:extLst>
          </p:cNvPr>
          <p:cNvSpPr/>
          <p:nvPr/>
        </p:nvSpPr>
        <p:spPr>
          <a:xfrm>
            <a:off x="9596255" y="5299652"/>
            <a:ext cx="148070" cy="148079"/>
          </a:xfrm>
          <a:custGeom>
            <a:avLst/>
            <a:gdLst>
              <a:gd name="connsiteX0" fmla="*/ 48306 w 148070"/>
              <a:gd name="connsiteY0" fmla="*/ 137714 h 148079"/>
              <a:gd name="connsiteX1" fmla="*/ 20904 w 148070"/>
              <a:gd name="connsiteY1" fmla="*/ 137706 h 148079"/>
              <a:gd name="connsiteX2" fmla="*/ 13422 w 148070"/>
              <a:gd name="connsiteY2" fmla="*/ 134605 h 148079"/>
              <a:gd name="connsiteX3" fmla="*/ 10321 w 148070"/>
              <a:gd name="connsiteY3" fmla="*/ 127114 h 148079"/>
              <a:gd name="connsiteX4" fmla="*/ 10348 w 148070"/>
              <a:gd name="connsiteY4" fmla="*/ 99739 h 148079"/>
              <a:gd name="connsiteX5" fmla="*/ 5178 w 148070"/>
              <a:gd name="connsiteY5" fmla="*/ 94569 h 148079"/>
              <a:gd name="connsiteX6" fmla="*/ 9 w 148070"/>
              <a:gd name="connsiteY6" fmla="*/ 99739 h 148079"/>
              <a:gd name="connsiteX7" fmla="*/ 0 w 148070"/>
              <a:gd name="connsiteY7" fmla="*/ 127114 h 148079"/>
              <a:gd name="connsiteX8" fmla="*/ 6114 w 148070"/>
              <a:gd name="connsiteY8" fmla="*/ 141913 h 148079"/>
              <a:gd name="connsiteX9" fmla="*/ 20922 w 148070"/>
              <a:gd name="connsiteY9" fmla="*/ 148053 h 148079"/>
              <a:gd name="connsiteX10" fmla="*/ 48297 w 148070"/>
              <a:gd name="connsiteY10" fmla="*/ 148071 h 148079"/>
              <a:gd name="connsiteX11" fmla="*/ 53475 w 148070"/>
              <a:gd name="connsiteY11" fmla="*/ 142893 h 148079"/>
              <a:gd name="connsiteX12" fmla="*/ 48297 w 148070"/>
              <a:gd name="connsiteY12" fmla="*/ 137714 h 148079"/>
              <a:gd name="connsiteX13" fmla="*/ 142879 w 148070"/>
              <a:gd name="connsiteY13" fmla="*/ 94600 h 148079"/>
              <a:gd name="connsiteX14" fmla="*/ 137714 w 148070"/>
              <a:gd name="connsiteY14" fmla="*/ 99765 h 148079"/>
              <a:gd name="connsiteX15" fmla="*/ 137706 w 148070"/>
              <a:gd name="connsiteY15" fmla="*/ 127167 h 148079"/>
              <a:gd name="connsiteX16" fmla="*/ 134605 w 148070"/>
              <a:gd name="connsiteY16" fmla="*/ 134648 h 148079"/>
              <a:gd name="connsiteX17" fmla="*/ 127114 w 148070"/>
              <a:gd name="connsiteY17" fmla="*/ 137749 h 148079"/>
              <a:gd name="connsiteX18" fmla="*/ 99739 w 148070"/>
              <a:gd name="connsiteY18" fmla="*/ 137723 h 148079"/>
              <a:gd name="connsiteX19" fmla="*/ 94569 w 148070"/>
              <a:gd name="connsiteY19" fmla="*/ 142893 h 148079"/>
              <a:gd name="connsiteX20" fmla="*/ 99739 w 148070"/>
              <a:gd name="connsiteY20" fmla="*/ 148062 h 148079"/>
              <a:gd name="connsiteX21" fmla="*/ 127123 w 148070"/>
              <a:gd name="connsiteY21" fmla="*/ 148079 h 148079"/>
              <a:gd name="connsiteX22" fmla="*/ 141895 w 148070"/>
              <a:gd name="connsiteY22" fmla="*/ 141965 h 148079"/>
              <a:gd name="connsiteX23" fmla="*/ 148036 w 148070"/>
              <a:gd name="connsiteY23" fmla="*/ 127158 h 148079"/>
              <a:gd name="connsiteX24" fmla="*/ 148062 w 148070"/>
              <a:gd name="connsiteY24" fmla="*/ 99773 h 148079"/>
              <a:gd name="connsiteX25" fmla="*/ 142897 w 148070"/>
              <a:gd name="connsiteY25" fmla="*/ 94608 h 148079"/>
              <a:gd name="connsiteX26" fmla="*/ 142888 w 148070"/>
              <a:gd name="connsiteY26" fmla="*/ 94608 h 148079"/>
              <a:gd name="connsiteX27" fmla="*/ 5191 w 148070"/>
              <a:gd name="connsiteY27" fmla="*/ 53480 h 148079"/>
              <a:gd name="connsiteX28" fmla="*/ 10356 w 148070"/>
              <a:gd name="connsiteY28" fmla="*/ 48315 h 148079"/>
              <a:gd name="connsiteX29" fmla="*/ 10365 w 148070"/>
              <a:gd name="connsiteY29" fmla="*/ 20904 h 148079"/>
              <a:gd name="connsiteX30" fmla="*/ 13466 w 148070"/>
              <a:gd name="connsiteY30" fmla="*/ 13422 h 148079"/>
              <a:gd name="connsiteX31" fmla="*/ 20956 w 148070"/>
              <a:gd name="connsiteY31" fmla="*/ 10321 h 148079"/>
              <a:gd name="connsiteX32" fmla="*/ 48332 w 148070"/>
              <a:gd name="connsiteY32" fmla="*/ 10348 h 148079"/>
              <a:gd name="connsiteX33" fmla="*/ 53501 w 148070"/>
              <a:gd name="connsiteY33" fmla="*/ 5178 h 148079"/>
              <a:gd name="connsiteX34" fmla="*/ 48332 w 148070"/>
              <a:gd name="connsiteY34" fmla="*/ 9 h 148079"/>
              <a:gd name="connsiteX35" fmla="*/ 20956 w 148070"/>
              <a:gd name="connsiteY35" fmla="*/ 0 h 148079"/>
              <a:gd name="connsiteX36" fmla="*/ 6184 w 148070"/>
              <a:gd name="connsiteY36" fmla="*/ 6114 h 148079"/>
              <a:gd name="connsiteX37" fmla="*/ 44 w 148070"/>
              <a:gd name="connsiteY37" fmla="*/ 20922 h 148079"/>
              <a:gd name="connsiteX38" fmla="*/ 17 w 148070"/>
              <a:gd name="connsiteY38" fmla="*/ 48297 h 148079"/>
              <a:gd name="connsiteX39" fmla="*/ 5191 w 148070"/>
              <a:gd name="connsiteY39" fmla="*/ 53462 h 148079"/>
              <a:gd name="connsiteX40" fmla="*/ 141956 w 148070"/>
              <a:gd name="connsiteY40" fmla="*/ 6158 h 148079"/>
              <a:gd name="connsiteX41" fmla="*/ 127149 w 148070"/>
              <a:gd name="connsiteY41" fmla="*/ 17 h 148079"/>
              <a:gd name="connsiteX42" fmla="*/ 99773 w 148070"/>
              <a:gd name="connsiteY42" fmla="*/ 0 h 148079"/>
              <a:gd name="connsiteX43" fmla="*/ 94608 w 148070"/>
              <a:gd name="connsiteY43" fmla="*/ 5165 h 148079"/>
              <a:gd name="connsiteX44" fmla="*/ 99773 w 148070"/>
              <a:gd name="connsiteY44" fmla="*/ 10330 h 148079"/>
              <a:gd name="connsiteX45" fmla="*/ 127167 w 148070"/>
              <a:gd name="connsiteY45" fmla="*/ 10374 h 148079"/>
              <a:gd name="connsiteX46" fmla="*/ 134648 w 148070"/>
              <a:gd name="connsiteY46" fmla="*/ 13474 h 148079"/>
              <a:gd name="connsiteX47" fmla="*/ 137749 w 148070"/>
              <a:gd name="connsiteY47" fmla="*/ 20965 h 148079"/>
              <a:gd name="connsiteX48" fmla="*/ 137706 w 148070"/>
              <a:gd name="connsiteY48" fmla="*/ 48341 h 148079"/>
              <a:gd name="connsiteX49" fmla="*/ 142875 w 148070"/>
              <a:gd name="connsiteY49" fmla="*/ 53510 h 148079"/>
              <a:gd name="connsiteX50" fmla="*/ 148044 w 148070"/>
              <a:gd name="connsiteY50" fmla="*/ 48341 h 148079"/>
              <a:gd name="connsiteX51" fmla="*/ 148071 w 148070"/>
              <a:gd name="connsiteY51" fmla="*/ 20956 h 148079"/>
              <a:gd name="connsiteX52" fmla="*/ 141956 w 148070"/>
              <a:gd name="connsiteY52" fmla="*/ 6158 h 148079"/>
              <a:gd name="connsiteX53" fmla="*/ 107621 w 148070"/>
              <a:gd name="connsiteY53" fmla="*/ 113553 h 148079"/>
              <a:gd name="connsiteX54" fmla="*/ 112791 w 148070"/>
              <a:gd name="connsiteY54" fmla="*/ 118722 h 148079"/>
              <a:gd name="connsiteX55" fmla="*/ 117960 w 148070"/>
              <a:gd name="connsiteY55" fmla="*/ 113553 h 148079"/>
              <a:gd name="connsiteX56" fmla="*/ 105104 w 148070"/>
              <a:gd name="connsiteY56" fmla="*/ 82493 h 148079"/>
              <a:gd name="connsiteX57" fmla="*/ 90532 w 148070"/>
              <a:gd name="connsiteY57" fmla="*/ 72798 h 148079"/>
              <a:gd name="connsiteX58" fmla="*/ 98214 w 148070"/>
              <a:gd name="connsiteY58" fmla="*/ 54647 h 148079"/>
              <a:gd name="connsiteX59" fmla="*/ 90811 w 148070"/>
              <a:gd name="connsiteY59" fmla="*/ 36774 h 148079"/>
              <a:gd name="connsiteX60" fmla="*/ 72938 w 148070"/>
              <a:gd name="connsiteY60" fmla="*/ 29353 h 148079"/>
              <a:gd name="connsiteX61" fmla="*/ 47644 w 148070"/>
              <a:gd name="connsiteY61" fmla="*/ 54629 h 148079"/>
              <a:gd name="connsiteX62" fmla="*/ 56006 w 148070"/>
              <a:gd name="connsiteY62" fmla="*/ 73443 h 148079"/>
              <a:gd name="connsiteX63" fmla="*/ 42967 w 148070"/>
              <a:gd name="connsiteY63" fmla="*/ 82449 h 148079"/>
              <a:gd name="connsiteX64" fmla="*/ 30093 w 148070"/>
              <a:gd name="connsiteY64" fmla="*/ 113509 h 148079"/>
              <a:gd name="connsiteX65" fmla="*/ 35263 w 148070"/>
              <a:gd name="connsiteY65" fmla="*/ 118679 h 148079"/>
              <a:gd name="connsiteX66" fmla="*/ 40432 w 148070"/>
              <a:gd name="connsiteY66" fmla="*/ 113509 h 148079"/>
              <a:gd name="connsiteX67" fmla="*/ 50274 w 148070"/>
              <a:gd name="connsiteY67" fmla="*/ 89766 h 148079"/>
              <a:gd name="connsiteX68" fmla="*/ 74018 w 148070"/>
              <a:gd name="connsiteY68" fmla="*/ 79923 h 148079"/>
              <a:gd name="connsiteX69" fmla="*/ 74035 w 148070"/>
              <a:gd name="connsiteY69" fmla="*/ 79923 h 148079"/>
              <a:gd name="connsiteX70" fmla="*/ 97788 w 148070"/>
              <a:gd name="connsiteY70" fmla="*/ 89766 h 148079"/>
              <a:gd name="connsiteX71" fmla="*/ 107630 w 148070"/>
              <a:gd name="connsiteY71" fmla="*/ 113553 h 148079"/>
              <a:gd name="connsiteX72" fmla="*/ 72920 w 148070"/>
              <a:gd name="connsiteY72" fmla="*/ 39700 h 148079"/>
              <a:gd name="connsiteX73" fmla="*/ 83503 w 148070"/>
              <a:gd name="connsiteY73" fmla="*/ 44090 h 148079"/>
              <a:gd name="connsiteX74" fmla="*/ 87884 w 148070"/>
              <a:gd name="connsiteY74" fmla="*/ 54673 h 148079"/>
              <a:gd name="connsiteX75" fmla="*/ 83503 w 148070"/>
              <a:gd name="connsiteY75" fmla="*/ 65247 h 148079"/>
              <a:gd name="connsiteX76" fmla="*/ 62353 w 148070"/>
              <a:gd name="connsiteY76" fmla="*/ 65214 h 148079"/>
              <a:gd name="connsiteX77" fmla="*/ 62387 w 148070"/>
              <a:gd name="connsiteY77" fmla="*/ 44064 h 148079"/>
              <a:gd name="connsiteX78" fmla="*/ 72920 w 148070"/>
              <a:gd name="connsiteY78" fmla="*/ 39700 h 148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48070" h="148079">
                <a:moveTo>
                  <a:pt x="48306" y="137714"/>
                </a:moveTo>
                <a:lnTo>
                  <a:pt x="20904" y="137706"/>
                </a:lnTo>
                <a:cubicBezTo>
                  <a:pt x="18073" y="137706"/>
                  <a:pt x="15434" y="136608"/>
                  <a:pt x="13422" y="134605"/>
                </a:cubicBezTo>
                <a:cubicBezTo>
                  <a:pt x="11426" y="132625"/>
                  <a:pt x="10309" y="129926"/>
                  <a:pt x="10321" y="127114"/>
                </a:cubicBezTo>
                <a:lnTo>
                  <a:pt x="10348" y="99739"/>
                </a:lnTo>
                <a:cubicBezTo>
                  <a:pt x="10348" y="96884"/>
                  <a:pt x="8033" y="94569"/>
                  <a:pt x="5178" y="94569"/>
                </a:cubicBezTo>
                <a:cubicBezTo>
                  <a:pt x="2323" y="94569"/>
                  <a:pt x="9" y="96884"/>
                  <a:pt x="9" y="99739"/>
                </a:cubicBezTo>
                <a:lnTo>
                  <a:pt x="0" y="127114"/>
                </a:lnTo>
                <a:cubicBezTo>
                  <a:pt x="0" y="132689"/>
                  <a:pt x="2178" y="137967"/>
                  <a:pt x="6114" y="141913"/>
                </a:cubicBezTo>
                <a:cubicBezTo>
                  <a:pt x="10031" y="145856"/>
                  <a:pt x="15363" y="148068"/>
                  <a:pt x="20922" y="148053"/>
                </a:cubicBezTo>
                <a:lnTo>
                  <a:pt x="48297" y="148071"/>
                </a:lnTo>
                <a:cubicBezTo>
                  <a:pt x="51157" y="148071"/>
                  <a:pt x="53475" y="145752"/>
                  <a:pt x="53475" y="142893"/>
                </a:cubicBezTo>
                <a:cubicBezTo>
                  <a:pt x="53475" y="140033"/>
                  <a:pt x="51157" y="137714"/>
                  <a:pt x="48297" y="137714"/>
                </a:cubicBezTo>
                <a:close/>
                <a:moveTo>
                  <a:pt x="142879" y="94600"/>
                </a:moveTo>
                <a:cubicBezTo>
                  <a:pt x="140027" y="94600"/>
                  <a:pt x="137714" y="96912"/>
                  <a:pt x="137714" y="99765"/>
                </a:cubicBezTo>
                <a:lnTo>
                  <a:pt x="137706" y="127167"/>
                </a:lnTo>
                <a:cubicBezTo>
                  <a:pt x="137706" y="129997"/>
                  <a:pt x="136608" y="132636"/>
                  <a:pt x="134605" y="134648"/>
                </a:cubicBezTo>
                <a:cubicBezTo>
                  <a:pt x="132602" y="136652"/>
                  <a:pt x="129954" y="137749"/>
                  <a:pt x="127114" y="137749"/>
                </a:cubicBezTo>
                <a:lnTo>
                  <a:pt x="99739" y="137723"/>
                </a:lnTo>
                <a:cubicBezTo>
                  <a:pt x="96884" y="137723"/>
                  <a:pt x="94569" y="140038"/>
                  <a:pt x="94569" y="142893"/>
                </a:cubicBezTo>
                <a:cubicBezTo>
                  <a:pt x="94569" y="145747"/>
                  <a:pt x="96884" y="148062"/>
                  <a:pt x="99739" y="148062"/>
                </a:cubicBezTo>
                <a:lnTo>
                  <a:pt x="127123" y="148079"/>
                </a:lnTo>
                <a:cubicBezTo>
                  <a:pt x="132697" y="148079"/>
                  <a:pt x="137950" y="145902"/>
                  <a:pt x="141895" y="141965"/>
                </a:cubicBezTo>
                <a:cubicBezTo>
                  <a:pt x="145839" y="138048"/>
                  <a:pt x="148050" y="132716"/>
                  <a:pt x="148036" y="127158"/>
                </a:cubicBezTo>
                <a:lnTo>
                  <a:pt x="148062" y="99773"/>
                </a:lnTo>
                <a:cubicBezTo>
                  <a:pt x="148062" y="96921"/>
                  <a:pt x="145749" y="94608"/>
                  <a:pt x="142897" y="94608"/>
                </a:cubicBezTo>
                <a:cubicBezTo>
                  <a:pt x="142894" y="94608"/>
                  <a:pt x="142891" y="94608"/>
                  <a:pt x="142888" y="94608"/>
                </a:cubicBezTo>
                <a:close/>
                <a:moveTo>
                  <a:pt x="5191" y="53480"/>
                </a:moveTo>
                <a:cubicBezTo>
                  <a:pt x="8044" y="53480"/>
                  <a:pt x="10356" y="51167"/>
                  <a:pt x="10356" y="48315"/>
                </a:cubicBezTo>
                <a:lnTo>
                  <a:pt x="10365" y="20904"/>
                </a:lnTo>
                <a:cubicBezTo>
                  <a:pt x="10365" y="18073"/>
                  <a:pt x="11462" y="15434"/>
                  <a:pt x="13466" y="13422"/>
                </a:cubicBezTo>
                <a:cubicBezTo>
                  <a:pt x="15469" y="11419"/>
                  <a:pt x="18117" y="10321"/>
                  <a:pt x="20956" y="10321"/>
                </a:cubicBezTo>
                <a:lnTo>
                  <a:pt x="48332" y="10348"/>
                </a:lnTo>
                <a:cubicBezTo>
                  <a:pt x="51187" y="10348"/>
                  <a:pt x="53501" y="8033"/>
                  <a:pt x="53501" y="5178"/>
                </a:cubicBezTo>
                <a:cubicBezTo>
                  <a:pt x="53501" y="2323"/>
                  <a:pt x="51187" y="9"/>
                  <a:pt x="48332" y="9"/>
                </a:cubicBezTo>
                <a:lnTo>
                  <a:pt x="20956" y="0"/>
                </a:lnTo>
                <a:cubicBezTo>
                  <a:pt x="15382" y="0"/>
                  <a:pt x="10130" y="2178"/>
                  <a:pt x="6184" y="6114"/>
                </a:cubicBezTo>
                <a:cubicBezTo>
                  <a:pt x="2240" y="10031"/>
                  <a:pt x="29" y="15363"/>
                  <a:pt x="44" y="20922"/>
                </a:cubicBezTo>
                <a:lnTo>
                  <a:pt x="17" y="48297"/>
                </a:lnTo>
                <a:cubicBezTo>
                  <a:pt x="17" y="51145"/>
                  <a:pt x="2334" y="53462"/>
                  <a:pt x="5191" y="53462"/>
                </a:cubicBezTo>
                <a:close/>
                <a:moveTo>
                  <a:pt x="141956" y="6158"/>
                </a:moveTo>
                <a:cubicBezTo>
                  <a:pt x="138040" y="2214"/>
                  <a:pt x="132707" y="3"/>
                  <a:pt x="127149" y="17"/>
                </a:cubicBezTo>
                <a:lnTo>
                  <a:pt x="99773" y="0"/>
                </a:lnTo>
                <a:cubicBezTo>
                  <a:pt x="96921" y="0"/>
                  <a:pt x="94608" y="2312"/>
                  <a:pt x="94608" y="5165"/>
                </a:cubicBezTo>
                <a:cubicBezTo>
                  <a:pt x="94608" y="8018"/>
                  <a:pt x="96921" y="10330"/>
                  <a:pt x="99773" y="10330"/>
                </a:cubicBezTo>
                <a:lnTo>
                  <a:pt x="127167" y="10374"/>
                </a:lnTo>
                <a:cubicBezTo>
                  <a:pt x="129997" y="10374"/>
                  <a:pt x="132636" y="11471"/>
                  <a:pt x="134648" y="13474"/>
                </a:cubicBezTo>
                <a:cubicBezTo>
                  <a:pt x="136652" y="15478"/>
                  <a:pt x="137749" y="18126"/>
                  <a:pt x="137749" y="20965"/>
                </a:cubicBezTo>
                <a:lnTo>
                  <a:pt x="137706" y="48341"/>
                </a:lnTo>
                <a:cubicBezTo>
                  <a:pt x="137706" y="51196"/>
                  <a:pt x="140020" y="53510"/>
                  <a:pt x="142875" y="53510"/>
                </a:cubicBezTo>
                <a:cubicBezTo>
                  <a:pt x="145730" y="53510"/>
                  <a:pt x="148044" y="51196"/>
                  <a:pt x="148044" y="48341"/>
                </a:cubicBezTo>
                <a:lnTo>
                  <a:pt x="148071" y="20956"/>
                </a:lnTo>
                <a:cubicBezTo>
                  <a:pt x="148071" y="15382"/>
                  <a:pt x="145893" y="10130"/>
                  <a:pt x="141956" y="6158"/>
                </a:cubicBezTo>
                <a:close/>
                <a:moveTo>
                  <a:pt x="107621" y="113553"/>
                </a:moveTo>
                <a:cubicBezTo>
                  <a:pt x="107621" y="116408"/>
                  <a:pt x="109936" y="118722"/>
                  <a:pt x="112791" y="118722"/>
                </a:cubicBezTo>
                <a:cubicBezTo>
                  <a:pt x="115646" y="118722"/>
                  <a:pt x="117960" y="116408"/>
                  <a:pt x="117960" y="113553"/>
                </a:cubicBezTo>
                <a:cubicBezTo>
                  <a:pt x="117990" y="101899"/>
                  <a:pt x="113361" y="90717"/>
                  <a:pt x="105104" y="82493"/>
                </a:cubicBezTo>
                <a:cubicBezTo>
                  <a:pt x="100945" y="78318"/>
                  <a:pt x="95990" y="75021"/>
                  <a:pt x="90532" y="72798"/>
                </a:cubicBezTo>
                <a:cubicBezTo>
                  <a:pt x="95448" y="68040"/>
                  <a:pt x="98220" y="61489"/>
                  <a:pt x="98214" y="54647"/>
                </a:cubicBezTo>
                <a:cubicBezTo>
                  <a:pt x="98214" y="47888"/>
                  <a:pt x="95593" y="41547"/>
                  <a:pt x="90811" y="36774"/>
                </a:cubicBezTo>
                <a:cubicBezTo>
                  <a:pt x="86083" y="32013"/>
                  <a:pt x="79647" y="29341"/>
                  <a:pt x="72938" y="29353"/>
                </a:cubicBezTo>
                <a:cubicBezTo>
                  <a:pt x="58985" y="29377"/>
                  <a:pt x="47677" y="40677"/>
                  <a:pt x="47644" y="54629"/>
                </a:cubicBezTo>
                <a:cubicBezTo>
                  <a:pt x="47613" y="61808"/>
                  <a:pt x="50656" y="68656"/>
                  <a:pt x="56006" y="73443"/>
                </a:cubicBezTo>
                <a:cubicBezTo>
                  <a:pt x="51150" y="75632"/>
                  <a:pt x="46733" y="78683"/>
                  <a:pt x="42967" y="82449"/>
                </a:cubicBezTo>
                <a:cubicBezTo>
                  <a:pt x="34694" y="90664"/>
                  <a:pt x="30058" y="101851"/>
                  <a:pt x="30093" y="113509"/>
                </a:cubicBezTo>
                <a:cubicBezTo>
                  <a:pt x="30093" y="116364"/>
                  <a:pt x="32408" y="118679"/>
                  <a:pt x="35263" y="118679"/>
                </a:cubicBezTo>
                <a:cubicBezTo>
                  <a:pt x="38118" y="118679"/>
                  <a:pt x="40432" y="116364"/>
                  <a:pt x="40432" y="113509"/>
                </a:cubicBezTo>
                <a:cubicBezTo>
                  <a:pt x="40410" y="104598"/>
                  <a:pt x="43954" y="96048"/>
                  <a:pt x="50274" y="89766"/>
                </a:cubicBezTo>
                <a:cubicBezTo>
                  <a:pt x="56557" y="83445"/>
                  <a:pt x="65106" y="79901"/>
                  <a:pt x="74018" y="79923"/>
                </a:cubicBezTo>
                <a:lnTo>
                  <a:pt x="74035" y="79923"/>
                </a:lnTo>
                <a:cubicBezTo>
                  <a:pt x="82950" y="79899"/>
                  <a:pt x="91503" y="83443"/>
                  <a:pt x="97788" y="89766"/>
                </a:cubicBezTo>
                <a:cubicBezTo>
                  <a:pt x="104102" y="96069"/>
                  <a:pt x="107644" y="104630"/>
                  <a:pt x="107630" y="113553"/>
                </a:cubicBezTo>
                <a:close/>
                <a:moveTo>
                  <a:pt x="72920" y="39700"/>
                </a:moveTo>
                <a:cubicBezTo>
                  <a:pt x="76927" y="39700"/>
                  <a:pt x="80672" y="41251"/>
                  <a:pt x="83503" y="44090"/>
                </a:cubicBezTo>
                <a:cubicBezTo>
                  <a:pt x="86334" y="46921"/>
                  <a:pt x="87884" y="50684"/>
                  <a:pt x="87884" y="54673"/>
                </a:cubicBezTo>
                <a:cubicBezTo>
                  <a:pt x="87884" y="58662"/>
                  <a:pt x="86334" y="62425"/>
                  <a:pt x="83503" y="65247"/>
                </a:cubicBezTo>
                <a:cubicBezTo>
                  <a:pt x="77654" y="71078"/>
                  <a:pt x="68185" y="71063"/>
                  <a:pt x="62353" y="65214"/>
                </a:cubicBezTo>
                <a:cubicBezTo>
                  <a:pt x="56522" y="59364"/>
                  <a:pt x="56537" y="49895"/>
                  <a:pt x="62387" y="44064"/>
                </a:cubicBezTo>
                <a:cubicBezTo>
                  <a:pt x="65184" y="41275"/>
                  <a:pt x="68971" y="39707"/>
                  <a:pt x="72920" y="39700"/>
                </a:cubicBezTo>
                <a:close/>
              </a:path>
            </a:pathLst>
          </a:custGeom>
          <a:solidFill>
            <a:schemeClr val="accent1"/>
          </a:solidFill>
          <a:ln w="140" cap="flat">
            <a:noFill/>
            <a:prstDash val="solid"/>
            <a:miter/>
          </a:ln>
        </p:spPr>
        <p:txBody>
          <a:bodyPr rtlCol="0" anchor="ctr"/>
          <a:lstStyle/>
          <a:p>
            <a:endParaRPr lang="zh-CN" altLang="en-US"/>
          </a:p>
        </p:txBody>
      </p:sp>
      <p:sp>
        <p:nvSpPr>
          <p:cNvPr id="212" name="椭圆 211">
            <a:extLst>
              <a:ext uri="{FF2B5EF4-FFF2-40B4-BE49-F238E27FC236}">
                <a16:creationId xmlns:a16="http://schemas.microsoft.com/office/drawing/2014/main" id="{DE8DBE44-3B85-3099-6108-468B7C5085ED}"/>
              </a:ext>
            </a:extLst>
          </p:cNvPr>
          <p:cNvSpPr/>
          <p:nvPr/>
        </p:nvSpPr>
        <p:spPr>
          <a:xfrm>
            <a:off x="1171218" y="2911403"/>
            <a:ext cx="1238136" cy="1238136"/>
          </a:xfrm>
          <a:prstGeom prst="ellipse">
            <a:avLst/>
          </a:prstGeom>
          <a:gradFill flip="none" rotWithShape="1">
            <a:gsLst>
              <a:gs pos="50000">
                <a:schemeClr val="accent1">
                  <a:alpha val="0"/>
                </a:schemeClr>
              </a:gs>
              <a:gs pos="100000">
                <a:schemeClr val="accent1">
                  <a:alpha val="45000"/>
                </a:schemeClr>
              </a:gs>
            </a:gsLst>
            <a:path path="circl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v</a:t>
            </a:r>
            <a:endParaRPr lang="zh-CN" altLang="en-US" dirty="0"/>
          </a:p>
        </p:txBody>
      </p:sp>
      <p:sp>
        <p:nvSpPr>
          <p:cNvPr id="213" name="椭圆 212">
            <a:extLst>
              <a:ext uri="{FF2B5EF4-FFF2-40B4-BE49-F238E27FC236}">
                <a16:creationId xmlns:a16="http://schemas.microsoft.com/office/drawing/2014/main" id="{64FE2DBF-D26D-1D41-0135-898FE2CAF786}"/>
              </a:ext>
            </a:extLst>
          </p:cNvPr>
          <p:cNvSpPr/>
          <p:nvPr/>
        </p:nvSpPr>
        <p:spPr>
          <a:xfrm>
            <a:off x="1317798" y="3057984"/>
            <a:ext cx="944976" cy="944974"/>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400" b="1">
              <a:solidFill>
                <a:schemeClr val="tx1"/>
              </a:solidFill>
              <a:latin typeface="+mj-ea"/>
              <a:ea typeface="+mj-ea"/>
            </a:endParaRPr>
          </a:p>
        </p:txBody>
      </p:sp>
      <p:sp>
        <p:nvSpPr>
          <p:cNvPr id="84" name="文本框 83">
            <a:extLst>
              <a:ext uri="{FF2B5EF4-FFF2-40B4-BE49-F238E27FC236}">
                <a16:creationId xmlns:a16="http://schemas.microsoft.com/office/drawing/2014/main" id="{6DD3878C-D195-FFB9-82FC-8B01BFE5FE09}"/>
              </a:ext>
            </a:extLst>
          </p:cNvPr>
          <p:cNvSpPr txBox="1"/>
          <p:nvPr/>
        </p:nvSpPr>
        <p:spPr>
          <a:xfrm>
            <a:off x="1474362" y="3238084"/>
            <a:ext cx="595035" cy="584775"/>
          </a:xfrm>
          <a:prstGeom prst="rect">
            <a:avLst/>
          </a:prstGeom>
          <a:noFill/>
        </p:spPr>
        <p:txBody>
          <a:bodyPr wrap="none" rtlCol="0">
            <a:spAutoFit/>
          </a:bodyPr>
          <a:lstStyle/>
          <a:p>
            <a:pPr algn="ctr"/>
            <a:r>
              <a:rPr lang="zh-CN" altLang="en-US" sz="1600" b="1" dirty="0">
                <a:latin typeface="+mn-ea"/>
              </a:rPr>
              <a:t>产业</a:t>
            </a:r>
            <a:endParaRPr lang="en-US" altLang="zh-CN" sz="1600" b="1" dirty="0">
              <a:latin typeface="+mn-ea"/>
            </a:endParaRPr>
          </a:p>
          <a:p>
            <a:pPr algn="ctr"/>
            <a:r>
              <a:rPr lang="zh-CN" altLang="en-US" sz="1600" b="1" dirty="0">
                <a:latin typeface="+mn-ea"/>
              </a:rPr>
              <a:t>互联</a:t>
            </a:r>
            <a:endParaRPr lang="en-US" altLang="zh-CN" sz="1600" b="1" dirty="0">
              <a:latin typeface="+mn-ea"/>
            </a:endParaRPr>
          </a:p>
        </p:txBody>
      </p:sp>
      <p:sp>
        <p:nvSpPr>
          <p:cNvPr id="215" name="椭圆 214">
            <a:extLst>
              <a:ext uri="{FF2B5EF4-FFF2-40B4-BE49-F238E27FC236}">
                <a16:creationId xmlns:a16="http://schemas.microsoft.com/office/drawing/2014/main" id="{28B37954-1621-4471-7544-E7ADCD04DBFE}"/>
              </a:ext>
            </a:extLst>
          </p:cNvPr>
          <p:cNvSpPr/>
          <p:nvPr/>
        </p:nvSpPr>
        <p:spPr>
          <a:xfrm>
            <a:off x="9932075" y="2911403"/>
            <a:ext cx="1238136" cy="1238136"/>
          </a:xfrm>
          <a:prstGeom prst="ellipse">
            <a:avLst/>
          </a:prstGeom>
          <a:gradFill flip="none" rotWithShape="1">
            <a:gsLst>
              <a:gs pos="50000">
                <a:schemeClr val="accent1">
                  <a:alpha val="0"/>
                </a:schemeClr>
              </a:gs>
              <a:gs pos="100000">
                <a:schemeClr val="accent1">
                  <a:alpha val="45000"/>
                </a:schemeClr>
              </a:gs>
            </a:gsLst>
            <a:path path="circl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v</a:t>
            </a:r>
            <a:endParaRPr lang="zh-CN" altLang="en-US" dirty="0"/>
          </a:p>
        </p:txBody>
      </p:sp>
      <p:sp>
        <p:nvSpPr>
          <p:cNvPr id="216" name="椭圆 215">
            <a:extLst>
              <a:ext uri="{FF2B5EF4-FFF2-40B4-BE49-F238E27FC236}">
                <a16:creationId xmlns:a16="http://schemas.microsoft.com/office/drawing/2014/main" id="{58D07BA3-34AF-26D7-3CEA-B1C0ED66754B}"/>
              </a:ext>
            </a:extLst>
          </p:cNvPr>
          <p:cNvSpPr/>
          <p:nvPr/>
        </p:nvSpPr>
        <p:spPr>
          <a:xfrm>
            <a:off x="10092146" y="3057984"/>
            <a:ext cx="944976" cy="944974"/>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400" b="1">
              <a:solidFill>
                <a:schemeClr val="tx1"/>
              </a:solidFill>
              <a:latin typeface="+mj-ea"/>
              <a:ea typeface="+mj-ea"/>
            </a:endParaRPr>
          </a:p>
        </p:txBody>
      </p:sp>
      <p:sp>
        <p:nvSpPr>
          <p:cNvPr id="217" name="文本框 216">
            <a:extLst>
              <a:ext uri="{FF2B5EF4-FFF2-40B4-BE49-F238E27FC236}">
                <a16:creationId xmlns:a16="http://schemas.microsoft.com/office/drawing/2014/main" id="{AD3A5C59-8689-048C-EB72-A477976EF292}"/>
              </a:ext>
            </a:extLst>
          </p:cNvPr>
          <p:cNvSpPr txBox="1"/>
          <p:nvPr/>
        </p:nvSpPr>
        <p:spPr>
          <a:xfrm>
            <a:off x="10248709" y="3238084"/>
            <a:ext cx="595035" cy="584775"/>
          </a:xfrm>
          <a:prstGeom prst="rect">
            <a:avLst/>
          </a:prstGeom>
          <a:noFill/>
        </p:spPr>
        <p:txBody>
          <a:bodyPr wrap="none" rtlCol="0">
            <a:spAutoFit/>
          </a:bodyPr>
          <a:lstStyle/>
          <a:p>
            <a:pPr algn="ctr"/>
            <a:r>
              <a:rPr lang="zh-CN" altLang="en-US" sz="1600" b="1" dirty="0">
                <a:latin typeface="+mn-ea"/>
              </a:rPr>
              <a:t>消费</a:t>
            </a:r>
            <a:endParaRPr lang="en-US" altLang="zh-CN" sz="1600" b="1" dirty="0">
              <a:latin typeface="+mn-ea"/>
            </a:endParaRPr>
          </a:p>
          <a:p>
            <a:pPr algn="ctr"/>
            <a:r>
              <a:rPr lang="zh-CN" altLang="en-US" sz="1600" b="1" dirty="0">
                <a:latin typeface="+mn-ea"/>
              </a:rPr>
              <a:t>互联</a:t>
            </a:r>
            <a:endParaRPr lang="en-US" altLang="zh-CN" sz="1600" b="1" dirty="0">
              <a:latin typeface="+mn-ea"/>
            </a:endParaRPr>
          </a:p>
        </p:txBody>
      </p:sp>
      <p:grpSp>
        <p:nvGrpSpPr>
          <p:cNvPr id="218" name="组合 217">
            <a:extLst>
              <a:ext uri="{FF2B5EF4-FFF2-40B4-BE49-F238E27FC236}">
                <a16:creationId xmlns:a16="http://schemas.microsoft.com/office/drawing/2014/main" id="{B1FC67AC-6261-43B5-0DE1-6BF3036AC0F6}"/>
              </a:ext>
            </a:extLst>
          </p:cNvPr>
          <p:cNvGrpSpPr/>
          <p:nvPr/>
        </p:nvGrpSpPr>
        <p:grpSpPr>
          <a:xfrm>
            <a:off x="9159430" y="3366770"/>
            <a:ext cx="524100" cy="286141"/>
            <a:chOff x="9888649" y="2057303"/>
            <a:chExt cx="507355" cy="276999"/>
          </a:xfrm>
          <a:gradFill flip="none" rotWithShape="1">
            <a:gsLst>
              <a:gs pos="0">
                <a:schemeClr val="accent1"/>
              </a:gs>
              <a:gs pos="100000">
                <a:schemeClr val="accent1">
                  <a:lumMod val="60000"/>
                  <a:lumOff val="40000"/>
                  <a:alpha val="0"/>
                </a:schemeClr>
              </a:gs>
            </a:gsLst>
            <a:lin ang="10800000" scaled="1"/>
            <a:tileRect/>
          </a:gradFill>
        </p:grpSpPr>
        <p:sp>
          <p:nvSpPr>
            <p:cNvPr id="219" name="箭头: V 形 83">
              <a:extLst>
                <a:ext uri="{FF2B5EF4-FFF2-40B4-BE49-F238E27FC236}">
                  <a16:creationId xmlns:a16="http://schemas.microsoft.com/office/drawing/2014/main" id="{C038D82C-CF57-2898-DF29-697D7BD9C1F7}"/>
                </a:ext>
              </a:extLst>
            </p:cNvPr>
            <p:cNvSpPr/>
            <p:nvPr/>
          </p:nvSpPr>
          <p:spPr>
            <a:xfrm>
              <a:off x="9888649" y="2057303"/>
              <a:ext cx="276999" cy="276999"/>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2876" dirty="0">
                <a:solidFill>
                  <a:srgbClr val="000000"/>
                </a:solidFill>
                <a:latin typeface="+mn-ea"/>
                <a:cs typeface="OPPOSans M"/>
                <a:sym typeface="+mn-lt"/>
              </a:endParaRPr>
            </a:p>
          </p:txBody>
        </p:sp>
        <p:sp>
          <p:nvSpPr>
            <p:cNvPr id="220" name="箭头: V 形 84">
              <a:extLst>
                <a:ext uri="{FF2B5EF4-FFF2-40B4-BE49-F238E27FC236}">
                  <a16:creationId xmlns:a16="http://schemas.microsoft.com/office/drawing/2014/main" id="{7C241B4A-F5FA-CEFC-86EE-4B3993D72DFD}"/>
                </a:ext>
              </a:extLst>
            </p:cNvPr>
            <p:cNvSpPr/>
            <p:nvPr/>
          </p:nvSpPr>
          <p:spPr>
            <a:xfrm>
              <a:off x="10119005" y="2057303"/>
              <a:ext cx="276999" cy="276999"/>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2876">
                <a:solidFill>
                  <a:srgbClr val="000000"/>
                </a:solidFill>
                <a:latin typeface="+mn-ea"/>
                <a:cs typeface="OPPOSans M"/>
                <a:sym typeface="+mn-lt"/>
              </a:endParaRPr>
            </a:p>
          </p:txBody>
        </p:sp>
      </p:grpSp>
      <p:grpSp>
        <p:nvGrpSpPr>
          <p:cNvPr id="221" name="组合 220">
            <a:extLst>
              <a:ext uri="{FF2B5EF4-FFF2-40B4-BE49-F238E27FC236}">
                <a16:creationId xmlns:a16="http://schemas.microsoft.com/office/drawing/2014/main" id="{DA278887-EF29-15B5-E4CD-9FFBE76621BE}"/>
              </a:ext>
            </a:extLst>
          </p:cNvPr>
          <p:cNvGrpSpPr/>
          <p:nvPr/>
        </p:nvGrpSpPr>
        <p:grpSpPr>
          <a:xfrm>
            <a:off x="2529835" y="3385496"/>
            <a:ext cx="529334" cy="286141"/>
            <a:chOff x="1849551" y="2043230"/>
            <a:chExt cx="512422" cy="276999"/>
          </a:xfrm>
          <a:gradFill flip="none" rotWithShape="1">
            <a:gsLst>
              <a:gs pos="0">
                <a:schemeClr val="accent1"/>
              </a:gs>
              <a:gs pos="100000">
                <a:schemeClr val="accent1">
                  <a:lumMod val="60000"/>
                  <a:lumOff val="40000"/>
                  <a:alpha val="0"/>
                </a:schemeClr>
              </a:gs>
            </a:gsLst>
            <a:lin ang="0" scaled="1"/>
            <a:tileRect/>
          </a:gradFill>
        </p:grpSpPr>
        <p:sp>
          <p:nvSpPr>
            <p:cNvPr id="222" name="箭头: V 形 86">
              <a:extLst>
                <a:ext uri="{FF2B5EF4-FFF2-40B4-BE49-F238E27FC236}">
                  <a16:creationId xmlns:a16="http://schemas.microsoft.com/office/drawing/2014/main" id="{B8BB188F-84C1-57D5-BD87-70D6C5B9A7C3}"/>
                </a:ext>
              </a:extLst>
            </p:cNvPr>
            <p:cNvSpPr/>
            <p:nvPr/>
          </p:nvSpPr>
          <p:spPr>
            <a:xfrm flipH="1">
              <a:off x="1849551" y="2043230"/>
              <a:ext cx="276999" cy="276999"/>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2876" dirty="0">
                <a:solidFill>
                  <a:srgbClr val="000000"/>
                </a:solidFill>
                <a:latin typeface="+mn-ea"/>
                <a:cs typeface="OPPOSans M"/>
                <a:sym typeface="+mn-lt"/>
              </a:endParaRPr>
            </a:p>
          </p:txBody>
        </p:sp>
        <p:sp>
          <p:nvSpPr>
            <p:cNvPr id="223" name="箭头: V 形 88">
              <a:extLst>
                <a:ext uri="{FF2B5EF4-FFF2-40B4-BE49-F238E27FC236}">
                  <a16:creationId xmlns:a16="http://schemas.microsoft.com/office/drawing/2014/main" id="{3D59E326-7CBF-1F4F-F471-18EA93F4A3F1}"/>
                </a:ext>
              </a:extLst>
            </p:cNvPr>
            <p:cNvSpPr/>
            <p:nvPr/>
          </p:nvSpPr>
          <p:spPr>
            <a:xfrm flipH="1">
              <a:off x="2084974" y="2043230"/>
              <a:ext cx="276999" cy="276999"/>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2876">
                <a:solidFill>
                  <a:srgbClr val="000000"/>
                </a:solidFill>
                <a:latin typeface="+mn-ea"/>
                <a:cs typeface="OPPOSans M"/>
                <a:sym typeface="+mn-lt"/>
              </a:endParaRPr>
            </a:p>
          </p:txBody>
        </p:sp>
      </p:grpSp>
      <p:sp>
        <p:nvSpPr>
          <p:cNvPr id="85" name="文本框 84">
            <a:extLst>
              <a:ext uri="{FF2B5EF4-FFF2-40B4-BE49-F238E27FC236}">
                <a16:creationId xmlns:a16="http://schemas.microsoft.com/office/drawing/2014/main" id="{B6D6EFE3-A588-20A6-A4DD-FB5873897358}"/>
              </a:ext>
            </a:extLst>
          </p:cNvPr>
          <p:cNvSpPr txBox="1"/>
          <p:nvPr/>
        </p:nvSpPr>
        <p:spPr>
          <a:xfrm>
            <a:off x="5695890" y="2478669"/>
            <a:ext cx="800219" cy="338554"/>
          </a:xfrm>
          <a:prstGeom prst="rect">
            <a:avLst/>
          </a:prstGeom>
          <a:noFill/>
        </p:spPr>
        <p:txBody>
          <a:bodyPr wrap="none" rtlCol="0">
            <a:spAutoFit/>
          </a:bodyPr>
          <a:lstStyle/>
          <a:p>
            <a:pPr algn="ctr"/>
            <a:r>
              <a:rPr lang="zh-CN" altLang="en-US" sz="1600" b="1" dirty="0">
                <a:solidFill>
                  <a:schemeClr val="accent2"/>
                </a:solidFill>
              </a:rPr>
              <a:t>全链路</a:t>
            </a:r>
          </a:p>
        </p:txBody>
      </p:sp>
      <p:sp>
        <p:nvSpPr>
          <p:cNvPr id="81" name="椭圆 80">
            <a:extLst>
              <a:ext uri="{FF2B5EF4-FFF2-40B4-BE49-F238E27FC236}">
                <a16:creationId xmlns:a16="http://schemas.microsoft.com/office/drawing/2014/main" id="{BDA97B16-2511-7CB2-B7AD-DA32567F8339}"/>
              </a:ext>
            </a:extLst>
          </p:cNvPr>
          <p:cNvSpPr/>
          <p:nvPr/>
        </p:nvSpPr>
        <p:spPr>
          <a:xfrm>
            <a:off x="3619167" y="2388804"/>
            <a:ext cx="4953666" cy="444217"/>
          </a:xfrm>
          <a:prstGeom prst="ellipse">
            <a:avLst/>
          </a:prstGeom>
          <a:noFill/>
          <a:ln w="9525">
            <a:gradFill>
              <a:gsLst>
                <a:gs pos="15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9" name="椭圆 78">
            <a:extLst>
              <a:ext uri="{FF2B5EF4-FFF2-40B4-BE49-F238E27FC236}">
                <a16:creationId xmlns:a16="http://schemas.microsoft.com/office/drawing/2014/main" id="{84A37B2D-E43C-1536-4B25-0D688015067E}"/>
              </a:ext>
            </a:extLst>
          </p:cNvPr>
          <p:cNvSpPr/>
          <p:nvPr/>
        </p:nvSpPr>
        <p:spPr>
          <a:xfrm>
            <a:off x="3793067" y="4279901"/>
            <a:ext cx="4605866" cy="493524"/>
          </a:xfrm>
          <a:prstGeom prst="ellipse">
            <a:avLst/>
          </a:prstGeom>
          <a:no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8" name="文本框 137">
            <a:extLst>
              <a:ext uri="{FF2B5EF4-FFF2-40B4-BE49-F238E27FC236}">
                <a16:creationId xmlns:a16="http://schemas.microsoft.com/office/drawing/2014/main" id="{B149970D-D066-64EB-8C37-040D4ED205EB}"/>
              </a:ext>
            </a:extLst>
          </p:cNvPr>
          <p:cNvSpPr txBox="1"/>
          <p:nvPr/>
        </p:nvSpPr>
        <p:spPr>
          <a:xfrm>
            <a:off x="5613125" y="4306362"/>
            <a:ext cx="1415772" cy="338554"/>
          </a:xfrm>
          <a:prstGeom prst="rect">
            <a:avLst/>
          </a:prstGeom>
          <a:noFill/>
        </p:spPr>
        <p:txBody>
          <a:bodyPr wrap="none" rtlCol="0">
            <a:spAutoFit/>
          </a:bodyPr>
          <a:lstStyle/>
          <a:p>
            <a:pPr algn="ctr"/>
            <a:r>
              <a:rPr lang="zh-CN" altLang="en-US" sz="1600" b="1" dirty="0">
                <a:solidFill>
                  <a:schemeClr val="accent1"/>
                </a:solidFill>
              </a:rPr>
              <a:t>供应链一体化</a:t>
            </a:r>
          </a:p>
        </p:txBody>
      </p:sp>
      <p:sp>
        <p:nvSpPr>
          <p:cNvPr id="141" name="图形 139">
            <a:extLst>
              <a:ext uri="{FF2B5EF4-FFF2-40B4-BE49-F238E27FC236}">
                <a16:creationId xmlns:a16="http://schemas.microsoft.com/office/drawing/2014/main" id="{8A4D6DD1-665D-E5EB-9A8D-8D4453B8FF0E}"/>
              </a:ext>
            </a:extLst>
          </p:cNvPr>
          <p:cNvSpPr/>
          <p:nvPr/>
        </p:nvSpPr>
        <p:spPr>
          <a:xfrm>
            <a:off x="5299492" y="4325798"/>
            <a:ext cx="264160" cy="248620"/>
          </a:xfrm>
          <a:custGeom>
            <a:avLst/>
            <a:gdLst>
              <a:gd name="connsiteX0" fmla="*/ 202253 w 1146101"/>
              <a:gd name="connsiteY0" fmla="*/ 674177 h 1078683"/>
              <a:gd name="connsiteX1" fmla="*/ 404506 w 1146101"/>
              <a:gd name="connsiteY1" fmla="*/ 876430 h 1078683"/>
              <a:gd name="connsiteX2" fmla="*/ 202253 w 1146101"/>
              <a:gd name="connsiteY2" fmla="*/ 1078683 h 1078683"/>
              <a:gd name="connsiteX3" fmla="*/ 0 w 1146101"/>
              <a:gd name="connsiteY3" fmla="*/ 876430 h 1078683"/>
              <a:gd name="connsiteX4" fmla="*/ 202253 w 1146101"/>
              <a:gd name="connsiteY4" fmla="*/ 674177 h 1078683"/>
              <a:gd name="connsiteX5" fmla="*/ 943848 w 1146101"/>
              <a:gd name="connsiteY5" fmla="*/ 674177 h 1078683"/>
              <a:gd name="connsiteX6" fmla="*/ 1146101 w 1146101"/>
              <a:gd name="connsiteY6" fmla="*/ 876430 h 1078683"/>
              <a:gd name="connsiteX7" fmla="*/ 943848 w 1146101"/>
              <a:gd name="connsiteY7" fmla="*/ 1078683 h 1078683"/>
              <a:gd name="connsiteX8" fmla="*/ 741595 w 1146101"/>
              <a:gd name="connsiteY8" fmla="*/ 876430 h 1078683"/>
              <a:gd name="connsiteX9" fmla="*/ 943848 w 1146101"/>
              <a:gd name="connsiteY9" fmla="*/ 674177 h 1078683"/>
              <a:gd name="connsiteX10" fmla="*/ 467205 w 1146101"/>
              <a:gd name="connsiteY10" fmla="*/ 926859 h 1078683"/>
              <a:gd name="connsiteX11" fmla="*/ 573051 w 1146101"/>
              <a:gd name="connsiteY11" fmla="*/ 943848 h 1078683"/>
              <a:gd name="connsiteX12" fmla="*/ 678896 w 1146101"/>
              <a:gd name="connsiteY12" fmla="*/ 926893 h 1078683"/>
              <a:gd name="connsiteX13" fmla="*/ 716178 w 1146101"/>
              <a:gd name="connsiteY13" fmla="*/ 1021041 h 1078683"/>
              <a:gd name="connsiteX14" fmla="*/ 711560 w 1146101"/>
              <a:gd name="connsiteY14" fmla="*/ 1022626 h 1078683"/>
              <a:gd name="connsiteX15" fmla="*/ 573051 w 1146101"/>
              <a:gd name="connsiteY15" fmla="*/ 1044975 h 1078683"/>
              <a:gd name="connsiteX16" fmla="*/ 429889 w 1146101"/>
              <a:gd name="connsiteY16" fmla="*/ 1021041 h 1078683"/>
              <a:gd name="connsiteX17" fmla="*/ 467205 w 1146101"/>
              <a:gd name="connsiteY17" fmla="*/ 926859 h 1078683"/>
              <a:gd name="connsiteX18" fmla="*/ 202253 w 1146101"/>
              <a:gd name="connsiteY18" fmla="*/ 775304 h 1078683"/>
              <a:gd name="connsiteX19" fmla="*/ 101127 w 1146101"/>
              <a:gd name="connsiteY19" fmla="*/ 876430 h 1078683"/>
              <a:gd name="connsiteX20" fmla="*/ 202253 w 1146101"/>
              <a:gd name="connsiteY20" fmla="*/ 977557 h 1078683"/>
              <a:gd name="connsiteX21" fmla="*/ 303380 w 1146101"/>
              <a:gd name="connsiteY21" fmla="*/ 876430 h 1078683"/>
              <a:gd name="connsiteX22" fmla="*/ 202253 w 1146101"/>
              <a:gd name="connsiteY22" fmla="*/ 775304 h 1078683"/>
              <a:gd name="connsiteX23" fmla="*/ 943848 w 1146101"/>
              <a:gd name="connsiteY23" fmla="*/ 775304 h 1078683"/>
              <a:gd name="connsiteX24" fmla="*/ 842721 w 1146101"/>
              <a:gd name="connsiteY24" fmla="*/ 876430 h 1078683"/>
              <a:gd name="connsiteX25" fmla="*/ 943848 w 1146101"/>
              <a:gd name="connsiteY25" fmla="*/ 977557 h 1078683"/>
              <a:gd name="connsiteX26" fmla="*/ 1044975 w 1146101"/>
              <a:gd name="connsiteY26" fmla="*/ 876430 h 1078683"/>
              <a:gd name="connsiteX27" fmla="*/ 943848 w 1146101"/>
              <a:gd name="connsiteY27" fmla="*/ 775304 h 1078683"/>
              <a:gd name="connsiteX28" fmla="*/ 308975 w 1146101"/>
              <a:gd name="connsiteY28" fmla="*/ 256996 h 1078683"/>
              <a:gd name="connsiteX29" fmla="*/ 350100 w 1146101"/>
              <a:gd name="connsiteY29" fmla="*/ 353977 h 1078683"/>
              <a:gd name="connsiteX30" fmla="*/ 344167 w 1146101"/>
              <a:gd name="connsiteY30" fmla="*/ 359269 h 1078683"/>
              <a:gd name="connsiteX31" fmla="*/ 235962 w 1146101"/>
              <a:gd name="connsiteY31" fmla="*/ 606759 h 1078683"/>
              <a:gd name="connsiteX32" fmla="*/ 236029 w 1146101"/>
              <a:gd name="connsiteY32" fmla="*/ 608849 h 1078683"/>
              <a:gd name="connsiteX33" fmla="*/ 134903 w 1146101"/>
              <a:gd name="connsiteY33" fmla="*/ 615254 h 1078683"/>
              <a:gd name="connsiteX34" fmla="*/ 308975 w 1146101"/>
              <a:gd name="connsiteY34" fmla="*/ 257030 h 1078683"/>
              <a:gd name="connsiteX35" fmla="*/ 837160 w 1146101"/>
              <a:gd name="connsiteY35" fmla="*/ 257064 h 1078683"/>
              <a:gd name="connsiteX36" fmla="*/ 1011266 w 1146101"/>
              <a:gd name="connsiteY36" fmla="*/ 606759 h 1078683"/>
              <a:gd name="connsiteX37" fmla="*/ 1011165 w 1146101"/>
              <a:gd name="connsiteY37" fmla="*/ 615220 h 1078683"/>
              <a:gd name="connsiteX38" fmla="*/ 910139 w 1146101"/>
              <a:gd name="connsiteY38" fmla="*/ 608849 h 1078683"/>
              <a:gd name="connsiteX39" fmla="*/ 910139 w 1146101"/>
              <a:gd name="connsiteY39" fmla="*/ 606759 h 1078683"/>
              <a:gd name="connsiteX40" fmla="*/ 796035 w 1146101"/>
              <a:gd name="connsiteY40" fmla="*/ 353943 h 1078683"/>
              <a:gd name="connsiteX41" fmla="*/ 837159 w 1146101"/>
              <a:gd name="connsiteY41" fmla="*/ 257064 h 1078683"/>
              <a:gd name="connsiteX42" fmla="*/ 573051 w 1146101"/>
              <a:gd name="connsiteY42" fmla="*/ 0 h 1078683"/>
              <a:gd name="connsiteX43" fmla="*/ 775304 w 1146101"/>
              <a:gd name="connsiteY43" fmla="*/ 202253 h 1078683"/>
              <a:gd name="connsiteX44" fmla="*/ 573051 w 1146101"/>
              <a:gd name="connsiteY44" fmla="*/ 404506 h 1078683"/>
              <a:gd name="connsiteX45" fmla="*/ 370797 w 1146101"/>
              <a:gd name="connsiteY45" fmla="*/ 202253 h 1078683"/>
              <a:gd name="connsiteX46" fmla="*/ 573051 w 1146101"/>
              <a:gd name="connsiteY46" fmla="*/ 0 h 1078683"/>
              <a:gd name="connsiteX47" fmla="*/ 573051 w 1146101"/>
              <a:gd name="connsiteY47" fmla="*/ 101127 h 1078683"/>
              <a:gd name="connsiteX48" fmla="*/ 471924 w 1146101"/>
              <a:gd name="connsiteY48" fmla="*/ 202253 h 1078683"/>
              <a:gd name="connsiteX49" fmla="*/ 573051 w 1146101"/>
              <a:gd name="connsiteY49" fmla="*/ 303380 h 1078683"/>
              <a:gd name="connsiteX50" fmla="*/ 674177 w 1146101"/>
              <a:gd name="connsiteY50" fmla="*/ 202253 h 1078683"/>
              <a:gd name="connsiteX51" fmla="*/ 573051 w 1146101"/>
              <a:gd name="connsiteY51" fmla="*/ 101127 h 1078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146101" h="1078683">
                <a:moveTo>
                  <a:pt x="202253" y="674177"/>
                </a:moveTo>
                <a:cubicBezTo>
                  <a:pt x="313954" y="674177"/>
                  <a:pt x="404506" y="764729"/>
                  <a:pt x="404506" y="876430"/>
                </a:cubicBezTo>
                <a:cubicBezTo>
                  <a:pt x="404506" y="988132"/>
                  <a:pt x="313954" y="1078683"/>
                  <a:pt x="202253" y="1078683"/>
                </a:cubicBezTo>
                <a:cubicBezTo>
                  <a:pt x="90552" y="1078683"/>
                  <a:pt x="0" y="988132"/>
                  <a:pt x="0" y="876430"/>
                </a:cubicBezTo>
                <a:cubicBezTo>
                  <a:pt x="0" y="764729"/>
                  <a:pt x="90552" y="674177"/>
                  <a:pt x="202253" y="674177"/>
                </a:cubicBezTo>
                <a:close/>
                <a:moveTo>
                  <a:pt x="943848" y="674177"/>
                </a:moveTo>
                <a:cubicBezTo>
                  <a:pt x="1055549" y="674177"/>
                  <a:pt x="1146101" y="764729"/>
                  <a:pt x="1146101" y="876430"/>
                </a:cubicBezTo>
                <a:cubicBezTo>
                  <a:pt x="1146101" y="988132"/>
                  <a:pt x="1055549" y="1078683"/>
                  <a:pt x="943848" y="1078683"/>
                </a:cubicBezTo>
                <a:cubicBezTo>
                  <a:pt x="832147" y="1078683"/>
                  <a:pt x="741595" y="988132"/>
                  <a:pt x="741595" y="876430"/>
                </a:cubicBezTo>
                <a:cubicBezTo>
                  <a:pt x="741595" y="764729"/>
                  <a:pt x="832147" y="674177"/>
                  <a:pt x="943848" y="674177"/>
                </a:cubicBezTo>
                <a:close/>
                <a:moveTo>
                  <a:pt x="467205" y="926859"/>
                </a:moveTo>
                <a:cubicBezTo>
                  <a:pt x="501350" y="938149"/>
                  <a:pt x="537087" y="943885"/>
                  <a:pt x="573051" y="943848"/>
                </a:cubicBezTo>
                <a:cubicBezTo>
                  <a:pt x="609012" y="943884"/>
                  <a:pt x="644746" y="938160"/>
                  <a:pt x="678896" y="926893"/>
                </a:cubicBezTo>
                <a:cubicBezTo>
                  <a:pt x="685232" y="960358"/>
                  <a:pt x="697885" y="992311"/>
                  <a:pt x="716178" y="1021041"/>
                </a:cubicBezTo>
                <a:lnTo>
                  <a:pt x="711560" y="1022626"/>
                </a:lnTo>
                <a:cubicBezTo>
                  <a:pt x="668042" y="1037120"/>
                  <a:pt x="621457" y="1044975"/>
                  <a:pt x="573051" y="1044975"/>
                </a:cubicBezTo>
                <a:cubicBezTo>
                  <a:pt x="522926" y="1044975"/>
                  <a:pt x="474756" y="1036547"/>
                  <a:pt x="429889" y="1021041"/>
                </a:cubicBezTo>
                <a:cubicBezTo>
                  <a:pt x="448198" y="992303"/>
                  <a:pt x="460862" y="960338"/>
                  <a:pt x="467205" y="926859"/>
                </a:cubicBezTo>
                <a:close/>
                <a:moveTo>
                  <a:pt x="202253" y="775304"/>
                </a:moveTo>
                <a:cubicBezTo>
                  <a:pt x="146402" y="775304"/>
                  <a:pt x="101127" y="820580"/>
                  <a:pt x="101127" y="876430"/>
                </a:cubicBezTo>
                <a:cubicBezTo>
                  <a:pt x="101127" y="932281"/>
                  <a:pt x="146402" y="977557"/>
                  <a:pt x="202253" y="977557"/>
                </a:cubicBezTo>
                <a:cubicBezTo>
                  <a:pt x="258104" y="977557"/>
                  <a:pt x="303380" y="932281"/>
                  <a:pt x="303380" y="876430"/>
                </a:cubicBezTo>
                <a:cubicBezTo>
                  <a:pt x="303380" y="820580"/>
                  <a:pt x="258104" y="775304"/>
                  <a:pt x="202253" y="775304"/>
                </a:cubicBezTo>
                <a:close/>
                <a:moveTo>
                  <a:pt x="943848" y="775304"/>
                </a:moveTo>
                <a:cubicBezTo>
                  <a:pt x="887997" y="775304"/>
                  <a:pt x="842721" y="820580"/>
                  <a:pt x="842721" y="876430"/>
                </a:cubicBezTo>
                <a:cubicBezTo>
                  <a:pt x="842721" y="932281"/>
                  <a:pt x="887997" y="977557"/>
                  <a:pt x="943848" y="977557"/>
                </a:cubicBezTo>
                <a:cubicBezTo>
                  <a:pt x="999699" y="977557"/>
                  <a:pt x="1044975" y="932281"/>
                  <a:pt x="1044975" y="876430"/>
                </a:cubicBezTo>
                <a:cubicBezTo>
                  <a:pt x="1044975" y="820580"/>
                  <a:pt x="999699" y="775304"/>
                  <a:pt x="943848" y="775304"/>
                </a:cubicBezTo>
                <a:close/>
                <a:moveTo>
                  <a:pt x="308975" y="256996"/>
                </a:moveTo>
                <a:cubicBezTo>
                  <a:pt x="316121" y="291729"/>
                  <a:pt x="330100" y="324695"/>
                  <a:pt x="350100" y="353977"/>
                </a:cubicBezTo>
                <a:lnTo>
                  <a:pt x="344167" y="359269"/>
                </a:lnTo>
                <a:cubicBezTo>
                  <a:pt x="275086" y="423011"/>
                  <a:pt x="235845" y="512763"/>
                  <a:pt x="235962" y="606759"/>
                </a:cubicBezTo>
                <a:lnTo>
                  <a:pt x="236029" y="608849"/>
                </a:lnTo>
                <a:cubicBezTo>
                  <a:pt x="202217" y="604639"/>
                  <a:pt x="167914" y="606812"/>
                  <a:pt x="134903" y="615254"/>
                </a:cubicBezTo>
                <a:cubicBezTo>
                  <a:pt x="132067" y="474828"/>
                  <a:pt x="196818" y="341577"/>
                  <a:pt x="308975" y="257030"/>
                </a:cubicBezTo>
                <a:close/>
                <a:moveTo>
                  <a:pt x="837160" y="257064"/>
                </a:moveTo>
                <a:cubicBezTo>
                  <a:pt x="946910" y="339804"/>
                  <a:pt x="1011391" y="469315"/>
                  <a:pt x="1011266" y="606759"/>
                </a:cubicBezTo>
                <a:lnTo>
                  <a:pt x="1011165" y="615220"/>
                </a:lnTo>
                <a:cubicBezTo>
                  <a:pt x="978192" y="606751"/>
                  <a:pt x="943915" y="604589"/>
                  <a:pt x="910139" y="608849"/>
                </a:cubicBezTo>
                <a:lnTo>
                  <a:pt x="910139" y="606759"/>
                </a:lnTo>
                <a:cubicBezTo>
                  <a:pt x="910250" y="509996"/>
                  <a:pt x="868672" y="417874"/>
                  <a:pt x="796035" y="353943"/>
                </a:cubicBezTo>
                <a:cubicBezTo>
                  <a:pt x="816016" y="324688"/>
                  <a:pt x="829994" y="291759"/>
                  <a:pt x="837159" y="257064"/>
                </a:cubicBezTo>
                <a:close/>
                <a:moveTo>
                  <a:pt x="573051" y="0"/>
                </a:moveTo>
                <a:cubicBezTo>
                  <a:pt x="684752" y="0"/>
                  <a:pt x="775304" y="90552"/>
                  <a:pt x="775304" y="202253"/>
                </a:cubicBezTo>
                <a:cubicBezTo>
                  <a:pt x="775304" y="313955"/>
                  <a:pt x="684752" y="404506"/>
                  <a:pt x="573051" y="404506"/>
                </a:cubicBezTo>
                <a:cubicBezTo>
                  <a:pt x="461349" y="404506"/>
                  <a:pt x="370797" y="313954"/>
                  <a:pt x="370797" y="202253"/>
                </a:cubicBezTo>
                <a:cubicBezTo>
                  <a:pt x="370797" y="90552"/>
                  <a:pt x="461349" y="0"/>
                  <a:pt x="573051" y="0"/>
                </a:cubicBezTo>
                <a:close/>
                <a:moveTo>
                  <a:pt x="573051" y="101127"/>
                </a:moveTo>
                <a:cubicBezTo>
                  <a:pt x="517200" y="101127"/>
                  <a:pt x="471924" y="146402"/>
                  <a:pt x="471924" y="202253"/>
                </a:cubicBezTo>
                <a:cubicBezTo>
                  <a:pt x="471924" y="258104"/>
                  <a:pt x="517200" y="303380"/>
                  <a:pt x="573051" y="303380"/>
                </a:cubicBezTo>
                <a:cubicBezTo>
                  <a:pt x="628901" y="303380"/>
                  <a:pt x="674177" y="258104"/>
                  <a:pt x="674177" y="202253"/>
                </a:cubicBezTo>
                <a:cubicBezTo>
                  <a:pt x="674177" y="146402"/>
                  <a:pt x="628901" y="101127"/>
                  <a:pt x="573051" y="101127"/>
                </a:cubicBezTo>
                <a:close/>
              </a:path>
            </a:pathLst>
          </a:custGeom>
          <a:solidFill>
            <a:schemeClr val="accent1"/>
          </a:solidFill>
          <a:ln w="1377" cap="flat">
            <a:noFill/>
            <a:prstDash val="solid"/>
            <a:miter/>
          </a:ln>
        </p:spPr>
        <p:txBody>
          <a:bodyPr rtlCol="0" anchor="ctr"/>
          <a:lstStyle/>
          <a:p>
            <a:endParaRPr lang="zh-CN" altLang="en-US"/>
          </a:p>
        </p:txBody>
      </p:sp>
      <p:sp>
        <p:nvSpPr>
          <p:cNvPr id="145" name="文本框 144">
            <a:extLst>
              <a:ext uri="{FF2B5EF4-FFF2-40B4-BE49-F238E27FC236}">
                <a16:creationId xmlns:a16="http://schemas.microsoft.com/office/drawing/2014/main" id="{982297AE-B799-FFE1-8A6A-DCF34A57174D}"/>
              </a:ext>
            </a:extLst>
          </p:cNvPr>
          <p:cNvSpPr txBox="1"/>
          <p:nvPr/>
        </p:nvSpPr>
        <p:spPr>
          <a:xfrm>
            <a:off x="2800982" y="4344798"/>
            <a:ext cx="889987" cy="261610"/>
          </a:xfrm>
          <a:prstGeom prst="rect">
            <a:avLst/>
          </a:prstGeom>
          <a:noFill/>
        </p:spPr>
        <p:txBody>
          <a:bodyPr wrap="none" rtlCol="0">
            <a:spAutoFit/>
          </a:bodyPr>
          <a:lstStyle/>
          <a:p>
            <a:pPr algn="ctr"/>
            <a:r>
              <a:rPr lang="zh-CN" altLang="en-US" sz="1100" dirty="0">
                <a:solidFill>
                  <a:schemeClr val="bg1"/>
                </a:solidFill>
              </a:rPr>
              <a:t>供应链规划</a:t>
            </a:r>
          </a:p>
        </p:txBody>
      </p:sp>
      <p:sp>
        <p:nvSpPr>
          <p:cNvPr id="146" name="文本框 145">
            <a:extLst>
              <a:ext uri="{FF2B5EF4-FFF2-40B4-BE49-F238E27FC236}">
                <a16:creationId xmlns:a16="http://schemas.microsoft.com/office/drawing/2014/main" id="{D2D3566D-5A49-95A4-42B9-6AAD11520749}"/>
              </a:ext>
            </a:extLst>
          </p:cNvPr>
          <p:cNvSpPr txBox="1"/>
          <p:nvPr/>
        </p:nvSpPr>
        <p:spPr>
          <a:xfrm>
            <a:off x="3801491" y="4686556"/>
            <a:ext cx="748923" cy="261610"/>
          </a:xfrm>
          <a:prstGeom prst="rect">
            <a:avLst/>
          </a:prstGeom>
          <a:noFill/>
        </p:spPr>
        <p:txBody>
          <a:bodyPr wrap="none" rtlCol="0">
            <a:spAutoFit/>
          </a:bodyPr>
          <a:lstStyle/>
          <a:p>
            <a:pPr algn="ctr"/>
            <a:r>
              <a:rPr lang="zh-CN" altLang="en-US" sz="1100" dirty="0">
                <a:solidFill>
                  <a:schemeClr val="bg1"/>
                </a:solidFill>
              </a:rPr>
              <a:t>预测计划</a:t>
            </a:r>
          </a:p>
        </p:txBody>
      </p:sp>
      <p:sp>
        <p:nvSpPr>
          <p:cNvPr id="148" name="文本框 147">
            <a:extLst>
              <a:ext uri="{FF2B5EF4-FFF2-40B4-BE49-F238E27FC236}">
                <a16:creationId xmlns:a16="http://schemas.microsoft.com/office/drawing/2014/main" id="{ABAD8C6D-E7B7-61D9-DF27-42CC33F64FD4}"/>
              </a:ext>
            </a:extLst>
          </p:cNvPr>
          <p:cNvSpPr txBox="1"/>
          <p:nvPr/>
        </p:nvSpPr>
        <p:spPr>
          <a:xfrm>
            <a:off x="4887774" y="4789094"/>
            <a:ext cx="889987" cy="261610"/>
          </a:xfrm>
          <a:prstGeom prst="rect">
            <a:avLst/>
          </a:prstGeom>
          <a:noFill/>
        </p:spPr>
        <p:txBody>
          <a:bodyPr wrap="none" rtlCol="0">
            <a:spAutoFit/>
          </a:bodyPr>
          <a:lstStyle/>
          <a:p>
            <a:pPr algn="ctr"/>
            <a:r>
              <a:rPr lang="zh-CN" altLang="en-US" sz="1100" dirty="0">
                <a:solidFill>
                  <a:schemeClr val="bg1"/>
                </a:solidFill>
              </a:rPr>
              <a:t>供应链中台</a:t>
            </a:r>
          </a:p>
        </p:txBody>
      </p:sp>
      <p:sp>
        <p:nvSpPr>
          <p:cNvPr id="149" name="文本框 148">
            <a:extLst>
              <a:ext uri="{FF2B5EF4-FFF2-40B4-BE49-F238E27FC236}">
                <a16:creationId xmlns:a16="http://schemas.microsoft.com/office/drawing/2014/main" id="{AB33849C-4322-3F45-13CA-08EDDFD532AE}"/>
              </a:ext>
            </a:extLst>
          </p:cNvPr>
          <p:cNvSpPr txBox="1"/>
          <p:nvPr/>
        </p:nvSpPr>
        <p:spPr>
          <a:xfrm>
            <a:off x="6425163" y="4789094"/>
            <a:ext cx="889987" cy="261610"/>
          </a:xfrm>
          <a:prstGeom prst="rect">
            <a:avLst/>
          </a:prstGeom>
          <a:noFill/>
        </p:spPr>
        <p:txBody>
          <a:bodyPr wrap="none" rtlCol="0">
            <a:spAutoFit/>
          </a:bodyPr>
          <a:lstStyle/>
          <a:p>
            <a:pPr algn="ctr"/>
            <a:r>
              <a:rPr lang="zh-CN" altLang="en-US" sz="1100" dirty="0">
                <a:solidFill>
                  <a:schemeClr val="bg1"/>
                </a:solidFill>
              </a:rPr>
              <a:t>数字化仓储</a:t>
            </a:r>
          </a:p>
        </p:txBody>
      </p:sp>
      <p:sp>
        <p:nvSpPr>
          <p:cNvPr id="150" name="文本框 149">
            <a:extLst>
              <a:ext uri="{FF2B5EF4-FFF2-40B4-BE49-F238E27FC236}">
                <a16:creationId xmlns:a16="http://schemas.microsoft.com/office/drawing/2014/main" id="{7D0B6BB4-47AE-8B57-EE19-B120A1A69504}"/>
              </a:ext>
            </a:extLst>
          </p:cNvPr>
          <p:cNvSpPr txBox="1"/>
          <p:nvPr/>
        </p:nvSpPr>
        <p:spPr>
          <a:xfrm>
            <a:off x="7718973" y="4686556"/>
            <a:ext cx="748923" cy="261610"/>
          </a:xfrm>
          <a:prstGeom prst="rect">
            <a:avLst/>
          </a:prstGeom>
          <a:noFill/>
        </p:spPr>
        <p:txBody>
          <a:bodyPr wrap="none" rtlCol="0">
            <a:spAutoFit/>
          </a:bodyPr>
          <a:lstStyle/>
          <a:p>
            <a:pPr algn="ctr"/>
            <a:r>
              <a:rPr lang="zh-CN" altLang="en-US" sz="1100" dirty="0">
                <a:solidFill>
                  <a:schemeClr val="bg1"/>
                </a:solidFill>
              </a:rPr>
              <a:t>智能运输</a:t>
            </a:r>
          </a:p>
        </p:txBody>
      </p:sp>
      <p:sp>
        <p:nvSpPr>
          <p:cNvPr id="151" name="文本框 150">
            <a:extLst>
              <a:ext uri="{FF2B5EF4-FFF2-40B4-BE49-F238E27FC236}">
                <a16:creationId xmlns:a16="http://schemas.microsoft.com/office/drawing/2014/main" id="{07758B5D-3557-E7D9-A99C-7E8203455ABA}"/>
              </a:ext>
            </a:extLst>
          </p:cNvPr>
          <p:cNvSpPr txBox="1"/>
          <p:nvPr/>
        </p:nvSpPr>
        <p:spPr>
          <a:xfrm>
            <a:off x="8675548" y="4344798"/>
            <a:ext cx="748923" cy="261610"/>
          </a:xfrm>
          <a:prstGeom prst="rect">
            <a:avLst/>
          </a:prstGeom>
          <a:noFill/>
        </p:spPr>
        <p:txBody>
          <a:bodyPr wrap="none" rtlCol="0">
            <a:spAutoFit/>
          </a:bodyPr>
          <a:lstStyle/>
          <a:p>
            <a:pPr algn="ctr"/>
            <a:r>
              <a:rPr lang="zh-CN" altLang="en-US" sz="1100" dirty="0">
                <a:solidFill>
                  <a:schemeClr val="bg1"/>
                </a:solidFill>
              </a:rPr>
              <a:t>及时配送</a:t>
            </a:r>
          </a:p>
        </p:txBody>
      </p:sp>
      <p:grpSp>
        <p:nvGrpSpPr>
          <p:cNvPr id="9" name="组合 8">
            <a:extLst>
              <a:ext uri="{FF2B5EF4-FFF2-40B4-BE49-F238E27FC236}">
                <a16:creationId xmlns:a16="http://schemas.microsoft.com/office/drawing/2014/main" id="{15807300-1B2B-4135-E17F-3FB9F9F445AC}"/>
              </a:ext>
            </a:extLst>
          </p:cNvPr>
          <p:cNvGrpSpPr/>
          <p:nvPr/>
        </p:nvGrpSpPr>
        <p:grpSpPr>
          <a:xfrm>
            <a:off x="2460672" y="5305590"/>
            <a:ext cx="148149" cy="143040"/>
            <a:chOff x="119062" y="119062"/>
            <a:chExt cx="1726406" cy="1666874"/>
          </a:xfrm>
          <a:solidFill>
            <a:schemeClr val="accent1"/>
          </a:solidFill>
        </p:grpSpPr>
        <p:sp>
          <p:nvSpPr>
            <p:cNvPr id="6" name="任意多边形: 形状 5">
              <a:extLst>
                <a:ext uri="{FF2B5EF4-FFF2-40B4-BE49-F238E27FC236}">
                  <a16:creationId xmlns:a16="http://schemas.microsoft.com/office/drawing/2014/main" id="{93B30CC7-3F07-1274-2ED8-9B32BCC534D4}"/>
                </a:ext>
              </a:extLst>
            </p:cNvPr>
            <p:cNvSpPr/>
            <p:nvPr/>
          </p:nvSpPr>
          <p:spPr>
            <a:xfrm>
              <a:off x="119062" y="119062"/>
              <a:ext cx="1131093" cy="1131093"/>
            </a:xfrm>
            <a:custGeom>
              <a:avLst/>
              <a:gdLst>
                <a:gd name="connsiteX0" fmla="*/ 231934 w 1131093"/>
                <a:gd name="connsiteY0" fmla="*/ 1012031 h 1131093"/>
                <a:gd name="connsiteX1" fmla="*/ 178594 w 1131093"/>
                <a:gd name="connsiteY1" fmla="*/ 1012031 h 1131093"/>
                <a:gd name="connsiteX2" fmla="*/ 119063 w 1131093"/>
                <a:gd name="connsiteY2" fmla="*/ 952500 h 1131093"/>
                <a:gd name="connsiteX3" fmla="*/ 119063 w 1131093"/>
                <a:gd name="connsiteY3" fmla="*/ 178594 h 1131093"/>
                <a:gd name="connsiteX4" fmla="*/ 178594 w 1131093"/>
                <a:gd name="connsiteY4" fmla="*/ 119063 h 1131093"/>
                <a:gd name="connsiteX5" fmla="*/ 952500 w 1131093"/>
                <a:gd name="connsiteY5" fmla="*/ 119063 h 1131093"/>
                <a:gd name="connsiteX6" fmla="*/ 1012031 w 1131093"/>
                <a:gd name="connsiteY6" fmla="*/ 178594 h 1131093"/>
                <a:gd name="connsiteX7" fmla="*/ 1012031 w 1131093"/>
                <a:gd name="connsiteY7" fmla="*/ 590550 h 1131093"/>
                <a:gd name="connsiteX8" fmla="*/ 1071563 w 1131093"/>
                <a:gd name="connsiteY8" fmla="*/ 650081 h 1131093"/>
                <a:gd name="connsiteX9" fmla="*/ 1131094 w 1131093"/>
                <a:gd name="connsiteY9" fmla="*/ 590550 h 1131093"/>
                <a:gd name="connsiteX10" fmla="*/ 1131094 w 1131093"/>
                <a:gd name="connsiteY10" fmla="*/ 178594 h 1131093"/>
                <a:gd name="connsiteX11" fmla="*/ 952500 w 1131093"/>
                <a:gd name="connsiteY11" fmla="*/ 0 h 1131093"/>
                <a:gd name="connsiteX12" fmla="*/ 178594 w 1131093"/>
                <a:gd name="connsiteY12" fmla="*/ 0 h 1131093"/>
                <a:gd name="connsiteX13" fmla="*/ 0 w 1131093"/>
                <a:gd name="connsiteY13" fmla="*/ 178594 h 1131093"/>
                <a:gd name="connsiteX14" fmla="*/ 0 w 1131093"/>
                <a:gd name="connsiteY14" fmla="*/ 952500 h 1131093"/>
                <a:gd name="connsiteX15" fmla="*/ 178594 w 1131093"/>
                <a:gd name="connsiteY15" fmla="*/ 1131094 h 1131093"/>
                <a:gd name="connsiteX16" fmla="*/ 231934 w 1131093"/>
                <a:gd name="connsiteY16" fmla="*/ 1131094 h 1131093"/>
                <a:gd name="connsiteX17" fmla="*/ 291465 w 1131093"/>
                <a:gd name="connsiteY17" fmla="*/ 1071563 h 1131093"/>
                <a:gd name="connsiteX18" fmla="*/ 231934 w 1131093"/>
                <a:gd name="connsiteY18" fmla="*/ 1012031 h 113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31093" h="1131093">
                  <a:moveTo>
                    <a:pt x="231934" y="1012031"/>
                  </a:moveTo>
                  <a:lnTo>
                    <a:pt x="178594" y="1012031"/>
                  </a:lnTo>
                  <a:cubicBezTo>
                    <a:pt x="145716" y="1012031"/>
                    <a:pt x="119063" y="985378"/>
                    <a:pt x="119063" y="952500"/>
                  </a:cubicBezTo>
                  <a:lnTo>
                    <a:pt x="119063" y="178594"/>
                  </a:lnTo>
                  <a:cubicBezTo>
                    <a:pt x="119063" y="145716"/>
                    <a:pt x="145716" y="119063"/>
                    <a:pt x="178594" y="119063"/>
                  </a:cubicBezTo>
                  <a:lnTo>
                    <a:pt x="952500" y="119063"/>
                  </a:lnTo>
                  <a:cubicBezTo>
                    <a:pt x="985378" y="119063"/>
                    <a:pt x="1012031" y="145716"/>
                    <a:pt x="1012031" y="178594"/>
                  </a:cubicBezTo>
                  <a:lnTo>
                    <a:pt x="1012031" y="590550"/>
                  </a:lnTo>
                  <a:cubicBezTo>
                    <a:pt x="1012031" y="623428"/>
                    <a:pt x="1038684" y="650081"/>
                    <a:pt x="1071563" y="650081"/>
                  </a:cubicBezTo>
                  <a:cubicBezTo>
                    <a:pt x="1104441" y="650081"/>
                    <a:pt x="1131094" y="623428"/>
                    <a:pt x="1131094" y="590550"/>
                  </a:cubicBezTo>
                  <a:lnTo>
                    <a:pt x="1131094" y="178594"/>
                  </a:lnTo>
                  <a:cubicBezTo>
                    <a:pt x="1131094" y="79959"/>
                    <a:pt x="1051135" y="0"/>
                    <a:pt x="952500" y="0"/>
                  </a:cubicBezTo>
                  <a:lnTo>
                    <a:pt x="178594" y="0"/>
                  </a:lnTo>
                  <a:cubicBezTo>
                    <a:pt x="79959" y="0"/>
                    <a:pt x="0" y="79959"/>
                    <a:pt x="0" y="178594"/>
                  </a:cubicBezTo>
                  <a:lnTo>
                    <a:pt x="0" y="952500"/>
                  </a:lnTo>
                  <a:cubicBezTo>
                    <a:pt x="0" y="1051135"/>
                    <a:pt x="79959" y="1131094"/>
                    <a:pt x="178594" y="1131094"/>
                  </a:cubicBezTo>
                  <a:lnTo>
                    <a:pt x="231934" y="1131094"/>
                  </a:lnTo>
                  <a:cubicBezTo>
                    <a:pt x="264812" y="1131094"/>
                    <a:pt x="291465" y="1104441"/>
                    <a:pt x="291465" y="1071563"/>
                  </a:cubicBezTo>
                  <a:cubicBezTo>
                    <a:pt x="291465" y="1038684"/>
                    <a:pt x="264812" y="1012031"/>
                    <a:pt x="231934" y="1012031"/>
                  </a:cubicBezTo>
                  <a:close/>
                </a:path>
              </a:pathLst>
            </a:custGeom>
            <a:grpFill/>
            <a:ln w="1860" cap="flat">
              <a:noFill/>
              <a:prstDash val="solid"/>
              <a:miter/>
            </a:ln>
          </p:spPr>
          <p:txBody>
            <a:bodyPr rtlCol="0" anchor="ctr"/>
            <a:lstStyle/>
            <a:p>
              <a:endParaRPr lang="zh-CN" altLang="en-US"/>
            </a:p>
          </p:txBody>
        </p:sp>
        <p:sp>
          <p:nvSpPr>
            <p:cNvPr id="7" name="任意多边形: 形状 6">
              <a:extLst>
                <a:ext uri="{FF2B5EF4-FFF2-40B4-BE49-F238E27FC236}">
                  <a16:creationId xmlns:a16="http://schemas.microsoft.com/office/drawing/2014/main" id="{68F39885-370F-B34A-F478-BD58E1236957}"/>
                </a:ext>
              </a:extLst>
            </p:cNvPr>
            <p:cNvSpPr/>
            <p:nvPr/>
          </p:nvSpPr>
          <p:spPr>
            <a:xfrm>
              <a:off x="714375" y="654843"/>
              <a:ext cx="1131093" cy="1131093"/>
            </a:xfrm>
            <a:custGeom>
              <a:avLst/>
              <a:gdLst>
                <a:gd name="connsiteX0" fmla="*/ 119063 w 1131093"/>
                <a:gd name="connsiteY0" fmla="*/ 278785 h 1131093"/>
                <a:gd name="connsiteX1" fmla="*/ 119063 w 1131093"/>
                <a:gd name="connsiteY1" fmla="*/ 178594 h 1131093"/>
                <a:gd name="connsiteX2" fmla="*/ 178594 w 1131093"/>
                <a:gd name="connsiteY2" fmla="*/ 119063 h 1131093"/>
                <a:gd name="connsiteX3" fmla="*/ 952500 w 1131093"/>
                <a:gd name="connsiteY3" fmla="*/ 119063 h 1131093"/>
                <a:gd name="connsiteX4" fmla="*/ 1012031 w 1131093"/>
                <a:gd name="connsiteY4" fmla="*/ 178594 h 1131093"/>
                <a:gd name="connsiteX5" fmla="*/ 1012031 w 1131093"/>
                <a:gd name="connsiteY5" fmla="*/ 952500 h 1131093"/>
                <a:gd name="connsiteX6" fmla="*/ 952500 w 1131093"/>
                <a:gd name="connsiteY6" fmla="*/ 1012031 h 1131093"/>
                <a:gd name="connsiteX7" fmla="*/ 178594 w 1131093"/>
                <a:gd name="connsiteY7" fmla="*/ 1012031 h 1131093"/>
                <a:gd name="connsiteX8" fmla="*/ 119063 w 1131093"/>
                <a:gd name="connsiteY8" fmla="*/ 952500 h 1131093"/>
                <a:gd name="connsiteX9" fmla="*/ 119063 w 1131093"/>
                <a:gd name="connsiteY9" fmla="*/ 540544 h 1131093"/>
                <a:gd name="connsiteX10" fmla="*/ 59531 w 1131093"/>
                <a:gd name="connsiteY10" fmla="*/ 481013 h 1131093"/>
                <a:gd name="connsiteX11" fmla="*/ 0 w 1131093"/>
                <a:gd name="connsiteY11" fmla="*/ 540544 h 1131093"/>
                <a:gd name="connsiteX12" fmla="*/ 0 w 1131093"/>
                <a:gd name="connsiteY12" fmla="*/ 952500 h 1131093"/>
                <a:gd name="connsiteX13" fmla="*/ 178594 w 1131093"/>
                <a:gd name="connsiteY13" fmla="*/ 1131094 h 1131093"/>
                <a:gd name="connsiteX14" fmla="*/ 952500 w 1131093"/>
                <a:gd name="connsiteY14" fmla="*/ 1131094 h 1131093"/>
                <a:gd name="connsiteX15" fmla="*/ 1131094 w 1131093"/>
                <a:gd name="connsiteY15" fmla="*/ 952500 h 1131093"/>
                <a:gd name="connsiteX16" fmla="*/ 1131094 w 1131093"/>
                <a:gd name="connsiteY16" fmla="*/ 178594 h 1131093"/>
                <a:gd name="connsiteX17" fmla="*/ 952500 w 1131093"/>
                <a:gd name="connsiteY17" fmla="*/ 0 h 1131093"/>
                <a:gd name="connsiteX18" fmla="*/ 178594 w 1131093"/>
                <a:gd name="connsiteY18" fmla="*/ 0 h 1131093"/>
                <a:gd name="connsiteX19" fmla="*/ 0 w 1131093"/>
                <a:gd name="connsiteY19" fmla="*/ 178594 h 1131093"/>
                <a:gd name="connsiteX20" fmla="*/ 0 w 1131093"/>
                <a:gd name="connsiteY20" fmla="*/ 278785 h 1131093"/>
                <a:gd name="connsiteX21" fmla="*/ 59531 w 1131093"/>
                <a:gd name="connsiteY21" fmla="*/ 338316 h 1131093"/>
                <a:gd name="connsiteX22" fmla="*/ 119063 w 1131093"/>
                <a:gd name="connsiteY22" fmla="*/ 278785 h 113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31093" h="1131093">
                  <a:moveTo>
                    <a:pt x="119063" y="278785"/>
                  </a:moveTo>
                  <a:lnTo>
                    <a:pt x="119063" y="178594"/>
                  </a:lnTo>
                  <a:cubicBezTo>
                    <a:pt x="119063" y="145716"/>
                    <a:pt x="145716" y="119063"/>
                    <a:pt x="178594" y="119063"/>
                  </a:cubicBezTo>
                  <a:lnTo>
                    <a:pt x="952500" y="119063"/>
                  </a:lnTo>
                  <a:cubicBezTo>
                    <a:pt x="985378" y="119063"/>
                    <a:pt x="1012031" y="145716"/>
                    <a:pt x="1012031" y="178594"/>
                  </a:cubicBezTo>
                  <a:lnTo>
                    <a:pt x="1012031" y="952500"/>
                  </a:lnTo>
                  <a:cubicBezTo>
                    <a:pt x="1012031" y="985378"/>
                    <a:pt x="985378" y="1012031"/>
                    <a:pt x="952500" y="1012031"/>
                  </a:cubicBezTo>
                  <a:lnTo>
                    <a:pt x="178594" y="1012031"/>
                  </a:lnTo>
                  <a:cubicBezTo>
                    <a:pt x="145716" y="1012031"/>
                    <a:pt x="119063" y="985378"/>
                    <a:pt x="119063" y="952500"/>
                  </a:cubicBezTo>
                  <a:lnTo>
                    <a:pt x="119063" y="540544"/>
                  </a:lnTo>
                  <a:cubicBezTo>
                    <a:pt x="119063" y="507666"/>
                    <a:pt x="92409" y="481013"/>
                    <a:pt x="59531" y="481013"/>
                  </a:cubicBezTo>
                  <a:cubicBezTo>
                    <a:pt x="26653" y="481013"/>
                    <a:pt x="0" y="507666"/>
                    <a:pt x="0" y="540544"/>
                  </a:cubicBezTo>
                  <a:lnTo>
                    <a:pt x="0" y="952500"/>
                  </a:lnTo>
                  <a:cubicBezTo>
                    <a:pt x="0" y="1051135"/>
                    <a:pt x="79959" y="1131094"/>
                    <a:pt x="178594" y="1131094"/>
                  </a:cubicBezTo>
                  <a:lnTo>
                    <a:pt x="952500" y="1131094"/>
                  </a:lnTo>
                  <a:cubicBezTo>
                    <a:pt x="1051135" y="1131094"/>
                    <a:pt x="1131094" y="1051135"/>
                    <a:pt x="1131094" y="952500"/>
                  </a:cubicBezTo>
                  <a:lnTo>
                    <a:pt x="1131094" y="178594"/>
                  </a:lnTo>
                  <a:cubicBezTo>
                    <a:pt x="1131094" y="79959"/>
                    <a:pt x="1051135" y="0"/>
                    <a:pt x="952500" y="0"/>
                  </a:cubicBezTo>
                  <a:lnTo>
                    <a:pt x="178594" y="0"/>
                  </a:lnTo>
                  <a:cubicBezTo>
                    <a:pt x="79959" y="0"/>
                    <a:pt x="0" y="79959"/>
                    <a:pt x="0" y="178594"/>
                  </a:cubicBezTo>
                  <a:lnTo>
                    <a:pt x="0" y="278785"/>
                  </a:lnTo>
                  <a:cubicBezTo>
                    <a:pt x="0" y="311663"/>
                    <a:pt x="26653" y="338316"/>
                    <a:pt x="59531" y="338316"/>
                  </a:cubicBezTo>
                  <a:cubicBezTo>
                    <a:pt x="92409" y="338316"/>
                    <a:pt x="119063" y="311663"/>
                    <a:pt x="119063" y="278785"/>
                  </a:cubicBezTo>
                  <a:close/>
                </a:path>
              </a:pathLst>
            </a:custGeom>
            <a:grpFill/>
            <a:ln w="1860" cap="flat">
              <a:noFill/>
              <a:prstDash val="solid"/>
              <a:miter/>
            </a:ln>
          </p:spPr>
          <p:txBody>
            <a:bodyPr rtlCol="0" anchor="ctr"/>
            <a:lstStyle/>
            <a:p>
              <a:endParaRPr lang="zh-CN" altLang="en-US"/>
            </a:p>
          </p:txBody>
        </p:sp>
        <p:sp>
          <p:nvSpPr>
            <p:cNvPr id="8" name="任意多边形: 形状 7">
              <a:extLst>
                <a:ext uri="{FF2B5EF4-FFF2-40B4-BE49-F238E27FC236}">
                  <a16:creationId xmlns:a16="http://schemas.microsoft.com/office/drawing/2014/main" id="{1A73003E-B682-8CDD-D8E4-AD316BA1B3A4}"/>
                </a:ext>
              </a:extLst>
            </p:cNvPr>
            <p:cNvSpPr/>
            <p:nvPr/>
          </p:nvSpPr>
          <p:spPr>
            <a:xfrm>
              <a:off x="238125" y="912673"/>
              <a:ext cx="1012031" cy="337482"/>
            </a:xfrm>
            <a:custGeom>
              <a:avLst/>
              <a:gdLst>
                <a:gd name="connsiteX0" fmla="*/ 892969 w 1012031"/>
                <a:gd name="connsiteY0" fmla="*/ 59531 h 337482"/>
                <a:gd name="connsiteX1" fmla="*/ 892969 w 1012031"/>
                <a:gd name="connsiteY1" fmla="*/ 158889 h 337482"/>
                <a:gd name="connsiteX2" fmla="*/ 833438 w 1012031"/>
                <a:gd name="connsiteY2" fmla="*/ 218420 h 337482"/>
                <a:gd name="connsiteX3" fmla="*/ 59531 w 1012031"/>
                <a:gd name="connsiteY3" fmla="*/ 218420 h 337482"/>
                <a:gd name="connsiteX4" fmla="*/ 0 w 1012031"/>
                <a:gd name="connsiteY4" fmla="*/ 277951 h 337482"/>
                <a:gd name="connsiteX5" fmla="*/ 59531 w 1012031"/>
                <a:gd name="connsiteY5" fmla="*/ 337483 h 337482"/>
                <a:gd name="connsiteX6" fmla="*/ 833438 w 1012031"/>
                <a:gd name="connsiteY6" fmla="*/ 337483 h 337482"/>
                <a:gd name="connsiteX7" fmla="*/ 1012031 w 1012031"/>
                <a:gd name="connsiteY7" fmla="*/ 158889 h 337482"/>
                <a:gd name="connsiteX8" fmla="*/ 1012031 w 1012031"/>
                <a:gd name="connsiteY8" fmla="*/ 59531 h 337482"/>
                <a:gd name="connsiteX9" fmla="*/ 952500 w 1012031"/>
                <a:gd name="connsiteY9" fmla="*/ 0 h 337482"/>
                <a:gd name="connsiteX10" fmla="*/ 892969 w 1012031"/>
                <a:gd name="connsiteY10" fmla="*/ 59531 h 33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12031" h="337482">
                  <a:moveTo>
                    <a:pt x="892969" y="59531"/>
                  </a:moveTo>
                  <a:lnTo>
                    <a:pt x="892969" y="158889"/>
                  </a:lnTo>
                  <a:cubicBezTo>
                    <a:pt x="892969" y="191767"/>
                    <a:pt x="866316" y="218420"/>
                    <a:pt x="833438" y="218420"/>
                  </a:cubicBezTo>
                  <a:lnTo>
                    <a:pt x="59531" y="218420"/>
                  </a:lnTo>
                  <a:cubicBezTo>
                    <a:pt x="26653" y="218420"/>
                    <a:pt x="0" y="245073"/>
                    <a:pt x="0" y="277951"/>
                  </a:cubicBezTo>
                  <a:cubicBezTo>
                    <a:pt x="0" y="310830"/>
                    <a:pt x="26653" y="337483"/>
                    <a:pt x="59531" y="337483"/>
                  </a:cubicBezTo>
                  <a:lnTo>
                    <a:pt x="833438" y="337483"/>
                  </a:lnTo>
                  <a:cubicBezTo>
                    <a:pt x="932072" y="337483"/>
                    <a:pt x="1012031" y="257524"/>
                    <a:pt x="1012031" y="158889"/>
                  </a:cubicBezTo>
                  <a:lnTo>
                    <a:pt x="1012031" y="59531"/>
                  </a:lnTo>
                  <a:cubicBezTo>
                    <a:pt x="1012031" y="26653"/>
                    <a:pt x="985378" y="0"/>
                    <a:pt x="952500" y="0"/>
                  </a:cubicBezTo>
                  <a:cubicBezTo>
                    <a:pt x="919622" y="0"/>
                    <a:pt x="892969" y="26653"/>
                    <a:pt x="892969" y="59531"/>
                  </a:cubicBezTo>
                  <a:close/>
                </a:path>
              </a:pathLst>
            </a:custGeom>
            <a:grpFill/>
            <a:ln w="1860" cap="flat">
              <a:noFill/>
              <a:prstDash val="solid"/>
              <a:miter/>
            </a:ln>
          </p:spPr>
          <p:txBody>
            <a:bodyPr rtlCol="0" anchor="ctr"/>
            <a:lstStyle/>
            <a:p>
              <a:endParaRPr lang="zh-CN" altLang="en-US"/>
            </a:p>
          </p:txBody>
        </p:sp>
      </p:grpSp>
    </p:spTree>
    <p:extLst>
      <p:ext uri="{BB962C8B-B14F-4D97-AF65-F5344CB8AC3E}">
        <p14:creationId xmlns:p14="http://schemas.microsoft.com/office/powerpoint/2010/main" val="35433538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grpSp>
        <p:nvGrpSpPr>
          <p:cNvPr id="98" name="组合 97">
            <a:extLst>
              <a:ext uri="{FF2B5EF4-FFF2-40B4-BE49-F238E27FC236}">
                <a16:creationId xmlns:a16="http://schemas.microsoft.com/office/drawing/2014/main" id="{C44B1700-B81A-426B-B762-273E2EEA5A12}"/>
              </a:ext>
            </a:extLst>
          </p:cNvPr>
          <p:cNvGrpSpPr/>
          <p:nvPr/>
        </p:nvGrpSpPr>
        <p:grpSpPr>
          <a:xfrm>
            <a:off x="1219200" y="1791551"/>
            <a:ext cx="9753600" cy="4033890"/>
            <a:chOff x="1515532" y="2201810"/>
            <a:chExt cx="9160936" cy="4033890"/>
          </a:xfrm>
        </p:grpSpPr>
        <p:sp>
          <p:nvSpPr>
            <p:cNvPr id="2" name="椭圆 1">
              <a:extLst>
                <a:ext uri="{FF2B5EF4-FFF2-40B4-BE49-F238E27FC236}">
                  <a16:creationId xmlns:a16="http://schemas.microsoft.com/office/drawing/2014/main" id="{5602BD12-113C-0E1C-54F2-6CC00B486B14}"/>
                </a:ext>
              </a:extLst>
            </p:cNvPr>
            <p:cNvSpPr/>
            <p:nvPr/>
          </p:nvSpPr>
          <p:spPr>
            <a:xfrm>
              <a:off x="1515533" y="3772256"/>
              <a:ext cx="9160935" cy="993076"/>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椭圆 5">
              <a:extLst>
                <a:ext uri="{FF2B5EF4-FFF2-40B4-BE49-F238E27FC236}">
                  <a16:creationId xmlns:a16="http://schemas.microsoft.com/office/drawing/2014/main" id="{97EF3172-3308-7EBF-81D5-1FAAAEDBF722}"/>
                </a:ext>
              </a:extLst>
            </p:cNvPr>
            <p:cNvSpPr/>
            <p:nvPr/>
          </p:nvSpPr>
          <p:spPr>
            <a:xfrm>
              <a:off x="2524006" y="3633686"/>
              <a:ext cx="7143989" cy="565822"/>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椭圆 6">
              <a:extLst>
                <a:ext uri="{FF2B5EF4-FFF2-40B4-BE49-F238E27FC236}">
                  <a16:creationId xmlns:a16="http://schemas.microsoft.com/office/drawing/2014/main" id="{1392F8F3-2E43-F01D-5486-0B6C5D05028E}"/>
                </a:ext>
              </a:extLst>
            </p:cNvPr>
            <p:cNvSpPr/>
            <p:nvPr/>
          </p:nvSpPr>
          <p:spPr>
            <a:xfrm>
              <a:off x="3320776" y="2976843"/>
              <a:ext cx="5550449" cy="565822"/>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a:extLst>
                <a:ext uri="{FF2B5EF4-FFF2-40B4-BE49-F238E27FC236}">
                  <a16:creationId xmlns:a16="http://schemas.microsoft.com/office/drawing/2014/main" id="{E2DE805B-2E55-B8A0-E7F5-6B25408BD787}"/>
                </a:ext>
              </a:extLst>
            </p:cNvPr>
            <p:cNvSpPr/>
            <p:nvPr/>
          </p:nvSpPr>
          <p:spPr>
            <a:xfrm>
              <a:off x="3943373" y="2201810"/>
              <a:ext cx="4305255" cy="432461"/>
            </a:xfrm>
            <a:prstGeom prst="ellipse">
              <a:avLst/>
            </a:prstGeom>
            <a:gradFill>
              <a:gsLst>
                <a:gs pos="0">
                  <a:schemeClr val="accent2">
                    <a:alpha val="0"/>
                  </a:schemeClr>
                </a:gs>
                <a:gs pos="100000">
                  <a:schemeClr val="accent2">
                    <a:alpha val="49000"/>
                  </a:schemeClr>
                </a:gs>
              </a:gsLst>
              <a:lin ang="5400000" scaled="1"/>
            </a:gradFill>
            <a:ln w="9525">
              <a:gradFill>
                <a:gsLst>
                  <a:gs pos="15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任意多边形: 形状 22">
              <a:extLst>
                <a:ext uri="{FF2B5EF4-FFF2-40B4-BE49-F238E27FC236}">
                  <a16:creationId xmlns:a16="http://schemas.microsoft.com/office/drawing/2014/main" id="{5E58FC26-008D-4FC5-2F21-F729FD3E9684}"/>
                </a:ext>
              </a:extLst>
            </p:cNvPr>
            <p:cNvSpPr/>
            <p:nvPr/>
          </p:nvSpPr>
          <p:spPr>
            <a:xfrm>
              <a:off x="1515532" y="4290529"/>
              <a:ext cx="9160935" cy="1945171"/>
            </a:xfrm>
            <a:custGeom>
              <a:avLst/>
              <a:gdLst>
                <a:gd name="connsiteX0" fmla="*/ 0 w 7556500"/>
                <a:gd name="connsiteY0" fmla="*/ 0 h 1604496"/>
                <a:gd name="connsiteX1" fmla="*/ 8353 w 7556500"/>
                <a:gd name="connsiteY1" fmla="*/ 0 h 1604496"/>
                <a:gd name="connsiteX2" fmla="*/ 19508 w 7556500"/>
                <a:gd name="connsiteY2" fmla="*/ 23948 h 1604496"/>
                <a:gd name="connsiteX3" fmla="*/ 3778251 w 7556500"/>
                <a:gd name="connsiteY3" fmla="*/ 391646 h 1604496"/>
                <a:gd name="connsiteX4" fmla="*/ 7536994 w 7556500"/>
                <a:gd name="connsiteY4" fmla="*/ 23948 h 1604496"/>
                <a:gd name="connsiteX5" fmla="*/ 7548149 w 7556500"/>
                <a:gd name="connsiteY5" fmla="*/ 0 h 1604496"/>
                <a:gd name="connsiteX6" fmla="*/ 7556500 w 7556500"/>
                <a:gd name="connsiteY6" fmla="*/ 0 h 1604496"/>
                <a:gd name="connsiteX7" fmla="*/ 7556500 w 7556500"/>
                <a:gd name="connsiteY7" fmla="*/ 1604496 h 1604496"/>
                <a:gd name="connsiteX8" fmla="*/ 0 w 7556500"/>
                <a:gd name="connsiteY8" fmla="*/ 1604496 h 1604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56500" h="1604496">
                  <a:moveTo>
                    <a:pt x="0" y="0"/>
                  </a:moveTo>
                  <a:lnTo>
                    <a:pt x="8353" y="0"/>
                  </a:lnTo>
                  <a:lnTo>
                    <a:pt x="19508" y="23948"/>
                  </a:lnTo>
                  <a:cubicBezTo>
                    <a:pt x="212992" y="230479"/>
                    <a:pt x="1821998" y="391646"/>
                    <a:pt x="3778251" y="391646"/>
                  </a:cubicBezTo>
                  <a:cubicBezTo>
                    <a:pt x="5734504" y="391646"/>
                    <a:pt x="7343510" y="230479"/>
                    <a:pt x="7536994" y="23948"/>
                  </a:cubicBezTo>
                  <a:lnTo>
                    <a:pt x="7548149" y="0"/>
                  </a:lnTo>
                  <a:lnTo>
                    <a:pt x="7556500" y="0"/>
                  </a:lnTo>
                  <a:lnTo>
                    <a:pt x="7556500" y="1604496"/>
                  </a:lnTo>
                  <a:lnTo>
                    <a:pt x="0" y="1604496"/>
                  </a:lnTo>
                  <a:close/>
                </a:path>
              </a:pathLst>
            </a:custGeom>
            <a:gradFill>
              <a:gsLst>
                <a:gs pos="100000">
                  <a:schemeClr val="accent1">
                    <a:alpha val="0"/>
                  </a:schemeClr>
                </a:gs>
                <a:gs pos="17000">
                  <a:schemeClr val="accent1">
                    <a:alpha val="27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30887"/>
          </a:xfrm>
          <a:prstGeom prst="rect">
            <a:avLst/>
          </a:prstGeom>
          <a:noFill/>
        </p:spPr>
        <p:txBody>
          <a:bodyPr wrap="square" lIns="0" tIns="0" rIns="0" bIns="0">
            <a:spAutoFit/>
          </a:bodyPr>
          <a:lstStyle/>
          <a:p>
            <a:r>
              <a:rPr lang="zh-CN" altLang="en-US" sz="2800" b="1" dirty="0">
                <a:solidFill>
                  <a:schemeClr val="bg1"/>
                </a:solidFill>
                <a:latin typeface="+mj-ea"/>
                <a:ea typeface="+mj-ea"/>
              </a:rPr>
              <a:t>短视频运营策略模型</a:t>
            </a:r>
            <a:endParaRPr lang="en-US" altLang="zh-CN" sz="2800" b="1" dirty="0">
              <a:solidFill>
                <a:schemeClr val="bg1"/>
              </a:solidFill>
              <a:latin typeface="+mj-ea"/>
              <a:ea typeface="+mj-ea"/>
            </a:endParaRPr>
          </a:p>
        </p:txBody>
      </p:sp>
      <p:sp>
        <p:nvSpPr>
          <p:cNvPr id="61" name="矩形: 圆角 60">
            <a:extLst>
              <a:ext uri="{FF2B5EF4-FFF2-40B4-BE49-F238E27FC236}">
                <a16:creationId xmlns:a16="http://schemas.microsoft.com/office/drawing/2014/main" id="{3261956E-70A3-5CF9-B953-B52BEDA3DAEF}"/>
              </a:ext>
            </a:extLst>
          </p:cNvPr>
          <p:cNvSpPr/>
          <p:nvPr/>
        </p:nvSpPr>
        <p:spPr>
          <a:xfrm>
            <a:off x="8552011" y="1845441"/>
            <a:ext cx="922415" cy="1963003"/>
          </a:xfrm>
          <a:custGeom>
            <a:avLst/>
            <a:gdLst>
              <a:gd name="connsiteX0" fmla="*/ 0 w 1676155"/>
              <a:gd name="connsiteY0" fmla="*/ 760864 h 1619205"/>
              <a:gd name="connsiteX1" fmla="*/ 760864 w 1676155"/>
              <a:gd name="connsiteY1" fmla="*/ 0 h 1619205"/>
              <a:gd name="connsiteX2" fmla="*/ 915291 w 1676155"/>
              <a:gd name="connsiteY2" fmla="*/ 0 h 1619205"/>
              <a:gd name="connsiteX3" fmla="*/ 1676155 w 1676155"/>
              <a:gd name="connsiteY3" fmla="*/ 760864 h 1619205"/>
              <a:gd name="connsiteX4" fmla="*/ 1676155 w 1676155"/>
              <a:gd name="connsiteY4" fmla="*/ 858341 h 1619205"/>
              <a:gd name="connsiteX5" fmla="*/ 915291 w 1676155"/>
              <a:gd name="connsiteY5" fmla="*/ 1619205 h 1619205"/>
              <a:gd name="connsiteX6" fmla="*/ 760864 w 1676155"/>
              <a:gd name="connsiteY6" fmla="*/ 1619205 h 1619205"/>
              <a:gd name="connsiteX7" fmla="*/ 0 w 1676155"/>
              <a:gd name="connsiteY7" fmla="*/ 858341 h 1619205"/>
              <a:gd name="connsiteX8" fmla="*/ 0 w 1676155"/>
              <a:gd name="connsiteY8" fmla="*/ 760864 h 1619205"/>
              <a:gd name="connsiteX0" fmla="*/ 0 w 1676155"/>
              <a:gd name="connsiteY0" fmla="*/ 760864 h 1619205"/>
              <a:gd name="connsiteX1" fmla="*/ 915291 w 1676155"/>
              <a:gd name="connsiteY1" fmla="*/ 0 h 1619205"/>
              <a:gd name="connsiteX2" fmla="*/ 1676155 w 1676155"/>
              <a:gd name="connsiteY2" fmla="*/ 760864 h 1619205"/>
              <a:gd name="connsiteX3" fmla="*/ 1676155 w 1676155"/>
              <a:gd name="connsiteY3" fmla="*/ 858341 h 1619205"/>
              <a:gd name="connsiteX4" fmla="*/ 915291 w 1676155"/>
              <a:gd name="connsiteY4" fmla="*/ 1619205 h 1619205"/>
              <a:gd name="connsiteX5" fmla="*/ 760864 w 1676155"/>
              <a:gd name="connsiteY5" fmla="*/ 1619205 h 1619205"/>
              <a:gd name="connsiteX6" fmla="*/ 0 w 1676155"/>
              <a:gd name="connsiteY6" fmla="*/ 858341 h 1619205"/>
              <a:gd name="connsiteX7" fmla="*/ 0 w 1676155"/>
              <a:gd name="connsiteY7" fmla="*/ 760864 h 1619205"/>
              <a:gd name="connsiteX0" fmla="*/ 0 w 1676155"/>
              <a:gd name="connsiteY0" fmla="*/ 760864 h 1619205"/>
              <a:gd name="connsiteX1" fmla="*/ 915291 w 1676155"/>
              <a:gd name="connsiteY1" fmla="*/ 0 h 1619205"/>
              <a:gd name="connsiteX2" fmla="*/ 1676155 w 1676155"/>
              <a:gd name="connsiteY2" fmla="*/ 760864 h 1619205"/>
              <a:gd name="connsiteX3" fmla="*/ 1676155 w 1676155"/>
              <a:gd name="connsiteY3" fmla="*/ 858341 h 1619205"/>
              <a:gd name="connsiteX4" fmla="*/ 915291 w 1676155"/>
              <a:gd name="connsiteY4" fmla="*/ 1619205 h 1619205"/>
              <a:gd name="connsiteX5" fmla="*/ 760864 w 1676155"/>
              <a:gd name="connsiteY5" fmla="*/ 1619205 h 1619205"/>
              <a:gd name="connsiteX6" fmla="*/ 0 w 1676155"/>
              <a:gd name="connsiteY6" fmla="*/ 858341 h 1619205"/>
              <a:gd name="connsiteX7" fmla="*/ 91440 w 1676155"/>
              <a:gd name="connsiteY7" fmla="*/ 852304 h 1619205"/>
              <a:gd name="connsiteX0" fmla="*/ 915291 w 1676155"/>
              <a:gd name="connsiteY0" fmla="*/ 0 h 1619205"/>
              <a:gd name="connsiteX1" fmla="*/ 1676155 w 1676155"/>
              <a:gd name="connsiteY1" fmla="*/ 760864 h 1619205"/>
              <a:gd name="connsiteX2" fmla="*/ 1676155 w 1676155"/>
              <a:gd name="connsiteY2" fmla="*/ 858341 h 1619205"/>
              <a:gd name="connsiteX3" fmla="*/ 915291 w 1676155"/>
              <a:gd name="connsiteY3" fmla="*/ 1619205 h 1619205"/>
              <a:gd name="connsiteX4" fmla="*/ 760864 w 1676155"/>
              <a:gd name="connsiteY4" fmla="*/ 1619205 h 1619205"/>
              <a:gd name="connsiteX5" fmla="*/ 0 w 1676155"/>
              <a:gd name="connsiteY5" fmla="*/ 858341 h 1619205"/>
              <a:gd name="connsiteX6" fmla="*/ 91440 w 1676155"/>
              <a:gd name="connsiteY6" fmla="*/ 852304 h 1619205"/>
              <a:gd name="connsiteX0" fmla="*/ 823851 w 1584715"/>
              <a:gd name="connsiteY0" fmla="*/ 0 h 1619205"/>
              <a:gd name="connsiteX1" fmla="*/ 1584715 w 1584715"/>
              <a:gd name="connsiteY1" fmla="*/ 760864 h 1619205"/>
              <a:gd name="connsiteX2" fmla="*/ 1584715 w 1584715"/>
              <a:gd name="connsiteY2" fmla="*/ 858341 h 1619205"/>
              <a:gd name="connsiteX3" fmla="*/ 823851 w 1584715"/>
              <a:gd name="connsiteY3" fmla="*/ 1619205 h 1619205"/>
              <a:gd name="connsiteX4" fmla="*/ 669424 w 1584715"/>
              <a:gd name="connsiteY4" fmla="*/ 1619205 h 1619205"/>
              <a:gd name="connsiteX5" fmla="*/ 0 w 1584715"/>
              <a:gd name="connsiteY5" fmla="*/ 852304 h 1619205"/>
              <a:gd name="connsiteX0" fmla="*/ 154427 w 915291"/>
              <a:gd name="connsiteY0" fmla="*/ 0 h 1619205"/>
              <a:gd name="connsiteX1" fmla="*/ 915291 w 915291"/>
              <a:gd name="connsiteY1" fmla="*/ 760864 h 1619205"/>
              <a:gd name="connsiteX2" fmla="*/ 915291 w 915291"/>
              <a:gd name="connsiteY2" fmla="*/ 858341 h 1619205"/>
              <a:gd name="connsiteX3" fmla="*/ 154427 w 915291"/>
              <a:gd name="connsiteY3" fmla="*/ 1619205 h 1619205"/>
              <a:gd name="connsiteX4" fmla="*/ 0 w 915291"/>
              <a:gd name="connsiteY4" fmla="*/ 1619205 h 1619205"/>
              <a:gd name="connsiteX0" fmla="*/ 0 w 760864"/>
              <a:gd name="connsiteY0" fmla="*/ 0 h 1619205"/>
              <a:gd name="connsiteX1" fmla="*/ 760864 w 760864"/>
              <a:gd name="connsiteY1" fmla="*/ 760864 h 1619205"/>
              <a:gd name="connsiteX2" fmla="*/ 760864 w 760864"/>
              <a:gd name="connsiteY2" fmla="*/ 858341 h 1619205"/>
              <a:gd name="connsiteX3" fmla="*/ 0 w 760864"/>
              <a:gd name="connsiteY3" fmla="*/ 1619205 h 1619205"/>
            </a:gdLst>
            <a:ahLst/>
            <a:cxnLst>
              <a:cxn ang="0">
                <a:pos x="connsiteX0" y="connsiteY0"/>
              </a:cxn>
              <a:cxn ang="0">
                <a:pos x="connsiteX1" y="connsiteY1"/>
              </a:cxn>
              <a:cxn ang="0">
                <a:pos x="connsiteX2" y="connsiteY2"/>
              </a:cxn>
              <a:cxn ang="0">
                <a:pos x="connsiteX3" y="connsiteY3"/>
              </a:cxn>
            </a:cxnLst>
            <a:rect l="l" t="t" r="r" b="b"/>
            <a:pathLst>
              <a:path w="760864" h="1619205">
                <a:moveTo>
                  <a:pt x="0" y="0"/>
                </a:moveTo>
                <a:cubicBezTo>
                  <a:pt x="420214" y="0"/>
                  <a:pt x="760864" y="340650"/>
                  <a:pt x="760864" y="760864"/>
                </a:cubicBezTo>
                <a:lnTo>
                  <a:pt x="760864" y="858341"/>
                </a:lnTo>
                <a:cubicBezTo>
                  <a:pt x="760864" y="1278555"/>
                  <a:pt x="420214" y="1619205"/>
                  <a:pt x="0" y="1619205"/>
                </a:cubicBezTo>
              </a:path>
            </a:pathLst>
          </a:custGeom>
          <a:noFill/>
          <a:ln w="19050">
            <a:gradFill>
              <a:gsLst>
                <a:gs pos="0">
                  <a:schemeClr val="accent2"/>
                </a:gs>
                <a:gs pos="100000">
                  <a:schemeClr val="accent1"/>
                </a:gs>
              </a:gsLst>
              <a:lin ang="5400000" scaled="1"/>
            </a:gradFill>
            <a:prstDash val="dash"/>
            <a:headEnd type="arrow"/>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圆角 62">
            <a:extLst>
              <a:ext uri="{FF2B5EF4-FFF2-40B4-BE49-F238E27FC236}">
                <a16:creationId xmlns:a16="http://schemas.microsoft.com/office/drawing/2014/main" id="{228995DD-A9D9-7A19-BD9F-34C26D080477}"/>
              </a:ext>
            </a:extLst>
          </p:cNvPr>
          <p:cNvSpPr/>
          <p:nvPr/>
        </p:nvSpPr>
        <p:spPr>
          <a:xfrm>
            <a:off x="7733209" y="2002611"/>
            <a:ext cx="158042" cy="1893774"/>
          </a:xfrm>
          <a:custGeom>
            <a:avLst/>
            <a:gdLst>
              <a:gd name="connsiteX0" fmla="*/ 0 w 754883"/>
              <a:gd name="connsiteY0" fmla="*/ 377442 h 1752601"/>
              <a:gd name="connsiteX1" fmla="*/ 377442 w 754883"/>
              <a:gd name="connsiteY1" fmla="*/ 0 h 1752601"/>
              <a:gd name="connsiteX2" fmla="*/ 377442 w 754883"/>
              <a:gd name="connsiteY2" fmla="*/ 0 h 1752601"/>
              <a:gd name="connsiteX3" fmla="*/ 754884 w 754883"/>
              <a:gd name="connsiteY3" fmla="*/ 377442 h 1752601"/>
              <a:gd name="connsiteX4" fmla="*/ 754883 w 754883"/>
              <a:gd name="connsiteY4" fmla="*/ 1375160 h 1752601"/>
              <a:gd name="connsiteX5" fmla="*/ 377441 w 754883"/>
              <a:gd name="connsiteY5" fmla="*/ 1752602 h 1752601"/>
              <a:gd name="connsiteX6" fmla="*/ 377442 w 754883"/>
              <a:gd name="connsiteY6" fmla="*/ 1752601 h 1752601"/>
              <a:gd name="connsiteX7" fmla="*/ 0 w 754883"/>
              <a:gd name="connsiteY7" fmla="*/ 1375159 h 1752601"/>
              <a:gd name="connsiteX8" fmla="*/ 0 w 754883"/>
              <a:gd name="connsiteY8" fmla="*/ 377442 h 1752601"/>
              <a:gd name="connsiteX0" fmla="*/ 0 w 754884"/>
              <a:gd name="connsiteY0" fmla="*/ 377442 h 1752602"/>
              <a:gd name="connsiteX1" fmla="*/ 377442 w 754884"/>
              <a:gd name="connsiteY1" fmla="*/ 0 h 1752602"/>
              <a:gd name="connsiteX2" fmla="*/ 377442 w 754884"/>
              <a:gd name="connsiteY2" fmla="*/ 0 h 1752602"/>
              <a:gd name="connsiteX3" fmla="*/ 754884 w 754884"/>
              <a:gd name="connsiteY3" fmla="*/ 377442 h 1752602"/>
              <a:gd name="connsiteX4" fmla="*/ 754883 w 754884"/>
              <a:gd name="connsiteY4" fmla="*/ 1375160 h 1752602"/>
              <a:gd name="connsiteX5" fmla="*/ 377441 w 754884"/>
              <a:gd name="connsiteY5" fmla="*/ 1752602 h 1752602"/>
              <a:gd name="connsiteX6" fmla="*/ 377442 w 754884"/>
              <a:gd name="connsiteY6" fmla="*/ 1752601 h 1752602"/>
              <a:gd name="connsiteX7" fmla="*/ 0 w 754884"/>
              <a:gd name="connsiteY7" fmla="*/ 1375159 h 1752602"/>
              <a:gd name="connsiteX8" fmla="*/ 91440 w 754884"/>
              <a:gd name="connsiteY8" fmla="*/ 468882 h 1752602"/>
              <a:gd name="connsiteX0" fmla="*/ 377442 w 754884"/>
              <a:gd name="connsiteY0" fmla="*/ 0 h 1752602"/>
              <a:gd name="connsiteX1" fmla="*/ 377442 w 754884"/>
              <a:gd name="connsiteY1" fmla="*/ 0 h 1752602"/>
              <a:gd name="connsiteX2" fmla="*/ 754884 w 754884"/>
              <a:gd name="connsiteY2" fmla="*/ 377442 h 1752602"/>
              <a:gd name="connsiteX3" fmla="*/ 754883 w 754884"/>
              <a:gd name="connsiteY3" fmla="*/ 1375160 h 1752602"/>
              <a:gd name="connsiteX4" fmla="*/ 377441 w 754884"/>
              <a:gd name="connsiteY4" fmla="*/ 1752602 h 1752602"/>
              <a:gd name="connsiteX5" fmla="*/ 377442 w 754884"/>
              <a:gd name="connsiteY5" fmla="*/ 1752601 h 1752602"/>
              <a:gd name="connsiteX6" fmla="*/ 0 w 754884"/>
              <a:gd name="connsiteY6" fmla="*/ 1375159 h 1752602"/>
              <a:gd name="connsiteX7" fmla="*/ 91440 w 754884"/>
              <a:gd name="connsiteY7" fmla="*/ 468882 h 1752602"/>
              <a:gd name="connsiteX0" fmla="*/ 377442 w 754884"/>
              <a:gd name="connsiteY0" fmla="*/ 0 h 1752602"/>
              <a:gd name="connsiteX1" fmla="*/ 377442 w 754884"/>
              <a:gd name="connsiteY1" fmla="*/ 0 h 1752602"/>
              <a:gd name="connsiteX2" fmla="*/ 754884 w 754884"/>
              <a:gd name="connsiteY2" fmla="*/ 377442 h 1752602"/>
              <a:gd name="connsiteX3" fmla="*/ 754883 w 754884"/>
              <a:gd name="connsiteY3" fmla="*/ 1375160 h 1752602"/>
              <a:gd name="connsiteX4" fmla="*/ 377441 w 754884"/>
              <a:gd name="connsiteY4" fmla="*/ 1752602 h 1752602"/>
              <a:gd name="connsiteX5" fmla="*/ 377442 w 754884"/>
              <a:gd name="connsiteY5" fmla="*/ 1752601 h 1752602"/>
              <a:gd name="connsiteX6" fmla="*/ 0 w 754884"/>
              <a:gd name="connsiteY6" fmla="*/ 1375159 h 1752602"/>
              <a:gd name="connsiteX0" fmla="*/ 1 w 377443"/>
              <a:gd name="connsiteY0" fmla="*/ 0 h 1752602"/>
              <a:gd name="connsiteX1" fmla="*/ 1 w 377443"/>
              <a:gd name="connsiteY1" fmla="*/ 0 h 1752602"/>
              <a:gd name="connsiteX2" fmla="*/ 377443 w 377443"/>
              <a:gd name="connsiteY2" fmla="*/ 377442 h 1752602"/>
              <a:gd name="connsiteX3" fmla="*/ 377442 w 377443"/>
              <a:gd name="connsiteY3" fmla="*/ 1375160 h 1752602"/>
              <a:gd name="connsiteX4" fmla="*/ 0 w 377443"/>
              <a:gd name="connsiteY4" fmla="*/ 1752602 h 1752602"/>
              <a:gd name="connsiteX5" fmla="*/ 1 w 377443"/>
              <a:gd name="connsiteY5" fmla="*/ 1752601 h 1752602"/>
              <a:gd name="connsiteX0" fmla="*/ 1 w 377443"/>
              <a:gd name="connsiteY0" fmla="*/ 0 h 1752602"/>
              <a:gd name="connsiteX1" fmla="*/ 1 w 377443"/>
              <a:gd name="connsiteY1" fmla="*/ 0 h 1752602"/>
              <a:gd name="connsiteX2" fmla="*/ 276994 w 377443"/>
              <a:gd name="connsiteY2" fmla="*/ 105833 h 1752602"/>
              <a:gd name="connsiteX3" fmla="*/ 377443 w 377443"/>
              <a:gd name="connsiteY3" fmla="*/ 377442 h 1752602"/>
              <a:gd name="connsiteX4" fmla="*/ 377442 w 377443"/>
              <a:gd name="connsiteY4" fmla="*/ 1375160 h 1752602"/>
              <a:gd name="connsiteX5" fmla="*/ 0 w 377443"/>
              <a:gd name="connsiteY5" fmla="*/ 1752602 h 1752602"/>
              <a:gd name="connsiteX6" fmla="*/ 1 w 377443"/>
              <a:gd name="connsiteY6" fmla="*/ 1752601 h 1752602"/>
              <a:gd name="connsiteX0" fmla="*/ 1 w 385823"/>
              <a:gd name="connsiteY0" fmla="*/ 0 h 1752602"/>
              <a:gd name="connsiteX1" fmla="*/ 1 w 385823"/>
              <a:gd name="connsiteY1" fmla="*/ 0 h 1752602"/>
              <a:gd name="connsiteX2" fmla="*/ 276994 w 385823"/>
              <a:gd name="connsiteY2" fmla="*/ 105833 h 1752602"/>
              <a:gd name="connsiteX3" fmla="*/ 377443 w 385823"/>
              <a:gd name="connsiteY3" fmla="*/ 377442 h 1752602"/>
              <a:gd name="connsiteX4" fmla="*/ 377442 w 385823"/>
              <a:gd name="connsiteY4" fmla="*/ 1375160 h 1752602"/>
              <a:gd name="connsiteX5" fmla="*/ 264294 w 385823"/>
              <a:gd name="connsiteY5" fmla="*/ 1629833 h 1752602"/>
              <a:gd name="connsiteX6" fmla="*/ 0 w 385823"/>
              <a:gd name="connsiteY6" fmla="*/ 1752602 h 1752602"/>
              <a:gd name="connsiteX7" fmla="*/ 1 w 385823"/>
              <a:gd name="connsiteY7" fmla="*/ 1752601 h 1752602"/>
              <a:gd name="connsiteX0" fmla="*/ 1 w 385823"/>
              <a:gd name="connsiteY0" fmla="*/ 0 h 1752602"/>
              <a:gd name="connsiteX1" fmla="*/ 1 w 385823"/>
              <a:gd name="connsiteY1" fmla="*/ 0 h 1752602"/>
              <a:gd name="connsiteX2" fmla="*/ 276994 w 385823"/>
              <a:gd name="connsiteY2" fmla="*/ 105833 h 1752602"/>
              <a:gd name="connsiteX3" fmla="*/ 377443 w 385823"/>
              <a:gd name="connsiteY3" fmla="*/ 377442 h 1752602"/>
              <a:gd name="connsiteX4" fmla="*/ 377442 w 385823"/>
              <a:gd name="connsiteY4" fmla="*/ 1375160 h 1752602"/>
              <a:gd name="connsiteX5" fmla="*/ 264294 w 385823"/>
              <a:gd name="connsiteY5" fmla="*/ 1629833 h 1752602"/>
              <a:gd name="connsiteX6" fmla="*/ 0 w 385823"/>
              <a:gd name="connsiteY6" fmla="*/ 1752602 h 1752602"/>
              <a:gd name="connsiteX0" fmla="*/ 0 w 385822"/>
              <a:gd name="connsiteY0" fmla="*/ 0 h 1629833"/>
              <a:gd name="connsiteX1" fmla="*/ 0 w 385822"/>
              <a:gd name="connsiteY1" fmla="*/ 0 h 1629833"/>
              <a:gd name="connsiteX2" fmla="*/ 276993 w 385822"/>
              <a:gd name="connsiteY2" fmla="*/ 105833 h 1629833"/>
              <a:gd name="connsiteX3" fmla="*/ 377442 w 385822"/>
              <a:gd name="connsiteY3" fmla="*/ 377442 h 1629833"/>
              <a:gd name="connsiteX4" fmla="*/ 377441 w 385822"/>
              <a:gd name="connsiteY4" fmla="*/ 1375160 h 1629833"/>
              <a:gd name="connsiteX5" fmla="*/ 264293 w 385822"/>
              <a:gd name="connsiteY5" fmla="*/ 1629833 h 1629833"/>
              <a:gd name="connsiteX0" fmla="*/ 0 w 385822"/>
              <a:gd name="connsiteY0" fmla="*/ 0 h 1629833"/>
              <a:gd name="connsiteX1" fmla="*/ 276993 w 385822"/>
              <a:gd name="connsiteY1" fmla="*/ 105833 h 1629833"/>
              <a:gd name="connsiteX2" fmla="*/ 377442 w 385822"/>
              <a:gd name="connsiteY2" fmla="*/ 377442 h 1629833"/>
              <a:gd name="connsiteX3" fmla="*/ 377441 w 385822"/>
              <a:gd name="connsiteY3" fmla="*/ 1375160 h 1629833"/>
              <a:gd name="connsiteX4" fmla="*/ 264293 w 385822"/>
              <a:gd name="connsiteY4" fmla="*/ 1629833 h 1629833"/>
              <a:gd name="connsiteX0" fmla="*/ 12700 w 121529"/>
              <a:gd name="connsiteY0" fmla="*/ 0 h 1524000"/>
              <a:gd name="connsiteX1" fmla="*/ 113149 w 121529"/>
              <a:gd name="connsiteY1" fmla="*/ 271609 h 1524000"/>
              <a:gd name="connsiteX2" fmla="*/ 113148 w 121529"/>
              <a:gd name="connsiteY2" fmla="*/ 1269327 h 1524000"/>
              <a:gd name="connsiteX3" fmla="*/ 0 w 121529"/>
              <a:gd name="connsiteY3" fmla="*/ 1524000 h 1524000"/>
              <a:gd name="connsiteX0" fmla="*/ 0 w 127292"/>
              <a:gd name="connsiteY0" fmla="*/ 0 h 1531938"/>
              <a:gd name="connsiteX1" fmla="*/ 113149 w 127292"/>
              <a:gd name="connsiteY1" fmla="*/ 279547 h 1531938"/>
              <a:gd name="connsiteX2" fmla="*/ 113148 w 127292"/>
              <a:gd name="connsiteY2" fmla="*/ 1277265 h 1531938"/>
              <a:gd name="connsiteX3" fmla="*/ 0 w 127292"/>
              <a:gd name="connsiteY3" fmla="*/ 1531938 h 1531938"/>
              <a:gd name="connsiteX0" fmla="*/ 0 w 127292"/>
              <a:gd name="connsiteY0" fmla="*/ 0 h 1531938"/>
              <a:gd name="connsiteX1" fmla="*/ 113149 w 127292"/>
              <a:gd name="connsiteY1" fmla="*/ 279547 h 1531938"/>
              <a:gd name="connsiteX2" fmla="*/ 113148 w 127292"/>
              <a:gd name="connsiteY2" fmla="*/ 1277265 h 1531938"/>
              <a:gd name="connsiteX3" fmla="*/ 0 w 127292"/>
              <a:gd name="connsiteY3" fmla="*/ 1531938 h 1531938"/>
              <a:gd name="connsiteX0" fmla="*/ 4763 w 132354"/>
              <a:gd name="connsiteY0" fmla="*/ 0 h 1555751"/>
              <a:gd name="connsiteX1" fmla="*/ 117912 w 132354"/>
              <a:gd name="connsiteY1" fmla="*/ 279547 h 1555751"/>
              <a:gd name="connsiteX2" fmla="*/ 117911 w 132354"/>
              <a:gd name="connsiteY2" fmla="*/ 1277265 h 1555751"/>
              <a:gd name="connsiteX3" fmla="*/ 0 w 132354"/>
              <a:gd name="connsiteY3" fmla="*/ 1555751 h 1555751"/>
              <a:gd name="connsiteX0" fmla="*/ 0 w 134336"/>
              <a:gd name="connsiteY0" fmla="*/ 0 h 1562101"/>
              <a:gd name="connsiteX1" fmla="*/ 119499 w 134336"/>
              <a:gd name="connsiteY1" fmla="*/ 285897 h 1562101"/>
              <a:gd name="connsiteX2" fmla="*/ 119498 w 134336"/>
              <a:gd name="connsiteY2" fmla="*/ 1283615 h 1562101"/>
              <a:gd name="connsiteX3" fmla="*/ 1587 w 134336"/>
              <a:gd name="connsiteY3" fmla="*/ 1562101 h 1562101"/>
              <a:gd name="connsiteX0" fmla="*/ 0 w 134336"/>
              <a:gd name="connsiteY0" fmla="*/ 0 h 1562101"/>
              <a:gd name="connsiteX1" fmla="*/ 119499 w 134336"/>
              <a:gd name="connsiteY1" fmla="*/ 285897 h 1562101"/>
              <a:gd name="connsiteX2" fmla="*/ 119498 w 134336"/>
              <a:gd name="connsiteY2" fmla="*/ 1283615 h 1562101"/>
              <a:gd name="connsiteX3" fmla="*/ 1587 w 134336"/>
              <a:gd name="connsiteY3" fmla="*/ 1562101 h 1562101"/>
              <a:gd name="connsiteX0" fmla="*/ 0 w 130363"/>
              <a:gd name="connsiteY0" fmla="*/ 0 h 1562101"/>
              <a:gd name="connsiteX1" fmla="*/ 111562 w 130363"/>
              <a:gd name="connsiteY1" fmla="*/ 312885 h 1562101"/>
              <a:gd name="connsiteX2" fmla="*/ 119498 w 130363"/>
              <a:gd name="connsiteY2" fmla="*/ 1283615 h 1562101"/>
              <a:gd name="connsiteX3" fmla="*/ 1587 w 130363"/>
              <a:gd name="connsiteY3" fmla="*/ 1562101 h 1562101"/>
            </a:gdLst>
            <a:ahLst/>
            <a:cxnLst>
              <a:cxn ang="0">
                <a:pos x="connsiteX0" y="connsiteY0"/>
              </a:cxn>
              <a:cxn ang="0">
                <a:pos x="connsiteX1" y="connsiteY1"/>
              </a:cxn>
              <a:cxn ang="0">
                <a:pos x="connsiteX2" y="connsiteY2"/>
              </a:cxn>
              <a:cxn ang="0">
                <a:pos x="connsiteX3" y="connsiteY3"/>
              </a:cxn>
            </a:cxnLst>
            <a:rect l="l" t="t" r="r" b="b"/>
            <a:pathLst>
              <a:path w="130363" h="1562101">
                <a:moveTo>
                  <a:pt x="0" y="0"/>
                </a:moveTo>
                <a:cubicBezTo>
                  <a:pt x="75608" y="102594"/>
                  <a:pt x="91646" y="98949"/>
                  <a:pt x="111562" y="312885"/>
                </a:cubicBezTo>
                <a:cubicBezTo>
                  <a:pt x="131478" y="526821"/>
                  <a:pt x="137827" y="1075412"/>
                  <a:pt x="119498" y="1283615"/>
                </a:cubicBezTo>
                <a:cubicBezTo>
                  <a:pt x="101169" y="1491818"/>
                  <a:pt x="64494" y="1499194"/>
                  <a:pt x="1587" y="1562101"/>
                </a:cubicBezTo>
              </a:path>
            </a:pathLst>
          </a:custGeom>
          <a:noFill/>
          <a:ln w="19050">
            <a:gradFill>
              <a:gsLst>
                <a:gs pos="0">
                  <a:schemeClr val="accent2"/>
                </a:gs>
                <a:gs pos="100000">
                  <a:schemeClr val="accent1"/>
                </a:gs>
              </a:gsLst>
              <a:lin ang="5400000" scaled="1"/>
            </a:gradFill>
            <a:prstDash val="dash"/>
            <a:headEnd type="arrow"/>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圆角 62">
            <a:extLst>
              <a:ext uri="{FF2B5EF4-FFF2-40B4-BE49-F238E27FC236}">
                <a16:creationId xmlns:a16="http://schemas.microsoft.com/office/drawing/2014/main" id="{FDDFA7F3-A6F6-F29F-618D-337FFE64AB16}"/>
              </a:ext>
            </a:extLst>
          </p:cNvPr>
          <p:cNvSpPr/>
          <p:nvPr/>
        </p:nvSpPr>
        <p:spPr>
          <a:xfrm flipH="1">
            <a:off x="4343092" y="2002611"/>
            <a:ext cx="158042" cy="1893774"/>
          </a:xfrm>
          <a:custGeom>
            <a:avLst/>
            <a:gdLst>
              <a:gd name="connsiteX0" fmla="*/ 0 w 754883"/>
              <a:gd name="connsiteY0" fmla="*/ 377442 h 1752601"/>
              <a:gd name="connsiteX1" fmla="*/ 377442 w 754883"/>
              <a:gd name="connsiteY1" fmla="*/ 0 h 1752601"/>
              <a:gd name="connsiteX2" fmla="*/ 377442 w 754883"/>
              <a:gd name="connsiteY2" fmla="*/ 0 h 1752601"/>
              <a:gd name="connsiteX3" fmla="*/ 754884 w 754883"/>
              <a:gd name="connsiteY3" fmla="*/ 377442 h 1752601"/>
              <a:gd name="connsiteX4" fmla="*/ 754883 w 754883"/>
              <a:gd name="connsiteY4" fmla="*/ 1375160 h 1752601"/>
              <a:gd name="connsiteX5" fmla="*/ 377441 w 754883"/>
              <a:gd name="connsiteY5" fmla="*/ 1752602 h 1752601"/>
              <a:gd name="connsiteX6" fmla="*/ 377442 w 754883"/>
              <a:gd name="connsiteY6" fmla="*/ 1752601 h 1752601"/>
              <a:gd name="connsiteX7" fmla="*/ 0 w 754883"/>
              <a:gd name="connsiteY7" fmla="*/ 1375159 h 1752601"/>
              <a:gd name="connsiteX8" fmla="*/ 0 w 754883"/>
              <a:gd name="connsiteY8" fmla="*/ 377442 h 1752601"/>
              <a:gd name="connsiteX0" fmla="*/ 0 w 754884"/>
              <a:gd name="connsiteY0" fmla="*/ 377442 h 1752602"/>
              <a:gd name="connsiteX1" fmla="*/ 377442 w 754884"/>
              <a:gd name="connsiteY1" fmla="*/ 0 h 1752602"/>
              <a:gd name="connsiteX2" fmla="*/ 377442 w 754884"/>
              <a:gd name="connsiteY2" fmla="*/ 0 h 1752602"/>
              <a:gd name="connsiteX3" fmla="*/ 754884 w 754884"/>
              <a:gd name="connsiteY3" fmla="*/ 377442 h 1752602"/>
              <a:gd name="connsiteX4" fmla="*/ 754883 w 754884"/>
              <a:gd name="connsiteY4" fmla="*/ 1375160 h 1752602"/>
              <a:gd name="connsiteX5" fmla="*/ 377441 w 754884"/>
              <a:gd name="connsiteY5" fmla="*/ 1752602 h 1752602"/>
              <a:gd name="connsiteX6" fmla="*/ 377442 w 754884"/>
              <a:gd name="connsiteY6" fmla="*/ 1752601 h 1752602"/>
              <a:gd name="connsiteX7" fmla="*/ 0 w 754884"/>
              <a:gd name="connsiteY7" fmla="*/ 1375159 h 1752602"/>
              <a:gd name="connsiteX8" fmla="*/ 91440 w 754884"/>
              <a:gd name="connsiteY8" fmla="*/ 468882 h 1752602"/>
              <a:gd name="connsiteX0" fmla="*/ 377442 w 754884"/>
              <a:gd name="connsiteY0" fmla="*/ 0 h 1752602"/>
              <a:gd name="connsiteX1" fmla="*/ 377442 w 754884"/>
              <a:gd name="connsiteY1" fmla="*/ 0 h 1752602"/>
              <a:gd name="connsiteX2" fmla="*/ 754884 w 754884"/>
              <a:gd name="connsiteY2" fmla="*/ 377442 h 1752602"/>
              <a:gd name="connsiteX3" fmla="*/ 754883 w 754884"/>
              <a:gd name="connsiteY3" fmla="*/ 1375160 h 1752602"/>
              <a:gd name="connsiteX4" fmla="*/ 377441 w 754884"/>
              <a:gd name="connsiteY4" fmla="*/ 1752602 h 1752602"/>
              <a:gd name="connsiteX5" fmla="*/ 377442 w 754884"/>
              <a:gd name="connsiteY5" fmla="*/ 1752601 h 1752602"/>
              <a:gd name="connsiteX6" fmla="*/ 0 w 754884"/>
              <a:gd name="connsiteY6" fmla="*/ 1375159 h 1752602"/>
              <a:gd name="connsiteX7" fmla="*/ 91440 w 754884"/>
              <a:gd name="connsiteY7" fmla="*/ 468882 h 1752602"/>
              <a:gd name="connsiteX0" fmla="*/ 377442 w 754884"/>
              <a:gd name="connsiteY0" fmla="*/ 0 h 1752602"/>
              <a:gd name="connsiteX1" fmla="*/ 377442 w 754884"/>
              <a:gd name="connsiteY1" fmla="*/ 0 h 1752602"/>
              <a:gd name="connsiteX2" fmla="*/ 754884 w 754884"/>
              <a:gd name="connsiteY2" fmla="*/ 377442 h 1752602"/>
              <a:gd name="connsiteX3" fmla="*/ 754883 w 754884"/>
              <a:gd name="connsiteY3" fmla="*/ 1375160 h 1752602"/>
              <a:gd name="connsiteX4" fmla="*/ 377441 w 754884"/>
              <a:gd name="connsiteY4" fmla="*/ 1752602 h 1752602"/>
              <a:gd name="connsiteX5" fmla="*/ 377442 w 754884"/>
              <a:gd name="connsiteY5" fmla="*/ 1752601 h 1752602"/>
              <a:gd name="connsiteX6" fmla="*/ 0 w 754884"/>
              <a:gd name="connsiteY6" fmla="*/ 1375159 h 1752602"/>
              <a:gd name="connsiteX0" fmla="*/ 1 w 377443"/>
              <a:gd name="connsiteY0" fmla="*/ 0 h 1752602"/>
              <a:gd name="connsiteX1" fmla="*/ 1 w 377443"/>
              <a:gd name="connsiteY1" fmla="*/ 0 h 1752602"/>
              <a:gd name="connsiteX2" fmla="*/ 377443 w 377443"/>
              <a:gd name="connsiteY2" fmla="*/ 377442 h 1752602"/>
              <a:gd name="connsiteX3" fmla="*/ 377442 w 377443"/>
              <a:gd name="connsiteY3" fmla="*/ 1375160 h 1752602"/>
              <a:gd name="connsiteX4" fmla="*/ 0 w 377443"/>
              <a:gd name="connsiteY4" fmla="*/ 1752602 h 1752602"/>
              <a:gd name="connsiteX5" fmla="*/ 1 w 377443"/>
              <a:gd name="connsiteY5" fmla="*/ 1752601 h 1752602"/>
              <a:gd name="connsiteX0" fmla="*/ 1 w 377443"/>
              <a:gd name="connsiteY0" fmla="*/ 0 h 1752602"/>
              <a:gd name="connsiteX1" fmla="*/ 1 w 377443"/>
              <a:gd name="connsiteY1" fmla="*/ 0 h 1752602"/>
              <a:gd name="connsiteX2" fmla="*/ 276994 w 377443"/>
              <a:gd name="connsiteY2" fmla="*/ 105833 h 1752602"/>
              <a:gd name="connsiteX3" fmla="*/ 377443 w 377443"/>
              <a:gd name="connsiteY3" fmla="*/ 377442 h 1752602"/>
              <a:gd name="connsiteX4" fmla="*/ 377442 w 377443"/>
              <a:gd name="connsiteY4" fmla="*/ 1375160 h 1752602"/>
              <a:gd name="connsiteX5" fmla="*/ 0 w 377443"/>
              <a:gd name="connsiteY5" fmla="*/ 1752602 h 1752602"/>
              <a:gd name="connsiteX6" fmla="*/ 1 w 377443"/>
              <a:gd name="connsiteY6" fmla="*/ 1752601 h 1752602"/>
              <a:gd name="connsiteX0" fmla="*/ 1 w 385823"/>
              <a:gd name="connsiteY0" fmla="*/ 0 h 1752602"/>
              <a:gd name="connsiteX1" fmla="*/ 1 w 385823"/>
              <a:gd name="connsiteY1" fmla="*/ 0 h 1752602"/>
              <a:gd name="connsiteX2" fmla="*/ 276994 w 385823"/>
              <a:gd name="connsiteY2" fmla="*/ 105833 h 1752602"/>
              <a:gd name="connsiteX3" fmla="*/ 377443 w 385823"/>
              <a:gd name="connsiteY3" fmla="*/ 377442 h 1752602"/>
              <a:gd name="connsiteX4" fmla="*/ 377442 w 385823"/>
              <a:gd name="connsiteY4" fmla="*/ 1375160 h 1752602"/>
              <a:gd name="connsiteX5" fmla="*/ 264294 w 385823"/>
              <a:gd name="connsiteY5" fmla="*/ 1629833 h 1752602"/>
              <a:gd name="connsiteX6" fmla="*/ 0 w 385823"/>
              <a:gd name="connsiteY6" fmla="*/ 1752602 h 1752602"/>
              <a:gd name="connsiteX7" fmla="*/ 1 w 385823"/>
              <a:gd name="connsiteY7" fmla="*/ 1752601 h 1752602"/>
              <a:gd name="connsiteX0" fmla="*/ 1 w 385823"/>
              <a:gd name="connsiteY0" fmla="*/ 0 h 1752602"/>
              <a:gd name="connsiteX1" fmla="*/ 1 w 385823"/>
              <a:gd name="connsiteY1" fmla="*/ 0 h 1752602"/>
              <a:gd name="connsiteX2" fmla="*/ 276994 w 385823"/>
              <a:gd name="connsiteY2" fmla="*/ 105833 h 1752602"/>
              <a:gd name="connsiteX3" fmla="*/ 377443 w 385823"/>
              <a:gd name="connsiteY3" fmla="*/ 377442 h 1752602"/>
              <a:gd name="connsiteX4" fmla="*/ 377442 w 385823"/>
              <a:gd name="connsiteY4" fmla="*/ 1375160 h 1752602"/>
              <a:gd name="connsiteX5" fmla="*/ 264294 w 385823"/>
              <a:gd name="connsiteY5" fmla="*/ 1629833 h 1752602"/>
              <a:gd name="connsiteX6" fmla="*/ 0 w 385823"/>
              <a:gd name="connsiteY6" fmla="*/ 1752602 h 1752602"/>
              <a:gd name="connsiteX0" fmla="*/ 0 w 385822"/>
              <a:gd name="connsiteY0" fmla="*/ 0 h 1629833"/>
              <a:gd name="connsiteX1" fmla="*/ 0 w 385822"/>
              <a:gd name="connsiteY1" fmla="*/ 0 h 1629833"/>
              <a:gd name="connsiteX2" fmla="*/ 276993 w 385822"/>
              <a:gd name="connsiteY2" fmla="*/ 105833 h 1629833"/>
              <a:gd name="connsiteX3" fmla="*/ 377442 w 385822"/>
              <a:gd name="connsiteY3" fmla="*/ 377442 h 1629833"/>
              <a:gd name="connsiteX4" fmla="*/ 377441 w 385822"/>
              <a:gd name="connsiteY4" fmla="*/ 1375160 h 1629833"/>
              <a:gd name="connsiteX5" fmla="*/ 264293 w 385822"/>
              <a:gd name="connsiteY5" fmla="*/ 1629833 h 1629833"/>
              <a:gd name="connsiteX0" fmla="*/ 0 w 385822"/>
              <a:gd name="connsiteY0" fmla="*/ 0 h 1629833"/>
              <a:gd name="connsiteX1" fmla="*/ 276993 w 385822"/>
              <a:gd name="connsiteY1" fmla="*/ 105833 h 1629833"/>
              <a:gd name="connsiteX2" fmla="*/ 377442 w 385822"/>
              <a:gd name="connsiteY2" fmla="*/ 377442 h 1629833"/>
              <a:gd name="connsiteX3" fmla="*/ 377441 w 385822"/>
              <a:gd name="connsiteY3" fmla="*/ 1375160 h 1629833"/>
              <a:gd name="connsiteX4" fmla="*/ 264293 w 385822"/>
              <a:gd name="connsiteY4" fmla="*/ 1629833 h 1629833"/>
              <a:gd name="connsiteX0" fmla="*/ 12700 w 121529"/>
              <a:gd name="connsiteY0" fmla="*/ 0 h 1524000"/>
              <a:gd name="connsiteX1" fmla="*/ 113149 w 121529"/>
              <a:gd name="connsiteY1" fmla="*/ 271609 h 1524000"/>
              <a:gd name="connsiteX2" fmla="*/ 113148 w 121529"/>
              <a:gd name="connsiteY2" fmla="*/ 1269327 h 1524000"/>
              <a:gd name="connsiteX3" fmla="*/ 0 w 121529"/>
              <a:gd name="connsiteY3" fmla="*/ 1524000 h 1524000"/>
              <a:gd name="connsiteX0" fmla="*/ 0 w 127292"/>
              <a:gd name="connsiteY0" fmla="*/ 0 h 1531938"/>
              <a:gd name="connsiteX1" fmla="*/ 113149 w 127292"/>
              <a:gd name="connsiteY1" fmla="*/ 279547 h 1531938"/>
              <a:gd name="connsiteX2" fmla="*/ 113148 w 127292"/>
              <a:gd name="connsiteY2" fmla="*/ 1277265 h 1531938"/>
              <a:gd name="connsiteX3" fmla="*/ 0 w 127292"/>
              <a:gd name="connsiteY3" fmla="*/ 1531938 h 1531938"/>
              <a:gd name="connsiteX0" fmla="*/ 0 w 127292"/>
              <a:gd name="connsiteY0" fmla="*/ 0 h 1531938"/>
              <a:gd name="connsiteX1" fmla="*/ 113149 w 127292"/>
              <a:gd name="connsiteY1" fmla="*/ 279547 h 1531938"/>
              <a:gd name="connsiteX2" fmla="*/ 113148 w 127292"/>
              <a:gd name="connsiteY2" fmla="*/ 1277265 h 1531938"/>
              <a:gd name="connsiteX3" fmla="*/ 0 w 127292"/>
              <a:gd name="connsiteY3" fmla="*/ 1531938 h 1531938"/>
              <a:gd name="connsiteX0" fmla="*/ 4763 w 132354"/>
              <a:gd name="connsiteY0" fmla="*/ 0 h 1555751"/>
              <a:gd name="connsiteX1" fmla="*/ 117912 w 132354"/>
              <a:gd name="connsiteY1" fmla="*/ 279547 h 1555751"/>
              <a:gd name="connsiteX2" fmla="*/ 117911 w 132354"/>
              <a:gd name="connsiteY2" fmla="*/ 1277265 h 1555751"/>
              <a:gd name="connsiteX3" fmla="*/ 0 w 132354"/>
              <a:gd name="connsiteY3" fmla="*/ 1555751 h 1555751"/>
              <a:gd name="connsiteX0" fmla="*/ 0 w 134336"/>
              <a:gd name="connsiteY0" fmla="*/ 0 h 1562101"/>
              <a:gd name="connsiteX1" fmla="*/ 119499 w 134336"/>
              <a:gd name="connsiteY1" fmla="*/ 285897 h 1562101"/>
              <a:gd name="connsiteX2" fmla="*/ 119498 w 134336"/>
              <a:gd name="connsiteY2" fmla="*/ 1283615 h 1562101"/>
              <a:gd name="connsiteX3" fmla="*/ 1587 w 134336"/>
              <a:gd name="connsiteY3" fmla="*/ 1562101 h 1562101"/>
              <a:gd name="connsiteX0" fmla="*/ 0 w 134336"/>
              <a:gd name="connsiteY0" fmla="*/ 0 h 1562101"/>
              <a:gd name="connsiteX1" fmla="*/ 119499 w 134336"/>
              <a:gd name="connsiteY1" fmla="*/ 285897 h 1562101"/>
              <a:gd name="connsiteX2" fmla="*/ 119498 w 134336"/>
              <a:gd name="connsiteY2" fmla="*/ 1283615 h 1562101"/>
              <a:gd name="connsiteX3" fmla="*/ 1587 w 134336"/>
              <a:gd name="connsiteY3" fmla="*/ 1562101 h 1562101"/>
              <a:gd name="connsiteX0" fmla="*/ 0 w 130363"/>
              <a:gd name="connsiteY0" fmla="*/ 0 h 1562101"/>
              <a:gd name="connsiteX1" fmla="*/ 111562 w 130363"/>
              <a:gd name="connsiteY1" fmla="*/ 312885 h 1562101"/>
              <a:gd name="connsiteX2" fmla="*/ 119498 w 130363"/>
              <a:gd name="connsiteY2" fmla="*/ 1283615 h 1562101"/>
              <a:gd name="connsiteX3" fmla="*/ 1587 w 130363"/>
              <a:gd name="connsiteY3" fmla="*/ 1562101 h 1562101"/>
            </a:gdLst>
            <a:ahLst/>
            <a:cxnLst>
              <a:cxn ang="0">
                <a:pos x="connsiteX0" y="connsiteY0"/>
              </a:cxn>
              <a:cxn ang="0">
                <a:pos x="connsiteX1" y="connsiteY1"/>
              </a:cxn>
              <a:cxn ang="0">
                <a:pos x="connsiteX2" y="connsiteY2"/>
              </a:cxn>
              <a:cxn ang="0">
                <a:pos x="connsiteX3" y="connsiteY3"/>
              </a:cxn>
            </a:cxnLst>
            <a:rect l="l" t="t" r="r" b="b"/>
            <a:pathLst>
              <a:path w="130363" h="1562101">
                <a:moveTo>
                  <a:pt x="0" y="0"/>
                </a:moveTo>
                <a:cubicBezTo>
                  <a:pt x="75608" y="102594"/>
                  <a:pt x="91646" y="98949"/>
                  <a:pt x="111562" y="312885"/>
                </a:cubicBezTo>
                <a:cubicBezTo>
                  <a:pt x="131478" y="526821"/>
                  <a:pt x="137827" y="1075412"/>
                  <a:pt x="119498" y="1283615"/>
                </a:cubicBezTo>
                <a:cubicBezTo>
                  <a:pt x="101169" y="1491818"/>
                  <a:pt x="64494" y="1499194"/>
                  <a:pt x="1587" y="1562101"/>
                </a:cubicBezTo>
              </a:path>
            </a:pathLst>
          </a:custGeom>
          <a:noFill/>
          <a:ln w="19050">
            <a:gradFill>
              <a:gsLst>
                <a:gs pos="0">
                  <a:schemeClr val="accent2"/>
                </a:gs>
                <a:gs pos="100000">
                  <a:schemeClr val="accent1"/>
                </a:gs>
              </a:gsLst>
              <a:lin ang="5400000" scaled="1"/>
            </a:gradFill>
            <a:prstDash val="dash"/>
            <a:headEnd type="arrow"/>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圆角 60">
            <a:extLst>
              <a:ext uri="{FF2B5EF4-FFF2-40B4-BE49-F238E27FC236}">
                <a16:creationId xmlns:a16="http://schemas.microsoft.com/office/drawing/2014/main" id="{D0F85596-FCA4-EAE6-1A14-28D3BE91DD92}"/>
              </a:ext>
            </a:extLst>
          </p:cNvPr>
          <p:cNvSpPr/>
          <p:nvPr/>
        </p:nvSpPr>
        <p:spPr>
          <a:xfrm flipH="1">
            <a:off x="2717574" y="1845441"/>
            <a:ext cx="922415" cy="1963003"/>
          </a:xfrm>
          <a:custGeom>
            <a:avLst/>
            <a:gdLst>
              <a:gd name="connsiteX0" fmla="*/ 0 w 1676155"/>
              <a:gd name="connsiteY0" fmla="*/ 760864 h 1619205"/>
              <a:gd name="connsiteX1" fmla="*/ 760864 w 1676155"/>
              <a:gd name="connsiteY1" fmla="*/ 0 h 1619205"/>
              <a:gd name="connsiteX2" fmla="*/ 915291 w 1676155"/>
              <a:gd name="connsiteY2" fmla="*/ 0 h 1619205"/>
              <a:gd name="connsiteX3" fmla="*/ 1676155 w 1676155"/>
              <a:gd name="connsiteY3" fmla="*/ 760864 h 1619205"/>
              <a:gd name="connsiteX4" fmla="*/ 1676155 w 1676155"/>
              <a:gd name="connsiteY4" fmla="*/ 858341 h 1619205"/>
              <a:gd name="connsiteX5" fmla="*/ 915291 w 1676155"/>
              <a:gd name="connsiteY5" fmla="*/ 1619205 h 1619205"/>
              <a:gd name="connsiteX6" fmla="*/ 760864 w 1676155"/>
              <a:gd name="connsiteY6" fmla="*/ 1619205 h 1619205"/>
              <a:gd name="connsiteX7" fmla="*/ 0 w 1676155"/>
              <a:gd name="connsiteY7" fmla="*/ 858341 h 1619205"/>
              <a:gd name="connsiteX8" fmla="*/ 0 w 1676155"/>
              <a:gd name="connsiteY8" fmla="*/ 760864 h 1619205"/>
              <a:gd name="connsiteX0" fmla="*/ 0 w 1676155"/>
              <a:gd name="connsiteY0" fmla="*/ 760864 h 1619205"/>
              <a:gd name="connsiteX1" fmla="*/ 915291 w 1676155"/>
              <a:gd name="connsiteY1" fmla="*/ 0 h 1619205"/>
              <a:gd name="connsiteX2" fmla="*/ 1676155 w 1676155"/>
              <a:gd name="connsiteY2" fmla="*/ 760864 h 1619205"/>
              <a:gd name="connsiteX3" fmla="*/ 1676155 w 1676155"/>
              <a:gd name="connsiteY3" fmla="*/ 858341 h 1619205"/>
              <a:gd name="connsiteX4" fmla="*/ 915291 w 1676155"/>
              <a:gd name="connsiteY4" fmla="*/ 1619205 h 1619205"/>
              <a:gd name="connsiteX5" fmla="*/ 760864 w 1676155"/>
              <a:gd name="connsiteY5" fmla="*/ 1619205 h 1619205"/>
              <a:gd name="connsiteX6" fmla="*/ 0 w 1676155"/>
              <a:gd name="connsiteY6" fmla="*/ 858341 h 1619205"/>
              <a:gd name="connsiteX7" fmla="*/ 0 w 1676155"/>
              <a:gd name="connsiteY7" fmla="*/ 760864 h 1619205"/>
              <a:gd name="connsiteX0" fmla="*/ 0 w 1676155"/>
              <a:gd name="connsiteY0" fmla="*/ 760864 h 1619205"/>
              <a:gd name="connsiteX1" fmla="*/ 915291 w 1676155"/>
              <a:gd name="connsiteY1" fmla="*/ 0 h 1619205"/>
              <a:gd name="connsiteX2" fmla="*/ 1676155 w 1676155"/>
              <a:gd name="connsiteY2" fmla="*/ 760864 h 1619205"/>
              <a:gd name="connsiteX3" fmla="*/ 1676155 w 1676155"/>
              <a:gd name="connsiteY3" fmla="*/ 858341 h 1619205"/>
              <a:gd name="connsiteX4" fmla="*/ 915291 w 1676155"/>
              <a:gd name="connsiteY4" fmla="*/ 1619205 h 1619205"/>
              <a:gd name="connsiteX5" fmla="*/ 760864 w 1676155"/>
              <a:gd name="connsiteY5" fmla="*/ 1619205 h 1619205"/>
              <a:gd name="connsiteX6" fmla="*/ 0 w 1676155"/>
              <a:gd name="connsiteY6" fmla="*/ 858341 h 1619205"/>
              <a:gd name="connsiteX7" fmla="*/ 91440 w 1676155"/>
              <a:gd name="connsiteY7" fmla="*/ 852304 h 1619205"/>
              <a:gd name="connsiteX0" fmla="*/ 915291 w 1676155"/>
              <a:gd name="connsiteY0" fmla="*/ 0 h 1619205"/>
              <a:gd name="connsiteX1" fmla="*/ 1676155 w 1676155"/>
              <a:gd name="connsiteY1" fmla="*/ 760864 h 1619205"/>
              <a:gd name="connsiteX2" fmla="*/ 1676155 w 1676155"/>
              <a:gd name="connsiteY2" fmla="*/ 858341 h 1619205"/>
              <a:gd name="connsiteX3" fmla="*/ 915291 w 1676155"/>
              <a:gd name="connsiteY3" fmla="*/ 1619205 h 1619205"/>
              <a:gd name="connsiteX4" fmla="*/ 760864 w 1676155"/>
              <a:gd name="connsiteY4" fmla="*/ 1619205 h 1619205"/>
              <a:gd name="connsiteX5" fmla="*/ 0 w 1676155"/>
              <a:gd name="connsiteY5" fmla="*/ 858341 h 1619205"/>
              <a:gd name="connsiteX6" fmla="*/ 91440 w 1676155"/>
              <a:gd name="connsiteY6" fmla="*/ 852304 h 1619205"/>
              <a:gd name="connsiteX0" fmla="*/ 823851 w 1584715"/>
              <a:gd name="connsiteY0" fmla="*/ 0 h 1619205"/>
              <a:gd name="connsiteX1" fmla="*/ 1584715 w 1584715"/>
              <a:gd name="connsiteY1" fmla="*/ 760864 h 1619205"/>
              <a:gd name="connsiteX2" fmla="*/ 1584715 w 1584715"/>
              <a:gd name="connsiteY2" fmla="*/ 858341 h 1619205"/>
              <a:gd name="connsiteX3" fmla="*/ 823851 w 1584715"/>
              <a:gd name="connsiteY3" fmla="*/ 1619205 h 1619205"/>
              <a:gd name="connsiteX4" fmla="*/ 669424 w 1584715"/>
              <a:gd name="connsiteY4" fmla="*/ 1619205 h 1619205"/>
              <a:gd name="connsiteX5" fmla="*/ 0 w 1584715"/>
              <a:gd name="connsiteY5" fmla="*/ 852304 h 1619205"/>
              <a:gd name="connsiteX0" fmla="*/ 154427 w 915291"/>
              <a:gd name="connsiteY0" fmla="*/ 0 h 1619205"/>
              <a:gd name="connsiteX1" fmla="*/ 915291 w 915291"/>
              <a:gd name="connsiteY1" fmla="*/ 760864 h 1619205"/>
              <a:gd name="connsiteX2" fmla="*/ 915291 w 915291"/>
              <a:gd name="connsiteY2" fmla="*/ 858341 h 1619205"/>
              <a:gd name="connsiteX3" fmla="*/ 154427 w 915291"/>
              <a:gd name="connsiteY3" fmla="*/ 1619205 h 1619205"/>
              <a:gd name="connsiteX4" fmla="*/ 0 w 915291"/>
              <a:gd name="connsiteY4" fmla="*/ 1619205 h 1619205"/>
              <a:gd name="connsiteX0" fmla="*/ 0 w 760864"/>
              <a:gd name="connsiteY0" fmla="*/ 0 h 1619205"/>
              <a:gd name="connsiteX1" fmla="*/ 760864 w 760864"/>
              <a:gd name="connsiteY1" fmla="*/ 760864 h 1619205"/>
              <a:gd name="connsiteX2" fmla="*/ 760864 w 760864"/>
              <a:gd name="connsiteY2" fmla="*/ 858341 h 1619205"/>
              <a:gd name="connsiteX3" fmla="*/ 0 w 760864"/>
              <a:gd name="connsiteY3" fmla="*/ 1619205 h 1619205"/>
            </a:gdLst>
            <a:ahLst/>
            <a:cxnLst>
              <a:cxn ang="0">
                <a:pos x="connsiteX0" y="connsiteY0"/>
              </a:cxn>
              <a:cxn ang="0">
                <a:pos x="connsiteX1" y="connsiteY1"/>
              </a:cxn>
              <a:cxn ang="0">
                <a:pos x="connsiteX2" y="connsiteY2"/>
              </a:cxn>
              <a:cxn ang="0">
                <a:pos x="connsiteX3" y="connsiteY3"/>
              </a:cxn>
            </a:cxnLst>
            <a:rect l="l" t="t" r="r" b="b"/>
            <a:pathLst>
              <a:path w="760864" h="1619205">
                <a:moveTo>
                  <a:pt x="0" y="0"/>
                </a:moveTo>
                <a:cubicBezTo>
                  <a:pt x="420214" y="0"/>
                  <a:pt x="760864" y="340650"/>
                  <a:pt x="760864" y="760864"/>
                </a:cubicBezTo>
                <a:lnTo>
                  <a:pt x="760864" y="858341"/>
                </a:lnTo>
                <a:cubicBezTo>
                  <a:pt x="760864" y="1278555"/>
                  <a:pt x="420214" y="1619205"/>
                  <a:pt x="0" y="1619205"/>
                </a:cubicBezTo>
              </a:path>
            </a:pathLst>
          </a:custGeom>
          <a:noFill/>
          <a:ln w="19050">
            <a:gradFill>
              <a:gsLst>
                <a:gs pos="0">
                  <a:schemeClr val="accent2"/>
                </a:gs>
                <a:gs pos="100000">
                  <a:schemeClr val="accent1"/>
                </a:gs>
              </a:gsLst>
              <a:lin ang="5400000" scaled="1"/>
            </a:gradFill>
            <a:prstDash val="dash"/>
            <a:headEnd type="arrow"/>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圆角 62">
            <a:extLst>
              <a:ext uri="{FF2B5EF4-FFF2-40B4-BE49-F238E27FC236}">
                <a16:creationId xmlns:a16="http://schemas.microsoft.com/office/drawing/2014/main" id="{50104AF1-5D4E-0C6A-862B-AF7AE888A80A}"/>
              </a:ext>
            </a:extLst>
          </p:cNvPr>
          <p:cNvSpPr/>
          <p:nvPr/>
        </p:nvSpPr>
        <p:spPr>
          <a:xfrm flipH="1">
            <a:off x="6082752" y="2033404"/>
            <a:ext cx="68839" cy="1849508"/>
          </a:xfrm>
          <a:custGeom>
            <a:avLst/>
            <a:gdLst>
              <a:gd name="connsiteX0" fmla="*/ 0 w 754883"/>
              <a:gd name="connsiteY0" fmla="*/ 377442 h 1752601"/>
              <a:gd name="connsiteX1" fmla="*/ 377442 w 754883"/>
              <a:gd name="connsiteY1" fmla="*/ 0 h 1752601"/>
              <a:gd name="connsiteX2" fmla="*/ 377442 w 754883"/>
              <a:gd name="connsiteY2" fmla="*/ 0 h 1752601"/>
              <a:gd name="connsiteX3" fmla="*/ 754884 w 754883"/>
              <a:gd name="connsiteY3" fmla="*/ 377442 h 1752601"/>
              <a:gd name="connsiteX4" fmla="*/ 754883 w 754883"/>
              <a:gd name="connsiteY4" fmla="*/ 1375160 h 1752601"/>
              <a:gd name="connsiteX5" fmla="*/ 377441 w 754883"/>
              <a:gd name="connsiteY5" fmla="*/ 1752602 h 1752601"/>
              <a:gd name="connsiteX6" fmla="*/ 377442 w 754883"/>
              <a:gd name="connsiteY6" fmla="*/ 1752601 h 1752601"/>
              <a:gd name="connsiteX7" fmla="*/ 0 w 754883"/>
              <a:gd name="connsiteY7" fmla="*/ 1375159 h 1752601"/>
              <a:gd name="connsiteX8" fmla="*/ 0 w 754883"/>
              <a:gd name="connsiteY8" fmla="*/ 377442 h 1752601"/>
              <a:gd name="connsiteX0" fmla="*/ 0 w 754884"/>
              <a:gd name="connsiteY0" fmla="*/ 377442 h 1752602"/>
              <a:gd name="connsiteX1" fmla="*/ 377442 w 754884"/>
              <a:gd name="connsiteY1" fmla="*/ 0 h 1752602"/>
              <a:gd name="connsiteX2" fmla="*/ 377442 w 754884"/>
              <a:gd name="connsiteY2" fmla="*/ 0 h 1752602"/>
              <a:gd name="connsiteX3" fmla="*/ 754884 w 754884"/>
              <a:gd name="connsiteY3" fmla="*/ 377442 h 1752602"/>
              <a:gd name="connsiteX4" fmla="*/ 754883 w 754884"/>
              <a:gd name="connsiteY4" fmla="*/ 1375160 h 1752602"/>
              <a:gd name="connsiteX5" fmla="*/ 377441 w 754884"/>
              <a:gd name="connsiteY5" fmla="*/ 1752602 h 1752602"/>
              <a:gd name="connsiteX6" fmla="*/ 377442 w 754884"/>
              <a:gd name="connsiteY6" fmla="*/ 1752601 h 1752602"/>
              <a:gd name="connsiteX7" fmla="*/ 0 w 754884"/>
              <a:gd name="connsiteY7" fmla="*/ 1375159 h 1752602"/>
              <a:gd name="connsiteX8" fmla="*/ 91440 w 754884"/>
              <a:gd name="connsiteY8" fmla="*/ 468882 h 1752602"/>
              <a:gd name="connsiteX0" fmla="*/ 377442 w 754884"/>
              <a:gd name="connsiteY0" fmla="*/ 0 h 1752602"/>
              <a:gd name="connsiteX1" fmla="*/ 377442 w 754884"/>
              <a:gd name="connsiteY1" fmla="*/ 0 h 1752602"/>
              <a:gd name="connsiteX2" fmla="*/ 754884 w 754884"/>
              <a:gd name="connsiteY2" fmla="*/ 377442 h 1752602"/>
              <a:gd name="connsiteX3" fmla="*/ 754883 w 754884"/>
              <a:gd name="connsiteY3" fmla="*/ 1375160 h 1752602"/>
              <a:gd name="connsiteX4" fmla="*/ 377441 w 754884"/>
              <a:gd name="connsiteY4" fmla="*/ 1752602 h 1752602"/>
              <a:gd name="connsiteX5" fmla="*/ 377442 w 754884"/>
              <a:gd name="connsiteY5" fmla="*/ 1752601 h 1752602"/>
              <a:gd name="connsiteX6" fmla="*/ 0 w 754884"/>
              <a:gd name="connsiteY6" fmla="*/ 1375159 h 1752602"/>
              <a:gd name="connsiteX7" fmla="*/ 91440 w 754884"/>
              <a:gd name="connsiteY7" fmla="*/ 468882 h 1752602"/>
              <a:gd name="connsiteX0" fmla="*/ 377442 w 754884"/>
              <a:gd name="connsiteY0" fmla="*/ 0 h 1752602"/>
              <a:gd name="connsiteX1" fmla="*/ 377442 w 754884"/>
              <a:gd name="connsiteY1" fmla="*/ 0 h 1752602"/>
              <a:gd name="connsiteX2" fmla="*/ 754884 w 754884"/>
              <a:gd name="connsiteY2" fmla="*/ 377442 h 1752602"/>
              <a:gd name="connsiteX3" fmla="*/ 754883 w 754884"/>
              <a:gd name="connsiteY3" fmla="*/ 1375160 h 1752602"/>
              <a:gd name="connsiteX4" fmla="*/ 377441 w 754884"/>
              <a:gd name="connsiteY4" fmla="*/ 1752602 h 1752602"/>
              <a:gd name="connsiteX5" fmla="*/ 377442 w 754884"/>
              <a:gd name="connsiteY5" fmla="*/ 1752601 h 1752602"/>
              <a:gd name="connsiteX6" fmla="*/ 0 w 754884"/>
              <a:gd name="connsiteY6" fmla="*/ 1375159 h 1752602"/>
              <a:gd name="connsiteX0" fmla="*/ 1 w 377443"/>
              <a:gd name="connsiteY0" fmla="*/ 0 h 1752602"/>
              <a:gd name="connsiteX1" fmla="*/ 1 w 377443"/>
              <a:gd name="connsiteY1" fmla="*/ 0 h 1752602"/>
              <a:gd name="connsiteX2" fmla="*/ 377443 w 377443"/>
              <a:gd name="connsiteY2" fmla="*/ 377442 h 1752602"/>
              <a:gd name="connsiteX3" fmla="*/ 377442 w 377443"/>
              <a:gd name="connsiteY3" fmla="*/ 1375160 h 1752602"/>
              <a:gd name="connsiteX4" fmla="*/ 0 w 377443"/>
              <a:gd name="connsiteY4" fmla="*/ 1752602 h 1752602"/>
              <a:gd name="connsiteX5" fmla="*/ 1 w 377443"/>
              <a:gd name="connsiteY5" fmla="*/ 1752601 h 1752602"/>
              <a:gd name="connsiteX0" fmla="*/ 1 w 377443"/>
              <a:gd name="connsiteY0" fmla="*/ 0 h 1752602"/>
              <a:gd name="connsiteX1" fmla="*/ 1 w 377443"/>
              <a:gd name="connsiteY1" fmla="*/ 0 h 1752602"/>
              <a:gd name="connsiteX2" fmla="*/ 276994 w 377443"/>
              <a:gd name="connsiteY2" fmla="*/ 105833 h 1752602"/>
              <a:gd name="connsiteX3" fmla="*/ 377443 w 377443"/>
              <a:gd name="connsiteY3" fmla="*/ 377442 h 1752602"/>
              <a:gd name="connsiteX4" fmla="*/ 377442 w 377443"/>
              <a:gd name="connsiteY4" fmla="*/ 1375160 h 1752602"/>
              <a:gd name="connsiteX5" fmla="*/ 0 w 377443"/>
              <a:gd name="connsiteY5" fmla="*/ 1752602 h 1752602"/>
              <a:gd name="connsiteX6" fmla="*/ 1 w 377443"/>
              <a:gd name="connsiteY6" fmla="*/ 1752601 h 1752602"/>
              <a:gd name="connsiteX0" fmla="*/ 1 w 385823"/>
              <a:gd name="connsiteY0" fmla="*/ 0 h 1752602"/>
              <a:gd name="connsiteX1" fmla="*/ 1 w 385823"/>
              <a:gd name="connsiteY1" fmla="*/ 0 h 1752602"/>
              <a:gd name="connsiteX2" fmla="*/ 276994 w 385823"/>
              <a:gd name="connsiteY2" fmla="*/ 105833 h 1752602"/>
              <a:gd name="connsiteX3" fmla="*/ 377443 w 385823"/>
              <a:gd name="connsiteY3" fmla="*/ 377442 h 1752602"/>
              <a:gd name="connsiteX4" fmla="*/ 377442 w 385823"/>
              <a:gd name="connsiteY4" fmla="*/ 1375160 h 1752602"/>
              <a:gd name="connsiteX5" fmla="*/ 264294 w 385823"/>
              <a:gd name="connsiteY5" fmla="*/ 1629833 h 1752602"/>
              <a:gd name="connsiteX6" fmla="*/ 0 w 385823"/>
              <a:gd name="connsiteY6" fmla="*/ 1752602 h 1752602"/>
              <a:gd name="connsiteX7" fmla="*/ 1 w 385823"/>
              <a:gd name="connsiteY7" fmla="*/ 1752601 h 1752602"/>
              <a:gd name="connsiteX0" fmla="*/ 1 w 385823"/>
              <a:gd name="connsiteY0" fmla="*/ 0 h 1752602"/>
              <a:gd name="connsiteX1" fmla="*/ 1 w 385823"/>
              <a:gd name="connsiteY1" fmla="*/ 0 h 1752602"/>
              <a:gd name="connsiteX2" fmla="*/ 276994 w 385823"/>
              <a:gd name="connsiteY2" fmla="*/ 105833 h 1752602"/>
              <a:gd name="connsiteX3" fmla="*/ 377443 w 385823"/>
              <a:gd name="connsiteY3" fmla="*/ 377442 h 1752602"/>
              <a:gd name="connsiteX4" fmla="*/ 377442 w 385823"/>
              <a:gd name="connsiteY4" fmla="*/ 1375160 h 1752602"/>
              <a:gd name="connsiteX5" fmla="*/ 264294 w 385823"/>
              <a:gd name="connsiteY5" fmla="*/ 1629833 h 1752602"/>
              <a:gd name="connsiteX6" fmla="*/ 0 w 385823"/>
              <a:gd name="connsiteY6" fmla="*/ 1752602 h 1752602"/>
              <a:gd name="connsiteX0" fmla="*/ 0 w 385822"/>
              <a:gd name="connsiteY0" fmla="*/ 0 h 1629833"/>
              <a:gd name="connsiteX1" fmla="*/ 0 w 385822"/>
              <a:gd name="connsiteY1" fmla="*/ 0 h 1629833"/>
              <a:gd name="connsiteX2" fmla="*/ 276993 w 385822"/>
              <a:gd name="connsiteY2" fmla="*/ 105833 h 1629833"/>
              <a:gd name="connsiteX3" fmla="*/ 377442 w 385822"/>
              <a:gd name="connsiteY3" fmla="*/ 377442 h 1629833"/>
              <a:gd name="connsiteX4" fmla="*/ 377441 w 385822"/>
              <a:gd name="connsiteY4" fmla="*/ 1375160 h 1629833"/>
              <a:gd name="connsiteX5" fmla="*/ 264293 w 385822"/>
              <a:gd name="connsiteY5" fmla="*/ 1629833 h 1629833"/>
              <a:gd name="connsiteX0" fmla="*/ 0 w 385822"/>
              <a:gd name="connsiteY0" fmla="*/ 0 h 1629833"/>
              <a:gd name="connsiteX1" fmla="*/ 276993 w 385822"/>
              <a:gd name="connsiteY1" fmla="*/ 105833 h 1629833"/>
              <a:gd name="connsiteX2" fmla="*/ 377442 w 385822"/>
              <a:gd name="connsiteY2" fmla="*/ 377442 h 1629833"/>
              <a:gd name="connsiteX3" fmla="*/ 377441 w 385822"/>
              <a:gd name="connsiteY3" fmla="*/ 1375160 h 1629833"/>
              <a:gd name="connsiteX4" fmla="*/ 264293 w 385822"/>
              <a:gd name="connsiteY4" fmla="*/ 1629833 h 1629833"/>
              <a:gd name="connsiteX0" fmla="*/ 12700 w 121529"/>
              <a:gd name="connsiteY0" fmla="*/ 0 h 1524000"/>
              <a:gd name="connsiteX1" fmla="*/ 113149 w 121529"/>
              <a:gd name="connsiteY1" fmla="*/ 271609 h 1524000"/>
              <a:gd name="connsiteX2" fmla="*/ 113148 w 121529"/>
              <a:gd name="connsiteY2" fmla="*/ 1269327 h 1524000"/>
              <a:gd name="connsiteX3" fmla="*/ 0 w 121529"/>
              <a:gd name="connsiteY3" fmla="*/ 1524000 h 1524000"/>
              <a:gd name="connsiteX0" fmla="*/ 0 w 127292"/>
              <a:gd name="connsiteY0" fmla="*/ 0 h 1531938"/>
              <a:gd name="connsiteX1" fmla="*/ 113149 w 127292"/>
              <a:gd name="connsiteY1" fmla="*/ 279547 h 1531938"/>
              <a:gd name="connsiteX2" fmla="*/ 113148 w 127292"/>
              <a:gd name="connsiteY2" fmla="*/ 1277265 h 1531938"/>
              <a:gd name="connsiteX3" fmla="*/ 0 w 127292"/>
              <a:gd name="connsiteY3" fmla="*/ 1531938 h 1531938"/>
              <a:gd name="connsiteX0" fmla="*/ 0 w 127292"/>
              <a:gd name="connsiteY0" fmla="*/ 0 h 1531938"/>
              <a:gd name="connsiteX1" fmla="*/ 113149 w 127292"/>
              <a:gd name="connsiteY1" fmla="*/ 279547 h 1531938"/>
              <a:gd name="connsiteX2" fmla="*/ 113148 w 127292"/>
              <a:gd name="connsiteY2" fmla="*/ 1277265 h 1531938"/>
              <a:gd name="connsiteX3" fmla="*/ 0 w 127292"/>
              <a:gd name="connsiteY3" fmla="*/ 1531938 h 1531938"/>
              <a:gd name="connsiteX0" fmla="*/ 4763 w 132354"/>
              <a:gd name="connsiteY0" fmla="*/ 0 h 1555751"/>
              <a:gd name="connsiteX1" fmla="*/ 117912 w 132354"/>
              <a:gd name="connsiteY1" fmla="*/ 279547 h 1555751"/>
              <a:gd name="connsiteX2" fmla="*/ 117911 w 132354"/>
              <a:gd name="connsiteY2" fmla="*/ 1277265 h 1555751"/>
              <a:gd name="connsiteX3" fmla="*/ 0 w 132354"/>
              <a:gd name="connsiteY3" fmla="*/ 1555751 h 1555751"/>
              <a:gd name="connsiteX0" fmla="*/ 0 w 134336"/>
              <a:gd name="connsiteY0" fmla="*/ 0 h 1562101"/>
              <a:gd name="connsiteX1" fmla="*/ 119499 w 134336"/>
              <a:gd name="connsiteY1" fmla="*/ 285897 h 1562101"/>
              <a:gd name="connsiteX2" fmla="*/ 119498 w 134336"/>
              <a:gd name="connsiteY2" fmla="*/ 1283615 h 1562101"/>
              <a:gd name="connsiteX3" fmla="*/ 1587 w 134336"/>
              <a:gd name="connsiteY3" fmla="*/ 1562101 h 1562101"/>
              <a:gd name="connsiteX0" fmla="*/ 0 w 134336"/>
              <a:gd name="connsiteY0" fmla="*/ 0 h 1562101"/>
              <a:gd name="connsiteX1" fmla="*/ 119499 w 134336"/>
              <a:gd name="connsiteY1" fmla="*/ 285897 h 1562101"/>
              <a:gd name="connsiteX2" fmla="*/ 119498 w 134336"/>
              <a:gd name="connsiteY2" fmla="*/ 1283615 h 1562101"/>
              <a:gd name="connsiteX3" fmla="*/ 1587 w 134336"/>
              <a:gd name="connsiteY3" fmla="*/ 1562101 h 1562101"/>
              <a:gd name="connsiteX0" fmla="*/ 0 w 130363"/>
              <a:gd name="connsiteY0" fmla="*/ 0 h 1562101"/>
              <a:gd name="connsiteX1" fmla="*/ 111562 w 130363"/>
              <a:gd name="connsiteY1" fmla="*/ 312885 h 1562101"/>
              <a:gd name="connsiteX2" fmla="*/ 119498 w 130363"/>
              <a:gd name="connsiteY2" fmla="*/ 1283615 h 1562101"/>
              <a:gd name="connsiteX3" fmla="*/ 1587 w 130363"/>
              <a:gd name="connsiteY3" fmla="*/ 1562101 h 1562101"/>
              <a:gd name="connsiteX0" fmla="*/ 63501 w 126023"/>
              <a:gd name="connsiteY0" fmla="*/ 0 h 1536701"/>
              <a:gd name="connsiteX1" fmla="*/ 109975 w 126023"/>
              <a:gd name="connsiteY1" fmla="*/ 287485 h 1536701"/>
              <a:gd name="connsiteX2" fmla="*/ 117911 w 126023"/>
              <a:gd name="connsiteY2" fmla="*/ 1258215 h 1536701"/>
              <a:gd name="connsiteX3" fmla="*/ 0 w 126023"/>
              <a:gd name="connsiteY3" fmla="*/ 1536701 h 1536701"/>
              <a:gd name="connsiteX0" fmla="*/ 63501 w 123880"/>
              <a:gd name="connsiteY0" fmla="*/ 0 h 1536701"/>
              <a:gd name="connsiteX1" fmla="*/ 102037 w 123880"/>
              <a:gd name="connsiteY1" fmla="*/ 403373 h 1536701"/>
              <a:gd name="connsiteX2" fmla="*/ 117911 w 123880"/>
              <a:gd name="connsiteY2" fmla="*/ 1258215 h 1536701"/>
              <a:gd name="connsiteX3" fmla="*/ 0 w 123880"/>
              <a:gd name="connsiteY3" fmla="*/ 1536701 h 1536701"/>
              <a:gd name="connsiteX0" fmla="*/ 63501 w 123880"/>
              <a:gd name="connsiteY0" fmla="*/ 0 h 1536701"/>
              <a:gd name="connsiteX1" fmla="*/ 102037 w 123880"/>
              <a:gd name="connsiteY1" fmla="*/ 403373 h 1536701"/>
              <a:gd name="connsiteX2" fmla="*/ 117911 w 123880"/>
              <a:gd name="connsiteY2" fmla="*/ 1258215 h 1536701"/>
              <a:gd name="connsiteX3" fmla="*/ 0 w 123880"/>
              <a:gd name="connsiteY3" fmla="*/ 1536701 h 1536701"/>
              <a:gd name="connsiteX0" fmla="*/ 63501 w 102584"/>
              <a:gd name="connsiteY0" fmla="*/ 0 h 1536701"/>
              <a:gd name="connsiteX1" fmla="*/ 102037 w 102584"/>
              <a:gd name="connsiteY1" fmla="*/ 403373 h 1536701"/>
              <a:gd name="connsiteX2" fmla="*/ 76636 w 102584"/>
              <a:gd name="connsiteY2" fmla="*/ 1258215 h 1536701"/>
              <a:gd name="connsiteX3" fmla="*/ 0 w 102584"/>
              <a:gd name="connsiteY3" fmla="*/ 1536701 h 1536701"/>
              <a:gd name="connsiteX0" fmla="*/ 63501 w 104437"/>
              <a:gd name="connsiteY0" fmla="*/ 0 h 1536701"/>
              <a:gd name="connsiteX1" fmla="*/ 102037 w 104437"/>
              <a:gd name="connsiteY1" fmla="*/ 403373 h 1536701"/>
              <a:gd name="connsiteX2" fmla="*/ 89336 w 104437"/>
              <a:gd name="connsiteY2" fmla="*/ 1261390 h 1536701"/>
              <a:gd name="connsiteX3" fmla="*/ 0 w 104437"/>
              <a:gd name="connsiteY3" fmla="*/ 1536701 h 1536701"/>
              <a:gd name="connsiteX0" fmla="*/ 14288 w 54005"/>
              <a:gd name="connsiteY0" fmla="*/ 0 h 1525588"/>
              <a:gd name="connsiteX1" fmla="*/ 52824 w 54005"/>
              <a:gd name="connsiteY1" fmla="*/ 403373 h 1525588"/>
              <a:gd name="connsiteX2" fmla="*/ 40123 w 54005"/>
              <a:gd name="connsiteY2" fmla="*/ 1261390 h 1525588"/>
              <a:gd name="connsiteX3" fmla="*/ 0 w 54005"/>
              <a:gd name="connsiteY3" fmla="*/ 1525588 h 1525588"/>
              <a:gd name="connsiteX0" fmla="*/ 14288 w 54005"/>
              <a:gd name="connsiteY0" fmla="*/ 0 h 1525588"/>
              <a:gd name="connsiteX1" fmla="*/ 52824 w 54005"/>
              <a:gd name="connsiteY1" fmla="*/ 403373 h 1525588"/>
              <a:gd name="connsiteX2" fmla="*/ 40123 w 54005"/>
              <a:gd name="connsiteY2" fmla="*/ 1261390 h 1525588"/>
              <a:gd name="connsiteX3" fmla="*/ 0 w 54005"/>
              <a:gd name="connsiteY3" fmla="*/ 1525588 h 1525588"/>
              <a:gd name="connsiteX0" fmla="*/ 14288 w 57642"/>
              <a:gd name="connsiteY0" fmla="*/ 0 h 1525588"/>
              <a:gd name="connsiteX1" fmla="*/ 52824 w 57642"/>
              <a:gd name="connsiteY1" fmla="*/ 403373 h 1525588"/>
              <a:gd name="connsiteX2" fmla="*/ 51236 w 57642"/>
              <a:gd name="connsiteY2" fmla="*/ 1253452 h 1525588"/>
              <a:gd name="connsiteX3" fmla="*/ 0 w 57642"/>
              <a:gd name="connsiteY3" fmla="*/ 1525588 h 1525588"/>
              <a:gd name="connsiteX0" fmla="*/ 14288 w 55082"/>
              <a:gd name="connsiteY0" fmla="*/ 0 h 1525588"/>
              <a:gd name="connsiteX1" fmla="*/ 52824 w 55082"/>
              <a:gd name="connsiteY1" fmla="*/ 403373 h 1525588"/>
              <a:gd name="connsiteX2" fmla="*/ 51236 w 55082"/>
              <a:gd name="connsiteY2" fmla="*/ 1253452 h 1525588"/>
              <a:gd name="connsiteX3" fmla="*/ 0 w 55082"/>
              <a:gd name="connsiteY3" fmla="*/ 1525588 h 1525588"/>
              <a:gd name="connsiteX0" fmla="*/ 14288 w 56783"/>
              <a:gd name="connsiteY0" fmla="*/ 0 h 1525588"/>
              <a:gd name="connsiteX1" fmla="*/ 51236 w 56783"/>
              <a:gd name="connsiteY1" fmla="*/ 517673 h 1525588"/>
              <a:gd name="connsiteX2" fmla="*/ 51236 w 56783"/>
              <a:gd name="connsiteY2" fmla="*/ 1253452 h 1525588"/>
              <a:gd name="connsiteX3" fmla="*/ 0 w 56783"/>
              <a:gd name="connsiteY3" fmla="*/ 1525588 h 1525588"/>
            </a:gdLst>
            <a:ahLst/>
            <a:cxnLst>
              <a:cxn ang="0">
                <a:pos x="connsiteX0" y="connsiteY0"/>
              </a:cxn>
              <a:cxn ang="0">
                <a:pos x="connsiteX1" y="connsiteY1"/>
              </a:cxn>
              <a:cxn ang="0">
                <a:pos x="connsiteX2" y="connsiteY2"/>
              </a:cxn>
              <a:cxn ang="0">
                <a:pos x="connsiteX3" y="connsiteY3"/>
              </a:cxn>
            </a:cxnLst>
            <a:rect l="l" t="t" r="r" b="b"/>
            <a:pathLst>
              <a:path w="56783" h="1525588">
                <a:moveTo>
                  <a:pt x="14288" y="0"/>
                </a:moveTo>
                <a:cubicBezTo>
                  <a:pt x="66083" y="137519"/>
                  <a:pt x="45078" y="308764"/>
                  <a:pt x="51236" y="517673"/>
                </a:cubicBezTo>
                <a:cubicBezTo>
                  <a:pt x="57394" y="726582"/>
                  <a:pt x="59775" y="1085466"/>
                  <a:pt x="51236" y="1253452"/>
                </a:cubicBezTo>
                <a:cubicBezTo>
                  <a:pt x="42697" y="1421438"/>
                  <a:pt x="54970" y="1446806"/>
                  <a:pt x="0" y="1525588"/>
                </a:cubicBezTo>
              </a:path>
            </a:pathLst>
          </a:custGeom>
          <a:noFill/>
          <a:ln w="19050">
            <a:gradFill>
              <a:gsLst>
                <a:gs pos="0">
                  <a:schemeClr val="accent2"/>
                </a:gs>
                <a:gs pos="100000">
                  <a:schemeClr val="accent1"/>
                </a:gs>
              </a:gsLst>
              <a:lin ang="5400000" scaled="1"/>
            </a:gradFill>
            <a:prstDash val="dash"/>
            <a:headEnd type="arrow"/>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a:extLst>
              <a:ext uri="{FF2B5EF4-FFF2-40B4-BE49-F238E27FC236}">
                <a16:creationId xmlns:a16="http://schemas.microsoft.com/office/drawing/2014/main" id="{ED58CB18-46F2-6400-21F5-C5D0A16C564D}"/>
              </a:ext>
            </a:extLst>
          </p:cNvPr>
          <p:cNvGrpSpPr/>
          <p:nvPr/>
        </p:nvGrpSpPr>
        <p:grpSpPr>
          <a:xfrm>
            <a:off x="2990999" y="2303012"/>
            <a:ext cx="1122568" cy="1122561"/>
            <a:chOff x="2492898" y="4172276"/>
            <a:chExt cx="932728" cy="932729"/>
          </a:xfrm>
        </p:grpSpPr>
        <p:sp>
          <p:nvSpPr>
            <p:cNvPr id="27" name="椭圆 26">
              <a:extLst>
                <a:ext uri="{FF2B5EF4-FFF2-40B4-BE49-F238E27FC236}">
                  <a16:creationId xmlns:a16="http://schemas.microsoft.com/office/drawing/2014/main" id="{7DD7F4A4-7992-310D-02A3-3EF402CBDAD3}"/>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29" name="椭圆 28">
              <a:extLst>
                <a:ext uri="{FF2B5EF4-FFF2-40B4-BE49-F238E27FC236}">
                  <a16:creationId xmlns:a16="http://schemas.microsoft.com/office/drawing/2014/main" id="{54EC5F1F-2680-DAEA-E9C9-1B52B145F5BD}"/>
                </a:ext>
              </a:extLst>
            </p:cNvPr>
            <p:cNvSpPr/>
            <p:nvPr/>
          </p:nvSpPr>
          <p:spPr>
            <a:xfrm>
              <a:off x="2492898" y="4172277"/>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600" b="1" dirty="0">
                  <a:solidFill>
                    <a:schemeClr val="tx1"/>
                  </a:solidFill>
                  <a:latin typeface="+mj-ea"/>
                  <a:ea typeface="+mj-ea"/>
                </a:rPr>
                <a:t>核心</a:t>
              </a:r>
              <a:endParaRPr lang="en-US" altLang="zh-CN" sz="1600" b="1" dirty="0">
                <a:solidFill>
                  <a:schemeClr val="tx1"/>
                </a:solidFill>
                <a:latin typeface="+mj-ea"/>
                <a:ea typeface="+mj-ea"/>
              </a:endParaRPr>
            </a:p>
            <a:p>
              <a:pPr algn="ctr"/>
              <a:r>
                <a:rPr lang="zh-CN" altLang="en-US" sz="1600" b="1" dirty="0">
                  <a:solidFill>
                    <a:schemeClr val="tx1"/>
                  </a:solidFill>
                  <a:latin typeface="+mj-ea"/>
                  <a:ea typeface="+mj-ea"/>
                </a:rPr>
                <a:t>目标</a:t>
              </a:r>
            </a:p>
          </p:txBody>
        </p:sp>
      </p:grpSp>
      <p:grpSp>
        <p:nvGrpSpPr>
          <p:cNvPr id="84" name="组合 83">
            <a:extLst>
              <a:ext uri="{FF2B5EF4-FFF2-40B4-BE49-F238E27FC236}">
                <a16:creationId xmlns:a16="http://schemas.microsoft.com/office/drawing/2014/main" id="{53382016-3CDD-F8DC-4188-DCB9D06250FE}"/>
              </a:ext>
            </a:extLst>
          </p:cNvPr>
          <p:cNvGrpSpPr/>
          <p:nvPr/>
        </p:nvGrpSpPr>
        <p:grpSpPr>
          <a:xfrm>
            <a:off x="4730659" y="2421551"/>
            <a:ext cx="1122568" cy="1122560"/>
            <a:chOff x="2492898" y="4172276"/>
            <a:chExt cx="932728" cy="932728"/>
          </a:xfrm>
        </p:grpSpPr>
        <p:sp>
          <p:nvSpPr>
            <p:cNvPr id="90" name="椭圆 89">
              <a:extLst>
                <a:ext uri="{FF2B5EF4-FFF2-40B4-BE49-F238E27FC236}">
                  <a16:creationId xmlns:a16="http://schemas.microsoft.com/office/drawing/2014/main" id="{36706332-709B-05BA-DBA7-FCB9934FEDB1}"/>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91" name="椭圆 90">
              <a:extLst>
                <a:ext uri="{FF2B5EF4-FFF2-40B4-BE49-F238E27FC236}">
                  <a16:creationId xmlns:a16="http://schemas.microsoft.com/office/drawing/2014/main" id="{44D76BA2-FB56-BADC-BFF4-C7DDE2ABD068}"/>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600" b="1" dirty="0">
                  <a:solidFill>
                    <a:schemeClr val="tx1"/>
                  </a:solidFill>
                  <a:latin typeface="+mj-ea"/>
                  <a:ea typeface="+mj-ea"/>
                </a:rPr>
                <a:t>执行</a:t>
              </a:r>
              <a:endParaRPr lang="en-US" altLang="zh-CN" sz="1600" b="1" dirty="0">
                <a:solidFill>
                  <a:schemeClr val="tx1"/>
                </a:solidFill>
                <a:latin typeface="+mj-ea"/>
                <a:ea typeface="+mj-ea"/>
              </a:endParaRPr>
            </a:p>
            <a:p>
              <a:pPr algn="ctr"/>
              <a:r>
                <a:rPr lang="zh-CN" altLang="en-US" sz="1600" b="1" dirty="0">
                  <a:solidFill>
                    <a:schemeClr val="tx1"/>
                  </a:solidFill>
                  <a:latin typeface="+mj-ea"/>
                  <a:ea typeface="+mj-ea"/>
                </a:rPr>
                <a:t>流程</a:t>
              </a:r>
            </a:p>
          </p:txBody>
        </p:sp>
      </p:grpSp>
      <p:grpSp>
        <p:nvGrpSpPr>
          <p:cNvPr id="92" name="组合 91">
            <a:extLst>
              <a:ext uri="{FF2B5EF4-FFF2-40B4-BE49-F238E27FC236}">
                <a16:creationId xmlns:a16="http://schemas.microsoft.com/office/drawing/2014/main" id="{4251D0BA-6324-E6E6-2363-9703E8F0C329}"/>
              </a:ext>
            </a:extLst>
          </p:cNvPr>
          <p:cNvGrpSpPr/>
          <p:nvPr/>
        </p:nvGrpSpPr>
        <p:grpSpPr>
          <a:xfrm>
            <a:off x="6381116" y="2421551"/>
            <a:ext cx="1122568" cy="1122560"/>
            <a:chOff x="2492898" y="4172276"/>
            <a:chExt cx="932728" cy="932728"/>
          </a:xfrm>
        </p:grpSpPr>
        <p:sp>
          <p:nvSpPr>
            <p:cNvPr id="93" name="椭圆 92">
              <a:extLst>
                <a:ext uri="{FF2B5EF4-FFF2-40B4-BE49-F238E27FC236}">
                  <a16:creationId xmlns:a16="http://schemas.microsoft.com/office/drawing/2014/main" id="{EDDA1EE5-CBAB-92AB-1037-F1D18BA35DDF}"/>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94" name="椭圆 93">
              <a:extLst>
                <a:ext uri="{FF2B5EF4-FFF2-40B4-BE49-F238E27FC236}">
                  <a16:creationId xmlns:a16="http://schemas.microsoft.com/office/drawing/2014/main" id="{BDECBD74-0610-FFD1-EF5C-EB8CD7EB7520}"/>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600" b="1" dirty="0">
                  <a:solidFill>
                    <a:schemeClr val="tx1"/>
                  </a:solidFill>
                  <a:latin typeface="+mj-ea"/>
                  <a:ea typeface="+mj-ea"/>
                </a:rPr>
                <a:t>营销</a:t>
              </a:r>
              <a:endParaRPr lang="en-US" altLang="zh-CN" sz="1600" b="1" dirty="0">
                <a:solidFill>
                  <a:schemeClr val="tx1"/>
                </a:solidFill>
                <a:latin typeface="+mj-ea"/>
                <a:ea typeface="+mj-ea"/>
              </a:endParaRPr>
            </a:p>
            <a:p>
              <a:pPr algn="ctr"/>
              <a:r>
                <a:rPr lang="zh-CN" altLang="en-US" sz="1600" b="1" dirty="0">
                  <a:solidFill>
                    <a:schemeClr val="tx1"/>
                  </a:solidFill>
                  <a:latin typeface="+mj-ea"/>
                  <a:ea typeface="+mj-ea"/>
                </a:rPr>
                <a:t>方向</a:t>
              </a:r>
            </a:p>
          </p:txBody>
        </p:sp>
      </p:grpSp>
      <p:grpSp>
        <p:nvGrpSpPr>
          <p:cNvPr id="95" name="组合 94">
            <a:extLst>
              <a:ext uri="{FF2B5EF4-FFF2-40B4-BE49-F238E27FC236}">
                <a16:creationId xmlns:a16="http://schemas.microsoft.com/office/drawing/2014/main" id="{68BBF24B-8D5A-AC38-096D-03A7299CD1A5}"/>
              </a:ext>
            </a:extLst>
          </p:cNvPr>
          <p:cNvGrpSpPr/>
          <p:nvPr/>
        </p:nvGrpSpPr>
        <p:grpSpPr>
          <a:xfrm>
            <a:off x="8120773" y="2303013"/>
            <a:ext cx="1122568" cy="1122560"/>
            <a:chOff x="2492898" y="4172276"/>
            <a:chExt cx="932728" cy="932728"/>
          </a:xfrm>
        </p:grpSpPr>
        <p:sp>
          <p:nvSpPr>
            <p:cNvPr id="96" name="椭圆 95">
              <a:extLst>
                <a:ext uri="{FF2B5EF4-FFF2-40B4-BE49-F238E27FC236}">
                  <a16:creationId xmlns:a16="http://schemas.microsoft.com/office/drawing/2014/main" id="{30269113-21C5-10EC-A5AD-228C7814F34B}"/>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97" name="椭圆 96">
              <a:extLst>
                <a:ext uri="{FF2B5EF4-FFF2-40B4-BE49-F238E27FC236}">
                  <a16:creationId xmlns:a16="http://schemas.microsoft.com/office/drawing/2014/main" id="{47143B9D-0625-7AE5-9AB4-2ED5021BC954}"/>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600" b="1" dirty="0">
                  <a:solidFill>
                    <a:schemeClr val="tx1"/>
                  </a:solidFill>
                  <a:latin typeface="+mj-ea"/>
                  <a:ea typeface="+mj-ea"/>
                </a:rPr>
                <a:t>团队</a:t>
              </a:r>
              <a:endParaRPr lang="en-US" altLang="zh-CN" sz="1600" b="1" dirty="0">
                <a:solidFill>
                  <a:schemeClr val="tx1"/>
                </a:solidFill>
                <a:latin typeface="+mj-ea"/>
                <a:ea typeface="+mj-ea"/>
              </a:endParaRPr>
            </a:p>
            <a:p>
              <a:pPr algn="ctr"/>
              <a:r>
                <a:rPr lang="zh-CN" altLang="en-US" sz="1600" b="1" dirty="0">
                  <a:solidFill>
                    <a:schemeClr val="tx1"/>
                  </a:solidFill>
                  <a:latin typeface="+mj-ea"/>
                  <a:ea typeface="+mj-ea"/>
                </a:rPr>
                <a:t>协作</a:t>
              </a:r>
            </a:p>
          </p:txBody>
        </p:sp>
      </p:grpSp>
      <p:sp>
        <p:nvSpPr>
          <p:cNvPr id="5" name="文本框 4">
            <a:extLst>
              <a:ext uri="{FF2B5EF4-FFF2-40B4-BE49-F238E27FC236}">
                <a16:creationId xmlns:a16="http://schemas.microsoft.com/office/drawing/2014/main" id="{0D5138FC-F2AC-AEE5-6DFE-9BBD74FD0100}"/>
              </a:ext>
            </a:extLst>
          </p:cNvPr>
          <p:cNvSpPr txBox="1"/>
          <p:nvPr/>
        </p:nvSpPr>
        <p:spPr>
          <a:xfrm>
            <a:off x="1530533" y="5198270"/>
            <a:ext cx="1261885" cy="307777"/>
          </a:xfrm>
          <a:prstGeom prst="rect">
            <a:avLst/>
          </a:prstGeom>
          <a:noFill/>
        </p:spPr>
        <p:txBody>
          <a:bodyPr wrap="none" rtlCol="0">
            <a:spAutoFit/>
          </a:bodyPr>
          <a:lstStyle/>
          <a:p>
            <a:pPr algn="ctr"/>
            <a:r>
              <a:rPr lang="zh-CN" altLang="en-US" sz="1400" dirty="0">
                <a:solidFill>
                  <a:schemeClr val="bg1"/>
                </a:solidFill>
                <a:sym typeface="Byte Sans Medium" panose="00000600000000000000" pitchFamily="2" charset="0"/>
              </a:rPr>
              <a:t>内容管理工具</a:t>
            </a:r>
          </a:p>
        </p:txBody>
      </p:sp>
      <p:sp>
        <p:nvSpPr>
          <p:cNvPr id="12" name="文本框 11">
            <a:extLst>
              <a:ext uri="{FF2B5EF4-FFF2-40B4-BE49-F238E27FC236}">
                <a16:creationId xmlns:a16="http://schemas.microsoft.com/office/drawing/2014/main" id="{47818044-E100-E532-CC70-FDF1E1758B62}"/>
              </a:ext>
            </a:extLst>
          </p:cNvPr>
          <p:cNvSpPr txBox="1"/>
          <p:nvPr/>
        </p:nvSpPr>
        <p:spPr>
          <a:xfrm>
            <a:off x="3511710" y="5390873"/>
            <a:ext cx="1261885" cy="307777"/>
          </a:xfrm>
          <a:prstGeom prst="rect">
            <a:avLst/>
          </a:prstGeom>
          <a:noFill/>
        </p:spPr>
        <p:txBody>
          <a:bodyPr wrap="none" rtlCol="0">
            <a:spAutoFit/>
          </a:bodyPr>
          <a:lstStyle/>
          <a:p>
            <a:pPr algn="ctr"/>
            <a:r>
              <a:rPr lang="zh-CN" altLang="en-US" sz="1400" dirty="0">
                <a:solidFill>
                  <a:schemeClr val="bg1"/>
                </a:solidFill>
                <a:sym typeface="Byte Sans Medium" panose="00000600000000000000" pitchFamily="2" charset="0"/>
              </a:rPr>
              <a:t>数据分析工具</a:t>
            </a:r>
          </a:p>
        </p:txBody>
      </p:sp>
      <p:sp>
        <p:nvSpPr>
          <p:cNvPr id="16" name="文本框 15">
            <a:extLst>
              <a:ext uri="{FF2B5EF4-FFF2-40B4-BE49-F238E27FC236}">
                <a16:creationId xmlns:a16="http://schemas.microsoft.com/office/drawing/2014/main" id="{BEB4A96C-1FAA-040B-CA07-D8A6F47ACC47}"/>
              </a:ext>
            </a:extLst>
          </p:cNvPr>
          <p:cNvSpPr txBox="1"/>
          <p:nvPr/>
        </p:nvSpPr>
        <p:spPr>
          <a:xfrm>
            <a:off x="5465058" y="5471971"/>
            <a:ext cx="1261884" cy="307777"/>
          </a:xfrm>
          <a:prstGeom prst="rect">
            <a:avLst/>
          </a:prstGeom>
          <a:noFill/>
        </p:spPr>
        <p:txBody>
          <a:bodyPr wrap="none" rtlCol="0">
            <a:spAutoFit/>
          </a:bodyPr>
          <a:lstStyle/>
          <a:p>
            <a:pPr algn="ctr"/>
            <a:r>
              <a:rPr lang="zh-CN" altLang="en-US" sz="1400" dirty="0">
                <a:solidFill>
                  <a:schemeClr val="bg1"/>
                </a:solidFill>
                <a:sym typeface="Byte Sans Medium" panose="00000600000000000000" pitchFamily="2" charset="0"/>
              </a:rPr>
              <a:t>社交媒体管理</a:t>
            </a:r>
          </a:p>
        </p:txBody>
      </p:sp>
      <p:sp>
        <p:nvSpPr>
          <p:cNvPr id="20" name="文本框 19">
            <a:extLst>
              <a:ext uri="{FF2B5EF4-FFF2-40B4-BE49-F238E27FC236}">
                <a16:creationId xmlns:a16="http://schemas.microsoft.com/office/drawing/2014/main" id="{A7988841-BEDC-F6B3-7E30-BE86D769C8C7}"/>
              </a:ext>
            </a:extLst>
          </p:cNvPr>
          <p:cNvSpPr txBox="1"/>
          <p:nvPr/>
        </p:nvSpPr>
        <p:spPr>
          <a:xfrm>
            <a:off x="7446235" y="5390873"/>
            <a:ext cx="1261885" cy="307777"/>
          </a:xfrm>
          <a:prstGeom prst="rect">
            <a:avLst/>
          </a:prstGeom>
          <a:noFill/>
        </p:spPr>
        <p:txBody>
          <a:bodyPr wrap="none" rtlCol="0">
            <a:spAutoFit/>
          </a:bodyPr>
          <a:lstStyle/>
          <a:p>
            <a:pPr algn="ctr"/>
            <a:r>
              <a:rPr lang="zh-CN" altLang="en-US" sz="1400" dirty="0">
                <a:solidFill>
                  <a:schemeClr val="bg1"/>
                </a:solidFill>
                <a:sym typeface="Byte Sans Medium" panose="00000600000000000000" pitchFamily="2" charset="0"/>
              </a:rPr>
              <a:t>广告投放平台</a:t>
            </a:r>
          </a:p>
        </p:txBody>
      </p:sp>
      <p:sp>
        <p:nvSpPr>
          <p:cNvPr id="25" name="文本框 24">
            <a:extLst>
              <a:ext uri="{FF2B5EF4-FFF2-40B4-BE49-F238E27FC236}">
                <a16:creationId xmlns:a16="http://schemas.microsoft.com/office/drawing/2014/main" id="{4219EA44-82D3-4709-F40D-EDF25BA50098}"/>
              </a:ext>
            </a:extLst>
          </p:cNvPr>
          <p:cNvSpPr txBox="1"/>
          <p:nvPr/>
        </p:nvSpPr>
        <p:spPr>
          <a:xfrm>
            <a:off x="9422629" y="5198270"/>
            <a:ext cx="1261885" cy="307777"/>
          </a:xfrm>
          <a:prstGeom prst="rect">
            <a:avLst/>
          </a:prstGeom>
          <a:noFill/>
        </p:spPr>
        <p:txBody>
          <a:bodyPr wrap="none" rtlCol="0">
            <a:spAutoFit/>
          </a:bodyPr>
          <a:lstStyle/>
          <a:p>
            <a:pPr algn="ctr"/>
            <a:r>
              <a:rPr lang="zh-CN" altLang="en-US" sz="1400" dirty="0">
                <a:solidFill>
                  <a:schemeClr val="bg1"/>
                </a:solidFill>
                <a:sym typeface="Byte Sans Medium" panose="00000600000000000000" pitchFamily="2" charset="0"/>
              </a:rPr>
              <a:t>邮件营销工具</a:t>
            </a:r>
          </a:p>
        </p:txBody>
      </p:sp>
      <p:grpSp>
        <p:nvGrpSpPr>
          <p:cNvPr id="28" name="组合 27">
            <a:extLst>
              <a:ext uri="{FF2B5EF4-FFF2-40B4-BE49-F238E27FC236}">
                <a16:creationId xmlns:a16="http://schemas.microsoft.com/office/drawing/2014/main" id="{F411C72F-A0B1-11CB-9638-74848E26437C}"/>
              </a:ext>
            </a:extLst>
          </p:cNvPr>
          <p:cNvGrpSpPr/>
          <p:nvPr/>
        </p:nvGrpSpPr>
        <p:grpSpPr>
          <a:xfrm>
            <a:off x="1557156" y="4400765"/>
            <a:ext cx="1153241" cy="710051"/>
            <a:chOff x="5643118" y="5377849"/>
            <a:chExt cx="905765" cy="710051"/>
          </a:xfrm>
        </p:grpSpPr>
        <p:sp>
          <p:nvSpPr>
            <p:cNvPr id="32" name="任意形状 106">
              <a:extLst>
                <a:ext uri="{FF2B5EF4-FFF2-40B4-BE49-F238E27FC236}">
                  <a16:creationId xmlns:a16="http://schemas.microsoft.com/office/drawing/2014/main" id="{E6428453-A8AB-13B5-D965-E3ED52CB8117}"/>
                </a:ext>
              </a:extLst>
            </p:cNvPr>
            <p:cNvSpPr/>
            <p:nvPr/>
          </p:nvSpPr>
          <p:spPr>
            <a:xfrm>
              <a:off x="5719559" y="5792823"/>
              <a:ext cx="752882" cy="295077"/>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noFill/>
            <a:ln w="12700" cap="flat">
              <a:gradFill>
                <a:gsLst>
                  <a:gs pos="0">
                    <a:schemeClr val="accent1">
                      <a:alpha val="0"/>
                    </a:schemeClr>
                  </a:gs>
                  <a:gs pos="100000">
                    <a:schemeClr val="accent1"/>
                  </a:gs>
                </a:gsLst>
                <a:lin ang="5400000" scaled="1"/>
              </a:gradFill>
              <a:prstDash val="dash"/>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nvGrpSpPr>
            <p:cNvPr id="34" name="组合 33">
              <a:extLst>
                <a:ext uri="{FF2B5EF4-FFF2-40B4-BE49-F238E27FC236}">
                  <a16:creationId xmlns:a16="http://schemas.microsoft.com/office/drawing/2014/main" id="{B2A81D0B-D6F0-BAD4-71D3-6A2D278DC112}"/>
                </a:ext>
              </a:extLst>
            </p:cNvPr>
            <p:cNvGrpSpPr/>
            <p:nvPr/>
          </p:nvGrpSpPr>
          <p:grpSpPr>
            <a:xfrm>
              <a:off x="5643118" y="5377849"/>
              <a:ext cx="905765" cy="617085"/>
              <a:chOff x="546912" y="5024491"/>
              <a:chExt cx="4190004" cy="4287661"/>
            </a:xfrm>
          </p:grpSpPr>
          <p:sp>
            <p:nvSpPr>
              <p:cNvPr id="36" name="菱形 35">
                <a:extLst>
                  <a:ext uri="{FF2B5EF4-FFF2-40B4-BE49-F238E27FC236}">
                    <a16:creationId xmlns:a16="http://schemas.microsoft.com/office/drawing/2014/main" id="{594F3F5E-D8DF-F6DF-D700-BCA28CAF7F78}"/>
                  </a:ext>
                </a:extLst>
              </p:cNvPr>
              <p:cNvSpPr/>
              <p:nvPr/>
            </p:nvSpPr>
            <p:spPr>
              <a:xfrm>
                <a:off x="546912" y="6912481"/>
                <a:ext cx="4190004" cy="2399671"/>
              </a:xfrm>
              <a:prstGeom prst="diamond">
                <a:avLst/>
              </a:prstGeom>
              <a:solidFill>
                <a:schemeClr val="tx2">
                  <a:alpha val="18000"/>
                </a:schemeClr>
              </a:solidFill>
              <a:ln w="12700">
                <a:gradFill>
                  <a:gsLst>
                    <a:gs pos="0">
                      <a:schemeClr val="tx1"/>
                    </a:gs>
                    <a:gs pos="89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pic>
            <p:nvPicPr>
              <p:cNvPr id="38" name="图形 37">
                <a:extLst>
                  <a:ext uri="{FF2B5EF4-FFF2-40B4-BE49-F238E27FC236}">
                    <a16:creationId xmlns:a16="http://schemas.microsoft.com/office/drawing/2014/main" id="{9C8B171D-857B-DCDE-AC58-E05904328A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1789" y="6532447"/>
                <a:ext cx="4100250" cy="2346253"/>
              </a:xfrm>
              <a:prstGeom prst="rect">
                <a:avLst/>
              </a:prstGeom>
            </p:spPr>
          </p:pic>
          <p:grpSp>
            <p:nvGrpSpPr>
              <p:cNvPr id="62" name="组合 61">
                <a:extLst>
                  <a:ext uri="{FF2B5EF4-FFF2-40B4-BE49-F238E27FC236}">
                    <a16:creationId xmlns:a16="http://schemas.microsoft.com/office/drawing/2014/main" id="{9C30F977-D618-C2BA-605A-9C94362F3669}"/>
                  </a:ext>
                </a:extLst>
              </p:cNvPr>
              <p:cNvGrpSpPr/>
              <p:nvPr/>
            </p:nvGrpSpPr>
            <p:grpSpPr>
              <a:xfrm>
                <a:off x="1501047" y="7176844"/>
                <a:ext cx="2281733" cy="1467890"/>
                <a:chOff x="7334423" y="1713879"/>
                <a:chExt cx="2924177" cy="1881188"/>
              </a:xfrm>
            </p:grpSpPr>
            <p:sp>
              <p:nvSpPr>
                <p:cNvPr id="72" name="任意多边形: 形状 71">
                  <a:extLst>
                    <a:ext uri="{FF2B5EF4-FFF2-40B4-BE49-F238E27FC236}">
                      <a16:creationId xmlns:a16="http://schemas.microsoft.com/office/drawing/2014/main" id="{C5CDBE77-C5C1-E1D2-5017-BF71B6343D86}"/>
                    </a:ext>
                  </a:extLst>
                </p:cNvPr>
                <p:cNvSpPr/>
                <p:nvPr/>
              </p:nvSpPr>
              <p:spPr>
                <a:xfrm>
                  <a:off x="7334423" y="1918667"/>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73" name="任意多边形: 形状 72">
                  <a:extLst>
                    <a:ext uri="{FF2B5EF4-FFF2-40B4-BE49-F238E27FC236}">
                      <a16:creationId xmlns:a16="http://schemas.microsoft.com/office/drawing/2014/main" id="{7C128D00-32C7-0C63-BAC9-2BF01142FE82}"/>
                    </a:ext>
                  </a:extLst>
                </p:cNvPr>
                <p:cNvSpPr/>
                <p:nvPr/>
              </p:nvSpPr>
              <p:spPr>
                <a:xfrm>
                  <a:off x="7334423" y="185484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74" name="任意多边形: 形状 73">
                  <a:extLst>
                    <a:ext uri="{FF2B5EF4-FFF2-40B4-BE49-F238E27FC236}">
                      <a16:creationId xmlns:a16="http://schemas.microsoft.com/office/drawing/2014/main" id="{815FCC1D-6603-A293-31BC-30F1A3B3CA81}"/>
                    </a:ext>
                  </a:extLst>
                </p:cNvPr>
                <p:cNvSpPr/>
                <p:nvPr/>
              </p:nvSpPr>
              <p:spPr>
                <a:xfrm>
                  <a:off x="7334423" y="1783413"/>
                  <a:ext cx="2924177" cy="1676403"/>
                </a:xfrm>
                <a:custGeom>
                  <a:avLst/>
                  <a:gdLst>
                    <a:gd name="connsiteX0" fmla="*/ 4763 w 2924175"/>
                    <a:gd name="connsiteY0" fmla="*/ 842010 h 1676400"/>
                    <a:gd name="connsiteX1" fmla="*/ 1466850 w 2924175"/>
                    <a:gd name="connsiteY1" fmla="*/ 4763 h 1676400"/>
                    <a:gd name="connsiteX2" fmla="*/ 2927985 w 2924175"/>
                    <a:gd name="connsiteY2" fmla="*/ 842963 h 1676400"/>
                    <a:gd name="connsiteX3" fmla="*/ 1466850 w 2924175"/>
                    <a:gd name="connsiteY3" fmla="*/ 1679258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963"/>
                      </a:lnTo>
                      <a:lnTo>
                        <a:pt x="1466850" y="1679258"/>
                      </a:lnTo>
                      <a:close/>
                    </a:path>
                  </a:pathLst>
                </a:custGeom>
                <a:noFill/>
                <a:ln w="9525" cap="rnd">
                  <a:solidFill>
                    <a:schemeClr val="accent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75" name="任意多边形: 形状 74">
                  <a:extLst>
                    <a:ext uri="{FF2B5EF4-FFF2-40B4-BE49-F238E27FC236}">
                      <a16:creationId xmlns:a16="http://schemas.microsoft.com/office/drawing/2014/main" id="{9F8C44C7-7EB6-94E3-855C-EFAFAA6079DE}"/>
                    </a:ext>
                  </a:extLst>
                </p:cNvPr>
                <p:cNvSpPr/>
                <p:nvPr/>
              </p:nvSpPr>
              <p:spPr>
                <a:xfrm>
                  <a:off x="7334423" y="171387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grpSp>
          <p:sp>
            <p:nvSpPr>
              <p:cNvPr id="64" name="菱形 63">
                <a:extLst>
                  <a:ext uri="{FF2B5EF4-FFF2-40B4-BE49-F238E27FC236}">
                    <a16:creationId xmlns:a16="http://schemas.microsoft.com/office/drawing/2014/main" id="{6F4351B0-7FDF-CF95-DE73-E85432935209}"/>
                  </a:ext>
                </a:extLst>
              </p:cNvPr>
              <p:cNvSpPr/>
              <p:nvPr/>
            </p:nvSpPr>
            <p:spPr>
              <a:xfrm>
                <a:off x="1526004" y="7195799"/>
                <a:ext cx="2231820" cy="1279096"/>
              </a:xfrm>
              <a:prstGeom prst="diamond">
                <a:avLst/>
              </a:prstGeom>
              <a:solidFill>
                <a:schemeClr val="tx1">
                  <a:alpha val="33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sp>
            <p:nvSpPr>
              <p:cNvPr id="71" name="六边形 70">
                <a:extLst>
                  <a:ext uri="{FF2B5EF4-FFF2-40B4-BE49-F238E27FC236}">
                    <a16:creationId xmlns:a16="http://schemas.microsoft.com/office/drawing/2014/main" id="{F2B1F148-4830-32CE-4E6D-E7E6D0543484}"/>
                  </a:ext>
                </a:extLst>
              </p:cNvPr>
              <p:cNvSpPr/>
              <p:nvPr/>
            </p:nvSpPr>
            <p:spPr>
              <a:xfrm rot="5400000">
                <a:off x="814173" y="5538803"/>
                <a:ext cx="3655482" cy="2626857"/>
              </a:xfrm>
              <a:prstGeom prst="hexagon">
                <a:avLst>
                  <a:gd name="adj" fmla="val 22320"/>
                  <a:gd name="vf" fmla="val 115470"/>
                </a:avLst>
              </a:prstGeom>
              <a:gradFill flip="none" rotWithShape="1">
                <a:gsLst>
                  <a:gs pos="18000">
                    <a:schemeClr val="tx1">
                      <a:alpha val="0"/>
                    </a:schemeClr>
                  </a:gs>
                  <a:gs pos="100000">
                    <a:schemeClr val="tx1">
                      <a:alpha val="63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grpSp>
      </p:grpSp>
      <p:grpSp>
        <p:nvGrpSpPr>
          <p:cNvPr id="76" name="组合 75">
            <a:extLst>
              <a:ext uri="{FF2B5EF4-FFF2-40B4-BE49-F238E27FC236}">
                <a16:creationId xmlns:a16="http://schemas.microsoft.com/office/drawing/2014/main" id="{5BB79CEA-0E1E-81C9-C074-8E7DA67C84A2}"/>
              </a:ext>
            </a:extLst>
          </p:cNvPr>
          <p:cNvGrpSpPr/>
          <p:nvPr/>
        </p:nvGrpSpPr>
        <p:grpSpPr>
          <a:xfrm>
            <a:off x="3566032" y="4603152"/>
            <a:ext cx="1153241" cy="710051"/>
            <a:chOff x="5643118" y="5377849"/>
            <a:chExt cx="905765" cy="710051"/>
          </a:xfrm>
        </p:grpSpPr>
        <p:sp>
          <p:nvSpPr>
            <p:cNvPr id="77" name="任意形状 106">
              <a:extLst>
                <a:ext uri="{FF2B5EF4-FFF2-40B4-BE49-F238E27FC236}">
                  <a16:creationId xmlns:a16="http://schemas.microsoft.com/office/drawing/2014/main" id="{866F820E-2846-C2D2-8852-FA4B88E62D12}"/>
                </a:ext>
              </a:extLst>
            </p:cNvPr>
            <p:cNvSpPr/>
            <p:nvPr/>
          </p:nvSpPr>
          <p:spPr>
            <a:xfrm>
              <a:off x="5719559" y="5792823"/>
              <a:ext cx="752882" cy="295077"/>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noFill/>
            <a:ln w="12700" cap="flat">
              <a:gradFill>
                <a:gsLst>
                  <a:gs pos="0">
                    <a:schemeClr val="accent1">
                      <a:alpha val="0"/>
                    </a:schemeClr>
                  </a:gs>
                  <a:gs pos="100000">
                    <a:schemeClr val="accent1"/>
                  </a:gs>
                </a:gsLst>
                <a:lin ang="5400000" scaled="1"/>
              </a:gradFill>
              <a:prstDash val="dash"/>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nvGrpSpPr>
            <p:cNvPr id="78" name="组合 77">
              <a:extLst>
                <a:ext uri="{FF2B5EF4-FFF2-40B4-BE49-F238E27FC236}">
                  <a16:creationId xmlns:a16="http://schemas.microsoft.com/office/drawing/2014/main" id="{71D5C1BC-CAB4-DAAA-D14D-8165BDA6794F}"/>
                </a:ext>
              </a:extLst>
            </p:cNvPr>
            <p:cNvGrpSpPr/>
            <p:nvPr/>
          </p:nvGrpSpPr>
          <p:grpSpPr>
            <a:xfrm>
              <a:off x="5643118" y="5377849"/>
              <a:ext cx="905765" cy="617085"/>
              <a:chOff x="546912" y="5024491"/>
              <a:chExt cx="4190004" cy="4287661"/>
            </a:xfrm>
          </p:grpSpPr>
          <p:sp>
            <p:nvSpPr>
              <p:cNvPr id="79" name="菱形 78">
                <a:extLst>
                  <a:ext uri="{FF2B5EF4-FFF2-40B4-BE49-F238E27FC236}">
                    <a16:creationId xmlns:a16="http://schemas.microsoft.com/office/drawing/2014/main" id="{B1BF82B3-408A-C556-9ED3-4E154D8888F7}"/>
                  </a:ext>
                </a:extLst>
              </p:cNvPr>
              <p:cNvSpPr/>
              <p:nvPr/>
            </p:nvSpPr>
            <p:spPr>
              <a:xfrm>
                <a:off x="546912" y="6912481"/>
                <a:ext cx="4190004" cy="2399671"/>
              </a:xfrm>
              <a:prstGeom prst="diamond">
                <a:avLst/>
              </a:prstGeom>
              <a:solidFill>
                <a:schemeClr val="tx2">
                  <a:alpha val="18000"/>
                </a:schemeClr>
              </a:solidFill>
              <a:ln w="12700">
                <a:gradFill>
                  <a:gsLst>
                    <a:gs pos="0">
                      <a:schemeClr val="tx1"/>
                    </a:gs>
                    <a:gs pos="89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a:solidFill>
                    <a:prstClr val="white"/>
                  </a:solidFill>
                  <a:latin typeface="Arial"/>
                  <a:ea typeface="微软雅黑 Light"/>
                </a:endParaRPr>
              </a:p>
            </p:txBody>
          </p:sp>
          <p:pic>
            <p:nvPicPr>
              <p:cNvPr id="80" name="图形 79">
                <a:extLst>
                  <a:ext uri="{FF2B5EF4-FFF2-40B4-BE49-F238E27FC236}">
                    <a16:creationId xmlns:a16="http://schemas.microsoft.com/office/drawing/2014/main" id="{B66C3282-6853-1949-130C-CFA495A296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1789" y="6532447"/>
                <a:ext cx="4100250" cy="2346253"/>
              </a:xfrm>
              <a:prstGeom prst="rect">
                <a:avLst/>
              </a:prstGeom>
            </p:spPr>
          </p:pic>
          <p:grpSp>
            <p:nvGrpSpPr>
              <p:cNvPr id="81" name="组合 80">
                <a:extLst>
                  <a:ext uri="{FF2B5EF4-FFF2-40B4-BE49-F238E27FC236}">
                    <a16:creationId xmlns:a16="http://schemas.microsoft.com/office/drawing/2014/main" id="{00FB263C-2E65-02D8-55D2-EF82A16838CF}"/>
                  </a:ext>
                </a:extLst>
              </p:cNvPr>
              <p:cNvGrpSpPr/>
              <p:nvPr/>
            </p:nvGrpSpPr>
            <p:grpSpPr>
              <a:xfrm>
                <a:off x="1501047" y="7176844"/>
                <a:ext cx="2281733" cy="1467890"/>
                <a:chOff x="7334423" y="1713879"/>
                <a:chExt cx="2924177" cy="1881188"/>
              </a:xfrm>
            </p:grpSpPr>
            <p:sp>
              <p:nvSpPr>
                <p:cNvPr id="99" name="任意多边形: 形状 98">
                  <a:extLst>
                    <a:ext uri="{FF2B5EF4-FFF2-40B4-BE49-F238E27FC236}">
                      <a16:creationId xmlns:a16="http://schemas.microsoft.com/office/drawing/2014/main" id="{31E1DCFC-D3FE-E32B-AC3C-1C64D08655C4}"/>
                    </a:ext>
                  </a:extLst>
                </p:cNvPr>
                <p:cNvSpPr/>
                <p:nvPr/>
              </p:nvSpPr>
              <p:spPr>
                <a:xfrm>
                  <a:off x="7334423" y="1918667"/>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03" name="任意多边形: 形状 102">
                  <a:extLst>
                    <a:ext uri="{FF2B5EF4-FFF2-40B4-BE49-F238E27FC236}">
                      <a16:creationId xmlns:a16="http://schemas.microsoft.com/office/drawing/2014/main" id="{C46894A2-3B4D-0850-656A-F4ACF8EF38A1}"/>
                    </a:ext>
                  </a:extLst>
                </p:cNvPr>
                <p:cNvSpPr/>
                <p:nvPr/>
              </p:nvSpPr>
              <p:spPr>
                <a:xfrm>
                  <a:off x="7334423" y="185484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04" name="任意多边形: 形状 103">
                  <a:extLst>
                    <a:ext uri="{FF2B5EF4-FFF2-40B4-BE49-F238E27FC236}">
                      <a16:creationId xmlns:a16="http://schemas.microsoft.com/office/drawing/2014/main" id="{F258746B-BEAA-DF19-A052-FD29DDC20FD4}"/>
                    </a:ext>
                  </a:extLst>
                </p:cNvPr>
                <p:cNvSpPr/>
                <p:nvPr/>
              </p:nvSpPr>
              <p:spPr>
                <a:xfrm>
                  <a:off x="7334423" y="1783413"/>
                  <a:ext cx="2924177" cy="1676403"/>
                </a:xfrm>
                <a:custGeom>
                  <a:avLst/>
                  <a:gdLst>
                    <a:gd name="connsiteX0" fmla="*/ 4763 w 2924175"/>
                    <a:gd name="connsiteY0" fmla="*/ 842010 h 1676400"/>
                    <a:gd name="connsiteX1" fmla="*/ 1466850 w 2924175"/>
                    <a:gd name="connsiteY1" fmla="*/ 4763 h 1676400"/>
                    <a:gd name="connsiteX2" fmla="*/ 2927985 w 2924175"/>
                    <a:gd name="connsiteY2" fmla="*/ 842963 h 1676400"/>
                    <a:gd name="connsiteX3" fmla="*/ 1466850 w 2924175"/>
                    <a:gd name="connsiteY3" fmla="*/ 1679258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963"/>
                      </a:lnTo>
                      <a:lnTo>
                        <a:pt x="1466850" y="1679258"/>
                      </a:lnTo>
                      <a:close/>
                    </a:path>
                  </a:pathLst>
                </a:custGeom>
                <a:noFill/>
                <a:ln w="9525" cap="rnd">
                  <a:solidFill>
                    <a:schemeClr val="accent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05" name="任意多边形: 形状 104">
                  <a:extLst>
                    <a:ext uri="{FF2B5EF4-FFF2-40B4-BE49-F238E27FC236}">
                      <a16:creationId xmlns:a16="http://schemas.microsoft.com/office/drawing/2014/main" id="{BE8357D4-DD77-79B7-AE07-FD448E756A88}"/>
                    </a:ext>
                  </a:extLst>
                </p:cNvPr>
                <p:cNvSpPr/>
                <p:nvPr/>
              </p:nvSpPr>
              <p:spPr>
                <a:xfrm>
                  <a:off x="7334423" y="171387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grpSp>
          <p:sp>
            <p:nvSpPr>
              <p:cNvPr id="82" name="菱形 81">
                <a:extLst>
                  <a:ext uri="{FF2B5EF4-FFF2-40B4-BE49-F238E27FC236}">
                    <a16:creationId xmlns:a16="http://schemas.microsoft.com/office/drawing/2014/main" id="{54C3592D-027C-D92B-AD39-EAE9D118F1BF}"/>
                  </a:ext>
                </a:extLst>
              </p:cNvPr>
              <p:cNvSpPr/>
              <p:nvPr/>
            </p:nvSpPr>
            <p:spPr>
              <a:xfrm>
                <a:off x="1526004" y="7195799"/>
                <a:ext cx="2231820" cy="1279096"/>
              </a:xfrm>
              <a:prstGeom prst="diamond">
                <a:avLst/>
              </a:prstGeom>
              <a:solidFill>
                <a:schemeClr val="tx1">
                  <a:alpha val="33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sp>
            <p:nvSpPr>
              <p:cNvPr id="83" name="六边形 82">
                <a:extLst>
                  <a:ext uri="{FF2B5EF4-FFF2-40B4-BE49-F238E27FC236}">
                    <a16:creationId xmlns:a16="http://schemas.microsoft.com/office/drawing/2014/main" id="{3202F751-6F2E-EA2C-7A01-CCDF90FC8DA6}"/>
                  </a:ext>
                </a:extLst>
              </p:cNvPr>
              <p:cNvSpPr/>
              <p:nvPr/>
            </p:nvSpPr>
            <p:spPr>
              <a:xfrm rot="5400000">
                <a:off x="814173" y="5538803"/>
                <a:ext cx="3655482" cy="2626857"/>
              </a:xfrm>
              <a:prstGeom prst="hexagon">
                <a:avLst>
                  <a:gd name="adj" fmla="val 22320"/>
                  <a:gd name="vf" fmla="val 115470"/>
                </a:avLst>
              </a:prstGeom>
              <a:gradFill flip="none" rotWithShape="1">
                <a:gsLst>
                  <a:gs pos="18000">
                    <a:schemeClr val="tx1">
                      <a:alpha val="0"/>
                    </a:schemeClr>
                  </a:gs>
                  <a:gs pos="100000">
                    <a:schemeClr val="tx1">
                      <a:alpha val="63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grpSp>
      </p:grpSp>
      <p:grpSp>
        <p:nvGrpSpPr>
          <p:cNvPr id="106" name="组合 105">
            <a:extLst>
              <a:ext uri="{FF2B5EF4-FFF2-40B4-BE49-F238E27FC236}">
                <a16:creationId xmlns:a16="http://schemas.microsoft.com/office/drawing/2014/main" id="{F1D37EF3-34BF-4129-C6AB-611D03F1CFFF}"/>
              </a:ext>
            </a:extLst>
          </p:cNvPr>
          <p:cNvGrpSpPr/>
          <p:nvPr/>
        </p:nvGrpSpPr>
        <p:grpSpPr>
          <a:xfrm>
            <a:off x="5519379" y="4684250"/>
            <a:ext cx="1153241" cy="710051"/>
            <a:chOff x="5643118" y="5377849"/>
            <a:chExt cx="905765" cy="710051"/>
          </a:xfrm>
        </p:grpSpPr>
        <p:sp>
          <p:nvSpPr>
            <p:cNvPr id="107" name="任意形状 106">
              <a:extLst>
                <a:ext uri="{FF2B5EF4-FFF2-40B4-BE49-F238E27FC236}">
                  <a16:creationId xmlns:a16="http://schemas.microsoft.com/office/drawing/2014/main" id="{DC5B9513-59AE-E28E-93A0-438AADF5737B}"/>
                </a:ext>
              </a:extLst>
            </p:cNvPr>
            <p:cNvSpPr/>
            <p:nvPr/>
          </p:nvSpPr>
          <p:spPr>
            <a:xfrm>
              <a:off x="5719559" y="5792823"/>
              <a:ext cx="752882" cy="295077"/>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noFill/>
            <a:ln w="12700" cap="flat">
              <a:gradFill>
                <a:gsLst>
                  <a:gs pos="0">
                    <a:schemeClr val="accent1">
                      <a:alpha val="0"/>
                    </a:schemeClr>
                  </a:gs>
                  <a:gs pos="100000">
                    <a:schemeClr val="accent1"/>
                  </a:gs>
                </a:gsLst>
                <a:lin ang="5400000" scaled="1"/>
              </a:gradFill>
              <a:prstDash val="dash"/>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nvGrpSpPr>
            <p:cNvPr id="108" name="组合 107">
              <a:extLst>
                <a:ext uri="{FF2B5EF4-FFF2-40B4-BE49-F238E27FC236}">
                  <a16:creationId xmlns:a16="http://schemas.microsoft.com/office/drawing/2014/main" id="{066D2151-3BBF-CB03-BE28-8854F207A6C1}"/>
                </a:ext>
              </a:extLst>
            </p:cNvPr>
            <p:cNvGrpSpPr/>
            <p:nvPr/>
          </p:nvGrpSpPr>
          <p:grpSpPr>
            <a:xfrm>
              <a:off x="5643118" y="5377849"/>
              <a:ext cx="905765" cy="617085"/>
              <a:chOff x="546912" y="5024491"/>
              <a:chExt cx="4190004" cy="4287661"/>
            </a:xfrm>
          </p:grpSpPr>
          <p:sp>
            <p:nvSpPr>
              <p:cNvPr id="109" name="菱形 108">
                <a:extLst>
                  <a:ext uri="{FF2B5EF4-FFF2-40B4-BE49-F238E27FC236}">
                    <a16:creationId xmlns:a16="http://schemas.microsoft.com/office/drawing/2014/main" id="{B03BF6C9-1BD9-EFCC-EBC6-5D810693E389}"/>
                  </a:ext>
                </a:extLst>
              </p:cNvPr>
              <p:cNvSpPr/>
              <p:nvPr/>
            </p:nvSpPr>
            <p:spPr>
              <a:xfrm>
                <a:off x="546912" y="6912481"/>
                <a:ext cx="4190004" cy="2399671"/>
              </a:xfrm>
              <a:prstGeom prst="diamond">
                <a:avLst/>
              </a:prstGeom>
              <a:solidFill>
                <a:schemeClr val="tx2">
                  <a:alpha val="18000"/>
                </a:schemeClr>
              </a:solidFill>
              <a:ln w="12700">
                <a:gradFill>
                  <a:gsLst>
                    <a:gs pos="0">
                      <a:schemeClr val="tx1"/>
                    </a:gs>
                    <a:gs pos="89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a:solidFill>
                    <a:prstClr val="white"/>
                  </a:solidFill>
                  <a:latin typeface="Arial"/>
                  <a:ea typeface="微软雅黑 Light"/>
                </a:endParaRPr>
              </a:p>
            </p:txBody>
          </p:sp>
          <p:pic>
            <p:nvPicPr>
              <p:cNvPr id="110" name="图形 109">
                <a:extLst>
                  <a:ext uri="{FF2B5EF4-FFF2-40B4-BE49-F238E27FC236}">
                    <a16:creationId xmlns:a16="http://schemas.microsoft.com/office/drawing/2014/main" id="{5CF9D632-3226-D562-5281-4D52E98C2E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1789" y="6532447"/>
                <a:ext cx="4100250" cy="2346253"/>
              </a:xfrm>
              <a:prstGeom prst="rect">
                <a:avLst/>
              </a:prstGeom>
            </p:spPr>
          </p:pic>
          <p:grpSp>
            <p:nvGrpSpPr>
              <p:cNvPr id="111" name="组合 110">
                <a:extLst>
                  <a:ext uri="{FF2B5EF4-FFF2-40B4-BE49-F238E27FC236}">
                    <a16:creationId xmlns:a16="http://schemas.microsoft.com/office/drawing/2014/main" id="{672035BD-34BC-EA05-49A0-B5A42CED79DC}"/>
                  </a:ext>
                </a:extLst>
              </p:cNvPr>
              <p:cNvGrpSpPr/>
              <p:nvPr/>
            </p:nvGrpSpPr>
            <p:grpSpPr>
              <a:xfrm>
                <a:off x="1501047" y="7176844"/>
                <a:ext cx="2281733" cy="1467890"/>
                <a:chOff x="7334423" y="1713879"/>
                <a:chExt cx="2924177" cy="1881188"/>
              </a:xfrm>
            </p:grpSpPr>
            <p:sp>
              <p:nvSpPr>
                <p:cNvPr id="114" name="任意多边形: 形状 113">
                  <a:extLst>
                    <a:ext uri="{FF2B5EF4-FFF2-40B4-BE49-F238E27FC236}">
                      <a16:creationId xmlns:a16="http://schemas.microsoft.com/office/drawing/2014/main" id="{227C0B9E-C4B1-8325-9DCC-37AFBCD3277D}"/>
                    </a:ext>
                  </a:extLst>
                </p:cNvPr>
                <p:cNvSpPr/>
                <p:nvPr/>
              </p:nvSpPr>
              <p:spPr>
                <a:xfrm>
                  <a:off x="7334423" y="1918667"/>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15" name="任意多边形: 形状 114">
                  <a:extLst>
                    <a:ext uri="{FF2B5EF4-FFF2-40B4-BE49-F238E27FC236}">
                      <a16:creationId xmlns:a16="http://schemas.microsoft.com/office/drawing/2014/main" id="{06059EA7-6900-661B-A75A-A4FECBB5DFF0}"/>
                    </a:ext>
                  </a:extLst>
                </p:cNvPr>
                <p:cNvSpPr/>
                <p:nvPr/>
              </p:nvSpPr>
              <p:spPr>
                <a:xfrm>
                  <a:off x="7334423" y="185484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16" name="任意多边形: 形状 115">
                  <a:extLst>
                    <a:ext uri="{FF2B5EF4-FFF2-40B4-BE49-F238E27FC236}">
                      <a16:creationId xmlns:a16="http://schemas.microsoft.com/office/drawing/2014/main" id="{A2F1E1A0-E1B1-5A06-1F0C-FA24B806F837}"/>
                    </a:ext>
                  </a:extLst>
                </p:cNvPr>
                <p:cNvSpPr/>
                <p:nvPr/>
              </p:nvSpPr>
              <p:spPr>
                <a:xfrm>
                  <a:off x="7334423" y="1783413"/>
                  <a:ext cx="2924177" cy="1676403"/>
                </a:xfrm>
                <a:custGeom>
                  <a:avLst/>
                  <a:gdLst>
                    <a:gd name="connsiteX0" fmla="*/ 4763 w 2924175"/>
                    <a:gd name="connsiteY0" fmla="*/ 842010 h 1676400"/>
                    <a:gd name="connsiteX1" fmla="*/ 1466850 w 2924175"/>
                    <a:gd name="connsiteY1" fmla="*/ 4763 h 1676400"/>
                    <a:gd name="connsiteX2" fmla="*/ 2927985 w 2924175"/>
                    <a:gd name="connsiteY2" fmla="*/ 842963 h 1676400"/>
                    <a:gd name="connsiteX3" fmla="*/ 1466850 w 2924175"/>
                    <a:gd name="connsiteY3" fmla="*/ 1679258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963"/>
                      </a:lnTo>
                      <a:lnTo>
                        <a:pt x="1466850" y="1679258"/>
                      </a:lnTo>
                      <a:close/>
                    </a:path>
                  </a:pathLst>
                </a:custGeom>
                <a:noFill/>
                <a:ln w="9525" cap="rnd">
                  <a:solidFill>
                    <a:schemeClr val="accent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17" name="任意多边形: 形状 116">
                  <a:extLst>
                    <a:ext uri="{FF2B5EF4-FFF2-40B4-BE49-F238E27FC236}">
                      <a16:creationId xmlns:a16="http://schemas.microsoft.com/office/drawing/2014/main" id="{4F0F0C54-4FB0-9D82-9970-A14E162F7B7F}"/>
                    </a:ext>
                  </a:extLst>
                </p:cNvPr>
                <p:cNvSpPr/>
                <p:nvPr/>
              </p:nvSpPr>
              <p:spPr>
                <a:xfrm>
                  <a:off x="7334423" y="171387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grpSp>
          <p:sp>
            <p:nvSpPr>
              <p:cNvPr id="112" name="菱形 111">
                <a:extLst>
                  <a:ext uri="{FF2B5EF4-FFF2-40B4-BE49-F238E27FC236}">
                    <a16:creationId xmlns:a16="http://schemas.microsoft.com/office/drawing/2014/main" id="{164716FC-B881-B21D-3792-76CA0E9D8170}"/>
                  </a:ext>
                </a:extLst>
              </p:cNvPr>
              <p:cNvSpPr/>
              <p:nvPr/>
            </p:nvSpPr>
            <p:spPr>
              <a:xfrm>
                <a:off x="1526004" y="7195799"/>
                <a:ext cx="2231820" cy="1279096"/>
              </a:xfrm>
              <a:prstGeom prst="diamond">
                <a:avLst/>
              </a:prstGeom>
              <a:solidFill>
                <a:schemeClr val="tx1">
                  <a:alpha val="33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sp>
            <p:nvSpPr>
              <p:cNvPr id="113" name="六边形 112">
                <a:extLst>
                  <a:ext uri="{FF2B5EF4-FFF2-40B4-BE49-F238E27FC236}">
                    <a16:creationId xmlns:a16="http://schemas.microsoft.com/office/drawing/2014/main" id="{B094D1F6-7ECD-D4F5-1B12-A3A3827E1BD2}"/>
                  </a:ext>
                </a:extLst>
              </p:cNvPr>
              <p:cNvSpPr/>
              <p:nvPr/>
            </p:nvSpPr>
            <p:spPr>
              <a:xfrm rot="5400000">
                <a:off x="814173" y="5538803"/>
                <a:ext cx="3655482" cy="2626857"/>
              </a:xfrm>
              <a:prstGeom prst="hexagon">
                <a:avLst>
                  <a:gd name="adj" fmla="val 22320"/>
                  <a:gd name="vf" fmla="val 115470"/>
                </a:avLst>
              </a:prstGeom>
              <a:gradFill flip="none" rotWithShape="1">
                <a:gsLst>
                  <a:gs pos="18000">
                    <a:schemeClr val="tx1">
                      <a:alpha val="0"/>
                    </a:schemeClr>
                  </a:gs>
                  <a:gs pos="100000">
                    <a:schemeClr val="tx1">
                      <a:alpha val="63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grpSp>
      </p:grpSp>
      <p:grpSp>
        <p:nvGrpSpPr>
          <p:cNvPr id="118" name="组合 117">
            <a:extLst>
              <a:ext uri="{FF2B5EF4-FFF2-40B4-BE49-F238E27FC236}">
                <a16:creationId xmlns:a16="http://schemas.microsoft.com/office/drawing/2014/main" id="{B595198F-E2FF-29A3-C9FC-D869E7DF9094}"/>
              </a:ext>
            </a:extLst>
          </p:cNvPr>
          <p:cNvGrpSpPr/>
          <p:nvPr/>
        </p:nvGrpSpPr>
        <p:grpSpPr>
          <a:xfrm>
            <a:off x="7418402" y="4603152"/>
            <a:ext cx="1153241" cy="710051"/>
            <a:chOff x="5643118" y="5377849"/>
            <a:chExt cx="905765" cy="710051"/>
          </a:xfrm>
        </p:grpSpPr>
        <p:sp>
          <p:nvSpPr>
            <p:cNvPr id="119" name="任意形状 106">
              <a:extLst>
                <a:ext uri="{FF2B5EF4-FFF2-40B4-BE49-F238E27FC236}">
                  <a16:creationId xmlns:a16="http://schemas.microsoft.com/office/drawing/2014/main" id="{4722AF73-19BA-E31F-4180-37AB39C763F0}"/>
                </a:ext>
              </a:extLst>
            </p:cNvPr>
            <p:cNvSpPr/>
            <p:nvPr/>
          </p:nvSpPr>
          <p:spPr>
            <a:xfrm>
              <a:off x="5719559" y="5792823"/>
              <a:ext cx="752882" cy="295077"/>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noFill/>
            <a:ln w="12700" cap="flat">
              <a:gradFill>
                <a:gsLst>
                  <a:gs pos="0">
                    <a:schemeClr val="accent1">
                      <a:alpha val="0"/>
                    </a:schemeClr>
                  </a:gs>
                  <a:gs pos="100000">
                    <a:schemeClr val="accent1"/>
                  </a:gs>
                </a:gsLst>
                <a:lin ang="5400000" scaled="1"/>
              </a:gradFill>
              <a:prstDash val="dash"/>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nvGrpSpPr>
            <p:cNvPr id="120" name="组合 119">
              <a:extLst>
                <a:ext uri="{FF2B5EF4-FFF2-40B4-BE49-F238E27FC236}">
                  <a16:creationId xmlns:a16="http://schemas.microsoft.com/office/drawing/2014/main" id="{E6AA6C28-234F-4795-960E-8779FD1D64DE}"/>
                </a:ext>
              </a:extLst>
            </p:cNvPr>
            <p:cNvGrpSpPr/>
            <p:nvPr/>
          </p:nvGrpSpPr>
          <p:grpSpPr>
            <a:xfrm>
              <a:off x="5643118" y="5377849"/>
              <a:ext cx="905765" cy="617085"/>
              <a:chOff x="546912" y="5024491"/>
              <a:chExt cx="4190004" cy="4287661"/>
            </a:xfrm>
          </p:grpSpPr>
          <p:sp>
            <p:nvSpPr>
              <p:cNvPr id="121" name="菱形 120">
                <a:extLst>
                  <a:ext uri="{FF2B5EF4-FFF2-40B4-BE49-F238E27FC236}">
                    <a16:creationId xmlns:a16="http://schemas.microsoft.com/office/drawing/2014/main" id="{7B97D055-CD36-A442-309E-13F0D559AECA}"/>
                  </a:ext>
                </a:extLst>
              </p:cNvPr>
              <p:cNvSpPr/>
              <p:nvPr/>
            </p:nvSpPr>
            <p:spPr>
              <a:xfrm>
                <a:off x="546912" y="6912481"/>
                <a:ext cx="4190004" cy="2399671"/>
              </a:xfrm>
              <a:prstGeom prst="diamond">
                <a:avLst/>
              </a:prstGeom>
              <a:solidFill>
                <a:schemeClr val="tx2">
                  <a:alpha val="18000"/>
                </a:schemeClr>
              </a:solidFill>
              <a:ln w="12700">
                <a:gradFill>
                  <a:gsLst>
                    <a:gs pos="0">
                      <a:schemeClr val="tx1"/>
                    </a:gs>
                    <a:gs pos="89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a:solidFill>
                    <a:prstClr val="white"/>
                  </a:solidFill>
                  <a:latin typeface="Arial"/>
                  <a:ea typeface="微软雅黑 Light"/>
                </a:endParaRPr>
              </a:p>
            </p:txBody>
          </p:sp>
          <p:pic>
            <p:nvPicPr>
              <p:cNvPr id="122" name="图形 121">
                <a:extLst>
                  <a:ext uri="{FF2B5EF4-FFF2-40B4-BE49-F238E27FC236}">
                    <a16:creationId xmlns:a16="http://schemas.microsoft.com/office/drawing/2014/main" id="{E1ACA268-8B60-FD63-6970-24F765C95D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1789" y="6532447"/>
                <a:ext cx="4100250" cy="2346253"/>
              </a:xfrm>
              <a:prstGeom prst="rect">
                <a:avLst/>
              </a:prstGeom>
            </p:spPr>
          </p:pic>
          <p:grpSp>
            <p:nvGrpSpPr>
              <p:cNvPr id="123" name="组合 122">
                <a:extLst>
                  <a:ext uri="{FF2B5EF4-FFF2-40B4-BE49-F238E27FC236}">
                    <a16:creationId xmlns:a16="http://schemas.microsoft.com/office/drawing/2014/main" id="{8D6FC193-FC98-6172-6C83-CC7D5E5B4E6B}"/>
                  </a:ext>
                </a:extLst>
              </p:cNvPr>
              <p:cNvGrpSpPr/>
              <p:nvPr/>
            </p:nvGrpSpPr>
            <p:grpSpPr>
              <a:xfrm>
                <a:off x="1501047" y="7176844"/>
                <a:ext cx="2281733" cy="1467890"/>
                <a:chOff x="7334423" y="1713879"/>
                <a:chExt cx="2924177" cy="1881188"/>
              </a:xfrm>
            </p:grpSpPr>
            <p:sp>
              <p:nvSpPr>
                <p:cNvPr id="126" name="任意多边形: 形状 125">
                  <a:extLst>
                    <a:ext uri="{FF2B5EF4-FFF2-40B4-BE49-F238E27FC236}">
                      <a16:creationId xmlns:a16="http://schemas.microsoft.com/office/drawing/2014/main" id="{9F40BBD8-F581-5B35-7080-9C2DE6F7DB1B}"/>
                    </a:ext>
                  </a:extLst>
                </p:cNvPr>
                <p:cNvSpPr/>
                <p:nvPr/>
              </p:nvSpPr>
              <p:spPr>
                <a:xfrm>
                  <a:off x="7334423" y="1918667"/>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27" name="任意多边形: 形状 126">
                  <a:extLst>
                    <a:ext uri="{FF2B5EF4-FFF2-40B4-BE49-F238E27FC236}">
                      <a16:creationId xmlns:a16="http://schemas.microsoft.com/office/drawing/2014/main" id="{9B8D276C-3752-CF8D-9A08-BB59B1C3DA5E}"/>
                    </a:ext>
                  </a:extLst>
                </p:cNvPr>
                <p:cNvSpPr/>
                <p:nvPr/>
              </p:nvSpPr>
              <p:spPr>
                <a:xfrm>
                  <a:off x="7334423" y="185484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28" name="任意多边形: 形状 127">
                  <a:extLst>
                    <a:ext uri="{FF2B5EF4-FFF2-40B4-BE49-F238E27FC236}">
                      <a16:creationId xmlns:a16="http://schemas.microsoft.com/office/drawing/2014/main" id="{75F20638-4491-FED3-E3E0-5B6B6E8B6993}"/>
                    </a:ext>
                  </a:extLst>
                </p:cNvPr>
                <p:cNvSpPr/>
                <p:nvPr/>
              </p:nvSpPr>
              <p:spPr>
                <a:xfrm>
                  <a:off x="7334423" y="1783413"/>
                  <a:ext cx="2924177" cy="1676403"/>
                </a:xfrm>
                <a:custGeom>
                  <a:avLst/>
                  <a:gdLst>
                    <a:gd name="connsiteX0" fmla="*/ 4763 w 2924175"/>
                    <a:gd name="connsiteY0" fmla="*/ 842010 h 1676400"/>
                    <a:gd name="connsiteX1" fmla="*/ 1466850 w 2924175"/>
                    <a:gd name="connsiteY1" fmla="*/ 4763 h 1676400"/>
                    <a:gd name="connsiteX2" fmla="*/ 2927985 w 2924175"/>
                    <a:gd name="connsiteY2" fmla="*/ 842963 h 1676400"/>
                    <a:gd name="connsiteX3" fmla="*/ 1466850 w 2924175"/>
                    <a:gd name="connsiteY3" fmla="*/ 1679258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963"/>
                      </a:lnTo>
                      <a:lnTo>
                        <a:pt x="1466850" y="1679258"/>
                      </a:lnTo>
                      <a:close/>
                    </a:path>
                  </a:pathLst>
                </a:custGeom>
                <a:noFill/>
                <a:ln w="9525" cap="rnd">
                  <a:solidFill>
                    <a:schemeClr val="accent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29" name="任意多边形: 形状 128">
                  <a:extLst>
                    <a:ext uri="{FF2B5EF4-FFF2-40B4-BE49-F238E27FC236}">
                      <a16:creationId xmlns:a16="http://schemas.microsoft.com/office/drawing/2014/main" id="{BC093835-EC6F-3641-8101-F6D5D9D0F1CA}"/>
                    </a:ext>
                  </a:extLst>
                </p:cNvPr>
                <p:cNvSpPr/>
                <p:nvPr/>
              </p:nvSpPr>
              <p:spPr>
                <a:xfrm>
                  <a:off x="7334423" y="171387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grpSp>
          <p:sp>
            <p:nvSpPr>
              <p:cNvPr id="124" name="菱形 123">
                <a:extLst>
                  <a:ext uri="{FF2B5EF4-FFF2-40B4-BE49-F238E27FC236}">
                    <a16:creationId xmlns:a16="http://schemas.microsoft.com/office/drawing/2014/main" id="{2786A337-3EC3-525D-E8EB-E8DE78258C8F}"/>
                  </a:ext>
                </a:extLst>
              </p:cNvPr>
              <p:cNvSpPr/>
              <p:nvPr/>
            </p:nvSpPr>
            <p:spPr>
              <a:xfrm>
                <a:off x="1526004" y="7195799"/>
                <a:ext cx="2231820" cy="1279096"/>
              </a:xfrm>
              <a:prstGeom prst="diamond">
                <a:avLst/>
              </a:prstGeom>
              <a:solidFill>
                <a:schemeClr val="tx1">
                  <a:alpha val="33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sp>
            <p:nvSpPr>
              <p:cNvPr id="125" name="六边形 124">
                <a:extLst>
                  <a:ext uri="{FF2B5EF4-FFF2-40B4-BE49-F238E27FC236}">
                    <a16:creationId xmlns:a16="http://schemas.microsoft.com/office/drawing/2014/main" id="{42F2CD24-0776-4DE8-E811-662A36D05393}"/>
                  </a:ext>
                </a:extLst>
              </p:cNvPr>
              <p:cNvSpPr/>
              <p:nvPr/>
            </p:nvSpPr>
            <p:spPr>
              <a:xfrm rot="5400000">
                <a:off x="814173" y="5538803"/>
                <a:ext cx="3655482" cy="2626857"/>
              </a:xfrm>
              <a:prstGeom prst="hexagon">
                <a:avLst>
                  <a:gd name="adj" fmla="val 22320"/>
                  <a:gd name="vf" fmla="val 115470"/>
                </a:avLst>
              </a:prstGeom>
              <a:gradFill flip="none" rotWithShape="1">
                <a:gsLst>
                  <a:gs pos="18000">
                    <a:schemeClr val="tx1">
                      <a:alpha val="0"/>
                    </a:schemeClr>
                  </a:gs>
                  <a:gs pos="100000">
                    <a:schemeClr val="tx1">
                      <a:alpha val="63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grpSp>
      </p:grpSp>
      <p:grpSp>
        <p:nvGrpSpPr>
          <p:cNvPr id="130" name="组合 129">
            <a:extLst>
              <a:ext uri="{FF2B5EF4-FFF2-40B4-BE49-F238E27FC236}">
                <a16:creationId xmlns:a16="http://schemas.microsoft.com/office/drawing/2014/main" id="{7151A021-BF5A-A0C7-1198-459C676B8FFB}"/>
              </a:ext>
            </a:extLst>
          </p:cNvPr>
          <p:cNvGrpSpPr/>
          <p:nvPr/>
        </p:nvGrpSpPr>
        <p:grpSpPr>
          <a:xfrm>
            <a:off x="9466291" y="4400765"/>
            <a:ext cx="1153241" cy="710051"/>
            <a:chOff x="5643118" y="5377849"/>
            <a:chExt cx="905765" cy="710051"/>
          </a:xfrm>
        </p:grpSpPr>
        <p:sp>
          <p:nvSpPr>
            <p:cNvPr id="131" name="任意形状 106">
              <a:extLst>
                <a:ext uri="{FF2B5EF4-FFF2-40B4-BE49-F238E27FC236}">
                  <a16:creationId xmlns:a16="http://schemas.microsoft.com/office/drawing/2014/main" id="{63A427A6-B6DC-93B4-E918-105F1EA3F3F1}"/>
                </a:ext>
              </a:extLst>
            </p:cNvPr>
            <p:cNvSpPr/>
            <p:nvPr/>
          </p:nvSpPr>
          <p:spPr>
            <a:xfrm>
              <a:off x="5719559" y="5792823"/>
              <a:ext cx="752882" cy="295077"/>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noFill/>
            <a:ln w="12700" cap="flat">
              <a:gradFill>
                <a:gsLst>
                  <a:gs pos="0">
                    <a:schemeClr val="accent1">
                      <a:alpha val="0"/>
                    </a:schemeClr>
                  </a:gs>
                  <a:gs pos="100000">
                    <a:schemeClr val="accent1"/>
                  </a:gs>
                </a:gsLst>
                <a:lin ang="5400000" scaled="1"/>
              </a:gradFill>
              <a:prstDash val="dash"/>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nvGrpSpPr>
            <p:cNvPr id="132" name="组合 131">
              <a:extLst>
                <a:ext uri="{FF2B5EF4-FFF2-40B4-BE49-F238E27FC236}">
                  <a16:creationId xmlns:a16="http://schemas.microsoft.com/office/drawing/2014/main" id="{A6B9071D-90A0-CEEF-2DF5-AA0DACAC7520}"/>
                </a:ext>
              </a:extLst>
            </p:cNvPr>
            <p:cNvGrpSpPr/>
            <p:nvPr/>
          </p:nvGrpSpPr>
          <p:grpSpPr>
            <a:xfrm>
              <a:off x="5643118" y="5377849"/>
              <a:ext cx="905765" cy="617085"/>
              <a:chOff x="546912" y="5024491"/>
              <a:chExt cx="4190004" cy="4287661"/>
            </a:xfrm>
          </p:grpSpPr>
          <p:sp>
            <p:nvSpPr>
              <p:cNvPr id="133" name="菱形 132">
                <a:extLst>
                  <a:ext uri="{FF2B5EF4-FFF2-40B4-BE49-F238E27FC236}">
                    <a16:creationId xmlns:a16="http://schemas.microsoft.com/office/drawing/2014/main" id="{4C2E80BB-9203-17C9-DEEE-ACBA2A43ACD9}"/>
                  </a:ext>
                </a:extLst>
              </p:cNvPr>
              <p:cNvSpPr/>
              <p:nvPr/>
            </p:nvSpPr>
            <p:spPr>
              <a:xfrm>
                <a:off x="546912" y="6912481"/>
                <a:ext cx="4190004" cy="2399671"/>
              </a:xfrm>
              <a:prstGeom prst="diamond">
                <a:avLst/>
              </a:prstGeom>
              <a:solidFill>
                <a:schemeClr val="tx2">
                  <a:alpha val="18000"/>
                </a:schemeClr>
              </a:solidFill>
              <a:ln w="12700">
                <a:gradFill>
                  <a:gsLst>
                    <a:gs pos="0">
                      <a:schemeClr val="tx1"/>
                    </a:gs>
                    <a:gs pos="89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Arial"/>
                  <a:ea typeface="微软雅黑 Light"/>
                </a:endParaRPr>
              </a:p>
            </p:txBody>
          </p:sp>
          <p:pic>
            <p:nvPicPr>
              <p:cNvPr id="134" name="图形 133">
                <a:extLst>
                  <a:ext uri="{FF2B5EF4-FFF2-40B4-BE49-F238E27FC236}">
                    <a16:creationId xmlns:a16="http://schemas.microsoft.com/office/drawing/2014/main" id="{9FE5D618-5C9F-A374-AD9C-1EDB85C38B7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1789" y="6532447"/>
                <a:ext cx="4100250" cy="2346253"/>
              </a:xfrm>
              <a:prstGeom prst="rect">
                <a:avLst/>
              </a:prstGeom>
            </p:spPr>
          </p:pic>
          <p:grpSp>
            <p:nvGrpSpPr>
              <p:cNvPr id="135" name="组合 134">
                <a:extLst>
                  <a:ext uri="{FF2B5EF4-FFF2-40B4-BE49-F238E27FC236}">
                    <a16:creationId xmlns:a16="http://schemas.microsoft.com/office/drawing/2014/main" id="{7E185E9E-DC69-2E27-9A7E-A8593C64E2C4}"/>
                  </a:ext>
                </a:extLst>
              </p:cNvPr>
              <p:cNvGrpSpPr/>
              <p:nvPr/>
            </p:nvGrpSpPr>
            <p:grpSpPr>
              <a:xfrm>
                <a:off x="1501047" y="7176844"/>
                <a:ext cx="2281733" cy="1467890"/>
                <a:chOff x="7334423" y="1713879"/>
                <a:chExt cx="2924177" cy="1881188"/>
              </a:xfrm>
            </p:grpSpPr>
            <p:sp>
              <p:nvSpPr>
                <p:cNvPr id="138" name="任意多边形: 形状 137">
                  <a:extLst>
                    <a:ext uri="{FF2B5EF4-FFF2-40B4-BE49-F238E27FC236}">
                      <a16:creationId xmlns:a16="http://schemas.microsoft.com/office/drawing/2014/main" id="{E6462408-BA92-5846-6931-E6D5298F9559}"/>
                    </a:ext>
                  </a:extLst>
                </p:cNvPr>
                <p:cNvSpPr/>
                <p:nvPr/>
              </p:nvSpPr>
              <p:spPr>
                <a:xfrm>
                  <a:off x="7334423" y="1918667"/>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39" name="任意多边形: 形状 138">
                  <a:extLst>
                    <a:ext uri="{FF2B5EF4-FFF2-40B4-BE49-F238E27FC236}">
                      <a16:creationId xmlns:a16="http://schemas.microsoft.com/office/drawing/2014/main" id="{98A59F37-3657-D8D7-1806-CEFB07353A03}"/>
                    </a:ext>
                  </a:extLst>
                </p:cNvPr>
                <p:cNvSpPr/>
                <p:nvPr/>
              </p:nvSpPr>
              <p:spPr>
                <a:xfrm>
                  <a:off x="7334423" y="185484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40" name="任意多边形: 形状 139">
                  <a:extLst>
                    <a:ext uri="{FF2B5EF4-FFF2-40B4-BE49-F238E27FC236}">
                      <a16:creationId xmlns:a16="http://schemas.microsoft.com/office/drawing/2014/main" id="{5E5A06AE-D635-63CC-7FAC-6FD15A2EF6BC}"/>
                    </a:ext>
                  </a:extLst>
                </p:cNvPr>
                <p:cNvSpPr/>
                <p:nvPr/>
              </p:nvSpPr>
              <p:spPr>
                <a:xfrm>
                  <a:off x="7334423" y="1783413"/>
                  <a:ext cx="2924177" cy="1676403"/>
                </a:xfrm>
                <a:custGeom>
                  <a:avLst/>
                  <a:gdLst>
                    <a:gd name="connsiteX0" fmla="*/ 4763 w 2924175"/>
                    <a:gd name="connsiteY0" fmla="*/ 842010 h 1676400"/>
                    <a:gd name="connsiteX1" fmla="*/ 1466850 w 2924175"/>
                    <a:gd name="connsiteY1" fmla="*/ 4763 h 1676400"/>
                    <a:gd name="connsiteX2" fmla="*/ 2927985 w 2924175"/>
                    <a:gd name="connsiteY2" fmla="*/ 842963 h 1676400"/>
                    <a:gd name="connsiteX3" fmla="*/ 1466850 w 2924175"/>
                    <a:gd name="connsiteY3" fmla="*/ 1679258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963"/>
                      </a:lnTo>
                      <a:lnTo>
                        <a:pt x="1466850" y="1679258"/>
                      </a:lnTo>
                      <a:close/>
                    </a:path>
                  </a:pathLst>
                </a:custGeom>
                <a:noFill/>
                <a:ln w="9525" cap="rnd">
                  <a:solidFill>
                    <a:schemeClr val="accent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sp>
              <p:nvSpPr>
                <p:cNvPr id="141" name="任意多边形: 形状 140">
                  <a:extLst>
                    <a:ext uri="{FF2B5EF4-FFF2-40B4-BE49-F238E27FC236}">
                      <a16:creationId xmlns:a16="http://schemas.microsoft.com/office/drawing/2014/main" id="{CA082D40-EED4-8232-2A03-463FDC6CC9E3}"/>
                    </a:ext>
                  </a:extLst>
                </p:cNvPr>
                <p:cNvSpPr/>
                <p:nvPr/>
              </p:nvSpPr>
              <p:spPr>
                <a:xfrm>
                  <a:off x="7334423" y="1713879"/>
                  <a:ext cx="2924175" cy="1676400"/>
                </a:xfrm>
                <a:custGeom>
                  <a:avLst/>
                  <a:gdLst>
                    <a:gd name="connsiteX0" fmla="*/ 4763 w 2924175"/>
                    <a:gd name="connsiteY0" fmla="*/ 842010 h 1676400"/>
                    <a:gd name="connsiteX1" fmla="*/ 1466850 w 2924175"/>
                    <a:gd name="connsiteY1" fmla="*/ 4763 h 1676400"/>
                    <a:gd name="connsiteX2" fmla="*/ 2927985 w 2924175"/>
                    <a:gd name="connsiteY2" fmla="*/ 842010 h 1676400"/>
                    <a:gd name="connsiteX3" fmla="*/ 1466850 w 2924175"/>
                    <a:gd name="connsiteY3" fmla="*/ 1678305 h 1676400"/>
                  </a:gdLst>
                  <a:ahLst/>
                  <a:cxnLst>
                    <a:cxn ang="0">
                      <a:pos x="connsiteX0" y="connsiteY0"/>
                    </a:cxn>
                    <a:cxn ang="0">
                      <a:pos x="connsiteX1" y="connsiteY1"/>
                    </a:cxn>
                    <a:cxn ang="0">
                      <a:pos x="connsiteX2" y="connsiteY2"/>
                    </a:cxn>
                    <a:cxn ang="0">
                      <a:pos x="connsiteX3" y="connsiteY3"/>
                    </a:cxn>
                  </a:cxnLst>
                  <a:rect l="l" t="t" r="r" b="b"/>
                  <a:pathLst>
                    <a:path w="2924175" h="1676400">
                      <a:moveTo>
                        <a:pt x="4763" y="842010"/>
                      </a:moveTo>
                      <a:lnTo>
                        <a:pt x="1466850" y="4763"/>
                      </a:lnTo>
                      <a:lnTo>
                        <a:pt x="2927985" y="842010"/>
                      </a:lnTo>
                      <a:lnTo>
                        <a:pt x="1466850" y="1678305"/>
                      </a:lnTo>
                      <a:close/>
                    </a:path>
                  </a:pathLst>
                </a:custGeom>
                <a:noFill/>
                <a:ln w="9525" cap="rnd">
                  <a:solidFill>
                    <a:schemeClr val="tx1"/>
                  </a:solidFill>
                  <a:prstDash val="sysDot"/>
                  <a:miter/>
                </a:ln>
              </p:spPr>
              <p:txBody>
                <a:bodyPr rtlCol="0" anchor="ctr"/>
                <a:lstStyle/>
                <a:p>
                  <a:pPr defTabSz="1919966">
                    <a:defRPr/>
                  </a:pPr>
                  <a:endParaRPr lang="zh-CN" altLang="en-US" sz="3779">
                    <a:solidFill>
                      <a:prstClr val="black"/>
                    </a:solidFill>
                    <a:latin typeface="Arial"/>
                    <a:ea typeface="微软雅黑 Light"/>
                  </a:endParaRPr>
                </a:p>
              </p:txBody>
            </p:sp>
          </p:grpSp>
          <p:sp>
            <p:nvSpPr>
              <p:cNvPr id="136" name="菱形 135">
                <a:extLst>
                  <a:ext uri="{FF2B5EF4-FFF2-40B4-BE49-F238E27FC236}">
                    <a16:creationId xmlns:a16="http://schemas.microsoft.com/office/drawing/2014/main" id="{D7CDB6B4-3941-7CFA-D7AB-83DEAE238E92}"/>
                  </a:ext>
                </a:extLst>
              </p:cNvPr>
              <p:cNvSpPr/>
              <p:nvPr/>
            </p:nvSpPr>
            <p:spPr>
              <a:xfrm>
                <a:off x="1526004" y="7195799"/>
                <a:ext cx="2231820" cy="1279096"/>
              </a:xfrm>
              <a:prstGeom prst="diamond">
                <a:avLst/>
              </a:prstGeom>
              <a:solidFill>
                <a:schemeClr val="tx1">
                  <a:alpha val="33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sp>
            <p:nvSpPr>
              <p:cNvPr id="137" name="六边形 136">
                <a:extLst>
                  <a:ext uri="{FF2B5EF4-FFF2-40B4-BE49-F238E27FC236}">
                    <a16:creationId xmlns:a16="http://schemas.microsoft.com/office/drawing/2014/main" id="{53F26D6C-7F84-0203-5B73-BB16DB8ABF24}"/>
                  </a:ext>
                </a:extLst>
              </p:cNvPr>
              <p:cNvSpPr/>
              <p:nvPr/>
            </p:nvSpPr>
            <p:spPr>
              <a:xfrm rot="5400000">
                <a:off x="814173" y="5538803"/>
                <a:ext cx="3655482" cy="2626857"/>
              </a:xfrm>
              <a:prstGeom prst="hexagon">
                <a:avLst>
                  <a:gd name="adj" fmla="val 22320"/>
                  <a:gd name="vf" fmla="val 115470"/>
                </a:avLst>
              </a:prstGeom>
              <a:gradFill flip="none" rotWithShape="1">
                <a:gsLst>
                  <a:gs pos="18000">
                    <a:schemeClr val="tx1">
                      <a:alpha val="0"/>
                    </a:schemeClr>
                  </a:gs>
                  <a:gs pos="100000">
                    <a:schemeClr val="tx1">
                      <a:alpha val="63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grpSp>
      </p:grpSp>
      <p:sp>
        <p:nvSpPr>
          <p:cNvPr id="142" name="文本框 141">
            <a:extLst>
              <a:ext uri="{FF2B5EF4-FFF2-40B4-BE49-F238E27FC236}">
                <a16:creationId xmlns:a16="http://schemas.microsoft.com/office/drawing/2014/main" id="{B046DFAE-125E-CCC4-3EB7-C1D83296DD6C}"/>
              </a:ext>
            </a:extLst>
          </p:cNvPr>
          <p:cNvSpPr txBox="1"/>
          <p:nvPr/>
        </p:nvSpPr>
        <p:spPr>
          <a:xfrm>
            <a:off x="5426585" y="3907933"/>
            <a:ext cx="1338828" cy="369332"/>
          </a:xfrm>
          <a:prstGeom prst="rect">
            <a:avLst/>
          </a:prstGeom>
          <a:noFill/>
        </p:spPr>
        <p:txBody>
          <a:bodyPr wrap="none" rtlCol="0">
            <a:spAutoFit/>
          </a:bodyPr>
          <a:lstStyle/>
          <a:p>
            <a:pPr algn="ctr"/>
            <a:r>
              <a:rPr lang="zh-CN" altLang="en-US" b="1" dirty="0">
                <a:solidFill>
                  <a:schemeClr val="accent1"/>
                </a:solidFill>
                <a:sym typeface="Byte Sans Medium" panose="00000600000000000000" pitchFamily="2" charset="0"/>
              </a:rPr>
              <a:t>工具与平台</a:t>
            </a:r>
          </a:p>
        </p:txBody>
      </p:sp>
      <p:grpSp>
        <p:nvGrpSpPr>
          <p:cNvPr id="147" name="组合 146">
            <a:extLst>
              <a:ext uri="{FF2B5EF4-FFF2-40B4-BE49-F238E27FC236}">
                <a16:creationId xmlns:a16="http://schemas.microsoft.com/office/drawing/2014/main" id="{79DA1BCE-1ABC-5FA6-956C-48B243E00EDC}"/>
              </a:ext>
            </a:extLst>
          </p:cNvPr>
          <p:cNvGrpSpPr/>
          <p:nvPr/>
        </p:nvGrpSpPr>
        <p:grpSpPr>
          <a:xfrm>
            <a:off x="4360755" y="1438464"/>
            <a:ext cx="3470490" cy="539126"/>
            <a:chOff x="4443514" y="1438464"/>
            <a:chExt cx="3470490" cy="539126"/>
          </a:xfrm>
        </p:grpSpPr>
        <p:sp>
          <p:nvSpPr>
            <p:cNvPr id="101" name="文本框 100">
              <a:extLst>
                <a:ext uri="{FF2B5EF4-FFF2-40B4-BE49-F238E27FC236}">
                  <a16:creationId xmlns:a16="http://schemas.microsoft.com/office/drawing/2014/main" id="{021BB7EB-269F-F4D0-01D2-082B83C981ED}"/>
                </a:ext>
              </a:extLst>
            </p:cNvPr>
            <p:cNvSpPr txBox="1">
              <a:spLocks/>
            </p:cNvSpPr>
            <p:nvPr/>
          </p:nvSpPr>
          <p:spPr>
            <a:xfrm>
              <a:off x="4443514" y="1438464"/>
              <a:ext cx="1588376" cy="539126"/>
            </a:xfrm>
            <a:prstGeom prst="roundRect">
              <a:avLst>
                <a:gd name="adj" fmla="val 50000"/>
              </a:avLst>
            </a:prstGeom>
            <a:gradFill>
              <a:gsLst>
                <a:gs pos="100000">
                  <a:schemeClr val="accent2"/>
                </a:gs>
                <a:gs pos="1000">
                  <a:schemeClr val="accent2">
                    <a:alpha val="54000"/>
                  </a:schemeClr>
                </a:gs>
              </a:gsLst>
              <a:lin ang="5400000" scaled="1"/>
            </a:gradFill>
            <a:ln w="9525">
              <a:solidFill>
                <a:schemeClr val="accent2"/>
              </a:solidFill>
            </a:ln>
            <a:effectLst>
              <a:reflection blurRad="25400" stA="52000" endA="300" endPos="23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1" dirty="0">
                  <a:sym typeface="Byte Sans Medium" panose="00000600000000000000" pitchFamily="2" charset="0"/>
                </a:rPr>
                <a:t>短视频发布</a:t>
              </a:r>
            </a:p>
          </p:txBody>
        </p:sp>
        <p:sp>
          <p:nvSpPr>
            <p:cNvPr id="144" name="文本框 143">
              <a:extLst>
                <a:ext uri="{FF2B5EF4-FFF2-40B4-BE49-F238E27FC236}">
                  <a16:creationId xmlns:a16="http://schemas.microsoft.com/office/drawing/2014/main" id="{1703FFBD-2D90-43FA-43B3-0F2E9E3CD4AA}"/>
                </a:ext>
              </a:extLst>
            </p:cNvPr>
            <p:cNvSpPr txBox="1">
              <a:spLocks/>
            </p:cNvSpPr>
            <p:nvPr/>
          </p:nvSpPr>
          <p:spPr>
            <a:xfrm>
              <a:off x="6325628" y="1438464"/>
              <a:ext cx="1588376" cy="539126"/>
            </a:xfrm>
            <a:prstGeom prst="roundRect">
              <a:avLst>
                <a:gd name="adj" fmla="val 50000"/>
              </a:avLst>
            </a:prstGeom>
            <a:gradFill>
              <a:gsLst>
                <a:gs pos="100000">
                  <a:schemeClr val="accent2"/>
                </a:gs>
                <a:gs pos="1000">
                  <a:schemeClr val="accent2">
                    <a:alpha val="54000"/>
                  </a:schemeClr>
                </a:gs>
              </a:gsLst>
              <a:lin ang="5400000" scaled="1"/>
            </a:gradFill>
            <a:ln w="9525">
              <a:solidFill>
                <a:schemeClr val="accent2"/>
              </a:solidFill>
            </a:ln>
            <a:effectLst>
              <a:reflection blurRad="25400" stA="52000" endA="300" endPos="23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1" dirty="0">
                  <a:sym typeface="Byte Sans Medium" panose="00000600000000000000" pitchFamily="2" charset="0"/>
                </a:rPr>
                <a:t>直播</a:t>
              </a:r>
            </a:p>
          </p:txBody>
        </p:sp>
        <p:cxnSp>
          <p:nvCxnSpPr>
            <p:cNvPr id="146" name="直接连接符 145">
              <a:extLst>
                <a:ext uri="{FF2B5EF4-FFF2-40B4-BE49-F238E27FC236}">
                  <a16:creationId xmlns:a16="http://schemas.microsoft.com/office/drawing/2014/main" id="{109ACD0F-669D-593C-6597-D3FA8F823D4D}"/>
                </a:ext>
              </a:extLst>
            </p:cNvPr>
            <p:cNvCxnSpPr>
              <a:stCxn id="101" idx="3"/>
              <a:endCxn id="144" idx="1"/>
            </p:cNvCxnSpPr>
            <p:nvPr/>
          </p:nvCxnSpPr>
          <p:spPr>
            <a:xfrm>
              <a:off x="6031890" y="1708027"/>
              <a:ext cx="29373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55" name="组合 154">
            <a:extLst>
              <a:ext uri="{FF2B5EF4-FFF2-40B4-BE49-F238E27FC236}">
                <a16:creationId xmlns:a16="http://schemas.microsoft.com/office/drawing/2014/main" id="{1B25A2BB-C1FC-EFAA-4094-17030E626616}"/>
              </a:ext>
            </a:extLst>
          </p:cNvPr>
          <p:cNvGrpSpPr/>
          <p:nvPr/>
        </p:nvGrpSpPr>
        <p:grpSpPr>
          <a:xfrm>
            <a:off x="1964999" y="4434798"/>
            <a:ext cx="337551" cy="337675"/>
            <a:chOff x="124739" y="124435"/>
            <a:chExt cx="1655518" cy="1656126"/>
          </a:xfrm>
          <a:solidFill>
            <a:schemeClr val="accent1"/>
          </a:solidFill>
        </p:grpSpPr>
        <p:sp>
          <p:nvSpPr>
            <p:cNvPr id="151" name="任意多边形: 形状 150">
              <a:extLst>
                <a:ext uri="{FF2B5EF4-FFF2-40B4-BE49-F238E27FC236}">
                  <a16:creationId xmlns:a16="http://schemas.microsoft.com/office/drawing/2014/main" id="{16E61C95-A8D5-4415-CBEB-93A62CA711B0}"/>
                </a:ext>
              </a:extLst>
            </p:cNvPr>
            <p:cNvSpPr/>
            <p:nvPr/>
          </p:nvSpPr>
          <p:spPr>
            <a:xfrm>
              <a:off x="124739" y="124435"/>
              <a:ext cx="1655518" cy="1656126"/>
            </a:xfrm>
            <a:custGeom>
              <a:avLst/>
              <a:gdLst>
                <a:gd name="connsiteX0" fmla="*/ 1490978 w 1655518"/>
                <a:gd name="connsiteY0" fmla="*/ 310485 h 1656126"/>
                <a:gd name="connsiteX1" fmla="*/ 1345035 w 1655518"/>
                <a:gd name="connsiteY1" fmla="*/ 310485 h 1656126"/>
                <a:gd name="connsiteX2" fmla="*/ 1345035 w 1655518"/>
                <a:gd name="connsiteY2" fmla="*/ 148674 h 1656126"/>
                <a:gd name="connsiteX3" fmla="*/ 1180494 w 1655518"/>
                <a:gd name="connsiteY3" fmla="*/ 0 h 1656126"/>
                <a:gd name="connsiteX4" fmla="*/ 270462 w 1655518"/>
                <a:gd name="connsiteY4" fmla="*/ 0 h 1656126"/>
                <a:gd name="connsiteX5" fmla="*/ 256919 w 1655518"/>
                <a:gd name="connsiteY5" fmla="*/ 0 h 1656126"/>
                <a:gd name="connsiteX6" fmla="*/ 164541 w 1655518"/>
                <a:gd name="connsiteY6" fmla="*/ 0 h 1656126"/>
                <a:gd name="connsiteX7" fmla="*/ 0 w 1655518"/>
                <a:gd name="connsiteY7" fmla="*/ 148674 h 1656126"/>
                <a:gd name="connsiteX8" fmla="*/ 0 w 1655518"/>
                <a:gd name="connsiteY8" fmla="*/ 660185 h 1656126"/>
                <a:gd name="connsiteX9" fmla="*/ 0 w 1655518"/>
                <a:gd name="connsiteY9" fmla="*/ 1196967 h 1656126"/>
                <a:gd name="connsiteX10" fmla="*/ 164541 w 1655518"/>
                <a:gd name="connsiteY10" fmla="*/ 1345641 h 1656126"/>
                <a:gd name="connsiteX11" fmla="*/ 310284 w 1655518"/>
                <a:gd name="connsiteY11" fmla="*/ 1345641 h 1656126"/>
                <a:gd name="connsiteX12" fmla="*/ 310284 w 1655518"/>
                <a:gd name="connsiteY12" fmla="*/ 1242245 h 1656126"/>
                <a:gd name="connsiteX13" fmla="*/ 164541 w 1655518"/>
                <a:gd name="connsiteY13" fmla="*/ 1242245 h 1656126"/>
                <a:gd name="connsiteX14" fmla="*/ 103495 w 1655518"/>
                <a:gd name="connsiteY14" fmla="*/ 1196967 h 1656126"/>
                <a:gd name="connsiteX15" fmla="*/ 103495 w 1655518"/>
                <a:gd name="connsiteY15" fmla="*/ 685453 h 1656126"/>
                <a:gd name="connsiteX16" fmla="*/ 103495 w 1655518"/>
                <a:gd name="connsiteY16" fmla="*/ 148674 h 1656126"/>
                <a:gd name="connsiteX17" fmla="*/ 164541 w 1655518"/>
                <a:gd name="connsiteY17" fmla="*/ 103394 h 1656126"/>
                <a:gd name="connsiteX18" fmla="*/ 256919 w 1655518"/>
                <a:gd name="connsiteY18" fmla="*/ 103394 h 1656126"/>
                <a:gd name="connsiteX19" fmla="*/ 270462 w 1655518"/>
                <a:gd name="connsiteY19" fmla="*/ 103394 h 1656126"/>
                <a:gd name="connsiteX20" fmla="*/ 1180494 w 1655518"/>
                <a:gd name="connsiteY20" fmla="*/ 103394 h 1656126"/>
                <a:gd name="connsiteX21" fmla="*/ 1241538 w 1655518"/>
                <a:gd name="connsiteY21" fmla="*/ 148674 h 1656126"/>
                <a:gd name="connsiteX22" fmla="*/ 1241538 w 1655518"/>
                <a:gd name="connsiteY22" fmla="*/ 310485 h 1656126"/>
                <a:gd name="connsiteX23" fmla="*/ 580947 w 1655518"/>
                <a:gd name="connsiteY23" fmla="*/ 310485 h 1656126"/>
                <a:gd name="connsiteX24" fmla="*/ 567404 w 1655518"/>
                <a:gd name="connsiteY24" fmla="*/ 310485 h 1656126"/>
                <a:gd name="connsiteX25" fmla="*/ 475029 w 1655518"/>
                <a:gd name="connsiteY25" fmla="*/ 310485 h 1656126"/>
                <a:gd name="connsiteX26" fmla="*/ 310485 w 1655518"/>
                <a:gd name="connsiteY26" fmla="*/ 459159 h 1656126"/>
                <a:gd name="connsiteX27" fmla="*/ 310485 w 1655518"/>
                <a:gd name="connsiteY27" fmla="*/ 970673 h 1656126"/>
                <a:gd name="connsiteX28" fmla="*/ 310485 w 1655518"/>
                <a:gd name="connsiteY28" fmla="*/ 1507452 h 1656126"/>
                <a:gd name="connsiteX29" fmla="*/ 475029 w 1655518"/>
                <a:gd name="connsiteY29" fmla="*/ 1656126 h 1656126"/>
                <a:gd name="connsiteX30" fmla="*/ 1490978 w 1655518"/>
                <a:gd name="connsiteY30" fmla="*/ 1656126 h 1656126"/>
                <a:gd name="connsiteX31" fmla="*/ 1655519 w 1655518"/>
                <a:gd name="connsiteY31" fmla="*/ 1507452 h 1656126"/>
                <a:gd name="connsiteX32" fmla="*/ 1655519 w 1655518"/>
                <a:gd name="connsiteY32" fmla="*/ 995941 h 1656126"/>
                <a:gd name="connsiteX33" fmla="*/ 1655519 w 1655518"/>
                <a:gd name="connsiteY33" fmla="*/ 459159 h 1656126"/>
                <a:gd name="connsiteX34" fmla="*/ 1490978 w 1655518"/>
                <a:gd name="connsiteY34" fmla="*/ 310485 h 1656126"/>
                <a:gd name="connsiteX35" fmla="*/ 1552026 w 1655518"/>
                <a:gd name="connsiteY35" fmla="*/ 970673 h 1656126"/>
                <a:gd name="connsiteX36" fmla="*/ 1552026 w 1655518"/>
                <a:gd name="connsiteY36" fmla="*/ 1507452 h 1656126"/>
                <a:gd name="connsiteX37" fmla="*/ 1490978 w 1655518"/>
                <a:gd name="connsiteY37" fmla="*/ 1552732 h 1656126"/>
                <a:gd name="connsiteX38" fmla="*/ 475027 w 1655518"/>
                <a:gd name="connsiteY38" fmla="*/ 1552732 h 1656126"/>
                <a:gd name="connsiteX39" fmla="*/ 413981 w 1655518"/>
                <a:gd name="connsiteY39" fmla="*/ 1507452 h 1656126"/>
                <a:gd name="connsiteX40" fmla="*/ 413981 w 1655518"/>
                <a:gd name="connsiteY40" fmla="*/ 995941 h 1656126"/>
                <a:gd name="connsiteX41" fmla="*/ 413981 w 1655518"/>
                <a:gd name="connsiteY41" fmla="*/ 459159 h 1656126"/>
                <a:gd name="connsiteX42" fmla="*/ 475027 w 1655518"/>
                <a:gd name="connsiteY42" fmla="*/ 413880 h 1656126"/>
                <a:gd name="connsiteX43" fmla="*/ 567403 w 1655518"/>
                <a:gd name="connsiteY43" fmla="*/ 413880 h 1656126"/>
                <a:gd name="connsiteX44" fmla="*/ 580945 w 1655518"/>
                <a:gd name="connsiteY44" fmla="*/ 413880 h 1656126"/>
                <a:gd name="connsiteX45" fmla="*/ 1490976 w 1655518"/>
                <a:gd name="connsiteY45" fmla="*/ 413880 h 1656126"/>
                <a:gd name="connsiteX46" fmla="*/ 1552024 w 1655518"/>
                <a:gd name="connsiteY46" fmla="*/ 459159 h 1656126"/>
                <a:gd name="connsiteX47" fmla="*/ 1552024 w 1655518"/>
                <a:gd name="connsiteY47" fmla="*/ 970673 h 1656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655518" h="1656126">
                  <a:moveTo>
                    <a:pt x="1490978" y="310485"/>
                  </a:moveTo>
                  <a:lnTo>
                    <a:pt x="1345035" y="310485"/>
                  </a:lnTo>
                  <a:lnTo>
                    <a:pt x="1345035" y="148674"/>
                  </a:lnTo>
                  <a:cubicBezTo>
                    <a:pt x="1345035" y="66704"/>
                    <a:pt x="1271255" y="0"/>
                    <a:pt x="1180494" y="0"/>
                  </a:cubicBezTo>
                  <a:lnTo>
                    <a:pt x="270462" y="0"/>
                  </a:lnTo>
                  <a:lnTo>
                    <a:pt x="256919" y="0"/>
                  </a:lnTo>
                  <a:lnTo>
                    <a:pt x="164541" y="0"/>
                  </a:lnTo>
                  <a:cubicBezTo>
                    <a:pt x="73982" y="0"/>
                    <a:pt x="0" y="66704"/>
                    <a:pt x="0" y="148674"/>
                  </a:cubicBezTo>
                  <a:lnTo>
                    <a:pt x="0" y="660185"/>
                  </a:lnTo>
                  <a:lnTo>
                    <a:pt x="0" y="1196967"/>
                  </a:lnTo>
                  <a:cubicBezTo>
                    <a:pt x="0" y="1278935"/>
                    <a:pt x="73780" y="1345641"/>
                    <a:pt x="164541" y="1345641"/>
                  </a:cubicBezTo>
                  <a:lnTo>
                    <a:pt x="310284" y="1345641"/>
                  </a:lnTo>
                  <a:lnTo>
                    <a:pt x="310284" y="1242245"/>
                  </a:lnTo>
                  <a:lnTo>
                    <a:pt x="164541" y="1242245"/>
                  </a:lnTo>
                  <a:cubicBezTo>
                    <a:pt x="131390" y="1242245"/>
                    <a:pt x="103495" y="1221527"/>
                    <a:pt x="103495" y="1196967"/>
                  </a:cubicBezTo>
                  <a:lnTo>
                    <a:pt x="103495" y="685453"/>
                  </a:lnTo>
                  <a:lnTo>
                    <a:pt x="103495" y="148674"/>
                  </a:lnTo>
                  <a:cubicBezTo>
                    <a:pt x="103495" y="124114"/>
                    <a:pt x="131592" y="103394"/>
                    <a:pt x="164541" y="103394"/>
                  </a:cubicBezTo>
                  <a:lnTo>
                    <a:pt x="256919" y="103394"/>
                  </a:lnTo>
                  <a:lnTo>
                    <a:pt x="270462" y="103394"/>
                  </a:lnTo>
                  <a:lnTo>
                    <a:pt x="1180494" y="103394"/>
                  </a:lnTo>
                  <a:cubicBezTo>
                    <a:pt x="1213641" y="103394"/>
                    <a:pt x="1241538" y="124114"/>
                    <a:pt x="1241538" y="148674"/>
                  </a:cubicBezTo>
                  <a:lnTo>
                    <a:pt x="1241538" y="310485"/>
                  </a:lnTo>
                  <a:lnTo>
                    <a:pt x="580947" y="310485"/>
                  </a:lnTo>
                  <a:lnTo>
                    <a:pt x="567404" y="310485"/>
                  </a:lnTo>
                  <a:lnTo>
                    <a:pt x="475029" y="310485"/>
                  </a:lnTo>
                  <a:cubicBezTo>
                    <a:pt x="384471" y="310485"/>
                    <a:pt x="310485" y="377191"/>
                    <a:pt x="310485" y="459159"/>
                  </a:cubicBezTo>
                  <a:lnTo>
                    <a:pt x="310485" y="970673"/>
                  </a:lnTo>
                  <a:lnTo>
                    <a:pt x="310485" y="1507452"/>
                  </a:lnTo>
                  <a:cubicBezTo>
                    <a:pt x="310485" y="1589420"/>
                    <a:pt x="384268" y="1656126"/>
                    <a:pt x="475029" y="1656126"/>
                  </a:cubicBezTo>
                  <a:lnTo>
                    <a:pt x="1490978" y="1656126"/>
                  </a:lnTo>
                  <a:cubicBezTo>
                    <a:pt x="1581537" y="1656126"/>
                    <a:pt x="1655519" y="1589420"/>
                    <a:pt x="1655519" y="1507452"/>
                  </a:cubicBezTo>
                  <a:lnTo>
                    <a:pt x="1655519" y="995941"/>
                  </a:lnTo>
                  <a:lnTo>
                    <a:pt x="1655519" y="459159"/>
                  </a:lnTo>
                  <a:cubicBezTo>
                    <a:pt x="1655517" y="377191"/>
                    <a:pt x="1581737" y="310485"/>
                    <a:pt x="1490978" y="310485"/>
                  </a:cubicBezTo>
                  <a:close/>
                  <a:moveTo>
                    <a:pt x="1552026" y="970673"/>
                  </a:moveTo>
                  <a:lnTo>
                    <a:pt x="1552026" y="1507452"/>
                  </a:lnTo>
                  <a:cubicBezTo>
                    <a:pt x="1552026" y="1532012"/>
                    <a:pt x="1523927" y="1552732"/>
                    <a:pt x="1490978" y="1552732"/>
                  </a:cubicBezTo>
                  <a:lnTo>
                    <a:pt x="475027" y="1552732"/>
                  </a:lnTo>
                  <a:cubicBezTo>
                    <a:pt x="441876" y="1552732"/>
                    <a:pt x="413981" y="1532012"/>
                    <a:pt x="413981" y="1507452"/>
                  </a:cubicBezTo>
                  <a:lnTo>
                    <a:pt x="413981" y="995941"/>
                  </a:lnTo>
                  <a:lnTo>
                    <a:pt x="413981" y="459159"/>
                  </a:lnTo>
                  <a:cubicBezTo>
                    <a:pt x="413981" y="434600"/>
                    <a:pt x="442079" y="413880"/>
                    <a:pt x="475027" y="413880"/>
                  </a:cubicBezTo>
                  <a:lnTo>
                    <a:pt x="567403" y="413880"/>
                  </a:lnTo>
                  <a:lnTo>
                    <a:pt x="580945" y="413880"/>
                  </a:lnTo>
                  <a:lnTo>
                    <a:pt x="1490976" y="413880"/>
                  </a:lnTo>
                  <a:cubicBezTo>
                    <a:pt x="1524127" y="413880"/>
                    <a:pt x="1552024" y="434600"/>
                    <a:pt x="1552024" y="459159"/>
                  </a:cubicBezTo>
                  <a:lnTo>
                    <a:pt x="1552024" y="970673"/>
                  </a:lnTo>
                  <a:close/>
                </a:path>
              </a:pathLst>
            </a:custGeom>
            <a:grpFill/>
            <a:ln w="1860" cap="flat">
              <a:noFill/>
              <a:prstDash val="solid"/>
              <a:miter/>
            </a:ln>
          </p:spPr>
          <p:txBody>
            <a:bodyPr rtlCol="0" anchor="ctr"/>
            <a:lstStyle/>
            <a:p>
              <a:endParaRPr lang="zh-CN" altLang="en-US"/>
            </a:p>
          </p:txBody>
        </p:sp>
        <p:sp>
          <p:nvSpPr>
            <p:cNvPr id="152" name="任意多边形: 形状 151">
              <a:extLst>
                <a:ext uri="{FF2B5EF4-FFF2-40B4-BE49-F238E27FC236}">
                  <a16:creationId xmlns:a16="http://schemas.microsoft.com/office/drawing/2014/main" id="{B8030807-7071-2192-7AB4-1081583A08D4}"/>
                </a:ext>
              </a:extLst>
            </p:cNvPr>
            <p:cNvSpPr/>
            <p:nvPr/>
          </p:nvSpPr>
          <p:spPr>
            <a:xfrm>
              <a:off x="642011" y="742981"/>
              <a:ext cx="724266" cy="103495"/>
            </a:xfrm>
            <a:custGeom>
              <a:avLst/>
              <a:gdLst>
                <a:gd name="connsiteX0" fmla="*/ 51749 w 724266"/>
                <a:gd name="connsiteY0" fmla="*/ 103495 h 103495"/>
                <a:gd name="connsiteX1" fmla="*/ 672516 w 724266"/>
                <a:gd name="connsiteY1" fmla="*/ 103495 h 103495"/>
                <a:gd name="connsiteX2" fmla="*/ 724266 w 724266"/>
                <a:gd name="connsiteY2" fmla="*/ 51749 h 103495"/>
                <a:gd name="connsiteX3" fmla="*/ 672516 w 724266"/>
                <a:gd name="connsiteY3" fmla="*/ 0 h 103495"/>
                <a:gd name="connsiteX4" fmla="*/ 51749 w 724266"/>
                <a:gd name="connsiteY4" fmla="*/ 0 h 103495"/>
                <a:gd name="connsiteX5" fmla="*/ 0 w 724266"/>
                <a:gd name="connsiteY5" fmla="*/ 51749 h 103495"/>
                <a:gd name="connsiteX6" fmla="*/ 51749 w 724266"/>
                <a:gd name="connsiteY6" fmla="*/ 103495 h 103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4266" h="103495">
                  <a:moveTo>
                    <a:pt x="51749" y="103495"/>
                  </a:moveTo>
                  <a:lnTo>
                    <a:pt x="672516" y="103495"/>
                  </a:lnTo>
                  <a:cubicBezTo>
                    <a:pt x="701020" y="103495"/>
                    <a:pt x="724266" y="80453"/>
                    <a:pt x="724266" y="51749"/>
                  </a:cubicBezTo>
                  <a:cubicBezTo>
                    <a:pt x="724266" y="23246"/>
                    <a:pt x="701222" y="0"/>
                    <a:pt x="672516" y="0"/>
                  </a:cubicBezTo>
                  <a:lnTo>
                    <a:pt x="51749" y="0"/>
                  </a:lnTo>
                  <a:cubicBezTo>
                    <a:pt x="23246" y="0"/>
                    <a:pt x="0" y="23246"/>
                    <a:pt x="0" y="51749"/>
                  </a:cubicBezTo>
                  <a:cubicBezTo>
                    <a:pt x="2" y="80451"/>
                    <a:pt x="23248" y="103495"/>
                    <a:pt x="51749" y="103495"/>
                  </a:cubicBezTo>
                  <a:close/>
                </a:path>
              </a:pathLst>
            </a:custGeom>
            <a:grpFill/>
            <a:ln w="1860" cap="flat">
              <a:noFill/>
              <a:prstDash val="solid"/>
              <a:miter/>
            </a:ln>
          </p:spPr>
          <p:txBody>
            <a:bodyPr rtlCol="0" anchor="ctr"/>
            <a:lstStyle/>
            <a:p>
              <a:endParaRPr lang="zh-CN" altLang="en-US"/>
            </a:p>
          </p:txBody>
        </p:sp>
        <p:sp>
          <p:nvSpPr>
            <p:cNvPr id="153" name="任意多边形: 形状 152">
              <a:extLst>
                <a:ext uri="{FF2B5EF4-FFF2-40B4-BE49-F238E27FC236}">
                  <a16:creationId xmlns:a16="http://schemas.microsoft.com/office/drawing/2014/main" id="{AD2B7AF5-13A4-1E1F-0BEC-CF18FADA9F94}"/>
                </a:ext>
              </a:extLst>
            </p:cNvPr>
            <p:cNvSpPr/>
            <p:nvPr/>
          </p:nvSpPr>
          <p:spPr>
            <a:xfrm>
              <a:off x="642011" y="1053466"/>
              <a:ext cx="931258" cy="103497"/>
            </a:xfrm>
            <a:custGeom>
              <a:avLst/>
              <a:gdLst>
                <a:gd name="connsiteX0" fmla="*/ 879508 w 931258"/>
                <a:gd name="connsiteY0" fmla="*/ 0 h 103497"/>
                <a:gd name="connsiteX1" fmla="*/ 51749 w 931258"/>
                <a:gd name="connsiteY1" fmla="*/ 0 h 103497"/>
                <a:gd name="connsiteX2" fmla="*/ 0 w 931258"/>
                <a:gd name="connsiteY2" fmla="*/ 51749 h 103497"/>
                <a:gd name="connsiteX3" fmla="*/ 51749 w 931258"/>
                <a:gd name="connsiteY3" fmla="*/ 103497 h 103497"/>
                <a:gd name="connsiteX4" fmla="*/ 879508 w 931258"/>
                <a:gd name="connsiteY4" fmla="*/ 103497 h 103497"/>
                <a:gd name="connsiteX5" fmla="*/ 931258 w 931258"/>
                <a:gd name="connsiteY5" fmla="*/ 51749 h 103497"/>
                <a:gd name="connsiteX6" fmla="*/ 879508 w 931258"/>
                <a:gd name="connsiteY6" fmla="*/ 0 h 10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1258" h="103497">
                  <a:moveTo>
                    <a:pt x="879508" y="0"/>
                  </a:moveTo>
                  <a:lnTo>
                    <a:pt x="51749" y="0"/>
                  </a:lnTo>
                  <a:cubicBezTo>
                    <a:pt x="23246" y="0"/>
                    <a:pt x="0" y="23246"/>
                    <a:pt x="0" y="51749"/>
                  </a:cubicBezTo>
                  <a:cubicBezTo>
                    <a:pt x="0" y="80453"/>
                    <a:pt x="23246" y="103497"/>
                    <a:pt x="51749" y="103497"/>
                  </a:cubicBezTo>
                  <a:lnTo>
                    <a:pt x="879508" y="103497"/>
                  </a:lnTo>
                  <a:cubicBezTo>
                    <a:pt x="908012" y="103497"/>
                    <a:pt x="931258" y="80455"/>
                    <a:pt x="931258" y="51749"/>
                  </a:cubicBezTo>
                  <a:cubicBezTo>
                    <a:pt x="931258" y="23246"/>
                    <a:pt x="908212" y="0"/>
                    <a:pt x="879508" y="0"/>
                  </a:cubicBezTo>
                  <a:close/>
                </a:path>
              </a:pathLst>
            </a:custGeom>
            <a:grpFill/>
            <a:ln w="1860" cap="flat">
              <a:noFill/>
              <a:prstDash val="solid"/>
              <a:miter/>
            </a:ln>
          </p:spPr>
          <p:txBody>
            <a:bodyPr rtlCol="0" anchor="ctr"/>
            <a:lstStyle/>
            <a:p>
              <a:endParaRPr lang="zh-CN" altLang="en-US"/>
            </a:p>
          </p:txBody>
        </p:sp>
        <p:sp>
          <p:nvSpPr>
            <p:cNvPr id="154" name="任意多边形: 形状 153">
              <a:extLst>
                <a:ext uri="{FF2B5EF4-FFF2-40B4-BE49-F238E27FC236}">
                  <a16:creationId xmlns:a16="http://schemas.microsoft.com/office/drawing/2014/main" id="{FC565D84-FE0D-60F3-CD7D-03EAB25601D6}"/>
                </a:ext>
              </a:extLst>
            </p:cNvPr>
            <p:cNvSpPr/>
            <p:nvPr/>
          </p:nvSpPr>
          <p:spPr>
            <a:xfrm>
              <a:off x="642011" y="1363952"/>
              <a:ext cx="931258" cy="103497"/>
            </a:xfrm>
            <a:custGeom>
              <a:avLst/>
              <a:gdLst>
                <a:gd name="connsiteX0" fmla="*/ 879508 w 931258"/>
                <a:gd name="connsiteY0" fmla="*/ 0 h 103497"/>
                <a:gd name="connsiteX1" fmla="*/ 51749 w 931258"/>
                <a:gd name="connsiteY1" fmla="*/ 0 h 103497"/>
                <a:gd name="connsiteX2" fmla="*/ 0 w 931258"/>
                <a:gd name="connsiteY2" fmla="*/ 51749 h 103497"/>
                <a:gd name="connsiteX3" fmla="*/ 51749 w 931258"/>
                <a:gd name="connsiteY3" fmla="*/ 103497 h 103497"/>
                <a:gd name="connsiteX4" fmla="*/ 879508 w 931258"/>
                <a:gd name="connsiteY4" fmla="*/ 103497 h 103497"/>
                <a:gd name="connsiteX5" fmla="*/ 931258 w 931258"/>
                <a:gd name="connsiteY5" fmla="*/ 51749 h 103497"/>
                <a:gd name="connsiteX6" fmla="*/ 879508 w 931258"/>
                <a:gd name="connsiteY6" fmla="*/ 0 h 10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1258" h="103497">
                  <a:moveTo>
                    <a:pt x="879508" y="0"/>
                  </a:moveTo>
                  <a:lnTo>
                    <a:pt x="51749" y="0"/>
                  </a:lnTo>
                  <a:cubicBezTo>
                    <a:pt x="23246" y="0"/>
                    <a:pt x="0" y="23246"/>
                    <a:pt x="0" y="51749"/>
                  </a:cubicBezTo>
                  <a:cubicBezTo>
                    <a:pt x="0" y="80453"/>
                    <a:pt x="23246" y="103497"/>
                    <a:pt x="51749" y="103497"/>
                  </a:cubicBezTo>
                  <a:lnTo>
                    <a:pt x="879508" y="103497"/>
                  </a:lnTo>
                  <a:cubicBezTo>
                    <a:pt x="908012" y="103497"/>
                    <a:pt x="931258" y="80455"/>
                    <a:pt x="931258" y="51749"/>
                  </a:cubicBezTo>
                  <a:cubicBezTo>
                    <a:pt x="931258" y="23246"/>
                    <a:pt x="908212" y="0"/>
                    <a:pt x="879508" y="0"/>
                  </a:cubicBezTo>
                  <a:close/>
                </a:path>
              </a:pathLst>
            </a:custGeom>
            <a:grpFill/>
            <a:ln w="1860" cap="flat">
              <a:noFill/>
              <a:prstDash val="solid"/>
              <a:miter/>
            </a:ln>
          </p:spPr>
          <p:txBody>
            <a:bodyPr rtlCol="0" anchor="ctr"/>
            <a:lstStyle/>
            <a:p>
              <a:endParaRPr lang="zh-CN" altLang="en-US"/>
            </a:p>
          </p:txBody>
        </p:sp>
      </p:grpSp>
      <p:sp>
        <p:nvSpPr>
          <p:cNvPr id="158" name="图形 156">
            <a:extLst>
              <a:ext uri="{FF2B5EF4-FFF2-40B4-BE49-F238E27FC236}">
                <a16:creationId xmlns:a16="http://schemas.microsoft.com/office/drawing/2014/main" id="{A9FD7EBE-8B86-865F-96EA-3B82315F8DF1}"/>
              </a:ext>
            </a:extLst>
          </p:cNvPr>
          <p:cNvSpPr/>
          <p:nvPr/>
        </p:nvSpPr>
        <p:spPr>
          <a:xfrm>
            <a:off x="3994905" y="4675783"/>
            <a:ext cx="295495" cy="309770"/>
          </a:xfrm>
          <a:custGeom>
            <a:avLst/>
            <a:gdLst>
              <a:gd name="connsiteX0" fmla="*/ 77764 w 321989"/>
              <a:gd name="connsiteY0" fmla="*/ 222674 h 337544"/>
              <a:gd name="connsiteX1" fmla="*/ 31144 w 321989"/>
              <a:gd name="connsiteY1" fmla="*/ 222674 h 337544"/>
              <a:gd name="connsiteX2" fmla="*/ 10541 w 321989"/>
              <a:gd name="connsiteY2" fmla="*/ 244472 h 337544"/>
              <a:gd name="connsiteX3" fmla="*/ 10541 w 321989"/>
              <a:gd name="connsiteY3" fmla="*/ 315732 h 337544"/>
              <a:gd name="connsiteX4" fmla="*/ 31144 w 321989"/>
              <a:gd name="connsiteY4" fmla="*/ 337530 h 337544"/>
              <a:gd name="connsiteX5" fmla="*/ 77764 w 321989"/>
              <a:gd name="connsiteY5" fmla="*/ 337530 h 337544"/>
              <a:gd name="connsiteX6" fmla="*/ 98437 w 321989"/>
              <a:gd name="connsiteY6" fmla="*/ 315732 h 337544"/>
              <a:gd name="connsiteX7" fmla="*/ 98437 w 321989"/>
              <a:gd name="connsiteY7" fmla="*/ 244472 h 337544"/>
              <a:gd name="connsiteX8" fmla="*/ 77764 w 321989"/>
              <a:gd name="connsiteY8" fmla="*/ 222674 h 337544"/>
              <a:gd name="connsiteX9" fmla="*/ 77764 w 321989"/>
              <a:gd name="connsiteY9" fmla="*/ 323017 h 337544"/>
              <a:gd name="connsiteX10" fmla="*/ 31144 w 321989"/>
              <a:gd name="connsiteY10" fmla="*/ 323017 h 337544"/>
              <a:gd name="connsiteX11" fmla="*/ 24742 w 321989"/>
              <a:gd name="connsiteY11" fmla="*/ 316763 h 337544"/>
              <a:gd name="connsiteX12" fmla="*/ 24815 w 321989"/>
              <a:gd name="connsiteY12" fmla="*/ 315725 h 337544"/>
              <a:gd name="connsiteX13" fmla="*/ 24815 w 321989"/>
              <a:gd name="connsiteY13" fmla="*/ 245337 h 337544"/>
              <a:gd name="connsiteX14" fmla="*/ 30698 w 321989"/>
              <a:gd name="connsiteY14" fmla="*/ 237319 h 337544"/>
              <a:gd name="connsiteX15" fmla="*/ 31144 w 321989"/>
              <a:gd name="connsiteY15" fmla="*/ 237265 h 337544"/>
              <a:gd name="connsiteX16" fmla="*/ 77764 w 321989"/>
              <a:gd name="connsiteY16" fmla="*/ 237265 h 337544"/>
              <a:gd name="connsiteX17" fmla="*/ 84615 w 321989"/>
              <a:gd name="connsiteY17" fmla="*/ 244972 h 337544"/>
              <a:gd name="connsiteX18" fmla="*/ 84585 w 321989"/>
              <a:gd name="connsiteY18" fmla="*/ 245337 h 337544"/>
              <a:gd name="connsiteX19" fmla="*/ 84585 w 321989"/>
              <a:gd name="connsiteY19" fmla="*/ 315732 h 337544"/>
              <a:gd name="connsiteX20" fmla="*/ 78697 w 321989"/>
              <a:gd name="connsiteY20" fmla="*/ 322992 h 337544"/>
              <a:gd name="connsiteX21" fmla="*/ 77764 w 321989"/>
              <a:gd name="connsiteY21" fmla="*/ 323023 h 337544"/>
              <a:gd name="connsiteX22" fmla="*/ 301373 w 321989"/>
              <a:gd name="connsiteY22" fmla="*/ 102621 h 337544"/>
              <a:gd name="connsiteX23" fmla="*/ 254753 w 321989"/>
              <a:gd name="connsiteY23" fmla="*/ 102621 h 337544"/>
              <a:gd name="connsiteX24" fmla="*/ 234150 w 321989"/>
              <a:gd name="connsiteY24" fmla="*/ 124806 h 337544"/>
              <a:gd name="connsiteX25" fmla="*/ 234150 w 321989"/>
              <a:gd name="connsiteY25" fmla="*/ 315366 h 337544"/>
              <a:gd name="connsiteX26" fmla="*/ 254753 w 321989"/>
              <a:gd name="connsiteY26" fmla="*/ 337544 h 337544"/>
              <a:gd name="connsiteX27" fmla="*/ 301373 w 321989"/>
              <a:gd name="connsiteY27" fmla="*/ 337544 h 337544"/>
              <a:gd name="connsiteX28" fmla="*/ 321976 w 321989"/>
              <a:gd name="connsiteY28" fmla="*/ 315366 h 337544"/>
              <a:gd name="connsiteX29" fmla="*/ 321976 w 321989"/>
              <a:gd name="connsiteY29" fmla="*/ 124806 h 337544"/>
              <a:gd name="connsiteX30" fmla="*/ 301373 w 321989"/>
              <a:gd name="connsiteY30" fmla="*/ 102621 h 337544"/>
              <a:gd name="connsiteX31" fmla="*/ 302076 w 321989"/>
              <a:gd name="connsiteY31" fmla="*/ 322089 h 337544"/>
              <a:gd name="connsiteX32" fmla="*/ 254753 w 321989"/>
              <a:gd name="connsiteY32" fmla="*/ 322089 h 337544"/>
              <a:gd name="connsiteX33" fmla="*/ 248785 w 321989"/>
              <a:gd name="connsiteY33" fmla="*/ 317291 h 337544"/>
              <a:gd name="connsiteX34" fmla="*/ 248916 w 321989"/>
              <a:gd name="connsiteY34" fmla="*/ 315387 h 337544"/>
              <a:gd name="connsiteX35" fmla="*/ 248916 w 321989"/>
              <a:gd name="connsiteY35" fmla="*/ 126972 h 337544"/>
              <a:gd name="connsiteX36" fmla="*/ 253523 w 321989"/>
              <a:gd name="connsiteY36" fmla="*/ 119299 h 337544"/>
              <a:gd name="connsiteX37" fmla="*/ 254753 w 321989"/>
              <a:gd name="connsiteY37" fmla="*/ 119118 h 337544"/>
              <a:gd name="connsiteX38" fmla="*/ 301373 w 321989"/>
              <a:gd name="connsiteY38" fmla="*/ 119118 h 337544"/>
              <a:gd name="connsiteX39" fmla="*/ 307428 w 321989"/>
              <a:gd name="connsiteY39" fmla="*/ 125923 h 337544"/>
              <a:gd name="connsiteX40" fmla="*/ 307280 w 321989"/>
              <a:gd name="connsiteY40" fmla="*/ 126972 h 337544"/>
              <a:gd name="connsiteX41" fmla="*/ 307280 w 321989"/>
              <a:gd name="connsiteY41" fmla="*/ 315387 h 337544"/>
              <a:gd name="connsiteX42" fmla="*/ 302076 w 321989"/>
              <a:gd name="connsiteY42" fmla="*/ 322088 h 337544"/>
              <a:gd name="connsiteX43" fmla="*/ 137604 w 321989"/>
              <a:gd name="connsiteY43" fmla="*/ 157187 h 337544"/>
              <a:gd name="connsiteX44" fmla="*/ 116931 w 321989"/>
              <a:gd name="connsiteY44" fmla="*/ 179210 h 337544"/>
              <a:gd name="connsiteX45" fmla="*/ 116931 w 321989"/>
              <a:gd name="connsiteY45" fmla="*/ 315499 h 337544"/>
              <a:gd name="connsiteX46" fmla="*/ 137604 w 321989"/>
              <a:gd name="connsiteY46" fmla="*/ 337523 h 337544"/>
              <a:gd name="connsiteX47" fmla="*/ 184295 w 321989"/>
              <a:gd name="connsiteY47" fmla="*/ 337523 h 337544"/>
              <a:gd name="connsiteX48" fmla="*/ 204968 w 321989"/>
              <a:gd name="connsiteY48" fmla="*/ 315499 h 337544"/>
              <a:gd name="connsiteX49" fmla="*/ 204968 w 321989"/>
              <a:gd name="connsiteY49" fmla="*/ 179211 h 337544"/>
              <a:gd name="connsiteX50" fmla="*/ 184295 w 321989"/>
              <a:gd name="connsiteY50" fmla="*/ 157187 h 337544"/>
              <a:gd name="connsiteX51" fmla="*/ 137604 w 321989"/>
              <a:gd name="connsiteY51" fmla="*/ 157187 h 337544"/>
              <a:gd name="connsiteX52" fmla="*/ 184295 w 321989"/>
              <a:gd name="connsiteY52" fmla="*/ 322341 h 337544"/>
              <a:gd name="connsiteX53" fmla="*/ 137604 w 321989"/>
              <a:gd name="connsiteY53" fmla="*/ 322341 h 337544"/>
              <a:gd name="connsiteX54" fmla="*/ 131214 w 321989"/>
              <a:gd name="connsiteY54" fmla="*/ 317069 h 337544"/>
              <a:gd name="connsiteX55" fmla="*/ 131276 w 321989"/>
              <a:gd name="connsiteY55" fmla="*/ 315499 h 337544"/>
              <a:gd name="connsiteX56" fmla="*/ 131276 w 321989"/>
              <a:gd name="connsiteY56" fmla="*/ 179211 h 337544"/>
              <a:gd name="connsiteX57" fmla="*/ 136360 w 321989"/>
              <a:gd name="connsiteY57" fmla="*/ 171930 h 337544"/>
              <a:gd name="connsiteX58" fmla="*/ 137604 w 321989"/>
              <a:gd name="connsiteY58" fmla="*/ 171835 h 337544"/>
              <a:gd name="connsiteX59" fmla="*/ 184295 w 321989"/>
              <a:gd name="connsiteY59" fmla="*/ 171835 h 337544"/>
              <a:gd name="connsiteX60" fmla="*/ 190842 w 321989"/>
              <a:gd name="connsiteY60" fmla="*/ 178024 h 337544"/>
              <a:gd name="connsiteX61" fmla="*/ 190764 w 321989"/>
              <a:gd name="connsiteY61" fmla="*/ 179211 h 337544"/>
              <a:gd name="connsiteX62" fmla="*/ 190764 w 321989"/>
              <a:gd name="connsiteY62" fmla="*/ 315500 h 337544"/>
              <a:gd name="connsiteX63" fmla="*/ 185810 w 321989"/>
              <a:gd name="connsiteY63" fmla="*/ 322299 h 337544"/>
              <a:gd name="connsiteX64" fmla="*/ 184295 w 321989"/>
              <a:gd name="connsiteY64" fmla="*/ 322341 h 337544"/>
              <a:gd name="connsiteX65" fmla="*/ 177404 w 321989"/>
              <a:gd name="connsiteY65" fmla="*/ 147505 h 337544"/>
              <a:gd name="connsiteX66" fmla="*/ 290403 w 321989"/>
              <a:gd name="connsiteY66" fmla="*/ 32058 h 337544"/>
              <a:gd name="connsiteX67" fmla="*/ 311147 w 321989"/>
              <a:gd name="connsiteY67" fmla="*/ 53504 h 337544"/>
              <a:gd name="connsiteX68" fmla="*/ 313960 w 321989"/>
              <a:gd name="connsiteY68" fmla="*/ 0 h 337544"/>
              <a:gd name="connsiteX69" fmla="*/ 256933 w 321989"/>
              <a:gd name="connsiteY69" fmla="*/ 0 h 337544"/>
              <a:gd name="connsiteX70" fmla="*/ 277817 w 321989"/>
              <a:gd name="connsiteY70" fmla="*/ 22101 h 337544"/>
              <a:gd name="connsiteX71" fmla="*/ 167770 w 321989"/>
              <a:gd name="connsiteY71" fmla="*/ 132218 h 337544"/>
              <a:gd name="connsiteX72" fmla="*/ 109618 w 321989"/>
              <a:gd name="connsiteY72" fmla="*/ 72300 h 337544"/>
              <a:gd name="connsiteX73" fmla="*/ 90281 w 321989"/>
              <a:gd name="connsiteY73" fmla="*/ 72300 h 337544"/>
              <a:gd name="connsiteX74" fmla="*/ 4212 w 321989"/>
              <a:gd name="connsiteY74" fmla="*/ 160900 h 337544"/>
              <a:gd name="connsiteX75" fmla="*/ 1745 w 321989"/>
              <a:gd name="connsiteY75" fmla="*/ 174521 h 337544"/>
              <a:gd name="connsiteX76" fmla="*/ 3017 w 321989"/>
              <a:gd name="connsiteY76" fmla="*/ 176011 h 337544"/>
              <a:gd name="connsiteX77" fmla="*/ 19401 w 321989"/>
              <a:gd name="connsiteY77" fmla="*/ 170337 h 337544"/>
              <a:gd name="connsiteX78" fmla="*/ 101320 w 321989"/>
              <a:gd name="connsiteY78" fmla="*/ 87285 h 337544"/>
              <a:gd name="connsiteX79" fmla="*/ 158348 w 321989"/>
              <a:gd name="connsiteY79" fmla="*/ 146584 h 337544"/>
              <a:gd name="connsiteX80" fmla="*/ 167770 w 321989"/>
              <a:gd name="connsiteY80" fmla="*/ 150556 h 337544"/>
              <a:gd name="connsiteX81" fmla="*/ 177404 w 321989"/>
              <a:gd name="connsiteY81" fmla="*/ 147533 h 337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321989" h="337544">
                <a:moveTo>
                  <a:pt x="77764" y="222674"/>
                </a:moveTo>
                <a:lnTo>
                  <a:pt x="31144" y="222674"/>
                </a:lnTo>
                <a:cubicBezTo>
                  <a:pt x="19452" y="223041"/>
                  <a:pt x="10249" y="232778"/>
                  <a:pt x="10541" y="244472"/>
                </a:cubicBezTo>
                <a:lnTo>
                  <a:pt x="10541" y="315732"/>
                </a:lnTo>
                <a:cubicBezTo>
                  <a:pt x="10249" y="327426"/>
                  <a:pt x="19452" y="337162"/>
                  <a:pt x="31144" y="337530"/>
                </a:cubicBezTo>
                <a:lnTo>
                  <a:pt x="77764" y="337530"/>
                </a:lnTo>
                <a:cubicBezTo>
                  <a:pt x="89480" y="337193"/>
                  <a:pt x="98721" y="327450"/>
                  <a:pt x="98437" y="315732"/>
                </a:cubicBezTo>
                <a:lnTo>
                  <a:pt x="98437" y="244472"/>
                </a:lnTo>
                <a:cubicBezTo>
                  <a:pt x="98721" y="232754"/>
                  <a:pt x="89481" y="223011"/>
                  <a:pt x="77764" y="222674"/>
                </a:cubicBezTo>
                <a:close/>
                <a:moveTo>
                  <a:pt x="77764" y="323017"/>
                </a:moveTo>
                <a:lnTo>
                  <a:pt x="31144" y="323017"/>
                </a:lnTo>
                <a:cubicBezTo>
                  <a:pt x="27649" y="323057"/>
                  <a:pt x="24783" y="320258"/>
                  <a:pt x="24742" y="316763"/>
                </a:cubicBezTo>
                <a:cubicBezTo>
                  <a:pt x="24738" y="316415"/>
                  <a:pt x="24762" y="316068"/>
                  <a:pt x="24815" y="315725"/>
                </a:cubicBezTo>
                <a:lnTo>
                  <a:pt x="24815" y="245337"/>
                </a:lnTo>
                <a:cubicBezTo>
                  <a:pt x="24225" y="241498"/>
                  <a:pt x="26859" y="237909"/>
                  <a:pt x="30698" y="237319"/>
                </a:cubicBezTo>
                <a:cubicBezTo>
                  <a:pt x="30846" y="237296"/>
                  <a:pt x="30995" y="237278"/>
                  <a:pt x="31144" y="237265"/>
                </a:cubicBezTo>
                <a:lnTo>
                  <a:pt x="77764" y="237265"/>
                </a:lnTo>
                <a:cubicBezTo>
                  <a:pt x="81784" y="237501"/>
                  <a:pt x="84852" y="240951"/>
                  <a:pt x="84615" y="244972"/>
                </a:cubicBezTo>
                <a:cubicBezTo>
                  <a:pt x="84608" y="245094"/>
                  <a:pt x="84598" y="245215"/>
                  <a:pt x="84585" y="245337"/>
                </a:cubicBezTo>
                <a:lnTo>
                  <a:pt x="84585" y="315732"/>
                </a:lnTo>
                <a:cubicBezTo>
                  <a:pt x="84964" y="319362"/>
                  <a:pt x="82328" y="322613"/>
                  <a:pt x="78697" y="322992"/>
                </a:cubicBezTo>
                <a:cubicBezTo>
                  <a:pt x="78387" y="323025"/>
                  <a:pt x="78075" y="323035"/>
                  <a:pt x="77764" y="323023"/>
                </a:cubicBezTo>
                <a:close/>
                <a:moveTo>
                  <a:pt x="301373" y="102621"/>
                </a:moveTo>
                <a:lnTo>
                  <a:pt x="254753" y="102621"/>
                </a:lnTo>
                <a:cubicBezTo>
                  <a:pt x="242947" y="103079"/>
                  <a:pt x="233734" y="112999"/>
                  <a:pt x="234150" y="124806"/>
                </a:cubicBezTo>
                <a:lnTo>
                  <a:pt x="234150" y="315366"/>
                </a:lnTo>
                <a:cubicBezTo>
                  <a:pt x="233734" y="327172"/>
                  <a:pt x="242948" y="337090"/>
                  <a:pt x="254753" y="337544"/>
                </a:cubicBezTo>
                <a:lnTo>
                  <a:pt x="301373" y="337544"/>
                </a:lnTo>
                <a:cubicBezTo>
                  <a:pt x="313166" y="337064"/>
                  <a:pt x="322364" y="327162"/>
                  <a:pt x="321976" y="315366"/>
                </a:cubicBezTo>
                <a:lnTo>
                  <a:pt x="321976" y="124806"/>
                </a:lnTo>
                <a:cubicBezTo>
                  <a:pt x="322391" y="112999"/>
                  <a:pt x="313179" y="103079"/>
                  <a:pt x="301373" y="102621"/>
                </a:cubicBezTo>
                <a:close/>
                <a:moveTo>
                  <a:pt x="302076" y="322089"/>
                </a:moveTo>
                <a:lnTo>
                  <a:pt x="254753" y="322089"/>
                </a:lnTo>
                <a:cubicBezTo>
                  <a:pt x="251780" y="322412"/>
                  <a:pt x="249108" y="320264"/>
                  <a:pt x="248785" y="317291"/>
                </a:cubicBezTo>
                <a:cubicBezTo>
                  <a:pt x="248716" y="316654"/>
                  <a:pt x="248760" y="316009"/>
                  <a:pt x="248916" y="315387"/>
                </a:cubicBezTo>
                <a:lnTo>
                  <a:pt x="248916" y="126972"/>
                </a:lnTo>
                <a:cubicBezTo>
                  <a:pt x="248070" y="123581"/>
                  <a:pt x="250132" y="120146"/>
                  <a:pt x="253523" y="119299"/>
                </a:cubicBezTo>
                <a:cubicBezTo>
                  <a:pt x="253926" y="119198"/>
                  <a:pt x="254338" y="119138"/>
                  <a:pt x="254753" y="119118"/>
                </a:cubicBezTo>
                <a:lnTo>
                  <a:pt x="301373" y="119118"/>
                </a:lnTo>
                <a:cubicBezTo>
                  <a:pt x="304924" y="119325"/>
                  <a:pt x="307635" y="122371"/>
                  <a:pt x="307428" y="125923"/>
                </a:cubicBezTo>
                <a:cubicBezTo>
                  <a:pt x="307408" y="126276"/>
                  <a:pt x="307358" y="126627"/>
                  <a:pt x="307280" y="126972"/>
                </a:cubicBezTo>
                <a:lnTo>
                  <a:pt x="307280" y="315387"/>
                </a:lnTo>
                <a:cubicBezTo>
                  <a:pt x="307280" y="320077"/>
                  <a:pt x="306084" y="322088"/>
                  <a:pt x="302076" y="322088"/>
                </a:cubicBezTo>
                <a:close/>
                <a:moveTo>
                  <a:pt x="137604" y="157187"/>
                </a:moveTo>
                <a:cubicBezTo>
                  <a:pt x="125827" y="157589"/>
                  <a:pt x="116588" y="167431"/>
                  <a:pt x="116931" y="179210"/>
                </a:cubicBezTo>
                <a:lnTo>
                  <a:pt x="116931" y="315499"/>
                </a:lnTo>
                <a:cubicBezTo>
                  <a:pt x="116584" y="327280"/>
                  <a:pt x="125825" y="337125"/>
                  <a:pt x="137604" y="337523"/>
                </a:cubicBezTo>
                <a:lnTo>
                  <a:pt x="184295" y="337523"/>
                </a:lnTo>
                <a:cubicBezTo>
                  <a:pt x="196074" y="337125"/>
                  <a:pt x="205316" y="327280"/>
                  <a:pt x="204968" y="315499"/>
                </a:cubicBezTo>
                <a:lnTo>
                  <a:pt x="204968" y="179211"/>
                </a:lnTo>
                <a:cubicBezTo>
                  <a:pt x="205311" y="167431"/>
                  <a:pt x="196072" y="157589"/>
                  <a:pt x="184295" y="157187"/>
                </a:cubicBezTo>
                <a:lnTo>
                  <a:pt x="137604" y="157187"/>
                </a:lnTo>
                <a:close/>
                <a:moveTo>
                  <a:pt x="184295" y="322341"/>
                </a:moveTo>
                <a:lnTo>
                  <a:pt x="137604" y="322341"/>
                </a:lnTo>
                <a:cubicBezTo>
                  <a:pt x="134384" y="322650"/>
                  <a:pt x="131523" y="320289"/>
                  <a:pt x="131214" y="317069"/>
                </a:cubicBezTo>
                <a:cubicBezTo>
                  <a:pt x="131164" y="316545"/>
                  <a:pt x="131185" y="316017"/>
                  <a:pt x="131276" y="315499"/>
                </a:cubicBezTo>
                <a:lnTo>
                  <a:pt x="131276" y="179211"/>
                </a:lnTo>
                <a:cubicBezTo>
                  <a:pt x="130669" y="175796"/>
                  <a:pt x="132946" y="172536"/>
                  <a:pt x="136360" y="171930"/>
                </a:cubicBezTo>
                <a:cubicBezTo>
                  <a:pt x="136771" y="171857"/>
                  <a:pt x="137187" y="171825"/>
                  <a:pt x="137604" y="171835"/>
                </a:cubicBezTo>
                <a:lnTo>
                  <a:pt x="184295" y="171835"/>
                </a:lnTo>
                <a:cubicBezTo>
                  <a:pt x="187812" y="171736"/>
                  <a:pt x="190743" y="174507"/>
                  <a:pt x="190842" y="178024"/>
                </a:cubicBezTo>
                <a:cubicBezTo>
                  <a:pt x="190853" y="178421"/>
                  <a:pt x="190827" y="178818"/>
                  <a:pt x="190764" y="179211"/>
                </a:cubicBezTo>
                <a:lnTo>
                  <a:pt x="190764" y="315500"/>
                </a:lnTo>
                <a:cubicBezTo>
                  <a:pt x="191273" y="318745"/>
                  <a:pt x="189055" y="321790"/>
                  <a:pt x="185810" y="322299"/>
                </a:cubicBezTo>
                <a:cubicBezTo>
                  <a:pt x="185309" y="322378"/>
                  <a:pt x="184800" y="322392"/>
                  <a:pt x="184295" y="322341"/>
                </a:cubicBezTo>
                <a:close/>
                <a:moveTo>
                  <a:pt x="177404" y="147505"/>
                </a:moveTo>
                <a:lnTo>
                  <a:pt x="290403" y="32058"/>
                </a:lnTo>
                <a:lnTo>
                  <a:pt x="311147" y="53504"/>
                </a:lnTo>
                <a:lnTo>
                  <a:pt x="313960" y="0"/>
                </a:lnTo>
                <a:lnTo>
                  <a:pt x="256933" y="0"/>
                </a:lnTo>
                <a:lnTo>
                  <a:pt x="277817" y="22101"/>
                </a:lnTo>
                <a:lnTo>
                  <a:pt x="167770" y="132218"/>
                </a:lnTo>
                <a:lnTo>
                  <a:pt x="109618" y="72300"/>
                </a:lnTo>
                <a:cubicBezTo>
                  <a:pt x="104252" y="67023"/>
                  <a:pt x="95647" y="67023"/>
                  <a:pt x="90281" y="72300"/>
                </a:cubicBezTo>
                <a:lnTo>
                  <a:pt x="4212" y="160900"/>
                </a:lnTo>
                <a:cubicBezTo>
                  <a:pt x="-230" y="163980"/>
                  <a:pt x="-1335" y="170079"/>
                  <a:pt x="1745" y="174521"/>
                </a:cubicBezTo>
                <a:cubicBezTo>
                  <a:pt x="2118" y="175059"/>
                  <a:pt x="2544" y="175558"/>
                  <a:pt x="3017" y="176011"/>
                </a:cubicBezTo>
                <a:cubicBezTo>
                  <a:pt x="7447" y="180596"/>
                  <a:pt x="14267" y="175639"/>
                  <a:pt x="19401" y="170337"/>
                </a:cubicBezTo>
                <a:lnTo>
                  <a:pt x="101320" y="87285"/>
                </a:lnTo>
                <a:lnTo>
                  <a:pt x="158348" y="146584"/>
                </a:lnTo>
                <a:cubicBezTo>
                  <a:pt x="160810" y="149145"/>
                  <a:pt x="164217" y="150581"/>
                  <a:pt x="167770" y="150556"/>
                </a:cubicBezTo>
                <a:cubicBezTo>
                  <a:pt x="171263" y="150939"/>
                  <a:pt x="174756" y="149842"/>
                  <a:pt x="177404" y="147533"/>
                </a:cubicBezTo>
                <a:close/>
              </a:path>
            </a:pathLst>
          </a:custGeom>
          <a:solidFill>
            <a:schemeClr val="accent1"/>
          </a:solidFill>
          <a:ln w="326" cap="flat">
            <a:solidFill>
              <a:schemeClr val="accent1"/>
            </a:solidFill>
            <a:prstDash val="solid"/>
            <a:miter/>
          </a:ln>
        </p:spPr>
        <p:txBody>
          <a:bodyPr rtlCol="0" anchor="ctr"/>
          <a:lstStyle/>
          <a:p>
            <a:endParaRPr lang="zh-CN" altLang="en-US"/>
          </a:p>
        </p:txBody>
      </p:sp>
      <p:grpSp>
        <p:nvGrpSpPr>
          <p:cNvPr id="165" name="组合 164">
            <a:extLst>
              <a:ext uri="{FF2B5EF4-FFF2-40B4-BE49-F238E27FC236}">
                <a16:creationId xmlns:a16="http://schemas.microsoft.com/office/drawing/2014/main" id="{72F3EEAE-6536-632A-78F9-914F677F7765}"/>
              </a:ext>
            </a:extLst>
          </p:cNvPr>
          <p:cNvGrpSpPr/>
          <p:nvPr/>
        </p:nvGrpSpPr>
        <p:grpSpPr>
          <a:xfrm>
            <a:off x="5944243" y="4753124"/>
            <a:ext cx="326382" cy="296706"/>
            <a:chOff x="4007217" y="4478555"/>
            <a:chExt cx="270870" cy="246241"/>
          </a:xfrm>
        </p:grpSpPr>
        <p:sp>
          <p:nvSpPr>
            <p:cNvPr id="162" name="任意多边形: 形状 161">
              <a:extLst>
                <a:ext uri="{FF2B5EF4-FFF2-40B4-BE49-F238E27FC236}">
                  <a16:creationId xmlns:a16="http://schemas.microsoft.com/office/drawing/2014/main" id="{F0E54576-6AE3-ECDF-C2C4-A9B69BEB95D8}"/>
                </a:ext>
              </a:extLst>
            </p:cNvPr>
            <p:cNvSpPr/>
            <p:nvPr/>
          </p:nvSpPr>
          <p:spPr>
            <a:xfrm>
              <a:off x="4007217" y="4527804"/>
              <a:ext cx="233945" cy="196992"/>
            </a:xfrm>
            <a:custGeom>
              <a:avLst/>
              <a:gdLst>
                <a:gd name="connsiteX0" fmla="*/ 0 w 233945"/>
                <a:gd name="connsiteY0" fmla="*/ 16831 h 196992"/>
                <a:gd name="connsiteX1" fmla="*/ 0 w 233945"/>
                <a:gd name="connsiteY1" fmla="*/ 145864 h 196992"/>
                <a:gd name="connsiteX2" fmla="*/ 20635 w 233945"/>
                <a:gd name="connsiteY2" fmla="*/ 162695 h 196992"/>
                <a:gd name="connsiteX3" fmla="*/ 61931 w 233945"/>
                <a:gd name="connsiteY3" fmla="*/ 162695 h 196992"/>
                <a:gd name="connsiteX4" fmla="*/ 61931 w 233945"/>
                <a:gd name="connsiteY4" fmla="*/ 190754 h 196992"/>
                <a:gd name="connsiteX5" fmla="*/ 69995 w 233945"/>
                <a:gd name="connsiteY5" fmla="*/ 196947 h 196992"/>
                <a:gd name="connsiteX6" fmla="*/ 70205 w 233945"/>
                <a:gd name="connsiteY6" fmla="*/ 196960 h 196992"/>
                <a:gd name="connsiteX7" fmla="*/ 77297 w 233945"/>
                <a:gd name="connsiteY7" fmla="*/ 194571 h 196992"/>
                <a:gd name="connsiteX8" fmla="*/ 116388 w 233945"/>
                <a:gd name="connsiteY8" fmla="*/ 162695 h 196992"/>
                <a:gd name="connsiteX9" fmla="*/ 213298 w 233945"/>
                <a:gd name="connsiteY9" fmla="*/ 162695 h 196992"/>
                <a:gd name="connsiteX10" fmla="*/ 233946 w 233945"/>
                <a:gd name="connsiteY10" fmla="*/ 145864 h 196992"/>
                <a:gd name="connsiteX11" fmla="*/ 233946 w 233945"/>
                <a:gd name="connsiteY11" fmla="*/ 16831 h 196992"/>
                <a:gd name="connsiteX12" fmla="*/ 213286 w 233945"/>
                <a:gd name="connsiteY12" fmla="*/ 0 h 196992"/>
                <a:gd name="connsiteX13" fmla="*/ 20635 w 233945"/>
                <a:gd name="connsiteY13" fmla="*/ 0 h 196992"/>
                <a:gd name="connsiteX14" fmla="*/ 0 w 233945"/>
                <a:gd name="connsiteY14" fmla="*/ 16831 h 196992"/>
                <a:gd name="connsiteX15" fmla="*/ 16745 w 233945"/>
                <a:gd name="connsiteY15" fmla="*/ 24563 h 196992"/>
                <a:gd name="connsiteX16" fmla="*/ 30104 w 233945"/>
                <a:gd name="connsiteY16" fmla="*/ 13667 h 196992"/>
                <a:gd name="connsiteX17" fmla="*/ 203830 w 233945"/>
                <a:gd name="connsiteY17" fmla="*/ 13667 h 196992"/>
                <a:gd name="connsiteX18" fmla="*/ 217177 w 233945"/>
                <a:gd name="connsiteY18" fmla="*/ 24563 h 196992"/>
                <a:gd name="connsiteX19" fmla="*/ 217177 w 233945"/>
                <a:gd name="connsiteY19" fmla="*/ 138969 h 196992"/>
                <a:gd name="connsiteX20" fmla="*/ 203818 w 233945"/>
                <a:gd name="connsiteY20" fmla="*/ 149865 h 196992"/>
                <a:gd name="connsiteX21" fmla="*/ 111020 w 233945"/>
                <a:gd name="connsiteY21" fmla="*/ 149865 h 196992"/>
                <a:gd name="connsiteX22" fmla="*/ 108730 w 233945"/>
                <a:gd name="connsiteY22" fmla="*/ 151589 h 196992"/>
                <a:gd name="connsiteX23" fmla="*/ 76878 w 233945"/>
                <a:gd name="connsiteY23" fmla="*/ 177568 h 196992"/>
                <a:gd name="connsiteX24" fmla="*/ 76878 w 233945"/>
                <a:gd name="connsiteY24" fmla="*/ 155320 h 196992"/>
                <a:gd name="connsiteX25" fmla="*/ 70192 w 233945"/>
                <a:gd name="connsiteY25" fmla="*/ 149865 h 196992"/>
                <a:gd name="connsiteX26" fmla="*/ 30104 w 233945"/>
                <a:gd name="connsiteY26" fmla="*/ 149865 h 196992"/>
                <a:gd name="connsiteX27" fmla="*/ 16745 w 233945"/>
                <a:gd name="connsiteY27" fmla="*/ 138969 h 196992"/>
                <a:gd name="connsiteX28" fmla="*/ 16745 w 233945"/>
                <a:gd name="connsiteY28" fmla="*/ 24563 h 19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33945" h="196992">
                  <a:moveTo>
                    <a:pt x="0" y="16831"/>
                  </a:moveTo>
                  <a:lnTo>
                    <a:pt x="0" y="145864"/>
                  </a:lnTo>
                  <a:cubicBezTo>
                    <a:pt x="0" y="155172"/>
                    <a:pt x="9234" y="162695"/>
                    <a:pt x="20635" y="162695"/>
                  </a:cubicBezTo>
                  <a:lnTo>
                    <a:pt x="61931" y="162695"/>
                  </a:lnTo>
                  <a:lnTo>
                    <a:pt x="61931" y="190754"/>
                  </a:lnTo>
                  <a:cubicBezTo>
                    <a:pt x="61931" y="193857"/>
                    <a:pt x="66191" y="196947"/>
                    <a:pt x="69995" y="196947"/>
                  </a:cubicBezTo>
                  <a:lnTo>
                    <a:pt x="70205" y="196960"/>
                  </a:lnTo>
                  <a:cubicBezTo>
                    <a:pt x="72421" y="197218"/>
                    <a:pt x="75634" y="195926"/>
                    <a:pt x="77297" y="194571"/>
                  </a:cubicBezTo>
                  <a:lnTo>
                    <a:pt x="116388" y="162695"/>
                  </a:lnTo>
                  <a:lnTo>
                    <a:pt x="213298" y="162695"/>
                  </a:lnTo>
                  <a:cubicBezTo>
                    <a:pt x="224699" y="162695"/>
                    <a:pt x="233946" y="155159"/>
                    <a:pt x="233946" y="145864"/>
                  </a:cubicBezTo>
                  <a:lnTo>
                    <a:pt x="233946" y="16831"/>
                  </a:lnTo>
                  <a:cubicBezTo>
                    <a:pt x="233934" y="7535"/>
                    <a:pt x="224687" y="0"/>
                    <a:pt x="213286" y="0"/>
                  </a:cubicBezTo>
                  <a:lnTo>
                    <a:pt x="20635" y="0"/>
                  </a:lnTo>
                  <a:cubicBezTo>
                    <a:pt x="9247" y="0"/>
                    <a:pt x="0" y="7535"/>
                    <a:pt x="0" y="16831"/>
                  </a:cubicBezTo>
                  <a:close/>
                  <a:moveTo>
                    <a:pt x="16745" y="24563"/>
                  </a:moveTo>
                  <a:cubicBezTo>
                    <a:pt x="16745" y="18542"/>
                    <a:pt x="22728" y="13667"/>
                    <a:pt x="30104" y="13667"/>
                  </a:cubicBezTo>
                  <a:lnTo>
                    <a:pt x="203830" y="13667"/>
                  </a:lnTo>
                  <a:cubicBezTo>
                    <a:pt x="211193" y="13667"/>
                    <a:pt x="217177" y="18542"/>
                    <a:pt x="217177" y="24563"/>
                  </a:cubicBezTo>
                  <a:lnTo>
                    <a:pt x="217177" y="138969"/>
                  </a:lnTo>
                  <a:cubicBezTo>
                    <a:pt x="217177" y="144990"/>
                    <a:pt x="211193" y="149865"/>
                    <a:pt x="203818" y="149865"/>
                  </a:cubicBezTo>
                  <a:lnTo>
                    <a:pt x="111020" y="149865"/>
                  </a:lnTo>
                  <a:cubicBezTo>
                    <a:pt x="110478" y="150111"/>
                    <a:pt x="109185" y="151220"/>
                    <a:pt x="108730" y="151589"/>
                  </a:cubicBezTo>
                  <a:lnTo>
                    <a:pt x="76878" y="177568"/>
                  </a:lnTo>
                  <a:lnTo>
                    <a:pt x="76878" y="155320"/>
                  </a:lnTo>
                  <a:cubicBezTo>
                    <a:pt x="76878" y="152303"/>
                    <a:pt x="73898" y="149865"/>
                    <a:pt x="70192" y="149865"/>
                  </a:cubicBezTo>
                  <a:lnTo>
                    <a:pt x="30104" y="149865"/>
                  </a:lnTo>
                  <a:cubicBezTo>
                    <a:pt x="22728" y="149865"/>
                    <a:pt x="16745" y="144990"/>
                    <a:pt x="16745" y="138969"/>
                  </a:cubicBezTo>
                  <a:lnTo>
                    <a:pt x="16745" y="24563"/>
                  </a:lnTo>
                  <a:close/>
                </a:path>
              </a:pathLst>
            </a:custGeom>
            <a:solidFill>
              <a:schemeClr val="accent1"/>
            </a:solidFill>
            <a:ln w="3175" cap="flat">
              <a:solidFill>
                <a:schemeClr val="accent1"/>
              </a:solidFill>
              <a:prstDash val="solid"/>
              <a:miter/>
            </a:ln>
          </p:spPr>
          <p:txBody>
            <a:bodyPr rtlCol="0" anchor="ctr"/>
            <a:lstStyle/>
            <a:p>
              <a:endParaRPr lang="zh-CN" altLang="en-US"/>
            </a:p>
          </p:txBody>
        </p:sp>
        <p:sp>
          <p:nvSpPr>
            <p:cNvPr id="163" name="任意多边形: 形状 162">
              <a:extLst>
                <a:ext uri="{FF2B5EF4-FFF2-40B4-BE49-F238E27FC236}">
                  <a16:creationId xmlns:a16="http://schemas.microsoft.com/office/drawing/2014/main" id="{BEF4705E-CDED-272E-3465-F471BEFEF98B}"/>
                </a:ext>
              </a:extLst>
            </p:cNvPr>
            <p:cNvSpPr/>
            <p:nvPr/>
          </p:nvSpPr>
          <p:spPr>
            <a:xfrm>
              <a:off x="4044154" y="4478555"/>
              <a:ext cx="233933" cy="160059"/>
            </a:xfrm>
            <a:custGeom>
              <a:avLst/>
              <a:gdLst>
                <a:gd name="connsiteX0" fmla="*/ 213298 w 233933"/>
                <a:gd name="connsiteY0" fmla="*/ 0 h 160059"/>
                <a:gd name="connsiteX1" fmla="*/ 20648 w 233933"/>
                <a:gd name="connsiteY1" fmla="*/ 0 h 160059"/>
                <a:gd name="connsiteX2" fmla="*/ 0 w 233933"/>
                <a:gd name="connsiteY2" fmla="*/ 16560 h 160059"/>
                <a:gd name="connsiteX3" fmla="*/ 0 w 233933"/>
                <a:gd name="connsiteY3" fmla="*/ 32689 h 160059"/>
                <a:gd name="connsiteX4" fmla="*/ 5787 w 233933"/>
                <a:gd name="connsiteY4" fmla="*/ 31975 h 160059"/>
                <a:gd name="connsiteX5" fmla="*/ 13765 w 233933"/>
                <a:gd name="connsiteY5" fmla="*/ 31975 h 160059"/>
                <a:gd name="connsiteX6" fmla="*/ 13765 w 233933"/>
                <a:gd name="connsiteY6" fmla="*/ 22076 h 160059"/>
                <a:gd name="connsiteX7" fmla="*/ 27518 w 233933"/>
                <a:gd name="connsiteY7" fmla="*/ 11044 h 160059"/>
                <a:gd name="connsiteX8" fmla="*/ 206416 w 233933"/>
                <a:gd name="connsiteY8" fmla="*/ 11044 h 160059"/>
                <a:gd name="connsiteX9" fmla="*/ 220168 w 233933"/>
                <a:gd name="connsiteY9" fmla="*/ 22076 h 160059"/>
                <a:gd name="connsiteX10" fmla="*/ 220168 w 233933"/>
                <a:gd name="connsiteY10" fmla="*/ 137984 h 160059"/>
                <a:gd name="connsiteX11" fmla="*/ 206502 w 233933"/>
                <a:gd name="connsiteY11" fmla="*/ 149016 h 160059"/>
                <a:gd name="connsiteX12" fmla="*/ 206502 w 233933"/>
                <a:gd name="connsiteY12" fmla="*/ 160060 h 160059"/>
                <a:gd name="connsiteX13" fmla="*/ 213286 w 233933"/>
                <a:gd name="connsiteY13" fmla="*/ 160060 h 160059"/>
                <a:gd name="connsiteX14" fmla="*/ 233934 w 233933"/>
                <a:gd name="connsiteY14" fmla="*/ 143500 h 160059"/>
                <a:gd name="connsiteX15" fmla="*/ 233934 w 233933"/>
                <a:gd name="connsiteY15" fmla="*/ 16560 h 160059"/>
                <a:gd name="connsiteX16" fmla="*/ 213298 w 233933"/>
                <a:gd name="connsiteY16" fmla="*/ 0 h 16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3933" h="160059">
                  <a:moveTo>
                    <a:pt x="213298" y="0"/>
                  </a:moveTo>
                  <a:lnTo>
                    <a:pt x="20648" y="0"/>
                  </a:lnTo>
                  <a:cubicBezTo>
                    <a:pt x="9234" y="0"/>
                    <a:pt x="0" y="7412"/>
                    <a:pt x="0" y="16560"/>
                  </a:cubicBezTo>
                  <a:lnTo>
                    <a:pt x="0" y="32689"/>
                  </a:lnTo>
                  <a:cubicBezTo>
                    <a:pt x="1896" y="32221"/>
                    <a:pt x="3841" y="31987"/>
                    <a:pt x="5787" y="31975"/>
                  </a:cubicBezTo>
                  <a:lnTo>
                    <a:pt x="13765" y="31975"/>
                  </a:lnTo>
                  <a:lnTo>
                    <a:pt x="13765" y="22076"/>
                  </a:lnTo>
                  <a:cubicBezTo>
                    <a:pt x="13765" y="15994"/>
                    <a:pt x="19921" y="11044"/>
                    <a:pt x="27518" y="11044"/>
                  </a:cubicBezTo>
                  <a:lnTo>
                    <a:pt x="206416" y="11044"/>
                  </a:lnTo>
                  <a:cubicBezTo>
                    <a:pt x="214012" y="11044"/>
                    <a:pt x="220168" y="15981"/>
                    <a:pt x="220168" y="22076"/>
                  </a:cubicBezTo>
                  <a:lnTo>
                    <a:pt x="220168" y="137984"/>
                  </a:lnTo>
                  <a:cubicBezTo>
                    <a:pt x="220168" y="144054"/>
                    <a:pt x="214062" y="148979"/>
                    <a:pt x="206502" y="149016"/>
                  </a:cubicBezTo>
                  <a:lnTo>
                    <a:pt x="206502" y="160060"/>
                  </a:lnTo>
                  <a:lnTo>
                    <a:pt x="213286" y="160060"/>
                  </a:lnTo>
                  <a:cubicBezTo>
                    <a:pt x="224699" y="160060"/>
                    <a:pt x="233934" y="152648"/>
                    <a:pt x="233934" y="143500"/>
                  </a:cubicBezTo>
                  <a:lnTo>
                    <a:pt x="233934" y="16560"/>
                  </a:lnTo>
                  <a:cubicBezTo>
                    <a:pt x="233934" y="7412"/>
                    <a:pt x="224699" y="0"/>
                    <a:pt x="213298" y="0"/>
                  </a:cubicBezTo>
                  <a:close/>
                </a:path>
              </a:pathLst>
            </a:custGeom>
            <a:solidFill>
              <a:schemeClr val="accent1"/>
            </a:solidFill>
            <a:ln w="3175" cap="flat">
              <a:solidFill>
                <a:schemeClr val="accent1"/>
              </a:solidFill>
              <a:prstDash val="solid"/>
              <a:miter/>
            </a:ln>
          </p:spPr>
          <p:txBody>
            <a:bodyPr rtlCol="0" anchor="ctr"/>
            <a:lstStyle/>
            <a:p>
              <a:endParaRPr lang="zh-CN" altLang="en-US"/>
            </a:p>
          </p:txBody>
        </p:sp>
        <p:sp>
          <p:nvSpPr>
            <p:cNvPr id="164" name="任意多边形: 形状 163">
              <a:extLst>
                <a:ext uri="{FF2B5EF4-FFF2-40B4-BE49-F238E27FC236}">
                  <a16:creationId xmlns:a16="http://schemas.microsoft.com/office/drawing/2014/main" id="{2730595C-96F3-AFE1-60D6-7562357FD540}"/>
                </a:ext>
              </a:extLst>
            </p:cNvPr>
            <p:cNvSpPr/>
            <p:nvPr/>
          </p:nvSpPr>
          <p:spPr>
            <a:xfrm>
              <a:off x="4068778" y="4589366"/>
              <a:ext cx="123122" cy="24626"/>
            </a:xfrm>
            <a:custGeom>
              <a:avLst/>
              <a:gdLst>
                <a:gd name="connsiteX0" fmla="*/ 0 w 123122"/>
                <a:gd name="connsiteY0" fmla="*/ 12312 h 24626"/>
                <a:gd name="connsiteX1" fmla="*/ 12310 w 123122"/>
                <a:gd name="connsiteY1" fmla="*/ 24626 h 24626"/>
                <a:gd name="connsiteX2" fmla="*/ 24625 w 123122"/>
                <a:gd name="connsiteY2" fmla="*/ 12316 h 24626"/>
                <a:gd name="connsiteX3" fmla="*/ 24625 w 123122"/>
                <a:gd name="connsiteY3" fmla="*/ 12312 h 24626"/>
                <a:gd name="connsiteX4" fmla="*/ 12310 w 123122"/>
                <a:gd name="connsiteY4" fmla="*/ 2 h 24626"/>
                <a:gd name="connsiteX5" fmla="*/ 0 w 123122"/>
                <a:gd name="connsiteY5" fmla="*/ 12312 h 24626"/>
                <a:gd name="connsiteX6" fmla="*/ 49249 w 123122"/>
                <a:gd name="connsiteY6" fmla="*/ 12312 h 24626"/>
                <a:gd name="connsiteX7" fmla="*/ 61560 w 123122"/>
                <a:gd name="connsiteY7" fmla="*/ 24626 h 24626"/>
                <a:gd name="connsiteX8" fmla="*/ 73874 w 123122"/>
                <a:gd name="connsiteY8" fmla="*/ 12316 h 24626"/>
                <a:gd name="connsiteX9" fmla="*/ 73874 w 123122"/>
                <a:gd name="connsiteY9" fmla="*/ 12312 h 24626"/>
                <a:gd name="connsiteX10" fmla="*/ 61560 w 123122"/>
                <a:gd name="connsiteY10" fmla="*/ 2 h 24626"/>
                <a:gd name="connsiteX11" fmla="*/ 49249 w 123122"/>
                <a:gd name="connsiteY11" fmla="*/ 12312 h 24626"/>
                <a:gd name="connsiteX12" fmla="*/ 98498 w 123122"/>
                <a:gd name="connsiteY12" fmla="*/ 12312 h 24626"/>
                <a:gd name="connsiteX13" fmla="*/ 110811 w 123122"/>
                <a:gd name="connsiteY13" fmla="*/ 24625 h 24626"/>
                <a:gd name="connsiteX14" fmla="*/ 123123 w 123122"/>
                <a:gd name="connsiteY14" fmla="*/ 12312 h 24626"/>
                <a:gd name="connsiteX15" fmla="*/ 110811 w 123122"/>
                <a:gd name="connsiteY15" fmla="*/ 0 h 24626"/>
                <a:gd name="connsiteX16" fmla="*/ 98498 w 123122"/>
                <a:gd name="connsiteY16" fmla="*/ 12312 h 2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3122" h="24626">
                  <a:moveTo>
                    <a:pt x="0" y="12312"/>
                  </a:moveTo>
                  <a:cubicBezTo>
                    <a:pt x="-1" y="19112"/>
                    <a:pt x="5511" y="24625"/>
                    <a:pt x="12310" y="24626"/>
                  </a:cubicBezTo>
                  <a:cubicBezTo>
                    <a:pt x="19110" y="24628"/>
                    <a:pt x="24624" y="19116"/>
                    <a:pt x="24625" y="12316"/>
                  </a:cubicBezTo>
                  <a:cubicBezTo>
                    <a:pt x="24625" y="12315"/>
                    <a:pt x="24625" y="12314"/>
                    <a:pt x="24625" y="12312"/>
                  </a:cubicBezTo>
                  <a:cubicBezTo>
                    <a:pt x="24624" y="5512"/>
                    <a:pt x="19110" y="1"/>
                    <a:pt x="12310" y="2"/>
                  </a:cubicBezTo>
                  <a:cubicBezTo>
                    <a:pt x="5512" y="3"/>
                    <a:pt x="1" y="5514"/>
                    <a:pt x="0" y="12312"/>
                  </a:cubicBezTo>
                  <a:close/>
                  <a:moveTo>
                    <a:pt x="49249" y="12312"/>
                  </a:moveTo>
                  <a:cubicBezTo>
                    <a:pt x="49248" y="19112"/>
                    <a:pt x="54760" y="24625"/>
                    <a:pt x="61560" y="24626"/>
                  </a:cubicBezTo>
                  <a:cubicBezTo>
                    <a:pt x="68359" y="24628"/>
                    <a:pt x="73873" y="19116"/>
                    <a:pt x="73874" y="12316"/>
                  </a:cubicBezTo>
                  <a:cubicBezTo>
                    <a:pt x="73874" y="12315"/>
                    <a:pt x="73874" y="12314"/>
                    <a:pt x="73874" y="12312"/>
                  </a:cubicBezTo>
                  <a:cubicBezTo>
                    <a:pt x="73873" y="5512"/>
                    <a:pt x="68359" y="1"/>
                    <a:pt x="61560" y="2"/>
                  </a:cubicBezTo>
                  <a:cubicBezTo>
                    <a:pt x="54761" y="3"/>
                    <a:pt x="49250" y="5514"/>
                    <a:pt x="49249" y="12312"/>
                  </a:cubicBezTo>
                  <a:close/>
                  <a:moveTo>
                    <a:pt x="98498" y="12312"/>
                  </a:moveTo>
                  <a:cubicBezTo>
                    <a:pt x="98498" y="19112"/>
                    <a:pt x="104011" y="24625"/>
                    <a:pt x="110811" y="24625"/>
                  </a:cubicBezTo>
                  <a:cubicBezTo>
                    <a:pt x="117611" y="24625"/>
                    <a:pt x="123123" y="19112"/>
                    <a:pt x="123123" y="12312"/>
                  </a:cubicBezTo>
                  <a:cubicBezTo>
                    <a:pt x="123123" y="5512"/>
                    <a:pt x="117611" y="0"/>
                    <a:pt x="110811" y="0"/>
                  </a:cubicBezTo>
                  <a:cubicBezTo>
                    <a:pt x="104011" y="0"/>
                    <a:pt x="98498" y="5512"/>
                    <a:pt x="98498" y="12312"/>
                  </a:cubicBezTo>
                  <a:close/>
                </a:path>
              </a:pathLst>
            </a:custGeom>
            <a:solidFill>
              <a:schemeClr val="accent1"/>
            </a:solidFill>
            <a:ln w="3175" cap="flat">
              <a:solidFill>
                <a:schemeClr val="accent1"/>
              </a:solidFill>
              <a:prstDash val="solid"/>
              <a:miter/>
            </a:ln>
          </p:spPr>
          <p:txBody>
            <a:bodyPr rtlCol="0" anchor="ctr"/>
            <a:lstStyle/>
            <a:p>
              <a:endParaRPr lang="zh-CN" altLang="en-US"/>
            </a:p>
          </p:txBody>
        </p:sp>
      </p:grpSp>
      <p:grpSp>
        <p:nvGrpSpPr>
          <p:cNvPr id="171" name="组合 170">
            <a:extLst>
              <a:ext uri="{FF2B5EF4-FFF2-40B4-BE49-F238E27FC236}">
                <a16:creationId xmlns:a16="http://schemas.microsoft.com/office/drawing/2014/main" id="{72CDC26C-DE47-95F6-CACD-53270A81A43D}"/>
              </a:ext>
            </a:extLst>
          </p:cNvPr>
          <p:cNvGrpSpPr/>
          <p:nvPr/>
        </p:nvGrpSpPr>
        <p:grpSpPr>
          <a:xfrm>
            <a:off x="7852725" y="4695290"/>
            <a:ext cx="284594" cy="274428"/>
            <a:chOff x="7878311" y="4783408"/>
            <a:chExt cx="237011" cy="228546"/>
          </a:xfrm>
        </p:grpSpPr>
        <p:sp>
          <p:nvSpPr>
            <p:cNvPr id="169" name="任意多边形: 形状 168">
              <a:extLst>
                <a:ext uri="{FF2B5EF4-FFF2-40B4-BE49-F238E27FC236}">
                  <a16:creationId xmlns:a16="http://schemas.microsoft.com/office/drawing/2014/main" id="{20362205-5FE7-EE6F-341E-47A35C059146}"/>
                </a:ext>
              </a:extLst>
            </p:cNvPr>
            <p:cNvSpPr/>
            <p:nvPr/>
          </p:nvSpPr>
          <p:spPr>
            <a:xfrm>
              <a:off x="7878311" y="4783408"/>
              <a:ext cx="237011" cy="228546"/>
            </a:xfrm>
            <a:custGeom>
              <a:avLst/>
              <a:gdLst>
                <a:gd name="connsiteX0" fmla="*/ 203153 w 237011"/>
                <a:gd name="connsiteY0" fmla="*/ 0 h 228546"/>
                <a:gd name="connsiteX1" fmla="*/ 33859 w 237011"/>
                <a:gd name="connsiteY1" fmla="*/ 0 h 228546"/>
                <a:gd name="connsiteX2" fmla="*/ 0 w 237011"/>
                <a:gd name="connsiteY2" fmla="*/ 33859 h 228546"/>
                <a:gd name="connsiteX3" fmla="*/ 0 w 237011"/>
                <a:gd name="connsiteY3" fmla="*/ 160829 h 228546"/>
                <a:gd name="connsiteX4" fmla="*/ 33859 w 237011"/>
                <a:gd name="connsiteY4" fmla="*/ 194688 h 228546"/>
                <a:gd name="connsiteX5" fmla="*/ 203153 w 237011"/>
                <a:gd name="connsiteY5" fmla="*/ 194688 h 228546"/>
                <a:gd name="connsiteX6" fmla="*/ 237011 w 237011"/>
                <a:gd name="connsiteY6" fmla="*/ 160829 h 228546"/>
                <a:gd name="connsiteX7" fmla="*/ 237011 w 237011"/>
                <a:gd name="connsiteY7" fmla="*/ 33859 h 228546"/>
                <a:gd name="connsiteX8" fmla="*/ 203153 w 237011"/>
                <a:gd name="connsiteY8" fmla="*/ 0 h 228546"/>
                <a:gd name="connsiteX9" fmla="*/ 220082 w 237011"/>
                <a:gd name="connsiteY9" fmla="*/ 160829 h 228546"/>
                <a:gd name="connsiteX10" fmla="*/ 203153 w 237011"/>
                <a:gd name="connsiteY10" fmla="*/ 177758 h 228546"/>
                <a:gd name="connsiteX11" fmla="*/ 33859 w 237011"/>
                <a:gd name="connsiteY11" fmla="*/ 177758 h 228546"/>
                <a:gd name="connsiteX12" fmla="*/ 16929 w 237011"/>
                <a:gd name="connsiteY12" fmla="*/ 160829 h 228546"/>
                <a:gd name="connsiteX13" fmla="*/ 16929 w 237011"/>
                <a:gd name="connsiteY13" fmla="*/ 33859 h 228546"/>
                <a:gd name="connsiteX14" fmla="*/ 33859 w 237011"/>
                <a:gd name="connsiteY14" fmla="*/ 16929 h 228546"/>
                <a:gd name="connsiteX15" fmla="*/ 203153 w 237011"/>
                <a:gd name="connsiteY15" fmla="*/ 16929 h 228546"/>
                <a:gd name="connsiteX16" fmla="*/ 220082 w 237011"/>
                <a:gd name="connsiteY16" fmla="*/ 33859 h 228546"/>
                <a:gd name="connsiteX17" fmla="*/ 220082 w 237011"/>
                <a:gd name="connsiteY17" fmla="*/ 160829 h 228546"/>
                <a:gd name="connsiteX18" fmla="*/ 211617 w 237011"/>
                <a:gd name="connsiteY18" fmla="*/ 211617 h 228546"/>
                <a:gd name="connsiteX19" fmla="*/ 25394 w 237011"/>
                <a:gd name="connsiteY19" fmla="*/ 211617 h 228546"/>
                <a:gd name="connsiteX20" fmla="*/ 16929 w 237011"/>
                <a:gd name="connsiteY20" fmla="*/ 220082 h 228546"/>
                <a:gd name="connsiteX21" fmla="*/ 25394 w 237011"/>
                <a:gd name="connsiteY21" fmla="*/ 228547 h 228546"/>
                <a:gd name="connsiteX22" fmla="*/ 211617 w 237011"/>
                <a:gd name="connsiteY22" fmla="*/ 228547 h 228546"/>
                <a:gd name="connsiteX23" fmla="*/ 220082 w 237011"/>
                <a:gd name="connsiteY23" fmla="*/ 220082 h 228546"/>
                <a:gd name="connsiteX24" fmla="*/ 211617 w 237011"/>
                <a:gd name="connsiteY24" fmla="*/ 211617 h 228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7011" h="228546">
                  <a:moveTo>
                    <a:pt x="203153" y="0"/>
                  </a:moveTo>
                  <a:lnTo>
                    <a:pt x="33859" y="0"/>
                  </a:lnTo>
                  <a:cubicBezTo>
                    <a:pt x="15190" y="0"/>
                    <a:pt x="0" y="15190"/>
                    <a:pt x="0" y="33859"/>
                  </a:cubicBezTo>
                  <a:lnTo>
                    <a:pt x="0" y="160829"/>
                  </a:lnTo>
                  <a:cubicBezTo>
                    <a:pt x="0" y="179498"/>
                    <a:pt x="15190" y="194688"/>
                    <a:pt x="33859" y="194688"/>
                  </a:cubicBezTo>
                  <a:lnTo>
                    <a:pt x="203153" y="194688"/>
                  </a:lnTo>
                  <a:cubicBezTo>
                    <a:pt x="221821" y="194688"/>
                    <a:pt x="237011" y="179498"/>
                    <a:pt x="237011" y="160829"/>
                  </a:cubicBezTo>
                  <a:lnTo>
                    <a:pt x="237011" y="33859"/>
                  </a:lnTo>
                  <a:cubicBezTo>
                    <a:pt x="237011" y="15190"/>
                    <a:pt x="221821" y="0"/>
                    <a:pt x="203153" y="0"/>
                  </a:cubicBezTo>
                  <a:close/>
                  <a:moveTo>
                    <a:pt x="220082" y="160829"/>
                  </a:moveTo>
                  <a:cubicBezTo>
                    <a:pt x="220082" y="170166"/>
                    <a:pt x="212489" y="177758"/>
                    <a:pt x="203153" y="177758"/>
                  </a:cubicBezTo>
                  <a:lnTo>
                    <a:pt x="33859" y="177758"/>
                  </a:lnTo>
                  <a:cubicBezTo>
                    <a:pt x="24522" y="177758"/>
                    <a:pt x="16929" y="170166"/>
                    <a:pt x="16929" y="160829"/>
                  </a:cubicBezTo>
                  <a:lnTo>
                    <a:pt x="16929" y="33859"/>
                  </a:lnTo>
                  <a:cubicBezTo>
                    <a:pt x="16929" y="24522"/>
                    <a:pt x="24522" y="16929"/>
                    <a:pt x="33859" y="16929"/>
                  </a:cubicBezTo>
                  <a:lnTo>
                    <a:pt x="203153" y="16929"/>
                  </a:lnTo>
                  <a:cubicBezTo>
                    <a:pt x="212489" y="16929"/>
                    <a:pt x="220082" y="24522"/>
                    <a:pt x="220082" y="33859"/>
                  </a:cubicBezTo>
                  <a:lnTo>
                    <a:pt x="220082" y="160829"/>
                  </a:lnTo>
                  <a:close/>
                  <a:moveTo>
                    <a:pt x="211617" y="211617"/>
                  </a:moveTo>
                  <a:lnTo>
                    <a:pt x="25394" y="211617"/>
                  </a:lnTo>
                  <a:cubicBezTo>
                    <a:pt x="20719" y="211617"/>
                    <a:pt x="16929" y="215407"/>
                    <a:pt x="16929" y="220082"/>
                  </a:cubicBezTo>
                  <a:cubicBezTo>
                    <a:pt x="16929" y="224757"/>
                    <a:pt x="20719" y="228547"/>
                    <a:pt x="25394" y="228547"/>
                  </a:cubicBezTo>
                  <a:lnTo>
                    <a:pt x="211617" y="228547"/>
                  </a:lnTo>
                  <a:cubicBezTo>
                    <a:pt x="216292" y="228547"/>
                    <a:pt x="220082" y="224757"/>
                    <a:pt x="220082" y="220082"/>
                  </a:cubicBezTo>
                  <a:cubicBezTo>
                    <a:pt x="220082" y="215407"/>
                    <a:pt x="216292" y="211617"/>
                    <a:pt x="211617" y="211617"/>
                  </a:cubicBezTo>
                  <a:close/>
                </a:path>
              </a:pathLst>
            </a:custGeom>
            <a:solidFill>
              <a:schemeClr val="accent1"/>
            </a:solidFill>
            <a:ln w="260" cap="flat">
              <a:noFill/>
              <a:prstDash val="solid"/>
              <a:miter/>
            </a:ln>
          </p:spPr>
          <p:txBody>
            <a:bodyPr rtlCol="0" anchor="ctr"/>
            <a:lstStyle/>
            <a:p>
              <a:endParaRPr lang="zh-CN" altLang="en-US"/>
            </a:p>
          </p:txBody>
        </p:sp>
        <p:sp>
          <p:nvSpPr>
            <p:cNvPr id="170" name="任意多边形: 形状 169">
              <a:extLst>
                <a:ext uri="{FF2B5EF4-FFF2-40B4-BE49-F238E27FC236}">
                  <a16:creationId xmlns:a16="http://schemas.microsoft.com/office/drawing/2014/main" id="{6D1626FA-892E-5881-4472-0BA9837564EE}"/>
                </a:ext>
              </a:extLst>
            </p:cNvPr>
            <p:cNvSpPr/>
            <p:nvPr/>
          </p:nvSpPr>
          <p:spPr>
            <a:xfrm>
              <a:off x="7913207" y="4834087"/>
              <a:ext cx="168589" cy="93657"/>
            </a:xfrm>
            <a:custGeom>
              <a:avLst/>
              <a:gdLst>
                <a:gd name="connsiteX0" fmla="*/ 60997 w 168589"/>
                <a:gd name="connsiteY0" fmla="*/ 20500 h 93657"/>
                <a:gd name="connsiteX1" fmla="*/ 56544 w 168589"/>
                <a:gd name="connsiteY1" fmla="*/ 9352 h 93657"/>
                <a:gd name="connsiteX2" fmla="*/ 50742 w 168589"/>
                <a:gd name="connsiteY2" fmla="*/ 2200 h 93657"/>
                <a:gd name="connsiteX3" fmla="*/ 41426 w 168589"/>
                <a:gd name="connsiteY3" fmla="*/ 29 h 93657"/>
                <a:gd name="connsiteX4" fmla="*/ 31713 w 168589"/>
                <a:gd name="connsiteY4" fmla="*/ 3393 h 93657"/>
                <a:gd name="connsiteX5" fmla="*/ 26583 w 168589"/>
                <a:gd name="connsiteY5" fmla="*/ 10542 h 93657"/>
                <a:gd name="connsiteX6" fmla="*/ 22939 w 168589"/>
                <a:gd name="connsiteY6" fmla="*/ 19654 h 93657"/>
                <a:gd name="connsiteX7" fmla="*/ 808 w 168589"/>
                <a:gd name="connsiteY7" fmla="*/ 81362 h 93657"/>
                <a:gd name="connsiteX8" fmla="*/ 0 w 168589"/>
                <a:gd name="connsiteY8" fmla="*/ 85776 h 93657"/>
                <a:gd name="connsiteX9" fmla="*/ 1824 w 168589"/>
                <a:gd name="connsiteY9" fmla="*/ 90685 h 93657"/>
                <a:gd name="connsiteX10" fmla="*/ 8168 w 168589"/>
                <a:gd name="connsiteY10" fmla="*/ 93496 h 93657"/>
                <a:gd name="connsiteX11" fmla="*/ 14106 w 168589"/>
                <a:gd name="connsiteY11" fmla="*/ 91811 h 93657"/>
                <a:gd name="connsiteX12" fmla="*/ 16739 w 168589"/>
                <a:gd name="connsiteY12" fmla="*/ 86174 h 93657"/>
                <a:gd name="connsiteX13" fmla="*/ 21991 w 168589"/>
                <a:gd name="connsiteY13" fmla="*/ 72059 h 93657"/>
                <a:gd name="connsiteX14" fmla="*/ 60590 w 168589"/>
                <a:gd name="connsiteY14" fmla="*/ 72059 h 93657"/>
                <a:gd name="connsiteX15" fmla="*/ 65318 w 168589"/>
                <a:gd name="connsiteY15" fmla="*/ 87160 h 93657"/>
                <a:gd name="connsiteX16" fmla="*/ 68149 w 168589"/>
                <a:gd name="connsiteY16" fmla="*/ 92044 h 93657"/>
                <a:gd name="connsiteX17" fmla="*/ 73884 w 168589"/>
                <a:gd name="connsiteY17" fmla="*/ 93610 h 93657"/>
                <a:gd name="connsiteX18" fmla="*/ 79890 w 168589"/>
                <a:gd name="connsiteY18" fmla="*/ 90956 h 93657"/>
                <a:gd name="connsiteX19" fmla="*/ 82116 w 168589"/>
                <a:gd name="connsiteY19" fmla="*/ 86157 h 93657"/>
                <a:gd name="connsiteX20" fmla="*/ 81236 w 168589"/>
                <a:gd name="connsiteY20" fmla="*/ 80921 h 93657"/>
                <a:gd name="connsiteX21" fmla="*/ 60997 w 168589"/>
                <a:gd name="connsiteY21" fmla="*/ 20500 h 93657"/>
                <a:gd name="connsiteX22" fmla="*/ 27663 w 168589"/>
                <a:gd name="connsiteY22" fmla="*/ 55129 h 93657"/>
                <a:gd name="connsiteX23" fmla="*/ 40216 w 168589"/>
                <a:gd name="connsiteY23" fmla="*/ 19442 h 93657"/>
                <a:gd name="connsiteX24" fmla="*/ 40889 w 168589"/>
                <a:gd name="connsiteY24" fmla="*/ 17449 h 93657"/>
                <a:gd name="connsiteX25" fmla="*/ 42103 w 168589"/>
                <a:gd name="connsiteY25" fmla="*/ 16243 h 93657"/>
                <a:gd name="connsiteX26" fmla="*/ 43051 w 168589"/>
                <a:gd name="connsiteY26" fmla="*/ 17110 h 93657"/>
                <a:gd name="connsiteX27" fmla="*/ 44131 w 168589"/>
                <a:gd name="connsiteY27" fmla="*/ 19574 h 93657"/>
                <a:gd name="connsiteX28" fmla="*/ 54788 w 168589"/>
                <a:gd name="connsiteY28" fmla="*/ 55129 h 93657"/>
                <a:gd name="connsiteX29" fmla="*/ 27663 w 168589"/>
                <a:gd name="connsiteY29" fmla="*/ 55129 h 93657"/>
                <a:gd name="connsiteX30" fmla="*/ 158328 w 168589"/>
                <a:gd name="connsiteY30" fmla="*/ 15595 h 93657"/>
                <a:gd name="connsiteX31" fmla="*/ 145508 w 168589"/>
                <a:gd name="connsiteY31" fmla="*/ 6060 h 93657"/>
                <a:gd name="connsiteX32" fmla="*/ 131541 w 168589"/>
                <a:gd name="connsiteY32" fmla="*/ 1476 h 93657"/>
                <a:gd name="connsiteX33" fmla="*/ 119526 w 168589"/>
                <a:gd name="connsiteY33" fmla="*/ 109 h 93657"/>
                <a:gd name="connsiteX34" fmla="*/ 109448 w 168589"/>
                <a:gd name="connsiteY34" fmla="*/ 109 h 93657"/>
                <a:gd name="connsiteX35" fmla="*/ 101957 w 168589"/>
                <a:gd name="connsiteY35" fmla="*/ 909 h 93657"/>
                <a:gd name="connsiteX36" fmla="*/ 95545 w 168589"/>
                <a:gd name="connsiteY36" fmla="*/ 3800 h 93657"/>
                <a:gd name="connsiteX37" fmla="*/ 92392 w 168589"/>
                <a:gd name="connsiteY37" fmla="*/ 9488 h 93657"/>
                <a:gd name="connsiteX38" fmla="*/ 92075 w 168589"/>
                <a:gd name="connsiteY38" fmla="*/ 18262 h 93657"/>
                <a:gd name="connsiteX39" fmla="*/ 92075 w 168589"/>
                <a:gd name="connsiteY39" fmla="*/ 72110 h 93657"/>
                <a:gd name="connsiteX40" fmla="*/ 91719 w 168589"/>
                <a:gd name="connsiteY40" fmla="*/ 81158 h 93657"/>
                <a:gd name="connsiteX41" fmla="*/ 93933 w 168589"/>
                <a:gd name="connsiteY41" fmla="*/ 88307 h 93657"/>
                <a:gd name="connsiteX42" fmla="*/ 100345 w 168589"/>
                <a:gd name="connsiteY42" fmla="*/ 92065 h 93657"/>
                <a:gd name="connsiteX43" fmla="*/ 106752 w 168589"/>
                <a:gd name="connsiteY43" fmla="*/ 93221 h 93657"/>
                <a:gd name="connsiteX44" fmla="*/ 119530 w 168589"/>
                <a:gd name="connsiteY44" fmla="*/ 93221 h 93657"/>
                <a:gd name="connsiteX45" fmla="*/ 126886 w 168589"/>
                <a:gd name="connsiteY45" fmla="*/ 92412 h 93657"/>
                <a:gd name="connsiteX46" fmla="*/ 136806 w 168589"/>
                <a:gd name="connsiteY46" fmla="*/ 90567 h 93657"/>
                <a:gd name="connsiteX47" fmla="*/ 148547 w 168589"/>
                <a:gd name="connsiteY47" fmla="*/ 85437 h 93657"/>
                <a:gd name="connsiteX48" fmla="*/ 159217 w 168589"/>
                <a:gd name="connsiteY48" fmla="*/ 76152 h 93657"/>
                <a:gd name="connsiteX49" fmla="*/ 166365 w 168589"/>
                <a:gd name="connsiteY49" fmla="*/ 61474 h 93657"/>
                <a:gd name="connsiteX50" fmla="*/ 168587 w 168589"/>
                <a:gd name="connsiteY50" fmla="*/ 45408 h 93657"/>
                <a:gd name="connsiteX51" fmla="*/ 166090 w 168589"/>
                <a:gd name="connsiteY51" fmla="*/ 29697 h 93657"/>
                <a:gd name="connsiteX52" fmla="*/ 158328 w 168589"/>
                <a:gd name="connsiteY52" fmla="*/ 15595 h 93657"/>
                <a:gd name="connsiteX53" fmla="*/ 149152 w 168589"/>
                <a:gd name="connsiteY53" fmla="*/ 58435 h 93657"/>
                <a:gd name="connsiteX54" fmla="*/ 143282 w 168589"/>
                <a:gd name="connsiteY54" fmla="*/ 68745 h 93657"/>
                <a:gd name="connsiteX55" fmla="*/ 134237 w 168589"/>
                <a:gd name="connsiteY55" fmla="*/ 75127 h 93657"/>
                <a:gd name="connsiteX56" fmla="*/ 126137 w 168589"/>
                <a:gd name="connsiteY56" fmla="*/ 77370 h 93657"/>
                <a:gd name="connsiteX57" fmla="*/ 112009 w 168589"/>
                <a:gd name="connsiteY57" fmla="*/ 78001 h 93657"/>
                <a:gd name="connsiteX58" fmla="*/ 109156 w 168589"/>
                <a:gd name="connsiteY58" fmla="*/ 76808 h 93657"/>
                <a:gd name="connsiteX59" fmla="*/ 109004 w 168589"/>
                <a:gd name="connsiteY59" fmla="*/ 73515 h 93657"/>
                <a:gd name="connsiteX60" fmla="*/ 109004 w 168589"/>
                <a:gd name="connsiteY60" fmla="*/ 19519 h 93657"/>
                <a:gd name="connsiteX61" fmla="*/ 109228 w 168589"/>
                <a:gd name="connsiteY61" fmla="*/ 16924 h 93657"/>
                <a:gd name="connsiteX62" fmla="*/ 110896 w 168589"/>
                <a:gd name="connsiteY62" fmla="*/ 15942 h 93657"/>
                <a:gd name="connsiteX63" fmla="*/ 129666 w 168589"/>
                <a:gd name="connsiteY63" fmla="*/ 16996 h 93657"/>
                <a:gd name="connsiteX64" fmla="*/ 139045 w 168589"/>
                <a:gd name="connsiteY64" fmla="*/ 20784 h 93657"/>
                <a:gd name="connsiteX65" fmla="*/ 146968 w 168589"/>
                <a:gd name="connsiteY65" fmla="*/ 29198 h 93657"/>
                <a:gd name="connsiteX66" fmla="*/ 150731 w 168589"/>
                <a:gd name="connsiteY66" fmla="*/ 45188 h 93657"/>
                <a:gd name="connsiteX67" fmla="*/ 149152 w 168589"/>
                <a:gd name="connsiteY67" fmla="*/ 58435 h 93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68589" h="93657">
                  <a:moveTo>
                    <a:pt x="60997" y="20500"/>
                  </a:moveTo>
                  <a:cubicBezTo>
                    <a:pt x="59676" y="16721"/>
                    <a:pt x="58190" y="13002"/>
                    <a:pt x="56544" y="9352"/>
                  </a:cubicBezTo>
                  <a:cubicBezTo>
                    <a:pt x="55105" y="6221"/>
                    <a:pt x="53171" y="3842"/>
                    <a:pt x="50742" y="2200"/>
                  </a:cubicBezTo>
                  <a:cubicBezTo>
                    <a:pt x="48312" y="566"/>
                    <a:pt x="45206" y="-158"/>
                    <a:pt x="41426" y="29"/>
                  </a:cubicBezTo>
                  <a:cubicBezTo>
                    <a:pt x="37109" y="304"/>
                    <a:pt x="33867" y="1429"/>
                    <a:pt x="31713" y="3393"/>
                  </a:cubicBezTo>
                  <a:cubicBezTo>
                    <a:pt x="29522" y="5391"/>
                    <a:pt x="27775" y="7827"/>
                    <a:pt x="26583" y="10542"/>
                  </a:cubicBezTo>
                  <a:cubicBezTo>
                    <a:pt x="25322" y="13344"/>
                    <a:pt x="24107" y="16382"/>
                    <a:pt x="22939" y="19654"/>
                  </a:cubicBezTo>
                  <a:lnTo>
                    <a:pt x="808" y="81362"/>
                  </a:lnTo>
                  <a:cubicBezTo>
                    <a:pt x="271" y="82767"/>
                    <a:pt x="0" y="84240"/>
                    <a:pt x="0" y="85776"/>
                  </a:cubicBezTo>
                  <a:cubicBezTo>
                    <a:pt x="0" y="87321"/>
                    <a:pt x="609" y="88959"/>
                    <a:pt x="1824" y="90685"/>
                  </a:cubicBezTo>
                  <a:cubicBezTo>
                    <a:pt x="3039" y="92416"/>
                    <a:pt x="5151" y="93348"/>
                    <a:pt x="8168" y="93496"/>
                  </a:cubicBezTo>
                  <a:cubicBezTo>
                    <a:pt x="11178" y="93631"/>
                    <a:pt x="13158" y="93068"/>
                    <a:pt x="14106" y="91811"/>
                  </a:cubicBezTo>
                  <a:cubicBezTo>
                    <a:pt x="15050" y="90546"/>
                    <a:pt x="15926" y="88231"/>
                    <a:pt x="16739" y="86174"/>
                  </a:cubicBezTo>
                  <a:lnTo>
                    <a:pt x="21991" y="72059"/>
                  </a:lnTo>
                  <a:lnTo>
                    <a:pt x="60590" y="72059"/>
                  </a:lnTo>
                  <a:lnTo>
                    <a:pt x="65318" y="87160"/>
                  </a:lnTo>
                  <a:cubicBezTo>
                    <a:pt x="65855" y="89031"/>
                    <a:pt x="66803" y="90880"/>
                    <a:pt x="68149" y="92044"/>
                  </a:cubicBezTo>
                  <a:cubicBezTo>
                    <a:pt x="69495" y="93208"/>
                    <a:pt x="71412" y="93843"/>
                    <a:pt x="73884" y="93610"/>
                  </a:cubicBezTo>
                  <a:cubicBezTo>
                    <a:pt x="76356" y="93373"/>
                    <a:pt x="78362" y="92548"/>
                    <a:pt x="79890" y="90956"/>
                  </a:cubicBezTo>
                  <a:cubicBezTo>
                    <a:pt x="81418" y="89365"/>
                    <a:pt x="82162" y="87795"/>
                    <a:pt x="82116" y="86157"/>
                  </a:cubicBezTo>
                  <a:cubicBezTo>
                    <a:pt x="82045" y="84381"/>
                    <a:pt x="81749" y="82622"/>
                    <a:pt x="81236" y="80921"/>
                  </a:cubicBezTo>
                  <a:lnTo>
                    <a:pt x="60997" y="20500"/>
                  </a:lnTo>
                  <a:close/>
                  <a:moveTo>
                    <a:pt x="27663" y="55129"/>
                  </a:moveTo>
                  <a:lnTo>
                    <a:pt x="40216" y="19442"/>
                  </a:lnTo>
                  <a:lnTo>
                    <a:pt x="40889" y="17449"/>
                  </a:lnTo>
                  <a:cubicBezTo>
                    <a:pt x="41248" y="16704"/>
                    <a:pt x="41655" y="16336"/>
                    <a:pt x="42103" y="16243"/>
                  </a:cubicBezTo>
                  <a:cubicBezTo>
                    <a:pt x="42463" y="16243"/>
                    <a:pt x="42781" y="16547"/>
                    <a:pt x="43051" y="17110"/>
                  </a:cubicBezTo>
                  <a:cubicBezTo>
                    <a:pt x="43322" y="17673"/>
                    <a:pt x="43678" y="18359"/>
                    <a:pt x="44131" y="19574"/>
                  </a:cubicBezTo>
                  <a:lnTo>
                    <a:pt x="54788" y="55129"/>
                  </a:lnTo>
                  <a:lnTo>
                    <a:pt x="27663" y="55129"/>
                  </a:lnTo>
                  <a:close/>
                  <a:moveTo>
                    <a:pt x="158328" y="15595"/>
                  </a:moveTo>
                  <a:cubicBezTo>
                    <a:pt x="154863" y="11454"/>
                    <a:pt x="150471" y="8187"/>
                    <a:pt x="145508" y="6060"/>
                  </a:cubicBezTo>
                  <a:cubicBezTo>
                    <a:pt x="140514" y="3910"/>
                    <a:pt x="135862" y="2174"/>
                    <a:pt x="131541" y="1476"/>
                  </a:cubicBezTo>
                  <a:cubicBezTo>
                    <a:pt x="127220" y="778"/>
                    <a:pt x="123216" y="109"/>
                    <a:pt x="119526" y="109"/>
                  </a:cubicBezTo>
                  <a:lnTo>
                    <a:pt x="109448" y="109"/>
                  </a:lnTo>
                  <a:cubicBezTo>
                    <a:pt x="106841" y="109"/>
                    <a:pt x="104340" y="583"/>
                    <a:pt x="101957" y="909"/>
                  </a:cubicBezTo>
                  <a:cubicBezTo>
                    <a:pt x="99570" y="1235"/>
                    <a:pt x="97437" y="2306"/>
                    <a:pt x="95545" y="3800"/>
                  </a:cubicBezTo>
                  <a:cubicBezTo>
                    <a:pt x="93658" y="5298"/>
                    <a:pt x="93154" y="7240"/>
                    <a:pt x="92392" y="9488"/>
                  </a:cubicBezTo>
                  <a:cubicBezTo>
                    <a:pt x="91630" y="11735"/>
                    <a:pt x="92075" y="14706"/>
                    <a:pt x="92075" y="18262"/>
                  </a:cubicBezTo>
                  <a:lnTo>
                    <a:pt x="92075" y="72110"/>
                  </a:lnTo>
                  <a:cubicBezTo>
                    <a:pt x="92075" y="75102"/>
                    <a:pt x="91406" y="78120"/>
                    <a:pt x="91719" y="81158"/>
                  </a:cubicBezTo>
                  <a:cubicBezTo>
                    <a:pt x="92032" y="84197"/>
                    <a:pt x="92498" y="86580"/>
                    <a:pt x="93933" y="88307"/>
                  </a:cubicBezTo>
                  <a:cubicBezTo>
                    <a:pt x="95372" y="90038"/>
                    <a:pt x="97374" y="91506"/>
                    <a:pt x="100345" y="92065"/>
                  </a:cubicBezTo>
                  <a:cubicBezTo>
                    <a:pt x="103316" y="92624"/>
                    <a:pt x="105309" y="93221"/>
                    <a:pt x="106752" y="93221"/>
                  </a:cubicBezTo>
                  <a:lnTo>
                    <a:pt x="119530" y="93221"/>
                  </a:lnTo>
                  <a:cubicBezTo>
                    <a:pt x="121511" y="93221"/>
                    <a:pt x="123965" y="92742"/>
                    <a:pt x="126886" y="92412"/>
                  </a:cubicBezTo>
                  <a:cubicBezTo>
                    <a:pt x="129810" y="92086"/>
                    <a:pt x="133120" y="91371"/>
                    <a:pt x="136806" y="90567"/>
                  </a:cubicBezTo>
                  <a:cubicBezTo>
                    <a:pt x="140497" y="89771"/>
                    <a:pt x="144412" y="88015"/>
                    <a:pt x="148547" y="85437"/>
                  </a:cubicBezTo>
                  <a:cubicBezTo>
                    <a:pt x="152585" y="82944"/>
                    <a:pt x="156189" y="79807"/>
                    <a:pt x="159217" y="76152"/>
                  </a:cubicBezTo>
                  <a:cubicBezTo>
                    <a:pt x="162183" y="72550"/>
                    <a:pt x="164566" y="67645"/>
                    <a:pt x="166365" y="61474"/>
                  </a:cubicBezTo>
                  <a:cubicBezTo>
                    <a:pt x="167893" y="56056"/>
                    <a:pt x="168634" y="50690"/>
                    <a:pt x="168587" y="45408"/>
                  </a:cubicBezTo>
                  <a:cubicBezTo>
                    <a:pt x="168536" y="40076"/>
                    <a:pt x="167695" y="34782"/>
                    <a:pt x="166090" y="29697"/>
                  </a:cubicBezTo>
                  <a:cubicBezTo>
                    <a:pt x="164482" y="24520"/>
                    <a:pt x="161842" y="19723"/>
                    <a:pt x="158328" y="15595"/>
                  </a:cubicBezTo>
                  <a:close/>
                  <a:moveTo>
                    <a:pt x="149152" y="58435"/>
                  </a:moveTo>
                  <a:cubicBezTo>
                    <a:pt x="148041" y="62288"/>
                    <a:pt x="146028" y="65822"/>
                    <a:pt x="143282" y="68745"/>
                  </a:cubicBezTo>
                  <a:cubicBezTo>
                    <a:pt x="140493" y="71737"/>
                    <a:pt x="137479" y="73866"/>
                    <a:pt x="134237" y="75127"/>
                  </a:cubicBezTo>
                  <a:cubicBezTo>
                    <a:pt x="130995" y="76393"/>
                    <a:pt x="128299" y="77138"/>
                    <a:pt x="126137" y="77370"/>
                  </a:cubicBezTo>
                  <a:cubicBezTo>
                    <a:pt x="123978" y="77607"/>
                    <a:pt x="112009" y="78001"/>
                    <a:pt x="112009" y="78001"/>
                  </a:cubicBezTo>
                  <a:cubicBezTo>
                    <a:pt x="110210" y="78090"/>
                    <a:pt x="109652" y="77701"/>
                    <a:pt x="109156" y="76808"/>
                  </a:cubicBezTo>
                  <a:cubicBezTo>
                    <a:pt x="108665" y="75919"/>
                    <a:pt x="109004" y="74818"/>
                    <a:pt x="109004" y="73515"/>
                  </a:cubicBezTo>
                  <a:lnTo>
                    <a:pt x="109004" y="19519"/>
                  </a:lnTo>
                  <a:cubicBezTo>
                    <a:pt x="109004" y="18397"/>
                    <a:pt x="108691" y="17538"/>
                    <a:pt x="109228" y="16924"/>
                  </a:cubicBezTo>
                  <a:cubicBezTo>
                    <a:pt x="109766" y="16319"/>
                    <a:pt x="110130" y="15989"/>
                    <a:pt x="110896" y="15942"/>
                  </a:cubicBezTo>
                  <a:cubicBezTo>
                    <a:pt x="111658" y="15896"/>
                    <a:pt x="126424" y="16247"/>
                    <a:pt x="129666" y="16996"/>
                  </a:cubicBezTo>
                  <a:cubicBezTo>
                    <a:pt x="132965" y="17781"/>
                    <a:pt x="136127" y="19058"/>
                    <a:pt x="139045" y="20784"/>
                  </a:cubicBezTo>
                  <a:cubicBezTo>
                    <a:pt x="142101" y="22562"/>
                    <a:pt x="144721" y="25368"/>
                    <a:pt x="146968" y="29198"/>
                  </a:cubicBezTo>
                  <a:cubicBezTo>
                    <a:pt x="149220" y="33037"/>
                    <a:pt x="150456" y="38365"/>
                    <a:pt x="150731" y="45188"/>
                  </a:cubicBezTo>
                  <a:cubicBezTo>
                    <a:pt x="150811" y="50144"/>
                    <a:pt x="150278" y="54558"/>
                    <a:pt x="149152" y="58435"/>
                  </a:cubicBezTo>
                  <a:close/>
                </a:path>
              </a:pathLst>
            </a:custGeom>
            <a:solidFill>
              <a:schemeClr val="accent1"/>
            </a:solidFill>
            <a:ln w="260" cap="flat">
              <a:noFill/>
              <a:prstDash val="solid"/>
              <a:miter/>
            </a:ln>
          </p:spPr>
          <p:txBody>
            <a:bodyPr rtlCol="0" anchor="ctr"/>
            <a:lstStyle/>
            <a:p>
              <a:endParaRPr lang="zh-CN" altLang="en-US"/>
            </a:p>
          </p:txBody>
        </p:sp>
      </p:grpSp>
      <p:sp>
        <p:nvSpPr>
          <p:cNvPr id="174" name="图形 172">
            <a:extLst>
              <a:ext uri="{FF2B5EF4-FFF2-40B4-BE49-F238E27FC236}">
                <a16:creationId xmlns:a16="http://schemas.microsoft.com/office/drawing/2014/main" id="{E8C68915-AFD0-58A2-B5D6-B2B535A20802}"/>
              </a:ext>
            </a:extLst>
          </p:cNvPr>
          <p:cNvSpPr/>
          <p:nvPr/>
        </p:nvSpPr>
        <p:spPr>
          <a:xfrm>
            <a:off x="9883486" y="4520977"/>
            <a:ext cx="318848" cy="239178"/>
          </a:xfrm>
          <a:custGeom>
            <a:avLst/>
            <a:gdLst>
              <a:gd name="connsiteX0" fmla="*/ 259656 w 270221"/>
              <a:gd name="connsiteY0" fmla="*/ 119743 h 202702"/>
              <a:gd name="connsiteX1" fmla="*/ 270222 w 270221"/>
              <a:gd name="connsiteY1" fmla="*/ 109391 h 202702"/>
              <a:gd name="connsiteX2" fmla="*/ 270222 w 270221"/>
              <a:gd name="connsiteY2" fmla="*/ 41480 h 202702"/>
              <a:gd name="connsiteX3" fmla="*/ 227995 w 270221"/>
              <a:gd name="connsiteY3" fmla="*/ 0 h 202702"/>
              <a:gd name="connsiteX4" fmla="*/ 42227 w 270221"/>
              <a:gd name="connsiteY4" fmla="*/ 0 h 202702"/>
              <a:gd name="connsiteX5" fmla="*/ 0 w 270221"/>
              <a:gd name="connsiteY5" fmla="*/ 41480 h 202702"/>
              <a:gd name="connsiteX6" fmla="*/ 0 w 270221"/>
              <a:gd name="connsiteY6" fmla="*/ 161223 h 202702"/>
              <a:gd name="connsiteX7" fmla="*/ 42227 w 270221"/>
              <a:gd name="connsiteY7" fmla="*/ 202702 h 202702"/>
              <a:gd name="connsiteX8" fmla="*/ 227995 w 270221"/>
              <a:gd name="connsiteY8" fmla="*/ 202702 h 202702"/>
              <a:gd name="connsiteX9" fmla="*/ 270222 w 270221"/>
              <a:gd name="connsiteY9" fmla="*/ 161223 h 202702"/>
              <a:gd name="connsiteX10" fmla="*/ 259656 w 270221"/>
              <a:gd name="connsiteY10" fmla="*/ 150870 h 202702"/>
              <a:gd name="connsiteX11" fmla="*/ 249091 w 270221"/>
              <a:gd name="connsiteY11" fmla="*/ 161223 h 202702"/>
              <a:gd name="connsiteX12" fmla="*/ 227995 w 270221"/>
              <a:gd name="connsiteY12" fmla="*/ 181962 h 202702"/>
              <a:gd name="connsiteX13" fmla="*/ 42227 w 270221"/>
              <a:gd name="connsiteY13" fmla="*/ 181962 h 202702"/>
              <a:gd name="connsiteX14" fmla="*/ 21131 w 270221"/>
              <a:gd name="connsiteY14" fmla="*/ 161223 h 202702"/>
              <a:gd name="connsiteX15" fmla="*/ 21131 w 270221"/>
              <a:gd name="connsiteY15" fmla="*/ 43650 h 202702"/>
              <a:gd name="connsiteX16" fmla="*/ 112842 w 270221"/>
              <a:gd name="connsiteY16" fmla="*/ 99643 h 202702"/>
              <a:gd name="connsiteX17" fmla="*/ 135147 w 270221"/>
              <a:gd name="connsiteY17" fmla="*/ 105940 h 202702"/>
              <a:gd name="connsiteX18" fmla="*/ 157452 w 270221"/>
              <a:gd name="connsiteY18" fmla="*/ 99643 h 202702"/>
              <a:gd name="connsiteX19" fmla="*/ 249162 w 270221"/>
              <a:gd name="connsiteY19" fmla="*/ 43650 h 202702"/>
              <a:gd name="connsiteX20" fmla="*/ 249162 w 270221"/>
              <a:gd name="connsiteY20" fmla="*/ 109355 h 202702"/>
              <a:gd name="connsiteX21" fmla="*/ 259656 w 270221"/>
              <a:gd name="connsiteY21" fmla="*/ 119743 h 202702"/>
              <a:gd name="connsiteX22" fmla="*/ 146246 w 270221"/>
              <a:gd name="connsiteY22" fmla="*/ 82070 h 202702"/>
              <a:gd name="connsiteX23" fmla="*/ 123941 w 270221"/>
              <a:gd name="connsiteY23" fmla="*/ 82070 h 202702"/>
              <a:gd name="connsiteX24" fmla="*/ 29918 w 270221"/>
              <a:gd name="connsiteY24" fmla="*/ 24617 h 202702"/>
              <a:gd name="connsiteX25" fmla="*/ 42227 w 270221"/>
              <a:gd name="connsiteY25" fmla="*/ 20740 h 202702"/>
              <a:gd name="connsiteX26" fmla="*/ 227995 w 270221"/>
              <a:gd name="connsiteY26" fmla="*/ 20740 h 202702"/>
              <a:gd name="connsiteX27" fmla="*/ 240304 w 270221"/>
              <a:gd name="connsiteY27" fmla="*/ 24617 h 202702"/>
              <a:gd name="connsiteX28" fmla="*/ 146246 w 270221"/>
              <a:gd name="connsiteY28" fmla="*/ 82070 h 20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0221" h="202702">
                <a:moveTo>
                  <a:pt x="259656" y="119743"/>
                </a:moveTo>
                <a:cubicBezTo>
                  <a:pt x="265491" y="119743"/>
                  <a:pt x="270222" y="115118"/>
                  <a:pt x="270222" y="109391"/>
                </a:cubicBezTo>
                <a:lnTo>
                  <a:pt x="270222" y="41480"/>
                </a:lnTo>
                <a:cubicBezTo>
                  <a:pt x="270222" y="18605"/>
                  <a:pt x="251297" y="0"/>
                  <a:pt x="227995" y="0"/>
                </a:cubicBezTo>
                <a:lnTo>
                  <a:pt x="42227" y="0"/>
                </a:lnTo>
                <a:cubicBezTo>
                  <a:pt x="18961" y="0"/>
                  <a:pt x="0" y="18605"/>
                  <a:pt x="0" y="41480"/>
                </a:cubicBezTo>
                <a:lnTo>
                  <a:pt x="0" y="161223"/>
                </a:lnTo>
                <a:cubicBezTo>
                  <a:pt x="0" y="184097"/>
                  <a:pt x="18926" y="202702"/>
                  <a:pt x="42227" y="202702"/>
                </a:cubicBezTo>
                <a:lnTo>
                  <a:pt x="227995" y="202702"/>
                </a:lnTo>
                <a:cubicBezTo>
                  <a:pt x="251261" y="202702"/>
                  <a:pt x="270222" y="184097"/>
                  <a:pt x="270222" y="161223"/>
                </a:cubicBezTo>
                <a:cubicBezTo>
                  <a:pt x="270222" y="155495"/>
                  <a:pt x="265491" y="150870"/>
                  <a:pt x="259656" y="150870"/>
                </a:cubicBezTo>
                <a:cubicBezTo>
                  <a:pt x="253822" y="150870"/>
                  <a:pt x="249091" y="155495"/>
                  <a:pt x="249091" y="161223"/>
                </a:cubicBezTo>
                <a:cubicBezTo>
                  <a:pt x="249091" y="172642"/>
                  <a:pt x="239628" y="181962"/>
                  <a:pt x="227995" y="181962"/>
                </a:cubicBezTo>
                <a:lnTo>
                  <a:pt x="42227" y="181962"/>
                </a:lnTo>
                <a:cubicBezTo>
                  <a:pt x="30594" y="181962"/>
                  <a:pt x="21131" y="172677"/>
                  <a:pt x="21131" y="161223"/>
                </a:cubicBezTo>
                <a:lnTo>
                  <a:pt x="21131" y="43650"/>
                </a:lnTo>
                <a:lnTo>
                  <a:pt x="112842" y="99643"/>
                </a:lnTo>
                <a:cubicBezTo>
                  <a:pt x="119707" y="103841"/>
                  <a:pt x="127427" y="105940"/>
                  <a:pt x="135147" y="105940"/>
                </a:cubicBezTo>
                <a:cubicBezTo>
                  <a:pt x="142866" y="105940"/>
                  <a:pt x="150550" y="103841"/>
                  <a:pt x="157452" y="99643"/>
                </a:cubicBezTo>
                <a:lnTo>
                  <a:pt x="249162" y="43650"/>
                </a:lnTo>
                <a:lnTo>
                  <a:pt x="249162" y="109355"/>
                </a:lnTo>
                <a:cubicBezTo>
                  <a:pt x="249126" y="115083"/>
                  <a:pt x="253858" y="119743"/>
                  <a:pt x="259656" y="119743"/>
                </a:cubicBezTo>
                <a:close/>
                <a:moveTo>
                  <a:pt x="146246" y="82070"/>
                </a:moveTo>
                <a:cubicBezTo>
                  <a:pt x="139380" y="86268"/>
                  <a:pt x="130842" y="86268"/>
                  <a:pt x="123941" y="82070"/>
                </a:cubicBezTo>
                <a:lnTo>
                  <a:pt x="29918" y="24617"/>
                </a:lnTo>
                <a:cubicBezTo>
                  <a:pt x="33511" y="22092"/>
                  <a:pt x="37815" y="20704"/>
                  <a:pt x="42227" y="20740"/>
                </a:cubicBezTo>
                <a:lnTo>
                  <a:pt x="227995" y="20740"/>
                </a:lnTo>
                <a:cubicBezTo>
                  <a:pt x="232407" y="20740"/>
                  <a:pt x="236711" y="22092"/>
                  <a:pt x="240304" y="24617"/>
                </a:cubicBezTo>
                <a:lnTo>
                  <a:pt x="146246" y="82070"/>
                </a:lnTo>
                <a:close/>
              </a:path>
            </a:pathLst>
          </a:custGeom>
          <a:solidFill>
            <a:schemeClr val="accent1"/>
          </a:solidFill>
          <a:ln w="270" cap="flat">
            <a:noFill/>
            <a:prstDash val="solid"/>
            <a:miter/>
          </a:ln>
        </p:spPr>
        <p:txBody>
          <a:bodyPr rtlCol="0" anchor="ctr"/>
          <a:lstStyle/>
          <a:p>
            <a:endParaRPr lang="zh-CN" altLang="en-US"/>
          </a:p>
        </p:txBody>
      </p:sp>
    </p:spTree>
    <p:extLst>
      <p:ext uri="{BB962C8B-B14F-4D97-AF65-F5344CB8AC3E}">
        <p14:creationId xmlns:p14="http://schemas.microsoft.com/office/powerpoint/2010/main" val="22559646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18" name="任意多边形: 形状 17">
            <a:extLst>
              <a:ext uri="{FF2B5EF4-FFF2-40B4-BE49-F238E27FC236}">
                <a16:creationId xmlns:a16="http://schemas.microsoft.com/office/drawing/2014/main" id="{CF0EDC10-55F4-5A17-E5F5-8666A1B7901F}"/>
              </a:ext>
            </a:extLst>
          </p:cNvPr>
          <p:cNvSpPr/>
          <p:nvPr/>
        </p:nvSpPr>
        <p:spPr>
          <a:xfrm>
            <a:off x="4343897" y="1144190"/>
            <a:ext cx="3530602" cy="2394130"/>
          </a:xfrm>
          <a:custGeom>
            <a:avLst/>
            <a:gdLst>
              <a:gd name="connsiteX0" fmla="*/ 2005071 w 4009493"/>
              <a:gd name="connsiteY0" fmla="*/ 0 h 1992740"/>
              <a:gd name="connsiteX1" fmla="*/ 2013872 w 4009493"/>
              <a:gd name="connsiteY1" fmla="*/ 6500 h 1992740"/>
              <a:gd name="connsiteX2" fmla="*/ 2013872 w 4009493"/>
              <a:gd name="connsiteY2" fmla="*/ 7991 h 1992740"/>
              <a:gd name="connsiteX3" fmla="*/ 2754607 w 4009493"/>
              <a:gd name="connsiteY3" fmla="*/ 555078 h 1992740"/>
              <a:gd name="connsiteX4" fmla="*/ 2443701 w 4009493"/>
              <a:gd name="connsiteY4" fmla="*/ 555078 h 1992740"/>
              <a:gd name="connsiteX5" fmla="*/ 4009493 w 4009493"/>
              <a:gd name="connsiteY5" fmla="*/ 1992740 h 1992740"/>
              <a:gd name="connsiteX6" fmla="*/ 1995621 w 4009493"/>
              <a:gd name="connsiteY6" fmla="*/ 1992740 h 1992740"/>
              <a:gd name="connsiteX7" fmla="*/ 1995621 w 4009493"/>
              <a:gd name="connsiteY7" fmla="*/ 1991729 h 1992740"/>
              <a:gd name="connsiteX8" fmla="*/ 0 w 4009493"/>
              <a:gd name="connsiteY8" fmla="*/ 1991729 h 1992740"/>
              <a:gd name="connsiteX9" fmla="*/ 1565792 w 4009493"/>
              <a:gd name="connsiteY9" fmla="*/ 554067 h 1992740"/>
              <a:gd name="connsiteX10" fmla="*/ 1254886 w 4009493"/>
              <a:gd name="connsiteY10" fmla="*/ 554067 h 1992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09493" h="1992740">
                <a:moveTo>
                  <a:pt x="2005071" y="0"/>
                </a:moveTo>
                <a:lnTo>
                  <a:pt x="2013872" y="6500"/>
                </a:lnTo>
                <a:lnTo>
                  <a:pt x="2013872" y="7991"/>
                </a:lnTo>
                <a:lnTo>
                  <a:pt x="2754607" y="555078"/>
                </a:lnTo>
                <a:lnTo>
                  <a:pt x="2443701" y="555078"/>
                </a:lnTo>
                <a:cubicBezTo>
                  <a:pt x="2529828" y="824410"/>
                  <a:pt x="2963714" y="1992740"/>
                  <a:pt x="4009493" y="1992740"/>
                </a:cubicBezTo>
                <a:lnTo>
                  <a:pt x="1995621" y="1992740"/>
                </a:lnTo>
                <a:lnTo>
                  <a:pt x="1995621" y="1991729"/>
                </a:lnTo>
                <a:lnTo>
                  <a:pt x="0" y="1991729"/>
                </a:lnTo>
                <a:cubicBezTo>
                  <a:pt x="1045779" y="1991729"/>
                  <a:pt x="1479665" y="823399"/>
                  <a:pt x="1565792" y="554067"/>
                </a:cubicBezTo>
                <a:lnTo>
                  <a:pt x="1254886" y="554067"/>
                </a:lnTo>
                <a:close/>
              </a:path>
            </a:pathLst>
          </a:custGeom>
          <a:gradFill flip="none" rotWithShape="1">
            <a:gsLst>
              <a:gs pos="0">
                <a:schemeClr val="accent2">
                  <a:alpha val="0"/>
                </a:schemeClr>
              </a:gs>
              <a:gs pos="100000">
                <a:schemeClr val="accent2">
                  <a:alpha val="25000"/>
                </a:schemeClr>
              </a:gs>
            </a:gsLst>
            <a:lin ang="16200000" scaled="1"/>
            <a:tileRect/>
          </a:gradFill>
          <a:ln w="6345" cap="flat">
            <a:noFill/>
            <a:prstDash val="solid"/>
            <a:miter/>
          </a:ln>
        </p:spPr>
        <p:txBody>
          <a:bodyPr wrap="square" rtlCol="0" anchor="ctr">
            <a:noAutofit/>
          </a:bodyPr>
          <a:lstStyle/>
          <a:p>
            <a:pPr defTabSz="1460754"/>
            <a:endParaRPr lang="zh-CN" altLang="en-US" sz="2876">
              <a:solidFill>
                <a:srgbClr val="000000"/>
              </a:solidFill>
              <a:latin typeface="+mn-ea"/>
              <a:cs typeface="OPPOSans M"/>
              <a:sym typeface="+mn-lt"/>
            </a:endParaRPr>
          </a:p>
        </p:txBody>
      </p:sp>
      <p:sp>
        <p:nvSpPr>
          <p:cNvPr id="54" name="任意多边形: 形状 53">
            <a:extLst>
              <a:ext uri="{FF2B5EF4-FFF2-40B4-BE49-F238E27FC236}">
                <a16:creationId xmlns:a16="http://schemas.microsoft.com/office/drawing/2014/main" id="{4D59BD2C-94EA-CA26-E98D-4C8171AF1F97}"/>
              </a:ext>
            </a:extLst>
          </p:cNvPr>
          <p:cNvSpPr/>
          <p:nvPr/>
        </p:nvSpPr>
        <p:spPr>
          <a:xfrm flipH="1" flipV="1">
            <a:off x="2767517" y="2802733"/>
            <a:ext cx="6610583" cy="2360633"/>
          </a:xfrm>
          <a:custGeom>
            <a:avLst/>
            <a:gdLst>
              <a:gd name="connsiteX0" fmla="*/ 1669377 w 2133737"/>
              <a:gd name="connsiteY0" fmla="*/ 0 h 565314"/>
              <a:gd name="connsiteX1" fmla="*/ 1073960 w 2133737"/>
              <a:gd name="connsiteY1" fmla="*/ 0 h 565314"/>
              <a:gd name="connsiteX2" fmla="*/ 1066869 w 2133737"/>
              <a:gd name="connsiteY2" fmla="*/ 8633 h 565314"/>
              <a:gd name="connsiteX3" fmla="*/ 1059777 w 2133737"/>
              <a:gd name="connsiteY3" fmla="*/ 0 h 565314"/>
              <a:gd name="connsiteX4" fmla="*/ 464360 w 2133737"/>
              <a:gd name="connsiteY4" fmla="*/ 0 h 565314"/>
              <a:gd name="connsiteX5" fmla="*/ 0 w 2133737"/>
              <a:gd name="connsiteY5" fmla="*/ 565314 h 565314"/>
              <a:gd name="connsiteX6" fmla="*/ 609600 w 2133737"/>
              <a:gd name="connsiteY6" fmla="*/ 565314 h 565314"/>
              <a:gd name="connsiteX7" fmla="*/ 1524137 w 2133737"/>
              <a:gd name="connsiteY7" fmla="*/ 565314 h 565314"/>
              <a:gd name="connsiteX8" fmla="*/ 2133737 w 2133737"/>
              <a:gd name="connsiteY8" fmla="*/ 565314 h 565314"/>
              <a:gd name="connsiteX9" fmla="*/ 1669377 w 2133737"/>
              <a:gd name="connsiteY9" fmla="*/ 0 h 56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3737" h="565314">
                <a:moveTo>
                  <a:pt x="1669377" y="0"/>
                </a:moveTo>
                <a:lnTo>
                  <a:pt x="1073960" y="0"/>
                </a:lnTo>
                <a:lnTo>
                  <a:pt x="1066869" y="8633"/>
                </a:lnTo>
                <a:lnTo>
                  <a:pt x="1059777" y="0"/>
                </a:lnTo>
                <a:lnTo>
                  <a:pt x="464360" y="0"/>
                </a:lnTo>
                <a:cubicBezTo>
                  <a:pt x="487373" y="213838"/>
                  <a:pt x="370687" y="468951"/>
                  <a:pt x="0" y="565314"/>
                </a:cubicBezTo>
                <a:lnTo>
                  <a:pt x="609600" y="565314"/>
                </a:lnTo>
                <a:lnTo>
                  <a:pt x="1524137" y="565314"/>
                </a:lnTo>
                <a:lnTo>
                  <a:pt x="2133737" y="565314"/>
                </a:lnTo>
                <a:cubicBezTo>
                  <a:pt x="1763050" y="468951"/>
                  <a:pt x="1646364" y="213838"/>
                  <a:pt x="1669377" y="0"/>
                </a:cubicBezTo>
                <a:close/>
              </a:path>
            </a:pathLst>
          </a:custGeom>
          <a:gradFill>
            <a:gsLst>
              <a:gs pos="0">
                <a:schemeClr val="accent1">
                  <a:alpha val="0"/>
                </a:schemeClr>
              </a:gs>
              <a:gs pos="41000">
                <a:schemeClr val="accent1">
                  <a:alpha val="12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30887"/>
          </a:xfrm>
          <a:prstGeom prst="rect">
            <a:avLst/>
          </a:prstGeom>
          <a:noFill/>
        </p:spPr>
        <p:txBody>
          <a:bodyPr wrap="square" lIns="0" tIns="0" rIns="0" bIns="0">
            <a:spAutoFit/>
          </a:bodyPr>
          <a:lstStyle/>
          <a:p>
            <a:r>
              <a:rPr lang="zh-CN" altLang="en-US" sz="2800" b="1" dirty="0">
                <a:solidFill>
                  <a:schemeClr val="bg1"/>
                </a:solidFill>
                <a:latin typeface="+mj-ea"/>
                <a:ea typeface="+mj-ea"/>
              </a:rPr>
              <a:t>新品线上营销结构</a:t>
            </a:r>
            <a:endParaRPr lang="en-US" altLang="zh-CN" sz="2800" b="1" dirty="0">
              <a:solidFill>
                <a:schemeClr val="bg1"/>
              </a:solidFill>
              <a:latin typeface="+mj-ea"/>
              <a:ea typeface="+mj-ea"/>
            </a:endParaRPr>
          </a:p>
        </p:txBody>
      </p:sp>
      <p:sp>
        <p:nvSpPr>
          <p:cNvPr id="4" name="椭圆 3">
            <a:extLst>
              <a:ext uri="{FF2B5EF4-FFF2-40B4-BE49-F238E27FC236}">
                <a16:creationId xmlns:a16="http://schemas.microsoft.com/office/drawing/2014/main" id="{AC88655D-660E-2437-1835-815AE4336EAE}"/>
              </a:ext>
            </a:extLst>
          </p:cNvPr>
          <p:cNvSpPr/>
          <p:nvPr/>
        </p:nvSpPr>
        <p:spPr>
          <a:xfrm>
            <a:off x="912086" y="4557658"/>
            <a:ext cx="10367828" cy="1906022"/>
          </a:xfrm>
          <a:prstGeom prst="ellipse">
            <a:avLst/>
          </a:prstGeom>
          <a:gradFill flip="none" rotWithShape="1">
            <a:gsLst>
              <a:gs pos="0">
                <a:schemeClr val="accent1">
                  <a:alpha val="5000"/>
                </a:schemeClr>
              </a:gs>
              <a:gs pos="80000">
                <a:schemeClr val="accent1">
                  <a:alpha val="0"/>
                </a:schemeClr>
              </a:gs>
              <a:gs pos="20000">
                <a:schemeClr val="accent1">
                  <a:alpha val="0"/>
                </a:schemeClr>
              </a:gs>
              <a:gs pos="100000">
                <a:schemeClr val="accent1">
                  <a:alpha val="5000"/>
                </a:schemeClr>
              </a:gs>
            </a:gsLst>
            <a:lin ang="10800000" scaled="1"/>
            <a:tileRect/>
          </a:gradFill>
          <a:ln w="6350">
            <a:gradFill>
              <a:gsLst>
                <a:gs pos="13000">
                  <a:schemeClr val="accent1">
                    <a:alpha val="0"/>
                  </a:schemeClr>
                </a:gs>
                <a:gs pos="100000">
                  <a:schemeClr val="accent1">
                    <a:alpha val="30000"/>
                  </a:schemeClr>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 name="椭圆 5">
            <a:extLst>
              <a:ext uri="{FF2B5EF4-FFF2-40B4-BE49-F238E27FC236}">
                <a16:creationId xmlns:a16="http://schemas.microsoft.com/office/drawing/2014/main" id="{B56E3FD3-237E-017D-B1B3-6F7A3BE7FAF5}"/>
              </a:ext>
            </a:extLst>
          </p:cNvPr>
          <p:cNvSpPr/>
          <p:nvPr/>
        </p:nvSpPr>
        <p:spPr>
          <a:xfrm>
            <a:off x="1960441" y="4532594"/>
            <a:ext cx="8271118" cy="1600672"/>
          </a:xfrm>
          <a:prstGeom prst="ellipse">
            <a:avLst/>
          </a:prstGeom>
          <a:gradFill flip="none" rotWithShape="1">
            <a:gsLst>
              <a:gs pos="0">
                <a:schemeClr val="accent1">
                  <a:alpha val="10000"/>
                </a:schemeClr>
              </a:gs>
              <a:gs pos="80000">
                <a:schemeClr val="accent1">
                  <a:alpha val="0"/>
                </a:schemeClr>
              </a:gs>
              <a:gs pos="20000">
                <a:schemeClr val="accent1">
                  <a:alpha val="0"/>
                </a:schemeClr>
              </a:gs>
              <a:gs pos="100000">
                <a:schemeClr val="accent1">
                  <a:alpha val="10000"/>
                </a:schemeClr>
              </a:gs>
            </a:gsLst>
            <a:lin ang="10800000" scaled="1"/>
            <a:tileRect/>
          </a:gradFill>
          <a:ln w="6350">
            <a:gradFill>
              <a:gsLst>
                <a:gs pos="13000">
                  <a:schemeClr val="accent1">
                    <a:alpha val="0"/>
                  </a:schemeClr>
                </a:gs>
                <a:gs pos="100000">
                  <a:schemeClr val="accent1"/>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7" name="组合 6">
            <a:extLst>
              <a:ext uri="{FF2B5EF4-FFF2-40B4-BE49-F238E27FC236}">
                <a16:creationId xmlns:a16="http://schemas.microsoft.com/office/drawing/2014/main" id="{B4EBDFF4-3BD6-84E2-F597-CE7ECBCB4350}"/>
              </a:ext>
            </a:extLst>
          </p:cNvPr>
          <p:cNvGrpSpPr/>
          <p:nvPr/>
        </p:nvGrpSpPr>
        <p:grpSpPr>
          <a:xfrm>
            <a:off x="4226145" y="4685847"/>
            <a:ext cx="3739710" cy="1713840"/>
            <a:chOff x="4250260" y="4839401"/>
            <a:chExt cx="3739710" cy="1713840"/>
          </a:xfrm>
        </p:grpSpPr>
        <p:cxnSp>
          <p:nvCxnSpPr>
            <p:cNvPr id="8" name="直接连接符 7">
              <a:extLst>
                <a:ext uri="{FF2B5EF4-FFF2-40B4-BE49-F238E27FC236}">
                  <a16:creationId xmlns:a16="http://schemas.microsoft.com/office/drawing/2014/main" id="{340DBE7D-2DAD-CD16-B94F-87E2B6069B38}"/>
                </a:ext>
              </a:extLst>
            </p:cNvPr>
            <p:cNvCxnSpPr>
              <a:cxnSpLocks/>
            </p:cNvCxnSpPr>
            <p:nvPr/>
          </p:nvCxnSpPr>
          <p:spPr>
            <a:xfrm>
              <a:off x="6039915" y="4839401"/>
              <a:ext cx="1950055" cy="1713840"/>
            </a:xfrm>
            <a:prstGeom prst="line">
              <a:avLst/>
            </a:prstGeom>
            <a:ln>
              <a:gradFill>
                <a:gsLst>
                  <a:gs pos="26000">
                    <a:schemeClr val="accent1">
                      <a:alpha val="0"/>
                    </a:schemeClr>
                  </a:gs>
                  <a:gs pos="100000">
                    <a:schemeClr val="accent1">
                      <a:alpha val="47000"/>
                    </a:schemeClr>
                  </a:gs>
                </a:gsLst>
                <a:lin ang="5400000" scaled="1"/>
              </a:gra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1E1A8A6-0363-0A30-4D6D-F6E27E6258AD}"/>
                </a:ext>
              </a:extLst>
            </p:cNvPr>
            <p:cNvCxnSpPr>
              <a:cxnSpLocks/>
            </p:cNvCxnSpPr>
            <p:nvPr/>
          </p:nvCxnSpPr>
          <p:spPr>
            <a:xfrm flipH="1">
              <a:off x="4250260" y="4839401"/>
              <a:ext cx="1950055" cy="1713840"/>
            </a:xfrm>
            <a:prstGeom prst="line">
              <a:avLst/>
            </a:prstGeom>
            <a:ln>
              <a:gradFill>
                <a:gsLst>
                  <a:gs pos="26000">
                    <a:schemeClr val="accent1">
                      <a:alpha val="0"/>
                    </a:schemeClr>
                  </a:gs>
                  <a:gs pos="100000">
                    <a:schemeClr val="accent1">
                      <a:alpha val="47000"/>
                    </a:schemeClr>
                  </a:gs>
                </a:gsLst>
                <a:lin ang="5400000" scaled="1"/>
              </a:gradFill>
              <a:prstDash val="dash"/>
            </a:ln>
          </p:spPr>
          <p:style>
            <a:lnRef idx="1">
              <a:schemeClr val="accent1"/>
            </a:lnRef>
            <a:fillRef idx="0">
              <a:schemeClr val="accent1"/>
            </a:fillRef>
            <a:effectRef idx="0">
              <a:schemeClr val="accent1"/>
            </a:effectRef>
            <a:fontRef idx="minor">
              <a:schemeClr val="tx1"/>
            </a:fontRef>
          </p:style>
        </p:cxnSp>
      </p:grpSp>
      <p:sp>
        <p:nvSpPr>
          <p:cNvPr id="11" name="椭圆 10">
            <a:extLst>
              <a:ext uri="{FF2B5EF4-FFF2-40B4-BE49-F238E27FC236}">
                <a16:creationId xmlns:a16="http://schemas.microsoft.com/office/drawing/2014/main" id="{67F3927F-A6CA-B18A-7AA8-9CE1EC2DAF60}"/>
              </a:ext>
            </a:extLst>
          </p:cNvPr>
          <p:cNvSpPr/>
          <p:nvPr/>
        </p:nvSpPr>
        <p:spPr>
          <a:xfrm>
            <a:off x="3040697" y="4698194"/>
            <a:ext cx="6110606" cy="958596"/>
          </a:xfrm>
          <a:prstGeom prst="ellipse">
            <a:avLst/>
          </a:prstGeom>
          <a:gradFill flip="none" rotWithShape="1">
            <a:gsLst>
              <a:gs pos="0">
                <a:schemeClr val="accent1">
                  <a:alpha val="10000"/>
                </a:schemeClr>
              </a:gs>
              <a:gs pos="80000">
                <a:schemeClr val="accent1">
                  <a:alpha val="0"/>
                </a:schemeClr>
              </a:gs>
              <a:gs pos="20000">
                <a:schemeClr val="accent1">
                  <a:alpha val="0"/>
                </a:schemeClr>
              </a:gs>
              <a:gs pos="100000">
                <a:schemeClr val="accent1">
                  <a:alpha val="10000"/>
                </a:schemeClr>
              </a:gs>
            </a:gsLst>
            <a:lin ang="10800000" scaled="1"/>
            <a:tileRect/>
          </a:gradFill>
          <a:ln w="6350">
            <a:gradFill>
              <a:gsLst>
                <a:gs pos="13000">
                  <a:schemeClr val="accent1">
                    <a:alpha val="0"/>
                  </a:schemeClr>
                </a:gs>
                <a:gs pos="100000">
                  <a:schemeClr val="accent1"/>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59" name="弧形 58">
            <a:extLst>
              <a:ext uri="{FF2B5EF4-FFF2-40B4-BE49-F238E27FC236}">
                <a16:creationId xmlns:a16="http://schemas.microsoft.com/office/drawing/2014/main" id="{B04D3858-FA9E-B371-D799-0C2FF9A33D2C}"/>
              </a:ext>
            </a:extLst>
          </p:cNvPr>
          <p:cNvSpPr/>
          <p:nvPr/>
        </p:nvSpPr>
        <p:spPr>
          <a:xfrm>
            <a:off x="1960441" y="4532594"/>
            <a:ext cx="8271118" cy="1600672"/>
          </a:xfrm>
          <a:prstGeom prst="arc">
            <a:avLst>
              <a:gd name="adj1" fmla="val 806191"/>
              <a:gd name="adj2" fmla="val 938874"/>
            </a:avLst>
          </a:prstGeom>
          <a:noFill/>
          <a:ln w="31750" cap="rnd">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0" name="弧形 59">
            <a:extLst>
              <a:ext uri="{FF2B5EF4-FFF2-40B4-BE49-F238E27FC236}">
                <a16:creationId xmlns:a16="http://schemas.microsoft.com/office/drawing/2014/main" id="{904F8998-7834-7ABC-1E39-DBB67938A5D5}"/>
              </a:ext>
            </a:extLst>
          </p:cNvPr>
          <p:cNvSpPr/>
          <p:nvPr/>
        </p:nvSpPr>
        <p:spPr>
          <a:xfrm flipH="1">
            <a:off x="1960441" y="4532594"/>
            <a:ext cx="8271118" cy="1600672"/>
          </a:xfrm>
          <a:prstGeom prst="arc">
            <a:avLst>
              <a:gd name="adj1" fmla="val 806191"/>
              <a:gd name="adj2" fmla="val 938874"/>
            </a:avLst>
          </a:prstGeom>
          <a:noFill/>
          <a:ln w="31750" cap="rnd">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61" name="弧形 60">
            <a:extLst>
              <a:ext uri="{FF2B5EF4-FFF2-40B4-BE49-F238E27FC236}">
                <a16:creationId xmlns:a16="http://schemas.microsoft.com/office/drawing/2014/main" id="{FD96C7B9-198F-B4F1-7307-333A77ABC153}"/>
              </a:ext>
            </a:extLst>
          </p:cNvPr>
          <p:cNvSpPr/>
          <p:nvPr/>
        </p:nvSpPr>
        <p:spPr>
          <a:xfrm>
            <a:off x="1960441" y="4532594"/>
            <a:ext cx="8271118" cy="1600672"/>
          </a:xfrm>
          <a:prstGeom prst="arc">
            <a:avLst>
              <a:gd name="adj1" fmla="val 4778824"/>
              <a:gd name="adj2" fmla="val 5995140"/>
            </a:avLst>
          </a:prstGeom>
          <a:noFill/>
          <a:ln w="31750" cap="rnd">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grpSp>
        <p:nvGrpSpPr>
          <p:cNvPr id="83" name="组合 82">
            <a:extLst>
              <a:ext uri="{FF2B5EF4-FFF2-40B4-BE49-F238E27FC236}">
                <a16:creationId xmlns:a16="http://schemas.microsoft.com/office/drawing/2014/main" id="{459022CE-3B47-329C-1BD9-43356AA2C963}"/>
              </a:ext>
            </a:extLst>
          </p:cNvPr>
          <p:cNvGrpSpPr/>
          <p:nvPr/>
        </p:nvGrpSpPr>
        <p:grpSpPr>
          <a:xfrm>
            <a:off x="2151607" y="3763574"/>
            <a:ext cx="7912493" cy="954477"/>
            <a:chOff x="2151607" y="3763574"/>
            <a:chExt cx="7912493" cy="954477"/>
          </a:xfrm>
        </p:grpSpPr>
        <p:sp>
          <p:nvSpPr>
            <p:cNvPr id="53" name="任意多边形: 形状 52">
              <a:extLst>
                <a:ext uri="{FF2B5EF4-FFF2-40B4-BE49-F238E27FC236}">
                  <a16:creationId xmlns:a16="http://schemas.microsoft.com/office/drawing/2014/main" id="{F0023CA5-0515-AFF4-CFDE-4513D175F5C6}"/>
                </a:ext>
              </a:extLst>
            </p:cNvPr>
            <p:cNvSpPr/>
            <p:nvPr/>
          </p:nvSpPr>
          <p:spPr>
            <a:xfrm>
              <a:off x="2151607" y="3763574"/>
              <a:ext cx="1907079" cy="954477"/>
            </a:xfrm>
            <a:custGeom>
              <a:avLst/>
              <a:gdLst>
                <a:gd name="connsiteX0" fmla="*/ 0 w 1907079"/>
                <a:gd name="connsiteY0" fmla="*/ 0 h 954477"/>
                <a:gd name="connsiteX1" fmla="*/ 15772 w 1907079"/>
                <a:gd name="connsiteY1" fmla="*/ 546 h 954477"/>
                <a:gd name="connsiteX2" fmla="*/ 1540347 w 1907079"/>
                <a:gd name="connsiteY2" fmla="*/ 37494 h 954477"/>
                <a:gd name="connsiteX3" fmla="*/ 1907079 w 1907079"/>
                <a:gd name="connsiteY3" fmla="*/ 42856 h 954477"/>
                <a:gd name="connsiteX4" fmla="*/ 1907079 w 1907079"/>
                <a:gd name="connsiteY4" fmla="*/ 954477 h 954477"/>
                <a:gd name="connsiteX5" fmla="*/ 0 w 1907079"/>
                <a:gd name="connsiteY5" fmla="*/ 954477 h 954477"/>
                <a:gd name="connsiteX6" fmla="*/ 0 w 1907079"/>
                <a:gd name="connsiteY6" fmla="*/ 0 h 954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7079" h="954477">
                  <a:moveTo>
                    <a:pt x="0" y="0"/>
                  </a:moveTo>
                  <a:lnTo>
                    <a:pt x="15772" y="546"/>
                  </a:lnTo>
                  <a:cubicBezTo>
                    <a:pt x="473318" y="15629"/>
                    <a:pt x="986167" y="28131"/>
                    <a:pt x="1540347" y="37494"/>
                  </a:cubicBezTo>
                  <a:lnTo>
                    <a:pt x="1907079" y="42856"/>
                  </a:lnTo>
                  <a:lnTo>
                    <a:pt x="1907079" y="954477"/>
                  </a:lnTo>
                  <a:lnTo>
                    <a:pt x="0" y="954477"/>
                  </a:lnTo>
                  <a:lnTo>
                    <a:pt x="0" y="0"/>
                  </a:lnTo>
                  <a:close/>
                </a:path>
              </a:pathLst>
            </a:custGeom>
            <a:gradFill>
              <a:gsLst>
                <a:gs pos="100000">
                  <a:schemeClr val="accent1">
                    <a:alpha val="0"/>
                  </a:schemeClr>
                </a:gs>
                <a:gs pos="0">
                  <a:schemeClr val="accent1">
                    <a:alpha val="30000"/>
                  </a:schemeClr>
                </a:gs>
              </a:gsLst>
              <a:lin ang="4200000" scaled="0"/>
            </a:gradFill>
            <a:ln>
              <a:gradFill>
                <a:gsLst>
                  <a:gs pos="0">
                    <a:schemeClr val="accent1"/>
                  </a:gs>
                  <a:gs pos="100000">
                    <a:schemeClr val="accent1">
                      <a:alpha val="0"/>
                    </a:schemeClr>
                  </a:gs>
                </a:gsLst>
                <a:lin ang="3600000" scaled="0"/>
              </a:gradFill>
            </a:ln>
            <a:scene3d>
              <a:camera prst="perspectiveRight">
                <a:rot lat="21594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chemeClr val="accent1"/>
                  </a:solidFill>
                  <a:latin typeface="+mj-ea"/>
                  <a:ea typeface="+mj-ea"/>
                </a:rPr>
                <a:t>整体引流</a:t>
              </a:r>
              <a:endParaRPr lang="en-US" altLang="zh-CN" sz="1800" b="1" dirty="0">
                <a:solidFill>
                  <a:schemeClr val="accent1"/>
                </a:solidFill>
                <a:latin typeface="+mj-ea"/>
                <a:ea typeface="+mj-ea"/>
              </a:endParaRPr>
            </a:p>
          </p:txBody>
        </p:sp>
        <p:sp>
          <p:nvSpPr>
            <p:cNvPr id="52" name="任意多边形: 形状 51">
              <a:extLst>
                <a:ext uri="{FF2B5EF4-FFF2-40B4-BE49-F238E27FC236}">
                  <a16:creationId xmlns:a16="http://schemas.microsoft.com/office/drawing/2014/main" id="{A70E2568-E97B-9CED-CF38-864B5BCEE2A5}"/>
                </a:ext>
              </a:extLst>
            </p:cNvPr>
            <p:cNvSpPr/>
            <p:nvPr/>
          </p:nvSpPr>
          <p:spPr>
            <a:xfrm>
              <a:off x="8244948" y="3775026"/>
              <a:ext cx="1819152" cy="920773"/>
            </a:xfrm>
            <a:custGeom>
              <a:avLst/>
              <a:gdLst>
                <a:gd name="connsiteX0" fmla="*/ 1420249 w 1819152"/>
                <a:gd name="connsiteY0" fmla="*/ 0 h 920773"/>
                <a:gd name="connsiteX1" fmla="*/ 1819152 w 1819152"/>
                <a:gd name="connsiteY1" fmla="*/ 0 h 920773"/>
                <a:gd name="connsiteX2" fmla="*/ 1819152 w 1819152"/>
                <a:gd name="connsiteY2" fmla="*/ 920773 h 920773"/>
                <a:gd name="connsiteX3" fmla="*/ 0 w 1819152"/>
                <a:gd name="connsiteY3" fmla="*/ 920773 h 920773"/>
                <a:gd name="connsiteX4" fmla="*/ 0 w 1819152"/>
                <a:gd name="connsiteY4" fmla="*/ 29772 h 920773"/>
                <a:gd name="connsiteX5" fmla="*/ 255098 w 1819152"/>
                <a:gd name="connsiteY5" fmla="*/ 26042 h 920773"/>
                <a:gd name="connsiteX6" fmla="*/ 1304210 w 1819152"/>
                <a:gd name="connsiteY6" fmla="*/ 3296 h 920773"/>
                <a:gd name="connsiteX7" fmla="*/ 1420249 w 1819152"/>
                <a:gd name="connsiteY7" fmla="*/ 0 h 920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19152" h="920773">
                  <a:moveTo>
                    <a:pt x="1420249" y="0"/>
                  </a:moveTo>
                  <a:lnTo>
                    <a:pt x="1819152" y="0"/>
                  </a:lnTo>
                  <a:lnTo>
                    <a:pt x="1819152" y="920773"/>
                  </a:lnTo>
                  <a:lnTo>
                    <a:pt x="0" y="920773"/>
                  </a:lnTo>
                  <a:lnTo>
                    <a:pt x="0" y="29772"/>
                  </a:lnTo>
                  <a:lnTo>
                    <a:pt x="255098" y="26042"/>
                  </a:lnTo>
                  <a:cubicBezTo>
                    <a:pt x="624552" y="19800"/>
                    <a:pt x="975635" y="12163"/>
                    <a:pt x="1304210" y="3296"/>
                  </a:cubicBezTo>
                  <a:lnTo>
                    <a:pt x="1420249" y="0"/>
                  </a:lnTo>
                  <a:close/>
                </a:path>
              </a:pathLst>
            </a:custGeom>
            <a:gradFill>
              <a:gsLst>
                <a:gs pos="100000">
                  <a:schemeClr val="accent1">
                    <a:alpha val="0"/>
                  </a:schemeClr>
                </a:gs>
                <a:gs pos="0">
                  <a:schemeClr val="accent1">
                    <a:alpha val="30000"/>
                  </a:schemeClr>
                </a:gs>
              </a:gsLst>
              <a:lin ang="6600000" scaled="0"/>
            </a:gradFill>
            <a:ln>
              <a:gradFill>
                <a:gsLst>
                  <a:gs pos="0">
                    <a:schemeClr val="accent1">
                      <a:alpha val="50000"/>
                    </a:schemeClr>
                  </a:gs>
                  <a:gs pos="100000">
                    <a:schemeClr val="accent1">
                      <a:alpha val="0"/>
                    </a:schemeClr>
                  </a:gs>
                </a:gsLst>
                <a:lin ang="7200000" scaled="0"/>
              </a:gradFill>
            </a:ln>
            <a:scene3d>
              <a:camera prst="perspectiveRight">
                <a:rot lat="21594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chemeClr val="accent1"/>
                  </a:solidFill>
                  <a:latin typeface="+mj-ea"/>
                  <a:ea typeface="+mj-ea"/>
                </a:rPr>
                <a:t>分时引流</a:t>
              </a:r>
              <a:endParaRPr lang="en-US" altLang="zh-CN" sz="1800" b="1" dirty="0">
                <a:solidFill>
                  <a:schemeClr val="accent1"/>
                </a:solidFill>
                <a:latin typeface="+mj-ea"/>
                <a:ea typeface="+mj-ea"/>
              </a:endParaRPr>
            </a:p>
          </p:txBody>
        </p:sp>
        <p:sp>
          <p:nvSpPr>
            <p:cNvPr id="51" name="任意多边形: 形状 50">
              <a:extLst>
                <a:ext uri="{FF2B5EF4-FFF2-40B4-BE49-F238E27FC236}">
                  <a16:creationId xmlns:a16="http://schemas.microsoft.com/office/drawing/2014/main" id="{94103337-3B68-4F33-F9A5-560C2DCFCEAD}"/>
                </a:ext>
              </a:extLst>
            </p:cNvPr>
            <p:cNvSpPr/>
            <p:nvPr/>
          </p:nvSpPr>
          <p:spPr>
            <a:xfrm>
              <a:off x="6228676" y="3807680"/>
              <a:ext cx="1819152" cy="888119"/>
            </a:xfrm>
            <a:custGeom>
              <a:avLst/>
              <a:gdLst>
                <a:gd name="connsiteX0" fmla="*/ 1819152 w 1819152"/>
                <a:gd name="connsiteY0" fmla="*/ 0 h 888119"/>
                <a:gd name="connsiteX1" fmla="*/ 1819152 w 1819152"/>
                <a:gd name="connsiteY1" fmla="*/ 888119 h 888119"/>
                <a:gd name="connsiteX2" fmla="*/ 0 w 1819152"/>
                <a:gd name="connsiteY2" fmla="*/ 888119 h 888119"/>
                <a:gd name="connsiteX3" fmla="*/ 0 w 1819152"/>
                <a:gd name="connsiteY3" fmla="*/ 12507 h 888119"/>
                <a:gd name="connsiteX4" fmla="*/ 498802 w 1819152"/>
                <a:gd name="connsiteY4" fmla="*/ 11501 h 888119"/>
                <a:gd name="connsiteX5" fmla="*/ 1703929 w 1819152"/>
                <a:gd name="connsiteY5" fmla="*/ 1684 h 888119"/>
                <a:gd name="connsiteX6" fmla="*/ 1819152 w 1819152"/>
                <a:gd name="connsiteY6" fmla="*/ 0 h 88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9152" h="888119">
                  <a:moveTo>
                    <a:pt x="1819152" y="0"/>
                  </a:moveTo>
                  <a:lnTo>
                    <a:pt x="1819152" y="888119"/>
                  </a:lnTo>
                  <a:lnTo>
                    <a:pt x="0" y="888119"/>
                  </a:lnTo>
                  <a:lnTo>
                    <a:pt x="0" y="12507"/>
                  </a:lnTo>
                  <a:lnTo>
                    <a:pt x="498802" y="11501"/>
                  </a:lnTo>
                  <a:cubicBezTo>
                    <a:pt x="914052" y="9817"/>
                    <a:pt x="1317141" y="6489"/>
                    <a:pt x="1703929" y="1684"/>
                  </a:cubicBezTo>
                  <a:lnTo>
                    <a:pt x="1819152" y="0"/>
                  </a:lnTo>
                  <a:close/>
                </a:path>
              </a:pathLst>
            </a:custGeom>
            <a:gradFill>
              <a:gsLst>
                <a:gs pos="100000">
                  <a:schemeClr val="accent1">
                    <a:alpha val="0"/>
                  </a:schemeClr>
                </a:gs>
                <a:gs pos="0">
                  <a:schemeClr val="accent1">
                    <a:alpha val="19000"/>
                  </a:schemeClr>
                </a:gs>
              </a:gsLst>
              <a:lin ang="6600000" scaled="0"/>
            </a:gradFill>
            <a:ln>
              <a:gradFill>
                <a:gsLst>
                  <a:gs pos="0">
                    <a:schemeClr val="accent1">
                      <a:alpha val="50000"/>
                    </a:schemeClr>
                  </a:gs>
                  <a:gs pos="77000">
                    <a:schemeClr val="accent1">
                      <a:alpha val="0"/>
                    </a:schemeClr>
                  </a:gs>
                </a:gsLst>
                <a:lin ang="7200000" scaled="0"/>
              </a:gradFill>
            </a:ln>
            <a:scene3d>
              <a:camera prst="perspectiveRight">
                <a:rot lat="21594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chemeClr val="accent1"/>
                  </a:solidFill>
                  <a:latin typeface="+mj-ea"/>
                  <a:ea typeface="+mj-ea"/>
                </a:rPr>
                <a:t>新品引流</a:t>
              </a:r>
              <a:endParaRPr lang="en-US" altLang="zh-CN" sz="1800" b="1" dirty="0">
                <a:solidFill>
                  <a:schemeClr val="accent1"/>
                </a:solidFill>
                <a:latin typeface="+mj-ea"/>
                <a:ea typeface="+mj-ea"/>
              </a:endParaRPr>
            </a:p>
          </p:txBody>
        </p:sp>
        <p:sp>
          <p:nvSpPr>
            <p:cNvPr id="50" name="任意多边形: 形状 49">
              <a:extLst>
                <a:ext uri="{FF2B5EF4-FFF2-40B4-BE49-F238E27FC236}">
                  <a16:creationId xmlns:a16="http://schemas.microsoft.com/office/drawing/2014/main" id="{FF96C77D-9759-011C-20F3-2A6FDC853B8A}"/>
                </a:ext>
              </a:extLst>
            </p:cNvPr>
            <p:cNvSpPr/>
            <p:nvPr/>
          </p:nvSpPr>
          <p:spPr>
            <a:xfrm>
              <a:off x="4212402" y="3808676"/>
              <a:ext cx="1819152" cy="887122"/>
            </a:xfrm>
            <a:custGeom>
              <a:avLst/>
              <a:gdLst>
                <a:gd name="connsiteX0" fmla="*/ 0 w 1819152"/>
                <a:gd name="connsiteY0" fmla="*/ 0 h 887122"/>
                <a:gd name="connsiteX1" fmla="*/ 46993 w 1819152"/>
                <a:gd name="connsiteY1" fmla="*/ 687 h 887122"/>
                <a:gd name="connsiteX2" fmla="*/ 1252120 w 1819152"/>
                <a:gd name="connsiteY2" fmla="*/ 10504 h 887122"/>
                <a:gd name="connsiteX3" fmla="*/ 1819152 w 1819152"/>
                <a:gd name="connsiteY3" fmla="*/ 11648 h 887122"/>
                <a:gd name="connsiteX4" fmla="*/ 1819152 w 1819152"/>
                <a:gd name="connsiteY4" fmla="*/ 887122 h 887122"/>
                <a:gd name="connsiteX5" fmla="*/ 0 w 1819152"/>
                <a:gd name="connsiteY5" fmla="*/ 887122 h 887122"/>
                <a:gd name="connsiteX6" fmla="*/ 0 w 1819152"/>
                <a:gd name="connsiteY6" fmla="*/ 0 h 887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19152" h="887122">
                  <a:moveTo>
                    <a:pt x="0" y="0"/>
                  </a:moveTo>
                  <a:lnTo>
                    <a:pt x="46993" y="687"/>
                  </a:lnTo>
                  <a:cubicBezTo>
                    <a:pt x="433782" y="5492"/>
                    <a:pt x="836870" y="8820"/>
                    <a:pt x="1252120" y="10504"/>
                  </a:cubicBezTo>
                  <a:lnTo>
                    <a:pt x="1819152" y="11648"/>
                  </a:lnTo>
                  <a:lnTo>
                    <a:pt x="1819152" y="887122"/>
                  </a:lnTo>
                  <a:lnTo>
                    <a:pt x="0" y="887122"/>
                  </a:lnTo>
                  <a:lnTo>
                    <a:pt x="0" y="0"/>
                  </a:lnTo>
                  <a:close/>
                </a:path>
              </a:pathLst>
            </a:custGeom>
            <a:gradFill>
              <a:gsLst>
                <a:gs pos="100000">
                  <a:schemeClr val="accent1">
                    <a:alpha val="0"/>
                  </a:schemeClr>
                </a:gs>
                <a:gs pos="0">
                  <a:schemeClr val="accent1">
                    <a:alpha val="19000"/>
                  </a:schemeClr>
                </a:gs>
              </a:gsLst>
              <a:lin ang="4200000" scaled="0"/>
            </a:gradFill>
            <a:ln>
              <a:gradFill>
                <a:gsLst>
                  <a:gs pos="0">
                    <a:schemeClr val="accent1">
                      <a:alpha val="55000"/>
                      <a:lumMod val="100000"/>
                    </a:schemeClr>
                  </a:gs>
                  <a:gs pos="77000">
                    <a:schemeClr val="accent1">
                      <a:alpha val="0"/>
                    </a:schemeClr>
                  </a:gs>
                </a:gsLst>
                <a:lin ang="3600000" scaled="0"/>
              </a:gradFill>
            </a:ln>
            <a:scene3d>
              <a:camera prst="perspectiveRight">
                <a:rot lat="21594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00" b="1" dirty="0">
                  <a:solidFill>
                    <a:schemeClr val="accent1"/>
                  </a:solidFill>
                  <a:latin typeface="+mj-ea"/>
                  <a:ea typeface="+mj-ea"/>
                </a:rPr>
                <a:t>爆款引流</a:t>
              </a:r>
              <a:endParaRPr lang="en-US" altLang="zh-CN" sz="1800" b="1" dirty="0">
                <a:solidFill>
                  <a:schemeClr val="accent1"/>
                </a:solidFill>
                <a:latin typeface="+mj-ea"/>
                <a:ea typeface="+mj-ea"/>
              </a:endParaRPr>
            </a:p>
          </p:txBody>
        </p:sp>
      </p:grpSp>
      <p:sp>
        <p:nvSpPr>
          <p:cNvPr id="86" name="文本框 85">
            <a:extLst>
              <a:ext uri="{FF2B5EF4-FFF2-40B4-BE49-F238E27FC236}">
                <a16:creationId xmlns:a16="http://schemas.microsoft.com/office/drawing/2014/main" id="{F14C9D9F-81E4-70BB-030F-A54645820259}"/>
              </a:ext>
            </a:extLst>
          </p:cNvPr>
          <p:cNvSpPr txBox="1"/>
          <p:nvPr/>
        </p:nvSpPr>
        <p:spPr>
          <a:xfrm rot="592478">
            <a:off x="3294541" y="5557909"/>
            <a:ext cx="902811" cy="307777"/>
          </a:xfrm>
          <a:prstGeom prst="rect">
            <a:avLst/>
          </a:prstGeom>
          <a:noFill/>
        </p:spPr>
        <p:txBody>
          <a:bodyPr wrap="none" rtlCol="0">
            <a:spAutoFit/>
          </a:bodyPr>
          <a:lstStyle/>
          <a:p>
            <a:pPr algn="ctr"/>
            <a:r>
              <a:rPr lang="zh-CN" altLang="en-US" sz="1400" dirty="0">
                <a:solidFill>
                  <a:schemeClr val="bg1"/>
                </a:solidFill>
                <a:sym typeface="Byte Sans Medium" panose="00000600000000000000" pitchFamily="2" charset="0"/>
              </a:rPr>
              <a:t>内容营销</a:t>
            </a:r>
          </a:p>
        </p:txBody>
      </p:sp>
      <p:sp>
        <p:nvSpPr>
          <p:cNvPr id="2" name="文本框 1">
            <a:extLst>
              <a:ext uri="{FF2B5EF4-FFF2-40B4-BE49-F238E27FC236}">
                <a16:creationId xmlns:a16="http://schemas.microsoft.com/office/drawing/2014/main" id="{ED348070-C12F-71C8-E5E2-1D1022B6AB08}"/>
              </a:ext>
            </a:extLst>
          </p:cNvPr>
          <p:cNvSpPr txBox="1"/>
          <p:nvPr/>
        </p:nvSpPr>
        <p:spPr>
          <a:xfrm rot="21110716">
            <a:off x="8028686" y="5557910"/>
            <a:ext cx="902811" cy="307777"/>
          </a:xfrm>
          <a:prstGeom prst="rect">
            <a:avLst/>
          </a:prstGeom>
          <a:noFill/>
        </p:spPr>
        <p:txBody>
          <a:bodyPr wrap="none" rtlCol="0">
            <a:spAutoFit/>
          </a:bodyPr>
          <a:lstStyle/>
          <a:p>
            <a:pPr algn="ctr"/>
            <a:r>
              <a:rPr lang="zh-CN" altLang="en-US" sz="1400" dirty="0">
                <a:solidFill>
                  <a:schemeClr val="bg1"/>
                </a:solidFill>
                <a:sym typeface="Byte Sans Medium" panose="00000600000000000000" pitchFamily="2" charset="0"/>
              </a:rPr>
              <a:t>付费广告</a:t>
            </a:r>
          </a:p>
        </p:txBody>
      </p:sp>
      <p:sp>
        <p:nvSpPr>
          <p:cNvPr id="10" name="文本框 9">
            <a:extLst>
              <a:ext uri="{FF2B5EF4-FFF2-40B4-BE49-F238E27FC236}">
                <a16:creationId xmlns:a16="http://schemas.microsoft.com/office/drawing/2014/main" id="{4EC77EAD-9BF9-EA65-954D-2C7C756D85CE}"/>
              </a:ext>
            </a:extLst>
          </p:cNvPr>
          <p:cNvSpPr txBox="1"/>
          <p:nvPr/>
        </p:nvSpPr>
        <p:spPr>
          <a:xfrm>
            <a:off x="5478256" y="5724798"/>
            <a:ext cx="1261885" cy="307777"/>
          </a:xfrm>
          <a:prstGeom prst="rect">
            <a:avLst/>
          </a:prstGeom>
          <a:noFill/>
        </p:spPr>
        <p:txBody>
          <a:bodyPr wrap="none" rtlCol="0">
            <a:spAutoFit/>
          </a:bodyPr>
          <a:lstStyle/>
          <a:p>
            <a:pPr algn="ctr"/>
            <a:r>
              <a:rPr lang="zh-CN" altLang="en-US" sz="1400" dirty="0">
                <a:solidFill>
                  <a:schemeClr val="bg1"/>
                </a:solidFill>
                <a:sym typeface="Byte Sans Medium" panose="00000600000000000000" pitchFamily="2" charset="0"/>
              </a:rPr>
              <a:t>社交媒体营销</a:t>
            </a:r>
          </a:p>
        </p:txBody>
      </p:sp>
      <p:sp>
        <p:nvSpPr>
          <p:cNvPr id="13" name="椭圆 12">
            <a:extLst>
              <a:ext uri="{FF2B5EF4-FFF2-40B4-BE49-F238E27FC236}">
                <a16:creationId xmlns:a16="http://schemas.microsoft.com/office/drawing/2014/main" id="{8E9EA767-516B-912A-2BE3-0EC52FE8F952}"/>
              </a:ext>
            </a:extLst>
          </p:cNvPr>
          <p:cNvSpPr/>
          <p:nvPr/>
        </p:nvSpPr>
        <p:spPr>
          <a:xfrm>
            <a:off x="4380689" y="2968798"/>
            <a:ext cx="3430622" cy="523003"/>
          </a:xfrm>
          <a:prstGeom prst="ellipse">
            <a:avLst/>
          </a:prstGeom>
          <a:gradFill flip="none" rotWithShape="1">
            <a:gsLst>
              <a:gs pos="0">
                <a:schemeClr val="accent1">
                  <a:alpha val="10000"/>
                </a:schemeClr>
              </a:gs>
              <a:gs pos="80000">
                <a:schemeClr val="accent1">
                  <a:alpha val="0"/>
                </a:schemeClr>
              </a:gs>
              <a:gs pos="20000">
                <a:schemeClr val="accent1">
                  <a:alpha val="0"/>
                </a:schemeClr>
              </a:gs>
              <a:gs pos="100000">
                <a:schemeClr val="accent1">
                  <a:alpha val="10000"/>
                </a:schemeClr>
              </a:gs>
            </a:gsLst>
            <a:lin ang="10800000" scaled="1"/>
            <a:tileRect/>
          </a:gradFill>
          <a:ln w="6350">
            <a:gradFill>
              <a:gsLst>
                <a:gs pos="13000">
                  <a:schemeClr val="accent1">
                    <a:alpha val="0"/>
                  </a:schemeClr>
                </a:gs>
                <a:gs pos="100000">
                  <a:schemeClr val="accent1"/>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mn-ea"/>
            </a:endParaRPr>
          </a:p>
        </p:txBody>
      </p:sp>
      <p:sp>
        <p:nvSpPr>
          <p:cNvPr id="14" name="椭圆 13">
            <a:extLst>
              <a:ext uri="{FF2B5EF4-FFF2-40B4-BE49-F238E27FC236}">
                <a16:creationId xmlns:a16="http://schemas.microsoft.com/office/drawing/2014/main" id="{57C68D50-8A61-1DC7-C713-3E47BB1B409E}"/>
              </a:ext>
            </a:extLst>
          </p:cNvPr>
          <p:cNvSpPr/>
          <p:nvPr/>
        </p:nvSpPr>
        <p:spPr>
          <a:xfrm>
            <a:off x="4220183" y="4784023"/>
            <a:ext cx="3751634" cy="628484"/>
          </a:xfrm>
          <a:prstGeom prst="ellipse">
            <a:avLst/>
          </a:prstGeom>
          <a:gradFill flip="none" rotWithShape="1">
            <a:gsLst>
              <a:gs pos="0">
                <a:schemeClr val="accent1">
                  <a:alpha val="0"/>
                </a:schemeClr>
              </a:gs>
              <a:gs pos="100000">
                <a:schemeClr val="accent1"/>
              </a:gs>
            </a:gsLst>
            <a:lin ang="540000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600" b="1" dirty="0">
              <a:solidFill>
                <a:schemeClr val="tx1"/>
              </a:solidFill>
              <a:latin typeface="+mj-ea"/>
              <a:ea typeface="+mj-ea"/>
            </a:endParaRPr>
          </a:p>
        </p:txBody>
      </p:sp>
      <p:sp>
        <p:nvSpPr>
          <p:cNvPr id="15" name="文本框 14">
            <a:extLst>
              <a:ext uri="{FF2B5EF4-FFF2-40B4-BE49-F238E27FC236}">
                <a16:creationId xmlns:a16="http://schemas.microsoft.com/office/drawing/2014/main" id="{2BA6F893-A8F0-B436-3E07-2367D352C060}"/>
              </a:ext>
            </a:extLst>
          </p:cNvPr>
          <p:cNvSpPr txBox="1"/>
          <p:nvPr/>
        </p:nvSpPr>
        <p:spPr>
          <a:xfrm>
            <a:off x="5542002" y="3013566"/>
            <a:ext cx="1107996" cy="369332"/>
          </a:xfrm>
          <a:prstGeom prst="rect">
            <a:avLst/>
          </a:prstGeom>
          <a:noFill/>
        </p:spPr>
        <p:txBody>
          <a:bodyPr wrap="none" rtlCol="0">
            <a:spAutoFit/>
          </a:bodyPr>
          <a:lstStyle/>
          <a:p>
            <a:pPr algn="ctr"/>
            <a:r>
              <a:rPr lang="zh-CN" altLang="en-US" b="1" dirty="0">
                <a:solidFill>
                  <a:schemeClr val="accent1"/>
                </a:solidFill>
                <a:sym typeface="Byte Sans Medium" panose="00000600000000000000" pitchFamily="2" charset="0"/>
              </a:rPr>
              <a:t>运营方向</a:t>
            </a:r>
          </a:p>
        </p:txBody>
      </p:sp>
      <p:grpSp>
        <p:nvGrpSpPr>
          <p:cNvPr id="33" name="组合 32">
            <a:extLst>
              <a:ext uri="{FF2B5EF4-FFF2-40B4-BE49-F238E27FC236}">
                <a16:creationId xmlns:a16="http://schemas.microsoft.com/office/drawing/2014/main" id="{329BBD78-581E-CF51-B11E-BD6FB9673B8F}"/>
              </a:ext>
            </a:extLst>
          </p:cNvPr>
          <p:cNvGrpSpPr/>
          <p:nvPr/>
        </p:nvGrpSpPr>
        <p:grpSpPr>
          <a:xfrm>
            <a:off x="5736707" y="4287912"/>
            <a:ext cx="784472" cy="879766"/>
            <a:chOff x="5067767" y="4075318"/>
            <a:chExt cx="1088407" cy="1220620"/>
          </a:xfrm>
        </p:grpSpPr>
        <p:grpSp>
          <p:nvGrpSpPr>
            <p:cNvPr id="23" name="组合 22">
              <a:extLst>
                <a:ext uri="{FF2B5EF4-FFF2-40B4-BE49-F238E27FC236}">
                  <a16:creationId xmlns:a16="http://schemas.microsoft.com/office/drawing/2014/main" id="{DEA68081-E409-34D9-AA45-1233271B0C82}"/>
                </a:ext>
              </a:extLst>
            </p:cNvPr>
            <p:cNvGrpSpPr/>
            <p:nvPr/>
          </p:nvGrpSpPr>
          <p:grpSpPr>
            <a:xfrm>
              <a:off x="5067767" y="4075318"/>
              <a:ext cx="1088407" cy="1220620"/>
              <a:chOff x="5711165" y="1169793"/>
              <a:chExt cx="849665" cy="952878"/>
            </a:xfrm>
          </p:grpSpPr>
          <p:sp>
            <p:nvSpPr>
              <p:cNvPr id="24" name="任意多边形: 形状 23">
                <a:extLst>
                  <a:ext uri="{FF2B5EF4-FFF2-40B4-BE49-F238E27FC236}">
                    <a16:creationId xmlns:a16="http://schemas.microsoft.com/office/drawing/2014/main" id="{7EC46BFC-3B00-5158-D49A-B90815E78E91}"/>
                  </a:ext>
                </a:extLst>
              </p:cNvPr>
              <p:cNvSpPr/>
              <p:nvPr/>
            </p:nvSpPr>
            <p:spPr>
              <a:xfrm>
                <a:off x="5791165" y="1169793"/>
                <a:ext cx="769665" cy="905545"/>
              </a:xfrm>
              <a:custGeom>
                <a:avLst/>
                <a:gdLst>
                  <a:gd name="connsiteX0" fmla="*/ 209260 w 418550"/>
                  <a:gd name="connsiteY0" fmla="*/ 0 h 492443"/>
                  <a:gd name="connsiteX1" fmla="*/ 219871 w 418550"/>
                  <a:gd name="connsiteY1" fmla="*/ 7442 h 492443"/>
                  <a:gd name="connsiteX2" fmla="*/ 399194 w 418550"/>
                  <a:gd name="connsiteY2" fmla="*/ 70801 h 492443"/>
                  <a:gd name="connsiteX3" fmla="*/ 399195 w 418550"/>
                  <a:gd name="connsiteY3" fmla="*/ 70801 h 492443"/>
                  <a:gd name="connsiteX4" fmla="*/ 418550 w 418550"/>
                  <a:gd name="connsiteY4" fmla="*/ 70787 h 492443"/>
                  <a:gd name="connsiteX5" fmla="*/ 418550 w 418550"/>
                  <a:gd name="connsiteY5" fmla="*/ 237422 h 492443"/>
                  <a:gd name="connsiteX6" fmla="*/ 213816 w 418550"/>
                  <a:gd name="connsiteY6" fmla="*/ 491600 h 492443"/>
                  <a:gd name="connsiteX7" fmla="*/ 210037 w 418550"/>
                  <a:gd name="connsiteY7" fmla="*/ 492443 h 492443"/>
                  <a:gd name="connsiteX8" fmla="*/ 204776 w 418550"/>
                  <a:gd name="connsiteY8" fmla="*/ 491600 h 492443"/>
                  <a:gd name="connsiteX9" fmla="*/ 0 w 418550"/>
                  <a:gd name="connsiteY9" fmla="*/ 237422 h 492443"/>
                  <a:gd name="connsiteX10" fmla="*/ 0 w 418550"/>
                  <a:gd name="connsiteY10" fmla="*/ 70787 h 492443"/>
                  <a:gd name="connsiteX11" fmla="*/ 19780 w 418550"/>
                  <a:gd name="connsiteY11" fmla="*/ 70787 h 492443"/>
                  <a:gd name="connsiteX12" fmla="*/ 198678 w 418550"/>
                  <a:gd name="connsiteY12" fmla="*/ 7442 h 49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8550" h="492443">
                    <a:moveTo>
                      <a:pt x="209260" y="0"/>
                    </a:moveTo>
                    <a:lnTo>
                      <a:pt x="219871" y="7442"/>
                    </a:lnTo>
                    <a:cubicBezTo>
                      <a:pt x="275850" y="46754"/>
                      <a:pt x="336178" y="68064"/>
                      <a:pt x="399194" y="70801"/>
                    </a:cubicBezTo>
                    <a:lnTo>
                      <a:pt x="399195" y="70801"/>
                    </a:lnTo>
                    <a:lnTo>
                      <a:pt x="418550" y="70787"/>
                    </a:lnTo>
                    <a:lnTo>
                      <a:pt x="418550" y="237422"/>
                    </a:lnTo>
                    <a:cubicBezTo>
                      <a:pt x="418550" y="359484"/>
                      <a:pt x="334361" y="464008"/>
                      <a:pt x="213816" y="491600"/>
                    </a:cubicBezTo>
                    <a:lnTo>
                      <a:pt x="210037" y="492443"/>
                    </a:lnTo>
                    <a:lnTo>
                      <a:pt x="204776" y="491600"/>
                    </a:lnTo>
                    <a:cubicBezTo>
                      <a:pt x="84202" y="464008"/>
                      <a:pt x="0" y="359484"/>
                      <a:pt x="0" y="237422"/>
                    </a:cubicBezTo>
                    <a:lnTo>
                      <a:pt x="0" y="70787"/>
                    </a:lnTo>
                    <a:lnTo>
                      <a:pt x="19780" y="70787"/>
                    </a:lnTo>
                    <a:cubicBezTo>
                      <a:pt x="82398" y="68064"/>
                      <a:pt x="142732" y="46748"/>
                      <a:pt x="198678" y="7442"/>
                    </a:cubicBezTo>
                    <a:close/>
                  </a:path>
                </a:pathLst>
              </a:custGeom>
              <a:gradFill>
                <a:gsLst>
                  <a:gs pos="0">
                    <a:schemeClr val="accent1">
                      <a:alpha val="0"/>
                    </a:schemeClr>
                  </a:gs>
                  <a:gs pos="100000">
                    <a:schemeClr val="accent1">
                      <a:alpha val="18000"/>
                    </a:schemeClr>
                  </a:gs>
                </a:gsLst>
                <a:lin ang="15600000" scaled="0"/>
              </a:gradFill>
              <a:ln w="10939" cap="flat">
                <a:noFill/>
                <a:prstDash val="solid"/>
                <a:miter/>
              </a:ln>
              <a:scene3d>
                <a:camera prst="isometricLeftDown">
                  <a:rot lat="1367381" lon="1385591" rev="21450456"/>
                </a:camera>
                <a:lightRig rig="threePt" dir="t"/>
              </a:scene3d>
            </p:spPr>
            <p:txBody>
              <a:bodyPr rtlCol="0" anchor="ctr"/>
              <a:lstStyle/>
              <a:p>
                <a:endParaRPr lang="zh-CN" altLang="en-US"/>
              </a:p>
            </p:txBody>
          </p:sp>
          <p:sp>
            <p:nvSpPr>
              <p:cNvPr id="25" name="任意多边形: 形状 24">
                <a:extLst>
                  <a:ext uri="{FF2B5EF4-FFF2-40B4-BE49-F238E27FC236}">
                    <a16:creationId xmlns:a16="http://schemas.microsoft.com/office/drawing/2014/main" id="{FA2556A7-E4E1-D1DA-76B5-A9C0BFD4DF7F}"/>
                  </a:ext>
                </a:extLst>
              </p:cNvPr>
              <p:cNvSpPr/>
              <p:nvPr/>
            </p:nvSpPr>
            <p:spPr>
              <a:xfrm>
                <a:off x="5711165" y="1217126"/>
                <a:ext cx="769665" cy="905545"/>
              </a:xfrm>
              <a:custGeom>
                <a:avLst/>
                <a:gdLst>
                  <a:gd name="connsiteX0" fmla="*/ 209260 w 418550"/>
                  <a:gd name="connsiteY0" fmla="*/ 0 h 492443"/>
                  <a:gd name="connsiteX1" fmla="*/ 219871 w 418550"/>
                  <a:gd name="connsiteY1" fmla="*/ 7442 h 492443"/>
                  <a:gd name="connsiteX2" fmla="*/ 399194 w 418550"/>
                  <a:gd name="connsiteY2" fmla="*/ 70801 h 492443"/>
                  <a:gd name="connsiteX3" fmla="*/ 399195 w 418550"/>
                  <a:gd name="connsiteY3" fmla="*/ 70801 h 492443"/>
                  <a:gd name="connsiteX4" fmla="*/ 418550 w 418550"/>
                  <a:gd name="connsiteY4" fmla="*/ 70787 h 492443"/>
                  <a:gd name="connsiteX5" fmla="*/ 418550 w 418550"/>
                  <a:gd name="connsiteY5" fmla="*/ 237422 h 492443"/>
                  <a:gd name="connsiteX6" fmla="*/ 213816 w 418550"/>
                  <a:gd name="connsiteY6" fmla="*/ 491600 h 492443"/>
                  <a:gd name="connsiteX7" fmla="*/ 210037 w 418550"/>
                  <a:gd name="connsiteY7" fmla="*/ 492443 h 492443"/>
                  <a:gd name="connsiteX8" fmla="*/ 204776 w 418550"/>
                  <a:gd name="connsiteY8" fmla="*/ 491600 h 492443"/>
                  <a:gd name="connsiteX9" fmla="*/ 0 w 418550"/>
                  <a:gd name="connsiteY9" fmla="*/ 237422 h 492443"/>
                  <a:gd name="connsiteX10" fmla="*/ 0 w 418550"/>
                  <a:gd name="connsiteY10" fmla="*/ 70787 h 492443"/>
                  <a:gd name="connsiteX11" fmla="*/ 19780 w 418550"/>
                  <a:gd name="connsiteY11" fmla="*/ 70787 h 492443"/>
                  <a:gd name="connsiteX12" fmla="*/ 198678 w 418550"/>
                  <a:gd name="connsiteY12" fmla="*/ 7442 h 49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8550" h="492443">
                    <a:moveTo>
                      <a:pt x="209260" y="0"/>
                    </a:moveTo>
                    <a:lnTo>
                      <a:pt x="219871" y="7442"/>
                    </a:lnTo>
                    <a:cubicBezTo>
                      <a:pt x="275850" y="46754"/>
                      <a:pt x="336178" y="68064"/>
                      <a:pt x="399194" y="70801"/>
                    </a:cubicBezTo>
                    <a:lnTo>
                      <a:pt x="399195" y="70801"/>
                    </a:lnTo>
                    <a:lnTo>
                      <a:pt x="418550" y="70787"/>
                    </a:lnTo>
                    <a:lnTo>
                      <a:pt x="418550" y="237422"/>
                    </a:lnTo>
                    <a:cubicBezTo>
                      <a:pt x="418550" y="359484"/>
                      <a:pt x="334361" y="464008"/>
                      <a:pt x="213816" y="491600"/>
                    </a:cubicBezTo>
                    <a:lnTo>
                      <a:pt x="210037" y="492443"/>
                    </a:lnTo>
                    <a:lnTo>
                      <a:pt x="204776" y="491600"/>
                    </a:lnTo>
                    <a:cubicBezTo>
                      <a:pt x="84202" y="464008"/>
                      <a:pt x="0" y="359484"/>
                      <a:pt x="0" y="237422"/>
                    </a:cubicBezTo>
                    <a:lnTo>
                      <a:pt x="0" y="70787"/>
                    </a:lnTo>
                    <a:lnTo>
                      <a:pt x="19780" y="70787"/>
                    </a:lnTo>
                    <a:cubicBezTo>
                      <a:pt x="82398" y="68064"/>
                      <a:pt x="142732" y="46748"/>
                      <a:pt x="198678" y="7442"/>
                    </a:cubicBezTo>
                    <a:close/>
                  </a:path>
                </a:pathLst>
              </a:custGeom>
              <a:solidFill>
                <a:schemeClr val="accent1"/>
              </a:solidFill>
              <a:ln w="10939" cap="flat">
                <a:noFill/>
                <a:prstDash val="solid"/>
                <a:miter/>
              </a:ln>
              <a:scene3d>
                <a:camera prst="isometricLeftDown">
                  <a:rot lat="1367381" lon="1385591" rev="21450456"/>
                </a:camera>
                <a:lightRig rig="threePt" dir="t"/>
              </a:scene3d>
            </p:spPr>
            <p:txBody>
              <a:bodyPr rtlCol="0" anchor="ctr"/>
              <a:lstStyle/>
              <a:p>
                <a:endParaRPr lang="zh-CN" altLang="en-US" dirty="0"/>
              </a:p>
            </p:txBody>
          </p:sp>
        </p:grpSp>
        <p:grpSp>
          <p:nvGrpSpPr>
            <p:cNvPr id="32" name="组合 31">
              <a:extLst>
                <a:ext uri="{FF2B5EF4-FFF2-40B4-BE49-F238E27FC236}">
                  <a16:creationId xmlns:a16="http://schemas.microsoft.com/office/drawing/2014/main" id="{D7865710-0469-8351-B41D-80C10BC8F936}"/>
                </a:ext>
              </a:extLst>
            </p:cNvPr>
            <p:cNvGrpSpPr/>
            <p:nvPr/>
          </p:nvGrpSpPr>
          <p:grpSpPr>
            <a:xfrm>
              <a:off x="5232856" y="4429069"/>
              <a:ext cx="567471" cy="532004"/>
              <a:chOff x="0" y="59531"/>
              <a:chExt cx="1905000" cy="1785936"/>
            </a:xfrm>
            <a:solidFill>
              <a:schemeClr val="tx1"/>
            </a:solidFill>
          </p:grpSpPr>
          <p:sp>
            <p:nvSpPr>
              <p:cNvPr id="30" name="任意多边形: 形状 29">
                <a:extLst>
                  <a:ext uri="{FF2B5EF4-FFF2-40B4-BE49-F238E27FC236}">
                    <a16:creationId xmlns:a16="http://schemas.microsoft.com/office/drawing/2014/main" id="{98F07465-54E7-17C0-ED15-48E208FBC8AD}"/>
                  </a:ext>
                </a:extLst>
              </p:cNvPr>
              <p:cNvSpPr/>
              <p:nvPr/>
            </p:nvSpPr>
            <p:spPr>
              <a:xfrm>
                <a:off x="0" y="59531"/>
                <a:ext cx="1905000" cy="1023937"/>
              </a:xfrm>
              <a:custGeom>
                <a:avLst/>
                <a:gdLst>
                  <a:gd name="connsiteX0" fmla="*/ 952500 w 1905000"/>
                  <a:gd name="connsiteY0" fmla="*/ 333375 h 1023937"/>
                  <a:gd name="connsiteX1" fmla="*/ 1012031 w 1905000"/>
                  <a:gd name="connsiteY1" fmla="*/ 273844 h 1023937"/>
                  <a:gd name="connsiteX2" fmla="*/ 1012031 w 1905000"/>
                  <a:gd name="connsiteY2" fmla="*/ 59531 h 1023937"/>
                  <a:gd name="connsiteX3" fmla="*/ 952500 w 1905000"/>
                  <a:gd name="connsiteY3" fmla="*/ 0 h 1023937"/>
                  <a:gd name="connsiteX4" fmla="*/ 892969 w 1905000"/>
                  <a:gd name="connsiteY4" fmla="*/ 59531 h 1023937"/>
                  <a:gd name="connsiteX5" fmla="*/ 892969 w 1905000"/>
                  <a:gd name="connsiteY5" fmla="*/ 261938 h 1023937"/>
                  <a:gd name="connsiteX6" fmla="*/ 952500 w 1905000"/>
                  <a:gd name="connsiteY6" fmla="*/ 333375 h 1023937"/>
                  <a:gd name="connsiteX7" fmla="*/ 1440656 w 1905000"/>
                  <a:gd name="connsiteY7" fmla="*/ 535781 h 1023937"/>
                  <a:gd name="connsiteX8" fmla="*/ 1488281 w 1905000"/>
                  <a:gd name="connsiteY8" fmla="*/ 523875 h 1023937"/>
                  <a:gd name="connsiteX9" fmla="*/ 1631156 w 1905000"/>
                  <a:gd name="connsiteY9" fmla="*/ 381000 h 1023937"/>
                  <a:gd name="connsiteX10" fmla="*/ 1631156 w 1905000"/>
                  <a:gd name="connsiteY10" fmla="*/ 297656 h 1023937"/>
                  <a:gd name="connsiteX11" fmla="*/ 1547813 w 1905000"/>
                  <a:gd name="connsiteY11" fmla="*/ 297656 h 1023937"/>
                  <a:gd name="connsiteX12" fmla="*/ 1404938 w 1905000"/>
                  <a:gd name="connsiteY12" fmla="*/ 440531 h 1023937"/>
                  <a:gd name="connsiteX13" fmla="*/ 1404938 w 1905000"/>
                  <a:gd name="connsiteY13" fmla="*/ 523875 h 1023937"/>
                  <a:gd name="connsiteX14" fmla="*/ 1440656 w 1905000"/>
                  <a:gd name="connsiteY14" fmla="*/ 535781 h 1023937"/>
                  <a:gd name="connsiteX15" fmla="*/ 1845469 w 1905000"/>
                  <a:gd name="connsiteY15" fmla="*/ 904875 h 1023937"/>
                  <a:gd name="connsiteX16" fmla="*/ 1643063 w 1905000"/>
                  <a:gd name="connsiteY16" fmla="*/ 904875 h 1023937"/>
                  <a:gd name="connsiteX17" fmla="*/ 1583531 w 1905000"/>
                  <a:gd name="connsiteY17" fmla="*/ 964406 h 1023937"/>
                  <a:gd name="connsiteX18" fmla="*/ 1643063 w 1905000"/>
                  <a:gd name="connsiteY18" fmla="*/ 1023938 h 1023937"/>
                  <a:gd name="connsiteX19" fmla="*/ 1845469 w 1905000"/>
                  <a:gd name="connsiteY19" fmla="*/ 1023938 h 1023937"/>
                  <a:gd name="connsiteX20" fmla="*/ 1905000 w 1905000"/>
                  <a:gd name="connsiteY20" fmla="*/ 964406 h 1023937"/>
                  <a:gd name="connsiteX21" fmla="*/ 1845469 w 1905000"/>
                  <a:gd name="connsiteY21" fmla="*/ 904875 h 1023937"/>
                  <a:gd name="connsiteX22" fmla="*/ 428625 w 1905000"/>
                  <a:gd name="connsiteY22" fmla="*/ 511969 h 1023937"/>
                  <a:gd name="connsiteX23" fmla="*/ 464344 w 1905000"/>
                  <a:gd name="connsiteY23" fmla="*/ 535781 h 1023937"/>
                  <a:gd name="connsiteX24" fmla="*/ 511969 w 1905000"/>
                  <a:gd name="connsiteY24" fmla="*/ 523875 h 1023937"/>
                  <a:gd name="connsiteX25" fmla="*/ 511969 w 1905000"/>
                  <a:gd name="connsiteY25" fmla="*/ 440531 h 1023937"/>
                  <a:gd name="connsiteX26" fmla="*/ 357188 w 1905000"/>
                  <a:gd name="connsiteY26" fmla="*/ 285750 h 1023937"/>
                  <a:gd name="connsiteX27" fmla="*/ 273844 w 1905000"/>
                  <a:gd name="connsiteY27" fmla="*/ 285750 h 1023937"/>
                  <a:gd name="connsiteX28" fmla="*/ 273844 w 1905000"/>
                  <a:gd name="connsiteY28" fmla="*/ 369094 h 1023937"/>
                  <a:gd name="connsiteX29" fmla="*/ 428625 w 1905000"/>
                  <a:gd name="connsiteY29" fmla="*/ 511969 h 1023937"/>
                  <a:gd name="connsiteX30" fmla="*/ 261938 w 1905000"/>
                  <a:gd name="connsiteY30" fmla="*/ 904875 h 1023937"/>
                  <a:gd name="connsiteX31" fmla="*/ 59531 w 1905000"/>
                  <a:gd name="connsiteY31" fmla="*/ 904875 h 1023937"/>
                  <a:gd name="connsiteX32" fmla="*/ 0 w 1905000"/>
                  <a:gd name="connsiteY32" fmla="*/ 964406 h 1023937"/>
                  <a:gd name="connsiteX33" fmla="*/ 59531 w 1905000"/>
                  <a:gd name="connsiteY33" fmla="*/ 1023938 h 1023937"/>
                  <a:gd name="connsiteX34" fmla="*/ 261938 w 1905000"/>
                  <a:gd name="connsiteY34" fmla="*/ 1023938 h 1023937"/>
                  <a:gd name="connsiteX35" fmla="*/ 321469 w 1905000"/>
                  <a:gd name="connsiteY35" fmla="*/ 964406 h 1023937"/>
                  <a:gd name="connsiteX36" fmla="*/ 261938 w 1905000"/>
                  <a:gd name="connsiteY36" fmla="*/ 904875 h 1023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905000" h="1023937">
                    <a:moveTo>
                      <a:pt x="952500" y="333375"/>
                    </a:moveTo>
                    <a:cubicBezTo>
                      <a:pt x="988219" y="333375"/>
                      <a:pt x="1012031" y="309563"/>
                      <a:pt x="1012031" y="273844"/>
                    </a:cubicBezTo>
                    <a:lnTo>
                      <a:pt x="1012031" y="59531"/>
                    </a:lnTo>
                    <a:cubicBezTo>
                      <a:pt x="1012031" y="23812"/>
                      <a:pt x="988219" y="0"/>
                      <a:pt x="952500" y="0"/>
                    </a:cubicBezTo>
                    <a:cubicBezTo>
                      <a:pt x="916781" y="0"/>
                      <a:pt x="892969" y="35719"/>
                      <a:pt x="892969" y="59531"/>
                    </a:cubicBezTo>
                    <a:lnTo>
                      <a:pt x="892969" y="261938"/>
                    </a:lnTo>
                    <a:cubicBezTo>
                      <a:pt x="892969" y="297656"/>
                      <a:pt x="916781" y="333375"/>
                      <a:pt x="952500" y="333375"/>
                    </a:cubicBezTo>
                    <a:close/>
                    <a:moveTo>
                      <a:pt x="1440656" y="535781"/>
                    </a:moveTo>
                    <a:cubicBezTo>
                      <a:pt x="1452563" y="535781"/>
                      <a:pt x="1476375" y="535781"/>
                      <a:pt x="1488281" y="523875"/>
                    </a:cubicBezTo>
                    <a:lnTo>
                      <a:pt x="1631156" y="381000"/>
                    </a:lnTo>
                    <a:cubicBezTo>
                      <a:pt x="1654969" y="357188"/>
                      <a:pt x="1654969" y="321469"/>
                      <a:pt x="1631156" y="297656"/>
                    </a:cubicBezTo>
                    <a:cubicBezTo>
                      <a:pt x="1607344" y="273844"/>
                      <a:pt x="1571625" y="273844"/>
                      <a:pt x="1547813" y="297656"/>
                    </a:cubicBezTo>
                    <a:lnTo>
                      <a:pt x="1404938" y="440531"/>
                    </a:lnTo>
                    <a:cubicBezTo>
                      <a:pt x="1381125" y="464344"/>
                      <a:pt x="1381125" y="500062"/>
                      <a:pt x="1404938" y="523875"/>
                    </a:cubicBezTo>
                    <a:cubicBezTo>
                      <a:pt x="1404938" y="523875"/>
                      <a:pt x="1428750" y="535781"/>
                      <a:pt x="1440656" y="535781"/>
                    </a:cubicBezTo>
                    <a:close/>
                    <a:moveTo>
                      <a:pt x="1845469" y="904875"/>
                    </a:moveTo>
                    <a:lnTo>
                      <a:pt x="1643063" y="904875"/>
                    </a:lnTo>
                    <a:cubicBezTo>
                      <a:pt x="1607344" y="904875"/>
                      <a:pt x="1583531" y="928688"/>
                      <a:pt x="1583531" y="964406"/>
                    </a:cubicBezTo>
                    <a:cubicBezTo>
                      <a:pt x="1583531" y="1000125"/>
                      <a:pt x="1607344" y="1023938"/>
                      <a:pt x="1643063" y="1023938"/>
                    </a:cubicBezTo>
                    <a:lnTo>
                      <a:pt x="1845469" y="1023938"/>
                    </a:lnTo>
                    <a:cubicBezTo>
                      <a:pt x="1881188" y="1023938"/>
                      <a:pt x="1905000" y="1000125"/>
                      <a:pt x="1905000" y="964406"/>
                    </a:cubicBezTo>
                    <a:cubicBezTo>
                      <a:pt x="1905000" y="928688"/>
                      <a:pt x="1881188" y="904875"/>
                      <a:pt x="1845469" y="904875"/>
                    </a:cubicBezTo>
                    <a:close/>
                    <a:moveTo>
                      <a:pt x="428625" y="511969"/>
                    </a:moveTo>
                    <a:cubicBezTo>
                      <a:pt x="440531" y="523875"/>
                      <a:pt x="452438" y="535781"/>
                      <a:pt x="464344" y="535781"/>
                    </a:cubicBezTo>
                    <a:cubicBezTo>
                      <a:pt x="476250" y="535781"/>
                      <a:pt x="500062" y="535781"/>
                      <a:pt x="511969" y="523875"/>
                    </a:cubicBezTo>
                    <a:cubicBezTo>
                      <a:pt x="535781" y="500062"/>
                      <a:pt x="535781" y="464344"/>
                      <a:pt x="511969" y="440531"/>
                    </a:cubicBezTo>
                    <a:lnTo>
                      <a:pt x="357188" y="285750"/>
                    </a:lnTo>
                    <a:cubicBezTo>
                      <a:pt x="333375" y="261938"/>
                      <a:pt x="297656" y="261938"/>
                      <a:pt x="273844" y="285750"/>
                    </a:cubicBezTo>
                    <a:cubicBezTo>
                      <a:pt x="250031" y="309563"/>
                      <a:pt x="250031" y="345281"/>
                      <a:pt x="273844" y="369094"/>
                    </a:cubicBezTo>
                    <a:lnTo>
                      <a:pt x="428625" y="511969"/>
                    </a:lnTo>
                    <a:close/>
                    <a:moveTo>
                      <a:pt x="261938" y="904875"/>
                    </a:moveTo>
                    <a:lnTo>
                      <a:pt x="59531" y="904875"/>
                    </a:lnTo>
                    <a:cubicBezTo>
                      <a:pt x="23813" y="904875"/>
                      <a:pt x="0" y="928688"/>
                      <a:pt x="0" y="964406"/>
                    </a:cubicBezTo>
                    <a:cubicBezTo>
                      <a:pt x="0" y="1000125"/>
                      <a:pt x="23813" y="1023938"/>
                      <a:pt x="59531" y="1023938"/>
                    </a:cubicBezTo>
                    <a:lnTo>
                      <a:pt x="261938" y="1023938"/>
                    </a:lnTo>
                    <a:cubicBezTo>
                      <a:pt x="297656" y="1023938"/>
                      <a:pt x="321469" y="1000125"/>
                      <a:pt x="321469" y="964406"/>
                    </a:cubicBezTo>
                    <a:cubicBezTo>
                      <a:pt x="321469" y="928688"/>
                      <a:pt x="297656" y="904875"/>
                      <a:pt x="261938" y="904875"/>
                    </a:cubicBezTo>
                    <a:close/>
                  </a:path>
                </a:pathLst>
              </a:custGeom>
              <a:grpFill/>
              <a:ln w="10939" cap="flat">
                <a:noFill/>
                <a:prstDash val="solid"/>
                <a:miter/>
              </a:ln>
              <a:scene3d>
                <a:camera prst="isometricLeftDown">
                  <a:rot lat="1367381" lon="1385591" rev="21450456"/>
                </a:camera>
                <a:lightRig rig="threePt" dir="t"/>
              </a:scene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latin typeface="+mn-ea"/>
                </a:endParaRPr>
              </a:p>
            </p:txBody>
          </p:sp>
          <p:sp>
            <p:nvSpPr>
              <p:cNvPr id="31" name="任意多边形: 形状 30">
                <a:extLst>
                  <a:ext uri="{FF2B5EF4-FFF2-40B4-BE49-F238E27FC236}">
                    <a16:creationId xmlns:a16="http://schemas.microsoft.com/office/drawing/2014/main" id="{7C2C8810-C929-A7BD-6A3B-C72FF3B4D4EC}"/>
                  </a:ext>
                </a:extLst>
              </p:cNvPr>
              <p:cNvSpPr/>
              <p:nvPr/>
            </p:nvSpPr>
            <p:spPr>
              <a:xfrm>
                <a:off x="381000" y="428624"/>
                <a:ext cx="1166812" cy="1416843"/>
              </a:xfrm>
              <a:custGeom>
                <a:avLst/>
                <a:gdLst>
                  <a:gd name="connsiteX0" fmla="*/ 571500 w 1166812"/>
                  <a:gd name="connsiteY0" fmla="*/ 0 h 1416843"/>
                  <a:gd name="connsiteX1" fmla="*/ 0 w 1166812"/>
                  <a:gd name="connsiteY1" fmla="*/ 595313 h 1416843"/>
                  <a:gd name="connsiteX2" fmla="*/ 202406 w 1166812"/>
                  <a:gd name="connsiteY2" fmla="*/ 1023938 h 1416843"/>
                  <a:gd name="connsiteX3" fmla="*/ 309563 w 1166812"/>
                  <a:gd name="connsiteY3" fmla="*/ 1166813 h 1416843"/>
                  <a:gd name="connsiteX4" fmla="*/ 309563 w 1166812"/>
                  <a:gd name="connsiteY4" fmla="*/ 1357313 h 1416843"/>
                  <a:gd name="connsiteX5" fmla="*/ 369094 w 1166812"/>
                  <a:gd name="connsiteY5" fmla="*/ 1416844 h 1416843"/>
                  <a:gd name="connsiteX6" fmla="*/ 797719 w 1166812"/>
                  <a:gd name="connsiteY6" fmla="*/ 1416844 h 1416843"/>
                  <a:gd name="connsiteX7" fmla="*/ 857250 w 1166812"/>
                  <a:gd name="connsiteY7" fmla="*/ 1357313 h 1416843"/>
                  <a:gd name="connsiteX8" fmla="*/ 857250 w 1166812"/>
                  <a:gd name="connsiteY8" fmla="*/ 1166813 h 1416843"/>
                  <a:gd name="connsiteX9" fmla="*/ 964406 w 1166812"/>
                  <a:gd name="connsiteY9" fmla="*/ 1023938 h 1416843"/>
                  <a:gd name="connsiteX10" fmla="*/ 1166813 w 1166812"/>
                  <a:gd name="connsiteY10" fmla="*/ 595313 h 1416843"/>
                  <a:gd name="connsiteX11" fmla="*/ 571500 w 1166812"/>
                  <a:gd name="connsiteY11" fmla="*/ 0 h 1416843"/>
                  <a:gd name="connsiteX12" fmla="*/ 416719 w 1166812"/>
                  <a:gd name="connsiteY12" fmla="*/ 1297781 h 1416843"/>
                  <a:gd name="connsiteX13" fmla="*/ 416719 w 1166812"/>
                  <a:gd name="connsiteY13" fmla="*/ 1202531 h 1416843"/>
                  <a:gd name="connsiteX14" fmla="*/ 726281 w 1166812"/>
                  <a:gd name="connsiteY14" fmla="*/ 1202531 h 1416843"/>
                  <a:gd name="connsiteX15" fmla="*/ 726281 w 1166812"/>
                  <a:gd name="connsiteY15" fmla="*/ 1297781 h 1416843"/>
                  <a:gd name="connsiteX16" fmla="*/ 416719 w 1166812"/>
                  <a:gd name="connsiteY16" fmla="*/ 1297781 h 1416843"/>
                  <a:gd name="connsiteX17" fmla="*/ 857250 w 1166812"/>
                  <a:gd name="connsiteY17" fmla="*/ 940594 h 1416843"/>
                  <a:gd name="connsiteX18" fmla="*/ 750094 w 1166812"/>
                  <a:gd name="connsiteY18" fmla="*/ 1083469 h 1416843"/>
                  <a:gd name="connsiteX19" fmla="*/ 631031 w 1166812"/>
                  <a:gd name="connsiteY19" fmla="*/ 1083469 h 1416843"/>
                  <a:gd name="connsiteX20" fmla="*/ 631031 w 1166812"/>
                  <a:gd name="connsiteY20" fmla="*/ 762000 h 1416843"/>
                  <a:gd name="connsiteX21" fmla="*/ 750094 w 1166812"/>
                  <a:gd name="connsiteY21" fmla="*/ 762000 h 1416843"/>
                  <a:gd name="connsiteX22" fmla="*/ 809625 w 1166812"/>
                  <a:gd name="connsiteY22" fmla="*/ 702469 h 1416843"/>
                  <a:gd name="connsiteX23" fmla="*/ 750094 w 1166812"/>
                  <a:gd name="connsiteY23" fmla="*/ 642938 h 1416843"/>
                  <a:gd name="connsiteX24" fmla="*/ 392906 w 1166812"/>
                  <a:gd name="connsiteY24" fmla="*/ 642938 h 1416843"/>
                  <a:gd name="connsiteX25" fmla="*/ 333375 w 1166812"/>
                  <a:gd name="connsiteY25" fmla="*/ 702469 h 1416843"/>
                  <a:gd name="connsiteX26" fmla="*/ 392906 w 1166812"/>
                  <a:gd name="connsiteY26" fmla="*/ 762000 h 1416843"/>
                  <a:gd name="connsiteX27" fmla="*/ 511969 w 1166812"/>
                  <a:gd name="connsiteY27" fmla="*/ 762000 h 1416843"/>
                  <a:gd name="connsiteX28" fmla="*/ 511969 w 1166812"/>
                  <a:gd name="connsiteY28" fmla="*/ 1083469 h 1416843"/>
                  <a:gd name="connsiteX29" fmla="*/ 392906 w 1166812"/>
                  <a:gd name="connsiteY29" fmla="*/ 1083469 h 1416843"/>
                  <a:gd name="connsiteX30" fmla="*/ 297656 w 1166812"/>
                  <a:gd name="connsiteY30" fmla="*/ 952500 h 1416843"/>
                  <a:gd name="connsiteX31" fmla="*/ 119062 w 1166812"/>
                  <a:gd name="connsiteY31" fmla="*/ 595313 h 1416843"/>
                  <a:gd name="connsiteX32" fmla="*/ 571500 w 1166812"/>
                  <a:gd name="connsiteY32" fmla="*/ 119063 h 1416843"/>
                  <a:gd name="connsiteX33" fmla="*/ 1023938 w 1166812"/>
                  <a:gd name="connsiteY33" fmla="*/ 595313 h 1416843"/>
                  <a:gd name="connsiteX34" fmla="*/ 857250 w 1166812"/>
                  <a:gd name="connsiteY34" fmla="*/ 940594 h 1416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66812" h="1416843">
                    <a:moveTo>
                      <a:pt x="571500" y="0"/>
                    </a:moveTo>
                    <a:cubicBezTo>
                      <a:pt x="250031" y="0"/>
                      <a:pt x="0" y="261938"/>
                      <a:pt x="0" y="595313"/>
                    </a:cubicBezTo>
                    <a:cubicBezTo>
                      <a:pt x="0" y="773906"/>
                      <a:pt x="107156" y="904875"/>
                      <a:pt x="202406" y="1023938"/>
                    </a:cubicBezTo>
                    <a:lnTo>
                      <a:pt x="309563" y="1166813"/>
                    </a:lnTo>
                    <a:lnTo>
                      <a:pt x="309563" y="1357313"/>
                    </a:lnTo>
                    <a:cubicBezTo>
                      <a:pt x="309563" y="1393031"/>
                      <a:pt x="333375" y="1416844"/>
                      <a:pt x="369094" y="1416844"/>
                    </a:cubicBezTo>
                    <a:lnTo>
                      <a:pt x="797719" y="1416844"/>
                    </a:lnTo>
                    <a:cubicBezTo>
                      <a:pt x="833438" y="1416844"/>
                      <a:pt x="857250" y="1393031"/>
                      <a:pt x="857250" y="1357313"/>
                    </a:cubicBezTo>
                    <a:lnTo>
                      <a:pt x="857250" y="1166813"/>
                    </a:lnTo>
                    <a:lnTo>
                      <a:pt x="964406" y="1023938"/>
                    </a:lnTo>
                    <a:cubicBezTo>
                      <a:pt x="1059656" y="904875"/>
                      <a:pt x="1166813" y="773906"/>
                      <a:pt x="1166813" y="595313"/>
                    </a:cubicBezTo>
                    <a:cubicBezTo>
                      <a:pt x="1143000" y="261938"/>
                      <a:pt x="892969" y="0"/>
                      <a:pt x="571500" y="0"/>
                    </a:cubicBezTo>
                    <a:close/>
                    <a:moveTo>
                      <a:pt x="416719" y="1297781"/>
                    </a:moveTo>
                    <a:lnTo>
                      <a:pt x="416719" y="1202531"/>
                    </a:lnTo>
                    <a:lnTo>
                      <a:pt x="726281" y="1202531"/>
                    </a:lnTo>
                    <a:lnTo>
                      <a:pt x="726281" y="1297781"/>
                    </a:lnTo>
                    <a:lnTo>
                      <a:pt x="416719" y="1297781"/>
                    </a:lnTo>
                    <a:close/>
                    <a:moveTo>
                      <a:pt x="857250" y="940594"/>
                    </a:moveTo>
                    <a:lnTo>
                      <a:pt x="750094" y="1083469"/>
                    </a:lnTo>
                    <a:lnTo>
                      <a:pt x="631031" y="1083469"/>
                    </a:lnTo>
                    <a:lnTo>
                      <a:pt x="631031" y="762000"/>
                    </a:lnTo>
                    <a:lnTo>
                      <a:pt x="750094" y="762000"/>
                    </a:lnTo>
                    <a:cubicBezTo>
                      <a:pt x="785813" y="762000"/>
                      <a:pt x="809625" y="738188"/>
                      <a:pt x="809625" y="702469"/>
                    </a:cubicBezTo>
                    <a:cubicBezTo>
                      <a:pt x="809625" y="666750"/>
                      <a:pt x="785813" y="642938"/>
                      <a:pt x="750094" y="642938"/>
                    </a:cubicBezTo>
                    <a:lnTo>
                      <a:pt x="392906" y="642938"/>
                    </a:lnTo>
                    <a:cubicBezTo>
                      <a:pt x="357187" y="642938"/>
                      <a:pt x="333375" y="666750"/>
                      <a:pt x="333375" y="702469"/>
                    </a:cubicBezTo>
                    <a:cubicBezTo>
                      <a:pt x="333375" y="738188"/>
                      <a:pt x="357187" y="762000"/>
                      <a:pt x="392906" y="762000"/>
                    </a:cubicBezTo>
                    <a:lnTo>
                      <a:pt x="511969" y="762000"/>
                    </a:lnTo>
                    <a:lnTo>
                      <a:pt x="511969" y="1083469"/>
                    </a:lnTo>
                    <a:lnTo>
                      <a:pt x="392906" y="1083469"/>
                    </a:lnTo>
                    <a:cubicBezTo>
                      <a:pt x="357187" y="1035844"/>
                      <a:pt x="333375" y="988219"/>
                      <a:pt x="297656" y="952500"/>
                    </a:cubicBezTo>
                    <a:cubicBezTo>
                      <a:pt x="202406" y="833438"/>
                      <a:pt x="119062" y="726281"/>
                      <a:pt x="119062" y="595313"/>
                    </a:cubicBezTo>
                    <a:cubicBezTo>
                      <a:pt x="119062" y="333375"/>
                      <a:pt x="321469" y="119063"/>
                      <a:pt x="571500" y="119063"/>
                    </a:cubicBezTo>
                    <a:cubicBezTo>
                      <a:pt x="821531" y="119063"/>
                      <a:pt x="1023938" y="321469"/>
                      <a:pt x="1023938" y="595313"/>
                    </a:cubicBezTo>
                    <a:cubicBezTo>
                      <a:pt x="1023938" y="714375"/>
                      <a:pt x="940594" y="821531"/>
                      <a:pt x="857250" y="940594"/>
                    </a:cubicBezTo>
                    <a:close/>
                  </a:path>
                </a:pathLst>
              </a:custGeom>
              <a:grpFill/>
              <a:ln w="10939" cap="flat">
                <a:noFill/>
                <a:prstDash val="solid"/>
                <a:miter/>
              </a:ln>
              <a:scene3d>
                <a:camera prst="isometricLeftDown">
                  <a:rot lat="1367381" lon="1385591" rev="21450456"/>
                </a:camera>
                <a:lightRig rig="threePt" dir="t"/>
              </a:scene3d>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latin typeface="+mn-ea"/>
                </a:endParaRPr>
              </a:p>
            </p:txBody>
          </p:sp>
        </p:grpSp>
      </p:grpSp>
      <p:sp>
        <p:nvSpPr>
          <p:cNvPr id="57" name="任意形状 51">
            <a:extLst>
              <a:ext uri="{FF2B5EF4-FFF2-40B4-BE49-F238E27FC236}">
                <a16:creationId xmlns:a16="http://schemas.microsoft.com/office/drawing/2014/main" id="{8D442AE6-8CBC-196F-D413-69E009E4A677}"/>
              </a:ext>
            </a:extLst>
          </p:cNvPr>
          <p:cNvSpPr/>
          <p:nvPr/>
        </p:nvSpPr>
        <p:spPr>
          <a:xfrm>
            <a:off x="2194584" y="1551563"/>
            <a:ext cx="7802832" cy="1262838"/>
          </a:xfrm>
          <a:custGeom>
            <a:avLst/>
            <a:gdLst>
              <a:gd name="connsiteX0" fmla="*/ 6043668 w 6043668"/>
              <a:gd name="connsiteY0" fmla="*/ 489065 h 978129"/>
              <a:gd name="connsiteX1" fmla="*/ 3021834 w 6043668"/>
              <a:gd name="connsiteY1" fmla="*/ 978130 h 978129"/>
              <a:gd name="connsiteX2" fmla="*/ 0 w 6043668"/>
              <a:gd name="connsiteY2" fmla="*/ 489065 h 978129"/>
              <a:gd name="connsiteX3" fmla="*/ 3021834 w 6043668"/>
              <a:gd name="connsiteY3" fmla="*/ 0 h 978129"/>
              <a:gd name="connsiteX4" fmla="*/ 6043668 w 6043668"/>
              <a:gd name="connsiteY4" fmla="*/ 489065 h 978129"/>
              <a:gd name="connsiteX5" fmla="*/ 1486863 w 6043668"/>
              <a:gd name="connsiteY5" fmla="*/ 489065 h 978129"/>
              <a:gd name="connsiteX6" fmla="*/ 3021834 w 6043668"/>
              <a:gd name="connsiteY6" fmla="*/ 737491 h 978129"/>
              <a:gd name="connsiteX7" fmla="*/ 4556805 w 6043668"/>
              <a:gd name="connsiteY7" fmla="*/ 489065 h 978129"/>
              <a:gd name="connsiteX8" fmla="*/ 3021834 w 6043668"/>
              <a:gd name="connsiteY8" fmla="*/ 240639 h 978129"/>
              <a:gd name="connsiteX9" fmla="*/ 1486863 w 6043668"/>
              <a:gd name="connsiteY9" fmla="*/ 489065 h 978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43668" h="978129">
                <a:moveTo>
                  <a:pt x="6043668" y="489065"/>
                </a:moveTo>
                <a:cubicBezTo>
                  <a:pt x="6043668" y="759168"/>
                  <a:pt x="4690750" y="978130"/>
                  <a:pt x="3021834" y="978130"/>
                </a:cubicBezTo>
                <a:cubicBezTo>
                  <a:pt x="1352918" y="978130"/>
                  <a:pt x="0" y="759168"/>
                  <a:pt x="0" y="489065"/>
                </a:cubicBezTo>
                <a:cubicBezTo>
                  <a:pt x="0" y="218962"/>
                  <a:pt x="1352918" y="0"/>
                  <a:pt x="3021834" y="0"/>
                </a:cubicBezTo>
                <a:cubicBezTo>
                  <a:pt x="4690750" y="0"/>
                  <a:pt x="6043668" y="218962"/>
                  <a:pt x="6043668" y="489065"/>
                </a:cubicBezTo>
                <a:close/>
                <a:moveTo>
                  <a:pt x="1486863" y="489065"/>
                </a:moveTo>
                <a:cubicBezTo>
                  <a:pt x="1486863" y="626268"/>
                  <a:pt x="2174095" y="737491"/>
                  <a:pt x="3021834" y="737491"/>
                </a:cubicBezTo>
                <a:cubicBezTo>
                  <a:pt x="3869573" y="737491"/>
                  <a:pt x="4556805" y="626268"/>
                  <a:pt x="4556805" y="489065"/>
                </a:cubicBezTo>
                <a:cubicBezTo>
                  <a:pt x="4556805" y="351862"/>
                  <a:pt x="3869573" y="240639"/>
                  <a:pt x="3021834" y="240639"/>
                </a:cubicBezTo>
                <a:cubicBezTo>
                  <a:pt x="2174095" y="240639"/>
                  <a:pt x="1486863" y="351862"/>
                  <a:pt x="1486863" y="489065"/>
                </a:cubicBezTo>
                <a:close/>
              </a:path>
            </a:pathLst>
          </a:custGeom>
          <a:gradFill>
            <a:gsLst>
              <a:gs pos="0">
                <a:schemeClr val="accent2">
                  <a:alpha val="0"/>
                </a:schemeClr>
              </a:gs>
              <a:gs pos="100000">
                <a:schemeClr val="accent2"/>
              </a:gs>
            </a:gsLst>
            <a:lin ang="5400000" scaled="1"/>
          </a:gradFill>
          <a:ln w="12690" cap="flat">
            <a:noFill/>
            <a:prstDash val="solid"/>
            <a:miter/>
          </a:ln>
        </p:spPr>
        <p:txBody>
          <a:bodyPr rtlCol="0" anchor="ctr"/>
          <a:lstStyle/>
          <a:p>
            <a:pPr defTabSz="1460754"/>
            <a:endParaRPr lang="zh-CN" altLang="en-US" sz="2876">
              <a:solidFill>
                <a:srgbClr val="000000"/>
              </a:solidFill>
              <a:latin typeface="+mn-ea"/>
              <a:cs typeface="OPPOSans M"/>
              <a:sym typeface="+mn-lt"/>
            </a:endParaRPr>
          </a:p>
        </p:txBody>
      </p:sp>
      <p:sp>
        <p:nvSpPr>
          <p:cNvPr id="21" name="文本框 20">
            <a:extLst>
              <a:ext uri="{FF2B5EF4-FFF2-40B4-BE49-F238E27FC236}">
                <a16:creationId xmlns:a16="http://schemas.microsoft.com/office/drawing/2014/main" id="{BB42AF22-491C-88C3-18C3-7F08E5789A59}"/>
              </a:ext>
            </a:extLst>
          </p:cNvPr>
          <p:cNvSpPr txBox="1">
            <a:spLocks/>
          </p:cNvSpPr>
          <p:nvPr/>
        </p:nvSpPr>
        <p:spPr>
          <a:xfrm>
            <a:off x="4079251" y="1148491"/>
            <a:ext cx="737603" cy="73759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新品运营</a:t>
            </a:r>
          </a:p>
        </p:txBody>
      </p:sp>
      <p:sp>
        <p:nvSpPr>
          <p:cNvPr id="22" name="文本框 21">
            <a:extLst>
              <a:ext uri="{FF2B5EF4-FFF2-40B4-BE49-F238E27FC236}">
                <a16:creationId xmlns:a16="http://schemas.microsoft.com/office/drawing/2014/main" id="{A7C9AE7A-3543-E173-43BB-9943991461F9}"/>
              </a:ext>
            </a:extLst>
          </p:cNvPr>
          <p:cNvSpPr txBox="1">
            <a:spLocks/>
          </p:cNvSpPr>
          <p:nvPr/>
        </p:nvSpPr>
        <p:spPr>
          <a:xfrm>
            <a:off x="2856486" y="1402229"/>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分门店运营</a:t>
            </a:r>
          </a:p>
        </p:txBody>
      </p:sp>
      <p:sp>
        <p:nvSpPr>
          <p:cNvPr id="26" name="文本框 25">
            <a:extLst>
              <a:ext uri="{FF2B5EF4-FFF2-40B4-BE49-F238E27FC236}">
                <a16:creationId xmlns:a16="http://schemas.microsoft.com/office/drawing/2014/main" id="{C04BFE80-1B2E-5C7F-57CB-8FE1EE5B11D0}"/>
              </a:ext>
            </a:extLst>
          </p:cNvPr>
          <p:cNvSpPr txBox="1">
            <a:spLocks/>
          </p:cNvSpPr>
          <p:nvPr/>
        </p:nvSpPr>
        <p:spPr>
          <a:xfrm>
            <a:off x="8248118" y="1402229"/>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代金券运营</a:t>
            </a:r>
          </a:p>
        </p:txBody>
      </p:sp>
      <p:sp>
        <p:nvSpPr>
          <p:cNvPr id="27" name="文本框 26">
            <a:extLst>
              <a:ext uri="{FF2B5EF4-FFF2-40B4-BE49-F238E27FC236}">
                <a16:creationId xmlns:a16="http://schemas.microsoft.com/office/drawing/2014/main" id="{DB0AEA36-C31E-E2C3-2C5E-14106B6F7F3A}"/>
              </a:ext>
            </a:extLst>
          </p:cNvPr>
          <p:cNvSpPr txBox="1">
            <a:spLocks/>
          </p:cNvSpPr>
          <p:nvPr/>
        </p:nvSpPr>
        <p:spPr>
          <a:xfrm>
            <a:off x="7375148" y="1148491"/>
            <a:ext cx="737603" cy="73759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套餐运营</a:t>
            </a:r>
          </a:p>
        </p:txBody>
      </p:sp>
      <p:sp>
        <p:nvSpPr>
          <p:cNvPr id="28" name="文本框 27">
            <a:extLst>
              <a:ext uri="{FF2B5EF4-FFF2-40B4-BE49-F238E27FC236}">
                <a16:creationId xmlns:a16="http://schemas.microsoft.com/office/drawing/2014/main" id="{11B95C66-D440-68B6-A9A8-4B0AE811303D}"/>
              </a:ext>
            </a:extLst>
          </p:cNvPr>
          <p:cNvSpPr txBox="1">
            <a:spLocks/>
          </p:cNvSpPr>
          <p:nvPr/>
        </p:nvSpPr>
        <p:spPr>
          <a:xfrm>
            <a:off x="4816854" y="1964645"/>
            <a:ext cx="737603" cy="73759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爆品运营</a:t>
            </a:r>
          </a:p>
        </p:txBody>
      </p:sp>
      <p:sp>
        <p:nvSpPr>
          <p:cNvPr id="29" name="文本框 28">
            <a:extLst>
              <a:ext uri="{FF2B5EF4-FFF2-40B4-BE49-F238E27FC236}">
                <a16:creationId xmlns:a16="http://schemas.microsoft.com/office/drawing/2014/main" id="{F99959F9-27AB-5F6D-1C08-5090B7D40169}"/>
              </a:ext>
            </a:extLst>
          </p:cNvPr>
          <p:cNvSpPr txBox="1">
            <a:spLocks/>
          </p:cNvSpPr>
          <p:nvPr/>
        </p:nvSpPr>
        <p:spPr>
          <a:xfrm>
            <a:off x="6620624" y="1964645"/>
            <a:ext cx="737603" cy="73759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分时运营</a:t>
            </a:r>
          </a:p>
        </p:txBody>
      </p:sp>
    </p:spTree>
    <p:extLst>
      <p:ext uri="{BB962C8B-B14F-4D97-AF65-F5344CB8AC3E}">
        <p14:creationId xmlns:p14="http://schemas.microsoft.com/office/powerpoint/2010/main" val="30209472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169" name="椭圆 168">
            <a:extLst>
              <a:ext uri="{FF2B5EF4-FFF2-40B4-BE49-F238E27FC236}">
                <a16:creationId xmlns:a16="http://schemas.microsoft.com/office/drawing/2014/main" id="{28326883-8421-2D3C-1D9E-002018503936}"/>
              </a:ext>
            </a:extLst>
          </p:cNvPr>
          <p:cNvSpPr/>
          <p:nvPr/>
        </p:nvSpPr>
        <p:spPr>
          <a:xfrm>
            <a:off x="1883905" y="3369038"/>
            <a:ext cx="8424190" cy="2903373"/>
          </a:xfrm>
          <a:prstGeom prst="ellipse">
            <a:avLst/>
          </a:prstGeom>
          <a:gradFill>
            <a:gsLst>
              <a:gs pos="0">
                <a:schemeClr val="accent1">
                  <a:alpha val="0"/>
                </a:schemeClr>
              </a:gs>
              <a:gs pos="100000">
                <a:schemeClr val="accent1">
                  <a:alpha val="10000"/>
                </a:schemeClr>
              </a:gs>
            </a:gsLst>
            <a:lin ang="5400000" scaled="0"/>
          </a:gra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AAFF5BD0-9026-CFCD-2AE9-2C20691F3B76}"/>
              </a:ext>
            </a:extLst>
          </p:cNvPr>
          <p:cNvSpPr/>
          <p:nvPr/>
        </p:nvSpPr>
        <p:spPr>
          <a:xfrm>
            <a:off x="1925320" y="375920"/>
            <a:ext cx="8341360" cy="7899550"/>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gs>
              </a:gsLst>
              <a:lin ang="5400000" scaled="1"/>
            </a:gradFill>
          </a:ln>
          <a:scene3d>
            <a:camera prst="perspectiveLeft">
              <a:rot lat="174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z</a:t>
            </a:r>
            <a:endParaRPr lang="zh-CN" altLang="en-US" dirty="0"/>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数据展示模型</a:t>
            </a:r>
            <a:endParaRPr lang="en-US" altLang="zh-CN" dirty="0"/>
          </a:p>
        </p:txBody>
      </p:sp>
      <p:sp>
        <p:nvSpPr>
          <p:cNvPr id="7" name="椭圆 6">
            <a:extLst>
              <a:ext uri="{FF2B5EF4-FFF2-40B4-BE49-F238E27FC236}">
                <a16:creationId xmlns:a16="http://schemas.microsoft.com/office/drawing/2014/main" id="{25998090-6B65-5646-2E71-40D3E051D4EF}"/>
              </a:ext>
            </a:extLst>
          </p:cNvPr>
          <p:cNvSpPr/>
          <p:nvPr/>
        </p:nvSpPr>
        <p:spPr>
          <a:xfrm>
            <a:off x="2438530" y="1056156"/>
            <a:ext cx="7314942" cy="6259043"/>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gs>
              </a:gsLst>
              <a:lin ang="5400000" scaled="1"/>
            </a:gradFill>
          </a:ln>
          <a:scene3d>
            <a:camera prst="perspectiveLeft">
              <a:rot lat="174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a:extLst>
              <a:ext uri="{FF2B5EF4-FFF2-40B4-BE49-F238E27FC236}">
                <a16:creationId xmlns:a16="http://schemas.microsoft.com/office/drawing/2014/main" id="{F1232908-B2A6-ABE9-68B8-DE96CD5521B3}"/>
              </a:ext>
            </a:extLst>
          </p:cNvPr>
          <p:cNvSpPr/>
          <p:nvPr/>
        </p:nvSpPr>
        <p:spPr>
          <a:xfrm>
            <a:off x="3213100" y="1386280"/>
            <a:ext cx="5765800" cy="5105188"/>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gs>
              </a:gsLst>
              <a:lin ang="5400000" scaled="1"/>
            </a:gradFill>
          </a:ln>
          <a:scene3d>
            <a:camera prst="perspectiveLeft">
              <a:rot lat="174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EF40ACF0-A7DE-10EC-DE46-FD760E01B120}"/>
              </a:ext>
            </a:extLst>
          </p:cNvPr>
          <p:cNvSpPr/>
          <p:nvPr/>
        </p:nvSpPr>
        <p:spPr>
          <a:xfrm>
            <a:off x="4072467" y="2244405"/>
            <a:ext cx="4047066" cy="3326273"/>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gs>
              </a:gsLst>
              <a:lin ang="5400000" scaled="1"/>
            </a:gradFill>
          </a:ln>
          <a:scene3d>
            <a:camera prst="perspectiveLeft">
              <a:rot lat="174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 name="组合 10">
            <a:extLst>
              <a:ext uri="{FF2B5EF4-FFF2-40B4-BE49-F238E27FC236}">
                <a16:creationId xmlns:a16="http://schemas.microsoft.com/office/drawing/2014/main" id="{B4FD24A9-4CCA-D258-403D-BA552D1324C1}"/>
              </a:ext>
            </a:extLst>
          </p:cNvPr>
          <p:cNvGrpSpPr/>
          <p:nvPr/>
        </p:nvGrpSpPr>
        <p:grpSpPr>
          <a:xfrm>
            <a:off x="5350777" y="3070684"/>
            <a:ext cx="1490440" cy="1244145"/>
            <a:chOff x="4325630" y="412313"/>
            <a:chExt cx="2224180" cy="2053604"/>
          </a:xfrm>
        </p:grpSpPr>
        <p:sp>
          <p:nvSpPr>
            <p:cNvPr id="54" name="任意多边形: 形状 53">
              <a:extLst>
                <a:ext uri="{FF2B5EF4-FFF2-40B4-BE49-F238E27FC236}">
                  <a16:creationId xmlns:a16="http://schemas.microsoft.com/office/drawing/2014/main" id="{6C9439E5-EAE3-3828-2AA9-DB8330E2FA5D}"/>
                </a:ext>
              </a:extLst>
            </p:cNvPr>
            <p:cNvSpPr/>
            <p:nvPr/>
          </p:nvSpPr>
          <p:spPr>
            <a:xfrm>
              <a:off x="4325630" y="1350432"/>
              <a:ext cx="2224180" cy="742951"/>
            </a:xfrm>
            <a:custGeom>
              <a:avLst/>
              <a:gdLst>
                <a:gd name="connsiteX0" fmla="*/ 1026803 w 2053605"/>
                <a:gd name="connsiteY0" fmla="*/ 0 h 742950"/>
                <a:gd name="connsiteX1" fmla="*/ 1600898 w 2053605"/>
                <a:gd name="connsiteY1" fmla="*/ 63442 h 742950"/>
                <a:gd name="connsiteX2" fmla="*/ 1731547 w 2053605"/>
                <a:gd name="connsiteY2" fmla="*/ 102440 h 742950"/>
                <a:gd name="connsiteX3" fmla="*/ 2053603 w 2053605"/>
                <a:gd name="connsiteY3" fmla="*/ 102440 h 742950"/>
                <a:gd name="connsiteX4" fmla="*/ 2053603 w 2053605"/>
                <a:gd name="connsiteY4" fmla="*/ 371468 h 742950"/>
                <a:gd name="connsiteX5" fmla="*/ 2053605 w 2053605"/>
                <a:gd name="connsiteY5" fmla="*/ 371475 h 742950"/>
                <a:gd name="connsiteX6" fmla="*/ 1026803 w 2053605"/>
                <a:gd name="connsiteY6" fmla="*/ 742950 h 742950"/>
                <a:gd name="connsiteX7" fmla="*/ 1 w 2053605"/>
                <a:gd name="connsiteY7" fmla="*/ 371475 h 742950"/>
                <a:gd name="connsiteX8" fmla="*/ 0 w 2053605"/>
                <a:gd name="connsiteY8" fmla="*/ 371475 h 742950"/>
                <a:gd name="connsiteX9" fmla="*/ 0 w 2053605"/>
                <a:gd name="connsiteY9" fmla="*/ 102440 h 742950"/>
                <a:gd name="connsiteX10" fmla="*/ 322060 w 2053605"/>
                <a:gd name="connsiteY10" fmla="*/ 102440 h 742950"/>
                <a:gd name="connsiteX11" fmla="*/ 452709 w 2053605"/>
                <a:gd name="connsiteY11" fmla="*/ 63442 h 742950"/>
                <a:gd name="connsiteX12" fmla="*/ 1026803 w 2053605"/>
                <a:gd name="connsiteY12" fmla="*/ 0 h 74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3605" h="742950">
                  <a:moveTo>
                    <a:pt x="1026803" y="0"/>
                  </a:moveTo>
                  <a:cubicBezTo>
                    <a:pt x="1239461" y="0"/>
                    <a:pt x="1437019" y="23388"/>
                    <a:pt x="1600898" y="63442"/>
                  </a:cubicBezTo>
                  <a:lnTo>
                    <a:pt x="1731547" y="102440"/>
                  </a:lnTo>
                  <a:lnTo>
                    <a:pt x="2053603" y="102440"/>
                  </a:lnTo>
                  <a:lnTo>
                    <a:pt x="2053603" y="371468"/>
                  </a:lnTo>
                  <a:lnTo>
                    <a:pt x="2053605" y="371475"/>
                  </a:lnTo>
                  <a:cubicBezTo>
                    <a:pt x="2053605" y="576635"/>
                    <a:pt x="1593890" y="742950"/>
                    <a:pt x="1026803" y="742950"/>
                  </a:cubicBezTo>
                  <a:cubicBezTo>
                    <a:pt x="459716" y="742950"/>
                    <a:pt x="1" y="576635"/>
                    <a:pt x="1" y="371475"/>
                  </a:cubicBezTo>
                  <a:lnTo>
                    <a:pt x="0" y="371475"/>
                  </a:lnTo>
                  <a:lnTo>
                    <a:pt x="0" y="102440"/>
                  </a:lnTo>
                  <a:lnTo>
                    <a:pt x="322060" y="102440"/>
                  </a:lnTo>
                  <a:lnTo>
                    <a:pt x="452709" y="63442"/>
                  </a:lnTo>
                  <a:cubicBezTo>
                    <a:pt x="616587" y="23388"/>
                    <a:pt x="814146" y="0"/>
                    <a:pt x="1026803" y="0"/>
                  </a:cubicBezTo>
                  <a:close/>
                </a:path>
              </a:pathLst>
            </a:custGeom>
            <a:gradFill>
              <a:gsLst>
                <a:gs pos="25000">
                  <a:schemeClr val="accent1">
                    <a:alpha val="51000"/>
                  </a:schemeClr>
                </a:gs>
                <a:gs pos="10000">
                  <a:schemeClr val="accent1">
                    <a:alpha val="0"/>
                  </a:schemeClr>
                </a:gs>
                <a:gs pos="100000">
                  <a:schemeClr val="accent1">
                    <a:alpha val="6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3779" dirty="0"/>
            </a:p>
          </p:txBody>
        </p:sp>
        <p:sp>
          <p:nvSpPr>
            <p:cNvPr id="55" name="椭圆 54">
              <a:extLst>
                <a:ext uri="{FF2B5EF4-FFF2-40B4-BE49-F238E27FC236}">
                  <a16:creationId xmlns:a16="http://schemas.microsoft.com/office/drawing/2014/main" id="{65D664FC-4C08-0EA5-9241-93E8F9C6C601}"/>
                </a:ext>
              </a:extLst>
            </p:cNvPr>
            <p:cNvSpPr/>
            <p:nvPr/>
          </p:nvSpPr>
          <p:spPr>
            <a:xfrm>
              <a:off x="4333241" y="412313"/>
              <a:ext cx="2208954" cy="2053604"/>
            </a:xfrm>
            <a:prstGeom prst="ellipse">
              <a:avLst/>
            </a:prstGeom>
            <a:gradFill>
              <a:gsLst>
                <a:gs pos="0">
                  <a:schemeClr val="accent1">
                    <a:alpha val="0"/>
                  </a:schemeClr>
                </a:gs>
                <a:gs pos="47000">
                  <a:schemeClr val="accent1">
                    <a:alpha val="66000"/>
                  </a:schemeClr>
                </a:gs>
              </a:gsLst>
              <a:lin ang="5400000" scaled="1"/>
            </a:gradFill>
            <a:ln w="22225">
              <a:noFill/>
            </a:ln>
            <a:scene3d>
              <a:camera prst="perspectiveRelaxed">
                <a:rot lat="17400000" lon="0" rev="0"/>
              </a:camera>
              <a:lightRig rig="contrasting"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grpSp>
      <p:sp>
        <p:nvSpPr>
          <p:cNvPr id="12" name="椭圆 11">
            <a:extLst>
              <a:ext uri="{FF2B5EF4-FFF2-40B4-BE49-F238E27FC236}">
                <a16:creationId xmlns:a16="http://schemas.microsoft.com/office/drawing/2014/main" id="{4E7450B7-D050-503C-1C23-48E76EEAFB1E}"/>
              </a:ext>
            </a:extLst>
          </p:cNvPr>
          <p:cNvSpPr/>
          <p:nvPr/>
        </p:nvSpPr>
        <p:spPr>
          <a:xfrm>
            <a:off x="5246865" y="3112502"/>
            <a:ext cx="1698269" cy="1535380"/>
          </a:xfrm>
          <a:prstGeom prst="ellipse">
            <a:avLst/>
          </a:prstGeom>
          <a:noFill/>
          <a:ln w="22225">
            <a:gradFill>
              <a:gsLst>
                <a:gs pos="19000">
                  <a:schemeClr val="accent1">
                    <a:alpha val="0"/>
                  </a:schemeClr>
                </a:gs>
                <a:gs pos="50000">
                  <a:schemeClr val="accent1">
                    <a:alpha val="39000"/>
                  </a:schemeClr>
                </a:gs>
                <a:gs pos="100000">
                  <a:schemeClr val="accent1">
                    <a:alpha val="0"/>
                  </a:schemeClr>
                </a:gs>
                <a:gs pos="79000">
                  <a:schemeClr val="accent1"/>
                </a:gs>
              </a:gsLst>
              <a:lin ang="5400000" scaled="1"/>
            </a:gradFill>
          </a:ln>
          <a:scene3d>
            <a:camera prst="perspectiveRelaxed">
              <a:rot lat="17400000" lon="0" rev="0"/>
            </a:camera>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14" name="椭圆 13">
            <a:extLst>
              <a:ext uri="{FF2B5EF4-FFF2-40B4-BE49-F238E27FC236}">
                <a16:creationId xmlns:a16="http://schemas.microsoft.com/office/drawing/2014/main" id="{F28CE8AA-FD09-CE57-E1DA-9478CB046AAC}"/>
              </a:ext>
            </a:extLst>
          </p:cNvPr>
          <p:cNvSpPr/>
          <p:nvPr/>
        </p:nvSpPr>
        <p:spPr>
          <a:xfrm>
            <a:off x="4892353" y="2791990"/>
            <a:ext cx="2407296" cy="2176403"/>
          </a:xfrm>
          <a:prstGeom prst="ellipse">
            <a:avLst/>
          </a:prstGeom>
          <a:noFill/>
          <a:ln w="22225">
            <a:gradFill>
              <a:gsLst>
                <a:gs pos="16000">
                  <a:schemeClr val="accent1">
                    <a:alpha val="0"/>
                  </a:schemeClr>
                </a:gs>
                <a:gs pos="87000">
                  <a:schemeClr val="accent1"/>
                </a:gs>
                <a:gs pos="59000">
                  <a:schemeClr val="accent1">
                    <a:alpha val="0"/>
                  </a:schemeClr>
                </a:gs>
                <a:gs pos="36000">
                  <a:schemeClr val="accent1"/>
                </a:gs>
                <a:gs pos="100000">
                  <a:schemeClr val="accent1">
                    <a:alpha val="0"/>
                  </a:schemeClr>
                </a:gs>
              </a:gsLst>
              <a:lin ang="5400000" scaled="1"/>
            </a:gradFill>
          </a:ln>
          <a:scene3d>
            <a:camera prst="perspectiveRelaxed">
              <a:rot lat="17400000" lon="0" rev="0"/>
            </a:camera>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15" name="椭圆 14">
            <a:extLst>
              <a:ext uri="{FF2B5EF4-FFF2-40B4-BE49-F238E27FC236}">
                <a16:creationId xmlns:a16="http://schemas.microsoft.com/office/drawing/2014/main" id="{02FD66F2-A82B-5866-C2FF-FDC176BB97B5}"/>
              </a:ext>
            </a:extLst>
          </p:cNvPr>
          <p:cNvSpPr/>
          <p:nvPr/>
        </p:nvSpPr>
        <p:spPr>
          <a:xfrm>
            <a:off x="4590717" y="2528809"/>
            <a:ext cx="3010569" cy="2721814"/>
          </a:xfrm>
          <a:prstGeom prst="ellipse">
            <a:avLst/>
          </a:prstGeom>
          <a:noFill/>
          <a:ln w="22225">
            <a:gradFill>
              <a:gsLst>
                <a:gs pos="0">
                  <a:schemeClr val="accent1">
                    <a:alpha val="0"/>
                  </a:schemeClr>
                </a:gs>
                <a:gs pos="100000">
                  <a:schemeClr val="accent1"/>
                </a:gs>
              </a:gsLst>
              <a:lin ang="5400000" scaled="1"/>
            </a:gradFill>
            <a:prstDash val="sysDash"/>
          </a:ln>
          <a:scene3d>
            <a:camera prst="perspectiveRelaxed">
              <a:rot lat="17400000" lon="0" rev="0"/>
            </a:camera>
            <a:lightRig rig="contrasting"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19" name="任意多边形: 形状 18">
            <a:extLst>
              <a:ext uri="{FF2B5EF4-FFF2-40B4-BE49-F238E27FC236}">
                <a16:creationId xmlns:a16="http://schemas.microsoft.com/office/drawing/2014/main" id="{14E435C1-C26F-E5FE-B966-85F0EB510E6F}"/>
              </a:ext>
            </a:extLst>
          </p:cNvPr>
          <p:cNvSpPr/>
          <p:nvPr/>
        </p:nvSpPr>
        <p:spPr>
          <a:xfrm flipV="1">
            <a:off x="5181599" y="2467903"/>
            <a:ext cx="1828802" cy="1804938"/>
          </a:xfrm>
          <a:custGeom>
            <a:avLst/>
            <a:gdLst>
              <a:gd name="connsiteX0" fmla="*/ 0 w 2048934"/>
              <a:gd name="connsiteY0" fmla="*/ 2169930 h 2169930"/>
              <a:gd name="connsiteX1" fmla="*/ 2048934 w 2048934"/>
              <a:gd name="connsiteY1" fmla="*/ 2169930 h 2169930"/>
              <a:gd name="connsiteX2" fmla="*/ 1713894 w 2048934"/>
              <a:gd name="connsiteY2" fmla="*/ 237082 h 2169930"/>
              <a:gd name="connsiteX3" fmla="*/ 1704317 w 2048934"/>
              <a:gd name="connsiteY3" fmla="*/ 237082 h 2169930"/>
              <a:gd name="connsiteX4" fmla="*/ 1710534 w 2048934"/>
              <a:gd name="connsiteY4" fmla="*/ 217528 h 2169930"/>
              <a:gd name="connsiteX5" fmla="*/ 1024466 w 2048934"/>
              <a:gd name="connsiteY5" fmla="*/ 0 h 2169930"/>
              <a:gd name="connsiteX6" fmla="*/ 338398 w 2048934"/>
              <a:gd name="connsiteY6" fmla="*/ 217528 h 2169930"/>
              <a:gd name="connsiteX7" fmla="*/ 344615 w 2048934"/>
              <a:gd name="connsiteY7" fmla="*/ 237082 h 2169930"/>
              <a:gd name="connsiteX8" fmla="*/ 335040 w 2048934"/>
              <a:gd name="connsiteY8" fmla="*/ 237082 h 2169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48934" h="2169930">
                <a:moveTo>
                  <a:pt x="0" y="2169930"/>
                </a:moveTo>
                <a:lnTo>
                  <a:pt x="2048934" y="2169930"/>
                </a:lnTo>
                <a:lnTo>
                  <a:pt x="1713894" y="237082"/>
                </a:lnTo>
                <a:lnTo>
                  <a:pt x="1704317" y="237082"/>
                </a:lnTo>
                <a:lnTo>
                  <a:pt x="1710534" y="217528"/>
                </a:lnTo>
                <a:cubicBezTo>
                  <a:pt x="1710534" y="97391"/>
                  <a:pt x="1403371" y="0"/>
                  <a:pt x="1024466" y="0"/>
                </a:cubicBezTo>
                <a:cubicBezTo>
                  <a:pt x="645561" y="0"/>
                  <a:pt x="338398" y="97391"/>
                  <a:pt x="338398" y="217528"/>
                </a:cubicBezTo>
                <a:lnTo>
                  <a:pt x="344615" y="237082"/>
                </a:lnTo>
                <a:lnTo>
                  <a:pt x="335040" y="237082"/>
                </a:lnTo>
                <a:close/>
              </a:path>
            </a:pathLst>
          </a:custGeom>
          <a:gradFill>
            <a:gsLst>
              <a:gs pos="0">
                <a:schemeClr val="accent1">
                  <a:alpha val="53000"/>
                </a:schemeClr>
              </a:gs>
              <a:gs pos="10000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3779" dirty="0"/>
          </a:p>
        </p:txBody>
      </p:sp>
      <p:sp>
        <p:nvSpPr>
          <p:cNvPr id="16" name="椭圆 15">
            <a:extLst>
              <a:ext uri="{FF2B5EF4-FFF2-40B4-BE49-F238E27FC236}">
                <a16:creationId xmlns:a16="http://schemas.microsoft.com/office/drawing/2014/main" id="{67C0D659-EFD5-E843-E02B-D9AB14D4DDE2}"/>
              </a:ext>
            </a:extLst>
          </p:cNvPr>
          <p:cNvSpPr/>
          <p:nvPr/>
        </p:nvSpPr>
        <p:spPr>
          <a:xfrm>
            <a:off x="5229094" y="1412240"/>
            <a:ext cx="1733812" cy="1733810"/>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600" b="1">
              <a:solidFill>
                <a:schemeClr val="tx1"/>
              </a:solidFill>
              <a:latin typeface="+mj-ea"/>
              <a:ea typeface="+mj-ea"/>
            </a:endParaRPr>
          </a:p>
        </p:txBody>
      </p:sp>
      <p:grpSp>
        <p:nvGrpSpPr>
          <p:cNvPr id="17" name="组合 16">
            <a:extLst>
              <a:ext uri="{FF2B5EF4-FFF2-40B4-BE49-F238E27FC236}">
                <a16:creationId xmlns:a16="http://schemas.microsoft.com/office/drawing/2014/main" id="{18744D2A-FD26-50D4-9320-6BBA5E68D58F}"/>
              </a:ext>
            </a:extLst>
          </p:cNvPr>
          <p:cNvGrpSpPr/>
          <p:nvPr/>
        </p:nvGrpSpPr>
        <p:grpSpPr>
          <a:xfrm>
            <a:off x="5709293" y="3123323"/>
            <a:ext cx="773414" cy="748233"/>
            <a:chOff x="5641975" y="2999361"/>
            <a:chExt cx="929812" cy="899540"/>
          </a:xfrm>
        </p:grpSpPr>
        <p:cxnSp>
          <p:nvCxnSpPr>
            <p:cNvPr id="26" name="直接连接符 25">
              <a:extLst>
                <a:ext uri="{FF2B5EF4-FFF2-40B4-BE49-F238E27FC236}">
                  <a16:creationId xmlns:a16="http://schemas.microsoft.com/office/drawing/2014/main" id="{889A54AE-5072-09F8-B45E-F96469D2A732}"/>
                </a:ext>
              </a:extLst>
            </p:cNvPr>
            <p:cNvCxnSpPr/>
            <p:nvPr/>
          </p:nvCxnSpPr>
          <p:spPr>
            <a:xfrm>
              <a:off x="5641975" y="3203575"/>
              <a:ext cx="0" cy="450850"/>
            </a:xfrm>
            <a:prstGeom prst="line">
              <a:avLst/>
            </a:prstGeom>
            <a:ln>
              <a:gradFill>
                <a:gsLst>
                  <a:gs pos="0">
                    <a:schemeClr val="accent1"/>
                  </a:gs>
                  <a:gs pos="27000">
                    <a:schemeClr val="accent1">
                      <a:alpha val="0"/>
                    </a:schemeClr>
                  </a:gs>
                  <a:gs pos="60000">
                    <a:schemeClr val="accent1"/>
                  </a:gs>
                  <a:gs pos="83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B70E7EB8-4DDD-3824-D6E2-E5115692DBF0}"/>
                </a:ext>
              </a:extLst>
            </p:cNvPr>
            <p:cNvCxnSpPr/>
            <p:nvPr/>
          </p:nvCxnSpPr>
          <p:spPr>
            <a:xfrm>
              <a:off x="5813425" y="3381375"/>
              <a:ext cx="0" cy="450850"/>
            </a:xfrm>
            <a:prstGeom prst="line">
              <a:avLst/>
            </a:prstGeom>
            <a:ln>
              <a:gradFill flip="none" rotWithShape="1">
                <a:gsLst>
                  <a:gs pos="0">
                    <a:schemeClr val="accent1"/>
                  </a:gs>
                  <a:gs pos="27000">
                    <a:schemeClr val="accent1">
                      <a:alpha val="0"/>
                    </a:schemeClr>
                  </a:gs>
                  <a:gs pos="60000">
                    <a:schemeClr val="accent1"/>
                  </a:gs>
                  <a:gs pos="83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AB7E7E11-1FD2-B382-A503-F9F9CA981041}"/>
                </a:ext>
              </a:extLst>
            </p:cNvPr>
            <p:cNvCxnSpPr>
              <a:cxnSpLocks/>
            </p:cNvCxnSpPr>
            <p:nvPr/>
          </p:nvCxnSpPr>
          <p:spPr>
            <a:xfrm>
              <a:off x="6010275" y="3381375"/>
              <a:ext cx="0" cy="258763"/>
            </a:xfrm>
            <a:prstGeom prst="line">
              <a:avLst/>
            </a:prstGeom>
            <a:ln>
              <a:gradFill>
                <a:gsLst>
                  <a:gs pos="0">
                    <a:schemeClr val="accent1"/>
                  </a:gs>
                  <a:gs pos="27000">
                    <a:schemeClr val="accent1">
                      <a:alpha val="0"/>
                    </a:schemeClr>
                  </a:gs>
                  <a:gs pos="60000">
                    <a:schemeClr val="accent1"/>
                  </a:gs>
                  <a:gs pos="83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3E1910A3-397C-E00E-4ABB-82D66E16316C}"/>
                </a:ext>
              </a:extLst>
            </p:cNvPr>
            <p:cNvCxnSpPr>
              <a:cxnSpLocks/>
            </p:cNvCxnSpPr>
            <p:nvPr/>
          </p:nvCxnSpPr>
          <p:spPr>
            <a:xfrm>
              <a:off x="6010275" y="3640138"/>
              <a:ext cx="0" cy="258763"/>
            </a:xfrm>
            <a:prstGeom prst="line">
              <a:avLst/>
            </a:prstGeom>
            <a:ln>
              <a:gradFill>
                <a:gsLst>
                  <a:gs pos="0">
                    <a:schemeClr val="accent1"/>
                  </a:gs>
                  <a:gs pos="27000">
                    <a:schemeClr val="accent1">
                      <a:alpha val="0"/>
                    </a:schemeClr>
                  </a:gs>
                  <a:gs pos="60000">
                    <a:schemeClr val="accent1"/>
                  </a:gs>
                  <a:gs pos="83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411D7F7-2C25-28F5-ECF2-E49B985B8B48}"/>
                </a:ext>
              </a:extLst>
            </p:cNvPr>
            <p:cNvCxnSpPr/>
            <p:nvPr/>
          </p:nvCxnSpPr>
          <p:spPr>
            <a:xfrm>
              <a:off x="6223000" y="3155950"/>
              <a:ext cx="0" cy="450850"/>
            </a:xfrm>
            <a:prstGeom prst="line">
              <a:avLst/>
            </a:prstGeom>
            <a:ln>
              <a:gradFill flip="none" rotWithShape="1">
                <a:gsLst>
                  <a:gs pos="0">
                    <a:schemeClr val="accent1"/>
                  </a:gs>
                  <a:gs pos="27000">
                    <a:schemeClr val="accent1">
                      <a:alpha val="0"/>
                    </a:schemeClr>
                  </a:gs>
                  <a:gs pos="60000">
                    <a:schemeClr val="accent1"/>
                  </a:gs>
                  <a:gs pos="83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DBF4E6B-8BBB-4A49-C53A-54967751A699}"/>
                </a:ext>
              </a:extLst>
            </p:cNvPr>
            <p:cNvCxnSpPr/>
            <p:nvPr/>
          </p:nvCxnSpPr>
          <p:spPr>
            <a:xfrm>
              <a:off x="6426200" y="3318669"/>
              <a:ext cx="0" cy="450850"/>
            </a:xfrm>
            <a:prstGeom prst="line">
              <a:avLst/>
            </a:prstGeom>
            <a:ln>
              <a:gradFill flip="none" rotWithShape="1">
                <a:gsLst>
                  <a:gs pos="0">
                    <a:schemeClr val="accent1"/>
                  </a:gs>
                  <a:gs pos="27000">
                    <a:schemeClr val="accent1">
                      <a:alpha val="0"/>
                    </a:schemeClr>
                  </a:gs>
                  <a:gs pos="60000">
                    <a:schemeClr val="accent1"/>
                  </a:gs>
                  <a:gs pos="83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4D548200-63B9-F612-B86A-73D0265D385B}"/>
                </a:ext>
              </a:extLst>
            </p:cNvPr>
            <p:cNvCxnSpPr/>
            <p:nvPr/>
          </p:nvCxnSpPr>
          <p:spPr>
            <a:xfrm>
              <a:off x="6553200" y="3172619"/>
              <a:ext cx="0" cy="450850"/>
            </a:xfrm>
            <a:prstGeom prst="line">
              <a:avLst/>
            </a:prstGeom>
            <a:ln>
              <a:gradFill>
                <a:gsLst>
                  <a:gs pos="0">
                    <a:schemeClr val="accent1"/>
                  </a:gs>
                  <a:gs pos="27000">
                    <a:schemeClr val="accent1">
                      <a:alpha val="0"/>
                    </a:schemeClr>
                  </a:gs>
                  <a:gs pos="60000">
                    <a:schemeClr val="accent1"/>
                  </a:gs>
                  <a:gs pos="83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3" name="椭圆 32">
              <a:extLst>
                <a:ext uri="{FF2B5EF4-FFF2-40B4-BE49-F238E27FC236}">
                  <a16:creationId xmlns:a16="http://schemas.microsoft.com/office/drawing/2014/main" id="{D6653DDD-1FB5-BE08-9F79-A6A11C9C9168}"/>
                </a:ext>
              </a:extLst>
            </p:cNvPr>
            <p:cNvSpPr/>
            <p:nvPr/>
          </p:nvSpPr>
          <p:spPr>
            <a:xfrm>
              <a:off x="6553199" y="3583714"/>
              <a:ext cx="18588" cy="18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34" name="椭圆 33">
              <a:extLst>
                <a:ext uri="{FF2B5EF4-FFF2-40B4-BE49-F238E27FC236}">
                  <a16:creationId xmlns:a16="http://schemas.microsoft.com/office/drawing/2014/main" id="{A516CFB7-F83B-3447-B87B-B6C1D00A4A76}"/>
                </a:ext>
              </a:extLst>
            </p:cNvPr>
            <p:cNvSpPr/>
            <p:nvPr/>
          </p:nvSpPr>
          <p:spPr>
            <a:xfrm>
              <a:off x="6553199" y="3656645"/>
              <a:ext cx="18588" cy="18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35" name="椭圆 34">
              <a:extLst>
                <a:ext uri="{FF2B5EF4-FFF2-40B4-BE49-F238E27FC236}">
                  <a16:creationId xmlns:a16="http://schemas.microsoft.com/office/drawing/2014/main" id="{C9A2B1E7-4843-8874-E314-B3B61AF31AAE}"/>
                </a:ext>
              </a:extLst>
            </p:cNvPr>
            <p:cNvSpPr/>
            <p:nvPr/>
          </p:nvSpPr>
          <p:spPr>
            <a:xfrm>
              <a:off x="6407612" y="3337736"/>
              <a:ext cx="18588" cy="18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36" name="椭圆 35">
              <a:extLst>
                <a:ext uri="{FF2B5EF4-FFF2-40B4-BE49-F238E27FC236}">
                  <a16:creationId xmlns:a16="http://schemas.microsoft.com/office/drawing/2014/main" id="{46D664CD-8F98-BD10-9745-82DEF49FD42C}"/>
                </a:ext>
              </a:extLst>
            </p:cNvPr>
            <p:cNvSpPr/>
            <p:nvPr/>
          </p:nvSpPr>
          <p:spPr>
            <a:xfrm>
              <a:off x="6213475" y="3683044"/>
              <a:ext cx="18588" cy="18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37" name="椭圆 36">
              <a:extLst>
                <a:ext uri="{FF2B5EF4-FFF2-40B4-BE49-F238E27FC236}">
                  <a16:creationId xmlns:a16="http://schemas.microsoft.com/office/drawing/2014/main" id="{DA7FE8D1-8159-CD50-ECE8-D715D351DD2C}"/>
                </a:ext>
              </a:extLst>
            </p:cNvPr>
            <p:cNvSpPr/>
            <p:nvPr/>
          </p:nvSpPr>
          <p:spPr>
            <a:xfrm>
              <a:off x="5806709" y="3692255"/>
              <a:ext cx="18588" cy="18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38" name="椭圆 37">
              <a:extLst>
                <a:ext uri="{FF2B5EF4-FFF2-40B4-BE49-F238E27FC236}">
                  <a16:creationId xmlns:a16="http://schemas.microsoft.com/office/drawing/2014/main" id="{7BA02D33-7F81-F837-D5B6-E3A93B9946A3}"/>
                </a:ext>
              </a:extLst>
            </p:cNvPr>
            <p:cNvSpPr/>
            <p:nvPr/>
          </p:nvSpPr>
          <p:spPr>
            <a:xfrm>
              <a:off x="5643532" y="3613884"/>
              <a:ext cx="18588" cy="18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39" name="椭圆 38">
              <a:extLst>
                <a:ext uri="{FF2B5EF4-FFF2-40B4-BE49-F238E27FC236}">
                  <a16:creationId xmlns:a16="http://schemas.microsoft.com/office/drawing/2014/main" id="{416C77FB-E600-2944-6C11-169C9C5BC4D8}"/>
                </a:ext>
              </a:extLst>
            </p:cNvPr>
            <p:cNvSpPr/>
            <p:nvPr/>
          </p:nvSpPr>
          <p:spPr>
            <a:xfrm>
              <a:off x="5643532" y="3691250"/>
              <a:ext cx="18588" cy="18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40" name="椭圆 39">
              <a:extLst>
                <a:ext uri="{FF2B5EF4-FFF2-40B4-BE49-F238E27FC236}">
                  <a16:creationId xmlns:a16="http://schemas.microsoft.com/office/drawing/2014/main" id="{FF36773E-6E6A-520C-D92B-5A9A48628A63}"/>
                </a:ext>
              </a:extLst>
            </p:cNvPr>
            <p:cNvSpPr/>
            <p:nvPr/>
          </p:nvSpPr>
          <p:spPr>
            <a:xfrm>
              <a:off x="5643532" y="3757478"/>
              <a:ext cx="18588" cy="18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41" name="椭圆 40">
              <a:extLst>
                <a:ext uri="{FF2B5EF4-FFF2-40B4-BE49-F238E27FC236}">
                  <a16:creationId xmlns:a16="http://schemas.microsoft.com/office/drawing/2014/main" id="{3481BBD1-48EC-534A-F3DF-A179C6E1DCAD}"/>
                </a:ext>
              </a:extLst>
            </p:cNvPr>
            <p:cNvSpPr/>
            <p:nvPr/>
          </p:nvSpPr>
          <p:spPr>
            <a:xfrm>
              <a:off x="5803996" y="3389165"/>
              <a:ext cx="18588" cy="18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42" name="椭圆 41">
              <a:extLst>
                <a:ext uri="{FF2B5EF4-FFF2-40B4-BE49-F238E27FC236}">
                  <a16:creationId xmlns:a16="http://schemas.microsoft.com/office/drawing/2014/main" id="{1D65CAFF-4C38-D20F-FA5F-8183803ABFF8}"/>
                </a:ext>
              </a:extLst>
            </p:cNvPr>
            <p:cNvSpPr/>
            <p:nvPr/>
          </p:nvSpPr>
          <p:spPr>
            <a:xfrm>
              <a:off x="5800773" y="3262184"/>
              <a:ext cx="18588" cy="18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43" name="椭圆 42">
              <a:extLst>
                <a:ext uri="{FF2B5EF4-FFF2-40B4-BE49-F238E27FC236}">
                  <a16:creationId xmlns:a16="http://schemas.microsoft.com/office/drawing/2014/main" id="{EFD0EBD9-8B90-226B-E87F-0F829F300E25}"/>
                </a:ext>
              </a:extLst>
            </p:cNvPr>
            <p:cNvSpPr/>
            <p:nvPr/>
          </p:nvSpPr>
          <p:spPr>
            <a:xfrm>
              <a:off x="6001213" y="3215492"/>
              <a:ext cx="18588" cy="18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44" name="椭圆 43">
              <a:extLst>
                <a:ext uri="{FF2B5EF4-FFF2-40B4-BE49-F238E27FC236}">
                  <a16:creationId xmlns:a16="http://schemas.microsoft.com/office/drawing/2014/main" id="{419E4E0A-BD98-9B48-98C0-2482DE219445}"/>
                </a:ext>
              </a:extLst>
            </p:cNvPr>
            <p:cNvSpPr/>
            <p:nvPr/>
          </p:nvSpPr>
          <p:spPr>
            <a:xfrm>
              <a:off x="6207820" y="3179895"/>
              <a:ext cx="18588" cy="18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45" name="椭圆 44">
              <a:extLst>
                <a:ext uri="{FF2B5EF4-FFF2-40B4-BE49-F238E27FC236}">
                  <a16:creationId xmlns:a16="http://schemas.microsoft.com/office/drawing/2014/main" id="{68548C3F-524E-723F-6A33-9D9257BD4D83}"/>
                </a:ext>
              </a:extLst>
            </p:cNvPr>
            <p:cNvSpPr/>
            <p:nvPr/>
          </p:nvSpPr>
          <p:spPr>
            <a:xfrm>
              <a:off x="6213475" y="3768923"/>
              <a:ext cx="18588" cy="18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sp>
          <p:nvSpPr>
            <p:cNvPr id="46" name="椭圆 45">
              <a:extLst>
                <a:ext uri="{FF2B5EF4-FFF2-40B4-BE49-F238E27FC236}">
                  <a16:creationId xmlns:a16="http://schemas.microsoft.com/office/drawing/2014/main" id="{A3A48DDF-7B52-7EC1-8E16-897B21339BE7}"/>
                </a:ext>
              </a:extLst>
            </p:cNvPr>
            <p:cNvSpPr/>
            <p:nvPr/>
          </p:nvSpPr>
          <p:spPr>
            <a:xfrm>
              <a:off x="6417963" y="3845460"/>
              <a:ext cx="18588" cy="18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a:p>
          </p:txBody>
        </p:sp>
        <p:cxnSp>
          <p:nvCxnSpPr>
            <p:cNvPr id="47" name="直接连接符 46">
              <a:extLst>
                <a:ext uri="{FF2B5EF4-FFF2-40B4-BE49-F238E27FC236}">
                  <a16:creationId xmlns:a16="http://schemas.microsoft.com/office/drawing/2014/main" id="{744543D9-E479-FE12-78BF-9E9A21198DEE}"/>
                </a:ext>
              </a:extLst>
            </p:cNvPr>
            <p:cNvCxnSpPr>
              <a:cxnSpLocks/>
            </p:cNvCxnSpPr>
            <p:nvPr/>
          </p:nvCxnSpPr>
          <p:spPr>
            <a:xfrm>
              <a:off x="5918200" y="3198483"/>
              <a:ext cx="0" cy="258763"/>
            </a:xfrm>
            <a:prstGeom prst="line">
              <a:avLst/>
            </a:prstGeom>
            <a:ln>
              <a:gradFill>
                <a:gsLst>
                  <a:gs pos="0">
                    <a:schemeClr val="accent1"/>
                  </a:gs>
                  <a:gs pos="27000">
                    <a:schemeClr val="accent1">
                      <a:alpha val="0"/>
                    </a:schemeClr>
                  </a:gs>
                  <a:gs pos="60000">
                    <a:schemeClr val="accent1"/>
                  </a:gs>
                  <a:gs pos="83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49E6E877-384A-ECE1-9C65-CAEBB0665B2F}"/>
                </a:ext>
              </a:extLst>
            </p:cNvPr>
            <p:cNvCxnSpPr>
              <a:cxnSpLocks/>
            </p:cNvCxnSpPr>
            <p:nvPr/>
          </p:nvCxnSpPr>
          <p:spPr>
            <a:xfrm>
              <a:off x="6326187" y="3516027"/>
              <a:ext cx="0" cy="258763"/>
            </a:xfrm>
            <a:prstGeom prst="line">
              <a:avLst/>
            </a:prstGeom>
            <a:ln>
              <a:gradFill>
                <a:gsLst>
                  <a:gs pos="0">
                    <a:schemeClr val="accent1"/>
                  </a:gs>
                  <a:gs pos="27000">
                    <a:schemeClr val="accent1">
                      <a:alpha val="0"/>
                    </a:schemeClr>
                  </a:gs>
                  <a:gs pos="60000">
                    <a:schemeClr val="accent1"/>
                  </a:gs>
                  <a:gs pos="83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862F29EB-94A0-63EB-4DB3-8AB8F4E69DD1}"/>
                </a:ext>
              </a:extLst>
            </p:cNvPr>
            <p:cNvCxnSpPr>
              <a:cxnSpLocks/>
            </p:cNvCxnSpPr>
            <p:nvPr/>
          </p:nvCxnSpPr>
          <p:spPr>
            <a:xfrm>
              <a:off x="6116637" y="3451075"/>
              <a:ext cx="0" cy="258763"/>
            </a:xfrm>
            <a:prstGeom prst="line">
              <a:avLst/>
            </a:prstGeom>
            <a:ln>
              <a:gradFill>
                <a:gsLst>
                  <a:gs pos="0">
                    <a:schemeClr val="accent1"/>
                  </a:gs>
                  <a:gs pos="27000">
                    <a:schemeClr val="accent1">
                      <a:alpha val="0"/>
                    </a:schemeClr>
                  </a:gs>
                  <a:gs pos="60000">
                    <a:schemeClr val="accent1"/>
                  </a:gs>
                  <a:gs pos="83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F9010601-0304-A4A9-6DFA-2654B3040182}"/>
                </a:ext>
              </a:extLst>
            </p:cNvPr>
            <p:cNvCxnSpPr/>
            <p:nvPr/>
          </p:nvCxnSpPr>
          <p:spPr>
            <a:xfrm>
              <a:off x="5719763" y="3228365"/>
              <a:ext cx="0" cy="450850"/>
            </a:xfrm>
            <a:prstGeom prst="line">
              <a:avLst/>
            </a:prstGeom>
            <a:ln>
              <a:gradFill flip="none" rotWithShape="1">
                <a:gsLst>
                  <a:gs pos="0">
                    <a:schemeClr val="accent1"/>
                  </a:gs>
                  <a:gs pos="27000">
                    <a:schemeClr val="accent1">
                      <a:alpha val="0"/>
                    </a:schemeClr>
                  </a:gs>
                  <a:gs pos="60000">
                    <a:schemeClr val="accent1"/>
                  </a:gs>
                  <a:gs pos="83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D3318DD3-3150-E101-72E8-D1958757871A}"/>
                </a:ext>
              </a:extLst>
            </p:cNvPr>
            <p:cNvCxnSpPr/>
            <p:nvPr/>
          </p:nvCxnSpPr>
          <p:spPr>
            <a:xfrm>
              <a:off x="6477001" y="2999361"/>
              <a:ext cx="0" cy="450850"/>
            </a:xfrm>
            <a:prstGeom prst="line">
              <a:avLst/>
            </a:prstGeom>
            <a:ln>
              <a:gradFill flip="none" rotWithShape="1">
                <a:gsLst>
                  <a:gs pos="0">
                    <a:schemeClr val="accent1"/>
                  </a:gs>
                  <a:gs pos="27000">
                    <a:schemeClr val="accent1">
                      <a:alpha val="0"/>
                    </a:schemeClr>
                  </a:gs>
                  <a:gs pos="60000">
                    <a:schemeClr val="accent1"/>
                  </a:gs>
                  <a:gs pos="83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77DBAF63-935F-D87E-9278-B271A9C1391B}"/>
                </a:ext>
              </a:extLst>
            </p:cNvPr>
            <p:cNvCxnSpPr/>
            <p:nvPr/>
          </p:nvCxnSpPr>
          <p:spPr>
            <a:xfrm>
              <a:off x="5918200" y="3406324"/>
              <a:ext cx="0" cy="450850"/>
            </a:xfrm>
            <a:prstGeom prst="line">
              <a:avLst/>
            </a:prstGeom>
            <a:ln>
              <a:gradFill flip="none" rotWithShape="1">
                <a:gsLst>
                  <a:gs pos="0">
                    <a:schemeClr val="accent1"/>
                  </a:gs>
                  <a:gs pos="27000">
                    <a:schemeClr val="accent1">
                      <a:alpha val="0"/>
                    </a:schemeClr>
                  </a:gs>
                  <a:gs pos="60000">
                    <a:schemeClr val="accent1"/>
                  </a:gs>
                  <a:gs pos="83000">
                    <a:schemeClr val="accent1">
                      <a:alpha val="0"/>
                    </a:schemeClr>
                  </a:gs>
                </a:gsLst>
                <a:lin ang="16200000" scaled="1"/>
                <a:tileRect/>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6D779ED-1F20-7DBF-E2D8-9995FEB0B4DF}"/>
                </a:ext>
              </a:extLst>
            </p:cNvPr>
            <p:cNvCxnSpPr>
              <a:cxnSpLocks/>
            </p:cNvCxnSpPr>
            <p:nvPr/>
          </p:nvCxnSpPr>
          <p:spPr>
            <a:xfrm>
              <a:off x="6307137" y="3226942"/>
              <a:ext cx="0" cy="258763"/>
            </a:xfrm>
            <a:prstGeom prst="line">
              <a:avLst/>
            </a:prstGeom>
            <a:ln>
              <a:gradFill>
                <a:gsLst>
                  <a:gs pos="0">
                    <a:schemeClr val="accent1"/>
                  </a:gs>
                  <a:gs pos="27000">
                    <a:schemeClr val="accent1">
                      <a:alpha val="0"/>
                    </a:schemeClr>
                  </a:gs>
                  <a:gs pos="60000">
                    <a:schemeClr val="accent1"/>
                  </a:gs>
                  <a:gs pos="83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8ED72455-26A0-E22B-4982-BA84A2FB241E}"/>
              </a:ext>
            </a:extLst>
          </p:cNvPr>
          <p:cNvGrpSpPr>
            <a:grpSpLocks/>
          </p:cNvGrpSpPr>
          <p:nvPr/>
        </p:nvGrpSpPr>
        <p:grpSpPr>
          <a:xfrm>
            <a:off x="7361374" y="1478564"/>
            <a:ext cx="3570784" cy="1947565"/>
            <a:chOff x="8774563" y="973351"/>
            <a:chExt cx="2618071" cy="2254793"/>
          </a:xfrm>
          <a:gradFill flip="none" rotWithShape="1">
            <a:gsLst>
              <a:gs pos="0">
                <a:schemeClr val="accent2">
                  <a:alpha val="25000"/>
                </a:schemeClr>
              </a:gs>
              <a:gs pos="100000">
                <a:schemeClr val="accent2">
                  <a:alpha val="0"/>
                </a:schemeClr>
              </a:gs>
            </a:gsLst>
            <a:lin ang="10800000" scaled="0"/>
            <a:tileRect/>
          </a:gradFill>
          <a:scene3d>
            <a:camera prst="perspectiveContrastingLeftFacing" fov="6000000">
              <a:rot lat="0" lon="1200000" rev="0"/>
            </a:camera>
            <a:lightRig rig="threePt" dir="t"/>
          </a:scene3d>
        </p:grpSpPr>
        <p:sp>
          <p:nvSpPr>
            <p:cNvPr id="24" name="矩形: 圆角 23">
              <a:extLst>
                <a:ext uri="{FF2B5EF4-FFF2-40B4-BE49-F238E27FC236}">
                  <a16:creationId xmlns:a16="http://schemas.microsoft.com/office/drawing/2014/main" id="{C923E6D5-EDAF-84C3-7F9B-37CE0C595676}"/>
                </a:ext>
              </a:extLst>
            </p:cNvPr>
            <p:cNvSpPr/>
            <p:nvPr/>
          </p:nvSpPr>
          <p:spPr>
            <a:xfrm>
              <a:off x="8774563" y="973351"/>
              <a:ext cx="2618071" cy="1010654"/>
            </a:xfrm>
            <a:prstGeom prst="roundRect">
              <a:avLst/>
            </a:prstGeom>
            <a:grpFill/>
            <a:ln>
              <a:gradFill>
                <a:gsLst>
                  <a:gs pos="0">
                    <a:schemeClr val="accent2">
                      <a:alpha val="0"/>
                    </a:schemeClr>
                  </a:gs>
                  <a:gs pos="100000">
                    <a:schemeClr val="accent2"/>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dirty="0"/>
            </a:p>
          </p:txBody>
        </p:sp>
        <p:sp>
          <p:nvSpPr>
            <p:cNvPr id="25" name="矩形: 圆角 24">
              <a:extLst>
                <a:ext uri="{FF2B5EF4-FFF2-40B4-BE49-F238E27FC236}">
                  <a16:creationId xmlns:a16="http://schemas.microsoft.com/office/drawing/2014/main" id="{CAD845CF-75EA-5103-31F7-1AD6E407872C}"/>
                </a:ext>
              </a:extLst>
            </p:cNvPr>
            <p:cNvSpPr/>
            <p:nvPr/>
          </p:nvSpPr>
          <p:spPr>
            <a:xfrm>
              <a:off x="8774563" y="2217490"/>
              <a:ext cx="2618071" cy="1010654"/>
            </a:xfrm>
            <a:prstGeom prst="roundRect">
              <a:avLst/>
            </a:prstGeom>
            <a:grpFill/>
            <a:ln>
              <a:gradFill>
                <a:gsLst>
                  <a:gs pos="0">
                    <a:schemeClr val="accent2">
                      <a:alpha val="0"/>
                    </a:schemeClr>
                  </a:gs>
                  <a:gs pos="100000">
                    <a:schemeClr val="accent2"/>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dirty="0"/>
            </a:p>
          </p:txBody>
        </p:sp>
      </p:grpSp>
      <p:grpSp>
        <p:nvGrpSpPr>
          <p:cNvPr id="65" name="组合 64">
            <a:extLst>
              <a:ext uri="{FF2B5EF4-FFF2-40B4-BE49-F238E27FC236}">
                <a16:creationId xmlns:a16="http://schemas.microsoft.com/office/drawing/2014/main" id="{A1409811-83AD-E4F6-CAC1-8BA1AAA1BE08}"/>
              </a:ext>
            </a:extLst>
          </p:cNvPr>
          <p:cNvGrpSpPr>
            <a:grpSpLocks/>
          </p:cNvGrpSpPr>
          <p:nvPr/>
        </p:nvGrpSpPr>
        <p:grpSpPr>
          <a:xfrm flipH="1">
            <a:off x="1269993" y="1478564"/>
            <a:ext cx="3586027" cy="1947566"/>
            <a:chOff x="8763388" y="973350"/>
            <a:chExt cx="2629246" cy="2254794"/>
          </a:xfrm>
          <a:gradFill flip="none" rotWithShape="1">
            <a:gsLst>
              <a:gs pos="0">
                <a:schemeClr val="accent2">
                  <a:alpha val="25000"/>
                </a:schemeClr>
              </a:gs>
              <a:gs pos="100000">
                <a:schemeClr val="accent2">
                  <a:alpha val="0"/>
                </a:schemeClr>
              </a:gs>
            </a:gsLst>
            <a:lin ang="10800000" scaled="0"/>
            <a:tileRect/>
          </a:gradFill>
          <a:scene3d>
            <a:camera prst="perspectiveContrastingLeftFacing" fov="6000000">
              <a:rot lat="0" lon="20400000" rev="0"/>
            </a:camera>
            <a:lightRig rig="threePt" dir="t"/>
          </a:scene3d>
        </p:grpSpPr>
        <p:sp>
          <p:nvSpPr>
            <p:cNvPr id="66" name="矩形: 圆角 65">
              <a:extLst>
                <a:ext uri="{FF2B5EF4-FFF2-40B4-BE49-F238E27FC236}">
                  <a16:creationId xmlns:a16="http://schemas.microsoft.com/office/drawing/2014/main" id="{2FB071CD-89C4-C9ED-3A15-1C5377C133A4}"/>
                </a:ext>
              </a:extLst>
            </p:cNvPr>
            <p:cNvSpPr/>
            <p:nvPr/>
          </p:nvSpPr>
          <p:spPr>
            <a:xfrm>
              <a:off x="8763388" y="973350"/>
              <a:ext cx="2618071" cy="1010654"/>
            </a:xfrm>
            <a:prstGeom prst="roundRect">
              <a:avLst/>
            </a:prstGeom>
            <a:grpFill/>
            <a:ln>
              <a:gradFill>
                <a:gsLst>
                  <a:gs pos="0">
                    <a:schemeClr val="accent2">
                      <a:alpha val="0"/>
                    </a:schemeClr>
                  </a:gs>
                  <a:gs pos="100000">
                    <a:schemeClr val="accent2"/>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dirty="0"/>
            </a:p>
          </p:txBody>
        </p:sp>
        <p:sp>
          <p:nvSpPr>
            <p:cNvPr id="67" name="矩形: 圆角 66">
              <a:extLst>
                <a:ext uri="{FF2B5EF4-FFF2-40B4-BE49-F238E27FC236}">
                  <a16:creationId xmlns:a16="http://schemas.microsoft.com/office/drawing/2014/main" id="{093FA081-2B10-376E-EF77-48CD5F49FD47}"/>
                </a:ext>
              </a:extLst>
            </p:cNvPr>
            <p:cNvSpPr/>
            <p:nvPr/>
          </p:nvSpPr>
          <p:spPr>
            <a:xfrm>
              <a:off x="8774563" y="2217490"/>
              <a:ext cx="2618071" cy="1010654"/>
            </a:xfrm>
            <a:prstGeom prst="roundRect">
              <a:avLst/>
            </a:prstGeom>
            <a:grpFill/>
            <a:ln>
              <a:gradFill>
                <a:gsLst>
                  <a:gs pos="0">
                    <a:schemeClr val="accent2">
                      <a:alpha val="0"/>
                    </a:schemeClr>
                  </a:gs>
                  <a:gs pos="100000">
                    <a:schemeClr val="accent2"/>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779" dirty="0"/>
            </a:p>
          </p:txBody>
        </p:sp>
      </p:grpSp>
      <p:sp>
        <p:nvSpPr>
          <p:cNvPr id="71" name="文本框 70">
            <a:extLst>
              <a:ext uri="{FF2B5EF4-FFF2-40B4-BE49-F238E27FC236}">
                <a16:creationId xmlns:a16="http://schemas.microsoft.com/office/drawing/2014/main" id="{1925EEF0-55A5-1C34-3C1D-A04B5E905B74}"/>
              </a:ext>
            </a:extLst>
          </p:cNvPr>
          <p:cNvSpPr txBox="1">
            <a:spLocks/>
          </p:cNvSpPr>
          <p:nvPr/>
        </p:nvSpPr>
        <p:spPr>
          <a:xfrm>
            <a:off x="5316034" y="5951584"/>
            <a:ext cx="1559933" cy="297082"/>
          </a:xfrm>
          <a:prstGeom prst="roundRect">
            <a:avLst>
              <a:gd name="adj" fmla="val 50000"/>
            </a:avLst>
          </a:prstGeom>
          <a:solidFill>
            <a:schemeClr val="tx2"/>
          </a:solidFill>
          <a:ln w="12700" cap="flat" cmpd="sng" algn="ctr">
            <a:solidFill>
              <a:schemeClr val="accent1"/>
            </a:solid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ym typeface="Helvetica Neue" panose="02000503000000020004"/>
              </a:rPr>
              <a:t>数据收集与整理</a:t>
            </a:r>
          </a:p>
        </p:txBody>
      </p:sp>
      <p:sp>
        <p:nvSpPr>
          <p:cNvPr id="78" name="文本框 77">
            <a:extLst>
              <a:ext uri="{FF2B5EF4-FFF2-40B4-BE49-F238E27FC236}">
                <a16:creationId xmlns:a16="http://schemas.microsoft.com/office/drawing/2014/main" id="{F7C20B09-6D3A-D0FE-EC54-1C1406A176E6}"/>
              </a:ext>
            </a:extLst>
          </p:cNvPr>
          <p:cNvSpPr txBox="1">
            <a:spLocks/>
          </p:cNvSpPr>
          <p:nvPr/>
        </p:nvSpPr>
        <p:spPr>
          <a:xfrm>
            <a:off x="5316034" y="5392173"/>
            <a:ext cx="1559933" cy="297082"/>
          </a:xfrm>
          <a:prstGeom prst="roundRect">
            <a:avLst>
              <a:gd name="adj" fmla="val 50000"/>
            </a:avLst>
          </a:prstGeom>
          <a:solidFill>
            <a:schemeClr val="tx2"/>
          </a:solidFill>
          <a:ln w="12700" cap="flat" cmpd="sng" algn="ctr">
            <a:solidFill>
              <a:schemeClr val="accent1"/>
            </a:solid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ym typeface="Helvetica Neue" panose="02000503000000020004"/>
              </a:rPr>
              <a:t>数据分析与挖掘</a:t>
            </a:r>
          </a:p>
        </p:txBody>
      </p:sp>
      <p:sp>
        <p:nvSpPr>
          <p:cNvPr id="82" name="文本框 81">
            <a:extLst>
              <a:ext uri="{FF2B5EF4-FFF2-40B4-BE49-F238E27FC236}">
                <a16:creationId xmlns:a16="http://schemas.microsoft.com/office/drawing/2014/main" id="{F0C7A4F9-C955-7BD8-54B3-76D379DF77C6}"/>
              </a:ext>
            </a:extLst>
          </p:cNvPr>
          <p:cNvSpPr txBox="1">
            <a:spLocks/>
          </p:cNvSpPr>
          <p:nvPr/>
        </p:nvSpPr>
        <p:spPr>
          <a:xfrm>
            <a:off x="2694943" y="5426980"/>
            <a:ext cx="1062283"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olidFill>
                  <a:schemeClr val="bg1"/>
                </a:solidFill>
                <a:sym typeface="Helvetica Neue" panose="02000503000000020004"/>
              </a:rPr>
              <a:t>数据收集</a:t>
            </a:r>
          </a:p>
        </p:txBody>
      </p:sp>
      <p:grpSp>
        <p:nvGrpSpPr>
          <p:cNvPr id="93" name="组合 92">
            <a:extLst>
              <a:ext uri="{FF2B5EF4-FFF2-40B4-BE49-F238E27FC236}">
                <a16:creationId xmlns:a16="http://schemas.microsoft.com/office/drawing/2014/main" id="{3BAC528D-6CA5-E8C1-A3D7-885FB32FCDC7}"/>
              </a:ext>
            </a:extLst>
          </p:cNvPr>
          <p:cNvGrpSpPr/>
          <p:nvPr/>
        </p:nvGrpSpPr>
        <p:grpSpPr>
          <a:xfrm>
            <a:off x="5774523" y="1979114"/>
            <a:ext cx="642954" cy="600062"/>
            <a:chOff x="119057" y="173140"/>
            <a:chExt cx="1666884" cy="1555684"/>
          </a:xfrm>
          <a:solidFill>
            <a:schemeClr val="tx1"/>
          </a:solidFill>
        </p:grpSpPr>
        <p:sp>
          <p:nvSpPr>
            <p:cNvPr id="91" name="任意多边形: 形状 90">
              <a:extLst>
                <a:ext uri="{FF2B5EF4-FFF2-40B4-BE49-F238E27FC236}">
                  <a16:creationId xmlns:a16="http://schemas.microsoft.com/office/drawing/2014/main" id="{2BD88597-AC49-4A62-8C56-7A778C71D2CD}"/>
                </a:ext>
              </a:extLst>
            </p:cNvPr>
            <p:cNvSpPr/>
            <p:nvPr/>
          </p:nvSpPr>
          <p:spPr>
            <a:xfrm>
              <a:off x="230125" y="784324"/>
              <a:ext cx="1444749" cy="944500"/>
            </a:xfrm>
            <a:custGeom>
              <a:avLst/>
              <a:gdLst>
                <a:gd name="connsiteX0" fmla="*/ 1305781 w 1444749"/>
                <a:gd name="connsiteY0" fmla="*/ 639031 h 944500"/>
                <a:gd name="connsiteX1" fmla="*/ 1178533 w 1444749"/>
                <a:gd name="connsiteY1" fmla="*/ 722375 h 944500"/>
                <a:gd name="connsiteX2" fmla="*/ 913991 w 1444749"/>
                <a:gd name="connsiteY2" fmla="*/ 722375 h 944500"/>
                <a:gd name="connsiteX3" fmla="*/ 777999 w 1444749"/>
                <a:gd name="connsiteY3" fmla="*/ 564803 h 944500"/>
                <a:gd name="connsiteX4" fmla="*/ 777999 w 1444749"/>
                <a:gd name="connsiteY4" fmla="*/ 333375 h 944500"/>
                <a:gd name="connsiteX5" fmla="*/ 1111374 w 1444749"/>
                <a:gd name="connsiteY5" fmla="*/ 333375 h 944500"/>
                <a:gd name="connsiteX6" fmla="*/ 1278062 w 1444749"/>
                <a:gd name="connsiteY6" fmla="*/ 166688 h 944500"/>
                <a:gd name="connsiteX7" fmla="*/ 1111374 w 1444749"/>
                <a:gd name="connsiteY7" fmla="*/ 0 h 944500"/>
                <a:gd name="connsiteX8" fmla="*/ 333375 w 1444749"/>
                <a:gd name="connsiteY8" fmla="*/ 0 h 944500"/>
                <a:gd name="connsiteX9" fmla="*/ 166688 w 1444749"/>
                <a:gd name="connsiteY9" fmla="*/ 166688 h 944500"/>
                <a:gd name="connsiteX10" fmla="*/ 333375 w 1444749"/>
                <a:gd name="connsiteY10" fmla="*/ 333375 h 944500"/>
                <a:gd name="connsiteX11" fmla="*/ 666750 w 1444749"/>
                <a:gd name="connsiteY11" fmla="*/ 333375 h 944500"/>
                <a:gd name="connsiteX12" fmla="*/ 666750 w 1444749"/>
                <a:gd name="connsiteY12" fmla="*/ 564617 h 944500"/>
                <a:gd name="connsiteX13" fmla="*/ 530758 w 1444749"/>
                <a:gd name="connsiteY13" fmla="*/ 722188 h 944500"/>
                <a:gd name="connsiteX14" fmla="*/ 266216 w 1444749"/>
                <a:gd name="connsiteY14" fmla="*/ 722188 h 944500"/>
                <a:gd name="connsiteX15" fmla="*/ 83530 w 1444749"/>
                <a:gd name="connsiteY15" fmla="*/ 650193 h 944500"/>
                <a:gd name="connsiteX16" fmla="*/ 0 w 1444749"/>
                <a:gd name="connsiteY16" fmla="*/ 777813 h 944500"/>
                <a:gd name="connsiteX17" fmla="*/ 139154 w 1444749"/>
                <a:gd name="connsiteY17" fmla="*/ 916409 h 944500"/>
                <a:gd name="connsiteX18" fmla="*/ 266030 w 1444749"/>
                <a:gd name="connsiteY18" fmla="*/ 833437 h 944500"/>
                <a:gd name="connsiteX19" fmla="*/ 547502 w 1444749"/>
                <a:gd name="connsiteY19" fmla="*/ 833437 h 944500"/>
                <a:gd name="connsiteX20" fmla="*/ 722375 w 1444749"/>
                <a:gd name="connsiteY20" fmla="*/ 944500 h 944500"/>
                <a:gd name="connsiteX21" fmla="*/ 897248 w 1444749"/>
                <a:gd name="connsiteY21" fmla="*/ 833437 h 944500"/>
                <a:gd name="connsiteX22" fmla="*/ 1178533 w 1444749"/>
                <a:gd name="connsiteY22" fmla="*/ 833437 h 944500"/>
                <a:gd name="connsiteX23" fmla="*/ 1361219 w 1444749"/>
                <a:gd name="connsiteY23" fmla="*/ 905433 h 944500"/>
                <a:gd name="connsiteX24" fmla="*/ 1444749 w 1444749"/>
                <a:gd name="connsiteY24" fmla="*/ 777813 h 944500"/>
                <a:gd name="connsiteX25" fmla="*/ 1305781 w 1444749"/>
                <a:gd name="connsiteY25" fmla="*/ 639031 h 944500"/>
                <a:gd name="connsiteX26" fmla="*/ 333375 w 1444749"/>
                <a:gd name="connsiteY26" fmla="*/ 222312 h 944500"/>
                <a:gd name="connsiteX27" fmla="*/ 280355 w 1444749"/>
                <a:gd name="connsiteY27" fmla="*/ 164269 h 944500"/>
                <a:gd name="connsiteX28" fmla="*/ 333375 w 1444749"/>
                <a:gd name="connsiteY28" fmla="*/ 111249 h 944500"/>
                <a:gd name="connsiteX29" fmla="*/ 1111188 w 1444749"/>
                <a:gd name="connsiteY29" fmla="*/ 111249 h 944500"/>
                <a:gd name="connsiteX30" fmla="*/ 1164208 w 1444749"/>
                <a:gd name="connsiteY30" fmla="*/ 169292 h 944500"/>
                <a:gd name="connsiteX31" fmla="*/ 1111188 w 1444749"/>
                <a:gd name="connsiteY31" fmla="*/ 222312 h 944500"/>
                <a:gd name="connsiteX32" fmla="*/ 333375 w 1444749"/>
                <a:gd name="connsiteY32" fmla="*/ 222312 h 944500"/>
                <a:gd name="connsiteX33" fmla="*/ 722375 w 1444749"/>
                <a:gd name="connsiteY33" fmla="*/ 833437 h 944500"/>
                <a:gd name="connsiteX34" fmla="*/ 639031 w 1444749"/>
                <a:gd name="connsiteY34" fmla="*/ 750094 h 944500"/>
                <a:gd name="connsiteX35" fmla="*/ 722375 w 1444749"/>
                <a:gd name="connsiteY35" fmla="*/ 666750 h 944500"/>
                <a:gd name="connsiteX36" fmla="*/ 805718 w 1444749"/>
                <a:gd name="connsiteY36" fmla="*/ 750094 h 944500"/>
                <a:gd name="connsiteX37" fmla="*/ 722375 w 1444749"/>
                <a:gd name="connsiteY37" fmla="*/ 833437 h 94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44749" h="944500">
                  <a:moveTo>
                    <a:pt x="1305781" y="639031"/>
                  </a:moveTo>
                  <a:cubicBezTo>
                    <a:pt x="1250528" y="639031"/>
                    <a:pt x="1200671" y="671773"/>
                    <a:pt x="1178533" y="722375"/>
                  </a:cubicBezTo>
                  <a:lnTo>
                    <a:pt x="913991" y="722375"/>
                  </a:lnTo>
                  <a:cubicBezTo>
                    <a:pt x="903015" y="647961"/>
                    <a:pt x="849995" y="586383"/>
                    <a:pt x="777999" y="564803"/>
                  </a:cubicBezTo>
                  <a:lnTo>
                    <a:pt x="777999" y="333375"/>
                  </a:lnTo>
                  <a:lnTo>
                    <a:pt x="1111374" y="333375"/>
                  </a:lnTo>
                  <a:cubicBezTo>
                    <a:pt x="1203275" y="333375"/>
                    <a:pt x="1278062" y="258589"/>
                    <a:pt x="1278062" y="166688"/>
                  </a:cubicBezTo>
                  <a:cubicBezTo>
                    <a:pt x="1278062" y="74786"/>
                    <a:pt x="1203275" y="0"/>
                    <a:pt x="1111374" y="0"/>
                  </a:cubicBezTo>
                  <a:lnTo>
                    <a:pt x="333375" y="0"/>
                  </a:lnTo>
                  <a:cubicBezTo>
                    <a:pt x="241474" y="0"/>
                    <a:pt x="166688" y="74786"/>
                    <a:pt x="166688" y="166688"/>
                  </a:cubicBezTo>
                  <a:cubicBezTo>
                    <a:pt x="166688" y="258589"/>
                    <a:pt x="241474" y="333375"/>
                    <a:pt x="333375" y="333375"/>
                  </a:cubicBezTo>
                  <a:lnTo>
                    <a:pt x="666750" y="333375"/>
                  </a:lnTo>
                  <a:lnTo>
                    <a:pt x="666750" y="564617"/>
                  </a:lnTo>
                  <a:cubicBezTo>
                    <a:pt x="594568" y="586197"/>
                    <a:pt x="541548" y="647774"/>
                    <a:pt x="530758" y="722188"/>
                  </a:cubicBezTo>
                  <a:lnTo>
                    <a:pt x="266216" y="722188"/>
                  </a:lnTo>
                  <a:cubicBezTo>
                    <a:pt x="235707" y="651867"/>
                    <a:pt x="153851" y="619683"/>
                    <a:pt x="83530" y="650193"/>
                  </a:cubicBezTo>
                  <a:cubicBezTo>
                    <a:pt x="32742" y="672331"/>
                    <a:pt x="0" y="722375"/>
                    <a:pt x="0" y="777813"/>
                  </a:cubicBezTo>
                  <a:cubicBezTo>
                    <a:pt x="186" y="854460"/>
                    <a:pt x="62508" y="916595"/>
                    <a:pt x="139154" y="916409"/>
                  </a:cubicBezTo>
                  <a:cubicBezTo>
                    <a:pt x="194221" y="916223"/>
                    <a:pt x="243892" y="883667"/>
                    <a:pt x="266030" y="833437"/>
                  </a:cubicBezTo>
                  <a:lnTo>
                    <a:pt x="547502" y="833437"/>
                  </a:lnTo>
                  <a:cubicBezTo>
                    <a:pt x="578755" y="898922"/>
                    <a:pt x="645170" y="944500"/>
                    <a:pt x="722375" y="944500"/>
                  </a:cubicBezTo>
                  <a:cubicBezTo>
                    <a:pt x="799579" y="944500"/>
                    <a:pt x="865994" y="898736"/>
                    <a:pt x="897248" y="833437"/>
                  </a:cubicBezTo>
                  <a:lnTo>
                    <a:pt x="1178533" y="833437"/>
                  </a:lnTo>
                  <a:cubicBezTo>
                    <a:pt x="1209043" y="903759"/>
                    <a:pt x="1290898" y="935943"/>
                    <a:pt x="1361219" y="905433"/>
                  </a:cubicBezTo>
                  <a:cubicBezTo>
                    <a:pt x="1412007" y="883295"/>
                    <a:pt x="1444749" y="833251"/>
                    <a:pt x="1444749" y="777813"/>
                  </a:cubicBezTo>
                  <a:cubicBezTo>
                    <a:pt x="1444749" y="701167"/>
                    <a:pt x="1382427" y="639031"/>
                    <a:pt x="1305781" y="639031"/>
                  </a:cubicBezTo>
                  <a:close/>
                  <a:moveTo>
                    <a:pt x="333375" y="222312"/>
                  </a:moveTo>
                  <a:cubicBezTo>
                    <a:pt x="302679" y="221010"/>
                    <a:pt x="278867" y="194965"/>
                    <a:pt x="280355" y="164269"/>
                  </a:cubicBezTo>
                  <a:cubicBezTo>
                    <a:pt x="281657" y="135434"/>
                    <a:pt x="304726" y="112551"/>
                    <a:pt x="333375" y="111249"/>
                  </a:cubicBezTo>
                  <a:lnTo>
                    <a:pt x="1111188" y="111249"/>
                  </a:lnTo>
                  <a:cubicBezTo>
                    <a:pt x="1141884" y="112551"/>
                    <a:pt x="1165696" y="138596"/>
                    <a:pt x="1164208" y="169292"/>
                  </a:cubicBezTo>
                  <a:cubicBezTo>
                    <a:pt x="1162906" y="198127"/>
                    <a:pt x="1139838" y="221010"/>
                    <a:pt x="1111188" y="222312"/>
                  </a:cubicBezTo>
                  <a:lnTo>
                    <a:pt x="333375" y="222312"/>
                  </a:lnTo>
                  <a:close/>
                  <a:moveTo>
                    <a:pt x="722375" y="833437"/>
                  </a:moveTo>
                  <a:cubicBezTo>
                    <a:pt x="676424" y="833437"/>
                    <a:pt x="639031" y="796044"/>
                    <a:pt x="639031" y="750094"/>
                  </a:cubicBezTo>
                  <a:cubicBezTo>
                    <a:pt x="639031" y="704143"/>
                    <a:pt x="676424" y="666750"/>
                    <a:pt x="722375" y="666750"/>
                  </a:cubicBezTo>
                  <a:cubicBezTo>
                    <a:pt x="768325" y="666750"/>
                    <a:pt x="805718" y="704143"/>
                    <a:pt x="805718" y="750094"/>
                  </a:cubicBezTo>
                  <a:cubicBezTo>
                    <a:pt x="805718" y="796044"/>
                    <a:pt x="768325" y="833437"/>
                    <a:pt x="722375" y="833437"/>
                  </a:cubicBezTo>
                  <a:close/>
                </a:path>
              </a:pathLst>
            </a:custGeom>
            <a:grpFill/>
            <a:ln w="1860" cap="flat">
              <a:noFill/>
              <a:prstDash val="solid"/>
              <a:miter/>
            </a:ln>
          </p:spPr>
          <p:txBody>
            <a:bodyPr rtlCol="0" anchor="ctr"/>
            <a:lstStyle/>
            <a:p>
              <a:endParaRPr lang="zh-CN" altLang="en-US"/>
            </a:p>
          </p:txBody>
        </p:sp>
        <p:sp>
          <p:nvSpPr>
            <p:cNvPr id="92" name="任意多边形: 形状 91">
              <a:extLst>
                <a:ext uri="{FF2B5EF4-FFF2-40B4-BE49-F238E27FC236}">
                  <a16:creationId xmlns:a16="http://schemas.microsoft.com/office/drawing/2014/main" id="{7A30A715-F056-8699-371F-BF149E719457}"/>
                </a:ext>
              </a:extLst>
            </p:cNvPr>
            <p:cNvSpPr/>
            <p:nvPr/>
          </p:nvSpPr>
          <p:spPr>
            <a:xfrm>
              <a:off x="119057" y="173140"/>
              <a:ext cx="1666884" cy="1166870"/>
            </a:xfrm>
            <a:custGeom>
              <a:avLst/>
              <a:gdLst>
                <a:gd name="connsiteX0" fmla="*/ 416724 w 1666884"/>
                <a:gd name="connsiteY0" fmla="*/ 1166871 h 1166870"/>
                <a:gd name="connsiteX1" fmla="*/ 575598 w 1666884"/>
                <a:gd name="connsiteY1" fmla="*/ 1166871 h 1166870"/>
                <a:gd name="connsiteX2" fmla="*/ 631222 w 1666884"/>
                <a:gd name="connsiteY2" fmla="*/ 1111246 h 1166870"/>
                <a:gd name="connsiteX3" fmla="*/ 575598 w 1666884"/>
                <a:gd name="connsiteY3" fmla="*/ 1055622 h 1166870"/>
                <a:gd name="connsiteX4" fmla="*/ 416724 w 1666884"/>
                <a:gd name="connsiteY4" fmla="*/ 1055622 h 1166870"/>
                <a:gd name="connsiteX5" fmla="*/ 111068 w 1666884"/>
                <a:gd name="connsiteY5" fmla="*/ 749966 h 1166870"/>
                <a:gd name="connsiteX6" fmla="*/ 368913 w 1666884"/>
                <a:gd name="connsiteY6" fmla="*/ 448031 h 1166870"/>
                <a:gd name="connsiteX7" fmla="*/ 402027 w 1666884"/>
                <a:gd name="connsiteY7" fmla="*/ 442822 h 1166870"/>
                <a:gd name="connsiteX8" fmla="*/ 412817 w 1666884"/>
                <a:gd name="connsiteY8" fmla="*/ 411196 h 1166870"/>
                <a:gd name="connsiteX9" fmla="*/ 833442 w 1666884"/>
                <a:gd name="connsiteY9" fmla="*/ 110935 h 1166870"/>
                <a:gd name="connsiteX10" fmla="*/ 1254068 w 1666884"/>
                <a:gd name="connsiteY10" fmla="*/ 411196 h 1166870"/>
                <a:gd name="connsiteX11" fmla="*/ 1265044 w 1666884"/>
                <a:gd name="connsiteY11" fmla="*/ 442822 h 1166870"/>
                <a:gd name="connsiteX12" fmla="*/ 1298158 w 1666884"/>
                <a:gd name="connsiteY12" fmla="*/ 448031 h 1166870"/>
                <a:gd name="connsiteX13" fmla="*/ 1556003 w 1666884"/>
                <a:gd name="connsiteY13" fmla="*/ 749966 h 1166870"/>
                <a:gd name="connsiteX14" fmla="*/ 1250347 w 1666884"/>
                <a:gd name="connsiteY14" fmla="*/ 1055622 h 1166870"/>
                <a:gd name="connsiteX15" fmla="*/ 1081427 w 1666884"/>
                <a:gd name="connsiteY15" fmla="*/ 1055622 h 1166870"/>
                <a:gd name="connsiteX16" fmla="*/ 1025803 w 1666884"/>
                <a:gd name="connsiteY16" fmla="*/ 1111246 h 1166870"/>
                <a:gd name="connsiteX17" fmla="*/ 1081427 w 1666884"/>
                <a:gd name="connsiteY17" fmla="*/ 1166871 h 1166870"/>
                <a:gd name="connsiteX18" fmla="*/ 1250161 w 1666884"/>
                <a:gd name="connsiteY18" fmla="*/ 1166871 h 1166870"/>
                <a:gd name="connsiteX19" fmla="*/ 1666880 w 1666884"/>
                <a:gd name="connsiteY19" fmla="*/ 750152 h 1166870"/>
                <a:gd name="connsiteX20" fmla="*/ 1347644 w 1666884"/>
                <a:gd name="connsiteY20" fmla="*/ 344967 h 1166870"/>
                <a:gd name="connsiteX21" fmla="*/ 622293 w 1666884"/>
                <a:gd name="connsiteY21" fmla="*/ 41730 h 1166870"/>
                <a:gd name="connsiteX22" fmla="*/ 319055 w 1666884"/>
                <a:gd name="connsiteY22" fmla="*/ 344967 h 1166870"/>
                <a:gd name="connsiteX23" fmla="*/ 5 w 1666884"/>
                <a:gd name="connsiteY23" fmla="*/ 750152 h 1166870"/>
                <a:gd name="connsiteX24" fmla="*/ 416724 w 1666884"/>
                <a:gd name="connsiteY24" fmla="*/ 1166871 h 11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66884" h="1166870">
                  <a:moveTo>
                    <a:pt x="416724" y="1166871"/>
                  </a:moveTo>
                  <a:lnTo>
                    <a:pt x="575598" y="1166871"/>
                  </a:lnTo>
                  <a:cubicBezTo>
                    <a:pt x="606293" y="1166871"/>
                    <a:pt x="631222" y="1141942"/>
                    <a:pt x="631222" y="1111246"/>
                  </a:cubicBezTo>
                  <a:cubicBezTo>
                    <a:pt x="631222" y="1080550"/>
                    <a:pt x="606293" y="1055622"/>
                    <a:pt x="575598" y="1055622"/>
                  </a:cubicBezTo>
                  <a:lnTo>
                    <a:pt x="416724" y="1055622"/>
                  </a:lnTo>
                  <a:cubicBezTo>
                    <a:pt x="247990" y="1055436"/>
                    <a:pt x="111254" y="918700"/>
                    <a:pt x="111068" y="749966"/>
                  </a:cubicBezTo>
                  <a:cubicBezTo>
                    <a:pt x="110324" y="599277"/>
                    <a:pt x="220084" y="470913"/>
                    <a:pt x="368913" y="448031"/>
                  </a:cubicBezTo>
                  <a:lnTo>
                    <a:pt x="402027" y="442822"/>
                  </a:lnTo>
                  <a:lnTo>
                    <a:pt x="412817" y="411196"/>
                  </a:lnTo>
                  <a:cubicBezTo>
                    <a:pt x="474395" y="231672"/>
                    <a:pt x="643501" y="110935"/>
                    <a:pt x="833442" y="110935"/>
                  </a:cubicBezTo>
                  <a:cubicBezTo>
                    <a:pt x="1023384" y="110935"/>
                    <a:pt x="1192304" y="231486"/>
                    <a:pt x="1254068" y="411196"/>
                  </a:cubicBezTo>
                  <a:lnTo>
                    <a:pt x="1265044" y="442822"/>
                  </a:lnTo>
                  <a:lnTo>
                    <a:pt x="1298158" y="448031"/>
                  </a:lnTo>
                  <a:cubicBezTo>
                    <a:pt x="1446986" y="470913"/>
                    <a:pt x="1556747" y="599277"/>
                    <a:pt x="1556003" y="749966"/>
                  </a:cubicBezTo>
                  <a:cubicBezTo>
                    <a:pt x="1556003" y="918514"/>
                    <a:pt x="1418895" y="1055622"/>
                    <a:pt x="1250347" y="1055622"/>
                  </a:cubicBezTo>
                  <a:lnTo>
                    <a:pt x="1081427" y="1055622"/>
                  </a:lnTo>
                  <a:cubicBezTo>
                    <a:pt x="1050731" y="1055622"/>
                    <a:pt x="1025803" y="1080550"/>
                    <a:pt x="1025803" y="1111246"/>
                  </a:cubicBezTo>
                  <a:cubicBezTo>
                    <a:pt x="1025803" y="1141942"/>
                    <a:pt x="1050731" y="1166871"/>
                    <a:pt x="1081427" y="1166871"/>
                  </a:cubicBezTo>
                  <a:lnTo>
                    <a:pt x="1250161" y="1166871"/>
                  </a:lnTo>
                  <a:cubicBezTo>
                    <a:pt x="1479915" y="1166871"/>
                    <a:pt x="1666880" y="979905"/>
                    <a:pt x="1666880" y="750152"/>
                  </a:cubicBezTo>
                  <a:cubicBezTo>
                    <a:pt x="1667810" y="557233"/>
                    <a:pt x="1535539" y="389244"/>
                    <a:pt x="1347644" y="344967"/>
                  </a:cubicBezTo>
                  <a:cubicBezTo>
                    <a:pt x="1231000" y="60892"/>
                    <a:pt x="906368" y="-74728"/>
                    <a:pt x="622293" y="41730"/>
                  </a:cubicBezTo>
                  <a:cubicBezTo>
                    <a:pt x="484813" y="98099"/>
                    <a:pt x="375610" y="207301"/>
                    <a:pt x="319055" y="344967"/>
                  </a:cubicBezTo>
                  <a:cubicBezTo>
                    <a:pt x="131346" y="389058"/>
                    <a:pt x="-925" y="557233"/>
                    <a:pt x="5" y="750152"/>
                  </a:cubicBezTo>
                  <a:cubicBezTo>
                    <a:pt x="5" y="979905"/>
                    <a:pt x="186970" y="1166871"/>
                    <a:pt x="416724" y="1166871"/>
                  </a:cubicBezTo>
                  <a:close/>
                </a:path>
              </a:pathLst>
            </a:custGeom>
            <a:grpFill/>
            <a:ln w="1860" cap="flat">
              <a:noFill/>
              <a:prstDash val="solid"/>
              <a:miter/>
            </a:ln>
          </p:spPr>
          <p:txBody>
            <a:bodyPr rtlCol="0" anchor="ctr"/>
            <a:lstStyle/>
            <a:p>
              <a:endParaRPr lang="zh-CN" altLang="en-US"/>
            </a:p>
          </p:txBody>
        </p:sp>
      </p:grpSp>
      <p:sp>
        <p:nvSpPr>
          <p:cNvPr id="98" name="文本框 97">
            <a:extLst>
              <a:ext uri="{FF2B5EF4-FFF2-40B4-BE49-F238E27FC236}">
                <a16:creationId xmlns:a16="http://schemas.microsoft.com/office/drawing/2014/main" id="{36355A2D-B787-495A-B5A7-89306F211CAE}"/>
              </a:ext>
            </a:extLst>
          </p:cNvPr>
          <p:cNvSpPr txBox="1">
            <a:spLocks/>
          </p:cNvSpPr>
          <p:nvPr/>
        </p:nvSpPr>
        <p:spPr>
          <a:xfrm>
            <a:off x="8552406" y="5393331"/>
            <a:ext cx="1005177"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400" b="0">
                <a:solidFill>
                  <a:schemeClr val="accent1"/>
                </a:solidFill>
                <a:latin typeface="+mn-ea"/>
              </a:defRPr>
            </a:lvl1pPr>
          </a:lstStyle>
          <a:p>
            <a:pPr algn="l"/>
            <a:r>
              <a:rPr lang="zh-CN" altLang="en-US" sz="1200" b="1" dirty="0">
                <a:solidFill>
                  <a:schemeClr val="bg1"/>
                </a:solidFill>
                <a:sym typeface="Helvetica Neue" panose="02000503000000020004"/>
              </a:rPr>
              <a:t>数据预处理</a:t>
            </a:r>
          </a:p>
        </p:txBody>
      </p:sp>
      <p:sp>
        <p:nvSpPr>
          <p:cNvPr id="99" name="文本框 98">
            <a:extLst>
              <a:ext uri="{FF2B5EF4-FFF2-40B4-BE49-F238E27FC236}">
                <a16:creationId xmlns:a16="http://schemas.microsoft.com/office/drawing/2014/main" id="{A45DDDB4-B0AF-D10C-53C3-426189FF6485}"/>
              </a:ext>
            </a:extLst>
          </p:cNvPr>
          <p:cNvSpPr txBox="1">
            <a:spLocks/>
          </p:cNvSpPr>
          <p:nvPr/>
        </p:nvSpPr>
        <p:spPr>
          <a:xfrm>
            <a:off x="1078053" y="5226383"/>
            <a:ext cx="1100707"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实时数据采集</a:t>
            </a:r>
          </a:p>
        </p:txBody>
      </p:sp>
      <p:sp>
        <p:nvSpPr>
          <p:cNvPr id="100" name="文本框 99">
            <a:extLst>
              <a:ext uri="{FF2B5EF4-FFF2-40B4-BE49-F238E27FC236}">
                <a16:creationId xmlns:a16="http://schemas.microsoft.com/office/drawing/2014/main" id="{6C4F09AD-3499-31FD-FFDC-26807AB69031}"/>
              </a:ext>
            </a:extLst>
          </p:cNvPr>
          <p:cNvSpPr txBox="1">
            <a:spLocks/>
          </p:cNvSpPr>
          <p:nvPr/>
        </p:nvSpPr>
        <p:spPr>
          <a:xfrm>
            <a:off x="1932310" y="5698475"/>
            <a:ext cx="1100707"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定期批量导入</a:t>
            </a:r>
          </a:p>
        </p:txBody>
      </p:sp>
      <p:sp>
        <p:nvSpPr>
          <p:cNvPr id="101" name="文本框 100">
            <a:extLst>
              <a:ext uri="{FF2B5EF4-FFF2-40B4-BE49-F238E27FC236}">
                <a16:creationId xmlns:a16="http://schemas.microsoft.com/office/drawing/2014/main" id="{C2CB0117-1B82-95C7-2610-180A3702A62A}"/>
              </a:ext>
            </a:extLst>
          </p:cNvPr>
          <p:cNvSpPr txBox="1">
            <a:spLocks/>
          </p:cNvSpPr>
          <p:nvPr/>
        </p:nvSpPr>
        <p:spPr>
          <a:xfrm>
            <a:off x="3070115" y="5988685"/>
            <a:ext cx="1100707"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手工录入上传</a:t>
            </a:r>
          </a:p>
        </p:txBody>
      </p:sp>
      <p:sp>
        <p:nvSpPr>
          <p:cNvPr id="102" name="椭圆 101">
            <a:extLst>
              <a:ext uri="{FF2B5EF4-FFF2-40B4-BE49-F238E27FC236}">
                <a16:creationId xmlns:a16="http://schemas.microsoft.com/office/drawing/2014/main" id="{A5CAA820-5B87-A81F-8AE2-6D84889203FE}"/>
              </a:ext>
            </a:extLst>
          </p:cNvPr>
          <p:cNvSpPr/>
          <p:nvPr/>
        </p:nvSpPr>
        <p:spPr>
          <a:xfrm>
            <a:off x="2219433" y="5341740"/>
            <a:ext cx="52700" cy="527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EE40021E-C415-AF28-12FA-6293DE6F0655}"/>
              </a:ext>
            </a:extLst>
          </p:cNvPr>
          <p:cNvSpPr/>
          <p:nvPr/>
        </p:nvSpPr>
        <p:spPr>
          <a:xfrm>
            <a:off x="3047678" y="5724062"/>
            <a:ext cx="52700" cy="527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a:extLst>
              <a:ext uri="{FF2B5EF4-FFF2-40B4-BE49-F238E27FC236}">
                <a16:creationId xmlns:a16="http://schemas.microsoft.com/office/drawing/2014/main" id="{A66FDF3F-DD8E-8E75-2BC8-1EEE95B83989}"/>
              </a:ext>
            </a:extLst>
          </p:cNvPr>
          <p:cNvSpPr/>
          <p:nvPr/>
        </p:nvSpPr>
        <p:spPr>
          <a:xfrm>
            <a:off x="4118122" y="5985177"/>
            <a:ext cx="52700" cy="527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a:extLst>
              <a:ext uri="{FF2B5EF4-FFF2-40B4-BE49-F238E27FC236}">
                <a16:creationId xmlns:a16="http://schemas.microsoft.com/office/drawing/2014/main" id="{70D0BEBE-8BD5-8C7E-4C70-3CC42F2ACFBF}"/>
              </a:ext>
            </a:extLst>
          </p:cNvPr>
          <p:cNvSpPr/>
          <p:nvPr/>
        </p:nvSpPr>
        <p:spPr>
          <a:xfrm>
            <a:off x="8058600" y="5985177"/>
            <a:ext cx="52700" cy="527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文本框 112">
            <a:extLst>
              <a:ext uri="{FF2B5EF4-FFF2-40B4-BE49-F238E27FC236}">
                <a16:creationId xmlns:a16="http://schemas.microsoft.com/office/drawing/2014/main" id="{1E0955D9-581E-FF14-5547-BAB5A0891BC0}"/>
              </a:ext>
            </a:extLst>
          </p:cNvPr>
          <p:cNvSpPr txBox="1">
            <a:spLocks/>
          </p:cNvSpPr>
          <p:nvPr/>
        </p:nvSpPr>
        <p:spPr>
          <a:xfrm>
            <a:off x="8073820" y="5988685"/>
            <a:ext cx="1100707"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格式标准化</a:t>
            </a:r>
          </a:p>
        </p:txBody>
      </p:sp>
      <p:sp>
        <p:nvSpPr>
          <p:cNvPr id="114" name="椭圆 113">
            <a:extLst>
              <a:ext uri="{FF2B5EF4-FFF2-40B4-BE49-F238E27FC236}">
                <a16:creationId xmlns:a16="http://schemas.microsoft.com/office/drawing/2014/main" id="{C8984712-B1C8-4D1B-CE5E-80E38F8FF431}"/>
              </a:ext>
            </a:extLst>
          </p:cNvPr>
          <p:cNvSpPr/>
          <p:nvPr/>
        </p:nvSpPr>
        <p:spPr>
          <a:xfrm>
            <a:off x="10162442" y="5175983"/>
            <a:ext cx="52700" cy="527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文本框 114">
            <a:extLst>
              <a:ext uri="{FF2B5EF4-FFF2-40B4-BE49-F238E27FC236}">
                <a16:creationId xmlns:a16="http://schemas.microsoft.com/office/drawing/2014/main" id="{3719ADEB-9112-05DF-E97C-80B39A12AED2}"/>
              </a:ext>
            </a:extLst>
          </p:cNvPr>
          <p:cNvSpPr txBox="1">
            <a:spLocks/>
          </p:cNvSpPr>
          <p:nvPr/>
        </p:nvSpPr>
        <p:spPr>
          <a:xfrm>
            <a:off x="10080879" y="5171749"/>
            <a:ext cx="1100707"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分类标签化</a:t>
            </a:r>
          </a:p>
        </p:txBody>
      </p:sp>
      <p:sp>
        <p:nvSpPr>
          <p:cNvPr id="116" name="椭圆 115">
            <a:extLst>
              <a:ext uri="{FF2B5EF4-FFF2-40B4-BE49-F238E27FC236}">
                <a16:creationId xmlns:a16="http://schemas.microsoft.com/office/drawing/2014/main" id="{9D40ED72-8024-A705-9093-45ADAFF7EF07}"/>
              </a:ext>
            </a:extLst>
          </p:cNvPr>
          <p:cNvSpPr/>
          <p:nvPr/>
        </p:nvSpPr>
        <p:spPr>
          <a:xfrm>
            <a:off x="9233855" y="5686571"/>
            <a:ext cx="52700" cy="527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文本框 116">
            <a:extLst>
              <a:ext uri="{FF2B5EF4-FFF2-40B4-BE49-F238E27FC236}">
                <a16:creationId xmlns:a16="http://schemas.microsoft.com/office/drawing/2014/main" id="{7726C334-23A7-258C-67B2-CBDF5C8DA724}"/>
              </a:ext>
            </a:extLst>
          </p:cNvPr>
          <p:cNvSpPr txBox="1">
            <a:spLocks/>
          </p:cNvSpPr>
          <p:nvPr/>
        </p:nvSpPr>
        <p:spPr>
          <a:xfrm>
            <a:off x="9188730" y="5733176"/>
            <a:ext cx="1100707"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去除异常数据</a:t>
            </a:r>
          </a:p>
        </p:txBody>
      </p:sp>
      <p:sp>
        <p:nvSpPr>
          <p:cNvPr id="118" name="弧形 117">
            <a:extLst>
              <a:ext uri="{FF2B5EF4-FFF2-40B4-BE49-F238E27FC236}">
                <a16:creationId xmlns:a16="http://schemas.microsoft.com/office/drawing/2014/main" id="{72B08BD9-3960-10E5-4051-E3603DF22C69}"/>
              </a:ext>
            </a:extLst>
          </p:cNvPr>
          <p:cNvSpPr/>
          <p:nvPr/>
        </p:nvSpPr>
        <p:spPr>
          <a:xfrm>
            <a:off x="1756267" y="3267438"/>
            <a:ext cx="8683125" cy="2903373"/>
          </a:xfrm>
          <a:prstGeom prst="arc">
            <a:avLst>
              <a:gd name="adj1" fmla="val 391215"/>
              <a:gd name="adj2" fmla="val 1960663"/>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弧形 119">
            <a:extLst>
              <a:ext uri="{FF2B5EF4-FFF2-40B4-BE49-F238E27FC236}">
                <a16:creationId xmlns:a16="http://schemas.microsoft.com/office/drawing/2014/main" id="{121050EE-9890-00AF-3FA2-43DAF768BED8}"/>
              </a:ext>
            </a:extLst>
          </p:cNvPr>
          <p:cNvSpPr/>
          <p:nvPr/>
        </p:nvSpPr>
        <p:spPr>
          <a:xfrm>
            <a:off x="1789117" y="3267438"/>
            <a:ext cx="8635042" cy="2903373"/>
          </a:xfrm>
          <a:prstGeom prst="arc">
            <a:avLst>
              <a:gd name="adj1" fmla="val 8778828"/>
              <a:gd name="adj2" fmla="val 10231546"/>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任意多边形: 形状 123">
            <a:extLst>
              <a:ext uri="{FF2B5EF4-FFF2-40B4-BE49-F238E27FC236}">
                <a16:creationId xmlns:a16="http://schemas.microsoft.com/office/drawing/2014/main" id="{5D74E328-B70C-C13D-B620-1132647A5FD4}"/>
              </a:ext>
            </a:extLst>
          </p:cNvPr>
          <p:cNvSpPr/>
          <p:nvPr/>
        </p:nvSpPr>
        <p:spPr>
          <a:xfrm>
            <a:off x="3136619" y="5282570"/>
            <a:ext cx="178931" cy="153583"/>
          </a:xfrm>
          <a:custGeom>
            <a:avLst/>
            <a:gdLst>
              <a:gd name="connsiteX0" fmla="*/ 158750 w 1905000"/>
              <a:gd name="connsiteY0" fmla="*/ 1317625 h 1635125"/>
              <a:gd name="connsiteX1" fmla="*/ 158750 w 1905000"/>
              <a:gd name="connsiteY1" fmla="*/ 1476375 h 1635125"/>
              <a:gd name="connsiteX2" fmla="*/ 317500 w 1905000"/>
              <a:gd name="connsiteY2" fmla="*/ 1476375 h 1635125"/>
              <a:gd name="connsiteX3" fmla="*/ 317500 w 1905000"/>
              <a:gd name="connsiteY3" fmla="*/ 1317625 h 1635125"/>
              <a:gd name="connsiteX4" fmla="*/ 1150938 w 1905000"/>
              <a:gd name="connsiteY4" fmla="*/ 1095375 h 1635125"/>
              <a:gd name="connsiteX5" fmla="*/ 1563688 w 1905000"/>
              <a:gd name="connsiteY5" fmla="*/ 1095375 h 1635125"/>
              <a:gd name="connsiteX6" fmla="*/ 1643063 w 1905000"/>
              <a:gd name="connsiteY6" fmla="*/ 1174750 h 1635125"/>
              <a:gd name="connsiteX7" fmla="*/ 1563688 w 1905000"/>
              <a:gd name="connsiteY7" fmla="*/ 1254125 h 1635125"/>
              <a:gd name="connsiteX8" fmla="*/ 1150938 w 1905000"/>
              <a:gd name="connsiteY8" fmla="*/ 1254125 h 1635125"/>
              <a:gd name="connsiteX9" fmla="*/ 1071563 w 1905000"/>
              <a:gd name="connsiteY9" fmla="*/ 1174750 h 1635125"/>
              <a:gd name="connsiteX10" fmla="*/ 1150938 w 1905000"/>
              <a:gd name="connsiteY10" fmla="*/ 1095375 h 1635125"/>
              <a:gd name="connsiteX11" fmla="*/ 1150938 w 1905000"/>
              <a:gd name="connsiteY11" fmla="*/ 738188 h 1635125"/>
              <a:gd name="connsiteX12" fmla="*/ 1563688 w 1905000"/>
              <a:gd name="connsiteY12" fmla="*/ 738188 h 1635125"/>
              <a:gd name="connsiteX13" fmla="*/ 1643063 w 1905000"/>
              <a:gd name="connsiteY13" fmla="*/ 817563 h 1635125"/>
              <a:gd name="connsiteX14" fmla="*/ 1563688 w 1905000"/>
              <a:gd name="connsiteY14" fmla="*/ 896938 h 1635125"/>
              <a:gd name="connsiteX15" fmla="*/ 1150938 w 1905000"/>
              <a:gd name="connsiteY15" fmla="*/ 896938 h 1635125"/>
              <a:gd name="connsiteX16" fmla="*/ 1071563 w 1905000"/>
              <a:gd name="connsiteY16" fmla="*/ 817563 h 1635125"/>
              <a:gd name="connsiteX17" fmla="*/ 1150938 w 1905000"/>
              <a:gd name="connsiteY17" fmla="*/ 738188 h 1635125"/>
              <a:gd name="connsiteX18" fmla="*/ 158750 w 1905000"/>
              <a:gd name="connsiteY18" fmla="*/ 738188 h 1635125"/>
              <a:gd name="connsiteX19" fmla="*/ 158750 w 1905000"/>
              <a:gd name="connsiteY19" fmla="*/ 896938 h 1635125"/>
              <a:gd name="connsiteX20" fmla="*/ 317500 w 1905000"/>
              <a:gd name="connsiteY20" fmla="*/ 896938 h 1635125"/>
              <a:gd name="connsiteX21" fmla="*/ 317500 w 1905000"/>
              <a:gd name="connsiteY21" fmla="*/ 738188 h 1635125"/>
              <a:gd name="connsiteX22" fmla="*/ 1150937 w 1905000"/>
              <a:gd name="connsiteY22" fmla="*/ 381000 h 1635125"/>
              <a:gd name="connsiteX23" fmla="*/ 1563687 w 1905000"/>
              <a:gd name="connsiteY23" fmla="*/ 381000 h 1635125"/>
              <a:gd name="connsiteX24" fmla="*/ 1643062 w 1905000"/>
              <a:gd name="connsiteY24" fmla="*/ 460375 h 1635125"/>
              <a:gd name="connsiteX25" fmla="*/ 1563687 w 1905000"/>
              <a:gd name="connsiteY25" fmla="*/ 539750 h 1635125"/>
              <a:gd name="connsiteX26" fmla="*/ 1150937 w 1905000"/>
              <a:gd name="connsiteY26" fmla="*/ 539750 h 1635125"/>
              <a:gd name="connsiteX27" fmla="*/ 1071562 w 1905000"/>
              <a:gd name="connsiteY27" fmla="*/ 460375 h 1635125"/>
              <a:gd name="connsiteX28" fmla="*/ 1150937 w 1905000"/>
              <a:gd name="connsiteY28" fmla="*/ 381000 h 1635125"/>
              <a:gd name="connsiteX29" fmla="*/ 992187 w 1905000"/>
              <a:gd name="connsiteY29" fmla="*/ 158750 h 1635125"/>
              <a:gd name="connsiteX30" fmla="*/ 968375 w 1905000"/>
              <a:gd name="connsiteY30" fmla="*/ 246063 h 1635125"/>
              <a:gd name="connsiteX31" fmla="*/ 968375 w 1905000"/>
              <a:gd name="connsiteY31" fmla="*/ 1397000 h 1635125"/>
              <a:gd name="connsiteX32" fmla="*/ 1000125 w 1905000"/>
              <a:gd name="connsiteY32" fmla="*/ 1484313 h 1635125"/>
              <a:gd name="connsiteX33" fmla="*/ 1722437 w 1905000"/>
              <a:gd name="connsiteY33" fmla="*/ 1484313 h 1635125"/>
              <a:gd name="connsiteX34" fmla="*/ 1746250 w 1905000"/>
              <a:gd name="connsiteY34" fmla="*/ 1397000 h 1635125"/>
              <a:gd name="connsiteX35" fmla="*/ 1746250 w 1905000"/>
              <a:gd name="connsiteY35" fmla="*/ 246063 h 1635125"/>
              <a:gd name="connsiteX36" fmla="*/ 1714500 w 1905000"/>
              <a:gd name="connsiteY36" fmla="*/ 158750 h 1635125"/>
              <a:gd name="connsiteX37" fmla="*/ 158750 w 1905000"/>
              <a:gd name="connsiteY37" fmla="*/ 158750 h 1635125"/>
              <a:gd name="connsiteX38" fmla="*/ 158750 w 1905000"/>
              <a:gd name="connsiteY38" fmla="*/ 317500 h 1635125"/>
              <a:gd name="connsiteX39" fmla="*/ 317500 w 1905000"/>
              <a:gd name="connsiteY39" fmla="*/ 317500 h 1635125"/>
              <a:gd name="connsiteX40" fmla="*/ 317500 w 1905000"/>
              <a:gd name="connsiteY40" fmla="*/ 158750 h 1635125"/>
              <a:gd name="connsiteX41" fmla="*/ 111125 w 1905000"/>
              <a:gd name="connsiteY41" fmla="*/ 0 h 1635125"/>
              <a:gd name="connsiteX42" fmla="*/ 357188 w 1905000"/>
              <a:gd name="connsiteY42" fmla="*/ 0 h 1635125"/>
              <a:gd name="connsiteX43" fmla="*/ 476250 w 1905000"/>
              <a:gd name="connsiteY43" fmla="*/ 111125 h 1635125"/>
              <a:gd name="connsiteX44" fmla="*/ 476250 w 1905000"/>
              <a:gd name="connsiteY44" fmla="*/ 158750 h 1635125"/>
              <a:gd name="connsiteX45" fmla="*/ 650874 w 1905000"/>
              <a:gd name="connsiteY45" fmla="*/ 158750 h 1635125"/>
              <a:gd name="connsiteX46" fmla="*/ 650874 w 1905000"/>
              <a:gd name="connsiteY46" fmla="*/ 158750 h 1635125"/>
              <a:gd name="connsiteX47" fmla="*/ 650875 w 1905000"/>
              <a:gd name="connsiteY47" fmla="*/ 158750 h 1635125"/>
              <a:gd name="connsiteX48" fmla="*/ 730250 w 1905000"/>
              <a:gd name="connsiteY48" fmla="*/ 238125 h 1635125"/>
              <a:gd name="connsiteX49" fmla="*/ 730250 w 1905000"/>
              <a:gd name="connsiteY49" fmla="*/ 738188 h 1635125"/>
              <a:gd name="connsiteX50" fmla="*/ 809625 w 1905000"/>
              <a:gd name="connsiteY50" fmla="*/ 738188 h 1635125"/>
              <a:gd name="connsiteX51" fmla="*/ 809625 w 1905000"/>
              <a:gd name="connsiteY51" fmla="*/ 246063 h 1635125"/>
              <a:gd name="connsiteX52" fmla="*/ 992187 w 1905000"/>
              <a:gd name="connsiteY52" fmla="*/ 0 h 1635125"/>
              <a:gd name="connsiteX53" fmla="*/ 1722437 w 1905000"/>
              <a:gd name="connsiteY53" fmla="*/ 0 h 1635125"/>
              <a:gd name="connsiteX54" fmla="*/ 1905000 w 1905000"/>
              <a:gd name="connsiteY54" fmla="*/ 246063 h 1635125"/>
              <a:gd name="connsiteX55" fmla="*/ 1905000 w 1905000"/>
              <a:gd name="connsiteY55" fmla="*/ 1397000 h 1635125"/>
              <a:gd name="connsiteX56" fmla="*/ 1722437 w 1905000"/>
              <a:gd name="connsiteY56" fmla="*/ 1635125 h 1635125"/>
              <a:gd name="connsiteX57" fmla="*/ 992187 w 1905000"/>
              <a:gd name="connsiteY57" fmla="*/ 1635125 h 1635125"/>
              <a:gd name="connsiteX58" fmla="*/ 809625 w 1905000"/>
              <a:gd name="connsiteY58" fmla="*/ 1389063 h 1635125"/>
              <a:gd name="connsiteX59" fmla="*/ 809625 w 1905000"/>
              <a:gd name="connsiteY59" fmla="*/ 896938 h 1635125"/>
              <a:gd name="connsiteX60" fmla="*/ 730250 w 1905000"/>
              <a:gd name="connsiteY60" fmla="*/ 896938 h 1635125"/>
              <a:gd name="connsiteX61" fmla="*/ 730250 w 1905000"/>
              <a:gd name="connsiteY61" fmla="*/ 1397000 h 1635125"/>
              <a:gd name="connsiteX62" fmla="*/ 650875 w 1905000"/>
              <a:gd name="connsiteY62" fmla="*/ 1476375 h 1635125"/>
              <a:gd name="connsiteX63" fmla="*/ 650875 w 1905000"/>
              <a:gd name="connsiteY63" fmla="*/ 1476375 h 1635125"/>
              <a:gd name="connsiteX64" fmla="*/ 650874 w 1905000"/>
              <a:gd name="connsiteY64" fmla="*/ 1476375 h 1635125"/>
              <a:gd name="connsiteX65" fmla="*/ 476250 w 1905000"/>
              <a:gd name="connsiteY65" fmla="*/ 1476375 h 1635125"/>
              <a:gd name="connsiteX66" fmla="*/ 476250 w 1905000"/>
              <a:gd name="connsiteY66" fmla="*/ 1524000 h 1635125"/>
              <a:gd name="connsiteX67" fmla="*/ 357188 w 1905000"/>
              <a:gd name="connsiteY67" fmla="*/ 1635125 h 1635125"/>
              <a:gd name="connsiteX68" fmla="*/ 111125 w 1905000"/>
              <a:gd name="connsiteY68" fmla="*/ 1635125 h 1635125"/>
              <a:gd name="connsiteX69" fmla="*/ 0 w 1905000"/>
              <a:gd name="connsiteY69" fmla="*/ 1524000 h 1635125"/>
              <a:gd name="connsiteX70" fmla="*/ 0 w 1905000"/>
              <a:gd name="connsiteY70" fmla="*/ 1277938 h 1635125"/>
              <a:gd name="connsiteX71" fmla="*/ 111125 w 1905000"/>
              <a:gd name="connsiteY71" fmla="*/ 1166813 h 1635125"/>
              <a:gd name="connsiteX72" fmla="*/ 357188 w 1905000"/>
              <a:gd name="connsiteY72" fmla="*/ 1166813 h 1635125"/>
              <a:gd name="connsiteX73" fmla="*/ 476250 w 1905000"/>
              <a:gd name="connsiteY73" fmla="*/ 1277938 h 1635125"/>
              <a:gd name="connsiteX74" fmla="*/ 476250 w 1905000"/>
              <a:gd name="connsiteY74" fmla="*/ 1317625 h 1635125"/>
              <a:gd name="connsiteX75" fmla="*/ 571500 w 1905000"/>
              <a:gd name="connsiteY75" fmla="*/ 1317625 h 1635125"/>
              <a:gd name="connsiteX76" fmla="*/ 571500 w 1905000"/>
              <a:gd name="connsiteY76" fmla="*/ 896938 h 1635125"/>
              <a:gd name="connsiteX77" fmla="*/ 476250 w 1905000"/>
              <a:gd name="connsiteY77" fmla="*/ 896938 h 1635125"/>
              <a:gd name="connsiteX78" fmla="*/ 476250 w 1905000"/>
              <a:gd name="connsiteY78" fmla="*/ 936625 h 1635125"/>
              <a:gd name="connsiteX79" fmla="*/ 357188 w 1905000"/>
              <a:gd name="connsiteY79" fmla="*/ 1055688 h 1635125"/>
              <a:gd name="connsiteX80" fmla="*/ 111125 w 1905000"/>
              <a:gd name="connsiteY80" fmla="*/ 1055688 h 1635125"/>
              <a:gd name="connsiteX81" fmla="*/ 0 w 1905000"/>
              <a:gd name="connsiteY81" fmla="*/ 944563 h 1635125"/>
              <a:gd name="connsiteX82" fmla="*/ 0 w 1905000"/>
              <a:gd name="connsiteY82" fmla="*/ 698500 h 1635125"/>
              <a:gd name="connsiteX83" fmla="*/ 111125 w 1905000"/>
              <a:gd name="connsiteY83" fmla="*/ 579438 h 1635125"/>
              <a:gd name="connsiteX84" fmla="*/ 357188 w 1905000"/>
              <a:gd name="connsiteY84" fmla="*/ 579438 h 1635125"/>
              <a:gd name="connsiteX85" fmla="*/ 476250 w 1905000"/>
              <a:gd name="connsiteY85" fmla="*/ 690563 h 1635125"/>
              <a:gd name="connsiteX86" fmla="*/ 476250 w 1905000"/>
              <a:gd name="connsiteY86" fmla="*/ 738188 h 1635125"/>
              <a:gd name="connsiteX87" fmla="*/ 571500 w 1905000"/>
              <a:gd name="connsiteY87" fmla="*/ 738188 h 1635125"/>
              <a:gd name="connsiteX88" fmla="*/ 571500 w 1905000"/>
              <a:gd name="connsiteY88" fmla="*/ 317500 h 1635125"/>
              <a:gd name="connsiteX89" fmla="*/ 476250 w 1905000"/>
              <a:gd name="connsiteY89" fmla="*/ 317500 h 1635125"/>
              <a:gd name="connsiteX90" fmla="*/ 476250 w 1905000"/>
              <a:gd name="connsiteY90" fmla="*/ 357188 h 1635125"/>
              <a:gd name="connsiteX91" fmla="*/ 357188 w 1905000"/>
              <a:gd name="connsiteY91" fmla="*/ 476250 h 1635125"/>
              <a:gd name="connsiteX92" fmla="*/ 111125 w 1905000"/>
              <a:gd name="connsiteY92" fmla="*/ 476250 h 1635125"/>
              <a:gd name="connsiteX93" fmla="*/ 0 w 1905000"/>
              <a:gd name="connsiteY93" fmla="*/ 357188 h 1635125"/>
              <a:gd name="connsiteX94" fmla="*/ 0 w 1905000"/>
              <a:gd name="connsiteY94" fmla="*/ 111125 h 1635125"/>
              <a:gd name="connsiteX95" fmla="*/ 111125 w 1905000"/>
              <a:gd name="connsiteY95" fmla="*/ 0 h 1635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1905000" h="1635125">
                <a:moveTo>
                  <a:pt x="158750" y="1317625"/>
                </a:moveTo>
                <a:lnTo>
                  <a:pt x="158750" y="1476375"/>
                </a:lnTo>
                <a:lnTo>
                  <a:pt x="317500" y="1476375"/>
                </a:lnTo>
                <a:lnTo>
                  <a:pt x="317500" y="1317625"/>
                </a:lnTo>
                <a:close/>
                <a:moveTo>
                  <a:pt x="1150938" y="1095375"/>
                </a:moveTo>
                <a:lnTo>
                  <a:pt x="1563688" y="1095375"/>
                </a:lnTo>
                <a:cubicBezTo>
                  <a:pt x="1611313" y="1095375"/>
                  <a:pt x="1643063" y="1127125"/>
                  <a:pt x="1643063" y="1174750"/>
                </a:cubicBezTo>
                <a:cubicBezTo>
                  <a:pt x="1643063" y="1222375"/>
                  <a:pt x="1611313" y="1254125"/>
                  <a:pt x="1563688" y="1254125"/>
                </a:cubicBezTo>
                <a:lnTo>
                  <a:pt x="1150938" y="1254125"/>
                </a:lnTo>
                <a:cubicBezTo>
                  <a:pt x="1103313" y="1254125"/>
                  <a:pt x="1071563" y="1222375"/>
                  <a:pt x="1071563" y="1174750"/>
                </a:cubicBezTo>
                <a:cubicBezTo>
                  <a:pt x="1071563" y="1127125"/>
                  <a:pt x="1103313" y="1095375"/>
                  <a:pt x="1150938" y="1095375"/>
                </a:cubicBezTo>
                <a:close/>
                <a:moveTo>
                  <a:pt x="1150938" y="738188"/>
                </a:moveTo>
                <a:lnTo>
                  <a:pt x="1563688" y="738188"/>
                </a:lnTo>
                <a:cubicBezTo>
                  <a:pt x="1611313" y="738188"/>
                  <a:pt x="1643063" y="769938"/>
                  <a:pt x="1643063" y="817563"/>
                </a:cubicBezTo>
                <a:cubicBezTo>
                  <a:pt x="1643063" y="865187"/>
                  <a:pt x="1611313" y="896938"/>
                  <a:pt x="1563688" y="896938"/>
                </a:cubicBezTo>
                <a:lnTo>
                  <a:pt x="1150938" y="896938"/>
                </a:lnTo>
                <a:cubicBezTo>
                  <a:pt x="1103313" y="896938"/>
                  <a:pt x="1071563" y="865187"/>
                  <a:pt x="1071563" y="817563"/>
                </a:cubicBezTo>
                <a:cubicBezTo>
                  <a:pt x="1071563" y="769938"/>
                  <a:pt x="1103313" y="738188"/>
                  <a:pt x="1150938" y="738188"/>
                </a:cubicBezTo>
                <a:close/>
                <a:moveTo>
                  <a:pt x="158750" y="738188"/>
                </a:moveTo>
                <a:lnTo>
                  <a:pt x="158750" y="896938"/>
                </a:lnTo>
                <a:lnTo>
                  <a:pt x="317500" y="896938"/>
                </a:lnTo>
                <a:lnTo>
                  <a:pt x="317500" y="738188"/>
                </a:lnTo>
                <a:close/>
                <a:moveTo>
                  <a:pt x="1150937" y="381000"/>
                </a:moveTo>
                <a:lnTo>
                  <a:pt x="1563687" y="381000"/>
                </a:lnTo>
                <a:cubicBezTo>
                  <a:pt x="1611312" y="381000"/>
                  <a:pt x="1643062" y="412750"/>
                  <a:pt x="1643062" y="460375"/>
                </a:cubicBezTo>
                <a:cubicBezTo>
                  <a:pt x="1643062" y="508000"/>
                  <a:pt x="1611312" y="539750"/>
                  <a:pt x="1563687" y="539750"/>
                </a:cubicBezTo>
                <a:lnTo>
                  <a:pt x="1150937" y="539750"/>
                </a:lnTo>
                <a:cubicBezTo>
                  <a:pt x="1103312" y="539750"/>
                  <a:pt x="1071562" y="508000"/>
                  <a:pt x="1071562" y="460375"/>
                </a:cubicBezTo>
                <a:cubicBezTo>
                  <a:pt x="1071562" y="412750"/>
                  <a:pt x="1103312" y="381000"/>
                  <a:pt x="1150937" y="381000"/>
                </a:cubicBezTo>
                <a:close/>
                <a:moveTo>
                  <a:pt x="992187" y="158750"/>
                </a:moveTo>
                <a:cubicBezTo>
                  <a:pt x="984250" y="166688"/>
                  <a:pt x="968375" y="198438"/>
                  <a:pt x="968375" y="246063"/>
                </a:cubicBezTo>
                <a:lnTo>
                  <a:pt x="968375" y="1397000"/>
                </a:lnTo>
                <a:cubicBezTo>
                  <a:pt x="968375" y="1444625"/>
                  <a:pt x="992187" y="1476375"/>
                  <a:pt x="1000125" y="1484313"/>
                </a:cubicBezTo>
                <a:lnTo>
                  <a:pt x="1722437" y="1484313"/>
                </a:lnTo>
                <a:cubicBezTo>
                  <a:pt x="1730375" y="1484313"/>
                  <a:pt x="1746250" y="1452563"/>
                  <a:pt x="1746250" y="1397000"/>
                </a:cubicBezTo>
                <a:lnTo>
                  <a:pt x="1746250" y="246063"/>
                </a:lnTo>
                <a:cubicBezTo>
                  <a:pt x="1746250" y="198438"/>
                  <a:pt x="1722437" y="166688"/>
                  <a:pt x="1714500" y="158750"/>
                </a:cubicBezTo>
                <a:close/>
                <a:moveTo>
                  <a:pt x="158750" y="158750"/>
                </a:moveTo>
                <a:lnTo>
                  <a:pt x="158750" y="317500"/>
                </a:lnTo>
                <a:lnTo>
                  <a:pt x="317500" y="317500"/>
                </a:lnTo>
                <a:lnTo>
                  <a:pt x="317500" y="158750"/>
                </a:lnTo>
                <a:close/>
                <a:moveTo>
                  <a:pt x="111125" y="0"/>
                </a:moveTo>
                <a:lnTo>
                  <a:pt x="357188" y="0"/>
                </a:lnTo>
                <a:cubicBezTo>
                  <a:pt x="420688" y="0"/>
                  <a:pt x="476250" y="47625"/>
                  <a:pt x="476250" y="111125"/>
                </a:cubicBezTo>
                <a:lnTo>
                  <a:pt x="476250" y="158750"/>
                </a:lnTo>
                <a:lnTo>
                  <a:pt x="650874" y="158750"/>
                </a:lnTo>
                <a:lnTo>
                  <a:pt x="650874" y="158750"/>
                </a:lnTo>
                <a:lnTo>
                  <a:pt x="650875" y="158750"/>
                </a:lnTo>
                <a:cubicBezTo>
                  <a:pt x="698500" y="158750"/>
                  <a:pt x="730250" y="190500"/>
                  <a:pt x="730250" y="238125"/>
                </a:cubicBezTo>
                <a:lnTo>
                  <a:pt x="730250" y="738188"/>
                </a:lnTo>
                <a:lnTo>
                  <a:pt x="809625" y="738188"/>
                </a:lnTo>
                <a:lnTo>
                  <a:pt x="809625" y="246063"/>
                </a:lnTo>
                <a:cubicBezTo>
                  <a:pt x="809625" y="111125"/>
                  <a:pt x="889000" y="0"/>
                  <a:pt x="992187" y="0"/>
                </a:cubicBezTo>
                <a:lnTo>
                  <a:pt x="1722437" y="0"/>
                </a:lnTo>
                <a:cubicBezTo>
                  <a:pt x="1825625" y="0"/>
                  <a:pt x="1905000" y="103188"/>
                  <a:pt x="1905000" y="246063"/>
                </a:cubicBezTo>
                <a:lnTo>
                  <a:pt x="1905000" y="1397000"/>
                </a:lnTo>
                <a:cubicBezTo>
                  <a:pt x="1905000" y="1531938"/>
                  <a:pt x="1825625" y="1635125"/>
                  <a:pt x="1722437" y="1635125"/>
                </a:cubicBezTo>
                <a:lnTo>
                  <a:pt x="992187" y="1635125"/>
                </a:lnTo>
                <a:cubicBezTo>
                  <a:pt x="889000" y="1635125"/>
                  <a:pt x="809625" y="1531938"/>
                  <a:pt x="809625" y="1389063"/>
                </a:cubicBezTo>
                <a:lnTo>
                  <a:pt x="809625" y="896938"/>
                </a:lnTo>
                <a:lnTo>
                  <a:pt x="730250" y="896938"/>
                </a:lnTo>
                <a:lnTo>
                  <a:pt x="730250" y="1397000"/>
                </a:lnTo>
                <a:cubicBezTo>
                  <a:pt x="730250" y="1444625"/>
                  <a:pt x="698500" y="1476375"/>
                  <a:pt x="650875" y="1476375"/>
                </a:cubicBezTo>
                <a:lnTo>
                  <a:pt x="650875" y="1476375"/>
                </a:lnTo>
                <a:lnTo>
                  <a:pt x="650874" y="1476375"/>
                </a:lnTo>
                <a:lnTo>
                  <a:pt x="476250" y="1476375"/>
                </a:lnTo>
                <a:lnTo>
                  <a:pt x="476250" y="1524000"/>
                </a:lnTo>
                <a:cubicBezTo>
                  <a:pt x="476250" y="1587500"/>
                  <a:pt x="420688" y="1635125"/>
                  <a:pt x="357188" y="1635125"/>
                </a:cubicBezTo>
                <a:lnTo>
                  <a:pt x="111125" y="1635125"/>
                </a:lnTo>
                <a:cubicBezTo>
                  <a:pt x="47625" y="1635125"/>
                  <a:pt x="0" y="1587500"/>
                  <a:pt x="0" y="1524000"/>
                </a:cubicBezTo>
                <a:lnTo>
                  <a:pt x="0" y="1277938"/>
                </a:lnTo>
                <a:cubicBezTo>
                  <a:pt x="0" y="1214438"/>
                  <a:pt x="47625" y="1166813"/>
                  <a:pt x="111125" y="1166813"/>
                </a:cubicBezTo>
                <a:lnTo>
                  <a:pt x="357188" y="1166813"/>
                </a:lnTo>
                <a:cubicBezTo>
                  <a:pt x="420688" y="1158875"/>
                  <a:pt x="476250" y="1214438"/>
                  <a:pt x="476250" y="1277938"/>
                </a:cubicBezTo>
                <a:lnTo>
                  <a:pt x="476250" y="1317625"/>
                </a:lnTo>
                <a:lnTo>
                  <a:pt x="571500" y="1317625"/>
                </a:lnTo>
                <a:lnTo>
                  <a:pt x="571500" y="896938"/>
                </a:lnTo>
                <a:lnTo>
                  <a:pt x="476250" y="896938"/>
                </a:lnTo>
                <a:lnTo>
                  <a:pt x="476250" y="936625"/>
                </a:lnTo>
                <a:cubicBezTo>
                  <a:pt x="476250" y="1000125"/>
                  <a:pt x="420688" y="1055688"/>
                  <a:pt x="357188" y="1055688"/>
                </a:cubicBezTo>
                <a:lnTo>
                  <a:pt x="111125" y="1055688"/>
                </a:lnTo>
                <a:cubicBezTo>
                  <a:pt x="47625" y="1055688"/>
                  <a:pt x="0" y="1000125"/>
                  <a:pt x="0" y="944563"/>
                </a:cubicBezTo>
                <a:lnTo>
                  <a:pt x="0" y="698500"/>
                </a:lnTo>
                <a:cubicBezTo>
                  <a:pt x="0" y="635000"/>
                  <a:pt x="47625" y="579438"/>
                  <a:pt x="111125" y="579438"/>
                </a:cubicBezTo>
                <a:lnTo>
                  <a:pt x="357188" y="579438"/>
                </a:lnTo>
                <a:cubicBezTo>
                  <a:pt x="420688" y="579438"/>
                  <a:pt x="476250" y="635000"/>
                  <a:pt x="476250" y="690563"/>
                </a:cubicBezTo>
                <a:lnTo>
                  <a:pt x="476250" y="738188"/>
                </a:lnTo>
                <a:lnTo>
                  <a:pt x="571500" y="738188"/>
                </a:lnTo>
                <a:lnTo>
                  <a:pt x="571500" y="317500"/>
                </a:lnTo>
                <a:lnTo>
                  <a:pt x="476250" y="317500"/>
                </a:lnTo>
                <a:lnTo>
                  <a:pt x="476250" y="357188"/>
                </a:lnTo>
                <a:cubicBezTo>
                  <a:pt x="476250" y="420687"/>
                  <a:pt x="420688" y="476250"/>
                  <a:pt x="357188" y="476250"/>
                </a:cubicBezTo>
                <a:lnTo>
                  <a:pt x="111125" y="476250"/>
                </a:lnTo>
                <a:cubicBezTo>
                  <a:pt x="47625" y="476250"/>
                  <a:pt x="0" y="420687"/>
                  <a:pt x="0" y="357188"/>
                </a:cubicBezTo>
                <a:lnTo>
                  <a:pt x="0" y="111125"/>
                </a:lnTo>
                <a:cubicBezTo>
                  <a:pt x="0" y="47625"/>
                  <a:pt x="47625" y="0"/>
                  <a:pt x="111125" y="0"/>
                </a:cubicBezTo>
                <a:close/>
              </a:path>
            </a:pathLst>
          </a:custGeom>
          <a:solidFill>
            <a:schemeClr val="accent1"/>
          </a:solidFill>
          <a:ln w="1860" cap="flat">
            <a:noFill/>
            <a:prstDash val="solid"/>
            <a:miter/>
          </a:ln>
        </p:spPr>
        <p:txBody>
          <a:bodyPr rtlCol="0" anchor="ctr"/>
          <a:lstStyle/>
          <a:p>
            <a:endParaRPr lang="zh-CN" altLang="en-US"/>
          </a:p>
        </p:txBody>
      </p:sp>
      <p:grpSp>
        <p:nvGrpSpPr>
          <p:cNvPr id="126" name="组合 125">
            <a:extLst>
              <a:ext uri="{FF2B5EF4-FFF2-40B4-BE49-F238E27FC236}">
                <a16:creationId xmlns:a16="http://schemas.microsoft.com/office/drawing/2014/main" id="{62200E1C-AEB5-8956-B48A-D947BC147CA7}"/>
              </a:ext>
            </a:extLst>
          </p:cNvPr>
          <p:cNvGrpSpPr/>
          <p:nvPr/>
        </p:nvGrpSpPr>
        <p:grpSpPr>
          <a:xfrm>
            <a:off x="8942127" y="5177894"/>
            <a:ext cx="225734" cy="230838"/>
            <a:chOff x="7549463" y="6085985"/>
            <a:chExt cx="155888" cy="159413"/>
          </a:xfrm>
          <a:solidFill>
            <a:schemeClr val="accent1"/>
          </a:solidFill>
        </p:grpSpPr>
        <p:sp>
          <p:nvSpPr>
            <p:cNvPr id="127" name="任意多边形: 形状 126">
              <a:extLst>
                <a:ext uri="{FF2B5EF4-FFF2-40B4-BE49-F238E27FC236}">
                  <a16:creationId xmlns:a16="http://schemas.microsoft.com/office/drawing/2014/main" id="{8A9CAD15-391D-60C8-4617-9C311061F410}"/>
                </a:ext>
              </a:extLst>
            </p:cNvPr>
            <p:cNvSpPr/>
            <p:nvPr/>
          </p:nvSpPr>
          <p:spPr>
            <a:xfrm>
              <a:off x="7549463" y="6085985"/>
              <a:ext cx="137021" cy="122420"/>
            </a:xfrm>
            <a:custGeom>
              <a:avLst/>
              <a:gdLst>
                <a:gd name="connsiteX0" fmla="*/ 68511 w 137021"/>
                <a:gd name="connsiteY0" fmla="*/ 59804 h 122420"/>
                <a:gd name="connsiteX1" fmla="*/ 21741 w 137021"/>
                <a:gd name="connsiteY1" fmla="*/ 52143 h 122420"/>
                <a:gd name="connsiteX2" fmla="*/ 6565 w 137021"/>
                <a:gd name="connsiteY2" fmla="*/ 43226 h 122420"/>
                <a:gd name="connsiteX3" fmla="*/ 0 w 137021"/>
                <a:gd name="connsiteY3" fmla="*/ 29902 h 122420"/>
                <a:gd name="connsiteX4" fmla="*/ 6565 w 137021"/>
                <a:gd name="connsiteY4" fmla="*/ 16577 h 122420"/>
                <a:gd name="connsiteX5" fmla="*/ 21741 w 137021"/>
                <a:gd name="connsiteY5" fmla="*/ 7660 h 122420"/>
                <a:gd name="connsiteX6" fmla="*/ 68511 w 137021"/>
                <a:gd name="connsiteY6" fmla="*/ 0 h 122420"/>
                <a:gd name="connsiteX7" fmla="*/ 115280 w 137021"/>
                <a:gd name="connsiteY7" fmla="*/ 7660 h 122420"/>
                <a:gd name="connsiteX8" fmla="*/ 130456 w 137021"/>
                <a:gd name="connsiteY8" fmla="*/ 16577 h 122420"/>
                <a:gd name="connsiteX9" fmla="*/ 137021 w 137021"/>
                <a:gd name="connsiteY9" fmla="*/ 29902 h 122420"/>
                <a:gd name="connsiteX10" fmla="*/ 130456 w 137021"/>
                <a:gd name="connsiteY10" fmla="*/ 43226 h 122420"/>
                <a:gd name="connsiteX11" fmla="*/ 115280 w 137021"/>
                <a:gd name="connsiteY11" fmla="*/ 52143 h 122420"/>
                <a:gd name="connsiteX12" fmla="*/ 68511 w 137021"/>
                <a:gd name="connsiteY12" fmla="*/ 59804 h 122420"/>
                <a:gd name="connsiteX13" fmla="*/ 68511 w 137021"/>
                <a:gd name="connsiteY13" fmla="*/ 9816 h 122420"/>
                <a:gd name="connsiteX14" fmla="*/ 25331 w 137021"/>
                <a:gd name="connsiteY14" fmla="*/ 16797 h 122420"/>
                <a:gd name="connsiteX15" fmla="*/ 9816 w 137021"/>
                <a:gd name="connsiteY15" fmla="*/ 29902 h 122420"/>
                <a:gd name="connsiteX16" fmla="*/ 25331 w 137021"/>
                <a:gd name="connsiteY16" fmla="*/ 43006 h 122420"/>
                <a:gd name="connsiteX17" fmla="*/ 68511 w 137021"/>
                <a:gd name="connsiteY17" fmla="*/ 49988 h 122420"/>
                <a:gd name="connsiteX18" fmla="*/ 111690 w 137021"/>
                <a:gd name="connsiteY18" fmla="*/ 43006 h 122420"/>
                <a:gd name="connsiteX19" fmla="*/ 127205 w 137021"/>
                <a:gd name="connsiteY19" fmla="*/ 29902 h 122420"/>
                <a:gd name="connsiteX20" fmla="*/ 111690 w 137021"/>
                <a:gd name="connsiteY20" fmla="*/ 16797 h 122420"/>
                <a:gd name="connsiteX21" fmla="*/ 68511 w 137021"/>
                <a:gd name="connsiteY21" fmla="*/ 9816 h 122420"/>
                <a:gd name="connsiteX22" fmla="*/ 68511 w 137021"/>
                <a:gd name="connsiteY22" fmla="*/ 90634 h 122420"/>
                <a:gd name="connsiteX23" fmla="*/ 21741 w 137021"/>
                <a:gd name="connsiteY23" fmla="*/ 82974 h 122420"/>
                <a:gd name="connsiteX24" fmla="*/ 6565 w 137021"/>
                <a:gd name="connsiteY24" fmla="*/ 74057 h 122420"/>
                <a:gd name="connsiteX25" fmla="*/ 0 w 137021"/>
                <a:gd name="connsiteY25" fmla="*/ 60732 h 122420"/>
                <a:gd name="connsiteX26" fmla="*/ 4908 w 137021"/>
                <a:gd name="connsiteY26" fmla="*/ 55824 h 122420"/>
                <a:gd name="connsiteX27" fmla="*/ 9816 w 137021"/>
                <a:gd name="connsiteY27" fmla="*/ 60732 h 122420"/>
                <a:gd name="connsiteX28" fmla="*/ 25331 w 137021"/>
                <a:gd name="connsiteY28" fmla="*/ 73837 h 122420"/>
                <a:gd name="connsiteX29" fmla="*/ 68511 w 137021"/>
                <a:gd name="connsiteY29" fmla="*/ 80818 h 122420"/>
                <a:gd name="connsiteX30" fmla="*/ 87039 w 137021"/>
                <a:gd name="connsiteY30" fmla="*/ 79705 h 122420"/>
                <a:gd name="connsiteX31" fmla="*/ 92513 w 137021"/>
                <a:gd name="connsiteY31" fmla="*/ 83973 h 122420"/>
                <a:gd name="connsiteX32" fmla="*/ 88245 w 137021"/>
                <a:gd name="connsiteY32" fmla="*/ 89446 h 122420"/>
                <a:gd name="connsiteX33" fmla="*/ 68511 w 137021"/>
                <a:gd name="connsiteY33" fmla="*/ 90634 h 122420"/>
                <a:gd name="connsiteX34" fmla="*/ 68511 w 137021"/>
                <a:gd name="connsiteY34" fmla="*/ 122421 h 122420"/>
                <a:gd name="connsiteX35" fmla="*/ 21741 w 137021"/>
                <a:gd name="connsiteY35" fmla="*/ 114760 h 122420"/>
                <a:gd name="connsiteX36" fmla="*/ 6565 w 137021"/>
                <a:gd name="connsiteY36" fmla="*/ 105843 h 122420"/>
                <a:gd name="connsiteX37" fmla="*/ 0 w 137021"/>
                <a:gd name="connsiteY37" fmla="*/ 92519 h 122420"/>
                <a:gd name="connsiteX38" fmla="*/ 4908 w 137021"/>
                <a:gd name="connsiteY38" fmla="*/ 87611 h 122420"/>
                <a:gd name="connsiteX39" fmla="*/ 9816 w 137021"/>
                <a:gd name="connsiteY39" fmla="*/ 92519 h 122420"/>
                <a:gd name="connsiteX40" fmla="*/ 25331 w 137021"/>
                <a:gd name="connsiteY40" fmla="*/ 105623 h 122420"/>
                <a:gd name="connsiteX41" fmla="*/ 68511 w 137021"/>
                <a:gd name="connsiteY41" fmla="*/ 112605 h 122420"/>
                <a:gd name="connsiteX42" fmla="*/ 73419 w 137021"/>
                <a:gd name="connsiteY42" fmla="*/ 117513 h 122420"/>
                <a:gd name="connsiteX43" fmla="*/ 68511 w 137021"/>
                <a:gd name="connsiteY43" fmla="*/ 122421 h 1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37021" h="122420">
                  <a:moveTo>
                    <a:pt x="68511" y="59804"/>
                  </a:moveTo>
                  <a:cubicBezTo>
                    <a:pt x="50922" y="59804"/>
                    <a:pt x="34313" y="57083"/>
                    <a:pt x="21741" y="52143"/>
                  </a:cubicBezTo>
                  <a:cubicBezTo>
                    <a:pt x="15325" y="49622"/>
                    <a:pt x="10221" y="46623"/>
                    <a:pt x="6565" y="43226"/>
                  </a:cubicBezTo>
                  <a:cubicBezTo>
                    <a:pt x="3569" y="40444"/>
                    <a:pt x="0" y="35872"/>
                    <a:pt x="0" y="29902"/>
                  </a:cubicBezTo>
                  <a:cubicBezTo>
                    <a:pt x="0" y="26606"/>
                    <a:pt x="1139" y="21619"/>
                    <a:pt x="6565" y="16577"/>
                  </a:cubicBezTo>
                  <a:cubicBezTo>
                    <a:pt x="10221" y="13181"/>
                    <a:pt x="15327" y="10181"/>
                    <a:pt x="21741" y="7660"/>
                  </a:cubicBezTo>
                  <a:cubicBezTo>
                    <a:pt x="34311" y="2721"/>
                    <a:pt x="50922" y="0"/>
                    <a:pt x="68511" y="0"/>
                  </a:cubicBezTo>
                  <a:cubicBezTo>
                    <a:pt x="86099" y="0"/>
                    <a:pt x="102708" y="2721"/>
                    <a:pt x="115280" y="7660"/>
                  </a:cubicBezTo>
                  <a:cubicBezTo>
                    <a:pt x="121696" y="10181"/>
                    <a:pt x="126801" y="13181"/>
                    <a:pt x="130456" y="16577"/>
                  </a:cubicBezTo>
                  <a:cubicBezTo>
                    <a:pt x="133452" y="19359"/>
                    <a:pt x="137021" y="23932"/>
                    <a:pt x="137021" y="29902"/>
                  </a:cubicBezTo>
                  <a:cubicBezTo>
                    <a:pt x="137021" y="33198"/>
                    <a:pt x="135883" y="38185"/>
                    <a:pt x="130456" y="43226"/>
                  </a:cubicBezTo>
                  <a:cubicBezTo>
                    <a:pt x="126801" y="46623"/>
                    <a:pt x="121694" y="49622"/>
                    <a:pt x="115280" y="52143"/>
                  </a:cubicBezTo>
                  <a:cubicBezTo>
                    <a:pt x="102710" y="57083"/>
                    <a:pt x="86099" y="59804"/>
                    <a:pt x="68511" y="59804"/>
                  </a:cubicBezTo>
                  <a:close/>
                  <a:moveTo>
                    <a:pt x="68511" y="9816"/>
                  </a:moveTo>
                  <a:cubicBezTo>
                    <a:pt x="52122" y="9816"/>
                    <a:pt x="36787" y="12296"/>
                    <a:pt x="25331" y="16797"/>
                  </a:cubicBezTo>
                  <a:cubicBezTo>
                    <a:pt x="15761" y="20559"/>
                    <a:pt x="9816" y="25579"/>
                    <a:pt x="9816" y="29902"/>
                  </a:cubicBezTo>
                  <a:cubicBezTo>
                    <a:pt x="9816" y="34225"/>
                    <a:pt x="15761" y="39247"/>
                    <a:pt x="25331" y="43006"/>
                  </a:cubicBezTo>
                  <a:cubicBezTo>
                    <a:pt x="36787" y="47508"/>
                    <a:pt x="52122" y="49988"/>
                    <a:pt x="68511" y="49988"/>
                  </a:cubicBezTo>
                  <a:cubicBezTo>
                    <a:pt x="84900" y="49988"/>
                    <a:pt x="100234" y="47508"/>
                    <a:pt x="111690" y="43006"/>
                  </a:cubicBezTo>
                  <a:cubicBezTo>
                    <a:pt x="121260" y="39245"/>
                    <a:pt x="127205" y="34225"/>
                    <a:pt x="127205" y="29902"/>
                  </a:cubicBezTo>
                  <a:cubicBezTo>
                    <a:pt x="127205" y="25579"/>
                    <a:pt x="121260" y="20557"/>
                    <a:pt x="111690" y="16797"/>
                  </a:cubicBezTo>
                  <a:cubicBezTo>
                    <a:pt x="100234" y="12296"/>
                    <a:pt x="84900" y="9816"/>
                    <a:pt x="68511" y="9816"/>
                  </a:cubicBezTo>
                  <a:close/>
                  <a:moveTo>
                    <a:pt x="68511" y="90634"/>
                  </a:moveTo>
                  <a:cubicBezTo>
                    <a:pt x="50922" y="90634"/>
                    <a:pt x="34313" y="87913"/>
                    <a:pt x="21741" y="82974"/>
                  </a:cubicBezTo>
                  <a:cubicBezTo>
                    <a:pt x="15325" y="80453"/>
                    <a:pt x="10221" y="77453"/>
                    <a:pt x="6565" y="74057"/>
                  </a:cubicBezTo>
                  <a:cubicBezTo>
                    <a:pt x="3569" y="71275"/>
                    <a:pt x="0" y="66702"/>
                    <a:pt x="0" y="60732"/>
                  </a:cubicBezTo>
                  <a:cubicBezTo>
                    <a:pt x="0" y="58021"/>
                    <a:pt x="2197" y="55824"/>
                    <a:pt x="4908" y="55824"/>
                  </a:cubicBezTo>
                  <a:cubicBezTo>
                    <a:pt x="7619" y="55824"/>
                    <a:pt x="9816" y="58021"/>
                    <a:pt x="9816" y="60732"/>
                  </a:cubicBezTo>
                  <a:cubicBezTo>
                    <a:pt x="9816" y="65055"/>
                    <a:pt x="15761" y="70077"/>
                    <a:pt x="25331" y="73837"/>
                  </a:cubicBezTo>
                  <a:cubicBezTo>
                    <a:pt x="36787" y="78340"/>
                    <a:pt x="52122" y="80818"/>
                    <a:pt x="68511" y="80818"/>
                  </a:cubicBezTo>
                  <a:cubicBezTo>
                    <a:pt x="74836" y="80818"/>
                    <a:pt x="81071" y="80443"/>
                    <a:pt x="87039" y="79705"/>
                  </a:cubicBezTo>
                  <a:cubicBezTo>
                    <a:pt x="89729" y="79371"/>
                    <a:pt x="92181" y="81283"/>
                    <a:pt x="92513" y="83973"/>
                  </a:cubicBezTo>
                  <a:cubicBezTo>
                    <a:pt x="92847" y="86663"/>
                    <a:pt x="90935" y="89115"/>
                    <a:pt x="88245" y="89446"/>
                  </a:cubicBezTo>
                  <a:cubicBezTo>
                    <a:pt x="81878" y="90236"/>
                    <a:pt x="75239" y="90634"/>
                    <a:pt x="68511" y="90634"/>
                  </a:cubicBezTo>
                  <a:close/>
                  <a:moveTo>
                    <a:pt x="68511" y="122421"/>
                  </a:moveTo>
                  <a:cubicBezTo>
                    <a:pt x="50922" y="122421"/>
                    <a:pt x="34313" y="119700"/>
                    <a:pt x="21741" y="114760"/>
                  </a:cubicBezTo>
                  <a:cubicBezTo>
                    <a:pt x="15325" y="112239"/>
                    <a:pt x="10221" y="109240"/>
                    <a:pt x="6565" y="105843"/>
                  </a:cubicBezTo>
                  <a:cubicBezTo>
                    <a:pt x="3569" y="103061"/>
                    <a:pt x="0" y="98489"/>
                    <a:pt x="0" y="92519"/>
                  </a:cubicBezTo>
                  <a:cubicBezTo>
                    <a:pt x="0" y="89808"/>
                    <a:pt x="2197" y="87611"/>
                    <a:pt x="4908" y="87611"/>
                  </a:cubicBezTo>
                  <a:cubicBezTo>
                    <a:pt x="7619" y="87611"/>
                    <a:pt x="9816" y="89808"/>
                    <a:pt x="9816" y="92519"/>
                  </a:cubicBezTo>
                  <a:cubicBezTo>
                    <a:pt x="9816" y="96842"/>
                    <a:pt x="15761" y="101864"/>
                    <a:pt x="25331" y="105623"/>
                  </a:cubicBezTo>
                  <a:cubicBezTo>
                    <a:pt x="36787" y="110125"/>
                    <a:pt x="52122" y="112605"/>
                    <a:pt x="68511" y="112605"/>
                  </a:cubicBezTo>
                  <a:cubicBezTo>
                    <a:pt x="71222" y="112605"/>
                    <a:pt x="73419" y="114801"/>
                    <a:pt x="73419" y="117513"/>
                  </a:cubicBezTo>
                  <a:cubicBezTo>
                    <a:pt x="73419" y="120224"/>
                    <a:pt x="71222" y="122421"/>
                    <a:pt x="68511" y="122421"/>
                  </a:cubicBezTo>
                  <a:close/>
                </a:path>
              </a:pathLst>
            </a:custGeom>
            <a:grpFill/>
            <a:ln w="195" cap="flat">
              <a:solidFill>
                <a:schemeClr val="accent1"/>
              </a:solidFill>
              <a:prstDash val="solid"/>
              <a:miter/>
            </a:ln>
          </p:spPr>
          <p:txBody>
            <a:bodyPr rtlCol="0" anchor="ctr"/>
            <a:lstStyle/>
            <a:p>
              <a:endParaRPr lang="zh-CN" altLang="en-US"/>
            </a:p>
          </p:txBody>
        </p:sp>
        <p:sp>
          <p:nvSpPr>
            <p:cNvPr id="128" name="任意多边形: 形状 127">
              <a:extLst>
                <a:ext uri="{FF2B5EF4-FFF2-40B4-BE49-F238E27FC236}">
                  <a16:creationId xmlns:a16="http://schemas.microsoft.com/office/drawing/2014/main" id="{9DA5C56C-032F-A1B9-D7C6-C338C408F978}"/>
                </a:ext>
              </a:extLst>
            </p:cNvPr>
            <p:cNvSpPr/>
            <p:nvPr/>
          </p:nvSpPr>
          <p:spPr>
            <a:xfrm>
              <a:off x="7549463" y="6085985"/>
              <a:ext cx="137021" cy="155948"/>
            </a:xfrm>
            <a:custGeom>
              <a:avLst/>
              <a:gdLst>
                <a:gd name="connsiteX0" fmla="*/ 61849 w 137021"/>
                <a:gd name="connsiteY0" fmla="*/ 155949 h 155948"/>
                <a:gd name="connsiteX1" fmla="*/ 61645 w 137021"/>
                <a:gd name="connsiteY1" fmla="*/ 155945 h 155948"/>
                <a:gd name="connsiteX2" fmla="*/ 19428 w 137021"/>
                <a:gd name="connsiteY2" fmla="*/ 147469 h 155948"/>
                <a:gd name="connsiteX3" fmla="*/ 5839 w 137021"/>
                <a:gd name="connsiteY3" fmla="*/ 138808 h 155948"/>
                <a:gd name="connsiteX4" fmla="*/ 0 w 137021"/>
                <a:gd name="connsiteY4" fmla="*/ 126184 h 155948"/>
                <a:gd name="connsiteX5" fmla="*/ 0 w 137021"/>
                <a:gd name="connsiteY5" fmla="*/ 29902 h 155948"/>
                <a:gd name="connsiteX6" fmla="*/ 6565 w 137021"/>
                <a:gd name="connsiteY6" fmla="*/ 16577 h 155948"/>
                <a:gd name="connsiteX7" fmla="*/ 21741 w 137021"/>
                <a:gd name="connsiteY7" fmla="*/ 7660 h 155948"/>
                <a:gd name="connsiteX8" fmla="*/ 68511 w 137021"/>
                <a:gd name="connsiteY8" fmla="*/ 0 h 155948"/>
                <a:gd name="connsiteX9" fmla="*/ 115280 w 137021"/>
                <a:gd name="connsiteY9" fmla="*/ 7660 h 155948"/>
                <a:gd name="connsiteX10" fmla="*/ 130456 w 137021"/>
                <a:gd name="connsiteY10" fmla="*/ 16577 h 155948"/>
                <a:gd name="connsiteX11" fmla="*/ 137021 w 137021"/>
                <a:gd name="connsiteY11" fmla="*/ 29902 h 155948"/>
                <a:gd name="connsiteX12" fmla="*/ 137021 w 137021"/>
                <a:gd name="connsiteY12" fmla="*/ 73230 h 155948"/>
                <a:gd name="connsiteX13" fmla="*/ 132113 w 137021"/>
                <a:gd name="connsiteY13" fmla="*/ 78138 h 155948"/>
                <a:gd name="connsiteX14" fmla="*/ 127205 w 137021"/>
                <a:gd name="connsiteY14" fmla="*/ 73230 h 155948"/>
                <a:gd name="connsiteX15" fmla="*/ 127205 w 137021"/>
                <a:gd name="connsiteY15" fmla="*/ 29902 h 155948"/>
                <a:gd name="connsiteX16" fmla="*/ 111690 w 137021"/>
                <a:gd name="connsiteY16" fmla="*/ 16797 h 155948"/>
                <a:gd name="connsiteX17" fmla="*/ 68511 w 137021"/>
                <a:gd name="connsiteY17" fmla="*/ 9816 h 155948"/>
                <a:gd name="connsiteX18" fmla="*/ 25331 w 137021"/>
                <a:gd name="connsiteY18" fmla="*/ 16797 h 155948"/>
                <a:gd name="connsiteX19" fmla="*/ 9816 w 137021"/>
                <a:gd name="connsiteY19" fmla="*/ 29902 h 155948"/>
                <a:gd name="connsiteX20" fmla="*/ 9816 w 137021"/>
                <a:gd name="connsiteY20" fmla="*/ 126184 h 155948"/>
                <a:gd name="connsiteX21" fmla="*/ 23331 w 137021"/>
                <a:gd name="connsiteY21" fmla="*/ 138464 h 155948"/>
                <a:gd name="connsiteX22" fmla="*/ 62046 w 137021"/>
                <a:gd name="connsiteY22" fmla="*/ 146138 h 155948"/>
                <a:gd name="connsiteX23" fmla="*/ 66750 w 137021"/>
                <a:gd name="connsiteY23" fmla="*/ 151243 h 155948"/>
                <a:gd name="connsiteX24" fmla="*/ 61849 w 137021"/>
                <a:gd name="connsiteY24" fmla="*/ 155949 h 155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7021" h="155948">
                  <a:moveTo>
                    <a:pt x="61849" y="155949"/>
                  </a:moveTo>
                  <a:cubicBezTo>
                    <a:pt x="61781" y="155949"/>
                    <a:pt x="61714" y="155947"/>
                    <a:pt x="61645" y="155945"/>
                  </a:cubicBezTo>
                  <a:cubicBezTo>
                    <a:pt x="45508" y="155285"/>
                    <a:pt x="30514" y="152273"/>
                    <a:pt x="19428" y="147469"/>
                  </a:cubicBezTo>
                  <a:cubicBezTo>
                    <a:pt x="13668" y="144972"/>
                    <a:pt x="9096" y="142059"/>
                    <a:pt x="5839" y="138808"/>
                  </a:cubicBezTo>
                  <a:cubicBezTo>
                    <a:pt x="2020" y="134995"/>
                    <a:pt x="0" y="130629"/>
                    <a:pt x="0" y="126184"/>
                  </a:cubicBezTo>
                  <a:lnTo>
                    <a:pt x="0" y="29902"/>
                  </a:lnTo>
                  <a:cubicBezTo>
                    <a:pt x="0" y="26606"/>
                    <a:pt x="1139" y="21619"/>
                    <a:pt x="6565" y="16577"/>
                  </a:cubicBezTo>
                  <a:cubicBezTo>
                    <a:pt x="10221" y="13181"/>
                    <a:pt x="15327" y="10181"/>
                    <a:pt x="21741" y="7660"/>
                  </a:cubicBezTo>
                  <a:cubicBezTo>
                    <a:pt x="34311" y="2721"/>
                    <a:pt x="50922" y="0"/>
                    <a:pt x="68511" y="0"/>
                  </a:cubicBezTo>
                  <a:cubicBezTo>
                    <a:pt x="86099" y="0"/>
                    <a:pt x="102708" y="2721"/>
                    <a:pt x="115280" y="7660"/>
                  </a:cubicBezTo>
                  <a:cubicBezTo>
                    <a:pt x="121696" y="10181"/>
                    <a:pt x="126801" y="13181"/>
                    <a:pt x="130456" y="16577"/>
                  </a:cubicBezTo>
                  <a:cubicBezTo>
                    <a:pt x="133452" y="19359"/>
                    <a:pt x="137021" y="23932"/>
                    <a:pt x="137021" y="29902"/>
                  </a:cubicBezTo>
                  <a:lnTo>
                    <a:pt x="137021" y="73230"/>
                  </a:lnTo>
                  <a:cubicBezTo>
                    <a:pt x="137021" y="75941"/>
                    <a:pt x="134824" y="78138"/>
                    <a:pt x="132113" y="78138"/>
                  </a:cubicBezTo>
                  <a:cubicBezTo>
                    <a:pt x="129402" y="78138"/>
                    <a:pt x="127205" y="75941"/>
                    <a:pt x="127205" y="73230"/>
                  </a:cubicBezTo>
                  <a:lnTo>
                    <a:pt x="127205" y="29902"/>
                  </a:lnTo>
                  <a:cubicBezTo>
                    <a:pt x="127205" y="25579"/>
                    <a:pt x="121260" y="20557"/>
                    <a:pt x="111690" y="16797"/>
                  </a:cubicBezTo>
                  <a:cubicBezTo>
                    <a:pt x="100234" y="12296"/>
                    <a:pt x="84900" y="9816"/>
                    <a:pt x="68511" y="9816"/>
                  </a:cubicBezTo>
                  <a:cubicBezTo>
                    <a:pt x="52122" y="9816"/>
                    <a:pt x="36787" y="12296"/>
                    <a:pt x="25331" y="16797"/>
                  </a:cubicBezTo>
                  <a:cubicBezTo>
                    <a:pt x="15761" y="20559"/>
                    <a:pt x="9816" y="25579"/>
                    <a:pt x="9816" y="29902"/>
                  </a:cubicBezTo>
                  <a:lnTo>
                    <a:pt x="9816" y="126184"/>
                  </a:lnTo>
                  <a:cubicBezTo>
                    <a:pt x="9816" y="130205"/>
                    <a:pt x="14867" y="134795"/>
                    <a:pt x="23331" y="138464"/>
                  </a:cubicBezTo>
                  <a:cubicBezTo>
                    <a:pt x="33337" y="142801"/>
                    <a:pt x="47088" y="145526"/>
                    <a:pt x="62046" y="146138"/>
                  </a:cubicBezTo>
                  <a:cubicBezTo>
                    <a:pt x="64755" y="146248"/>
                    <a:pt x="66860" y="148535"/>
                    <a:pt x="66750" y="151243"/>
                  </a:cubicBezTo>
                  <a:cubicBezTo>
                    <a:pt x="66642" y="153881"/>
                    <a:pt x="64468" y="155949"/>
                    <a:pt x="61849" y="155949"/>
                  </a:cubicBezTo>
                  <a:close/>
                </a:path>
              </a:pathLst>
            </a:custGeom>
            <a:grpFill/>
            <a:ln w="195" cap="flat">
              <a:solidFill>
                <a:schemeClr val="accent1"/>
              </a:solidFill>
              <a:prstDash val="solid"/>
              <a:miter/>
            </a:ln>
          </p:spPr>
          <p:txBody>
            <a:bodyPr rtlCol="0" anchor="ctr"/>
            <a:lstStyle/>
            <a:p>
              <a:endParaRPr lang="zh-CN" altLang="en-US"/>
            </a:p>
          </p:txBody>
        </p:sp>
        <p:sp>
          <p:nvSpPr>
            <p:cNvPr id="129" name="任意多边形: 形状 128">
              <a:extLst>
                <a:ext uri="{FF2B5EF4-FFF2-40B4-BE49-F238E27FC236}">
                  <a16:creationId xmlns:a16="http://schemas.microsoft.com/office/drawing/2014/main" id="{3596659D-4540-1361-0187-6441FBFD96D2}"/>
                </a:ext>
              </a:extLst>
            </p:cNvPr>
            <p:cNvSpPr/>
            <p:nvPr/>
          </p:nvSpPr>
          <p:spPr>
            <a:xfrm>
              <a:off x="7626693" y="6166742"/>
              <a:ext cx="78658" cy="78656"/>
            </a:xfrm>
            <a:custGeom>
              <a:avLst/>
              <a:gdLst>
                <a:gd name="connsiteX0" fmla="*/ 39588 w 78658"/>
                <a:gd name="connsiteY0" fmla="*/ 24603 h 78656"/>
                <a:gd name="connsiteX1" fmla="*/ 34680 w 78658"/>
                <a:gd name="connsiteY1" fmla="*/ 19695 h 78656"/>
                <a:gd name="connsiteX2" fmla="*/ 34680 w 78658"/>
                <a:gd name="connsiteY2" fmla="*/ 4908 h 78656"/>
                <a:gd name="connsiteX3" fmla="*/ 39588 w 78658"/>
                <a:gd name="connsiteY3" fmla="*/ 0 h 78656"/>
                <a:gd name="connsiteX4" fmla="*/ 44496 w 78658"/>
                <a:gd name="connsiteY4" fmla="*/ 4908 h 78656"/>
                <a:gd name="connsiteX5" fmla="*/ 44496 w 78658"/>
                <a:gd name="connsiteY5" fmla="*/ 19695 h 78656"/>
                <a:gd name="connsiteX6" fmla="*/ 39588 w 78658"/>
                <a:gd name="connsiteY6" fmla="*/ 24603 h 78656"/>
                <a:gd name="connsiteX7" fmla="*/ 25630 w 78658"/>
                <a:gd name="connsiteY7" fmla="*/ 30169 h 78656"/>
                <a:gd name="connsiteX8" fmla="*/ 22159 w 78658"/>
                <a:gd name="connsiteY8" fmla="*/ 28732 h 78656"/>
                <a:gd name="connsiteX9" fmla="*/ 11703 w 78658"/>
                <a:gd name="connsiteY9" fmla="*/ 18276 h 78656"/>
                <a:gd name="connsiteX10" fmla="*/ 11703 w 78658"/>
                <a:gd name="connsiteY10" fmla="*/ 11334 h 78656"/>
                <a:gd name="connsiteX11" fmla="*/ 18645 w 78658"/>
                <a:gd name="connsiteY11" fmla="*/ 11334 h 78656"/>
                <a:gd name="connsiteX12" fmla="*/ 29101 w 78658"/>
                <a:gd name="connsiteY12" fmla="*/ 21790 h 78656"/>
                <a:gd name="connsiteX13" fmla="*/ 29101 w 78658"/>
                <a:gd name="connsiteY13" fmla="*/ 28732 h 78656"/>
                <a:gd name="connsiteX14" fmla="*/ 25630 w 78658"/>
                <a:gd name="connsiteY14" fmla="*/ 30169 h 78656"/>
                <a:gd name="connsiteX15" fmla="*/ 19695 w 78658"/>
                <a:gd name="connsiteY15" fmla="*/ 43976 h 78656"/>
                <a:gd name="connsiteX16" fmla="*/ 4908 w 78658"/>
                <a:gd name="connsiteY16" fmla="*/ 43976 h 78656"/>
                <a:gd name="connsiteX17" fmla="*/ 0 w 78658"/>
                <a:gd name="connsiteY17" fmla="*/ 39068 h 78656"/>
                <a:gd name="connsiteX18" fmla="*/ 4908 w 78658"/>
                <a:gd name="connsiteY18" fmla="*/ 34160 h 78656"/>
                <a:gd name="connsiteX19" fmla="*/ 19695 w 78658"/>
                <a:gd name="connsiteY19" fmla="*/ 34160 h 78656"/>
                <a:gd name="connsiteX20" fmla="*/ 24603 w 78658"/>
                <a:gd name="connsiteY20" fmla="*/ 39068 h 78656"/>
                <a:gd name="connsiteX21" fmla="*/ 19695 w 78658"/>
                <a:gd name="connsiteY21" fmla="*/ 43976 h 78656"/>
                <a:gd name="connsiteX22" fmla="*/ 14807 w 78658"/>
                <a:gd name="connsiteY22" fmla="*/ 68391 h 78656"/>
                <a:gd name="connsiteX23" fmla="*/ 11336 w 78658"/>
                <a:gd name="connsiteY23" fmla="*/ 66954 h 78656"/>
                <a:gd name="connsiteX24" fmla="*/ 11336 w 78658"/>
                <a:gd name="connsiteY24" fmla="*/ 60012 h 78656"/>
                <a:gd name="connsiteX25" fmla="*/ 21792 w 78658"/>
                <a:gd name="connsiteY25" fmla="*/ 49556 h 78656"/>
                <a:gd name="connsiteX26" fmla="*/ 28734 w 78658"/>
                <a:gd name="connsiteY26" fmla="*/ 49556 h 78656"/>
                <a:gd name="connsiteX27" fmla="*/ 28734 w 78658"/>
                <a:gd name="connsiteY27" fmla="*/ 56498 h 78656"/>
                <a:gd name="connsiteX28" fmla="*/ 18278 w 78658"/>
                <a:gd name="connsiteY28" fmla="*/ 66954 h 78656"/>
                <a:gd name="connsiteX29" fmla="*/ 14807 w 78658"/>
                <a:gd name="connsiteY29" fmla="*/ 68391 h 78656"/>
                <a:gd name="connsiteX30" fmla="*/ 39070 w 78658"/>
                <a:gd name="connsiteY30" fmla="*/ 78657 h 78656"/>
                <a:gd name="connsiteX31" fmla="*/ 34162 w 78658"/>
                <a:gd name="connsiteY31" fmla="*/ 73748 h 78656"/>
                <a:gd name="connsiteX32" fmla="*/ 34162 w 78658"/>
                <a:gd name="connsiteY32" fmla="*/ 58961 h 78656"/>
                <a:gd name="connsiteX33" fmla="*/ 39070 w 78658"/>
                <a:gd name="connsiteY33" fmla="*/ 54053 h 78656"/>
                <a:gd name="connsiteX34" fmla="*/ 43978 w 78658"/>
                <a:gd name="connsiteY34" fmla="*/ 58961 h 78656"/>
                <a:gd name="connsiteX35" fmla="*/ 43978 w 78658"/>
                <a:gd name="connsiteY35" fmla="*/ 73748 h 78656"/>
                <a:gd name="connsiteX36" fmla="*/ 39070 w 78658"/>
                <a:gd name="connsiteY36" fmla="*/ 78657 h 78656"/>
                <a:gd name="connsiteX37" fmla="*/ 63485 w 78658"/>
                <a:gd name="connsiteY37" fmla="*/ 68758 h 78656"/>
                <a:gd name="connsiteX38" fmla="*/ 60014 w 78658"/>
                <a:gd name="connsiteY38" fmla="*/ 67321 h 78656"/>
                <a:gd name="connsiteX39" fmla="*/ 49558 w 78658"/>
                <a:gd name="connsiteY39" fmla="*/ 56865 h 78656"/>
                <a:gd name="connsiteX40" fmla="*/ 49558 w 78658"/>
                <a:gd name="connsiteY40" fmla="*/ 49923 h 78656"/>
                <a:gd name="connsiteX41" fmla="*/ 56500 w 78658"/>
                <a:gd name="connsiteY41" fmla="*/ 49923 h 78656"/>
                <a:gd name="connsiteX42" fmla="*/ 66956 w 78658"/>
                <a:gd name="connsiteY42" fmla="*/ 60379 h 78656"/>
                <a:gd name="connsiteX43" fmla="*/ 66956 w 78658"/>
                <a:gd name="connsiteY43" fmla="*/ 67321 h 78656"/>
                <a:gd name="connsiteX44" fmla="*/ 63485 w 78658"/>
                <a:gd name="connsiteY44" fmla="*/ 68758 h 78656"/>
                <a:gd name="connsiteX45" fmla="*/ 73750 w 78658"/>
                <a:gd name="connsiteY45" fmla="*/ 44494 h 78656"/>
                <a:gd name="connsiteX46" fmla="*/ 58963 w 78658"/>
                <a:gd name="connsiteY46" fmla="*/ 44494 h 78656"/>
                <a:gd name="connsiteX47" fmla="*/ 54055 w 78658"/>
                <a:gd name="connsiteY47" fmla="*/ 39586 h 78656"/>
                <a:gd name="connsiteX48" fmla="*/ 58963 w 78658"/>
                <a:gd name="connsiteY48" fmla="*/ 34678 h 78656"/>
                <a:gd name="connsiteX49" fmla="*/ 73750 w 78658"/>
                <a:gd name="connsiteY49" fmla="*/ 34678 h 78656"/>
                <a:gd name="connsiteX50" fmla="*/ 78658 w 78658"/>
                <a:gd name="connsiteY50" fmla="*/ 39586 h 78656"/>
                <a:gd name="connsiteX51" fmla="*/ 73750 w 78658"/>
                <a:gd name="connsiteY51" fmla="*/ 44494 h 78656"/>
                <a:gd name="connsiteX52" fmla="*/ 53396 w 78658"/>
                <a:gd name="connsiteY52" fmla="*/ 30536 h 78656"/>
                <a:gd name="connsiteX53" fmla="*/ 49925 w 78658"/>
                <a:gd name="connsiteY53" fmla="*/ 29099 h 78656"/>
                <a:gd name="connsiteX54" fmla="*/ 49925 w 78658"/>
                <a:gd name="connsiteY54" fmla="*/ 22157 h 78656"/>
                <a:gd name="connsiteX55" fmla="*/ 60381 w 78658"/>
                <a:gd name="connsiteY55" fmla="*/ 11701 h 78656"/>
                <a:gd name="connsiteX56" fmla="*/ 67323 w 78658"/>
                <a:gd name="connsiteY56" fmla="*/ 11701 h 78656"/>
                <a:gd name="connsiteX57" fmla="*/ 67323 w 78658"/>
                <a:gd name="connsiteY57" fmla="*/ 18643 h 78656"/>
                <a:gd name="connsiteX58" fmla="*/ 56867 w 78658"/>
                <a:gd name="connsiteY58" fmla="*/ 29099 h 78656"/>
                <a:gd name="connsiteX59" fmla="*/ 53396 w 78658"/>
                <a:gd name="connsiteY59" fmla="*/ 30536 h 78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78658" h="78656">
                  <a:moveTo>
                    <a:pt x="39588" y="24603"/>
                  </a:moveTo>
                  <a:cubicBezTo>
                    <a:pt x="36877" y="24603"/>
                    <a:pt x="34680" y="22406"/>
                    <a:pt x="34680" y="19695"/>
                  </a:cubicBezTo>
                  <a:lnTo>
                    <a:pt x="34680" y="4908"/>
                  </a:lnTo>
                  <a:cubicBezTo>
                    <a:pt x="34680" y="2197"/>
                    <a:pt x="36877" y="0"/>
                    <a:pt x="39588" y="0"/>
                  </a:cubicBezTo>
                  <a:cubicBezTo>
                    <a:pt x="42300" y="0"/>
                    <a:pt x="44496" y="2197"/>
                    <a:pt x="44496" y="4908"/>
                  </a:cubicBezTo>
                  <a:lnTo>
                    <a:pt x="44496" y="19695"/>
                  </a:lnTo>
                  <a:cubicBezTo>
                    <a:pt x="44496" y="22404"/>
                    <a:pt x="42300" y="24603"/>
                    <a:pt x="39588" y="24603"/>
                  </a:cubicBezTo>
                  <a:close/>
                  <a:moveTo>
                    <a:pt x="25630" y="30169"/>
                  </a:moveTo>
                  <a:cubicBezTo>
                    <a:pt x="24373" y="30169"/>
                    <a:pt x="23117" y="29690"/>
                    <a:pt x="22159" y="28732"/>
                  </a:cubicBezTo>
                  <a:lnTo>
                    <a:pt x="11703" y="18276"/>
                  </a:lnTo>
                  <a:cubicBezTo>
                    <a:pt x="9787" y="16360"/>
                    <a:pt x="9787" y="13252"/>
                    <a:pt x="11703" y="11334"/>
                  </a:cubicBezTo>
                  <a:cubicBezTo>
                    <a:pt x="13619" y="9418"/>
                    <a:pt x="16727" y="9418"/>
                    <a:pt x="18645" y="11334"/>
                  </a:cubicBezTo>
                  <a:lnTo>
                    <a:pt x="29101" y="21790"/>
                  </a:lnTo>
                  <a:cubicBezTo>
                    <a:pt x="31017" y="23706"/>
                    <a:pt x="31017" y="26814"/>
                    <a:pt x="29101" y="28732"/>
                  </a:cubicBezTo>
                  <a:cubicBezTo>
                    <a:pt x="28181" y="29653"/>
                    <a:pt x="26932" y="30170"/>
                    <a:pt x="25630" y="30169"/>
                  </a:cubicBezTo>
                  <a:close/>
                  <a:moveTo>
                    <a:pt x="19695" y="43976"/>
                  </a:moveTo>
                  <a:lnTo>
                    <a:pt x="4908" y="43976"/>
                  </a:lnTo>
                  <a:cubicBezTo>
                    <a:pt x="2197" y="43976"/>
                    <a:pt x="0" y="41779"/>
                    <a:pt x="0" y="39068"/>
                  </a:cubicBezTo>
                  <a:cubicBezTo>
                    <a:pt x="0" y="36357"/>
                    <a:pt x="2197" y="34160"/>
                    <a:pt x="4908" y="34160"/>
                  </a:cubicBezTo>
                  <a:lnTo>
                    <a:pt x="19695" y="34160"/>
                  </a:lnTo>
                  <a:cubicBezTo>
                    <a:pt x="22406" y="34160"/>
                    <a:pt x="24603" y="36357"/>
                    <a:pt x="24603" y="39068"/>
                  </a:cubicBezTo>
                  <a:cubicBezTo>
                    <a:pt x="24603" y="41779"/>
                    <a:pt x="22406" y="43976"/>
                    <a:pt x="19695" y="43976"/>
                  </a:cubicBezTo>
                  <a:close/>
                  <a:moveTo>
                    <a:pt x="14807" y="68391"/>
                  </a:moveTo>
                  <a:cubicBezTo>
                    <a:pt x="13550" y="68391"/>
                    <a:pt x="12294" y="67912"/>
                    <a:pt x="11336" y="66954"/>
                  </a:cubicBezTo>
                  <a:cubicBezTo>
                    <a:pt x="9420" y="65038"/>
                    <a:pt x="9420" y="61930"/>
                    <a:pt x="11336" y="60012"/>
                  </a:cubicBezTo>
                  <a:lnTo>
                    <a:pt x="21792" y="49556"/>
                  </a:lnTo>
                  <a:cubicBezTo>
                    <a:pt x="23708" y="47640"/>
                    <a:pt x="26816" y="47640"/>
                    <a:pt x="28734" y="49556"/>
                  </a:cubicBezTo>
                  <a:cubicBezTo>
                    <a:pt x="30650" y="51472"/>
                    <a:pt x="30650" y="54580"/>
                    <a:pt x="28734" y="56498"/>
                  </a:cubicBezTo>
                  <a:lnTo>
                    <a:pt x="18278" y="66954"/>
                  </a:lnTo>
                  <a:cubicBezTo>
                    <a:pt x="17320" y="67912"/>
                    <a:pt x="16063" y="68391"/>
                    <a:pt x="14807" y="68391"/>
                  </a:cubicBezTo>
                  <a:close/>
                  <a:moveTo>
                    <a:pt x="39070" y="78657"/>
                  </a:moveTo>
                  <a:cubicBezTo>
                    <a:pt x="36359" y="78657"/>
                    <a:pt x="34162" y="76460"/>
                    <a:pt x="34162" y="73748"/>
                  </a:cubicBezTo>
                  <a:lnTo>
                    <a:pt x="34162" y="58961"/>
                  </a:lnTo>
                  <a:cubicBezTo>
                    <a:pt x="34162" y="56250"/>
                    <a:pt x="36359" y="54053"/>
                    <a:pt x="39070" y="54053"/>
                  </a:cubicBezTo>
                  <a:cubicBezTo>
                    <a:pt x="41781" y="54053"/>
                    <a:pt x="43978" y="56250"/>
                    <a:pt x="43978" y="58961"/>
                  </a:cubicBezTo>
                  <a:lnTo>
                    <a:pt x="43978" y="73748"/>
                  </a:lnTo>
                  <a:cubicBezTo>
                    <a:pt x="43978" y="76460"/>
                    <a:pt x="41781" y="78657"/>
                    <a:pt x="39070" y="78657"/>
                  </a:cubicBezTo>
                  <a:close/>
                  <a:moveTo>
                    <a:pt x="63485" y="68758"/>
                  </a:moveTo>
                  <a:cubicBezTo>
                    <a:pt x="62228" y="68758"/>
                    <a:pt x="60972" y="68279"/>
                    <a:pt x="60014" y="67321"/>
                  </a:cubicBezTo>
                  <a:lnTo>
                    <a:pt x="49558" y="56865"/>
                  </a:lnTo>
                  <a:cubicBezTo>
                    <a:pt x="47642" y="54949"/>
                    <a:pt x="47642" y="51841"/>
                    <a:pt x="49558" y="49923"/>
                  </a:cubicBezTo>
                  <a:cubicBezTo>
                    <a:pt x="51474" y="48007"/>
                    <a:pt x="54582" y="48007"/>
                    <a:pt x="56500" y="49923"/>
                  </a:cubicBezTo>
                  <a:lnTo>
                    <a:pt x="66956" y="60379"/>
                  </a:lnTo>
                  <a:cubicBezTo>
                    <a:pt x="68872" y="62295"/>
                    <a:pt x="68872" y="65403"/>
                    <a:pt x="66956" y="67321"/>
                  </a:cubicBezTo>
                  <a:cubicBezTo>
                    <a:pt x="65998" y="68279"/>
                    <a:pt x="64741" y="68758"/>
                    <a:pt x="63485" y="68758"/>
                  </a:cubicBezTo>
                  <a:close/>
                  <a:moveTo>
                    <a:pt x="73750" y="44494"/>
                  </a:moveTo>
                  <a:lnTo>
                    <a:pt x="58963" y="44494"/>
                  </a:lnTo>
                  <a:cubicBezTo>
                    <a:pt x="56252" y="44494"/>
                    <a:pt x="54055" y="42298"/>
                    <a:pt x="54055" y="39586"/>
                  </a:cubicBezTo>
                  <a:cubicBezTo>
                    <a:pt x="54055" y="36875"/>
                    <a:pt x="56252" y="34678"/>
                    <a:pt x="58963" y="34678"/>
                  </a:cubicBezTo>
                  <a:lnTo>
                    <a:pt x="73750" y="34678"/>
                  </a:lnTo>
                  <a:cubicBezTo>
                    <a:pt x="76462" y="34678"/>
                    <a:pt x="78658" y="36875"/>
                    <a:pt x="78658" y="39586"/>
                  </a:cubicBezTo>
                  <a:cubicBezTo>
                    <a:pt x="78658" y="42298"/>
                    <a:pt x="76460" y="44494"/>
                    <a:pt x="73750" y="44494"/>
                  </a:cubicBezTo>
                  <a:close/>
                  <a:moveTo>
                    <a:pt x="53396" y="30536"/>
                  </a:moveTo>
                  <a:cubicBezTo>
                    <a:pt x="52139" y="30536"/>
                    <a:pt x="50883" y="30057"/>
                    <a:pt x="49925" y="29099"/>
                  </a:cubicBezTo>
                  <a:cubicBezTo>
                    <a:pt x="48009" y="27183"/>
                    <a:pt x="48009" y="24075"/>
                    <a:pt x="49925" y="22157"/>
                  </a:cubicBezTo>
                  <a:lnTo>
                    <a:pt x="60381" y="11701"/>
                  </a:lnTo>
                  <a:cubicBezTo>
                    <a:pt x="62297" y="9785"/>
                    <a:pt x="65405" y="9785"/>
                    <a:pt x="67323" y="11701"/>
                  </a:cubicBezTo>
                  <a:cubicBezTo>
                    <a:pt x="69239" y="13617"/>
                    <a:pt x="69239" y="16725"/>
                    <a:pt x="67323" y="18643"/>
                  </a:cubicBezTo>
                  <a:lnTo>
                    <a:pt x="56867" y="29099"/>
                  </a:lnTo>
                  <a:cubicBezTo>
                    <a:pt x="55947" y="30020"/>
                    <a:pt x="54698" y="30537"/>
                    <a:pt x="53396" y="30536"/>
                  </a:cubicBezTo>
                  <a:close/>
                </a:path>
              </a:pathLst>
            </a:custGeom>
            <a:grpFill/>
            <a:ln w="195" cap="flat">
              <a:solidFill>
                <a:schemeClr val="accent1"/>
              </a:solidFill>
              <a:prstDash val="solid"/>
              <a:miter/>
            </a:ln>
          </p:spPr>
          <p:txBody>
            <a:bodyPr rtlCol="0" anchor="ctr"/>
            <a:lstStyle/>
            <a:p>
              <a:endParaRPr lang="zh-CN" altLang="en-US"/>
            </a:p>
          </p:txBody>
        </p:sp>
      </p:grpSp>
      <p:sp>
        <p:nvSpPr>
          <p:cNvPr id="130" name="文本框 129">
            <a:extLst>
              <a:ext uri="{FF2B5EF4-FFF2-40B4-BE49-F238E27FC236}">
                <a16:creationId xmlns:a16="http://schemas.microsoft.com/office/drawing/2014/main" id="{6E71E8AE-72B2-26A3-DFA4-09CDCAF7933E}"/>
              </a:ext>
            </a:extLst>
          </p:cNvPr>
          <p:cNvSpPr txBox="1">
            <a:spLocks/>
          </p:cNvSpPr>
          <p:nvPr/>
        </p:nvSpPr>
        <p:spPr>
          <a:xfrm>
            <a:off x="2450668" y="4351455"/>
            <a:ext cx="82219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趋势分析</a:t>
            </a:r>
          </a:p>
        </p:txBody>
      </p:sp>
      <p:sp>
        <p:nvSpPr>
          <p:cNvPr id="132" name="文本框 131">
            <a:extLst>
              <a:ext uri="{FF2B5EF4-FFF2-40B4-BE49-F238E27FC236}">
                <a16:creationId xmlns:a16="http://schemas.microsoft.com/office/drawing/2014/main" id="{2E11F532-830F-DDB0-CED5-595D3D7E9FC2}"/>
              </a:ext>
            </a:extLst>
          </p:cNvPr>
          <p:cNvSpPr txBox="1">
            <a:spLocks/>
          </p:cNvSpPr>
          <p:nvPr/>
        </p:nvSpPr>
        <p:spPr>
          <a:xfrm>
            <a:off x="3102784" y="4801554"/>
            <a:ext cx="82219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对比分析</a:t>
            </a:r>
          </a:p>
        </p:txBody>
      </p:sp>
      <p:sp>
        <p:nvSpPr>
          <p:cNvPr id="134" name="文本框 133">
            <a:extLst>
              <a:ext uri="{FF2B5EF4-FFF2-40B4-BE49-F238E27FC236}">
                <a16:creationId xmlns:a16="http://schemas.microsoft.com/office/drawing/2014/main" id="{95B1E584-20BB-AB65-BC7A-C2DE195E2722}"/>
              </a:ext>
            </a:extLst>
          </p:cNvPr>
          <p:cNvSpPr txBox="1">
            <a:spLocks/>
          </p:cNvSpPr>
          <p:nvPr/>
        </p:nvSpPr>
        <p:spPr>
          <a:xfrm>
            <a:off x="3927109" y="5043868"/>
            <a:ext cx="1143251"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时间序列分析</a:t>
            </a:r>
          </a:p>
        </p:txBody>
      </p:sp>
      <p:sp>
        <p:nvSpPr>
          <p:cNvPr id="135" name="文本框 134">
            <a:extLst>
              <a:ext uri="{FF2B5EF4-FFF2-40B4-BE49-F238E27FC236}">
                <a16:creationId xmlns:a16="http://schemas.microsoft.com/office/drawing/2014/main" id="{FF2486AF-3BDE-B002-E785-F49DDB9D686B}"/>
              </a:ext>
            </a:extLst>
          </p:cNvPr>
          <p:cNvSpPr txBox="1">
            <a:spLocks/>
          </p:cNvSpPr>
          <p:nvPr/>
        </p:nvSpPr>
        <p:spPr>
          <a:xfrm>
            <a:off x="7165353" y="5063929"/>
            <a:ext cx="93084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相关性分析</a:t>
            </a:r>
          </a:p>
        </p:txBody>
      </p:sp>
      <p:sp>
        <p:nvSpPr>
          <p:cNvPr id="136" name="文本框 135">
            <a:extLst>
              <a:ext uri="{FF2B5EF4-FFF2-40B4-BE49-F238E27FC236}">
                <a16:creationId xmlns:a16="http://schemas.microsoft.com/office/drawing/2014/main" id="{1C9054DE-3679-F1D7-3149-D595B70810FB}"/>
              </a:ext>
            </a:extLst>
          </p:cNvPr>
          <p:cNvSpPr txBox="1">
            <a:spLocks/>
          </p:cNvSpPr>
          <p:nvPr/>
        </p:nvSpPr>
        <p:spPr>
          <a:xfrm>
            <a:off x="8192305" y="4852203"/>
            <a:ext cx="82219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聚类分析</a:t>
            </a:r>
          </a:p>
        </p:txBody>
      </p:sp>
      <p:sp>
        <p:nvSpPr>
          <p:cNvPr id="137" name="文本框 136">
            <a:extLst>
              <a:ext uri="{FF2B5EF4-FFF2-40B4-BE49-F238E27FC236}">
                <a16:creationId xmlns:a16="http://schemas.microsoft.com/office/drawing/2014/main" id="{89D3874F-E672-EA6D-D5B9-758850E4E933}"/>
              </a:ext>
            </a:extLst>
          </p:cNvPr>
          <p:cNvSpPr txBox="1">
            <a:spLocks/>
          </p:cNvSpPr>
          <p:nvPr/>
        </p:nvSpPr>
        <p:spPr>
          <a:xfrm>
            <a:off x="8935529" y="4443255"/>
            <a:ext cx="82219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关联规则挖掘</a:t>
            </a:r>
          </a:p>
        </p:txBody>
      </p:sp>
      <p:sp>
        <p:nvSpPr>
          <p:cNvPr id="138" name="文本框 137">
            <a:extLst>
              <a:ext uri="{FF2B5EF4-FFF2-40B4-BE49-F238E27FC236}">
                <a16:creationId xmlns:a16="http://schemas.microsoft.com/office/drawing/2014/main" id="{20170CE1-1F8D-B852-E198-DE0711115E85}"/>
              </a:ext>
            </a:extLst>
          </p:cNvPr>
          <p:cNvSpPr txBox="1">
            <a:spLocks/>
          </p:cNvSpPr>
          <p:nvPr/>
        </p:nvSpPr>
        <p:spPr>
          <a:xfrm>
            <a:off x="5316034" y="4812426"/>
            <a:ext cx="1559933" cy="297082"/>
          </a:xfrm>
          <a:prstGeom prst="roundRect">
            <a:avLst>
              <a:gd name="adj" fmla="val 50000"/>
            </a:avLst>
          </a:prstGeom>
          <a:solidFill>
            <a:schemeClr val="tx2"/>
          </a:solidFill>
          <a:ln w="12700" cap="flat" cmpd="sng" algn="ctr">
            <a:solidFill>
              <a:schemeClr val="accent1"/>
            </a:solid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ym typeface="Helvetica Neue" panose="02000503000000020004"/>
              </a:rPr>
              <a:t>数据可视化设计</a:t>
            </a:r>
          </a:p>
        </p:txBody>
      </p:sp>
      <p:sp>
        <p:nvSpPr>
          <p:cNvPr id="141" name="文本框 140">
            <a:extLst>
              <a:ext uri="{FF2B5EF4-FFF2-40B4-BE49-F238E27FC236}">
                <a16:creationId xmlns:a16="http://schemas.microsoft.com/office/drawing/2014/main" id="{A95A44D1-77AF-3B64-2723-DEF132D15399}"/>
              </a:ext>
            </a:extLst>
          </p:cNvPr>
          <p:cNvSpPr txBox="1">
            <a:spLocks/>
          </p:cNvSpPr>
          <p:nvPr/>
        </p:nvSpPr>
        <p:spPr>
          <a:xfrm>
            <a:off x="3245740" y="3952272"/>
            <a:ext cx="82219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000" b="0" dirty="0">
                <a:solidFill>
                  <a:schemeClr val="bg1"/>
                </a:solidFill>
                <a:sym typeface="Helvetica Neue" panose="02000503000000020004"/>
              </a:rPr>
              <a:t>图表类型</a:t>
            </a:r>
          </a:p>
        </p:txBody>
      </p:sp>
      <p:sp>
        <p:nvSpPr>
          <p:cNvPr id="142" name="文本框 141">
            <a:extLst>
              <a:ext uri="{FF2B5EF4-FFF2-40B4-BE49-F238E27FC236}">
                <a16:creationId xmlns:a16="http://schemas.microsoft.com/office/drawing/2014/main" id="{50A4EE71-BCEF-4866-F337-884F8AA981B2}"/>
              </a:ext>
            </a:extLst>
          </p:cNvPr>
          <p:cNvSpPr txBox="1">
            <a:spLocks/>
          </p:cNvSpPr>
          <p:nvPr/>
        </p:nvSpPr>
        <p:spPr>
          <a:xfrm>
            <a:off x="3963128" y="4403498"/>
            <a:ext cx="82219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000" b="0" dirty="0">
                <a:solidFill>
                  <a:schemeClr val="bg1"/>
                </a:solidFill>
                <a:sym typeface="Helvetica Neue" panose="02000503000000020004"/>
              </a:rPr>
              <a:t>视觉风格</a:t>
            </a:r>
          </a:p>
        </p:txBody>
      </p:sp>
      <p:sp>
        <p:nvSpPr>
          <p:cNvPr id="143" name="文本框 142">
            <a:extLst>
              <a:ext uri="{FF2B5EF4-FFF2-40B4-BE49-F238E27FC236}">
                <a16:creationId xmlns:a16="http://schemas.microsoft.com/office/drawing/2014/main" id="{475FD768-6088-14C1-6E03-0CF22E911777}"/>
              </a:ext>
            </a:extLst>
          </p:cNvPr>
          <p:cNvSpPr txBox="1">
            <a:spLocks/>
          </p:cNvSpPr>
          <p:nvPr/>
        </p:nvSpPr>
        <p:spPr>
          <a:xfrm>
            <a:off x="7482008" y="4403498"/>
            <a:ext cx="82219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000" b="0" dirty="0">
                <a:solidFill>
                  <a:schemeClr val="bg1"/>
                </a:solidFill>
                <a:sym typeface="Helvetica Neue" panose="02000503000000020004"/>
              </a:rPr>
              <a:t>风格配色</a:t>
            </a:r>
          </a:p>
        </p:txBody>
      </p:sp>
      <p:sp>
        <p:nvSpPr>
          <p:cNvPr id="144" name="文本框 143">
            <a:extLst>
              <a:ext uri="{FF2B5EF4-FFF2-40B4-BE49-F238E27FC236}">
                <a16:creationId xmlns:a16="http://schemas.microsoft.com/office/drawing/2014/main" id="{5FEC4A00-DA61-7B0A-E9AB-07D206C27EAC}"/>
              </a:ext>
            </a:extLst>
          </p:cNvPr>
          <p:cNvSpPr txBox="1">
            <a:spLocks/>
          </p:cNvSpPr>
          <p:nvPr/>
        </p:nvSpPr>
        <p:spPr>
          <a:xfrm>
            <a:off x="8090761" y="3992670"/>
            <a:ext cx="82219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000" b="0" dirty="0">
                <a:solidFill>
                  <a:schemeClr val="bg1"/>
                </a:solidFill>
                <a:sym typeface="Helvetica Neue" panose="02000503000000020004"/>
              </a:rPr>
              <a:t>交互设计</a:t>
            </a:r>
          </a:p>
        </p:txBody>
      </p:sp>
      <p:grpSp>
        <p:nvGrpSpPr>
          <p:cNvPr id="166" name="组合 165">
            <a:extLst>
              <a:ext uri="{FF2B5EF4-FFF2-40B4-BE49-F238E27FC236}">
                <a16:creationId xmlns:a16="http://schemas.microsoft.com/office/drawing/2014/main" id="{7A21025B-38E2-8E99-D00E-9085682B726B}"/>
              </a:ext>
            </a:extLst>
          </p:cNvPr>
          <p:cNvGrpSpPr/>
          <p:nvPr/>
        </p:nvGrpSpPr>
        <p:grpSpPr>
          <a:xfrm>
            <a:off x="1272602" y="1578207"/>
            <a:ext cx="3538065" cy="1756160"/>
            <a:chOff x="1120203" y="1712099"/>
            <a:chExt cx="3538065" cy="1756160"/>
          </a:xfrm>
          <a:scene3d>
            <a:camera prst="perspectiveRight" fov="6000000"/>
            <a:lightRig rig="threePt" dir="t"/>
          </a:scene3d>
        </p:grpSpPr>
        <p:grpSp>
          <p:nvGrpSpPr>
            <p:cNvPr id="149" name="组合 148">
              <a:extLst>
                <a:ext uri="{FF2B5EF4-FFF2-40B4-BE49-F238E27FC236}">
                  <a16:creationId xmlns:a16="http://schemas.microsoft.com/office/drawing/2014/main" id="{C5B599C4-EE59-C9DC-DB8E-8EDA4F38FCE3}"/>
                </a:ext>
              </a:extLst>
            </p:cNvPr>
            <p:cNvGrpSpPr/>
            <p:nvPr/>
          </p:nvGrpSpPr>
          <p:grpSpPr>
            <a:xfrm>
              <a:off x="1120203" y="1712099"/>
              <a:ext cx="3538065" cy="689700"/>
              <a:chOff x="1120203" y="1712099"/>
              <a:chExt cx="3538065" cy="689700"/>
            </a:xfrm>
          </p:grpSpPr>
          <p:sp>
            <p:nvSpPr>
              <p:cNvPr id="145" name="文本框 144">
                <a:extLst>
                  <a:ext uri="{FF2B5EF4-FFF2-40B4-BE49-F238E27FC236}">
                    <a16:creationId xmlns:a16="http://schemas.microsoft.com/office/drawing/2014/main" id="{9041302F-6255-0FCF-223A-7FE8128EB3EF}"/>
                  </a:ext>
                </a:extLst>
              </p:cNvPr>
              <p:cNvSpPr txBox="1">
                <a:spLocks/>
              </p:cNvSpPr>
              <p:nvPr/>
            </p:nvSpPr>
            <p:spPr>
              <a:xfrm>
                <a:off x="2109269" y="1712099"/>
                <a:ext cx="1559933" cy="297082"/>
              </a:xfrm>
              <a:prstGeom prst="roundRect">
                <a:avLst>
                  <a:gd name="adj" fmla="val 50000"/>
                </a:avLst>
              </a:prstGeom>
              <a:solidFill>
                <a:schemeClr val="tx2"/>
              </a:solidFill>
              <a:ln w="12700" cap="flat" cmpd="sng" algn="ctr">
                <a:solidFill>
                  <a:schemeClr val="accent2"/>
                </a:solid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olidFill>
                      <a:schemeClr val="accent2"/>
                    </a:solidFill>
                    <a:sym typeface="Helvetica Neue" panose="02000503000000020004"/>
                  </a:rPr>
                  <a:t>数据展示平台</a:t>
                </a:r>
              </a:p>
            </p:txBody>
          </p:sp>
          <p:sp>
            <p:nvSpPr>
              <p:cNvPr id="146" name="文本框 145">
                <a:extLst>
                  <a:ext uri="{FF2B5EF4-FFF2-40B4-BE49-F238E27FC236}">
                    <a16:creationId xmlns:a16="http://schemas.microsoft.com/office/drawing/2014/main" id="{5DCC199C-AA8F-6B71-5378-4FA5B83EFE6D}"/>
                  </a:ext>
                </a:extLst>
              </p:cNvPr>
              <p:cNvSpPr txBox="1">
                <a:spLocks/>
              </p:cNvSpPr>
              <p:nvPr/>
            </p:nvSpPr>
            <p:spPr>
              <a:xfrm>
                <a:off x="1120203" y="2104717"/>
                <a:ext cx="118094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自有网站</a:t>
                </a:r>
              </a:p>
            </p:txBody>
          </p:sp>
          <p:sp>
            <p:nvSpPr>
              <p:cNvPr id="147" name="文本框 146">
                <a:extLst>
                  <a:ext uri="{FF2B5EF4-FFF2-40B4-BE49-F238E27FC236}">
                    <a16:creationId xmlns:a16="http://schemas.microsoft.com/office/drawing/2014/main" id="{2C41087E-2BF9-C8C4-A641-86A1DB3DC000}"/>
                  </a:ext>
                </a:extLst>
              </p:cNvPr>
              <p:cNvSpPr txBox="1">
                <a:spLocks/>
              </p:cNvSpPr>
              <p:nvPr/>
            </p:nvSpPr>
            <p:spPr>
              <a:xfrm>
                <a:off x="2298763" y="2104717"/>
                <a:ext cx="118094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数据可视化平台</a:t>
                </a:r>
              </a:p>
            </p:txBody>
          </p:sp>
          <p:sp>
            <p:nvSpPr>
              <p:cNvPr id="148" name="文本框 147">
                <a:extLst>
                  <a:ext uri="{FF2B5EF4-FFF2-40B4-BE49-F238E27FC236}">
                    <a16:creationId xmlns:a16="http://schemas.microsoft.com/office/drawing/2014/main" id="{D022CC58-71E8-59BD-0ADE-89091DB68676}"/>
                  </a:ext>
                </a:extLst>
              </p:cNvPr>
              <p:cNvSpPr txBox="1">
                <a:spLocks/>
              </p:cNvSpPr>
              <p:nvPr/>
            </p:nvSpPr>
            <p:spPr>
              <a:xfrm>
                <a:off x="3477323" y="2104717"/>
                <a:ext cx="118094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大屏展示系统</a:t>
                </a:r>
              </a:p>
            </p:txBody>
          </p:sp>
        </p:grpSp>
        <p:grpSp>
          <p:nvGrpSpPr>
            <p:cNvPr id="150" name="组合 149">
              <a:extLst>
                <a:ext uri="{FF2B5EF4-FFF2-40B4-BE49-F238E27FC236}">
                  <a16:creationId xmlns:a16="http://schemas.microsoft.com/office/drawing/2014/main" id="{1627A284-8BEC-375B-EF20-C1C02ABD3D11}"/>
                </a:ext>
              </a:extLst>
            </p:cNvPr>
            <p:cNvGrpSpPr/>
            <p:nvPr/>
          </p:nvGrpSpPr>
          <p:grpSpPr>
            <a:xfrm>
              <a:off x="1120203" y="2778559"/>
              <a:ext cx="3538065" cy="689700"/>
              <a:chOff x="1120203" y="1712099"/>
              <a:chExt cx="3538065" cy="689700"/>
            </a:xfrm>
          </p:grpSpPr>
          <p:sp>
            <p:nvSpPr>
              <p:cNvPr id="151" name="文本框 150">
                <a:extLst>
                  <a:ext uri="{FF2B5EF4-FFF2-40B4-BE49-F238E27FC236}">
                    <a16:creationId xmlns:a16="http://schemas.microsoft.com/office/drawing/2014/main" id="{F7023BA2-DE65-7089-6E3D-71FF75728D44}"/>
                  </a:ext>
                </a:extLst>
              </p:cNvPr>
              <p:cNvSpPr txBox="1">
                <a:spLocks/>
              </p:cNvSpPr>
              <p:nvPr/>
            </p:nvSpPr>
            <p:spPr>
              <a:xfrm>
                <a:off x="2109269" y="1712099"/>
                <a:ext cx="1559933" cy="297082"/>
              </a:xfrm>
              <a:prstGeom prst="roundRect">
                <a:avLst>
                  <a:gd name="adj" fmla="val 50000"/>
                </a:avLst>
              </a:prstGeom>
              <a:solidFill>
                <a:schemeClr val="tx2"/>
              </a:solidFill>
              <a:ln w="12700" cap="flat" cmpd="sng" algn="ctr">
                <a:solidFill>
                  <a:schemeClr val="accent2"/>
                </a:solid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olidFill>
                      <a:schemeClr val="accent2"/>
                    </a:solidFill>
                    <a:sym typeface="Helvetica Neue" panose="02000503000000020004"/>
                  </a:rPr>
                  <a:t>展示工具与技术</a:t>
                </a:r>
              </a:p>
            </p:txBody>
          </p:sp>
          <p:sp>
            <p:nvSpPr>
              <p:cNvPr id="152" name="文本框 151">
                <a:extLst>
                  <a:ext uri="{FF2B5EF4-FFF2-40B4-BE49-F238E27FC236}">
                    <a16:creationId xmlns:a16="http://schemas.microsoft.com/office/drawing/2014/main" id="{CE867EC1-E002-7D0C-787A-AA0480568B72}"/>
                  </a:ext>
                </a:extLst>
              </p:cNvPr>
              <p:cNvSpPr txBox="1">
                <a:spLocks/>
              </p:cNvSpPr>
              <p:nvPr/>
            </p:nvSpPr>
            <p:spPr>
              <a:xfrm>
                <a:off x="1120203" y="2104717"/>
                <a:ext cx="118094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交互设计</a:t>
                </a:r>
              </a:p>
            </p:txBody>
          </p:sp>
          <p:sp>
            <p:nvSpPr>
              <p:cNvPr id="153" name="文本框 152">
                <a:extLst>
                  <a:ext uri="{FF2B5EF4-FFF2-40B4-BE49-F238E27FC236}">
                    <a16:creationId xmlns:a16="http://schemas.microsoft.com/office/drawing/2014/main" id="{DC875947-F05D-DBAE-243E-E44AD4F76D5C}"/>
                  </a:ext>
                </a:extLst>
              </p:cNvPr>
              <p:cNvSpPr txBox="1">
                <a:spLocks/>
              </p:cNvSpPr>
              <p:nvPr/>
            </p:nvSpPr>
            <p:spPr>
              <a:xfrm>
                <a:off x="2298763" y="2104717"/>
                <a:ext cx="118094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报表工具</a:t>
                </a:r>
                <a:r>
                  <a:rPr lang="en-US" altLang="zh-CN" sz="1100" b="0" dirty="0">
                    <a:solidFill>
                      <a:schemeClr val="bg1"/>
                    </a:solidFill>
                    <a:sym typeface="Helvetica Neue" panose="02000503000000020004"/>
                  </a:rPr>
                  <a:t>BI</a:t>
                </a:r>
                <a:r>
                  <a:rPr lang="zh-CN" altLang="en-US" sz="1100" b="0" dirty="0">
                    <a:solidFill>
                      <a:schemeClr val="bg1"/>
                    </a:solidFill>
                    <a:sym typeface="Helvetica Neue" panose="02000503000000020004"/>
                  </a:rPr>
                  <a:t>系统</a:t>
                </a:r>
              </a:p>
            </p:txBody>
          </p:sp>
          <p:sp>
            <p:nvSpPr>
              <p:cNvPr id="154" name="文本框 153">
                <a:extLst>
                  <a:ext uri="{FF2B5EF4-FFF2-40B4-BE49-F238E27FC236}">
                    <a16:creationId xmlns:a16="http://schemas.microsoft.com/office/drawing/2014/main" id="{531D5AC4-E749-4BED-DCBE-0999F4125AA4}"/>
                  </a:ext>
                </a:extLst>
              </p:cNvPr>
              <p:cNvSpPr txBox="1">
                <a:spLocks/>
              </p:cNvSpPr>
              <p:nvPr/>
            </p:nvSpPr>
            <p:spPr>
              <a:xfrm>
                <a:off x="3477323" y="2104717"/>
                <a:ext cx="118094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前端开发技术</a:t>
                </a:r>
              </a:p>
            </p:txBody>
          </p:sp>
        </p:grpSp>
      </p:grpSp>
      <p:grpSp>
        <p:nvGrpSpPr>
          <p:cNvPr id="165" name="组合 164">
            <a:extLst>
              <a:ext uri="{FF2B5EF4-FFF2-40B4-BE49-F238E27FC236}">
                <a16:creationId xmlns:a16="http://schemas.microsoft.com/office/drawing/2014/main" id="{CEA73EE0-E3AF-8661-3D1D-9D98815B44C1}"/>
              </a:ext>
            </a:extLst>
          </p:cNvPr>
          <p:cNvGrpSpPr/>
          <p:nvPr/>
        </p:nvGrpSpPr>
        <p:grpSpPr>
          <a:xfrm>
            <a:off x="7272082" y="1578207"/>
            <a:ext cx="3538065" cy="1756160"/>
            <a:chOff x="7414323" y="1712099"/>
            <a:chExt cx="3538065" cy="1756160"/>
          </a:xfrm>
          <a:scene3d>
            <a:camera prst="perspectiveLeft" fov="6000000"/>
            <a:lightRig rig="threePt" dir="t"/>
          </a:scene3d>
        </p:grpSpPr>
        <p:grpSp>
          <p:nvGrpSpPr>
            <p:cNvPr id="155" name="组合 154">
              <a:extLst>
                <a:ext uri="{FF2B5EF4-FFF2-40B4-BE49-F238E27FC236}">
                  <a16:creationId xmlns:a16="http://schemas.microsoft.com/office/drawing/2014/main" id="{21C57C48-95D6-0D35-B9FC-EF13BEBE4E4B}"/>
                </a:ext>
              </a:extLst>
            </p:cNvPr>
            <p:cNvGrpSpPr/>
            <p:nvPr/>
          </p:nvGrpSpPr>
          <p:grpSpPr>
            <a:xfrm>
              <a:off x="7414323" y="1712099"/>
              <a:ext cx="3538065" cy="689700"/>
              <a:chOff x="1120203" y="1712099"/>
              <a:chExt cx="3538065" cy="689700"/>
            </a:xfrm>
          </p:grpSpPr>
          <p:sp>
            <p:nvSpPr>
              <p:cNvPr id="156" name="文本框 155">
                <a:extLst>
                  <a:ext uri="{FF2B5EF4-FFF2-40B4-BE49-F238E27FC236}">
                    <a16:creationId xmlns:a16="http://schemas.microsoft.com/office/drawing/2014/main" id="{DDD75984-B705-0203-B115-376211B2E8F9}"/>
                  </a:ext>
                </a:extLst>
              </p:cNvPr>
              <p:cNvSpPr txBox="1">
                <a:spLocks/>
              </p:cNvSpPr>
              <p:nvPr/>
            </p:nvSpPr>
            <p:spPr>
              <a:xfrm>
                <a:off x="2109269" y="1712099"/>
                <a:ext cx="1559933" cy="297082"/>
              </a:xfrm>
              <a:prstGeom prst="roundRect">
                <a:avLst>
                  <a:gd name="adj" fmla="val 50000"/>
                </a:avLst>
              </a:prstGeom>
              <a:solidFill>
                <a:schemeClr val="tx2"/>
              </a:solidFill>
              <a:ln w="12700" cap="flat" cmpd="sng" algn="ctr">
                <a:solidFill>
                  <a:schemeClr val="accent2"/>
                </a:solid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olidFill>
                      <a:schemeClr val="accent2"/>
                    </a:solidFill>
                    <a:sym typeface="Helvetica Neue" panose="02000503000000020004"/>
                  </a:rPr>
                  <a:t>平台集成</a:t>
                </a:r>
              </a:p>
            </p:txBody>
          </p:sp>
          <p:sp>
            <p:nvSpPr>
              <p:cNvPr id="157" name="文本框 156">
                <a:extLst>
                  <a:ext uri="{FF2B5EF4-FFF2-40B4-BE49-F238E27FC236}">
                    <a16:creationId xmlns:a16="http://schemas.microsoft.com/office/drawing/2014/main" id="{8AB9AE86-12F2-405A-3EF2-02B44947F03B}"/>
                  </a:ext>
                </a:extLst>
              </p:cNvPr>
              <p:cNvSpPr txBox="1">
                <a:spLocks/>
              </p:cNvSpPr>
              <p:nvPr/>
            </p:nvSpPr>
            <p:spPr>
              <a:xfrm>
                <a:off x="1120203" y="2104717"/>
                <a:ext cx="118094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源对接同步</a:t>
                </a:r>
              </a:p>
            </p:txBody>
          </p:sp>
          <p:sp>
            <p:nvSpPr>
              <p:cNvPr id="158" name="文本框 157">
                <a:extLst>
                  <a:ext uri="{FF2B5EF4-FFF2-40B4-BE49-F238E27FC236}">
                    <a16:creationId xmlns:a16="http://schemas.microsoft.com/office/drawing/2014/main" id="{5685C8C7-EC5C-5E45-AD5B-35BC6795DEEB}"/>
                  </a:ext>
                </a:extLst>
              </p:cNvPr>
              <p:cNvSpPr txBox="1">
                <a:spLocks/>
              </p:cNvSpPr>
              <p:nvPr/>
            </p:nvSpPr>
            <p:spPr>
              <a:xfrm>
                <a:off x="2298763" y="2104717"/>
                <a:ext cx="118094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权限管理</a:t>
                </a:r>
              </a:p>
            </p:txBody>
          </p:sp>
          <p:sp>
            <p:nvSpPr>
              <p:cNvPr id="159" name="文本框 158">
                <a:extLst>
                  <a:ext uri="{FF2B5EF4-FFF2-40B4-BE49-F238E27FC236}">
                    <a16:creationId xmlns:a16="http://schemas.microsoft.com/office/drawing/2014/main" id="{1B2E259D-5FC0-F429-D8E6-129825F49E78}"/>
                  </a:ext>
                </a:extLst>
              </p:cNvPr>
              <p:cNvSpPr txBox="1">
                <a:spLocks/>
              </p:cNvSpPr>
              <p:nvPr/>
            </p:nvSpPr>
            <p:spPr>
              <a:xfrm>
                <a:off x="3477323" y="2104717"/>
                <a:ext cx="118094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平台维护与更新</a:t>
                </a:r>
              </a:p>
            </p:txBody>
          </p:sp>
        </p:grpSp>
        <p:grpSp>
          <p:nvGrpSpPr>
            <p:cNvPr id="160" name="组合 159">
              <a:extLst>
                <a:ext uri="{FF2B5EF4-FFF2-40B4-BE49-F238E27FC236}">
                  <a16:creationId xmlns:a16="http://schemas.microsoft.com/office/drawing/2014/main" id="{E9468A00-7120-BB9F-09F2-6BBB197DCE47}"/>
                </a:ext>
              </a:extLst>
            </p:cNvPr>
            <p:cNvGrpSpPr/>
            <p:nvPr/>
          </p:nvGrpSpPr>
          <p:grpSpPr>
            <a:xfrm>
              <a:off x="7414323" y="2778559"/>
              <a:ext cx="3538065" cy="689700"/>
              <a:chOff x="1120203" y="1712099"/>
              <a:chExt cx="3538065" cy="689700"/>
            </a:xfrm>
          </p:grpSpPr>
          <p:sp>
            <p:nvSpPr>
              <p:cNvPr id="161" name="文本框 160">
                <a:extLst>
                  <a:ext uri="{FF2B5EF4-FFF2-40B4-BE49-F238E27FC236}">
                    <a16:creationId xmlns:a16="http://schemas.microsoft.com/office/drawing/2014/main" id="{510E581E-B6B3-A924-1B29-6D9BD28339F2}"/>
                  </a:ext>
                </a:extLst>
              </p:cNvPr>
              <p:cNvSpPr txBox="1">
                <a:spLocks/>
              </p:cNvSpPr>
              <p:nvPr/>
            </p:nvSpPr>
            <p:spPr>
              <a:xfrm>
                <a:off x="2109269" y="1712099"/>
                <a:ext cx="1559933" cy="297082"/>
              </a:xfrm>
              <a:prstGeom prst="roundRect">
                <a:avLst>
                  <a:gd name="adj" fmla="val 50000"/>
                </a:avLst>
              </a:prstGeom>
              <a:solidFill>
                <a:schemeClr val="tx2"/>
              </a:solidFill>
              <a:ln w="12700" cap="flat" cmpd="sng" algn="ctr">
                <a:solidFill>
                  <a:schemeClr val="accent2"/>
                </a:solid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olidFill>
                      <a:schemeClr val="accent2"/>
                    </a:solidFill>
                    <a:sym typeface="Helvetica Neue" panose="02000503000000020004"/>
                  </a:rPr>
                  <a:t>展示效果评估</a:t>
                </a:r>
              </a:p>
            </p:txBody>
          </p:sp>
          <p:sp>
            <p:nvSpPr>
              <p:cNvPr id="162" name="文本框 161">
                <a:extLst>
                  <a:ext uri="{FF2B5EF4-FFF2-40B4-BE49-F238E27FC236}">
                    <a16:creationId xmlns:a16="http://schemas.microsoft.com/office/drawing/2014/main" id="{7507EF9A-813C-85FD-A157-F10E38D0BCE8}"/>
                  </a:ext>
                </a:extLst>
              </p:cNvPr>
              <p:cNvSpPr txBox="1">
                <a:spLocks/>
              </p:cNvSpPr>
              <p:nvPr/>
            </p:nvSpPr>
            <p:spPr>
              <a:xfrm>
                <a:off x="1120203" y="2104717"/>
                <a:ext cx="118094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满意度调查</a:t>
                </a:r>
              </a:p>
            </p:txBody>
          </p:sp>
          <p:sp>
            <p:nvSpPr>
              <p:cNvPr id="163" name="文本框 162">
                <a:extLst>
                  <a:ext uri="{FF2B5EF4-FFF2-40B4-BE49-F238E27FC236}">
                    <a16:creationId xmlns:a16="http://schemas.microsoft.com/office/drawing/2014/main" id="{74B83BE6-C7C9-9447-B0DD-623708399358}"/>
                  </a:ext>
                </a:extLst>
              </p:cNvPr>
              <p:cNvSpPr txBox="1">
                <a:spLocks/>
              </p:cNvSpPr>
              <p:nvPr/>
            </p:nvSpPr>
            <p:spPr>
              <a:xfrm>
                <a:off x="2298763" y="2104717"/>
                <a:ext cx="118094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数据展示效率</a:t>
                </a:r>
              </a:p>
            </p:txBody>
          </p:sp>
          <p:sp>
            <p:nvSpPr>
              <p:cNvPr id="164" name="文本框 163">
                <a:extLst>
                  <a:ext uri="{FF2B5EF4-FFF2-40B4-BE49-F238E27FC236}">
                    <a16:creationId xmlns:a16="http://schemas.microsoft.com/office/drawing/2014/main" id="{AD8BABE0-EBBA-0770-732A-25B8C97344D8}"/>
                  </a:ext>
                </a:extLst>
              </p:cNvPr>
              <p:cNvSpPr txBox="1">
                <a:spLocks/>
              </p:cNvSpPr>
              <p:nvPr/>
            </p:nvSpPr>
            <p:spPr>
              <a:xfrm>
                <a:off x="3477323" y="2104717"/>
                <a:ext cx="1180945" cy="297082"/>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100" b="0" dirty="0">
                    <a:solidFill>
                      <a:schemeClr val="bg1"/>
                    </a:solidFill>
                    <a:sym typeface="Helvetica Neue" panose="02000503000000020004"/>
                  </a:rPr>
                  <a:t>易用性评估</a:t>
                </a:r>
              </a:p>
            </p:txBody>
          </p:sp>
        </p:grpSp>
      </p:grpSp>
      <p:sp>
        <p:nvSpPr>
          <p:cNvPr id="167" name="椭圆 166">
            <a:extLst>
              <a:ext uri="{FF2B5EF4-FFF2-40B4-BE49-F238E27FC236}">
                <a16:creationId xmlns:a16="http://schemas.microsoft.com/office/drawing/2014/main" id="{5E147AC2-ACFE-6B95-6D07-1B9A201E978C}"/>
              </a:ext>
            </a:extLst>
          </p:cNvPr>
          <p:cNvSpPr/>
          <p:nvPr/>
        </p:nvSpPr>
        <p:spPr>
          <a:xfrm rot="424487" flipH="1">
            <a:off x="7653561" y="3519105"/>
            <a:ext cx="3712908" cy="299780"/>
          </a:xfrm>
          <a:prstGeom prst="ellipse">
            <a:avLst/>
          </a:prstGeom>
          <a:gradFill flip="none" rotWithShape="1">
            <a:gsLst>
              <a:gs pos="24000">
                <a:schemeClr val="accent2">
                  <a:alpha val="10000"/>
                </a:schemeClr>
              </a:gs>
              <a:gs pos="100000">
                <a:schemeClr val="accent2">
                  <a:alpha val="20000"/>
                </a:schemeClr>
              </a:gs>
            </a:gsLst>
            <a:lin ang="10800000" scaled="1"/>
            <a:tileRect/>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168" name="椭圆 167">
            <a:extLst>
              <a:ext uri="{FF2B5EF4-FFF2-40B4-BE49-F238E27FC236}">
                <a16:creationId xmlns:a16="http://schemas.microsoft.com/office/drawing/2014/main" id="{2E35278C-0E1A-B651-F232-49DB3989D530}"/>
              </a:ext>
            </a:extLst>
          </p:cNvPr>
          <p:cNvSpPr/>
          <p:nvPr/>
        </p:nvSpPr>
        <p:spPr>
          <a:xfrm rot="21175513">
            <a:off x="999718" y="3519105"/>
            <a:ext cx="3712908" cy="299780"/>
          </a:xfrm>
          <a:prstGeom prst="ellipse">
            <a:avLst/>
          </a:prstGeom>
          <a:gradFill flip="none" rotWithShape="1">
            <a:gsLst>
              <a:gs pos="24000">
                <a:schemeClr val="accent2">
                  <a:alpha val="10000"/>
                </a:schemeClr>
              </a:gs>
              <a:gs pos="100000">
                <a:schemeClr val="accent2">
                  <a:alpha val="20000"/>
                </a:schemeClr>
              </a:gs>
            </a:gsLst>
            <a:lin ang="10800000" scaled="1"/>
            <a:tileRect/>
          </a:gra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Tree>
    <p:extLst>
      <p:ext uri="{BB962C8B-B14F-4D97-AF65-F5344CB8AC3E}">
        <p14:creationId xmlns:p14="http://schemas.microsoft.com/office/powerpoint/2010/main" val="5123230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187" name="任意多边形: 形状 186">
            <a:extLst>
              <a:ext uri="{FF2B5EF4-FFF2-40B4-BE49-F238E27FC236}">
                <a16:creationId xmlns:a16="http://schemas.microsoft.com/office/drawing/2014/main" id="{78398376-3158-65AB-24E9-1ED3E50989DC}"/>
              </a:ext>
            </a:extLst>
          </p:cNvPr>
          <p:cNvSpPr/>
          <p:nvPr/>
        </p:nvSpPr>
        <p:spPr>
          <a:xfrm>
            <a:off x="3244851" y="5173085"/>
            <a:ext cx="5702300" cy="849048"/>
          </a:xfrm>
          <a:custGeom>
            <a:avLst/>
            <a:gdLst>
              <a:gd name="connsiteX0" fmla="*/ 1704590 w 5702300"/>
              <a:gd name="connsiteY0" fmla="*/ 519497 h 799045"/>
              <a:gd name="connsiteX1" fmla="*/ 2192228 w 5702300"/>
              <a:gd name="connsiteY1" fmla="*/ 560054 h 799045"/>
              <a:gd name="connsiteX2" fmla="*/ 2889249 w 5702300"/>
              <a:gd name="connsiteY2" fmla="*/ 577413 h 799045"/>
              <a:gd name="connsiteX3" fmla="*/ 3586270 w 5702300"/>
              <a:gd name="connsiteY3" fmla="*/ 560054 h 799045"/>
              <a:gd name="connsiteX4" fmla="*/ 4013667 w 5702300"/>
              <a:gd name="connsiteY4" fmla="*/ 524507 h 799045"/>
              <a:gd name="connsiteX5" fmla="*/ 4609955 w 5702300"/>
              <a:gd name="connsiteY5" fmla="*/ 711678 h 799045"/>
              <a:gd name="connsiteX6" fmla="*/ 4445255 w 5702300"/>
              <a:gd name="connsiteY6" fmla="*/ 730740 h 799045"/>
              <a:gd name="connsiteX7" fmla="*/ 2851150 w 5702300"/>
              <a:gd name="connsiteY7" fmla="*/ 799045 h 799045"/>
              <a:gd name="connsiteX8" fmla="*/ 1257045 w 5702300"/>
              <a:gd name="connsiteY8" fmla="*/ 730740 h 799045"/>
              <a:gd name="connsiteX9" fmla="*/ 1092341 w 5702300"/>
              <a:gd name="connsiteY9" fmla="*/ 711678 h 799045"/>
              <a:gd name="connsiteX10" fmla="*/ 2911475 w 5702300"/>
              <a:gd name="connsiteY10" fmla="*/ 0 h 799045"/>
              <a:gd name="connsiteX11" fmla="*/ 3425757 w 5702300"/>
              <a:gd name="connsiteY11" fmla="*/ 7273 h 799045"/>
              <a:gd name="connsiteX12" fmla="*/ 5702300 w 5702300"/>
              <a:gd name="connsiteY12" fmla="*/ 399096 h 799045"/>
              <a:gd name="connsiteX13" fmla="*/ 4867218 w 5702300"/>
              <a:gd name="connsiteY13" fmla="*/ 681903 h 799045"/>
              <a:gd name="connsiteX14" fmla="*/ 4848764 w 5702300"/>
              <a:gd name="connsiteY14" fmla="*/ 684039 h 799045"/>
              <a:gd name="connsiteX15" fmla="*/ 4255370 w 5702300"/>
              <a:gd name="connsiteY15" fmla="*/ 497776 h 799045"/>
              <a:gd name="connsiteX16" fmla="*/ 4374126 w 5702300"/>
              <a:gd name="connsiteY16" fmla="*/ 480021 h 799045"/>
              <a:gd name="connsiteX17" fmla="*/ 4679949 w 5702300"/>
              <a:gd name="connsiteY17" fmla="*/ 356514 h 799045"/>
              <a:gd name="connsiteX18" fmla="*/ 3250138 w 5702300"/>
              <a:gd name="connsiteY18" fmla="*/ 140103 h 799045"/>
              <a:gd name="connsiteX19" fmla="*/ 2911475 w 5702300"/>
              <a:gd name="connsiteY19" fmla="*/ 135892 h 799045"/>
              <a:gd name="connsiteX20" fmla="*/ 2790827 w 5702300"/>
              <a:gd name="connsiteY20" fmla="*/ 0 h 799045"/>
              <a:gd name="connsiteX21" fmla="*/ 2790827 w 5702300"/>
              <a:gd name="connsiteY21" fmla="*/ 136839 h 799045"/>
              <a:gd name="connsiteX22" fmla="*/ 2528361 w 5702300"/>
              <a:gd name="connsiteY22" fmla="*/ 140103 h 799045"/>
              <a:gd name="connsiteX23" fmla="*/ 1098549 w 5702300"/>
              <a:gd name="connsiteY23" fmla="*/ 356514 h 799045"/>
              <a:gd name="connsiteX24" fmla="*/ 1404373 w 5702300"/>
              <a:gd name="connsiteY24" fmla="*/ 480021 h 799045"/>
              <a:gd name="connsiteX25" fmla="*/ 1471511 w 5702300"/>
              <a:gd name="connsiteY25" fmla="*/ 490059 h 799045"/>
              <a:gd name="connsiteX26" fmla="*/ 853532 w 5702300"/>
              <a:gd name="connsiteY26" fmla="*/ 684038 h 799045"/>
              <a:gd name="connsiteX27" fmla="*/ 835083 w 5702300"/>
              <a:gd name="connsiteY27" fmla="*/ 681903 h 799045"/>
              <a:gd name="connsiteX28" fmla="*/ 0 w 5702300"/>
              <a:gd name="connsiteY28" fmla="*/ 399096 h 799045"/>
              <a:gd name="connsiteX29" fmla="*/ 2276544 w 5702300"/>
              <a:gd name="connsiteY29" fmla="*/ 7273 h 79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702300" h="799045">
                <a:moveTo>
                  <a:pt x="1704590" y="519497"/>
                </a:moveTo>
                <a:lnTo>
                  <a:pt x="2192228" y="560054"/>
                </a:lnTo>
                <a:cubicBezTo>
                  <a:pt x="2406465" y="571232"/>
                  <a:pt x="2642005" y="577413"/>
                  <a:pt x="2889249" y="577413"/>
                </a:cubicBezTo>
                <a:cubicBezTo>
                  <a:pt x="3136493" y="577413"/>
                  <a:pt x="3372034" y="571232"/>
                  <a:pt x="3586270" y="560054"/>
                </a:cubicBezTo>
                <a:lnTo>
                  <a:pt x="4013667" y="524507"/>
                </a:lnTo>
                <a:lnTo>
                  <a:pt x="4609955" y="711678"/>
                </a:lnTo>
                <a:lnTo>
                  <a:pt x="4445255" y="730740"/>
                </a:lnTo>
                <a:cubicBezTo>
                  <a:pt x="3990209" y="773865"/>
                  <a:pt x="3441643" y="799045"/>
                  <a:pt x="2851150" y="799045"/>
                </a:cubicBezTo>
                <a:cubicBezTo>
                  <a:pt x="2260658" y="799045"/>
                  <a:pt x="1712092" y="773865"/>
                  <a:pt x="1257045" y="730740"/>
                </a:cubicBezTo>
                <a:lnTo>
                  <a:pt x="1092341" y="711678"/>
                </a:lnTo>
                <a:close/>
                <a:moveTo>
                  <a:pt x="2911475" y="0"/>
                </a:moveTo>
                <a:lnTo>
                  <a:pt x="3425757" y="7273"/>
                </a:lnTo>
                <a:cubicBezTo>
                  <a:pt x="4724978" y="44567"/>
                  <a:pt x="5702300" y="205821"/>
                  <a:pt x="5702300" y="399096"/>
                </a:cubicBezTo>
                <a:cubicBezTo>
                  <a:pt x="5702300" y="509539"/>
                  <a:pt x="5383174" y="609526"/>
                  <a:pt x="4867218" y="681903"/>
                </a:cubicBezTo>
                <a:lnTo>
                  <a:pt x="4848764" y="684039"/>
                </a:lnTo>
                <a:lnTo>
                  <a:pt x="4255370" y="497776"/>
                </a:lnTo>
                <a:lnTo>
                  <a:pt x="4374126" y="480021"/>
                </a:lnTo>
                <a:cubicBezTo>
                  <a:pt x="4567207" y="444765"/>
                  <a:pt x="4679949" y="402264"/>
                  <a:pt x="4679949" y="356514"/>
                </a:cubicBezTo>
                <a:cubicBezTo>
                  <a:pt x="4679949" y="249765"/>
                  <a:pt x="4066129" y="160701"/>
                  <a:pt x="3250138" y="140103"/>
                </a:cubicBezTo>
                <a:lnTo>
                  <a:pt x="2911475" y="135892"/>
                </a:lnTo>
                <a:close/>
                <a:moveTo>
                  <a:pt x="2790827" y="0"/>
                </a:moveTo>
                <a:lnTo>
                  <a:pt x="2790827" y="136839"/>
                </a:lnTo>
                <a:lnTo>
                  <a:pt x="2528361" y="140103"/>
                </a:lnTo>
                <a:cubicBezTo>
                  <a:pt x="1712369" y="160701"/>
                  <a:pt x="1098549" y="249765"/>
                  <a:pt x="1098549" y="356514"/>
                </a:cubicBezTo>
                <a:cubicBezTo>
                  <a:pt x="1098549" y="402264"/>
                  <a:pt x="1211292" y="444765"/>
                  <a:pt x="1404373" y="480021"/>
                </a:cubicBezTo>
                <a:lnTo>
                  <a:pt x="1471511" y="490059"/>
                </a:lnTo>
                <a:lnTo>
                  <a:pt x="853532" y="684038"/>
                </a:lnTo>
                <a:lnTo>
                  <a:pt x="835083" y="681903"/>
                </a:lnTo>
                <a:cubicBezTo>
                  <a:pt x="319126" y="609527"/>
                  <a:pt x="0" y="509539"/>
                  <a:pt x="0" y="399096"/>
                </a:cubicBezTo>
                <a:cubicBezTo>
                  <a:pt x="0" y="205821"/>
                  <a:pt x="977323" y="44567"/>
                  <a:pt x="2276544" y="7273"/>
                </a:cubicBezTo>
                <a:close/>
              </a:path>
            </a:pathLst>
          </a:custGeom>
          <a:gradFill>
            <a:gsLst>
              <a:gs pos="9000">
                <a:schemeClr val="accent1">
                  <a:alpha val="0"/>
                </a:schemeClr>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新品推广模型</a:t>
            </a:r>
            <a:endParaRPr lang="en-US" altLang="zh-CN" dirty="0"/>
          </a:p>
        </p:txBody>
      </p:sp>
      <p:cxnSp>
        <p:nvCxnSpPr>
          <p:cNvPr id="21" name="直接箭头连接符 20">
            <a:extLst>
              <a:ext uri="{FF2B5EF4-FFF2-40B4-BE49-F238E27FC236}">
                <a16:creationId xmlns:a16="http://schemas.microsoft.com/office/drawing/2014/main" id="{C068CE54-CAE4-99BC-75A0-401FB6190BAB}"/>
              </a:ext>
            </a:extLst>
          </p:cNvPr>
          <p:cNvCxnSpPr>
            <a:cxnSpLocks/>
          </p:cNvCxnSpPr>
          <p:nvPr/>
        </p:nvCxnSpPr>
        <p:spPr>
          <a:xfrm flipH="1">
            <a:off x="2554499" y="2542531"/>
            <a:ext cx="722327" cy="0"/>
          </a:xfrm>
          <a:prstGeom prst="straightConnector1">
            <a:avLst/>
          </a:prstGeom>
          <a:ln w="12700">
            <a:gradFill flip="none" rotWithShape="1">
              <a:gsLst>
                <a:gs pos="0">
                  <a:schemeClr val="accent2">
                    <a:alpha val="0"/>
                  </a:schemeClr>
                </a:gs>
                <a:gs pos="100000">
                  <a:schemeClr val="accent2"/>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46" name="椭圆 45">
            <a:extLst>
              <a:ext uri="{FF2B5EF4-FFF2-40B4-BE49-F238E27FC236}">
                <a16:creationId xmlns:a16="http://schemas.microsoft.com/office/drawing/2014/main" id="{83819E6C-2BCA-9C7E-4933-93F967E1908B}"/>
              </a:ext>
            </a:extLst>
          </p:cNvPr>
          <p:cNvSpPr/>
          <p:nvPr/>
        </p:nvSpPr>
        <p:spPr>
          <a:xfrm>
            <a:off x="1042778" y="1935484"/>
            <a:ext cx="1174231" cy="1174231"/>
          </a:xfrm>
          <a:prstGeom prst="ellipse">
            <a:avLst/>
          </a:prstGeom>
          <a:gradFill flip="none" rotWithShape="1">
            <a:gsLst>
              <a:gs pos="50000">
                <a:schemeClr val="accent2">
                  <a:alpha val="0"/>
                </a:schemeClr>
              </a:gs>
              <a:gs pos="100000">
                <a:schemeClr val="accent2">
                  <a:alpha val="48000"/>
                </a:schemeClr>
              </a:gs>
            </a:gsLst>
            <a:path path="circl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ym typeface="+mn-lt"/>
            </a:endParaRPr>
          </a:p>
        </p:txBody>
      </p:sp>
      <p:sp>
        <p:nvSpPr>
          <p:cNvPr id="47" name="椭圆 46">
            <a:extLst>
              <a:ext uri="{FF2B5EF4-FFF2-40B4-BE49-F238E27FC236}">
                <a16:creationId xmlns:a16="http://schemas.microsoft.com/office/drawing/2014/main" id="{B5592B09-8493-E50A-11BA-C440F2336F30}"/>
              </a:ext>
            </a:extLst>
          </p:cNvPr>
          <p:cNvSpPr/>
          <p:nvPr/>
        </p:nvSpPr>
        <p:spPr>
          <a:xfrm>
            <a:off x="1196041" y="2088745"/>
            <a:ext cx="867704" cy="86770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chemeClr val="tx1"/>
              </a:solidFill>
              <a:sym typeface="+mn-lt"/>
            </a:endParaRPr>
          </a:p>
        </p:txBody>
      </p:sp>
      <p:sp>
        <p:nvSpPr>
          <p:cNvPr id="45" name="矩形 44">
            <a:extLst>
              <a:ext uri="{FF2B5EF4-FFF2-40B4-BE49-F238E27FC236}">
                <a16:creationId xmlns:a16="http://schemas.microsoft.com/office/drawing/2014/main" id="{C0F43797-A0CF-C094-9870-70AC2FAC6AEB}"/>
              </a:ext>
            </a:extLst>
          </p:cNvPr>
          <p:cNvSpPr/>
          <p:nvPr/>
        </p:nvSpPr>
        <p:spPr>
          <a:xfrm>
            <a:off x="1082853" y="2253601"/>
            <a:ext cx="1094080" cy="614197"/>
          </a:xfrm>
          <a:prstGeom prst="rect">
            <a:avLst/>
          </a:prstGeom>
        </p:spPr>
        <p:txBody>
          <a:bodyPr wrap="square">
            <a:spAutoFit/>
          </a:bodyPr>
          <a:lstStyle/>
          <a:p>
            <a:pPr algn="ctr" defTabSz="1460754">
              <a:defRPr/>
            </a:pPr>
            <a:r>
              <a:rPr lang="zh-CN" altLang="en-US" sz="1400" b="1" dirty="0">
                <a:solidFill>
                  <a:srgbClr val="FFFFFF"/>
                </a:solidFill>
                <a:latin typeface="+mn-ea"/>
                <a:cs typeface="+mn-ea"/>
                <a:sym typeface="+mn-lt"/>
              </a:rPr>
              <a:t>市场</a:t>
            </a:r>
            <a:endParaRPr lang="en-US" altLang="zh-CN" sz="1400" b="1" dirty="0">
              <a:solidFill>
                <a:srgbClr val="FFFFFF"/>
              </a:solidFill>
              <a:latin typeface="+mn-ea"/>
              <a:cs typeface="+mn-ea"/>
              <a:sym typeface="+mn-lt"/>
            </a:endParaRPr>
          </a:p>
          <a:p>
            <a:pPr algn="ctr" defTabSz="1460754">
              <a:defRPr/>
            </a:pPr>
            <a:r>
              <a:rPr lang="zh-CN" altLang="en-US" sz="1400" b="1" dirty="0">
                <a:solidFill>
                  <a:srgbClr val="FFFFFF"/>
                </a:solidFill>
                <a:latin typeface="+mn-ea"/>
                <a:cs typeface="+mn-ea"/>
                <a:sym typeface="+mn-lt"/>
              </a:rPr>
              <a:t>定位</a:t>
            </a:r>
          </a:p>
        </p:txBody>
      </p:sp>
      <p:sp>
        <p:nvSpPr>
          <p:cNvPr id="6" name="文本框 5">
            <a:extLst>
              <a:ext uri="{FF2B5EF4-FFF2-40B4-BE49-F238E27FC236}">
                <a16:creationId xmlns:a16="http://schemas.microsoft.com/office/drawing/2014/main" id="{43E49E2E-0A1D-51FD-891A-C42C64902DCF}"/>
              </a:ext>
            </a:extLst>
          </p:cNvPr>
          <p:cNvSpPr txBox="1"/>
          <p:nvPr/>
        </p:nvSpPr>
        <p:spPr>
          <a:xfrm>
            <a:off x="7403398" y="2077796"/>
            <a:ext cx="1443562" cy="307777"/>
          </a:xfrm>
          <a:prstGeom prst="rect">
            <a:avLst/>
          </a:prstGeom>
          <a:noFill/>
        </p:spPr>
        <p:txBody>
          <a:bodyPr wrap="square">
            <a:spAutoFit/>
          </a:bodyPr>
          <a:lstStyle/>
          <a:p>
            <a:pPr algn="ctr" defTabSz="1460754">
              <a:defRPr/>
            </a:pPr>
            <a:r>
              <a:rPr lang="zh-CN" altLang="en-US" sz="1400" b="1" dirty="0">
                <a:solidFill>
                  <a:srgbClr val="000000">
                    <a:lumMod val="85000"/>
                    <a:lumOff val="15000"/>
                  </a:srgbClr>
                </a:solidFill>
                <a:latin typeface="+mn-ea"/>
                <a:cs typeface="+mn-ea"/>
                <a:sym typeface="+mn-lt"/>
              </a:rPr>
              <a:t>用户管理</a:t>
            </a:r>
          </a:p>
        </p:txBody>
      </p:sp>
      <p:sp>
        <p:nvSpPr>
          <p:cNvPr id="9" name="文本框 8">
            <a:extLst>
              <a:ext uri="{FF2B5EF4-FFF2-40B4-BE49-F238E27FC236}">
                <a16:creationId xmlns:a16="http://schemas.microsoft.com/office/drawing/2014/main" id="{37D8B502-414D-79B0-D93F-BD7D23DC85E0}"/>
              </a:ext>
            </a:extLst>
          </p:cNvPr>
          <p:cNvSpPr txBox="1"/>
          <p:nvPr/>
        </p:nvSpPr>
        <p:spPr>
          <a:xfrm>
            <a:off x="3341975" y="2083640"/>
            <a:ext cx="1443562" cy="307777"/>
          </a:xfrm>
          <a:prstGeom prst="rect">
            <a:avLst/>
          </a:prstGeom>
          <a:noFill/>
        </p:spPr>
        <p:txBody>
          <a:bodyPr wrap="square">
            <a:spAutoFit/>
          </a:bodyPr>
          <a:lstStyle/>
          <a:p>
            <a:pPr algn="ctr" defTabSz="1460754">
              <a:defRPr/>
            </a:pPr>
            <a:r>
              <a:rPr lang="zh-CN" altLang="en-US" sz="1400" b="1" dirty="0">
                <a:solidFill>
                  <a:srgbClr val="000000">
                    <a:lumMod val="85000"/>
                    <a:lumOff val="15000"/>
                  </a:srgbClr>
                </a:solidFill>
                <a:latin typeface="+mn-ea"/>
                <a:cs typeface="+mn-ea"/>
                <a:sym typeface="+mn-lt"/>
              </a:rPr>
              <a:t>新品管理</a:t>
            </a:r>
          </a:p>
        </p:txBody>
      </p:sp>
      <p:sp>
        <p:nvSpPr>
          <p:cNvPr id="14" name="文本框 13">
            <a:extLst>
              <a:ext uri="{FF2B5EF4-FFF2-40B4-BE49-F238E27FC236}">
                <a16:creationId xmlns:a16="http://schemas.microsoft.com/office/drawing/2014/main" id="{31D256B1-F6B0-5E68-E2BC-1C02CCB4459D}"/>
              </a:ext>
            </a:extLst>
          </p:cNvPr>
          <p:cNvSpPr txBox="1"/>
          <p:nvPr/>
        </p:nvSpPr>
        <p:spPr>
          <a:xfrm>
            <a:off x="5374221" y="2709347"/>
            <a:ext cx="1443562" cy="307777"/>
          </a:xfrm>
          <a:prstGeom prst="rect">
            <a:avLst/>
          </a:prstGeom>
          <a:noFill/>
        </p:spPr>
        <p:txBody>
          <a:bodyPr wrap="square">
            <a:spAutoFit/>
          </a:bodyPr>
          <a:lstStyle/>
          <a:p>
            <a:pPr algn="ctr" defTabSz="1460754">
              <a:defRPr/>
            </a:pPr>
            <a:r>
              <a:rPr lang="zh-CN" altLang="en-US" sz="1400" b="1" dirty="0">
                <a:solidFill>
                  <a:srgbClr val="000000">
                    <a:lumMod val="85000"/>
                    <a:lumOff val="15000"/>
                  </a:srgbClr>
                </a:solidFill>
                <a:latin typeface="+mn-ea"/>
                <a:cs typeface="+mn-ea"/>
                <a:sym typeface="+mn-lt"/>
              </a:rPr>
              <a:t>营销推广</a:t>
            </a:r>
          </a:p>
        </p:txBody>
      </p:sp>
      <p:sp>
        <p:nvSpPr>
          <p:cNvPr id="17" name="文本框 16">
            <a:extLst>
              <a:ext uri="{FF2B5EF4-FFF2-40B4-BE49-F238E27FC236}">
                <a16:creationId xmlns:a16="http://schemas.microsoft.com/office/drawing/2014/main" id="{BC174C24-B0D7-5252-DB68-9B197A107E02}"/>
              </a:ext>
            </a:extLst>
          </p:cNvPr>
          <p:cNvSpPr txBox="1"/>
          <p:nvPr/>
        </p:nvSpPr>
        <p:spPr>
          <a:xfrm>
            <a:off x="5374221" y="1358909"/>
            <a:ext cx="1443562" cy="307777"/>
          </a:xfrm>
          <a:prstGeom prst="rect">
            <a:avLst/>
          </a:prstGeom>
          <a:noFill/>
        </p:spPr>
        <p:txBody>
          <a:bodyPr wrap="square">
            <a:spAutoFit/>
          </a:bodyPr>
          <a:lstStyle/>
          <a:p>
            <a:pPr algn="ctr" defTabSz="1460754">
              <a:defRPr/>
            </a:pPr>
            <a:r>
              <a:rPr lang="zh-CN" altLang="en-US" sz="1400" b="1" dirty="0">
                <a:solidFill>
                  <a:srgbClr val="000000">
                    <a:lumMod val="85000"/>
                    <a:lumOff val="15000"/>
                  </a:srgbClr>
                </a:solidFill>
                <a:latin typeface="+mn-ea"/>
                <a:cs typeface="+mn-ea"/>
                <a:sym typeface="+mn-lt"/>
              </a:rPr>
              <a:t>订单管理</a:t>
            </a:r>
          </a:p>
        </p:txBody>
      </p:sp>
      <p:cxnSp>
        <p:nvCxnSpPr>
          <p:cNvPr id="20" name="直接箭头连接符 19">
            <a:extLst>
              <a:ext uri="{FF2B5EF4-FFF2-40B4-BE49-F238E27FC236}">
                <a16:creationId xmlns:a16="http://schemas.microsoft.com/office/drawing/2014/main" id="{EBC12274-1519-2AD1-6CDC-C5771125ED48}"/>
              </a:ext>
            </a:extLst>
          </p:cNvPr>
          <p:cNvCxnSpPr>
            <a:cxnSpLocks/>
          </p:cNvCxnSpPr>
          <p:nvPr/>
        </p:nvCxnSpPr>
        <p:spPr>
          <a:xfrm>
            <a:off x="8915176" y="2499492"/>
            <a:ext cx="722327" cy="0"/>
          </a:xfrm>
          <a:prstGeom prst="straightConnector1">
            <a:avLst/>
          </a:prstGeom>
          <a:ln w="12700">
            <a:gradFill flip="none" rotWithShape="1">
              <a:gsLst>
                <a:gs pos="0">
                  <a:schemeClr val="accent2">
                    <a:alpha val="0"/>
                  </a:schemeClr>
                </a:gs>
                <a:gs pos="100000">
                  <a:schemeClr val="accent2"/>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22" name="弧形 21">
            <a:extLst>
              <a:ext uri="{FF2B5EF4-FFF2-40B4-BE49-F238E27FC236}">
                <a16:creationId xmlns:a16="http://schemas.microsoft.com/office/drawing/2014/main" id="{715D5D5C-96E4-DFAA-D624-E928906CE7D8}"/>
              </a:ext>
            </a:extLst>
          </p:cNvPr>
          <p:cNvSpPr/>
          <p:nvPr/>
        </p:nvSpPr>
        <p:spPr>
          <a:xfrm>
            <a:off x="4233921" y="2246814"/>
            <a:ext cx="1276140" cy="644674"/>
          </a:xfrm>
          <a:prstGeom prst="arc">
            <a:avLst/>
          </a:prstGeom>
          <a:ln w="12700">
            <a:gradFill flip="none" rotWithShape="1">
              <a:gsLst>
                <a:gs pos="0">
                  <a:schemeClr val="accent2">
                    <a:alpha val="0"/>
                  </a:schemeClr>
                </a:gs>
                <a:gs pos="100000">
                  <a:schemeClr val="accent2"/>
                </a:gs>
              </a:gsLst>
              <a:lin ang="10800000" scaled="1"/>
              <a:tileRect/>
            </a:gra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defTabSz="1460754">
              <a:defRPr/>
            </a:pPr>
            <a:endParaRPr lang="zh-CN" altLang="en-US" sz="2000" dirty="0">
              <a:solidFill>
                <a:srgbClr val="000000"/>
              </a:solidFill>
              <a:latin typeface="+mn-ea"/>
              <a:cs typeface="+mn-ea"/>
              <a:sym typeface="+mn-lt"/>
            </a:endParaRPr>
          </a:p>
        </p:txBody>
      </p:sp>
      <p:sp>
        <p:nvSpPr>
          <p:cNvPr id="23" name="弧形 22">
            <a:extLst>
              <a:ext uri="{FF2B5EF4-FFF2-40B4-BE49-F238E27FC236}">
                <a16:creationId xmlns:a16="http://schemas.microsoft.com/office/drawing/2014/main" id="{D9FC55DB-9CBE-A2A2-BA04-56417EC60EBC}"/>
              </a:ext>
            </a:extLst>
          </p:cNvPr>
          <p:cNvSpPr/>
          <p:nvPr/>
        </p:nvSpPr>
        <p:spPr>
          <a:xfrm flipH="1">
            <a:off x="6707260" y="2246814"/>
            <a:ext cx="1276140" cy="644674"/>
          </a:xfrm>
          <a:prstGeom prst="arc">
            <a:avLst/>
          </a:prstGeom>
          <a:ln w="12700">
            <a:gradFill flip="none" rotWithShape="1">
              <a:gsLst>
                <a:gs pos="0">
                  <a:schemeClr val="accent2">
                    <a:alpha val="0"/>
                  </a:schemeClr>
                </a:gs>
                <a:gs pos="100000">
                  <a:schemeClr val="accent2"/>
                </a:gs>
              </a:gsLst>
              <a:lin ang="10800000" scaled="1"/>
              <a:tileRect/>
            </a:gra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defTabSz="1460754">
              <a:defRPr/>
            </a:pPr>
            <a:endParaRPr lang="zh-CN" altLang="en-US" sz="2000" dirty="0">
              <a:solidFill>
                <a:srgbClr val="000000"/>
              </a:solidFill>
              <a:latin typeface="+mn-ea"/>
              <a:cs typeface="+mn-ea"/>
              <a:sym typeface="+mn-lt"/>
            </a:endParaRPr>
          </a:p>
        </p:txBody>
      </p:sp>
      <p:cxnSp>
        <p:nvCxnSpPr>
          <p:cNvPr id="24" name="直接箭头连接符 23">
            <a:extLst>
              <a:ext uri="{FF2B5EF4-FFF2-40B4-BE49-F238E27FC236}">
                <a16:creationId xmlns:a16="http://schemas.microsoft.com/office/drawing/2014/main" id="{479DF632-A7B6-49F6-ADD2-73FB41D5E708}"/>
              </a:ext>
            </a:extLst>
          </p:cNvPr>
          <p:cNvCxnSpPr>
            <a:cxnSpLocks/>
          </p:cNvCxnSpPr>
          <p:nvPr/>
        </p:nvCxnSpPr>
        <p:spPr>
          <a:xfrm flipV="1">
            <a:off x="6096002" y="1999400"/>
            <a:ext cx="0" cy="178690"/>
          </a:xfrm>
          <a:prstGeom prst="straightConnector1">
            <a:avLst/>
          </a:prstGeom>
          <a:ln w="12700">
            <a:gradFill flip="none" rotWithShape="1">
              <a:gsLst>
                <a:gs pos="0">
                  <a:schemeClr val="accent2">
                    <a:alpha val="0"/>
                  </a:schemeClr>
                </a:gs>
                <a:gs pos="100000">
                  <a:schemeClr val="accent2"/>
                </a:gs>
              </a:gsLst>
              <a:lin ang="5400000" scaled="1"/>
              <a:tileRect/>
            </a:gra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093EEC04-E828-65CD-FF89-E41C9B694228}"/>
              </a:ext>
            </a:extLst>
          </p:cNvPr>
          <p:cNvCxnSpPr>
            <a:cxnSpLocks/>
          </p:cNvCxnSpPr>
          <p:nvPr/>
        </p:nvCxnSpPr>
        <p:spPr>
          <a:xfrm>
            <a:off x="6096002" y="2536165"/>
            <a:ext cx="0" cy="178690"/>
          </a:xfrm>
          <a:prstGeom prst="straightConnector1">
            <a:avLst/>
          </a:prstGeom>
          <a:ln w="12700">
            <a:gradFill flip="none" rotWithShape="1">
              <a:gsLst>
                <a:gs pos="0">
                  <a:schemeClr val="accent2">
                    <a:alpha val="0"/>
                  </a:schemeClr>
                </a:gs>
                <a:gs pos="100000">
                  <a:schemeClr val="accent2"/>
                </a:gs>
              </a:gsLst>
              <a:lin ang="5400000" scaled="1"/>
              <a:tileRect/>
            </a:gradFill>
            <a:tailEnd type="triangle"/>
          </a:ln>
        </p:spPr>
        <p:style>
          <a:lnRef idx="1">
            <a:schemeClr val="accent1"/>
          </a:lnRef>
          <a:fillRef idx="0">
            <a:schemeClr val="accent1"/>
          </a:fillRef>
          <a:effectRef idx="0">
            <a:schemeClr val="accent1"/>
          </a:effectRef>
          <a:fontRef idx="minor">
            <a:schemeClr val="tx1"/>
          </a:fontRef>
        </p:style>
      </p:cxnSp>
      <p:grpSp>
        <p:nvGrpSpPr>
          <p:cNvPr id="26" name="组合 25">
            <a:extLst>
              <a:ext uri="{FF2B5EF4-FFF2-40B4-BE49-F238E27FC236}">
                <a16:creationId xmlns:a16="http://schemas.microsoft.com/office/drawing/2014/main" id="{106EE8F1-E2CF-AB06-026A-7F95F5F37C40}"/>
              </a:ext>
            </a:extLst>
          </p:cNvPr>
          <p:cNvGrpSpPr/>
          <p:nvPr/>
        </p:nvGrpSpPr>
        <p:grpSpPr>
          <a:xfrm>
            <a:off x="3363280" y="2382435"/>
            <a:ext cx="1425326" cy="367612"/>
            <a:chOff x="3654430" y="3035762"/>
            <a:chExt cx="1351503" cy="470673"/>
          </a:xfrm>
        </p:grpSpPr>
        <p:sp>
          <p:nvSpPr>
            <p:cNvPr id="27" name="椭圆 26">
              <a:extLst>
                <a:ext uri="{FF2B5EF4-FFF2-40B4-BE49-F238E27FC236}">
                  <a16:creationId xmlns:a16="http://schemas.microsoft.com/office/drawing/2014/main" id="{DFA27F43-7290-630B-BAF2-E152A83BDDBA}"/>
                </a:ext>
              </a:extLst>
            </p:cNvPr>
            <p:cNvSpPr/>
            <p:nvPr/>
          </p:nvSpPr>
          <p:spPr>
            <a:xfrm>
              <a:off x="3654430" y="3147442"/>
              <a:ext cx="1351503" cy="358993"/>
            </a:xfrm>
            <a:prstGeom prst="ellipse">
              <a:avLst/>
            </a:prstGeom>
            <a:gradFill>
              <a:gsLst>
                <a:gs pos="100000">
                  <a:schemeClr val="accent2">
                    <a:alpha val="47000"/>
                  </a:schemeClr>
                </a:gs>
                <a:gs pos="0">
                  <a:schemeClr val="accent2">
                    <a:alpha val="0"/>
                  </a:schemeClr>
                </a:gs>
              </a:gsLst>
              <a:lin ang="5400000" scaled="0"/>
            </a:gradFill>
            <a:ln w="12700">
              <a:gradFill>
                <a:gsLst>
                  <a:gs pos="53000">
                    <a:schemeClr val="accent2">
                      <a:alpha val="0"/>
                    </a:schemeClr>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1100">
                <a:solidFill>
                  <a:srgbClr val="1E66FF"/>
                </a:solidFill>
                <a:latin typeface="+mn-ea"/>
                <a:cs typeface="+mn-ea"/>
                <a:sym typeface="+mn-lt"/>
              </a:endParaRPr>
            </a:p>
          </p:txBody>
        </p:sp>
        <p:sp>
          <p:nvSpPr>
            <p:cNvPr id="28" name="椭圆 27">
              <a:extLst>
                <a:ext uri="{FF2B5EF4-FFF2-40B4-BE49-F238E27FC236}">
                  <a16:creationId xmlns:a16="http://schemas.microsoft.com/office/drawing/2014/main" id="{077DD8A4-FD82-6A59-DE11-C2C10F0C25A0}"/>
                </a:ext>
              </a:extLst>
            </p:cNvPr>
            <p:cNvSpPr/>
            <p:nvPr/>
          </p:nvSpPr>
          <p:spPr>
            <a:xfrm>
              <a:off x="3654430" y="3035762"/>
              <a:ext cx="1351503" cy="358993"/>
            </a:xfrm>
            <a:prstGeom prst="ellipse">
              <a:avLst/>
            </a:prstGeom>
            <a:noFill/>
            <a:ln w="12700">
              <a:gradFill>
                <a:gsLst>
                  <a:gs pos="7000">
                    <a:schemeClr val="accent2">
                      <a:alpha val="0"/>
                    </a:schemeClr>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1100" dirty="0">
                <a:solidFill>
                  <a:srgbClr val="1E66FF"/>
                </a:solidFill>
                <a:latin typeface="+mn-ea"/>
                <a:cs typeface="+mn-ea"/>
                <a:sym typeface="+mn-lt"/>
              </a:endParaRPr>
            </a:p>
          </p:txBody>
        </p:sp>
      </p:grpSp>
      <p:grpSp>
        <p:nvGrpSpPr>
          <p:cNvPr id="29" name="组合 28">
            <a:extLst>
              <a:ext uri="{FF2B5EF4-FFF2-40B4-BE49-F238E27FC236}">
                <a16:creationId xmlns:a16="http://schemas.microsoft.com/office/drawing/2014/main" id="{269BB298-960A-EFED-FC16-89544EA5A1B0}"/>
              </a:ext>
            </a:extLst>
          </p:cNvPr>
          <p:cNvGrpSpPr/>
          <p:nvPr/>
        </p:nvGrpSpPr>
        <p:grpSpPr>
          <a:xfrm>
            <a:off x="7411671" y="2328375"/>
            <a:ext cx="1425326" cy="367612"/>
            <a:chOff x="3654430" y="3035762"/>
            <a:chExt cx="1351503" cy="470673"/>
          </a:xfrm>
        </p:grpSpPr>
        <p:sp>
          <p:nvSpPr>
            <p:cNvPr id="30" name="椭圆 29">
              <a:extLst>
                <a:ext uri="{FF2B5EF4-FFF2-40B4-BE49-F238E27FC236}">
                  <a16:creationId xmlns:a16="http://schemas.microsoft.com/office/drawing/2014/main" id="{CD939F11-E768-68D0-E60D-748B048D67E5}"/>
                </a:ext>
              </a:extLst>
            </p:cNvPr>
            <p:cNvSpPr/>
            <p:nvPr/>
          </p:nvSpPr>
          <p:spPr>
            <a:xfrm>
              <a:off x="3654430" y="3147442"/>
              <a:ext cx="1351503" cy="358993"/>
            </a:xfrm>
            <a:prstGeom prst="ellipse">
              <a:avLst/>
            </a:prstGeom>
            <a:gradFill>
              <a:gsLst>
                <a:gs pos="100000">
                  <a:schemeClr val="accent2">
                    <a:alpha val="47000"/>
                  </a:schemeClr>
                </a:gs>
                <a:gs pos="0">
                  <a:schemeClr val="accent2">
                    <a:alpha val="0"/>
                  </a:schemeClr>
                </a:gs>
              </a:gsLst>
              <a:lin ang="5400000" scaled="0"/>
            </a:gradFill>
            <a:ln w="12700">
              <a:gradFill>
                <a:gsLst>
                  <a:gs pos="53000">
                    <a:schemeClr val="accent2">
                      <a:alpha val="0"/>
                    </a:schemeClr>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1100">
                <a:solidFill>
                  <a:srgbClr val="1E66FF"/>
                </a:solidFill>
                <a:latin typeface="+mn-ea"/>
                <a:cs typeface="+mn-ea"/>
                <a:sym typeface="+mn-lt"/>
              </a:endParaRPr>
            </a:p>
          </p:txBody>
        </p:sp>
        <p:sp>
          <p:nvSpPr>
            <p:cNvPr id="31" name="椭圆 30">
              <a:extLst>
                <a:ext uri="{FF2B5EF4-FFF2-40B4-BE49-F238E27FC236}">
                  <a16:creationId xmlns:a16="http://schemas.microsoft.com/office/drawing/2014/main" id="{CBA2AA57-C6F3-5520-5324-5463D8F85503}"/>
                </a:ext>
              </a:extLst>
            </p:cNvPr>
            <p:cNvSpPr/>
            <p:nvPr/>
          </p:nvSpPr>
          <p:spPr>
            <a:xfrm>
              <a:off x="3654430" y="3035762"/>
              <a:ext cx="1351503" cy="358993"/>
            </a:xfrm>
            <a:prstGeom prst="ellipse">
              <a:avLst/>
            </a:prstGeom>
            <a:noFill/>
            <a:ln w="12700">
              <a:gradFill>
                <a:gsLst>
                  <a:gs pos="7000">
                    <a:schemeClr val="accent2">
                      <a:alpha val="0"/>
                    </a:schemeClr>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1100">
                <a:solidFill>
                  <a:srgbClr val="1E66FF"/>
                </a:solidFill>
                <a:latin typeface="+mn-ea"/>
                <a:cs typeface="+mn-ea"/>
                <a:sym typeface="+mn-lt"/>
              </a:endParaRPr>
            </a:p>
          </p:txBody>
        </p:sp>
      </p:grpSp>
      <p:sp>
        <p:nvSpPr>
          <p:cNvPr id="33" name="椭圆 32">
            <a:extLst>
              <a:ext uri="{FF2B5EF4-FFF2-40B4-BE49-F238E27FC236}">
                <a16:creationId xmlns:a16="http://schemas.microsoft.com/office/drawing/2014/main" id="{DBA69DF6-CEF2-F2B1-7B8E-A787DD8EF6F8}"/>
              </a:ext>
            </a:extLst>
          </p:cNvPr>
          <p:cNvSpPr/>
          <p:nvPr/>
        </p:nvSpPr>
        <p:spPr>
          <a:xfrm>
            <a:off x="5641824" y="1727969"/>
            <a:ext cx="908358" cy="178690"/>
          </a:xfrm>
          <a:prstGeom prst="ellipse">
            <a:avLst/>
          </a:prstGeom>
          <a:gradFill>
            <a:gsLst>
              <a:gs pos="100000">
                <a:schemeClr val="accent2">
                  <a:alpha val="47000"/>
                </a:schemeClr>
              </a:gs>
              <a:gs pos="0">
                <a:schemeClr val="accent2">
                  <a:alpha val="0"/>
                </a:schemeClr>
              </a:gs>
            </a:gsLst>
            <a:lin ang="5400000" scaled="0"/>
          </a:gradFill>
          <a:ln w="12700">
            <a:gradFill>
              <a:gsLst>
                <a:gs pos="7000">
                  <a:schemeClr val="accent2">
                    <a:alpha val="0"/>
                  </a:schemeClr>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defRPr/>
            </a:pPr>
            <a:endParaRPr lang="zh-CN" altLang="en-US" sz="1100">
              <a:solidFill>
                <a:srgbClr val="1E66FF"/>
              </a:solidFill>
              <a:latin typeface="+mn-ea"/>
              <a:cs typeface="+mn-ea"/>
              <a:sym typeface="+mn-lt"/>
            </a:endParaRPr>
          </a:p>
        </p:txBody>
      </p:sp>
      <p:grpSp>
        <p:nvGrpSpPr>
          <p:cNvPr id="35" name="组合 34">
            <a:extLst>
              <a:ext uri="{FF2B5EF4-FFF2-40B4-BE49-F238E27FC236}">
                <a16:creationId xmlns:a16="http://schemas.microsoft.com/office/drawing/2014/main" id="{B58AE814-8A1C-449F-C3EF-E047227DD6E3}"/>
              </a:ext>
            </a:extLst>
          </p:cNvPr>
          <p:cNvGrpSpPr/>
          <p:nvPr/>
        </p:nvGrpSpPr>
        <p:grpSpPr>
          <a:xfrm>
            <a:off x="5203262" y="2944052"/>
            <a:ext cx="1758025" cy="453420"/>
            <a:chOff x="3654430" y="3035762"/>
            <a:chExt cx="1351503" cy="470673"/>
          </a:xfrm>
        </p:grpSpPr>
        <p:sp>
          <p:nvSpPr>
            <p:cNvPr id="36" name="椭圆 35">
              <a:extLst>
                <a:ext uri="{FF2B5EF4-FFF2-40B4-BE49-F238E27FC236}">
                  <a16:creationId xmlns:a16="http://schemas.microsoft.com/office/drawing/2014/main" id="{353D8B68-6EE8-6161-F4E9-78F1496AAC98}"/>
                </a:ext>
              </a:extLst>
            </p:cNvPr>
            <p:cNvSpPr/>
            <p:nvPr/>
          </p:nvSpPr>
          <p:spPr>
            <a:xfrm>
              <a:off x="3654430" y="3147442"/>
              <a:ext cx="1351503" cy="358993"/>
            </a:xfrm>
            <a:prstGeom prst="ellipse">
              <a:avLst/>
            </a:prstGeom>
            <a:gradFill>
              <a:gsLst>
                <a:gs pos="100000">
                  <a:schemeClr val="accent1">
                    <a:alpha val="47000"/>
                  </a:schemeClr>
                </a:gs>
                <a:gs pos="0">
                  <a:schemeClr val="accent1">
                    <a:alpha val="0"/>
                  </a:schemeClr>
                </a:gs>
              </a:gsLst>
              <a:lin ang="5400000" scaled="0"/>
            </a:gradFill>
            <a:ln w="12700">
              <a:gradFill>
                <a:gsLst>
                  <a:gs pos="53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1100">
                <a:solidFill>
                  <a:srgbClr val="1E66FF"/>
                </a:solidFill>
                <a:latin typeface="+mn-ea"/>
                <a:cs typeface="+mn-ea"/>
                <a:sym typeface="+mn-lt"/>
              </a:endParaRPr>
            </a:p>
          </p:txBody>
        </p:sp>
        <p:sp>
          <p:nvSpPr>
            <p:cNvPr id="37" name="椭圆 36">
              <a:extLst>
                <a:ext uri="{FF2B5EF4-FFF2-40B4-BE49-F238E27FC236}">
                  <a16:creationId xmlns:a16="http://schemas.microsoft.com/office/drawing/2014/main" id="{0A807083-1C01-0BB1-3468-AD71F6E0A217}"/>
                </a:ext>
              </a:extLst>
            </p:cNvPr>
            <p:cNvSpPr/>
            <p:nvPr/>
          </p:nvSpPr>
          <p:spPr>
            <a:xfrm>
              <a:off x="3654430" y="3035762"/>
              <a:ext cx="1351503" cy="358993"/>
            </a:xfrm>
            <a:prstGeom prst="ellipse">
              <a:avLst/>
            </a:prstGeom>
            <a:noFill/>
            <a:ln w="12700">
              <a:gradFill>
                <a:gsLst>
                  <a:gs pos="7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defRPr/>
              </a:pPr>
              <a:endParaRPr lang="zh-CN" altLang="en-US" sz="1100" dirty="0">
                <a:solidFill>
                  <a:srgbClr val="1E66FF"/>
                </a:solidFill>
                <a:latin typeface="+mn-ea"/>
                <a:cs typeface="+mn-ea"/>
                <a:sym typeface="+mn-lt"/>
              </a:endParaRPr>
            </a:p>
          </p:txBody>
        </p:sp>
      </p:grpSp>
      <p:sp>
        <p:nvSpPr>
          <p:cNvPr id="41" name="椭圆 40">
            <a:extLst>
              <a:ext uri="{FF2B5EF4-FFF2-40B4-BE49-F238E27FC236}">
                <a16:creationId xmlns:a16="http://schemas.microsoft.com/office/drawing/2014/main" id="{73D36E4A-4FF1-0F8A-7EF9-0893B87B4FA6}"/>
              </a:ext>
            </a:extLst>
          </p:cNvPr>
          <p:cNvSpPr/>
          <p:nvPr/>
        </p:nvSpPr>
        <p:spPr>
          <a:xfrm>
            <a:off x="9870797" y="1935484"/>
            <a:ext cx="1174231" cy="1174231"/>
          </a:xfrm>
          <a:prstGeom prst="ellipse">
            <a:avLst/>
          </a:prstGeom>
          <a:gradFill flip="none" rotWithShape="1">
            <a:gsLst>
              <a:gs pos="50000">
                <a:schemeClr val="accent2">
                  <a:alpha val="0"/>
                </a:schemeClr>
              </a:gs>
              <a:gs pos="100000">
                <a:schemeClr val="accent2">
                  <a:alpha val="48000"/>
                </a:schemeClr>
              </a:gs>
            </a:gsLst>
            <a:path path="circl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ym typeface="+mn-lt"/>
            </a:endParaRPr>
          </a:p>
        </p:txBody>
      </p:sp>
      <p:sp>
        <p:nvSpPr>
          <p:cNvPr id="42" name="椭圆 41">
            <a:extLst>
              <a:ext uri="{FF2B5EF4-FFF2-40B4-BE49-F238E27FC236}">
                <a16:creationId xmlns:a16="http://schemas.microsoft.com/office/drawing/2014/main" id="{4A112CCB-E100-67F0-1820-E53ADB2B1B4B}"/>
              </a:ext>
            </a:extLst>
          </p:cNvPr>
          <p:cNvSpPr/>
          <p:nvPr/>
        </p:nvSpPr>
        <p:spPr>
          <a:xfrm>
            <a:off x="10024059" y="2088745"/>
            <a:ext cx="867706" cy="867708"/>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chemeClr val="tx1"/>
              </a:solidFill>
              <a:sym typeface="+mn-lt"/>
            </a:endParaRPr>
          </a:p>
        </p:txBody>
      </p:sp>
      <p:sp>
        <p:nvSpPr>
          <p:cNvPr id="40" name="矩形 39">
            <a:extLst>
              <a:ext uri="{FF2B5EF4-FFF2-40B4-BE49-F238E27FC236}">
                <a16:creationId xmlns:a16="http://schemas.microsoft.com/office/drawing/2014/main" id="{3F742916-BFBD-B4D2-F1D7-8811094F03D3}"/>
              </a:ext>
            </a:extLst>
          </p:cNvPr>
          <p:cNvSpPr/>
          <p:nvPr/>
        </p:nvSpPr>
        <p:spPr>
          <a:xfrm>
            <a:off x="9910872" y="2253601"/>
            <a:ext cx="1094080" cy="614197"/>
          </a:xfrm>
          <a:prstGeom prst="rect">
            <a:avLst/>
          </a:prstGeom>
        </p:spPr>
        <p:txBody>
          <a:bodyPr wrap="square">
            <a:spAutoFit/>
          </a:bodyPr>
          <a:lstStyle/>
          <a:p>
            <a:pPr algn="ctr" defTabSz="1460754">
              <a:defRPr/>
            </a:pPr>
            <a:r>
              <a:rPr lang="zh-CN" altLang="en-US" sz="1400" b="1" dirty="0">
                <a:solidFill>
                  <a:srgbClr val="FFFFFF"/>
                </a:solidFill>
                <a:latin typeface="+mn-ea"/>
                <a:cs typeface="+mn-ea"/>
                <a:sym typeface="+mn-lt"/>
              </a:rPr>
              <a:t>战略</a:t>
            </a:r>
            <a:endParaRPr lang="en-US" altLang="zh-CN" sz="1400" b="1" dirty="0">
              <a:solidFill>
                <a:srgbClr val="FFFFFF"/>
              </a:solidFill>
              <a:latin typeface="+mn-ea"/>
              <a:cs typeface="+mn-ea"/>
              <a:sym typeface="+mn-lt"/>
            </a:endParaRPr>
          </a:p>
          <a:p>
            <a:pPr algn="ctr" defTabSz="1460754">
              <a:defRPr/>
            </a:pPr>
            <a:r>
              <a:rPr lang="zh-CN" altLang="en-US" sz="1400" b="1" dirty="0">
                <a:solidFill>
                  <a:srgbClr val="FFFFFF"/>
                </a:solidFill>
                <a:latin typeface="+mn-ea"/>
                <a:cs typeface="+mn-ea"/>
                <a:sym typeface="+mn-lt"/>
              </a:rPr>
              <a:t>规划</a:t>
            </a:r>
          </a:p>
        </p:txBody>
      </p:sp>
      <p:sp>
        <p:nvSpPr>
          <p:cNvPr id="78" name="文本框 77">
            <a:extLst>
              <a:ext uri="{FF2B5EF4-FFF2-40B4-BE49-F238E27FC236}">
                <a16:creationId xmlns:a16="http://schemas.microsoft.com/office/drawing/2014/main" id="{D02DAC30-E9E1-8229-F9B1-0C482E650E93}"/>
              </a:ext>
            </a:extLst>
          </p:cNvPr>
          <p:cNvSpPr txBox="1"/>
          <p:nvPr/>
        </p:nvSpPr>
        <p:spPr>
          <a:xfrm>
            <a:off x="5374221" y="2194250"/>
            <a:ext cx="1443562" cy="338554"/>
          </a:xfrm>
          <a:prstGeom prst="rect">
            <a:avLst/>
          </a:prstGeom>
          <a:noFill/>
        </p:spPr>
        <p:txBody>
          <a:bodyPr wrap="square">
            <a:spAutoFit/>
          </a:bodyPr>
          <a:lstStyle/>
          <a:p>
            <a:pPr algn="ctr" defTabSz="1460754">
              <a:defRPr/>
            </a:pPr>
            <a:r>
              <a:rPr lang="zh-CN" altLang="en-US" sz="1600" b="1" dirty="0">
                <a:solidFill>
                  <a:schemeClr val="accent2"/>
                </a:solidFill>
                <a:latin typeface="+mn-ea"/>
                <a:cs typeface="+mn-ea"/>
                <a:sym typeface="+mn-lt"/>
              </a:rPr>
              <a:t>业务逻辑</a:t>
            </a:r>
          </a:p>
        </p:txBody>
      </p:sp>
      <p:sp>
        <p:nvSpPr>
          <p:cNvPr id="147" name="椭圆 146">
            <a:extLst>
              <a:ext uri="{FF2B5EF4-FFF2-40B4-BE49-F238E27FC236}">
                <a16:creationId xmlns:a16="http://schemas.microsoft.com/office/drawing/2014/main" id="{F9E78239-FA6A-6ED3-EDDF-1A743280CDC8}"/>
              </a:ext>
            </a:extLst>
          </p:cNvPr>
          <p:cNvSpPr/>
          <p:nvPr/>
        </p:nvSpPr>
        <p:spPr>
          <a:xfrm>
            <a:off x="1899778" y="4468732"/>
            <a:ext cx="8392444" cy="774365"/>
          </a:xfrm>
          <a:prstGeom prst="ellipse">
            <a:avLst/>
          </a:prstGeom>
          <a:gradFill flip="none" rotWithShape="1">
            <a:gsLst>
              <a:gs pos="100000">
                <a:schemeClr val="accent1">
                  <a:alpha val="34000"/>
                </a:schemeClr>
              </a:gs>
              <a:gs pos="50000">
                <a:schemeClr val="accent1">
                  <a:alpha val="0"/>
                </a:schemeClr>
              </a:gs>
            </a:gsLst>
            <a:lin ang="5400000" scaled="0"/>
            <a:tileRect/>
          </a:gradFill>
          <a:ln w="15875">
            <a:gradFill>
              <a:gsLst>
                <a:gs pos="100000">
                  <a:schemeClr val="accent1">
                    <a:alpha val="55000"/>
                  </a:schemeClr>
                </a:gs>
                <a:gs pos="1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49" name="椭圆 148">
            <a:extLst>
              <a:ext uri="{FF2B5EF4-FFF2-40B4-BE49-F238E27FC236}">
                <a16:creationId xmlns:a16="http://schemas.microsoft.com/office/drawing/2014/main" id="{C808B9C0-8288-436D-6434-4EE5232E2410}"/>
              </a:ext>
            </a:extLst>
          </p:cNvPr>
          <p:cNvSpPr/>
          <p:nvPr/>
        </p:nvSpPr>
        <p:spPr>
          <a:xfrm>
            <a:off x="3251574" y="3976906"/>
            <a:ext cx="5688851" cy="491826"/>
          </a:xfrm>
          <a:prstGeom prst="ellipse">
            <a:avLst/>
          </a:prstGeom>
          <a:noFill/>
          <a:ln w="15875">
            <a:gradFill>
              <a:gsLst>
                <a:gs pos="100000">
                  <a:schemeClr val="accent1"/>
                </a:gs>
                <a:gs pos="1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56" name="文本框 155">
            <a:extLst>
              <a:ext uri="{FF2B5EF4-FFF2-40B4-BE49-F238E27FC236}">
                <a16:creationId xmlns:a16="http://schemas.microsoft.com/office/drawing/2014/main" id="{DE69051F-DD86-2F4B-E7AA-319A3851CD85}"/>
              </a:ext>
            </a:extLst>
          </p:cNvPr>
          <p:cNvSpPr txBox="1">
            <a:spLocks/>
          </p:cNvSpPr>
          <p:nvPr/>
        </p:nvSpPr>
        <p:spPr>
          <a:xfrm>
            <a:off x="5374219" y="5358630"/>
            <a:ext cx="1443562" cy="33855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sz="1600" dirty="0">
                <a:sym typeface="Helvetica Neue" panose="02000503000000020004"/>
              </a:rPr>
              <a:t>技术支撑层</a:t>
            </a:r>
          </a:p>
        </p:txBody>
      </p:sp>
      <p:sp>
        <p:nvSpPr>
          <p:cNvPr id="170" name="文本框 169">
            <a:extLst>
              <a:ext uri="{FF2B5EF4-FFF2-40B4-BE49-F238E27FC236}">
                <a16:creationId xmlns:a16="http://schemas.microsoft.com/office/drawing/2014/main" id="{69EB8E3F-BB70-D5C4-D821-7FBB43C67934}"/>
              </a:ext>
            </a:extLst>
          </p:cNvPr>
          <p:cNvSpPr txBox="1">
            <a:spLocks/>
          </p:cNvSpPr>
          <p:nvPr/>
        </p:nvSpPr>
        <p:spPr>
          <a:xfrm>
            <a:off x="2486728" y="4699286"/>
            <a:ext cx="1291032" cy="33461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首页</a:t>
            </a:r>
          </a:p>
        </p:txBody>
      </p:sp>
      <p:sp>
        <p:nvSpPr>
          <p:cNvPr id="175" name="文本框 174">
            <a:extLst>
              <a:ext uri="{FF2B5EF4-FFF2-40B4-BE49-F238E27FC236}">
                <a16:creationId xmlns:a16="http://schemas.microsoft.com/office/drawing/2014/main" id="{0C2FC18D-21E9-6A5C-94F0-B19CADDCEC56}"/>
              </a:ext>
            </a:extLst>
          </p:cNvPr>
          <p:cNvSpPr txBox="1">
            <a:spLocks/>
          </p:cNvSpPr>
          <p:nvPr/>
        </p:nvSpPr>
        <p:spPr>
          <a:xfrm>
            <a:off x="3435094" y="5420293"/>
            <a:ext cx="922166" cy="33461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olidFill>
                  <a:schemeClr val="tx1"/>
                </a:solidFill>
                <a:sym typeface="Helvetica Neue" panose="02000503000000020004"/>
              </a:rPr>
              <a:t>小程序</a:t>
            </a:r>
          </a:p>
        </p:txBody>
      </p:sp>
      <p:sp>
        <p:nvSpPr>
          <p:cNvPr id="176" name="文本框 175">
            <a:extLst>
              <a:ext uri="{FF2B5EF4-FFF2-40B4-BE49-F238E27FC236}">
                <a16:creationId xmlns:a16="http://schemas.microsoft.com/office/drawing/2014/main" id="{585F154B-3A35-DCCE-7923-AC6F9F29A053}"/>
              </a:ext>
            </a:extLst>
          </p:cNvPr>
          <p:cNvSpPr txBox="1">
            <a:spLocks/>
          </p:cNvSpPr>
          <p:nvPr/>
        </p:nvSpPr>
        <p:spPr>
          <a:xfrm>
            <a:off x="5634917" y="5723079"/>
            <a:ext cx="922166" cy="33461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dirty="0">
                <a:solidFill>
                  <a:schemeClr val="tx1"/>
                </a:solidFill>
                <a:sym typeface="Helvetica Neue" panose="02000503000000020004"/>
              </a:rPr>
              <a:t>云服务</a:t>
            </a:r>
          </a:p>
        </p:txBody>
      </p:sp>
      <p:sp>
        <p:nvSpPr>
          <p:cNvPr id="188" name="文本框 187">
            <a:extLst>
              <a:ext uri="{FF2B5EF4-FFF2-40B4-BE49-F238E27FC236}">
                <a16:creationId xmlns:a16="http://schemas.microsoft.com/office/drawing/2014/main" id="{298608D6-6890-32DF-F19D-CCFFD8B7BF52}"/>
              </a:ext>
            </a:extLst>
          </p:cNvPr>
          <p:cNvSpPr txBox="1">
            <a:spLocks/>
          </p:cNvSpPr>
          <p:nvPr/>
        </p:nvSpPr>
        <p:spPr>
          <a:xfrm>
            <a:off x="7854694" y="5420293"/>
            <a:ext cx="922166" cy="33461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en-US" altLang="zh-CN" dirty="0">
                <a:solidFill>
                  <a:schemeClr val="tx1"/>
                </a:solidFill>
                <a:sym typeface="Helvetica Neue" panose="02000503000000020004"/>
              </a:rPr>
              <a:t>API</a:t>
            </a:r>
            <a:r>
              <a:rPr lang="zh-CN" altLang="en-US" dirty="0">
                <a:solidFill>
                  <a:schemeClr val="tx1"/>
                </a:solidFill>
                <a:sym typeface="Helvetica Neue" panose="02000503000000020004"/>
              </a:rPr>
              <a:t>接口</a:t>
            </a:r>
          </a:p>
        </p:txBody>
      </p:sp>
      <p:sp>
        <p:nvSpPr>
          <p:cNvPr id="106" name="文本框 105">
            <a:extLst>
              <a:ext uri="{FF2B5EF4-FFF2-40B4-BE49-F238E27FC236}">
                <a16:creationId xmlns:a16="http://schemas.microsoft.com/office/drawing/2014/main" id="{1B7F6BE0-3214-390D-8C7D-783AB9626DE8}"/>
              </a:ext>
            </a:extLst>
          </p:cNvPr>
          <p:cNvSpPr txBox="1">
            <a:spLocks/>
          </p:cNvSpPr>
          <p:nvPr/>
        </p:nvSpPr>
        <p:spPr>
          <a:xfrm>
            <a:off x="5374219" y="4691990"/>
            <a:ext cx="1443562" cy="338554"/>
          </a:xfrm>
          <a:prstGeom prst="rect">
            <a:avLst/>
          </a:prstGeom>
          <a:noFill/>
        </p:spPr>
        <p:txBody>
          <a:bodyPr wrap="square">
            <a:spAutoFit/>
          </a:bodyPr>
          <a:lstStyle/>
          <a:p>
            <a:pPr algn="ctr" defTabSz="1460754">
              <a:defRPr/>
            </a:pPr>
            <a:r>
              <a:rPr lang="zh-CN" altLang="en-US" sz="1600" b="1" dirty="0">
                <a:solidFill>
                  <a:schemeClr val="accent1"/>
                </a:solidFill>
                <a:latin typeface="+mn-ea"/>
                <a:cs typeface="+mn-ea"/>
                <a:sym typeface="+mn-lt"/>
              </a:rPr>
              <a:t>用户交互层</a:t>
            </a:r>
          </a:p>
        </p:txBody>
      </p:sp>
      <p:sp>
        <p:nvSpPr>
          <p:cNvPr id="189" name="文本框 188">
            <a:extLst>
              <a:ext uri="{FF2B5EF4-FFF2-40B4-BE49-F238E27FC236}">
                <a16:creationId xmlns:a16="http://schemas.microsoft.com/office/drawing/2014/main" id="{7EEE5236-4A40-09DD-8157-CD00738DCC9E}"/>
              </a:ext>
            </a:extLst>
          </p:cNvPr>
          <p:cNvSpPr txBox="1">
            <a:spLocks/>
          </p:cNvSpPr>
          <p:nvPr/>
        </p:nvSpPr>
        <p:spPr>
          <a:xfrm>
            <a:off x="3882875" y="4860194"/>
            <a:ext cx="1291032" cy="33461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产品详情页</a:t>
            </a:r>
          </a:p>
        </p:txBody>
      </p:sp>
      <p:sp>
        <p:nvSpPr>
          <p:cNvPr id="191" name="文本框 190">
            <a:extLst>
              <a:ext uri="{FF2B5EF4-FFF2-40B4-BE49-F238E27FC236}">
                <a16:creationId xmlns:a16="http://schemas.microsoft.com/office/drawing/2014/main" id="{78C280E8-FC5B-1293-EEBF-1B005C11D08F}"/>
              </a:ext>
            </a:extLst>
          </p:cNvPr>
          <p:cNvSpPr txBox="1">
            <a:spLocks/>
          </p:cNvSpPr>
          <p:nvPr/>
        </p:nvSpPr>
        <p:spPr>
          <a:xfrm>
            <a:off x="7072572" y="4860194"/>
            <a:ext cx="1291032" cy="33461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购物车与结算</a:t>
            </a:r>
          </a:p>
        </p:txBody>
      </p:sp>
      <p:sp>
        <p:nvSpPr>
          <p:cNvPr id="193" name="文本框 192">
            <a:extLst>
              <a:ext uri="{FF2B5EF4-FFF2-40B4-BE49-F238E27FC236}">
                <a16:creationId xmlns:a16="http://schemas.microsoft.com/office/drawing/2014/main" id="{1A7951CA-9922-3D86-A18D-E82A854CC899}"/>
              </a:ext>
            </a:extLst>
          </p:cNvPr>
          <p:cNvSpPr txBox="1">
            <a:spLocks/>
          </p:cNvSpPr>
          <p:nvPr/>
        </p:nvSpPr>
        <p:spPr>
          <a:xfrm>
            <a:off x="8339749" y="4699286"/>
            <a:ext cx="1291032" cy="334614"/>
          </a:xfrm>
          <a:prstGeom prst="roundRect">
            <a:avLst>
              <a:gd name="adj" fmla="val 0"/>
            </a:avLst>
          </a:prstGeom>
          <a:noFill/>
          <a:ln w="12700" cap="flat" cmpd="sng" algn="ctr">
            <a:noFill/>
            <a:prstDash val="solid"/>
            <a:miter lim="800000"/>
          </a:ln>
          <a:effectLst/>
        </p:spPr>
        <p:txBody>
          <a:bodyPr rtlCol="0" anchor="ctr"/>
          <a:lstStyle>
            <a:defPPr>
              <a:defRPr lang="en-US"/>
            </a:defPPr>
            <a:lvl1pPr algn="ctr">
              <a:defRPr kumimoji="1" sz="1200" b="1">
                <a:solidFill>
                  <a:schemeClr val="accent1"/>
                </a:solidFill>
                <a:latin typeface="+mn-ea"/>
              </a:defRPr>
            </a:lvl1pPr>
          </a:lstStyle>
          <a:p>
            <a:r>
              <a:rPr lang="zh-CN" altLang="en-US" b="0" dirty="0">
                <a:solidFill>
                  <a:schemeClr val="bg1"/>
                </a:solidFill>
                <a:sym typeface="Helvetica Neue" panose="02000503000000020004"/>
              </a:rPr>
              <a:t>个人中心</a:t>
            </a:r>
          </a:p>
        </p:txBody>
      </p:sp>
      <p:sp>
        <p:nvSpPr>
          <p:cNvPr id="197" name="图形 195">
            <a:extLst>
              <a:ext uri="{FF2B5EF4-FFF2-40B4-BE49-F238E27FC236}">
                <a16:creationId xmlns:a16="http://schemas.microsoft.com/office/drawing/2014/main" id="{F3C62ECF-3C6C-F23F-5428-3CC97DF54F9E}"/>
              </a:ext>
            </a:extLst>
          </p:cNvPr>
          <p:cNvSpPr/>
          <p:nvPr/>
        </p:nvSpPr>
        <p:spPr>
          <a:xfrm>
            <a:off x="2964034" y="4383500"/>
            <a:ext cx="333893" cy="305640"/>
          </a:xfrm>
          <a:custGeom>
            <a:avLst/>
            <a:gdLst>
              <a:gd name="connsiteX0" fmla="*/ 246221 w 249000"/>
              <a:gd name="connsiteY0" fmla="*/ 87645 h 227930"/>
              <a:gd name="connsiteX1" fmla="*/ 128743 w 249000"/>
              <a:gd name="connsiteY1" fmla="*/ 1325 h 227930"/>
              <a:gd name="connsiteX2" fmla="*/ 124502 w 249000"/>
              <a:gd name="connsiteY2" fmla="*/ 3 h 227930"/>
              <a:gd name="connsiteX3" fmla="*/ 120261 w 249000"/>
              <a:gd name="connsiteY3" fmla="*/ 1325 h 227930"/>
              <a:gd name="connsiteX4" fmla="*/ 2777 w 249000"/>
              <a:gd name="connsiteY4" fmla="*/ 87645 h 227930"/>
              <a:gd name="connsiteX5" fmla="*/ 1335 w 249000"/>
              <a:gd name="connsiteY5" fmla="*/ 97159 h 227930"/>
              <a:gd name="connsiteX6" fmla="*/ 10895 w 249000"/>
              <a:gd name="connsiteY6" fmla="*/ 98595 h 227930"/>
              <a:gd name="connsiteX7" fmla="*/ 27049 w 249000"/>
              <a:gd name="connsiteY7" fmla="*/ 86727 h 227930"/>
              <a:gd name="connsiteX8" fmla="*/ 27049 w 249000"/>
              <a:gd name="connsiteY8" fmla="*/ 209877 h 227930"/>
              <a:gd name="connsiteX9" fmla="*/ 45188 w 249000"/>
              <a:gd name="connsiteY9" fmla="*/ 227930 h 227930"/>
              <a:gd name="connsiteX10" fmla="*/ 94507 w 249000"/>
              <a:gd name="connsiteY10" fmla="*/ 227930 h 227930"/>
              <a:gd name="connsiteX11" fmla="*/ 97494 w 249000"/>
              <a:gd name="connsiteY11" fmla="*/ 227200 h 227930"/>
              <a:gd name="connsiteX12" fmla="*/ 99614 w 249000"/>
              <a:gd name="connsiteY12" fmla="*/ 225644 h 227930"/>
              <a:gd name="connsiteX13" fmla="*/ 101347 w 249000"/>
              <a:gd name="connsiteY13" fmla="*/ 221318 h 227930"/>
              <a:gd name="connsiteX14" fmla="*/ 101347 w 249000"/>
              <a:gd name="connsiteY14" fmla="*/ 175401 h 227930"/>
              <a:gd name="connsiteX15" fmla="*/ 109071 w 249000"/>
              <a:gd name="connsiteY15" fmla="*/ 167524 h 227930"/>
              <a:gd name="connsiteX16" fmla="*/ 133959 w 249000"/>
              <a:gd name="connsiteY16" fmla="*/ 167524 h 227930"/>
              <a:gd name="connsiteX17" fmla="*/ 141683 w 249000"/>
              <a:gd name="connsiteY17" fmla="*/ 174951 h 227930"/>
              <a:gd name="connsiteX18" fmla="*/ 141683 w 249000"/>
              <a:gd name="connsiteY18" fmla="*/ 221671 h 227930"/>
              <a:gd name="connsiteX19" fmla="*/ 143632 w 249000"/>
              <a:gd name="connsiteY19" fmla="*/ 225963 h 227930"/>
              <a:gd name="connsiteX20" fmla="*/ 148432 w 249000"/>
              <a:gd name="connsiteY20" fmla="*/ 227930 h 227930"/>
              <a:gd name="connsiteX21" fmla="*/ 204295 w 249000"/>
              <a:gd name="connsiteY21" fmla="*/ 227930 h 227930"/>
              <a:gd name="connsiteX22" fmla="*/ 222434 w 249000"/>
              <a:gd name="connsiteY22" fmla="*/ 209877 h 227930"/>
              <a:gd name="connsiteX23" fmla="*/ 222434 w 249000"/>
              <a:gd name="connsiteY23" fmla="*/ 87069 h 227930"/>
              <a:gd name="connsiteX24" fmla="*/ 238115 w 249000"/>
              <a:gd name="connsiteY24" fmla="*/ 98590 h 227930"/>
              <a:gd name="connsiteX25" fmla="*/ 247675 w 249000"/>
              <a:gd name="connsiteY25" fmla="*/ 97153 h 227930"/>
              <a:gd name="connsiteX26" fmla="*/ 246221 w 249000"/>
              <a:gd name="connsiteY26" fmla="*/ 87645 h 227930"/>
              <a:gd name="connsiteX27" fmla="*/ 246221 w 249000"/>
              <a:gd name="connsiteY27" fmla="*/ 87645 h 227930"/>
              <a:gd name="connsiteX28" fmla="*/ 209061 w 249000"/>
              <a:gd name="connsiteY28" fmla="*/ 203971 h 227930"/>
              <a:gd name="connsiteX29" fmla="*/ 197666 w 249000"/>
              <a:gd name="connsiteY29" fmla="*/ 214306 h 227930"/>
              <a:gd name="connsiteX30" fmla="*/ 155352 w 249000"/>
              <a:gd name="connsiteY30" fmla="*/ 214306 h 227930"/>
              <a:gd name="connsiteX31" fmla="*/ 155352 w 249000"/>
              <a:gd name="connsiteY31" fmla="*/ 171531 h 227930"/>
              <a:gd name="connsiteX32" fmla="*/ 137784 w 249000"/>
              <a:gd name="connsiteY32" fmla="*/ 154219 h 227930"/>
              <a:gd name="connsiteX33" fmla="*/ 105224 w 249000"/>
              <a:gd name="connsiteY33" fmla="*/ 154219 h 227930"/>
              <a:gd name="connsiteX34" fmla="*/ 87655 w 249000"/>
              <a:gd name="connsiteY34" fmla="*/ 171531 h 227930"/>
              <a:gd name="connsiteX35" fmla="*/ 87655 w 249000"/>
              <a:gd name="connsiteY35" fmla="*/ 214306 h 227930"/>
              <a:gd name="connsiteX36" fmla="*/ 51806 w 249000"/>
              <a:gd name="connsiteY36" fmla="*/ 214306 h 227930"/>
              <a:gd name="connsiteX37" fmla="*/ 40411 w 249000"/>
              <a:gd name="connsiteY37" fmla="*/ 203971 h 227930"/>
              <a:gd name="connsiteX38" fmla="*/ 40513 w 249000"/>
              <a:gd name="connsiteY38" fmla="*/ 76826 h 227930"/>
              <a:gd name="connsiteX39" fmla="*/ 124502 w 249000"/>
              <a:gd name="connsiteY39" fmla="*/ 15120 h 227930"/>
              <a:gd name="connsiteX40" fmla="*/ 208958 w 249000"/>
              <a:gd name="connsiteY40" fmla="*/ 77174 h 227930"/>
              <a:gd name="connsiteX41" fmla="*/ 209061 w 249000"/>
              <a:gd name="connsiteY41" fmla="*/ 203971 h 227930"/>
              <a:gd name="connsiteX42" fmla="*/ 209061 w 249000"/>
              <a:gd name="connsiteY42" fmla="*/ 203971 h 227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49000" h="227930">
                <a:moveTo>
                  <a:pt x="246221" y="87645"/>
                </a:moveTo>
                <a:lnTo>
                  <a:pt x="128743" y="1325"/>
                </a:lnTo>
                <a:cubicBezTo>
                  <a:pt x="127466" y="385"/>
                  <a:pt x="125973" y="-37"/>
                  <a:pt x="124502" y="3"/>
                </a:cubicBezTo>
                <a:cubicBezTo>
                  <a:pt x="123031" y="-37"/>
                  <a:pt x="121532" y="385"/>
                  <a:pt x="120261" y="1325"/>
                </a:cubicBezTo>
                <a:lnTo>
                  <a:pt x="2777" y="87645"/>
                </a:lnTo>
                <a:cubicBezTo>
                  <a:pt x="-261" y="89880"/>
                  <a:pt x="-905" y="94138"/>
                  <a:pt x="1335" y="97159"/>
                </a:cubicBezTo>
                <a:cubicBezTo>
                  <a:pt x="3575" y="100186"/>
                  <a:pt x="7856" y="100824"/>
                  <a:pt x="10895" y="98595"/>
                </a:cubicBezTo>
                <a:lnTo>
                  <a:pt x="27049" y="86727"/>
                </a:lnTo>
                <a:lnTo>
                  <a:pt x="27049" y="209877"/>
                </a:lnTo>
                <a:cubicBezTo>
                  <a:pt x="27049" y="219072"/>
                  <a:pt x="34597" y="227930"/>
                  <a:pt x="45188" y="227930"/>
                </a:cubicBezTo>
                <a:lnTo>
                  <a:pt x="94507" y="227930"/>
                </a:lnTo>
                <a:cubicBezTo>
                  <a:pt x="94507" y="227930"/>
                  <a:pt x="95898" y="227975"/>
                  <a:pt x="97494" y="227200"/>
                </a:cubicBezTo>
                <a:cubicBezTo>
                  <a:pt x="98229" y="226864"/>
                  <a:pt x="98987" y="226368"/>
                  <a:pt x="99614" y="225644"/>
                </a:cubicBezTo>
                <a:cubicBezTo>
                  <a:pt x="101347" y="223803"/>
                  <a:pt x="101347" y="221318"/>
                  <a:pt x="101347" y="221318"/>
                </a:cubicBezTo>
                <a:lnTo>
                  <a:pt x="101347" y="175401"/>
                </a:lnTo>
                <a:cubicBezTo>
                  <a:pt x="101347" y="175401"/>
                  <a:pt x="100857" y="167524"/>
                  <a:pt x="109071" y="167524"/>
                </a:cubicBezTo>
                <a:lnTo>
                  <a:pt x="133959" y="167524"/>
                </a:lnTo>
                <a:cubicBezTo>
                  <a:pt x="138223" y="167524"/>
                  <a:pt x="141683" y="170847"/>
                  <a:pt x="141683" y="174951"/>
                </a:cubicBezTo>
                <a:lnTo>
                  <a:pt x="141683" y="221671"/>
                </a:lnTo>
                <a:cubicBezTo>
                  <a:pt x="141683" y="221671"/>
                  <a:pt x="141649" y="223923"/>
                  <a:pt x="143632" y="225963"/>
                </a:cubicBezTo>
                <a:cubicBezTo>
                  <a:pt x="145325" y="227896"/>
                  <a:pt x="148432" y="227930"/>
                  <a:pt x="148432" y="227930"/>
                </a:cubicBezTo>
                <a:lnTo>
                  <a:pt x="204295" y="227930"/>
                </a:lnTo>
                <a:cubicBezTo>
                  <a:pt x="214886" y="227930"/>
                  <a:pt x="222434" y="219072"/>
                  <a:pt x="222434" y="209877"/>
                </a:cubicBezTo>
                <a:lnTo>
                  <a:pt x="222434" y="87069"/>
                </a:lnTo>
                <a:lnTo>
                  <a:pt x="238115" y="98590"/>
                </a:lnTo>
                <a:cubicBezTo>
                  <a:pt x="241153" y="100824"/>
                  <a:pt x="245434" y="100180"/>
                  <a:pt x="247675" y="97153"/>
                </a:cubicBezTo>
                <a:cubicBezTo>
                  <a:pt x="249903" y="94132"/>
                  <a:pt x="249259" y="89874"/>
                  <a:pt x="246221" y="87645"/>
                </a:cubicBezTo>
                <a:lnTo>
                  <a:pt x="246221" y="87645"/>
                </a:lnTo>
                <a:moveTo>
                  <a:pt x="209061" y="203971"/>
                </a:moveTo>
                <a:cubicBezTo>
                  <a:pt x="209061" y="208458"/>
                  <a:pt x="207396" y="214306"/>
                  <a:pt x="197666" y="214306"/>
                </a:cubicBezTo>
                <a:lnTo>
                  <a:pt x="155352" y="214306"/>
                </a:lnTo>
                <a:lnTo>
                  <a:pt x="155352" y="171531"/>
                </a:lnTo>
                <a:cubicBezTo>
                  <a:pt x="155352" y="161960"/>
                  <a:pt x="145702" y="154219"/>
                  <a:pt x="137784" y="154219"/>
                </a:cubicBezTo>
                <a:lnTo>
                  <a:pt x="105224" y="154219"/>
                </a:lnTo>
                <a:cubicBezTo>
                  <a:pt x="97306" y="154219"/>
                  <a:pt x="87655" y="161960"/>
                  <a:pt x="87655" y="171531"/>
                </a:cubicBezTo>
                <a:lnTo>
                  <a:pt x="87655" y="214306"/>
                </a:lnTo>
                <a:lnTo>
                  <a:pt x="51806" y="214306"/>
                </a:lnTo>
                <a:cubicBezTo>
                  <a:pt x="42070" y="214306"/>
                  <a:pt x="40411" y="208458"/>
                  <a:pt x="40411" y="203971"/>
                </a:cubicBezTo>
                <a:lnTo>
                  <a:pt x="40513" y="76826"/>
                </a:lnTo>
                <a:lnTo>
                  <a:pt x="124502" y="15120"/>
                </a:lnTo>
                <a:lnTo>
                  <a:pt x="208958" y="77174"/>
                </a:lnTo>
                <a:lnTo>
                  <a:pt x="209061" y="203971"/>
                </a:lnTo>
                <a:lnTo>
                  <a:pt x="209061" y="203971"/>
                </a:lnTo>
              </a:path>
            </a:pathLst>
          </a:custGeom>
          <a:solidFill>
            <a:schemeClr val="accent1"/>
          </a:solidFill>
          <a:ln w="270" cap="flat">
            <a:noFill/>
            <a:prstDash val="solid"/>
            <a:miter/>
          </a:ln>
        </p:spPr>
        <p:txBody>
          <a:bodyPr rtlCol="0" anchor="ctr"/>
          <a:lstStyle/>
          <a:p>
            <a:endParaRPr lang="zh-CN" altLang="en-US"/>
          </a:p>
        </p:txBody>
      </p:sp>
      <p:grpSp>
        <p:nvGrpSpPr>
          <p:cNvPr id="204" name="组合 203">
            <a:extLst>
              <a:ext uri="{FF2B5EF4-FFF2-40B4-BE49-F238E27FC236}">
                <a16:creationId xmlns:a16="http://schemas.microsoft.com/office/drawing/2014/main" id="{5F3EEEF4-E4D8-D8F6-34A2-EE27FD0215AD}"/>
              </a:ext>
            </a:extLst>
          </p:cNvPr>
          <p:cNvGrpSpPr/>
          <p:nvPr/>
        </p:nvGrpSpPr>
        <p:grpSpPr>
          <a:xfrm>
            <a:off x="4398609" y="4604187"/>
            <a:ext cx="259564" cy="259488"/>
            <a:chOff x="4405495" y="4295045"/>
            <a:chExt cx="245790" cy="245718"/>
          </a:xfrm>
        </p:grpSpPr>
        <p:sp>
          <p:nvSpPr>
            <p:cNvPr id="201" name="任意多边形: 形状 200">
              <a:extLst>
                <a:ext uri="{FF2B5EF4-FFF2-40B4-BE49-F238E27FC236}">
                  <a16:creationId xmlns:a16="http://schemas.microsoft.com/office/drawing/2014/main" id="{65942057-A005-4221-B26B-0886D5C4FC08}"/>
                </a:ext>
              </a:extLst>
            </p:cNvPr>
            <p:cNvSpPr/>
            <p:nvPr/>
          </p:nvSpPr>
          <p:spPr>
            <a:xfrm>
              <a:off x="4405495" y="4295045"/>
              <a:ext cx="245682" cy="245718"/>
            </a:xfrm>
            <a:custGeom>
              <a:avLst/>
              <a:gdLst>
                <a:gd name="connsiteX0" fmla="*/ 236470 w 245682"/>
                <a:gd name="connsiteY0" fmla="*/ 174212 h 245718"/>
                <a:gd name="connsiteX1" fmla="*/ 227257 w 245682"/>
                <a:gd name="connsiteY1" fmla="*/ 183425 h 245718"/>
                <a:gd name="connsiteX2" fmla="*/ 227257 w 245682"/>
                <a:gd name="connsiteY2" fmla="*/ 214950 h 245718"/>
                <a:gd name="connsiteX3" fmla="*/ 214950 w 245682"/>
                <a:gd name="connsiteY3" fmla="*/ 227257 h 245718"/>
                <a:gd name="connsiteX4" fmla="*/ 74781 w 245682"/>
                <a:gd name="connsiteY4" fmla="*/ 227257 h 245718"/>
                <a:gd name="connsiteX5" fmla="*/ 74745 w 245682"/>
                <a:gd name="connsiteY5" fmla="*/ 227221 h 245718"/>
                <a:gd name="connsiteX6" fmla="*/ 79819 w 245682"/>
                <a:gd name="connsiteY6" fmla="*/ 208832 h 245718"/>
                <a:gd name="connsiteX7" fmla="*/ 79819 w 245682"/>
                <a:gd name="connsiteY7" fmla="*/ 30733 h 245718"/>
                <a:gd name="connsiteX8" fmla="*/ 92126 w 245682"/>
                <a:gd name="connsiteY8" fmla="*/ 18425 h 245718"/>
                <a:gd name="connsiteX9" fmla="*/ 214914 w 245682"/>
                <a:gd name="connsiteY9" fmla="*/ 18425 h 245718"/>
                <a:gd name="connsiteX10" fmla="*/ 227221 w 245682"/>
                <a:gd name="connsiteY10" fmla="*/ 30733 h 245718"/>
                <a:gd name="connsiteX11" fmla="*/ 227221 w 245682"/>
                <a:gd name="connsiteY11" fmla="*/ 98244 h 245718"/>
                <a:gd name="connsiteX12" fmla="*/ 236434 w 245682"/>
                <a:gd name="connsiteY12" fmla="*/ 107457 h 245718"/>
                <a:gd name="connsiteX13" fmla="*/ 245646 w 245682"/>
                <a:gd name="connsiteY13" fmla="*/ 98244 h 245718"/>
                <a:gd name="connsiteX14" fmla="*/ 245646 w 245682"/>
                <a:gd name="connsiteY14" fmla="*/ 24579 h 245718"/>
                <a:gd name="connsiteX15" fmla="*/ 238449 w 245682"/>
                <a:gd name="connsiteY15" fmla="*/ 7197 h 245718"/>
                <a:gd name="connsiteX16" fmla="*/ 221067 w 245682"/>
                <a:gd name="connsiteY16" fmla="*/ 0 h 245718"/>
                <a:gd name="connsiteX17" fmla="*/ 85973 w 245682"/>
                <a:gd name="connsiteY17" fmla="*/ 0 h 245718"/>
                <a:gd name="connsiteX18" fmla="*/ 68591 w 245682"/>
                <a:gd name="connsiteY18" fmla="*/ 7197 h 245718"/>
                <a:gd name="connsiteX19" fmla="*/ 61394 w 245682"/>
                <a:gd name="connsiteY19" fmla="*/ 24579 h 245718"/>
                <a:gd name="connsiteX20" fmla="*/ 61394 w 245682"/>
                <a:gd name="connsiteY20" fmla="*/ 92126 h 245718"/>
                <a:gd name="connsiteX21" fmla="*/ 61358 w 245682"/>
                <a:gd name="connsiteY21" fmla="*/ 92162 h 245718"/>
                <a:gd name="connsiteX22" fmla="*/ 24579 w 245682"/>
                <a:gd name="connsiteY22" fmla="*/ 92162 h 245718"/>
                <a:gd name="connsiteX23" fmla="*/ 7197 w 245682"/>
                <a:gd name="connsiteY23" fmla="*/ 99360 h 245718"/>
                <a:gd name="connsiteX24" fmla="*/ 0 w 245682"/>
                <a:gd name="connsiteY24" fmla="*/ 116741 h 245718"/>
                <a:gd name="connsiteX25" fmla="*/ 0 w 245682"/>
                <a:gd name="connsiteY25" fmla="*/ 208832 h 245718"/>
                <a:gd name="connsiteX26" fmla="*/ 36887 w 245682"/>
                <a:gd name="connsiteY26" fmla="*/ 245718 h 245718"/>
                <a:gd name="connsiteX27" fmla="*/ 221103 w 245682"/>
                <a:gd name="connsiteY27" fmla="*/ 245718 h 245718"/>
                <a:gd name="connsiteX28" fmla="*/ 238485 w 245682"/>
                <a:gd name="connsiteY28" fmla="*/ 238521 h 245718"/>
                <a:gd name="connsiteX29" fmla="*/ 245682 w 245682"/>
                <a:gd name="connsiteY29" fmla="*/ 221139 h 245718"/>
                <a:gd name="connsiteX30" fmla="*/ 245682 w 245682"/>
                <a:gd name="connsiteY30" fmla="*/ 183425 h 245718"/>
                <a:gd name="connsiteX31" fmla="*/ 236470 w 245682"/>
                <a:gd name="connsiteY31" fmla="*/ 174212 h 245718"/>
                <a:gd name="connsiteX32" fmla="*/ 61430 w 245682"/>
                <a:gd name="connsiteY32" fmla="*/ 205737 h 245718"/>
                <a:gd name="connsiteX33" fmla="*/ 40377 w 245682"/>
                <a:gd name="connsiteY33" fmla="*/ 227221 h 245718"/>
                <a:gd name="connsiteX34" fmla="*/ 18461 w 245682"/>
                <a:gd name="connsiteY34" fmla="*/ 205377 h 245718"/>
                <a:gd name="connsiteX35" fmla="*/ 18461 w 245682"/>
                <a:gd name="connsiteY35" fmla="*/ 116669 h 245718"/>
                <a:gd name="connsiteX36" fmla="*/ 22744 w 245682"/>
                <a:gd name="connsiteY36" fmla="*/ 110804 h 245718"/>
                <a:gd name="connsiteX37" fmla="*/ 24651 w 245682"/>
                <a:gd name="connsiteY37" fmla="*/ 110516 h 245718"/>
                <a:gd name="connsiteX38" fmla="*/ 55240 w 245682"/>
                <a:gd name="connsiteY38" fmla="*/ 110516 h 245718"/>
                <a:gd name="connsiteX39" fmla="*/ 57147 w 245682"/>
                <a:gd name="connsiteY39" fmla="*/ 110804 h 245718"/>
                <a:gd name="connsiteX40" fmla="*/ 61430 w 245682"/>
                <a:gd name="connsiteY40" fmla="*/ 116669 h 245718"/>
                <a:gd name="connsiteX41" fmla="*/ 61430 w 245682"/>
                <a:gd name="connsiteY41" fmla="*/ 205737 h 245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45682" h="245718">
                  <a:moveTo>
                    <a:pt x="236470" y="174212"/>
                  </a:moveTo>
                  <a:cubicBezTo>
                    <a:pt x="231396" y="174212"/>
                    <a:pt x="227257" y="178351"/>
                    <a:pt x="227257" y="183425"/>
                  </a:cubicBezTo>
                  <a:lnTo>
                    <a:pt x="227257" y="214950"/>
                  </a:lnTo>
                  <a:cubicBezTo>
                    <a:pt x="227257" y="221751"/>
                    <a:pt x="221751" y="227257"/>
                    <a:pt x="214950" y="227257"/>
                  </a:cubicBezTo>
                  <a:lnTo>
                    <a:pt x="74781" y="227257"/>
                  </a:lnTo>
                  <a:cubicBezTo>
                    <a:pt x="74781" y="227257"/>
                    <a:pt x="74781" y="227221"/>
                    <a:pt x="74745" y="227221"/>
                  </a:cubicBezTo>
                  <a:cubicBezTo>
                    <a:pt x="78056" y="221643"/>
                    <a:pt x="79783" y="215309"/>
                    <a:pt x="79819" y="208832"/>
                  </a:cubicBezTo>
                  <a:lnTo>
                    <a:pt x="79819" y="30733"/>
                  </a:lnTo>
                  <a:cubicBezTo>
                    <a:pt x="79819" y="23931"/>
                    <a:pt x="85325" y="18425"/>
                    <a:pt x="92126" y="18425"/>
                  </a:cubicBezTo>
                  <a:lnTo>
                    <a:pt x="214914" y="18425"/>
                  </a:lnTo>
                  <a:cubicBezTo>
                    <a:pt x="221715" y="18425"/>
                    <a:pt x="227221" y="23931"/>
                    <a:pt x="227221" y="30733"/>
                  </a:cubicBezTo>
                  <a:lnTo>
                    <a:pt x="227221" y="98244"/>
                  </a:lnTo>
                  <a:cubicBezTo>
                    <a:pt x="227221" y="103318"/>
                    <a:pt x="231360" y="107457"/>
                    <a:pt x="236434" y="107457"/>
                  </a:cubicBezTo>
                  <a:cubicBezTo>
                    <a:pt x="241508" y="107457"/>
                    <a:pt x="245646" y="103318"/>
                    <a:pt x="245646" y="98244"/>
                  </a:cubicBezTo>
                  <a:lnTo>
                    <a:pt x="245646" y="24579"/>
                  </a:lnTo>
                  <a:cubicBezTo>
                    <a:pt x="245646" y="18065"/>
                    <a:pt x="243055" y="11804"/>
                    <a:pt x="238449" y="7197"/>
                  </a:cubicBezTo>
                  <a:cubicBezTo>
                    <a:pt x="233843" y="2591"/>
                    <a:pt x="227581" y="0"/>
                    <a:pt x="221067" y="0"/>
                  </a:cubicBezTo>
                  <a:lnTo>
                    <a:pt x="85973" y="0"/>
                  </a:lnTo>
                  <a:cubicBezTo>
                    <a:pt x="79459" y="0"/>
                    <a:pt x="73197" y="2591"/>
                    <a:pt x="68591" y="7197"/>
                  </a:cubicBezTo>
                  <a:cubicBezTo>
                    <a:pt x="63985" y="11804"/>
                    <a:pt x="61394" y="18065"/>
                    <a:pt x="61394" y="24579"/>
                  </a:cubicBezTo>
                  <a:lnTo>
                    <a:pt x="61394" y="92126"/>
                  </a:lnTo>
                  <a:cubicBezTo>
                    <a:pt x="61394" y="92126"/>
                    <a:pt x="61394" y="92162"/>
                    <a:pt x="61358" y="92162"/>
                  </a:cubicBezTo>
                  <a:lnTo>
                    <a:pt x="24579" y="92162"/>
                  </a:lnTo>
                  <a:cubicBezTo>
                    <a:pt x="18065" y="92162"/>
                    <a:pt x="11804" y="94753"/>
                    <a:pt x="7197" y="99360"/>
                  </a:cubicBezTo>
                  <a:cubicBezTo>
                    <a:pt x="2591" y="103966"/>
                    <a:pt x="0" y="110228"/>
                    <a:pt x="0" y="116741"/>
                  </a:cubicBezTo>
                  <a:lnTo>
                    <a:pt x="0" y="208832"/>
                  </a:lnTo>
                  <a:cubicBezTo>
                    <a:pt x="0" y="229200"/>
                    <a:pt x="16518" y="245718"/>
                    <a:pt x="36887" y="245718"/>
                  </a:cubicBezTo>
                  <a:lnTo>
                    <a:pt x="221103" y="245718"/>
                  </a:lnTo>
                  <a:cubicBezTo>
                    <a:pt x="227617" y="245718"/>
                    <a:pt x="233879" y="243127"/>
                    <a:pt x="238485" y="238521"/>
                  </a:cubicBezTo>
                  <a:cubicBezTo>
                    <a:pt x="243091" y="233915"/>
                    <a:pt x="245682" y="227653"/>
                    <a:pt x="245682" y="221139"/>
                  </a:cubicBezTo>
                  <a:lnTo>
                    <a:pt x="245682" y="183425"/>
                  </a:lnTo>
                  <a:cubicBezTo>
                    <a:pt x="245682" y="178315"/>
                    <a:pt x="241544" y="174212"/>
                    <a:pt x="236470" y="174212"/>
                  </a:cubicBezTo>
                  <a:close/>
                  <a:moveTo>
                    <a:pt x="61430" y="205737"/>
                  </a:moveTo>
                  <a:cubicBezTo>
                    <a:pt x="61430" y="217469"/>
                    <a:pt x="52037" y="227005"/>
                    <a:pt x="40377" y="227221"/>
                  </a:cubicBezTo>
                  <a:cubicBezTo>
                    <a:pt x="28286" y="227473"/>
                    <a:pt x="18461" y="217469"/>
                    <a:pt x="18461" y="205377"/>
                  </a:cubicBezTo>
                  <a:lnTo>
                    <a:pt x="18461" y="116669"/>
                  </a:lnTo>
                  <a:cubicBezTo>
                    <a:pt x="18461" y="114078"/>
                    <a:pt x="20081" y="111667"/>
                    <a:pt x="22744" y="110804"/>
                  </a:cubicBezTo>
                  <a:cubicBezTo>
                    <a:pt x="23355" y="110588"/>
                    <a:pt x="24003" y="110516"/>
                    <a:pt x="24651" y="110516"/>
                  </a:cubicBezTo>
                  <a:lnTo>
                    <a:pt x="55240" y="110516"/>
                  </a:lnTo>
                  <a:cubicBezTo>
                    <a:pt x="55888" y="110516"/>
                    <a:pt x="56535" y="110588"/>
                    <a:pt x="57147" y="110804"/>
                  </a:cubicBezTo>
                  <a:cubicBezTo>
                    <a:pt x="59810" y="111667"/>
                    <a:pt x="61430" y="114078"/>
                    <a:pt x="61430" y="116669"/>
                  </a:cubicBezTo>
                  <a:lnTo>
                    <a:pt x="61430" y="205737"/>
                  </a:lnTo>
                  <a:close/>
                </a:path>
              </a:pathLst>
            </a:custGeom>
            <a:solidFill>
              <a:schemeClr val="accent1"/>
            </a:solidFill>
            <a:ln w="270" cap="flat">
              <a:noFill/>
              <a:prstDash val="solid"/>
              <a:miter/>
            </a:ln>
          </p:spPr>
          <p:txBody>
            <a:bodyPr rtlCol="0" anchor="ctr"/>
            <a:lstStyle/>
            <a:p>
              <a:endParaRPr lang="zh-CN" altLang="en-US"/>
            </a:p>
          </p:txBody>
        </p:sp>
        <p:sp>
          <p:nvSpPr>
            <p:cNvPr id="202" name="任意多边形: 形状 201">
              <a:extLst>
                <a:ext uri="{FF2B5EF4-FFF2-40B4-BE49-F238E27FC236}">
                  <a16:creationId xmlns:a16="http://schemas.microsoft.com/office/drawing/2014/main" id="{79AED74D-6D68-32CE-78F8-C1CB46ED8ADA}"/>
                </a:ext>
              </a:extLst>
            </p:cNvPr>
            <p:cNvSpPr/>
            <p:nvPr/>
          </p:nvSpPr>
          <p:spPr>
            <a:xfrm>
              <a:off x="4503756" y="4331926"/>
              <a:ext cx="110590" cy="147371"/>
            </a:xfrm>
            <a:custGeom>
              <a:avLst/>
              <a:gdLst>
                <a:gd name="connsiteX0" fmla="*/ 19 w 110590"/>
                <a:gd name="connsiteY0" fmla="*/ 140714 h 147371"/>
                <a:gd name="connsiteX1" fmla="*/ 6353 w 110590"/>
                <a:gd name="connsiteY1" fmla="*/ 147372 h 147371"/>
                <a:gd name="connsiteX2" fmla="*/ 104417 w 110590"/>
                <a:gd name="connsiteY2" fmla="*/ 147372 h 147371"/>
                <a:gd name="connsiteX3" fmla="*/ 110535 w 110590"/>
                <a:gd name="connsiteY3" fmla="*/ 141758 h 147371"/>
                <a:gd name="connsiteX4" fmla="*/ 104201 w 110590"/>
                <a:gd name="connsiteY4" fmla="*/ 135100 h 147371"/>
                <a:gd name="connsiteX5" fmla="*/ 6137 w 110590"/>
                <a:gd name="connsiteY5" fmla="*/ 135100 h 147371"/>
                <a:gd name="connsiteX6" fmla="*/ 19 w 110590"/>
                <a:gd name="connsiteY6" fmla="*/ 140714 h 147371"/>
                <a:gd name="connsiteX7" fmla="*/ 30716 w 110590"/>
                <a:gd name="connsiteY7" fmla="*/ 98250 h 147371"/>
                <a:gd name="connsiteX8" fmla="*/ 24598 w 110590"/>
                <a:gd name="connsiteY8" fmla="*/ 103863 h 147371"/>
                <a:gd name="connsiteX9" fmla="*/ 30932 w 110590"/>
                <a:gd name="connsiteY9" fmla="*/ 110521 h 147371"/>
                <a:gd name="connsiteX10" fmla="*/ 104453 w 110590"/>
                <a:gd name="connsiteY10" fmla="*/ 110521 h 147371"/>
                <a:gd name="connsiteX11" fmla="*/ 110571 w 110590"/>
                <a:gd name="connsiteY11" fmla="*/ 104907 h 147371"/>
                <a:gd name="connsiteX12" fmla="*/ 104237 w 110590"/>
                <a:gd name="connsiteY12" fmla="*/ 98250 h 147371"/>
                <a:gd name="connsiteX13" fmla="*/ 30716 w 110590"/>
                <a:gd name="connsiteY13" fmla="*/ 98250 h 147371"/>
                <a:gd name="connsiteX14" fmla="*/ 6173 w 110590"/>
                <a:gd name="connsiteY14" fmla="*/ 67517 h 147371"/>
                <a:gd name="connsiteX15" fmla="*/ 104381 w 110590"/>
                <a:gd name="connsiteY15" fmla="*/ 67517 h 147371"/>
                <a:gd name="connsiteX16" fmla="*/ 104417 w 110590"/>
                <a:gd name="connsiteY16" fmla="*/ 67481 h 147371"/>
                <a:gd name="connsiteX17" fmla="*/ 79838 w 110590"/>
                <a:gd name="connsiteY17" fmla="*/ 12241 h 147371"/>
                <a:gd name="connsiteX18" fmla="*/ 55295 w 110590"/>
                <a:gd name="connsiteY18" fmla="*/ 61363 h 147371"/>
                <a:gd name="connsiteX19" fmla="*/ 55259 w 110590"/>
                <a:gd name="connsiteY19" fmla="*/ 61399 h 147371"/>
                <a:gd name="connsiteX20" fmla="*/ 49141 w 110590"/>
                <a:gd name="connsiteY20" fmla="*/ 61399 h 147371"/>
                <a:gd name="connsiteX21" fmla="*/ 49106 w 110590"/>
                <a:gd name="connsiteY21" fmla="*/ 61399 h 147371"/>
                <a:gd name="connsiteX22" fmla="*/ 30680 w 110590"/>
                <a:gd name="connsiteY22" fmla="*/ 36856 h 147371"/>
                <a:gd name="connsiteX23" fmla="*/ 6173 w 110590"/>
                <a:gd name="connsiteY23" fmla="*/ 67517 h 147371"/>
                <a:gd name="connsiteX24" fmla="*/ 24562 w 110590"/>
                <a:gd name="connsiteY24" fmla="*/ 24548 h 147371"/>
                <a:gd name="connsiteX25" fmla="*/ 33235 w 110590"/>
                <a:gd name="connsiteY25" fmla="*/ 20950 h 147371"/>
                <a:gd name="connsiteX26" fmla="*/ 36834 w 110590"/>
                <a:gd name="connsiteY26" fmla="*/ 12277 h 147371"/>
                <a:gd name="connsiteX27" fmla="*/ 29241 w 110590"/>
                <a:gd name="connsiteY27" fmla="*/ 941 h 147371"/>
                <a:gd name="connsiteX28" fmla="*/ 15854 w 110590"/>
                <a:gd name="connsiteY28" fmla="*/ 3604 h 147371"/>
                <a:gd name="connsiteX29" fmla="*/ 13191 w 110590"/>
                <a:gd name="connsiteY29" fmla="*/ 16991 h 147371"/>
                <a:gd name="connsiteX30" fmla="*/ 24562 w 110590"/>
                <a:gd name="connsiteY30" fmla="*/ 24548 h 14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0590" h="147371">
                  <a:moveTo>
                    <a:pt x="19" y="140714"/>
                  </a:moveTo>
                  <a:cubicBezTo>
                    <a:pt x="-268" y="144385"/>
                    <a:pt x="2682" y="147372"/>
                    <a:pt x="6353" y="147372"/>
                  </a:cubicBezTo>
                  <a:lnTo>
                    <a:pt x="104417" y="147372"/>
                  </a:lnTo>
                  <a:cubicBezTo>
                    <a:pt x="107620" y="147372"/>
                    <a:pt x="110283" y="144888"/>
                    <a:pt x="110535" y="141758"/>
                  </a:cubicBezTo>
                  <a:cubicBezTo>
                    <a:pt x="110823" y="138123"/>
                    <a:pt x="107872" y="135100"/>
                    <a:pt x="104201" y="135100"/>
                  </a:cubicBezTo>
                  <a:lnTo>
                    <a:pt x="6137" y="135100"/>
                  </a:lnTo>
                  <a:cubicBezTo>
                    <a:pt x="2934" y="135100"/>
                    <a:pt x="271" y="137547"/>
                    <a:pt x="19" y="140714"/>
                  </a:cubicBezTo>
                  <a:close/>
                  <a:moveTo>
                    <a:pt x="30716" y="98250"/>
                  </a:moveTo>
                  <a:cubicBezTo>
                    <a:pt x="27513" y="98250"/>
                    <a:pt x="24850" y="100733"/>
                    <a:pt x="24598" y="103863"/>
                  </a:cubicBezTo>
                  <a:cubicBezTo>
                    <a:pt x="24311" y="107498"/>
                    <a:pt x="27261" y="110521"/>
                    <a:pt x="30932" y="110521"/>
                  </a:cubicBezTo>
                  <a:lnTo>
                    <a:pt x="104453" y="110521"/>
                  </a:lnTo>
                  <a:cubicBezTo>
                    <a:pt x="107656" y="110521"/>
                    <a:pt x="110319" y="108038"/>
                    <a:pt x="110571" y="104907"/>
                  </a:cubicBezTo>
                  <a:cubicBezTo>
                    <a:pt x="110859" y="101236"/>
                    <a:pt x="107908" y="98250"/>
                    <a:pt x="104237" y="98250"/>
                  </a:cubicBezTo>
                  <a:lnTo>
                    <a:pt x="30716" y="98250"/>
                  </a:lnTo>
                  <a:close/>
                  <a:moveTo>
                    <a:pt x="6173" y="67517"/>
                  </a:moveTo>
                  <a:lnTo>
                    <a:pt x="104381" y="67517"/>
                  </a:lnTo>
                  <a:cubicBezTo>
                    <a:pt x="104381" y="67517"/>
                    <a:pt x="104417" y="67517"/>
                    <a:pt x="104417" y="67481"/>
                  </a:cubicBezTo>
                  <a:cubicBezTo>
                    <a:pt x="104273" y="66149"/>
                    <a:pt x="98228" y="11953"/>
                    <a:pt x="79838" y="12241"/>
                  </a:cubicBezTo>
                  <a:cubicBezTo>
                    <a:pt x="61161" y="12529"/>
                    <a:pt x="55403" y="60247"/>
                    <a:pt x="55295" y="61363"/>
                  </a:cubicBezTo>
                  <a:lnTo>
                    <a:pt x="55259" y="61399"/>
                  </a:lnTo>
                  <a:lnTo>
                    <a:pt x="49141" y="61399"/>
                  </a:lnTo>
                  <a:lnTo>
                    <a:pt x="49106" y="61399"/>
                  </a:lnTo>
                  <a:cubicBezTo>
                    <a:pt x="48926" y="60679"/>
                    <a:pt x="42952" y="36856"/>
                    <a:pt x="30680" y="36856"/>
                  </a:cubicBezTo>
                  <a:cubicBezTo>
                    <a:pt x="16106" y="36820"/>
                    <a:pt x="6497" y="66401"/>
                    <a:pt x="6173" y="67517"/>
                  </a:cubicBezTo>
                  <a:close/>
                  <a:moveTo>
                    <a:pt x="24562" y="24548"/>
                  </a:moveTo>
                  <a:cubicBezTo>
                    <a:pt x="27837" y="24548"/>
                    <a:pt x="30932" y="23253"/>
                    <a:pt x="33235" y="20950"/>
                  </a:cubicBezTo>
                  <a:cubicBezTo>
                    <a:pt x="35538" y="18647"/>
                    <a:pt x="36834" y="15516"/>
                    <a:pt x="36834" y="12277"/>
                  </a:cubicBezTo>
                  <a:cubicBezTo>
                    <a:pt x="36834" y="7311"/>
                    <a:pt x="33847" y="2812"/>
                    <a:pt x="29241" y="941"/>
                  </a:cubicBezTo>
                  <a:cubicBezTo>
                    <a:pt x="24634" y="-966"/>
                    <a:pt x="19380" y="77"/>
                    <a:pt x="15854" y="3604"/>
                  </a:cubicBezTo>
                  <a:cubicBezTo>
                    <a:pt x="12327" y="7131"/>
                    <a:pt x="11283" y="12385"/>
                    <a:pt x="13191" y="16991"/>
                  </a:cubicBezTo>
                  <a:cubicBezTo>
                    <a:pt x="15134" y="21561"/>
                    <a:pt x="19596" y="24548"/>
                    <a:pt x="24562" y="24548"/>
                  </a:cubicBezTo>
                  <a:close/>
                </a:path>
              </a:pathLst>
            </a:custGeom>
            <a:solidFill>
              <a:schemeClr val="accent1"/>
            </a:solidFill>
            <a:ln w="270" cap="flat">
              <a:noFill/>
              <a:prstDash val="solid"/>
              <a:miter/>
            </a:ln>
          </p:spPr>
          <p:txBody>
            <a:bodyPr rtlCol="0" anchor="ctr"/>
            <a:lstStyle/>
            <a:p>
              <a:endParaRPr lang="zh-CN" altLang="en-US"/>
            </a:p>
          </p:txBody>
        </p:sp>
        <p:sp>
          <p:nvSpPr>
            <p:cNvPr id="203" name="任意多边形: 形状 202">
              <a:extLst>
                <a:ext uri="{FF2B5EF4-FFF2-40B4-BE49-F238E27FC236}">
                  <a16:creationId xmlns:a16="http://schemas.microsoft.com/office/drawing/2014/main" id="{89F24175-F3E9-B528-8A2F-61D179A1F1A7}"/>
                </a:ext>
              </a:extLst>
            </p:cNvPr>
            <p:cNvSpPr/>
            <p:nvPr/>
          </p:nvSpPr>
          <p:spPr>
            <a:xfrm>
              <a:off x="4632572" y="4427117"/>
              <a:ext cx="18713" cy="18713"/>
            </a:xfrm>
            <a:custGeom>
              <a:avLst/>
              <a:gdLst>
                <a:gd name="connsiteX0" fmla="*/ 0 w 18713"/>
                <a:gd name="connsiteY0" fmla="*/ 9357 h 18713"/>
                <a:gd name="connsiteX1" fmla="*/ 9357 w 18713"/>
                <a:gd name="connsiteY1" fmla="*/ 18713 h 18713"/>
                <a:gd name="connsiteX2" fmla="*/ 18713 w 18713"/>
                <a:gd name="connsiteY2" fmla="*/ 9357 h 18713"/>
                <a:gd name="connsiteX3" fmla="*/ 9357 w 18713"/>
                <a:gd name="connsiteY3" fmla="*/ 0 h 18713"/>
                <a:gd name="connsiteX4" fmla="*/ 0 w 18713"/>
                <a:gd name="connsiteY4" fmla="*/ 9357 h 18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13" h="18713">
                  <a:moveTo>
                    <a:pt x="0" y="9357"/>
                  </a:moveTo>
                  <a:cubicBezTo>
                    <a:pt x="0" y="14524"/>
                    <a:pt x="4189" y="18713"/>
                    <a:pt x="9357" y="18713"/>
                  </a:cubicBezTo>
                  <a:cubicBezTo>
                    <a:pt x="14524" y="18713"/>
                    <a:pt x="18713" y="14524"/>
                    <a:pt x="18713" y="9357"/>
                  </a:cubicBezTo>
                  <a:cubicBezTo>
                    <a:pt x="18713" y="4189"/>
                    <a:pt x="14524" y="0"/>
                    <a:pt x="9357" y="0"/>
                  </a:cubicBezTo>
                  <a:cubicBezTo>
                    <a:pt x="4189" y="0"/>
                    <a:pt x="0" y="4189"/>
                    <a:pt x="0" y="9357"/>
                  </a:cubicBezTo>
                  <a:close/>
                </a:path>
              </a:pathLst>
            </a:custGeom>
            <a:solidFill>
              <a:schemeClr val="accent1"/>
            </a:solidFill>
            <a:ln w="270" cap="flat">
              <a:noFill/>
              <a:prstDash val="solid"/>
              <a:miter/>
            </a:ln>
          </p:spPr>
          <p:txBody>
            <a:bodyPr rtlCol="0" anchor="ctr"/>
            <a:lstStyle/>
            <a:p>
              <a:endParaRPr lang="zh-CN" altLang="en-US"/>
            </a:p>
          </p:txBody>
        </p:sp>
      </p:grpSp>
      <p:sp>
        <p:nvSpPr>
          <p:cNvPr id="207" name="图形 205">
            <a:extLst>
              <a:ext uri="{FF2B5EF4-FFF2-40B4-BE49-F238E27FC236}">
                <a16:creationId xmlns:a16="http://schemas.microsoft.com/office/drawing/2014/main" id="{18730367-936B-6077-0783-B9053B72ED2E}"/>
              </a:ext>
            </a:extLst>
          </p:cNvPr>
          <p:cNvSpPr/>
          <p:nvPr/>
        </p:nvSpPr>
        <p:spPr>
          <a:xfrm>
            <a:off x="7560690" y="4560269"/>
            <a:ext cx="314796" cy="297038"/>
          </a:xfrm>
          <a:custGeom>
            <a:avLst/>
            <a:gdLst>
              <a:gd name="connsiteX0" fmla="*/ 244796 w 249431"/>
              <a:gd name="connsiteY0" fmla="*/ 48709 h 235360"/>
              <a:gd name="connsiteX1" fmla="*/ 228597 w 249431"/>
              <a:gd name="connsiteY1" fmla="*/ 40971 h 235360"/>
              <a:gd name="connsiteX2" fmla="*/ 120269 w 249431"/>
              <a:gd name="connsiteY2" fmla="*/ 40971 h 235360"/>
              <a:gd name="connsiteX3" fmla="*/ 109887 w 249431"/>
              <a:gd name="connsiteY3" fmla="*/ 51353 h 235360"/>
              <a:gd name="connsiteX4" fmla="*/ 120269 w 249431"/>
              <a:gd name="connsiteY4" fmla="*/ 61735 h 235360"/>
              <a:gd name="connsiteX5" fmla="*/ 228681 w 249431"/>
              <a:gd name="connsiteY5" fmla="*/ 61846 h 235360"/>
              <a:gd name="connsiteX6" fmla="*/ 207165 w 249431"/>
              <a:gd name="connsiteY6" fmla="*/ 161741 h 235360"/>
              <a:gd name="connsiteX7" fmla="*/ 86674 w 249431"/>
              <a:gd name="connsiteY7" fmla="*/ 161658 h 235360"/>
              <a:gd name="connsiteX8" fmla="*/ 80690 w 249431"/>
              <a:gd name="connsiteY8" fmla="*/ 121911 h 235360"/>
              <a:gd name="connsiteX9" fmla="*/ 164831 w 249431"/>
              <a:gd name="connsiteY9" fmla="*/ 121911 h 235360"/>
              <a:gd name="connsiteX10" fmla="*/ 175212 w 249431"/>
              <a:gd name="connsiteY10" fmla="*/ 111529 h 235360"/>
              <a:gd name="connsiteX11" fmla="*/ 164831 w 249431"/>
              <a:gd name="connsiteY11" fmla="*/ 101147 h 235360"/>
              <a:gd name="connsiteX12" fmla="*/ 77572 w 249431"/>
              <a:gd name="connsiteY12" fmla="*/ 101147 h 235360"/>
              <a:gd name="connsiteX13" fmla="*/ 64991 w 249431"/>
              <a:gd name="connsiteY13" fmla="*/ 17758 h 235360"/>
              <a:gd name="connsiteX14" fmla="*/ 44367 w 249431"/>
              <a:gd name="connsiteY14" fmla="*/ 0 h 235360"/>
              <a:gd name="connsiteX15" fmla="*/ 10382 w 249431"/>
              <a:gd name="connsiteY15" fmla="*/ 0 h 235360"/>
              <a:gd name="connsiteX16" fmla="*/ 0 w 249431"/>
              <a:gd name="connsiteY16" fmla="*/ 10382 h 235360"/>
              <a:gd name="connsiteX17" fmla="*/ 10382 w 249431"/>
              <a:gd name="connsiteY17" fmla="*/ 20764 h 235360"/>
              <a:gd name="connsiteX18" fmla="*/ 44478 w 249431"/>
              <a:gd name="connsiteY18" fmla="*/ 20847 h 235360"/>
              <a:gd name="connsiteX19" fmla="*/ 66160 w 249431"/>
              <a:gd name="connsiteY19" fmla="*/ 164719 h 235360"/>
              <a:gd name="connsiteX20" fmla="*/ 86757 w 249431"/>
              <a:gd name="connsiteY20" fmla="*/ 182477 h 235360"/>
              <a:gd name="connsiteX21" fmla="*/ 207138 w 249431"/>
              <a:gd name="connsiteY21" fmla="*/ 182477 h 235360"/>
              <a:gd name="connsiteX22" fmla="*/ 227512 w 249431"/>
              <a:gd name="connsiteY22" fmla="*/ 166000 h 235360"/>
              <a:gd name="connsiteX23" fmla="*/ 248944 w 249431"/>
              <a:gd name="connsiteY23" fmla="*/ 66188 h 235360"/>
              <a:gd name="connsiteX24" fmla="*/ 244796 w 249431"/>
              <a:gd name="connsiteY24" fmla="*/ 48709 h 235360"/>
              <a:gd name="connsiteX25" fmla="*/ 75680 w 249431"/>
              <a:gd name="connsiteY25" fmla="*/ 192831 h 235360"/>
              <a:gd name="connsiteX26" fmla="*/ 54415 w 249431"/>
              <a:gd name="connsiteY26" fmla="*/ 214096 h 235360"/>
              <a:gd name="connsiteX27" fmla="*/ 75680 w 249431"/>
              <a:gd name="connsiteY27" fmla="*/ 235361 h 235360"/>
              <a:gd name="connsiteX28" fmla="*/ 96944 w 249431"/>
              <a:gd name="connsiteY28" fmla="*/ 214096 h 235360"/>
              <a:gd name="connsiteX29" fmla="*/ 75680 w 249431"/>
              <a:gd name="connsiteY29" fmla="*/ 192831 h 235360"/>
              <a:gd name="connsiteX30" fmla="*/ 75179 w 249431"/>
              <a:gd name="connsiteY30" fmla="*/ 214096 h 235360"/>
              <a:gd name="connsiteX31" fmla="*/ 75680 w 249431"/>
              <a:gd name="connsiteY31" fmla="*/ 213595 h 235360"/>
              <a:gd name="connsiteX32" fmla="*/ 76181 w 249431"/>
              <a:gd name="connsiteY32" fmla="*/ 214096 h 235360"/>
              <a:gd name="connsiteX33" fmla="*/ 75179 w 249431"/>
              <a:gd name="connsiteY33" fmla="*/ 214096 h 235360"/>
              <a:gd name="connsiteX34" fmla="*/ 198565 w 249431"/>
              <a:gd name="connsiteY34" fmla="*/ 192831 h 235360"/>
              <a:gd name="connsiteX35" fmla="*/ 177300 w 249431"/>
              <a:gd name="connsiteY35" fmla="*/ 214096 h 235360"/>
              <a:gd name="connsiteX36" fmla="*/ 198565 w 249431"/>
              <a:gd name="connsiteY36" fmla="*/ 235361 h 235360"/>
              <a:gd name="connsiteX37" fmla="*/ 219830 w 249431"/>
              <a:gd name="connsiteY37" fmla="*/ 214096 h 235360"/>
              <a:gd name="connsiteX38" fmla="*/ 198565 w 249431"/>
              <a:gd name="connsiteY38" fmla="*/ 192831 h 235360"/>
              <a:gd name="connsiteX39" fmla="*/ 198036 w 249431"/>
              <a:gd name="connsiteY39" fmla="*/ 214096 h 235360"/>
              <a:gd name="connsiteX40" fmla="*/ 198537 w 249431"/>
              <a:gd name="connsiteY40" fmla="*/ 213595 h 235360"/>
              <a:gd name="connsiteX41" fmla="*/ 199038 w 249431"/>
              <a:gd name="connsiteY41" fmla="*/ 214096 h 235360"/>
              <a:gd name="connsiteX42" fmla="*/ 198036 w 249431"/>
              <a:gd name="connsiteY42" fmla="*/ 214096 h 23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49431" h="235360">
                <a:moveTo>
                  <a:pt x="244796" y="48709"/>
                </a:moveTo>
                <a:cubicBezTo>
                  <a:pt x="240816" y="43782"/>
                  <a:pt x="234916" y="40971"/>
                  <a:pt x="228597" y="40971"/>
                </a:cubicBezTo>
                <a:lnTo>
                  <a:pt x="120269" y="40971"/>
                </a:lnTo>
                <a:cubicBezTo>
                  <a:pt x="114535" y="40971"/>
                  <a:pt x="109887" y="45619"/>
                  <a:pt x="109887" y="51353"/>
                </a:cubicBezTo>
                <a:cubicBezTo>
                  <a:pt x="109887" y="57087"/>
                  <a:pt x="114535" y="61735"/>
                  <a:pt x="120269" y="61735"/>
                </a:cubicBezTo>
                <a:lnTo>
                  <a:pt x="228681" y="61846"/>
                </a:lnTo>
                <a:lnTo>
                  <a:pt x="207165" y="161741"/>
                </a:lnTo>
                <a:lnTo>
                  <a:pt x="86674" y="161658"/>
                </a:lnTo>
                <a:lnTo>
                  <a:pt x="80690" y="121911"/>
                </a:lnTo>
                <a:lnTo>
                  <a:pt x="164831" y="121911"/>
                </a:lnTo>
                <a:cubicBezTo>
                  <a:pt x="170564" y="121911"/>
                  <a:pt x="175212" y="117263"/>
                  <a:pt x="175212" y="111529"/>
                </a:cubicBezTo>
                <a:cubicBezTo>
                  <a:pt x="175212" y="105795"/>
                  <a:pt x="170564" y="101147"/>
                  <a:pt x="164831" y="101147"/>
                </a:cubicBezTo>
                <a:lnTo>
                  <a:pt x="77572" y="101147"/>
                </a:lnTo>
                <a:lnTo>
                  <a:pt x="64991" y="17758"/>
                </a:lnTo>
                <a:cubicBezTo>
                  <a:pt x="63433" y="7487"/>
                  <a:pt x="54777" y="0"/>
                  <a:pt x="44367" y="0"/>
                </a:cubicBezTo>
                <a:lnTo>
                  <a:pt x="10382" y="0"/>
                </a:lnTo>
                <a:cubicBezTo>
                  <a:pt x="4648" y="0"/>
                  <a:pt x="0" y="4648"/>
                  <a:pt x="0" y="10382"/>
                </a:cubicBezTo>
                <a:cubicBezTo>
                  <a:pt x="0" y="16116"/>
                  <a:pt x="4648" y="20764"/>
                  <a:pt x="10382" y="20764"/>
                </a:cubicBezTo>
                <a:lnTo>
                  <a:pt x="44478" y="20847"/>
                </a:lnTo>
                <a:lnTo>
                  <a:pt x="66160" y="164719"/>
                </a:lnTo>
                <a:cubicBezTo>
                  <a:pt x="67691" y="174823"/>
                  <a:pt x="76542" y="182477"/>
                  <a:pt x="86757" y="182477"/>
                </a:cubicBezTo>
                <a:lnTo>
                  <a:pt x="207138" y="182477"/>
                </a:lnTo>
                <a:cubicBezTo>
                  <a:pt x="216907" y="182477"/>
                  <a:pt x="225480" y="175546"/>
                  <a:pt x="227512" y="166000"/>
                </a:cubicBezTo>
                <a:lnTo>
                  <a:pt x="248944" y="66188"/>
                </a:lnTo>
                <a:cubicBezTo>
                  <a:pt x="250308" y="60009"/>
                  <a:pt x="248777" y="53635"/>
                  <a:pt x="244796" y="48709"/>
                </a:cubicBezTo>
                <a:close/>
                <a:moveTo>
                  <a:pt x="75680" y="192831"/>
                </a:moveTo>
                <a:cubicBezTo>
                  <a:pt x="63962" y="192831"/>
                  <a:pt x="54415" y="202378"/>
                  <a:pt x="54415" y="214096"/>
                </a:cubicBezTo>
                <a:cubicBezTo>
                  <a:pt x="54415" y="225814"/>
                  <a:pt x="63962" y="235361"/>
                  <a:pt x="75680" y="235361"/>
                </a:cubicBezTo>
                <a:cubicBezTo>
                  <a:pt x="87397" y="235361"/>
                  <a:pt x="96944" y="225814"/>
                  <a:pt x="96944" y="214096"/>
                </a:cubicBezTo>
                <a:cubicBezTo>
                  <a:pt x="96944" y="202378"/>
                  <a:pt x="87397" y="192831"/>
                  <a:pt x="75680" y="192831"/>
                </a:cubicBezTo>
                <a:close/>
                <a:moveTo>
                  <a:pt x="75179" y="214096"/>
                </a:moveTo>
                <a:cubicBezTo>
                  <a:pt x="75179" y="213818"/>
                  <a:pt x="75401" y="213595"/>
                  <a:pt x="75680" y="213595"/>
                </a:cubicBezTo>
                <a:cubicBezTo>
                  <a:pt x="75958" y="213595"/>
                  <a:pt x="76181" y="213818"/>
                  <a:pt x="76181" y="214096"/>
                </a:cubicBezTo>
                <a:cubicBezTo>
                  <a:pt x="76208" y="214625"/>
                  <a:pt x="75179" y="214653"/>
                  <a:pt x="75179" y="214096"/>
                </a:cubicBezTo>
                <a:close/>
                <a:moveTo>
                  <a:pt x="198565" y="192831"/>
                </a:moveTo>
                <a:cubicBezTo>
                  <a:pt x="186847" y="192831"/>
                  <a:pt x="177300" y="202378"/>
                  <a:pt x="177300" y="214096"/>
                </a:cubicBezTo>
                <a:cubicBezTo>
                  <a:pt x="177300" y="225814"/>
                  <a:pt x="186847" y="235361"/>
                  <a:pt x="198565" y="235361"/>
                </a:cubicBezTo>
                <a:cubicBezTo>
                  <a:pt x="210283" y="235361"/>
                  <a:pt x="219830" y="225814"/>
                  <a:pt x="219830" y="214096"/>
                </a:cubicBezTo>
                <a:cubicBezTo>
                  <a:pt x="219830" y="202378"/>
                  <a:pt x="210283" y="192831"/>
                  <a:pt x="198565" y="192831"/>
                </a:cubicBezTo>
                <a:close/>
                <a:moveTo>
                  <a:pt x="198036" y="214096"/>
                </a:moveTo>
                <a:cubicBezTo>
                  <a:pt x="198036" y="213818"/>
                  <a:pt x="198259" y="213595"/>
                  <a:pt x="198537" y="213595"/>
                </a:cubicBezTo>
                <a:cubicBezTo>
                  <a:pt x="198815" y="213595"/>
                  <a:pt x="199038" y="213818"/>
                  <a:pt x="199038" y="214096"/>
                </a:cubicBezTo>
                <a:cubicBezTo>
                  <a:pt x="199066" y="214653"/>
                  <a:pt x="198036" y="214653"/>
                  <a:pt x="198036" y="214096"/>
                </a:cubicBezTo>
                <a:close/>
              </a:path>
            </a:pathLst>
          </a:custGeom>
          <a:solidFill>
            <a:schemeClr val="accent1"/>
          </a:solidFill>
          <a:ln w="270" cap="flat">
            <a:noFill/>
            <a:prstDash val="solid"/>
            <a:miter/>
          </a:ln>
        </p:spPr>
        <p:txBody>
          <a:bodyPr rtlCol="0" anchor="ctr"/>
          <a:lstStyle/>
          <a:p>
            <a:endParaRPr lang="zh-CN" altLang="en-US"/>
          </a:p>
        </p:txBody>
      </p:sp>
      <p:grpSp>
        <p:nvGrpSpPr>
          <p:cNvPr id="213" name="组合 212">
            <a:extLst>
              <a:ext uri="{FF2B5EF4-FFF2-40B4-BE49-F238E27FC236}">
                <a16:creationId xmlns:a16="http://schemas.microsoft.com/office/drawing/2014/main" id="{A07737D9-BE24-DD89-064E-02148974ADEA}"/>
              </a:ext>
            </a:extLst>
          </p:cNvPr>
          <p:cNvGrpSpPr/>
          <p:nvPr/>
        </p:nvGrpSpPr>
        <p:grpSpPr>
          <a:xfrm>
            <a:off x="8861492" y="4405729"/>
            <a:ext cx="247546" cy="297038"/>
            <a:chOff x="8871258" y="4120050"/>
            <a:chExt cx="228040" cy="273632"/>
          </a:xfrm>
          <a:solidFill>
            <a:schemeClr val="accent1"/>
          </a:solidFill>
        </p:grpSpPr>
        <p:sp>
          <p:nvSpPr>
            <p:cNvPr id="211" name="任意多边形: 形状 210">
              <a:extLst>
                <a:ext uri="{FF2B5EF4-FFF2-40B4-BE49-F238E27FC236}">
                  <a16:creationId xmlns:a16="http://schemas.microsoft.com/office/drawing/2014/main" id="{02782AA5-9E56-65C9-E10C-FF449C08016C}"/>
                </a:ext>
              </a:extLst>
            </p:cNvPr>
            <p:cNvSpPr/>
            <p:nvPr/>
          </p:nvSpPr>
          <p:spPr>
            <a:xfrm>
              <a:off x="8871258" y="4120050"/>
              <a:ext cx="199533" cy="273632"/>
            </a:xfrm>
            <a:custGeom>
              <a:avLst/>
              <a:gdLst>
                <a:gd name="connsiteX0" fmla="*/ 102595 w 199533"/>
                <a:gd name="connsiteY0" fmla="*/ 250809 h 273632"/>
                <a:gd name="connsiteX1" fmla="*/ 34207 w 199533"/>
                <a:gd name="connsiteY1" fmla="*/ 250809 h 273632"/>
                <a:gd name="connsiteX2" fmla="*/ 22796 w 199533"/>
                <a:gd name="connsiteY2" fmla="*/ 239397 h 273632"/>
                <a:gd name="connsiteX3" fmla="*/ 22796 w 199533"/>
                <a:gd name="connsiteY3" fmla="*/ 205217 h 273632"/>
                <a:gd name="connsiteX4" fmla="*/ 79799 w 199533"/>
                <a:gd name="connsiteY4" fmla="*/ 148214 h 273632"/>
                <a:gd name="connsiteX5" fmla="*/ 148214 w 199533"/>
                <a:gd name="connsiteY5" fmla="*/ 148214 h 273632"/>
                <a:gd name="connsiteX6" fmla="*/ 181447 w 199533"/>
                <a:gd name="connsiteY6" fmla="*/ 158985 h 273632"/>
                <a:gd name="connsiteX7" fmla="*/ 197368 w 199533"/>
                <a:gd name="connsiteY7" fmla="*/ 156425 h 273632"/>
                <a:gd name="connsiteX8" fmla="*/ 194807 w 199533"/>
                <a:gd name="connsiteY8" fmla="*/ 140504 h 273632"/>
                <a:gd name="connsiteX9" fmla="*/ 148214 w 199533"/>
                <a:gd name="connsiteY9" fmla="*/ 125418 h 273632"/>
                <a:gd name="connsiteX10" fmla="*/ 79799 w 199533"/>
                <a:gd name="connsiteY10" fmla="*/ 125418 h 273632"/>
                <a:gd name="connsiteX11" fmla="*/ 0 w 199533"/>
                <a:gd name="connsiteY11" fmla="*/ 205217 h 273632"/>
                <a:gd name="connsiteX12" fmla="*/ 0 w 199533"/>
                <a:gd name="connsiteY12" fmla="*/ 239425 h 273632"/>
                <a:gd name="connsiteX13" fmla="*/ 34207 w 199533"/>
                <a:gd name="connsiteY13" fmla="*/ 273632 h 273632"/>
                <a:gd name="connsiteX14" fmla="*/ 102595 w 199533"/>
                <a:gd name="connsiteY14" fmla="*/ 273632 h 273632"/>
                <a:gd name="connsiteX15" fmla="*/ 114006 w 199533"/>
                <a:gd name="connsiteY15" fmla="*/ 262220 h 273632"/>
                <a:gd name="connsiteX16" fmla="*/ 102595 w 199533"/>
                <a:gd name="connsiteY16" fmla="*/ 250809 h 273632"/>
                <a:gd name="connsiteX17" fmla="*/ 114006 w 199533"/>
                <a:gd name="connsiteY17" fmla="*/ 114006 h 273632"/>
                <a:gd name="connsiteX18" fmla="*/ 171010 w 199533"/>
                <a:gd name="connsiteY18" fmla="*/ 57003 h 273632"/>
                <a:gd name="connsiteX19" fmla="*/ 114006 w 199533"/>
                <a:gd name="connsiteY19" fmla="*/ 0 h 273632"/>
                <a:gd name="connsiteX20" fmla="*/ 57003 w 199533"/>
                <a:gd name="connsiteY20" fmla="*/ 57003 h 273632"/>
                <a:gd name="connsiteX21" fmla="*/ 114006 w 199533"/>
                <a:gd name="connsiteY21" fmla="*/ 114006 h 273632"/>
                <a:gd name="connsiteX22" fmla="*/ 114006 w 199533"/>
                <a:gd name="connsiteY22" fmla="*/ 22796 h 273632"/>
                <a:gd name="connsiteX23" fmla="*/ 148214 w 199533"/>
                <a:gd name="connsiteY23" fmla="*/ 57003 h 273632"/>
                <a:gd name="connsiteX24" fmla="*/ 114006 w 199533"/>
                <a:gd name="connsiteY24" fmla="*/ 91211 h 273632"/>
                <a:gd name="connsiteX25" fmla="*/ 79799 w 199533"/>
                <a:gd name="connsiteY25" fmla="*/ 57003 h 273632"/>
                <a:gd name="connsiteX26" fmla="*/ 114006 w 199533"/>
                <a:gd name="connsiteY26" fmla="*/ 22796 h 273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9533" h="273632">
                  <a:moveTo>
                    <a:pt x="102595" y="250809"/>
                  </a:moveTo>
                  <a:lnTo>
                    <a:pt x="34207" y="250809"/>
                  </a:lnTo>
                  <a:cubicBezTo>
                    <a:pt x="27917" y="250809"/>
                    <a:pt x="22796" y="245687"/>
                    <a:pt x="22796" y="239397"/>
                  </a:cubicBezTo>
                  <a:lnTo>
                    <a:pt x="22796" y="205217"/>
                  </a:lnTo>
                  <a:cubicBezTo>
                    <a:pt x="22796" y="173793"/>
                    <a:pt x="48375" y="148214"/>
                    <a:pt x="79799" y="148214"/>
                  </a:cubicBezTo>
                  <a:lnTo>
                    <a:pt x="148214" y="148214"/>
                  </a:lnTo>
                  <a:cubicBezTo>
                    <a:pt x="160182" y="148214"/>
                    <a:pt x="171678" y="151944"/>
                    <a:pt x="181447" y="158985"/>
                  </a:cubicBezTo>
                  <a:cubicBezTo>
                    <a:pt x="186569" y="162687"/>
                    <a:pt x="193666" y="161546"/>
                    <a:pt x="197368" y="156425"/>
                  </a:cubicBezTo>
                  <a:cubicBezTo>
                    <a:pt x="201070" y="151331"/>
                    <a:pt x="199901" y="144206"/>
                    <a:pt x="194807" y="140504"/>
                  </a:cubicBezTo>
                  <a:cubicBezTo>
                    <a:pt x="181141" y="130623"/>
                    <a:pt x="165025" y="125418"/>
                    <a:pt x="148214" y="125418"/>
                  </a:cubicBezTo>
                  <a:lnTo>
                    <a:pt x="79799" y="125418"/>
                  </a:lnTo>
                  <a:cubicBezTo>
                    <a:pt x="35794" y="125390"/>
                    <a:pt x="0" y="161212"/>
                    <a:pt x="0" y="205217"/>
                  </a:cubicBezTo>
                  <a:lnTo>
                    <a:pt x="0" y="239425"/>
                  </a:lnTo>
                  <a:cubicBezTo>
                    <a:pt x="0" y="258296"/>
                    <a:pt x="15336" y="273632"/>
                    <a:pt x="34207" y="273632"/>
                  </a:cubicBezTo>
                  <a:lnTo>
                    <a:pt x="102595" y="273632"/>
                  </a:lnTo>
                  <a:cubicBezTo>
                    <a:pt x="108885" y="273632"/>
                    <a:pt x="114006" y="268539"/>
                    <a:pt x="114006" y="262220"/>
                  </a:cubicBezTo>
                  <a:cubicBezTo>
                    <a:pt x="114006" y="255902"/>
                    <a:pt x="108913" y="250809"/>
                    <a:pt x="102595" y="250809"/>
                  </a:cubicBezTo>
                  <a:close/>
                  <a:moveTo>
                    <a:pt x="114006" y="114006"/>
                  </a:moveTo>
                  <a:cubicBezTo>
                    <a:pt x="145486" y="114006"/>
                    <a:pt x="171010" y="88483"/>
                    <a:pt x="171010" y="57003"/>
                  </a:cubicBezTo>
                  <a:cubicBezTo>
                    <a:pt x="171010" y="25523"/>
                    <a:pt x="145486" y="0"/>
                    <a:pt x="114006" y="0"/>
                  </a:cubicBezTo>
                  <a:cubicBezTo>
                    <a:pt x="82527" y="0"/>
                    <a:pt x="57003" y="25523"/>
                    <a:pt x="57003" y="57003"/>
                  </a:cubicBezTo>
                  <a:cubicBezTo>
                    <a:pt x="57003" y="88483"/>
                    <a:pt x="82527" y="114006"/>
                    <a:pt x="114006" y="114006"/>
                  </a:cubicBezTo>
                  <a:close/>
                  <a:moveTo>
                    <a:pt x="114006" y="22796"/>
                  </a:moveTo>
                  <a:cubicBezTo>
                    <a:pt x="132878" y="22796"/>
                    <a:pt x="148214" y="38132"/>
                    <a:pt x="148214" y="57003"/>
                  </a:cubicBezTo>
                  <a:cubicBezTo>
                    <a:pt x="148214" y="75874"/>
                    <a:pt x="132878" y="91211"/>
                    <a:pt x="114006" y="91211"/>
                  </a:cubicBezTo>
                  <a:cubicBezTo>
                    <a:pt x="95135" y="91211"/>
                    <a:pt x="79799" y="75847"/>
                    <a:pt x="79799" y="57003"/>
                  </a:cubicBezTo>
                  <a:cubicBezTo>
                    <a:pt x="79799" y="38160"/>
                    <a:pt x="95135" y="22796"/>
                    <a:pt x="114006" y="22796"/>
                  </a:cubicBezTo>
                  <a:close/>
                </a:path>
              </a:pathLst>
            </a:custGeom>
            <a:grpFill/>
            <a:ln w="270" cap="flat">
              <a:noFill/>
              <a:prstDash val="solid"/>
              <a:miter/>
            </a:ln>
          </p:spPr>
          <p:txBody>
            <a:bodyPr rtlCol="0" anchor="ctr"/>
            <a:lstStyle/>
            <a:p>
              <a:endParaRPr lang="zh-CN" altLang="en-US"/>
            </a:p>
          </p:txBody>
        </p:sp>
        <p:sp>
          <p:nvSpPr>
            <p:cNvPr id="212" name="任意多边形: 形状 211">
              <a:extLst>
                <a:ext uri="{FF2B5EF4-FFF2-40B4-BE49-F238E27FC236}">
                  <a16:creationId xmlns:a16="http://schemas.microsoft.com/office/drawing/2014/main" id="{EC460011-76D4-D5B1-F2E1-7A0852DAE55D}"/>
                </a:ext>
              </a:extLst>
            </p:cNvPr>
            <p:cNvSpPr/>
            <p:nvPr/>
          </p:nvSpPr>
          <p:spPr>
            <a:xfrm>
              <a:off x="9008060" y="4319534"/>
              <a:ext cx="91238" cy="74148"/>
            </a:xfrm>
            <a:custGeom>
              <a:avLst/>
              <a:gdLst>
                <a:gd name="connsiteX0" fmla="*/ 0 w 91238"/>
                <a:gd name="connsiteY0" fmla="*/ 11412 h 74148"/>
                <a:gd name="connsiteX1" fmla="*/ 11412 w 91238"/>
                <a:gd name="connsiteY1" fmla="*/ 22824 h 74148"/>
                <a:gd name="connsiteX2" fmla="*/ 79827 w 91238"/>
                <a:gd name="connsiteY2" fmla="*/ 22824 h 74148"/>
                <a:gd name="connsiteX3" fmla="*/ 91239 w 91238"/>
                <a:gd name="connsiteY3" fmla="*/ 11412 h 74148"/>
                <a:gd name="connsiteX4" fmla="*/ 79827 w 91238"/>
                <a:gd name="connsiteY4" fmla="*/ 0 h 74148"/>
                <a:gd name="connsiteX5" fmla="*/ 11412 w 91238"/>
                <a:gd name="connsiteY5" fmla="*/ 0 h 74148"/>
                <a:gd name="connsiteX6" fmla="*/ 0 w 91238"/>
                <a:gd name="connsiteY6" fmla="*/ 11412 h 74148"/>
                <a:gd name="connsiteX7" fmla="*/ 79799 w 91238"/>
                <a:gd name="connsiteY7" fmla="*/ 51325 h 74148"/>
                <a:gd name="connsiteX8" fmla="*/ 11412 w 91238"/>
                <a:gd name="connsiteY8" fmla="*/ 51325 h 74148"/>
                <a:gd name="connsiteX9" fmla="*/ 0 w 91238"/>
                <a:gd name="connsiteY9" fmla="*/ 62737 h 74148"/>
                <a:gd name="connsiteX10" fmla="*/ 11412 w 91238"/>
                <a:gd name="connsiteY10" fmla="*/ 74149 h 74148"/>
                <a:gd name="connsiteX11" fmla="*/ 79827 w 91238"/>
                <a:gd name="connsiteY11" fmla="*/ 74149 h 74148"/>
                <a:gd name="connsiteX12" fmla="*/ 91239 w 91238"/>
                <a:gd name="connsiteY12" fmla="*/ 62737 h 74148"/>
                <a:gd name="connsiteX13" fmla="*/ 79799 w 91238"/>
                <a:gd name="connsiteY13" fmla="*/ 51325 h 7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238" h="74148">
                  <a:moveTo>
                    <a:pt x="0" y="11412"/>
                  </a:moveTo>
                  <a:cubicBezTo>
                    <a:pt x="0" y="17674"/>
                    <a:pt x="5121" y="22824"/>
                    <a:pt x="11412" y="22824"/>
                  </a:cubicBezTo>
                  <a:lnTo>
                    <a:pt x="79827" y="22824"/>
                  </a:lnTo>
                  <a:cubicBezTo>
                    <a:pt x="86089" y="22824"/>
                    <a:pt x="91239" y="17702"/>
                    <a:pt x="91239" y="11412"/>
                  </a:cubicBezTo>
                  <a:cubicBezTo>
                    <a:pt x="91239" y="5149"/>
                    <a:pt x="86117" y="0"/>
                    <a:pt x="79827" y="0"/>
                  </a:cubicBezTo>
                  <a:lnTo>
                    <a:pt x="11412" y="0"/>
                  </a:lnTo>
                  <a:cubicBezTo>
                    <a:pt x="5149" y="28"/>
                    <a:pt x="0" y="5149"/>
                    <a:pt x="0" y="11412"/>
                  </a:cubicBezTo>
                  <a:close/>
                  <a:moveTo>
                    <a:pt x="79799" y="51325"/>
                  </a:moveTo>
                  <a:lnTo>
                    <a:pt x="11412" y="51325"/>
                  </a:lnTo>
                  <a:cubicBezTo>
                    <a:pt x="5149" y="51325"/>
                    <a:pt x="0" y="56447"/>
                    <a:pt x="0" y="62737"/>
                  </a:cubicBezTo>
                  <a:cubicBezTo>
                    <a:pt x="0" y="68999"/>
                    <a:pt x="5121" y="74149"/>
                    <a:pt x="11412" y="74149"/>
                  </a:cubicBezTo>
                  <a:lnTo>
                    <a:pt x="79827" y="74149"/>
                  </a:lnTo>
                  <a:cubicBezTo>
                    <a:pt x="86089" y="74149"/>
                    <a:pt x="91239" y="69027"/>
                    <a:pt x="91239" y="62737"/>
                  </a:cubicBezTo>
                  <a:cubicBezTo>
                    <a:pt x="91211" y="56447"/>
                    <a:pt x="86089" y="51325"/>
                    <a:pt x="79799" y="51325"/>
                  </a:cubicBezTo>
                  <a:close/>
                </a:path>
              </a:pathLst>
            </a:custGeom>
            <a:grpFill/>
            <a:ln w="270" cap="flat">
              <a:noFill/>
              <a:prstDash val="solid"/>
              <a:miter/>
            </a:ln>
          </p:spPr>
          <p:txBody>
            <a:bodyPr rtlCol="0" anchor="ctr"/>
            <a:lstStyle/>
            <a:p>
              <a:endParaRPr lang="zh-CN" altLang="en-US"/>
            </a:p>
          </p:txBody>
        </p:sp>
      </p:grpSp>
      <p:sp>
        <p:nvSpPr>
          <p:cNvPr id="151" name="椭圆 150">
            <a:extLst>
              <a:ext uri="{FF2B5EF4-FFF2-40B4-BE49-F238E27FC236}">
                <a16:creationId xmlns:a16="http://schemas.microsoft.com/office/drawing/2014/main" id="{C7DA8442-C00D-748C-8783-28E936C82ABA}"/>
              </a:ext>
            </a:extLst>
          </p:cNvPr>
          <p:cNvSpPr/>
          <p:nvPr/>
        </p:nvSpPr>
        <p:spPr>
          <a:xfrm>
            <a:off x="5214116" y="3739663"/>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100" b="1" dirty="0">
                <a:solidFill>
                  <a:schemeClr val="tx1"/>
                </a:solidFill>
              </a:rPr>
              <a:t>社交</a:t>
            </a:r>
            <a:endParaRPr lang="en-US" altLang="zh-CN" sz="1100" b="1" dirty="0">
              <a:solidFill>
                <a:schemeClr val="tx1"/>
              </a:solidFill>
            </a:endParaRPr>
          </a:p>
          <a:p>
            <a:pPr algn="ctr"/>
            <a:r>
              <a:rPr lang="zh-CN" altLang="en-US" sz="1100" b="1" dirty="0">
                <a:solidFill>
                  <a:schemeClr val="tx1"/>
                </a:solidFill>
              </a:rPr>
              <a:t>分享</a:t>
            </a:r>
          </a:p>
        </p:txBody>
      </p:sp>
      <p:sp>
        <p:nvSpPr>
          <p:cNvPr id="215" name="椭圆 214">
            <a:extLst>
              <a:ext uri="{FF2B5EF4-FFF2-40B4-BE49-F238E27FC236}">
                <a16:creationId xmlns:a16="http://schemas.microsoft.com/office/drawing/2014/main" id="{AA561FED-1950-7DF0-9F25-01A89AFCE83E}"/>
              </a:ext>
            </a:extLst>
          </p:cNvPr>
          <p:cNvSpPr/>
          <p:nvPr/>
        </p:nvSpPr>
        <p:spPr>
          <a:xfrm>
            <a:off x="6303590" y="3739663"/>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100" b="1" dirty="0">
                <a:solidFill>
                  <a:schemeClr val="tx1"/>
                </a:solidFill>
              </a:rPr>
              <a:t>线下</a:t>
            </a:r>
            <a:endParaRPr lang="en-US" altLang="zh-CN" sz="1100" b="1" dirty="0">
              <a:solidFill>
                <a:schemeClr val="tx1"/>
              </a:solidFill>
            </a:endParaRPr>
          </a:p>
          <a:p>
            <a:pPr algn="ctr"/>
            <a:r>
              <a:rPr lang="zh-CN" altLang="en-US" sz="1100" b="1" dirty="0">
                <a:solidFill>
                  <a:schemeClr val="tx1"/>
                </a:solidFill>
              </a:rPr>
              <a:t>活动</a:t>
            </a:r>
          </a:p>
        </p:txBody>
      </p:sp>
      <p:sp>
        <p:nvSpPr>
          <p:cNvPr id="225" name="任意多边形: 形状 224">
            <a:extLst>
              <a:ext uri="{FF2B5EF4-FFF2-40B4-BE49-F238E27FC236}">
                <a16:creationId xmlns:a16="http://schemas.microsoft.com/office/drawing/2014/main" id="{CF30B850-253B-013E-3F9E-3417ECD861A2}"/>
              </a:ext>
            </a:extLst>
          </p:cNvPr>
          <p:cNvSpPr/>
          <p:nvPr/>
        </p:nvSpPr>
        <p:spPr>
          <a:xfrm flipH="1">
            <a:off x="4121019" y="3178032"/>
            <a:ext cx="3921389" cy="465503"/>
          </a:xfrm>
          <a:custGeom>
            <a:avLst/>
            <a:gdLst>
              <a:gd name="connsiteX0" fmla="*/ 2836012 w 3921389"/>
              <a:gd name="connsiteY0" fmla="*/ 0 h 465503"/>
              <a:gd name="connsiteX1" fmla="*/ 2489072 w 3921389"/>
              <a:gd name="connsiteY1" fmla="*/ 0 h 465503"/>
              <a:gd name="connsiteX2" fmla="*/ 2472490 w 3921389"/>
              <a:gd name="connsiteY2" fmla="*/ 7150 h 465503"/>
              <a:gd name="connsiteX3" fmla="*/ 2458202 w 3921389"/>
              <a:gd name="connsiteY3" fmla="*/ 990 h 465503"/>
              <a:gd name="connsiteX4" fmla="*/ 2443915 w 3921389"/>
              <a:gd name="connsiteY4" fmla="*/ 7150 h 465503"/>
              <a:gd name="connsiteX5" fmla="*/ 2427331 w 3921389"/>
              <a:gd name="connsiteY5" fmla="*/ 0 h 465503"/>
              <a:gd name="connsiteX6" fmla="*/ 2159378 w 3921389"/>
              <a:gd name="connsiteY6" fmla="*/ 0 h 465503"/>
              <a:gd name="connsiteX7" fmla="*/ 2142796 w 3921389"/>
              <a:gd name="connsiteY7" fmla="*/ 7150 h 465503"/>
              <a:gd name="connsiteX8" fmla="*/ 2129922 w 3921389"/>
              <a:gd name="connsiteY8" fmla="*/ 1600 h 465503"/>
              <a:gd name="connsiteX9" fmla="*/ 2117049 w 3921389"/>
              <a:gd name="connsiteY9" fmla="*/ 7150 h 465503"/>
              <a:gd name="connsiteX10" fmla="*/ 2115635 w 3921389"/>
              <a:gd name="connsiteY10" fmla="*/ 6540 h 465503"/>
              <a:gd name="connsiteX11" fmla="*/ 2114221 w 3921389"/>
              <a:gd name="connsiteY11" fmla="*/ 7150 h 465503"/>
              <a:gd name="connsiteX12" fmla="*/ 2101347 w 3921389"/>
              <a:gd name="connsiteY12" fmla="*/ 1600 h 465503"/>
              <a:gd name="connsiteX13" fmla="*/ 2088474 w 3921389"/>
              <a:gd name="connsiteY13" fmla="*/ 7150 h 465503"/>
              <a:gd name="connsiteX14" fmla="*/ 2071890 w 3921389"/>
              <a:gd name="connsiteY14" fmla="*/ 0 h 465503"/>
              <a:gd name="connsiteX15" fmla="*/ 1820988 w 3921389"/>
              <a:gd name="connsiteY15" fmla="*/ 0 h 465503"/>
              <a:gd name="connsiteX16" fmla="*/ 1810618 w 3921389"/>
              <a:gd name="connsiteY16" fmla="*/ 4471 h 465503"/>
              <a:gd name="connsiteX17" fmla="*/ 1802093 w 3921389"/>
              <a:gd name="connsiteY17" fmla="*/ 795 h 465503"/>
              <a:gd name="connsiteX18" fmla="*/ 1787355 w 3921389"/>
              <a:gd name="connsiteY18" fmla="*/ 7150 h 465503"/>
              <a:gd name="connsiteX19" fmla="*/ 1773067 w 3921389"/>
              <a:gd name="connsiteY19" fmla="*/ 990 h 465503"/>
              <a:gd name="connsiteX20" fmla="*/ 1758780 w 3921389"/>
              <a:gd name="connsiteY20" fmla="*/ 7150 h 465503"/>
              <a:gd name="connsiteX21" fmla="*/ 1742196 w 3921389"/>
              <a:gd name="connsiteY21" fmla="*/ 0 h 465503"/>
              <a:gd name="connsiteX22" fmla="*/ 1465547 w 3921389"/>
              <a:gd name="connsiteY22" fmla="*/ 0 h 465503"/>
              <a:gd name="connsiteX23" fmla="*/ 1455177 w 3921389"/>
              <a:gd name="connsiteY23" fmla="*/ 4471 h 465503"/>
              <a:gd name="connsiteX24" fmla="*/ 1444807 w 3921389"/>
              <a:gd name="connsiteY24" fmla="*/ 0 h 465503"/>
              <a:gd name="connsiteX25" fmla="*/ 1436972 w 3921389"/>
              <a:gd name="connsiteY25" fmla="*/ 0 h 465503"/>
              <a:gd name="connsiteX26" fmla="*/ 1426602 w 3921389"/>
              <a:gd name="connsiteY26" fmla="*/ 4471 h 465503"/>
              <a:gd name="connsiteX27" fmla="*/ 1416232 w 3921389"/>
              <a:gd name="connsiteY27" fmla="*/ 0 h 465503"/>
              <a:gd name="connsiteX28" fmla="*/ 1063570 w 3921389"/>
              <a:gd name="connsiteY28" fmla="*/ 0 h 465503"/>
              <a:gd name="connsiteX29" fmla="*/ 275440 w 3921389"/>
              <a:gd name="connsiteY29" fmla="*/ 432415 h 465503"/>
              <a:gd name="connsiteX30" fmla="*/ 0 w 3921389"/>
              <a:gd name="connsiteY30" fmla="*/ 465503 h 465503"/>
              <a:gd name="connsiteX31" fmla="*/ 357315 w 3921389"/>
              <a:gd name="connsiteY31" fmla="*/ 465503 h 465503"/>
              <a:gd name="connsiteX32" fmla="*/ 385890 w 3921389"/>
              <a:gd name="connsiteY32" fmla="*/ 465503 h 465503"/>
              <a:gd name="connsiteX33" fmla="*/ 687009 w 3921389"/>
              <a:gd name="connsiteY33" fmla="*/ 465503 h 465503"/>
              <a:gd name="connsiteX34" fmla="*/ 712756 w 3921389"/>
              <a:gd name="connsiteY34" fmla="*/ 465503 h 465503"/>
              <a:gd name="connsiteX35" fmla="*/ 715584 w 3921389"/>
              <a:gd name="connsiteY35" fmla="*/ 465503 h 465503"/>
              <a:gd name="connsiteX36" fmla="*/ 741331 w 3921389"/>
              <a:gd name="connsiteY36" fmla="*/ 465503 h 465503"/>
              <a:gd name="connsiteX37" fmla="*/ 1042450 w 3921389"/>
              <a:gd name="connsiteY37" fmla="*/ 465503 h 465503"/>
              <a:gd name="connsiteX38" fmla="*/ 1071025 w 3921389"/>
              <a:gd name="connsiteY38" fmla="*/ 465503 h 465503"/>
              <a:gd name="connsiteX39" fmla="*/ 2495888 w 3921389"/>
              <a:gd name="connsiteY39" fmla="*/ 465503 h 465503"/>
              <a:gd name="connsiteX40" fmla="*/ 2524463 w 3921389"/>
              <a:gd name="connsiteY40" fmla="*/ 465503 h 465503"/>
              <a:gd name="connsiteX41" fmla="*/ 2825582 w 3921389"/>
              <a:gd name="connsiteY41" fmla="*/ 465503 h 465503"/>
              <a:gd name="connsiteX42" fmla="*/ 2851329 w 3921389"/>
              <a:gd name="connsiteY42" fmla="*/ 465503 h 465503"/>
              <a:gd name="connsiteX43" fmla="*/ 2854157 w 3921389"/>
              <a:gd name="connsiteY43" fmla="*/ 465503 h 465503"/>
              <a:gd name="connsiteX44" fmla="*/ 2879904 w 3921389"/>
              <a:gd name="connsiteY44" fmla="*/ 465503 h 465503"/>
              <a:gd name="connsiteX45" fmla="*/ 3181023 w 3921389"/>
              <a:gd name="connsiteY45" fmla="*/ 465503 h 465503"/>
              <a:gd name="connsiteX46" fmla="*/ 3209598 w 3921389"/>
              <a:gd name="connsiteY46" fmla="*/ 465503 h 465503"/>
              <a:gd name="connsiteX47" fmla="*/ 3921389 w 3921389"/>
              <a:gd name="connsiteY47" fmla="*/ 465503 h 465503"/>
              <a:gd name="connsiteX48" fmla="*/ 2860587 w 3921389"/>
              <a:gd name="connsiteY48" fmla="*/ 133965 h 465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3921389" h="465503">
                <a:moveTo>
                  <a:pt x="2836012" y="0"/>
                </a:moveTo>
                <a:lnTo>
                  <a:pt x="2489072" y="0"/>
                </a:lnTo>
                <a:lnTo>
                  <a:pt x="2472490" y="7150"/>
                </a:lnTo>
                <a:lnTo>
                  <a:pt x="2458202" y="990"/>
                </a:lnTo>
                <a:lnTo>
                  <a:pt x="2443915" y="7150"/>
                </a:lnTo>
                <a:lnTo>
                  <a:pt x="2427331" y="0"/>
                </a:lnTo>
                <a:lnTo>
                  <a:pt x="2159378" y="0"/>
                </a:lnTo>
                <a:lnTo>
                  <a:pt x="2142796" y="7150"/>
                </a:lnTo>
                <a:lnTo>
                  <a:pt x="2129922" y="1600"/>
                </a:lnTo>
                <a:lnTo>
                  <a:pt x="2117049" y="7150"/>
                </a:lnTo>
                <a:lnTo>
                  <a:pt x="2115635" y="6540"/>
                </a:lnTo>
                <a:lnTo>
                  <a:pt x="2114221" y="7150"/>
                </a:lnTo>
                <a:lnTo>
                  <a:pt x="2101347" y="1600"/>
                </a:lnTo>
                <a:lnTo>
                  <a:pt x="2088474" y="7150"/>
                </a:lnTo>
                <a:lnTo>
                  <a:pt x="2071890" y="0"/>
                </a:lnTo>
                <a:lnTo>
                  <a:pt x="1820988" y="0"/>
                </a:lnTo>
                <a:lnTo>
                  <a:pt x="1810618" y="4471"/>
                </a:lnTo>
                <a:lnTo>
                  <a:pt x="1802093" y="795"/>
                </a:lnTo>
                <a:lnTo>
                  <a:pt x="1787355" y="7150"/>
                </a:lnTo>
                <a:lnTo>
                  <a:pt x="1773067" y="990"/>
                </a:lnTo>
                <a:lnTo>
                  <a:pt x="1758780" y="7150"/>
                </a:lnTo>
                <a:lnTo>
                  <a:pt x="1742196" y="0"/>
                </a:lnTo>
                <a:lnTo>
                  <a:pt x="1465547" y="0"/>
                </a:lnTo>
                <a:lnTo>
                  <a:pt x="1455177" y="4471"/>
                </a:lnTo>
                <a:lnTo>
                  <a:pt x="1444807" y="0"/>
                </a:lnTo>
                <a:lnTo>
                  <a:pt x="1436972" y="0"/>
                </a:lnTo>
                <a:lnTo>
                  <a:pt x="1426602" y="4471"/>
                </a:lnTo>
                <a:lnTo>
                  <a:pt x="1416232" y="0"/>
                </a:lnTo>
                <a:lnTo>
                  <a:pt x="1063570" y="0"/>
                </a:lnTo>
                <a:cubicBezTo>
                  <a:pt x="1110658" y="154959"/>
                  <a:pt x="907635" y="336090"/>
                  <a:pt x="275440" y="432415"/>
                </a:cubicBezTo>
                <a:lnTo>
                  <a:pt x="0" y="465503"/>
                </a:lnTo>
                <a:lnTo>
                  <a:pt x="357315" y="465503"/>
                </a:lnTo>
                <a:lnTo>
                  <a:pt x="385890" y="465503"/>
                </a:lnTo>
                <a:lnTo>
                  <a:pt x="687009" y="465503"/>
                </a:lnTo>
                <a:lnTo>
                  <a:pt x="712756" y="465503"/>
                </a:lnTo>
                <a:lnTo>
                  <a:pt x="715584" y="465503"/>
                </a:lnTo>
                <a:lnTo>
                  <a:pt x="741331" y="465503"/>
                </a:lnTo>
                <a:lnTo>
                  <a:pt x="1042450" y="465503"/>
                </a:lnTo>
                <a:lnTo>
                  <a:pt x="1071025" y="465503"/>
                </a:lnTo>
                <a:lnTo>
                  <a:pt x="2495888" y="465503"/>
                </a:lnTo>
                <a:lnTo>
                  <a:pt x="2524463" y="465503"/>
                </a:lnTo>
                <a:lnTo>
                  <a:pt x="2825582" y="465503"/>
                </a:lnTo>
                <a:lnTo>
                  <a:pt x="2851329" y="465503"/>
                </a:lnTo>
                <a:lnTo>
                  <a:pt x="2854157" y="465503"/>
                </a:lnTo>
                <a:lnTo>
                  <a:pt x="2879904" y="465503"/>
                </a:lnTo>
                <a:lnTo>
                  <a:pt x="3181023" y="465503"/>
                </a:lnTo>
                <a:lnTo>
                  <a:pt x="3209598" y="465503"/>
                </a:lnTo>
                <a:lnTo>
                  <a:pt x="3921389" y="465503"/>
                </a:lnTo>
                <a:cubicBezTo>
                  <a:pt x="3271273" y="405648"/>
                  <a:pt x="2955259" y="271840"/>
                  <a:pt x="2860587" y="133965"/>
                </a:cubicBezTo>
                <a:close/>
              </a:path>
            </a:pathLst>
          </a:custGeom>
          <a:gradFill>
            <a:gsLst>
              <a:gs pos="0">
                <a:schemeClr val="accent1">
                  <a:alpha val="0"/>
                </a:schemeClr>
              </a:gs>
              <a:gs pos="41000">
                <a:schemeClr val="accent1">
                  <a:alpha val="12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0" name="椭圆 149">
            <a:extLst>
              <a:ext uri="{FF2B5EF4-FFF2-40B4-BE49-F238E27FC236}">
                <a16:creationId xmlns:a16="http://schemas.microsoft.com/office/drawing/2014/main" id="{2E99DC84-BC80-9C1C-F4E2-8459BBFC2FD8}"/>
              </a:ext>
            </a:extLst>
          </p:cNvPr>
          <p:cNvSpPr/>
          <p:nvPr/>
        </p:nvSpPr>
        <p:spPr>
          <a:xfrm>
            <a:off x="4149730" y="3545893"/>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100" b="1" dirty="0">
                <a:solidFill>
                  <a:schemeClr val="tx1"/>
                </a:solidFill>
              </a:rPr>
              <a:t>二维码推广</a:t>
            </a:r>
          </a:p>
        </p:txBody>
      </p:sp>
      <p:sp>
        <p:nvSpPr>
          <p:cNvPr id="152" name="椭圆 151">
            <a:extLst>
              <a:ext uri="{FF2B5EF4-FFF2-40B4-BE49-F238E27FC236}">
                <a16:creationId xmlns:a16="http://schemas.microsoft.com/office/drawing/2014/main" id="{26B64D0C-CA22-9233-9CB6-70720E0A507D}"/>
              </a:ext>
            </a:extLst>
          </p:cNvPr>
          <p:cNvSpPr/>
          <p:nvPr/>
        </p:nvSpPr>
        <p:spPr>
          <a:xfrm>
            <a:off x="7366427" y="3545893"/>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100" b="1" dirty="0">
                <a:solidFill>
                  <a:schemeClr val="tx1"/>
                </a:solidFill>
              </a:rPr>
              <a:t>活动</a:t>
            </a:r>
            <a:endParaRPr lang="en-US" altLang="zh-CN" sz="1100" b="1" dirty="0">
              <a:solidFill>
                <a:schemeClr val="tx1"/>
              </a:solidFill>
            </a:endParaRPr>
          </a:p>
          <a:p>
            <a:pPr algn="ctr"/>
            <a:r>
              <a:rPr lang="zh-CN" altLang="en-US" sz="1100" b="1" dirty="0">
                <a:solidFill>
                  <a:schemeClr val="tx1"/>
                </a:solidFill>
              </a:rPr>
              <a:t>营销</a:t>
            </a:r>
          </a:p>
        </p:txBody>
      </p:sp>
    </p:spTree>
    <p:extLst>
      <p:ext uri="{BB962C8B-B14F-4D97-AF65-F5344CB8AC3E}">
        <p14:creationId xmlns:p14="http://schemas.microsoft.com/office/powerpoint/2010/main" val="7491837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81" name="椭圆 80">
            <a:extLst>
              <a:ext uri="{FF2B5EF4-FFF2-40B4-BE49-F238E27FC236}">
                <a16:creationId xmlns:a16="http://schemas.microsoft.com/office/drawing/2014/main" id="{74B60033-3A5A-3C3E-ADEF-5402F70B3500}"/>
              </a:ext>
            </a:extLst>
          </p:cNvPr>
          <p:cNvSpPr/>
          <p:nvPr/>
        </p:nvSpPr>
        <p:spPr>
          <a:xfrm>
            <a:off x="924560" y="5528982"/>
            <a:ext cx="10342880" cy="482445"/>
          </a:xfrm>
          <a:prstGeom prst="ellipse">
            <a:avLst/>
          </a:prstGeom>
          <a:noFill/>
          <a:ln w="6350">
            <a:gradFill>
              <a:gsLst>
                <a:gs pos="29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155" tIns="17578" rIns="35155" bIns="17578" numCol="1" spcCol="0" rtlCol="0" fromWordArt="0" anchor="ctr" anchorCtr="0" forceAA="0" compatLnSpc="1">
            <a:prstTxWarp prst="textNoShape">
              <a:avLst/>
            </a:prstTxWarp>
            <a:noAutofit/>
          </a:bodyPr>
          <a:lstStyle/>
          <a:p>
            <a:pPr algn="ctr" defTabSz="175765">
              <a:defRPr/>
            </a:pPr>
            <a:endParaRPr lang="zh-CN" altLang="en-US" sz="692">
              <a:solidFill>
                <a:srgbClr val="006EFF">
                  <a:lumMod val="60000"/>
                  <a:lumOff val="40000"/>
                </a:srgbClr>
              </a:solidFill>
              <a:latin typeface="+mn-ea"/>
              <a:cs typeface="OPPOSans M"/>
              <a:sym typeface="+mn-lt"/>
            </a:endParaRPr>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网络监控模型</a:t>
            </a:r>
            <a:endParaRPr lang="en-US" altLang="zh-CN" dirty="0"/>
          </a:p>
        </p:txBody>
      </p:sp>
      <p:grpSp>
        <p:nvGrpSpPr>
          <p:cNvPr id="144" name="组合 143">
            <a:extLst>
              <a:ext uri="{FF2B5EF4-FFF2-40B4-BE49-F238E27FC236}">
                <a16:creationId xmlns:a16="http://schemas.microsoft.com/office/drawing/2014/main" id="{2D5538EE-C7DE-CD2D-4E14-1FCE1C5183A5}"/>
              </a:ext>
            </a:extLst>
          </p:cNvPr>
          <p:cNvGrpSpPr/>
          <p:nvPr/>
        </p:nvGrpSpPr>
        <p:grpSpPr>
          <a:xfrm>
            <a:off x="1350417" y="3720405"/>
            <a:ext cx="9491163" cy="492443"/>
            <a:chOff x="1700077" y="3919191"/>
            <a:chExt cx="8547235" cy="620933"/>
          </a:xfrm>
        </p:grpSpPr>
        <p:sp>
          <p:nvSpPr>
            <p:cNvPr id="130" name="任意多边形: 形状 129">
              <a:extLst>
                <a:ext uri="{FF2B5EF4-FFF2-40B4-BE49-F238E27FC236}">
                  <a16:creationId xmlns:a16="http://schemas.microsoft.com/office/drawing/2014/main" id="{C2B03B82-8856-2668-3D10-25FFE2B38695}"/>
                </a:ext>
              </a:extLst>
            </p:cNvPr>
            <p:cNvSpPr/>
            <p:nvPr/>
          </p:nvSpPr>
          <p:spPr>
            <a:xfrm>
              <a:off x="1735999" y="3919191"/>
              <a:ext cx="8445199" cy="509262"/>
            </a:xfrm>
            <a:custGeom>
              <a:avLst/>
              <a:gdLst>
                <a:gd name="connsiteX0" fmla="*/ 7815262 w 9218835"/>
                <a:gd name="connsiteY0" fmla="*/ 3215 h 1006542"/>
                <a:gd name="connsiteX1" fmla="*/ 7796748 w 9218835"/>
                <a:gd name="connsiteY1" fmla="*/ -2268 h 1006542"/>
                <a:gd name="connsiteX2" fmla="*/ 1425362 w 9218835"/>
                <a:gd name="connsiteY2" fmla="*/ -2268 h 1006542"/>
                <a:gd name="connsiteX3" fmla="*/ 1407191 w 9218835"/>
                <a:gd name="connsiteY3" fmla="*/ 3215 h 1006542"/>
                <a:gd name="connsiteX4" fmla="*/ 16356 w 9218835"/>
                <a:gd name="connsiteY4" fmla="*/ 945295 h 1006542"/>
                <a:gd name="connsiteX5" fmla="*/ 7442 w 9218835"/>
                <a:gd name="connsiteY5" fmla="*/ 989863 h 1006542"/>
                <a:gd name="connsiteX6" fmla="*/ 34869 w 9218835"/>
                <a:gd name="connsiteY6" fmla="*/ 1004259 h 1006542"/>
                <a:gd name="connsiteX7" fmla="*/ 9188274 w 9218835"/>
                <a:gd name="connsiteY7" fmla="*/ 1004259 h 1006542"/>
                <a:gd name="connsiteX8" fmla="*/ 9220840 w 9218835"/>
                <a:gd name="connsiteY8" fmla="*/ 972379 h 1006542"/>
                <a:gd name="connsiteX9" fmla="*/ 9206440 w 9218835"/>
                <a:gd name="connsiteY9" fmla="*/ 945295 h 1006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218835" h="1006542">
                  <a:moveTo>
                    <a:pt x="7815262" y="3215"/>
                  </a:moveTo>
                  <a:cubicBezTo>
                    <a:pt x="7809775" y="-217"/>
                    <a:pt x="7803264" y="-2268"/>
                    <a:pt x="7796748" y="-2268"/>
                  </a:cubicBezTo>
                  <a:lnTo>
                    <a:pt x="1425362" y="-2268"/>
                  </a:lnTo>
                  <a:cubicBezTo>
                    <a:pt x="1418850" y="-2268"/>
                    <a:pt x="1412678" y="-560"/>
                    <a:pt x="1407191" y="3215"/>
                  </a:cubicBezTo>
                  <a:lnTo>
                    <a:pt x="16356" y="945295"/>
                  </a:lnTo>
                  <a:cubicBezTo>
                    <a:pt x="1612" y="955238"/>
                    <a:pt x="-2501" y="975116"/>
                    <a:pt x="7442" y="989863"/>
                  </a:cubicBezTo>
                  <a:cubicBezTo>
                    <a:pt x="13615" y="999120"/>
                    <a:pt x="23897" y="1004603"/>
                    <a:pt x="34869" y="1004259"/>
                  </a:cubicBezTo>
                  <a:lnTo>
                    <a:pt x="9188274" y="1004259"/>
                  </a:lnTo>
                  <a:cubicBezTo>
                    <a:pt x="9206097" y="1004259"/>
                    <a:pt x="9220497" y="989863"/>
                    <a:pt x="9220840" y="972379"/>
                  </a:cubicBezTo>
                  <a:cubicBezTo>
                    <a:pt x="9220840" y="961406"/>
                    <a:pt x="9215354" y="951463"/>
                    <a:pt x="9206440" y="945295"/>
                  </a:cubicBezTo>
                  <a:close/>
                </a:path>
              </a:pathLst>
            </a:custGeom>
            <a:gradFill>
              <a:gsLst>
                <a:gs pos="5000">
                  <a:schemeClr val="accent1">
                    <a:alpha val="0"/>
                  </a:schemeClr>
                </a:gs>
                <a:gs pos="100000">
                  <a:schemeClr val="accent1">
                    <a:alpha val="30000"/>
                  </a:schemeClr>
                </a:gs>
              </a:gsLst>
              <a:lin ang="5400000" scaled="0"/>
            </a:gra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spc="300">
                <a:solidFill>
                  <a:schemeClr val="lt1"/>
                </a:solidFill>
                <a:latin typeface="+mj-ea"/>
                <a:ea typeface="+mj-ea"/>
                <a:cs typeface="+mn-cs"/>
              </a:endParaRPr>
            </a:p>
          </p:txBody>
        </p:sp>
        <p:sp>
          <p:nvSpPr>
            <p:cNvPr id="131" name="矩形: 圆角 130">
              <a:extLst>
                <a:ext uri="{FF2B5EF4-FFF2-40B4-BE49-F238E27FC236}">
                  <a16:creationId xmlns:a16="http://schemas.microsoft.com/office/drawing/2014/main" id="{8DF9607F-2ACF-4482-CB4B-1F6A5EFD32E0}"/>
                </a:ext>
              </a:extLst>
            </p:cNvPr>
            <p:cNvSpPr>
              <a:spLocks/>
            </p:cNvSpPr>
            <p:nvPr/>
          </p:nvSpPr>
          <p:spPr>
            <a:xfrm>
              <a:off x="1700077" y="4414859"/>
              <a:ext cx="8547235" cy="125265"/>
            </a:xfrm>
            <a:prstGeom prst="roundRect">
              <a:avLst>
                <a:gd name="adj" fmla="val 50000"/>
              </a:avLst>
            </a:prstGeom>
            <a:gradFill>
              <a:gsLst>
                <a:gs pos="0">
                  <a:schemeClr val="accent1">
                    <a:alpha val="55000"/>
                  </a:schemeClr>
                </a:gs>
                <a:gs pos="100000">
                  <a:schemeClr val="accent1">
                    <a:alpha val="30000"/>
                  </a:schemeClr>
                </a:gs>
              </a:gsLst>
              <a:lin ang="5400000" scaled="0"/>
            </a:gra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schemeClr val="lt1"/>
                </a:solidFill>
                <a:latin typeface="+mj-ea"/>
                <a:ea typeface="+mj-ea"/>
                <a:cs typeface="+mn-cs"/>
              </a:endParaRPr>
            </a:p>
          </p:txBody>
        </p:sp>
        <p:sp>
          <p:nvSpPr>
            <p:cNvPr id="132" name="矩形: 圆角 131">
              <a:extLst>
                <a:ext uri="{FF2B5EF4-FFF2-40B4-BE49-F238E27FC236}">
                  <a16:creationId xmlns:a16="http://schemas.microsoft.com/office/drawing/2014/main" id="{27ABEF53-AF66-7394-C955-8BF030735284}"/>
                </a:ext>
              </a:extLst>
            </p:cNvPr>
            <p:cNvSpPr>
              <a:spLocks/>
            </p:cNvSpPr>
            <p:nvPr/>
          </p:nvSpPr>
          <p:spPr>
            <a:xfrm>
              <a:off x="1700077" y="4414859"/>
              <a:ext cx="8547235" cy="125265"/>
            </a:xfrm>
            <a:prstGeom prst="roundRect">
              <a:avLst>
                <a:gd name="adj" fmla="val 50000"/>
              </a:avLst>
            </a:prstGeom>
            <a:noFill/>
            <a:ln w="15875" cap="flat">
              <a:gradFill>
                <a:gsLst>
                  <a:gs pos="0">
                    <a:schemeClr val="accent1"/>
                  </a:gs>
                  <a:gs pos="100000">
                    <a:schemeClr val="accent1">
                      <a:alpha val="10000"/>
                    </a:schemeClr>
                  </a:gs>
                </a:gsLst>
                <a:lin ang="5400000" scaled="1"/>
              </a:gradFill>
              <a:prstDash val="solid"/>
              <a:miter/>
            </a:ln>
          </p:spPr>
          <p:txBody>
            <a:bodyPr rtlCol="0" anchor="ctr"/>
            <a:lstStyle/>
            <a:p>
              <a:endParaRPr lang="zh-CN" altLang="en-US" sz="1600" dirty="0"/>
            </a:p>
          </p:txBody>
        </p:sp>
        <p:sp>
          <p:nvSpPr>
            <p:cNvPr id="133" name="图形 27">
              <a:extLst>
                <a:ext uri="{FF2B5EF4-FFF2-40B4-BE49-F238E27FC236}">
                  <a16:creationId xmlns:a16="http://schemas.microsoft.com/office/drawing/2014/main" id="{EB0D2D86-55BF-BACE-9B85-71E2D850A093}"/>
                </a:ext>
              </a:extLst>
            </p:cNvPr>
            <p:cNvSpPr/>
            <p:nvPr/>
          </p:nvSpPr>
          <p:spPr>
            <a:xfrm>
              <a:off x="1703457" y="3919415"/>
              <a:ext cx="8531086" cy="516840"/>
            </a:xfrm>
            <a:custGeom>
              <a:avLst/>
              <a:gdLst>
                <a:gd name="connsiteX0" fmla="*/ 4054 w 6106284"/>
                <a:gd name="connsiteY0" fmla="*/ 667609 h 669814"/>
                <a:gd name="connsiteX1" fmla="*/ 19183 w 6106284"/>
                <a:gd name="connsiteY1" fmla="*/ 624929 h 669814"/>
                <a:gd name="connsiteX2" fmla="*/ 896541 w 6106284"/>
                <a:gd name="connsiteY2" fmla="*/ 30538 h 669814"/>
                <a:gd name="connsiteX3" fmla="*/ 1003584 w 6106284"/>
                <a:gd name="connsiteY3" fmla="*/ -2206 h 669814"/>
                <a:gd name="connsiteX4" fmla="*/ 5107395 w 6106284"/>
                <a:gd name="connsiteY4" fmla="*/ -2206 h 669814"/>
                <a:gd name="connsiteX5" fmla="*/ 5214213 w 6106284"/>
                <a:gd name="connsiteY5" fmla="*/ 30538 h 669814"/>
                <a:gd name="connsiteX6" fmla="*/ 6091794 w 6106284"/>
                <a:gd name="connsiteY6" fmla="*/ 624929 h 669814"/>
                <a:gd name="connsiteX7" fmla="*/ 6106700 w 6106284"/>
                <a:gd name="connsiteY7" fmla="*/ 667609 h 669814"/>
                <a:gd name="connsiteX8" fmla="*/ 6074405 w 6106284"/>
                <a:gd name="connsiteY8" fmla="*/ 657673 h 669814"/>
                <a:gd name="connsiteX9" fmla="*/ 6072599 w 6106284"/>
                <a:gd name="connsiteY9" fmla="*/ 653158 h 669814"/>
                <a:gd name="connsiteX10" fmla="*/ 6072599 w 6106284"/>
                <a:gd name="connsiteY10" fmla="*/ 653158 h 669814"/>
                <a:gd name="connsiteX11" fmla="*/ 5195244 w 6106284"/>
                <a:gd name="connsiteY11" fmla="*/ 58541 h 669814"/>
                <a:gd name="connsiteX12" fmla="*/ 5107395 w 6106284"/>
                <a:gd name="connsiteY12" fmla="*/ 31669 h 669814"/>
                <a:gd name="connsiteX13" fmla="*/ 1003584 w 6106284"/>
                <a:gd name="connsiteY13" fmla="*/ 31669 h 669814"/>
                <a:gd name="connsiteX14" fmla="*/ 915507 w 6106284"/>
                <a:gd name="connsiteY14" fmla="*/ 58541 h 669814"/>
                <a:gd name="connsiteX15" fmla="*/ 38155 w 6106284"/>
                <a:gd name="connsiteY15" fmla="*/ 653158 h 669814"/>
                <a:gd name="connsiteX16" fmla="*/ 36572 w 6106284"/>
                <a:gd name="connsiteY16" fmla="*/ 657673 h 669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106284" h="669814">
                  <a:moveTo>
                    <a:pt x="4054" y="667609"/>
                  </a:moveTo>
                  <a:cubicBezTo>
                    <a:pt x="-1140" y="651576"/>
                    <a:pt x="5184" y="634186"/>
                    <a:pt x="19183" y="624929"/>
                  </a:cubicBezTo>
                  <a:lnTo>
                    <a:pt x="896541" y="30538"/>
                  </a:lnTo>
                  <a:cubicBezTo>
                    <a:pt x="928155" y="9086"/>
                    <a:pt x="965420" y="-2206"/>
                    <a:pt x="1003584" y="-2206"/>
                  </a:cubicBezTo>
                  <a:lnTo>
                    <a:pt x="5107395" y="-2206"/>
                  </a:lnTo>
                  <a:cubicBezTo>
                    <a:pt x="5145559" y="-2206"/>
                    <a:pt x="5182596" y="9086"/>
                    <a:pt x="5214213" y="30538"/>
                  </a:cubicBezTo>
                  <a:lnTo>
                    <a:pt x="6091794" y="624929"/>
                  </a:lnTo>
                  <a:cubicBezTo>
                    <a:pt x="6105796" y="634186"/>
                    <a:pt x="6111893" y="651576"/>
                    <a:pt x="6106700" y="667609"/>
                  </a:cubicBezTo>
                  <a:lnTo>
                    <a:pt x="6074405" y="657673"/>
                  </a:lnTo>
                  <a:cubicBezTo>
                    <a:pt x="6075083" y="655865"/>
                    <a:pt x="6074405" y="654062"/>
                    <a:pt x="6072599" y="653158"/>
                  </a:cubicBezTo>
                  <a:cubicBezTo>
                    <a:pt x="6072599" y="653158"/>
                    <a:pt x="6072599" y="653158"/>
                    <a:pt x="6072599" y="653158"/>
                  </a:cubicBezTo>
                  <a:lnTo>
                    <a:pt x="5195244" y="58541"/>
                  </a:lnTo>
                  <a:cubicBezTo>
                    <a:pt x="5169273" y="40926"/>
                    <a:pt x="5138786" y="31669"/>
                    <a:pt x="5107395" y="31669"/>
                  </a:cubicBezTo>
                  <a:lnTo>
                    <a:pt x="1003584" y="31669"/>
                  </a:lnTo>
                  <a:cubicBezTo>
                    <a:pt x="972191" y="31669"/>
                    <a:pt x="941481" y="41152"/>
                    <a:pt x="915507" y="58541"/>
                  </a:cubicBezTo>
                  <a:lnTo>
                    <a:pt x="38155" y="653158"/>
                  </a:lnTo>
                  <a:cubicBezTo>
                    <a:pt x="36572" y="654062"/>
                    <a:pt x="35668" y="656091"/>
                    <a:pt x="36572" y="657673"/>
                  </a:cubicBezTo>
                  <a:close/>
                </a:path>
              </a:pathLst>
            </a:custGeom>
            <a:gradFill>
              <a:gsLst>
                <a:gs pos="5000">
                  <a:schemeClr val="accent1">
                    <a:alpha val="0"/>
                  </a:schemeClr>
                </a:gs>
                <a:gs pos="99000">
                  <a:schemeClr val="accent1"/>
                </a:gs>
              </a:gsLst>
              <a:lin ang="5400000" scaled="0"/>
            </a:gradFill>
            <a:ln w="2278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sz="1600" dirty="0"/>
            </a:p>
          </p:txBody>
        </p:sp>
      </p:grpSp>
      <p:sp>
        <p:nvSpPr>
          <p:cNvPr id="229" name="椭圆 228">
            <a:extLst>
              <a:ext uri="{FF2B5EF4-FFF2-40B4-BE49-F238E27FC236}">
                <a16:creationId xmlns:a16="http://schemas.microsoft.com/office/drawing/2014/main" id="{8B5B26C5-786E-2E8A-9171-5AD6E515413D}"/>
              </a:ext>
            </a:extLst>
          </p:cNvPr>
          <p:cNvSpPr/>
          <p:nvPr/>
        </p:nvSpPr>
        <p:spPr>
          <a:xfrm>
            <a:off x="5266268" y="3509531"/>
            <a:ext cx="1659466" cy="163208"/>
          </a:xfrm>
          <a:prstGeom prst="ellipse">
            <a:avLst/>
          </a:prstGeom>
          <a:noFill/>
          <a:ln w="6350">
            <a:gradFill>
              <a:gsLst>
                <a:gs pos="15000">
                  <a:schemeClr val="accent1">
                    <a:alpha val="0"/>
                  </a:schemeClr>
                </a:gs>
                <a:gs pos="99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155" tIns="17578" rIns="35155" bIns="17578" numCol="1" spcCol="0" rtlCol="0" fromWordArt="0" anchor="ctr" anchorCtr="0" forceAA="0" compatLnSpc="1">
            <a:prstTxWarp prst="textNoShape">
              <a:avLst/>
            </a:prstTxWarp>
            <a:noAutofit/>
          </a:bodyPr>
          <a:lstStyle/>
          <a:p>
            <a:pPr algn="ctr" defTabSz="175765">
              <a:defRPr/>
            </a:pPr>
            <a:endParaRPr lang="zh-CN" altLang="en-US" sz="692">
              <a:solidFill>
                <a:srgbClr val="006EFF">
                  <a:lumMod val="60000"/>
                  <a:lumOff val="40000"/>
                </a:srgbClr>
              </a:solidFill>
              <a:latin typeface="+mn-ea"/>
              <a:cs typeface="OPPOSans M"/>
              <a:sym typeface="+mn-lt"/>
            </a:endParaRPr>
          </a:p>
        </p:txBody>
      </p:sp>
      <p:sp>
        <p:nvSpPr>
          <p:cNvPr id="230" name="椭圆 229">
            <a:extLst>
              <a:ext uri="{FF2B5EF4-FFF2-40B4-BE49-F238E27FC236}">
                <a16:creationId xmlns:a16="http://schemas.microsoft.com/office/drawing/2014/main" id="{F4C7ACD3-4743-059A-AACB-99566A7A0735}"/>
              </a:ext>
            </a:extLst>
          </p:cNvPr>
          <p:cNvSpPr/>
          <p:nvPr/>
        </p:nvSpPr>
        <p:spPr>
          <a:xfrm>
            <a:off x="5266268" y="3691564"/>
            <a:ext cx="1659466" cy="163208"/>
          </a:xfrm>
          <a:prstGeom prst="ellipse">
            <a:avLst/>
          </a:prstGeom>
          <a:noFill/>
          <a:ln w="6350">
            <a:gradFill>
              <a:gsLst>
                <a:gs pos="15000">
                  <a:schemeClr val="accent1">
                    <a:alpha val="0"/>
                  </a:schemeClr>
                </a:gs>
                <a:gs pos="99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155" tIns="17578" rIns="35155" bIns="17578" numCol="1" spcCol="0" rtlCol="0" fromWordArt="0" anchor="ctr" anchorCtr="0" forceAA="0" compatLnSpc="1">
            <a:prstTxWarp prst="textNoShape">
              <a:avLst/>
            </a:prstTxWarp>
            <a:noAutofit/>
          </a:bodyPr>
          <a:lstStyle/>
          <a:p>
            <a:pPr algn="ctr" defTabSz="175765">
              <a:defRPr/>
            </a:pPr>
            <a:endParaRPr lang="zh-CN" altLang="en-US" sz="692">
              <a:solidFill>
                <a:srgbClr val="006EFF">
                  <a:lumMod val="60000"/>
                  <a:lumOff val="40000"/>
                </a:srgbClr>
              </a:solidFill>
              <a:latin typeface="+mn-ea"/>
              <a:cs typeface="OPPOSans M"/>
              <a:sym typeface="+mn-lt"/>
            </a:endParaRPr>
          </a:p>
        </p:txBody>
      </p:sp>
      <p:cxnSp>
        <p:nvCxnSpPr>
          <p:cNvPr id="165" name="直接连接符 164">
            <a:extLst>
              <a:ext uri="{FF2B5EF4-FFF2-40B4-BE49-F238E27FC236}">
                <a16:creationId xmlns:a16="http://schemas.microsoft.com/office/drawing/2014/main" id="{A24AAFA6-5899-6AEC-9C42-8D5B9EAE83D7}"/>
              </a:ext>
            </a:extLst>
          </p:cNvPr>
          <p:cNvCxnSpPr>
            <a:cxnSpLocks/>
          </p:cNvCxnSpPr>
          <p:nvPr/>
        </p:nvCxnSpPr>
        <p:spPr>
          <a:xfrm>
            <a:off x="6656797" y="3432789"/>
            <a:ext cx="0" cy="222115"/>
          </a:xfrm>
          <a:prstGeom prst="line">
            <a:avLst/>
          </a:prstGeom>
          <a:ln w="19050" cap="rnd">
            <a:gradFill>
              <a:gsLst>
                <a:gs pos="0">
                  <a:schemeClr val="accent1">
                    <a:alpha val="55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62C4C0C7-59D0-FC71-D41F-FE0391E542CD}"/>
              </a:ext>
            </a:extLst>
          </p:cNvPr>
          <p:cNvCxnSpPr>
            <a:cxnSpLocks/>
          </p:cNvCxnSpPr>
          <p:nvPr/>
        </p:nvCxnSpPr>
        <p:spPr>
          <a:xfrm>
            <a:off x="7018289" y="3401369"/>
            <a:ext cx="0" cy="429233"/>
          </a:xfrm>
          <a:prstGeom prst="line">
            <a:avLst/>
          </a:prstGeom>
          <a:ln w="19050" cap="rnd">
            <a:gradFill>
              <a:gsLst>
                <a:gs pos="0">
                  <a:schemeClr val="accent1">
                    <a:alpha val="29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71" name="旁门左道出品">
            <a:extLst>
              <a:ext uri="{FF2B5EF4-FFF2-40B4-BE49-F238E27FC236}">
                <a16:creationId xmlns:a16="http://schemas.microsoft.com/office/drawing/2014/main" id="{A028DDA8-109A-24E8-296A-0848E8C6EB6C}"/>
              </a:ext>
            </a:extLst>
          </p:cNvPr>
          <p:cNvCxnSpPr>
            <a:cxnSpLocks/>
          </p:cNvCxnSpPr>
          <p:nvPr/>
        </p:nvCxnSpPr>
        <p:spPr>
          <a:xfrm>
            <a:off x="7267924" y="3830602"/>
            <a:ext cx="0" cy="267149"/>
          </a:xfrm>
          <a:prstGeom prst="line">
            <a:avLst/>
          </a:prstGeom>
          <a:ln w="19050" cap="rnd">
            <a:gradFill>
              <a:gsLst>
                <a:gs pos="0">
                  <a:schemeClr val="accent1">
                    <a:alpha val="52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23" name="组合 22">
            <a:extLst>
              <a:ext uri="{FF2B5EF4-FFF2-40B4-BE49-F238E27FC236}">
                <a16:creationId xmlns:a16="http://schemas.microsoft.com/office/drawing/2014/main" id="{627009D7-A0B0-BDB7-5325-2C0C88F97262}"/>
              </a:ext>
            </a:extLst>
          </p:cNvPr>
          <p:cNvGrpSpPr/>
          <p:nvPr/>
        </p:nvGrpSpPr>
        <p:grpSpPr>
          <a:xfrm>
            <a:off x="1350418" y="4371828"/>
            <a:ext cx="2995136" cy="1429447"/>
            <a:chOff x="1350418" y="4883125"/>
            <a:chExt cx="2147979" cy="1135878"/>
          </a:xfrm>
        </p:grpSpPr>
        <p:sp>
          <p:nvSpPr>
            <p:cNvPr id="4" name="矩形: 圆角 3">
              <a:extLst>
                <a:ext uri="{FF2B5EF4-FFF2-40B4-BE49-F238E27FC236}">
                  <a16:creationId xmlns:a16="http://schemas.microsoft.com/office/drawing/2014/main" id="{81FA3E8B-51E3-731C-1452-990AF9816ADF}"/>
                </a:ext>
              </a:extLst>
            </p:cNvPr>
            <p:cNvSpPr/>
            <p:nvPr/>
          </p:nvSpPr>
          <p:spPr>
            <a:xfrm>
              <a:off x="1350418" y="4883125"/>
              <a:ext cx="2147979" cy="1135878"/>
            </a:xfrm>
            <a:prstGeom prst="roundRect">
              <a:avLst>
                <a:gd name="adj" fmla="val 6604"/>
              </a:avLst>
            </a:prstGeom>
            <a:gradFill>
              <a:gsLst>
                <a:gs pos="100000">
                  <a:schemeClr val="accent1">
                    <a:alpha val="0"/>
                  </a:schemeClr>
                </a:gs>
                <a:gs pos="0">
                  <a:schemeClr val="accent1">
                    <a:alpha val="27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1" name="直接连接符 20">
              <a:extLst>
                <a:ext uri="{FF2B5EF4-FFF2-40B4-BE49-F238E27FC236}">
                  <a16:creationId xmlns:a16="http://schemas.microsoft.com/office/drawing/2014/main" id="{7B748472-2A97-7482-9FCE-340F17099763}"/>
                </a:ext>
              </a:extLst>
            </p:cNvPr>
            <p:cNvCxnSpPr>
              <a:cxnSpLocks/>
            </p:cNvCxnSpPr>
            <p:nvPr/>
          </p:nvCxnSpPr>
          <p:spPr>
            <a:xfrm>
              <a:off x="2266817" y="4884713"/>
              <a:ext cx="315181" cy="0"/>
            </a:xfrm>
            <a:prstGeom prst="line">
              <a:avLst/>
            </a:prstGeom>
            <a:ln w="12700" cap="rnd"/>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3C175D3F-4ABE-4A2E-FBAD-3B701B138BCB}"/>
              </a:ext>
            </a:extLst>
          </p:cNvPr>
          <p:cNvGrpSpPr/>
          <p:nvPr/>
        </p:nvGrpSpPr>
        <p:grpSpPr>
          <a:xfrm>
            <a:off x="4598432" y="4371828"/>
            <a:ext cx="2995136" cy="1429447"/>
            <a:chOff x="1350418" y="4883125"/>
            <a:chExt cx="2147979" cy="1135878"/>
          </a:xfrm>
        </p:grpSpPr>
        <p:sp>
          <p:nvSpPr>
            <p:cNvPr id="25" name="矩形: 圆角 24">
              <a:extLst>
                <a:ext uri="{FF2B5EF4-FFF2-40B4-BE49-F238E27FC236}">
                  <a16:creationId xmlns:a16="http://schemas.microsoft.com/office/drawing/2014/main" id="{F82CD69F-978F-16C7-92C4-32D3A24DD208}"/>
                </a:ext>
              </a:extLst>
            </p:cNvPr>
            <p:cNvSpPr/>
            <p:nvPr/>
          </p:nvSpPr>
          <p:spPr>
            <a:xfrm>
              <a:off x="1350418" y="4883125"/>
              <a:ext cx="2147979" cy="1135878"/>
            </a:xfrm>
            <a:prstGeom prst="roundRect">
              <a:avLst>
                <a:gd name="adj" fmla="val 6604"/>
              </a:avLst>
            </a:prstGeom>
            <a:gradFill>
              <a:gsLst>
                <a:gs pos="100000">
                  <a:schemeClr val="accent1">
                    <a:alpha val="0"/>
                  </a:schemeClr>
                </a:gs>
                <a:gs pos="0">
                  <a:schemeClr val="accent1">
                    <a:alpha val="27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1" name="直接连接符 30">
              <a:extLst>
                <a:ext uri="{FF2B5EF4-FFF2-40B4-BE49-F238E27FC236}">
                  <a16:creationId xmlns:a16="http://schemas.microsoft.com/office/drawing/2014/main" id="{AFCE6F53-5EF1-2F4B-43DE-F5BC64B732CD}"/>
                </a:ext>
              </a:extLst>
            </p:cNvPr>
            <p:cNvCxnSpPr>
              <a:cxnSpLocks/>
            </p:cNvCxnSpPr>
            <p:nvPr/>
          </p:nvCxnSpPr>
          <p:spPr>
            <a:xfrm>
              <a:off x="2266817" y="4884713"/>
              <a:ext cx="315181" cy="0"/>
            </a:xfrm>
            <a:prstGeom prst="line">
              <a:avLst/>
            </a:prstGeom>
            <a:ln w="12700" cap="rnd"/>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A1545E78-0D78-A76B-5BB1-81613B4D8A91}"/>
              </a:ext>
            </a:extLst>
          </p:cNvPr>
          <p:cNvGrpSpPr/>
          <p:nvPr/>
        </p:nvGrpSpPr>
        <p:grpSpPr>
          <a:xfrm>
            <a:off x="7846445" y="4371828"/>
            <a:ext cx="2995136" cy="1429447"/>
            <a:chOff x="1350418" y="4883125"/>
            <a:chExt cx="2147979" cy="1135878"/>
          </a:xfrm>
        </p:grpSpPr>
        <p:sp>
          <p:nvSpPr>
            <p:cNvPr id="37" name="矩形: 圆角 36">
              <a:extLst>
                <a:ext uri="{FF2B5EF4-FFF2-40B4-BE49-F238E27FC236}">
                  <a16:creationId xmlns:a16="http://schemas.microsoft.com/office/drawing/2014/main" id="{7A01774B-8AE1-94C0-7DCF-0D67443368BF}"/>
                </a:ext>
              </a:extLst>
            </p:cNvPr>
            <p:cNvSpPr/>
            <p:nvPr/>
          </p:nvSpPr>
          <p:spPr>
            <a:xfrm>
              <a:off x="1350418" y="4883125"/>
              <a:ext cx="2147979" cy="1135878"/>
            </a:xfrm>
            <a:prstGeom prst="roundRect">
              <a:avLst>
                <a:gd name="adj" fmla="val 6604"/>
              </a:avLst>
            </a:prstGeom>
            <a:gradFill>
              <a:gsLst>
                <a:gs pos="100000">
                  <a:schemeClr val="accent1">
                    <a:alpha val="0"/>
                  </a:schemeClr>
                </a:gs>
                <a:gs pos="0">
                  <a:schemeClr val="accent1">
                    <a:alpha val="27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8" name="直接连接符 37">
              <a:extLst>
                <a:ext uri="{FF2B5EF4-FFF2-40B4-BE49-F238E27FC236}">
                  <a16:creationId xmlns:a16="http://schemas.microsoft.com/office/drawing/2014/main" id="{B09AA5A1-F724-ACBD-9939-AB4CF137ED30}"/>
                </a:ext>
              </a:extLst>
            </p:cNvPr>
            <p:cNvCxnSpPr>
              <a:cxnSpLocks/>
            </p:cNvCxnSpPr>
            <p:nvPr/>
          </p:nvCxnSpPr>
          <p:spPr>
            <a:xfrm>
              <a:off x="2266817" y="4884713"/>
              <a:ext cx="315181" cy="0"/>
            </a:xfrm>
            <a:prstGeom prst="line">
              <a:avLst/>
            </a:prstGeom>
            <a:ln w="12700" cap="rnd"/>
          </p:spPr>
          <p:style>
            <a:lnRef idx="1">
              <a:schemeClr val="accent1"/>
            </a:lnRef>
            <a:fillRef idx="0">
              <a:schemeClr val="accent1"/>
            </a:fillRef>
            <a:effectRef idx="0">
              <a:schemeClr val="accent1"/>
            </a:effectRef>
            <a:fontRef idx="minor">
              <a:schemeClr val="tx1"/>
            </a:fontRef>
          </p:style>
        </p:cxnSp>
      </p:grpSp>
      <p:sp>
        <p:nvSpPr>
          <p:cNvPr id="60" name="椭圆 59">
            <a:extLst>
              <a:ext uri="{FF2B5EF4-FFF2-40B4-BE49-F238E27FC236}">
                <a16:creationId xmlns:a16="http://schemas.microsoft.com/office/drawing/2014/main" id="{19D0718A-A5A1-A92A-A75A-2EFC319BB892}"/>
              </a:ext>
            </a:extLst>
          </p:cNvPr>
          <p:cNvSpPr/>
          <p:nvPr/>
        </p:nvSpPr>
        <p:spPr>
          <a:xfrm>
            <a:off x="1107649" y="5449950"/>
            <a:ext cx="9976704" cy="1067051"/>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gs>
              </a:gsLst>
              <a:lin ang="5400000" scaled="1"/>
            </a:gradFill>
          </a:ln>
          <a:scene3d>
            <a:camera prst="perspectiveLeft">
              <a:rot lat="174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ym typeface="+mn-lt"/>
            </a:endParaRPr>
          </a:p>
        </p:txBody>
      </p:sp>
      <p:sp>
        <p:nvSpPr>
          <p:cNvPr id="5" name="文本框 4">
            <a:extLst>
              <a:ext uri="{FF2B5EF4-FFF2-40B4-BE49-F238E27FC236}">
                <a16:creationId xmlns:a16="http://schemas.microsoft.com/office/drawing/2014/main" id="{15A4A151-85C3-CB18-667F-40BA4C79143D}"/>
              </a:ext>
            </a:extLst>
          </p:cNvPr>
          <p:cNvSpPr txBox="1"/>
          <p:nvPr/>
        </p:nvSpPr>
        <p:spPr>
          <a:xfrm>
            <a:off x="2447876" y="4495391"/>
            <a:ext cx="800219" cy="276999"/>
          </a:xfrm>
          <a:prstGeom prst="rect">
            <a:avLst/>
          </a:prstGeom>
          <a:noFill/>
        </p:spPr>
        <p:txBody>
          <a:bodyPr wrap="none" rtlCol="0">
            <a:spAutoFit/>
          </a:bodyPr>
          <a:lstStyle/>
          <a:p>
            <a:pPr algn="ctr"/>
            <a:r>
              <a:rPr lang="zh-CN" altLang="en-US" sz="1200" b="1" dirty="0">
                <a:solidFill>
                  <a:schemeClr val="accent1"/>
                </a:solidFill>
              </a:rPr>
              <a:t>数据服务</a:t>
            </a:r>
          </a:p>
        </p:txBody>
      </p:sp>
      <p:sp>
        <p:nvSpPr>
          <p:cNvPr id="6" name="文本框 5">
            <a:extLst>
              <a:ext uri="{FF2B5EF4-FFF2-40B4-BE49-F238E27FC236}">
                <a16:creationId xmlns:a16="http://schemas.microsoft.com/office/drawing/2014/main" id="{DC503024-1045-F699-04A9-92D421E4DC5D}"/>
              </a:ext>
            </a:extLst>
          </p:cNvPr>
          <p:cNvSpPr txBox="1"/>
          <p:nvPr/>
        </p:nvSpPr>
        <p:spPr>
          <a:xfrm>
            <a:off x="1496734" y="5423813"/>
            <a:ext cx="857927" cy="269817"/>
          </a:xfrm>
          <a:prstGeom prst="rect">
            <a:avLst/>
          </a:prstGeom>
          <a:noFill/>
        </p:spPr>
        <p:txBody>
          <a:bodyPr wrap="none" rtlCol="0">
            <a:spAutoFit/>
          </a:bodyPr>
          <a:lstStyle/>
          <a:p>
            <a:pPr algn="ctr">
              <a:lnSpc>
                <a:spcPct val="120000"/>
              </a:lnSpc>
            </a:pPr>
            <a:r>
              <a:rPr lang="zh-CN" altLang="en-US" sz="1050" dirty="0">
                <a:solidFill>
                  <a:schemeClr val="bg1"/>
                </a:solidFill>
              </a:rPr>
              <a:t>实时数据库</a:t>
            </a:r>
          </a:p>
        </p:txBody>
      </p:sp>
      <p:sp>
        <p:nvSpPr>
          <p:cNvPr id="39" name="文本框 38">
            <a:extLst>
              <a:ext uri="{FF2B5EF4-FFF2-40B4-BE49-F238E27FC236}">
                <a16:creationId xmlns:a16="http://schemas.microsoft.com/office/drawing/2014/main" id="{0F1BB5E8-FF71-572A-4717-6D0F0118AA07}"/>
              </a:ext>
            </a:extLst>
          </p:cNvPr>
          <p:cNvSpPr txBox="1"/>
          <p:nvPr/>
        </p:nvSpPr>
        <p:spPr>
          <a:xfrm>
            <a:off x="2419023" y="5423813"/>
            <a:ext cx="857927" cy="269817"/>
          </a:xfrm>
          <a:prstGeom prst="rect">
            <a:avLst/>
          </a:prstGeom>
          <a:noFill/>
        </p:spPr>
        <p:txBody>
          <a:bodyPr wrap="none" rtlCol="0">
            <a:spAutoFit/>
          </a:bodyPr>
          <a:lstStyle/>
          <a:p>
            <a:pPr algn="ctr">
              <a:lnSpc>
                <a:spcPct val="120000"/>
              </a:lnSpc>
            </a:pPr>
            <a:r>
              <a:rPr lang="zh-CN" altLang="en-US" sz="1050" dirty="0">
                <a:solidFill>
                  <a:schemeClr val="bg1"/>
                </a:solidFill>
              </a:rPr>
              <a:t>历史数据库</a:t>
            </a:r>
          </a:p>
        </p:txBody>
      </p:sp>
      <p:sp>
        <p:nvSpPr>
          <p:cNvPr id="40" name="文本框 39">
            <a:extLst>
              <a:ext uri="{FF2B5EF4-FFF2-40B4-BE49-F238E27FC236}">
                <a16:creationId xmlns:a16="http://schemas.microsoft.com/office/drawing/2014/main" id="{296477CB-BFFE-076A-E4A4-283A71A2B92F}"/>
              </a:ext>
            </a:extLst>
          </p:cNvPr>
          <p:cNvSpPr txBox="1"/>
          <p:nvPr/>
        </p:nvSpPr>
        <p:spPr>
          <a:xfrm>
            <a:off x="3341312" y="5423813"/>
            <a:ext cx="857927" cy="269817"/>
          </a:xfrm>
          <a:prstGeom prst="rect">
            <a:avLst/>
          </a:prstGeom>
          <a:noFill/>
        </p:spPr>
        <p:txBody>
          <a:bodyPr wrap="none" rtlCol="0">
            <a:spAutoFit/>
          </a:bodyPr>
          <a:lstStyle/>
          <a:p>
            <a:pPr algn="ctr">
              <a:lnSpc>
                <a:spcPct val="120000"/>
              </a:lnSpc>
            </a:pPr>
            <a:r>
              <a:rPr lang="zh-CN" altLang="en-US" sz="1050" dirty="0">
                <a:solidFill>
                  <a:schemeClr val="bg1"/>
                </a:solidFill>
              </a:rPr>
              <a:t>用户数据库</a:t>
            </a:r>
          </a:p>
        </p:txBody>
      </p:sp>
      <p:grpSp>
        <p:nvGrpSpPr>
          <p:cNvPr id="58" name="组合 57">
            <a:extLst>
              <a:ext uri="{FF2B5EF4-FFF2-40B4-BE49-F238E27FC236}">
                <a16:creationId xmlns:a16="http://schemas.microsoft.com/office/drawing/2014/main" id="{D73096A2-B5BB-4B9E-0437-705CDDED767E}"/>
              </a:ext>
            </a:extLst>
          </p:cNvPr>
          <p:cNvGrpSpPr/>
          <p:nvPr/>
        </p:nvGrpSpPr>
        <p:grpSpPr>
          <a:xfrm>
            <a:off x="1676062" y="4870831"/>
            <a:ext cx="499270" cy="499268"/>
            <a:chOff x="640889" y="4925653"/>
            <a:chExt cx="499270" cy="499268"/>
          </a:xfrm>
        </p:grpSpPr>
        <p:sp>
          <p:nvSpPr>
            <p:cNvPr id="51" name="PA-椭圆 27">
              <a:extLst>
                <a:ext uri="{FF2B5EF4-FFF2-40B4-BE49-F238E27FC236}">
                  <a16:creationId xmlns:a16="http://schemas.microsoft.com/office/drawing/2014/main" id="{667F6AB7-31D2-1241-DA44-9A30A88E7CD8}"/>
                </a:ext>
              </a:extLst>
            </p:cNvPr>
            <p:cNvSpPr/>
            <p:nvPr>
              <p:custDataLst>
                <p:tags r:id="rId17"/>
              </p:custDataLst>
            </p:nvPr>
          </p:nvSpPr>
          <p:spPr>
            <a:xfrm>
              <a:off x="640889" y="4925653"/>
              <a:ext cx="499270" cy="499268"/>
            </a:xfrm>
            <a:prstGeom prst="ellipse">
              <a:avLst/>
            </a:prstGeom>
            <a:gradFill flip="none" rotWithShape="1">
              <a:gsLst>
                <a:gs pos="60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52" name="组合 51">
              <a:extLst>
                <a:ext uri="{FF2B5EF4-FFF2-40B4-BE49-F238E27FC236}">
                  <a16:creationId xmlns:a16="http://schemas.microsoft.com/office/drawing/2014/main" id="{717F5AE6-7B99-951E-D8BA-E97B625D67AB}"/>
                </a:ext>
              </a:extLst>
            </p:cNvPr>
            <p:cNvGrpSpPr/>
            <p:nvPr/>
          </p:nvGrpSpPr>
          <p:grpSpPr>
            <a:xfrm>
              <a:off x="676811" y="4961575"/>
              <a:ext cx="427427" cy="427425"/>
              <a:chOff x="3549229" y="1355780"/>
              <a:chExt cx="5358640" cy="5358641"/>
            </a:xfrm>
          </p:grpSpPr>
          <p:sp>
            <p:nvSpPr>
              <p:cNvPr id="53" name="PA-椭圆 27">
                <a:extLst>
                  <a:ext uri="{FF2B5EF4-FFF2-40B4-BE49-F238E27FC236}">
                    <a16:creationId xmlns:a16="http://schemas.microsoft.com/office/drawing/2014/main" id="{57019E13-3BBB-047E-5050-AE4E1C25C7F8}"/>
                  </a:ext>
                </a:extLst>
              </p:cNvPr>
              <p:cNvSpPr/>
              <p:nvPr>
                <p:custDataLst>
                  <p:tags r:id="rId18"/>
                </p:custDataLst>
              </p:nvPr>
            </p:nvSpPr>
            <p:spPr>
              <a:xfrm>
                <a:off x="4092132" y="1898672"/>
                <a:ext cx="4272867" cy="4272838"/>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54" name="弧形 53">
                <a:extLst>
                  <a:ext uri="{FF2B5EF4-FFF2-40B4-BE49-F238E27FC236}">
                    <a16:creationId xmlns:a16="http://schemas.microsoft.com/office/drawing/2014/main" id="{0FC291F5-F864-0C2A-F63A-281C85757CBE}"/>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55" name="弧形 54">
                <a:extLst>
                  <a:ext uri="{FF2B5EF4-FFF2-40B4-BE49-F238E27FC236}">
                    <a16:creationId xmlns:a16="http://schemas.microsoft.com/office/drawing/2014/main" id="{F8ED2D0C-85F2-A86E-DBE9-EDE28D1AF2F1}"/>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56" name="弧形 55">
                <a:extLst>
                  <a:ext uri="{FF2B5EF4-FFF2-40B4-BE49-F238E27FC236}">
                    <a16:creationId xmlns:a16="http://schemas.microsoft.com/office/drawing/2014/main" id="{7193A9E2-247A-C81A-44FB-97617C9FBEF0}"/>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57" name="弧形 56">
                <a:extLst>
                  <a:ext uri="{FF2B5EF4-FFF2-40B4-BE49-F238E27FC236}">
                    <a16:creationId xmlns:a16="http://schemas.microsoft.com/office/drawing/2014/main" id="{E7231AA6-151A-E27E-1A3E-DAFF5D6BBD07}"/>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grpSp>
        <p:nvGrpSpPr>
          <p:cNvPr id="61" name="组合 60">
            <a:extLst>
              <a:ext uri="{FF2B5EF4-FFF2-40B4-BE49-F238E27FC236}">
                <a16:creationId xmlns:a16="http://schemas.microsoft.com/office/drawing/2014/main" id="{AC7EAE95-A4CD-5EC8-B7BC-9A0631617115}"/>
              </a:ext>
            </a:extLst>
          </p:cNvPr>
          <p:cNvGrpSpPr/>
          <p:nvPr/>
        </p:nvGrpSpPr>
        <p:grpSpPr>
          <a:xfrm>
            <a:off x="2598351" y="4870831"/>
            <a:ext cx="499270" cy="499268"/>
            <a:chOff x="640889" y="4925653"/>
            <a:chExt cx="499270" cy="499268"/>
          </a:xfrm>
        </p:grpSpPr>
        <p:sp>
          <p:nvSpPr>
            <p:cNvPr id="62" name="PA-椭圆 27">
              <a:extLst>
                <a:ext uri="{FF2B5EF4-FFF2-40B4-BE49-F238E27FC236}">
                  <a16:creationId xmlns:a16="http://schemas.microsoft.com/office/drawing/2014/main" id="{AF94DA7F-1348-BB4E-4C20-4C35EF2B82DE}"/>
                </a:ext>
              </a:extLst>
            </p:cNvPr>
            <p:cNvSpPr/>
            <p:nvPr>
              <p:custDataLst>
                <p:tags r:id="rId15"/>
              </p:custDataLst>
            </p:nvPr>
          </p:nvSpPr>
          <p:spPr>
            <a:xfrm>
              <a:off x="640889" y="4925653"/>
              <a:ext cx="499270" cy="499268"/>
            </a:xfrm>
            <a:prstGeom prst="ellipse">
              <a:avLst/>
            </a:prstGeom>
            <a:gradFill flip="none" rotWithShape="1">
              <a:gsLst>
                <a:gs pos="60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63" name="组合 62">
              <a:extLst>
                <a:ext uri="{FF2B5EF4-FFF2-40B4-BE49-F238E27FC236}">
                  <a16:creationId xmlns:a16="http://schemas.microsoft.com/office/drawing/2014/main" id="{05FAEB43-3D30-B90E-6922-F2B72C35F84A}"/>
                </a:ext>
              </a:extLst>
            </p:cNvPr>
            <p:cNvGrpSpPr/>
            <p:nvPr/>
          </p:nvGrpSpPr>
          <p:grpSpPr>
            <a:xfrm>
              <a:off x="676811" y="4961575"/>
              <a:ext cx="427427" cy="427425"/>
              <a:chOff x="3549229" y="1355780"/>
              <a:chExt cx="5358640" cy="5358641"/>
            </a:xfrm>
          </p:grpSpPr>
          <p:sp>
            <p:nvSpPr>
              <p:cNvPr id="64" name="PA-椭圆 27">
                <a:extLst>
                  <a:ext uri="{FF2B5EF4-FFF2-40B4-BE49-F238E27FC236}">
                    <a16:creationId xmlns:a16="http://schemas.microsoft.com/office/drawing/2014/main" id="{AC8F3EF1-92A0-BC97-40C9-7F62166311C1}"/>
                  </a:ext>
                </a:extLst>
              </p:cNvPr>
              <p:cNvSpPr/>
              <p:nvPr>
                <p:custDataLst>
                  <p:tags r:id="rId16"/>
                </p:custDataLst>
              </p:nvPr>
            </p:nvSpPr>
            <p:spPr>
              <a:xfrm>
                <a:off x="4092132" y="1898672"/>
                <a:ext cx="4272867" cy="4272838"/>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65" name="弧形 64">
                <a:extLst>
                  <a:ext uri="{FF2B5EF4-FFF2-40B4-BE49-F238E27FC236}">
                    <a16:creationId xmlns:a16="http://schemas.microsoft.com/office/drawing/2014/main" id="{51D50AD2-51B4-A579-A967-3EEB1C6C56ED}"/>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66" name="弧形 65">
                <a:extLst>
                  <a:ext uri="{FF2B5EF4-FFF2-40B4-BE49-F238E27FC236}">
                    <a16:creationId xmlns:a16="http://schemas.microsoft.com/office/drawing/2014/main" id="{6D435420-2566-82DF-CA71-692CC893E578}"/>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67" name="弧形 66">
                <a:extLst>
                  <a:ext uri="{FF2B5EF4-FFF2-40B4-BE49-F238E27FC236}">
                    <a16:creationId xmlns:a16="http://schemas.microsoft.com/office/drawing/2014/main" id="{01DB467F-4393-41FB-AEE8-CC2586E05656}"/>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68" name="弧形 67">
                <a:extLst>
                  <a:ext uri="{FF2B5EF4-FFF2-40B4-BE49-F238E27FC236}">
                    <a16:creationId xmlns:a16="http://schemas.microsoft.com/office/drawing/2014/main" id="{144B2BCA-2643-968A-2311-C20283C7EAC3}"/>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grpSp>
        <p:nvGrpSpPr>
          <p:cNvPr id="69" name="组合 68">
            <a:extLst>
              <a:ext uri="{FF2B5EF4-FFF2-40B4-BE49-F238E27FC236}">
                <a16:creationId xmlns:a16="http://schemas.microsoft.com/office/drawing/2014/main" id="{54997707-9F1F-E9CE-427D-223695DC0ABA}"/>
              </a:ext>
            </a:extLst>
          </p:cNvPr>
          <p:cNvGrpSpPr/>
          <p:nvPr/>
        </p:nvGrpSpPr>
        <p:grpSpPr>
          <a:xfrm>
            <a:off x="3520640" y="4870831"/>
            <a:ext cx="499270" cy="499268"/>
            <a:chOff x="640889" y="4925653"/>
            <a:chExt cx="499270" cy="499268"/>
          </a:xfrm>
        </p:grpSpPr>
        <p:sp>
          <p:nvSpPr>
            <p:cNvPr id="70" name="PA-椭圆 27">
              <a:extLst>
                <a:ext uri="{FF2B5EF4-FFF2-40B4-BE49-F238E27FC236}">
                  <a16:creationId xmlns:a16="http://schemas.microsoft.com/office/drawing/2014/main" id="{8B9F0A42-00A6-C5A8-268F-D735EA52544A}"/>
                </a:ext>
              </a:extLst>
            </p:cNvPr>
            <p:cNvSpPr/>
            <p:nvPr>
              <p:custDataLst>
                <p:tags r:id="rId13"/>
              </p:custDataLst>
            </p:nvPr>
          </p:nvSpPr>
          <p:spPr>
            <a:xfrm>
              <a:off x="640889" y="4925653"/>
              <a:ext cx="499270" cy="499268"/>
            </a:xfrm>
            <a:prstGeom prst="ellipse">
              <a:avLst/>
            </a:prstGeom>
            <a:gradFill flip="none" rotWithShape="1">
              <a:gsLst>
                <a:gs pos="60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71" name="组合 70">
              <a:extLst>
                <a:ext uri="{FF2B5EF4-FFF2-40B4-BE49-F238E27FC236}">
                  <a16:creationId xmlns:a16="http://schemas.microsoft.com/office/drawing/2014/main" id="{0C50D29C-9370-344E-3789-7C4B512B2D29}"/>
                </a:ext>
              </a:extLst>
            </p:cNvPr>
            <p:cNvGrpSpPr/>
            <p:nvPr/>
          </p:nvGrpSpPr>
          <p:grpSpPr>
            <a:xfrm>
              <a:off x="676811" y="4961575"/>
              <a:ext cx="427427" cy="427425"/>
              <a:chOff x="3549229" y="1355780"/>
              <a:chExt cx="5358640" cy="5358641"/>
            </a:xfrm>
          </p:grpSpPr>
          <p:sp>
            <p:nvSpPr>
              <p:cNvPr id="72" name="PA-椭圆 27">
                <a:extLst>
                  <a:ext uri="{FF2B5EF4-FFF2-40B4-BE49-F238E27FC236}">
                    <a16:creationId xmlns:a16="http://schemas.microsoft.com/office/drawing/2014/main" id="{6E9FFA59-5D85-F44E-3836-A7592B50668A}"/>
                  </a:ext>
                </a:extLst>
              </p:cNvPr>
              <p:cNvSpPr/>
              <p:nvPr>
                <p:custDataLst>
                  <p:tags r:id="rId14"/>
                </p:custDataLst>
              </p:nvPr>
            </p:nvSpPr>
            <p:spPr>
              <a:xfrm>
                <a:off x="4092132" y="1898672"/>
                <a:ext cx="4272867" cy="4272838"/>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73" name="弧形 72">
                <a:extLst>
                  <a:ext uri="{FF2B5EF4-FFF2-40B4-BE49-F238E27FC236}">
                    <a16:creationId xmlns:a16="http://schemas.microsoft.com/office/drawing/2014/main" id="{0D1214F3-3C0C-A72A-EC6E-418CD84D6B57}"/>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74" name="弧形 73">
                <a:extLst>
                  <a:ext uri="{FF2B5EF4-FFF2-40B4-BE49-F238E27FC236}">
                    <a16:creationId xmlns:a16="http://schemas.microsoft.com/office/drawing/2014/main" id="{E50F3BA1-1BCE-A9AB-949A-F7C50296C0B1}"/>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75" name="弧形 74">
                <a:extLst>
                  <a:ext uri="{FF2B5EF4-FFF2-40B4-BE49-F238E27FC236}">
                    <a16:creationId xmlns:a16="http://schemas.microsoft.com/office/drawing/2014/main" id="{15CB8434-13CB-2D9B-78B3-9ACDEB61155D}"/>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76" name="弧形 75">
                <a:extLst>
                  <a:ext uri="{FF2B5EF4-FFF2-40B4-BE49-F238E27FC236}">
                    <a16:creationId xmlns:a16="http://schemas.microsoft.com/office/drawing/2014/main" id="{27139ECE-6E14-7731-7CEB-C42FED93AEF6}"/>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sp>
        <p:nvSpPr>
          <p:cNvPr id="162" name="文本框 161">
            <a:extLst>
              <a:ext uri="{FF2B5EF4-FFF2-40B4-BE49-F238E27FC236}">
                <a16:creationId xmlns:a16="http://schemas.microsoft.com/office/drawing/2014/main" id="{5889CE09-C55E-34AF-0CCB-F37B0ADC0AEE}"/>
              </a:ext>
            </a:extLst>
          </p:cNvPr>
          <p:cNvSpPr txBox="1"/>
          <p:nvPr/>
        </p:nvSpPr>
        <p:spPr>
          <a:xfrm>
            <a:off x="5695890" y="4495391"/>
            <a:ext cx="800219" cy="276999"/>
          </a:xfrm>
          <a:prstGeom prst="rect">
            <a:avLst/>
          </a:prstGeom>
          <a:noFill/>
        </p:spPr>
        <p:txBody>
          <a:bodyPr wrap="none" rtlCol="0">
            <a:spAutoFit/>
          </a:bodyPr>
          <a:lstStyle/>
          <a:p>
            <a:pPr algn="ctr"/>
            <a:r>
              <a:rPr lang="zh-CN" altLang="en-US" sz="1200" b="1" dirty="0">
                <a:solidFill>
                  <a:schemeClr val="accent1"/>
                </a:solidFill>
              </a:rPr>
              <a:t>技术支撑</a:t>
            </a:r>
          </a:p>
        </p:txBody>
      </p:sp>
      <p:sp>
        <p:nvSpPr>
          <p:cNvPr id="163" name="文本框 162">
            <a:extLst>
              <a:ext uri="{FF2B5EF4-FFF2-40B4-BE49-F238E27FC236}">
                <a16:creationId xmlns:a16="http://schemas.microsoft.com/office/drawing/2014/main" id="{AF4B85B8-F682-7D65-20D3-AB94A9F926FB}"/>
              </a:ext>
            </a:extLst>
          </p:cNvPr>
          <p:cNvSpPr txBox="1"/>
          <p:nvPr/>
        </p:nvSpPr>
        <p:spPr>
          <a:xfrm>
            <a:off x="4744748" y="5423813"/>
            <a:ext cx="857927" cy="269817"/>
          </a:xfrm>
          <a:prstGeom prst="rect">
            <a:avLst/>
          </a:prstGeom>
          <a:noFill/>
        </p:spPr>
        <p:txBody>
          <a:bodyPr wrap="none" rtlCol="0">
            <a:spAutoFit/>
          </a:bodyPr>
          <a:lstStyle/>
          <a:p>
            <a:pPr algn="ctr">
              <a:lnSpc>
                <a:spcPct val="120000"/>
              </a:lnSpc>
            </a:pPr>
            <a:r>
              <a:rPr lang="zh-CN" altLang="en-US" sz="1050" dirty="0">
                <a:solidFill>
                  <a:schemeClr val="bg1"/>
                </a:solidFill>
              </a:rPr>
              <a:t>小程序框架</a:t>
            </a:r>
          </a:p>
        </p:txBody>
      </p:sp>
      <p:sp>
        <p:nvSpPr>
          <p:cNvPr id="167" name="文本框 166">
            <a:extLst>
              <a:ext uri="{FF2B5EF4-FFF2-40B4-BE49-F238E27FC236}">
                <a16:creationId xmlns:a16="http://schemas.microsoft.com/office/drawing/2014/main" id="{4709E2DB-DFCE-E748-A318-4A6F525D918D}"/>
              </a:ext>
            </a:extLst>
          </p:cNvPr>
          <p:cNvSpPr txBox="1"/>
          <p:nvPr/>
        </p:nvSpPr>
        <p:spPr>
          <a:xfrm>
            <a:off x="5734363" y="5423813"/>
            <a:ext cx="723275" cy="269817"/>
          </a:xfrm>
          <a:prstGeom prst="rect">
            <a:avLst/>
          </a:prstGeom>
          <a:noFill/>
        </p:spPr>
        <p:txBody>
          <a:bodyPr wrap="none" rtlCol="0">
            <a:spAutoFit/>
          </a:bodyPr>
          <a:lstStyle/>
          <a:p>
            <a:pPr algn="ctr">
              <a:lnSpc>
                <a:spcPct val="120000"/>
              </a:lnSpc>
            </a:pPr>
            <a:r>
              <a:rPr lang="zh-CN" altLang="en-US" sz="1050" dirty="0">
                <a:solidFill>
                  <a:schemeClr val="bg1"/>
                </a:solidFill>
              </a:rPr>
              <a:t>网络通信</a:t>
            </a:r>
          </a:p>
        </p:txBody>
      </p:sp>
      <p:sp>
        <p:nvSpPr>
          <p:cNvPr id="168" name="文本框 167">
            <a:extLst>
              <a:ext uri="{FF2B5EF4-FFF2-40B4-BE49-F238E27FC236}">
                <a16:creationId xmlns:a16="http://schemas.microsoft.com/office/drawing/2014/main" id="{17ED9403-D99F-8820-0170-13C7B806B0EB}"/>
              </a:ext>
            </a:extLst>
          </p:cNvPr>
          <p:cNvSpPr txBox="1"/>
          <p:nvPr/>
        </p:nvSpPr>
        <p:spPr>
          <a:xfrm>
            <a:off x="6656652" y="5423813"/>
            <a:ext cx="723275" cy="269817"/>
          </a:xfrm>
          <a:prstGeom prst="rect">
            <a:avLst/>
          </a:prstGeom>
          <a:noFill/>
        </p:spPr>
        <p:txBody>
          <a:bodyPr wrap="none" rtlCol="0">
            <a:spAutoFit/>
          </a:bodyPr>
          <a:lstStyle/>
          <a:p>
            <a:pPr algn="ctr">
              <a:lnSpc>
                <a:spcPct val="120000"/>
              </a:lnSpc>
            </a:pPr>
            <a:r>
              <a:rPr lang="zh-CN" altLang="en-US" sz="1050" dirty="0">
                <a:solidFill>
                  <a:schemeClr val="bg1"/>
                </a:solidFill>
              </a:rPr>
              <a:t>后端服务</a:t>
            </a:r>
          </a:p>
        </p:txBody>
      </p:sp>
      <p:grpSp>
        <p:nvGrpSpPr>
          <p:cNvPr id="169" name="组合 168">
            <a:extLst>
              <a:ext uri="{FF2B5EF4-FFF2-40B4-BE49-F238E27FC236}">
                <a16:creationId xmlns:a16="http://schemas.microsoft.com/office/drawing/2014/main" id="{9A4FF773-BD27-A4DB-6521-8BF988479E73}"/>
              </a:ext>
            </a:extLst>
          </p:cNvPr>
          <p:cNvGrpSpPr/>
          <p:nvPr/>
        </p:nvGrpSpPr>
        <p:grpSpPr>
          <a:xfrm>
            <a:off x="4924076" y="4870831"/>
            <a:ext cx="499270" cy="499268"/>
            <a:chOff x="640889" y="4925653"/>
            <a:chExt cx="499270" cy="499268"/>
          </a:xfrm>
        </p:grpSpPr>
        <p:sp>
          <p:nvSpPr>
            <p:cNvPr id="187" name="PA-椭圆 27">
              <a:extLst>
                <a:ext uri="{FF2B5EF4-FFF2-40B4-BE49-F238E27FC236}">
                  <a16:creationId xmlns:a16="http://schemas.microsoft.com/office/drawing/2014/main" id="{65C8B528-D8E1-7DF2-47AF-5F62646A69ED}"/>
                </a:ext>
              </a:extLst>
            </p:cNvPr>
            <p:cNvSpPr/>
            <p:nvPr>
              <p:custDataLst>
                <p:tags r:id="rId11"/>
              </p:custDataLst>
            </p:nvPr>
          </p:nvSpPr>
          <p:spPr>
            <a:xfrm>
              <a:off x="640889" y="4925653"/>
              <a:ext cx="499270" cy="499268"/>
            </a:xfrm>
            <a:prstGeom prst="ellipse">
              <a:avLst/>
            </a:prstGeom>
            <a:gradFill flip="none" rotWithShape="1">
              <a:gsLst>
                <a:gs pos="60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188" name="组合 187">
              <a:extLst>
                <a:ext uri="{FF2B5EF4-FFF2-40B4-BE49-F238E27FC236}">
                  <a16:creationId xmlns:a16="http://schemas.microsoft.com/office/drawing/2014/main" id="{C87C8775-0F20-4D94-CB38-0B07471C3134}"/>
                </a:ext>
              </a:extLst>
            </p:cNvPr>
            <p:cNvGrpSpPr/>
            <p:nvPr/>
          </p:nvGrpSpPr>
          <p:grpSpPr>
            <a:xfrm>
              <a:off x="676811" y="4961575"/>
              <a:ext cx="427427" cy="427425"/>
              <a:chOff x="3549229" y="1355780"/>
              <a:chExt cx="5358640" cy="5358641"/>
            </a:xfrm>
          </p:grpSpPr>
          <p:sp>
            <p:nvSpPr>
              <p:cNvPr id="189" name="PA-椭圆 27">
                <a:extLst>
                  <a:ext uri="{FF2B5EF4-FFF2-40B4-BE49-F238E27FC236}">
                    <a16:creationId xmlns:a16="http://schemas.microsoft.com/office/drawing/2014/main" id="{558A35E7-A862-B658-A374-4889E5CB7F66}"/>
                  </a:ext>
                </a:extLst>
              </p:cNvPr>
              <p:cNvSpPr/>
              <p:nvPr>
                <p:custDataLst>
                  <p:tags r:id="rId12"/>
                </p:custDataLst>
              </p:nvPr>
            </p:nvSpPr>
            <p:spPr>
              <a:xfrm>
                <a:off x="4092132" y="1898672"/>
                <a:ext cx="4272867" cy="4272838"/>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190" name="弧形 189">
                <a:extLst>
                  <a:ext uri="{FF2B5EF4-FFF2-40B4-BE49-F238E27FC236}">
                    <a16:creationId xmlns:a16="http://schemas.microsoft.com/office/drawing/2014/main" id="{3C1DF91C-5180-7617-45B0-4C6843EB8B0E}"/>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91" name="弧形 190">
                <a:extLst>
                  <a:ext uri="{FF2B5EF4-FFF2-40B4-BE49-F238E27FC236}">
                    <a16:creationId xmlns:a16="http://schemas.microsoft.com/office/drawing/2014/main" id="{E7ECA992-8E85-2A41-B46A-0087A9EDF1AD}"/>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92" name="弧形 191">
                <a:extLst>
                  <a:ext uri="{FF2B5EF4-FFF2-40B4-BE49-F238E27FC236}">
                    <a16:creationId xmlns:a16="http://schemas.microsoft.com/office/drawing/2014/main" id="{5D0F9971-4F1B-D49A-C06D-63F79A50080B}"/>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93" name="弧形 192">
                <a:extLst>
                  <a:ext uri="{FF2B5EF4-FFF2-40B4-BE49-F238E27FC236}">
                    <a16:creationId xmlns:a16="http://schemas.microsoft.com/office/drawing/2014/main" id="{CD8F0826-AA03-B2A4-D701-C8C1AB632816}"/>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grpSp>
        <p:nvGrpSpPr>
          <p:cNvPr id="170" name="组合 169">
            <a:extLst>
              <a:ext uri="{FF2B5EF4-FFF2-40B4-BE49-F238E27FC236}">
                <a16:creationId xmlns:a16="http://schemas.microsoft.com/office/drawing/2014/main" id="{23068515-081D-CB0F-F22F-2DDA11081B5D}"/>
              </a:ext>
            </a:extLst>
          </p:cNvPr>
          <p:cNvGrpSpPr/>
          <p:nvPr/>
        </p:nvGrpSpPr>
        <p:grpSpPr>
          <a:xfrm>
            <a:off x="5846365" y="4870831"/>
            <a:ext cx="499270" cy="499268"/>
            <a:chOff x="640889" y="4925653"/>
            <a:chExt cx="499270" cy="499268"/>
          </a:xfrm>
        </p:grpSpPr>
        <p:sp>
          <p:nvSpPr>
            <p:cNvPr id="180" name="PA-椭圆 27">
              <a:extLst>
                <a:ext uri="{FF2B5EF4-FFF2-40B4-BE49-F238E27FC236}">
                  <a16:creationId xmlns:a16="http://schemas.microsoft.com/office/drawing/2014/main" id="{9FE38C3F-7C16-19D8-580E-B10A0DF6C724}"/>
                </a:ext>
              </a:extLst>
            </p:cNvPr>
            <p:cNvSpPr/>
            <p:nvPr>
              <p:custDataLst>
                <p:tags r:id="rId9"/>
              </p:custDataLst>
            </p:nvPr>
          </p:nvSpPr>
          <p:spPr>
            <a:xfrm>
              <a:off x="640889" y="4925653"/>
              <a:ext cx="499270" cy="499268"/>
            </a:xfrm>
            <a:prstGeom prst="ellipse">
              <a:avLst/>
            </a:prstGeom>
            <a:gradFill flip="none" rotWithShape="1">
              <a:gsLst>
                <a:gs pos="60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181" name="组合 180">
              <a:extLst>
                <a:ext uri="{FF2B5EF4-FFF2-40B4-BE49-F238E27FC236}">
                  <a16:creationId xmlns:a16="http://schemas.microsoft.com/office/drawing/2014/main" id="{4163FB89-CD8A-708A-0726-AF1F81726BD7}"/>
                </a:ext>
              </a:extLst>
            </p:cNvPr>
            <p:cNvGrpSpPr/>
            <p:nvPr/>
          </p:nvGrpSpPr>
          <p:grpSpPr>
            <a:xfrm>
              <a:off x="676811" y="4961575"/>
              <a:ext cx="427427" cy="427425"/>
              <a:chOff x="3549229" y="1355780"/>
              <a:chExt cx="5358640" cy="5358641"/>
            </a:xfrm>
          </p:grpSpPr>
          <p:sp>
            <p:nvSpPr>
              <p:cNvPr id="182" name="PA-椭圆 27">
                <a:extLst>
                  <a:ext uri="{FF2B5EF4-FFF2-40B4-BE49-F238E27FC236}">
                    <a16:creationId xmlns:a16="http://schemas.microsoft.com/office/drawing/2014/main" id="{B9A1306E-176B-EAB0-BB66-B0CE5FEA7EC1}"/>
                  </a:ext>
                </a:extLst>
              </p:cNvPr>
              <p:cNvSpPr/>
              <p:nvPr>
                <p:custDataLst>
                  <p:tags r:id="rId10"/>
                </p:custDataLst>
              </p:nvPr>
            </p:nvSpPr>
            <p:spPr>
              <a:xfrm>
                <a:off x="4092132" y="1898672"/>
                <a:ext cx="4272867" cy="4272838"/>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183" name="弧形 182">
                <a:extLst>
                  <a:ext uri="{FF2B5EF4-FFF2-40B4-BE49-F238E27FC236}">
                    <a16:creationId xmlns:a16="http://schemas.microsoft.com/office/drawing/2014/main" id="{66D5B8B1-0FFE-AAFE-F8AA-45026D785CC6}"/>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84" name="弧形 183">
                <a:extLst>
                  <a:ext uri="{FF2B5EF4-FFF2-40B4-BE49-F238E27FC236}">
                    <a16:creationId xmlns:a16="http://schemas.microsoft.com/office/drawing/2014/main" id="{CFE41411-2FA1-C563-7D7B-422FBE158024}"/>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85" name="弧形 184">
                <a:extLst>
                  <a:ext uri="{FF2B5EF4-FFF2-40B4-BE49-F238E27FC236}">
                    <a16:creationId xmlns:a16="http://schemas.microsoft.com/office/drawing/2014/main" id="{3837907C-D7D1-CA7A-9CE5-467EAE0AFD3D}"/>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86" name="弧形 185">
                <a:extLst>
                  <a:ext uri="{FF2B5EF4-FFF2-40B4-BE49-F238E27FC236}">
                    <a16:creationId xmlns:a16="http://schemas.microsoft.com/office/drawing/2014/main" id="{1769D57C-29FD-6D65-7F64-EE7A10A15898}"/>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grpSp>
        <p:nvGrpSpPr>
          <p:cNvPr id="172" name="组合 171">
            <a:extLst>
              <a:ext uri="{FF2B5EF4-FFF2-40B4-BE49-F238E27FC236}">
                <a16:creationId xmlns:a16="http://schemas.microsoft.com/office/drawing/2014/main" id="{5FF612AE-2D46-F3DB-87EF-6C815FE457D9}"/>
              </a:ext>
            </a:extLst>
          </p:cNvPr>
          <p:cNvGrpSpPr/>
          <p:nvPr/>
        </p:nvGrpSpPr>
        <p:grpSpPr>
          <a:xfrm>
            <a:off x="6768654" y="4870831"/>
            <a:ext cx="499270" cy="499268"/>
            <a:chOff x="640889" y="4925653"/>
            <a:chExt cx="499270" cy="499268"/>
          </a:xfrm>
        </p:grpSpPr>
        <p:sp>
          <p:nvSpPr>
            <p:cNvPr id="173" name="PA-椭圆 27">
              <a:extLst>
                <a:ext uri="{FF2B5EF4-FFF2-40B4-BE49-F238E27FC236}">
                  <a16:creationId xmlns:a16="http://schemas.microsoft.com/office/drawing/2014/main" id="{684D253C-E713-65CD-A81F-365AB3FB442E}"/>
                </a:ext>
              </a:extLst>
            </p:cNvPr>
            <p:cNvSpPr/>
            <p:nvPr>
              <p:custDataLst>
                <p:tags r:id="rId7"/>
              </p:custDataLst>
            </p:nvPr>
          </p:nvSpPr>
          <p:spPr>
            <a:xfrm>
              <a:off x="640889" y="4925653"/>
              <a:ext cx="499270" cy="499268"/>
            </a:xfrm>
            <a:prstGeom prst="ellipse">
              <a:avLst/>
            </a:prstGeom>
            <a:gradFill flip="none" rotWithShape="1">
              <a:gsLst>
                <a:gs pos="60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174" name="组合 173">
              <a:extLst>
                <a:ext uri="{FF2B5EF4-FFF2-40B4-BE49-F238E27FC236}">
                  <a16:creationId xmlns:a16="http://schemas.microsoft.com/office/drawing/2014/main" id="{C6FFFC2F-C147-235F-06D2-BB995870F176}"/>
                </a:ext>
              </a:extLst>
            </p:cNvPr>
            <p:cNvGrpSpPr/>
            <p:nvPr/>
          </p:nvGrpSpPr>
          <p:grpSpPr>
            <a:xfrm>
              <a:off x="676811" y="4961575"/>
              <a:ext cx="427427" cy="427425"/>
              <a:chOff x="3549229" y="1355780"/>
              <a:chExt cx="5358640" cy="5358641"/>
            </a:xfrm>
          </p:grpSpPr>
          <p:sp>
            <p:nvSpPr>
              <p:cNvPr id="175" name="PA-椭圆 27">
                <a:extLst>
                  <a:ext uri="{FF2B5EF4-FFF2-40B4-BE49-F238E27FC236}">
                    <a16:creationId xmlns:a16="http://schemas.microsoft.com/office/drawing/2014/main" id="{476A5EFD-5789-B481-6F8C-7A3829271AC4}"/>
                  </a:ext>
                </a:extLst>
              </p:cNvPr>
              <p:cNvSpPr/>
              <p:nvPr>
                <p:custDataLst>
                  <p:tags r:id="rId8"/>
                </p:custDataLst>
              </p:nvPr>
            </p:nvSpPr>
            <p:spPr>
              <a:xfrm>
                <a:off x="4092132" y="1898672"/>
                <a:ext cx="4272867" cy="4272838"/>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176" name="弧形 175">
                <a:extLst>
                  <a:ext uri="{FF2B5EF4-FFF2-40B4-BE49-F238E27FC236}">
                    <a16:creationId xmlns:a16="http://schemas.microsoft.com/office/drawing/2014/main" id="{8D04B8A7-5D6E-92FC-5D6E-E551C8CC718A}"/>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77" name="弧形 176">
                <a:extLst>
                  <a:ext uri="{FF2B5EF4-FFF2-40B4-BE49-F238E27FC236}">
                    <a16:creationId xmlns:a16="http://schemas.microsoft.com/office/drawing/2014/main" id="{3D2AAC29-C3AF-B9C8-F9BF-DF4A22B8C835}"/>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78" name="弧形 177">
                <a:extLst>
                  <a:ext uri="{FF2B5EF4-FFF2-40B4-BE49-F238E27FC236}">
                    <a16:creationId xmlns:a16="http://schemas.microsoft.com/office/drawing/2014/main" id="{934BBD20-098F-C949-6C25-389C0ED3D46B}"/>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179" name="弧形 178">
                <a:extLst>
                  <a:ext uri="{FF2B5EF4-FFF2-40B4-BE49-F238E27FC236}">
                    <a16:creationId xmlns:a16="http://schemas.microsoft.com/office/drawing/2014/main" id="{33760974-BE0C-DFAF-BDCF-614E4CEB5237}"/>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sp>
        <p:nvSpPr>
          <p:cNvPr id="198" name="文本框 197">
            <a:extLst>
              <a:ext uri="{FF2B5EF4-FFF2-40B4-BE49-F238E27FC236}">
                <a16:creationId xmlns:a16="http://schemas.microsoft.com/office/drawing/2014/main" id="{C1F62121-C092-55DA-F5EA-E998D4BB9858}"/>
              </a:ext>
            </a:extLst>
          </p:cNvPr>
          <p:cNvSpPr txBox="1"/>
          <p:nvPr/>
        </p:nvSpPr>
        <p:spPr>
          <a:xfrm>
            <a:off x="8943903" y="4495391"/>
            <a:ext cx="800219" cy="276999"/>
          </a:xfrm>
          <a:prstGeom prst="rect">
            <a:avLst/>
          </a:prstGeom>
          <a:noFill/>
        </p:spPr>
        <p:txBody>
          <a:bodyPr wrap="none" rtlCol="0">
            <a:spAutoFit/>
          </a:bodyPr>
          <a:lstStyle/>
          <a:p>
            <a:pPr algn="ctr"/>
            <a:r>
              <a:rPr lang="zh-CN" altLang="en-US" sz="1200" b="1" dirty="0">
                <a:solidFill>
                  <a:schemeClr val="accent1"/>
                </a:solidFill>
              </a:rPr>
              <a:t>监控对象</a:t>
            </a:r>
          </a:p>
        </p:txBody>
      </p:sp>
      <p:sp>
        <p:nvSpPr>
          <p:cNvPr id="199" name="文本框 198">
            <a:extLst>
              <a:ext uri="{FF2B5EF4-FFF2-40B4-BE49-F238E27FC236}">
                <a16:creationId xmlns:a16="http://schemas.microsoft.com/office/drawing/2014/main" id="{9F37F0CF-35CB-E38A-AE04-FF432F6F9811}"/>
              </a:ext>
            </a:extLst>
          </p:cNvPr>
          <p:cNvSpPr txBox="1"/>
          <p:nvPr/>
        </p:nvSpPr>
        <p:spPr>
          <a:xfrm>
            <a:off x="8060087" y="5423813"/>
            <a:ext cx="723275" cy="269817"/>
          </a:xfrm>
          <a:prstGeom prst="rect">
            <a:avLst/>
          </a:prstGeom>
          <a:noFill/>
        </p:spPr>
        <p:txBody>
          <a:bodyPr wrap="none" rtlCol="0">
            <a:spAutoFit/>
          </a:bodyPr>
          <a:lstStyle/>
          <a:p>
            <a:pPr algn="ctr">
              <a:lnSpc>
                <a:spcPct val="120000"/>
              </a:lnSpc>
            </a:pPr>
            <a:r>
              <a:rPr lang="zh-CN" altLang="en-US" sz="1050" dirty="0">
                <a:solidFill>
                  <a:schemeClr val="bg1"/>
                </a:solidFill>
              </a:rPr>
              <a:t>网络设备</a:t>
            </a:r>
          </a:p>
        </p:txBody>
      </p:sp>
      <p:sp>
        <p:nvSpPr>
          <p:cNvPr id="200" name="文本框 199">
            <a:extLst>
              <a:ext uri="{FF2B5EF4-FFF2-40B4-BE49-F238E27FC236}">
                <a16:creationId xmlns:a16="http://schemas.microsoft.com/office/drawing/2014/main" id="{9FE5D218-F972-05AA-CD2E-41FC6A272FAC}"/>
              </a:ext>
            </a:extLst>
          </p:cNvPr>
          <p:cNvSpPr txBox="1"/>
          <p:nvPr/>
        </p:nvSpPr>
        <p:spPr>
          <a:xfrm>
            <a:off x="8982376" y="5423813"/>
            <a:ext cx="723275" cy="269817"/>
          </a:xfrm>
          <a:prstGeom prst="rect">
            <a:avLst/>
          </a:prstGeom>
          <a:noFill/>
        </p:spPr>
        <p:txBody>
          <a:bodyPr wrap="none" rtlCol="0">
            <a:spAutoFit/>
          </a:bodyPr>
          <a:lstStyle/>
          <a:p>
            <a:pPr algn="ctr">
              <a:lnSpc>
                <a:spcPct val="120000"/>
              </a:lnSpc>
            </a:pPr>
            <a:r>
              <a:rPr lang="zh-CN" altLang="en-US" sz="1050" dirty="0">
                <a:solidFill>
                  <a:schemeClr val="bg1"/>
                </a:solidFill>
              </a:rPr>
              <a:t>代理软件</a:t>
            </a:r>
          </a:p>
        </p:txBody>
      </p:sp>
      <p:sp>
        <p:nvSpPr>
          <p:cNvPr id="201" name="文本框 200">
            <a:extLst>
              <a:ext uri="{FF2B5EF4-FFF2-40B4-BE49-F238E27FC236}">
                <a16:creationId xmlns:a16="http://schemas.microsoft.com/office/drawing/2014/main" id="{D030A68F-232E-A94D-D9A8-0AB320E92C20}"/>
              </a:ext>
            </a:extLst>
          </p:cNvPr>
          <p:cNvSpPr txBox="1"/>
          <p:nvPr/>
        </p:nvSpPr>
        <p:spPr>
          <a:xfrm>
            <a:off x="9904661" y="5423813"/>
            <a:ext cx="723276" cy="269817"/>
          </a:xfrm>
          <a:prstGeom prst="rect">
            <a:avLst/>
          </a:prstGeom>
          <a:noFill/>
        </p:spPr>
        <p:txBody>
          <a:bodyPr wrap="none" rtlCol="0">
            <a:spAutoFit/>
          </a:bodyPr>
          <a:lstStyle/>
          <a:p>
            <a:pPr algn="ctr">
              <a:lnSpc>
                <a:spcPct val="120000"/>
              </a:lnSpc>
            </a:pPr>
            <a:r>
              <a:rPr lang="zh-CN" altLang="en-US" sz="1050" dirty="0">
                <a:solidFill>
                  <a:schemeClr val="bg1"/>
                </a:solidFill>
              </a:rPr>
              <a:t>终端设备</a:t>
            </a:r>
          </a:p>
        </p:txBody>
      </p:sp>
      <p:grpSp>
        <p:nvGrpSpPr>
          <p:cNvPr id="202" name="组合 201">
            <a:extLst>
              <a:ext uri="{FF2B5EF4-FFF2-40B4-BE49-F238E27FC236}">
                <a16:creationId xmlns:a16="http://schemas.microsoft.com/office/drawing/2014/main" id="{BDCE277B-98B9-8DFE-C3EF-580414A86B01}"/>
              </a:ext>
            </a:extLst>
          </p:cNvPr>
          <p:cNvGrpSpPr/>
          <p:nvPr/>
        </p:nvGrpSpPr>
        <p:grpSpPr>
          <a:xfrm>
            <a:off x="8172089" y="4870831"/>
            <a:ext cx="499270" cy="499268"/>
            <a:chOff x="640889" y="4925653"/>
            <a:chExt cx="499270" cy="499268"/>
          </a:xfrm>
        </p:grpSpPr>
        <p:sp>
          <p:nvSpPr>
            <p:cNvPr id="219" name="PA-椭圆 27">
              <a:extLst>
                <a:ext uri="{FF2B5EF4-FFF2-40B4-BE49-F238E27FC236}">
                  <a16:creationId xmlns:a16="http://schemas.microsoft.com/office/drawing/2014/main" id="{F788E6E3-DFD6-9389-E68C-5F2139BBA2AF}"/>
                </a:ext>
              </a:extLst>
            </p:cNvPr>
            <p:cNvSpPr/>
            <p:nvPr>
              <p:custDataLst>
                <p:tags r:id="rId5"/>
              </p:custDataLst>
            </p:nvPr>
          </p:nvSpPr>
          <p:spPr>
            <a:xfrm>
              <a:off x="640889" y="4925653"/>
              <a:ext cx="499270" cy="499268"/>
            </a:xfrm>
            <a:prstGeom prst="ellipse">
              <a:avLst/>
            </a:prstGeom>
            <a:gradFill flip="none" rotWithShape="1">
              <a:gsLst>
                <a:gs pos="60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220" name="组合 219">
              <a:extLst>
                <a:ext uri="{FF2B5EF4-FFF2-40B4-BE49-F238E27FC236}">
                  <a16:creationId xmlns:a16="http://schemas.microsoft.com/office/drawing/2014/main" id="{9E39CC5D-CE2F-5BAB-1285-DB0410065C5B}"/>
                </a:ext>
              </a:extLst>
            </p:cNvPr>
            <p:cNvGrpSpPr/>
            <p:nvPr/>
          </p:nvGrpSpPr>
          <p:grpSpPr>
            <a:xfrm>
              <a:off x="676811" y="4961575"/>
              <a:ext cx="427427" cy="427425"/>
              <a:chOff x="3549229" y="1355780"/>
              <a:chExt cx="5358640" cy="5358641"/>
            </a:xfrm>
          </p:grpSpPr>
          <p:sp>
            <p:nvSpPr>
              <p:cNvPr id="221" name="PA-椭圆 27">
                <a:extLst>
                  <a:ext uri="{FF2B5EF4-FFF2-40B4-BE49-F238E27FC236}">
                    <a16:creationId xmlns:a16="http://schemas.microsoft.com/office/drawing/2014/main" id="{74C18831-F018-44B7-CCC6-1431B63769FB}"/>
                  </a:ext>
                </a:extLst>
              </p:cNvPr>
              <p:cNvSpPr/>
              <p:nvPr>
                <p:custDataLst>
                  <p:tags r:id="rId6"/>
                </p:custDataLst>
              </p:nvPr>
            </p:nvSpPr>
            <p:spPr>
              <a:xfrm>
                <a:off x="4092132" y="1898672"/>
                <a:ext cx="4272867" cy="4272838"/>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222" name="弧形 221">
                <a:extLst>
                  <a:ext uri="{FF2B5EF4-FFF2-40B4-BE49-F238E27FC236}">
                    <a16:creationId xmlns:a16="http://schemas.microsoft.com/office/drawing/2014/main" id="{89EFB871-AB11-AEB6-0561-16AAABABBE08}"/>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223" name="弧形 222">
                <a:extLst>
                  <a:ext uri="{FF2B5EF4-FFF2-40B4-BE49-F238E27FC236}">
                    <a16:creationId xmlns:a16="http://schemas.microsoft.com/office/drawing/2014/main" id="{1E8245A3-2479-0BF6-7D6F-F26B99D83BA0}"/>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224" name="弧形 223">
                <a:extLst>
                  <a:ext uri="{FF2B5EF4-FFF2-40B4-BE49-F238E27FC236}">
                    <a16:creationId xmlns:a16="http://schemas.microsoft.com/office/drawing/2014/main" id="{9B83EC85-9C85-FA9E-091C-84ADA0D6F4AC}"/>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225" name="弧形 224">
                <a:extLst>
                  <a:ext uri="{FF2B5EF4-FFF2-40B4-BE49-F238E27FC236}">
                    <a16:creationId xmlns:a16="http://schemas.microsoft.com/office/drawing/2014/main" id="{052AC370-ED91-B52A-ED98-00E2346B7D1B}"/>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grpSp>
        <p:nvGrpSpPr>
          <p:cNvPr id="203" name="组合 202">
            <a:extLst>
              <a:ext uri="{FF2B5EF4-FFF2-40B4-BE49-F238E27FC236}">
                <a16:creationId xmlns:a16="http://schemas.microsoft.com/office/drawing/2014/main" id="{FD5B9861-501F-8711-ABA3-D9CFF5880AF0}"/>
              </a:ext>
            </a:extLst>
          </p:cNvPr>
          <p:cNvGrpSpPr/>
          <p:nvPr/>
        </p:nvGrpSpPr>
        <p:grpSpPr>
          <a:xfrm>
            <a:off x="9094378" y="4870831"/>
            <a:ext cx="499270" cy="499268"/>
            <a:chOff x="640889" y="4925653"/>
            <a:chExt cx="499270" cy="499268"/>
          </a:xfrm>
        </p:grpSpPr>
        <p:sp>
          <p:nvSpPr>
            <p:cNvPr id="212" name="PA-椭圆 27">
              <a:extLst>
                <a:ext uri="{FF2B5EF4-FFF2-40B4-BE49-F238E27FC236}">
                  <a16:creationId xmlns:a16="http://schemas.microsoft.com/office/drawing/2014/main" id="{8388642B-57F3-FF24-3F87-4936286B69BF}"/>
                </a:ext>
              </a:extLst>
            </p:cNvPr>
            <p:cNvSpPr/>
            <p:nvPr>
              <p:custDataLst>
                <p:tags r:id="rId3"/>
              </p:custDataLst>
            </p:nvPr>
          </p:nvSpPr>
          <p:spPr>
            <a:xfrm>
              <a:off x="640889" y="4925653"/>
              <a:ext cx="499270" cy="499268"/>
            </a:xfrm>
            <a:prstGeom prst="ellipse">
              <a:avLst/>
            </a:prstGeom>
            <a:gradFill flip="none" rotWithShape="1">
              <a:gsLst>
                <a:gs pos="60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213" name="组合 212">
              <a:extLst>
                <a:ext uri="{FF2B5EF4-FFF2-40B4-BE49-F238E27FC236}">
                  <a16:creationId xmlns:a16="http://schemas.microsoft.com/office/drawing/2014/main" id="{5A76D12F-42B9-6787-32C1-0C403A838A27}"/>
                </a:ext>
              </a:extLst>
            </p:cNvPr>
            <p:cNvGrpSpPr/>
            <p:nvPr/>
          </p:nvGrpSpPr>
          <p:grpSpPr>
            <a:xfrm>
              <a:off x="676811" y="4961575"/>
              <a:ext cx="427427" cy="427425"/>
              <a:chOff x="3549229" y="1355780"/>
              <a:chExt cx="5358640" cy="5358641"/>
            </a:xfrm>
          </p:grpSpPr>
          <p:sp>
            <p:nvSpPr>
              <p:cNvPr id="214" name="PA-椭圆 27">
                <a:extLst>
                  <a:ext uri="{FF2B5EF4-FFF2-40B4-BE49-F238E27FC236}">
                    <a16:creationId xmlns:a16="http://schemas.microsoft.com/office/drawing/2014/main" id="{D4DA6468-A7A7-EAE0-4CFC-90EA60B4D8CB}"/>
                  </a:ext>
                </a:extLst>
              </p:cNvPr>
              <p:cNvSpPr/>
              <p:nvPr>
                <p:custDataLst>
                  <p:tags r:id="rId4"/>
                </p:custDataLst>
              </p:nvPr>
            </p:nvSpPr>
            <p:spPr>
              <a:xfrm>
                <a:off x="4092132" y="1898672"/>
                <a:ext cx="4272867" cy="4272838"/>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215" name="弧形 214">
                <a:extLst>
                  <a:ext uri="{FF2B5EF4-FFF2-40B4-BE49-F238E27FC236}">
                    <a16:creationId xmlns:a16="http://schemas.microsoft.com/office/drawing/2014/main" id="{91AB90E6-77C6-7DF8-2E88-2F6D50E6C66D}"/>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216" name="弧形 215">
                <a:extLst>
                  <a:ext uri="{FF2B5EF4-FFF2-40B4-BE49-F238E27FC236}">
                    <a16:creationId xmlns:a16="http://schemas.microsoft.com/office/drawing/2014/main" id="{DB15A333-BE69-B89E-0CE5-9851C87E8A3E}"/>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217" name="弧形 216">
                <a:extLst>
                  <a:ext uri="{FF2B5EF4-FFF2-40B4-BE49-F238E27FC236}">
                    <a16:creationId xmlns:a16="http://schemas.microsoft.com/office/drawing/2014/main" id="{296C647F-5162-00DD-1D5B-6A023AB60B8F}"/>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218" name="弧形 217">
                <a:extLst>
                  <a:ext uri="{FF2B5EF4-FFF2-40B4-BE49-F238E27FC236}">
                    <a16:creationId xmlns:a16="http://schemas.microsoft.com/office/drawing/2014/main" id="{648031C3-BF7D-14C4-B29A-AD1992A07BFD}"/>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grpSp>
        <p:nvGrpSpPr>
          <p:cNvPr id="204" name="组合 203">
            <a:extLst>
              <a:ext uri="{FF2B5EF4-FFF2-40B4-BE49-F238E27FC236}">
                <a16:creationId xmlns:a16="http://schemas.microsoft.com/office/drawing/2014/main" id="{528F66A6-2E17-C9F1-F676-716D65043C84}"/>
              </a:ext>
            </a:extLst>
          </p:cNvPr>
          <p:cNvGrpSpPr/>
          <p:nvPr/>
        </p:nvGrpSpPr>
        <p:grpSpPr>
          <a:xfrm>
            <a:off x="10016667" y="4870831"/>
            <a:ext cx="499270" cy="499268"/>
            <a:chOff x="640889" y="4925653"/>
            <a:chExt cx="499270" cy="499268"/>
          </a:xfrm>
        </p:grpSpPr>
        <p:sp>
          <p:nvSpPr>
            <p:cNvPr id="205" name="PA-椭圆 27">
              <a:extLst>
                <a:ext uri="{FF2B5EF4-FFF2-40B4-BE49-F238E27FC236}">
                  <a16:creationId xmlns:a16="http://schemas.microsoft.com/office/drawing/2014/main" id="{13A52447-B512-D2D2-7532-1291EAD74EB6}"/>
                </a:ext>
              </a:extLst>
            </p:cNvPr>
            <p:cNvSpPr/>
            <p:nvPr>
              <p:custDataLst>
                <p:tags r:id="rId1"/>
              </p:custDataLst>
            </p:nvPr>
          </p:nvSpPr>
          <p:spPr>
            <a:xfrm>
              <a:off x="640889" y="4925653"/>
              <a:ext cx="499270" cy="499268"/>
            </a:xfrm>
            <a:prstGeom prst="ellipse">
              <a:avLst/>
            </a:prstGeom>
            <a:gradFill flip="none" rotWithShape="1">
              <a:gsLst>
                <a:gs pos="60000">
                  <a:schemeClr val="accent1">
                    <a:alpha val="0"/>
                  </a:schemeClr>
                </a:gs>
                <a:gs pos="100000">
                  <a:schemeClr val="accent1">
                    <a:alpha val="26000"/>
                  </a:schemeClr>
                </a:gs>
              </a:gsLst>
              <a:path path="circle">
                <a:fillToRect l="50000" t="50000" r="50000" b="50000"/>
              </a:path>
              <a:tileRect/>
            </a:gra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grpSp>
          <p:nvGrpSpPr>
            <p:cNvPr id="206" name="组合 205">
              <a:extLst>
                <a:ext uri="{FF2B5EF4-FFF2-40B4-BE49-F238E27FC236}">
                  <a16:creationId xmlns:a16="http://schemas.microsoft.com/office/drawing/2014/main" id="{96C21DF5-24BA-E282-B433-EFC9C1F4E19C}"/>
                </a:ext>
              </a:extLst>
            </p:cNvPr>
            <p:cNvGrpSpPr/>
            <p:nvPr/>
          </p:nvGrpSpPr>
          <p:grpSpPr>
            <a:xfrm>
              <a:off x="676811" y="4961575"/>
              <a:ext cx="427427" cy="427425"/>
              <a:chOff x="3549229" y="1355780"/>
              <a:chExt cx="5358640" cy="5358641"/>
            </a:xfrm>
          </p:grpSpPr>
          <p:sp>
            <p:nvSpPr>
              <p:cNvPr id="207" name="PA-椭圆 27">
                <a:extLst>
                  <a:ext uri="{FF2B5EF4-FFF2-40B4-BE49-F238E27FC236}">
                    <a16:creationId xmlns:a16="http://schemas.microsoft.com/office/drawing/2014/main" id="{33455A4E-BBC8-2D31-579D-65531C91E79F}"/>
                  </a:ext>
                </a:extLst>
              </p:cNvPr>
              <p:cNvSpPr/>
              <p:nvPr>
                <p:custDataLst>
                  <p:tags r:id="rId2"/>
                </p:custDataLst>
              </p:nvPr>
            </p:nvSpPr>
            <p:spPr>
              <a:xfrm>
                <a:off x="4092132" y="1898672"/>
                <a:ext cx="4272867" cy="4272838"/>
              </a:xfrm>
              <a:prstGeom prst="ellipse">
                <a:avLst/>
              </a:prstGeom>
              <a:solidFill>
                <a:schemeClr val="tx1"/>
              </a:solidFill>
              <a:ln w="635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208" name="弧形 207">
                <a:extLst>
                  <a:ext uri="{FF2B5EF4-FFF2-40B4-BE49-F238E27FC236}">
                    <a16:creationId xmlns:a16="http://schemas.microsoft.com/office/drawing/2014/main" id="{DC02ADD5-6044-3D6C-5549-C9828C18BBBF}"/>
                  </a:ext>
                </a:extLst>
              </p:cNvPr>
              <p:cNvSpPr/>
              <p:nvPr/>
            </p:nvSpPr>
            <p:spPr>
              <a:xfrm rot="11094351">
                <a:off x="3549229" y="1355780"/>
                <a:ext cx="5358639" cy="5358640"/>
              </a:xfrm>
              <a:prstGeom prst="arc">
                <a:avLst>
                  <a:gd name="adj1" fmla="val 1067377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209" name="弧形 208">
                <a:extLst>
                  <a:ext uri="{FF2B5EF4-FFF2-40B4-BE49-F238E27FC236}">
                    <a16:creationId xmlns:a16="http://schemas.microsoft.com/office/drawing/2014/main" id="{6C7340C3-B885-F653-59DA-7293F76A1AE2}"/>
                  </a:ext>
                </a:extLst>
              </p:cNvPr>
              <p:cNvSpPr/>
              <p:nvPr/>
            </p:nvSpPr>
            <p:spPr>
              <a:xfrm rot="16200000">
                <a:off x="3549230" y="1355781"/>
                <a:ext cx="5358640" cy="5358639"/>
              </a:xfrm>
              <a:prstGeom prst="arc">
                <a:avLst>
                  <a:gd name="adj1" fmla="val 10889005"/>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210" name="弧形 209">
                <a:extLst>
                  <a:ext uri="{FF2B5EF4-FFF2-40B4-BE49-F238E27FC236}">
                    <a16:creationId xmlns:a16="http://schemas.microsoft.com/office/drawing/2014/main" id="{C2A12961-7ED9-D8A8-5375-401F20627B0D}"/>
                  </a:ext>
                </a:extLst>
              </p:cNvPr>
              <p:cNvSpPr/>
              <p:nvPr/>
            </p:nvSpPr>
            <p:spPr>
              <a:xfrm rot="20700000">
                <a:off x="3549230" y="1355780"/>
                <a:ext cx="5358639" cy="5358640"/>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sp>
            <p:nvSpPr>
              <p:cNvPr id="211" name="弧形 210">
                <a:extLst>
                  <a:ext uri="{FF2B5EF4-FFF2-40B4-BE49-F238E27FC236}">
                    <a16:creationId xmlns:a16="http://schemas.microsoft.com/office/drawing/2014/main" id="{1440DD2A-BEFF-DB3F-1293-6357703972DE}"/>
                  </a:ext>
                </a:extLst>
              </p:cNvPr>
              <p:cNvSpPr/>
              <p:nvPr/>
            </p:nvSpPr>
            <p:spPr>
              <a:xfrm rot="5400000">
                <a:off x="3549230" y="1355781"/>
                <a:ext cx="5358640" cy="5358639"/>
              </a:xfrm>
              <a:prstGeom prst="arc">
                <a:avLst>
                  <a:gd name="adj1" fmla="val 10729063"/>
                  <a:gd name="adj2" fmla="val 14659752"/>
                </a:avLst>
              </a:prstGeom>
              <a:ln w="6350" cap="rnd">
                <a:gradFill>
                  <a:gsLst>
                    <a:gs pos="0">
                      <a:schemeClr val="accent1"/>
                    </a:gs>
                    <a:gs pos="75000">
                      <a:schemeClr val="accent1">
                        <a:alpha val="0"/>
                      </a:schemeClr>
                    </a:gs>
                  </a:gsLst>
                  <a:lin ang="5400000" scaled="1"/>
                </a:gradFill>
                <a:headEnd type="none"/>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defTabSz="1919966">
                  <a:defRPr/>
                </a:pPr>
                <a:endParaRPr lang="zh-CN" altLang="en-US" sz="3779" dirty="0">
                  <a:solidFill>
                    <a:prstClr val="black"/>
                  </a:solidFill>
                  <a:latin typeface="微软雅黑" panose="020B0503020204020204" pitchFamily="34" charset="-122"/>
                  <a:ea typeface="微软雅黑" panose="020B0503020204020204" pitchFamily="34" charset="-122"/>
                </a:endParaRPr>
              </a:p>
            </p:txBody>
          </p:sp>
        </p:grpSp>
      </p:grpSp>
      <p:sp>
        <p:nvSpPr>
          <p:cNvPr id="228" name="椭圆 227">
            <a:extLst>
              <a:ext uri="{FF2B5EF4-FFF2-40B4-BE49-F238E27FC236}">
                <a16:creationId xmlns:a16="http://schemas.microsoft.com/office/drawing/2014/main" id="{CAE90EA5-4F83-FDA1-52E7-A4C93C804561}"/>
              </a:ext>
            </a:extLst>
          </p:cNvPr>
          <p:cNvSpPr/>
          <p:nvPr/>
        </p:nvSpPr>
        <p:spPr>
          <a:xfrm>
            <a:off x="5229094" y="1716449"/>
            <a:ext cx="1733812" cy="1733810"/>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600" b="1">
              <a:solidFill>
                <a:schemeClr val="tx1"/>
              </a:solidFill>
              <a:latin typeface="+mj-ea"/>
              <a:ea typeface="+mj-ea"/>
            </a:endParaRPr>
          </a:p>
        </p:txBody>
      </p:sp>
      <p:cxnSp>
        <p:nvCxnSpPr>
          <p:cNvPr id="239" name="直接连接符 238">
            <a:extLst>
              <a:ext uri="{FF2B5EF4-FFF2-40B4-BE49-F238E27FC236}">
                <a16:creationId xmlns:a16="http://schemas.microsoft.com/office/drawing/2014/main" id="{EE37C301-1F74-6289-2632-9DD76D55274E}"/>
              </a:ext>
            </a:extLst>
          </p:cNvPr>
          <p:cNvCxnSpPr>
            <a:cxnSpLocks/>
          </p:cNvCxnSpPr>
          <p:nvPr/>
        </p:nvCxnSpPr>
        <p:spPr>
          <a:xfrm>
            <a:off x="5118787" y="3688714"/>
            <a:ext cx="0" cy="396005"/>
          </a:xfrm>
          <a:prstGeom prst="line">
            <a:avLst/>
          </a:prstGeom>
          <a:ln w="19050" cap="rnd">
            <a:gradFill>
              <a:gsLst>
                <a:gs pos="0">
                  <a:schemeClr val="accent1">
                    <a:alpha val="55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41" name="旁门左道出品">
            <a:extLst>
              <a:ext uri="{FF2B5EF4-FFF2-40B4-BE49-F238E27FC236}">
                <a16:creationId xmlns:a16="http://schemas.microsoft.com/office/drawing/2014/main" id="{121EB728-22F3-1C08-9335-B23A19A59EE9}"/>
              </a:ext>
            </a:extLst>
          </p:cNvPr>
          <p:cNvCxnSpPr>
            <a:cxnSpLocks/>
          </p:cNvCxnSpPr>
          <p:nvPr/>
        </p:nvCxnSpPr>
        <p:spPr>
          <a:xfrm>
            <a:off x="5711918" y="3509531"/>
            <a:ext cx="0" cy="290747"/>
          </a:xfrm>
          <a:prstGeom prst="line">
            <a:avLst/>
          </a:prstGeom>
          <a:ln w="19050" cap="rnd">
            <a:gradFill>
              <a:gsLst>
                <a:gs pos="0">
                  <a:schemeClr val="accent1">
                    <a:alpha val="41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47" name="任意多边形: 形状 246">
            <a:extLst>
              <a:ext uri="{FF2B5EF4-FFF2-40B4-BE49-F238E27FC236}">
                <a16:creationId xmlns:a16="http://schemas.microsoft.com/office/drawing/2014/main" id="{0DE6EB61-730E-72A5-B029-AFE4E4237F4D}"/>
              </a:ext>
            </a:extLst>
          </p:cNvPr>
          <p:cNvSpPr>
            <a:spLocks/>
          </p:cNvSpPr>
          <p:nvPr/>
        </p:nvSpPr>
        <p:spPr>
          <a:xfrm flipH="1">
            <a:off x="4671486" y="2322593"/>
            <a:ext cx="553649" cy="495936"/>
          </a:xfrm>
          <a:custGeom>
            <a:avLst/>
            <a:gdLst>
              <a:gd name="connsiteX0" fmla="*/ 0 w 640080"/>
              <a:gd name="connsiteY0" fmla="*/ 259080 h 492760"/>
              <a:gd name="connsiteX1" fmla="*/ 198120 w 640080"/>
              <a:gd name="connsiteY1" fmla="*/ 259080 h 492760"/>
              <a:gd name="connsiteX2" fmla="*/ 314960 w 640080"/>
              <a:gd name="connsiteY2" fmla="*/ 0 h 492760"/>
              <a:gd name="connsiteX3" fmla="*/ 431800 w 640080"/>
              <a:gd name="connsiteY3" fmla="*/ 492760 h 492760"/>
              <a:gd name="connsiteX4" fmla="*/ 472440 w 640080"/>
              <a:gd name="connsiteY4" fmla="*/ 259080 h 492760"/>
              <a:gd name="connsiteX5" fmla="*/ 640080 w 640080"/>
              <a:gd name="connsiteY5" fmla="*/ 259080 h 492760"/>
              <a:gd name="connsiteX0" fmla="*/ 0 w 640080"/>
              <a:gd name="connsiteY0" fmla="*/ 259080 h 494348"/>
              <a:gd name="connsiteX1" fmla="*/ 198120 w 640080"/>
              <a:gd name="connsiteY1" fmla="*/ 259080 h 494348"/>
              <a:gd name="connsiteX2" fmla="*/ 314960 w 640080"/>
              <a:gd name="connsiteY2" fmla="*/ 0 h 494348"/>
              <a:gd name="connsiteX3" fmla="*/ 396928 w 640080"/>
              <a:gd name="connsiteY3" fmla="*/ 494348 h 494348"/>
              <a:gd name="connsiteX4" fmla="*/ 472440 w 640080"/>
              <a:gd name="connsiteY4" fmla="*/ 259080 h 494348"/>
              <a:gd name="connsiteX5" fmla="*/ 640080 w 640080"/>
              <a:gd name="connsiteY5" fmla="*/ 259080 h 494348"/>
              <a:gd name="connsiteX0" fmla="*/ 0 w 640080"/>
              <a:gd name="connsiteY0" fmla="*/ 260668 h 495936"/>
              <a:gd name="connsiteX1" fmla="*/ 198120 w 640080"/>
              <a:gd name="connsiteY1" fmla="*/ 260668 h 495936"/>
              <a:gd name="connsiteX2" fmla="*/ 287429 w 640080"/>
              <a:gd name="connsiteY2" fmla="*/ 0 h 495936"/>
              <a:gd name="connsiteX3" fmla="*/ 396928 w 640080"/>
              <a:gd name="connsiteY3" fmla="*/ 495936 h 495936"/>
              <a:gd name="connsiteX4" fmla="*/ 472440 w 640080"/>
              <a:gd name="connsiteY4" fmla="*/ 260668 h 495936"/>
              <a:gd name="connsiteX5" fmla="*/ 640080 w 640080"/>
              <a:gd name="connsiteY5" fmla="*/ 260668 h 495936"/>
              <a:gd name="connsiteX0" fmla="*/ 0 w 640080"/>
              <a:gd name="connsiteY0" fmla="*/ 260668 h 495936"/>
              <a:gd name="connsiteX1" fmla="*/ 198120 w 640080"/>
              <a:gd name="connsiteY1" fmla="*/ 260668 h 495936"/>
              <a:gd name="connsiteX2" fmla="*/ 280088 w 640080"/>
              <a:gd name="connsiteY2" fmla="*/ 0 h 495936"/>
              <a:gd name="connsiteX3" fmla="*/ 396928 w 640080"/>
              <a:gd name="connsiteY3" fmla="*/ 495936 h 495936"/>
              <a:gd name="connsiteX4" fmla="*/ 472440 w 640080"/>
              <a:gd name="connsiteY4" fmla="*/ 260668 h 495936"/>
              <a:gd name="connsiteX5" fmla="*/ 640080 w 640080"/>
              <a:gd name="connsiteY5" fmla="*/ 260668 h 49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080" h="495936">
                <a:moveTo>
                  <a:pt x="0" y="260668"/>
                </a:moveTo>
                <a:lnTo>
                  <a:pt x="198120" y="260668"/>
                </a:lnTo>
                <a:lnTo>
                  <a:pt x="280088" y="0"/>
                </a:lnTo>
                <a:lnTo>
                  <a:pt x="396928" y="495936"/>
                </a:lnTo>
                <a:lnTo>
                  <a:pt x="472440" y="260668"/>
                </a:lnTo>
                <a:lnTo>
                  <a:pt x="640080" y="260668"/>
                </a:lnTo>
              </a:path>
            </a:pathLst>
          </a:custGeom>
          <a:noFill/>
          <a:ln w="95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8" name="组合 267">
            <a:extLst>
              <a:ext uri="{FF2B5EF4-FFF2-40B4-BE49-F238E27FC236}">
                <a16:creationId xmlns:a16="http://schemas.microsoft.com/office/drawing/2014/main" id="{FCA61006-A254-08BB-D852-A16981074A90}"/>
              </a:ext>
            </a:extLst>
          </p:cNvPr>
          <p:cNvGrpSpPr/>
          <p:nvPr/>
        </p:nvGrpSpPr>
        <p:grpSpPr>
          <a:xfrm>
            <a:off x="2883271" y="1149350"/>
            <a:ext cx="6392168" cy="2868662"/>
            <a:chOff x="3684654" y="1381030"/>
            <a:chExt cx="4862441" cy="2405196"/>
          </a:xfrm>
        </p:grpSpPr>
        <p:sp>
          <p:nvSpPr>
            <p:cNvPr id="253" name="任意多边形: 形状 252">
              <a:extLst>
                <a:ext uri="{FF2B5EF4-FFF2-40B4-BE49-F238E27FC236}">
                  <a16:creationId xmlns:a16="http://schemas.microsoft.com/office/drawing/2014/main" id="{81A63AE6-9B47-FEBE-D886-763319E12311}"/>
                </a:ext>
              </a:extLst>
            </p:cNvPr>
            <p:cNvSpPr/>
            <p:nvPr/>
          </p:nvSpPr>
          <p:spPr>
            <a:xfrm rot="5400000">
              <a:off x="2849195" y="2217037"/>
              <a:ext cx="2404648" cy="733730"/>
            </a:xfrm>
            <a:custGeom>
              <a:avLst/>
              <a:gdLst>
                <a:gd name="connsiteX0" fmla="*/ 0 w 2279668"/>
                <a:gd name="connsiteY0" fmla="*/ 1390306 h 1390306"/>
                <a:gd name="connsiteX1" fmla="*/ 31172 w 2279668"/>
                <a:gd name="connsiteY1" fmla="*/ 1385318 h 1390306"/>
                <a:gd name="connsiteX2" fmla="*/ 562143 w 2279668"/>
                <a:gd name="connsiteY2" fmla="*/ 853346 h 1390306"/>
                <a:gd name="connsiteX3" fmla="*/ 810916 w 2279668"/>
                <a:gd name="connsiteY3" fmla="*/ 258343 h 1390306"/>
                <a:gd name="connsiteX4" fmla="*/ 882388 w 2279668"/>
                <a:gd name="connsiteY4" fmla="*/ 0 h 1390306"/>
                <a:gd name="connsiteX5" fmla="*/ 1397276 w 2279668"/>
                <a:gd name="connsiteY5" fmla="*/ 0 h 1390306"/>
                <a:gd name="connsiteX6" fmla="*/ 1468748 w 2279668"/>
                <a:gd name="connsiteY6" fmla="*/ 258342 h 1390306"/>
                <a:gd name="connsiteX7" fmla="*/ 1717521 w 2279668"/>
                <a:gd name="connsiteY7" fmla="*/ 853345 h 1390306"/>
                <a:gd name="connsiteX8" fmla="*/ 2248491 w 2279668"/>
                <a:gd name="connsiteY8" fmla="*/ 1385317 h 1390306"/>
                <a:gd name="connsiteX9" fmla="*/ 2279668 w 2279668"/>
                <a:gd name="connsiteY9" fmla="*/ 1390306 h 139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79668" h="1390306">
                  <a:moveTo>
                    <a:pt x="0" y="1390306"/>
                  </a:moveTo>
                  <a:lnTo>
                    <a:pt x="31172" y="1385318"/>
                  </a:lnTo>
                  <a:cubicBezTo>
                    <a:pt x="206908" y="1338968"/>
                    <a:pt x="391680" y="1163148"/>
                    <a:pt x="562143" y="853346"/>
                  </a:cubicBezTo>
                  <a:cubicBezTo>
                    <a:pt x="657811" y="679477"/>
                    <a:pt x="741189" y="477552"/>
                    <a:pt x="810916" y="258343"/>
                  </a:cubicBezTo>
                  <a:lnTo>
                    <a:pt x="882388" y="0"/>
                  </a:lnTo>
                  <a:lnTo>
                    <a:pt x="1397276" y="0"/>
                  </a:lnTo>
                  <a:lnTo>
                    <a:pt x="1468748" y="258342"/>
                  </a:lnTo>
                  <a:cubicBezTo>
                    <a:pt x="1538475" y="477551"/>
                    <a:pt x="1621853" y="679476"/>
                    <a:pt x="1717521" y="853345"/>
                  </a:cubicBezTo>
                  <a:cubicBezTo>
                    <a:pt x="1887984" y="1163147"/>
                    <a:pt x="2072755" y="1338966"/>
                    <a:pt x="2248491" y="1385317"/>
                  </a:cubicBezTo>
                  <a:lnTo>
                    <a:pt x="2279668" y="1390306"/>
                  </a:lnTo>
                  <a:close/>
                </a:path>
              </a:pathLst>
            </a:custGeom>
            <a:gradFill>
              <a:gsLst>
                <a:gs pos="0">
                  <a:schemeClr val="accent2">
                    <a:alpha val="53000"/>
                  </a:schemeClr>
                </a:gs>
                <a:gs pos="100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2" name="任意多边形: 形状 261">
              <a:extLst>
                <a:ext uri="{FF2B5EF4-FFF2-40B4-BE49-F238E27FC236}">
                  <a16:creationId xmlns:a16="http://schemas.microsoft.com/office/drawing/2014/main" id="{0FC18A3B-8A44-D907-766E-896C7A92852A}"/>
                </a:ext>
              </a:extLst>
            </p:cNvPr>
            <p:cNvSpPr/>
            <p:nvPr/>
          </p:nvSpPr>
          <p:spPr>
            <a:xfrm rot="16200000" flipH="1">
              <a:off x="6977906" y="2216489"/>
              <a:ext cx="2404648" cy="733730"/>
            </a:xfrm>
            <a:custGeom>
              <a:avLst/>
              <a:gdLst>
                <a:gd name="connsiteX0" fmla="*/ 0 w 2279668"/>
                <a:gd name="connsiteY0" fmla="*/ 1390306 h 1390306"/>
                <a:gd name="connsiteX1" fmla="*/ 31172 w 2279668"/>
                <a:gd name="connsiteY1" fmla="*/ 1385318 h 1390306"/>
                <a:gd name="connsiteX2" fmla="*/ 562143 w 2279668"/>
                <a:gd name="connsiteY2" fmla="*/ 853346 h 1390306"/>
                <a:gd name="connsiteX3" fmla="*/ 810916 w 2279668"/>
                <a:gd name="connsiteY3" fmla="*/ 258343 h 1390306"/>
                <a:gd name="connsiteX4" fmla="*/ 882388 w 2279668"/>
                <a:gd name="connsiteY4" fmla="*/ 0 h 1390306"/>
                <a:gd name="connsiteX5" fmla="*/ 1397276 w 2279668"/>
                <a:gd name="connsiteY5" fmla="*/ 0 h 1390306"/>
                <a:gd name="connsiteX6" fmla="*/ 1468748 w 2279668"/>
                <a:gd name="connsiteY6" fmla="*/ 258342 h 1390306"/>
                <a:gd name="connsiteX7" fmla="*/ 1717521 w 2279668"/>
                <a:gd name="connsiteY7" fmla="*/ 853345 h 1390306"/>
                <a:gd name="connsiteX8" fmla="*/ 2248491 w 2279668"/>
                <a:gd name="connsiteY8" fmla="*/ 1385317 h 1390306"/>
                <a:gd name="connsiteX9" fmla="*/ 2279668 w 2279668"/>
                <a:gd name="connsiteY9" fmla="*/ 1390306 h 139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79668" h="1390306">
                  <a:moveTo>
                    <a:pt x="0" y="1390306"/>
                  </a:moveTo>
                  <a:lnTo>
                    <a:pt x="31172" y="1385318"/>
                  </a:lnTo>
                  <a:cubicBezTo>
                    <a:pt x="206908" y="1338968"/>
                    <a:pt x="391680" y="1163148"/>
                    <a:pt x="562143" y="853346"/>
                  </a:cubicBezTo>
                  <a:cubicBezTo>
                    <a:pt x="657811" y="679477"/>
                    <a:pt x="741189" y="477552"/>
                    <a:pt x="810916" y="258343"/>
                  </a:cubicBezTo>
                  <a:lnTo>
                    <a:pt x="882388" y="0"/>
                  </a:lnTo>
                  <a:lnTo>
                    <a:pt x="1397276" y="0"/>
                  </a:lnTo>
                  <a:lnTo>
                    <a:pt x="1468748" y="258342"/>
                  </a:lnTo>
                  <a:cubicBezTo>
                    <a:pt x="1538475" y="477551"/>
                    <a:pt x="1621853" y="679476"/>
                    <a:pt x="1717521" y="853345"/>
                  </a:cubicBezTo>
                  <a:cubicBezTo>
                    <a:pt x="1887984" y="1163147"/>
                    <a:pt x="2072755" y="1338966"/>
                    <a:pt x="2248491" y="1385317"/>
                  </a:cubicBezTo>
                  <a:lnTo>
                    <a:pt x="2279668" y="1390306"/>
                  </a:lnTo>
                  <a:close/>
                </a:path>
              </a:pathLst>
            </a:custGeom>
            <a:gradFill>
              <a:gsLst>
                <a:gs pos="0">
                  <a:schemeClr val="accent2">
                    <a:alpha val="53000"/>
                  </a:schemeClr>
                </a:gs>
                <a:gs pos="100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258" name="文本框 257">
            <a:extLst>
              <a:ext uri="{FF2B5EF4-FFF2-40B4-BE49-F238E27FC236}">
                <a16:creationId xmlns:a16="http://schemas.microsoft.com/office/drawing/2014/main" id="{2FF4DEAA-F45F-CD1E-EF5D-87370E4A0D17}"/>
              </a:ext>
            </a:extLst>
          </p:cNvPr>
          <p:cNvSpPr txBox="1">
            <a:spLocks/>
          </p:cNvSpPr>
          <p:nvPr/>
        </p:nvSpPr>
        <p:spPr>
          <a:xfrm>
            <a:off x="1623974" y="1457717"/>
            <a:ext cx="1355006" cy="348025"/>
          </a:xfrm>
          <a:prstGeom prst="roundRect">
            <a:avLst>
              <a:gd name="adj" fmla="val 50000"/>
            </a:avLst>
          </a:prstGeom>
          <a:gradFill>
            <a:gsLst>
              <a:gs pos="100000">
                <a:schemeClr val="accent2">
                  <a:alpha val="54000"/>
                </a:schemeClr>
              </a:gs>
              <a:gs pos="64000">
                <a:schemeClr val="accent2">
                  <a:alpha val="20000"/>
                </a:schemeClr>
              </a:gs>
              <a:gs pos="36000">
                <a:schemeClr val="accent2">
                  <a:alpha val="20000"/>
                </a:schemeClr>
              </a:gs>
              <a:gs pos="1000">
                <a:schemeClr val="accent2">
                  <a:alpha val="54000"/>
                </a:schemeClr>
              </a:gs>
            </a:gsLst>
            <a:lin ang="4200000" scaled="0"/>
          </a:gra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0">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登录与权限管理</a:t>
            </a:r>
          </a:p>
        </p:txBody>
      </p:sp>
      <p:sp>
        <p:nvSpPr>
          <p:cNvPr id="259" name="文本框 258">
            <a:extLst>
              <a:ext uri="{FF2B5EF4-FFF2-40B4-BE49-F238E27FC236}">
                <a16:creationId xmlns:a16="http://schemas.microsoft.com/office/drawing/2014/main" id="{FD59C1A2-705E-1B4B-4944-871F72709372}"/>
              </a:ext>
            </a:extLst>
          </p:cNvPr>
          <p:cNvSpPr txBox="1">
            <a:spLocks/>
          </p:cNvSpPr>
          <p:nvPr/>
        </p:nvSpPr>
        <p:spPr>
          <a:xfrm>
            <a:off x="1034481" y="1995422"/>
            <a:ext cx="1355006" cy="348025"/>
          </a:xfrm>
          <a:prstGeom prst="roundRect">
            <a:avLst>
              <a:gd name="adj" fmla="val 50000"/>
            </a:avLst>
          </a:prstGeom>
          <a:gradFill>
            <a:gsLst>
              <a:gs pos="100000">
                <a:schemeClr val="accent2">
                  <a:alpha val="54000"/>
                </a:schemeClr>
              </a:gs>
              <a:gs pos="64000">
                <a:schemeClr val="accent2">
                  <a:alpha val="20000"/>
                </a:schemeClr>
              </a:gs>
              <a:gs pos="36000">
                <a:schemeClr val="accent2">
                  <a:alpha val="20000"/>
                </a:schemeClr>
              </a:gs>
              <a:gs pos="1000">
                <a:schemeClr val="accent2">
                  <a:alpha val="54000"/>
                </a:schemeClr>
              </a:gs>
            </a:gsLst>
            <a:lin ang="4200000" scaled="0"/>
          </a:gra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0">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实时监控画面</a:t>
            </a:r>
          </a:p>
        </p:txBody>
      </p:sp>
      <p:sp>
        <p:nvSpPr>
          <p:cNvPr id="260" name="文本框 259">
            <a:extLst>
              <a:ext uri="{FF2B5EF4-FFF2-40B4-BE49-F238E27FC236}">
                <a16:creationId xmlns:a16="http://schemas.microsoft.com/office/drawing/2014/main" id="{30FCB4DB-40C8-918F-E095-D36908C7FB5A}"/>
              </a:ext>
            </a:extLst>
          </p:cNvPr>
          <p:cNvSpPr txBox="1">
            <a:spLocks/>
          </p:cNvSpPr>
          <p:nvPr/>
        </p:nvSpPr>
        <p:spPr>
          <a:xfrm>
            <a:off x="1428530" y="2533126"/>
            <a:ext cx="1355006" cy="348025"/>
          </a:xfrm>
          <a:prstGeom prst="roundRect">
            <a:avLst>
              <a:gd name="adj" fmla="val 50000"/>
            </a:avLst>
          </a:prstGeom>
          <a:gradFill>
            <a:gsLst>
              <a:gs pos="100000">
                <a:schemeClr val="accent2">
                  <a:alpha val="54000"/>
                </a:schemeClr>
              </a:gs>
              <a:gs pos="64000">
                <a:schemeClr val="accent2">
                  <a:alpha val="20000"/>
                </a:schemeClr>
              </a:gs>
              <a:gs pos="36000">
                <a:schemeClr val="accent2">
                  <a:alpha val="20000"/>
                </a:schemeClr>
              </a:gs>
              <a:gs pos="1000">
                <a:schemeClr val="accent2">
                  <a:alpha val="54000"/>
                </a:schemeClr>
              </a:gs>
            </a:gsLst>
            <a:lin ang="4200000" scaled="0"/>
          </a:gra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0">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告警信息提示</a:t>
            </a:r>
          </a:p>
        </p:txBody>
      </p:sp>
      <p:sp>
        <p:nvSpPr>
          <p:cNvPr id="261" name="文本框 260">
            <a:extLst>
              <a:ext uri="{FF2B5EF4-FFF2-40B4-BE49-F238E27FC236}">
                <a16:creationId xmlns:a16="http://schemas.microsoft.com/office/drawing/2014/main" id="{5ADF071D-876D-5612-F7E1-321A44662CDF}"/>
              </a:ext>
            </a:extLst>
          </p:cNvPr>
          <p:cNvSpPr txBox="1">
            <a:spLocks/>
          </p:cNvSpPr>
          <p:nvPr/>
        </p:nvSpPr>
        <p:spPr>
          <a:xfrm>
            <a:off x="1162053" y="3070830"/>
            <a:ext cx="1355006" cy="348025"/>
          </a:xfrm>
          <a:prstGeom prst="roundRect">
            <a:avLst>
              <a:gd name="adj" fmla="val 50000"/>
            </a:avLst>
          </a:prstGeom>
          <a:gradFill>
            <a:gsLst>
              <a:gs pos="100000">
                <a:schemeClr val="accent2">
                  <a:alpha val="54000"/>
                </a:schemeClr>
              </a:gs>
              <a:gs pos="64000">
                <a:schemeClr val="accent2">
                  <a:alpha val="20000"/>
                </a:schemeClr>
              </a:gs>
              <a:gs pos="36000">
                <a:schemeClr val="accent2">
                  <a:alpha val="20000"/>
                </a:schemeClr>
              </a:gs>
              <a:gs pos="1000">
                <a:schemeClr val="accent2">
                  <a:alpha val="54000"/>
                </a:schemeClr>
              </a:gs>
            </a:gsLst>
            <a:lin ang="4200000" scaled="0"/>
          </a:gra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0">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配置与管理</a:t>
            </a:r>
          </a:p>
        </p:txBody>
      </p:sp>
      <p:sp>
        <p:nvSpPr>
          <p:cNvPr id="264" name="文本框 263">
            <a:extLst>
              <a:ext uri="{FF2B5EF4-FFF2-40B4-BE49-F238E27FC236}">
                <a16:creationId xmlns:a16="http://schemas.microsoft.com/office/drawing/2014/main" id="{7A653B89-7AF8-3BF1-7205-75179B2A02A3}"/>
              </a:ext>
            </a:extLst>
          </p:cNvPr>
          <p:cNvSpPr txBox="1">
            <a:spLocks/>
          </p:cNvSpPr>
          <p:nvPr/>
        </p:nvSpPr>
        <p:spPr>
          <a:xfrm>
            <a:off x="9802513" y="1995422"/>
            <a:ext cx="1355006" cy="348025"/>
          </a:xfrm>
          <a:prstGeom prst="roundRect">
            <a:avLst>
              <a:gd name="adj" fmla="val 50000"/>
            </a:avLst>
          </a:prstGeom>
          <a:gradFill>
            <a:gsLst>
              <a:gs pos="100000">
                <a:schemeClr val="accent2">
                  <a:alpha val="54000"/>
                </a:schemeClr>
              </a:gs>
              <a:gs pos="64000">
                <a:schemeClr val="accent2">
                  <a:alpha val="20000"/>
                </a:schemeClr>
              </a:gs>
              <a:gs pos="36000">
                <a:schemeClr val="accent2">
                  <a:alpha val="20000"/>
                </a:schemeClr>
              </a:gs>
              <a:gs pos="1000">
                <a:schemeClr val="accent2">
                  <a:alpha val="54000"/>
                </a:schemeClr>
              </a:gs>
            </a:gsLst>
            <a:lin ang="4200000" scaled="0"/>
          </a:gra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0">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实时监控画面</a:t>
            </a:r>
          </a:p>
        </p:txBody>
      </p:sp>
      <p:sp>
        <p:nvSpPr>
          <p:cNvPr id="265" name="文本框 264">
            <a:extLst>
              <a:ext uri="{FF2B5EF4-FFF2-40B4-BE49-F238E27FC236}">
                <a16:creationId xmlns:a16="http://schemas.microsoft.com/office/drawing/2014/main" id="{48A1AFC6-DA84-2A90-9135-D2DE6A4F1F60}"/>
              </a:ext>
            </a:extLst>
          </p:cNvPr>
          <p:cNvSpPr txBox="1">
            <a:spLocks/>
          </p:cNvSpPr>
          <p:nvPr/>
        </p:nvSpPr>
        <p:spPr>
          <a:xfrm>
            <a:off x="9408464" y="2533126"/>
            <a:ext cx="1355006" cy="348025"/>
          </a:xfrm>
          <a:prstGeom prst="roundRect">
            <a:avLst>
              <a:gd name="adj" fmla="val 50000"/>
            </a:avLst>
          </a:prstGeom>
          <a:gradFill>
            <a:gsLst>
              <a:gs pos="100000">
                <a:schemeClr val="accent2">
                  <a:alpha val="54000"/>
                </a:schemeClr>
              </a:gs>
              <a:gs pos="64000">
                <a:schemeClr val="accent2">
                  <a:alpha val="20000"/>
                </a:schemeClr>
              </a:gs>
              <a:gs pos="36000">
                <a:schemeClr val="accent2">
                  <a:alpha val="20000"/>
                </a:schemeClr>
              </a:gs>
              <a:gs pos="1000">
                <a:schemeClr val="accent2">
                  <a:alpha val="54000"/>
                </a:schemeClr>
              </a:gs>
            </a:gsLst>
            <a:lin ang="4200000" scaled="0"/>
          </a:gra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0">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告警信息提示</a:t>
            </a:r>
          </a:p>
        </p:txBody>
      </p:sp>
      <p:sp>
        <p:nvSpPr>
          <p:cNvPr id="266" name="文本框 265">
            <a:extLst>
              <a:ext uri="{FF2B5EF4-FFF2-40B4-BE49-F238E27FC236}">
                <a16:creationId xmlns:a16="http://schemas.microsoft.com/office/drawing/2014/main" id="{35EA02DB-B9BB-B5BF-FD0C-87C59319E233}"/>
              </a:ext>
            </a:extLst>
          </p:cNvPr>
          <p:cNvSpPr txBox="1">
            <a:spLocks/>
          </p:cNvSpPr>
          <p:nvPr/>
        </p:nvSpPr>
        <p:spPr>
          <a:xfrm>
            <a:off x="9674941" y="3070830"/>
            <a:ext cx="1355006" cy="348025"/>
          </a:xfrm>
          <a:prstGeom prst="roundRect">
            <a:avLst>
              <a:gd name="adj" fmla="val 50000"/>
            </a:avLst>
          </a:prstGeom>
          <a:gradFill>
            <a:gsLst>
              <a:gs pos="100000">
                <a:schemeClr val="accent2">
                  <a:alpha val="54000"/>
                </a:schemeClr>
              </a:gs>
              <a:gs pos="64000">
                <a:schemeClr val="accent2">
                  <a:alpha val="20000"/>
                </a:schemeClr>
              </a:gs>
              <a:gs pos="36000">
                <a:schemeClr val="accent2">
                  <a:alpha val="20000"/>
                </a:schemeClr>
              </a:gs>
              <a:gs pos="1000">
                <a:schemeClr val="accent2">
                  <a:alpha val="54000"/>
                </a:schemeClr>
              </a:gs>
            </a:gsLst>
            <a:lin ang="4200000" scaled="0"/>
          </a:gra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0">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配置与管理</a:t>
            </a:r>
          </a:p>
        </p:txBody>
      </p:sp>
      <p:grpSp>
        <p:nvGrpSpPr>
          <p:cNvPr id="255" name="组合 254">
            <a:extLst>
              <a:ext uri="{FF2B5EF4-FFF2-40B4-BE49-F238E27FC236}">
                <a16:creationId xmlns:a16="http://schemas.microsoft.com/office/drawing/2014/main" id="{AED44C30-C9D2-5565-234F-D3647662CC6C}"/>
              </a:ext>
            </a:extLst>
          </p:cNvPr>
          <p:cNvGrpSpPr/>
          <p:nvPr/>
        </p:nvGrpSpPr>
        <p:grpSpPr>
          <a:xfrm>
            <a:off x="3697814" y="2092661"/>
            <a:ext cx="981394" cy="981386"/>
            <a:chOff x="3697814" y="2092661"/>
            <a:chExt cx="981394" cy="981386"/>
          </a:xfrm>
        </p:grpSpPr>
        <p:sp>
          <p:nvSpPr>
            <p:cNvPr id="235" name="文本框 234">
              <a:extLst>
                <a:ext uri="{FF2B5EF4-FFF2-40B4-BE49-F238E27FC236}">
                  <a16:creationId xmlns:a16="http://schemas.microsoft.com/office/drawing/2014/main" id="{D8C55719-4CFE-B4DD-08A8-1EF0CFAC8B37}"/>
                </a:ext>
              </a:extLst>
            </p:cNvPr>
            <p:cNvSpPr txBox="1">
              <a:spLocks/>
            </p:cNvSpPr>
            <p:nvPr/>
          </p:nvSpPr>
          <p:spPr>
            <a:xfrm>
              <a:off x="3697814"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400" dirty="0"/>
            </a:p>
          </p:txBody>
        </p:sp>
        <p:sp>
          <p:nvSpPr>
            <p:cNvPr id="254" name="文本框 253">
              <a:extLst>
                <a:ext uri="{FF2B5EF4-FFF2-40B4-BE49-F238E27FC236}">
                  <a16:creationId xmlns:a16="http://schemas.microsoft.com/office/drawing/2014/main" id="{567BC828-ECAA-E6DA-0448-52E49A3D1651}"/>
                </a:ext>
              </a:extLst>
            </p:cNvPr>
            <p:cNvSpPr txBox="1">
              <a:spLocks/>
            </p:cNvSpPr>
            <p:nvPr/>
          </p:nvSpPr>
          <p:spPr>
            <a:xfrm>
              <a:off x="3697814"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用户</a:t>
              </a:r>
              <a:endParaRPr lang="en-US" altLang="zh-CN" sz="1400" dirty="0"/>
            </a:p>
            <a:p>
              <a:r>
                <a:rPr lang="zh-CN" altLang="en-US" sz="1400" dirty="0"/>
                <a:t>交互</a:t>
              </a:r>
            </a:p>
          </p:txBody>
        </p:sp>
      </p:grpSp>
      <p:grpSp>
        <p:nvGrpSpPr>
          <p:cNvPr id="257" name="组合 256">
            <a:extLst>
              <a:ext uri="{FF2B5EF4-FFF2-40B4-BE49-F238E27FC236}">
                <a16:creationId xmlns:a16="http://schemas.microsoft.com/office/drawing/2014/main" id="{BA56C373-E2D4-6E4D-D500-A381CD54C5A2}"/>
              </a:ext>
            </a:extLst>
          </p:cNvPr>
          <p:cNvGrpSpPr/>
          <p:nvPr/>
        </p:nvGrpSpPr>
        <p:grpSpPr>
          <a:xfrm>
            <a:off x="7512792" y="2092661"/>
            <a:ext cx="981394" cy="981386"/>
            <a:chOff x="7512792" y="2092661"/>
            <a:chExt cx="981394" cy="981386"/>
          </a:xfrm>
        </p:grpSpPr>
        <p:sp>
          <p:nvSpPr>
            <p:cNvPr id="236" name="文本框 235">
              <a:extLst>
                <a:ext uri="{FF2B5EF4-FFF2-40B4-BE49-F238E27FC236}">
                  <a16:creationId xmlns:a16="http://schemas.microsoft.com/office/drawing/2014/main" id="{91C139CB-BCB8-C634-C1DD-64BDFE0EBBD9}"/>
                </a:ext>
              </a:extLst>
            </p:cNvPr>
            <p:cNvSpPr txBox="1">
              <a:spLocks/>
            </p:cNvSpPr>
            <p:nvPr/>
          </p:nvSpPr>
          <p:spPr>
            <a:xfrm>
              <a:off x="7512792"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400" dirty="0"/>
            </a:p>
          </p:txBody>
        </p:sp>
        <p:sp>
          <p:nvSpPr>
            <p:cNvPr id="256" name="文本框 255">
              <a:extLst>
                <a:ext uri="{FF2B5EF4-FFF2-40B4-BE49-F238E27FC236}">
                  <a16:creationId xmlns:a16="http://schemas.microsoft.com/office/drawing/2014/main" id="{8473702B-59DC-F586-5308-82BFF5BB22EA}"/>
                </a:ext>
              </a:extLst>
            </p:cNvPr>
            <p:cNvSpPr txBox="1">
              <a:spLocks/>
            </p:cNvSpPr>
            <p:nvPr/>
          </p:nvSpPr>
          <p:spPr>
            <a:xfrm>
              <a:off x="7512792"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用户</a:t>
              </a:r>
              <a:endParaRPr lang="en-US" altLang="zh-CN" sz="1400" dirty="0"/>
            </a:p>
            <a:p>
              <a:r>
                <a:rPr lang="zh-CN" altLang="en-US" sz="1400" dirty="0"/>
                <a:t>交互</a:t>
              </a:r>
            </a:p>
          </p:txBody>
        </p:sp>
      </p:grpSp>
      <p:grpSp>
        <p:nvGrpSpPr>
          <p:cNvPr id="278" name="组合 277">
            <a:extLst>
              <a:ext uri="{FF2B5EF4-FFF2-40B4-BE49-F238E27FC236}">
                <a16:creationId xmlns:a16="http://schemas.microsoft.com/office/drawing/2014/main" id="{106F2EF8-356C-5AE7-B1E1-C6BA888D0AE4}"/>
              </a:ext>
            </a:extLst>
          </p:cNvPr>
          <p:cNvGrpSpPr/>
          <p:nvPr/>
        </p:nvGrpSpPr>
        <p:grpSpPr>
          <a:xfrm>
            <a:off x="5713804" y="2201159"/>
            <a:ext cx="764392" cy="764390"/>
            <a:chOff x="12819543" y="3011093"/>
            <a:chExt cx="879165" cy="879165"/>
          </a:xfrm>
        </p:grpSpPr>
        <p:sp>
          <p:nvSpPr>
            <p:cNvPr id="272" name="任意多边形: 形状 271">
              <a:extLst>
                <a:ext uri="{FF2B5EF4-FFF2-40B4-BE49-F238E27FC236}">
                  <a16:creationId xmlns:a16="http://schemas.microsoft.com/office/drawing/2014/main" id="{B4EF3719-09D5-7175-4476-773660F32ADD}"/>
                </a:ext>
              </a:extLst>
            </p:cNvPr>
            <p:cNvSpPr/>
            <p:nvPr/>
          </p:nvSpPr>
          <p:spPr>
            <a:xfrm>
              <a:off x="12819543" y="3011093"/>
              <a:ext cx="879165" cy="879165"/>
            </a:xfrm>
            <a:custGeom>
              <a:avLst/>
              <a:gdLst>
                <a:gd name="connsiteX0" fmla="*/ 439583 w 879165"/>
                <a:gd name="connsiteY0" fmla="*/ 879166 h 879165"/>
                <a:gd name="connsiteX1" fmla="*/ 0 w 879165"/>
                <a:gd name="connsiteY1" fmla="*/ 439583 h 879165"/>
                <a:gd name="connsiteX2" fmla="*/ 439583 w 879165"/>
                <a:gd name="connsiteY2" fmla="*/ 0 h 879165"/>
                <a:gd name="connsiteX3" fmla="*/ 879166 w 879165"/>
                <a:gd name="connsiteY3" fmla="*/ 439583 h 879165"/>
                <a:gd name="connsiteX4" fmla="*/ 439583 w 879165"/>
                <a:gd name="connsiteY4" fmla="*/ 879166 h 879165"/>
                <a:gd name="connsiteX5" fmla="*/ 439583 w 879165"/>
                <a:gd name="connsiteY5" fmla="*/ 61337 h 879165"/>
                <a:gd name="connsiteX6" fmla="*/ 61337 w 879165"/>
                <a:gd name="connsiteY6" fmla="*/ 439583 h 879165"/>
                <a:gd name="connsiteX7" fmla="*/ 439583 w 879165"/>
                <a:gd name="connsiteY7" fmla="*/ 817828 h 879165"/>
                <a:gd name="connsiteX8" fmla="*/ 817828 w 879165"/>
                <a:gd name="connsiteY8" fmla="*/ 439583 h 879165"/>
                <a:gd name="connsiteX9" fmla="*/ 439583 w 879165"/>
                <a:gd name="connsiteY9" fmla="*/ 61337 h 87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79165" h="879165">
                  <a:moveTo>
                    <a:pt x="439583" y="879166"/>
                  </a:moveTo>
                  <a:cubicBezTo>
                    <a:pt x="196808" y="879166"/>
                    <a:pt x="0" y="682358"/>
                    <a:pt x="0" y="439583"/>
                  </a:cubicBezTo>
                  <a:cubicBezTo>
                    <a:pt x="0" y="196808"/>
                    <a:pt x="196808" y="0"/>
                    <a:pt x="439583" y="0"/>
                  </a:cubicBezTo>
                  <a:cubicBezTo>
                    <a:pt x="682358" y="0"/>
                    <a:pt x="879166" y="196808"/>
                    <a:pt x="879166" y="439583"/>
                  </a:cubicBezTo>
                  <a:cubicBezTo>
                    <a:pt x="879166" y="682358"/>
                    <a:pt x="682358" y="879166"/>
                    <a:pt x="439583" y="879166"/>
                  </a:cubicBezTo>
                  <a:close/>
                  <a:moveTo>
                    <a:pt x="439583" y="61337"/>
                  </a:moveTo>
                  <a:cubicBezTo>
                    <a:pt x="230683" y="61337"/>
                    <a:pt x="61337" y="230683"/>
                    <a:pt x="61337" y="439583"/>
                  </a:cubicBezTo>
                  <a:cubicBezTo>
                    <a:pt x="61337" y="648482"/>
                    <a:pt x="230683" y="817828"/>
                    <a:pt x="439583" y="817828"/>
                  </a:cubicBezTo>
                  <a:cubicBezTo>
                    <a:pt x="648482" y="817828"/>
                    <a:pt x="817828" y="648482"/>
                    <a:pt x="817828" y="439583"/>
                  </a:cubicBezTo>
                  <a:cubicBezTo>
                    <a:pt x="817828" y="230683"/>
                    <a:pt x="648482" y="61337"/>
                    <a:pt x="439583" y="61337"/>
                  </a:cubicBezTo>
                  <a:close/>
                </a:path>
              </a:pathLst>
            </a:custGeom>
            <a:solidFill>
              <a:schemeClr val="tx1"/>
            </a:solidFill>
            <a:ln w="958" cap="flat">
              <a:noFill/>
              <a:prstDash val="solid"/>
              <a:miter/>
            </a:ln>
          </p:spPr>
          <p:txBody>
            <a:bodyPr rtlCol="0" anchor="ctr"/>
            <a:lstStyle/>
            <a:p>
              <a:endParaRPr lang="zh-CN" altLang="en-US"/>
            </a:p>
          </p:txBody>
        </p:sp>
        <p:sp>
          <p:nvSpPr>
            <p:cNvPr id="273" name="任意多边形: 形状 272">
              <a:extLst>
                <a:ext uri="{FF2B5EF4-FFF2-40B4-BE49-F238E27FC236}">
                  <a16:creationId xmlns:a16="http://schemas.microsoft.com/office/drawing/2014/main" id="{373E0002-2279-CA87-8B0C-8F5312CD9834}"/>
                </a:ext>
              </a:extLst>
            </p:cNvPr>
            <p:cNvSpPr/>
            <p:nvPr/>
          </p:nvSpPr>
          <p:spPr>
            <a:xfrm>
              <a:off x="12819543" y="3169580"/>
              <a:ext cx="879165" cy="562224"/>
            </a:xfrm>
            <a:custGeom>
              <a:avLst/>
              <a:gdLst>
                <a:gd name="connsiteX0" fmla="*/ 439583 w 879165"/>
                <a:gd name="connsiteY0" fmla="*/ 127753 h 562224"/>
                <a:gd name="connsiteX1" fmla="*/ 104069 w 879165"/>
                <a:gd name="connsiteY1" fmla="*/ 58851 h 562224"/>
                <a:gd name="connsiteX2" fmla="*/ 88070 w 879165"/>
                <a:gd name="connsiteY2" fmla="*/ 18522 h 562224"/>
                <a:gd name="connsiteX3" fmla="*/ 128399 w 879165"/>
                <a:gd name="connsiteY3" fmla="*/ 2523 h 562224"/>
                <a:gd name="connsiteX4" fmla="*/ 439583 w 879165"/>
                <a:gd name="connsiteY4" fmla="*/ 66416 h 562224"/>
                <a:gd name="connsiteX5" fmla="*/ 750664 w 879165"/>
                <a:gd name="connsiteY5" fmla="*/ 2523 h 562224"/>
                <a:gd name="connsiteX6" fmla="*/ 790993 w 879165"/>
                <a:gd name="connsiteY6" fmla="*/ 18522 h 562224"/>
                <a:gd name="connsiteX7" fmla="*/ 774995 w 879165"/>
                <a:gd name="connsiteY7" fmla="*/ 58851 h 562224"/>
                <a:gd name="connsiteX8" fmla="*/ 439583 w 879165"/>
                <a:gd name="connsiteY8" fmla="*/ 127753 h 562224"/>
                <a:gd name="connsiteX9" fmla="*/ 762625 w 879165"/>
                <a:gd name="connsiteY9" fmla="*/ 562224 h 562224"/>
                <a:gd name="connsiteX10" fmla="*/ 750460 w 879165"/>
                <a:gd name="connsiteY10" fmla="*/ 559668 h 562224"/>
                <a:gd name="connsiteX11" fmla="*/ 128195 w 879165"/>
                <a:gd name="connsiteY11" fmla="*/ 559668 h 562224"/>
                <a:gd name="connsiteX12" fmla="*/ 87865 w 879165"/>
                <a:gd name="connsiteY12" fmla="*/ 543670 h 562224"/>
                <a:gd name="connsiteX13" fmla="*/ 103864 w 879165"/>
                <a:gd name="connsiteY13" fmla="*/ 503340 h 562224"/>
                <a:gd name="connsiteX14" fmla="*/ 774790 w 879165"/>
                <a:gd name="connsiteY14" fmla="*/ 503340 h 562224"/>
                <a:gd name="connsiteX15" fmla="*/ 790987 w 879165"/>
                <a:gd name="connsiteY15" fmla="*/ 543575 h 562224"/>
                <a:gd name="connsiteX16" fmla="*/ 762625 w 879165"/>
                <a:gd name="connsiteY16" fmla="*/ 562224 h 562224"/>
                <a:gd name="connsiteX17" fmla="*/ 848497 w 879165"/>
                <a:gd name="connsiteY17" fmla="*/ 311764 h 562224"/>
                <a:gd name="connsiteX18" fmla="*/ 644040 w 879165"/>
                <a:gd name="connsiteY18" fmla="*/ 311764 h 562224"/>
                <a:gd name="connsiteX19" fmla="*/ 613371 w 879165"/>
                <a:gd name="connsiteY19" fmla="*/ 281096 h 562224"/>
                <a:gd name="connsiteX20" fmla="*/ 644040 w 879165"/>
                <a:gd name="connsiteY20" fmla="*/ 250427 h 562224"/>
                <a:gd name="connsiteX21" fmla="*/ 848497 w 879165"/>
                <a:gd name="connsiteY21" fmla="*/ 250427 h 562224"/>
                <a:gd name="connsiteX22" fmla="*/ 879166 w 879165"/>
                <a:gd name="connsiteY22" fmla="*/ 281096 h 562224"/>
                <a:gd name="connsiteX23" fmla="*/ 848497 w 879165"/>
                <a:gd name="connsiteY23" fmla="*/ 311764 h 562224"/>
                <a:gd name="connsiteX24" fmla="*/ 235126 w 879165"/>
                <a:gd name="connsiteY24" fmla="*/ 311764 h 562224"/>
                <a:gd name="connsiteX25" fmla="*/ 30669 w 879165"/>
                <a:gd name="connsiteY25" fmla="*/ 311764 h 562224"/>
                <a:gd name="connsiteX26" fmla="*/ 0 w 879165"/>
                <a:gd name="connsiteY26" fmla="*/ 281096 h 562224"/>
                <a:gd name="connsiteX27" fmla="*/ 30669 w 879165"/>
                <a:gd name="connsiteY27" fmla="*/ 250427 h 562224"/>
                <a:gd name="connsiteX28" fmla="*/ 235126 w 879165"/>
                <a:gd name="connsiteY28" fmla="*/ 250427 h 562224"/>
                <a:gd name="connsiteX29" fmla="*/ 265794 w 879165"/>
                <a:gd name="connsiteY29" fmla="*/ 281096 h 562224"/>
                <a:gd name="connsiteX30" fmla="*/ 235126 w 879165"/>
                <a:gd name="connsiteY30" fmla="*/ 311764 h 562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879165" h="562224">
                  <a:moveTo>
                    <a:pt x="439583" y="127753"/>
                  </a:moveTo>
                  <a:cubicBezTo>
                    <a:pt x="324209" y="127979"/>
                    <a:pt x="210016" y="104528"/>
                    <a:pt x="104069" y="58851"/>
                  </a:cubicBezTo>
                  <a:cubicBezTo>
                    <a:pt x="88514" y="52132"/>
                    <a:pt x="81351" y="34076"/>
                    <a:pt x="88070" y="18522"/>
                  </a:cubicBezTo>
                  <a:cubicBezTo>
                    <a:pt x="94789" y="2967"/>
                    <a:pt x="112845" y="-4196"/>
                    <a:pt x="128399" y="2523"/>
                  </a:cubicBezTo>
                  <a:cubicBezTo>
                    <a:pt x="226654" y="44916"/>
                    <a:pt x="332573" y="66664"/>
                    <a:pt x="439583" y="66416"/>
                  </a:cubicBezTo>
                  <a:cubicBezTo>
                    <a:pt x="546559" y="66653"/>
                    <a:pt x="652442" y="44905"/>
                    <a:pt x="750664" y="2523"/>
                  </a:cubicBezTo>
                  <a:cubicBezTo>
                    <a:pt x="766219" y="-4196"/>
                    <a:pt x="784275" y="2967"/>
                    <a:pt x="790993" y="18522"/>
                  </a:cubicBezTo>
                  <a:cubicBezTo>
                    <a:pt x="797712" y="34076"/>
                    <a:pt x="790549" y="52132"/>
                    <a:pt x="774995" y="58851"/>
                  </a:cubicBezTo>
                  <a:cubicBezTo>
                    <a:pt x="669080" y="104517"/>
                    <a:pt x="554923" y="127968"/>
                    <a:pt x="439583" y="127753"/>
                  </a:cubicBezTo>
                  <a:close/>
                  <a:moveTo>
                    <a:pt x="762625" y="562224"/>
                  </a:moveTo>
                  <a:cubicBezTo>
                    <a:pt x="758438" y="562212"/>
                    <a:pt x="754298" y="561342"/>
                    <a:pt x="750460" y="559668"/>
                  </a:cubicBezTo>
                  <a:cubicBezTo>
                    <a:pt x="551785" y="474480"/>
                    <a:pt x="326870" y="474480"/>
                    <a:pt x="128195" y="559668"/>
                  </a:cubicBezTo>
                  <a:cubicBezTo>
                    <a:pt x="112640" y="566387"/>
                    <a:pt x="94584" y="559224"/>
                    <a:pt x="87865" y="543670"/>
                  </a:cubicBezTo>
                  <a:cubicBezTo>
                    <a:pt x="81147" y="528115"/>
                    <a:pt x="88310" y="510059"/>
                    <a:pt x="103864" y="503340"/>
                  </a:cubicBezTo>
                  <a:cubicBezTo>
                    <a:pt x="318071" y="411467"/>
                    <a:pt x="560584" y="411467"/>
                    <a:pt x="774790" y="503340"/>
                  </a:cubicBezTo>
                  <a:cubicBezTo>
                    <a:pt x="790373" y="509978"/>
                    <a:pt x="797625" y="527992"/>
                    <a:pt x="790987" y="543575"/>
                  </a:cubicBezTo>
                  <a:cubicBezTo>
                    <a:pt x="786148" y="554933"/>
                    <a:pt x="774971" y="562283"/>
                    <a:pt x="762625" y="562224"/>
                  </a:cubicBezTo>
                  <a:close/>
                  <a:moveTo>
                    <a:pt x="848497" y="311764"/>
                  </a:moveTo>
                  <a:lnTo>
                    <a:pt x="644040" y="311764"/>
                  </a:lnTo>
                  <a:cubicBezTo>
                    <a:pt x="627102" y="311764"/>
                    <a:pt x="613371" y="298033"/>
                    <a:pt x="613371" y="281096"/>
                  </a:cubicBezTo>
                  <a:cubicBezTo>
                    <a:pt x="613371" y="264158"/>
                    <a:pt x="627102" y="250427"/>
                    <a:pt x="644040" y="250427"/>
                  </a:cubicBezTo>
                  <a:lnTo>
                    <a:pt x="848497" y="250427"/>
                  </a:lnTo>
                  <a:cubicBezTo>
                    <a:pt x="865435" y="250427"/>
                    <a:pt x="879166" y="264158"/>
                    <a:pt x="879166" y="281096"/>
                  </a:cubicBezTo>
                  <a:cubicBezTo>
                    <a:pt x="879166" y="298033"/>
                    <a:pt x="865435" y="311764"/>
                    <a:pt x="848497" y="311764"/>
                  </a:cubicBezTo>
                  <a:close/>
                  <a:moveTo>
                    <a:pt x="235126" y="311764"/>
                  </a:moveTo>
                  <a:lnTo>
                    <a:pt x="30669" y="311764"/>
                  </a:lnTo>
                  <a:cubicBezTo>
                    <a:pt x="13731" y="311764"/>
                    <a:pt x="0" y="298033"/>
                    <a:pt x="0" y="281096"/>
                  </a:cubicBezTo>
                  <a:cubicBezTo>
                    <a:pt x="0" y="264158"/>
                    <a:pt x="13731" y="250427"/>
                    <a:pt x="30669" y="250427"/>
                  </a:cubicBezTo>
                  <a:lnTo>
                    <a:pt x="235126" y="250427"/>
                  </a:lnTo>
                  <a:cubicBezTo>
                    <a:pt x="252063" y="250427"/>
                    <a:pt x="265794" y="264158"/>
                    <a:pt x="265794" y="281096"/>
                  </a:cubicBezTo>
                  <a:cubicBezTo>
                    <a:pt x="265794" y="298033"/>
                    <a:pt x="252063" y="311764"/>
                    <a:pt x="235126" y="311764"/>
                  </a:cubicBezTo>
                  <a:close/>
                </a:path>
              </a:pathLst>
            </a:custGeom>
            <a:solidFill>
              <a:schemeClr val="tx1"/>
            </a:solidFill>
            <a:ln w="958" cap="flat">
              <a:noFill/>
              <a:prstDash val="solid"/>
              <a:miter/>
            </a:ln>
          </p:spPr>
          <p:txBody>
            <a:bodyPr rtlCol="0" anchor="ctr"/>
            <a:lstStyle/>
            <a:p>
              <a:endParaRPr lang="zh-CN" altLang="en-US"/>
            </a:p>
          </p:txBody>
        </p:sp>
        <p:sp>
          <p:nvSpPr>
            <p:cNvPr id="274" name="任意多边形: 形状 273">
              <a:extLst>
                <a:ext uri="{FF2B5EF4-FFF2-40B4-BE49-F238E27FC236}">
                  <a16:creationId xmlns:a16="http://schemas.microsoft.com/office/drawing/2014/main" id="{D89660F1-02BB-CE01-526E-DE2B1A442E51}"/>
                </a:ext>
              </a:extLst>
            </p:cNvPr>
            <p:cNvSpPr/>
            <p:nvPr/>
          </p:nvSpPr>
          <p:spPr>
            <a:xfrm>
              <a:off x="13228457" y="3011093"/>
              <a:ext cx="61337" cy="879165"/>
            </a:xfrm>
            <a:custGeom>
              <a:avLst/>
              <a:gdLst>
                <a:gd name="connsiteX0" fmla="*/ 30669 w 61337"/>
                <a:gd name="connsiteY0" fmla="*/ 286240 h 879165"/>
                <a:gd name="connsiteX1" fmla="*/ 0 w 61337"/>
                <a:gd name="connsiteY1" fmla="*/ 255571 h 879165"/>
                <a:gd name="connsiteX2" fmla="*/ 0 w 61337"/>
                <a:gd name="connsiteY2" fmla="*/ 30669 h 879165"/>
                <a:gd name="connsiteX3" fmla="*/ 30669 w 61337"/>
                <a:gd name="connsiteY3" fmla="*/ 0 h 879165"/>
                <a:gd name="connsiteX4" fmla="*/ 61337 w 61337"/>
                <a:gd name="connsiteY4" fmla="*/ 30669 h 879165"/>
                <a:gd name="connsiteX5" fmla="*/ 61337 w 61337"/>
                <a:gd name="connsiteY5" fmla="*/ 255571 h 879165"/>
                <a:gd name="connsiteX6" fmla="*/ 30669 w 61337"/>
                <a:gd name="connsiteY6" fmla="*/ 286240 h 879165"/>
                <a:gd name="connsiteX7" fmla="*/ 30669 w 61337"/>
                <a:gd name="connsiteY7" fmla="*/ 879166 h 879165"/>
                <a:gd name="connsiteX8" fmla="*/ 0 w 61337"/>
                <a:gd name="connsiteY8" fmla="*/ 848497 h 879165"/>
                <a:gd name="connsiteX9" fmla="*/ 0 w 61337"/>
                <a:gd name="connsiteY9" fmla="*/ 623594 h 879165"/>
                <a:gd name="connsiteX10" fmla="*/ 30669 w 61337"/>
                <a:gd name="connsiteY10" fmla="*/ 592926 h 879165"/>
                <a:gd name="connsiteX11" fmla="*/ 61337 w 61337"/>
                <a:gd name="connsiteY11" fmla="*/ 623594 h 879165"/>
                <a:gd name="connsiteX12" fmla="*/ 61337 w 61337"/>
                <a:gd name="connsiteY12" fmla="*/ 848497 h 879165"/>
                <a:gd name="connsiteX13" fmla="*/ 30669 w 61337"/>
                <a:gd name="connsiteY13" fmla="*/ 879166 h 87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337" h="879165">
                  <a:moveTo>
                    <a:pt x="30669" y="286240"/>
                  </a:moveTo>
                  <a:cubicBezTo>
                    <a:pt x="13731" y="286240"/>
                    <a:pt x="0" y="272509"/>
                    <a:pt x="0" y="255571"/>
                  </a:cubicBezTo>
                  <a:lnTo>
                    <a:pt x="0" y="30669"/>
                  </a:lnTo>
                  <a:cubicBezTo>
                    <a:pt x="0" y="13731"/>
                    <a:pt x="13731" y="0"/>
                    <a:pt x="30669" y="0"/>
                  </a:cubicBezTo>
                  <a:cubicBezTo>
                    <a:pt x="47606" y="0"/>
                    <a:pt x="61337" y="13731"/>
                    <a:pt x="61337" y="30669"/>
                  </a:cubicBezTo>
                  <a:lnTo>
                    <a:pt x="61337" y="255571"/>
                  </a:lnTo>
                  <a:cubicBezTo>
                    <a:pt x="61337" y="272509"/>
                    <a:pt x="47606" y="286240"/>
                    <a:pt x="30669" y="286240"/>
                  </a:cubicBezTo>
                  <a:close/>
                  <a:moveTo>
                    <a:pt x="30669" y="879166"/>
                  </a:moveTo>
                  <a:cubicBezTo>
                    <a:pt x="13731" y="879166"/>
                    <a:pt x="0" y="865435"/>
                    <a:pt x="0" y="848497"/>
                  </a:cubicBezTo>
                  <a:lnTo>
                    <a:pt x="0" y="623594"/>
                  </a:lnTo>
                  <a:cubicBezTo>
                    <a:pt x="0" y="606656"/>
                    <a:pt x="13731" y="592926"/>
                    <a:pt x="30669" y="592926"/>
                  </a:cubicBezTo>
                  <a:cubicBezTo>
                    <a:pt x="47606" y="592926"/>
                    <a:pt x="61337" y="606656"/>
                    <a:pt x="61337" y="623594"/>
                  </a:cubicBezTo>
                  <a:lnTo>
                    <a:pt x="61337" y="848497"/>
                  </a:lnTo>
                  <a:cubicBezTo>
                    <a:pt x="61337" y="865435"/>
                    <a:pt x="47606" y="879166"/>
                    <a:pt x="30669" y="879166"/>
                  </a:cubicBezTo>
                  <a:close/>
                </a:path>
              </a:pathLst>
            </a:custGeom>
            <a:solidFill>
              <a:schemeClr val="tx1"/>
            </a:solidFill>
            <a:ln w="958" cap="flat">
              <a:noFill/>
              <a:prstDash val="solid"/>
              <a:miter/>
            </a:ln>
          </p:spPr>
          <p:txBody>
            <a:bodyPr rtlCol="0" anchor="ctr"/>
            <a:lstStyle/>
            <a:p>
              <a:endParaRPr lang="zh-CN" altLang="en-US"/>
            </a:p>
          </p:txBody>
        </p:sp>
        <p:sp>
          <p:nvSpPr>
            <p:cNvPr id="275" name="任意多边形: 形状 274">
              <a:extLst>
                <a:ext uri="{FF2B5EF4-FFF2-40B4-BE49-F238E27FC236}">
                  <a16:creationId xmlns:a16="http://schemas.microsoft.com/office/drawing/2014/main" id="{DF942189-5BF3-F73B-1DA4-D6B46BF030E1}"/>
                </a:ext>
              </a:extLst>
            </p:cNvPr>
            <p:cNvSpPr/>
            <p:nvPr/>
          </p:nvSpPr>
          <p:spPr>
            <a:xfrm>
              <a:off x="13023757" y="3013429"/>
              <a:ext cx="470490" cy="873660"/>
            </a:xfrm>
            <a:custGeom>
              <a:avLst/>
              <a:gdLst>
                <a:gd name="connsiteX0" fmla="*/ 184254 w 470490"/>
                <a:gd name="connsiteY0" fmla="*/ 873661 h 873660"/>
                <a:gd name="connsiteX1" fmla="*/ 161253 w 470490"/>
                <a:gd name="connsiteY1" fmla="*/ 863438 h 873660"/>
                <a:gd name="connsiteX2" fmla="*/ 163808 w 470490"/>
                <a:gd name="connsiteY2" fmla="*/ 10749 h 873660"/>
                <a:gd name="connsiteX3" fmla="*/ 207158 w 470490"/>
                <a:gd name="connsiteY3" fmla="*/ 9344 h 873660"/>
                <a:gd name="connsiteX4" fmla="*/ 209505 w 470490"/>
                <a:gd name="connsiteY4" fmla="*/ 51641 h 873660"/>
                <a:gd name="connsiteX5" fmla="*/ 206744 w 470490"/>
                <a:gd name="connsiteY5" fmla="*/ 822546 h 873660"/>
                <a:gd name="connsiteX6" fmla="*/ 204331 w 470490"/>
                <a:gd name="connsiteY6" fmla="*/ 865851 h 873660"/>
                <a:gd name="connsiteX7" fmla="*/ 183845 w 470490"/>
                <a:gd name="connsiteY7" fmla="*/ 873661 h 873660"/>
                <a:gd name="connsiteX8" fmla="*/ 286483 w 470490"/>
                <a:gd name="connsiteY8" fmla="*/ 873661 h 873660"/>
                <a:gd name="connsiteX9" fmla="*/ 255672 w 470490"/>
                <a:gd name="connsiteY9" fmla="*/ 843135 h 873660"/>
                <a:gd name="connsiteX10" fmla="*/ 263481 w 470490"/>
                <a:gd name="connsiteY10" fmla="*/ 822546 h 873660"/>
                <a:gd name="connsiteX11" fmla="*/ 260721 w 470490"/>
                <a:gd name="connsiteY11" fmla="*/ 51641 h 873660"/>
                <a:gd name="connsiteX12" fmla="*/ 262126 w 470490"/>
                <a:gd name="connsiteY12" fmla="*/ 8292 h 873660"/>
                <a:gd name="connsiteX13" fmla="*/ 305475 w 470490"/>
                <a:gd name="connsiteY13" fmla="*/ 9697 h 873660"/>
                <a:gd name="connsiteX14" fmla="*/ 306417 w 470490"/>
                <a:gd name="connsiteY14" fmla="*/ 10749 h 873660"/>
                <a:gd name="connsiteX15" fmla="*/ 309382 w 470490"/>
                <a:gd name="connsiteY15" fmla="*/ 863335 h 873660"/>
                <a:gd name="connsiteX16" fmla="*/ 286483 w 470490"/>
                <a:gd name="connsiteY16" fmla="*/ 873661 h 87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0490" h="873660">
                  <a:moveTo>
                    <a:pt x="184254" y="873661"/>
                  </a:moveTo>
                  <a:cubicBezTo>
                    <a:pt x="175477" y="873701"/>
                    <a:pt x="167104" y="869980"/>
                    <a:pt x="161253" y="863438"/>
                  </a:cubicBezTo>
                  <a:cubicBezTo>
                    <a:pt x="-54723" y="619864"/>
                    <a:pt x="-53623" y="253024"/>
                    <a:pt x="163808" y="10749"/>
                  </a:cubicBezTo>
                  <a:cubicBezTo>
                    <a:pt x="175391" y="-1609"/>
                    <a:pt x="194799" y="-2238"/>
                    <a:pt x="207158" y="9344"/>
                  </a:cubicBezTo>
                  <a:cubicBezTo>
                    <a:pt x="219115" y="20551"/>
                    <a:pt x="220149" y="39180"/>
                    <a:pt x="209505" y="51641"/>
                  </a:cubicBezTo>
                  <a:cubicBezTo>
                    <a:pt x="12793" y="270562"/>
                    <a:pt x="11606" y="602222"/>
                    <a:pt x="206744" y="822546"/>
                  </a:cubicBezTo>
                  <a:cubicBezTo>
                    <a:pt x="218036" y="835171"/>
                    <a:pt x="216956" y="854559"/>
                    <a:pt x="204331" y="865851"/>
                  </a:cubicBezTo>
                  <a:cubicBezTo>
                    <a:pt x="198698" y="870889"/>
                    <a:pt x="191403" y="873670"/>
                    <a:pt x="183845" y="873661"/>
                  </a:cubicBezTo>
                  <a:close/>
                  <a:moveTo>
                    <a:pt x="286483" y="873661"/>
                  </a:moveTo>
                  <a:cubicBezTo>
                    <a:pt x="269545" y="873739"/>
                    <a:pt x="255750" y="860073"/>
                    <a:pt x="255672" y="843135"/>
                  </a:cubicBezTo>
                  <a:cubicBezTo>
                    <a:pt x="255636" y="835542"/>
                    <a:pt x="258419" y="828206"/>
                    <a:pt x="263481" y="822546"/>
                  </a:cubicBezTo>
                  <a:cubicBezTo>
                    <a:pt x="458759" y="602274"/>
                    <a:pt x="457571" y="270509"/>
                    <a:pt x="260721" y="51641"/>
                  </a:cubicBezTo>
                  <a:cubicBezTo>
                    <a:pt x="249138" y="39282"/>
                    <a:pt x="249767" y="19874"/>
                    <a:pt x="262126" y="8292"/>
                  </a:cubicBezTo>
                  <a:cubicBezTo>
                    <a:pt x="274484" y="-3291"/>
                    <a:pt x="293892" y="-2662"/>
                    <a:pt x="305475" y="9697"/>
                  </a:cubicBezTo>
                  <a:cubicBezTo>
                    <a:pt x="305797" y="10040"/>
                    <a:pt x="306111" y="10391"/>
                    <a:pt x="306417" y="10749"/>
                  </a:cubicBezTo>
                  <a:cubicBezTo>
                    <a:pt x="524044" y="252851"/>
                    <a:pt x="525320" y="619726"/>
                    <a:pt x="309382" y="863335"/>
                  </a:cubicBezTo>
                  <a:cubicBezTo>
                    <a:pt x="303573" y="869889"/>
                    <a:pt x="295240" y="873646"/>
                    <a:pt x="286483" y="873661"/>
                  </a:cubicBezTo>
                  <a:close/>
                </a:path>
              </a:pathLst>
            </a:custGeom>
            <a:solidFill>
              <a:schemeClr val="tx1"/>
            </a:solidFill>
            <a:ln w="958" cap="flat">
              <a:noFill/>
              <a:prstDash val="solid"/>
              <a:miter/>
            </a:ln>
          </p:spPr>
          <p:txBody>
            <a:bodyPr rtlCol="0" anchor="ctr"/>
            <a:lstStyle/>
            <a:p>
              <a:endParaRPr lang="zh-CN" altLang="en-US"/>
            </a:p>
          </p:txBody>
        </p:sp>
        <p:sp>
          <p:nvSpPr>
            <p:cNvPr id="277" name="任意多边形: 形状 276">
              <a:extLst>
                <a:ext uri="{FF2B5EF4-FFF2-40B4-BE49-F238E27FC236}">
                  <a16:creationId xmlns:a16="http://schemas.microsoft.com/office/drawing/2014/main" id="{3B2C113C-D808-6CA1-2DEB-80782BA3C95A}"/>
                </a:ext>
              </a:extLst>
            </p:cNvPr>
            <p:cNvSpPr/>
            <p:nvPr/>
          </p:nvSpPr>
          <p:spPr>
            <a:xfrm>
              <a:off x="13155466" y="3347323"/>
              <a:ext cx="206706" cy="206706"/>
            </a:xfrm>
            <a:custGeom>
              <a:avLst/>
              <a:gdLst>
                <a:gd name="connsiteX0" fmla="*/ 103660 w 206706"/>
                <a:gd name="connsiteY0" fmla="*/ 206706 h 206706"/>
                <a:gd name="connsiteX1" fmla="*/ 0 w 206706"/>
                <a:gd name="connsiteY1" fmla="*/ 103660 h 206706"/>
                <a:gd name="connsiteX2" fmla="*/ 103046 w 206706"/>
                <a:gd name="connsiteY2" fmla="*/ 0 h 206706"/>
                <a:gd name="connsiteX3" fmla="*/ 206706 w 206706"/>
                <a:gd name="connsiteY3" fmla="*/ 103046 h 206706"/>
                <a:gd name="connsiteX4" fmla="*/ 206706 w 206706"/>
                <a:gd name="connsiteY4" fmla="*/ 103353 h 206706"/>
                <a:gd name="connsiteX5" fmla="*/ 103660 w 206706"/>
                <a:gd name="connsiteY5" fmla="*/ 206706 h 206706"/>
                <a:gd name="connsiteX6" fmla="*/ 103660 w 206706"/>
                <a:gd name="connsiteY6" fmla="*/ 61337 h 206706"/>
                <a:gd name="connsiteX7" fmla="*/ 61338 w 206706"/>
                <a:gd name="connsiteY7" fmla="*/ 103045 h 206706"/>
                <a:gd name="connsiteX8" fmla="*/ 103046 w 206706"/>
                <a:gd name="connsiteY8" fmla="*/ 145366 h 206706"/>
                <a:gd name="connsiteX9" fmla="*/ 145368 w 206706"/>
                <a:gd name="connsiteY9" fmla="*/ 103658 h 206706"/>
                <a:gd name="connsiteX10" fmla="*/ 145369 w 206706"/>
                <a:gd name="connsiteY10" fmla="*/ 103353 h 206706"/>
                <a:gd name="connsiteX11" fmla="*/ 103660 w 206706"/>
                <a:gd name="connsiteY11" fmla="*/ 61337 h 206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706" h="206706">
                  <a:moveTo>
                    <a:pt x="103660" y="206706"/>
                  </a:moveTo>
                  <a:cubicBezTo>
                    <a:pt x="46580" y="206875"/>
                    <a:pt x="170" y="160740"/>
                    <a:pt x="0" y="103660"/>
                  </a:cubicBezTo>
                  <a:cubicBezTo>
                    <a:pt x="-169" y="46580"/>
                    <a:pt x="45966" y="170"/>
                    <a:pt x="103046" y="0"/>
                  </a:cubicBezTo>
                  <a:cubicBezTo>
                    <a:pt x="160126" y="-169"/>
                    <a:pt x="206536" y="45966"/>
                    <a:pt x="206706" y="103046"/>
                  </a:cubicBezTo>
                  <a:cubicBezTo>
                    <a:pt x="206706" y="103148"/>
                    <a:pt x="206706" y="103251"/>
                    <a:pt x="206706" y="103353"/>
                  </a:cubicBezTo>
                  <a:cubicBezTo>
                    <a:pt x="206650" y="160290"/>
                    <a:pt x="160597" y="206481"/>
                    <a:pt x="103660" y="206706"/>
                  </a:cubicBezTo>
                  <a:close/>
                  <a:moveTo>
                    <a:pt x="103660" y="61337"/>
                  </a:moveTo>
                  <a:cubicBezTo>
                    <a:pt x="80456" y="61167"/>
                    <a:pt x="61508" y="79841"/>
                    <a:pt x="61338" y="103045"/>
                  </a:cubicBezTo>
                  <a:cubicBezTo>
                    <a:pt x="61169" y="126249"/>
                    <a:pt x="79842" y="145197"/>
                    <a:pt x="103046" y="145366"/>
                  </a:cubicBezTo>
                  <a:cubicBezTo>
                    <a:pt x="126251" y="145536"/>
                    <a:pt x="145198" y="126862"/>
                    <a:pt x="145368" y="103658"/>
                  </a:cubicBezTo>
                  <a:cubicBezTo>
                    <a:pt x="145369" y="103556"/>
                    <a:pt x="145369" y="103454"/>
                    <a:pt x="145369" y="103353"/>
                  </a:cubicBezTo>
                  <a:cubicBezTo>
                    <a:pt x="145370" y="80267"/>
                    <a:pt x="126745" y="61505"/>
                    <a:pt x="103660" y="61337"/>
                  </a:cubicBezTo>
                  <a:close/>
                </a:path>
              </a:pathLst>
            </a:custGeom>
            <a:solidFill>
              <a:schemeClr val="tx1"/>
            </a:solidFill>
            <a:ln w="958" cap="flat">
              <a:noFill/>
              <a:prstDash val="solid"/>
              <a:miter/>
            </a:ln>
          </p:spPr>
          <p:txBody>
            <a:bodyPr rtlCol="0" anchor="ctr"/>
            <a:lstStyle/>
            <a:p>
              <a:endParaRPr lang="zh-CN" altLang="en-US"/>
            </a:p>
          </p:txBody>
        </p:sp>
      </p:grpSp>
      <p:sp>
        <p:nvSpPr>
          <p:cNvPr id="279" name="任意多边形: 形状 278">
            <a:extLst>
              <a:ext uri="{FF2B5EF4-FFF2-40B4-BE49-F238E27FC236}">
                <a16:creationId xmlns:a16="http://schemas.microsoft.com/office/drawing/2014/main" id="{DA6EC9A6-4607-832F-64E7-C06D0211DC3B}"/>
              </a:ext>
            </a:extLst>
          </p:cNvPr>
          <p:cNvSpPr>
            <a:spLocks/>
          </p:cNvSpPr>
          <p:nvPr/>
        </p:nvSpPr>
        <p:spPr>
          <a:xfrm>
            <a:off x="6964701" y="2322593"/>
            <a:ext cx="553649" cy="495936"/>
          </a:xfrm>
          <a:custGeom>
            <a:avLst/>
            <a:gdLst>
              <a:gd name="connsiteX0" fmla="*/ 0 w 640080"/>
              <a:gd name="connsiteY0" fmla="*/ 259080 h 492760"/>
              <a:gd name="connsiteX1" fmla="*/ 198120 w 640080"/>
              <a:gd name="connsiteY1" fmla="*/ 259080 h 492760"/>
              <a:gd name="connsiteX2" fmla="*/ 314960 w 640080"/>
              <a:gd name="connsiteY2" fmla="*/ 0 h 492760"/>
              <a:gd name="connsiteX3" fmla="*/ 431800 w 640080"/>
              <a:gd name="connsiteY3" fmla="*/ 492760 h 492760"/>
              <a:gd name="connsiteX4" fmla="*/ 472440 w 640080"/>
              <a:gd name="connsiteY4" fmla="*/ 259080 h 492760"/>
              <a:gd name="connsiteX5" fmla="*/ 640080 w 640080"/>
              <a:gd name="connsiteY5" fmla="*/ 259080 h 492760"/>
              <a:gd name="connsiteX0" fmla="*/ 0 w 640080"/>
              <a:gd name="connsiteY0" fmla="*/ 259080 h 494348"/>
              <a:gd name="connsiteX1" fmla="*/ 198120 w 640080"/>
              <a:gd name="connsiteY1" fmla="*/ 259080 h 494348"/>
              <a:gd name="connsiteX2" fmla="*/ 314960 w 640080"/>
              <a:gd name="connsiteY2" fmla="*/ 0 h 494348"/>
              <a:gd name="connsiteX3" fmla="*/ 396928 w 640080"/>
              <a:gd name="connsiteY3" fmla="*/ 494348 h 494348"/>
              <a:gd name="connsiteX4" fmla="*/ 472440 w 640080"/>
              <a:gd name="connsiteY4" fmla="*/ 259080 h 494348"/>
              <a:gd name="connsiteX5" fmla="*/ 640080 w 640080"/>
              <a:gd name="connsiteY5" fmla="*/ 259080 h 494348"/>
              <a:gd name="connsiteX0" fmla="*/ 0 w 640080"/>
              <a:gd name="connsiteY0" fmla="*/ 260668 h 495936"/>
              <a:gd name="connsiteX1" fmla="*/ 198120 w 640080"/>
              <a:gd name="connsiteY1" fmla="*/ 260668 h 495936"/>
              <a:gd name="connsiteX2" fmla="*/ 287429 w 640080"/>
              <a:gd name="connsiteY2" fmla="*/ 0 h 495936"/>
              <a:gd name="connsiteX3" fmla="*/ 396928 w 640080"/>
              <a:gd name="connsiteY3" fmla="*/ 495936 h 495936"/>
              <a:gd name="connsiteX4" fmla="*/ 472440 w 640080"/>
              <a:gd name="connsiteY4" fmla="*/ 260668 h 495936"/>
              <a:gd name="connsiteX5" fmla="*/ 640080 w 640080"/>
              <a:gd name="connsiteY5" fmla="*/ 260668 h 495936"/>
              <a:gd name="connsiteX0" fmla="*/ 0 w 640080"/>
              <a:gd name="connsiteY0" fmla="*/ 260668 h 495936"/>
              <a:gd name="connsiteX1" fmla="*/ 198120 w 640080"/>
              <a:gd name="connsiteY1" fmla="*/ 260668 h 495936"/>
              <a:gd name="connsiteX2" fmla="*/ 280088 w 640080"/>
              <a:gd name="connsiteY2" fmla="*/ 0 h 495936"/>
              <a:gd name="connsiteX3" fmla="*/ 396928 w 640080"/>
              <a:gd name="connsiteY3" fmla="*/ 495936 h 495936"/>
              <a:gd name="connsiteX4" fmla="*/ 472440 w 640080"/>
              <a:gd name="connsiteY4" fmla="*/ 260668 h 495936"/>
              <a:gd name="connsiteX5" fmla="*/ 640080 w 640080"/>
              <a:gd name="connsiteY5" fmla="*/ 260668 h 49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0080" h="495936">
                <a:moveTo>
                  <a:pt x="0" y="260668"/>
                </a:moveTo>
                <a:lnTo>
                  <a:pt x="198120" y="260668"/>
                </a:lnTo>
                <a:lnTo>
                  <a:pt x="280088" y="0"/>
                </a:lnTo>
                <a:lnTo>
                  <a:pt x="396928" y="495936"/>
                </a:lnTo>
                <a:lnTo>
                  <a:pt x="472440" y="260668"/>
                </a:lnTo>
                <a:lnTo>
                  <a:pt x="640080" y="260668"/>
                </a:lnTo>
              </a:path>
            </a:pathLst>
          </a:custGeom>
          <a:noFill/>
          <a:ln w="95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2" name="图形 280">
            <a:extLst>
              <a:ext uri="{FF2B5EF4-FFF2-40B4-BE49-F238E27FC236}">
                <a16:creationId xmlns:a16="http://schemas.microsoft.com/office/drawing/2014/main" id="{05AC1B68-DAF8-44F8-02DB-CB8D1A3EDD61}"/>
              </a:ext>
            </a:extLst>
          </p:cNvPr>
          <p:cNvSpPr/>
          <p:nvPr/>
        </p:nvSpPr>
        <p:spPr>
          <a:xfrm>
            <a:off x="2783536" y="5049028"/>
            <a:ext cx="142302" cy="142874"/>
          </a:xfrm>
          <a:custGeom>
            <a:avLst/>
            <a:gdLst>
              <a:gd name="connsiteX0" fmla="*/ 41 w 1658757"/>
              <a:gd name="connsiteY0" fmla="*/ 831750 h 1665428"/>
              <a:gd name="connsiteX1" fmla="*/ 79 w 1658757"/>
              <a:gd name="connsiteY1" fmla="*/ 169844 h 1665428"/>
              <a:gd name="connsiteX2" fmla="*/ 121354 w 1658757"/>
              <a:gd name="connsiteY2" fmla="*/ 6383 h 1665428"/>
              <a:gd name="connsiteX3" fmla="*/ 163095 w 1658757"/>
              <a:gd name="connsiteY3" fmla="*/ 324 h 1665428"/>
              <a:gd name="connsiteX4" fmla="*/ 1219173 w 1658757"/>
              <a:gd name="connsiteY4" fmla="*/ 209 h 1665428"/>
              <a:gd name="connsiteX5" fmla="*/ 1381016 w 1658757"/>
              <a:gd name="connsiteY5" fmla="*/ 153860 h 1665428"/>
              <a:gd name="connsiteX6" fmla="*/ 1381912 w 1658757"/>
              <a:gd name="connsiteY6" fmla="*/ 389787 h 1665428"/>
              <a:gd name="connsiteX7" fmla="*/ 1325527 w 1658757"/>
              <a:gd name="connsiteY7" fmla="*/ 444153 h 1665428"/>
              <a:gd name="connsiteX8" fmla="*/ 1271678 w 1658757"/>
              <a:gd name="connsiteY8" fmla="*/ 386791 h 1665428"/>
              <a:gd name="connsiteX9" fmla="*/ 1271554 w 1658757"/>
              <a:gd name="connsiteY9" fmla="*/ 173836 h 1665428"/>
              <a:gd name="connsiteX10" fmla="*/ 1208532 w 1658757"/>
              <a:gd name="connsiteY10" fmla="*/ 110798 h 1665428"/>
              <a:gd name="connsiteX11" fmla="*/ 173096 w 1658757"/>
              <a:gd name="connsiteY11" fmla="*/ 110798 h 1665428"/>
              <a:gd name="connsiteX12" fmla="*/ 110533 w 1658757"/>
              <a:gd name="connsiteY12" fmla="*/ 173204 h 1665428"/>
              <a:gd name="connsiteX13" fmla="*/ 110533 w 1658757"/>
              <a:gd name="connsiteY13" fmla="*/ 1492411 h 1665428"/>
              <a:gd name="connsiteX14" fmla="*/ 172191 w 1658757"/>
              <a:gd name="connsiteY14" fmla="*/ 1554300 h 1665428"/>
              <a:gd name="connsiteX15" fmla="*/ 549441 w 1658757"/>
              <a:gd name="connsiteY15" fmla="*/ 1554338 h 1665428"/>
              <a:gd name="connsiteX16" fmla="*/ 606894 w 1658757"/>
              <a:gd name="connsiteY16" fmla="*/ 1598826 h 1665428"/>
              <a:gd name="connsiteX17" fmla="*/ 557964 w 1658757"/>
              <a:gd name="connsiteY17" fmla="*/ 1664956 h 1665428"/>
              <a:gd name="connsiteX18" fmla="*/ 548802 w 1658757"/>
              <a:gd name="connsiteY18" fmla="*/ 1665291 h 1665428"/>
              <a:gd name="connsiteX19" fmla="*/ 168110 w 1658757"/>
              <a:gd name="connsiteY19" fmla="*/ 1665147 h 1665428"/>
              <a:gd name="connsiteX20" fmla="*/ 9232 w 1658757"/>
              <a:gd name="connsiteY20" fmla="*/ 1552319 h 1665428"/>
              <a:gd name="connsiteX21" fmla="*/ 403 w 1658757"/>
              <a:gd name="connsiteY21" fmla="*/ 1491348 h 1665428"/>
              <a:gd name="connsiteX22" fmla="*/ 41 w 1658757"/>
              <a:gd name="connsiteY22" fmla="*/ 831750 h 1665428"/>
              <a:gd name="connsiteX23" fmla="*/ 1104991 w 1658757"/>
              <a:gd name="connsiteY23" fmla="*/ 1665157 h 1665428"/>
              <a:gd name="connsiteX24" fmla="*/ 553007 w 1658757"/>
              <a:gd name="connsiteY24" fmla="*/ 1109992 h 1665428"/>
              <a:gd name="connsiteX25" fmla="*/ 1106726 w 1658757"/>
              <a:gd name="connsiteY25" fmla="*/ 555058 h 1665428"/>
              <a:gd name="connsiteX26" fmla="*/ 1658758 w 1658757"/>
              <a:gd name="connsiteY26" fmla="*/ 1111715 h 1665428"/>
              <a:gd name="connsiteX27" fmla="*/ 1104991 w 1658757"/>
              <a:gd name="connsiteY27" fmla="*/ 1665157 h 1665428"/>
              <a:gd name="connsiteX28" fmla="*/ 1106392 w 1658757"/>
              <a:gd name="connsiteY28" fmla="*/ 665943 h 1665428"/>
              <a:gd name="connsiteX29" fmla="*/ 663403 w 1658757"/>
              <a:gd name="connsiteY29" fmla="*/ 1108863 h 1665428"/>
              <a:gd name="connsiteX30" fmla="*/ 1103608 w 1658757"/>
              <a:gd name="connsiteY30" fmla="*/ 1554290 h 1665428"/>
              <a:gd name="connsiteX31" fmla="*/ 1548351 w 1658757"/>
              <a:gd name="connsiteY31" fmla="*/ 1113390 h 1665428"/>
              <a:gd name="connsiteX32" fmla="*/ 1106392 w 1658757"/>
              <a:gd name="connsiteY32" fmla="*/ 665943 h 1665428"/>
              <a:gd name="connsiteX33" fmla="*/ 691377 w 1658757"/>
              <a:gd name="connsiteY33" fmla="*/ 333182 h 1665428"/>
              <a:gd name="connsiteX34" fmla="*/ 990647 w 1658757"/>
              <a:gd name="connsiteY34" fmla="*/ 333210 h 1665428"/>
              <a:gd name="connsiteX35" fmla="*/ 1048577 w 1658757"/>
              <a:gd name="connsiteY35" fmla="*/ 374071 h 1665428"/>
              <a:gd name="connsiteX36" fmla="*/ 998141 w 1658757"/>
              <a:gd name="connsiteY36" fmla="*/ 444067 h 1665428"/>
              <a:gd name="connsiteX37" fmla="*/ 990113 w 1658757"/>
              <a:gd name="connsiteY37" fmla="*/ 444172 h 1665428"/>
              <a:gd name="connsiteX38" fmla="*/ 391564 w 1658757"/>
              <a:gd name="connsiteY38" fmla="*/ 444163 h 1665428"/>
              <a:gd name="connsiteX39" fmla="*/ 332022 w 1658757"/>
              <a:gd name="connsiteY39" fmla="*/ 394056 h 1665428"/>
              <a:gd name="connsiteX40" fmla="*/ 379503 w 1658757"/>
              <a:gd name="connsiteY40" fmla="*/ 333813 h 1665428"/>
              <a:gd name="connsiteX41" fmla="*/ 396674 w 1658757"/>
              <a:gd name="connsiteY41" fmla="*/ 333210 h 1665428"/>
              <a:gd name="connsiteX42" fmla="*/ 691377 w 1658757"/>
              <a:gd name="connsiteY42" fmla="*/ 333182 h 1665428"/>
              <a:gd name="connsiteX43" fmla="*/ 441580 w 1658757"/>
              <a:gd name="connsiteY43" fmla="*/ 776580 h 1665428"/>
              <a:gd name="connsiteX44" fmla="*/ 380876 w 1658757"/>
              <a:gd name="connsiteY44" fmla="*/ 776302 h 1665428"/>
              <a:gd name="connsiteX45" fmla="*/ 333023 w 1658757"/>
              <a:gd name="connsiteY45" fmla="*/ 733508 h 1665428"/>
              <a:gd name="connsiteX46" fmla="*/ 359633 w 1658757"/>
              <a:gd name="connsiteY46" fmla="*/ 673897 h 1665428"/>
              <a:gd name="connsiteX47" fmla="*/ 389075 w 1658757"/>
              <a:gd name="connsiteY47" fmla="*/ 666259 h 1665428"/>
              <a:gd name="connsiteX48" fmla="*/ 495696 w 1658757"/>
              <a:gd name="connsiteY48" fmla="*/ 666010 h 1665428"/>
              <a:gd name="connsiteX49" fmla="*/ 552959 w 1658757"/>
              <a:gd name="connsiteY49" fmla="*/ 721190 h 1665428"/>
              <a:gd name="connsiteX50" fmla="*/ 497756 w 1658757"/>
              <a:gd name="connsiteY50" fmla="*/ 777001 h 1665428"/>
              <a:gd name="connsiteX51" fmla="*/ 441590 w 1658757"/>
              <a:gd name="connsiteY51" fmla="*/ 777154 h 1665428"/>
              <a:gd name="connsiteX52" fmla="*/ 441580 w 1658757"/>
              <a:gd name="connsiteY52" fmla="*/ 776580 h 1665428"/>
              <a:gd name="connsiteX53" fmla="*/ 1161081 w 1658757"/>
              <a:gd name="connsiteY53" fmla="*/ 982587 h 1665428"/>
              <a:gd name="connsiteX54" fmla="*/ 1161386 w 1658757"/>
              <a:gd name="connsiteY54" fmla="*/ 1078053 h 1665428"/>
              <a:gd name="connsiteX55" fmla="*/ 1167983 w 1658757"/>
              <a:gd name="connsiteY55" fmla="*/ 1093778 h 1665428"/>
              <a:gd name="connsiteX56" fmla="*/ 1255145 w 1658757"/>
              <a:gd name="connsiteY56" fmla="*/ 1181932 h 1665428"/>
              <a:gd name="connsiteX57" fmla="*/ 1233302 w 1658757"/>
              <a:gd name="connsiteY57" fmla="*/ 1273942 h 1665428"/>
              <a:gd name="connsiteX58" fmla="*/ 1179062 w 1658757"/>
              <a:gd name="connsiteY58" fmla="*/ 1261892 h 1665428"/>
              <a:gd name="connsiteX59" fmla="*/ 1065567 w 1658757"/>
              <a:gd name="connsiteY59" fmla="*/ 1148106 h 1665428"/>
              <a:gd name="connsiteX60" fmla="*/ 1050712 w 1658757"/>
              <a:gd name="connsiteY60" fmla="*/ 1110595 h 1665428"/>
              <a:gd name="connsiteX61" fmla="*/ 1050865 w 1658757"/>
              <a:gd name="connsiteY61" fmla="*/ 887465 h 1665428"/>
              <a:gd name="connsiteX62" fmla="*/ 1105706 w 1658757"/>
              <a:gd name="connsiteY62" fmla="*/ 832918 h 1665428"/>
              <a:gd name="connsiteX63" fmla="*/ 1161014 w 1658757"/>
              <a:gd name="connsiteY63" fmla="*/ 888279 h 1665428"/>
              <a:gd name="connsiteX64" fmla="*/ 1161081 w 1658757"/>
              <a:gd name="connsiteY64" fmla="*/ 982587 h 1665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658757" h="1665428">
                <a:moveTo>
                  <a:pt x="41" y="831750"/>
                </a:moveTo>
                <a:cubicBezTo>
                  <a:pt x="41" y="611108"/>
                  <a:pt x="-36" y="390476"/>
                  <a:pt x="79" y="169844"/>
                </a:cubicBezTo>
                <a:cubicBezTo>
                  <a:pt x="126" y="91253"/>
                  <a:pt x="47931" y="26646"/>
                  <a:pt x="121354" y="6383"/>
                </a:cubicBezTo>
                <a:cubicBezTo>
                  <a:pt x="134816" y="2660"/>
                  <a:pt x="149156" y="334"/>
                  <a:pt x="163095" y="324"/>
                </a:cubicBezTo>
                <a:cubicBezTo>
                  <a:pt x="515118" y="-11"/>
                  <a:pt x="867150" y="-145"/>
                  <a:pt x="1219173" y="209"/>
                </a:cubicBezTo>
                <a:cubicBezTo>
                  <a:pt x="1304456" y="295"/>
                  <a:pt x="1377746" y="68530"/>
                  <a:pt x="1381016" y="153860"/>
                </a:cubicBezTo>
                <a:cubicBezTo>
                  <a:pt x="1384038" y="232404"/>
                  <a:pt x="1382685" y="311148"/>
                  <a:pt x="1381912" y="389787"/>
                </a:cubicBezTo>
                <a:cubicBezTo>
                  <a:pt x="1381607" y="421986"/>
                  <a:pt x="1355846" y="445129"/>
                  <a:pt x="1325527" y="444153"/>
                </a:cubicBezTo>
                <a:cubicBezTo>
                  <a:pt x="1295017" y="443167"/>
                  <a:pt x="1271830" y="419047"/>
                  <a:pt x="1271678" y="386791"/>
                </a:cubicBezTo>
                <a:cubicBezTo>
                  <a:pt x="1271344" y="315809"/>
                  <a:pt x="1271582" y="244818"/>
                  <a:pt x="1271554" y="173836"/>
                </a:cubicBezTo>
                <a:cubicBezTo>
                  <a:pt x="1271535" y="132487"/>
                  <a:pt x="1249892" y="110808"/>
                  <a:pt x="1208532" y="110798"/>
                </a:cubicBezTo>
                <a:cubicBezTo>
                  <a:pt x="863403" y="110788"/>
                  <a:pt x="518245" y="110779"/>
                  <a:pt x="173096" y="110798"/>
                </a:cubicBezTo>
                <a:cubicBezTo>
                  <a:pt x="132566" y="110798"/>
                  <a:pt x="110533" y="132832"/>
                  <a:pt x="110533" y="173204"/>
                </a:cubicBezTo>
                <a:lnTo>
                  <a:pt x="110533" y="1492411"/>
                </a:lnTo>
                <a:cubicBezTo>
                  <a:pt x="110533" y="1532381"/>
                  <a:pt x="132366" y="1554290"/>
                  <a:pt x="172191" y="1554300"/>
                </a:cubicBezTo>
                <a:cubicBezTo>
                  <a:pt x="297937" y="1554319"/>
                  <a:pt x="423684" y="1554271"/>
                  <a:pt x="549441" y="1554338"/>
                </a:cubicBezTo>
                <a:cubicBezTo>
                  <a:pt x="579197" y="1554357"/>
                  <a:pt x="600802" y="1571270"/>
                  <a:pt x="606894" y="1598826"/>
                </a:cubicBezTo>
                <a:cubicBezTo>
                  <a:pt x="613940" y="1630671"/>
                  <a:pt x="590400" y="1662496"/>
                  <a:pt x="557964" y="1664956"/>
                </a:cubicBezTo>
                <a:cubicBezTo>
                  <a:pt x="554923" y="1665176"/>
                  <a:pt x="551863" y="1665291"/>
                  <a:pt x="548802" y="1665291"/>
                </a:cubicBezTo>
                <a:cubicBezTo>
                  <a:pt x="421911" y="1665300"/>
                  <a:pt x="295010" y="1665674"/>
                  <a:pt x="168110" y="1665147"/>
                </a:cubicBezTo>
                <a:cubicBezTo>
                  <a:pt x="93257" y="1664841"/>
                  <a:pt x="31332" y="1621176"/>
                  <a:pt x="9232" y="1552319"/>
                </a:cubicBezTo>
                <a:cubicBezTo>
                  <a:pt x="3034" y="1533003"/>
                  <a:pt x="470" y="1511736"/>
                  <a:pt x="403" y="1491348"/>
                </a:cubicBezTo>
                <a:cubicBezTo>
                  <a:pt x="-179" y="1271492"/>
                  <a:pt x="41" y="1051616"/>
                  <a:pt x="41" y="831750"/>
                </a:cubicBezTo>
                <a:close/>
                <a:moveTo>
                  <a:pt x="1104991" y="1665157"/>
                </a:moveTo>
                <a:cubicBezTo>
                  <a:pt x="799905" y="1665109"/>
                  <a:pt x="553007" y="1416787"/>
                  <a:pt x="553007" y="1109992"/>
                </a:cubicBezTo>
                <a:cubicBezTo>
                  <a:pt x="553007" y="803265"/>
                  <a:pt x="801097" y="554627"/>
                  <a:pt x="1106726" y="555058"/>
                </a:cubicBezTo>
                <a:cubicBezTo>
                  <a:pt x="1412231" y="555479"/>
                  <a:pt x="1659072" y="804385"/>
                  <a:pt x="1658758" y="1111715"/>
                </a:cubicBezTo>
                <a:cubicBezTo>
                  <a:pt x="1658452" y="1417782"/>
                  <a:pt x="1410887" y="1665214"/>
                  <a:pt x="1104991" y="1665157"/>
                </a:cubicBezTo>
                <a:close/>
                <a:moveTo>
                  <a:pt x="1106392" y="665943"/>
                </a:moveTo>
                <a:cubicBezTo>
                  <a:pt x="863460" y="665379"/>
                  <a:pt x="663966" y="864829"/>
                  <a:pt x="663403" y="1108863"/>
                </a:cubicBezTo>
                <a:cubicBezTo>
                  <a:pt x="662831" y="1353500"/>
                  <a:pt x="860619" y="1553630"/>
                  <a:pt x="1103608" y="1554290"/>
                </a:cubicBezTo>
                <a:cubicBezTo>
                  <a:pt x="1347684" y="1554961"/>
                  <a:pt x="1547741" y="1356649"/>
                  <a:pt x="1548351" y="1113390"/>
                </a:cubicBezTo>
                <a:cubicBezTo>
                  <a:pt x="1548971" y="866600"/>
                  <a:pt x="1351355" y="666508"/>
                  <a:pt x="1106392" y="665943"/>
                </a:cubicBezTo>
                <a:close/>
                <a:moveTo>
                  <a:pt x="691377" y="333182"/>
                </a:moveTo>
                <a:cubicBezTo>
                  <a:pt x="791133" y="333182"/>
                  <a:pt x="890890" y="333143"/>
                  <a:pt x="990647" y="333210"/>
                </a:cubicBezTo>
                <a:cubicBezTo>
                  <a:pt x="1020241" y="333229"/>
                  <a:pt x="1041979" y="348735"/>
                  <a:pt x="1048577" y="374071"/>
                </a:cubicBezTo>
                <a:cubicBezTo>
                  <a:pt x="1057539" y="408452"/>
                  <a:pt x="1033684" y="441578"/>
                  <a:pt x="998141" y="444067"/>
                </a:cubicBezTo>
                <a:cubicBezTo>
                  <a:pt x="995490" y="444258"/>
                  <a:pt x="992782" y="444172"/>
                  <a:pt x="990113" y="444172"/>
                </a:cubicBezTo>
                <a:cubicBezTo>
                  <a:pt x="790600" y="444172"/>
                  <a:pt x="591077" y="444191"/>
                  <a:pt x="391564" y="444163"/>
                </a:cubicBezTo>
                <a:cubicBezTo>
                  <a:pt x="358594" y="444153"/>
                  <a:pt x="335731" y="424819"/>
                  <a:pt x="332022" y="394056"/>
                </a:cubicBezTo>
                <a:cubicBezTo>
                  <a:pt x="328523" y="365016"/>
                  <a:pt x="350519" y="336991"/>
                  <a:pt x="379503" y="333813"/>
                </a:cubicBezTo>
                <a:cubicBezTo>
                  <a:pt x="385185" y="333191"/>
                  <a:pt x="390944" y="333210"/>
                  <a:pt x="396674" y="333210"/>
                </a:cubicBezTo>
                <a:cubicBezTo>
                  <a:pt x="494924" y="333172"/>
                  <a:pt x="593155" y="333182"/>
                  <a:pt x="691377" y="333182"/>
                </a:cubicBezTo>
                <a:close/>
                <a:moveTo>
                  <a:pt x="441580" y="776580"/>
                </a:moveTo>
                <a:cubicBezTo>
                  <a:pt x="421339" y="776580"/>
                  <a:pt x="401022" y="777633"/>
                  <a:pt x="380876" y="776302"/>
                </a:cubicBezTo>
                <a:cubicBezTo>
                  <a:pt x="356983" y="774733"/>
                  <a:pt x="337724" y="756451"/>
                  <a:pt x="333023" y="733508"/>
                </a:cubicBezTo>
                <a:cubicBezTo>
                  <a:pt x="328075" y="709379"/>
                  <a:pt x="338220" y="684923"/>
                  <a:pt x="359633" y="673897"/>
                </a:cubicBezTo>
                <a:cubicBezTo>
                  <a:pt x="368778" y="669235"/>
                  <a:pt x="378825" y="666629"/>
                  <a:pt x="389075" y="666259"/>
                </a:cubicBezTo>
                <a:cubicBezTo>
                  <a:pt x="424600" y="665359"/>
                  <a:pt x="460153" y="665589"/>
                  <a:pt x="495696" y="666010"/>
                </a:cubicBezTo>
                <a:cubicBezTo>
                  <a:pt x="528275" y="666393"/>
                  <a:pt x="552549" y="690159"/>
                  <a:pt x="552959" y="721190"/>
                </a:cubicBezTo>
                <a:cubicBezTo>
                  <a:pt x="553359" y="751531"/>
                  <a:pt x="530096" y="775537"/>
                  <a:pt x="497756" y="777001"/>
                </a:cubicBezTo>
                <a:cubicBezTo>
                  <a:pt x="479078" y="777843"/>
                  <a:pt x="460315" y="777154"/>
                  <a:pt x="441590" y="777154"/>
                </a:cubicBezTo>
                <a:lnTo>
                  <a:pt x="441580" y="776580"/>
                </a:lnTo>
                <a:close/>
                <a:moveTo>
                  <a:pt x="1161081" y="982587"/>
                </a:moveTo>
                <a:cubicBezTo>
                  <a:pt x="1161081" y="1014402"/>
                  <a:pt x="1160775" y="1046227"/>
                  <a:pt x="1161386" y="1078053"/>
                </a:cubicBezTo>
                <a:cubicBezTo>
                  <a:pt x="1161481" y="1083403"/>
                  <a:pt x="1164246" y="1089931"/>
                  <a:pt x="1167983" y="1093778"/>
                </a:cubicBezTo>
                <a:cubicBezTo>
                  <a:pt x="1196767" y="1123431"/>
                  <a:pt x="1226419" y="1152231"/>
                  <a:pt x="1255145" y="1181932"/>
                </a:cubicBezTo>
                <a:cubicBezTo>
                  <a:pt x="1284673" y="1212445"/>
                  <a:pt x="1272936" y="1261337"/>
                  <a:pt x="1233302" y="1273942"/>
                </a:cubicBezTo>
                <a:cubicBezTo>
                  <a:pt x="1213195" y="1280336"/>
                  <a:pt x="1194174" y="1276737"/>
                  <a:pt x="1179062" y="1261892"/>
                </a:cubicBezTo>
                <a:cubicBezTo>
                  <a:pt x="1140849" y="1224371"/>
                  <a:pt x="1103160" y="1186287"/>
                  <a:pt x="1065567" y="1148106"/>
                </a:cubicBezTo>
                <a:cubicBezTo>
                  <a:pt x="1055565" y="1137941"/>
                  <a:pt x="1050712" y="1125087"/>
                  <a:pt x="1050712" y="1110595"/>
                </a:cubicBezTo>
                <a:cubicBezTo>
                  <a:pt x="1050722" y="1036216"/>
                  <a:pt x="1050493" y="961845"/>
                  <a:pt x="1050865" y="887465"/>
                </a:cubicBezTo>
                <a:cubicBezTo>
                  <a:pt x="1051017" y="856521"/>
                  <a:pt x="1075282" y="833023"/>
                  <a:pt x="1105706" y="832918"/>
                </a:cubicBezTo>
                <a:cubicBezTo>
                  <a:pt x="1136511" y="832812"/>
                  <a:pt x="1160718" y="856770"/>
                  <a:pt x="1161014" y="888279"/>
                </a:cubicBezTo>
                <a:cubicBezTo>
                  <a:pt x="1161309" y="919712"/>
                  <a:pt x="1161081" y="951144"/>
                  <a:pt x="1161081" y="982587"/>
                </a:cubicBezTo>
                <a:close/>
              </a:path>
            </a:pathLst>
          </a:custGeom>
          <a:solidFill>
            <a:schemeClr val="accent1"/>
          </a:solidFill>
          <a:ln w="1853" cap="flat">
            <a:noFill/>
            <a:prstDash val="solid"/>
            <a:miter/>
          </a:ln>
        </p:spPr>
        <p:txBody>
          <a:bodyPr rtlCol="0" anchor="ctr"/>
          <a:lstStyle/>
          <a:p>
            <a:endParaRPr lang="zh-CN" altLang="en-US"/>
          </a:p>
        </p:txBody>
      </p:sp>
      <p:grpSp>
        <p:nvGrpSpPr>
          <p:cNvPr id="289" name="组合 288">
            <a:extLst>
              <a:ext uri="{FF2B5EF4-FFF2-40B4-BE49-F238E27FC236}">
                <a16:creationId xmlns:a16="http://schemas.microsoft.com/office/drawing/2014/main" id="{F418E869-65A9-65A8-E0E7-D826F93AC490}"/>
              </a:ext>
            </a:extLst>
          </p:cNvPr>
          <p:cNvGrpSpPr/>
          <p:nvPr/>
        </p:nvGrpSpPr>
        <p:grpSpPr>
          <a:xfrm>
            <a:off x="1855710" y="5048440"/>
            <a:ext cx="139974" cy="144050"/>
            <a:chOff x="1694784" y="4374681"/>
            <a:chExt cx="480547" cy="496149"/>
          </a:xfrm>
        </p:grpSpPr>
        <p:sp>
          <p:nvSpPr>
            <p:cNvPr id="286" name="任意多边形: 形状 285">
              <a:extLst>
                <a:ext uri="{FF2B5EF4-FFF2-40B4-BE49-F238E27FC236}">
                  <a16:creationId xmlns:a16="http://schemas.microsoft.com/office/drawing/2014/main" id="{8F685D84-3A2E-ADA2-7F99-06C67C1E038A}"/>
                </a:ext>
              </a:extLst>
            </p:cNvPr>
            <p:cNvSpPr/>
            <p:nvPr/>
          </p:nvSpPr>
          <p:spPr>
            <a:xfrm>
              <a:off x="1772795" y="4440210"/>
              <a:ext cx="293321" cy="240273"/>
            </a:xfrm>
            <a:custGeom>
              <a:avLst/>
              <a:gdLst>
                <a:gd name="connsiteX0" fmla="*/ 81131 w 293321"/>
                <a:gd name="connsiteY0" fmla="*/ 240274 h 240273"/>
                <a:gd name="connsiteX1" fmla="*/ 0 w 293321"/>
                <a:gd name="connsiteY1" fmla="*/ 121697 h 240273"/>
                <a:gd name="connsiteX2" fmla="*/ 15602 w 293321"/>
                <a:gd name="connsiteY2" fmla="*/ 106095 h 240273"/>
                <a:gd name="connsiteX3" fmla="*/ 31204 w 293321"/>
                <a:gd name="connsiteY3" fmla="*/ 121697 h 240273"/>
                <a:gd name="connsiteX4" fmla="*/ 46807 w 293321"/>
                <a:gd name="connsiteY4" fmla="*/ 184106 h 240273"/>
                <a:gd name="connsiteX5" fmla="*/ 81131 w 293321"/>
                <a:gd name="connsiteY5" fmla="*/ 205949 h 240273"/>
                <a:gd name="connsiteX6" fmla="*/ 115456 w 293321"/>
                <a:gd name="connsiteY6" fmla="*/ 180985 h 240273"/>
                <a:gd name="connsiteX7" fmla="*/ 131058 w 293321"/>
                <a:gd name="connsiteY7" fmla="*/ 118577 h 240273"/>
                <a:gd name="connsiteX8" fmla="*/ 212190 w 293321"/>
                <a:gd name="connsiteY8" fmla="*/ 0 h 240273"/>
                <a:gd name="connsiteX9" fmla="*/ 293321 w 293321"/>
                <a:gd name="connsiteY9" fmla="*/ 118577 h 240273"/>
                <a:gd name="connsiteX10" fmla="*/ 277719 w 293321"/>
                <a:gd name="connsiteY10" fmla="*/ 134179 h 240273"/>
                <a:gd name="connsiteX11" fmla="*/ 262117 w 293321"/>
                <a:gd name="connsiteY11" fmla="*/ 118577 h 240273"/>
                <a:gd name="connsiteX12" fmla="*/ 246515 w 293321"/>
                <a:gd name="connsiteY12" fmla="*/ 56168 h 240273"/>
                <a:gd name="connsiteX13" fmla="*/ 212190 w 293321"/>
                <a:gd name="connsiteY13" fmla="*/ 31204 h 240273"/>
                <a:gd name="connsiteX14" fmla="*/ 177865 w 293321"/>
                <a:gd name="connsiteY14" fmla="*/ 59288 h 240273"/>
                <a:gd name="connsiteX15" fmla="*/ 162263 w 293321"/>
                <a:gd name="connsiteY15" fmla="*/ 121697 h 240273"/>
                <a:gd name="connsiteX16" fmla="*/ 81131 w 293321"/>
                <a:gd name="connsiteY16" fmla="*/ 240274 h 240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93321" h="240273">
                  <a:moveTo>
                    <a:pt x="81131" y="240274"/>
                  </a:moveTo>
                  <a:cubicBezTo>
                    <a:pt x="34325" y="240274"/>
                    <a:pt x="0" y="187226"/>
                    <a:pt x="0" y="121697"/>
                  </a:cubicBezTo>
                  <a:cubicBezTo>
                    <a:pt x="0" y="112336"/>
                    <a:pt x="6241" y="106095"/>
                    <a:pt x="15602" y="106095"/>
                  </a:cubicBezTo>
                  <a:cubicBezTo>
                    <a:pt x="24964" y="106095"/>
                    <a:pt x="31204" y="112336"/>
                    <a:pt x="31204" y="121697"/>
                  </a:cubicBezTo>
                  <a:cubicBezTo>
                    <a:pt x="31204" y="143540"/>
                    <a:pt x="37445" y="165383"/>
                    <a:pt x="46807" y="184106"/>
                  </a:cubicBezTo>
                  <a:cubicBezTo>
                    <a:pt x="59288" y="199708"/>
                    <a:pt x="68650" y="205949"/>
                    <a:pt x="81131" y="205949"/>
                  </a:cubicBezTo>
                  <a:cubicBezTo>
                    <a:pt x="93613" y="205949"/>
                    <a:pt x="106095" y="196588"/>
                    <a:pt x="115456" y="180985"/>
                  </a:cubicBezTo>
                  <a:cubicBezTo>
                    <a:pt x="124818" y="165383"/>
                    <a:pt x="131058" y="143540"/>
                    <a:pt x="131058" y="118577"/>
                  </a:cubicBezTo>
                  <a:cubicBezTo>
                    <a:pt x="131058" y="53047"/>
                    <a:pt x="165383" y="0"/>
                    <a:pt x="212190" y="0"/>
                  </a:cubicBezTo>
                  <a:cubicBezTo>
                    <a:pt x="258996" y="0"/>
                    <a:pt x="293321" y="53047"/>
                    <a:pt x="293321" y="118577"/>
                  </a:cubicBezTo>
                  <a:cubicBezTo>
                    <a:pt x="293321" y="127938"/>
                    <a:pt x="287080" y="134179"/>
                    <a:pt x="277719" y="134179"/>
                  </a:cubicBezTo>
                  <a:cubicBezTo>
                    <a:pt x="268358" y="134179"/>
                    <a:pt x="262117" y="127938"/>
                    <a:pt x="262117" y="118577"/>
                  </a:cubicBezTo>
                  <a:cubicBezTo>
                    <a:pt x="262117" y="96734"/>
                    <a:pt x="255876" y="74890"/>
                    <a:pt x="246515" y="56168"/>
                  </a:cubicBezTo>
                  <a:cubicBezTo>
                    <a:pt x="237153" y="40566"/>
                    <a:pt x="224672" y="31204"/>
                    <a:pt x="212190" y="31204"/>
                  </a:cubicBezTo>
                  <a:cubicBezTo>
                    <a:pt x="199708" y="31204"/>
                    <a:pt x="187226" y="43686"/>
                    <a:pt x="177865" y="59288"/>
                  </a:cubicBezTo>
                  <a:cubicBezTo>
                    <a:pt x="168504" y="74890"/>
                    <a:pt x="162263" y="96734"/>
                    <a:pt x="162263" y="121697"/>
                  </a:cubicBezTo>
                  <a:cubicBezTo>
                    <a:pt x="162263" y="187226"/>
                    <a:pt x="127938" y="240274"/>
                    <a:pt x="81131" y="240274"/>
                  </a:cubicBezTo>
                  <a:close/>
                </a:path>
              </a:pathLst>
            </a:custGeom>
            <a:solidFill>
              <a:schemeClr val="accent1"/>
            </a:solidFill>
            <a:ln w="484" cap="flat">
              <a:noFill/>
              <a:prstDash val="solid"/>
              <a:miter/>
            </a:ln>
          </p:spPr>
          <p:txBody>
            <a:bodyPr rtlCol="0" anchor="ctr"/>
            <a:lstStyle/>
            <a:p>
              <a:endParaRPr lang="zh-CN" altLang="en-US"/>
            </a:p>
          </p:txBody>
        </p:sp>
        <p:sp>
          <p:nvSpPr>
            <p:cNvPr id="287" name="任意多边形: 形状 286">
              <a:extLst>
                <a:ext uri="{FF2B5EF4-FFF2-40B4-BE49-F238E27FC236}">
                  <a16:creationId xmlns:a16="http://schemas.microsoft.com/office/drawing/2014/main" id="{03BF81F8-961B-17FD-F238-2F846D5BE074}"/>
                </a:ext>
              </a:extLst>
            </p:cNvPr>
            <p:cNvSpPr/>
            <p:nvPr/>
          </p:nvSpPr>
          <p:spPr>
            <a:xfrm>
              <a:off x="1694784" y="4374681"/>
              <a:ext cx="458704" cy="458704"/>
            </a:xfrm>
            <a:custGeom>
              <a:avLst/>
              <a:gdLst>
                <a:gd name="connsiteX0" fmla="*/ 78011 w 458704"/>
                <a:gd name="connsiteY0" fmla="*/ 458704 h 458704"/>
                <a:gd name="connsiteX1" fmla="*/ 0 w 458704"/>
                <a:gd name="connsiteY1" fmla="*/ 396296 h 458704"/>
                <a:gd name="connsiteX2" fmla="*/ 0 w 458704"/>
                <a:gd name="connsiteY2" fmla="*/ 93613 h 458704"/>
                <a:gd name="connsiteX3" fmla="*/ 78011 w 458704"/>
                <a:gd name="connsiteY3" fmla="*/ 0 h 458704"/>
                <a:gd name="connsiteX4" fmla="*/ 380693 w 458704"/>
                <a:gd name="connsiteY4" fmla="*/ 0 h 458704"/>
                <a:gd name="connsiteX5" fmla="*/ 458704 w 458704"/>
                <a:gd name="connsiteY5" fmla="*/ 81131 h 458704"/>
                <a:gd name="connsiteX6" fmla="*/ 458704 w 458704"/>
                <a:gd name="connsiteY6" fmla="*/ 193467 h 458704"/>
                <a:gd name="connsiteX7" fmla="*/ 439982 w 458704"/>
                <a:gd name="connsiteY7" fmla="*/ 215310 h 458704"/>
                <a:gd name="connsiteX8" fmla="*/ 418139 w 458704"/>
                <a:gd name="connsiteY8" fmla="*/ 193467 h 458704"/>
                <a:gd name="connsiteX9" fmla="*/ 418139 w 458704"/>
                <a:gd name="connsiteY9" fmla="*/ 87372 h 458704"/>
                <a:gd name="connsiteX10" fmla="*/ 374453 w 458704"/>
                <a:gd name="connsiteY10" fmla="*/ 40566 h 458704"/>
                <a:gd name="connsiteX11" fmla="*/ 81131 w 458704"/>
                <a:gd name="connsiteY11" fmla="*/ 40566 h 458704"/>
                <a:gd name="connsiteX12" fmla="*/ 37445 w 458704"/>
                <a:gd name="connsiteY12" fmla="*/ 99854 h 458704"/>
                <a:gd name="connsiteX13" fmla="*/ 37445 w 458704"/>
                <a:gd name="connsiteY13" fmla="*/ 380693 h 458704"/>
                <a:gd name="connsiteX14" fmla="*/ 81131 w 458704"/>
                <a:gd name="connsiteY14" fmla="*/ 421259 h 458704"/>
                <a:gd name="connsiteX15" fmla="*/ 174745 w 458704"/>
                <a:gd name="connsiteY15" fmla="*/ 421259 h 458704"/>
                <a:gd name="connsiteX16" fmla="*/ 193467 w 458704"/>
                <a:gd name="connsiteY16" fmla="*/ 439982 h 458704"/>
                <a:gd name="connsiteX17" fmla="*/ 174745 w 458704"/>
                <a:gd name="connsiteY17" fmla="*/ 458704 h 458704"/>
                <a:gd name="connsiteX18" fmla="*/ 78011 w 458704"/>
                <a:gd name="connsiteY18" fmla="*/ 458704 h 458704"/>
                <a:gd name="connsiteX19" fmla="*/ 421259 w 458704"/>
                <a:gd name="connsiteY19" fmla="*/ 374453 h 458704"/>
                <a:gd name="connsiteX20" fmla="*/ 374453 w 458704"/>
                <a:gd name="connsiteY20" fmla="*/ 374453 h 458704"/>
                <a:gd name="connsiteX21" fmla="*/ 374453 w 458704"/>
                <a:gd name="connsiteY21" fmla="*/ 327646 h 458704"/>
                <a:gd name="connsiteX22" fmla="*/ 368212 w 458704"/>
                <a:gd name="connsiteY22" fmla="*/ 321405 h 458704"/>
                <a:gd name="connsiteX23" fmla="*/ 355730 w 458704"/>
                <a:gd name="connsiteY23" fmla="*/ 321405 h 458704"/>
                <a:gd name="connsiteX24" fmla="*/ 349489 w 458704"/>
                <a:gd name="connsiteY24" fmla="*/ 327646 h 458704"/>
                <a:gd name="connsiteX25" fmla="*/ 349489 w 458704"/>
                <a:gd name="connsiteY25" fmla="*/ 393175 h 458704"/>
                <a:gd name="connsiteX26" fmla="*/ 355730 w 458704"/>
                <a:gd name="connsiteY26" fmla="*/ 399416 h 458704"/>
                <a:gd name="connsiteX27" fmla="*/ 421259 w 458704"/>
                <a:gd name="connsiteY27" fmla="*/ 399416 h 458704"/>
                <a:gd name="connsiteX28" fmla="*/ 427500 w 458704"/>
                <a:gd name="connsiteY28" fmla="*/ 393175 h 458704"/>
                <a:gd name="connsiteX29" fmla="*/ 427500 w 458704"/>
                <a:gd name="connsiteY29" fmla="*/ 380693 h 458704"/>
                <a:gd name="connsiteX30" fmla="*/ 421259 w 458704"/>
                <a:gd name="connsiteY30" fmla="*/ 374453 h 458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58704" h="458704">
                  <a:moveTo>
                    <a:pt x="78011" y="458704"/>
                  </a:moveTo>
                  <a:cubicBezTo>
                    <a:pt x="53047" y="458704"/>
                    <a:pt x="0" y="449343"/>
                    <a:pt x="0" y="396296"/>
                  </a:cubicBezTo>
                  <a:lnTo>
                    <a:pt x="0" y="93613"/>
                  </a:lnTo>
                  <a:cubicBezTo>
                    <a:pt x="0" y="31204"/>
                    <a:pt x="40566" y="0"/>
                    <a:pt x="78011" y="0"/>
                  </a:cubicBezTo>
                  <a:lnTo>
                    <a:pt x="380693" y="0"/>
                  </a:lnTo>
                  <a:cubicBezTo>
                    <a:pt x="427500" y="0"/>
                    <a:pt x="458704" y="31204"/>
                    <a:pt x="458704" y="81131"/>
                  </a:cubicBezTo>
                  <a:lnTo>
                    <a:pt x="458704" y="193467"/>
                  </a:lnTo>
                  <a:cubicBezTo>
                    <a:pt x="458704" y="202828"/>
                    <a:pt x="452463" y="215310"/>
                    <a:pt x="439982" y="215310"/>
                  </a:cubicBezTo>
                  <a:cubicBezTo>
                    <a:pt x="424380" y="212190"/>
                    <a:pt x="418139" y="205949"/>
                    <a:pt x="418139" y="193467"/>
                  </a:cubicBezTo>
                  <a:lnTo>
                    <a:pt x="418139" y="87372"/>
                  </a:lnTo>
                  <a:cubicBezTo>
                    <a:pt x="418139" y="53047"/>
                    <a:pt x="386934" y="40566"/>
                    <a:pt x="374453" y="40566"/>
                  </a:cubicBezTo>
                  <a:lnTo>
                    <a:pt x="81131" y="40566"/>
                  </a:lnTo>
                  <a:cubicBezTo>
                    <a:pt x="62409" y="40566"/>
                    <a:pt x="40566" y="59288"/>
                    <a:pt x="37445" y="99854"/>
                  </a:cubicBezTo>
                  <a:lnTo>
                    <a:pt x="37445" y="380693"/>
                  </a:lnTo>
                  <a:cubicBezTo>
                    <a:pt x="37445" y="427500"/>
                    <a:pt x="68650" y="421259"/>
                    <a:pt x="81131" y="421259"/>
                  </a:cubicBezTo>
                  <a:lnTo>
                    <a:pt x="174745" y="421259"/>
                  </a:lnTo>
                  <a:cubicBezTo>
                    <a:pt x="187226" y="418139"/>
                    <a:pt x="193467" y="430620"/>
                    <a:pt x="193467" y="439982"/>
                  </a:cubicBezTo>
                  <a:cubicBezTo>
                    <a:pt x="193467" y="449343"/>
                    <a:pt x="187226" y="458704"/>
                    <a:pt x="174745" y="458704"/>
                  </a:cubicBezTo>
                  <a:lnTo>
                    <a:pt x="78011" y="458704"/>
                  </a:lnTo>
                  <a:close/>
                  <a:moveTo>
                    <a:pt x="421259" y="374453"/>
                  </a:moveTo>
                  <a:lnTo>
                    <a:pt x="374453" y="374453"/>
                  </a:lnTo>
                  <a:lnTo>
                    <a:pt x="374453" y="327646"/>
                  </a:lnTo>
                  <a:cubicBezTo>
                    <a:pt x="374453" y="324526"/>
                    <a:pt x="371332" y="321405"/>
                    <a:pt x="368212" y="321405"/>
                  </a:cubicBezTo>
                  <a:lnTo>
                    <a:pt x="355730" y="321405"/>
                  </a:lnTo>
                  <a:cubicBezTo>
                    <a:pt x="352609" y="321405"/>
                    <a:pt x="349489" y="324526"/>
                    <a:pt x="349489" y="327646"/>
                  </a:cubicBezTo>
                  <a:lnTo>
                    <a:pt x="349489" y="393175"/>
                  </a:lnTo>
                  <a:cubicBezTo>
                    <a:pt x="349489" y="396296"/>
                    <a:pt x="352609" y="399416"/>
                    <a:pt x="355730" y="399416"/>
                  </a:cubicBezTo>
                  <a:lnTo>
                    <a:pt x="421259" y="399416"/>
                  </a:lnTo>
                  <a:cubicBezTo>
                    <a:pt x="424380" y="399416"/>
                    <a:pt x="427500" y="396296"/>
                    <a:pt x="427500" y="393175"/>
                  </a:cubicBezTo>
                  <a:lnTo>
                    <a:pt x="427500" y="380693"/>
                  </a:lnTo>
                  <a:cubicBezTo>
                    <a:pt x="424380" y="374453"/>
                    <a:pt x="424380" y="374453"/>
                    <a:pt x="421259" y="374453"/>
                  </a:cubicBezTo>
                  <a:close/>
                </a:path>
              </a:pathLst>
            </a:custGeom>
            <a:solidFill>
              <a:schemeClr val="accent1"/>
            </a:solidFill>
            <a:ln w="484" cap="flat">
              <a:noFill/>
              <a:prstDash val="solid"/>
              <a:miter/>
            </a:ln>
          </p:spPr>
          <p:txBody>
            <a:bodyPr rtlCol="0" anchor="ctr"/>
            <a:lstStyle/>
            <a:p>
              <a:endParaRPr lang="zh-CN" altLang="en-US"/>
            </a:p>
          </p:txBody>
        </p:sp>
        <p:sp>
          <p:nvSpPr>
            <p:cNvPr id="288" name="任意多边形: 形状 287">
              <a:extLst>
                <a:ext uri="{FF2B5EF4-FFF2-40B4-BE49-F238E27FC236}">
                  <a16:creationId xmlns:a16="http://schemas.microsoft.com/office/drawing/2014/main" id="{F1D13078-1974-BE22-9C6C-D63A051C28CA}"/>
                </a:ext>
              </a:extLst>
            </p:cNvPr>
            <p:cNvSpPr/>
            <p:nvPr/>
          </p:nvSpPr>
          <p:spPr>
            <a:xfrm>
              <a:off x="1944419" y="4639918"/>
              <a:ext cx="230912" cy="230912"/>
            </a:xfrm>
            <a:custGeom>
              <a:avLst/>
              <a:gdLst>
                <a:gd name="connsiteX0" fmla="*/ 115456 w 230912"/>
                <a:gd name="connsiteY0" fmla="*/ 230912 h 230912"/>
                <a:gd name="connsiteX1" fmla="*/ 0 w 230912"/>
                <a:gd name="connsiteY1" fmla="*/ 115456 h 230912"/>
                <a:gd name="connsiteX2" fmla="*/ 115456 w 230912"/>
                <a:gd name="connsiteY2" fmla="*/ 0 h 230912"/>
                <a:gd name="connsiteX3" fmla="*/ 230912 w 230912"/>
                <a:gd name="connsiteY3" fmla="*/ 115456 h 230912"/>
                <a:gd name="connsiteX4" fmla="*/ 115456 w 230912"/>
                <a:gd name="connsiteY4" fmla="*/ 230912 h 230912"/>
                <a:gd name="connsiteX5" fmla="*/ 115456 w 230912"/>
                <a:gd name="connsiteY5" fmla="*/ 31204 h 230912"/>
                <a:gd name="connsiteX6" fmla="*/ 31204 w 230912"/>
                <a:gd name="connsiteY6" fmla="*/ 115456 h 230912"/>
                <a:gd name="connsiteX7" fmla="*/ 115456 w 230912"/>
                <a:gd name="connsiteY7" fmla="*/ 199708 h 230912"/>
                <a:gd name="connsiteX8" fmla="*/ 199708 w 230912"/>
                <a:gd name="connsiteY8" fmla="*/ 115456 h 230912"/>
                <a:gd name="connsiteX9" fmla="*/ 115456 w 230912"/>
                <a:gd name="connsiteY9" fmla="*/ 31204 h 23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0912" h="230912">
                  <a:moveTo>
                    <a:pt x="115456" y="230912"/>
                  </a:moveTo>
                  <a:cubicBezTo>
                    <a:pt x="49927" y="230912"/>
                    <a:pt x="0" y="177865"/>
                    <a:pt x="0" y="115456"/>
                  </a:cubicBezTo>
                  <a:cubicBezTo>
                    <a:pt x="0" y="53047"/>
                    <a:pt x="53047" y="0"/>
                    <a:pt x="115456" y="0"/>
                  </a:cubicBezTo>
                  <a:cubicBezTo>
                    <a:pt x="177865" y="0"/>
                    <a:pt x="230912" y="53047"/>
                    <a:pt x="230912" y="115456"/>
                  </a:cubicBezTo>
                  <a:cubicBezTo>
                    <a:pt x="230912" y="177865"/>
                    <a:pt x="177865" y="230912"/>
                    <a:pt x="115456" y="230912"/>
                  </a:cubicBezTo>
                  <a:close/>
                  <a:moveTo>
                    <a:pt x="115456" y="31204"/>
                  </a:moveTo>
                  <a:cubicBezTo>
                    <a:pt x="68650" y="31204"/>
                    <a:pt x="31204" y="68650"/>
                    <a:pt x="31204" y="115456"/>
                  </a:cubicBezTo>
                  <a:cubicBezTo>
                    <a:pt x="31204" y="162263"/>
                    <a:pt x="68650" y="199708"/>
                    <a:pt x="115456" y="199708"/>
                  </a:cubicBezTo>
                  <a:cubicBezTo>
                    <a:pt x="162263" y="199708"/>
                    <a:pt x="199708" y="162263"/>
                    <a:pt x="199708" y="115456"/>
                  </a:cubicBezTo>
                  <a:cubicBezTo>
                    <a:pt x="199708" y="68650"/>
                    <a:pt x="162263" y="31204"/>
                    <a:pt x="115456" y="31204"/>
                  </a:cubicBezTo>
                  <a:close/>
                </a:path>
              </a:pathLst>
            </a:custGeom>
            <a:solidFill>
              <a:schemeClr val="accent1"/>
            </a:solidFill>
            <a:ln w="484" cap="flat">
              <a:noFill/>
              <a:prstDash val="solid"/>
              <a:miter/>
            </a:ln>
          </p:spPr>
          <p:txBody>
            <a:bodyPr rtlCol="0" anchor="ctr"/>
            <a:lstStyle/>
            <a:p>
              <a:endParaRPr lang="zh-CN" altLang="en-US"/>
            </a:p>
          </p:txBody>
        </p:sp>
      </p:grpSp>
      <p:grpSp>
        <p:nvGrpSpPr>
          <p:cNvPr id="296" name="组合 295">
            <a:extLst>
              <a:ext uri="{FF2B5EF4-FFF2-40B4-BE49-F238E27FC236}">
                <a16:creationId xmlns:a16="http://schemas.microsoft.com/office/drawing/2014/main" id="{1702C53F-0C37-C0C2-B473-A53C23E14198}"/>
              </a:ext>
            </a:extLst>
          </p:cNvPr>
          <p:cNvGrpSpPr/>
          <p:nvPr/>
        </p:nvGrpSpPr>
        <p:grpSpPr>
          <a:xfrm>
            <a:off x="3701497" y="5053531"/>
            <a:ext cx="137557" cy="133869"/>
            <a:chOff x="3686534" y="5041833"/>
            <a:chExt cx="119997" cy="123687"/>
          </a:xfrm>
        </p:grpSpPr>
        <p:sp>
          <p:nvSpPr>
            <p:cNvPr id="293" name="任意多边形: 形状 292">
              <a:extLst>
                <a:ext uri="{FF2B5EF4-FFF2-40B4-BE49-F238E27FC236}">
                  <a16:creationId xmlns:a16="http://schemas.microsoft.com/office/drawing/2014/main" id="{9F57E0CB-C997-DD1A-2D72-D7B18A6727BB}"/>
                </a:ext>
              </a:extLst>
            </p:cNvPr>
            <p:cNvSpPr/>
            <p:nvPr/>
          </p:nvSpPr>
          <p:spPr>
            <a:xfrm>
              <a:off x="3711429" y="5041833"/>
              <a:ext cx="60914" cy="60914"/>
            </a:xfrm>
            <a:custGeom>
              <a:avLst/>
              <a:gdLst>
                <a:gd name="connsiteX0" fmla="*/ 30462 w 60914"/>
                <a:gd name="connsiteY0" fmla="*/ 8894 h 60914"/>
                <a:gd name="connsiteX1" fmla="*/ 52029 w 60914"/>
                <a:gd name="connsiteY1" fmla="*/ 30462 h 60914"/>
                <a:gd name="connsiteX2" fmla="*/ 30462 w 60914"/>
                <a:gd name="connsiteY2" fmla="*/ 52029 h 60914"/>
                <a:gd name="connsiteX3" fmla="*/ 8894 w 60914"/>
                <a:gd name="connsiteY3" fmla="*/ 30462 h 60914"/>
                <a:gd name="connsiteX4" fmla="*/ 30462 w 60914"/>
                <a:gd name="connsiteY4" fmla="*/ 8894 h 60914"/>
                <a:gd name="connsiteX5" fmla="*/ 30462 w 60914"/>
                <a:gd name="connsiteY5" fmla="*/ 0 h 60914"/>
                <a:gd name="connsiteX6" fmla="*/ 0 w 60914"/>
                <a:gd name="connsiteY6" fmla="*/ 30453 h 60914"/>
                <a:gd name="connsiteX7" fmla="*/ 30453 w 60914"/>
                <a:gd name="connsiteY7" fmla="*/ 60914 h 60914"/>
                <a:gd name="connsiteX8" fmla="*/ 60914 w 60914"/>
                <a:gd name="connsiteY8" fmla="*/ 30462 h 60914"/>
                <a:gd name="connsiteX9" fmla="*/ 30462 w 60914"/>
                <a:gd name="connsiteY9" fmla="*/ 0 h 60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914" h="60914">
                  <a:moveTo>
                    <a:pt x="30462" y="8894"/>
                  </a:moveTo>
                  <a:cubicBezTo>
                    <a:pt x="42353" y="8894"/>
                    <a:pt x="52029" y="18570"/>
                    <a:pt x="52029" y="30462"/>
                  </a:cubicBezTo>
                  <a:cubicBezTo>
                    <a:pt x="52029" y="42353"/>
                    <a:pt x="42353" y="52029"/>
                    <a:pt x="30462" y="52029"/>
                  </a:cubicBezTo>
                  <a:cubicBezTo>
                    <a:pt x="18570" y="52029"/>
                    <a:pt x="8894" y="42353"/>
                    <a:pt x="8894" y="30462"/>
                  </a:cubicBezTo>
                  <a:cubicBezTo>
                    <a:pt x="8894" y="18570"/>
                    <a:pt x="18570" y="8894"/>
                    <a:pt x="30462" y="8894"/>
                  </a:cubicBezTo>
                  <a:moveTo>
                    <a:pt x="30462" y="0"/>
                  </a:moveTo>
                  <a:cubicBezTo>
                    <a:pt x="13641" y="-2"/>
                    <a:pt x="2" y="13632"/>
                    <a:pt x="0" y="30453"/>
                  </a:cubicBezTo>
                  <a:cubicBezTo>
                    <a:pt x="-2" y="47274"/>
                    <a:pt x="13632" y="60912"/>
                    <a:pt x="30453" y="60914"/>
                  </a:cubicBezTo>
                  <a:cubicBezTo>
                    <a:pt x="47274" y="60917"/>
                    <a:pt x="60912" y="47283"/>
                    <a:pt x="60914" y="30462"/>
                  </a:cubicBezTo>
                  <a:cubicBezTo>
                    <a:pt x="60917" y="13641"/>
                    <a:pt x="47283" y="2"/>
                    <a:pt x="30462" y="0"/>
                  </a:cubicBezTo>
                  <a:close/>
                </a:path>
              </a:pathLst>
            </a:custGeom>
            <a:solidFill>
              <a:schemeClr val="accent1"/>
            </a:solidFill>
            <a:ln w="130" cap="flat">
              <a:noFill/>
              <a:prstDash val="solid"/>
              <a:miter/>
            </a:ln>
          </p:spPr>
          <p:txBody>
            <a:bodyPr rtlCol="0" anchor="ctr"/>
            <a:lstStyle/>
            <a:p>
              <a:endParaRPr lang="zh-CN" altLang="en-US"/>
            </a:p>
          </p:txBody>
        </p:sp>
        <p:sp>
          <p:nvSpPr>
            <p:cNvPr id="294" name="任意多边形: 形状 293">
              <a:extLst>
                <a:ext uri="{FF2B5EF4-FFF2-40B4-BE49-F238E27FC236}">
                  <a16:creationId xmlns:a16="http://schemas.microsoft.com/office/drawing/2014/main" id="{5844ABBB-6985-DAB7-DADA-D4E113369244}"/>
                </a:ext>
              </a:extLst>
            </p:cNvPr>
            <p:cNvSpPr/>
            <p:nvPr/>
          </p:nvSpPr>
          <p:spPr>
            <a:xfrm>
              <a:off x="3686534" y="5094174"/>
              <a:ext cx="103951" cy="66117"/>
            </a:xfrm>
            <a:custGeom>
              <a:avLst/>
              <a:gdLst>
                <a:gd name="connsiteX0" fmla="*/ 4536 w 103951"/>
                <a:gd name="connsiteY0" fmla="*/ 66117 h 66117"/>
                <a:gd name="connsiteX1" fmla="*/ 98 w 103951"/>
                <a:gd name="connsiteY1" fmla="*/ 61928 h 66117"/>
                <a:gd name="connsiteX2" fmla="*/ 55206 w 103951"/>
                <a:gd name="connsiteY2" fmla="*/ 97 h 66117"/>
                <a:gd name="connsiteX3" fmla="*/ 58487 w 103951"/>
                <a:gd name="connsiteY3" fmla="*/ 0 h 66117"/>
                <a:gd name="connsiteX4" fmla="*/ 102823 w 103951"/>
                <a:gd name="connsiteY4" fmla="*/ 20349 h 66117"/>
                <a:gd name="connsiteX5" fmla="*/ 102465 w 103951"/>
                <a:gd name="connsiteY5" fmla="*/ 26628 h 66117"/>
                <a:gd name="connsiteX6" fmla="*/ 96187 w 103951"/>
                <a:gd name="connsiteY6" fmla="*/ 26271 h 66117"/>
                <a:gd name="connsiteX7" fmla="*/ 96081 w 103951"/>
                <a:gd name="connsiteY7" fmla="*/ 26148 h 66117"/>
                <a:gd name="connsiteX8" fmla="*/ 26147 w 103951"/>
                <a:gd name="connsiteY8" fmla="*/ 20860 h 66117"/>
                <a:gd name="connsiteX9" fmla="*/ 8965 w 103951"/>
                <a:gd name="connsiteY9" fmla="*/ 61421 h 66117"/>
                <a:gd name="connsiteX10" fmla="*/ 4785 w 103951"/>
                <a:gd name="connsiteY10" fmla="*/ 66117 h 66117"/>
                <a:gd name="connsiteX11" fmla="*/ 4536 w 103951"/>
                <a:gd name="connsiteY11" fmla="*/ 66117 h 66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3951" h="66117">
                  <a:moveTo>
                    <a:pt x="4536" y="66117"/>
                  </a:moveTo>
                  <a:cubicBezTo>
                    <a:pt x="2181" y="66116"/>
                    <a:pt x="235" y="64279"/>
                    <a:pt x="98" y="61928"/>
                  </a:cubicBezTo>
                  <a:cubicBezTo>
                    <a:pt x="-1758" y="29636"/>
                    <a:pt x="22914" y="1953"/>
                    <a:pt x="55206" y="97"/>
                  </a:cubicBezTo>
                  <a:cubicBezTo>
                    <a:pt x="56298" y="34"/>
                    <a:pt x="57392" y="2"/>
                    <a:pt x="58487" y="0"/>
                  </a:cubicBezTo>
                  <a:cubicBezTo>
                    <a:pt x="75525" y="-5"/>
                    <a:pt x="91718" y="7426"/>
                    <a:pt x="102823" y="20349"/>
                  </a:cubicBezTo>
                  <a:cubicBezTo>
                    <a:pt x="104458" y="22182"/>
                    <a:pt x="104298" y="24993"/>
                    <a:pt x="102465" y="26628"/>
                  </a:cubicBezTo>
                  <a:cubicBezTo>
                    <a:pt x="100633" y="28263"/>
                    <a:pt x="97822" y="28103"/>
                    <a:pt x="96187" y="26271"/>
                  </a:cubicBezTo>
                  <a:cubicBezTo>
                    <a:pt x="96151" y="26231"/>
                    <a:pt x="96115" y="26190"/>
                    <a:pt x="96081" y="26148"/>
                  </a:cubicBezTo>
                  <a:cubicBezTo>
                    <a:pt x="78229" y="5376"/>
                    <a:pt x="46919" y="3009"/>
                    <a:pt x="26147" y="20860"/>
                  </a:cubicBezTo>
                  <a:cubicBezTo>
                    <a:pt x="14400" y="30956"/>
                    <a:pt x="8044" y="45960"/>
                    <a:pt x="8965" y="61421"/>
                  </a:cubicBezTo>
                  <a:cubicBezTo>
                    <a:pt x="9107" y="63872"/>
                    <a:pt x="7236" y="65974"/>
                    <a:pt x="4785" y="66117"/>
                  </a:cubicBezTo>
                  <a:lnTo>
                    <a:pt x="4536" y="66117"/>
                  </a:lnTo>
                  <a:close/>
                </a:path>
              </a:pathLst>
            </a:custGeom>
            <a:solidFill>
              <a:schemeClr val="accent1"/>
            </a:solidFill>
            <a:ln w="130" cap="flat">
              <a:noFill/>
              <a:prstDash val="solid"/>
              <a:miter/>
            </a:ln>
          </p:spPr>
          <p:txBody>
            <a:bodyPr rtlCol="0" anchor="ctr"/>
            <a:lstStyle/>
            <a:p>
              <a:endParaRPr lang="zh-CN" altLang="en-US"/>
            </a:p>
          </p:txBody>
        </p:sp>
        <p:sp>
          <p:nvSpPr>
            <p:cNvPr id="295" name="任意多边形: 形状 294">
              <a:extLst>
                <a:ext uri="{FF2B5EF4-FFF2-40B4-BE49-F238E27FC236}">
                  <a16:creationId xmlns:a16="http://schemas.microsoft.com/office/drawing/2014/main" id="{0098EBD6-7565-38BA-4CE0-E91B9296B48D}"/>
                </a:ext>
              </a:extLst>
            </p:cNvPr>
            <p:cNvSpPr/>
            <p:nvPr/>
          </p:nvSpPr>
          <p:spPr>
            <a:xfrm>
              <a:off x="3757437" y="5108929"/>
              <a:ext cx="49094" cy="56591"/>
            </a:xfrm>
            <a:custGeom>
              <a:avLst/>
              <a:gdLst>
                <a:gd name="connsiteX0" fmla="*/ 4447 w 49094"/>
                <a:gd name="connsiteY0" fmla="*/ 56592 h 56591"/>
                <a:gd name="connsiteX1" fmla="*/ 0 w 49094"/>
                <a:gd name="connsiteY1" fmla="*/ 52145 h 56591"/>
                <a:gd name="connsiteX2" fmla="*/ 0 w 49094"/>
                <a:gd name="connsiteY2" fmla="*/ 14052 h 56591"/>
                <a:gd name="connsiteX3" fmla="*/ 4447 w 49094"/>
                <a:gd name="connsiteY3" fmla="*/ 9605 h 56591"/>
                <a:gd name="connsiteX4" fmla="*/ 8894 w 49094"/>
                <a:gd name="connsiteY4" fmla="*/ 14052 h 56591"/>
                <a:gd name="connsiteX5" fmla="*/ 8894 w 49094"/>
                <a:gd name="connsiteY5" fmla="*/ 52154 h 56591"/>
                <a:gd name="connsiteX6" fmla="*/ 4447 w 49094"/>
                <a:gd name="connsiteY6" fmla="*/ 56592 h 56591"/>
                <a:gd name="connsiteX7" fmla="*/ 24556 w 49094"/>
                <a:gd name="connsiteY7" fmla="*/ 56592 h 56591"/>
                <a:gd name="connsiteX8" fmla="*/ 20109 w 49094"/>
                <a:gd name="connsiteY8" fmla="*/ 52145 h 56591"/>
                <a:gd name="connsiteX9" fmla="*/ 20109 w 49094"/>
                <a:gd name="connsiteY9" fmla="*/ 23960 h 56591"/>
                <a:gd name="connsiteX10" fmla="*/ 24556 w 49094"/>
                <a:gd name="connsiteY10" fmla="*/ 19513 h 56591"/>
                <a:gd name="connsiteX11" fmla="*/ 29003 w 49094"/>
                <a:gd name="connsiteY11" fmla="*/ 23960 h 56591"/>
                <a:gd name="connsiteX12" fmla="*/ 29003 w 49094"/>
                <a:gd name="connsiteY12" fmla="*/ 52145 h 56591"/>
                <a:gd name="connsiteX13" fmla="*/ 24556 w 49094"/>
                <a:gd name="connsiteY13" fmla="*/ 56592 h 56591"/>
                <a:gd name="connsiteX14" fmla="*/ 44647 w 49094"/>
                <a:gd name="connsiteY14" fmla="*/ 56592 h 56591"/>
                <a:gd name="connsiteX15" fmla="*/ 40200 w 49094"/>
                <a:gd name="connsiteY15" fmla="*/ 52145 h 56591"/>
                <a:gd name="connsiteX16" fmla="*/ 40200 w 49094"/>
                <a:gd name="connsiteY16" fmla="*/ 4447 h 56591"/>
                <a:gd name="connsiteX17" fmla="*/ 44647 w 49094"/>
                <a:gd name="connsiteY17" fmla="*/ 0 h 56591"/>
                <a:gd name="connsiteX18" fmla="*/ 49094 w 49094"/>
                <a:gd name="connsiteY18" fmla="*/ 4447 h 56591"/>
                <a:gd name="connsiteX19" fmla="*/ 49094 w 49094"/>
                <a:gd name="connsiteY19" fmla="*/ 52145 h 56591"/>
                <a:gd name="connsiteX20" fmla="*/ 44647 w 49094"/>
                <a:gd name="connsiteY20" fmla="*/ 56592 h 5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094" h="56591">
                  <a:moveTo>
                    <a:pt x="4447" y="56592"/>
                  </a:moveTo>
                  <a:cubicBezTo>
                    <a:pt x="1991" y="56592"/>
                    <a:pt x="0" y="54601"/>
                    <a:pt x="0" y="52145"/>
                  </a:cubicBezTo>
                  <a:lnTo>
                    <a:pt x="0" y="14052"/>
                  </a:lnTo>
                  <a:cubicBezTo>
                    <a:pt x="0" y="11596"/>
                    <a:pt x="1991" y="9605"/>
                    <a:pt x="4447" y="9605"/>
                  </a:cubicBezTo>
                  <a:cubicBezTo>
                    <a:pt x="6903" y="9605"/>
                    <a:pt x="8894" y="11596"/>
                    <a:pt x="8894" y="14052"/>
                  </a:cubicBezTo>
                  <a:lnTo>
                    <a:pt x="8894" y="52154"/>
                  </a:lnTo>
                  <a:cubicBezTo>
                    <a:pt x="8889" y="54606"/>
                    <a:pt x="6899" y="56592"/>
                    <a:pt x="4447" y="56592"/>
                  </a:cubicBezTo>
                  <a:close/>
                  <a:moveTo>
                    <a:pt x="24556" y="56592"/>
                  </a:moveTo>
                  <a:cubicBezTo>
                    <a:pt x="22100" y="56592"/>
                    <a:pt x="20109" y="54601"/>
                    <a:pt x="20109" y="52145"/>
                  </a:cubicBezTo>
                  <a:lnTo>
                    <a:pt x="20109" y="23960"/>
                  </a:lnTo>
                  <a:cubicBezTo>
                    <a:pt x="20109" y="21504"/>
                    <a:pt x="22100" y="19513"/>
                    <a:pt x="24556" y="19513"/>
                  </a:cubicBezTo>
                  <a:cubicBezTo>
                    <a:pt x="27012" y="19513"/>
                    <a:pt x="29003" y="21504"/>
                    <a:pt x="29003" y="23960"/>
                  </a:cubicBezTo>
                  <a:lnTo>
                    <a:pt x="29003" y="52145"/>
                  </a:lnTo>
                  <a:cubicBezTo>
                    <a:pt x="29003" y="54601"/>
                    <a:pt x="27012" y="56592"/>
                    <a:pt x="24556" y="56592"/>
                  </a:cubicBezTo>
                  <a:close/>
                  <a:moveTo>
                    <a:pt x="44647" y="56592"/>
                  </a:moveTo>
                  <a:cubicBezTo>
                    <a:pt x="42191" y="56592"/>
                    <a:pt x="40200" y="54601"/>
                    <a:pt x="40200" y="52145"/>
                  </a:cubicBezTo>
                  <a:lnTo>
                    <a:pt x="40200" y="4447"/>
                  </a:lnTo>
                  <a:cubicBezTo>
                    <a:pt x="40200" y="1991"/>
                    <a:pt x="42191" y="0"/>
                    <a:pt x="44647" y="0"/>
                  </a:cubicBezTo>
                  <a:cubicBezTo>
                    <a:pt x="47103" y="0"/>
                    <a:pt x="49094" y="1991"/>
                    <a:pt x="49094" y="4447"/>
                  </a:cubicBezTo>
                  <a:lnTo>
                    <a:pt x="49094" y="52145"/>
                  </a:lnTo>
                  <a:cubicBezTo>
                    <a:pt x="49094" y="54608"/>
                    <a:pt x="47111" y="56592"/>
                    <a:pt x="44647" y="56592"/>
                  </a:cubicBezTo>
                  <a:close/>
                </a:path>
              </a:pathLst>
            </a:custGeom>
            <a:solidFill>
              <a:schemeClr val="accent1"/>
            </a:solidFill>
            <a:ln w="130" cap="flat">
              <a:noFill/>
              <a:prstDash val="solid"/>
              <a:miter/>
            </a:ln>
          </p:spPr>
          <p:txBody>
            <a:bodyPr rtlCol="0" anchor="ctr"/>
            <a:lstStyle/>
            <a:p>
              <a:endParaRPr lang="zh-CN" altLang="en-US"/>
            </a:p>
          </p:txBody>
        </p:sp>
      </p:grpSp>
      <p:sp>
        <p:nvSpPr>
          <p:cNvPr id="299" name="图形 297">
            <a:extLst>
              <a:ext uri="{FF2B5EF4-FFF2-40B4-BE49-F238E27FC236}">
                <a16:creationId xmlns:a16="http://schemas.microsoft.com/office/drawing/2014/main" id="{DD71D8A7-ACEE-0879-DD1F-C7BA548BA287}"/>
              </a:ext>
            </a:extLst>
          </p:cNvPr>
          <p:cNvSpPr/>
          <p:nvPr/>
        </p:nvSpPr>
        <p:spPr>
          <a:xfrm>
            <a:off x="5097934" y="5044688"/>
            <a:ext cx="151554" cy="151554"/>
          </a:xfrm>
          <a:custGeom>
            <a:avLst/>
            <a:gdLst>
              <a:gd name="connsiteX0" fmla="*/ 65159 w 130317"/>
              <a:gd name="connsiteY0" fmla="*/ 119457 h 130317"/>
              <a:gd name="connsiteX1" fmla="*/ 119457 w 130317"/>
              <a:gd name="connsiteY1" fmla="*/ 65159 h 130317"/>
              <a:gd name="connsiteX2" fmla="*/ 65159 w 130317"/>
              <a:gd name="connsiteY2" fmla="*/ 10860 h 130317"/>
              <a:gd name="connsiteX3" fmla="*/ 10860 w 130317"/>
              <a:gd name="connsiteY3" fmla="*/ 65159 h 130317"/>
              <a:gd name="connsiteX4" fmla="*/ 65159 w 130317"/>
              <a:gd name="connsiteY4" fmla="*/ 119457 h 130317"/>
              <a:gd name="connsiteX5" fmla="*/ 65159 w 130317"/>
              <a:gd name="connsiteY5" fmla="*/ 130317 h 130317"/>
              <a:gd name="connsiteX6" fmla="*/ 0 w 130317"/>
              <a:gd name="connsiteY6" fmla="*/ 65159 h 130317"/>
              <a:gd name="connsiteX7" fmla="*/ 65159 w 130317"/>
              <a:gd name="connsiteY7" fmla="*/ 0 h 130317"/>
              <a:gd name="connsiteX8" fmla="*/ 130317 w 130317"/>
              <a:gd name="connsiteY8" fmla="*/ 65159 h 130317"/>
              <a:gd name="connsiteX9" fmla="*/ 65159 w 130317"/>
              <a:gd name="connsiteY9" fmla="*/ 130317 h 130317"/>
              <a:gd name="connsiteX10" fmla="*/ 37629 w 130317"/>
              <a:gd name="connsiteY10" fmla="*/ 58248 h 130317"/>
              <a:gd name="connsiteX11" fmla="*/ 46835 w 130317"/>
              <a:gd name="connsiteY11" fmla="*/ 65716 h 130317"/>
              <a:gd name="connsiteX12" fmla="*/ 43359 w 130317"/>
              <a:gd name="connsiteY12" fmla="*/ 72431 h 130317"/>
              <a:gd name="connsiteX13" fmla="*/ 48398 w 130317"/>
              <a:gd name="connsiteY13" fmla="*/ 84301 h 130317"/>
              <a:gd name="connsiteX14" fmla="*/ 64608 w 130317"/>
              <a:gd name="connsiteY14" fmla="*/ 86617 h 130317"/>
              <a:gd name="connsiteX15" fmla="*/ 67041 w 130317"/>
              <a:gd name="connsiteY15" fmla="*/ 78397 h 130317"/>
              <a:gd name="connsiteX16" fmla="*/ 59801 w 130317"/>
              <a:gd name="connsiteY16" fmla="*/ 65484 h 130317"/>
              <a:gd name="connsiteX17" fmla="*/ 54592 w 130317"/>
              <a:gd name="connsiteY17" fmla="*/ 53213 h 130317"/>
              <a:gd name="connsiteX18" fmla="*/ 59515 w 130317"/>
              <a:gd name="connsiteY18" fmla="*/ 39378 h 130317"/>
              <a:gd name="connsiteX19" fmla="*/ 89213 w 130317"/>
              <a:gd name="connsiteY19" fmla="*/ 42563 h 130317"/>
              <a:gd name="connsiteX20" fmla="*/ 97781 w 130317"/>
              <a:gd name="connsiteY20" fmla="*/ 62824 h 130317"/>
              <a:gd name="connsiteX21" fmla="*/ 93901 w 130317"/>
              <a:gd name="connsiteY21" fmla="*/ 72373 h 130317"/>
              <a:gd name="connsiteX22" fmla="*/ 84641 w 130317"/>
              <a:gd name="connsiteY22" fmla="*/ 65079 h 130317"/>
              <a:gd name="connsiteX23" fmla="*/ 87012 w 130317"/>
              <a:gd name="connsiteY23" fmla="*/ 59233 h 130317"/>
              <a:gd name="connsiteX24" fmla="*/ 82556 w 130317"/>
              <a:gd name="connsiteY24" fmla="*/ 49216 h 130317"/>
              <a:gd name="connsiteX25" fmla="*/ 67794 w 130317"/>
              <a:gd name="connsiteY25" fmla="*/ 47077 h 130317"/>
              <a:gd name="connsiteX26" fmla="*/ 66462 w 130317"/>
              <a:gd name="connsiteY26" fmla="*/ 56279 h 130317"/>
              <a:gd name="connsiteX27" fmla="*/ 72543 w 130317"/>
              <a:gd name="connsiteY27" fmla="*/ 66527 h 130317"/>
              <a:gd name="connsiteX28" fmla="*/ 78444 w 130317"/>
              <a:gd name="connsiteY28" fmla="*/ 79493 h 130317"/>
              <a:gd name="connsiteX29" fmla="*/ 73293 w 130317"/>
              <a:gd name="connsiteY29" fmla="*/ 94259 h 130317"/>
              <a:gd name="connsiteX30" fmla="*/ 59805 w 130317"/>
              <a:gd name="connsiteY30" fmla="*/ 100449 h 130317"/>
              <a:gd name="connsiteX31" fmla="*/ 41568 w 130317"/>
              <a:gd name="connsiteY31" fmla="*/ 91016 h 130317"/>
              <a:gd name="connsiteX32" fmla="*/ 32420 w 130317"/>
              <a:gd name="connsiteY32" fmla="*/ 75848 h 130317"/>
              <a:gd name="connsiteX33" fmla="*/ 33926 w 130317"/>
              <a:gd name="connsiteY33" fmla="*/ 64156 h 130317"/>
              <a:gd name="connsiteX34" fmla="*/ 37629 w 130317"/>
              <a:gd name="connsiteY34" fmla="*/ 58248 h 130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30317" h="130317">
                <a:moveTo>
                  <a:pt x="65159" y="119457"/>
                </a:moveTo>
                <a:cubicBezTo>
                  <a:pt x="95146" y="119457"/>
                  <a:pt x="119457" y="95146"/>
                  <a:pt x="119457" y="65159"/>
                </a:cubicBezTo>
                <a:cubicBezTo>
                  <a:pt x="119457" y="35171"/>
                  <a:pt x="95146" y="10860"/>
                  <a:pt x="65159" y="10860"/>
                </a:cubicBezTo>
                <a:cubicBezTo>
                  <a:pt x="35171" y="10860"/>
                  <a:pt x="10860" y="35171"/>
                  <a:pt x="10860" y="65159"/>
                </a:cubicBezTo>
                <a:cubicBezTo>
                  <a:pt x="10860" y="95146"/>
                  <a:pt x="35171" y="119457"/>
                  <a:pt x="65159" y="119457"/>
                </a:cubicBezTo>
                <a:close/>
                <a:moveTo>
                  <a:pt x="65159" y="130317"/>
                </a:moveTo>
                <a:cubicBezTo>
                  <a:pt x="29173" y="130317"/>
                  <a:pt x="0" y="101144"/>
                  <a:pt x="0" y="65159"/>
                </a:cubicBezTo>
                <a:cubicBezTo>
                  <a:pt x="0" y="29173"/>
                  <a:pt x="29173" y="0"/>
                  <a:pt x="65159" y="0"/>
                </a:cubicBezTo>
                <a:cubicBezTo>
                  <a:pt x="101144" y="0"/>
                  <a:pt x="130317" y="29173"/>
                  <a:pt x="130317" y="65159"/>
                </a:cubicBezTo>
                <a:cubicBezTo>
                  <a:pt x="130317" y="101144"/>
                  <a:pt x="101144" y="130317"/>
                  <a:pt x="65159" y="130317"/>
                </a:cubicBezTo>
                <a:close/>
                <a:moveTo>
                  <a:pt x="37629" y="58248"/>
                </a:moveTo>
                <a:lnTo>
                  <a:pt x="46835" y="65716"/>
                </a:lnTo>
                <a:cubicBezTo>
                  <a:pt x="44463" y="68554"/>
                  <a:pt x="43649" y="70060"/>
                  <a:pt x="43359" y="72431"/>
                </a:cubicBezTo>
                <a:cubicBezTo>
                  <a:pt x="42842" y="76312"/>
                  <a:pt x="44637" y="80540"/>
                  <a:pt x="48398" y="84301"/>
                </a:cubicBezTo>
                <a:cubicBezTo>
                  <a:pt x="54190" y="90093"/>
                  <a:pt x="60268" y="90958"/>
                  <a:pt x="64608" y="86617"/>
                </a:cubicBezTo>
                <a:cubicBezTo>
                  <a:pt x="66983" y="84243"/>
                  <a:pt x="67852" y="81173"/>
                  <a:pt x="67041" y="78397"/>
                </a:cubicBezTo>
                <a:cubicBezTo>
                  <a:pt x="66230" y="75732"/>
                  <a:pt x="65940" y="75327"/>
                  <a:pt x="59801" y="65484"/>
                </a:cubicBezTo>
                <a:cubicBezTo>
                  <a:pt x="56445" y="60159"/>
                  <a:pt x="55059" y="56916"/>
                  <a:pt x="54592" y="53213"/>
                </a:cubicBezTo>
                <a:cubicBezTo>
                  <a:pt x="53955" y="47942"/>
                  <a:pt x="55635" y="43254"/>
                  <a:pt x="59515" y="39378"/>
                </a:cubicBezTo>
                <a:cubicBezTo>
                  <a:pt x="67562" y="31330"/>
                  <a:pt x="79255" y="32601"/>
                  <a:pt x="89213" y="42563"/>
                </a:cubicBezTo>
                <a:cubicBezTo>
                  <a:pt x="95812" y="49159"/>
                  <a:pt x="98766" y="56163"/>
                  <a:pt x="97781" y="62824"/>
                </a:cubicBezTo>
                <a:cubicBezTo>
                  <a:pt x="97318" y="66179"/>
                  <a:pt x="96275" y="68612"/>
                  <a:pt x="93901" y="72373"/>
                </a:cubicBezTo>
                <a:lnTo>
                  <a:pt x="84641" y="65079"/>
                </a:lnTo>
                <a:cubicBezTo>
                  <a:pt x="86259" y="62762"/>
                  <a:pt x="86838" y="61376"/>
                  <a:pt x="87012" y="59233"/>
                </a:cubicBezTo>
                <a:cubicBezTo>
                  <a:pt x="87302" y="55931"/>
                  <a:pt x="85738" y="52402"/>
                  <a:pt x="82556" y="49216"/>
                </a:cubicBezTo>
                <a:cubicBezTo>
                  <a:pt x="77517" y="44181"/>
                  <a:pt x="71555" y="43312"/>
                  <a:pt x="67794" y="47077"/>
                </a:cubicBezTo>
                <a:cubicBezTo>
                  <a:pt x="65361" y="49506"/>
                  <a:pt x="64956" y="52460"/>
                  <a:pt x="66462" y="56279"/>
                </a:cubicBezTo>
                <a:cubicBezTo>
                  <a:pt x="67215" y="58074"/>
                  <a:pt x="67562" y="58654"/>
                  <a:pt x="72543" y="66527"/>
                </a:cubicBezTo>
                <a:cubicBezTo>
                  <a:pt x="76127" y="72083"/>
                  <a:pt x="77807" y="75964"/>
                  <a:pt x="78444" y="79493"/>
                </a:cubicBezTo>
                <a:cubicBezTo>
                  <a:pt x="79312" y="85227"/>
                  <a:pt x="77633" y="89919"/>
                  <a:pt x="73293" y="94259"/>
                </a:cubicBezTo>
                <a:cubicBezTo>
                  <a:pt x="69180" y="98368"/>
                  <a:pt x="64550" y="100449"/>
                  <a:pt x="59805" y="100449"/>
                </a:cubicBezTo>
                <a:cubicBezTo>
                  <a:pt x="53781" y="100337"/>
                  <a:pt x="47761" y="97209"/>
                  <a:pt x="41568" y="91016"/>
                </a:cubicBezTo>
                <a:cubicBezTo>
                  <a:pt x="36822" y="86270"/>
                  <a:pt x="33347" y="80482"/>
                  <a:pt x="32420" y="75848"/>
                </a:cubicBezTo>
                <a:cubicBezTo>
                  <a:pt x="31667" y="71968"/>
                  <a:pt x="32188" y="68091"/>
                  <a:pt x="33926" y="64156"/>
                </a:cubicBezTo>
                <a:cubicBezTo>
                  <a:pt x="34737" y="62302"/>
                  <a:pt x="35606" y="60970"/>
                  <a:pt x="37629" y="58248"/>
                </a:cubicBezTo>
                <a:close/>
              </a:path>
            </a:pathLst>
          </a:custGeom>
          <a:solidFill>
            <a:schemeClr val="accent1"/>
          </a:solidFill>
          <a:ln w="130" cap="flat">
            <a:noFill/>
            <a:prstDash val="solid"/>
            <a:miter/>
          </a:ln>
        </p:spPr>
        <p:txBody>
          <a:bodyPr rtlCol="0" anchor="ctr"/>
          <a:lstStyle/>
          <a:p>
            <a:endParaRPr lang="zh-CN" altLang="en-US"/>
          </a:p>
        </p:txBody>
      </p:sp>
      <p:grpSp>
        <p:nvGrpSpPr>
          <p:cNvPr id="311" name="组合 310">
            <a:extLst>
              <a:ext uri="{FF2B5EF4-FFF2-40B4-BE49-F238E27FC236}">
                <a16:creationId xmlns:a16="http://schemas.microsoft.com/office/drawing/2014/main" id="{4F4D1CA0-1ABF-F1D8-8925-B8048A985779}"/>
              </a:ext>
            </a:extLst>
          </p:cNvPr>
          <p:cNvGrpSpPr/>
          <p:nvPr/>
        </p:nvGrpSpPr>
        <p:grpSpPr>
          <a:xfrm>
            <a:off x="6012155" y="5035550"/>
            <a:ext cx="167690" cy="169830"/>
            <a:chOff x="6025734" y="5041174"/>
            <a:chExt cx="131172" cy="132846"/>
          </a:xfrm>
          <a:solidFill>
            <a:schemeClr val="accent1"/>
          </a:solidFill>
        </p:grpSpPr>
        <p:sp>
          <p:nvSpPr>
            <p:cNvPr id="303" name="任意多边形: 形状 302">
              <a:extLst>
                <a:ext uri="{FF2B5EF4-FFF2-40B4-BE49-F238E27FC236}">
                  <a16:creationId xmlns:a16="http://schemas.microsoft.com/office/drawing/2014/main" id="{E6F74A7C-C407-7AFD-3959-2F9FA9FFABE4}"/>
                </a:ext>
              </a:extLst>
            </p:cNvPr>
            <p:cNvSpPr/>
            <p:nvPr/>
          </p:nvSpPr>
          <p:spPr>
            <a:xfrm>
              <a:off x="6026908" y="5042387"/>
              <a:ext cx="128817" cy="114613"/>
            </a:xfrm>
            <a:custGeom>
              <a:avLst/>
              <a:gdLst>
                <a:gd name="connsiteX0" fmla="*/ 25673 w 128817"/>
                <a:gd name="connsiteY0" fmla="*/ 114613 h 114613"/>
                <a:gd name="connsiteX1" fmla="*/ 22847 w 128817"/>
                <a:gd name="connsiteY1" fmla="*/ 113606 h 114613"/>
                <a:gd name="connsiteX2" fmla="*/ 3917 w 128817"/>
                <a:gd name="connsiteY2" fmla="*/ 42284 h 114613"/>
                <a:gd name="connsiteX3" fmla="*/ 64405 w 128817"/>
                <a:gd name="connsiteY3" fmla="*/ 0 h 114613"/>
                <a:gd name="connsiteX4" fmla="*/ 124894 w 128817"/>
                <a:gd name="connsiteY4" fmla="*/ 42284 h 114613"/>
                <a:gd name="connsiteX5" fmla="*/ 105950 w 128817"/>
                <a:gd name="connsiteY5" fmla="*/ 113621 h 114613"/>
                <a:gd name="connsiteX6" fmla="*/ 100044 w 128817"/>
                <a:gd name="connsiteY6" fmla="*/ 113133 h 114613"/>
                <a:gd name="connsiteX7" fmla="*/ 99068 w 128817"/>
                <a:gd name="connsiteY7" fmla="*/ 110113 h 114613"/>
                <a:gd name="connsiteX8" fmla="*/ 100548 w 128817"/>
                <a:gd name="connsiteY8" fmla="*/ 107301 h 114613"/>
                <a:gd name="connsiteX9" fmla="*/ 116946 w 128817"/>
                <a:gd name="connsiteY9" fmla="*/ 45185 h 114613"/>
                <a:gd name="connsiteX10" fmla="*/ 64287 w 128817"/>
                <a:gd name="connsiteY10" fmla="*/ 8407 h 114613"/>
                <a:gd name="connsiteX11" fmla="*/ 11628 w 128817"/>
                <a:gd name="connsiteY11" fmla="*/ 45185 h 114613"/>
                <a:gd name="connsiteX12" fmla="*/ 27997 w 128817"/>
                <a:gd name="connsiteY12" fmla="*/ 107287 h 114613"/>
                <a:gd name="connsiteX13" fmla="*/ 29211 w 128817"/>
                <a:gd name="connsiteY13" fmla="*/ 111875 h 114613"/>
                <a:gd name="connsiteX14" fmla="*/ 25333 w 128817"/>
                <a:gd name="connsiteY14" fmla="*/ 114613 h 114613"/>
                <a:gd name="connsiteX15" fmla="*/ 25673 w 128817"/>
                <a:gd name="connsiteY15" fmla="*/ 114613 h 114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817" h="114613">
                  <a:moveTo>
                    <a:pt x="25673" y="114613"/>
                  </a:moveTo>
                  <a:cubicBezTo>
                    <a:pt x="24637" y="114628"/>
                    <a:pt x="23646" y="114272"/>
                    <a:pt x="22847" y="113606"/>
                  </a:cubicBezTo>
                  <a:cubicBezTo>
                    <a:pt x="2200" y="96172"/>
                    <a:pt x="-5363" y="67681"/>
                    <a:pt x="3917" y="42284"/>
                  </a:cubicBezTo>
                  <a:cubicBezTo>
                    <a:pt x="13212" y="16887"/>
                    <a:pt x="37366" y="0"/>
                    <a:pt x="64405" y="0"/>
                  </a:cubicBezTo>
                  <a:cubicBezTo>
                    <a:pt x="91445" y="0"/>
                    <a:pt x="115614" y="16887"/>
                    <a:pt x="124894" y="42284"/>
                  </a:cubicBezTo>
                  <a:cubicBezTo>
                    <a:pt x="134188" y="67681"/>
                    <a:pt x="126611" y="96172"/>
                    <a:pt x="105950" y="113621"/>
                  </a:cubicBezTo>
                  <a:cubicBezTo>
                    <a:pt x="104174" y="115086"/>
                    <a:pt x="101554" y="114864"/>
                    <a:pt x="100044" y="113133"/>
                  </a:cubicBezTo>
                  <a:cubicBezTo>
                    <a:pt x="99319" y="112304"/>
                    <a:pt x="98964" y="111209"/>
                    <a:pt x="99068" y="110113"/>
                  </a:cubicBezTo>
                  <a:cubicBezTo>
                    <a:pt x="99156" y="109018"/>
                    <a:pt x="99704" y="107997"/>
                    <a:pt x="100548" y="107301"/>
                  </a:cubicBezTo>
                  <a:cubicBezTo>
                    <a:pt x="118515" y="92072"/>
                    <a:pt x="125057" y="67282"/>
                    <a:pt x="116946" y="45185"/>
                  </a:cubicBezTo>
                  <a:cubicBezTo>
                    <a:pt x="108836" y="23088"/>
                    <a:pt x="87819" y="8407"/>
                    <a:pt x="64287" y="8407"/>
                  </a:cubicBezTo>
                  <a:cubicBezTo>
                    <a:pt x="40755" y="8407"/>
                    <a:pt x="19724" y="23088"/>
                    <a:pt x="11628" y="45185"/>
                  </a:cubicBezTo>
                  <a:cubicBezTo>
                    <a:pt x="3517" y="67282"/>
                    <a:pt x="10059" y="92072"/>
                    <a:pt x="27997" y="107287"/>
                  </a:cubicBezTo>
                  <a:cubicBezTo>
                    <a:pt x="29314" y="108411"/>
                    <a:pt x="29803" y="110232"/>
                    <a:pt x="29211" y="111875"/>
                  </a:cubicBezTo>
                  <a:cubicBezTo>
                    <a:pt x="28619" y="113503"/>
                    <a:pt x="27079" y="114598"/>
                    <a:pt x="25333" y="114613"/>
                  </a:cubicBezTo>
                  <a:lnTo>
                    <a:pt x="25673" y="114613"/>
                  </a:lnTo>
                  <a:close/>
                </a:path>
              </a:pathLst>
            </a:custGeom>
            <a:grpFill/>
            <a:ln w="140" cap="flat">
              <a:noFill/>
              <a:prstDash val="solid"/>
              <a:miter/>
            </a:ln>
          </p:spPr>
          <p:txBody>
            <a:bodyPr rtlCol="0" anchor="ctr"/>
            <a:lstStyle/>
            <a:p>
              <a:endParaRPr lang="zh-CN" altLang="en-US"/>
            </a:p>
          </p:txBody>
        </p:sp>
        <p:sp>
          <p:nvSpPr>
            <p:cNvPr id="304" name="任意多边形: 形状 303">
              <a:extLst>
                <a:ext uri="{FF2B5EF4-FFF2-40B4-BE49-F238E27FC236}">
                  <a16:creationId xmlns:a16="http://schemas.microsoft.com/office/drawing/2014/main" id="{9A2445EB-C152-E5D7-CDDC-97DAB17DDEAB}"/>
                </a:ext>
              </a:extLst>
            </p:cNvPr>
            <p:cNvSpPr/>
            <p:nvPr/>
          </p:nvSpPr>
          <p:spPr>
            <a:xfrm>
              <a:off x="6025734" y="5041174"/>
              <a:ext cx="131172" cy="117039"/>
            </a:xfrm>
            <a:custGeom>
              <a:avLst/>
              <a:gdLst>
                <a:gd name="connsiteX0" fmla="*/ 26803 w 131172"/>
                <a:gd name="connsiteY0" fmla="*/ 117040 h 117039"/>
                <a:gd name="connsiteX1" fmla="*/ 26521 w 131172"/>
                <a:gd name="connsiteY1" fmla="*/ 117040 h 117039"/>
                <a:gd name="connsiteX2" fmla="*/ 23251 w 131172"/>
                <a:gd name="connsiteY2" fmla="*/ 115767 h 117039"/>
                <a:gd name="connsiteX3" fmla="*/ 3966 w 131172"/>
                <a:gd name="connsiteY3" fmla="*/ 43083 h 117039"/>
                <a:gd name="connsiteX4" fmla="*/ 65594 w 131172"/>
                <a:gd name="connsiteY4" fmla="*/ 0 h 117039"/>
                <a:gd name="connsiteX5" fmla="*/ 127207 w 131172"/>
                <a:gd name="connsiteY5" fmla="*/ 43083 h 117039"/>
                <a:gd name="connsiteX6" fmla="*/ 107922 w 131172"/>
                <a:gd name="connsiteY6" fmla="*/ 115752 h 117039"/>
                <a:gd name="connsiteX7" fmla="*/ 100330 w 131172"/>
                <a:gd name="connsiteY7" fmla="*/ 115131 h 117039"/>
                <a:gd name="connsiteX8" fmla="*/ 99057 w 131172"/>
                <a:gd name="connsiteY8" fmla="*/ 111209 h 117039"/>
                <a:gd name="connsiteX9" fmla="*/ 100981 w 131172"/>
                <a:gd name="connsiteY9" fmla="*/ 107568 h 117039"/>
                <a:gd name="connsiteX10" fmla="*/ 116995 w 131172"/>
                <a:gd name="connsiteY10" fmla="*/ 46813 h 117039"/>
                <a:gd name="connsiteX11" fmla="*/ 65461 w 131172"/>
                <a:gd name="connsiteY11" fmla="*/ 10834 h 117039"/>
                <a:gd name="connsiteX12" fmla="*/ 13926 w 131172"/>
                <a:gd name="connsiteY12" fmla="*/ 46813 h 117039"/>
                <a:gd name="connsiteX13" fmla="*/ 29955 w 131172"/>
                <a:gd name="connsiteY13" fmla="*/ 107583 h 117039"/>
                <a:gd name="connsiteX14" fmla="*/ 31524 w 131172"/>
                <a:gd name="connsiteY14" fmla="*/ 113488 h 117039"/>
                <a:gd name="connsiteX15" fmla="*/ 26862 w 131172"/>
                <a:gd name="connsiteY15" fmla="*/ 117010 h 117039"/>
                <a:gd name="connsiteX16" fmla="*/ 26862 w 131172"/>
                <a:gd name="connsiteY16" fmla="*/ 117025 h 117039"/>
                <a:gd name="connsiteX17" fmla="*/ 26803 w 131172"/>
                <a:gd name="connsiteY17" fmla="*/ 117040 h 117039"/>
                <a:gd name="connsiteX18" fmla="*/ 65579 w 131172"/>
                <a:gd name="connsiteY18" fmla="*/ 2412 h 117039"/>
                <a:gd name="connsiteX19" fmla="*/ 6216 w 131172"/>
                <a:gd name="connsiteY19" fmla="*/ 43912 h 117039"/>
                <a:gd name="connsiteX20" fmla="*/ 24805 w 131172"/>
                <a:gd name="connsiteY20" fmla="*/ 113917 h 117039"/>
                <a:gd name="connsiteX21" fmla="*/ 26640 w 131172"/>
                <a:gd name="connsiteY21" fmla="*/ 114628 h 117039"/>
                <a:gd name="connsiteX22" fmla="*/ 29259 w 131172"/>
                <a:gd name="connsiteY22" fmla="*/ 112689 h 117039"/>
                <a:gd name="connsiteX23" fmla="*/ 28386 w 131172"/>
                <a:gd name="connsiteY23" fmla="*/ 109433 h 117039"/>
                <a:gd name="connsiteX24" fmla="*/ 11662 w 131172"/>
                <a:gd name="connsiteY24" fmla="*/ 45984 h 117039"/>
                <a:gd name="connsiteX25" fmla="*/ 65461 w 131172"/>
                <a:gd name="connsiteY25" fmla="*/ 8421 h 117039"/>
                <a:gd name="connsiteX26" fmla="*/ 119259 w 131172"/>
                <a:gd name="connsiteY26" fmla="*/ 45984 h 117039"/>
                <a:gd name="connsiteX27" fmla="*/ 102520 w 131172"/>
                <a:gd name="connsiteY27" fmla="*/ 109418 h 117039"/>
                <a:gd name="connsiteX28" fmla="*/ 101455 w 131172"/>
                <a:gd name="connsiteY28" fmla="*/ 111416 h 117039"/>
                <a:gd name="connsiteX29" fmla="*/ 102150 w 131172"/>
                <a:gd name="connsiteY29" fmla="*/ 113547 h 117039"/>
                <a:gd name="connsiteX30" fmla="*/ 106383 w 131172"/>
                <a:gd name="connsiteY30" fmla="*/ 113902 h 117039"/>
                <a:gd name="connsiteX31" fmla="*/ 124943 w 131172"/>
                <a:gd name="connsiteY31" fmla="*/ 43897 h 117039"/>
                <a:gd name="connsiteX32" fmla="*/ 65579 w 131172"/>
                <a:gd name="connsiteY32" fmla="*/ 2412 h 11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31172" h="117039">
                  <a:moveTo>
                    <a:pt x="26803" y="117040"/>
                  </a:moveTo>
                  <a:lnTo>
                    <a:pt x="26521" y="117040"/>
                  </a:lnTo>
                  <a:cubicBezTo>
                    <a:pt x="25323" y="116981"/>
                    <a:pt x="24168" y="116537"/>
                    <a:pt x="23251" y="115767"/>
                  </a:cubicBezTo>
                  <a:cubicBezTo>
                    <a:pt x="2293" y="98051"/>
                    <a:pt x="-5462" y="68851"/>
                    <a:pt x="3966" y="43083"/>
                  </a:cubicBezTo>
                  <a:cubicBezTo>
                    <a:pt x="13394" y="17316"/>
                    <a:pt x="38154" y="0"/>
                    <a:pt x="65594" y="0"/>
                  </a:cubicBezTo>
                  <a:cubicBezTo>
                    <a:pt x="93033" y="0"/>
                    <a:pt x="117794" y="17316"/>
                    <a:pt x="127207" y="43083"/>
                  </a:cubicBezTo>
                  <a:cubicBezTo>
                    <a:pt x="136635" y="68851"/>
                    <a:pt x="128880" y="98051"/>
                    <a:pt x="107922" y="115752"/>
                  </a:cubicBezTo>
                  <a:cubicBezTo>
                    <a:pt x="105658" y="117632"/>
                    <a:pt x="102254" y="117351"/>
                    <a:pt x="100330" y="115131"/>
                  </a:cubicBezTo>
                  <a:cubicBezTo>
                    <a:pt x="99398" y="114050"/>
                    <a:pt x="98939" y="112629"/>
                    <a:pt x="99057" y="111209"/>
                  </a:cubicBezTo>
                  <a:cubicBezTo>
                    <a:pt x="99176" y="109788"/>
                    <a:pt x="99886" y="108471"/>
                    <a:pt x="100981" y="107568"/>
                  </a:cubicBezTo>
                  <a:cubicBezTo>
                    <a:pt x="118445" y="92753"/>
                    <a:pt x="124883" y="68333"/>
                    <a:pt x="116995" y="46813"/>
                  </a:cubicBezTo>
                  <a:cubicBezTo>
                    <a:pt x="109106" y="25294"/>
                    <a:pt x="88386" y="10834"/>
                    <a:pt x="65461" y="10834"/>
                  </a:cubicBezTo>
                  <a:cubicBezTo>
                    <a:pt x="42535" y="10834"/>
                    <a:pt x="21830" y="25294"/>
                    <a:pt x="13926" y="46813"/>
                  </a:cubicBezTo>
                  <a:cubicBezTo>
                    <a:pt x="6023" y="68333"/>
                    <a:pt x="12476" y="92753"/>
                    <a:pt x="29955" y="107583"/>
                  </a:cubicBezTo>
                  <a:cubicBezTo>
                    <a:pt x="31657" y="109018"/>
                    <a:pt x="32293" y="111401"/>
                    <a:pt x="31524" y="113488"/>
                  </a:cubicBezTo>
                  <a:cubicBezTo>
                    <a:pt x="30799" y="115471"/>
                    <a:pt x="28949" y="116862"/>
                    <a:pt x="26862" y="117010"/>
                  </a:cubicBezTo>
                  <a:lnTo>
                    <a:pt x="26862" y="117025"/>
                  </a:lnTo>
                  <a:cubicBezTo>
                    <a:pt x="26847" y="117040"/>
                    <a:pt x="26832" y="117040"/>
                    <a:pt x="26803" y="117040"/>
                  </a:cubicBezTo>
                  <a:close/>
                  <a:moveTo>
                    <a:pt x="65579" y="2412"/>
                  </a:moveTo>
                  <a:cubicBezTo>
                    <a:pt x="39146" y="2412"/>
                    <a:pt x="15288" y="19092"/>
                    <a:pt x="6216" y="43912"/>
                  </a:cubicBezTo>
                  <a:cubicBezTo>
                    <a:pt x="-2857" y="68732"/>
                    <a:pt x="4602" y="96867"/>
                    <a:pt x="24805" y="113917"/>
                  </a:cubicBezTo>
                  <a:cubicBezTo>
                    <a:pt x="25323" y="114346"/>
                    <a:pt x="25959" y="114598"/>
                    <a:pt x="26640" y="114628"/>
                  </a:cubicBezTo>
                  <a:cubicBezTo>
                    <a:pt x="27809" y="114568"/>
                    <a:pt x="28860" y="113799"/>
                    <a:pt x="29259" y="112689"/>
                  </a:cubicBezTo>
                  <a:cubicBezTo>
                    <a:pt x="29674" y="111534"/>
                    <a:pt x="29333" y="110232"/>
                    <a:pt x="28386" y="109433"/>
                  </a:cubicBezTo>
                  <a:cubicBezTo>
                    <a:pt x="10152" y="93952"/>
                    <a:pt x="3418" y="68451"/>
                    <a:pt x="11662" y="45984"/>
                  </a:cubicBezTo>
                  <a:cubicBezTo>
                    <a:pt x="19906" y="23518"/>
                    <a:pt x="41529" y="8421"/>
                    <a:pt x="65461" y="8421"/>
                  </a:cubicBezTo>
                  <a:cubicBezTo>
                    <a:pt x="89393" y="8421"/>
                    <a:pt x="111016" y="23518"/>
                    <a:pt x="119259" y="45984"/>
                  </a:cubicBezTo>
                  <a:cubicBezTo>
                    <a:pt x="127503" y="68451"/>
                    <a:pt x="120784" y="93937"/>
                    <a:pt x="102520" y="109418"/>
                  </a:cubicBezTo>
                  <a:cubicBezTo>
                    <a:pt x="101899" y="109921"/>
                    <a:pt x="101529" y="110646"/>
                    <a:pt x="101455" y="111416"/>
                  </a:cubicBezTo>
                  <a:cubicBezTo>
                    <a:pt x="101396" y="112185"/>
                    <a:pt x="101647" y="112955"/>
                    <a:pt x="102150" y="113547"/>
                  </a:cubicBezTo>
                  <a:cubicBezTo>
                    <a:pt x="103231" y="114790"/>
                    <a:pt x="105110" y="114938"/>
                    <a:pt x="106383" y="113902"/>
                  </a:cubicBezTo>
                  <a:cubicBezTo>
                    <a:pt x="126556" y="96852"/>
                    <a:pt x="134030" y="68732"/>
                    <a:pt x="124943" y="43897"/>
                  </a:cubicBezTo>
                  <a:cubicBezTo>
                    <a:pt x="115870" y="19092"/>
                    <a:pt x="92012" y="2412"/>
                    <a:pt x="65579" y="2412"/>
                  </a:cubicBezTo>
                  <a:close/>
                </a:path>
              </a:pathLst>
            </a:custGeom>
            <a:grpFill/>
            <a:ln w="140" cap="flat">
              <a:noFill/>
              <a:prstDash val="solid"/>
              <a:miter/>
            </a:ln>
          </p:spPr>
          <p:txBody>
            <a:bodyPr rtlCol="0" anchor="ctr"/>
            <a:lstStyle/>
            <a:p>
              <a:endParaRPr lang="zh-CN" altLang="en-US"/>
            </a:p>
          </p:txBody>
        </p:sp>
        <p:sp>
          <p:nvSpPr>
            <p:cNvPr id="305" name="任意多边形: 形状 304">
              <a:extLst>
                <a:ext uri="{FF2B5EF4-FFF2-40B4-BE49-F238E27FC236}">
                  <a16:creationId xmlns:a16="http://schemas.microsoft.com/office/drawing/2014/main" id="{2C1E2104-C4FF-0A17-2751-CBC4E347F1AA}"/>
                </a:ext>
              </a:extLst>
            </p:cNvPr>
            <p:cNvSpPr/>
            <p:nvPr/>
          </p:nvSpPr>
          <p:spPr>
            <a:xfrm>
              <a:off x="6087036" y="5121627"/>
              <a:ext cx="8524" cy="51136"/>
            </a:xfrm>
            <a:custGeom>
              <a:avLst/>
              <a:gdLst>
                <a:gd name="connsiteX0" fmla="*/ 4262 w 8524"/>
                <a:gd name="connsiteY0" fmla="*/ 0 h 51136"/>
                <a:gd name="connsiteX1" fmla="*/ 8451 w 8524"/>
                <a:gd name="connsiteY1" fmla="*/ 3493 h 51136"/>
                <a:gd name="connsiteX2" fmla="*/ 8525 w 8524"/>
                <a:gd name="connsiteY2" fmla="*/ 4262 h 51136"/>
                <a:gd name="connsiteX3" fmla="*/ 8525 w 8524"/>
                <a:gd name="connsiteY3" fmla="*/ 46872 h 51136"/>
                <a:gd name="connsiteX4" fmla="*/ 4647 w 8524"/>
                <a:gd name="connsiteY4" fmla="*/ 51120 h 51136"/>
                <a:gd name="connsiteX5" fmla="*/ 74 w 8524"/>
                <a:gd name="connsiteY5" fmla="*/ 47642 h 51136"/>
                <a:gd name="connsiteX6" fmla="*/ 0 w 8524"/>
                <a:gd name="connsiteY6" fmla="*/ 46872 h 51136"/>
                <a:gd name="connsiteX7" fmla="*/ 0 w 8524"/>
                <a:gd name="connsiteY7" fmla="*/ 4262 h 51136"/>
                <a:gd name="connsiteX8" fmla="*/ 4262 w 8524"/>
                <a:gd name="connsiteY8" fmla="*/ 0 h 5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4" h="51136">
                  <a:moveTo>
                    <a:pt x="4262" y="0"/>
                  </a:moveTo>
                  <a:cubicBezTo>
                    <a:pt x="6320" y="0"/>
                    <a:pt x="8081" y="1465"/>
                    <a:pt x="8451" y="3493"/>
                  </a:cubicBezTo>
                  <a:lnTo>
                    <a:pt x="8525" y="4262"/>
                  </a:lnTo>
                  <a:lnTo>
                    <a:pt x="8525" y="46872"/>
                  </a:lnTo>
                  <a:cubicBezTo>
                    <a:pt x="8525" y="49077"/>
                    <a:pt x="6852" y="50927"/>
                    <a:pt x="4647" y="51120"/>
                  </a:cubicBezTo>
                  <a:cubicBezTo>
                    <a:pt x="2442" y="51312"/>
                    <a:pt x="459" y="49803"/>
                    <a:pt x="74" y="47642"/>
                  </a:cubicBezTo>
                  <a:lnTo>
                    <a:pt x="0" y="46872"/>
                  </a:lnTo>
                  <a:lnTo>
                    <a:pt x="0" y="4262"/>
                  </a:lnTo>
                  <a:cubicBezTo>
                    <a:pt x="0" y="1909"/>
                    <a:pt x="1909" y="0"/>
                    <a:pt x="4262" y="0"/>
                  </a:cubicBezTo>
                  <a:close/>
                </a:path>
              </a:pathLst>
            </a:custGeom>
            <a:grpFill/>
            <a:ln w="140" cap="flat">
              <a:noFill/>
              <a:prstDash val="solid"/>
              <a:miter/>
            </a:ln>
          </p:spPr>
          <p:txBody>
            <a:bodyPr rtlCol="0" anchor="ctr"/>
            <a:lstStyle/>
            <a:p>
              <a:endParaRPr lang="zh-CN" altLang="en-US"/>
            </a:p>
          </p:txBody>
        </p:sp>
        <p:sp>
          <p:nvSpPr>
            <p:cNvPr id="306" name="任意多边形: 形状 305">
              <a:extLst>
                <a:ext uri="{FF2B5EF4-FFF2-40B4-BE49-F238E27FC236}">
                  <a16:creationId xmlns:a16="http://schemas.microsoft.com/office/drawing/2014/main" id="{F698888E-0C6F-2028-915D-E9102FCA44FF}"/>
                </a:ext>
              </a:extLst>
            </p:cNvPr>
            <p:cNvSpPr/>
            <p:nvPr/>
          </p:nvSpPr>
          <p:spPr>
            <a:xfrm>
              <a:off x="6085778" y="5120399"/>
              <a:ext cx="11011" cy="53621"/>
            </a:xfrm>
            <a:custGeom>
              <a:avLst/>
              <a:gdLst>
                <a:gd name="connsiteX0" fmla="*/ 5506 w 11011"/>
                <a:gd name="connsiteY0" fmla="*/ 53621 h 53621"/>
                <a:gd name="connsiteX1" fmla="*/ 89 w 11011"/>
                <a:gd name="connsiteY1" fmla="*/ 49092 h 53621"/>
                <a:gd name="connsiteX2" fmla="*/ 0 w 11011"/>
                <a:gd name="connsiteY2" fmla="*/ 48219 h 53621"/>
                <a:gd name="connsiteX3" fmla="*/ 0 w 11011"/>
                <a:gd name="connsiteY3" fmla="*/ 5506 h 53621"/>
                <a:gd name="connsiteX4" fmla="*/ 5506 w 11011"/>
                <a:gd name="connsiteY4" fmla="*/ 0 h 53621"/>
                <a:gd name="connsiteX5" fmla="*/ 10923 w 11011"/>
                <a:gd name="connsiteY5" fmla="*/ 4514 h 53621"/>
                <a:gd name="connsiteX6" fmla="*/ 11011 w 11011"/>
                <a:gd name="connsiteY6" fmla="*/ 5402 h 53621"/>
                <a:gd name="connsiteX7" fmla="*/ 11011 w 11011"/>
                <a:gd name="connsiteY7" fmla="*/ 48115 h 53621"/>
                <a:gd name="connsiteX8" fmla="*/ 5994 w 11011"/>
                <a:gd name="connsiteY8" fmla="*/ 53606 h 53621"/>
                <a:gd name="connsiteX9" fmla="*/ 5506 w 11011"/>
                <a:gd name="connsiteY9" fmla="*/ 53621 h 53621"/>
                <a:gd name="connsiteX10" fmla="*/ 5520 w 11011"/>
                <a:gd name="connsiteY10" fmla="*/ 2486 h 53621"/>
                <a:gd name="connsiteX11" fmla="*/ 2501 w 11011"/>
                <a:gd name="connsiteY11" fmla="*/ 5506 h 53621"/>
                <a:gd name="connsiteX12" fmla="*/ 2560 w 11011"/>
                <a:gd name="connsiteY12" fmla="*/ 48767 h 53621"/>
                <a:gd name="connsiteX13" fmla="*/ 5787 w 11011"/>
                <a:gd name="connsiteY13" fmla="*/ 51120 h 53621"/>
                <a:gd name="connsiteX14" fmla="*/ 8525 w 11011"/>
                <a:gd name="connsiteY14" fmla="*/ 48115 h 53621"/>
                <a:gd name="connsiteX15" fmla="*/ 8466 w 11011"/>
                <a:gd name="connsiteY15" fmla="*/ 4854 h 53621"/>
                <a:gd name="connsiteX16" fmla="*/ 5520 w 11011"/>
                <a:gd name="connsiteY16" fmla="*/ 2486 h 53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011" h="53621">
                  <a:moveTo>
                    <a:pt x="5506" y="53621"/>
                  </a:moveTo>
                  <a:cubicBezTo>
                    <a:pt x="2856" y="53621"/>
                    <a:pt x="577" y="51741"/>
                    <a:pt x="89" y="49092"/>
                  </a:cubicBezTo>
                  <a:lnTo>
                    <a:pt x="0" y="48219"/>
                  </a:lnTo>
                  <a:lnTo>
                    <a:pt x="0" y="5506"/>
                  </a:lnTo>
                  <a:cubicBezTo>
                    <a:pt x="0" y="2472"/>
                    <a:pt x="2472" y="0"/>
                    <a:pt x="5506" y="0"/>
                  </a:cubicBezTo>
                  <a:cubicBezTo>
                    <a:pt x="8170" y="0"/>
                    <a:pt x="10449" y="1894"/>
                    <a:pt x="10923" y="4514"/>
                  </a:cubicBezTo>
                  <a:lnTo>
                    <a:pt x="11011" y="5402"/>
                  </a:lnTo>
                  <a:lnTo>
                    <a:pt x="11011" y="48115"/>
                  </a:lnTo>
                  <a:cubicBezTo>
                    <a:pt x="11011" y="50987"/>
                    <a:pt x="8865" y="53355"/>
                    <a:pt x="5994" y="53606"/>
                  </a:cubicBezTo>
                  <a:cubicBezTo>
                    <a:pt x="5846" y="53606"/>
                    <a:pt x="5683" y="53621"/>
                    <a:pt x="5506" y="53621"/>
                  </a:cubicBezTo>
                  <a:close/>
                  <a:moveTo>
                    <a:pt x="5520" y="2486"/>
                  </a:moveTo>
                  <a:cubicBezTo>
                    <a:pt x="3863" y="2486"/>
                    <a:pt x="2501" y="3833"/>
                    <a:pt x="2501" y="5506"/>
                  </a:cubicBezTo>
                  <a:lnTo>
                    <a:pt x="2560" y="48767"/>
                  </a:lnTo>
                  <a:cubicBezTo>
                    <a:pt x="2827" y="50202"/>
                    <a:pt x="4233" y="51297"/>
                    <a:pt x="5787" y="51120"/>
                  </a:cubicBezTo>
                  <a:cubicBezTo>
                    <a:pt x="7356" y="50972"/>
                    <a:pt x="8525" y="49684"/>
                    <a:pt x="8525" y="48115"/>
                  </a:cubicBezTo>
                  <a:lnTo>
                    <a:pt x="8466" y="4854"/>
                  </a:lnTo>
                  <a:cubicBezTo>
                    <a:pt x="8229" y="3522"/>
                    <a:pt x="6986" y="2486"/>
                    <a:pt x="5520" y="2486"/>
                  </a:cubicBezTo>
                  <a:close/>
                </a:path>
              </a:pathLst>
            </a:custGeom>
            <a:grpFill/>
            <a:ln w="140" cap="flat">
              <a:noFill/>
              <a:prstDash val="solid"/>
              <a:miter/>
            </a:ln>
          </p:spPr>
          <p:txBody>
            <a:bodyPr rtlCol="0" anchor="ctr"/>
            <a:lstStyle/>
            <a:p>
              <a:endParaRPr lang="zh-CN" altLang="en-US"/>
            </a:p>
          </p:txBody>
        </p:sp>
        <p:sp>
          <p:nvSpPr>
            <p:cNvPr id="307" name="任意多边形: 形状 306">
              <a:extLst>
                <a:ext uri="{FF2B5EF4-FFF2-40B4-BE49-F238E27FC236}">
                  <a16:creationId xmlns:a16="http://schemas.microsoft.com/office/drawing/2014/main" id="{E21DC173-A45D-EC41-72C8-A83C621B7FF8}"/>
                </a:ext>
              </a:extLst>
            </p:cNvPr>
            <p:cNvSpPr/>
            <p:nvPr/>
          </p:nvSpPr>
          <p:spPr>
            <a:xfrm>
              <a:off x="6047834" y="5064573"/>
              <a:ext cx="89096" cy="79604"/>
            </a:xfrm>
            <a:custGeom>
              <a:avLst/>
              <a:gdLst>
                <a:gd name="connsiteX0" fmla="*/ 18526 w 89096"/>
                <a:gd name="connsiteY0" fmla="*/ 79566 h 79604"/>
                <a:gd name="connsiteX1" fmla="*/ 15759 w 89096"/>
                <a:gd name="connsiteY1" fmla="*/ 78530 h 79604"/>
                <a:gd name="connsiteX2" fmla="*/ 2720 w 89096"/>
                <a:gd name="connsiteY2" fmla="*/ 29216 h 79604"/>
                <a:gd name="connsiteX3" fmla="*/ 44545 w 89096"/>
                <a:gd name="connsiteY3" fmla="*/ 0 h 79604"/>
                <a:gd name="connsiteX4" fmla="*/ 86370 w 89096"/>
                <a:gd name="connsiteY4" fmla="*/ 29216 h 79604"/>
                <a:gd name="connsiteX5" fmla="*/ 73332 w 89096"/>
                <a:gd name="connsiteY5" fmla="*/ 78530 h 79604"/>
                <a:gd name="connsiteX6" fmla="*/ 70223 w 89096"/>
                <a:gd name="connsiteY6" fmla="*/ 79595 h 79604"/>
                <a:gd name="connsiteX7" fmla="*/ 67293 w 89096"/>
                <a:gd name="connsiteY7" fmla="*/ 78101 h 79604"/>
                <a:gd name="connsiteX8" fmla="*/ 67722 w 89096"/>
                <a:gd name="connsiteY8" fmla="*/ 71959 h 79604"/>
                <a:gd name="connsiteX9" fmla="*/ 78304 w 89096"/>
                <a:gd name="connsiteY9" fmla="*/ 32102 h 79604"/>
                <a:gd name="connsiteX10" fmla="*/ 44501 w 89096"/>
                <a:gd name="connsiteY10" fmla="*/ 8481 h 79604"/>
                <a:gd name="connsiteX11" fmla="*/ 10697 w 89096"/>
                <a:gd name="connsiteY11" fmla="*/ 32116 h 79604"/>
                <a:gd name="connsiteX12" fmla="*/ 21294 w 89096"/>
                <a:gd name="connsiteY12" fmla="*/ 71973 h 79604"/>
                <a:gd name="connsiteX13" fmla="*/ 21812 w 89096"/>
                <a:gd name="connsiteY13" fmla="*/ 78115 h 79604"/>
                <a:gd name="connsiteX14" fmla="*/ 18526 w 89096"/>
                <a:gd name="connsiteY14" fmla="*/ 79566 h 7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9096" h="79604">
                  <a:moveTo>
                    <a:pt x="18526" y="79566"/>
                  </a:moveTo>
                  <a:cubicBezTo>
                    <a:pt x="17505" y="79566"/>
                    <a:pt x="16528" y="79196"/>
                    <a:pt x="15759" y="78530"/>
                  </a:cubicBezTo>
                  <a:cubicBezTo>
                    <a:pt x="1491" y="66453"/>
                    <a:pt x="-3703" y="46754"/>
                    <a:pt x="2720" y="29216"/>
                  </a:cubicBezTo>
                  <a:cubicBezTo>
                    <a:pt x="9158" y="11663"/>
                    <a:pt x="25852" y="0"/>
                    <a:pt x="44545" y="0"/>
                  </a:cubicBezTo>
                  <a:cubicBezTo>
                    <a:pt x="63238" y="0"/>
                    <a:pt x="79932" y="11663"/>
                    <a:pt x="86370" y="29216"/>
                  </a:cubicBezTo>
                  <a:cubicBezTo>
                    <a:pt x="92809" y="46754"/>
                    <a:pt x="87599" y="66453"/>
                    <a:pt x="73332" y="78530"/>
                  </a:cubicBezTo>
                  <a:cubicBezTo>
                    <a:pt x="72473" y="79285"/>
                    <a:pt x="71363" y="79669"/>
                    <a:pt x="70223" y="79595"/>
                  </a:cubicBezTo>
                  <a:cubicBezTo>
                    <a:pt x="69084" y="79521"/>
                    <a:pt x="68033" y="78974"/>
                    <a:pt x="67293" y="78101"/>
                  </a:cubicBezTo>
                  <a:cubicBezTo>
                    <a:pt x="65739" y="76280"/>
                    <a:pt x="65931" y="73557"/>
                    <a:pt x="67722" y="71959"/>
                  </a:cubicBezTo>
                  <a:cubicBezTo>
                    <a:pt x="79266" y="62220"/>
                    <a:pt x="83499" y="46295"/>
                    <a:pt x="78304" y="32102"/>
                  </a:cubicBezTo>
                  <a:cubicBezTo>
                    <a:pt x="73110" y="17908"/>
                    <a:pt x="59612" y="8481"/>
                    <a:pt x="44501" y="8481"/>
                  </a:cubicBezTo>
                  <a:cubicBezTo>
                    <a:pt x="29390" y="8481"/>
                    <a:pt x="15892" y="17923"/>
                    <a:pt x="10697" y="32116"/>
                  </a:cubicBezTo>
                  <a:cubicBezTo>
                    <a:pt x="5502" y="46310"/>
                    <a:pt x="9735" y="62235"/>
                    <a:pt x="21294" y="71973"/>
                  </a:cubicBezTo>
                  <a:cubicBezTo>
                    <a:pt x="23114" y="73542"/>
                    <a:pt x="23336" y="76265"/>
                    <a:pt x="21812" y="78115"/>
                  </a:cubicBezTo>
                  <a:cubicBezTo>
                    <a:pt x="20983" y="79063"/>
                    <a:pt x="19784" y="79610"/>
                    <a:pt x="18526" y="79566"/>
                  </a:cubicBezTo>
                  <a:close/>
                </a:path>
              </a:pathLst>
            </a:custGeom>
            <a:grpFill/>
            <a:ln w="140" cap="flat">
              <a:noFill/>
              <a:prstDash val="solid"/>
              <a:miter/>
            </a:ln>
          </p:spPr>
          <p:txBody>
            <a:bodyPr rtlCol="0" anchor="ctr"/>
            <a:lstStyle/>
            <a:p>
              <a:endParaRPr lang="zh-CN" altLang="en-US"/>
            </a:p>
          </p:txBody>
        </p:sp>
        <p:sp>
          <p:nvSpPr>
            <p:cNvPr id="308" name="任意多边形: 形状 307">
              <a:extLst>
                <a:ext uri="{FF2B5EF4-FFF2-40B4-BE49-F238E27FC236}">
                  <a16:creationId xmlns:a16="http://schemas.microsoft.com/office/drawing/2014/main" id="{7E893BE6-F223-C6DF-6BED-CFC9FCC65D09}"/>
                </a:ext>
              </a:extLst>
            </p:cNvPr>
            <p:cNvSpPr/>
            <p:nvPr/>
          </p:nvSpPr>
          <p:spPr>
            <a:xfrm>
              <a:off x="6046616" y="5063329"/>
              <a:ext cx="91535" cy="82096"/>
            </a:xfrm>
            <a:custGeom>
              <a:avLst/>
              <a:gdLst>
                <a:gd name="connsiteX0" fmla="*/ 71723 w 91535"/>
                <a:gd name="connsiteY0" fmla="*/ 82097 h 82096"/>
                <a:gd name="connsiteX1" fmla="*/ 71338 w 91535"/>
                <a:gd name="connsiteY1" fmla="*/ 82082 h 82096"/>
                <a:gd name="connsiteX2" fmla="*/ 67534 w 91535"/>
                <a:gd name="connsiteY2" fmla="*/ 80158 h 82096"/>
                <a:gd name="connsiteX3" fmla="*/ 68082 w 91535"/>
                <a:gd name="connsiteY3" fmla="*/ 72284 h 82096"/>
                <a:gd name="connsiteX4" fmla="*/ 78338 w 91535"/>
                <a:gd name="connsiteY4" fmla="*/ 33774 h 82096"/>
                <a:gd name="connsiteX5" fmla="*/ 45719 w 91535"/>
                <a:gd name="connsiteY5" fmla="*/ 10967 h 82096"/>
                <a:gd name="connsiteX6" fmla="*/ 13084 w 91535"/>
                <a:gd name="connsiteY6" fmla="*/ 33774 h 82096"/>
                <a:gd name="connsiteX7" fmla="*/ 23311 w 91535"/>
                <a:gd name="connsiteY7" fmla="*/ 72255 h 82096"/>
                <a:gd name="connsiteX8" fmla="*/ 23977 w 91535"/>
                <a:gd name="connsiteY8" fmla="*/ 80143 h 82096"/>
                <a:gd name="connsiteX9" fmla="*/ 19730 w 91535"/>
                <a:gd name="connsiteY9" fmla="*/ 82067 h 82096"/>
                <a:gd name="connsiteX10" fmla="*/ 16163 w 91535"/>
                <a:gd name="connsiteY10" fmla="*/ 80720 h 82096"/>
                <a:gd name="connsiteX11" fmla="*/ 2769 w 91535"/>
                <a:gd name="connsiteY11" fmla="*/ 30030 h 82096"/>
                <a:gd name="connsiteX12" fmla="*/ 45763 w 91535"/>
                <a:gd name="connsiteY12" fmla="*/ 0 h 82096"/>
                <a:gd name="connsiteX13" fmla="*/ 88758 w 91535"/>
                <a:gd name="connsiteY13" fmla="*/ 30030 h 82096"/>
                <a:gd name="connsiteX14" fmla="*/ 75364 w 91535"/>
                <a:gd name="connsiteY14" fmla="*/ 80735 h 82096"/>
                <a:gd name="connsiteX15" fmla="*/ 71723 w 91535"/>
                <a:gd name="connsiteY15" fmla="*/ 82097 h 82096"/>
                <a:gd name="connsiteX16" fmla="*/ 45719 w 91535"/>
                <a:gd name="connsiteY16" fmla="*/ 8466 h 82096"/>
                <a:gd name="connsiteX17" fmla="*/ 80692 w 91535"/>
                <a:gd name="connsiteY17" fmla="*/ 32916 h 82096"/>
                <a:gd name="connsiteX18" fmla="*/ 69739 w 91535"/>
                <a:gd name="connsiteY18" fmla="*/ 74164 h 82096"/>
                <a:gd name="connsiteX19" fmla="*/ 69458 w 91535"/>
                <a:gd name="connsiteY19" fmla="*/ 78530 h 82096"/>
                <a:gd name="connsiteX20" fmla="*/ 71530 w 91535"/>
                <a:gd name="connsiteY20" fmla="*/ 79581 h 82096"/>
                <a:gd name="connsiteX21" fmla="*/ 73721 w 91535"/>
                <a:gd name="connsiteY21" fmla="*/ 78841 h 82096"/>
                <a:gd name="connsiteX22" fmla="*/ 86419 w 91535"/>
                <a:gd name="connsiteY22" fmla="*/ 30888 h 82096"/>
                <a:gd name="connsiteX23" fmla="*/ 45778 w 91535"/>
                <a:gd name="connsiteY23" fmla="*/ 2501 h 82096"/>
                <a:gd name="connsiteX24" fmla="*/ 5137 w 91535"/>
                <a:gd name="connsiteY24" fmla="*/ 30888 h 82096"/>
                <a:gd name="connsiteX25" fmla="*/ 17806 w 91535"/>
                <a:gd name="connsiteY25" fmla="*/ 78826 h 82096"/>
                <a:gd name="connsiteX26" fmla="*/ 19759 w 91535"/>
                <a:gd name="connsiteY26" fmla="*/ 79566 h 82096"/>
                <a:gd name="connsiteX27" fmla="*/ 19789 w 91535"/>
                <a:gd name="connsiteY27" fmla="*/ 79566 h 82096"/>
                <a:gd name="connsiteX28" fmla="*/ 22068 w 91535"/>
                <a:gd name="connsiteY28" fmla="*/ 78545 h 82096"/>
                <a:gd name="connsiteX29" fmla="*/ 21698 w 91535"/>
                <a:gd name="connsiteY29" fmla="*/ 74164 h 82096"/>
                <a:gd name="connsiteX30" fmla="*/ 10746 w 91535"/>
                <a:gd name="connsiteY30" fmla="*/ 32930 h 82096"/>
                <a:gd name="connsiteX31" fmla="*/ 45719 w 91535"/>
                <a:gd name="connsiteY31" fmla="*/ 8466 h 8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535" h="82096">
                  <a:moveTo>
                    <a:pt x="71723" y="82097"/>
                  </a:moveTo>
                  <a:cubicBezTo>
                    <a:pt x="71589" y="82097"/>
                    <a:pt x="71471" y="82097"/>
                    <a:pt x="71338" y="82082"/>
                  </a:cubicBezTo>
                  <a:cubicBezTo>
                    <a:pt x="69873" y="81978"/>
                    <a:pt x="68496" y="81268"/>
                    <a:pt x="67534" y="80158"/>
                  </a:cubicBezTo>
                  <a:cubicBezTo>
                    <a:pt x="65566" y="77834"/>
                    <a:pt x="65803" y="74312"/>
                    <a:pt x="68082" y="72284"/>
                  </a:cubicBezTo>
                  <a:cubicBezTo>
                    <a:pt x="79226" y="62886"/>
                    <a:pt x="83326" y="47420"/>
                    <a:pt x="78338" y="33774"/>
                  </a:cubicBezTo>
                  <a:cubicBezTo>
                    <a:pt x="73351" y="20128"/>
                    <a:pt x="60238" y="10967"/>
                    <a:pt x="45719" y="10967"/>
                  </a:cubicBezTo>
                  <a:cubicBezTo>
                    <a:pt x="31200" y="10967"/>
                    <a:pt x="18072" y="20128"/>
                    <a:pt x="13084" y="33774"/>
                  </a:cubicBezTo>
                  <a:cubicBezTo>
                    <a:pt x="8097" y="47420"/>
                    <a:pt x="12211" y="62886"/>
                    <a:pt x="23311" y="72255"/>
                  </a:cubicBezTo>
                  <a:cubicBezTo>
                    <a:pt x="25635" y="74267"/>
                    <a:pt x="25931" y="77805"/>
                    <a:pt x="23977" y="80143"/>
                  </a:cubicBezTo>
                  <a:cubicBezTo>
                    <a:pt x="22912" y="81401"/>
                    <a:pt x="21476" y="82082"/>
                    <a:pt x="19730" y="82067"/>
                  </a:cubicBezTo>
                  <a:cubicBezTo>
                    <a:pt x="18427" y="82067"/>
                    <a:pt x="17154" y="81579"/>
                    <a:pt x="16163" y="80720"/>
                  </a:cubicBezTo>
                  <a:cubicBezTo>
                    <a:pt x="1585" y="68362"/>
                    <a:pt x="-3803" y="47997"/>
                    <a:pt x="2769" y="30030"/>
                  </a:cubicBezTo>
                  <a:cubicBezTo>
                    <a:pt x="9355" y="12062"/>
                    <a:pt x="26626" y="0"/>
                    <a:pt x="45763" y="0"/>
                  </a:cubicBezTo>
                  <a:cubicBezTo>
                    <a:pt x="64900" y="0"/>
                    <a:pt x="82172" y="12062"/>
                    <a:pt x="88758" y="30030"/>
                  </a:cubicBezTo>
                  <a:cubicBezTo>
                    <a:pt x="95344" y="47982"/>
                    <a:pt x="89956" y="68362"/>
                    <a:pt x="75364" y="80735"/>
                  </a:cubicBezTo>
                  <a:cubicBezTo>
                    <a:pt x="74372" y="81608"/>
                    <a:pt x="73069" y="82097"/>
                    <a:pt x="71723" y="82097"/>
                  </a:cubicBezTo>
                  <a:close/>
                  <a:moveTo>
                    <a:pt x="45719" y="8466"/>
                  </a:moveTo>
                  <a:cubicBezTo>
                    <a:pt x="61289" y="8466"/>
                    <a:pt x="75349" y="18293"/>
                    <a:pt x="80692" y="32916"/>
                  </a:cubicBezTo>
                  <a:cubicBezTo>
                    <a:pt x="86034" y="47538"/>
                    <a:pt x="81639" y="64114"/>
                    <a:pt x="69739" y="74164"/>
                  </a:cubicBezTo>
                  <a:cubicBezTo>
                    <a:pt x="68481" y="75289"/>
                    <a:pt x="68333" y="77227"/>
                    <a:pt x="69458" y="78530"/>
                  </a:cubicBezTo>
                  <a:cubicBezTo>
                    <a:pt x="69976" y="79137"/>
                    <a:pt x="70731" y="79521"/>
                    <a:pt x="71530" y="79581"/>
                  </a:cubicBezTo>
                  <a:cubicBezTo>
                    <a:pt x="72329" y="79640"/>
                    <a:pt x="73129" y="79359"/>
                    <a:pt x="73721" y="78841"/>
                  </a:cubicBezTo>
                  <a:cubicBezTo>
                    <a:pt x="87544" y="67134"/>
                    <a:pt x="92635" y="47864"/>
                    <a:pt x="86419" y="30888"/>
                  </a:cubicBezTo>
                  <a:cubicBezTo>
                    <a:pt x="80203" y="13912"/>
                    <a:pt x="63864" y="2501"/>
                    <a:pt x="45778" y="2501"/>
                  </a:cubicBezTo>
                  <a:cubicBezTo>
                    <a:pt x="27692" y="2501"/>
                    <a:pt x="11353" y="13912"/>
                    <a:pt x="5137" y="30888"/>
                  </a:cubicBezTo>
                  <a:cubicBezTo>
                    <a:pt x="-1094" y="47864"/>
                    <a:pt x="3997" y="67134"/>
                    <a:pt x="17806" y="78826"/>
                  </a:cubicBezTo>
                  <a:cubicBezTo>
                    <a:pt x="18353" y="79314"/>
                    <a:pt x="19049" y="79566"/>
                    <a:pt x="19759" y="79566"/>
                  </a:cubicBezTo>
                  <a:lnTo>
                    <a:pt x="19789" y="79566"/>
                  </a:lnTo>
                  <a:cubicBezTo>
                    <a:pt x="20647" y="79566"/>
                    <a:pt x="21506" y="79211"/>
                    <a:pt x="22068" y="78545"/>
                  </a:cubicBezTo>
                  <a:cubicBezTo>
                    <a:pt x="23148" y="77242"/>
                    <a:pt x="22986" y="75274"/>
                    <a:pt x="21698" y="74164"/>
                  </a:cubicBezTo>
                  <a:cubicBezTo>
                    <a:pt x="9813" y="64129"/>
                    <a:pt x="5403" y="47553"/>
                    <a:pt x="10746" y="32930"/>
                  </a:cubicBezTo>
                  <a:cubicBezTo>
                    <a:pt x="16089" y="18293"/>
                    <a:pt x="30149" y="8466"/>
                    <a:pt x="45719" y="8466"/>
                  </a:cubicBezTo>
                  <a:close/>
                </a:path>
              </a:pathLst>
            </a:custGeom>
            <a:grpFill/>
            <a:ln w="140" cap="flat">
              <a:noFill/>
              <a:prstDash val="solid"/>
              <a:miter/>
            </a:ln>
          </p:spPr>
          <p:txBody>
            <a:bodyPr rtlCol="0" anchor="ctr"/>
            <a:lstStyle/>
            <a:p>
              <a:endParaRPr lang="zh-CN" altLang="en-US"/>
            </a:p>
          </p:txBody>
        </p:sp>
        <p:sp>
          <p:nvSpPr>
            <p:cNvPr id="309" name="任意多边形: 形状 308">
              <a:extLst>
                <a:ext uri="{FF2B5EF4-FFF2-40B4-BE49-F238E27FC236}">
                  <a16:creationId xmlns:a16="http://schemas.microsoft.com/office/drawing/2014/main" id="{110D9FCA-426C-0037-D642-F5E92FB6F19A}"/>
                </a:ext>
              </a:extLst>
            </p:cNvPr>
            <p:cNvSpPr/>
            <p:nvPr/>
          </p:nvSpPr>
          <p:spPr>
            <a:xfrm>
              <a:off x="6070593" y="5087439"/>
              <a:ext cx="43305" cy="43320"/>
            </a:xfrm>
            <a:custGeom>
              <a:avLst/>
              <a:gdLst>
                <a:gd name="connsiteX0" fmla="*/ 21653 w 43305"/>
                <a:gd name="connsiteY0" fmla="*/ 43320 h 43320"/>
                <a:gd name="connsiteX1" fmla="*/ 0 w 43305"/>
                <a:gd name="connsiteY1" fmla="*/ 21653 h 43320"/>
                <a:gd name="connsiteX2" fmla="*/ 21653 w 43305"/>
                <a:gd name="connsiteY2" fmla="*/ 0 h 43320"/>
                <a:gd name="connsiteX3" fmla="*/ 43305 w 43305"/>
                <a:gd name="connsiteY3" fmla="*/ 21653 h 43320"/>
                <a:gd name="connsiteX4" fmla="*/ 21653 w 43305"/>
                <a:gd name="connsiteY4" fmla="*/ 43320 h 43320"/>
                <a:gd name="connsiteX5" fmla="*/ 21653 w 43305"/>
                <a:gd name="connsiteY5" fmla="*/ 8791 h 43320"/>
                <a:gd name="connsiteX6" fmla="*/ 9591 w 43305"/>
                <a:gd name="connsiteY6" fmla="*/ 16872 h 43320"/>
                <a:gd name="connsiteX7" fmla="*/ 12491 w 43305"/>
                <a:gd name="connsiteY7" fmla="*/ 31095 h 43320"/>
                <a:gd name="connsiteX8" fmla="*/ 26759 w 43305"/>
                <a:gd name="connsiteY8" fmla="*/ 33804 h 43320"/>
                <a:gd name="connsiteX9" fmla="*/ 34692 w 43305"/>
                <a:gd name="connsiteY9" fmla="*/ 21638 h 43320"/>
                <a:gd name="connsiteX10" fmla="*/ 21653 w 43305"/>
                <a:gd name="connsiteY10" fmla="*/ 8599 h 43320"/>
                <a:gd name="connsiteX11" fmla="*/ 21653 w 43305"/>
                <a:gd name="connsiteY11" fmla="*/ 8791 h 4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305" h="43320">
                  <a:moveTo>
                    <a:pt x="21653" y="43320"/>
                  </a:moveTo>
                  <a:cubicBezTo>
                    <a:pt x="9694" y="43320"/>
                    <a:pt x="0" y="33626"/>
                    <a:pt x="0" y="21653"/>
                  </a:cubicBezTo>
                  <a:cubicBezTo>
                    <a:pt x="0" y="9694"/>
                    <a:pt x="9694" y="0"/>
                    <a:pt x="21653" y="0"/>
                  </a:cubicBezTo>
                  <a:cubicBezTo>
                    <a:pt x="33611" y="0"/>
                    <a:pt x="43305" y="9694"/>
                    <a:pt x="43305" y="21653"/>
                  </a:cubicBezTo>
                  <a:cubicBezTo>
                    <a:pt x="43261" y="33596"/>
                    <a:pt x="33596" y="43261"/>
                    <a:pt x="21653" y="43320"/>
                  </a:cubicBezTo>
                  <a:close/>
                  <a:moveTo>
                    <a:pt x="21653" y="8791"/>
                  </a:moveTo>
                  <a:cubicBezTo>
                    <a:pt x="16369" y="8791"/>
                    <a:pt x="11603" y="11988"/>
                    <a:pt x="9591" y="16872"/>
                  </a:cubicBezTo>
                  <a:cubicBezTo>
                    <a:pt x="7578" y="21756"/>
                    <a:pt x="8732" y="27380"/>
                    <a:pt x="12491" y="31095"/>
                  </a:cubicBezTo>
                  <a:cubicBezTo>
                    <a:pt x="16251" y="34810"/>
                    <a:pt x="21889" y="35876"/>
                    <a:pt x="26759" y="33804"/>
                  </a:cubicBezTo>
                  <a:cubicBezTo>
                    <a:pt x="31628" y="31732"/>
                    <a:pt x="34751" y="26922"/>
                    <a:pt x="34692" y="21638"/>
                  </a:cubicBezTo>
                  <a:cubicBezTo>
                    <a:pt x="34647" y="14460"/>
                    <a:pt x="28831" y="8658"/>
                    <a:pt x="21653" y="8599"/>
                  </a:cubicBezTo>
                  <a:lnTo>
                    <a:pt x="21653" y="8791"/>
                  </a:lnTo>
                  <a:close/>
                </a:path>
              </a:pathLst>
            </a:custGeom>
            <a:grpFill/>
            <a:ln w="140" cap="flat">
              <a:noFill/>
              <a:prstDash val="solid"/>
              <a:miter/>
            </a:ln>
          </p:spPr>
          <p:txBody>
            <a:bodyPr rtlCol="0" anchor="ctr"/>
            <a:lstStyle/>
            <a:p>
              <a:endParaRPr lang="zh-CN" altLang="en-US"/>
            </a:p>
          </p:txBody>
        </p:sp>
        <p:sp>
          <p:nvSpPr>
            <p:cNvPr id="310" name="任意多边形: 形状 309">
              <a:extLst>
                <a:ext uri="{FF2B5EF4-FFF2-40B4-BE49-F238E27FC236}">
                  <a16:creationId xmlns:a16="http://schemas.microsoft.com/office/drawing/2014/main" id="{EA20A035-692C-E552-CD06-4918FC817E82}"/>
                </a:ext>
              </a:extLst>
            </p:cNvPr>
            <p:cNvSpPr/>
            <p:nvPr/>
          </p:nvSpPr>
          <p:spPr>
            <a:xfrm>
              <a:off x="6069335" y="5086196"/>
              <a:ext cx="45821" cy="45821"/>
            </a:xfrm>
            <a:custGeom>
              <a:avLst/>
              <a:gdLst>
                <a:gd name="connsiteX0" fmla="*/ 22926 w 45821"/>
                <a:gd name="connsiteY0" fmla="*/ 45821 h 45821"/>
                <a:gd name="connsiteX1" fmla="*/ 0 w 45821"/>
                <a:gd name="connsiteY1" fmla="*/ 22911 h 45821"/>
                <a:gd name="connsiteX2" fmla="*/ 22911 w 45821"/>
                <a:gd name="connsiteY2" fmla="*/ 0 h 45821"/>
                <a:gd name="connsiteX3" fmla="*/ 45821 w 45821"/>
                <a:gd name="connsiteY3" fmla="*/ 22911 h 45821"/>
                <a:gd name="connsiteX4" fmla="*/ 22926 w 45821"/>
                <a:gd name="connsiteY4" fmla="*/ 45821 h 45821"/>
                <a:gd name="connsiteX5" fmla="*/ 22911 w 45821"/>
                <a:gd name="connsiteY5" fmla="*/ 2501 h 45821"/>
                <a:gd name="connsiteX6" fmla="*/ 2501 w 45821"/>
                <a:gd name="connsiteY6" fmla="*/ 22911 h 45821"/>
                <a:gd name="connsiteX7" fmla="*/ 22911 w 45821"/>
                <a:gd name="connsiteY7" fmla="*/ 43320 h 45821"/>
                <a:gd name="connsiteX8" fmla="*/ 22926 w 45821"/>
                <a:gd name="connsiteY8" fmla="*/ 43320 h 45821"/>
                <a:gd name="connsiteX9" fmla="*/ 43320 w 45821"/>
                <a:gd name="connsiteY9" fmla="*/ 22911 h 45821"/>
                <a:gd name="connsiteX10" fmla="*/ 22911 w 45821"/>
                <a:gd name="connsiteY10" fmla="*/ 2501 h 45821"/>
                <a:gd name="connsiteX11" fmla="*/ 22896 w 45821"/>
                <a:gd name="connsiteY11" fmla="*/ 37370 h 45821"/>
                <a:gd name="connsiteX12" fmla="*/ 12876 w 45821"/>
                <a:gd name="connsiteY12" fmla="*/ 33241 h 45821"/>
                <a:gd name="connsiteX13" fmla="*/ 9694 w 45821"/>
                <a:gd name="connsiteY13" fmla="*/ 17657 h 45821"/>
                <a:gd name="connsiteX14" fmla="*/ 21653 w 45821"/>
                <a:gd name="connsiteY14" fmla="*/ 8851 h 45821"/>
                <a:gd name="connsiteX15" fmla="*/ 21653 w 45821"/>
                <a:gd name="connsiteY15" fmla="*/ 8614 h 45821"/>
                <a:gd name="connsiteX16" fmla="*/ 22911 w 45821"/>
                <a:gd name="connsiteY16" fmla="*/ 8614 h 45821"/>
                <a:gd name="connsiteX17" fmla="*/ 37193 w 45821"/>
                <a:gd name="connsiteY17" fmla="*/ 22896 h 45821"/>
                <a:gd name="connsiteX18" fmla="*/ 28505 w 45821"/>
                <a:gd name="connsiteY18" fmla="*/ 36216 h 45821"/>
                <a:gd name="connsiteX19" fmla="*/ 22896 w 45821"/>
                <a:gd name="connsiteY19" fmla="*/ 37370 h 45821"/>
                <a:gd name="connsiteX20" fmla="*/ 23843 w 45821"/>
                <a:gd name="connsiteY20" fmla="*/ 11159 h 45821"/>
                <a:gd name="connsiteX21" fmla="*/ 22911 w 45821"/>
                <a:gd name="connsiteY21" fmla="*/ 11278 h 45821"/>
                <a:gd name="connsiteX22" fmla="*/ 12018 w 45821"/>
                <a:gd name="connsiteY22" fmla="*/ 18589 h 45821"/>
                <a:gd name="connsiteX23" fmla="*/ 14637 w 45821"/>
                <a:gd name="connsiteY23" fmla="*/ 31450 h 45821"/>
                <a:gd name="connsiteX24" fmla="*/ 27528 w 45821"/>
                <a:gd name="connsiteY24" fmla="*/ 33907 h 45821"/>
                <a:gd name="connsiteX25" fmla="*/ 34692 w 45821"/>
                <a:gd name="connsiteY25" fmla="*/ 22911 h 45821"/>
                <a:gd name="connsiteX26" fmla="*/ 23843 w 45821"/>
                <a:gd name="connsiteY26" fmla="*/ 11159 h 45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5821" h="45821">
                  <a:moveTo>
                    <a:pt x="22926" y="45821"/>
                  </a:moveTo>
                  <a:cubicBezTo>
                    <a:pt x="10286" y="45821"/>
                    <a:pt x="0" y="35550"/>
                    <a:pt x="0" y="22911"/>
                  </a:cubicBezTo>
                  <a:cubicBezTo>
                    <a:pt x="0" y="10271"/>
                    <a:pt x="10286" y="0"/>
                    <a:pt x="22911" y="0"/>
                  </a:cubicBezTo>
                  <a:cubicBezTo>
                    <a:pt x="35535" y="0"/>
                    <a:pt x="45821" y="10271"/>
                    <a:pt x="45821" y="22911"/>
                  </a:cubicBezTo>
                  <a:cubicBezTo>
                    <a:pt x="45762" y="35476"/>
                    <a:pt x="35506" y="45762"/>
                    <a:pt x="22926" y="45821"/>
                  </a:cubicBezTo>
                  <a:close/>
                  <a:moveTo>
                    <a:pt x="22911" y="2501"/>
                  </a:moveTo>
                  <a:cubicBezTo>
                    <a:pt x="11663" y="2501"/>
                    <a:pt x="2501" y="11663"/>
                    <a:pt x="2501" y="22911"/>
                  </a:cubicBezTo>
                  <a:cubicBezTo>
                    <a:pt x="2501" y="34159"/>
                    <a:pt x="11663" y="43320"/>
                    <a:pt x="22911" y="43320"/>
                  </a:cubicBezTo>
                  <a:lnTo>
                    <a:pt x="22926" y="43320"/>
                  </a:lnTo>
                  <a:cubicBezTo>
                    <a:pt x="34129" y="43261"/>
                    <a:pt x="43276" y="34114"/>
                    <a:pt x="43320" y="22911"/>
                  </a:cubicBezTo>
                  <a:cubicBezTo>
                    <a:pt x="43320" y="11648"/>
                    <a:pt x="34159" y="2501"/>
                    <a:pt x="22911" y="2501"/>
                  </a:cubicBezTo>
                  <a:close/>
                  <a:moveTo>
                    <a:pt x="22896" y="37370"/>
                  </a:moveTo>
                  <a:cubicBezTo>
                    <a:pt x="19225" y="37370"/>
                    <a:pt x="15614" y="35950"/>
                    <a:pt x="12876" y="33241"/>
                  </a:cubicBezTo>
                  <a:cubicBezTo>
                    <a:pt x="8732" y="29156"/>
                    <a:pt x="7489" y="23029"/>
                    <a:pt x="9694" y="17657"/>
                  </a:cubicBezTo>
                  <a:cubicBezTo>
                    <a:pt x="11751" y="12669"/>
                    <a:pt x="16354" y="9309"/>
                    <a:pt x="21653" y="8851"/>
                  </a:cubicBezTo>
                  <a:lnTo>
                    <a:pt x="21653" y="8614"/>
                  </a:lnTo>
                  <a:lnTo>
                    <a:pt x="22911" y="8614"/>
                  </a:lnTo>
                  <a:cubicBezTo>
                    <a:pt x="30725" y="8658"/>
                    <a:pt x="37134" y="15067"/>
                    <a:pt x="37193" y="22896"/>
                  </a:cubicBezTo>
                  <a:cubicBezTo>
                    <a:pt x="37267" y="28712"/>
                    <a:pt x="33863" y="33937"/>
                    <a:pt x="28505" y="36216"/>
                  </a:cubicBezTo>
                  <a:cubicBezTo>
                    <a:pt x="26685" y="36986"/>
                    <a:pt x="24790" y="37370"/>
                    <a:pt x="22896" y="37370"/>
                  </a:cubicBezTo>
                  <a:close/>
                  <a:moveTo>
                    <a:pt x="23843" y="11159"/>
                  </a:moveTo>
                  <a:lnTo>
                    <a:pt x="22911" y="11278"/>
                  </a:lnTo>
                  <a:cubicBezTo>
                    <a:pt x="18115" y="11278"/>
                    <a:pt x="13838" y="14149"/>
                    <a:pt x="12018" y="18589"/>
                  </a:cubicBezTo>
                  <a:cubicBezTo>
                    <a:pt x="10197" y="23029"/>
                    <a:pt x="11219" y="28076"/>
                    <a:pt x="14637" y="31450"/>
                  </a:cubicBezTo>
                  <a:cubicBezTo>
                    <a:pt x="18056" y="34825"/>
                    <a:pt x="23103" y="35787"/>
                    <a:pt x="27528" y="33907"/>
                  </a:cubicBezTo>
                  <a:cubicBezTo>
                    <a:pt x="31954" y="32028"/>
                    <a:pt x="34766" y="27706"/>
                    <a:pt x="34692" y="22911"/>
                  </a:cubicBezTo>
                  <a:cubicBezTo>
                    <a:pt x="34662" y="16769"/>
                    <a:pt x="29867" y="11677"/>
                    <a:pt x="23843" y="11159"/>
                  </a:cubicBezTo>
                  <a:close/>
                </a:path>
              </a:pathLst>
            </a:custGeom>
            <a:grpFill/>
            <a:ln w="140" cap="flat">
              <a:noFill/>
              <a:prstDash val="solid"/>
              <a:miter/>
            </a:ln>
          </p:spPr>
          <p:txBody>
            <a:bodyPr rtlCol="0" anchor="ctr"/>
            <a:lstStyle/>
            <a:p>
              <a:endParaRPr lang="zh-CN" altLang="en-US"/>
            </a:p>
          </p:txBody>
        </p:sp>
      </p:grpSp>
      <p:grpSp>
        <p:nvGrpSpPr>
          <p:cNvPr id="318" name="组合 317">
            <a:extLst>
              <a:ext uri="{FF2B5EF4-FFF2-40B4-BE49-F238E27FC236}">
                <a16:creationId xmlns:a16="http://schemas.microsoft.com/office/drawing/2014/main" id="{EF66E69B-4170-2DEC-F5EC-90A32C64AE2A}"/>
              </a:ext>
            </a:extLst>
          </p:cNvPr>
          <p:cNvGrpSpPr/>
          <p:nvPr/>
        </p:nvGrpSpPr>
        <p:grpSpPr>
          <a:xfrm>
            <a:off x="6943751" y="5049365"/>
            <a:ext cx="149076" cy="142200"/>
            <a:chOff x="6943751" y="5044688"/>
            <a:chExt cx="149076" cy="142200"/>
          </a:xfrm>
        </p:grpSpPr>
        <p:sp>
          <p:nvSpPr>
            <p:cNvPr id="315" name="任意多边形: 形状 314">
              <a:extLst>
                <a:ext uri="{FF2B5EF4-FFF2-40B4-BE49-F238E27FC236}">
                  <a16:creationId xmlns:a16="http://schemas.microsoft.com/office/drawing/2014/main" id="{569D2511-21BF-DBC3-E4C2-46C4C405B4DC}"/>
                </a:ext>
              </a:extLst>
            </p:cNvPr>
            <p:cNvSpPr/>
            <p:nvPr/>
          </p:nvSpPr>
          <p:spPr>
            <a:xfrm>
              <a:off x="6953058" y="5075828"/>
              <a:ext cx="119076" cy="99322"/>
            </a:xfrm>
            <a:custGeom>
              <a:avLst/>
              <a:gdLst>
                <a:gd name="connsiteX0" fmla="*/ 116461 w 119076"/>
                <a:gd name="connsiteY0" fmla="*/ 18832 h 99322"/>
                <a:gd name="connsiteX1" fmla="*/ 96589 w 119076"/>
                <a:gd name="connsiteY1" fmla="*/ 10615 h 99322"/>
                <a:gd name="connsiteX2" fmla="*/ 90469 w 119076"/>
                <a:gd name="connsiteY2" fmla="*/ 13298 h 99322"/>
                <a:gd name="connsiteX3" fmla="*/ 93152 w 119076"/>
                <a:gd name="connsiteY3" fmla="*/ 19419 h 99322"/>
                <a:gd name="connsiteX4" fmla="*/ 102962 w 119076"/>
                <a:gd name="connsiteY4" fmla="*/ 23443 h 99322"/>
                <a:gd name="connsiteX5" fmla="*/ 93152 w 119076"/>
                <a:gd name="connsiteY5" fmla="*/ 27971 h 99322"/>
                <a:gd name="connsiteX6" fmla="*/ 90720 w 119076"/>
                <a:gd name="connsiteY6" fmla="*/ 34091 h 99322"/>
                <a:gd name="connsiteX7" fmla="*/ 94996 w 119076"/>
                <a:gd name="connsiteY7" fmla="*/ 36775 h 99322"/>
                <a:gd name="connsiteX8" fmla="*/ 96841 w 119076"/>
                <a:gd name="connsiteY8" fmla="*/ 36271 h 99322"/>
                <a:gd name="connsiteX9" fmla="*/ 116377 w 119076"/>
                <a:gd name="connsiteY9" fmla="*/ 27216 h 99322"/>
                <a:gd name="connsiteX10" fmla="*/ 119060 w 119076"/>
                <a:gd name="connsiteY10" fmla="*/ 23024 h 99322"/>
                <a:gd name="connsiteX11" fmla="*/ 116461 w 119076"/>
                <a:gd name="connsiteY11" fmla="*/ 18832 h 99322"/>
                <a:gd name="connsiteX12" fmla="*/ 71352 w 119076"/>
                <a:gd name="connsiteY12" fmla="*/ 218 h 99322"/>
                <a:gd name="connsiteX13" fmla="*/ 65483 w 119076"/>
                <a:gd name="connsiteY13" fmla="*/ 3153 h 99322"/>
                <a:gd name="connsiteX14" fmla="*/ 55338 w 119076"/>
                <a:gd name="connsiteY14" fmla="*/ 34008 h 99322"/>
                <a:gd name="connsiteX15" fmla="*/ 58272 w 119076"/>
                <a:gd name="connsiteY15" fmla="*/ 39877 h 99322"/>
                <a:gd name="connsiteX16" fmla="*/ 59614 w 119076"/>
                <a:gd name="connsiteY16" fmla="*/ 40128 h 99322"/>
                <a:gd name="connsiteX17" fmla="*/ 64141 w 119076"/>
                <a:gd name="connsiteY17" fmla="*/ 36858 h 99322"/>
                <a:gd name="connsiteX18" fmla="*/ 74287 w 119076"/>
                <a:gd name="connsiteY18" fmla="*/ 6003 h 99322"/>
                <a:gd name="connsiteX19" fmla="*/ 71352 w 119076"/>
                <a:gd name="connsiteY19" fmla="*/ 218 h 99322"/>
                <a:gd name="connsiteX20" fmla="*/ 40246 w 119076"/>
                <a:gd name="connsiteY20" fmla="*/ 13298 h 99322"/>
                <a:gd name="connsiteX21" fmla="*/ 34209 w 119076"/>
                <a:gd name="connsiteY21" fmla="*/ 10615 h 99322"/>
                <a:gd name="connsiteX22" fmla="*/ 14170 w 119076"/>
                <a:gd name="connsiteY22" fmla="*/ 18832 h 99322"/>
                <a:gd name="connsiteX23" fmla="*/ 11235 w 119076"/>
                <a:gd name="connsiteY23" fmla="*/ 23108 h 99322"/>
                <a:gd name="connsiteX24" fmla="*/ 13918 w 119076"/>
                <a:gd name="connsiteY24" fmla="*/ 27384 h 99322"/>
                <a:gd name="connsiteX25" fmla="*/ 33622 w 119076"/>
                <a:gd name="connsiteY25" fmla="*/ 36439 h 99322"/>
                <a:gd name="connsiteX26" fmla="*/ 35466 w 119076"/>
                <a:gd name="connsiteY26" fmla="*/ 36942 h 99322"/>
                <a:gd name="connsiteX27" fmla="*/ 39743 w 119076"/>
                <a:gd name="connsiteY27" fmla="*/ 34259 h 99322"/>
                <a:gd name="connsiteX28" fmla="*/ 37311 w 119076"/>
                <a:gd name="connsiteY28" fmla="*/ 28138 h 99322"/>
                <a:gd name="connsiteX29" fmla="*/ 27501 w 119076"/>
                <a:gd name="connsiteY29" fmla="*/ 23611 h 99322"/>
                <a:gd name="connsiteX30" fmla="*/ 37311 w 119076"/>
                <a:gd name="connsiteY30" fmla="*/ 19586 h 99322"/>
                <a:gd name="connsiteX31" fmla="*/ 40246 w 119076"/>
                <a:gd name="connsiteY31" fmla="*/ 13298 h 99322"/>
                <a:gd name="connsiteX32" fmla="*/ 76467 w 119076"/>
                <a:gd name="connsiteY32" fmla="*/ 89932 h 99322"/>
                <a:gd name="connsiteX33" fmla="*/ 4695 w 119076"/>
                <a:gd name="connsiteY33" fmla="*/ 89932 h 99322"/>
                <a:gd name="connsiteX34" fmla="*/ 0 w 119076"/>
                <a:gd name="connsiteY34" fmla="*/ 94628 h 99322"/>
                <a:gd name="connsiteX35" fmla="*/ 4695 w 119076"/>
                <a:gd name="connsiteY35" fmla="*/ 99323 h 99322"/>
                <a:gd name="connsiteX36" fmla="*/ 76467 w 119076"/>
                <a:gd name="connsiteY36" fmla="*/ 99323 h 99322"/>
                <a:gd name="connsiteX37" fmla="*/ 81162 w 119076"/>
                <a:gd name="connsiteY37" fmla="*/ 94628 h 99322"/>
                <a:gd name="connsiteX38" fmla="*/ 76467 w 119076"/>
                <a:gd name="connsiteY38" fmla="*/ 89932 h 99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19076" h="99322">
                  <a:moveTo>
                    <a:pt x="116461" y="18832"/>
                  </a:moveTo>
                  <a:lnTo>
                    <a:pt x="96589" y="10615"/>
                  </a:lnTo>
                  <a:cubicBezTo>
                    <a:pt x="94158" y="9693"/>
                    <a:pt x="91475" y="10866"/>
                    <a:pt x="90469" y="13298"/>
                  </a:cubicBezTo>
                  <a:cubicBezTo>
                    <a:pt x="89546" y="15729"/>
                    <a:pt x="90720" y="18412"/>
                    <a:pt x="93152" y="19419"/>
                  </a:cubicBezTo>
                  <a:lnTo>
                    <a:pt x="102962" y="23443"/>
                  </a:lnTo>
                  <a:lnTo>
                    <a:pt x="93152" y="27971"/>
                  </a:lnTo>
                  <a:cubicBezTo>
                    <a:pt x="90804" y="28977"/>
                    <a:pt x="89714" y="31744"/>
                    <a:pt x="90720" y="34091"/>
                  </a:cubicBezTo>
                  <a:cubicBezTo>
                    <a:pt x="91475" y="35685"/>
                    <a:pt x="93152" y="36775"/>
                    <a:pt x="94996" y="36775"/>
                  </a:cubicBezTo>
                  <a:cubicBezTo>
                    <a:pt x="95667" y="36858"/>
                    <a:pt x="96338" y="36691"/>
                    <a:pt x="96841" y="36271"/>
                  </a:cubicBezTo>
                  <a:lnTo>
                    <a:pt x="116377" y="27216"/>
                  </a:lnTo>
                  <a:cubicBezTo>
                    <a:pt x="117970" y="26462"/>
                    <a:pt x="119060" y="24785"/>
                    <a:pt x="119060" y="23024"/>
                  </a:cubicBezTo>
                  <a:cubicBezTo>
                    <a:pt x="119228" y="21096"/>
                    <a:pt x="118138" y="19502"/>
                    <a:pt x="116461" y="18832"/>
                  </a:cubicBezTo>
                  <a:close/>
                  <a:moveTo>
                    <a:pt x="71352" y="218"/>
                  </a:moveTo>
                  <a:cubicBezTo>
                    <a:pt x="68921" y="-536"/>
                    <a:pt x="66321" y="721"/>
                    <a:pt x="65483" y="3153"/>
                  </a:cubicBezTo>
                  <a:lnTo>
                    <a:pt x="55338" y="34008"/>
                  </a:lnTo>
                  <a:cubicBezTo>
                    <a:pt x="54583" y="36439"/>
                    <a:pt x="55841" y="39038"/>
                    <a:pt x="58272" y="39877"/>
                  </a:cubicBezTo>
                  <a:cubicBezTo>
                    <a:pt x="58692" y="40044"/>
                    <a:pt x="59111" y="40128"/>
                    <a:pt x="59614" y="40128"/>
                  </a:cubicBezTo>
                  <a:cubicBezTo>
                    <a:pt x="61626" y="40044"/>
                    <a:pt x="63387" y="38703"/>
                    <a:pt x="64141" y="36858"/>
                  </a:cubicBezTo>
                  <a:lnTo>
                    <a:pt x="74287" y="6003"/>
                  </a:lnTo>
                  <a:cubicBezTo>
                    <a:pt x="74957" y="3656"/>
                    <a:pt x="73700" y="1057"/>
                    <a:pt x="71352" y="218"/>
                  </a:cubicBezTo>
                  <a:close/>
                  <a:moveTo>
                    <a:pt x="40246" y="13298"/>
                  </a:moveTo>
                  <a:cubicBezTo>
                    <a:pt x="39239" y="11034"/>
                    <a:pt x="36640" y="9860"/>
                    <a:pt x="34209" y="10615"/>
                  </a:cubicBezTo>
                  <a:lnTo>
                    <a:pt x="14170" y="18832"/>
                  </a:lnTo>
                  <a:cubicBezTo>
                    <a:pt x="12493" y="19586"/>
                    <a:pt x="11319" y="21263"/>
                    <a:pt x="11235" y="23108"/>
                  </a:cubicBezTo>
                  <a:cubicBezTo>
                    <a:pt x="11235" y="24952"/>
                    <a:pt x="12241" y="26545"/>
                    <a:pt x="13918" y="27384"/>
                  </a:cubicBezTo>
                  <a:lnTo>
                    <a:pt x="33622" y="36439"/>
                  </a:lnTo>
                  <a:cubicBezTo>
                    <a:pt x="34209" y="36775"/>
                    <a:pt x="34796" y="36942"/>
                    <a:pt x="35466" y="36942"/>
                  </a:cubicBezTo>
                  <a:cubicBezTo>
                    <a:pt x="37311" y="36942"/>
                    <a:pt x="38904" y="35936"/>
                    <a:pt x="39743" y="34259"/>
                  </a:cubicBezTo>
                  <a:cubicBezTo>
                    <a:pt x="40749" y="31912"/>
                    <a:pt x="39659" y="29145"/>
                    <a:pt x="37311" y="28138"/>
                  </a:cubicBezTo>
                  <a:lnTo>
                    <a:pt x="27501" y="23611"/>
                  </a:lnTo>
                  <a:lnTo>
                    <a:pt x="37311" y="19586"/>
                  </a:lnTo>
                  <a:cubicBezTo>
                    <a:pt x="39994" y="18329"/>
                    <a:pt x="41252" y="15646"/>
                    <a:pt x="40246" y="13298"/>
                  </a:cubicBezTo>
                  <a:close/>
                  <a:moveTo>
                    <a:pt x="76467" y="89932"/>
                  </a:moveTo>
                  <a:lnTo>
                    <a:pt x="4695" y="89932"/>
                  </a:lnTo>
                  <a:cubicBezTo>
                    <a:pt x="2096" y="89932"/>
                    <a:pt x="0" y="92028"/>
                    <a:pt x="0" y="94628"/>
                  </a:cubicBezTo>
                  <a:cubicBezTo>
                    <a:pt x="0" y="97227"/>
                    <a:pt x="2096" y="99323"/>
                    <a:pt x="4695" y="99323"/>
                  </a:cubicBezTo>
                  <a:lnTo>
                    <a:pt x="76467" y="99323"/>
                  </a:lnTo>
                  <a:cubicBezTo>
                    <a:pt x="79066" y="99323"/>
                    <a:pt x="81162" y="97227"/>
                    <a:pt x="81162" y="94628"/>
                  </a:cubicBezTo>
                  <a:cubicBezTo>
                    <a:pt x="81162" y="92028"/>
                    <a:pt x="79066" y="89932"/>
                    <a:pt x="76467" y="89932"/>
                  </a:cubicBezTo>
                  <a:close/>
                </a:path>
              </a:pathLst>
            </a:custGeom>
            <a:solidFill>
              <a:schemeClr val="accent1"/>
            </a:solidFill>
            <a:ln w="158" cap="flat">
              <a:noFill/>
              <a:prstDash val="solid"/>
              <a:miter/>
            </a:ln>
          </p:spPr>
          <p:txBody>
            <a:bodyPr rtlCol="0" anchor="ctr"/>
            <a:lstStyle/>
            <a:p>
              <a:endParaRPr lang="zh-CN" altLang="en-US"/>
            </a:p>
          </p:txBody>
        </p:sp>
        <p:sp>
          <p:nvSpPr>
            <p:cNvPr id="316" name="任意多边形: 形状 315">
              <a:extLst>
                <a:ext uri="{FF2B5EF4-FFF2-40B4-BE49-F238E27FC236}">
                  <a16:creationId xmlns:a16="http://schemas.microsoft.com/office/drawing/2014/main" id="{ED23FA31-D0CE-B2B7-CAF1-27744F95835E}"/>
                </a:ext>
              </a:extLst>
            </p:cNvPr>
            <p:cNvSpPr/>
            <p:nvPr/>
          </p:nvSpPr>
          <p:spPr>
            <a:xfrm>
              <a:off x="6943751" y="5044688"/>
              <a:ext cx="149076" cy="130462"/>
            </a:xfrm>
            <a:custGeom>
              <a:avLst/>
              <a:gdLst>
                <a:gd name="connsiteX0" fmla="*/ 139770 w 149076"/>
                <a:gd name="connsiteY0" fmla="*/ 9307 h 130462"/>
                <a:gd name="connsiteX1" fmla="*/ 139770 w 149076"/>
                <a:gd name="connsiteY1" fmla="*/ 93152 h 130462"/>
                <a:gd name="connsiteX2" fmla="*/ 9307 w 149076"/>
                <a:gd name="connsiteY2" fmla="*/ 93152 h 130462"/>
                <a:gd name="connsiteX3" fmla="*/ 9307 w 149076"/>
                <a:gd name="connsiteY3" fmla="*/ 9307 h 130462"/>
                <a:gd name="connsiteX4" fmla="*/ 139770 w 149076"/>
                <a:gd name="connsiteY4" fmla="*/ 9307 h 130462"/>
                <a:gd name="connsiteX5" fmla="*/ 139770 w 149076"/>
                <a:gd name="connsiteY5" fmla="*/ 0 h 130462"/>
                <a:gd name="connsiteX6" fmla="*/ 9307 w 149076"/>
                <a:gd name="connsiteY6" fmla="*/ 0 h 130462"/>
                <a:gd name="connsiteX7" fmla="*/ 0 w 149076"/>
                <a:gd name="connsiteY7" fmla="*/ 9307 h 130462"/>
                <a:gd name="connsiteX8" fmla="*/ 0 w 149076"/>
                <a:gd name="connsiteY8" fmla="*/ 93152 h 130462"/>
                <a:gd name="connsiteX9" fmla="*/ 9307 w 149076"/>
                <a:gd name="connsiteY9" fmla="*/ 102459 h 130462"/>
                <a:gd name="connsiteX10" fmla="*/ 139770 w 149076"/>
                <a:gd name="connsiteY10" fmla="*/ 102459 h 130462"/>
                <a:gd name="connsiteX11" fmla="*/ 149076 w 149076"/>
                <a:gd name="connsiteY11" fmla="*/ 93152 h 130462"/>
                <a:gd name="connsiteX12" fmla="*/ 149076 w 149076"/>
                <a:gd name="connsiteY12" fmla="*/ 9307 h 130462"/>
                <a:gd name="connsiteX13" fmla="*/ 139770 w 149076"/>
                <a:gd name="connsiteY13" fmla="*/ 0 h 130462"/>
                <a:gd name="connsiteX14" fmla="*/ 135074 w 149076"/>
                <a:gd name="connsiteY14" fmla="*/ 121072 h 130462"/>
                <a:gd name="connsiteX15" fmla="*/ 113275 w 149076"/>
                <a:gd name="connsiteY15" fmla="*/ 121072 h 130462"/>
                <a:gd name="connsiteX16" fmla="*/ 108579 w 149076"/>
                <a:gd name="connsiteY16" fmla="*/ 125768 h 130462"/>
                <a:gd name="connsiteX17" fmla="*/ 113275 w 149076"/>
                <a:gd name="connsiteY17" fmla="*/ 130463 h 130462"/>
                <a:gd name="connsiteX18" fmla="*/ 135074 w 149076"/>
                <a:gd name="connsiteY18" fmla="*/ 130463 h 130462"/>
                <a:gd name="connsiteX19" fmla="*/ 139770 w 149076"/>
                <a:gd name="connsiteY19" fmla="*/ 125768 h 130462"/>
                <a:gd name="connsiteX20" fmla="*/ 135074 w 149076"/>
                <a:gd name="connsiteY20" fmla="*/ 121072 h 13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9076" h="130462">
                  <a:moveTo>
                    <a:pt x="139770" y="9307"/>
                  </a:moveTo>
                  <a:lnTo>
                    <a:pt x="139770" y="93152"/>
                  </a:lnTo>
                  <a:lnTo>
                    <a:pt x="9307" y="93152"/>
                  </a:lnTo>
                  <a:lnTo>
                    <a:pt x="9307" y="9307"/>
                  </a:lnTo>
                  <a:lnTo>
                    <a:pt x="139770" y="9307"/>
                  </a:lnTo>
                  <a:moveTo>
                    <a:pt x="139770" y="0"/>
                  </a:moveTo>
                  <a:lnTo>
                    <a:pt x="9307" y="0"/>
                  </a:lnTo>
                  <a:cubicBezTo>
                    <a:pt x="4192" y="0"/>
                    <a:pt x="0" y="4192"/>
                    <a:pt x="0" y="9307"/>
                  </a:cubicBezTo>
                  <a:lnTo>
                    <a:pt x="0" y="93152"/>
                  </a:lnTo>
                  <a:cubicBezTo>
                    <a:pt x="0" y="98266"/>
                    <a:pt x="4192" y="102459"/>
                    <a:pt x="9307" y="102459"/>
                  </a:cubicBezTo>
                  <a:lnTo>
                    <a:pt x="139770" y="102459"/>
                  </a:lnTo>
                  <a:cubicBezTo>
                    <a:pt x="144884" y="102459"/>
                    <a:pt x="149076" y="98266"/>
                    <a:pt x="149076" y="93152"/>
                  </a:cubicBezTo>
                  <a:lnTo>
                    <a:pt x="149076" y="9307"/>
                  </a:lnTo>
                  <a:cubicBezTo>
                    <a:pt x="149076" y="4108"/>
                    <a:pt x="144884" y="0"/>
                    <a:pt x="139770" y="0"/>
                  </a:cubicBezTo>
                  <a:close/>
                  <a:moveTo>
                    <a:pt x="135074" y="121072"/>
                  </a:moveTo>
                  <a:lnTo>
                    <a:pt x="113275" y="121072"/>
                  </a:lnTo>
                  <a:cubicBezTo>
                    <a:pt x="110675" y="121072"/>
                    <a:pt x="108579" y="123168"/>
                    <a:pt x="108579" y="125768"/>
                  </a:cubicBezTo>
                  <a:cubicBezTo>
                    <a:pt x="108579" y="128367"/>
                    <a:pt x="110675" y="130463"/>
                    <a:pt x="113275" y="130463"/>
                  </a:cubicBezTo>
                  <a:lnTo>
                    <a:pt x="135074" y="130463"/>
                  </a:lnTo>
                  <a:cubicBezTo>
                    <a:pt x="137673" y="130463"/>
                    <a:pt x="139770" y="128367"/>
                    <a:pt x="139770" y="125768"/>
                  </a:cubicBezTo>
                  <a:cubicBezTo>
                    <a:pt x="139770" y="123168"/>
                    <a:pt x="137673" y="121072"/>
                    <a:pt x="135074" y="121072"/>
                  </a:cubicBezTo>
                  <a:close/>
                </a:path>
              </a:pathLst>
            </a:custGeom>
            <a:solidFill>
              <a:schemeClr val="accent1"/>
            </a:solidFill>
            <a:ln w="158" cap="flat">
              <a:noFill/>
              <a:prstDash val="solid"/>
              <a:miter/>
            </a:ln>
          </p:spPr>
          <p:txBody>
            <a:bodyPr rtlCol="0" anchor="ctr"/>
            <a:lstStyle/>
            <a:p>
              <a:endParaRPr lang="zh-CN" altLang="en-US"/>
            </a:p>
          </p:txBody>
        </p:sp>
        <p:sp>
          <p:nvSpPr>
            <p:cNvPr id="317" name="任意多边形: 形状 316">
              <a:extLst>
                <a:ext uri="{FF2B5EF4-FFF2-40B4-BE49-F238E27FC236}">
                  <a16:creationId xmlns:a16="http://schemas.microsoft.com/office/drawing/2014/main" id="{4F9461D2-7DAE-E883-42FB-22ECE8AF8216}"/>
                </a:ext>
              </a:extLst>
            </p:cNvPr>
            <p:cNvSpPr/>
            <p:nvPr/>
          </p:nvSpPr>
          <p:spPr>
            <a:xfrm>
              <a:off x="7027093" y="5153854"/>
              <a:ext cx="33034" cy="33034"/>
            </a:xfrm>
            <a:custGeom>
              <a:avLst/>
              <a:gdLst>
                <a:gd name="connsiteX0" fmla="*/ 16517 w 33034"/>
                <a:gd name="connsiteY0" fmla="*/ 33035 h 33034"/>
                <a:gd name="connsiteX1" fmla="*/ 0 w 33034"/>
                <a:gd name="connsiteY1" fmla="*/ 16517 h 33034"/>
                <a:gd name="connsiteX2" fmla="*/ 16517 w 33034"/>
                <a:gd name="connsiteY2" fmla="*/ 0 h 33034"/>
                <a:gd name="connsiteX3" fmla="*/ 33035 w 33034"/>
                <a:gd name="connsiteY3" fmla="*/ 16517 h 33034"/>
                <a:gd name="connsiteX4" fmla="*/ 16517 w 33034"/>
                <a:gd name="connsiteY4" fmla="*/ 33035 h 33034"/>
                <a:gd name="connsiteX5" fmla="*/ 16517 w 33034"/>
                <a:gd name="connsiteY5" fmla="*/ 9391 h 33034"/>
                <a:gd name="connsiteX6" fmla="*/ 9391 w 33034"/>
                <a:gd name="connsiteY6" fmla="*/ 16601 h 33034"/>
                <a:gd name="connsiteX7" fmla="*/ 16601 w 33034"/>
                <a:gd name="connsiteY7" fmla="*/ 23728 h 33034"/>
                <a:gd name="connsiteX8" fmla="*/ 23728 w 33034"/>
                <a:gd name="connsiteY8" fmla="*/ 16601 h 33034"/>
                <a:gd name="connsiteX9" fmla="*/ 16517 w 33034"/>
                <a:gd name="connsiteY9" fmla="*/ 9391 h 3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034" h="33034">
                  <a:moveTo>
                    <a:pt x="16517" y="33035"/>
                  </a:moveTo>
                  <a:cubicBezTo>
                    <a:pt x="7378" y="33035"/>
                    <a:pt x="0" y="25657"/>
                    <a:pt x="0" y="16517"/>
                  </a:cubicBezTo>
                  <a:cubicBezTo>
                    <a:pt x="0" y="7378"/>
                    <a:pt x="7378" y="0"/>
                    <a:pt x="16517" y="0"/>
                  </a:cubicBezTo>
                  <a:cubicBezTo>
                    <a:pt x="25657" y="0"/>
                    <a:pt x="33035" y="7378"/>
                    <a:pt x="33035" y="16517"/>
                  </a:cubicBezTo>
                  <a:cubicBezTo>
                    <a:pt x="32951" y="25657"/>
                    <a:pt x="25657" y="33035"/>
                    <a:pt x="16517" y="33035"/>
                  </a:cubicBezTo>
                  <a:close/>
                  <a:moveTo>
                    <a:pt x="16517" y="9391"/>
                  </a:moveTo>
                  <a:cubicBezTo>
                    <a:pt x="12577" y="9391"/>
                    <a:pt x="9391" y="12577"/>
                    <a:pt x="9391" y="16601"/>
                  </a:cubicBezTo>
                  <a:cubicBezTo>
                    <a:pt x="9391" y="20542"/>
                    <a:pt x="12577" y="23728"/>
                    <a:pt x="16601" y="23728"/>
                  </a:cubicBezTo>
                  <a:cubicBezTo>
                    <a:pt x="20542" y="23728"/>
                    <a:pt x="23728" y="20542"/>
                    <a:pt x="23728" y="16601"/>
                  </a:cubicBezTo>
                  <a:cubicBezTo>
                    <a:pt x="23728" y="12577"/>
                    <a:pt x="20458" y="9391"/>
                    <a:pt x="16517" y="9391"/>
                  </a:cubicBezTo>
                  <a:close/>
                </a:path>
              </a:pathLst>
            </a:custGeom>
            <a:solidFill>
              <a:schemeClr val="accent1"/>
            </a:solidFill>
            <a:ln w="158" cap="flat">
              <a:noFill/>
              <a:prstDash val="solid"/>
              <a:miter/>
            </a:ln>
          </p:spPr>
          <p:txBody>
            <a:bodyPr rtlCol="0" anchor="ctr"/>
            <a:lstStyle/>
            <a:p>
              <a:endParaRPr lang="zh-CN" altLang="en-US"/>
            </a:p>
          </p:txBody>
        </p:sp>
      </p:grpSp>
      <p:grpSp>
        <p:nvGrpSpPr>
          <p:cNvPr id="325" name="组合 324">
            <a:extLst>
              <a:ext uri="{FF2B5EF4-FFF2-40B4-BE49-F238E27FC236}">
                <a16:creationId xmlns:a16="http://schemas.microsoft.com/office/drawing/2014/main" id="{64026021-9814-D67A-B823-4BB52C39BA77}"/>
              </a:ext>
            </a:extLst>
          </p:cNvPr>
          <p:cNvGrpSpPr/>
          <p:nvPr/>
        </p:nvGrpSpPr>
        <p:grpSpPr>
          <a:xfrm>
            <a:off x="8348905" y="5047647"/>
            <a:ext cx="145638" cy="145637"/>
            <a:chOff x="8356174" y="5020689"/>
            <a:chExt cx="149076" cy="149075"/>
          </a:xfrm>
        </p:grpSpPr>
        <p:sp>
          <p:nvSpPr>
            <p:cNvPr id="322" name="任意多边形: 形状 321">
              <a:extLst>
                <a:ext uri="{FF2B5EF4-FFF2-40B4-BE49-F238E27FC236}">
                  <a16:creationId xmlns:a16="http://schemas.microsoft.com/office/drawing/2014/main" id="{D2DE3F3D-D292-7C83-F199-48B4CA976F34}"/>
                </a:ext>
              </a:extLst>
            </p:cNvPr>
            <p:cNvSpPr/>
            <p:nvPr/>
          </p:nvSpPr>
          <p:spPr>
            <a:xfrm>
              <a:off x="8405866" y="5070381"/>
              <a:ext cx="12422" cy="43480"/>
            </a:xfrm>
            <a:custGeom>
              <a:avLst/>
              <a:gdLst>
                <a:gd name="connsiteX0" fmla="*/ 6211 w 12422"/>
                <a:gd name="connsiteY0" fmla="*/ 0 h 43480"/>
                <a:gd name="connsiteX1" fmla="*/ 0 w 12422"/>
                <a:gd name="connsiteY1" fmla="*/ 6211 h 43480"/>
                <a:gd name="connsiteX2" fmla="*/ 0 w 12422"/>
                <a:gd name="connsiteY2" fmla="*/ 37269 h 43480"/>
                <a:gd name="connsiteX3" fmla="*/ 6211 w 12422"/>
                <a:gd name="connsiteY3" fmla="*/ 43481 h 43480"/>
                <a:gd name="connsiteX4" fmla="*/ 12423 w 12422"/>
                <a:gd name="connsiteY4" fmla="*/ 37269 h 43480"/>
                <a:gd name="connsiteX5" fmla="*/ 12423 w 12422"/>
                <a:gd name="connsiteY5" fmla="*/ 6211 h 43480"/>
                <a:gd name="connsiteX6" fmla="*/ 6211 w 12422"/>
                <a:gd name="connsiteY6" fmla="*/ 0 h 4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22" h="43480">
                  <a:moveTo>
                    <a:pt x="6211" y="0"/>
                  </a:moveTo>
                  <a:cubicBezTo>
                    <a:pt x="2781" y="0"/>
                    <a:pt x="0" y="2781"/>
                    <a:pt x="0" y="6211"/>
                  </a:cubicBezTo>
                  <a:lnTo>
                    <a:pt x="0" y="37269"/>
                  </a:lnTo>
                  <a:cubicBezTo>
                    <a:pt x="0" y="40700"/>
                    <a:pt x="2781" y="43481"/>
                    <a:pt x="6211" y="43481"/>
                  </a:cubicBezTo>
                  <a:cubicBezTo>
                    <a:pt x="9642" y="43481"/>
                    <a:pt x="12423" y="40700"/>
                    <a:pt x="12423" y="37269"/>
                  </a:cubicBezTo>
                  <a:lnTo>
                    <a:pt x="12423" y="6211"/>
                  </a:lnTo>
                  <a:cubicBezTo>
                    <a:pt x="12423" y="2781"/>
                    <a:pt x="9642" y="0"/>
                    <a:pt x="6211" y="0"/>
                  </a:cubicBezTo>
                  <a:close/>
                </a:path>
              </a:pathLst>
            </a:custGeom>
            <a:solidFill>
              <a:schemeClr val="accent1"/>
            </a:solidFill>
            <a:ln w="140" cap="flat">
              <a:noFill/>
              <a:prstDash val="solid"/>
              <a:miter/>
            </a:ln>
          </p:spPr>
          <p:txBody>
            <a:bodyPr rtlCol="0" anchor="ctr"/>
            <a:lstStyle/>
            <a:p>
              <a:endParaRPr lang="zh-CN" altLang="en-US"/>
            </a:p>
          </p:txBody>
        </p:sp>
        <p:sp>
          <p:nvSpPr>
            <p:cNvPr id="323" name="任意多边形: 形状 322">
              <a:extLst>
                <a:ext uri="{FF2B5EF4-FFF2-40B4-BE49-F238E27FC236}">
                  <a16:creationId xmlns:a16="http://schemas.microsoft.com/office/drawing/2014/main" id="{B9CDADA9-FA13-7678-758E-D1FE1EFD3849}"/>
                </a:ext>
              </a:extLst>
            </p:cNvPr>
            <p:cNvSpPr/>
            <p:nvPr/>
          </p:nvSpPr>
          <p:spPr>
            <a:xfrm>
              <a:off x="8356174" y="5020689"/>
              <a:ext cx="149076" cy="149075"/>
            </a:xfrm>
            <a:custGeom>
              <a:avLst/>
              <a:gdLst>
                <a:gd name="connsiteX0" fmla="*/ 149076 w 149076"/>
                <a:gd name="connsiteY0" fmla="*/ 93173 h 149075"/>
                <a:gd name="connsiteX1" fmla="*/ 142865 w 149076"/>
                <a:gd name="connsiteY1" fmla="*/ 86961 h 149075"/>
                <a:gd name="connsiteX2" fmla="*/ 6212 w 149076"/>
                <a:gd name="connsiteY2" fmla="*/ 86961 h 149075"/>
                <a:gd name="connsiteX3" fmla="*/ 0 w 149076"/>
                <a:gd name="connsiteY3" fmla="*/ 93173 h 149075"/>
                <a:gd name="connsiteX4" fmla="*/ 0 w 149076"/>
                <a:gd name="connsiteY4" fmla="*/ 142865 h 149075"/>
                <a:gd name="connsiteX5" fmla="*/ 6212 w 149076"/>
                <a:gd name="connsiteY5" fmla="*/ 149076 h 149075"/>
                <a:gd name="connsiteX6" fmla="*/ 142865 w 149076"/>
                <a:gd name="connsiteY6" fmla="*/ 149076 h 149075"/>
                <a:gd name="connsiteX7" fmla="*/ 149076 w 149076"/>
                <a:gd name="connsiteY7" fmla="*/ 142865 h 149075"/>
                <a:gd name="connsiteX8" fmla="*/ 149076 w 149076"/>
                <a:gd name="connsiteY8" fmla="*/ 93173 h 149075"/>
                <a:gd name="connsiteX9" fmla="*/ 136653 w 149076"/>
                <a:gd name="connsiteY9" fmla="*/ 99384 h 149075"/>
                <a:gd name="connsiteX10" fmla="*/ 136653 w 149076"/>
                <a:gd name="connsiteY10" fmla="*/ 136653 h 149075"/>
                <a:gd name="connsiteX11" fmla="*/ 12423 w 149076"/>
                <a:gd name="connsiteY11" fmla="*/ 136653 h 149075"/>
                <a:gd name="connsiteX12" fmla="*/ 12423 w 149076"/>
                <a:gd name="connsiteY12" fmla="*/ 99384 h 149075"/>
                <a:gd name="connsiteX13" fmla="*/ 136653 w 149076"/>
                <a:gd name="connsiteY13" fmla="*/ 99384 h 149075"/>
                <a:gd name="connsiteX14" fmla="*/ 105596 w 149076"/>
                <a:gd name="connsiteY14" fmla="*/ 49692 h 149075"/>
                <a:gd name="connsiteX15" fmla="*/ 55903 w 149076"/>
                <a:gd name="connsiteY15" fmla="*/ 0 h 149075"/>
                <a:gd name="connsiteX16" fmla="*/ 6211 w 149076"/>
                <a:gd name="connsiteY16" fmla="*/ 49692 h 149075"/>
                <a:gd name="connsiteX17" fmla="*/ 6212 w 149076"/>
                <a:gd name="connsiteY17" fmla="*/ 59009 h 149075"/>
                <a:gd name="connsiteX18" fmla="*/ 12422 w 149076"/>
                <a:gd name="connsiteY18" fmla="*/ 65222 h 149075"/>
                <a:gd name="connsiteX19" fmla="*/ 18635 w 149076"/>
                <a:gd name="connsiteY19" fmla="*/ 59011 h 149075"/>
                <a:gd name="connsiteX20" fmla="*/ 18635 w 149076"/>
                <a:gd name="connsiteY20" fmla="*/ 59009 h 149075"/>
                <a:gd name="connsiteX21" fmla="*/ 18635 w 149076"/>
                <a:gd name="connsiteY21" fmla="*/ 49692 h 149075"/>
                <a:gd name="connsiteX22" fmla="*/ 55904 w 149076"/>
                <a:gd name="connsiteY22" fmla="*/ 12423 h 149075"/>
                <a:gd name="connsiteX23" fmla="*/ 93173 w 149076"/>
                <a:gd name="connsiteY23" fmla="*/ 49692 h 149075"/>
                <a:gd name="connsiteX24" fmla="*/ 93173 w 149076"/>
                <a:gd name="connsiteY24" fmla="*/ 59009 h 149075"/>
                <a:gd name="connsiteX25" fmla="*/ 99383 w 149076"/>
                <a:gd name="connsiteY25" fmla="*/ 65222 h 149075"/>
                <a:gd name="connsiteX26" fmla="*/ 105596 w 149076"/>
                <a:gd name="connsiteY26" fmla="*/ 59011 h 149075"/>
                <a:gd name="connsiteX27" fmla="*/ 105596 w 149076"/>
                <a:gd name="connsiteY27" fmla="*/ 59009 h 149075"/>
                <a:gd name="connsiteX28" fmla="*/ 105596 w 149076"/>
                <a:gd name="connsiteY28" fmla="*/ 49692 h 14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9076" h="149075">
                  <a:moveTo>
                    <a:pt x="149076" y="93173"/>
                  </a:moveTo>
                  <a:cubicBezTo>
                    <a:pt x="149076" y="89742"/>
                    <a:pt x="146295" y="86961"/>
                    <a:pt x="142865" y="86961"/>
                  </a:cubicBezTo>
                  <a:lnTo>
                    <a:pt x="6212" y="86961"/>
                  </a:lnTo>
                  <a:cubicBezTo>
                    <a:pt x="2781" y="86961"/>
                    <a:pt x="0" y="89742"/>
                    <a:pt x="0" y="93173"/>
                  </a:cubicBezTo>
                  <a:lnTo>
                    <a:pt x="0" y="142865"/>
                  </a:lnTo>
                  <a:cubicBezTo>
                    <a:pt x="0" y="146295"/>
                    <a:pt x="2781" y="149076"/>
                    <a:pt x="6212" y="149076"/>
                  </a:cubicBezTo>
                  <a:lnTo>
                    <a:pt x="142865" y="149076"/>
                  </a:lnTo>
                  <a:cubicBezTo>
                    <a:pt x="146295" y="149076"/>
                    <a:pt x="149076" y="146295"/>
                    <a:pt x="149076" y="142865"/>
                  </a:cubicBezTo>
                  <a:lnTo>
                    <a:pt x="149076" y="93173"/>
                  </a:lnTo>
                  <a:close/>
                  <a:moveTo>
                    <a:pt x="136653" y="99384"/>
                  </a:moveTo>
                  <a:lnTo>
                    <a:pt x="136653" y="136653"/>
                  </a:lnTo>
                  <a:lnTo>
                    <a:pt x="12423" y="136653"/>
                  </a:lnTo>
                  <a:lnTo>
                    <a:pt x="12423" y="99384"/>
                  </a:lnTo>
                  <a:lnTo>
                    <a:pt x="136653" y="99384"/>
                  </a:lnTo>
                  <a:close/>
                  <a:moveTo>
                    <a:pt x="105596" y="49692"/>
                  </a:moveTo>
                  <a:cubicBezTo>
                    <a:pt x="105596" y="22248"/>
                    <a:pt x="83348" y="0"/>
                    <a:pt x="55903" y="0"/>
                  </a:cubicBezTo>
                  <a:cubicBezTo>
                    <a:pt x="28459" y="0"/>
                    <a:pt x="6211" y="22248"/>
                    <a:pt x="6211" y="49692"/>
                  </a:cubicBezTo>
                  <a:lnTo>
                    <a:pt x="6212" y="59009"/>
                  </a:lnTo>
                  <a:cubicBezTo>
                    <a:pt x="6211" y="62440"/>
                    <a:pt x="8992" y="65221"/>
                    <a:pt x="12422" y="65222"/>
                  </a:cubicBezTo>
                  <a:cubicBezTo>
                    <a:pt x="15853" y="65222"/>
                    <a:pt x="18634" y="62442"/>
                    <a:pt x="18635" y="59011"/>
                  </a:cubicBezTo>
                  <a:cubicBezTo>
                    <a:pt x="18635" y="59011"/>
                    <a:pt x="18635" y="59010"/>
                    <a:pt x="18635" y="59009"/>
                  </a:cubicBezTo>
                  <a:lnTo>
                    <a:pt x="18635" y="49692"/>
                  </a:lnTo>
                  <a:cubicBezTo>
                    <a:pt x="18635" y="29109"/>
                    <a:pt x="35320" y="12423"/>
                    <a:pt x="55904" y="12423"/>
                  </a:cubicBezTo>
                  <a:cubicBezTo>
                    <a:pt x="76487" y="12423"/>
                    <a:pt x="93173" y="29109"/>
                    <a:pt x="93173" y="49692"/>
                  </a:cubicBezTo>
                  <a:lnTo>
                    <a:pt x="93173" y="59009"/>
                  </a:lnTo>
                  <a:cubicBezTo>
                    <a:pt x="93172" y="62440"/>
                    <a:pt x="95953" y="65221"/>
                    <a:pt x="99383" y="65222"/>
                  </a:cubicBezTo>
                  <a:cubicBezTo>
                    <a:pt x="102814" y="65222"/>
                    <a:pt x="105595" y="62442"/>
                    <a:pt x="105596" y="59011"/>
                  </a:cubicBezTo>
                  <a:cubicBezTo>
                    <a:pt x="105596" y="59011"/>
                    <a:pt x="105596" y="59010"/>
                    <a:pt x="105596" y="59009"/>
                  </a:cubicBezTo>
                  <a:lnTo>
                    <a:pt x="105596" y="49692"/>
                  </a:lnTo>
                  <a:close/>
                </a:path>
              </a:pathLst>
            </a:custGeom>
            <a:solidFill>
              <a:schemeClr val="accent1"/>
            </a:solidFill>
            <a:ln w="140" cap="flat">
              <a:noFill/>
              <a:prstDash val="solid"/>
              <a:miter/>
            </a:ln>
          </p:spPr>
          <p:txBody>
            <a:bodyPr rtlCol="0" anchor="ctr"/>
            <a:lstStyle/>
            <a:p>
              <a:endParaRPr lang="zh-CN" altLang="en-US"/>
            </a:p>
          </p:txBody>
        </p:sp>
        <p:sp>
          <p:nvSpPr>
            <p:cNvPr id="324" name="任意多边形: 形状 323">
              <a:extLst>
                <a:ext uri="{FF2B5EF4-FFF2-40B4-BE49-F238E27FC236}">
                  <a16:creationId xmlns:a16="http://schemas.microsoft.com/office/drawing/2014/main" id="{389D9E16-D9F0-CFAB-8D10-56AE8A3B3C94}"/>
                </a:ext>
              </a:extLst>
            </p:cNvPr>
            <p:cNvSpPr/>
            <p:nvPr/>
          </p:nvSpPr>
          <p:spPr>
            <a:xfrm>
              <a:off x="8381019" y="5045535"/>
              <a:ext cx="99384" cy="99447"/>
            </a:xfrm>
            <a:custGeom>
              <a:avLst/>
              <a:gdLst>
                <a:gd name="connsiteX0" fmla="*/ 62115 w 99384"/>
                <a:gd name="connsiteY0" fmla="*/ 31058 h 99447"/>
                <a:gd name="connsiteX1" fmla="*/ 31058 w 99384"/>
                <a:gd name="connsiteY1" fmla="*/ 0 h 99447"/>
                <a:gd name="connsiteX2" fmla="*/ 0 w 99384"/>
                <a:gd name="connsiteY2" fmla="*/ 31058 h 99447"/>
                <a:gd name="connsiteX3" fmla="*/ 0 w 99384"/>
                <a:gd name="connsiteY3" fmla="*/ 34163 h 99447"/>
                <a:gd name="connsiteX4" fmla="*/ 6211 w 99384"/>
                <a:gd name="connsiteY4" fmla="*/ 40376 h 99447"/>
                <a:gd name="connsiteX5" fmla="*/ 12423 w 99384"/>
                <a:gd name="connsiteY5" fmla="*/ 34165 h 99447"/>
                <a:gd name="connsiteX6" fmla="*/ 12423 w 99384"/>
                <a:gd name="connsiteY6" fmla="*/ 34163 h 99447"/>
                <a:gd name="connsiteX7" fmla="*/ 12423 w 99384"/>
                <a:gd name="connsiteY7" fmla="*/ 31058 h 99447"/>
                <a:gd name="connsiteX8" fmla="*/ 31058 w 99384"/>
                <a:gd name="connsiteY8" fmla="*/ 12423 h 99447"/>
                <a:gd name="connsiteX9" fmla="*/ 49692 w 99384"/>
                <a:gd name="connsiteY9" fmla="*/ 31058 h 99447"/>
                <a:gd name="connsiteX10" fmla="*/ 49692 w 99384"/>
                <a:gd name="connsiteY10" fmla="*/ 34163 h 99447"/>
                <a:gd name="connsiteX11" fmla="*/ 55903 w 99384"/>
                <a:gd name="connsiteY11" fmla="*/ 40376 h 99447"/>
                <a:gd name="connsiteX12" fmla="*/ 62115 w 99384"/>
                <a:gd name="connsiteY12" fmla="*/ 34165 h 99447"/>
                <a:gd name="connsiteX13" fmla="*/ 62115 w 99384"/>
                <a:gd name="connsiteY13" fmla="*/ 34163 h 99447"/>
                <a:gd name="connsiteX14" fmla="*/ 62115 w 99384"/>
                <a:gd name="connsiteY14" fmla="*/ 31058 h 99447"/>
                <a:gd name="connsiteX15" fmla="*/ 74538 w 99384"/>
                <a:gd name="connsiteY15" fmla="*/ 86961 h 99447"/>
                <a:gd name="connsiteX16" fmla="*/ 80750 w 99384"/>
                <a:gd name="connsiteY16" fmla="*/ 93173 h 99447"/>
                <a:gd name="connsiteX17" fmla="*/ 80750 w 99384"/>
                <a:gd name="connsiteY17" fmla="*/ 93235 h 99447"/>
                <a:gd name="connsiteX18" fmla="*/ 74539 w 99384"/>
                <a:gd name="connsiteY18" fmla="*/ 99447 h 99447"/>
                <a:gd name="connsiteX19" fmla="*/ 68326 w 99384"/>
                <a:gd name="connsiteY19" fmla="*/ 93237 h 99447"/>
                <a:gd name="connsiteX20" fmla="*/ 68326 w 99384"/>
                <a:gd name="connsiteY20" fmla="*/ 93235 h 99447"/>
                <a:gd name="connsiteX21" fmla="*/ 68327 w 99384"/>
                <a:gd name="connsiteY21" fmla="*/ 93173 h 99447"/>
                <a:gd name="connsiteX22" fmla="*/ 74538 w 99384"/>
                <a:gd name="connsiteY22" fmla="*/ 86961 h 99447"/>
                <a:gd name="connsiteX23" fmla="*/ 93173 w 99384"/>
                <a:gd name="connsiteY23" fmla="*/ 86961 h 99447"/>
                <a:gd name="connsiteX24" fmla="*/ 99384 w 99384"/>
                <a:gd name="connsiteY24" fmla="*/ 93173 h 99447"/>
                <a:gd name="connsiteX25" fmla="*/ 99384 w 99384"/>
                <a:gd name="connsiteY25" fmla="*/ 93235 h 99447"/>
                <a:gd name="connsiteX26" fmla="*/ 93173 w 99384"/>
                <a:gd name="connsiteY26" fmla="*/ 99447 h 99447"/>
                <a:gd name="connsiteX27" fmla="*/ 86961 w 99384"/>
                <a:gd name="connsiteY27" fmla="*/ 93237 h 99447"/>
                <a:gd name="connsiteX28" fmla="*/ 86961 w 99384"/>
                <a:gd name="connsiteY28" fmla="*/ 93235 h 99447"/>
                <a:gd name="connsiteX29" fmla="*/ 86961 w 99384"/>
                <a:gd name="connsiteY29" fmla="*/ 93173 h 99447"/>
                <a:gd name="connsiteX30" fmla="*/ 93173 w 99384"/>
                <a:gd name="connsiteY30" fmla="*/ 86961 h 99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9384" h="99447">
                  <a:moveTo>
                    <a:pt x="62115" y="31058"/>
                  </a:moveTo>
                  <a:cubicBezTo>
                    <a:pt x="62115" y="13905"/>
                    <a:pt x="48210" y="0"/>
                    <a:pt x="31058" y="0"/>
                  </a:cubicBezTo>
                  <a:cubicBezTo>
                    <a:pt x="13905" y="0"/>
                    <a:pt x="0" y="13905"/>
                    <a:pt x="0" y="31058"/>
                  </a:cubicBezTo>
                  <a:lnTo>
                    <a:pt x="0" y="34163"/>
                  </a:lnTo>
                  <a:cubicBezTo>
                    <a:pt x="-1" y="37594"/>
                    <a:pt x="2780" y="40375"/>
                    <a:pt x="6211" y="40376"/>
                  </a:cubicBezTo>
                  <a:cubicBezTo>
                    <a:pt x="9641" y="40376"/>
                    <a:pt x="12422" y="37596"/>
                    <a:pt x="12423" y="34165"/>
                  </a:cubicBezTo>
                  <a:cubicBezTo>
                    <a:pt x="12423" y="34165"/>
                    <a:pt x="12423" y="34164"/>
                    <a:pt x="12423" y="34163"/>
                  </a:cubicBezTo>
                  <a:lnTo>
                    <a:pt x="12423" y="31058"/>
                  </a:lnTo>
                  <a:cubicBezTo>
                    <a:pt x="12423" y="20766"/>
                    <a:pt x="20766" y="12423"/>
                    <a:pt x="31058" y="12423"/>
                  </a:cubicBezTo>
                  <a:cubicBezTo>
                    <a:pt x="41349" y="12423"/>
                    <a:pt x="49692" y="20766"/>
                    <a:pt x="49692" y="31058"/>
                  </a:cubicBezTo>
                  <a:lnTo>
                    <a:pt x="49692" y="34163"/>
                  </a:lnTo>
                  <a:cubicBezTo>
                    <a:pt x="49691" y="37594"/>
                    <a:pt x="52472" y="40375"/>
                    <a:pt x="55903" y="40376"/>
                  </a:cubicBezTo>
                  <a:cubicBezTo>
                    <a:pt x="59333" y="40376"/>
                    <a:pt x="62114" y="37596"/>
                    <a:pt x="62115" y="34165"/>
                  </a:cubicBezTo>
                  <a:cubicBezTo>
                    <a:pt x="62115" y="34165"/>
                    <a:pt x="62115" y="34164"/>
                    <a:pt x="62115" y="34163"/>
                  </a:cubicBezTo>
                  <a:lnTo>
                    <a:pt x="62115" y="31058"/>
                  </a:lnTo>
                  <a:close/>
                  <a:moveTo>
                    <a:pt x="74538" y="86961"/>
                  </a:moveTo>
                  <a:cubicBezTo>
                    <a:pt x="77969" y="86961"/>
                    <a:pt x="80750" y="89742"/>
                    <a:pt x="80750" y="93173"/>
                  </a:cubicBezTo>
                  <a:lnTo>
                    <a:pt x="80750" y="93235"/>
                  </a:lnTo>
                  <a:cubicBezTo>
                    <a:pt x="80750" y="96665"/>
                    <a:pt x="77969" y="99447"/>
                    <a:pt x="74539" y="99447"/>
                  </a:cubicBezTo>
                  <a:cubicBezTo>
                    <a:pt x="71108" y="99448"/>
                    <a:pt x="68327" y="96667"/>
                    <a:pt x="68326" y="93237"/>
                  </a:cubicBezTo>
                  <a:cubicBezTo>
                    <a:pt x="68326" y="93236"/>
                    <a:pt x="68326" y="93235"/>
                    <a:pt x="68326" y="93235"/>
                  </a:cubicBezTo>
                  <a:lnTo>
                    <a:pt x="68327" y="93173"/>
                  </a:lnTo>
                  <a:cubicBezTo>
                    <a:pt x="68327" y="89742"/>
                    <a:pt x="71107" y="86961"/>
                    <a:pt x="74538" y="86961"/>
                  </a:cubicBezTo>
                  <a:close/>
                  <a:moveTo>
                    <a:pt x="93173" y="86961"/>
                  </a:moveTo>
                  <a:cubicBezTo>
                    <a:pt x="96603" y="86961"/>
                    <a:pt x="99384" y="89742"/>
                    <a:pt x="99384" y="93173"/>
                  </a:cubicBezTo>
                  <a:lnTo>
                    <a:pt x="99384" y="93235"/>
                  </a:lnTo>
                  <a:cubicBezTo>
                    <a:pt x="99385" y="96665"/>
                    <a:pt x="96604" y="99447"/>
                    <a:pt x="93173" y="99447"/>
                  </a:cubicBezTo>
                  <a:cubicBezTo>
                    <a:pt x="89743" y="99448"/>
                    <a:pt x="86962" y="96667"/>
                    <a:pt x="86961" y="93237"/>
                  </a:cubicBezTo>
                  <a:cubicBezTo>
                    <a:pt x="86961" y="93236"/>
                    <a:pt x="86961" y="93235"/>
                    <a:pt x="86961" y="93235"/>
                  </a:cubicBezTo>
                  <a:lnTo>
                    <a:pt x="86961" y="93173"/>
                  </a:lnTo>
                  <a:cubicBezTo>
                    <a:pt x="86961" y="89742"/>
                    <a:pt x="89742" y="86961"/>
                    <a:pt x="93173" y="86961"/>
                  </a:cubicBezTo>
                  <a:close/>
                </a:path>
              </a:pathLst>
            </a:custGeom>
            <a:solidFill>
              <a:schemeClr val="accent1"/>
            </a:solidFill>
            <a:ln w="140" cap="flat">
              <a:noFill/>
              <a:prstDash val="solid"/>
              <a:miter/>
            </a:ln>
          </p:spPr>
          <p:txBody>
            <a:bodyPr rtlCol="0" anchor="ctr"/>
            <a:lstStyle/>
            <a:p>
              <a:endParaRPr lang="zh-CN" altLang="en-US"/>
            </a:p>
          </p:txBody>
        </p:sp>
      </p:grpSp>
      <p:sp>
        <p:nvSpPr>
          <p:cNvPr id="328" name="图形 326">
            <a:extLst>
              <a:ext uri="{FF2B5EF4-FFF2-40B4-BE49-F238E27FC236}">
                <a16:creationId xmlns:a16="http://schemas.microsoft.com/office/drawing/2014/main" id="{E1D0986F-92D5-2773-A057-E266E78B8ECB}"/>
              </a:ext>
            </a:extLst>
          </p:cNvPr>
          <p:cNvSpPr/>
          <p:nvPr/>
        </p:nvSpPr>
        <p:spPr>
          <a:xfrm>
            <a:off x="9274461" y="5048370"/>
            <a:ext cx="139105" cy="131486"/>
          </a:xfrm>
          <a:custGeom>
            <a:avLst/>
            <a:gdLst>
              <a:gd name="connsiteX0" fmla="*/ 111233 w 127344"/>
              <a:gd name="connsiteY0" fmla="*/ 86911 h 120369"/>
              <a:gd name="connsiteX1" fmla="*/ 67155 w 127344"/>
              <a:gd name="connsiteY1" fmla="*/ 53365 h 120369"/>
              <a:gd name="connsiteX2" fmla="*/ 67155 w 127344"/>
              <a:gd name="connsiteY2" fmla="*/ 45282 h 120369"/>
              <a:gd name="connsiteX3" fmla="*/ 86459 w 127344"/>
              <a:gd name="connsiteY3" fmla="*/ 22773 h 120369"/>
              <a:gd name="connsiteX4" fmla="*/ 63686 w 127344"/>
              <a:gd name="connsiteY4" fmla="*/ 0 h 120369"/>
              <a:gd name="connsiteX5" fmla="*/ 40913 w 127344"/>
              <a:gd name="connsiteY5" fmla="*/ 22773 h 120369"/>
              <a:gd name="connsiteX6" fmla="*/ 60217 w 127344"/>
              <a:gd name="connsiteY6" fmla="*/ 45282 h 120369"/>
              <a:gd name="connsiteX7" fmla="*/ 60217 w 127344"/>
              <a:gd name="connsiteY7" fmla="*/ 53365 h 120369"/>
              <a:gd name="connsiteX8" fmla="*/ 16138 w 127344"/>
              <a:gd name="connsiteY8" fmla="*/ 86910 h 120369"/>
              <a:gd name="connsiteX9" fmla="*/ 0 w 127344"/>
              <a:gd name="connsiteY9" fmla="*/ 103634 h 120369"/>
              <a:gd name="connsiteX10" fmla="*/ 16736 w 127344"/>
              <a:gd name="connsiteY10" fmla="*/ 120370 h 120369"/>
              <a:gd name="connsiteX11" fmla="*/ 33472 w 127344"/>
              <a:gd name="connsiteY11" fmla="*/ 103634 h 120369"/>
              <a:gd name="connsiteX12" fmla="*/ 23074 w 127344"/>
              <a:gd name="connsiteY12" fmla="*/ 88146 h 120369"/>
              <a:gd name="connsiteX13" fmla="*/ 60217 w 127344"/>
              <a:gd name="connsiteY13" fmla="*/ 60321 h 120369"/>
              <a:gd name="connsiteX14" fmla="*/ 60217 w 127344"/>
              <a:gd name="connsiteY14" fmla="*/ 87258 h 120369"/>
              <a:gd name="connsiteX15" fmla="*/ 46937 w 127344"/>
              <a:gd name="connsiteY15" fmla="*/ 103634 h 120369"/>
              <a:gd name="connsiteX16" fmla="*/ 63673 w 127344"/>
              <a:gd name="connsiteY16" fmla="*/ 120370 h 120369"/>
              <a:gd name="connsiteX17" fmla="*/ 80408 w 127344"/>
              <a:gd name="connsiteY17" fmla="*/ 103634 h 120369"/>
              <a:gd name="connsiteX18" fmla="*/ 67155 w 127344"/>
              <a:gd name="connsiteY18" fmla="*/ 87263 h 120369"/>
              <a:gd name="connsiteX19" fmla="*/ 67155 w 127344"/>
              <a:gd name="connsiteY19" fmla="*/ 60321 h 120369"/>
              <a:gd name="connsiteX20" fmla="*/ 104293 w 127344"/>
              <a:gd name="connsiteY20" fmla="*/ 88136 h 120369"/>
              <a:gd name="connsiteX21" fmla="*/ 93873 w 127344"/>
              <a:gd name="connsiteY21" fmla="*/ 103634 h 120369"/>
              <a:gd name="connsiteX22" fmla="*/ 110609 w 127344"/>
              <a:gd name="connsiteY22" fmla="*/ 120370 h 120369"/>
              <a:gd name="connsiteX23" fmla="*/ 127345 w 127344"/>
              <a:gd name="connsiteY23" fmla="*/ 103634 h 120369"/>
              <a:gd name="connsiteX24" fmla="*/ 111233 w 127344"/>
              <a:gd name="connsiteY24" fmla="*/ 86911 h 120369"/>
              <a:gd name="connsiteX25" fmla="*/ 26533 w 127344"/>
              <a:gd name="connsiteY25" fmla="*/ 103634 h 120369"/>
              <a:gd name="connsiteX26" fmla="*/ 16736 w 127344"/>
              <a:gd name="connsiteY26" fmla="*/ 113431 h 120369"/>
              <a:gd name="connsiteX27" fmla="*/ 6938 w 127344"/>
              <a:gd name="connsiteY27" fmla="*/ 103634 h 120369"/>
              <a:gd name="connsiteX28" fmla="*/ 16736 w 127344"/>
              <a:gd name="connsiteY28" fmla="*/ 93836 h 120369"/>
              <a:gd name="connsiteX29" fmla="*/ 17894 w 127344"/>
              <a:gd name="connsiteY29" fmla="*/ 93907 h 120369"/>
              <a:gd name="connsiteX30" fmla="*/ 18374 w 127344"/>
              <a:gd name="connsiteY30" fmla="*/ 93976 h 120369"/>
              <a:gd name="connsiteX31" fmla="*/ 26533 w 127344"/>
              <a:gd name="connsiteY31" fmla="*/ 103634 h 120369"/>
              <a:gd name="connsiteX32" fmla="*/ 47851 w 127344"/>
              <a:gd name="connsiteY32" fmla="*/ 22773 h 120369"/>
              <a:gd name="connsiteX33" fmla="*/ 63686 w 127344"/>
              <a:gd name="connsiteY33" fmla="*/ 6938 h 120369"/>
              <a:gd name="connsiteX34" fmla="*/ 79521 w 127344"/>
              <a:gd name="connsiteY34" fmla="*/ 22773 h 120369"/>
              <a:gd name="connsiteX35" fmla="*/ 63686 w 127344"/>
              <a:gd name="connsiteY35" fmla="*/ 38608 h 120369"/>
              <a:gd name="connsiteX36" fmla="*/ 47851 w 127344"/>
              <a:gd name="connsiteY36" fmla="*/ 22773 h 120369"/>
              <a:gd name="connsiteX37" fmla="*/ 73470 w 127344"/>
              <a:gd name="connsiteY37" fmla="*/ 103634 h 120369"/>
              <a:gd name="connsiteX38" fmla="*/ 63673 w 127344"/>
              <a:gd name="connsiteY38" fmla="*/ 113431 h 120369"/>
              <a:gd name="connsiteX39" fmla="*/ 53875 w 127344"/>
              <a:gd name="connsiteY39" fmla="*/ 103634 h 120369"/>
              <a:gd name="connsiteX40" fmla="*/ 63673 w 127344"/>
              <a:gd name="connsiteY40" fmla="*/ 93836 h 120369"/>
              <a:gd name="connsiteX41" fmla="*/ 73470 w 127344"/>
              <a:gd name="connsiteY41" fmla="*/ 103634 h 120369"/>
              <a:gd name="connsiteX42" fmla="*/ 110609 w 127344"/>
              <a:gd name="connsiteY42" fmla="*/ 113431 h 120369"/>
              <a:gd name="connsiteX43" fmla="*/ 100812 w 127344"/>
              <a:gd name="connsiteY43" fmla="*/ 103634 h 120369"/>
              <a:gd name="connsiteX44" fmla="*/ 109005 w 127344"/>
              <a:gd name="connsiteY44" fmla="*/ 93970 h 120369"/>
              <a:gd name="connsiteX45" fmla="*/ 109456 w 127344"/>
              <a:gd name="connsiteY45" fmla="*/ 93906 h 120369"/>
              <a:gd name="connsiteX46" fmla="*/ 110609 w 127344"/>
              <a:gd name="connsiteY46" fmla="*/ 93836 h 120369"/>
              <a:gd name="connsiteX47" fmla="*/ 120407 w 127344"/>
              <a:gd name="connsiteY47" fmla="*/ 103634 h 120369"/>
              <a:gd name="connsiteX48" fmla="*/ 110609 w 127344"/>
              <a:gd name="connsiteY48" fmla="*/ 113431 h 120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27344" h="120369">
                <a:moveTo>
                  <a:pt x="111233" y="86911"/>
                </a:moveTo>
                <a:cubicBezTo>
                  <a:pt x="104588" y="68041"/>
                  <a:pt x="87092" y="54757"/>
                  <a:pt x="67155" y="53365"/>
                </a:cubicBezTo>
                <a:lnTo>
                  <a:pt x="67155" y="45282"/>
                </a:lnTo>
                <a:cubicBezTo>
                  <a:pt x="78072" y="43607"/>
                  <a:pt x="86459" y="34151"/>
                  <a:pt x="86459" y="22773"/>
                </a:cubicBezTo>
                <a:cubicBezTo>
                  <a:pt x="86459" y="10216"/>
                  <a:pt x="76243" y="0"/>
                  <a:pt x="63686" y="0"/>
                </a:cubicBezTo>
                <a:cubicBezTo>
                  <a:pt x="51129" y="0"/>
                  <a:pt x="40913" y="10216"/>
                  <a:pt x="40913" y="22773"/>
                </a:cubicBezTo>
                <a:cubicBezTo>
                  <a:pt x="40913" y="34151"/>
                  <a:pt x="49300" y="43606"/>
                  <a:pt x="60217" y="45282"/>
                </a:cubicBezTo>
                <a:lnTo>
                  <a:pt x="60217" y="53365"/>
                </a:lnTo>
                <a:cubicBezTo>
                  <a:pt x="40280" y="54757"/>
                  <a:pt x="22784" y="68041"/>
                  <a:pt x="16138" y="86910"/>
                </a:cubicBezTo>
                <a:cubicBezTo>
                  <a:pt x="7186" y="87226"/>
                  <a:pt x="0" y="94605"/>
                  <a:pt x="0" y="103634"/>
                </a:cubicBezTo>
                <a:cubicBezTo>
                  <a:pt x="0" y="112862"/>
                  <a:pt x="7507" y="120370"/>
                  <a:pt x="16736" y="120370"/>
                </a:cubicBezTo>
                <a:cubicBezTo>
                  <a:pt x="25964" y="120370"/>
                  <a:pt x="33472" y="112862"/>
                  <a:pt x="33472" y="103634"/>
                </a:cubicBezTo>
                <a:cubicBezTo>
                  <a:pt x="33472" y="96647"/>
                  <a:pt x="29169" y="90649"/>
                  <a:pt x="23074" y="88146"/>
                </a:cubicBezTo>
                <a:cubicBezTo>
                  <a:pt x="29019" y="72590"/>
                  <a:pt x="43599" y="61667"/>
                  <a:pt x="60217" y="60321"/>
                </a:cubicBezTo>
                <a:lnTo>
                  <a:pt x="60217" y="87258"/>
                </a:lnTo>
                <a:cubicBezTo>
                  <a:pt x="52641" y="88854"/>
                  <a:pt x="46937" y="95590"/>
                  <a:pt x="46937" y="103634"/>
                </a:cubicBezTo>
                <a:cubicBezTo>
                  <a:pt x="46937" y="112862"/>
                  <a:pt x="54444" y="120370"/>
                  <a:pt x="63673" y="120370"/>
                </a:cubicBezTo>
                <a:cubicBezTo>
                  <a:pt x="72901" y="120370"/>
                  <a:pt x="80408" y="112862"/>
                  <a:pt x="80408" y="103634"/>
                </a:cubicBezTo>
                <a:cubicBezTo>
                  <a:pt x="80408" y="95599"/>
                  <a:pt x="74718" y="88870"/>
                  <a:pt x="67155" y="87263"/>
                </a:cubicBezTo>
                <a:lnTo>
                  <a:pt x="67155" y="60321"/>
                </a:lnTo>
                <a:cubicBezTo>
                  <a:pt x="83768" y="61667"/>
                  <a:pt x="98346" y="72586"/>
                  <a:pt x="104293" y="88136"/>
                </a:cubicBezTo>
                <a:cubicBezTo>
                  <a:pt x="98187" y="90634"/>
                  <a:pt x="93873" y="96639"/>
                  <a:pt x="93873" y="103634"/>
                </a:cubicBezTo>
                <a:cubicBezTo>
                  <a:pt x="93873" y="112862"/>
                  <a:pt x="101381" y="120370"/>
                  <a:pt x="110609" y="120370"/>
                </a:cubicBezTo>
                <a:cubicBezTo>
                  <a:pt x="119837" y="120370"/>
                  <a:pt x="127345" y="112862"/>
                  <a:pt x="127345" y="103634"/>
                </a:cubicBezTo>
                <a:cubicBezTo>
                  <a:pt x="127345" y="94614"/>
                  <a:pt x="120174" y="87240"/>
                  <a:pt x="111233" y="86911"/>
                </a:cubicBezTo>
                <a:close/>
                <a:moveTo>
                  <a:pt x="26533" y="103634"/>
                </a:moveTo>
                <a:cubicBezTo>
                  <a:pt x="26533" y="109036"/>
                  <a:pt x="22138" y="113431"/>
                  <a:pt x="16736" y="113431"/>
                </a:cubicBezTo>
                <a:cubicBezTo>
                  <a:pt x="11334" y="113431"/>
                  <a:pt x="6938" y="109036"/>
                  <a:pt x="6938" y="103634"/>
                </a:cubicBezTo>
                <a:cubicBezTo>
                  <a:pt x="6938" y="98232"/>
                  <a:pt x="11334" y="93836"/>
                  <a:pt x="16736" y="93836"/>
                </a:cubicBezTo>
                <a:cubicBezTo>
                  <a:pt x="17128" y="93836"/>
                  <a:pt x="17514" y="93862"/>
                  <a:pt x="17894" y="93907"/>
                </a:cubicBezTo>
                <a:cubicBezTo>
                  <a:pt x="18054" y="93941"/>
                  <a:pt x="18215" y="93964"/>
                  <a:pt x="18374" y="93976"/>
                </a:cubicBezTo>
                <a:cubicBezTo>
                  <a:pt x="22999" y="94758"/>
                  <a:pt x="26533" y="98790"/>
                  <a:pt x="26533" y="103634"/>
                </a:cubicBezTo>
                <a:close/>
                <a:moveTo>
                  <a:pt x="47851" y="22773"/>
                </a:moveTo>
                <a:cubicBezTo>
                  <a:pt x="47851" y="14041"/>
                  <a:pt x="54954" y="6938"/>
                  <a:pt x="63686" y="6938"/>
                </a:cubicBezTo>
                <a:cubicBezTo>
                  <a:pt x="72418" y="6938"/>
                  <a:pt x="79521" y="14041"/>
                  <a:pt x="79521" y="22773"/>
                </a:cubicBezTo>
                <a:cubicBezTo>
                  <a:pt x="79521" y="31505"/>
                  <a:pt x="72418" y="38608"/>
                  <a:pt x="63686" y="38608"/>
                </a:cubicBezTo>
                <a:cubicBezTo>
                  <a:pt x="54954" y="38608"/>
                  <a:pt x="47851" y="31505"/>
                  <a:pt x="47851" y="22773"/>
                </a:cubicBezTo>
                <a:close/>
                <a:moveTo>
                  <a:pt x="73470" y="103634"/>
                </a:moveTo>
                <a:cubicBezTo>
                  <a:pt x="73470" y="109036"/>
                  <a:pt x="69074" y="113431"/>
                  <a:pt x="63673" y="113431"/>
                </a:cubicBezTo>
                <a:cubicBezTo>
                  <a:pt x="58271" y="113431"/>
                  <a:pt x="53875" y="109036"/>
                  <a:pt x="53875" y="103634"/>
                </a:cubicBezTo>
                <a:cubicBezTo>
                  <a:pt x="53875" y="98232"/>
                  <a:pt x="58271" y="93836"/>
                  <a:pt x="63673" y="93836"/>
                </a:cubicBezTo>
                <a:cubicBezTo>
                  <a:pt x="69074" y="93836"/>
                  <a:pt x="73470" y="98232"/>
                  <a:pt x="73470" y="103634"/>
                </a:cubicBezTo>
                <a:close/>
                <a:moveTo>
                  <a:pt x="110609" y="113431"/>
                </a:moveTo>
                <a:cubicBezTo>
                  <a:pt x="105207" y="113431"/>
                  <a:pt x="100812" y="109036"/>
                  <a:pt x="100812" y="103634"/>
                </a:cubicBezTo>
                <a:cubicBezTo>
                  <a:pt x="100812" y="98778"/>
                  <a:pt x="104364" y="94738"/>
                  <a:pt x="109005" y="93970"/>
                </a:cubicBezTo>
                <a:cubicBezTo>
                  <a:pt x="109156" y="93958"/>
                  <a:pt x="109307" y="93937"/>
                  <a:pt x="109456" y="93906"/>
                </a:cubicBezTo>
                <a:cubicBezTo>
                  <a:pt x="109839" y="93860"/>
                  <a:pt x="110224" y="93837"/>
                  <a:pt x="110609" y="93836"/>
                </a:cubicBezTo>
                <a:cubicBezTo>
                  <a:pt x="116011" y="93836"/>
                  <a:pt x="120407" y="98232"/>
                  <a:pt x="120407" y="103634"/>
                </a:cubicBezTo>
                <a:cubicBezTo>
                  <a:pt x="120407" y="109036"/>
                  <a:pt x="116011" y="113431"/>
                  <a:pt x="110609" y="113431"/>
                </a:cubicBezTo>
                <a:close/>
              </a:path>
            </a:pathLst>
          </a:custGeom>
          <a:solidFill>
            <a:schemeClr val="accent1"/>
          </a:solidFill>
          <a:ln w="140" cap="flat">
            <a:solidFill>
              <a:schemeClr val="accent1"/>
            </a:solidFill>
            <a:prstDash val="solid"/>
            <a:miter/>
          </a:ln>
        </p:spPr>
        <p:txBody>
          <a:bodyPr rtlCol="0" anchor="ctr"/>
          <a:lstStyle/>
          <a:p>
            <a:endParaRPr lang="zh-CN" altLang="en-US"/>
          </a:p>
        </p:txBody>
      </p:sp>
      <p:grpSp>
        <p:nvGrpSpPr>
          <p:cNvPr id="334" name="组合 333">
            <a:extLst>
              <a:ext uri="{FF2B5EF4-FFF2-40B4-BE49-F238E27FC236}">
                <a16:creationId xmlns:a16="http://schemas.microsoft.com/office/drawing/2014/main" id="{587C28A6-C17A-0589-50E5-B8217B2EBD79}"/>
              </a:ext>
            </a:extLst>
          </p:cNvPr>
          <p:cNvGrpSpPr/>
          <p:nvPr/>
        </p:nvGrpSpPr>
        <p:grpSpPr>
          <a:xfrm>
            <a:off x="10189091" y="5052203"/>
            <a:ext cx="176655" cy="136524"/>
            <a:chOff x="10217671" y="5082680"/>
            <a:chExt cx="127495" cy="98532"/>
          </a:xfrm>
        </p:grpSpPr>
        <p:sp>
          <p:nvSpPr>
            <p:cNvPr id="332" name="任意多边形: 形状 331">
              <a:extLst>
                <a:ext uri="{FF2B5EF4-FFF2-40B4-BE49-F238E27FC236}">
                  <a16:creationId xmlns:a16="http://schemas.microsoft.com/office/drawing/2014/main" id="{BA4A62DB-E771-1BAA-C04A-755EF383BD9D}"/>
                </a:ext>
              </a:extLst>
            </p:cNvPr>
            <p:cNvSpPr/>
            <p:nvPr/>
          </p:nvSpPr>
          <p:spPr>
            <a:xfrm>
              <a:off x="10301641" y="5126150"/>
              <a:ext cx="43525" cy="54772"/>
            </a:xfrm>
            <a:custGeom>
              <a:avLst/>
              <a:gdLst>
                <a:gd name="connsiteX0" fmla="*/ 41804 w 43525"/>
                <a:gd name="connsiteY0" fmla="*/ 22605 h 54772"/>
                <a:gd name="connsiteX1" fmla="*/ 29922 w 43525"/>
                <a:gd name="connsiteY1" fmla="*/ 4347 h 54772"/>
                <a:gd name="connsiteX2" fmla="*/ 21808 w 43525"/>
                <a:gd name="connsiteY2" fmla="*/ 0 h 54772"/>
                <a:gd name="connsiteX3" fmla="*/ 13693 w 43525"/>
                <a:gd name="connsiteY3" fmla="*/ 4347 h 54772"/>
                <a:gd name="connsiteX4" fmla="*/ 5868 w 43525"/>
                <a:gd name="connsiteY4" fmla="*/ 16229 h 54772"/>
                <a:gd name="connsiteX5" fmla="*/ 1811 w 43525"/>
                <a:gd name="connsiteY5" fmla="*/ 22605 h 54772"/>
                <a:gd name="connsiteX6" fmla="*/ 72 w 43525"/>
                <a:gd name="connsiteY6" fmla="*/ 29270 h 54772"/>
                <a:gd name="connsiteX7" fmla="*/ 72 w 43525"/>
                <a:gd name="connsiteY7" fmla="*/ 29560 h 54772"/>
                <a:gd name="connsiteX8" fmla="*/ 362 w 43525"/>
                <a:gd name="connsiteY8" fmla="*/ 30719 h 54772"/>
                <a:gd name="connsiteX9" fmla="*/ 362 w 43525"/>
                <a:gd name="connsiteY9" fmla="*/ 31009 h 54772"/>
                <a:gd name="connsiteX10" fmla="*/ 942 w 43525"/>
                <a:gd name="connsiteY10" fmla="*/ 32458 h 54772"/>
                <a:gd name="connsiteX11" fmla="*/ 2391 w 43525"/>
                <a:gd name="connsiteY11" fmla="*/ 34486 h 54772"/>
                <a:gd name="connsiteX12" fmla="*/ 9056 w 43525"/>
                <a:gd name="connsiteY12" fmla="*/ 37674 h 54772"/>
                <a:gd name="connsiteX13" fmla="*/ 9056 w 43525"/>
                <a:gd name="connsiteY13" fmla="*/ 44919 h 54772"/>
                <a:gd name="connsiteX14" fmla="*/ 18910 w 43525"/>
                <a:gd name="connsiteY14" fmla="*/ 54773 h 54772"/>
                <a:gd name="connsiteX15" fmla="*/ 24416 w 43525"/>
                <a:gd name="connsiteY15" fmla="*/ 54773 h 54772"/>
                <a:gd name="connsiteX16" fmla="*/ 34269 w 43525"/>
                <a:gd name="connsiteY16" fmla="*/ 44919 h 54772"/>
                <a:gd name="connsiteX17" fmla="*/ 34269 w 43525"/>
                <a:gd name="connsiteY17" fmla="*/ 37674 h 54772"/>
                <a:gd name="connsiteX18" fmla="*/ 42384 w 43525"/>
                <a:gd name="connsiteY18" fmla="*/ 32458 h 54772"/>
                <a:gd name="connsiteX19" fmla="*/ 41804 w 43525"/>
                <a:gd name="connsiteY19" fmla="*/ 22605 h 54772"/>
                <a:gd name="connsiteX20" fmla="*/ 35139 w 43525"/>
                <a:gd name="connsiteY20" fmla="*/ 28980 h 54772"/>
                <a:gd name="connsiteX21" fmla="*/ 33689 w 43525"/>
                <a:gd name="connsiteY21" fmla="*/ 29560 h 54772"/>
                <a:gd name="connsiteX22" fmla="*/ 25865 w 43525"/>
                <a:gd name="connsiteY22" fmla="*/ 29560 h 54772"/>
                <a:gd name="connsiteX23" fmla="*/ 25865 w 43525"/>
                <a:gd name="connsiteY23" fmla="*/ 45209 h 54772"/>
                <a:gd name="connsiteX24" fmla="*/ 24416 w 43525"/>
                <a:gd name="connsiteY24" fmla="*/ 46658 h 54772"/>
                <a:gd name="connsiteX25" fmla="*/ 18910 w 43525"/>
                <a:gd name="connsiteY25" fmla="*/ 46658 h 54772"/>
                <a:gd name="connsiteX26" fmla="*/ 17461 w 43525"/>
                <a:gd name="connsiteY26" fmla="*/ 45209 h 54772"/>
                <a:gd name="connsiteX27" fmla="*/ 17461 w 43525"/>
                <a:gd name="connsiteY27" fmla="*/ 29560 h 54772"/>
                <a:gd name="connsiteX28" fmla="*/ 9636 w 43525"/>
                <a:gd name="connsiteY28" fmla="*/ 29560 h 54772"/>
                <a:gd name="connsiteX29" fmla="*/ 8187 w 43525"/>
                <a:gd name="connsiteY29" fmla="*/ 28690 h 54772"/>
                <a:gd name="connsiteX30" fmla="*/ 8477 w 43525"/>
                <a:gd name="connsiteY30" fmla="*/ 27241 h 54772"/>
                <a:gd name="connsiteX31" fmla="*/ 14563 w 43525"/>
                <a:gd name="connsiteY31" fmla="*/ 17968 h 54772"/>
                <a:gd name="connsiteX32" fmla="*/ 20359 w 43525"/>
                <a:gd name="connsiteY32" fmla="*/ 8984 h 54772"/>
                <a:gd name="connsiteX33" fmla="*/ 21518 w 43525"/>
                <a:gd name="connsiteY33" fmla="*/ 8404 h 54772"/>
                <a:gd name="connsiteX34" fmla="*/ 22677 w 43525"/>
                <a:gd name="connsiteY34" fmla="*/ 8984 h 54772"/>
                <a:gd name="connsiteX35" fmla="*/ 34559 w 43525"/>
                <a:gd name="connsiteY35" fmla="*/ 27241 h 54772"/>
                <a:gd name="connsiteX36" fmla="*/ 35139 w 43525"/>
                <a:gd name="connsiteY36" fmla="*/ 28980 h 5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3525" h="54772">
                  <a:moveTo>
                    <a:pt x="41804" y="22605"/>
                  </a:moveTo>
                  <a:lnTo>
                    <a:pt x="29922" y="4347"/>
                  </a:lnTo>
                  <a:cubicBezTo>
                    <a:pt x="28183" y="1449"/>
                    <a:pt x="24995" y="0"/>
                    <a:pt x="21808" y="0"/>
                  </a:cubicBezTo>
                  <a:cubicBezTo>
                    <a:pt x="18620" y="0"/>
                    <a:pt x="15432" y="1739"/>
                    <a:pt x="13693" y="4347"/>
                  </a:cubicBezTo>
                  <a:lnTo>
                    <a:pt x="5868" y="16229"/>
                  </a:lnTo>
                  <a:lnTo>
                    <a:pt x="1811" y="22605"/>
                  </a:lnTo>
                  <a:cubicBezTo>
                    <a:pt x="362" y="24633"/>
                    <a:pt x="-217" y="26952"/>
                    <a:pt x="72" y="29270"/>
                  </a:cubicBezTo>
                  <a:lnTo>
                    <a:pt x="72" y="29560"/>
                  </a:lnTo>
                  <a:cubicBezTo>
                    <a:pt x="72" y="29850"/>
                    <a:pt x="362" y="30429"/>
                    <a:pt x="362" y="30719"/>
                  </a:cubicBezTo>
                  <a:lnTo>
                    <a:pt x="362" y="31009"/>
                  </a:lnTo>
                  <a:cubicBezTo>
                    <a:pt x="652" y="31588"/>
                    <a:pt x="652" y="31878"/>
                    <a:pt x="942" y="32458"/>
                  </a:cubicBezTo>
                  <a:cubicBezTo>
                    <a:pt x="1521" y="33327"/>
                    <a:pt x="1811" y="33907"/>
                    <a:pt x="2391" y="34486"/>
                  </a:cubicBezTo>
                  <a:cubicBezTo>
                    <a:pt x="4130" y="36225"/>
                    <a:pt x="6448" y="37384"/>
                    <a:pt x="9056" y="37674"/>
                  </a:cubicBezTo>
                  <a:lnTo>
                    <a:pt x="9056" y="44919"/>
                  </a:lnTo>
                  <a:cubicBezTo>
                    <a:pt x="9056" y="50426"/>
                    <a:pt x="13403" y="54773"/>
                    <a:pt x="18910" y="54773"/>
                  </a:cubicBezTo>
                  <a:lnTo>
                    <a:pt x="24416" y="54773"/>
                  </a:lnTo>
                  <a:cubicBezTo>
                    <a:pt x="29922" y="54773"/>
                    <a:pt x="34269" y="50426"/>
                    <a:pt x="34269" y="44919"/>
                  </a:cubicBezTo>
                  <a:lnTo>
                    <a:pt x="34269" y="37674"/>
                  </a:lnTo>
                  <a:cubicBezTo>
                    <a:pt x="37747" y="37384"/>
                    <a:pt x="40645" y="35356"/>
                    <a:pt x="42384" y="32458"/>
                  </a:cubicBezTo>
                  <a:cubicBezTo>
                    <a:pt x="44122" y="29560"/>
                    <a:pt x="43833" y="25503"/>
                    <a:pt x="41804" y="22605"/>
                  </a:cubicBezTo>
                  <a:close/>
                  <a:moveTo>
                    <a:pt x="35139" y="28980"/>
                  </a:moveTo>
                  <a:cubicBezTo>
                    <a:pt x="34849" y="29270"/>
                    <a:pt x="34269" y="29560"/>
                    <a:pt x="33689" y="29560"/>
                  </a:cubicBezTo>
                  <a:lnTo>
                    <a:pt x="25865" y="29560"/>
                  </a:lnTo>
                  <a:lnTo>
                    <a:pt x="25865" y="45209"/>
                  </a:lnTo>
                  <a:cubicBezTo>
                    <a:pt x="25865" y="46079"/>
                    <a:pt x="25285" y="46658"/>
                    <a:pt x="24416" y="46658"/>
                  </a:cubicBezTo>
                  <a:lnTo>
                    <a:pt x="18910" y="46658"/>
                  </a:lnTo>
                  <a:cubicBezTo>
                    <a:pt x="18040" y="46658"/>
                    <a:pt x="17461" y="46079"/>
                    <a:pt x="17461" y="45209"/>
                  </a:cubicBezTo>
                  <a:lnTo>
                    <a:pt x="17461" y="29560"/>
                  </a:lnTo>
                  <a:lnTo>
                    <a:pt x="9636" y="29560"/>
                  </a:lnTo>
                  <a:cubicBezTo>
                    <a:pt x="8767" y="29560"/>
                    <a:pt x="8477" y="28980"/>
                    <a:pt x="8187" y="28690"/>
                  </a:cubicBezTo>
                  <a:cubicBezTo>
                    <a:pt x="8187" y="28401"/>
                    <a:pt x="8187" y="27821"/>
                    <a:pt x="8477" y="27241"/>
                  </a:cubicBezTo>
                  <a:lnTo>
                    <a:pt x="14563" y="17968"/>
                  </a:lnTo>
                  <a:lnTo>
                    <a:pt x="20359" y="8984"/>
                  </a:lnTo>
                  <a:cubicBezTo>
                    <a:pt x="20648" y="8404"/>
                    <a:pt x="21228" y="8404"/>
                    <a:pt x="21518" y="8404"/>
                  </a:cubicBezTo>
                  <a:cubicBezTo>
                    <a:pt x="21808" y="8404"/>
                    <a:pt x="22387" y="8404"/>
                    <a:pt x="22677" y="8984"/>
                  </a:cubicBezTo>
                  <a:lnTo>
                    <a:pt x="34559" y="27241"/>
                  </a:lnTo>
                  <a:cubicBezTo>
                    <a:pt x="35139" y="28111"/>
                    <a:pt x="35428" y="28690"/>
                    <a:pt x="35139" y="28980"/>
                  </a:cubicBezTo>
                  <a:close/>
                </a:path>
              </a:pathLst>
            </a:custGeom>
            <a:solidFill>
              <a:schemeClr val="accent1"/>
            </a:solidFill>
            <a:ln w="130" cap="flat">
              <a:noFill/>
              <a:prstDash val="solid"/>
              <a:miter/>
            </a:ln>
          </p:spPr>
          <p:txBody>
            <a:bodyPr rtlCol="0" anchor="ctr"/>
            <a:lstStyle/>
            <a:p>
              <a:endParaRPr lang="zh-CN" altLang="en-US"/>
            </a:p>
          </p:txBody>
        </p:sp>
        <p:sp>
          <p:nvSpPr>
            <p:cNvPr id="333" name="任意多边形: 形状 332">
              <a:extLst>
                <a:ext uri="{FF2B5EF4-FFF2-40B4-BE49-F238E27FC236}">
                  <a16:creationId xmlns:a16="http://schemas.microsoft.com/office/drawing/2014/main" id="{2E0FC621-6ABC-0906-F7CD-BEC307EBB56C}"/>
                </a:ext>
              </a:extLst>
            </p:cNvPr>
            <p:cNvSpPr/>
            <p:nvPr/>
          </p:nvSpPr>
          <p:spPr>
            <a:xfrm>
              <a:off x="10217671" y="5082680"/>
              <a:ext cx="98532" cy="98532"/>
            </a:xfrm>
            <a:custGeom>
              <a:avLst/>
              <a:gdLst>
                <a:gd name="connsiteX0" fmla="*/ 83463 w 98532"/>
                <a:gd name="connsiteY0" fmla="*/ 89839 h 98532"/>
                <a:gd name="connsiteX1" fmla="*/ 69553 w 98532"/>
                <a:gd name="connsiteY1" fmla="*/ 89839 h 98532"/>
                <a:gd name="connsiteX2" fmla="*/ 69553 w 98532"/>
                <a:gd name="connsiteY2" fmla="*/ 78247 h 98532"/>
                <a:gd name="connsiteX3" fmla="*/ 76508 w 98532"/>
                <a:gd name="connsiteY3" fmla="*/ 78247 h 98532"/>
                <a:gd name="connsiteX4" fmla="*/ 75349 w 98532"/>
                <a:gd name="connsiteY4" fmla="*/ 69553 h 98532"/>
                <a:gd name="connsiteX5" fmla="*/ 8694 w 98532"/>
                <a:gd name="connsiteY5" fmla="*/ 69553 h 98532"/>
                <a:gd name="connsiteX6" fmla="*/ 8694 w 98532"/>
                <a:gd name="connsiteY6" fmla="*/ 57960 h 98532"/>
                <a:gd name="connsiteX7" fmla="*/ 80565 w 98532"/>
                <a:gd name="connsiteY7" fmla="*/ 57960 h 98532"/>
                <a:gd name="connsiteX8" fmla="*/ 86361 w 98532"/>
                <a:gd name="connsiteY8" fmla="*/ 49266 h 98532"/>
                <a:gd name="connsiteX9" fmla="*/ 8694 w 98532"/>
                <a:gd name="connsiteY9" fmla="*/ 49266 h 98532"/>
                <a:gd name="connsiteX10" fmla="*/ 8694 w 98532"/>
                <a:gd name="connsiteY10" fmla="*/ 8694 h 98532"/>
                <a:gd name="connsiteX11" fmla="*/ 89839 w 98532"/>
                <a:gd name="connsiteY11" fmla="*/ 8694 h 98532"/>
                <a:gd name="connsiteX12" fmla="*/ 89839 w 98532"/>
                <a:gd name="connsiteY12" fmla="*/ 43760 h 98532"/>
                <a:gd name="connsiteX13" fmla="*/ 90418 w 98532"/>
                <a:gd name="connsiteY13" fmla="*/ 42891 h 98532"/>
                <a:gd name="connsiteX14" fmla="*/ 98533 w 98532"/>
                <a:gd name="connsiteY14" fmla="*/ 36225 h 98532"/>
                <a:gd name="connsiteX15" fmla="*/ 98533 w 98532"/>
                <a:gd name="connsiteY15" fmla="*/ 5796 h 98532"/>
                <a:gd name="connsiteX16" fmla="*/ 92737 w 98532"/>
                <a:gd name="connsiteY16" fmla="*/ 0 h 98532"/>
                <a:gd name="connsiteX17" fmla="*/ 5796 w 98532"/>
                <a:gd name="connsiteY17" fmla="*/ 0 h 98532"/>
                <a:gd name="connsiteX18" fmla="*/ 0 w 98532"/>
                <a:gd name="connsiteY18" fmla="*/ 5796 h 98532"/>
                <a:gd name="connsiteX19" fmla="*/ 0 w 98532"/>
                <a:gd name="connsiteY19" fmla="*/ 72451 h 98532"/>
                <a:gd name="connsiteX20" fmla="*/ 5796 w 98532"/>
                <a:gd name="connsiteY20" fmla="*/ 78247 h 98532"/>
                <a:gd name="connsiteX21" fmla="*/ 31878 w 98532"/>
                <a:gd name="connsiteY21" fmla="*/ 78247 h 98532"/>
                <a:gd name="connsiteX22" fmla="*/ 31878 w 98532"/>
                <a:gd name="connsiteY22" fmla="*/ 89839 h 98532"/>
                <a:gd name="connsiteX23" fmla="*/ 18837 w 98532"/>
                <a:gd name="connsiteY23" fmla="*/ 89839 h 98532"/>
                <a:gd name="connsiteX24" fmla="*/ 14490 w 98532"/>
                <a:gd name="connsiteY24" fmla="*/ 94186 h 98532"/>
                <a:gd name="connsiteX25" fmla="*/ 18837 w 98532"/>
                <a:gd name="connsiteY25" fmla="*/ 98533 h 98532"/>
                <a:gd name="connsiteX26" fmla="*/ 83463 w 98532"/>
                <a:gd name="connsiteY26" fmla="*/ 98533 h 98532"/>
                <a:gd name="connsiteX27" fmla="*/ 86651 w 98532"/>
                <a:gd name="connsiteY27" fmla="*/ 97084 h 98532"/>
                <a:gd name="connsiteX28" fmla="*/ 84622 w 98532"/>
                <a:gd name="connsiteY28" fmla="*/ 89839 h 98532"/>
                <a:gd name="connsiteX29" fmla="*/ 83463 w 98532"/>
                <a:gd name="connsiteY29" fmla="*/ 89839 h 98532"/>
                <a:gd name="connsiteX30" fmla="*/ 60858 w 98532"/>
                <a:gd name="connsiteY30" fmla="*/ 89839 h 98532"/>
                <a:gd name="connsiteX31" fmla="*/ 40572 w 98532"/>
                <a:gd name="connsiteY31" fmla="*/ 89839 h 98532"/>
                <a:gd name="connsiteX32" fmla="*/ 40572 w 98532"/>
                <a:gd name="connsiteY32" fmla="*/ 78247 h 98532"/>
                <a:gd name="connsiteX33" fmla="*/ 60858 w 98532"/>
                <a:gd name="connsiteY33" fmla="*/ 78247 h 98532"/>
                <a:gd name="connsiteX34" fmla="*/ 60858 w 98532"/>
                <a:gd name="connsiteY34" fmla="*/ 89839 h 9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8532" h="98532">
                  <a:moveTo>
                    <a:pt x="83463" y="89839"/>
                  </a:moveTo>
                  <a:lnTo>
                    <a:pt x="69553" y="89839"/>
                  </a:lnTo>
                  <a:lnTo>
                    <a:pt x="69553" y="78247"/>
                  </a:lnTo>
                  <a:lnTo>
                    <a:pt x="76508" y="78247"/>
                  </a:lnTo>
                  <a:cubicBezTo>
                    <a:pt x="75349" y="75349"/>
                    <a:pt x="75059" y="72451"/>
                    <a:pt x="75349" y="69553"/>
                  </a:cubicBezTo>
                  <a:lnTo>
                    <a:pt x="8694" y="69553"/>
                  </a:lnTo>
                  <a:lnTo>
                    <a:pt x="8694" y="57960"/>
                  </a:lnTo>
                  <a:lnTo>
                    <a:pt x="80565" y="57960"/>
                  </a:lnTo>
                  <a:lnTo>
                    <a:pt x="86361" y="49266"/>
                  </a:lnTo>
                  <a:lnTo>
                    <a:pt x="8694" y="49266"/>
                  </a:lnTo>
                  <a:lnTo>
                    <a:pt x="8694" y="8694"/>
                  </a:lnTo>
                  <a:lnTo>
                    <a:pt x="89839" y="8694"/>
                  </a:lnTo>
                  <a:lnTo>
                    <a:pt x="89839" y="43760"/>
                  </a:lnTo>
                  <a:lnTo>
                    <a:pt x="90418" y="42891"/>
                  </a:lnTo>
                  <a:cubicBezTo>
                    <a:pt x="92447" y="39993"/>
                    <a:pt x="95345" y="37674"/>
                    <a:pt x="98533" y="36225"/>
                  </a:cubicBezTo>
                  <a:lnTo>
                    <a:pt x="98533" y="5796"/>
                  </a:lnTo>
                  <a:cubicBezTo>
                    <a:pt x="98533" y="2608"/>
                    <a:pt x="95924" y="0"/>
                    <a:pt x="92737" y="0"/>
                  </a:cubicBezTo>
                  <a:lnTo>
                    <a:pt x="5796" y="0"/>
                  </a:lnTo>
                  <a:cubicBezTo>
                    <a:pt x="2608" y="0"/>
                    <a:pt x="0" y="2608"/>
                    <a:pt x="0" y="5796"/>
                  </a:cubicBezTo>
                  <a:lnTo>
                    <a:pt x="0" y="72451"/>
                  </a:lnTo>
                  <a:cubicBezTo>
                    <a:pt x="0" y="75638"/>
                    <a:pt x="2608" y="78247"/>
                    <a:pt x="5796" y="78247"/>
                  </a:cubicBezTo>
                  <a:lnTo>
                    <a:pt x="31878" y="78247"/>
                  </a:lnTo>
                  <a:lnTo>
                    <a:pt x="31878" y="89839"/>
                  </a:lnTo>
                  <a:lnTo>
                    <a:pt x="18837" y="89839"/>
                  </a:lnTo>
                  <a:cubicBezTo>
                    <a:pt x="16519" y="89839"/>
                    <a:pt x="14490" y="91867"/>
                    <a:pt x="14490" y="94186"/>
                  </a:cubicBezTo>
                  <a:cubicBezTo>
                    <a:pt x="14490" y="96504"/>
                    <a:pt x="16519" y="98533"/>
                    <a:pt x="18837" y="98533"/>
                  </a:cubicBezTo>
                  <a:lnTo>
                    <a:pt x="83463" y="98533"/>
                  </a:lnTo>
                  <a:cubicBezTo>
                    <a:pt x="84622" y="98533"/>
                    <a:pt x="85781" y="97953"/>
                    <a:pt x="86651" y="97084"/>
                  </a:cubicBezTo>
                  <a:cubicBezTo>
                    <a:pt x="85492" y="95055"/>
                    <a:pt x="84912" y="92447"/>
                    <a:pt x="84622" y="89839"/>
                  </a:cubicBezTo>
                  <a:lnTo>
                    <a:pt x="83463" y="89839"/>
                  </a:lnTo>
                  <a:close/>
                  <a:moveTo>
                    <a:pt x="60858" y="89839"/>
                  </a:moveTo>
                  <a:lnTo>
                    <a:pt x="40572" y="89839"/>
                  </a:lnTo>
                  <a:lnTo>
                    <a:pt x="40572" y="78247"/>
                  </a:lnTo>
                  <a:lnTo>
                    <a:pt x="60858" y="78247"/>
                  </a:lnTo>
                  <a:lnTo>
                    <a:pt x="60858" y="89839"/>
                  </a:lnTo>
                  <a:close/>
                </a:path>
              </a:pathLst>
            </a:custGeom>
            <a:solidFill>
              <a:schemeClr val="accent1"/>
            </a:solidFill>
            <a:ln w="130" cap="flat">
              <a:noFill/>
              <a:prstDash val="solid"/>
              <a:miter/>
            </a:ln>
          </p:spPr>
          <p:txBody>
            <a:bodyPr rtlCol="0" anchor="ctr"/>
            <a:lstStyle/>
            <a:p>
              <a:endParaRPr lang="zh-CN" altLang="en-US"/>
            </a:p>
          </p:txBody>
        </p:sp>
      </p:grpSp>
      <p:sp>
        <p:nvSpPr>
          <p:cNvPr id="336" name="文本框 335">
            <a:extLst>
              <a:ext uri="{FF2B5EF4-FFF2-40B4-BE49-F238E27FC236}">
                <a16:creationId xmlns:a16="http://schemas.microsoft.com/office/drawing/2014/main" id="{E1C227A0-6CE8-5928-9398-C7DD7AD61212}"/>
              </a:ext>
            </a:extLst>
          </p:cNvPr>
          <p:cNvSpPr txBox="1">
            <a:spLocks/>
          </p:cNvSpPr>
          <p:nvPr/>
        </p:nvSpPr>
        <p:spPr>
          <a:xfrm>
            <a:off x="9213020" y="1457717"/>
            <a:ext cx="1355006" cy="348025"/>
          </a:xfrm>
          <a:prstGeom prst="roundRect">
            <a:avLst>
              <a:gd name="adj" fmla="val 50000"/>
            </a:avLst>
          </a:prstGeom>
          <a:gradFill>
            <a:gsLst>
              <a:gs pos="100000">
                <a:schemeClr val="accent2">
                  <a:alpha val="54000"/>
                </a:schemeClr>
              </a:gs>
              <a:gs pos="64000">
                <a:schemeClr val="accent2">
                  <a:alpha val="20000"/>
                </a:schemeClr>
              </a:gs>
              <a:gs pos="36000">
                <a:schemeClr val="accent2">
                  <a:alpha val="20000"/>
                </a:schemeClr>
              </a:gs>
              <a:gs pos="1000">
                <a:schemeClr val="accent2">
                  <a:alpha val="54000"/>
                </a:schemeClr>
              </a:gs>
            </a:gsLst>
            <a:lin ang="4200000" scaled="0"/>
          </a:gradFill>
          <a:ln w="952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200" b="0" dirty="0">
                <a:solidFill>
                  <a:schemeClr val="bg1"/>
                </a:solidFill>
              </a:rPr>
              <a:t>登录与权限管理</a:t>
            </a:r>
          </a:p>
        </p:txBody>
      </p:sp>
    </p:spTree>
    <p:extLst>
      <p:ext uri="{BB962C8B-B14F-4D97-AF65-F5344CB8AC3E}">
        <p14:creationId xmlns:p14="http://schemas.microsoft.com/office/powerpoint/2010/main" val="27057176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grpSp>
        <p:nvGrpSpPr>
          <p:cNvPr id="262" name="组合 261">
            <a:extLst>
              <a:ext uri="{FF2B5EF4-FFF2-40B4-BE49-F238E27FC236}">
                <a16:creationId xmlns:a16="http://schemas.microsoft.com/office/drawing/2014/main" id="{B31BF2D7-DD35-58FF-ABEF-C0EA0D9044FA}"/>
              </a:ext>
            </a:extLst>
          </p:cNvPr>
          <p:cNvGrpSpPr/>
          <p:nvPr/>
        </p:nvGrpSpPr>
        <p:grpSpPr>
          <a:xfrm flipH="1">
            <a:off x="10363991" y="1857375"/>
            <a:ext cx="1149152" cy="2832100"/>
            <a:chOff x="1727094" y="1839931"/>
            <a:chExt cx="931334" cy="2298334"/>
          </a:xfrm>
        </p:grpSpPr>
        <p:sp>
          <p:nvSpPr>
            <p:cNvPr id="263" name="任意多边形: 形状 262">
              <a:extLst>
                <a:ext uri="{FF2B5EF4-FFF2-40B4-BE49-F238E27FC236}">
                  <a16:creationId xmlns:a16="http://schemas.microsoft.com/office/drawing/2014/main" id="{16FDDCF9-A5B2-96C7-66ED-6DD686277F55}"/>
                </a:ext>
              </a:extLst>
            </p:cNvPr>
            <p:cNvSpPr/>
            <p:nvPr/>
          </p:nvSpPr>
          <p:spPr>
            <a:xfrm>
              <a:off x="1727094" y="3635904"/>
              <a:ext cx="931334" cy="502361"/>
            </a:xfrm>
            <a:custGeom>
              <a:avLst/>
              <a:gdLst>
                <a:gd name="connsiteX0" fmla="*/ 931334 w 931334"/>
                <a:gd name="connsiteY0" fmla="*/ 0 h 502361"/>
                <a:gd name="connsiteX1" fmla="*/ 931334 w 931334"/>
                <a:gd name="connsiteY1" fmla="*/ 27188 h 502361"/>
                <a:gd name="connsiteX2" fmla="*/ 931334 w 931334"/>
                <a:gd name="connsiteY2" fmla="*/ 69199 h 502361"/>
                <a:gd name="connsiteX3" fmla="*/ 931334 w 931334"/>
                <a:gd name="connsiteY3" fmla="*/ 502361 h 502361"/>
                <a:gd name="connsiteX4" fmla="*/ 754500 w 931334"/>
                <a:gd name="connsiteY4" fmla="*/ 481078 h 502361"/>
                <a:gd name="connsiteX5" fmla="*/ 13087 w 931334"/>
                <a:gd name="connsiteY5" fmla="*/ 283569 h 502361"/>
                <a:gd name="connsiteX6" fmla="*/ 0 w 931334"/>
                <a:gd name="connsiteY6" fmla="*/ 251181 h 502361"/>
                <a:gd name="connsiteX7" fmla="*/ 13087 w 931334"/>
                <a:gd name="connsiteY7" fmla="*/ 218792 h 502361"/>
                <a:gd name="connsiteX8" fmla="*/ 754500 w 931334"/>
                <a:gd name="connsiteY8" fmla="*/ 21283 h 502361"/>
                <a:gd name="connsiteX9" fmla="*/ 931334 w 931334"/>
                <a:gd name="connsiteY9" fmla="*/ 0 h 502361"/>
                <a:gd name="connsiteX0" fmla="*/ 931334 w 1022774"/>
                <a:gd name="connsiteY0" fmla="*/ 69199 h 502361"/>
                <a:gd name="connsiteX1" fmla="*/ 931334 w 1022774"/>
                <a:gd name="connsiteY1" fmla="*/ 502361 h 502361"/>
                <a:gd name="connsiteX2" fmla="*/ 754500 w 1022774"/>
                <a:gd name="connsiteY2" fmla="*/ 481078 h 502361"/>
                <a:gd name="connsiteX3" fmla="*/ 13087 w 1022774"/>
                <a:gd name="connsiteY3" fmla="*/ 283569 h 502361"/>
                <a:gd name="connsiteX4" fmla="*/ 0 w 1022774"/>
                <a:gd name="connsiteY4" fmla="*/ 251181 h 502361"/>
                <a:gd name="connsiteX5" fmla="*/ 13087 w 1022774"/>
                <a:gd name="connsiteY5" fmla="*/ 218792 h 502361"/>
                <a:gd name="connsiteX6" fmla="*/ 754500 w 1022774"/>
                <a:gd name="connsiteY6" fmla="*/ 21283 h 502361"/>
                <a:gd name="connsiteX7" fmla="*/ 931334 w 1022774"/>
                <a:gd name="connsiteY7" fmla="*/ 0 h 502361"/>
                <a:gd name="connsiteX8" fmla="*/ 931334 w 1022774"/>
                <a:gd name="connsiteY8" fmla="*/ 27188 h 502361"/>
                <a:gd name="connsiteX9" fmla="*/ 1022774 w 1022774"/>
                <a:gd name="connsiteY9" fmla="*/ 160639 h 502361"/>
                <a:gd name="connsiteX0" fmla="*/ 931334 w 1022774"/>
                <a:gd name="connsiteY0" fmla="*/ 502361 h 502361"/>
                <a:gd name="connsiteX1" fmla="*/ 754500 w 1022774"/>
                <a:gd name="connsiteY1" fmla="*/ 481078 h 502361"/>
                <a:gd name="connsiteX2" fmla="*/ 13087 w 1022774"/>
                <a:gd name="connsiteY2" fmla="*/ 283569 h 502361"/>
                <a:gd name="connsiteX3" fmla="*/ 0 w 1022774"/>
                <a:gd name="connsiteY3" fmla="*/ 251181 h 502361"/>
                <a:gd name="connsiteX4" fmla="*/ 13087 w 1022774"/>
                <a:gd name="connsiteY4" fmla="*/ 218792 h 502361"/>
                <a:gd name="connsiteX5" fmla="*/ 754500 w 1022774"/>
                <a:gd name="connsiteY5" fmla="*/ 21283 h 502361"/>
                <a:gd name="connsiteX6" fmla="*/ 931334 w 1022774"/>
                <a:gd name="connsiteY6" fmla="*/ 0 h 502361"/>
                <a:gd name="connsiteX7" fmla="*/ 931334 w 1022774"/>
                <a:gd name="connsiteY7" fmla="*/ 27188 h 502361"/>
                <a:gd name="connsiteX8" fmla="*/ 1022774 w 1022774"/>
                <a:gd name="connsiteY8" fmla="*/ 160639 h 502361"/>
                <a:gd name="connsiteX0" fmla="*/ 931334 w 931334"/>
                <a:gd name="connsiteY0" fmla="*/ 502361 h 502361"/>
                <a:gd name="connsiteX1" fmla="*/ 754500 w 931334"/>
                <a:gd name="connsiteY1" fmla="*/ 481078 h 502361"/>
                <a:gd name="connsiteX2" fmla="*/ 13087 w 931334"/>
                <a:gd name="connsiteY2" fmla="*/ 283569 h 502361"/>
                <a:gd name="connsiteX3" fmla="*/ 0 w 931334"/>
                <a:gd name="connsiteY3" fmla="*/ 251181 h 502361"/>
                <a:gd name="connsiteX4" fmla="*/ 13087 w 931334"/>
                <a:gd name="connsiteY4" fmla="*/ 218792 h 502361"/>
                <a:gd name="connsiteX5" fmla="*/ 754500 w 931334"/>
                <a:gd name="connsiteY5" fmla="*/ 21283 h 502361"/>
                <a:gd name="connsiteX6" fmla="*/ 931334 w 931334"/>
                <a:gd name="connsiteY6" fmla="*/ 0 h 502361"/>
                <a:gd name="connsiteX7" fmla="*/ 931334 w 931334"/>
                <a:gd name="connsiteY7" fmla="*/ 27188 h 502361"/>
                <a:gd name="connsiteX0" fmla="*/ 931334 w 931334"/>
                <a:gd name="connsiteY0" fmla="*/ 502361 h 502361"/>
                <a:gd name="connsiteX1" fmla="*/ 754500 w 931334"/>
                <a:gd name="connsiteY1" fmla="*/ 481078 h 502361"/>
                <a:gd name="connsiteX2" fmla="*/ 13087 w 931334"/>
                <a:gd name="connsiteY2" fmla="*/ 283569 h 502361"/>
                <a:gd name="connsiteX3" fmla="*/ 0 w 931334"/>
                <a:gd name="connsiteY3" fmla="*/ 251181 h 502361"/>
                <a:gd name="connsiteX4" fmla="*/ 13087 w 931334"/>
                <a:gd name="connsiteY4" fmla="*/ 218792 h 502361"/>
                <a:gd name="connsiteX5" fmla="*/ 754500 w 931334"/>
                <a:gd name="connsiteY5" fmla="*/ 21283 h 502361"/>
                <a:gd name="connsiteX6" fmla="*/ 931334 w 931334"/>
                <a:gd name="connsiteY6" fmla="*/ 0 h 502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1334" h="502361">
                  <a:moveTo>
                    <a:pt x="931334" y="502361"/>
                  </a:moveTo>
                  <a:lnTo>
                    <a:pt x="754500" y="481078"/>
                  </a:lnTo>
                  <a:cubicBezTo>
                    <a:pt x="342067" y="426413"/>
                    <a:pt x="73728" y="358257"/>
                    <a:pt x="13087" y="283569"/>
                  </a:cubicBezTo>
                  <a:lnTo>
                    <a:pt x="0" y="251181"/>
                  </a:lnTo>
                  <a:lnTo>
                    <a:pt x="13087" y="218792"/>
                  </a:lnTo>
                  <a:cubicBezTo>
                    <a:pt x="73728" y="144105"/>
                    <a:pt x="342067" y="75949"/>
                    <a:pt x="754500" y="21283"/>
                  </a:cubicBezTo>
                  <a:lnTo>
                    <a:pt x="931334" y="0"/>
                  </a:lnTo>
                </a:path>
              </a:pathLst>
            </a:custGeom>
            <a:noFill/>
            <a:ln>
              <a:gradFill>
                <a:gsLst>
                  <a:gs pos="20000">
                    <a:schemeClr val="accent2">
                      <a:alpha val="0"/>
                    </a:schemeClr>
                  </a:gs>
                  <a:gs pos="44000">
                    <a:schemeClr val="accent2">
                      <a:alpha val="74000"/>
                    </a:schemeClr>
                  </a:gs>
                  <a:gs pos="100000">
                    <a:schemeClr val="accent2"/>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4" name="任意多边形: 形状 263">
              <a:extLst>
                <a:ext uri="{FF2B5EF4-FFF2-40B4-BE49-F238E27FC236}">
                  <a16:creationId xmlns:a16="http://schemas.microsoft.com/office/drawing/2014/main" id="{ABFC408E-A615-5E47-A557-3CAC80CE8D62}"/>
                </a:ext>
              </a:extLst>
            </p:cNvPr>
            <p:cNvSpPr/>
            <p:nvPr/>
          </p:nvSpPr>
          <p:spPr>
            <a:xfrm>
              <a:off x="1727094" y="1839931"/>
              <a:ext cx="931334" cy="2047154"/>
            </a:xfrm>
            <a:custGeom>
              <a:avLst/>
              <a:gdLst>
                <a:gd name="connsiteX0" fmla="*/ 931334 w 931334"/>
                <a:gd name="connsiteY0" fmla="*/ 0 h 2047154"/>
                <a:gd name="connsiteX1" fmla="*/ 931334 w 931334"/>
                <a:gd name="connsiteY1" fmla="*/ 433162 h 2047154"/>
                <a:gd name="connsiteX2" fmla="*/ 931334 w 931334"/>
                <a:gd name="connsiteY2" fmla="*/ 475173 h 2047154"/>
                <a:gd name="connsiteX3" fmla="*/ 931334 w 931334"/>
                <a:gd name="connsiteY3" fmla="*/ 502362 h 2047154"/>
                <a:gd name="connsiteX4" fmla="*/ 931334 w 931334"/>
                <a:gd name="connsiteY4" fmla="*/ 908335 h 2047154"/>
                <a:gd name="connsiteX5" fmla="*/ 931334 w 931334"/>
                <a:gd name="connsiteY5" fmla="*/ 977535 h 2047154"/>
                <a:gd name="connsiteX6" fmla="*/ 931334 w 931334"/>
                <a:gd name="connsiteY6" fmla="*/ 1784688 h 2047154"/>
                <a:gd name="connsiteX7" fmla="*/ 931334 w 931334"/>
                <a:gd name="connsiteY7" fmla="*/ 1795973 h 2047154"/>
                <a:gd name="connsiteX8" fmla="*/ 754500 w 931334"/>
                <a:gd name="connsiteY8" fmla="*/ 1817256 h 2047154"/>
                <a:gd name="connsiteX9" fmla="*/ 0 w 931334"/>
                <a:gd name="connsiteY9" fmla="*/ 2047154 h 2047154"/>
                <a:gd name="connsiteX10" fmla="*/ 0 w 931334"/>
                <a:gd name="connsiteY10" fmla="*/ 1784688 h 2047154"/>
                <a:gd name="connsiteX11" fmla="*/ 0 w 931334"/>
                <a:gd name="connsiteY11" fmla="*/ 726355 h 2047154"/>
                <a:gd name="connsiteX12" fmla="*/ 0 w 931334"/>
                <a:gd name="connsiteY12" fmla="*/ 726354 h 2047154"/>
                <a:gd name="connsiteX13" fmla="*/ 0 w 931334"/>
                <a:gd name="connsiteY13" fmla="*/ 251182 h 2047154"/>
                <a:gd name="connsiteX14" fmla="*/ 2 w 931334"/>
                <a:gd name="connsiteY14" fmla="*/ 251185 h 2047154"/>
                <a:gd name="connsiteX15" fmla="*/ 0 w 931334"/>
                <a:gd name="connsiteY15" fmla="*/ 251181 h 2047154"/>
                <a:gd name="connsiteX16" fmla="*/ 754500 w 931334"/>
                <a:gd name="connsiteY16" fmla="*/ 21283 h 20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31334" h="2047154">
                  <a:moveTo>
                    <a:pt x="931334" y="0"/>
                  </a:moveTo>
                  <a:lnTo>
                    <a:pt x="931334" y="433162"/>
                  </a:lnTo>
                  <a:lnTo>
                    <a:pt x="931334" y="475173"/>
                  </a:lnTo>
                  <a:lnTo>
                    <a:pt x="931334" y="502362"/>
                  </a:lnTo>
                  <a:lnTo>
                    <a:pt x="931334" y="908335"/>
                  </a:lnTo>
                  <a:lnTo>
                    <a:pt x="931334" y="977535"/>
                  </a:lnTo>
                  <a:lnTo>
                    <a:pt x="931334" y="1784688"/>
                  </a:lnTo>
                  <a:lnTo>
                    <a:pt x="931334" y="1795973"/>
                  </a:lnTo>
                  <a:lnTo>
                    <a:pt x="754500" y="1817256"/>
                  </a:lnTo>
                  <a:cubicBezTo>
                    <a:pt x="283148" y="1879731"/>
                    <a:pt x="0" y="1959826"/>
                    <a:pt x="0" y="2047154"/>
                  </a:cubicBezTo>
                  <a:lnTo>
                    <a:pt x="0" y="1784688"/>
                  </a:lnTo>
                  <a:lnTo>
                    <a:pt x="0" y="726355"/>
                  </a:lnTo>
                  <a:lnTo>
                    <a:pt x="0" y="726354"/>
                  </a:lnTo>
                  <a:lnTo>
                    <a:pt x="0" y="251182"/>
                  </a:lnTo>
                  <a:lnTo>
                    <a:pt x="2" y="251185"/>
                  </a:lnTo>
                  <a:lnTo>
                    <a:pt x="0" y="251181"/>
                  </a:lnTo>
                  <a:cubicBezTo>
                    <a:pt x="0" y="163853"/>
                    <a:pt x="283148" y="83758"/>
                    <a:pt x="754500" y="21283"/>
                  </a:cubicBezTo>
                  <a:close/>
                </a:path>
              </a:pathLst>
            </a:custGeom>
            <a:gradFill>
              <a:gsLst>
                <a:gs pos="0">
                  <a:schemeClr val="accent2">
                    <a:alpha val="0"/>
                  </a:schemeClr>
                </a:gs>
                <a:gs pos="100000">
                  <a:schemeClr val="accent2">
                    <a:alpha val="31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5" name="任意多边形: 形状 264">
              <a:extLst>
                <a:ext uri="{FF2B5EF4-FFF2-40B4-BE49-F238E27FC236}">
                  <a16:creationId xmlns:a16="http://schemas.microsoft.com/office/drawing/2014/main" id="{242323C8-296A-9EB6-DE82-4FB0CA33F415}"/>
                </a:ext>
              </a:extLst>
            </p:cNvPr>
            <p:cNvSpPr/>
            <p:nvPr/>
          </p:nvSpPr>
          <p:spPr>
            <a:xfrm flipV="1">
              <a:off x="1727094" y="2091111"/>
              <a:ext cx="931334" cy="2047154"/>
            </a:xfrm>
            <a:custGeom>
              <a:avLst/>
              <a:gdLst>
                <a:gd name="connsiteX0" fmla="*/ 931334 w 931334"/>
                <a:gd name="connsiteY0" fmla="*/ 0 h 2047154"/>
                <a:gd name="connsiteX1" fmla="*/ 931334 w 931334"/>
                <a:gd name="connsiteY1" fmla="*/ 433162 h 2047154"/>
                <a:gd name="connsiteX2" fmla="*/ 931334 w 931334"/>
                <a:gd name="connsiteY2" fmla="*/ 475173 h 2047154"/>
                <a:gd name="connsiteX3" fmla="*/ 931334 w 931334"/>
                <a:gd name="connsiteY3" fmla="*/ 502362 h 2047154"/>
                <a:gd name="connsiteX4" fmla="*/ 931334 w 931334"/>
                <a:gd name="connsiteY4" fmla="*/ 908335 h 2047154"/>
                <a:gd name="connsiteX5" fmla="*/ 931334 w 931334"/>
                <a:gd name="connsiteY5" fmla="*/ 977535 h 2047154"/>
                <a:gd name="connsiteX6" fmla="*/ 931334 w 931334"/>
                <a:gd name="connsiteY6" fmla="*/ 1784688 h 2047154"/>
                <a:gd name="connsiteX7" fmla="*/ 931334 w 931334"/>
                <a:gd name="connsiteY7" fmla="*/ 1795973 h 2047154"/>
                <a:gd name="connsiteX8" fmla="*/ 754500 w 931334"/>
                <a:gd name="connsiteY8" fmla="*/ 1817256 h 2047154"/>
                <a:gd name="connsiteX9" fmla="*/ 0 w 931334"/>
                <a:gd name="connsiteY9" fmla="*/ 2047154 h 2047154"/>
                <a:gd name="connsiteX10" fmla="*/ 0 w 931334"/>
                <a:gd name="connsiteY10" fmla="*/ 1784688 h 2047154"/>
                <a:gd name="connsiteX11" fmla="*/ 0 w 931334"/>
                <a:gd name="connsiteY11" fmla="*/ 726355 h 2047154"/>
                <a:gd name="connsiteX12" fmla="*/ 0 w 931334"/>
                <a:gd name="connsiteY12" fmla="*/ 726354 h 2047154"/>
                <a:gd name="connsiteX13" fmla="*/ 0 w 931334"/>
                <a:gd name="connsiteY13" fmla="*/ 251182 h 2047154"/>
                <a:gd name="connsiteX14" fmla="*/ 2 w 931334"/>
                <a:gd name="connsiteY14" fmla="*/ 251185 h 2047154"/>
                <a:gd name="connsiteX15" fmla="*/ 0 w 931334"/>
                <a:gd name="connsiteY15" fmla="*/ 251181 h 2047154"/>
                <a:gd name="connsiteX16" fmla="*/ 754500 w 931334"/>
                <a:gd name="connsiteY16" fmla="*/ 21283 h 20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31334" h="2047154">
                  <a:moveTo>
                    <a:pt x="931334" y="0"/>
                  </a:moveTo>
                  <a:lnTo>
                    <a:pt x="931334" y="433162"/>
                  </a:lnTo>
                  <a:lnTo>
                    <a:pt x="931334" y="475173"/>
                  </a:lnTo>
                  <a:lnTo>
                    <a:pt x="931334" y="502362"/>
                  </a:lnTo>
                  <a:lnTo>
                    <a:pt x="931334" y="908335"/>
                  </a:lnTo>
                  <a:lnTo>
                    <a:pt x="931334" y="977535"/>
                  </a:lnTo>
                  <a:lnTo>
                    <a:pt x="931334" y="1784688"/>
                  </a:lnTo>
                  <a:lnTo>
                    <a:pt x="931334" y="1795973"/>
                  </a:lnTo>
                  <a:lnTo>
                    <a:pt x="754500" y="1817256"/>
                  </a:lnTo>
                  <a:cubicBezTo>
                    <a:pt x="283148" y="1879731"/>
                    <a:pt x="0" y="1959826"/>
                    <a:pt x="0" y="2047154"/>
                  </a:cubicBezTo>
                  <a:lnTo>
                    <a:pt x="0" y="1784688"/>
                  </a:lnTo>
                  <a:lnTo>
                    <a:pt x="0" y="726355"/>
                  </a:lnTo>
                  <a:lnTo>
                    <a:pt x="0" y="726354"/>
                  </a:lnTo>
                  <a:lnTo>
                    <a:pt x="0" y="251182"/>
                  </a:lnTo>
                  <a:lnTo>
                    <a:pt x="2" y="251185"/>
                  </a:lnTo>
                  <a:lnTo>
                    <a:pt x="0" y="251181"/>
                  </a:lnTo>
                  <a:cubicBezTo>
                    <a:pt x="0" y="163853"/>
                    <a:pt x="283148" y="83758"/>
                    <a:pt x="754500" y="21283"/>
                  </a:cubicBezTo>
                  <a:close/>
                </a:path>
              </a:pathLst>
            </a:custGeom>
            <a:gradFill>
              <a:gsLst>
                <a:gs pos="0">
                  <a:schemeClr val="accent2">
                    <a:alpha val="0"/>
                  </a:schemeClr>
                </a:gs>
                <a:gs pos="100000">
                  <a:schemeClr val="accent2">
                    <a:alpha val="31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cxnSp>
          <p:nvCxnSpPr>
            <p:cNvPr id="266" name="直接连接符 265">
              <a:extLst>
                <a:ext uri="{FF2B5EF4-FFF2-40B4-BE49-F238E27FC236}">
                  <a16:creationId xmlns:a16="http://schemas.microsoft.com/office/drawing/2014/main" id="{E4B5F05D-9C0D-8614-7807-0D5CEBB1C92D}"/>
                </a:ext>
              </a:extLst>
            </p:cNvPr>
            <p:cNvCxnSpPr>
              <a:cxnSpLocks/>
              <a:endCxn id="265" idx="0"/>
            </p:cNvCxnSpPr>
            <p:nvPr/>
          </p:nvCxnSpPr>
          <p:spPr>
            <a:xfrm>
              <a:off x="2658428" y="1839931"/>
              <a:ext cx="0" cy="2298334"/>
            </a:xfrm>
            <a:prstGeom prst="line">
              <a:avLst/>
            </a:prstGeom>
            <a:ln w="19050">
              <a:gradFill>
                <a:gsLst>
                  <a:gs pos="15000">
                    <a:schemeClr val="accent2">
                      <a:alpha val="33000"/>
                    </a:schemeClr>
                  </a:gs>
                  <a:gs pos="50000">
                    <a:schemeClr val="accent2"/>
                  </a:gs>
                  <a:gs pos="85000">
                    <a:schemeClr val="accent2">
                      <a:alpha val="3300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152" name="任意多边形: 形状 151">
            <a:extLst>
              <a:ext uri="{FF2B5EF4-FFF2-40B4-BE49-F238E27FC236}">
                <a16:creationId xmlns:a16="http://schemas.microsoft.com/office/drawing/2014/main" id="{41E97603-459D-B70D-28E0-82ECA976CC6B}"/>
              </a:ext>
            </a:extLst>
          </p:cNvPr>
          <p:cNvSpPr/>
          <p:nvPr/>
        </p:nvSpPr>
        <p:spPr>
          <a:xfrm>
            <a:off x="1244757" y="769911"/>
            <a:ext cx="9651695" cy="6084882"/>
          </a:xfrm>
          <a:custGeom>
            <a:avLst/>
            <a:gdLst>
              <a:gd name="connsiteX0" fmla="*/ 1138668 w 9651695"/>
              <a:gd name="connsiteY0" fmla="*/ 0 h 8568266"/>
              <a:gd name="connsiteX1" fmla="*/ 8539666 w 9651695"/>
              <a:gd name="connsiteY1" fmla="*/ 0 h 8568266"/>
              <a:gd name="connsiteX2" fmla="*/ 8520636 w 9651695"/>
              <a:gd name="connsiteY2" fmla="*/ 6969 h 8568266"/>
              <a:gd name="connsiteX3" fmla="*/ 7787104 w 9651695"/>
              <a:gd name="connsiteY3" fmla="*/ 4435012 h 8568266"/>
              <a:gd name="connsiteX4" fmla="*/ 9638454 w 9651695"/>
              <a:gd name="connsiteY4" fmla="*/ 8564011 h 8568266"/>
              <a:gd name="connsiteX5" fmla="*/ 9651695 w 9651695"/>
              <a:gd name="connsiteY5" fmla="*/ 8563427 h 8568266"/>
              <a:gd name="connsiteX6" fmla="*/ 9651695 w 9651695"/>
              <a:gd name="connsiteY6" fmla="*/ 8568266 h 8568266"/>
              <a:gd name="connsiteX7" fmla="*/ 0 w 9651695"/>
              <a:gd name="connsiteY7" fmla="*/ 8568266 h 8568266"/>
              <a:gd name="connsiteX8" fmla="*/ 0 w 9651695"/>
              <a:gd name="connsiteY8" fmla="*/ 8562251 h 8568266"/>
              <a:gd name="connsiteX9" fmla="*/ 39879 w 9651695"/>
              <a:gd name="connsiteY9" fmla="*/ 8564011 h 8568266"/>
              <a:gd name="connsiteX10" fmla="*/ 1891229 w 9651695"/>
              <a:gd name="connsiteY10" fmla="*/ 4435012 h 8568266"/>
              <a:gd name="connsiteX11" fmla="*/ 1157697 w 9651695"/>
              <a:gd name="connsiteY11" fmla="*/ 6969 h 8568266"/>
              <a:gd name="connsiteX12" fmla="*/ 1138668 w 9651695"/>
              <a:gd name="connsiteY12" fmla="*/ 0 h 8568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51695" h="8568266">
                <a:moveTo>
                  <a:pt x="1138668" y="0"/>
                </a:moveTo>
                <a:lnTo>
                  <a:pt x="8539666" y="0"/>
                </a:lnTo>
                <a:lnTo>
                  <a:pt x="8520636" y="6969"/>
                </a:lnTo>
                <a:cubicBezTo>
                  <a:pt x="7842102" y="313212"/>
                  <a:pt x="7515233" y="2210297"/>
                  <a:pt x="7787104" y="4435012"/>
                </a:cubicBezTo>
                <a:cubicBezTo>
                  <a:pt x="8068038" y="6733885"/>
                  <a:pt x="8885234" y="8539259"/>
                  <a:pt x="9638454" y="8564011"/>
                </a:cubicBezTo>
                <a:lnTo>
                  <a:pt x="9651695" y="8563427"/>
                </a:lnTo>
                <a:lnTo>
                  <a:pt x="9651695" y="8568266"/>
                </a:lnTo>
                <a:lnTo>
                  <a:pt x="0" y="8568266"/>
                </a:lnTo>
                <a:lnTo>
                  <a:pt x="0" y="8562251"/>
                </a:lnTo>
                <a:lnTo>
                  <a:pt x="39879" y="8564011"/>
                </a:lnTo>
                <a:cubicBezTo>
                  <a:pt x="793099" y="8539259"/>
                  <a:pt x="1610296" y="6733885"/>
                  <a:pt x="1891229" y="4435012"/>
                </a:cubicBezTo>
                <a:cubicBezTo>
                  <a:pt x="2163100" y="2210297"/>
                  <a:pt x="1836231" y="313212"/>
                  <a:pt x="1157697" y="6969"/>
                </a:cubicBezTo>
                <a:lnTo>
                  <a:pt x="1138668" y="0"/>
                </a:lnTo>
                <a:close/>
              </a:path>
            </a:pathLst>
          </a:custGeom>
          <a:gradFill flip="none" rotWithShape="1">
            <a:gsLst>
              <a:gs pos="16000">
                <a:schemeClr val="accent1">
                  <a:alpha val="0"/>
                </a:schemeClr>
              </a:gs>
              <a:gs pos="89000">
                <a:schemeClr val="accent1">
                  <a:alpha val="0"/>
                </a:schemeClr>
              </a:gs>
              <a:gs pos="65000">
                <a:schemeClr val="accent1">
                  <a:alpha val="10000"/>
                </a:schemeClr>
              </a:gs>
              <a:gs pos="45000">
                <a:schemeClr val="accent1">
                  <a:alpha val="10000"/>
                </a:schemeClr>
              </a:gs>
            </a:gsLst>
            <a:lin ang="5400000" scaled="0"/>
            <a:tileRect/>
          </a:gradFill>
          <a:ln>
            <a:gradFill>
              <a:gsLst>
                <a:gs pos="11000">
                  <a:schemeClr val="accent1">
                    <a:alpha val="0"/>
                  </a:schemeClr>
                </a:gs>
                <a:gs pos="37000">
                  <a:schemeClr val="accent1">
                    <a:alpha val="80000"/>
                  </a:schemeClr>
                </a:gs>
                <a:gs pos="86000">
                  <a:schemeClr val="accent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 name="任意多边形: 形状 4">
            <a:extLst>
              <a:ext uri="{FF2B5EF4-FFF2-40B4-BE49-F238E27FC236}">
                <a16:creationId xmlns:a16="http://schemas.microsoft.com/office/drawing/2014/main" id="{533946C0-6AAE-1AF6-748B-958EDD7F6F4D}"/>
              </a:ext>
            </a:extLst>
          </p:cNvPr>
          <p:cNvSpPr/>
          <p:nvPr/>
        </p:nvSpPr>
        <p:spPr>
          <a:xfrm>
            <a:off x="672144" y="2189021"/>
            <a:ext cx="10846755" cy="2147754"/>
          </a:xfrm>
          <a:custGeom>
            <a:avLst/>
            <a:gdLst>
              <a:gd name="connsiteX0" fmla="*/ 0 w 6608233"/>
              <a:gd name="connsiteY0" fmla="*/ 0 h 1824904"/>
              <a:gd name="connsiteX1" fmla="*/ 11483 w 6608233"/>
              <a:gd name="connsiteY1" fmla="*/ 0 h 1824904"/>
              <a:gd name="connsiteX2" fmla="*/ 4300 w 6608233"/>
              <a:gd name="connsiteY2" fmla="*/ 10332 h 1824904"/>
              <a:gd name="connsiteX3" fmla="*/ 1 w 6608233"/>
              <a:gd name="connsiteY3" fmla="*/ 28931 h 1824904"/>
              <a:gd name="connsiteX4" fmla="*/ 3304118 w 6608233"/>
              <a:gd name="connsiteY4" fmla="*/ 390353 h 1824904"/>
              <a:gd name="connsiteX5" fmla="*/ 6603936 w 6608233"/>
              <a:gd name="connsiteY5" fmla="*/ 47530 h 1824904"/>
              <a:gd name="connsiteX6" fmla="*/ 6608233 w 6608233"/>
              <a:gd name="connsiteY6" fmla="*/ 28940 h 1824904"/>
              <a:gd name="connsiteX7" fmla="*/ 6608233 w 6608233"/>
              <a:gd name="connsiteY7" fmla="*/ 1824904 h 1824904"/>
              <a:gd name="connsiteX8" fmla="*/ 6607693 w 6608233"/>
              <a:gd name="connsiteY8" fmla="*/ 1824904 h 1824904"/>
              <a:gd name="connsiteX9" fmla="*/ 6603936 w 6608233"/>
              <a:gd name="connsiteY9" fmla="*/ 1808652 h 1824904"/>
              <a:gd name="connsiteX10" fmla="*/ 3304118 w 6608233"/>
              <a:gd name="connsiteY10" fmla="*/ 1465829 h 1824904"/>
              <a:gd name="connsiteX11" fmla="*/ 4300 w 6608233"/>
              <a:gd name="connsiteY11" fmla="*/ 1808652 h 1824904"/>
              <a:gd name="connsiteX12" fmla="*/ 544 w 6608233"/>
              <a:gd name="connsiteY12" fmla="*/ 1824904 h 1824904"/>
              <a:gd name="connsiteX13" fmla="*/ 0 w 6608233"/>
              <a:gd name="connsiteY13" fmla="*/ 1824904 h 1824904"/>
              <a:gd name="connsiteX14" fmla="*/ 0 w 6608233"/>
              <a:gd name="connsiteY14" fmla="*/ 0 h 1824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08233" h="1824904">
                <a:moveTo>
                  <a:pt x="0" y="0"/>
                </a:moveTo>
                <a:lnTo>
                  <a:pt x="11483" y="0"/>
                </a:lnTo>
                <a:lnTo>
                  <a:pt x="4300" y="10332"/>
                </a:lnTo>
                <a:cubicBezTo>
                  <a:pt x="1446" y="16492"/>
                  <a:pt x="1" y="22693"/>
                  <a:pt x="1" y="28931"/>
                </a:cubicBezTo>
                <a:cubicBezTo>
                  <a:pt x="1" y="228539"/>
                  <a:pt x="1479305" y="390353"/>
                  <a:pt x="3304118" y="390353"/>
                </a:cubicBezTo>
                <a:cubicBezTo>
                  <a:pt x="5071906" y="390353"/>
                  <a:pt x="6515441" y="238494"/>
                  <a:pt x="6603936" y="47530"/>
                </a:cubicBezTo>
                <a:lnTo>
                  <a:pt x="6608233" y="28940"/>
                </a:lnTo>
                <a:lnTo>
                  <a:pt x="6608233" y="1824904"/>
                </a:lnTo>
                <a:lnTo>
                  <a:pt x="6607693" y="1824904"/>
                </a:lnTo>
                <a:lnTo>
                  <a:pt x="6603936" y="1808652"/>
                </a:lnTo>
                <a:cubicBezTo>
                  <a:pt x="6515441" y="1617688"/>
                  <a:pt x="5071906" y="1465829"/>
                  <a:pt x="3304118" y="1465829"/>
                </a:cubicBezTo>
                <a:cubicBezTo>
                  <a:pt x="1536331" y="1465829"/>
                  <a:pt x="92795" y="1617688"/>
                  <a:pt x="4300" y="1808652"/>
                </a:cubicBezTo>
                <a:lnTo>
                  <a:pt x="544" y="1824904"/>
                </a:lnTo>
                <a:lnTo>
                  <a:pt x="0" y="1824904"/>
                </a:lnTo>
                <a:lnTo>
                  <a:pt x="0" y="0"/>
                </a:lnTo>
                <a:close/>
              </a:path>
            </a:pathLst>
          </a:custGeom>
          <a:gradFill>
            <a:gsLst>
              <a:gs pos="11000">
                <a:schemeClr val="accent2">
                  <a:alpha val="7000"/>
                </a:schemeClr>
              </a:gs>
              <a:gs pos="70000">
                <a:srgbClr val="C99371">
                  <a:alpha val="0"/>
                </a:srgbClr>
              </a:gs>
              <a:gs pos="30000">
                <a:srgbClr val="C99371">
                  <a:alpha val="0"/>
                </a:srgbClr>
              </a:gs>
              <a:gs pos="89000">
                <a:schemeClr val="accent2">
                  <a:alpha val="7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85" name="任意多边形: 形状 184">
            <a:extLst>
              <a:ext uri="{FF2B5EF4-FFF2-40B4-BE49-F238E27FC236}">
                <a16:creationId xmlns:a16="http://schemas.microsoft.com/office/drawing/2014/main" id="{2F698225-B4C5-40DE-AA66-18A626E09141}"/>
              </a:ext>
            </a:extLst>
          </p:cNvPr>
          <p:cNvSpPr/>
          <p:nvPr/>
        </p:nvSpPr>
        <p:spPr>
          <a:xfrm>
            <a:off x="888662" y="552450"/>
            <a:ext cx="10414676" cy="6565900"/>
          </a:xfrm>
          <a:custGeom>
            <a:avLst/>
            <a:gdLst>
              <a:gd name="connsiteX0" fmla="*/ 1138668 w 9651695"/>
              <a:gd name="connsiteY0" fmla="*/ 0 h 8568266"/>
              <a:gd name="connsiteX1" fmla="*/ 8539666 w 9651695"/>
              <a:gd name="connsiteY1" fmla="*/ 0 h 8568266"/>
              <a:gd name="connsiteX2" fmla="*/ 8520636 w 9651695"/>
              <a:gd name="connsiteY2" fmla="*/ 6969 h 8568266"/>
              <a:gd name="connsiteX3" fmla="*/ 7787104 w 9651695"/>
              <a:gd name="connsiteY3" fmla="*/ 4435012 h 8568266"/>
              <a:gd name="connsiteX4" fmla="*/ 9638454 w 9651695"/>
              <a:gd name="connsiteY4" fmla="*/ 8564011 h 8568266"/>
              <a:gd name="connsiteX5" fmla="*/ 9651695 w 9651695"/>
              <a:gd name="connsiteY5" fmla="*/ 8563427 h 8568266"/>
              <a:gd name="connsiteX6" fmla="*/ 9651695 w 9651695"/>
              <a:gd name="connsiteY6" fmla="*/ 8568266 h 8568266"/>
              <a:gd name="connsiteX7" fmla="*/ 0 w 9651695"/>
              <a:gd name="connsiteY7" fmla="*/ 8568266 h 8568266"/>
              <a:gd name="connsiteX8" fmla="*/ 0 w 9651695"/>
              <a:gd name="connsiteY8" fmla="*/ 8562251 h 8568266"/>
              <a:gd name="connsiteX9" fmla="*/ 39879 w 9651695"/>
              <a:gd name="connsiteY9" fmla="*/ 8564011 h 8568266"/>
              <a:gd name="connsiteX10" fmla="*/ 1891229 w 9651695"/>
              <a:gd name="connsiteY10" fmla="*/ 4435012 h 8568266"/>
              <a:gd name="connsiteX11" fmla="*/ 1157697 w 9651695"/>
              <a:gd name="connsiteY11" fmla="*/ 6969 h 8568266"/>
              <a:gd name="connsiteX12" fmla="*/ 1138668 w 9651695"/>
              <a:gd name="connsiteY12" fmla="*/ 0 h 8568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51695" h="8568266">
                <a:moveTo>
                  <a:pt x="1138668" y="0"/>
                </a:moveTo>
                <a:lnTo>
                  <a:pt x="8539666" y="0"/>
                </a:lnTo>
                <a:lnTo>
                  <a:pt x="8520636" y="6969"/>
                </a:lnTo>
                <a:cubicBezTo>
                  <a:pt x="7842102" y="313212"/>
                  <a:pt x="7515233" y="2210297"/>
                  <a:pt x="7787104" y="4435012"/>
                </a:cubicBezTo>
                <a:cubicBezTo>
                  <a:pt x="8068038" y="6733885"/>
                  <a:pt x="8885234" y="8539259"/>
                  <a:pt x="9638454" y="8564011"/>
                </a:cubicBezTo>
                <a:lnTo>
                  <a:pt x="9651695" y="8563427"/>
                </a:lnTo>
                <a:lnTo>
                  <a:pt x="9651695" y="8568266"/>
                </a:lnTo>
                <a:lnTo>
                  <a:pt x="0" y="8568266"/>
                </a:lnTo>
                <a:lnTo>
                  <a:pt x="0" y="8562251"/>
                </a:lnTo>
                <a:lnTo>
                  <a:pt x="39879" y="8564011"/>
                </a:lnTo>
                <a:cubicBezTo>
                  <a:pt x="793099" y="8539259"/>
                  <a:pt x="1610296" y="6733885"/>
                  <a:pt x="1891229" y="4435012"/>
                </a:cubicBezTo>
                <a:cubicBezTo>
                  <a:pt x="2163100" y="2210297"/>
                  <a:pt x="1836231" y="313212"/>
                  <a:pt x="1157697" y="6969"/>
                </a:cubicBezTo>
                <a:lnTo>
                  <a:pt x="1138668" y="0"/>
                </a:lnTo>
                <a:close/>
              </a:path>
            </a:pathLst>
          </a:custGeom>
          <a:noFill/>
          <a:ln>
            <a:gradFill>
              <a:gsLst>
                <a:gs pos="26000">
                  <a:schemeClr val="accent1">
                    <a:alpha val="0"/>
                  </a:schemeClr>
                </a:gs>
                <a:gs pos="37000">
                  <a:schemeClr val="accent1">
                    <a:alpha val="80000"/>
                  </a:schemeClr>
                </a:gs>
                <a:gs pos="66000">
                  <a:schemeClr val="accent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5" name="椭圆 14">
            <a:extLst>
              <a:ext uri="{FF2B5EF4-FFF2-40B4-BE49-F238E27FC236}">
                <a16:creationId xmlns:a16="http://schemas.microsoft.com/office/drawing/2014/main" id="{4C40B048-F578-DEBC-AEC6-783FEB8CEADC}"/>
              </a:ext>
            </a:extLst>
          </p:cNvPr>
          <p:cNvSpPr/>
          <p:nvPr/>
        </p:nvSpPr>
        <p:spPr>
          <a:xfrm>
            <a:off x="3347720" y="5286792"/>
            <a:ext cx="5496560" cy="788776"/>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原生可观测套件模型</a:t>
            </a:r>
            <a:endParaRPr lang="en-US" altLang="zh-CN" dirty="0"/>
          </a:p>
        </p:txBody>
      </p:sp>
      <p:sp>
        <p:nvSpPr>
          <p:cNvPr id="18" name="椭圆 17">
            <a:extLst>
              <a:ext uri="{FF2B5EF4-FFF2-40B4-BE49-F238E27FC236}">
                <a16:creationId xmlns:a16="http://schemas.microsoft.com/office/drawing/2014/main" id="{F5549549-D390-D5C1-0E5B-84FBCD82E215}"/>
              </a:ext>
            </a:extLst>
          </p:cNvPr>
          <p:cNvSpPr/>
          <p:nvPr/>
        </p:nvSpPr>
        <p:spPr>
          <a:xfrm>
            <a:off x="3459973" y="5178149"/>
            <a:ext cx="5272056" cy="756343"/>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梯形 12">
            <a:extLst>
              <a:ext uri="{FF2B5EF4-FFF2-40B4-BE49-F238E27FC236}">
                <a16:creationId xmlns:a16="http://schemas.microsoft.com/office/drawing/2014/main" id="{CC5B0106-7809-9EE2-C1C7-C59844F673DA}"/>
              </a:ext>
            </a:extLst>
          </p:cNvPr>
          <p:cNvSpPr/>
          <p:nvPr/>
        </p:nvSpPr>
        <p:spPr>
          <a:xfrm>
            <a:off x="3631951" y="4720377"/>
            <a:ext cx="4902135" cy="788776"/>
          </a:xfrm>
          <a:prstGeom prst="trapezoid">
            <a:avLst>
              <a:gd name="adj" fmla="val 9955"/>
            </a:avLst>
          </a:prstGeom>
          <a:gradFill>
            <a:gsLst>
              <a:gs pos="53000">
                <a:schemeClr val="accent1">
                  <a:alpha val="9000"/>
                </a:schemeClr>
              </a:gs>
              <a:gs pos="0">
                <a:schemeClr val="accent1">
                  <a:alpha val="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菱形 20">
            <a:extLst>
              <a:ext uri="{FF2B5EF4-FFF2-40B4-BE49-F238E27FC236}">
                <a16:creationId xmlns:a16="http://schemas.microsoft.com/office/drawing/2014/main" id="{63C41FB2-5FED-4033-B912-AA7922459822}"/>
              </a:ext>
            </a:extLst>
          </p:cNvPr>
          <p:cNvSpPr/>
          <p:nvPr/>
        </p:nvSpPr>
        <p:spPr>
          <a:xfrm>
            <a:off x="3846509" y="5142519"/>
            <a:ext cx="814382" cy="336546"/>
          </a:xfrm>
          <a:custGeom>
            <a:avLst/>
            <a:gdLst>
              <a:gd name="connsiteX0" fmla="*/ 10902 w 1447953"/>
              <a:gd name="connsiteY0" fmla="*/ 305036 h 643142"/>
              <a:gd name="connsiteX1" fmla="*/ 716866 w 1447953"/>
              <a:gd name="connsiteY1" fmla="*/ 1464 h 643142"/>
              <a:gd name="connsiteX2" fmla="*/ 731088 w 1447953"/>
              <a:gd name="connsiteY2" fmla="*/ 1464 h 643142"/>
              <a:gd name="connsiteX3" fmla="*/ 1437051 w 1447953"/>
              <a:gd name="connsiteY3" fmla="*/ 305036 h 643142"/>
              <a:gd name="connsiteX4" fmla="*/ 1437051 w 1447953"/>
              <a:gd name="connsiteY4" fmla="*/ 338108 h 643142"/>
              <a:gd name="connsiteX5" fmla="*/ 731088 w 1447953"/>
              <a:gd name="connsiteY5" fmla="*/ 641679 h 643142"/>
              <a:gd name="connsiteX6" fmla="*/ 716866 w 1447953"/>
              <a:gd name="connsiteY6" fmla="*/ 641679 h 643142"/>
              <a:gd name="connsiteX7" fmla="*/ 10903 w 1447953"/>
              <a:gd name="connsiteY7" fmla="*/ 338108 h 643142"/>
              <a:gd name="connsiteX8" fmla="*/ 10902 w 1447953"/>
              <a:gd name="connsiteY8" fmla="*/ 305036 h 64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953" h="643142">
                <a:moveTo>
                  <a:pt x="10902" y="305036"/>
                </a:moveTo>
                <a:lnTo>
                  <a:pt x="716866" y="1464"/>
                </a:lnTo>
                <a:cubicBezTo>
                  <a:pt x="721403" y="-487"/>
                  <a:pt x="726551" y="-487"/>
                  <a:pt x="731088" y="1464"/>
                </a:cubicBezTo>
                <a:lnTo>
                  <a:pt x="1437051" y="305036"/>
                </a:lnTo>
                <a:cubicBezTo>
                  <a:pt x="1451587" y="311287"/>
                  <a:pt x="1451587" y="331857"/>
                  <a:pt x="1437051" y="338108"/>
                </a:cubicBezTo>
                <a:lnTo>
                  <a:pt x="731088" y="641679"/>
                </a:lnTo>
                <a:cubicBezTo>
                  <a:pt x="726551" y="643630"/>
                  <a:pt x="721403" y="643630"/>
                  <a:pt x="716866" y="641679"/>
                </a:cubicBezTo>
                <a:lnTo>
                  <a:pt x="10903" y="338108"/>
                </a:lnTo>
                <a:cubicBezTo>
                  <a:pt x="-3633" y="331857"/>
                  <a:pt x="-3633" y="311287"/>
                  <a:pt x="10902" y="305036"/>
                </a:cubicBezTo>
              </a:path>
            </a:pathLst>
          </a:custGeom>
          <a:gradFill flip="none" rotWithShape="1">
            <a:gsLst>
              <a:gs pos="0">
                <a:schemeClr val="accent1">
                  <a:alpha val="16000"/>
                </a:schemeClr>
              </a:gs>
              <a:gs pos="100000">
                <a:schemeClr val="accent1">
                  <a:alpha val="50000"/>
                </a:schemeClr>
              </a:gs>
            </a:gsLst>
            <a:lin ang="5400000" scaled="0"/>
            <a:tileRect/>
          </a:gradFill>
          <a:ln w="9525" cap="rnd">
            <a:gradFill>
              <a:gsLst>
                <a:gs pos="62650">
                  <a:schemeClr val="accent1"/>
                </a:gs>
                <a:gs pos="50000">
                  <a:schemeClr val="accent1">
                    <a:alpha val="0"/>
                  </a:schemeClr>
                </a:gs>
                <a:gs pos="100000">
                  <a:schemeClr val="accent1"/>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92000" tIns="96000" rIns="192000" bIns="9600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919966">
              <a:defRPr/>
            </a:pPr>
            <a:endParaRPr lang="zh-CN" altLang="en-US" sz="3779">
              <a:solidFill>
                <a:prstClr val="white"/>
              </a:solidFill>
              <a:latin typeface="Alibaba Sans Light"/>
              <a:ea typeface="阿里巴巴普惠体 L"/>
            </a:endParaRPr>
          </a:p>
        </p:txBody>
      </p:sp>
      <p:sp>
        <p:nvSpPr>
          <p:cNvPr id="17" name="梯形 16">
            <a:extLst>
              <a:ext uri="{FF2B5EF4-FFF2-40B4-BE49-F238E27FC236}">
                <a16:creationId xmlns:a16="http://schemas.microsoft.com/office/drawing/2014/main" id="{9B53C421-ADBD-DFD7-C1E3-482B263C2F37}"/>
              </a:ext>
            </a:extLst>
          </p:cNvPr>
          <p:cNvSpPr/>
          <p:nvPr/>
        </p:nvSpPr>
        <p:spPr>
          <a:xfrm flipV="1">
            <a:off x="3796500" y="4808927"/>
            <a:ext cx="914400" cy="501865"/>
          </a:xfrm>
          <a:prstGeom prst="trapezoid">
            <a:avLst/>
          </a:prstGeom>
          <a:gradFill>
            <a:gsLst>
              <a:gs pos="0">
                <a:schemeClr val="accent1">
                  <a:alpha val="0"/>
                </a:schemeClr>
              </a:gs>
              <a:gs pos="46000">
                <a:schemeClr val="accent1">
                  <a:alpha val="10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FCF189AD-804C-D2BA-065D-B5E99A08C937}"/>
              </a:ext>
            </a:extLst>
          </p:cNvPr>
          <p:cNvSpPr txBox="1"/>
          <p:nvPr/>
        </p:nvSpPr>
        <p:spPr>
          <a:xfrm>
            <a:off x="3892063" y="5478177"/>
            <a:ext cx="723275" cy="269817"/>
          </a:xfrm>
          <a:prstGeom prst="rect">
            <a:avLst/>
          </a:prstGeom>
          <a:noFill/>
        </p:spPr>
        <p:txBody>
          <a:bodyPr wrap="none" rtlCol="0">
            <a:spAutoFit/>
          </a:bodyPr>
          <a:lstStyle/>
          <a:p>
            <a:pPr algn="ctr">
              <a:lnSpc>
                <a:spcPct val="120000"/>
              </a:lnSpc>
            </a:pPr>
            <a:r>
              <a:rPr lang="zh-CN" altLang="en-US" sz="1050" dirty="0">
                <a:solidFill>
                  <a:schemeClr val="bg1"/>
                </a:solidFill>
              </a:rPr>
              <a:t>指标监控</a:t>
            </a:r>
          </a:p>
        </p:txBody>
      </p:sp>
      <p:sp>
        <p:nvSpPr>
          <p:cNvPr id="20" name="菱形 20">
            <a:extLst>
              <a:ext uri="{FF2B5EF4-FFF2-40B4-BE49-F238E27FC236}">
                <a16:creationId xmlns:a16="http://schemas.microsoft.com/office/drawing/2014/main" id="{A79DCA14-949D-8E10-F524-DE2625C512E3}"/>
              </a:ext>
            </a:extLst>
          </p:cNvPr>
          <p:cNvSpPr/>
          <p:nvPr/>
        </p:nvSpPr>
        <p:spPr>
          <a:xfrm>
            <a:off x="5118365" y="5282646"/>
            <a:ext cx="814382" cy="336546"/>
          </a:xfrm>
          <a:custGeom>
            <a:avLst/>
            <a:gdLst>
              <a:gd name="connsiteX0" fmla="*/ 10902 w 1447953"/>
              <a:gd name="connsiteY0" fmla="*/ 305036 h 643142"/>
              <a:gd name="connsiteX1" fmla="*/ 716866 w 1447953"/>
              <a:gd name="connsiteY1" fmla="*/ 1464 h 643142"/>
              <a:gd name="connsiteX2" fmla="*/ 731088 w 1447953"/>
              <a:gd name="connsiteY2" fmla="*/ 1464 h 643142"/>
              <a:gd name="connsiteX3" fmla="*/ 1437051 w 1447953"/>
              <a:gd name="connsiteY3" fmla="*/ 305036 h 643142"/>
              <a:gd name="connsiteX4" fmla="*/ 1437051 w 1447953"/>
              <a:gd name="connsiteY4" fmla="*/ 338108 h 643142"/>
              <a:gd name="connsiteX5" fmla="*/ 731088 w 1447953"/>
              <a:gd name="connsiteY5" fmla="*/ 641679 h 643142"/>
              <a:gd name="connsiteX6" fmla="*/ 716866 w 1447953"/>
              <a:gd name="connsiteY6" fmla="*/ 641679 h 643142"/>
              <a:gd name="connsiteX7" fmla="*/ 10903 w 1447953"/>
              <a:gd name="connsiteY7" fmla="*/ 338108 h 643142"/>
              <a:gd name="connsiteX8" fmla="*/ 10902 w 1447953"/>
              <a:gd name="connsiteY8" fmla="*/ 305036 h 64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953" h="643142">
                <a:moveTo>
                  <a:pt x="10902" y="305036"/>
                </a:moveTo>
                <a:lnTo>
                  <a:pt x="716866" y="1464"/>
                </a:lnTo>
                <a:cubicBezTo>
                  <a:pt x="721403" y="-487"/>
                  <a:pt x="726551" y="-487"/>
                  <a:pt x="731088" y="1464"/>
                </a:cubicBezTo>
                <a:lnTo>
                  <a:pt x="1437051" y="305036"/>
                </a:lnTo>
                <a:cubicBezTo>
                  <a:pt x="1451587" y="311287"/>
                  <a:pt x="1451587" y="331857"/>
                  <a:pt x="1437051" y="338108"/>
                </a:cubicBezTo>
                <a:lnTo>
                  <a:pt x="731088" y="641679"/>
                </a:lnTo>
                <a:cubicBezTo>
                  <a:pt x="726551" y="643630"/>
                  <a:pt x="721403" y="643630"/>
                  <a:pt x="716866" y="641679"/>
                </a:cubicBezTo>
                <a:lnTo>
                  <a:pt x="10903" y="338108"/>
                </a:lnTo>
                <a:cubicBezTo>
                  <a:pt x="-3633" y="331857"/>
                  <a:pt x="-3633" y="311287"/>
                  <a:pt x="10902" y="305036"/>
                </a:cubicBezTo>
              </a:path>
            </a:pathLst>
          </a:custGeom>
          <a:gradFill flip="none" rotWithShape="1">
            <a:gsLst>
              <a:gs pos="0">
                <a:schemeClr val="accent1">
                  <a:alpha val="16000"/>
                </a:schemeClr>
              </a:gs>
              <a:gs pos="100000">
                <a:schemeClr val="accent1">
                  <a:alpha val="50000"/>
                </a:schemeClr>
              </a:gs>
            </a:gsLst>
            <a:lin ang="5400000" scaled="0"/>
            <a:tileRect/>
          </a:gradFill>
          <a:ln w="9525" cap="rnd">
            <a:gradFill>
              <a:gsLst>
                <a:gs pos="62650">
                  <a:schemeClr val="accent1"/>
                </a:gs>
                <a:gs pos="50000">
                  <a:schemeClr val="accent1">
                    <a:alpha val="0"/>
                  </a:schemeClr>
                </a:gs>
                <a:gs pos="100000">
                  <a:schemeClr val="accent1"/>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92000" tIns="96000" rIns="192000" bIns="9600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919966">
              <a:defRPr/>
            </a:pPr>
            <a:endParaRPr lang="zh-CN" altLang="en-US" sz="3779">
              <a:solidFill>
                <a:prstClr val="white"/>
              </a:solidFill>
              <a:latin typeface="Alibaba Sans Light"/>
              <a:ea typeface="阿里巴巴普惠体 L"/>
            </a:endParaRPr>
          </a:p>
        </p:txBody>
      </p:sp>
      <p:sp>
        <p:nvSpPr>
          <p:cNvPr id="21" name="梯形 20">
            <a:extLst>
              <a:ext uri="{FF2B5EF4-FFF2-40B4-BE49-F238E27FC236}">
                <a16:creationId xmlns:a16="http://schemas.microsoft.com/office/drawing/2014/main" id="{6C9988E5-03DD-C0E0-96CA-0FF5A76C4499}"/>
              </a:ext>
            </a:extLst>
          </p:cNvPr>
          <p:cNvSpPr/>
          <p:nvPr/>
        </p:nvSpPr>
        <p:spPr>
          <a:xfrm flipV="1">
            <a:off x="5068356" y="4949054"/>
            <a:ext cx="914400" cy="501865"/>
          </a:xfrm>
          <a:prstGeom prst="trapezoid">
            <a:avLst/>
          </a:prstGeom>
          <a:gradFill>
            <a:gsLst>
              <a:gs pos="0">
                <a:schemeClr val="accent1">
                  <a:alpha val="0"/>
                </a:schemeClr>
              </a:gs>
              <a:gs pos="46000">
                <a:schemeClr val="accent1">
                  <a:alpha val="10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19E1B716-99BB-4492-5E3C-22C21E52EECB}"/>
              </a:ext>
            </a:extLst>
          </p:cNvPr>
          <p:cNvSpPr txBox="1"/>
          <p:nvPr/>
        </p:nvSpPr>
        <p:spPr>
          <a:xfrm>
            <a:off x="5163919" y="5618304"/>
            <a:ext cx="723275" cy="269817"/>
          </a:xfrm>
          <a:prstGeom prst="rect">
            <a:avLst/>
          </a:prstGeom>
          <a:noFill/>
        </p:spPr>
        <p:txBody>
          <a:bodyPr wrap="none" rtlCol="0">
            <a:spAutoFit/>
          </a:bodyPr>
          <a:lstStyle/>
          <a:p>
            <a:pPr algn="ctr">
              <a:lnSpc>
                <a:spcPct val="120000"/>
              </a:lnSpc>
            </a:pPr>
            <a:r>
              <a:rPr lang="zh-CN" altLang="en-US" sz="1050" dirty="0">
                <a:solidFill>
                  <a:schemeClr val="bg1"/>
                </a:solidFill>
              </a:rPr>
              <a:t>日志收集</a:t>
            </a:r>
          </a:p>
        </p:txBody>
      </p:sp>
      <p:sp>
        <p:nvSpPr>
          <p:cNvPr id="23" name="菱形 20">
            <a:extLst>
              <a:ext uri="{FF2B5EF4-FFF2-40B4-BE49-F238E27FC236}">
                <a16:creationId xmlns:a16="http://schemas.microsoft.com/office/drawing/2014/main" id="{58E93242-FD80-6E3D-CCD4-28BFAA3E511D}"/>
              </a:ext>
            </a:extLst>
          </p:cNvPr>
          <p:cNvSpPr/>
          <p:nvPr/>
        </p:nvSpPr>
        <p:spPr>
          <a:xfrm>
            <a:off x="6256251" y="5282646"/>
            <a:ext cx="814382" cy="336546"/>
          </a:xfrm>
          <a:custGeom>
            <a:avLst/>
            <a:gdLst>
              <a:gd name="connsiteX0" fmla="*/ 10902 w 1447953"/>
              <a:gd name="connsiteY0" fmla="*/ 305036 h 643142"/>
              <a:gd name="connsiteX1" fmla="*/ 716866 w 1447953"/>
              <a:gd name="connsiteY1" fmla="*/ 1464 h 643142"/>
              <a:gd name="connsiteX2" fmla="*/ 731088 w 1447953"/>
              <a:gd name="connsiteY2" fmla="*/ 1464 h 643142"/>
              <a:gd name="connsiteX3" fmla="*/ 1437051 w 1447953"/>
              <a:gd name="connsiteY3" fmla="*/ 305036 h 643142"/>
              <a:gd name="connsiteX4" fmla="*/ 1437051 w 1447953"/>
              <a:gd name="connsiteY4" fmla="*/ 338108 h 643142"/>
              <a:gd name="connsiteX5" fmla="*/ 731088 w 1447953"/>
              <a:gd name="connsiteY5" fmla="*/ 641679 h 643142"/>
              <a:gd name="connsiteX6" fmla="*/ 716866 w 1447953"/>
              <a:gd name="connsiteY6" fmla="*/ 641679 h 643142"/>
              <a:gd name="connsiteX7" fmla="*/ 10903 w 1447953"/>
              <a:gd name="connsiteY7" fmla="*/ 338108 h 643142"/>
              <a:gd name="connsiteX8" fmla="*/ 10902 w 1447953"/>
              <a:gd name="connsiteY8" fmla="*/ 305036 h 64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953" h="643142">
                <a:moveTo>
                  <a:pt x="10902" y="305036"/>
                </a:moveTo>
                <a:lnTo>
                  <a:pt x="716866" y="1464"/>
                </a:lnTo>
                <a:cubicBezTo>
                  <a:pt x="721403" y="-487"/>
                  <a:pt x="726551" y="-487"/>
                  <a:pt x="731088" y="1464"/>
                </a:cubicBezTo>
                <a:lnTo>
                  <a:pt x="1437051" y="305036"/>
                </a:lnTo>
                <a:cubicBezTo>
                  <a:pt x="1451587" y="311287"/>
                  <a:pt x="1451587" y="331857"/>
                  <a:pt x="1437051" y="338108"/>
                </a:cubicBezTo>
                <a:lnTo>
                  <a:pt x="731088" y="641679"/>
                </a:lnTo>
                <a:cubicBezTo>
                  <a:pt x="726551" y="643630"/>
                  <a:pt x="721403" y="643630"/>
                  <a:pt x="716866" y="641679"/>
                </a:cubicBezTo>
                <a:lnTo>
                  <a:pt x="10903" y="338108"/>
                </a:lnTo>
                <a:cubicBezTo>
                  <a:pt x="-3633" y="331857"/>
                  <a:pt x="-3633" y="311287"/>
                  <a:pt x="10902" y="305036"/>
                </a:cubicBezTo>
              </a:path>
            </a:pathLst>
          </a:custGeom>
          <a:gradFill flip="none" rotWithShape="1">
            <a:gsLst>
              <a:gs pos="0">
                <a:schemeClr val="accent1">
                  <a:alpha val="16000"/>
                </a:schemeClr>
              </a:gs>
              <a:gs pos="100000">
                <a:schemeClr val="accent1">
                  <a:alpha val="50000"/>
                </a:schemeClr>
              </a:gs>
            </a:gsLst>
            <a:lin ang="5400000" scaled="0"/>
            <a:tileRect/>
          </a:gradFill>
          <a:ln w="9525" cap="rnd">
            <a:gradFill>
              <a:gsLst>
                <a:gs pos="62650">
                  <a:schemeClr val="accent1"/>
                </a:gs>
                <a:gs pos="50000">
                  <a:schemeClr val="accent1">
                    <a:alpha val="0"/>
                  </a:schemeClr>
                </a:gs>
                <a:gs pos="100000">
                  <a:schemeClr val="accent1"/>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92000" tIns="96000" rIns="192000" bIns="9600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919966">
              <a:defRPr/>
            </a:pPr>
            <a:endParaRPr lang="zh-CN" altLang="en-US" sz="3779">
              <a:solidFill>
                <a:prstClr val="white"/>
              </a:solidFill>
              <a:latin typeface="Alibaba Sans Light"/>
              <a:ea typeface="阿里巴巴普惠体 L"/>
            </a:endParaRPr>
          </a:p>
        </p:txBody>
      </p:sp>
      <p:sp>
        <p:nvSpPr>
          <p:cNvPr id="24" name="梯形 23">
            <a:extLst>
              <a:ext uri="{FF2B5EF4-FFF2-40B4-BE49-F238E27FC236}">
                <a16:creationId xmlns:a16="http://schemas.microsoft.com/office/drawing/2014/main" id="{60D90BBB-48E7-9715-26E7-5B05C65A3B62}"/>
              </a:ext>
            </a:extLst>
          </p:cNvPr>
          <p:cNvSpPr/>
          <p:nvPr/>
        </p:nvSpPr>
        <p:spPr>
          <a:xfrm flipV="1">
            <a:off x="6206242" y="4949054"/>
            <a:ext cx="914400" cy="501865"/>
          </a:xfrm>
          <a:prstGeom prst="trapezoid">
            <a:avLst/>
          </a:prstGeom>
          <a:gradFill>
            <a:gsLst>
              <a:gs pos="0">
                <a:schemeClr val="accent1">
                  <a:alpha val="0"/>
                </a:schemeClr>
              </a:gs>
              <a:gs pos="46000">
                <a:schemeClr val="accent1">
                  <a:alpha val="10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74E96253-4BEE-2A0E-030B-87BD63AB76C9}"/>
              </a:ext>
            </a:extLst>
          </p:cNvPr>
          <p:cNvSpPr txBox="1"/>
          <p:nvPr/>
        </p:nvSpPr>
        <p:spPr>
          <a:xfrm>
            <a:off x="6234479" y="5618304"/>
            <a:ext cx="857927" cy="269817"/>
          </a:xfrm>
          <a:prstGeom prst="rect">
            <a:avLst/>
          </a:prstGeom>
          <a:noFill/>
        </p:spPr>
        <p:txBody>
          <a:bodyPr wrap="none" rtlCol="0">
            <a:spAutoFit/>
          </a:bodyPr>
          <a:lstStyle/>
          <a:p>
            <a:pPr algn="ctr">
              <a:lnSpc>
                <a:spcPct val="120000"/>
              </a:lnSpc>
            </a:pPr>
            <a:r>
              <a:rPr lang="zh-CN" altLang="en-US" sz="1050" dirty="0">
                <a:solidFill>
                  <a:schemeClr val="bg1"/>
                </a:solidFill>
              </a:rPr>
              <a:t>分布式追踪</a:t>
            </a:r>
          </a:p>
        </p:txBody>
      </p:sp>
      <p:sp>
        <p:nvSpPr>
          <p:cNvPr id="4" name="菱形 20">
            <a:extLst>
              <a:ext uri="{FF2B5EF4-FFF2-40B4-BE49-F238E27FC236}">
                <a16:creationId xmlns:a16="http://schemas.microsoft.com/office/drawing/2014/main" id="{C94B9278-9177-D246-750C-DEFF5224FFA4}"/>
              </a:ext>
            </a:extLst>
          </p:cNvPr>
          <p:cNvSpPr/>
          <p:nvPr/>
        </p:nvSpPr>
        <p:spPr>
          <a:xfrm>
            <a:off x="7506391" y="5142519"/>
            <a:ext cx="814382" cy="336546"/>
          </a:xfrm>
          <a:custGeom>
            <a:avLst/>
            <a:gdLst>
              <a:gd name="connsiteX0" fmla="*/ 10902 w 1447953"/>
              <a:gd name="connsiteY0" fmla="*/ 305036 h 643142"/>
              <a:gd name="connsiteX1" fmla="*/ 716866 w 1447953"/>
              <a:gd name="connsiteY1" fmla="*/ 1464 h 643142"/>
              <a:gd name="connsiteX2" fmla="*/ 731088 w 1447953"/>
              <a:gd name="connsiteY2" fmla="*/ 1464 h 643142"/>
              <a:gd name="connsiteX3" fmla="*/ 1437051 w 1447953"/>
              <a:gd name="connsiteY3" fmla="*/ 305036 h 643142"/>
              <a:gd name="connsiteX4" fmla="*/ 1437051 w 1447953"/>
              <a:gd name="connsiteY4" fmla="*/ 338108 h 643142"/>
              <a:gd name="connsiteX5" fmla="*/ 731088 w 1447953"/>
              <a:gd name="connsiteY5" fmla="*/ 641679 h 643142"/>
              <a:gd name="connsiteX6" fmla="*/ 716866 w 1447953"/>
              <a:gd name="connsiteY6" fmla="*/ 641679 h 643142"/>
              <a:gd name="connsiteX7" fmla="*/ 10903 w 1447953"/>
              <a:gd name="connsiteY7" fmla="*/ 338108 h 643142"/>
              <a:gd name="connsiteX8" fmla="*/ 10902 w 1447953"/>
              <a:gd name="connsiteY8" fmla="*/ 305036 h 64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953" h="643142">
                <a:moveTo>
                  <a:pt x="10902" y="305036"/>
                </a:moveTo>
                <a:lnTo>
                  <a:pt x="716866" y="1464"/>
                </a:lnTo>
                <a:cubicBezTo>
                  <a:pt x="721403" y="-487"/>
                  <a:pt x="726551" y="-487"/>
                  <a:pt x="731088" y="1464"/>
                </a:cubicBezTo>
                <a:lnTo>
                  <a:pt x="1437051" y="305036"/>
                </a:lnTo>
                <a:cubicBezTo>
                  <a:pt x="1451587" y="311287"/>
                  <a:pt x="1451587" y="331857"/>
                  <a:pt x="1437051" y="338108"/>
                </a:cubicBezTo>
                <a:lnTo>
                  <a:pt x="731088" y="641679"/>
                </a:lnTo>
                <a:cubicBezTo>
                  <a:pt x="726551" y="643630"/>
                  <a:pt x="721403" y="643630"/>
                  <a:pt x="716866" y="641679"/>
                </a:cubicBezTo>
                <a:lnTo>
                  <a:pt x="10903" y="338108"/>
                </a:lnTo>
                <a:cubicBezTo>
                  <a:pt x="-3633" y="331857"/>
                  <a:pt x="-3633" y="311287"/>
                  <a:pt x="10902" y="305036"/>
                </a:cubicBezTo>
              </a:path>
            </a:pathLst>
          </a:custGeom>
          <a:gradFill flip="none" rotWithShape="1">
            <a:gsLst>
              <a:gs pos="0">
                <a:schemeClr val="accent1">
                  <a:alpha val="16000"/>
                </a:schemeClr>
              </a:gs>
              <a:gs pos="100000">
                <a:schemeClr val="accent1">
                  <a:alpha val="50000"/>
                </a:schemeClr>
              </a:gs>
            </a:gsLst>
            <a:lin ang="5400000" scaled="0"/>
            <a:tileRect/>
          </a:gradFill>
          <a:ln w="9525" cap="rnd">
            <a:gradFill>
              <a:gsLst>
                <a:gs pos="62650">
                  <a:schemeClr val="accent1"/>
                </a:gs>
                <a:gs pos="50000">
                  <a:schemeClr val="accent1">
                    <a:alpha val="0"/>
                  </a:schemeClr>
                </a:gs>
                <a:gs pos="100000">
                  <a:schemeClr val="accent1"/>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92000" tIns="96000" rIns="192000" bIns="9600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919966">
              <a:defRPr/>
            </a:pPr>
            <a:endParaRPr lang="zh-CN" altLang="en-US" sz="3779">
              <a:solidFill>
                <a:prstClr val="white"/>
              </a:solidFill>
              <a:latin typeface="Alibaba Sans Light"/>
              <a:ea typeface="阿里巴巴普惠体 L"/>
            </a:endParaRPr>
          </a:p>
        </p:txBody>
      </p:sp>
      <p:sp>
        <p:nvSpPr>
          <p:cNvPr id="10" name="梯形 9">
            <a:extLst>
              <a:ext uri="{FF2B5EF4-FFF2-40B4-BE49-F238E27FC236}">
                <a16:creationId xmlns:a16="http://schemas.microsoft.com/office/drawing/2014/main" id="{F5766727-18D8-D719-4F4C-9726D6E47A28}"/>
              </a:ext>
            </a:extLst>
          </p:cNvPr>
          <p:cNvSpPr/>
          <p:nvPr/>
        </p:nvSpPr>
        <p:spPr>
          <a:xfrm flipV="1">
            <a:off x="7456382" y="4808927"/>
            <a:ext cx="914400" cy="501865"/>
          </a:xfrm>
          <a:prstGeom prst="trapezoid">
            <a:avLst/>
          </a:prstGeom>
          <a:gradFill>
            <a:gsLst>
              <a:gs pos="0">
                <a:schemeClr val="accent1">
                  <a:alpha val="0"/>
                </a:schemeClr>
              </a:gs>
              <a:gs pos="46000">
                <a:schemeClr val="accent1">
                  <a:alpha val="10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7BA80D4D-67D2-CCB6-5801-5A4FF87AC94F}"/>
              </a:ext>
            </a:extLst>
          </p:cNvPr>
          <p:cNvSpPr txBox="1"/>
          <p:nvPr/>
        </p:nvSpPr>
        <p:spPr>
          <a:xfrm>
            <a:off x="7417292" y="5478177"/>
            <a:ext cx="992580" cy="269817"/>
          </a:xfrm>
          <a:prstGeom prst="rect">
            <a:avLst/>
          </a:prstGeom>
          <a:noFill/>
        </p:spPr>
        <p:txBody>
          <a:bodyPr wrap="none" rtlCol="0">
            <a:spAutoFit/>
          </a:bodyPr>
          <a:lstStyle/>
          <a:p>
            <a:pPr algn="ctr">
              <a:lnSpc>
                <a:spcPct val="120000"/>
              </a:lnSpc>
            </a:pPr>
            <a:r>
              <a:rPr lang="zh-CN" altLang="en-US" sz="1050" dirty="0">
                <a:solidFill>
                  <a:schemeClr val="bg1"/>
                </a:solidFill>
              </a:rPr>
              <a:t>可视化与告警</a:t>
            </a:r>
          </a:p>
        </p:txBody>
      </p:sp>
      <p:sp>
        <p:nvSpPr>
          <p:cNvPr id="29" name="椭圆 28">
            <a:extLst>
              <a:ext uri="{FF2B5EF4-FFF2-40B4-BE49-F238E27FC236}">
                <a16:creationId xmlns:a16="http://schemas.microsoft.com/office/drawing/2014/main" id="{E0EB940B-9173-B86E-046A-99B7B4BF66F9}"/>
              </a:ext>
            </a:extLst>
          </p:cNvPr>
          <p:cNvSpPr/>
          <p:nvPr/>
        </p:nvSpPr>
        <p:spPr>
          <a:xfrm>
            <a:off x="3679281" y="3619263"/>
            <a:ext cx="4833438" cy="804193"/>
          </a:xfrm>
          <a:prstGeom prst="ellipse">
            <a:avLst/>
          </a:prstGeom>
          <a:gradFill>
            <a:gsLst>
              <a:gs pos="22000">
                <a:schemeClr val="accent1">
                  <a:alpha val="0"/>
                </a:schemeClr>
              </a:gs>
              <a:gs pos="100000">
                <a:schemeClr val="accent1">
                  <a:alpha val="18000"/>
                </a:schemeClr>
              </a:gs>
            </a:gsLst>
            <a:lin ang="5400000" scaled="1"/>
          </a:gradFill>
          <a:ln w="9525">
            <a:gradFill>
              <a:gsLst>
                <a:gs pos="2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椭圆 29">
            <a:extLst>
              <a:ext uri="{FF2B5EF4-FFF2-40B4-BE49-F238E27FC236}">
                <a16:creationId xmlns:a16="http://schemas.microsoft.com/office/drawing/2014/main" id="{EEB0F346-7241-8CE8-88DA-7B2203E2123A}"/>
              </a:ext>
            </a:extLst>
          </p:cNvPr>
          <p:cNvSpPr/>
          <p:nvPr/>
        </p:nvSpPr>
        <p:spPr>
          <a:xfrm>
            <a:off x="3882482" y="3695901"/>
            <a:ext cx="4427036" cy="591995"/>
          </a:xfrm>
          <a:prstGeom prst="ellipse">
            <a:avLst/>
          </a:prstGeom>
          <a:gradFill>
            <a:gsLst>
              <a:gs pos="14000">
                <a:schemeClr val="accent1">
                  <a:alpha val="0"/>
                </a:schemeClr>
              </a:gs>
              <a:gs pos="100000">
                <a:schemeClr val="accent1">
                  <a:alpha val="18000"/>
                </a:schemeClr>
              </a:gs>
            </a:gsLst>
            <a:lin ang="5400000" scaled="1"/>
          </a:gradFill>
          <a:ln w="9525">
            <a:gradFill>
              <a:gsLst>
                <a:gs pos="3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00" name="组合 99">
            <a:extLst>
              <a:ext uri="{FF2B5EF4-FFF2-40B4-BE49-F238E27FC236}">
                <a16:creationId xmlns:a16="http://schemas.microsoft.com/office/drawing/2014/main" id="{8B7FC72F-B779-8F3C-838B-2A9687613B46}"/>
              </a:ext>
            </a:extLst>
          </p:cNvPr>
          <p:cNvGrpSpPr/>
          <p:nvPr/>
        </p:nvGrpSpPr>
        <p:grpSpPr>
          <a:xfrm>
            <a:off x="4094402" y="3366262"/>
            <a:ext cx="1173820" cy="673981"/>
            <a:chOff x="3913003" y="2906915"/>
            <a:chExt cx="822420" cy="673981"/>
          </a:xfrm>
        </p:grpSpPr>
        <p:sp>
          <p:nvSpPr>
            <p:cNvPr id="32" name="椭圆 31">
              <a:extLst>
                <a:ext uri="{FF2B5EF4-FFF2-40B4-BE49-F238E27FC236}">
                  <a16:creationId xmlns:a16="http://schemas.microsoft.com/office/drawing/2014/main" id="{47A7001F-2E52-C9DA-B869-9AEBA5827E3D}"/>
                </a:ext>
              </a:extLst>
            </p:cNvPr>
            <p:cNvSpPr/>
            <p:nvPr/>
          </p:nvSpPr>
          <p:spPr>
            <a:xfrm>
              <a:off x="3914627" y="2906915"/>
              <a:ext cx="820796" cy="125899"/>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alpha val="4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任意多边形: 形状 93">
              <a:extLst>
                <a:ext uri="{FF2B5EF4-FFF2-40B4-BE49-F238E27FC236}">
                  <a16:creationId xmlns:a16="http://schemas.microsoft.com/office/drawing/2014/main" id="{7C6647D4-3EE8-AF19-986F-FAA3EAA4814C}"/>
                </a:ext>
              </a:extLst>
            </p:cNvPr>
            <p:cNvSpPr/>
            <p:nvPr/>
          </p:nvSpPr>
          <p:spPr>
            <a:xfrm>
              <a:off x="4341193" y="3014633"/>
              <a:ext cx="392607" cy="293782"/>
            </a:xfrm>
            <a:custGeom>
              <a:avLst/>
              <a:gdLst>
                <a:gd name="connsiteX0" fmla="*/ 603546 w 609671"/>
                <a:gd name="connsiteY0" fmla="*/ 0 h 456207"/>
                <a:gd name="connsiteX1" fmla="*/ 605155 w 609671"/>
                <a:gd name="connsiteY1" fmla="*/ 2387 h 456207"/>
                <a:gd name="connsiteX2" fmla="*/ 609671 w 609671"/>
                <a:gd name="connsiteY2" fmla="*/ 24753 h 456207"/>
                <a:gd name="connsiteX3" fmla="*/ 609671 w 609671"/>
                <a:gd name="connsiteY3" fmla="*/ 98728 h 456207"/>
                <a:gd name="connsiteX4" fmla="*/ 609671 w 609671"/>
                <a:gd name="connsiteY4" fmla="*/ 254591 h 456207"/>
                <a:gd name="connsiteX5" fmla="*/ 609671 w 609671"/>
                <a:gd name="connsiteY5" fmla="*/ 357273 h 456207"/>
                <a:gd name="connsiteX6" fmla="*/ 608526 w 609671"/>
                <a:gd name="connsiteY6" fmla="*/ 357273 h 456207"/>
                <a:gd name="connsiteX7" fmla="*/ 609670 w 609671"/>
                <a:gd name="connsiteY7" fmla="*/ 359196 h 456207"/>
                <a:gd name="connsiteX8" fmla="*/ 83209 w 609671"/>
                <a:gd name="connsiteY8" fmla="*/ 454963 h 456207"/>
                <a:gd name="connsiteX9" fmla="*/ 0 w 609671"/>
                <a:gd name="connsiteY9" fmla="*/ 456207 h 456207"/>
                <a:gd name="connsiteX10" fmla="*/ 0 w 609671"/>
                <a:gd name="connsiteY10" fmla="*/ 262186 h 456207"/>
                <a:gd name="connsiteX11" fmla="*/ 3 w 609671"/>
                <a:gd name="connsiteY11" fmla="*/ 262186 h 456207"/>
                <a:gd name="connsiteX12" fmla="*/ 3 w 609671"/>
                <a:gd name="connsiteY12" fmla="*/ 254591 h 456207"/>
                <a:gd name="connsiteX13" fmla="*/ 3 w 609671"/>
                <a:gd name="connsiteY13" fmla="*/ 98728 h 456207"/>
                <a:gd name="connsiteX14" fmla="*/ 3 w 609671"/>
                <a:gd name="connsiteY14" fmla="*/ 88002 h 456207"/>
                <a:gd name="connsiteX15" fmla="*/ 83210 w 609671"/>
                <a:gd name="connsiteY15" fmla="*/ 86758 h 456207"/>
                <a:gd name="connsiteX16" fmla="*/ 596276 w 609671"/>
                <a:gd name="connsiteY16" fmla="*/ 10691 h 45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71" h="456207">
                  <a:moveTo>
                    <a:pt x="603546" y="0"/>
                  </a:moveTo>
                  <a:lnTo>
                    <a:pt x="605155" y="2387"/>
                  </a:lnTo>
                  <a:cubicBezTo>
                    <a:pt x="608063" y="9261"/>
                    <a:pt x="609671" y="16819"/>
                    <a:pt x="609671" y="24753"/>
                  </a:cubicBezTo>
                  <a:lnTo>
                    <a:pt x="609671" y="98728"/>
                  </a:lnTo>
                  <a:lnTo>
                    <a:pt x="609671" y="254591"/>
                  </a:lnTo>
                  <a:lnTo>
                    <a:pt x="609671" y="357273"/>
                  </a:lnTo>
                  <a:lnTo>
                    <a:pt x="608526" y="357273"/>
                  </a:lnTo>
                  <a:lnTo>
                    <a:pt x="609670" y="359196"/>
                  </a:lnTo>
                  <a:cubicBezTo>
                    <a:pt x="609670" y="406435"/>
                    <a:pt x="383660" y="445848"/>
                    <a:pt x="83209" y="454963"/>
                  </a:cubicBezTo>
                  <a:lnTo>
                    <a:pt x="0" y="456207"/>
                  </a:lnTo>
                  <a:lnTo>
                    <a:pt x="0" y="262186"/>
                  </a:lnTo>
                  <a:lnTo>
                    <a:pt x="3" y="262186"/>
                  </a:lnTo>
                  <a:lnTo>
                    <a:pt x="3" y="254591"/>
                  </a:lnTo>
                  <a:lnTo>
                    <a:pt x="3" y="98728"/>
                  </a:lnTo>
                  <a:lnTo>
                    <a:pt x="3" y="88002"/>
                  </a:lnTo>
                  <a:lnTo>
                    <a:pt x="83210" y="86758"/>
                  </a:lnTo>
                  <a:cubicBezTo>
                    <a:pt x="340739" y="78945"/>
                    <a:pt x="543578" y="48872"/>
                    <a:pt x="596276" y="10691"/>
                  </a:cubicBezTo>
                  <a:close/>
                </a:path>
              </a:pathLst>
            </a:custGeom>
            <a:solidFill>
              <a:schemeClr val="accent1">
                <a:alpha val="21000"/>
              </a:schemeClr>
            </a:solidFill>
            <a:ln w="6350">
              <a:solidFill>
                <a:schemeClr val="accent1">
                  <a:alpha val="39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5" name="任意多边形: 形状 94">
              <a:extLst>
                <a:ext uri="{FF2B5EF4-FFF2-40B4-BE49-F238E27FC236}">
                  <a16:creationId xmlns:a16="http://schemas.microsoft.com/office/drawing/2014/main" id="{F7EFD7DF-F4F3-E053-D9A6-7329FC8F91FC}"/>
                </a:ext>
              </a:extLst>
            </p:cNvPr>
            <p:cNvSpPr/>
            <p:nvPr/>
          </p:nvSpPr>
          <p:spPr>
            <a:xfrm>
              <a:off x="3913003" y="3014633"/>
              <a:ext cx="392606" cy="293781"/>
            </a:xfrm>
            <a:custGeom>
              <a:avLst/>
              <a:gdLst>
                <a:gd name="connsiteX0" fmla="*/ 6126 w 609669"/>
                <a:gd name="connsiteY0" fmla="*/ 0 h 456207"/>
                <a:gd name="connsiteX1" fmla="*/ 13395 w 609669"/>
                <a:gd name="connsiteY1" fmla="*/ 10690 h 456207"/>
                <a:gd name="connsiteX2" fmla="*/ 526461 w 609669"/>
                <a:gd name="connsiteY2" fmla="*/ 86757 h 456207"/>
                <a:gd name="connsiteX3" fmla="*/ 609669 w 609669"/>
                <a:gd name="connsiteY3" fmla="*/ 88001 h 456207"/>
                <a:gd name="connsiteX4" fmla="*/ 609669 w 609669"/>
                <a:gd name="connsiteY4" fmla="*/ 98727 h 456207"/>
                <a:gd name="connsiteX5" fmla="*/ 609669 w 609669"/>
                <a:gd name="connsiteY5" fmla="*/ 254590 h 456207"/>
                <a:gd name="connsiteX6" fmla="*/ 609669 w 609669"/>
                <a:gd name="connsiteY6" fmla="*/ 262186 h 456207"/>
                <a:gd name="connsiteX7" fmla="*/ 609669 w 609669"/>
                <a:gd name="connsiteY7" fmla="*/ 357272 h 456207"/>
                <a:gd name="connsiteX8" fmla="*/ 609669 w 609669"/>
                <a:gd name="connsiteY8" fmla="*/ 456207 h 456207"/>
                <a:gd name="connsiteX9" fmla="*/ 526461 w 609669"/>
                <a:gd name="connsiteY9" fmla="*/ 454963 h 456207"/>
                <a:gd name="connsiteX10" fmla="*/ 0 w 609669"/>
                <a:gd name="connsiteY10" fmla="*/ 359196 h 456207"/>
                <a:gd name="connsiteX11" fmla="*/ 1145 w 609669"/>
                <a:gd name="connsiteY11" fmla="*/ 357272 h 456207"/>
                <a:gd name="connsiteX12" fmla="*/ 1 w 609669"/>
                <a:gd name="connsiteY12" fmla="*/ 357272 h 456207"/>
                <a:gd name="connsiteX13" fmla="*/ 1 w 609669"/>
                <a:gd name="connsiteY13" fmla="*/ 254590 h 456207"/>
                <a:gd name="connsiteX14" fmla="*/ 1 w 609669"/>
                <a:gd name="connsiteY14" fmla="*/ 98727 h 456207"/>
                <a:gd name="connsiteX15" fmla="*/ 1 w 609669"/>
                <a:gd name="connsiteY15" fmla="*/ 24752 h 456207"/>
                <a:gd name="connsiteX16" fmla="*/ 4517 w 609669"/>
                <a:gd name="connsiteY16" fmla="*/ 2386 h 45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69" h="456207">
                  <a:moveTo>
                    <a:pt x="6126" y="0"/>
                  </a:moveTo>
                  <a:lnTo>
                    <a:pt x="13395" y="10690"/>
                  </a:lnTo>
                  <a:cubicBezTo>
                    <a:pt x="66094" y="48871"/>
                    <a:pt x="268932" y="78944"/>
                    <a:pt x="526461" y="86757"/>
                  </a:cubicBezTo>
                  <a:lnTo>
                    <a:pt x="609669" y="88001"/>
                  </a:lnTo>
                  <a:lnTo>
                    <a:pt x="609669" y="98727"/>
                  </a:lnTo>
                  <a:lnTo>
                    <a:pt x="609669" y="254590"/>
                  </a:lnTo>
                  <a:lnTo>
                    <a:pt x="609669" y="262186"/>
                  </a:lnTo>
                  <a:lnTo>
                    <a:pt x="609669" y="357272"/>
                  </a:lnTo>
                  <a:lnTo>
                    <a:pt x="609669" y="456207"/>
                  </a:lnTo>
                  <a:lnTo>
                    <a:pt x="526461" y="454963"/>
                  </a:lnTo>
                  <a:cubicBezTo>
                    <a:pt x="226010" y="445848"/>
                    <a:pt x="0" y="406435"/>
                    <a:pt x="0" y="359196"/>
                  </a:cubicBezTo>
                  <a:lnTo>
                    <a:pt x="1145" y="357272"/>
                  </a:lnTo>
                  <a:lnTo>
                    <a:pt x="1" y="357272"/>
                  </a:lnTo>
                  <a:lnTo>
                    <a:pt x="1" y="254590"/>
                  </a:lnTo>
                  <a:lnTo>
                    <a:pt x="1" y="98727"/>
                  </a:lnTo>
                  <a:lnTo>
                    <a:pt x="1" y="24752"/>
                  </a:lnTo>
                  <a:cubicBezTo>
                    <a:pt x="1" y="16818"/>
                    <a:pt x="1609" y="9260"/>
                    <a:pt x="4517" y="2386"/>
                  </a:cubicBezTo>
                  <a:close/>
                </a:path>
              </a:pathLst>
            </a:custGeom>
            <a:solidFill>
              <a:schemeClr val="accent1">
                <a:alpha val="21000"/>
              </a:schemeClr>
            </a:solidFill>
            <a:ln w="6350">
              <a:solidFill>
                <a:schemeClr val="accent1">
                  <a:alpha val="39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97" name="任意多边形: 形状 96">
              <a:extLst>
                <a:ext uri="{FF2B5EF4-FFF2-40B4-BE49-F238E27FC236}">
                  <a16:creationId xmlns:a16="http://schemas.microsoft.com/office/drawing/2014/main" id="{D88C9981-00E1-F46D-59A5-FF0B608CA210}"/>
                </a:ext>
              </a:extLst>
            </p:cNvPr>
            <p:cNvSpPr/>
            <p:nvPr/>
          </p:nvSpPr>
          <p:spPr>
            <a:xfrm>
              <a:off x="4341193" y="3287114"/>
              <a:ext cx="392607" cy="293782"/>
            </a:xfrm>
            <a:custGeom>
              <a:avLst/>
              <a:gdLst>
                <a:gd name="connsiteX0" fmla="*/ 603546 w 609671"/>
                <a:gd name="connsiteY0" fmla="*/ 0 h 456207"/>
                <a:gd name="connsiteX1" fmla="*/ 605155 w 609671"/>
                <a:gd name="connsiteY1" fmla="*/ 2387 h 456207"/>
                <a:gd name="connsiteX2" fmla="*/ 609671 w 609671"/>
                <a:gd name="connsiteY2" fmla="*/ 24753 h 456207"/>
                <a:gd name="connsiteX3" fmla="*/ 609671 w 609671"/>
                <a:gd name="connsiteY3" fmla="*/ 98728 h 456207"/>
                <a:gd name="connsiteX4" fmla="*/ 609671 w 609671"/>
                <a:gd name="connsiteY4" fmla="*/ 254591 h 456207"/>
                <a:gd name="connsiteX5" fmla="*/ 609671 w 609671"/>
                <a:gd name="connsiteY5" fmla="*/ 357273 h 456207"/>
                <a:gd name="connsiteX6" fmla="*/ 608526 w 609671"/>
                <a:gd name="connsiteY6" fmla="*/ 357273 h 456207"/>
                <a:gd name="connsiteX7" fmla="*/ 609670 w 609671"/>
                <a:gd name="connsiteY7" fmla="*/ 359196 h 456207"/>
                <a:gd name="connsiteX8" fmla="*/ 83209 w 609671"/>
                <a:gd name="connsiteY8" fmla="*/ 454963 h 456207"/>
                <a:gd name="connsiteX9" fmla="*/ 0 w 609671"/>
                <a:gd name="connsiteY9" fmla="*/ 456207 h 456207"/>
                <a:gd name="connsiteX10" fmla="*/ 0 w 609671"/>
                <a:gd name="connsiteY10" fmla="*/ 262186 h 456207"/>
                <a:gd name="connsiteX11" fmla="*/ 3 w 609671"/>
                <a:gd name="connsiteY11" fmla="*/ 262186 h 456207"/>
                <a:gd name="connsiteX12" fmla="*/ 3 w 609671"/>
                <a:gd name="connsiteY12" fmla="*/ 254591 h 456207"/>
                <a:gd name="connsiteX13" fmla="*/ 3 w 609671"/>
                <a:gd name="connsiteY13" fmla="*/ 98728 h 456207"/>
                <a:gd name="connsiteX14" fmla="*/ 3 w 609671"/>
                <a:gd name="connsiteY14" fmla="*/ 88002 h 456207"/>
                <a:gd name="connsiteX15" fmla="*/ 83210 w 609671"/>
                <a:gd name="connsiteY15" fmla="*/ 86758 h 456207"/>
                <a:gd name="connsiteX16" fmla="*/ 596276 w 609671"/>
                <a:gd name="connsiteY16" fmla="*/ 10691 h 45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71" h="456207">
                  <a:moveTo>
                    <a:pt x="603546" y="0"/>
                  </a:moveTo>
                  <a:lnTo>
                    <a:pt x="605155" y="2387"/>
                  </a:lnTo>
                  <a:cubicBezTo>
                    <a:pt x="608063" y="9261"/>
                    <a:pt x="609671" y="16819"/>
                    <a:pt x="609671" y="24753"/>
                  </a:cubicBezTo>
                  <a:lnTo>
                    <a:pt x="609671" y="98728"/>
                  </a:lnTo>
                  <a:lnTo>
                    <a:pt x="609671" y="254591"/>
                  </a:lnTo>
                  <a:lnTo>
                    <a:pt x="609671" y="357273"/>
                  </a:lnTo>
                  <a:lnTo>
                    <a:pt x="608526" y="357273"/>
                  </a:lnTo>
                  <a:lnTo>
                    <a:pt x="609670" y="359196"/>
                  </a:lnTo>
                  <a:cubicBezTo>
                    <a:pt x="609670" y="406435"/>
                    <a:pt x="383660" y="445848"/>
                    <a:pt x="83209" y="454963"/>
                  </a:cubicBezTo>
                  <a:lnTo>
                    <a:pt x="0" y="456207"/>
                  </a:lnTo>
                  <a:lnTo>
                    <a:pt x="0" y="262186"/>
                  </a:lnTo>
                  <a:lnTo>
                    <a:pt x="3" y="262186"/>
                  </a:lnTo>
                  <a:lnTo>
                    <a:pt x="3" y="254591"/>
                  </a:lnTo>
                  <a:lnTo>
                    <a:pt x="3" y="98728"/>
                  </a:lnTo>
                  <a:lnTo>
                    <a:pt x="3" y="88002"/>
                  </a:lnTo>
                  <a:lnTo>
                    <a:pt x="83210" y="86758"/>
                  </a:lnTo>
                  <a:cubicBezTo>
                    <a:pt x="340739" y="78945"/>
                    <a:pt x="543578" y="48872"/>
                    <a:pt x="596276" y="10691"/>
                  </a:cubicBezTo>
                  <a:close/>
                </a:path>
              </a:pathLst>
            </a:custGeom>
            <a:gradFill>
              <a:gsLst>
                <a:gs pos="0">
                  <a:schemeClr val="accent1">
                    <a:alpha val="27000"/>
                  </a:schemeClr>
                </a:gs>
                <a:gs pos="82000">
                  <a:schemeClr val="accent1">
                    <a:alpha val="0"/>
                  </a:schemeClr>
                </a:gs>
              </a:gsLst>
              <a:lin ang="5400000" scaled="0"/>
            </a:gradFill>
            <a:ln w="6350">
              <a:gradFill>
                <a:gsLst>
                  <a:gs pos="0">
                    <a:schemeClr val="accent1">
                      <a:alpha val="31000"/>
                    </a:schemeClr>
                  </a:gs>
                  <a:gs pos="82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8" name="任意多边形: 形状 97">
              <a:extLst>
                <a:ext uri="{FF2B5EF4-FFF2-40B4-BE49-F238E27FC236}">
                  <a16:creationId xmlns:a16="http://schemas.microsoft.com/office/drawing/2014/main" id="{0021EFFB-B2F6-A453-9AAD-CFC70CDCB258}"/>
                </a:ext>
              </a:extLst>
            </p:cNvPr>
            <p:cNvSpPr/>
            <p:nvPr/>
          </p:nvSpPr>
          <p:spPr>
            <a:xfrm>
              <a:off x="3913003" y="3287114"/>
              <a:ext cx="392606" cy="293782"/>
            </a:xfrm>
            <a:custGeom>
              <a:avLst/>
              <a:gdLst>
                <a:gd name="connsiteX0" fmla="*/ 6126 w 609669"/>
                <a:gd name="connsiteY0" fmla="*/ 0 h 456207"/>
                <a:gd name="connsiteX1" fmla="*/ 13395 w 609669"/>
                <a:gd name="connsiteY1" fmla="*/ 10690 h 456207"/>
                <a:gd name="connsiteX2" fmla="*/ 526461 w 609669"/>
                <a:gd name="connsiteY2" fmla="*/ 86757 h 456207"/>
                <a:gd name="connsiteX3" fmla="*/ 609669 w 609669"/>
                <a:gd name="connsiteY3" fmla="*/ 88001 h 456207"/>
                <a:gd name="connsiteX4" fmla="*/ 609669 w 609669"/>
                <a:gd name="connsiteY4" fmla="*/ 98727 h 456207"/>
                <a:gd name="connsiteX5" fmla="*/ 609669 w 609669"/>
                <a:gd name="connsiteY5" fmla="*/ 254590 h 456207"/>
                <a:gd name="connsiteX6" fmla="*/ 609669 w 609669"/>
                <a:gd name="connsiteY6" fmla="*/ 262186 h 456207"/>
                <a:gd name="connsiteX7" fmla="*/ 609669 w 609669"/>
                <a:gd name="connsiteY7" fmla="*/ 357272 h 456207"/>
                <a:gd name="connsiteX8" fmla="*/ 609669 w 609669"/>
                <a:gd name="connsiteY8" fmla="*/ 456207 h 456207"/>
                <a:gd name="connsiteX9" fmla="*/ 526461 w 609669"/>
                <a:gd name="connsiteY9" fmla="*/ 454963 h 456207"/>
                <a:gd name="connsiteX10" fmla="*/ 0 w 609669"/>
                <a:gd name="connsiteY10" fmla="*/ 359196 h 456207"/>
                <a:gd name="connsiteX11" fmla="*/ 1145 w 609669"/>
                <a:gd name="connsiteY11" fmla="*/ 357272 h 456207"/>
                <a:gd name="connsiteX12" fmla="*/ 1 w 609669"/>
                <a:gd name="connsiteY12" fmla="*/ 357272 h 456207"/>
                <a:gd name="connsiteX13" fmla="*/ 1 w 609669"/>
                <a:gd name="connsiteY13" fmla="*/ 254590 h 456207"/>
                <a:gd name="connsiteX14" fmla="*/ 1 w 609669"/>
                <a:gd name="connsiteY14" fmla="*/ 98727 h 456207"/>
                <a:gd name="connsiteX15" fmla="*/ 1 w 609669"/>
                <a:gd name="connsiteY15" fmla="*/ 24752 h 456207"/>
                <a:gd name="connsiteX16" fmla="*/ 4517 w 609669"/>
                <a:gd name="connsiteY16" fmla="*/ 2386 h 45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69" h="456207">
                  <a:moveTo>
                    <a:pt x="6126" y="0"/>
                  </a:moveTo>
                  <a:lnTo>
                    <a:pt x="13395" y="10690"/>
                  </a:lnTo>
                  <a:cubicBezTo>
                    <a:pt x="66094" y="48871"/>
                    <a:pt x="268932" y="78944"/>
                    <a:pt x="526461" y="86757"/>
                  </a:cubicBezTo>
                  <a:lnTo>
                    <a:pt x="609669" y="88001"/>
                  </a:lnTo>
                  <a:lnTo>
                    <a:pt x="609669" y="98727"/>
                  </a:lnTo>
                  <a:lnTo>
                    <a:pt x="609669" y="254590"/>
                  </a:lnTo>
                  <a:lnTo>
                    <a:pt x="609669" y="262186"/>
                  </a:lnTo>
                  <a:lnTo>
                    <a:pt x="609669" y="357272"/>
                  </a:lnTo>
                  <a:lnTo>
                    <a:pt x="609669" y="456207"/>
                  </a:lnTo>
                  <a:lnTo>
                    <a:pt x="526461" y="454963"/>
                  </a:lnTo>
                  <a:cubicBezTo>
                    <a:pt x="226010" y="445848"/>
                    <a:pt x="0" y="406435"/>
                    <a:pt x="0" y="359196"/>
                  </a:cubicBezTo>
                  <a:lnTo>
                    <a:pt x="1145" y="357272"/>
                  </a:lnTo>
                  <a:lnTo>
                    <a:pt x="1" y="357272"/>
                  </a:lnTo>
                  <a:lnTo>
                    <a:pt x="1" y="254590"/>
                  </a:lnTo>
                  <a:lnTo>
                    <a:pt x="1" y="98727"/>
                  </a:lnTo>
                  <a:lnTo>
                    <a:pt x="1" y="24752"/>
                  </a:lnTo>
                  <a:cubicBezTo>
                    <a:pt x="1" y="16818"/>
                    <a:pt x="1609" y="9260"/>
                    <a:pt x="4517" y="2386"/>
                  </a:cubicBezTo>
                  <a:close/>
                </a:path>
              </a:pathLst>
            </a:custGeom>
            <a:gradFill>
              <a:gsLst>
                <a:gs pos="0">
                  <a:schemeClr val="accent1">
                    <a:alpha val="27000"/>
                  </a:schemeClr>
                </a:gs>
                <a:gs pos="82000">
                  <a:schemeClr val="accent1">
                    <a:alpha val="0"/>
                  </a:schemeClr>
                </a:gs>
              </a:gsLst>
              <a:lin ang="5400000" scaled="0"/>
            </a:gradFill>
            <a:ln w="6350">
              <a:gradFill>
                <a:gsLst>
                  <a:gs pos="0">
                    <a:schemeClr val="accent1">
                      <a:alpha val="31000"/>
                    </a:schemeClr>
                  </a:gs>
                  <a:gs pos="82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01" name="组合 100">
            <a:extLst>
              <a:ext uri="{FF2B5EF4-FFF2-40B4-BE49-F238E27FC236}">
                <a16:creationId xmlns:a16="http://schemas.microsoft.com/office/drawing/2014/main" id="{01E7551A-5B25-504C-DCA2-3AAD11F37E61}"/>
              </a:ext>
            </a:extLst>
          </p:cNvPr>
          <p:cNvGrpSpPr/>
          <p:nvPr/>
        </p:nvGrpSpPr>
        <p:grpSpPr>
          <a:xfrm>
            <a:off x="5510248" y="3387654"/>
            <a:ext cx="1171504" cy="674974"/>
            <a:chOff x="3913003" y="2905922"/>
            <a:chExt cx="820797" cy="674974"/>
          </a:xfrm>
        </p:grpSpPr>
        <p:sp>
          <p:nvSpPr>
            <p:cNvPr id="102" name="椭圆 101">
              <a:extLst>
                <a:ext uri="{FF2B5EF4-FFF2-40B4-BE49-F238E27FC236}">
                  <a16:creationId xmlns:a16="http://schemas.microsoft.com/office/drawing/2014/main" id="{82F369D0-0361-1126-EBF3-F02055D42F39}"/>
                </a:ext>
              </a:extLst>
            </p:cNvPr>
            <p:cNvSpPr/>
            <p:nvPr/>
          </p:nvSpPr>
          <p:spPr>
            <a:xfrm>
              <a:off x="3913003" y="2905922"/>
              <a:ext cx="820796" cy="125899"/>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alpha val="4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任意多边形: 形状 102">
              <a:extLst>
                <a:ext uri="{FF2B5EF4-FFF2-40B4-BE49-F238E27FC236}">
                  <a16:creationId xmlns:a16="http://schemas.microsoft.com/office/drawing/2014/main" id="{8161600E-113B-BE12-E790-22A189CA0396}"/>
                </a:ext>
              </a:extLst>
            </p:cNvPr>
            <p:cNvSpPr/>
            <p:nvPr/>
          </p:nvSpPr>
          <p:spPr>
            <a:xfrm>
              <a:off x="4341193" y="3014633"/>
              <a:ext cx="392607" cy="293782"/>
            </a:xfrm>
            <a:custGeom>
              <a:avLst/>
              <a:gdLst>
                <a:gd name="connsiteX0" fmla="*/ 603546 w 609671"/>
                <a:gd name="connsiteY0" fmla="*/ 0 h 456207"/>
                <a:gd name="connsiteX1" fmla="*/ 605155 w 609671"/>
                <a:gd name="connsiteY1" fmla="*/ 2387 h 456207"/>
                <a:gd name="connsiteX2" fmla="*/ 609671 w 609671"/>
                <a:gd name="connsiteY2" fmla="*/ 24753 h 456207"/>
                <a:gd name="connsiteX3" fmla="*/ 609671 w 609671"/>
                <a:gd name="connsiteY3" fmla="*/ 98728 h 456207"/>
                <a:gd name="connsiteX4" fmla="*/ 609671 w 609671"/>
                <a:gd name="connsiteY4" fmla="*/ 254591 h 456207"/>
                <a:gd name="connsiteX5" fmla="*/ 609671 w 609671"/>
                <a:gd name="connsiteY5" fmla="*/ 357273 h 456207"/>
                <a:gd name="connsiteX6" fmla="*/ 608526 w 609671"/>
                <a:gd name="connsiteY6" fmla="*/ 357273 h 456207"/>
                <a:gd name="connsiteX7" fmla="*/ 609670 w 609671"/>
                <a:gd name="connsiteY7" fmla="*/ 359196 h 456207"/>
                <a:gd name="connsiteX8" fmla="*/ 83209 w 609671"/>
                <a:gd name="connsiteY8" fmla="*/ 454963 h 456207"/>
                <a:gd name="connsiteX9" fmla="*/ 0 w 609671"/>
                <a:gd name="connsiteY9" fmla="*/ 456207 h 456207"/>
                <a:gd name="connsiteX10" fmla="*/ 0 w 609671"/>
                <a:gd name="connsiteY10" fmla="*/ 262186 h 456207"/>
                <a:gd name="connsiteX11" fmla="*/ 3 w 609671"/>
                <a:gd name="connsiteY11" fmla="*/ 262186 h 456207"/>
                <a:gd name="connsiteX12" fmla="*/ 3 w 609671"/>
                <a:gd name="connsiteY12" fmla="*/ 254591 h 456207"/>
                <a:gd name="connsiteX13" fmla="*/ 3 w 609671"/>
                <a:gd name="connsiteY13" fmla="*/ 98728 h 456207"/>
                <a:gd name="connsiteX14" fmla="*/ 3 w 609671"/>
                <a:gd name="connsiteY14" fmla="*/ 88002 h 456207"/>
                <a:gd name="connsiteX15" fmla="*/ 83210 w 609671"/>
                <a:gd name="connsiteY15" fmla="*/ 86758 h 456207"/>
                <a:gd name="connsiteX16" fmla="*/ 596276 w 609671"/>
                <a:gd name="connsiteY16" fmla="*/ 10691 h 45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71" h="456207">
                  <a:moveTo>
                    <a:pt x="603546" y="0"/>
                  </a:moveTo>
                  <a:lnTo>
                    <a:pt x="605155" y="2387"/>
                  </a:lnTo>
                  <a:cubicBezTo>
                    <a:pt x="608063" y="9261"/>
                    <a:pt x="609671" y="16819"/>
                    <a:pt x="609671" y="24753"/>
                  </a:cubicBezTo>
                  <a:lnTo>
                    <a:pt x="609671" y="98728"/>
                  </a:lnTo>
                  <a:lnTo>
                    <a:pt x="609671" y="254591"/>
                  </a:lnTo>
                  <a:lnTo>
                    <a:pt x="609671" y="357273"/>
                  </a:lnTo>
                  <a:lnTo>
                    <a:pt x="608526" y="357273"/>
                  </a:lnTo>
                  <a:lnTo>
                    <a:pt x="609670" y="359196"/>
                  </a:lnTo>
                  <a:cubicBezTo>
                    <a:pt x="609670" y="406435"/>
                    <a:pt x="383660" y="445848"/>
                    <a:pt x="83209" y="454963"/>
                  </a:cubicBezTo>
                  <a:lnTo>
                    <a:pt x="0" y="456207"/>
                  </a:lnTo>
                  <a:lnTo>
                    <a:pt x="0" y="262186"/>
                  </a:lnTo>
                  <a:lnTo>
                    <a:pt x="3" y="262186"/>
                  </a:lnTo>
                  <a:lnTo>
                    <a:pt x="3" y="254591"/>
                  </a:lnTo>
                  <a:lnTo>
                    <a:pt x="3" y="98728"/>
                  </a:lnTo>
                  <a:lnTo>
                    <a:pt x="3" y="88002"/>
                  </a:lnTo>
                  <a:lnTo>
                    <a:pt x="83210" y="86758"/>
                  </a:lnTo>
                  <a:cubicBezTo>
                    <a:pt x="340739" y="78945"/>
                    <a:pt x="543578" y="48872"/>
                    <a:pt x="596276" y="10691"/>
                  </a:cubicBezTo>
                  <a:close/>
                </a:path>
              </a:pathLst>
            </a:custGeom>
            <a:solidFill>
              <a:schemeClr val="accent1">
                <a:alpha val="21000"/>
              </a:schemeClr>
            </a:solidFill>
            <a:ln w="6350">
              <a:solidFill>
                <a:schemeClr val="accent1">
                  <a:alpha val="39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4" name="任意多边形: 形状 103">
              <a:extLst>
                <a:ext uri="{FF2B5EF4-FFF2-40B4-BE49-F238E27FC236}">
                  <a16:creationId xmlns:a16="http://schemas.microsoft.com/office/drawing/2014/main" id="{495AEBCC-C0DE-6C28-193B-96B413BBD2F8}"/>
                </a:ext>
              </a:extLst>
            </p:cNvPr>
            <p:cNvSpPr/>
            <p:nvPr/>
          </p:nvSpPr>
          <p:spPr>
            <a:xfrm>
              <a:off x="3913003" y="3014633"/>
              <a:ext cx="392606" cy="293781"/>
            </a:xfrm>
            <a:custGeom>
              <a:avLst/>
              <a:gdLst>
                <a:gd name="connsiteX0" fmla="*/ 6126 w 609669"/>
                <a:gd name="connsiteY0" fmla="*/ 0 h 456207"/>
                <a:gd name="connsiteX1" fmla="*/ 13395 w 609669"/>
                <a:gd name="connsiteY1" fmla="*/ 10690 h 456207"/>
                <a:gd name="connsiteX2" fmla="*/ 526461 w 609669"/>
                <a:gd name="connsiteY2" fmla="*/ 86757 h 456207"/>
                <a:gd name="connsiteX3" fmla="*/ 609669 w 609669"/>
                <a:gd name="connsiteY3" fmla="*/ 88001 h 456207"/>
                <a:gd name="connsiteX4" fmla="*/ 609669 w 609669"/>
                <a:gd name="connsiteY4" fmla="*/ 98727 h 456207"/>
                <a:gd name="connsiteX5" fmla="*/ 609669 w 609669"/>
                <a:gd name="connsiteY5" fmla="*/ 254590 h 456207"/>
                <a:gd name="connsiteX6" fmla="*/ 609669 w 609669"/>
                <a:gd name="connsiteY6" fmla="*/ 262186 h 456207"/>
                <a:gd name="connsiteX7" fmla="*/ 609669 w 609669"/>
                <a:gd name="connsiteY7" fmla="*/ 357272 h 456207"/>
                <a:gd name="connsiteX8" fmla="*/ 609669 w 609669"/>
                <a:gd name="connsiteY8" fmla="*/ 456207 h 456207"/>
                <a:gd name="connsiteX9" fmla="*/ 526461 w 609669"/>
                <a:gd name="connsiteY9" fmla="*/ 454963 h 456207"/>
                <a:gd name="connsiteX10" fmla="*/ 0 w 609669"/>
                <a:gd name="connsiteY10" fmla="*/ 359196 h 456207"/>
                <a:gd name="connsiteX11" fmla="*/ 1145 w 609669"/>
                <a:gd name="connsiteY11" fmla="*/ 357272 h 456207"/>
                <a:gd name="connsiteX12" fmla="*/ 1 w 609669"/>
                <a:gd name="connsiteY12" fmla="*/ 357272 h 456207"/>
                <a:gd name="connsiteX13" fmla="*/ 1 w 609669"/>
                <a:gd name="connsiteY13" fmla="*/ 254590 h 456207"/>
                <a:gd name="connsiteX14" fmla="*/ 1 w 609669"/>
                <a:gd name="connsiteY14" fmla="*/ 98727 h 456207"/>
                <a:gd name="connsiteX15" fmla="*/ 1 w 609669"/>
                <a:gd name="connsiteY15" fmla="*/ 24752 h 456207"/>
                <a:gd name="connsiteX16" fmla="*/ 4517 w 609669"/>
                <a:gd name="connsiteY16" fmla="*/ 2386 h 45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69" h="456207">
                  <a:moveTo>
                    <a:pt x="6126" y="0"/>
                  </a:moveTo>
                  <a:lnTo>
                    <a:pt x="13395" y="10690"/>
                  </a:lnTo>
                  <a:cubicBezTo>
                    <a:pt x="66094" y="48871"/>
                    <a:pt x="268932" y="78944"/>
                    <a:pt x="526461" y="86757"/>
                  </a:cubicBezTo>
                  <a:lnTo>
                    <a:pt x="609669" y="88001"/>
                  </a:lnTo>
                  <a:lnTo>
                    <a:pt x="609669" y="98727"/>
                  </a:lnTo>
                  <a:lnTo>
                    <a:pt x="609669" y="254590"/>
                  </a:lnTo>
                  <a:lnTo>
                    <a:pt x="609669" y="262186"/>
                  </a:lnTo>
                  <a:lnTo>
                    <a:pt x="609669" y="357272"/>
                  </a:lnTo>
                  <a:lnTo>
                    <a:pt x="609669" y="456207"/>
                  </a:lnTo>
                  <a:lnTo>
                    <a:pt x="526461" y="454963"/>
                  </a:lnTo>
                  <a:cubicBezTo>
                    <a:pt x="226010" y="445848"/>
                    <a:pt x="0" y="406435"/>
                    <a:pt x="0" y="359196"/>
                  </a:cubicBezTo>
                  <a:lnTo>
                    <a:pt x="1145" y="357272"/>
                  </a:lnTo>
                  <a:lnTo>
                    <a:pt x="1" y="357272"/>
                  </a:lnTo>
                  <a:lnTo>
                    <a:pt x="1" y="254590"/>
                  </a:lnTo>
                  <a:lnTo>
                    <a:pt x="1" y="98727"/>
                  </a:lnTo>
                  <a:lnTo>
                    <a:pt x="1" y="24752"/>
                  </a:lnTo>
                  <a:cubicBezTo>
                    <a:pt x="1" y="16818"/>
                    <a:pt x="1609" y="9260"/>
                    <a:pt x="4517" y="2386"/>
                  </a:cubicBezTo>
                  <a:close/>
                </a:path>
              </a:pathLst>
            </a:custGeom>
            <a:solidFill>
              <a:schemeClr val="accent1">
                <a:alpha val="21000"/>
              </a:schemeClr>
            </a:solidFill>
            <a:ln w="6350">
              <a:solidFill>
                <a:schemeClr val="accent1">
                  <a:alpha val="39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5" name="任意多边形: 形状 104">
              <a:extLst>
                <a:ext uri="{FF2B5EF4-FFF2-40B4-BE49-F238E27FC236}">
                  <a16:creationId xmlns:a16="http://schemas.microsoft.com/office/drawing/2014/main" id="{F71EF652-505C-4D38-B8E2-B0D2182236C5}"/>
                </a:ext>
              </a:extLst>
            </p:cNvPr>
            <p:cNvSpPr/>
            <p:nvPr/>
          </p:nvSpPr>
          <p:spPr>
            <a:xfrm>
              <a:off x="4341193" y="3287114"/>
              <a:ext cx="392607" cy="293782"/>
            </a:xfrm>
            <a:custGeom>
              <a:avLst/>
              <a:gdLst>
                <a:gd name="connsiteX0" fmla="*/ 603546 w 609671"/>
                <a:gd name="connsiteY0" fmla="*/ 0 h 456207"/>
                <a:gd name="connsiteX1" fmla="*/ 605155 w 609671"/>
                <a:gd name="connsiteY1" fmla="*/ 2387 h 456207"/>
                <a:gd name="connsiteX2" fmla="*/ 609671 w 609671"/>
                <a:gd name="connsiteY2" fmla="*/ 24753 h 456207"/>
                <a:gd name="connsiteX3" fmla="*/ 609671 w 609671"/>
                <a:gd name="connsiteY3" fmla="*/ 98728 h 456207"/>
                <a:gd name="connsiteX4" fmla="*/ 609671 w 609671"/>
                <a:gd name="connsiteY4" fmla="*/ 254591 h 456207"/>
                <a:gd name="connsiteX5" fmla="*/ 609671 w 609671"/>
                <a:gd name="connsiteY5" fmla="*/ 357273 h 456207"/>
                <a:gd name="connsiteX6" fmla="*/ 608526 w 609671"/>
                <a:gd name="connsiteY6" fmla="*/ 357273 h 456207"/>
                <a:gd name="connsiteX7" fmla="*/ 609670 w 609671"/>
                <a:gd name="connsiteY7" fmla="*/ 359196 h 456207"/>
                <a:gd name="connsiteX8" fmla="*/ 83209 w 609671"/>
                <a:gd name="connsiteY8" fmla="*/ 454963 h 456207"/>
                <a:gd name="connsiteX9" fmla="*/ 0 w 609671"/>
                <a:gd name="connsiteY9" fmla="*/ 456207 h 456207"/>
                <a:gd name="connsiteX10" fmla="*/ 0 w 609671"/>
                <a:gd name="connsiteY10" fmla="*/ 262186 h 456207"/>
                <a:gd name="connsiteX11" fmla="*/ 3 w 609671"/>
                <a:gd name="connsiteY11" fmla="*/ 262186 h 456207"/>
                <a:gd name="connsiteX12" fmla="*/ 3 w 609671"/>
                <a:gd name="connsiteY12" fmla="*/ 254591 h 456207"/>
                <a:gd name="connsiteX13" fmla="*/ 3 w 609671"/>
                <a:gd name="connsiteY13" fmla="*/ 98728 h 456207"/>
                <a:gd name="connsiteX14" fmla="*/ 3 w 609671"/>
                <a:gd name="connsiteY14" fmla="*/ 88002 h 456207"/>
                <a:gd name="connsiteX15" fmla="*/ 83210 w 609671"/>
                <a:gd name="connsiteY15" fmla="*/ 86758 h 456207"/>
                <a:gd name="connsiteX16" fmla="*/ 596276 w 609671"/>
                <a:gd name="connsiteY16" fmla="*/ 10691 h 45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71" h="456207">
                  <a:moveTo>
                    <a:pt x="603546" y="0"/>
                  </a:moveTo>
                  <a:lnTo>
                    <a:pt x="605155" y="2387"/>
                  </a:lnTo>
                  <a:cubicBezTo>
                    <a:pt x="608063" y="9261"/>
                    <a:pt x="609671" y="16819"/>
                    <a:pt x="609671" y="24753"/>
                  </a:cubicBezTo>
                  <a:lnTo>
                    <a:pt x="609671" y="98728"/>
                  </a:lnTo>
                  <a:lnTo>
                    <a:pt x="609671" y="254591"/>
                  </a:lnTo>
                  <a:lnTo>
                    <a:pt x="609671" y="357273"/>
                  </a:lnTo>
                  <a:lnTo>
                    <a:pt x="608526" y="357273"/>
                  </a:lnTo>
                  <a:lnTo>
                    <a:pt x="609670" y="359196"/>
                  </a:lnTo>
                  <a:cubicBezTo>
                    <a:pt x="609670" y="406435"/>
                    <a:pt x="383660" y="445848"/>
                    <a:pt x="83209" y="454963"/>
                  </a:cubicBezTo>
                  <a:lnTo>
                    <a:pt x="0" y="456207"/>
                  </a:lnTo>
                  <a:lnTo>
                    <a:pt x="0" y="262186"/>
                  </a:lnTo>
                  <a:lnTo>
                    <a:pt x="3" y="262186"/>
                  </a:lnTo>
                  <a:lnTo>
                    <a:pt x="3" y="254591"/>
                  </a:lnTo>
                  <a:lnTo>
                    <a:pt x="3" y="98728"/>
                  </a:lnTo>
                  <a:lnTo>
                    <a:pt x="3" y="88002"/>
                  </a:lnTo>
                  <a:lnTo>
                    <a:pt x="83210" y="86758"/>
                  </a:lnTo>
                  <a:cubicBezTo>
                    <a:pt x="340739" y="78945"/>
                    <a:pt x="543578" y="48872"/>
                    <a:pt x="596276" y="10691"/>
                  </a:cubicBezTo>
                  <a:close/>
                </a:path>
              </a:pathLst>
            </a:custGeom>
            <a:gradFill>
              <a:gsLst>
                <a:gs pos="0">
                  <a:schemeClr val="accent1">
                    <a:alpha val="27000"/>
                  </a:schemeClr>
                </a:gs>
                <a:gs pos="82000">
                  <a:schemeClr val="accent1">
                    <a:alpha val="0"/>
                  </a:schemeClr>
                </a:gs>
              </a:gsLst>
              <a:lin ang="5400000" scaled="0"/>
            </a:gradFill>
            <a:ln w="6350">
              <a:gradFill>
                <a:gsLst>
                  <a:gs pos="0">
                    <a:schemeClr val="accent1">
                      <a:alpha val="31000"/>
                    </a:schemeClr>
                  </a:gs>
                  <a:gs pos="82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6" name="任意多边形: 形状 105">
              <a:extLst>
                <a:ext uri="{FF2B5EF4-FFF2-40B4-BE49-F238E27FC236}">
                  <a16:creationId xmlns:a16="http://schemas.microsoft.com/office/drawing/2014/main" id="{CC22E792-6B6B-C779-98A0-DEC78C037343}"/>
                </a:ext>
              </a:extLst>
            </p:cNvPr>
            <p:cNvSpPr/>
            <p:nvPr/>
          </p:nvSpPr>
          <p:spPr>
            <a:xfrm>
              <a:off x="3913003" y="3287114"/>
              <a:ext cx="392606" cy="293782"/>
            </a:xfrm>
            <a:custGeom>
              <a:avLst/>
              <a:gdLst>
                <a:gd name="connsiteX0" fmla="*/ 6126 w 609669"/>
                <a:gd name="connsiteY0" fmla="*/ 0 h 456207"/>
                <a:gd name="connsiteX1" fmla="*/ 13395 w 609669"/>
                <a:gd name="connsiteY1" fmla="*/ 10690 h 456207"/>
                <a:gd name="connsiteX2" fmla="*/ 526461 w 609669"/>
                <a:gd name="connsiteY2" fmla="*/ 86757 h 456207"/>
                <a:gd name="connsiteX3" fmla="*/ 609669 w 609669"/>
                <a:gd name="connsiteY3" fmla="*/ 88001 h 456207"/>
                <a:gd name="connsiteX4" fmla="*/ 609669 w 609669"/>
                <a:gd name="connsiteY4" fmla="*/ 98727 h 456207"/>
                <a:gd name="connsiteX5" fmla="*/ 609669 w 609669"/>
                <a:gd name="connsiteY5" fmla="*/ 254590 h 456207"/>
                <a:gd name="connsiteX6" fmla="*/ 609669 w 609669"/>
                <a:gd name="connsiteY6" fmla="*/ 262186 h 456207"/>
                <a:gd name="connsiteX7" fmla="*/ 609669 w 609669"/>
                <a:gd name="connsiteY7" fmla="*/ 357272 h 456207"/>
                <a:gd name="connsiteX8" fmla="*/ 609669 w 609669"/>
                <a:gd name="connsiteY8" fmla="*/ 456207 h 456207"/>
                <a:gd name="connsiteX9" fmla="*/ 526461 w 609669"/>
                <a:gd name="connsiteY9" fmla="*/ 454963 h 456207"/>
                <a:gd name="connsiteX10" fmla="*/ 0 w 609669"/>
                <a:gd name="connsiteY10" fmla="*/ 359196 h 456207"/>
                <a:gd name="connsiteX11" fmla="*/ 1145 w 609669"/>
                <a:gd name="connsiteY11" fmla="*/ 357272 h 456207"/>
                <a:gd name="connsiteX12" fmla="*/ 1 w 609669"/>
                <a:gd name="connsiteY12" fmla="*/ 357272 h 456207"/>
                <a:gd name="connsiteX13" fmla="*/ 1 w 609669"/>
                <a:gd name="connsiteY13" fmla="*/ 254590 h 456207"/>
                <a:gd name="connsiteX14" fmla="*/ 1 w 609669"/>
                <a:gd name="connsiteY14" fmla="*/ 98727 h 456207"/>
                <a:gd name="connsiteX15" fmla="*/ 1 w 609669"/>
                <a:gd name="connsiteY15" fmla="*/ 24752 h 456207"/>
                <a:gd name="connsiteX16" fmla="*/ 4517 w 609669"/>
                <a:gd name="connsiteY16" fmla="*/ 2386 h 45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69" h="456207">
                  <a:moveTo>
                    <a:pt x="6126" y="0"/>
                  </a:moveTo>
                  <a:lnTo>
                    <a:pt x="13395" y="10690"/>
                  </a:lnTo>
                  <a:cubicBezTo>
                    <a:pt x="66094" y="48871"/>
                    <a:pt x="268932" y="78944"/>
                    <a:pt x="526461" y="86757"/>
                  </a:cubicBezTo>
                  <a:lnTo>
                    <a:pt x="609669" y="88001"/>
                  </a:lnTo>
                  <a:lnTo>
                    <a:pt x="609669" y="98727"/>
                  </a:lnTo>
                  <a:lnTo>
                    <a:pt x="609669" y="254590"/>
                  </a:lnTo>
                  <a:lnTo>
                    <a:pt x="609669" y="262186"/>
                  </a:lnTo>
                  <a:lnTo>
                    <a:pt x="609669" y="357272"/>
                  </a:lnTo>
                  <a:lnTo>
                    <a:pt x="609669" y="456207"/>
                  </a:lnTo>
                  <a:lnTo>
                    <a:pt x="526461" y="454963"/>
                  </a:lnTo>
                  <a:cubicBezTo>
                    <a:pt x="226010" y="445848"/>
                    <a:pt x="0" y="406435"/>
                    <a:pt x="0" y="359196"/>
                  </a:cubicBezTo>
                  <a:lnTo>
                    <a:pt x="1145" y="357272"/>
                  </a:lnTo>
                  <a:lnTo>
                    <a:pt x="1" y="357272"/>
                  </a:lnTo>
                  <a:lnTo>
                    <a:pt x="1" y="254590"/>
                  </a:lnTo>
                  <a:lnTo>
                    <a:pt x="1" y="98727"/>
                  </a:lnTo>
                  <a:lnTo>
                    <a:pt x="1" y="24752"/>
                  </a:lnTo>
                  <a:cubicBezTo>
                    <a:pt x="1" y="16818"/>
                    <a:pt x="1609" y="9260"/>
                    <a:pt x="4517" y="2386"/>
                  </a:cubicBezTo>
                  <a:close/>
                </a:path>
              </a:pathLst>
            </a:custGeom>
            <a:gradFill>
              <a:gsLst>
                <a:gs pos="0">
                  <a:schemeClr val="accent1">
                    <a:alpha val="27000"/>
                  </a:schemeClr>
                </a:gs>
                <a:gs pos="82000">
                  <a:schemeClr val="accent1">
                    <a:alpha val="0"/>
                  </a:schemeClr>
                </a:gs>
              </a:gsLst>
              <a:lin ang="5400000" scaled="0"/>
            </a:gradFill>
            <a:ln w="6350">
              <a:gradFill>
                <a:gsLst>
                  <a:gs pos="0">
                    <a:schemeClr val="accent1">
                      <a:alpha val="31000"/>
                    </a:schemeClr>
                  </a:gs>
                  <a:gs pos="82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07" name="组合 106">
            <a:extLst>
              <a:ext uri="{FF2B5EF4-FFF2-40B4-BE49-F238E27FC236}">
                <a16:creationId xmlns:a16="http://schemas.microsoft.com/office/drawing/2014/main" id="{29026727-9B15-9BB5-E9A5-8ED0D2D6C0C6}"/>
              </a:ext>
            </a:extLst>
          </p:cNvPr>
          <p:cNvGrpSpPr/>
          <p:nvPr/>
        </p:nvGrpSpPr>
        <p:grpSpPr>
          <a:xfrm>
            <a:off x="6926092" y="3366263"/>
            <a:ext cx="1171504" cy="673980"/>
            <a:chOff x="3913003" y="2906916"/>
            <a:chExt cx="820797" cy="673980"/>
          </a:xfrm>
        </p:grpSpPr>
        <p:sp>
          <p:nvSpPr>
            <p:cNvPr id="108" name="椭圆 107">
              <a:extLst>
                <a:ext uri="{FF2B5EF4-FFF2-40B4-BE49-F238E27FC236}">
                  <a16:creationId xmlns:a16="http://schemas.microsoft.com/office/drawing/2014/main" id="{A0C3F86D-2B43-CDA9-759C-835E3C53B729}"/>
                </a:ext>
              </a:extLst>
            </p:cNvPr>
            <p:cNvSpPr/>
            <p:nvPr/>
          </p:nvSpPr>
          <p:spPr>
            <a:xfrm>
              <a:off x="3913003" y="2906916"/>
              <a:ext cx="820796" cy="125899"/>
            </a:xfrm>
            <a:prstGeom prst="ellipse">
              <a:avLst/>
            </a:prstGeom>
            <a:gradFill>
              <a:gsLst>
                <a:gs pos="0">
                  <a:schemeClr val="accent1">
                    <a:alpha val="0"/>
                  </a:schemeClr>
                </a:gs>
                <a:gs pos="100000">
                  <a:schemeClr val="accent1">
                    <a:alpha val="18000"/>
                  </a:schemeClr>
                </a:gs>
              </a:gsLst>
              <a:lin ang="5400000" scaled="1"/>
            </a:gradFill>
            <a:ln w="9525">
              <a:gradFill>
                <a:gsLst>
                  <a:gs pos="15000">
                    <a:schemeClr val="accent1">
                      <a:alpha val="0"/>
                    </a:schemeClr>
                  </a:gs>
                  <a:gs pos="100000">
                    <a:schemeClr val="accent1">
                      <a:alpha val="4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任意多边形: 形状 108">
              <a:extLst>
                <a:ext uri="{FF2B5EF4-FFF2-40B4-BE49-F238E27FC236}">
                  <a16:creationId xmlns:a16="http://schemas.microsoft.com/office/drawing/2014/main" id="{0B9D874B-7134-1849-7311-EF908711DB9F}"/>
                </a:ext>
              </a:extLst>
            </p:cNvPr>
            <p:cNvSpPr/>
            <p:nvPr/>
          </p:nvSpPr>
          <p:spPr>
            <a:xfrm>
              <a:off x="4341193" y="3014633"/>
              <a:ext cx="392607" cy="293782"/>
            </a:xfrm>
            <a:custGeom>
              <a:avLst/>
              <a:gdLst>
                <a:gd name="connsiteX0" fmla="*/ 603546 w 609671"/>
                <a:gd name="connsiteY0" fmla="*/ 0 h 456207"/>
                <a:gd name="connsiteX1" fmla="*/ 605155 w 609671"/>
                <a:gd name="connsiteY1" fmla="*/ 2387 h 456207"/>
                <a:gd name="connsiteX2" fmla="*/ 609671 w 609671"/>
                <a:gd name="connsiteY2" fmla="*/ 24753 h 456207"/>
                <a:gd name="connsiteX3" fmla="*/ 609671 w 609671"/>
                <a:gd name="connsiteY3" fmla="*/ 98728 h 456207"/>
                <a:gd name="connsiteX4" fmla="*/ 609671 w 609671"/>
                <a:gd name="connsiteY4" fmla="*/ 254591 h 456207"/>
                <a:gd name="connsiteX5" fmla="*/ 609671 w 609671"/>
                <a:gd name="connsiteY5" fmla="*/ 357273 h 456207"/>
                <a:gd name="connsiteX6" fmla="*/ 608526 w 609671"/>
                <a:gd name="connsiteY6" fmla="*/ 357273 h 456207"/>
                <a:gd name="connsiteX7" fmla="*/ 609670 w 609671"/>
                <a:gd name="connsiteY7" fmla="*/ 359196 h 456207"/>
                <a:gd name="connsiteX8" fmla="*/ 83209 w 609671"/>
                <a:gd name="connsiteY8" fmla="*/ 454963 h 456207"/>
                <a:gd name="connsiteX9" fmla="*/ 0 w 609671"/>
                <a:gd name="connsiteY9" fmla="*/ 456207 h 456207"/>
                <a:gd name="connsiteX10" fmla="*/ 0 w 609671"/>
                <a:gd name="connsiteY10" fmla="*/ 262186 h 456207"/>
                <a:gd name="connsiteX11" fmla="*/ 3 w 609671"/>
                <a:gd name="connsiteY11" fmla="*/ 262186 h 456207"/>
                <a:gd name="connsiteX12" fmla="*/ 3 w 609671"/>
                <a:gd name="connsiteY12" fmla="*/ 254591 h 456207"/>
                <a:gd name="connsiteX13" fmla="*/ 3 w 609671"/>
                <a:gd name="connsiteY13" fmla="*/ 98728 h 456207"/>
                <a:gd name="connsiteX14" fmla="*/ 3 w 609671"/>
                <a:gd name="connsiteY14" fmla="*/ 88002 h 456207"/>
                <a:gd name="connsiteX15" fmla="*/ 83210 w 609671"/>
                <a:gd name="connsiteY15" fmla="*/ 86758 h 456207"/>
                <a:gd name="connsiteX16" fmla="*/ 596276 w 609671"/>
                <a:gd name="connsiteY16" fmla="*/ 10691 h 45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71" h="456207">
                  <a:moveTo>
                    <a:pt x="603546" y="0"/>
                  </a:moveTo>
                  <a:lnTo>
                    <a:pt x="605155" y="2387"/>
                  </a:lnTo>
                  <a:cubicBezTo>
                    <a:pt x="608063" y="9261"/>
                    <a:pt x="609671" y="16819"/>
                    <a:pt x="609671" y="24753"/>
                  </a:cubicBezTo>
                  <a:lnTo>
                    <a:pt x="609671" y="98728"/>
                  </a:lnTo>
                  <a:lnTo>
                    <a:pt x="609671" y="254591"/>
                  </a:lnTo>
                  <a:lnTo>
                    <a:pt x="609671" y="357273"/>
                  </a:lnTo>
                  <a:lnTo>
                    <a:pt x="608526" y="357273"/>
                  </a:lnTo>
                  <a:lnTo>
                    <a:pt x="609670" y="359196"/>
                  </a:lnTo>
                  <a:cubicBezTo>
                    <a:pt x="609670" y="406435"/>
                    <a:pt x="383660" y="445848"/>
                    <a:pt x="83209" y="454963"/>
                  </a:cubicBezTo>
                  <a:lnTo>
                    <a:pt x="0" y="456207"/>
                  </a:lnTo>
                  <a:lnTo>
                    <a:pt x="0" y="262186"/>
                  </a:lnTo>
                  <a:lnTo>
                    <a:pt x="3" y="262186"/>
                  </a:lnTo>
                  <a:lnTo>
                    <a:pt x="3" y="254591"/>
                  </a:lnTo>
                  <a:lnTo>
                    <a:pt x="3" y="98728"/>
                  </a:lnTo>
                  <a:lnTo>
                    <a:pt x="3" y="88002"/>
                  </a:lnTo>
                  <a:lnTo>
                    <a:pt x="83210" y="86758"/>
                  </a:lnTo>
                  <a:cubicBezTo>
                    <a:pt x="340739" y="78945"/>
                    <a:pt x="543578" y="48872"/>
                    <a:pt x="596276" y="10691"/>
                  </a:cubicBezTo>
                  <a:close/>
                </a:path>
              </a:pathLst>
            </a:custGeom>
            <a:solidFill>
              <a:schemeClr val="accent1">
                <a:alpha val="21000"/>
              </a:schemeClr>
            </a:solidFill>
            <a:ln w="6350">
              <a:solidFill>
                <a:schemeClr val="accent1">
                  <a:alpha val="39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0" name="任意多边形: 形状 109">
              <a:extLst>
                <a:ext uri="{FF2B5EF4-FFF2-40B4-BE49-F238E27FC236}">
                  <a16:creationId xmlns:a16="http://schemas.microsoft.com/office/drawing/2014/main" id="{BDC0778C-40CA-8DEA-5B61-16EF3F9F8C63}"/>
                </a:ext>
              </a:extLst>
            </p:cNvPr>
            <p:cNvSpPr/>
            <p:nvPr/>
          </p:nvSpPr>
          <p:spPr>
            <a:xfrm>
              <a:off x="3913003" y="3014633"/>
              <a:ext cx="392606" cy="293781"/>
            </a:xfrm>
            <a:custGeom>
              <a:avLst/>
              <a:gdLst>
                <a:gd name="connsiteX0" fmla="*/ 6126 w 609669"/>
                <a:gd name="connsiteY0" fmla="*/ 0 h 456207"/>
                <a:gd name="connsiteX1" fmla="*/ 13395 w 609669"/>
                <a:gd name="connsiteY1" fmla="*/ 10690 h 456207"/>
                <a:gd name="connsiteX2" fmla="*/ 526461 w 609669"/>
                <a:gd name="connsiteY2" fmla="*/ 86757 h 456207"/>
                <a:gd name="connsiteX3" fmla="*/ 609669 w 609669"/>
                <a:gd name="connsiteY3" fmla="*/ 88001 h 456207"/>
                <a:gd name="connsiteX4" fmla="*/ 609669 w 609669"/>
                <a:gd name="connsiteY4" fmla="*/ 98727 h 456207"/>
                <a:gd name="connsiteX5" fmla="*/ 609669 w 609669"/>
                <a:gd name="connsiteY5" fmla="*/ 254590 h 456207"/>
                <a:gd name="connsiteX6" fmla="*/ 609669 w 609669"/>
                <a:gd name="connsiteY6" fmla="*/ 262186 h 456207"/>
                <a:gd name="connsiteX7" fmla="*/ 609669 w 609669"/>
                <a:gd name="connsiteY7" fmla="*/ 357272 h 456207"/>
                <a:gd name="connsiteX8" fmla="*/ 609669 w 609669"/>
                <a:gd name="connsiteY8" fmla="*/ 456207 h 456207"/>
                <a:gd name="connsiteX9" fmla="*/ 526461 w 609669"/>
                <a:gd name="connsiteY9" fmla="*/ 454963 h 456207"/>
                <a:gd name="connsiteX10" fmla="*/ 0 w 609669"/>
                <a:gd name="connsiteY10" fmla="*/ 359196 h 456207"/>
                <a:gd name="connsiteX11" fmla="*/ 1145 w 609669"/>
                <a:gd name="connsiteY11" fmla="*/ 357272 h 456207"/>
                <a:gd name="connsiteX12" fmla="*/ 1 w 609669"/>
                <a:gd name="connsiteY12" fmla="*/ 357272 h 456207"/>
                <a:gd name="connsiteX13" fmla="*/ 1 w 609669"/>
                <a:gd name="connsiteY13" fmla="*/ 254590 h 456207"/>
                <a:gd name="connsiteX14" fmla="*/ 1 w 609669"/>
                <a:gd name="connsiteY14" fmla="*/ 98727 h 456207"/>
                <a:gd name="connsiteX15" fmla="*/ 1 w 609669"/>
                <a:gd name="connsiteY15" fmla="*/ 24752 h 456207"/>
                <a:gd name="connsiteX16" fmla="*/ 4517 w 609669"/>
                <a:gd name="connsiteY16" fmla="*/ 2386 h 45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69" h="456207">
                  <a:moveTo>
                    <a:pt x="6126" y="0"/>
                  </a:moveTo>
                  <a:lnTo>
                    <a:pt x="13395" y="10690"/>
                  </a:lnTo>
                  <a:cubicBezTo>
                    <a:pt x="66094" y="48871"/>
                    <a:pt x="268932" y="78944"/>
                    <a:pt x="526461" y="86757"/>
                  </a:cubicBezTo>
                  <a:lnTo>
                    <a:pt x="609669" y="88001"/>
                  </a:lnTo>
                  <a:lnTo>
                    <a:pt x="609669" y="98727"/>
                  </a:lnTo>
                  <a:lnTo>
                    <a:pt x="609669" y="254590"/>
                  </a:lnTo>
                  <a:lnTo>
                    <a:pt x="609669" y="262186"/>
                  </a:lnTo>
                  <a:lnTo>
                    <a:pt x="609669" y="357272"/>
                  </a:lnTo>
                  <a:lnTo>
                    <a:pt x="609669" y="456207"/>
                  </a:lnTo>
                  <a:lnTo>
                    <a:pt x="526461" y="454963"/>
                  </a:lnTo>
                  <a:cubicBezTo>
                    <a:pt x="226010" y="445848"/>
                    <a:pt x="0" y="406435"/>
                    <a:pt x="0" y="359196"/>
                  </a:cubicBezTo>
                  <a:lnTo>
                    <a:pt x="1145" y="357272"/>
                  </a:lnTo>
                  <a:lnTo>
                    <a:pt x="1" y="357272"/>
                  </a:lnTo>
                  <a:lnTo>
                    <a:pt x="1" y="254590"/>
                  </a:lnTo>
                  <a:lnTo>
                    <a:pt x="1" y="98727"/>
                  </a:lnTo>
                  <a:lnTo>
                    <a:pt x="1" y="24752"/>
                  </a:lnTo>
                  <a:cubicBezTo>
                    <a:pt x="1" y="16818"/>
                    <a:pt x="1609" y="9260"/>
                    <a:pt x="4517" y="2386"/>
                  </a:cubicBezTo>
                  <a:close/>
                </a:path>
              </a:pathLst>
            </a:custGeom>
            <a:solidFill>
              <a:schemeClr val="accent1">
                <a:alpha val="21000"/>
              </a:schemeClr>
            </a:solidFill>
            <a:ln w="6350">
              <a:solidFill>
                <a:schemeClr val="accent1">
                  <a:alpha val="39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1" name="任意多边形: 形状 110">
              <a:extLst>
                <a:ext uri="{FF2B5EF4-FFF2-40B4-BE49-F238E27FC236}">
                  <a16:creationId xmlns:a16="http://schemas.microsoft.com/office/drawing/2014/main" id="{0FAE3D1B-5213-05A9-E15F-C678A518A1A1}"/>
                </a:ext>
              </a:extLst>
            </p:cNvPr>
            <p:cNvSpPr/>
            <p:nvPr/>
          </p:nvSpPr>
          <p:spPr>
            <a:xfrm>
              <a:off x="4341193" y="3287114"/>
              <a:ext cx="392607" cy="293782"/>
            </a:xfrm>
            <a:custGeom>
              <a:avLst/>
              <a:gdLst>
                <a:gd name="connsiteX0" fmla="*/ 603546 w 609671"/>
                <a:gd name="connsiteY0" fmla="*/ 0 h 456207"/>
                <a:gd name="connsiteX1" fmla="*/ 605155 w 609671"/>
                <a:gd name="connsiteY1" fmla="*/ 2387 h 456207"/>
                <a:gd name="connsiteX2" fmla="*/ 609671 w 609671"/>
                <a:gd name="connsiteY2" fmla="*/ 24753 h 456207"/>
                <a:gd name="connsiteX3" fmla="*/ 609671 w 609671"/>
                <a:gd name="connsiteY3" fmla="*/ 98728 h 456207"/>
                <a:gd name="connsiteX4" fmla="*/ 609671 w 609671"/>
                <a:gd name="connsiteY4" fmla="*/ 254591 h 456207"/>
                <a:gd name="connsiteX5" fmla="*/ 609671 w 609671"/>
                <a:gd name="connsiteY5" fmla="*/ 357273 h 456207"/>
                <a:gd name="connsiteX6" fmla="*/ 608526 w 609671"/>
                <a:gd name="connsiteY6" fmla="*/ 357273 h 456207"/>
                <a:gd name="connsiteX7" fmla="*/ 609670 w 609671"/>
                <a:gd name="connsiteY7" fmla="*/ 359196 h 456207"/>
                <a:gd name="connsiteX8" fmla="*/ 83209 w 609671"/>
                <a:gd name="connsiteY8" fmla="*/ 454963 h 456207"/>
                <a:gd name="connsiteX9" fmla="*/ 0 w 609671"/>
                <a:gd name="connsiteY9" fmla="*/ 456207 h 456207"/>
                <a:gd name="connsiteX10" fmla="*/ 0 w 609671"/>
                <a:gd name="connsiteY10" fmla="*/ 262186 h 456207"/>
                <a:gd name="connsiteX11" fmla="*/ 3 w 609671"/>
                <a:gd name="connsiteY11" fmla="*/ 262186 h 456207"/>
                <a:gd name="connsiteX12" fmla="*/ 3 w 609671"/>
                <a:gd name="connsiteY12" fmla="*/ 254591 h 456207"/>
                <a:gd name="connsiteX13" fmla="*/ 3 w 609671"/>
                <a:gd name="connsiteY13" fmla="*/ 98728 h 456207"/>
                <a:gd name="connsiteX14" fmla="*/ 3 w 609671"/>
                <a:gd name="connsiteY14" fmla="*/ 88002 h 456207"/>
                <a:gd name="connsiteX15" fmla="*/ 83210 w 609671"/>
                <a:gd name="connsiteY15" fmla="*/ 86758 h 456207"/>
                <a:gd name="connsiteX16" fmla="*/ 596276 w 609671"/>
                <a:gd name="connsiteY16" fmla="*/ 10691 h 45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71" h="456207">
                  <a:moveTo>
                    <a:pt x="603546" y="0"/>
                  </a:moveTo>
                  <a:lnTo>
                    <a:pt x="605155" y="2387"/>
                  </a:lnTo>
                  <a:cubicBezTo>
                    <a:pt x="608063" y="9261"/>
                    <a:pt x="609671" y="16819"/>
                    <a:pt x="609671" y="24753"/>
                  </a:cubicBezTo>
                  <a:lnTo>
                    <a:pt x="609671" y="98728"/>
                  </a:lnTo>
                  <a:lnTo>
                    <a:pt x="609671" y="254591"/>
                  </a:lnTo>
                  <a:lnTo>
                    <a:pt x="609671" y="357273"/>
                  </a:lnTo>
                  <a:lnTo>
                    <a:pt x="608526" y="357273"/>
                  </a:lnTo>
                  <a:lnTo>
                    <a:pt x="609670" y="359196"/>
                  </a:lnTo>
                  <a:cubicBezTo>
                    <a:pt x="609670" y="406435"/>
                    <a:pt x="383660" y="445848"/>
                    <a:pt x="83209" y="454963"/>
                  </a:cubicBezTo>
                  <a:lnTo>
                    <a:pt x="0" y="456207"/>
                  </a:lnTo>
                  <a:lnTo>
                    <a:pt x="0" y="262186"/>
                  </a:lnTo>
                  <a:lnTo>
                    <a:pt x="3" y="262186"/>
                  </a:lnTo>
                  <a:lnTo>
                    <a:pt x="3" y="254591"/>
                  </a:lnTo>
                  <a:lnTo>
                    <a:pt x="3" y="98728"/>
                  </a:lnTo>
                  <a:lnTo>
                    <a:pt x="3" y="88002"/>
                  </a:lnTo>
                  <a:lnTo>
                    <a:pt x="83210" y="86758"/>
                  </a:lnTo>
                  <a:cubicBezTo>
                    <a:pt x="340739" y="78945"/>
                    <a:pt x="543578" y="48872"/>
                    <a:pt x="596276" y="10691"/>
                  </a:cubicBezTo>
                  <a:close/>
                </a:path>
              </a:pathLst>
            </a:custGeom>
            <a:gradFill>
              <a:gsLst>
                <a:gs pos="0">
                  <a:schemeClr val="accent1">
                    <a:alpha val="27000"/>
                  </a:schemeClr>
                </a:gs>
                <a:gs pos="82000">
                  <a:schemeClr val="accent1">
                    <a:alpha val="0"/>
                  </a:schemeClr>
                </a:gs>
              </a:gsLst>
              <a:lin ang="5400000" scaled="0"/>
            </a:gradFill>
            <a:ln w="6350">
              <a:gradFill>
                <a:gsLst>
                  <a:gs pos="0">
                    <a:schemeClr val="accent1">
                      <a:alpha val="31000"/>
                    </a:schemeClr>
                  </a:gs>
                  <a:gs pos="82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2" name="任意多边形: 形状 111">
              <a:extLst>
                <a:ext uri="{FF2B5EF4-FFF2-40B4-BE49-F238E27FC236}">
                  <a16:creationId xmlns:a16="http://schemas.microsoft.com/office/drawing/2014/main" id="{EB4E34D2-B687-6AF7-3F9D-A8F4DC176DF7}"/>
                </a:ext>
              </a:extLst>
            </p:cNvPr>
            <p:cNvSpPr/>
            <p:nvPr/>
          </p:nvSpPr>
          <p:spPr>
            <a:xfrm>
              <a:off x="3913003" y="3287114"/>
              <a:ext cx="392606" cy="293782"/>
            </a:xfrm>
            <a:custGeom>
              <a:avLst/>
              <a:gdLst>
                <a:gd name="connsiteX0" fmla="*/ 6126 w 609669"/>
                <a:gd name="connsiteY0" fmla="*/ 0 h 456207"/>
                <a:gd name="connsiteX1" fmla="*/ 13395 w 609669"/>
                <a:gd name="connsiteY1" fmla="*/ 10690 h 456207"/>
                <a:gd name="connsiteX2" fmla="*/ 526461 w 609669"/>
                <a:gd name="connsiteY2" fmla="*/ 86757 h 456207"/>
                <a:gd name="connsiteX3" fmla="*/ 609669 w 609669"/>
                <a:gd name="connsiteY3" fmla="*/ 88001 h 456207"/>
                <a:gd name="connsiteX4" fmla="*/ 609669 w 609669"/>
                <a:gd name="connsiteY4" fmla="*/ 98727 h 456207"/>
                <a:gd name="connsiteX5" fmla="*/ 609669 w 609669"/>
                <a:gd name="connsiteY5" fmla="*/ 254590 h 456207"/>
                <a:gd name="connsiteX6" fmla="*/ 609669 w 609669"/>
                <a:gd name="connsiteY6" fmla="*/ 262186 h 456207"/>
                <a:gd name="connsiteX7" fmla="*/ 609669 w 609669"/>
                <a:gd name="connsiteY7" fmla="*/ 357272 h 456207"/>
                <a:gd name="connsiteX8" fmla="*/ 609669 w 609669"/>
                <a:gd name="connsiteY8" fmla="*/ 456207 h 456207"/>
                <a:gd name="connsiteX9" fmla="*/ 526461 w 609669"/>
                <a:gd name="connsiteY9" fmla="*/ 454963 h 456207"/>
                <a:gd name="connsiteX10" fmla="*/ 0 w 609669"/>
                <a:gd name="connsiteY10" fmla="*/ 359196 h 456207"/>
                <a:gd name="connsiteX11" fmla="*/ 1145 w 609669"/>
                <a:gd name="connsiteY11" fmla="*/ 357272 h 456207"/>
                <a:gd name="connsiteX12" fmla="*/ 1 w 609669"/>
                <a:gd name="connsiteY12" fmla="*/ 357272 h 456207"/>
                <a:gd name="connsiteX13" fmla="*/ 1 w 609669"/>
                <a:gd name="connsiteY13" fmla="*/ 254590 h 456207"/>
                <a:gd name="connsiteX14" fmla="*/ 1 w 609669"/>
                <a:gd name="connsiteY14" fmla="*/ 98727 h 456207"/>
                <a:gd name="connsiteX15" fmla="*/ 1 w 609669"/>
                <a:gd name="connsiteY15" fmla="*/ 24752 h 456207"/>
                <a:gd name="connsiteX16" fmla="*/ 4517 w 609669"/>
                <a:gd name="connsiteY16" fmla="*/ 2386 h 45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69" h="456207">
                  <a:moveTo>
                    <a:pt x="6126" y="0"/>
                  </a:moveTo>
                  <a:lnTo>
                    <a:pt x="13395" y="10690"/>
                  </a:lnTo>
                  <a:cubicBezTo>
                    <a:pt x="66094" y="48871"/>
                    <a:pt x="268932" y="78944"/>
                    <a:pt x="526461" y="86757"/>
                  </a:cubicBezTo>
                  <a:lnTo>
                    <a:pt x="609669" y="88001"/>
                  </a:lnTo>
                  <a:lnTo>
                    <a:pt x="609669" y="98727"/>
                  </a:lnTo>
                  <a:lnTo>
                    <a:pt x="609669" y="254590"/>
                  </a:lnTo>
                  <a:lnTo>
                    <a:pt x="609669" y="262186"/>
                  </a:lnTo>
                  <a:lnTo>
                    <a:pt x="609669" y="357272"/>
                  </a:lnTo>
                  <a:lnTo>
                    <a:pt x="609669" y="456207"/>
                  </a:lnTo>
                  <a:lnTo>
                    <a:pt x="526461" y="454963"/>
                  </a:lnTo>
                  <a:cubicBezTo>
                    <a:pt x="226010" y="445848"/>
                    <a:pt x="0" y="406435"/>
                    <a:pt x="0" y="359196"/>
                  </a:cubicBezTo>
                  <a:lnTo>
                    <a:pt x="1145" y="357272"/>
                  </a:lnTo>
                  <a:lnTo>
                    <a:pt x="1" y="357272"/>
                  </a:lnTo>
                  <a:lnTo>
                    <a:pt x="1" y="254590"/>
                  </a:lnTo>
                  <a:lnTo>
                    <a:pt x="1" y="98727"/>
                  </a:lnTo>
                  <a:lnTo>
                    <a:pt x="1" y="24752"/>
                  </a:lnTo>
                  <a:cubicBezTo>
                    <a:pt x="1" y="16818"/>
                    <a:pt x="1609" y="9260"/>
                    <a:pt x="4517" y="2386"/>
                  </a:cubicBezTo>
                  <a:close/>
                </a:path>
              </a:pathLst>
            </a:custGeom>
            <a:gradFill>
              <a:gsLst>
                <a:gs pos="0">
                  <a:schemeClr val="accent1">
                    <a:alpha val="27000"/>
                  </a:schemeClr>
                </a:gs>
                <a:gs pos="82000">
                  <a:schemeClr val="accent1">
                    <a:alpha val="0"/>
                  </a:schemeClr>
                </a:gs>
              </a:gsLst>
              <a:lin ang="5400000" scaled="0"/>
            </a:gradFill>
            <a:ln w="6350">
              <a:gradFill>
                <a:gsLst>
                  <a:gs pos="0">
                    <a:schemeClr val="accent1">
                      <a:alpha val="31000"/>
                    </a:schemeClr>
                  </a:gs>
                  <a:gs pos="82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14" name="弧形 113">
            <a:extLst>
              <a:ext uri="{FF2B5EF4-FFF2-40B4-BE49-F238E27FC236}">
                <a16:creationId xmlns:a16="http://schemas.microsoft.com/office/drawing/2014/main" id="{28E1C80D-C850-11A6-C928-58DAFEDF1376}"/>
              </a:ext>
            </a:extLst>
          </p:cNvPr>
          <p:cNvSpPr/>
          <p:nvPr/>
        </p:nvSpPr>
        <p:spPr>
          <a:xfrm>
            <a:off x="4487957" y="1332719"/>
            <a:ext cx="3216086" cy="3216086"/>
          </a:xfrm>
          <a:prstGeom prst="arc">
            <a:avLst>
              <a:gd name="adj1" fmla="val 12338968"/>
              <a:gd name="adj2" fmla="val 20050764"/>
            </a:avLst>
          </a:prstGeom>
          <a:gradFill flip="none" rotWithShape="1">
            <a:gsLst>
              <a:gs pos="0">
                <a:schemeClr val="accent1">
                  <a:alpha val="39000"/>
                </a:schemeClr>
              </a:gs>
              <a:gs pos="51000">
                <a:schemeClr val="accent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p>
        </p:txBody>
      </p:sp>
      <p:sp>
        <p:nvSpPr>
          <p:cNvPr id="116" name="弧形 115">
            <a:extLst>
              <a:ext uri="{FF2B5EF4-FFF2-40B4-BE49-F238E27FC236}">
                <a16:creationId xmlns:a16="http://schemas.microsoft.com/office/drawing/2014/main" id="{F4F97D86-04A1-6824-D330-DDD5D8A1D822}"/>
              </a:ext>
            </a:extLst>
          </p:cNvPr>
          <p:cNvSpPr/>
          <p:nvPr/>
        </p:nvSpPr>
        <p:spPr>
          <a:xfrm>
            <a:off x="4292600" y="1206901"/>
            <a:ext cx="3606800" cy="3606800"/>
          </a:xfrm>
          <a:prstGeom prst="arc">
            <a:avLst>
              <a:gd name="adj1" fmla="val 13496341"/>
              <a:gd name="adj2" fmla="val 19073165"/>
            </a:avLst>
          </a:prstGeom>
          <a:noFill/>
          <a:ln>
            <a:gradFill>
              <a:gsLst>
                <a:gs pos="0">
                  <a:schemeClr val="accent1"/>
                </a:gs>
                <a:gs pos="35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p>
        </p:txBody>
      </p:sp>
      <p:sp>
        <p:nvSpPr>
          <p:cNvPr id="117" name="弧形 116">
            <a:extLst>
              <a:ext uri="{FF2B5EF4-FFF2-40B4-BE49-F238E27FC236}">
                <a16:creationId xmlns:a16="http://schemas.microsoft.com/office/drawing/2014/main" id="{019B66DD-1FAA-5EFB-B9CC-186ADC6589ED}"/>
              </a:ext>
            </a:extLst>
          </p:cNvPr>
          <p:cNvSpPr/>
          <p:nvPr/>
        </p:nvSpPr>
        <p:spPr>
          <a:xfrm>
            <a:off x="4140200" y="1054501"/>
            <a:ext cx="3911600" cy="3911600"/>
          </a:xfrm>
          <a:prstGeom prst="arc">
            <a:avLst>
              <a:gd name="adj1" fmla="val 13340211"/>
              <a:gd name="adj2" fmla="val 19042570"/>
            </a:avLst>
          </a:prstGeom>
          <a:noFill/>
          <a:ln>
            <a:gradFill>
              <a:gsLst>
                <a:gs pos="0">
                  <a:schemeClr val="accent1"/>
                </a:gs>
                <a:gs pos="35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p>
        </p:txBody>
      </p:sp>
      <p:sp>
        <p:nvSpPr>
          <p:cNvPr id="115" name="椭圆 114">
            <a:extLst>
              <a:ext uri="{FF2B5EF4-FFF2-40B4-BE49-F238E27FC236}">
                <a16:creationId xmlns:a16="http://schemas.microsoft.com/office/drawing/2014/main" id="{A2709FE1-7910-6740-1771-1E675B775116}"/>
              </a:ext>
            </a:extLst>
          </p:cNvPr>
          <p:cNvSpPr/>
          <p:nvPr/>
        </p:nvSpPr>
        <p:spPr>
          <a:xfrm>
            <a:off x="3632201" y="2127936"/>
            <a:ext cx="4927598" cy="606436"/>
          </a:xfrm>
          <a:prstGeom prst="ellipse">
            <a:avLst/>
          </a:prstGeom>
          <a:gradFill flip="none" rotWithShape="1">
            <a:gsLst>
              <a:gs pos="58000">
                <a:schemeClr val="accent1">
                  <a:alpha val="0"/>
                </a:schemeClr>
              </a:gs>
              <a:gs pos="100000">
                <a:schemeClr val="accent1">
                  <a:alpha val="18000"/>
                </a:schemeClr>
              </a:gs>
            </a:gsLst>
            <a:path path="circle">
              <a:fillToRect l="50000" t="50000" r="50000" b="50000"/>
            </a:path>
            <a:tileRect/>
          </a:gradFill>
          <a:ln w="9525">
            <a:gradFill>
              <a:gsLst>
                <a:gs pos="2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2" name="椭圆 121">
            <a:extLst>
              <a:ext uri="{FF2B5EF4-FFF2-40B4-BE49-F238E27FC236}">
                <a16:creationId xmlns:a16="http://schemas.microsoft.com/office/drawing/2014/main" id="{DF41D920-401E-88E0-38C3-362E798ED46E}"/>
              </a:ext>
            </a:extLst>
          </p:cNvPr>
          <p:cNvSpPr/>
          <p:nvPr/>
        </p:nvSpPr>
        <p:spPr>
          <a:xfrm>
            <a:off x="4005714" y="2192268"/>
            <a:ext cx="4180572" cy="365941"/>
          </a:xfrm>
          <a:prstGeom prst="ellipse">
            <a:avLst/>
          </a:prstGeom>
          <a:noFill/>
          <a:ln w="12700">
            <a:gradFill>
              <a:gsLst>
                <a:gs pos="100000">
                  <a:schemeClr val="accent1"/>
                </a:gs>
                <a:gs pos="29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18" name="椭圆 117">
            <a:extLst>
              <a:ext uri="{FF2B5EF4-FFF2-40B4-BE49-F238E27FC236}">
                <a16:creationId xmlns:a16="http://schemas.microsoft.com/office/drawing/2014/main" id="{1698581A-7244-4D70-5903-B96E12756838}"/>
              </a:ext>
            </a:extLst>
          </p:cNvPr>
          <p:cNvSpPr/>
          <p:nvPr/>
        </p:nvSpPr>
        <p:spPr>
          <a:xfrm>
            <a:off x="4261636" y="1733651"/>
            <a:ext cx="620508" cy="620504"/>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000" b="1" dirty="0">
                <a:solidFill>
                  <a:schemeClr val="tx1"/>
                </a:solidFill>
                <a:latin typeface="+mj-ea"/>
                <a:ea typeface="+mj-ea"/>
              </a:rPr>
              <a:t>容器部署</a:t>
            </a:r>
          </a:p>
        </p:txBody>
      </p:sp>
      <p:sp>
        <p:nvSpPr>
          <p:cNvPr id="119" name="椭圆 118">
            <a:extLst>
              <a:ext uri="{FF2B5EF4-FFF2-40B4-BE49-F238E27FC236}">
                <a16:creationId xmlns:a16="http://schemas.microsoft.com/office/drawing/2014/main" id="{D34BBDD5-A2A8-B1A6-342C-50903CED80ED}"/>
              </a:ext>
            </a:extLst>
          </p:cNvPr>
          <p:cNvSpPr/>
          <p:nvPr/>
        </p:nvSpPr>
        <p:spPr>
          <a:xfrm>
            <a:off x="5273274" y="1880359"/>
            <a:ext cx="620508" cy="620504"/>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000" b="1" dirty="0">
                <a:solidFill>
                  <a:schemeClr val="tx1"/>
                </a:solidFill>
                <a:latin typeface="+mj-ea"/>
                <a:ea typeface="+mj-ea"/>
              </a:rPr>
              <a:t>编排管理</a:t>
            </a:r>
          </a:p>
        </p:txBody>
      </p:sp>
      <p:sp>
        <p:nvSpPr>
          <p:cNvPr id="120" name="椭圆 119">
            <a:extLst>
              <a:ext uri="{FF2B5EF4-FFF2-40B4-BE49-F238E27FC236}">
                <a16:creationId xmlns:a16="http://schemas.microsoft.com/office/drawing/2014/main" id="{2C97CB98-4B31-A4DC-C3E1-F36104C2C505}"/>
              </a:ext>
            </a:extLst>
          </p:cNvPr>
          <p:cNvSpPr/>
          <p:nvPr/>
        </p:nvSpPr>
        <p:spPr>
          <a:xfrm>
            <a:off x="6309985" y="1880359"/>
            <a:ext cx="620508" cy="620504"/>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000" b="1" dirty="0">
                <a:solidFill>
                  <a:schemeClr val="tx1"/>
                </a:solidFill>
                <a:latin typeface="+mj-ea"/>
                <a:ea typeface="+mj-ea"/>
              </a:rPr>
              <a:t>动态扩展</a:t>
            </a:r>
          </a:p>
        </p:txBody>
      </p:sp>
      <p:sp>
        <p:nvSpPr>
          <p:cNvPr id="121" name="椭圆 120">
            <a:extLst>
              <a:ext uri="{FF2B5EF4-FFF2-40B4-BE49-F238E27FC236}">
                <a16:creationId xmlns:a16="http://schemas.microsoft.com/office/drawing/2014/main" id="{404E5B42-BCFC-499B-EDA2-4B33538863CD}"/>
              </a:ext>
            </a:extLst>
          </p:cNvPr>
          <p:cNvSpPr/>
          <p:nvPr/>
        </p:nvSpPr>
        <p:spPr>
          <a:xfrm>
            <a:off x="7322482" y="1733651"/>
            <a:ext cx="620508" cy="620504"/>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000" b="1" dirty="0">
                <a:solidFill>
                  <a:schemeClr val="tx1"/>
                </a:solidFill>
                <a:latin typeface="+mj-ea"/>
                <a:ea typeface="+mj-ea"/>
              </a:rPr>
              <a:t>监控维护</a:t>
            </a:r>
          </a:p>
        </p:txBody>
      </p:sp>
      <p:sp>
        <p:nvSpPr>
          <p:cNvPr id="158" name="文本框 157">
            <a:extLst>
              <a:ext uri="{FF2B5EF4-FFF2-40B4-BE49-F238E27FC236}">
                <a16:creationId xmlns:a16="http://schemas.microsoft.com/office/drawing/2014/main" id="{F369019C-A5B8-04BE-9D5A-A24111C0C0C9}"/>
              </a:ext>
            </a:extLst>
          </p:cNvPr>
          <p:cNvSpPr txBox="1"/>
          <p:nvPr/>
        </p:nvSpPr>
        <p:spPr>
          <a:xfrm>
            <a:off x="5644594" y="4535135"/>
            <a:ext cx="902811" cy="328936"/>
          </a:xfrm>
          <a:prstGeom prst="rect">
            <a:avLst/>
          </a:prstGeom>
          <a:noFill/>
        </p:spPr>
        <p:txBody>
          <a:bodyPr wrap="none" rtlCol="0">
            <a:spAutoFit/>
          </a:bodyPr>
          <a:lstStyle/>
          <a:p>
            <a:pPr algn="ctr">
              <a:lnSpc>
                <a:spcPct val="120000"/>
              </a:lnSpc>
            </a:pPr>
            <a:r>
              <a:rPr lang="zh-CN" altLang="en-US" sz="1400" b="1" dirty="0">
                <a:solidFill>
                  <a:schemeClr val="accent1"/>
                </a:solidFill>
              </a:rPr>
              <a:t>核心组件</a:t>
            </a:r>
          </a:p>
        </p:txBody>
      </p:sp>
      <p:sp>
        <p:nvSpPr>
          <p:cNvPr id="161" name="文本框 160">
            <a:extLst>
              <a:ext uri="{FF2B5EF4-FFF2-40B4-BE49-F238E27FC236}">
                <a16:creationId xmlns:a16="http://schemas.microsoft.com/office/drawing/2014/main" id="{8EC72AB7-A8C2-CA12-A3A2-400EAAC1F58F}"/>
              </a:ext>
            </a:extLst>
          </p:cNvPr>
          <p:cNvSpPr txBox="1"/>
          <p:nvPr/>
        </p:nvSpPr>
        <p:spPr>
          <a:xfrm>
            <a:off x="5554825" y="2853456"/>
            <a:ext cx="1082349" cy="328936"/>
          </a:xfrm>
          <a:prstGeom prst="rect">
            <a:avLst/>
          </a:prstGeom>
          <a:noFill/>
        </p:spPr>
        <p:txBody>
          <a:bodyPr wrap="none" rtlCol="0">
            <a:spAutoFit/>
          </a:bodyPr>
          <a:lstStyle/>
          <a:p>
            <a:pPr algn="ctr">
              <a:lnSpc>
                <a:spcPct val="120000"/>
              </a:lnSpc>
            </a:pPr>
            <a:r>
              <a:rPr lang="zh-CN" altLang="en-US" sz="1400" b="1" dirty="0">
                <a:solidFill>
                  <a:schemeClr val="accent1"/>
                </a:solidFill>
              </a:rPr>
              <a:t>集成和扩展</a:t>
            </a:r>
          </a:p>
        </p:txBody>
      </p:sp>
      <p:sp>
        <p:nvSpPr>
          <p:cNvPr id="162" name="文本框 161">
            <a:extLst>
              <a:ext uri="{FF2B5EF4-FFF2-40B4-BE49-F238E27FC236}">
                <a16:creationId xmlns:a16="http://schemas.microsoft.com/office/drawing/2014/main" id="{854AE00E-B678-A7D6-0A28-171653EEA49C}"/>
              </a:ext>
            </a:extLst>
          </p:cNvPr>
          <p:cNvSpPr txBox="1"/>
          <p:nvPr/>
        </p:nvSpPr>
        <p:spPr>
          <a:xfrm>
            <a:off x="4305695" y="3195556"/>
            <a:ext cx="748923" cy="278281"/>
          </a:xfrm>
          <a:prstGeom prst="rect">
            <a:avLst/>
          </a:prstGeom>
          <a:noFill/>
        </p:spPr>
        <p:txBody>
          <a:bodyPr wrap="none" rtlCol="0">
            <a:spAutoFit/>
          </a:bodyPr>
          <a:lstStyle/>
          <a:p>
            <a:pPr algn="ctr">
              <a:lnSpc>
                <a:spcPct val="120000"/>
              </a:lnSpc>
            </a:pPr>
            <a:r>
              <a:rPr lang="zh-CN" altLang="en-US" sz="1100" b="1" dirty="0">
                <a:solidFill>
                  <a:schemeClr val="bg1"/>
                </a:solidFill>
              </a:rPr>
              <a:t>无缝集成</a:t>
            </a:r>
          </a:p>
        </p:txBody>
      </p:sp>
      <p:sp>
        <p:nvSpPr>
          <p:cNvPr id="163" name="文本框 162">
            <a:extLst>
              <a:ext uri="{FF2B5EF4-FFF2-40B4-BE49-F238E27FC236}">
                <a16:creationId xmlns:a16="http://schemas.microsoft.com/office/drawing/2014/main" id="{AE3D18E4-C07E-3EB6-AE0F-DE655036731E}"/>
              </a:ext>
            </a:extLst>
          </p:cNvPr>
          <p:cNvSpPr txBox="1"/>
          <p:nvPr/>
        </p:nvSpPr>
        <p:spPr>
          <a:xfrm>
            <a:off x="4144922" y="3552408"/>
            <a:ext cx="461665" cy="152093"/>
          </a:xfrm>
          <a:prstGeom prst="rect">
            <a:avLst/>
          </a:prstGeom>
          <a:noFill/>
        </p:spPr>
        <p:txBody>
          <a:bodyPr wrap="none" lIns="0" tIns="0" rIns="0" bIns="0" rtlCol="0">
            <a:spAutoFit/>
          </a:bodyPr>
          <a:lstStyle/>
          <a:p>
            <a:pPr algn="ctr">
              <a:lnSpc>
                <a:spcPct val="120000"/>
              </a:lnSpc>
            </a:pPr>
            <a:r>
              <a:rPr lang="zh-CN" altLang="en-US" sz="900" dirty="0">
                <a:solidFill>
                  <a:schemeClr val="bg1"/>
                </a:solidFill>
              </a:rPr>
              <a:t>自动发现</a:t>
            </a:r>
          </a:p>
        </p:txBody>
      </p:sp>
      <p:sp>
        <p:nvSpPr>
          <p:cNvPr id="166" name="文本框 165">
            <a:extLst>
              <a:ext uri="{FF2B5EF4-FFF2-40B4-BE49-F238E27FC236}">
                <a16:creationId xmlns:a16="http://schemas.microsoft.com/office/drawing/2014/main" id="{76FAC0DC-F912-F8A0-782F-6694CEE85BE8}"/>
              </a:ext>
            </a:extLst>
          </p:cNvPr>
          <p:cNvSpPr txBox="1"/>
          <p:nvPr/>
        </p:nvSpPr>
        <p:spPr>
          <a:xfrm>
            <a:off x="4144922" y="3825455"/>
            <a:ext cx="461665" cy="152093"/>
          </a:xfrm>
          <a:prstGeom prst="rect">
            <a:avLst/>
          </a:prstGeom>
          <a:noFill/>
        </p:spPr>
        <p:txBody>
          <a:bodyPr wrap="none" lIns="0" tIns="0" rIns="0" bIns="0" rtlCol="0">
            <a:spAutoFit/>
          </a:bodyPr>
          <a:lstStyle/>
          <a:p>
            <a:pPr algn="ctr">
              <a:lnSpc>
                <a:spcPct val="120000"/>
              </a:lnSpc>
            </a:pPr>
            <a:r>
              <a:rPr lang="zh-CN" altLang="en-US" sz="900" dirty="0">
                <a:solidFill>
                  <a:schemeClr val="bg1"/>
                </a:solidFill>
              </a:rPr>
              <a:t>协同工作</a:t>
            </a:r>
          </a:p>
        </p:txBody>
      </p:sp>
      <p:sp>
        <p:nvSpPr>
          <p:cNvPr id="173" name="文本框 172">
            <a:extLst>
              <a:ext uri="{FF2B5EF4-FFF2-40B4-BE49-F238E27FC236}">
                <a16:creationId xmlns:a16="http://schemas.microsoft.com/office/drawing/2014/main" id="{2419AB7B-0CEB-86B7-CB37-548D31EAD4CF}"/>
              </a:ext>
            </a:extLst>
          </p:cNvPr>
          <p:cNvSpPr txBox="1"/>
          <p:nvPr/>
        </p:nvSpPr>
        <p:spPr>
          <a:xfrm flipH="1">
            <a:off x="4756488" y="3552408"/>
            <a:ext cx="461665" cy="152093"/>
          </a:xfrm>
          <a:prstGeom prst="rect">
            <a:avLst/>
          </a:prstGeom>
          <a:noFill/>
        </p:spPr>
        <p:txBody>
          <a:bodyPr wrap="none" lIns="0" tIns="0" rIns="0" bIns="0" rtlCol="0">
            <a:spAutoFit/>
          </a:bodyPr>
          <a:lstStyle/>
          <a:p>
            <a:pPr algn="ctr">
              <a:lnSpc>
                <a:spcPct val="120000"/>
              </a:lnSpc>
            </a:pPr>
            <a:r>
              <a:rPr lang="zh-CN" altLang="en-US" sz="900" dirty="0">
                <a:solidFill>
                  <a:schemeClr val="bg1"/>
                </a:solidFill>
              </a:rPr>
              <a:t>统一接口</a:t>
            </a:r>
          </a:p>
        </p:txBody>
      </p:sp>
      <p:sp>
        <p:nvSpPr>
          <p:cNvPr id="174" name="文本框 173">
            <a:extLst>
              <a:ext uri="{FF2B5EF4-FFF2-40B4-BE49-F238E27FC236}">
                <a16:creationId xmlns:a16="http://schemas.microsoft.com/office/drawing/2014/main" id="{93DCBEE7-FE5B-FA65-0989-41711EAFE1C2}"/>
              </a:ext>
            </a:extLst>
          </p:cNvPr>
          <p:cNvSpPr txBox="1"/>
          <p:nvPr/>
        </p:nvSpPr>
        <p:spPr>
          <a:xfrm flipH="1">
            <a:off x="4756488" y="3825455"/>
            <a:ext cx="461665" cy="152093"/>
          </a:xfrm>
          <a:prstGeom prst="rect">
            <a:avLst/>
          </a:prstGeom>
          <a:noFill/>
        </p:spPr>
        <p:txBody>
          <a:bodyPr wrap="none" lIns="0" tIns="0" rIns="0" bIns="0" rtlCol="0">
            <a:spAutoFit/>
          </a:bodyPr>
          <a:lstStyle/>
          <a:p>
            <a:pPr algn="ctr">
              <a:lnSpc>
                <a:spcPct val="120000"/>
              </a:lnSpc>
            </a:pPr>
            <a:r>
              <a:rPr lang="zh-CN" altLang="en-US" sz="900" dirty="0">
                <a:solidFill>
                  <a:schemeClr val="bg1"/>
                </a:solidFill>
              </a:rPr>
              <a:t>数据共享</a:t>
            </a:r>
          </a:p>
        </p:txBody>
      </p:sp>
      <p:sp>
        <p:nvSpPr>
          <p:cNvPr id="175" name="文本框 174">
            <a:extLst>
              <a:ext uri="{FF2B5EF4-FFF2-40B4-BE49-F238E27FC236}">
                <a16:creationId xmlns:a16="http://schemas.microsoft.com/office/drawing/2014/main" id="{E7BB9A58-BAE2-6D6C-7623-AAED46706CED}"/>
              </a:ext>
            </a:extLst>
          </p:cNvPr>
          <p:cNvSpPr txBox="1"/>
          <p:nvPr/>
        </p:nvSpPr>
        <p:spPr>
          <a:xfrm>
            <a:off x="5724920" y="3217941"/>
            <a:ext cx="748923" cy="278281"/>
          </a:xfrm>
          <a:prstGeom prst="rect">
            <a:avLst/>
          </a:prstGeom>
          <a:noFill/>
        </p:spPr>
        <p:txBody>
          <a:bodyPr wrap="none" rtlCol="0">
            <a:spAutoFit/>
          </a:bodyPr>
          <a:lstStyle/>
          <a:p>
            <a:pPr algn="ctr">
              <a:lnSpc>
                <a:spcPct val="120000"/>
              </a:lnSpc>
            </a:pPr>
            <a:r>
              <a:rPr lang="zh-CN" altLang="en-US" sz="1100" b="1" dirty="0">
                <a:solidFill>
                  <a:schemeClr val="bg1"/>
                </a:solidFill>
              </a:rPr>
              <a:t>灵活扩展</a:t>
            </a:r>
          </a:p>
        </p:txBody>
      </p:sp>
      <p:sp>
        <p:nvSpPr>
          <p:cNvPr id="176" name="文本框 175">
            <a:extLst>
              <a:ext uri="{FF2B5EF4-FFF2-40B4-BE49-F238E27FC236}">
                <a16:creationId xmlns:a16="http://schemas.microsoft.com/office/drawing/2014/main" id="{0C58E45A-DDA3-1F29-4E88-6FC6152EF466}"/>
              </a:ext>
            </a:extLst>
          </p:cNvPr>
          <p:cNvSpPr txBox="1"/>
          <p:nvPr/>
        </p:nvSpPr>
        <p:spPr>
          <a:xfrm>
            <a:off x="5552516" y="3574793"/>
            <a:ext cx="461665" cy="152093"/>
          </a:xfrm>
          <a:prstGeom prst="rect">
            <a:avLst/>
          </a:prstGeom>
          <a:noFill/>
        </p:spPr>
        <p:txBody>
          <a:bodyPr wrap="none" lIns="0" tIns="0" rIns="0" bIns="0" rtlCol="0">
            <a:spAutoFit/>
          </a:bodyPr>
          <a:lstStyle/>
          <a:p>
            <a:pPr algn="ctr">
              <a:lnSpc>
                <a:spcPct val="120000"/>
              </a:lnSpc>
            </a:pPr>
            <a:r>
              <a:rPr lang="zh-CN" altLang="en-US" sz="900" dirty="0">
                <a:solidFill>
                  <a:schemeClr val="bg1"/>
                </a:solidFill>
              </a:rPr>
              <a:t>插件机制</a:t>
            </a:r>
          </a:p>
        </p:txBody>
      </p:sp>
      <p:sp>
        <p:nvSpPr>
          <p:cNvPr id="177" name="文本框 176">
            <a:extLst>
              <a:ext uri="{FF2B5EF4-FFF2-40B4-BE49-F238E27FC236}">
                <a16:creationId xmlns:a16="http://schemas.microsoft.com/office/drawing/2014/main" id="{92F52F9D-3705-6D4A-7147-9B7F7658F015}"/>
              </a:ext>
            </a:extLst>
          </p:cNvPr>
          <p:cNvSpPr txBox="1"/>
          <p:nvPr/>
        </p:nvSpPr>
        <p:spPr>
          <a:xfrm>
            <a:off x="5552516" y="3847840"/>
            <a:ext cx="461665" cy="152093"/>
          </a:xfrm>
          <a:prstGeom prst="rect">
            <a:avLst/>
          </a:prstGeom>
          <a:noFill/>
        </p:spPr>
        <p:txBody>
          <a:bodyPr wrap="none" lIns="0" tIns="0" rIns="0" bIns="0" rtlCol="0">
            <a:spAutoFit/>
          </a:bodyPr>
          <a:lstStyle/>
          <a:p>
            <a:pPr algn="ctr">
              <a:lnSpc>
                <a:spcPct val="120000"/>
              </a:lnSpc>
            </a:pPr>
            <a:r>
              <a:rPr lang="zh-CN" altLang="en-US" sz="900" dirty="0">
                <a:solidFill>
                  <a:schemeClr val="bg1"/>
                </a:solidFill>
              </a:rPr>
              <a:t>垂直扩展</a:t>
            </a:r>
          </a:p>
        </p:txBody>
      </p:sp>
      <p:sp>
        <p:nvSpPr>
          <p:cNvPr id="178" name="文本框 177">
            <a:extLst>
              <a:ext uri="{FF2B5EF4-FFF2-40B4-BE49-F238E27FC236}">
                <a16:creationId xmlns:a16="http://schemas.microsoft.com/office/drawing/2014/main" id="{3706A838-8CE1-0CB5-6091-B3221054FE0D}"/>
              </a:ext>
            </a:extLst>
          </p:cNvPr>
          <p:cNvSpPr txBox="1"/>
          <p:nvPr/>
        </p:nvSpPr>
        <p:spPr>
          <a:xfrm flipH="1">
            <a:off x="6181172" y="3574793"/>
            <a:ext cx="461665" cy="152093"/>
          </a:xfrm>
          <a:prstGeom prst="rect">
            <a:avLst/>
          </a:prstGeom>
          <a:noFill/>
        </p:spPr>
        <p:txBody>
          <a:bodyPr wrap="none" lIns="0" tIns="0" rIns="0" bIns="0" rtlCol="0">
            <a:spAutoFit/>
          </a:bodyPr>
          <a:lstStyle/>
          <a:p>
            <a:pPr algn="ctr">
              <a:lnSpc>
                <a:spcPct val="120000"/>
              </a:lnSpc>
            </a:pPr>
            <a:r>
              <a:rPr lang="zh-CN" altLang="en-US" sz="900" dirty="0">
                <a:solidFill>
                  <a:schemeClr val="bg1"/>
                </a:solidFill>
              </a:rPr>
              <a:t>水平扩展</a:t>
            </a:r>
          </a:p>
        </p:txBody>
      </p:sp>
      <p:sp>
        <p:nvSpPr>
          <p:cNvPr id="179" name="文本框 178">
            <a:extLst>
              <a:ext uri="{FF2B5EF4-FFF2-40B4-BE49-F238E27FC236}">
                <a16:creationId xmlns:a16="http://schemas.microsoft.com/office/drawing/2014/main" id="{B39205BE-F5B6-3C07-18E6-F79DB50E06C7}"/>
              </a:ext>
            </a:extLst>
          </p:cNvPr>
          <p:cNvSpPr txBox="1"/>
          <p:nvPr/>
        </p:nvSpPr>
        <p:spPr>
          <a:xfrm flipH="1">
            <a:off x="6181172" y="3847840"/>
            <a:ext cx="461665" cy="152093"/>
          </a:xfrm>
          <a:prstGeom prst="rect">
            <a:avLst/>
          </a:prstGeom>
          <a:noFill/>
        </p:spPr>
        <p:txBody>
          <a:bodyPr wrap="none" lIns="0" tIns="0" rIns="0" bIns="0" rtlCol="0">
            <a:spAutoFit/>
          </a:bodyPr>
          <a:lstStyle/>
          <a:p>
            <a:pPr algn="ctr">
              <a:lnSpc>
                <a:spcPct val="120000"/>
              </a:lnSpc>
            </a:pPr>
            <a:r>
              <a:rPr lang="zh-CN" altLang="en-US" sz="900" dirty="0">
                <a:solidFill>
                  <a:schemeClr val="bg1"/>
                </a:solidFill>
              </a:rPr>
              <a:t>生态集成</a:t>
            </a:r>
          </a:p>
        </p:txBody>
      </p:sp>
      <p:sp>
        <p:nvSpPr>
          <p:cNvPr id="180" name="文本框 179">
            <a:extLst>
              <a:ext uri="{FF2B5EF4-FFF2-40B4-BE49-F238E27FC236}">
                <a16:creationId xmlns:a16="http://schemas.microsoft.com/office/drawing/2014/main" id="{94028A64-1BF0-E3F5-B1EA-5DE6F5FD05F4}"/>
              </a:ext>
            </a:extLst>
          </p:cNvPr>
          <p:cNvSpPr txBox="1"/>
          <p:nvPr/>
        </p:nvSpPr>
        <p:spPr>
          <a:xfrm>
            <a:off x="7137383" y="3195556"/>
            <a:ext cx="748923" cy="278281"/>
          </a:xfrm>
          <a:prstGeom prst="rect">
            <a:avLst/>
          </a:prstGeom>
          <a:noFill/>
        </p:spPr>
        <p:txBody>
          <a:bodyPr wrap="none" rtlCol="0">
            <a:spAutoFit/>
          </a:bodyPr>
          <a:lstStyle/>
          <a:p>
            <a:pPr algn="ctr">
              <a:lnSpc>
                <a:spcPct val="120000"/>
              </a:lnSpc>
            </a:pPr>
            <a:r>
              <a:rPr lang="zh-CN" altLang="en-US" sz="1100" b="1" dirty="0">
                <a:solidFill>
                  <a:schemeClr val="bg1"/>
                </a:solidFill>
              </a:rPr>
              <a:t>安全保障</a:t>
            </a:r>
          </a:p>
        </p:txBody>
      </p:sp>
      <p:sp>
        <p:nvSpPr>
          <p:cNvPr id="181" name="文本框 180">
            <a:extLst>
              <a:ext uri="{FF2B5EF4-FFF2-40B4-BE49-F238E27FC236}">
                <a16:creationId xmlns:a16="http://schemas.microsoft.com/office/drawing/2014/main" id="{E94DAC13-2A3F-5CBD-FCC0-651C4BA89DA3}"/>
              </a:ext>
            </a:extLst>
          </p:cNvPr>
          <p:cNvSpPr txBox="1"/>
          <p:nvPr/>
        </p:nvSpPr>
        <p:spPr>
          <a:xfrm>
            <a:off x="6971348" y="3552408"/>
            <a:ext cx="461665" cy="152093"/>
          </a:xfrm>
          <a:prstGeom prst="rect">
            <a:avLst/>
          </a:prstGeom>
          <a:noFill/>
        </p:spPr>
        <p:txBody>
          <a:bodyPr wrap="none" lIns="0" tIns="0" rIns="0" bIns="0" rtlCol="0">
            <a:spAutoFit/>
          </a:bodyPr>
          <a:lstStyle/>
          <a:p>
            <a:pPr algn="ctr">
              <a:lnSpc>
                <a:spcPct val="120000"/>
              </a:lnSpc>
            </a:pPr>
            <a:r>
              <a:rPr lang="zh-CN" altLang="en-US" sz="900" dirty="0">
                <a:solidFill>
                  <a:schemeClr val="bg1"/>
                </a:solidFill>
              </a:rPr>
              <a:t>身份验证</a:t>
            </a:r>
          </a:p>
        </p:txBody>
      </p:sp>
      <p:sp>
        <p:nvSpPr>
          <p:cNvPr id="182" name="文本框 181">
            <a:extLst>
              <a:ext uri="{FF2B5EF4-FFF2-40B4-BE49-F238E27FC236}">
                <a16:creationId xmlns:a16="http://schemas.microsoft.com/office/drawing/2014/main" id="{1064B953-7D5E-788A-12DE-483F5EABB05D}"/>
              </a:ext>
            </a:extLst>
          </p:cNvPr>
          <p:cNvSpPr txBox="1"/>
          <p:nvPr/>
        </p:nvSpPr>
        <p:spPr>
          <a:xfrm>
            <a:off x="6971348" y="3825455"/>
            <a:ext cx="461665" cy="152093"/>
          </a:xfrm>
          <a:prstGeom prst="rect">
            <a:avLst/>
          </a:prstGeom>
          <a:noFill/>
        </p:spPr>
        <p:txBody>
          <a:bodyPr wrap="none" lIns="0" tIns="0" rIns="0" bIns="0" rtlCol="0">
            <a:spAutoFit/>
          </a:bodyPr>
          <a:lstStyle/>
          <a:p>
            <a:pPr algn="ctr">
              <a:lnSpc>
                <a:spcPct val="120000"/>
              </a:lnSpc>
            </a:pPr>
            <a:r>
              <a:rPr lang="zh-CN" altLang="en-US" sz="900" dirty="0">
                <a:solidFill>
                  <a:schemeClr val="bg1"/>
                </a:solidFill>
              </a:rPr>
              <a:t>数据加密</a:t>
            </a:r>
          </a:p>
        </p:txBody>
      </p:sp>
      <p:sp>
        <p:nvSpPr>
          <p:cNvPr id="183" name="文本框 182">
            <a:extLst>
              <a:ext uri="{FF2B5EF4-FFF2-40B4-BE49-F238E27FC236}">
                <a16:creationId xmlns:a16="http://schemas.microsoft.com/office/drawing/2014/main" id="{1C58A464-F969-06E3-3811-ECE539953095}"/>
              </a:ext>
            </a:extLst>
          </p:cNvPr>
          <p:cNvSpPr txBox="1"/>
          <p:nvPr/>
        </p:nvSpPr>
        <p:spPr>
          <a:xfrm flipH="1">
            <a:off x="7585413" y="3544664"/>
            <a:ext cx="461665" cy="152093"/>
          </a:xfrm>
          <a:prstGeom prst="rect">
            <a:avLst/>
          </a:prstGeom>
          <a:noFill/>
        </p:spPr>
        <p:txBody>
          <a:bodyPr wrap="none" lIns="0" tIns="0" rIns="0" bIns="0" rtlCol="0">
            <a:spAutoFit/>
          </a:bodyPr>
          <a:lstStyle/>
          <a:p>
            <a:pPr algn="ctr">
              <a:lnSpc>
                <a:spcPct val="120000"/>
              </a:lnSpc>
            </a:pPr>
            <a:r>
              <a:rPr lang="zh-CN" altLang="en-US" sz="900" dirty="0">
                <a:solidFill>
                  <a:schemeClr val="bg1"/>
                </a:solidFill>
              </a:rPr>
              <a:t>访问控制</a:t>
            </a:r>
          </a:p>
        </p:txBody>
      </p:sp>
      <p:sp>
        <p:nvSpPr>
          <p:cNvPr id="184" name="文本框 183">
            <a:extLst>
              <a:ext uri="{FF2B5EF4-FFF2-40B4-BE49-F238E27FC236}">
                <a16:creationId xmlns:a16="http://schemas.microsoft.com/office/drawing/2014/main" id="{E6F472A9-8FDB-E7BD-5830-D974C076DEA3}"/>
              </a:ext>
            </a:extLst>
          </p:cNvPr>
          <p:cNvSpPr txBox="1"/>
          <p:nvPr/>
        </p:nvSpPr>
        <p:spPr>
          <a:xfrm flipH="1">
            <a:off x="7585413" y="3817711"/>
            <a:ext cx="461665" cy="152093"/>
          </a:xfrm>
          <a:prstGeom prst="rect">
            <a:avLst/>
          </a:prstGeom>
          <a:noFill/>
        </p:spPr>
        <p:txBody>
          <a:bodyPr wrap="none" lIns="0" tIns="0" rIns="0" bIns="0" rtlCol="0">
            <a:spAutoFit/>
          </a:bodyPr>
          <a:lstStyle/>
          <a:p>
            <a:pPr algn="ctr">
              <a:lnSpc>
                <a:spcPct val="120000"/>
              </a:lnSpc>
            </a:pPr>
            <a:r>
              <a:rPr lang="zh-CN" altLang="en-US" sz="900" dirty="0">
                <a:solidFill>
                  <a:schemeClr val="bg1"/>
                </a:solidFill>
              </a:rPr>
              <a:t>安全审计</a:t>
            </a:r>
          </a:p>
        </p:txBody>
      </p:sp>
      <p:sp>
        <p:nvSpPr>
          <p:cNvPr id="186" name="文本框 185">
            <a:extLst>
              <a:ext uri="{FF2B5EF4-FFF2-40B4-BE49-F238E27FC236}">
                <a16:creationId xmlns:a16="http://schemas.microsoft.com/office/drawing/2014/main" id="{40643668-0A5C-7E8D-E927-7A5E46BE58E6}"/>
              </a:ext>
            </a:extLst>
          </p:cNvPr>
          <p:cNvSpPr txBox="1"/>
          <p:nvPr/>
        </p:nvSpPr>
        <p:spPr>
          <a:xfrm>
            <a:off x="5644594" y="1496229"/>
            <a:ext cx="902812" cy="328936"/>
          </a:xfrm>
          <a:prstGeom prst="rect">
            <a:avLst/>
          </a:prstGeom>
          <a:noFill/>
        </p:spPr>
        <p:txBody>
          <a:bodyPr wrap="none" rtlCol="0">
            <a:spAutoFit/>
          </a:bodyPr>
          <a:lstStyle/>
          <a:p>
            <a:pPr algn="ctr">
              <a:lnSpc>
                <a:spcPct val="120000"/>
              </a:lnSpc>
            </a:pPr>
            <a:r>
              <a:rPr lang="zh-CN" altLang="en-US" sz="1400" b="1" dirty="0">
                <a:solidFill>
                  <a:schemeClr val="accent1"/>
                </a:solidFill>
              </a:rPr>
              <a:t>部署模型</a:t>
            </a:r>
          </a:p>
        </p:txBody>
      </p:sp>
      <p:grpSp>
        <p:nvGrpSpPr>
          <p:cNvPr id="132" name="组合 131">
            <a:extLst>
              <a:ext uri="{FF2B5EF4-FFF2-40B4-BE49-F238E27FC236}">
                <a16:creationId xmlns:a16="http://schemas.microsoft.com/office/drawing/2014/main" id="{155812A4-191B-5598-3FD1-51C6066FF391}"/>
              </a:ext>
            </a:extLst>
          </p:cNvPr>
          <p:cNvGrpSpPr/>
          <p:nvPr/>
        </p:nvGrpSpPr>
        <p:grpSpPr>
          <a:xfrm>
            <a:off x="672146" y="1857375"/>
            <a:ext cx="1149152" cy="2832100"/>
            <a:chOff x="1727094" y="1839931"/>
            <a:chExt cx="931334" cy="2298334"/>
          </a:xfrm>
        </p:grpSpPr>
        <p:sp>
          <p:nvSpPr>
            <p:cNvPr id="127" name="任意多边形: 形状 126">
              <a:extLst>
                <a:ext uri="{FF2B5EF4-FFF2-40B4-BE49-F238E27FC236}">
                  <a16:creationId xmlns:a16="http://schemas.microsoft.com/office/drawing/2014/main" id="{5178A8B5-46A0-194C-912A-93AE2C4BEFFA}"/>
                </a:ext>
              </a:extLst>
            </p:cNvPr>
            <p:cNvSpPr/>
            <p:nvPr/>
          </p:nvSpPr>
          <p:spPr>
            <a:xfrm>
              <a:off x="1727094" y="3635904"/>
              <a:ext cx="931334" cy="502361"/>
            </a:xfrm>
            <a:custGeom>
              <a:avLst/>
              <a:gdLst>
                <a:gd name="connsiteX0" fmla="*/ 931334 w 931334"/>
                <a:gd name="connsiteY0" fmla="*/ 0 h 502361"/>
                <a:gd name="connsiteX1" fmla="*/ 931334 w 931334"/>
                <a:gd name="connsiteY1" fmla="*/ 27188 h 502361"/>
                <a:gd name="connsiteX2" fmla="*/ 931334 w 931334"/>
                <a:gd name="connsiteY2" fmla="*/ 69199 h 502361"/>
                <a:gd name="connsiteX3" fmla="*/ 931334 w 931334"/>
                <a:gd name="connsiteY3" fmla="*/ 502361 h 502361"/>
                <a:gd name="connsiteX4" fmla="*/ 754500 w 931334"/>
                <a:gd name="connsiteY4" fmla="*/ 481078 h 502361"/>
                <a:gd name="connsiteX5" fmla="*/ 13087 w 931334"/>
                <a:gd name="connsiteY5" fmla="*/ 283569 h 502361"/>
                <a:gd name="connsiteX6" fmla="*/ 0 w 931334"/>
                <a:gd name="connsiteY6" fmla="*/ 251181 h 502361"/>
                <a:gd name="connsiteX7" fmla="*/ 13087 w 931334"/>
                <a:gd name="connsiteY7" fmla="*/ 218792 h 502361"/>
                <a:gd name="connsiteX8" fmla="*/ 754500 w 931334"/>
                <a:gd name="connsiteY8" fmla="*/ 21283 h 502361"/>
                <a:gd name="connsiteX9" fmla="*/ 931334 w 931334"/>
                <a:gd name="connsiteY9" fmla="*/ 0 h 502361"/>
                <a:gd name="connsiteX0" fmla="*/ 931334 w 1022774"/>
                <a:gd name="connsiteY0" fmla="*/ 69199 h 502361"/>
                <a:gd name="connsiteX1" fmla="*/ 931334 w 1022774"/>
                <a:gd name="connsiteY1" fmla="*/ 502361 h 502361"/>
                <a:gd name="connsiteX2" fmla="*/ 754500 w 1022774"/>
                <a:gd name="connsiteY2" fmla="*/ 481078 h 502361"/>
                <a:gd name="connsiteX3" fmla="*/ 13087 w 1022774"/>
                <a:gd name="connsiteY3" fmla="*/ 283569 h 502361"/>
                <a:gd name="connsiteX4" fmla="*/ 0 w 1022774"/>
                <a:gd name="connsiteY4" fmla="*/ 251181 h 502361"/>
                <a:gd name="connsiteX5" fmla="*/ 13087 w 1022774"/>
                <a:gd name="connsiteY5" fmla="*/ 218792 h 502361"/>
                <a:gd name="connsiteX6" fmla="*/ 754500 w 1022774"/>
                <a:gd name="connsiteY6" fmla="*/ 21283 h 502361"/>
                <a:gd name="connsiteX7" fmla="*/ 931334 w 1022774"/>
                <a:gd name="connsiteY7" fmla="*/ 0 h 502361"/>
                <a:gd name="connsiteX8" fmla="*/ 931334 w 1022774"/>
                <a:gd name="connsiteY8" fmla="*/ 27188 h 502361"/>
                <a:gd name="connsiteX9" fmla="*/ 1022774 w 1022774"/>
                <a:gd name="connsiteY9" fmla="*/ 160639 h 502361"/>
                <a:gd name="connsiteX0" fmla="*/ 931334 w 1022774"/>
                <a:gd name="connsiteY0" fmla="*/ 502361 h 502361"/>
                <a:gd name="connsiteX1" fmla="*/ 754500 w 1022774"/>
                <a:gd name="connsiteY1" fmla="*/ 481078 h 502361"/>
                <a:gd name="connsiteX2" fmla="*/ 13087 w 1022774"/>
                <a:gd name="connsiteY2" fmla="*/ 283569 h 502361"/>
                <a:gd name="connsiteX3" fmla="*/ 0 w 1022774"/>
                <a:gd name="connsiteY3" fmla="*/ 251181 h 502361"/>
                <a:gd name="connsiteX4" fmla="*/ 13087 w 1022774"/>
                <a:gd name="connsiteY4" fmla="*/ 218792 h 502361"/>
                <a:gd name="connsiteX5" fmla="*/ 754500 w 1022774"/>
                <a:gd name="connsiteY5" fmla="*/ 21283 h 502361"/>
                <a:gd name="connsiteX6" fmla="*/ 931334 w 1022774"/>
                <a:gd name="connsiteY6" fmla="*/ 0 h 502361"/>
                <a:gd name="connsiteX7" fmla="*/ 931334 w 1022774"/>
                <a:gd name="connsiteY7" fmla="*/ 27188 h 502361"/>
                <a:gd name="connsiteX8" fmla="*/ 1022774 w 1022774"/>
                <a:gd name="connsiteY8" fmla="*/ 160639 h 502361"/>
                <a:gd name="connsiteX0" fmla="*/ 931334 w 931334"/>
                <a:gd name="connsiteY0" fmla="*/ 502361 h 502361"/>
                <a:gd name="connsiteX1" fmla="*/ 754500 w 931334"/>
                <a:gd name="connsiteY1" fmla="*/ 481078 h 502361"/>
                <a:gd name="connsiteX2" fmla="*/ 13087 w 931334"/>
                <a:gd name="connsiteY2" fmla="*/ 283569 h 502361"/>
                <a:gd name="connsiteX3" fmla="*/ 0 w 931334"/>
                <a:gd name="connsiteY3" fmla="*/ 251181 h 502361"/>
                <a:gd name="connsiteX4" fmla="*/ 13087 w 931334"/>
                <a:gd name="connsiteY4" fmla="*/ 218792 h 502361"/>
                <a:gd name="connsiteX5" fmla="*/ 754500 w 931334"/>
                <a:gd name="connsiteY5" fmla="*/ 21283 h 502361"/>
                <a:gd name="connsiteX6" fmla="*/ 931334 w 931334"/>
                <a:gd name="connsiteY6" fmla="*/ 0 h 502361"/>
                <a:gd name="connsiteX7" fmla="*/ 931334 w 931334"/>
                <a:gd name="connsiteY7" fmla="*/ 27188 h 502361"/>
                <a:gd name="connsiteX0" fmla="*/ 931334 w 931334"/>
                <a:gd name="connsiteY0" fmla="*/ 502361 h 502361"/>
                <a:gd name="connsiteX1" fmla="*/ 754500 w 931334"/>
                <a:gd name="connsiteY1" fmla="*/ 481078 h 502361"/>
                <a:gd name="connsiteX2" fmla="*/ 13087 w 931334"/>
                <a:gd name="connsiteY2" fmla="*/ 283569 h 502361"/>
                <a:gd name="connsiteX3" fmla="*/ 0 w 931334"/>
                <a:gd name="connsiteY3" fmla="*/ 251181 h 502361"/>
                <a:gd name="connsiteX4" fmla="*/ 13087 w 931334"/>
                <a:gd name="connsiteY4" fmla="*/ 218792 h 502361"/>
                <a:gd name="connsiteX5" fmla="*/ 754500 w 931334"/>
                <a:gd name="connsiteY5" fmla="*/ 21283 h 502361"/>
                <a:gd name="connsiteX6" fmla="*/ 931334 w 931334"/>
                <a:gd name="connsiteY6" fmla="*/ 0 h 502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31334" h="502361">
                  <a:moveTo>
                    <a:pt x="931334" y="502361"/>
                  </a:moveTo>
                  <a:lnTo>
                    <a:pt x="754500" y="481078"/>
                  </a:lnTo>
                  <a:cubicBezTo>
                    <a:pt x="342067" y="426413"/>
                    <a:pt x="73728" y="358257"/>
                    <a:pt x="13087" y="283569"/>
                  </a:cubicBezTo>
                  <a:lnTo>
                    <a:pt x="0" y="251181"/>
                  </a:lnTo>
                  <a:lnTo>
                    <a:pt x="13087" y="218792"/>
                  </a:lnTo>
                  <a:cubicBezTo>
                    <a:pt x="73728" y="144105"/>
                    <a:pt x="342067" y="75949"/>
                    <a:pt x="754500" y="21283"/>
                  </a:cubicBezTo>
                  <a:lnTo>
                    <a:pt x="931334" y="0"/>
                  </a:lnTo>
                </a:path>
              </a:pathLst>
            </a:custGeom>
            <a:noFill/>
            <a:ln>
              <a:gradFill>
                <a:gsLst>
                  <a:gs pos="20000">
                    <a:schemeClr val="accent2">
                      <a:alpha val="0"/>
                    </a:schemeClr>
                  </a:gs>
                  <a:gs pos="44000">
                    <a:schemeClr val="accent2">
                      <a:alpha val="74000"/>
                    </a:schemeClr>
                  </a:gs>
                  <a:gs pos="100000">
                    <a:schemeClr val="accent2"/>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任意多边形: 形状 5">
              <a:extLst>
                <a:ext uri="{FF2B5EF4-FFF2-40B4-BE49-F238E27FC236}">
                  <a16:creationId xmlns:a16="http://schemas.microsoft.com/office/drawing/2014/main" id="{13817FFB-09E1-64A9-7792-2E2CC9FD2380}"/>
                </a:ext>
              </a:extLst>
            </p:cNvPr>
            <p:cNvSpPr/>
            <p:nvPr/>
          </p:nvSpPr>
          <p:spPr>
            <a:xfrm>
              <a:off x="1727094" y="1839931"/>
              <a:ext cx="931334" cy="2047154"/>
            </a:xfrm>
            <a:custGeom>
              <a:avLst/>
              <a:gdLst>
                <a:gd name="connsiteX0" fmla="*/ 931334 w 931334"/>
                <a:gd name="connsiteY0" fmla="*/ 0 h 2047154"/>
                <a:gd name="connsiteX1" fmla="*/ 931334 w 931334"/>
                <a:gd name="connsiteY1" fmla="*/ 433162 h 2047154"/>
                <a:gd name="connsiteX2" fmla="*/ 931334 w 931334"/>
                <a:gd name="connsiteY2" fmla="*/ 475173 h 2047154"/>
                <a:gd name="connsiteX3" fmla="*/ 931334 w 931334"/>
                <a:gd name="connsiteY3" fmla="*/ 502362 h 2047154"/>
                <a:gd name="connsiteX4" fmla="*/ 931334 w 931334"/>
                <a:gd name="connsiteY4" fmla="*/ 908335 h 2047154"/>
                <a:gd name="connsiteX5" fmla="*/ 931334 w 931334"/>
                <a:gd name="connsiteY5" fmla="*/ 977535 h 2047154"/>
                <a:gd name="connsiteX6" fmla="*/ 931334 w 931334"/>
                <a:gd name="connsiteY6" fmla="*/ 1784688 h 2047154"/>
                <a:gd name="connsiteX7" fmla="*/ 931334 w 931334"/>
                <a:gd name="connsiteY7" fmla="*/ 1795973 h 2047154"/>
                <a:gd name="connsiteX8" fmla="*/ 754500 w 931334"/>
                <a:gd name="connsiteY8" fmla="*/ 1817256 h 2047154"/>
                <a:gd name="connsiteX9" fmla="*/ 0 w 931334"/>
                <a:gd name="connsiteY9" fmla="*/ 2047154 h 2047154"/>
                <a:gd name="connsiteX10" fmla="*/ 0 w 931334"/>
                <a:gd name="connsiteY10" fmla="*/ 1784688 h 2047154"/>
                <a:gd name="connsiteX11" fmla="*/ 0 w 931334"/>
                <a:gd name="connsiteY11" fmla="*/ 726355 h 2047154"/>
                <a:gd name="connsiteX12" fmla="*/ 0 w 931334"/>
                <a:gd name="connsiteY12" fmla="*/ 726354 h 2047154"/>
                <a:gd name="connsiteX13" fmla="*/ 0 w 931334"/>
                <a:gd name="connsiteY13" fmla="*/ 251182 h 2047154"/>
                <a:gd name="connsiteX14" fmla="*/ 2 w 931334"/>
                <a:gd name="connsiteY14" fmla="*/ 251185 h 2047154"/>
                <a:gd name="connsiteX15" fmla="*/ 0 w 931334"/>
                <a:gd name="connsiteY15" fmla="*/ 251181 h 2047154"/>
                <a:gd name="connsiteX16" fmla="*/ 754500 w 931334"/>
                <a:gd name="connsiteY16" fmla="*/ 21283 h 20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31334" h="2047154">
                  <a:moveTo>
                    <a:pt x="931334" y="0"/>
                  </a:moveTo>
                  <a:lnTo>
                    <a:pt x="931334" y="433162"/>
                  </a:lnTo>
                  <a:lnTo>
                    <a:pt x="931334" y="475173"/>
                  </a:lnTo>
                  <a:lnTo>
                    <a:pt x="931334" y="502362"/>
                  </a:lnTo>
                  <a:lnTo>
                    <a:pt x="931334" y="908335"/>
                  </a:lnTo>
                  <a:lnTo>
                    <a:pt x="931334" y="977535"/>
                  </a:lnTo>
                  <a:lnTo>
                    <a:pt x="931334" y="1784688"/>
                  </a:lnTo>
                  <a:lnTo>
                    <a:pt x="931334" y="1795973"/>
                  </a:lnTo>
                  <a:lnTo>
                    <a:pt x="754500" y="1817256"/>
                  </a:lnTo>
                  <a:cubicBezTo>
                    <a:pt x="283148" y="1879731"/>
                    <a:pt x="0" y="1959826"/>
                    <a:pt x="0" y="2047154"/>
                  </a:cubicBezTo>
                  <a:lnTo>
                    <a:pt x="0" y="1784688"/>
                  </a:lnTo>
                  <a:lnTo>
                    <a:pt x="0" y="726355"/>
                  </a:lnTo>
                  <a:lnTo>
                    <a:pt x="0" y="726354"/>
                  </a:lnTo>
                  <a:lnTo>
                    <a:pt x="0" y="251182"/>
                  </a:lnTo>
                  <a:lnTo>
                    <a:pt x="2" y="251185"/>
                  </a:lnTo>
                  <a:lnTo>
                    <a:pt x="0" y="251181"/>
                  </a:lnTo>
                  <a:cubicBezTo>
                    <a:pt x="0" y="163853"/>
                    <a:pt x="283148" y="83758"/>
                    <a:pt x="754500" y="21283"/>
                  </a:cubicBezTo>
                  <a:close/>
                </a:path>
              </a:pathLst>
            </a:custGeom>
            <a:gradFill>
              <a:gsLst>
                <a:gs pos="0">
                  <a:schemeClr val="accent2">
                    <a:alpha val="0"/>
                  </a:schemeClr>
                </a:gs>
                <a:gs pos="100000">
                  <a:schemeClr val="accent2">
                    <a:alpha val="31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a:extLst>
                <a:ext uri="{FF2B5EF4-FFF2-40B4-BE49-F238E27FC236}">
                  <a16:creationId xmlns:a16="http://schemas.microsoft.com/office/drawing/2014/main" id="{7B738DD5-4A02-98C3-4F69-04E31AB313A0}"/>
                </a:ext>
              </a:extLst>
            </p:cNvPr>
            <p:cNvSpPr/>
            <p:nvPr/>
          </p:nvSpPr>
          <p:spPr>
            <a:xfrm flipV="1">
              <a:off x="1727094" y="2091111"/>
              <a:ext cx="931334" cy="2047154"/>
            </a:xfrm>
            <a:custGeom>
              <a:avLst/>
              <a:gdLst>
                <a:gd name="connsiteX0" fmla="*/ 931334 w 931334"/>
                <a:gd name="connsiteY0" fmla="*/ 0 h 2047154"/>
                <a:gd name="connsiteX1" fmla="*/ 931334 w 931334"/>
                <a:gd name="connsiteY1" fmla="*/ 433162 h 2047154"/>
                <a:gd name="connsiteX2" fmla="*/ 931334 w 931334"/>
                <a:gd name="connsiteY2" fmla="*/ 475173 h 2047154"/>
                <a:gd name="connsiteX3" fmla="*/ 931334 w 931334"/>
                <a:gd name="connsiteY3" fmla="*/ 502362 h 2047154"/>
                <a:gd name="connsiteX4" fmla="*/ 931334 w 931334"/>
                <a:gd name="connsiteY4" fmla="*/ 908335 h 2047154"/>
                <a:gd name="connsiteX5" fmla="*/ 931334 w 931334"/>
                <a:gd name="connsiteY5" fmla="*/ 977535 h 2047154"/>
                <a:gd name="connsiteX6" fmla="*/ 931334 w 931334"/>
                <a:gd name="connsiteY6" fmla="*/ 1784688 h 2047154"/>
                <a:gd name="connsiteX7" fmla="*/ 931334 w 931334"/>
                <a:gd name="connsiteY7" fmla="*/ 1795973 h 2047154"/>
                <a:gd name="connsiteX8" fmla="*/ 754500 w 931334"/>
                <a:gd name="connsiteY8" fmla="*/ 1817256 h 2047154"/>
                <a:gd name="connsiteX9" fmla="*/ 0 w 931334"/>
                <a:gd name="connsiteY9" fmla="*/ 2047154 h 2047154"/>
                <a:gd name="connsiteX10" fmla="*/ 0 w 931334"/>
                <a:gd name="connsiteY10" fmla="*/ 1784688 h 2047154"/>
                <a:gd name="connsiteX11" fmla="*/ 0 w 931334"/>
                <a:gd name="connsiteY11" fmla="*/ 726355 h 2047154"/>
                <a:gd name="connsiteX12" fmla="*/ 0 w 931334"/>
                <a:gd name="connsiteY12" fmla="*/ 726354 h 2047154"/>
                <a:gd name="connsiteX13" fmla="*/ 0 w 931334"/>
                <a:gd name="connsiteY13" fmla="*/ 251182 h 2047154"/>
                <a:gd name="connsiteX14" fmla="*/ 2 w 931334"/>
                <a:gd name="connsiteY14" fmla="*/ 251185 h 2047154"/>
                <a:gd name="connsiteX15" fmla="*/ 0 w 931334"/>
                <a:gd name="connsiteY15" fmla="*/ 251181 h 2047154"/>
                <a:gd name="connsiteX16" fmla="*/ 754500 w 931334"/>
                <a:gd name="connsiteY16" fmla="*/ 21283 h 20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31334" h="2047154">
                  <a:moveTo>
                    <a:pt x="931334" y="0"/>
                  </a:moveTo>
                  <a:lnTo>
                    <a:pt x="931334" y="433162"/>
                  </a:lnTo>
                  <a:lnTo>
                    <a:pt x="931334" y="475173"/>
                  </a:lnTo>
                  <a:lnTo>
                    <a:pt x="931334" y="502362"/>
                  </a:lnTo>
                  <a:lnTo>
                    <a:pt x="931334" y="908335"/>
                  </a:lnTo>
                  <a:lnTo>
                    <a:pt x="931334" y="977535"/>
                  </a:lnTo>
                  <a:lnTo>
                    <a:pt x="931334" y="1784688"/>
                  </a:lnTo>
                  <a:lnTo>
                    <a:pt x="931334" y="1795973"/>
                  </a:lnTo>
                  <a:lnTo>
                    <a:pt x="754500" y="1817256"/>
                  </a:lnTo>
                  <a:cubicBezTo>
                    <a:pt x="283148" y="1879731"/>
                    <a:pt x="0" y="1959826"/>
                    <a:pt x="0" y="2047154"/>
                  </a:cubicBezTo>
                  <a:lnTo>
                    <a:pt x="0" y="1784688"/>
                  </a:lnTo>
                  <a:lnTo>
                    <a:pt x="0" y="726355"/>
                  </a:lnTo>
                  <a:lnTo>
                    <a:pt x="0" y="726354"/>
                  </a:lnTo>
                  <a:lnTo>
                    <a:pt x="0" y="251182"/>
                  </a:lnTo>
                  <a:lnTo>
                    <a:pt x="2" y="251185"/>
                  </a:lnTo>
                  <a:lnTo>
                    <a:pt x="0" y="251181"/>
                  </a:lnTo>
                  <a:cubicBezTo>
                    <a:pt x="0" y="163853"/>
                    <a:pt x="283148" y="83758"/>
                    <a:pt x="754500" y="21283"/>
                  </a:cubicBezTo>
                  <a:close/>
                </a:path>
              </a:pathLst>
            </a:custGeom>
            <a:gradFill>
              <a:gsLst>
                <a:gs pos="0">
                  <a:schemeClr val="accent2">
                    <a:alpha val="0"/>
                  </a:schemeClr>
                </a:gs>
                <a:gs pos="100000">
                  <a:schemeClr val="accent2">
                    <a:alpha val="31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cxnSp>
          <p:nvCxnSpPr>
            <p:cNvPr id="130" name="直接连接符 129">
              <a:extLst>
                <a:ext uri="{FF2B5EF4-FFF2-40B4-BE49-F238E27FC236}">
                  <a16:creationId xmlns:a16="http://schemas.microsoft.com/office/drawing/2014/main" id="{1D0B18E4-AC7E-1633-0451-6873D158F4BA}"/>
                </a:ext>
              </a:extLst>
            </p:cNvPr>
            <p:cNvCxnSpPr>
              <a:cxnSpLocks/>
              <a:endCxn id="9" idx="0"/>
            </p:cNvCxnSpPr>
            <p:nvPr/>
          </p:nvCxnSpPr>
          <p:spPr>
            <a:xfrm>
              <a:off x="2658428" y="1839931"/>
              <a:ext cx="0" cy="2298334"/>
            </a:xfrm>
            <a:prstGeom prst="line">
              <a:avLst/>
            </a:prstGeom>
            <a:ln w="19050">
              <a:gradFill>
                <a:gsLst>
                  <a:gs pos="15000">
                    <a:schemeClr val="accent2">
                      <a:alpha val="33000"/>
                    </a:schemeClr>
                  </a:gs>
                  <a:gs pos="50000">
                    <a:schemeClr val="accent2"/>
                  </a:gs>
                  <a:gs pos="85000">
                    <a:schemeClr val="accent2">
                      <a:alpha val="33000"/>
                    </a:schemeClr>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89" name="组合 188">
            <a:extLst>
              <a:ext uri="{FF2B5EF4-FFF2-40B4-BE49-F238E27FC236}">
                <a16:creationId xmlns:a16="http://schemas.microsoft.com/office/drawing/2014/main" id="{D27DFCEB-7AD1-E699-BE56-88C0DBE36C46}"/>
              </a:ext>
            </a:extLst>
          </p:cNvPr>
          <p:cNvGrpSpPr/>
          <p:nvPr/>
        </p:nvGrpSpPr>
        <p:grpSpPr>
          <a:xfrm>
            <a:off x="2005727" y="2874509"/>
            <a:ext cx="784225" cy="784218"/>
            <a:chOff x="3697814" y="2092661"/>
            <a:chExt cx="981395" cy="981386"/>
          </a:xfrm>
        </p:grpSpPr>
        <p:sp>
          <p:nvSpPr>
            <p:cNvPr id="190" name="文本框 189">
              <a:extLst>
                <a:ext uri="{FF2B5EF4-FFF2-40B4-BE49-F238E27FC236}">
                  <a16:creationId xmlns:a16="http://schemas.microsoft.com/office/drawing/2014/main" id="{A04FB38C-6635-6BFF-D7BC-03C4194450AF}"/>
                </a:ext>
              </a:extLst>
            </p:cNvPr>
            <p:cNvSpPr txBox="1">
              <a:spLocks/>
            </p:cNvSpPr>
            <p:nvPr/>
          </p:nvSpPr>
          <p:spPr>
            <a:xfrm>
              <a:off x="3697814"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400" dirty="0"/>
            </a:p>
          </p:txBody>
        </p:sp>
        <p:sp>
          <p:nvSpPr>
            <p:cNvPr id="191" name="文本框 190">
              <a:extLst>
                <a:ext uri="{FF2B5EF4-FFF2-40B4-BE49-F238E27FC236}">
                  <a16:creationId xmlns:a16="http://schemas.microsoft.com/office/drawing/2014/main" id="{1BD44A60-2C30-955B-EF37-764AB0A3F492}"/>
                </a:ext>
              </a:extLst>
            </p:cNvPr>
            <p:cNvSpPr txBox="1">
              <a:spLocks/>
            </p:cNvSpPr>
            <p:nvPr/>
          </p:nvSpPr>
          <p:spPr>
            <a:xfrm>
              <a:off x="3697815"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安全性</a:t>
              </a:r>
            </a:p>
          </p:txBody>
        </p:sp>
      </p:grpSp>
      <p:grpSp>
        <p:nvGrpSpPr>
          <p:cNvPr id="192" name="组合 191">
            <a:extLst>
              <a:ext uri="{FF2B5EF4-FFF2-40B4-BE49-F238E27FC236}">
                <a16:creationId xmlns:a16="http://schemas.microsoft.com/office/drawing/2014/main" id="{BBE410C9-2CBB-A7AD-E8E5-C2A16EEC35D5}"/>
              </a:ext>
            </a:extLst>
          </p:cNvPr>
          <p:cNvGrpSpPr/>
          <p:nvPr/>
        </p:nvGrpSpPr>
        <p:grpSpPr>
          <a:xfrm>
            <a:off x="9421058" y="2845035"/>
            <a:ext cx="784224" cy="784218"/>
            <a:chOff x="3697814" y="2092661"/>
            <a:chExt cx="981394" cy="981386"/>
          </a:xfrm>
        </p:grpSpPr>
        <p:sp>
          <p:nvSpPr>
            <p:cNvPr id="193" name="文本框 192">
              <a:extLst>
                <a:ext uri="{FF2B5EF4-FFF2-40B4-BE49-F238E27FC236}">
                  <a16:creationId xmlns:a16="http://schemas.microsoft.com/office/drawing/2014/main" id="{5D210BFE-2583-49E5-222D-7A8A43C0B8DB}"/>
                </a:ext>
              </a:extLst>
            </p:cNvPr>
            <p:cNvSpPr txBox="1">
              <a:spLocks/>
            </p:cNvSpPr>
            <p:nvPr/>
          </p:nvSpPr>
          <p:spPr>
            <a:xfrm>
              <a:off x="3697814"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400" dirty="0"/>
            </a:p>
          </p:txBody>
        </p:sp>
        <p:sp>
          <p:nvSpPr>
            <p:cNvPr id="194" name="文本框 193">
              <a:extLst>
                <a:ext uri="{FF2B5EF4-FFF2-40B4-BE49-F238E27FC236}">
                  <a16:creationId xmlns:a16="http://schemas.microsoft.com/office/drawing/2014/main" id="{73A8AD11-2E88-25D2-29FA-C144CC894CCD}"/>
                </a:ext>
              </a:extLst>
            </p:cNvPr>
            <p:cNvSpPr txBox="1">
              <a:spLocks/>
            </p:cNvSpPr>
            <p:nvPr/>
          </p:nvSpPr>
          <p:spPr>
            <a:xfrm>
              <a:off x="3697814"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合规性</a:t>
              </a:r>
            </a:p>
          </p:txBody>
        </p:sp>
      </p:grpSp>
      <p:sp>
        <p:nvSpPr>
          <p:cNvPr id="201" name="文本框 200">
            <a:extLst>
              <a:ext uri="{FF2B5EF4-FFF2-40B4-BE49-F238E27FC236}">
                <a16:creationId xmlns:a16="http://schemas.microsoft.com/office/drawing/2014/main" id="{4AC56CC8-68D9-9850-0742-05670FB32714}"/>
              </a:ext>
            </a:extLst>
          </p:cNvPr>
          <p:cNvSpPr txBox="1"/>
          <p:nvPr/>
        </p:nvSpPr>
        <p:spPr>
          <a:xfrm>
            <a:off x="885085" y="2710296"/>
            <a:ext cx="723275" cy="269817"/>
          </a:xfrm>
          <a:prstGeom prst="rect">
            <a:avLst/>
          </a:prstGeom>
          <a:noFill/>
        </p:spPr>
        <p:txBody>
          <a:bodyPr wrap="none" rtlCol="0">
            <a:spAutoFit/>
          </a:bodyPr>
          <a:lstStyle/>
          <a:p>
            <a:pPr algn="ctr">
              <a:lnSpc>
                <a:spcPct val="120000"/>
              </a:lnSpc>
            </a:pPr>
            <a:r>
              <a:rPr lang="zh-CN" altLang="en-US" sz="1050" dirty="0">
                <a:solidFill>
                  <a:schemeClr val="bg1"/>
                </a:solidFill>
              </a:rPr>
              <a:t>数据加密</a:t>
            </a:r>
          </a:p>
        </p:txBody>
      </p:sp>
      <p:sp>
        <p:nvSpPr>
          <p:cNvPr id="228" name="文本框 227">
            <a:extLst>
              <a:ext uri="{FF2B5EF4-FFF2-40B4-BE49-F238E27FC236}">
                <a16:creationId xmlns:a16="http://schemas.microsoft.com/office/drawing/2014/main" id="{D7C27834-7920-7788-604F-55CB36D3D152}"/>
              </a:ext>
            </a:extLst>
          </p:cNvPr>
          <p:cNvSpPr txBox="1"/>
          <p:nvPr/>
        </p:nvSpPr>
        <p:spPr>
          <a:xfrm>
            <a:off x="885085" y="3126856"/>
            <a:ext cx="723275" cy="269817"/>
          </a:xfrm>
          <a:prstGeom prst="rect">
            <a:avLst/>
          </a:prstGeom>
          <a:noFill/>
        </p:spPr>
        <p:txBody>
          <a:bodyPr wrap="none" rtlCol="0">
            <a:spAutoFit/>
          </a:bodyPr>
          <a:lstStyle/>
          <a:p>
            <a:pPr algn="ctr">
              <a:lnSpc>
                <a:spcPct val="120000"/>
              </a:lnSpc>
            </a:pPr>
            <a:r>
              <a:rPr lang="zh-CN" altLang="en-US" sz="1050" dirty="0">
                <a:solidFill>
                  <a:schemeClr val="bg1"/>
                </a:solidFill>
              </a:rPr>
              <a:t>访问控制</a:t>
            </a:r>
          </a:p>
        </p:txBody>
      </p:sp>
      <p:sp>
        <p:nvSpPr>
          <p:cNvPr id="229" name="文本框 228">
            <a:extLst>
              <a:ext uri="{FF2B5EF4-FFF2-40B4-BE49-F238E27FC236}">
                <a16:creationId xmlns:a16="http://schemas.microsoft.com/office/drawing/2014/main" id="{ADEF036D-EB23-7E59-3098-716F157A1690}"/>
              </a:ext>
            </a:extLst>
          </p:cNvPr>
          <p:cNvSpPr txBox="1"/>
          <p:nvPr/>
        </p:nvSpPr>
        <p:spPr>
          <a:xfrm>
            <a:off x="885085" y="3545956"/>
            <a:ext cx="723275" cy="269817"/>
          </a:xfrm>
          <a:prstGeom prst="rect">
            <a:avLst/>
          </a:prstGeom>
          <a:noFill/>
        </p:spPr>
        <p:txBody>
          <a:bodyPr wrap="none" rtlCol="0">
            <a:spAutoFit/>
          </a:bodyPr>
          <a:lstStyle/>
          <a:p>
            <a:pPr algn="ctr">
              <a:lnSpc>
                <a:spcPct val="120000"/>
              </a:lnSpc>
            </a:pPr>
            <a:r>
              <a:rPr lang="zh-CN" altLang="en-US" sz="1050" dirty="0">
                <a:solidFill>
                  <a:schemeClr val="bg1"/>
                </a:solidFill>
              </a:rPr>
              <a:t>日志审计</a:t>
            </a:r>
          </a:p>
        </p:txBody>
      </p:sp>
      <p:sp>
        <p:nvSpPr>
          <p:cNvPr id="230" name="文本框 229">
            <a:extLst>
              <a:ext uri="{FF2B5EF4-FFF2-40B4-BE49-F238E27FC236}">
                <a16:creationId xmlns:a16="http://schemas.microsoft.com/office/drawing/2014/main" id="{893D2A71-D726-B2BC-110D-6367C79908E4}"/>
              </a:ext>
            </a:extLst>
          </p:cNvPr>
          <p:cNvSpPr txBox="1"/>
          <p:nvPr/>
        </p:nvSpPr>
        <p:spPr>
          <a:xfrm>
            <a:off x="10509604" y="2710296"/>
            <a:ext cx="857927" cy="269817"/>
          </a:xfrm>
          <a:prstGeom prst="rect">
            <a:avLst/>
          </a:prstGeom>
          <a:noFill/>
        </p:spPr>
        <p:txBody>
          <a:bodyPr wrap="none" rtlCol="0">
            <a:spAutoFit/>
          </a:bodyPr>
          <a:lstStyle/>
          <a:p>
            <a:pPr algn="ctr">
              <a:lnSpc>
                <a:spcPct val="120000"/>
              </a:lnSpc>
            </a:pPr>
            <a:r>
              <a:rPr lang="zh-CN" altLang="en-US" sz="1050" dirty="0">
                <a:solidFill>
                  <a:schemeClr val="bg1"/>
                </a:solidFill>
              </a:rPr>
              <a:t>合规性报告</a:t>
            </a:r>
          </a:p>
        </p:txBody>
      </p:sp>
      <p:sp>
        <p:nvSpPr>
          <p:cNvPr id="231" name="文本框 230">
            <a:extLst>
              <a:ext uri="{FF2B5EF4-FFF2-40B4-BE49-F238E27FC236}">
                <a16:creationId xmlns:a16="http://schemas.microsoft.com/office/drawing/2014/main" id="{FF414236-CA29-A5A8-B266-57C608FC2FC2}"/>
              </a:ext>
            </a:extLst>
          </p:cNvPr>
          <p:cNvSpPr txBox="1"/>
          <p:nvPr/>
        </p:nvSpPr>
        <p:spPr>
          <a:xfrm>
            <a:off x="10442278" y="3126856"/>
            <a:ext cx="992579" cy="269817"/>
          </a:xfrm>
          <a:prstGeom prst="rect">
            <a:avLst/>
          </a:prstGeom>
          <a:noFill/>
        </p:spPr>
        <p:txBody>
          <a:bodyPr wrap="none" rtlCol="0">
            <a:spAutoFit/>
          </a:bodyPr>
          <a:lstStyle/>
          <a:p>
            <a:pPr algn="ctr">
              <a:lnSpc>
                <a:spcPct val="120000"/>
              </a:lnSpc>
            </a:pPr>
            <a:r>
              <a:rPr lang="zh-CN" altLang="en-US" sz="1050" dirty="0">
                <a:solidFill>
                  <a:schemeClr val="bg1"/>
                </a:solidFill>
              </a:rPr>
              <a:t>安全漏洞检测</a:t>
            </a:r>
          </a:p>
        </p:txBody>
      </p:sp>
      <p:sp>
        <p:nvSpPr>
          <p:cNvPr id="232" name="文本框 231">
            <a:extLst>
              <a:ext uri="{FF2B5EF4-FFF2-40B4-BE49-F238E27FC236}">
                <a16:creationId xmlns:a16="http://schemas.microsoft.com/office/drawing/2014/main" id="{A09F4E55-9139-5A73-E5DF-EAB3E02CE52C}"/>
              </a:ext>
            </a:extLst>
          </p:cNvPr>
          <p:cNvSpPr txBox="1"/>
          <p:nvPr/>
        </p:nvSpPr>
        <p:spPr>
          <a:xfrm>
            <a:off x="10576930" y="3545956"/>
            <a:ext cx="723275" cy="269817"/>
          </a:xfrm>
          <a:prstGeom prst="rect">
            <a:avLst/>
          </a:prstGeom>
          <a:noFill/>
        </p:spPr>
        <p:txBody>
          <a:bodyPr wrap="none" rtlCol="0">
            <a:spAutoFit/>
          </a:bodyPr>
          <a:lstStyle/>
          <a:p>
            <a:pPr algn="ctr">
              <a:lnSpc>
                <a:spcPct val="120000"/>
              </a:lnSpc>
            </a:pPr>
            <a:r>
              <a:rPr lang="zh-CN" altLang="en-US" sz="1050" dirty="0">
                <a:solidFill>
                  <a:schemeClr val="bg1"/>
                </a:solidFill>
              </a:rPr>
              <a:t>响应机制</a:t>
            </a:r>
          </a:p>
        </p:txBody>
      </p:sp>
      <p:grpSp>
        <p:nvGrpSpPr>
          <p:cNvPr id="238" name="组合 237">
            <a:extLst>
              <a:ext uri="{FF2B5EF4-FFF2-40B4-BE49-F238E27FC236}">
                <a16:creationId xmlns:a16="http://schemas.microsoft.com/office/drawing/2014/main" id="{0DED526F-0514-F1F3-BE1E-8E19C0FD49BB}"/>
              </a:ext>
            </a:extLst>
          </p:cNvPr>
          <p:cNvGrpSpPr/>
          <p:nvPr/>
        </p:nvGrpSpPr>
        <p:grpSpPr>
          <a:xfrm>
            <a:off x="4090946" y="4932785"/>
            <a:ext cx="325508" cy="309732"/>
            <a:chOff x="3439373" y="3585009"/>
            <a:chExt cx="1801812" cy="1714500"/>
          </a:xfrm>
          <a:solidFill>
            <a:schemeClr val="accent1"/>
          </a:solidFill>
          <a:effectLst>
            <a:reflection blurRad="25400" stA="52000" endA="300" endPos="35000" dir="5400000" sy="-100000" algn="bl" rotWithShape="0"/>
          </a:effectLst>
        </p:grpSpPr>
        <p:sp>
          <p:nvSpPr>
            <p:cNvPr id="236" name="任意多边形: 形状 235">
              <a:extLst>
                <a:ext uri="{FF2B5EF4-FFF2-40B4-BE49-F238E27FC236}">
                  <a16:creationId xmlns:a16="http://schemas.microsoft.com/office/drawing/2014/main" id="{0F78DA62-B07C-EB67-AA6C-B55694F441FC}"/>
                </a:ext>
              </a:extLst>
            </p:cNvPr>
            <p:cNvSpPr/>
            <p:nvPr/>
          </p:nvSpPr>
          <p:spPr>
            <a:xfrm>
              <a:off x="3439373" y="3585009"/>
              <a:ext cx="1801812" cy="1714500"/>
            </a:xfrm>
            <a:custGeom>
              <a:avLst/>
              <a:gdLst>
                <a:gd name="connsiteX0" fmla="*/ 1738313 w 1801812"/>
                <a:gd name="connsiteY0" fmla="*/ 1714500 h 1714500"/>
                <a:gd name="connsiteX1" fmla="*/ 71438 w 1801812"/>
                <a:gd name="connsiteY1" fmla="*/ 1714500 h 1714500"/>
                <a:gd name="connsiteX2" fmla="*/ 7937 w 1801812"/>
                <a:gd name="connsiteY2" fmla="*/ 1651000 h 1714500"/>
                <a:gd name="connsiteX3" fmla="*/ 71438 w 1801812"/>
                <a:gd name="connsiteY3" fmla="*/ 1587500 h 1714500"/>
                <a:gd name="connsiteX4" fmla="*/ 1738313 w 1801812"/>
                <a:gd name="connsiteY4" fmla="*/ 1587500 h 1714500"/>
                <a:gd name="connsiteX5" fmla="*/ 1801813 w 1801812"/>
                <a:gd name="connsiteY5" fmla="*/ 1651000 h 1714500"/>
                <a:gd name="connsiteX6" fmla="*/ 1738313 w 1801812"/>
                <a:gd name="connsiteY6" fmla="*/ 1714500 h 1714500"/>
                <a:gd name="connsiteX7" fmla="*/ 1651000 w 1801812"/>
                <a:gd name="connsiteY7" fmla="*/ 1389063 h 1714500"/>
                <a:gd name="connsiteX8" fmla="*/ 142875 w 1801812"/>
                <a:gd name="connsiteY8" fmla="*/ 1389063 h 1714500"/>
                <a:gd name="connsiteX9" fmla="*/ 0 w 1801812"/>
                <a:gd name="connsiteY9" fmla="*/ 1246188 h 1714500"/>
                <a:gd name="connsiteX10" fmla="*/ 0 w 1801812"/>
                <a:gd name="connsiteY10" fmla="*/ 142875 h 1714500"/>
                <a:gd name="connsiteX11" fmla="*/ 142875 w 1801812"/>
                <a:gd name="connsiteY11" fmla="*/ 0 h 1714500"/>
                <a:gd name="connsiteX12" fmla="*/ 1651000 w 1801812"/>
                <a:gd name="connsiteY12" fmla="*/ 0 h 1714500"/>
                <a:gd name="connsiteX13" fmla="*/ 1793875 w 1801812"/>
                <a:gd name="connsiteY13" fmla="*/ 142875 h 1714500"/>
                <a:gd name="connsiteX14" fmla="*/ 1793875 w 1801812"/>
                <a:gd name="connsiteY14" fmla="*/ 1254125 h 1714500"/>
                <a:gd name="connsiteX15" fmla="*/ 1651000 w 1801812"/>
                <a:gd name="connsiteY15" fmla="*/ 1389063 h 1714500"/>
                <a:gd name="connsiteX16" fmla="*/ 142875 w 1801812"/>
                <a:gd name="connsiteY16" fmla="*/ 119063 h 1714500"/>
                <a:gd name="connsiteX17" fmla="*/ 127000 w 1801812"/>
                <a:gd name="connsiteY17" fmla="*/ 142875 h 1714500"/>
                <a:gd name="connsiteX18" fmla="*/ 127000 w 1801812"/>
                <a:gd name="connsiteY18" fmla="*/ 1254125 h 1714500"/>
                <a:gd name="connsiteX19" fmla="*/ 142875 w 1801812"/>
                <a:gd name="connsiteY19" fmla="*/ 1270000 h 1714500"/>
                <a:gd name="connsiteX20" fmla="*/ 1651000 w 1801812"/>
                <a:gd name="connsiteY20" fmla="*/ 1270000 h 1714500"/>
                <a:gd name="connsiteX21" fmla="*/ 1666875 w 1801812"/>
                <a:gd name="connsiteY21" fmla="*/ 1254125 h 1714500"/>
                <a:gd name="connsiteX22" fmla="*/ 1666875 w 1801812"/>
                <a:gd name="connsiteY22" fmla="*/ 142875 h 1714500"/>
                <a:gd name="connsiteX23" fmla="*/ 1651000 w 1801812"/>
                <a:gd name="connsiteY23" fmla="*/ 127000 h 1714500"/>
                <a:gd name="connsiteX24" fmla="*/ 142875 w 1801812"/>
                <a:gd name="connsiteY24" fmla="*/ 119063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01812" h="1714500">
                  <a:moveTo>
                    <a:pt x="1738313" y="1714500"/>
                  </a:moveTo>
                  <a:lnTo>
                    <a:pt x="71438" y="1714500"/>
                  </a:lnTo>
                  <a:cubicBezTo>
                    <a:pt x="39688" y="1714500"/>
                    <a:pt x="7937" y="1690688"/>
                    <a:pt x="7937" y="1651000"/>
                  </a:cubicBezTo>
                  <a:cubicBezTo>
                    <a:pt x="7937" y="1611313"/>
                    <a:pt x="31750" y="1587500"/>
                    <a:pt x="71438" y="1587500"/>
                  </a:cubicBezTo>
                  <a:lnTo>
                    <a:pt x="1738313" y="1587500"/>
                  </a:lnTo>
                  <a:cubicBezTo>
                    <a:pt x="1770063" y="1587500"/>
                    <a:pt x="1801813" y="1611313"/>
                    <a:pt x="1801813" y="1651000"/>
                  </a:cubicBezTo>
                  <a:cubicBezTo>
                    <a:pt x="1801813" y="1690688"/>
                    <a:pt x="1770063" y="1714500"/>
                    <a:pt x="1738313" y="1714500"/>
                  </a:cubicBezTo>
                  <a:close/>
                  <a:moveTo>
                    <a:pt x="1651000" y="1389063"/>
                  </a:moveTo>
                  <a:lnTo>
                    <a:pt x="142875" y="1389063"/>
                  </a:lnTo>
                  <a:cubicBezTo>
                    <a:pt x="63500" y="1389063"/>
                    <a:pt x="0" y="1325563"/>
                    <a:pt x="0" y="1246188"/>
                  </a:cubicBezTo>
                  <a:lnTo>
                    <a:pt x="0" y="142875"/>
                  </a:lnTo>
                  <a:cubicBezTo>
                    <a:pt x="0" y="63500"/>
                    <a:pt x="63500" y="0"/>
                    <a:pt x="142875" y="0"/>
                  </a:cubicBezTo>
                  <a:lnTo>
                    <a:pt x="1651000" y="0"/>
                  </a:lnTo>
                  <a:cubicBezTo>
                    <a:pt x="1730375" y="0"/>
                    <a:pt x="1793875" y="63500"/>
                    <a:pt x="1793875" y="142875"/>
                  </a:cubicBezTo>
                  <a:lnTo>
                    <a:pt x="1793875" y="1254125"/>
                  </a:lnTo>
                  <a:cubicBezTo>
                    <a:pt x="1793875" y="1325563"/>
                    <a:pt x="1730375" y="1389063"/>
                    <a:pt x="1651000" y="1389063"/>
                  </a:cubicBezTo>
                  <a:close/>
                  <a:moveTo>
                    <a:pt x="142875" y="119063"/>
                  </a:moveTo>
                  <a:cubicBezTo>
                    <a:pt x="134938" y="119063"/>
                    <a:pt x="127000" y="127000"/>
                    <a:pt x="127000" y="142875"/>
                  </a:cubicBezTo>
                  <a:lnTo>
                    <a:pt x="127000" y="1254125"/>
                  </a:lnTo>
                  <a:cubicBezTo>
                    <a:pt x="127000" y="1262063"/>
                    <a:pt x="134938" y="1270000"/>
                    <a:pt x="142875" y="1270000"/>
                  </a:cubicBezTo>
                  <a:lnTo>
                    <a:pt x="1651000" y="1270000"/>
                  </a:lnTo>
                  <a:cubicBezTo>
                    <a:pt x="1658938" y="1270000"/>
                    <a:pt x="1666875" y="1262063"/>
                    <a:pt x="1666875" y="1254125"/>
                  </a:cubicBezTo>
                  <a:lnTo>
                    <a:pt x="1666875" y="142875"/>
                  </a:lnTo>
                  <a:cubicBezTo>
                    <a:pt x="1666875" y="134938"/>
                    <a:pt x="1658938" y="127000"/>
                    <a:pt x="1651000" y="127000"/>
                  </a:cubicBezTo>
                  <a:lnTo>
                    <a:pt x="142875" y="119063"/>
                  </a:lnTo>
                  <a:close/>
                </a:path>
              </a:pathLst>
            </a:custGeom>
            <a:grpFill/>
            <a:ln w="1860" cap="flat">
              <a:noFill/>
              <a:prstDash val="solid"/>
              <a:miter/>
            </a:ln>
          </p:spPr>
          <p:txBody>
            <a:bodyPr rtlCol="0" anchor="ctr"/>
            <a:lstStyle/>
            <a:p>
              <a:endParaRPr lang="zh-CN" altLang="en-US"/>
            </a:p>
          </p:txBody>
        </p:sp>
        <p:sp>
          <p:nvSpPr>
            <p:cNvPr id="237" name="任意多边形: 形状 236">
              <a:extLst>
                <a:ext uri="{FF2B5EF4-FFF2-40B4-BE49-F238E27FC236}">
                  <a16:creationId xmlns:a16="http://schemas.microsoft.com/office/drawing/2014/main" id="{F4FE0354-E1A3-5A55-B6D4-D62C50E5E78F}"/>
                </a:ext>
              </a:extLst>
            </p:cNvPr>
            <p:cNvSpPr/>
            <p:nvPr/>
          </p:nvSpPr>
          <p:spPr>
            <a:xfrm>
              <a:off x="3877002" y="3813658"/>
              <a:ext cx="942076" cy="914350"/>
            </a:xfrm>
            <a:custGeom>
              <a:avLst/>
              <a:gdLst>
                <a:gd name="connsiteX0" fmla="*/ 840308 w 942076"/>
                <a:gd name="connsiteY0" fmla="*/ 636538 h 914350"/>
                <a:gd name="connsiteX1" fmla="*/ 800620 w 942076"/>
                <a:gd name="connsiteY1" fmla="*/ 565101 h 914350"/>
                <a:gd name="connsiteX2" fmla="*/ 776808 w 942076"/>
                <a:gd name="connsiteY2" fmla="*/ 311101 h 914350"/>
                <a:gd name="connsiteX3" fmla="*/ 578370 w 942076"/>
                <a:gd name="connsiteY3" fmla="*/ 144413 h 914350"/>
                <a:gd name="connsiteX4" fmla="*/ 538683 w 942076"/>
                <a:gd name="connsiteY4" fmla="*/ 72976 h 914350"/>
                <a:gd name="connsiteX5" fmla="*/ 610120 w 942076"/>
                <a:gd name="connsiteY5" fmla="*/ 33288 h 914350"/>
                <a:gd name="connsiteX6" fmla="*/ 887933 w 942076"/>
                <a:gd name="connsiteY6" fmla="*/ 255538 h 914350"/>
                <a:gd name="connsiteX7" fmla="*/ 927620 w 942076"/>
                <a:gd name="connsiteY7" fmla="*/ 580976 h 914350"/>
                <a:gd name="connsiteX8" fmla="*/ 840308 w 942076"/>
                <a:gd name="connsiteY8" fmla="*/ 636538 h 914350"/>
                <a:gd name="connsiteX9" fmla="*/ 451370 w 942076"/>
                <a:gd name="connsiteY9" fmla="*/ 914351 h 914350"/>
                <a:gd name="connsiteX10" fmla="*/ 117995 w 942076"/>
                <a:gd name="connsiteY10" fmla="*/ 771476 h 914350"/>
                <a:gd name="connsiteX11" fmla="*/ 117995 w 942076"/>
                <a:gd name="connsiteY11" fmla="*/ 684163 h 914350"/>
                <a:gd name="connsiteX12" fmla="*/ 205308 w 942076"/>
                <a:gd name="connsiteY12" fmla="*/ 684163 h 914350"/>
                <a:gd name="connsiteX13" fmla="*/ 689495 w 942076"/>
                <a:gd name="connsiteY13" fmla="*/ 700038 h 914350"/>
                <a:gd name="connsiteX14" fmla="*/ 776808 w 942076"/>
                <a:gd name="connsiteY14" fmla="*/ 700038 h 914350"/>
                <a:gd name="connsiteX15" fmla="*/ 776808 w 942076"/>
                <a:gd name="connsiteY15" fmla="*/ 779413 h 914350"/>
                <a:gd name="connsiteX16" fmla="*/ 451370 w 942076"/>
                <a:gd name="connsiteY16" fmla="*/ 914351 h 914350"/>
                <a:gd name="connsiteX17" fmla="*/ 6870 w 942076"/>
                <a:gd name="connsiteY17" fmla="*/ 557163 h 914350"/>
                <a:gd name="connsiteX18" fmla="*/ 70370 w 942076"/>
                <a:gd name="connsiteY18" fmla="*/ 207913 h 914350"/>
                <a:gd name="connsiteX19" fmla="*/ 364058 w 942076"/>
                <a:gd name="connsiteY19" fmla="*/ 1538 h 914350"/>
                <a:gd name="connsiteX20" fmla="*/ 435495 w 942076"/>
                <a:gd name="connsiteY20" fmla="*/ 49163 h 914350"/>
                <a:gd name="connsiteX21" fmla="*/ 387870 w 942076"/>
                <a:gd name="connsiteY21" fmla="*/ 120601 h 914350"/>
                <a:gd name="connsiteX22" fmla="*/ 165620 w 942076"/>
                <a:gd name="connsiteY22" fmla="*/ 271413 h 914350"/>
                <a:gd name="connsiteX23" fmla="*/ 117995 w 942076"/>
                <a:gd name="connsiteY23" fmla="*/ 541288 h 914350"/>
                <a:gd name="connsiteX24" fmla="*/ 70370 w 942076"/>
                <a:gd name="connsiteY24" fmla="*/ 612726 h 914350"/>
                <a:gd name="connsiteX25" fmla="*/ 6870 w 942076"/>
                <a:gd name="connsiteY25" fmla="*/ 557163 h 914350"/>
                <a:gd name="connsiteX26" fmla="*/ 475183 w 942076"/>
                <a:gd name="connsiteY26" fmla="*/ 596851 h 914350"/>
                <a:gd name="connsiteX27" fmla="*/ 316433 w 942076"/>
                <a:gd name="connsiteY27" fmla="*/ 438101 h 914350"/>
                <a:gd name="connsiteX28" fmla="*/ 475183 w 942076"/>
                <a:gd name="connsiteY28" fmla="*/ 279351 h 914350"/>
                <a:gd name="connsiteX29" fmla="*/ 633933 w 942076"/>
                <a:gd name="connsiteY29" fmla="*/ 438101 h 914350"/>
                <a:gd name="connsiteX30" fmla="*/ 475183 w 942076"/>
                <a:gd name="connsiteY30" fmla="*/ 596851 h 914350"/>
                <a:gd name="connsiteX31" fmla="*/ 475183 w 942076"/>
                <a:gd name="connsiteY31" fmla="*/ 398413 h 914350"/>
                <a:gd name="connsiteX32" fmla="*/ 435495 w 942076"/>
                <a:gd name="connsiteY32" fmla="*/ 438101 h 914350"/>
                <a:gd name="connsiteX33" fmla="*/ 475183 w 942076"/>
                <a:gd name="connsiteY33" fmla="*/ 477788 h 914350"/>
                <a:gd name="connsiteX34" fmla="*/ 514870 w 942076"/>
                <a:gd name="connsiteY34" fmla="*/ 438101 h 914350"/>
                <a:gd name="connsiteX35" fmla="*/ 475183 w 942076"/>
                <a:gd name="connsiteY35" fmla="*/ 398413 h 91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42076" h="914350">
                  <a:moveTo>
                    <a:pt x="840308" y="636538"/>
                  </a:moveTo>
                  <a:cubicBezTo>
                    <a:pt x="808558" y="628601"/>
                    <a:pt x="792683" y="596851"/>
                    <a:pt x="800620" y="565101"/>
                  </a:cubicBezTo>
                  <a:cubicBezTo>
                    <a:pt x="824433" y="477788"/>
                    <a:pt x="816495" y="390476"/>
                    <a:pt x="776808" y="311101"/>
                  </a:cubicBezTo>
                  <a:cubicBezTo>
                    <a:pt x="737120" y="231726"/>
                    <a:pt x="665683" y="176163"/>
                    <a:pt x="578370" y="144413"/>
                  </a:cubicBezTo>
                  <a:cubicBezTo>
                    <a:pt x="546620" y="136476"/>
                    <a:pt x="530745" y="104726"/>
                    <a:pt x="538683" y="72976"/>
                  </a:cubicBezTo>
                  <a:cubicBezTo>
                    <a:pt x="546620" y="41226"/>
                    <a:pt x="578370" y="25351"/>
                    <a:pt x="610120" y="33288"/>
                  </a:cubicBezTo>
                  <a:cubicBezTo>
                    <a:pt x="729183" y="72976"/>
                    <a:pt x="824433" y="152351"/>
                    <a:pt x="887933" y="255538"/>
                  </a:cubicBezTo>
                  <a:cubicBezTo>
                    <a:pt x="935558" y="366663"/>
                    <a:pt x="959370" y="469851"/>
                    <a:pt x="927620" y="580976"/>
                  </a:cubicBezTo>
                  <a:cubicBezTo>
                    <a:pt x="911745" y="620663"/>
                    <a:pt x="872058" y="636538"/>
                    <a:pt x="840308" y="636538"/>
                  </a:cubicBezTo>
                  <a:close/>
                  <a:moveTo>
                    <a:pt x="451370" y="914351"/>
                  </a:moveTo>
                  <a:cubicBezTo>
                    <a:pt x="324370" y="906413"/>
                    <a:pt x="205308" y="866726"/>
                    <a:pt x="117995" y="771476"/>
                  </a:cubicBezTo>
                  <a:cubicBezTo>
                    <a:pt x="94183" y="747663"/>
                    <a:pt x="94183" y="707976"/>
                    <a:pt x="117995" y="684163"/>
                  </a:cubicBezTo>
                  <a:cubicBezTo>
                    <a:pt x="141808" y="660351"/>
                    <a:pt x="181495" y="660351"/>
                    <a:pt x="205308" y="684163"/>
                  </a:cubicBezTo>
                  <a:cubicBezTo>
                    <a:pt x="332308" y="827038"/>
                    <a:pt x="554558" y="827038"/>
                    <a:pt x="689495" y="700038"/>
                  </a:cubicBezTo>
                  <a:cubicBezTo>
                    <a:pt x="713308" y="676226"/>
                    <a:pt x="752995" y="676226"/>
                    <a:pt x="776808" y="700038"/>
                  </a:cubicBezTo>
                  <a:cubicBezTo>
                    <a:pt x="800620" y="723851"/>
                    <a:pt x="800620" y="747663"/>
                    <a:pt x="776808" y="779413"/>
                  </a:cubicBezTo>
                  <a:cubicBezTo>
                    <a:pt x="737120" y="827038"/>
                    <a:pt x="602183" y="914351"/>
                    <a:pt x="451370" y="914351"/>
                  </a:cubicBezTo>
                  <a:close/>
                  <a:moveTo>
                    <a:pt x="6870" y="557163"/>
                  </a:moveTo>
                  <a:cubicBezTo>
                    <a:pt x="-9005" y="477788"/>
                    <a:pt x="-1067" y="311101"/>
                    <a:pt x="70370" y="207913"/>
                  </a:cubicBezTo>
                  <a:cubicBezTo>
                    <a:pt x="133870" y="104726"/>
                    <a:pt x="237058" y="33288"/>
                    <a:pt x="364058" y="1538"/>
                  </a:cubicBezTo>
                  <a:cubicBezTo>
                    <a:pt x="395808" y="-6399"/>
                    <a:pt x="427558" y="17413"/>
                    <a:pt x="435495" y="49163"/>
                  </a:cubicBezTo>
                  <a:cubicBezTo>
                    <a:pt x="443433" y="80913"/>
                    <a:pt x="419620" y="112663"/>
                    <a:pt x="387870" y="120601"/>
                  </a:cubicBezTo>
                  <a:cubicBezTo>
                    <a:pt x="292620" y="144413"/>
                    <a:pt x="221183" y="199976"/>
                    <a:pt x="165620" y="271413"/>
                  </a:cubicBezTo>
                  <a:cubicBezTo>
                    <a:pt x="78308" y="382538"/>
                    <a:pt x="117995" y="541288"/>
                    <a:pt x="117995" y="541288"/>
                  </a:cubicBezTo>
                  <a:cubicBezTo>
                    <a:pt x="125933" y="580976"/>
                    <a:pt x="102120" y="604788"/>
                    <a:pt x="70370" y="612726"/>
                  </a:cubicBezTo>
                  <a:cubicBezTo>
                    <a:pt x="38620" y="620663"/>
                    <a:pt x="14808" y="588913"/>
                    <a:pt x="6870" y="557163"/>
                  </a:cubicBezTo>
                  <a:close/>
                  <a:moveTo>
                    <a:pt x="475183" y="596851"/>
                  </a:moveTo>
                  <a:cubicBezTo>
                    <a:pt x="387870" y="596851"/>
                    <a:pt x="316433" y="525413"/>
                    <a:pt x="316433" y="438101"/>
                  </a:cubicBezTo>
                  <a:cubicBezTo>
                    <a:pt x="316433" y="350788"/>
                    <a:pt x="387870" y="279351"/>
                    <a:pt x="475183" y="279351"/>
                  </a:cubicBezTo>
                  <a:cubicBezTo>
                    <a:pt x="562495" y="279351"/>
                    <a:pt x="633933" y="350788"/>
                    <a:pt x="633933" y="438101"/>
                  </a:cubicBezTo>
                  <a:cubicBezTo>
                    <a:pt x="633933" y="525413"/>
                    <a:pt x="562495" y="596851"/>
                    <a:pt x="475183" y="596851"/>
                  </a:cubicBezTo>
                  <a:close/>
                  <a:moveTo>
                    <a:pt x="475183" y="398413"/>
                  </a:moveTo>
                  <a:cubicBezTo>
                    <a:pt x="451370" y="398413"/>
                    <a:pt x="435495" y="414288"/>
                    <a:pt x="435495" y="438101"/>
                  </a:cubicBezTo>
                  <a:cubicBezTo>
                    <a:pt x="435495" y="461913"/>
                    <a:pt x="451370" y="477788"/>
                    <a:pt x="475183" y="477788"/>
                  </a:cubicBezTo>
                  <a:cubicBezTo>
                    <a:pt x="498995" y="477788"/>
                    <a:pt x="514870" y="461913"/>
                    <a:pt x="514870" y="438101"/>
                  </a:cubicBezTo>
                  <a:cubicBezTo>
                    <a:pt x="514870" y="414288"/>
                    <a:pt x="498995" y="398413"/>
                    <a:pt x="475183" y="398413"/>
                  </a:cubicBezTo>
                  <a:close/>
                </a:path>
              </a:pathLst>
            </a:custGeom>
            <a:grpFill/>
            <a:ln w="1860" cap="flat">
              <a:noFill/>
              <a:prstDash val="solid"/>
              <a:miter/>
            </a:ln>
          </p:spPr>
          <p:txBody>
            <a:bodyPr rtlCol="0" anchor="ctr"/>
            <a:lstStyle/>
            <a:p>
              <a:endParaRPr lang="zh-CN" altLang="en-US"/>
            </a:p>
          </p:txBody>
        </p:sp>
      </p:grpSp>
      <p:grpSp>
        <p:nvGrpSpPr>
          <p:cNvPr id="251" name="组合 250">
            <a:extLst>
              <a:ext uri="{FF2B5EF4-FFF2-40B4-BE49-F238E27FC236}">
                <a16:creationId xmlns:a16="http://schemas.microsoft.com/office/drawing/2014/main" id="{A631D5C9-AF67-0C0E-0442-78B76B1CE444}"/>
              </a:ext>
            </a:extLst>
          </p:cNvPr>
          <p:cNvGrpSpPr/>
          <p:nvPr/>
        </p:nvGrpSpPr>
        <p:grpSpPr>
          <a:xfrm>
            <a:off x="5378936" y="5116401"/>
            <a:ext cx="293241" cy="310180"/>
            <a:chOff x="4136754" y="4646527"/>
            <a:chExt cx="246244" cy="260468"/>
          </a:xfrm>
          <a:effectLst>
            <a:reflection blurRad="25400" stA="52000" endA="300" endPos="35000" dir="5400000" sy="-100000" algn="bl" rotWithShape="0"/>
          </a:effectLst>
        </p:grpSpPr>
        <p:sp>
          <p:nvSpPr>
            <p:cNvPr id="242" name="任意多边形: 形状 241">
              <a:extLst>
                <a:ext uri="{FF2B5EF4-FFF2-40B4-BE49-F238E27FC236}">
                  <a16:creationId xmlns:a16="http://schemas.microsoft.com/office/drawing/2014/main" id="{9C45975B-364C-4D0E-6331-1F536697E0B7}"/>
                </a:ext>
              </a:extLst>
            </p:cNvPr>
            <p:cNvSpPr/>
            <p:nvPr/>
          </p:nvSpPr>
          <p:spPr>
            <a:xfrm>
              <a:off x="4139463" y="4649231"/>
              <a:ext cx="227552" cy="243875"/>
            </a:xfrm>
            <a:custGeom>
              <a:avLst/>
              <a:gdLst>
                <a:gd name="connsiteX0" fmla="*/ 114697 w 227552"/>
                <a:gd name="connsiteY0" fmla="*/ 243841 h 243875"/>
                <a:gd name="connsiteX1" fmla="*/ 16254 w 227552"/>
                <a:gd name="connsiteY1" fmla="*/ 243841 h 243875"/>
                <a:gd name="connsiteX2" fmla="*/ 0 w 227552"/>
                <a:gd name="connsiteY2" fmla="*/ 229754 h 243875"/>
                <a:gd name="connsiteX3" fmla="*/ 0 w 227552"/>
                <a:gd name="connsiteY3" fmla="*/ 14121 h 243875"/>
                <a:gd name="connsiteX4" fmla="*/ 16254 w 227552"/>
                <a:gd name="connsiteY4" fmla="*/ 35 h 243875"/>
                <a:gd name="connsiteX5" fmla="*/ 211298 w 227552"/>
                <a:gd name="connsiteY5" fmla="*/ 35 h 243875"/>
                <a:gd name="connsiteX6" fmla="*/ 227552 w 227552"/>
                <a:gd name="connsiteY6" fmla="*/ 14121 h 243875"/>
                <a:gd name="connsiteX7" fmla="*/ 227552 w 227552"/>
                <a:gd name="connsiteY7" fmla="*/ 125080 h 243875"/>
                <a:gd name="connsiteX8" fmla="*/ 222134 w 227552"/>
                <a:gd name="connsiteY8" fmla="*/ 130498 h 243875"/>
                <a:gd name="connsiteX9" fmla="*/ 216716 w 227552"/>
                <a:gd name="connsiteY9" fmla="*/ 125080 h 243875"/>
                <a:gd name="connsiteX10" fmla="*/ 216716 w 227552"/>
                <a:gd name="connsiteY10" fmla="*/ 14121 h 243875"/>
                <a:gd name="connsiteX11" fmla="*/ 211298 w 227552"/>
                <a:gd name="connsiteY11" fmla="*/ 9408 h 243875"/>
                <a:gd name="connsiteX12" fmla="*/ 16254 w 227552"/>
                <a:gd name="connsiteY12" fmla="*/ 9408 h 243875"/>
                <a:gd name="connsiteX13" fmla="*/ 10836 w 227552"/>
                <a:gd name="connsiteY13" fmla="*/ 14121 h 243875"/>
                <a:gd name="connsiteX14" fmla="*/ 10836 w 227552"/>
                <a:gd name="connsiteY14" fmla="*/ 229754 h 243875"/>
                <a:gd name="connsiteX15" fmla="*/ 16254 w 227552"/>
                <a:gd name="connsiteY15" fmla="*/ 234468 h 243875"/>
                <a:gd name="connsiteX16" fmla="*/ 114697 w 227552"/>
                <a:gd name="connsiteY16" fmla="*/ 234468 h 243875"/>
                <a:gd name="connsiteX17" fmla="*/ 119888 w 227552"/>
                <a:gd name="connsiteY17" fmla="*/ 238649 h 243875"/>
                <a:gd name="connsiteX18" fmla="*/ 115706 w 227552"/>
                <a:gd name="connsiteY18" fmla="*/ 243841 h 243875"/>
                <a:gd name="connsiteX19" fmla="*/ 114697 w 227552"/>
                <a:gd name="connsiteY19" fmla="*/ 243841 h 24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7552" h="243875">
                  <a:moveTo>
                    <a:pt x="114697" y="243841"/>
                  </a:moveTo>
                  <a:lnTo>
                    <a:pt x="16254" y="243841"/>
                  </a:lnTo>
                  <a:cubicBezTo>
                    <a:pt x="7889" y="244400"/>
                    <a:pt x="635" y="238114"/>
                    <a:pt x="0" y="229754"/>
                  </a:cubicBezTo>
                  <a:lnTo>
                    <a:pt x="0" y="14121"/>
                  </a:lnTo>
                  <a:cubicBezTo>
                    <a:pt x="635" y="5761"/>
                    <a:pt x="7889" y="-525"/>
                    <a:pt x="16254" y="35"/>
                  </a:cubicBezTo>
                  <a:lnTo>
                    <a:pt x="211298" y="35"/>
                  </a:lnTo>
                  <a:cubicBezTo>
                    <a:pt x="219664" y="-525"/>
                    <a:pt x="226917" y="5761"/>
                    <a:pt x="227552" y="14121"/>
                  </a:cubicBezTo>
                  <a:lnTo>
                    <a:pt x="227552" y="125080"/>
                  </a:lnTo>
                  <a:cubicBezTo>
                    <a:pt x="227552" y="128072"/>
                    <a:pt x="225127" y="130498"/>
                    <a:pt x="222134" y="130498"/>
                  </a:cubicBezTo>
                  <a:cubicBezTo>
                    <a:pt x="219142" y="130498"/>
                    <a:pt x="216716" y="128072"/>
                    <a:pt x="216716" y="125080"/>
                  </a:cubicBezTo>
                  <a:lnTo>
                    <a:pt x="216716" y="14121"/>
                  </a:lnTo>
                  <a:cubicBezTo>
                    <a:pt x="216514" y="11327"/>
                    <a:pt x="214093" y="9221"/>
                    <a:pt x="211298" y="9408"/>
                  </a:cubicBezTo>
                  <a:lnTo>
                    <a:pt x="16254" y="9408"/>
                  </a:lnTo>
                  <a:cubicBezTo>
                    <a:pt x="13459" y="9221"/>
                    <a:pt x="11038" y="11327"/>
                    <a:pt x="10836" y="14121"/>
                  </a:cubicBezTo>
                  <a:lnTo>
                    <a:pt x="10836" y="229754"/>
                  </a:lnTo>
                  <a:cubicBezTo>
                    <a:pt x="11038" y="232548"/>
                    <a:pt x="13459" y="234654"/>
                    <a:pt x="16254" y="234468"/>
                  </a:cubicBezTo>
                  <a:lnTo>
                    <a:pt x="114697" y="234468"/>
                  </a:lnTo>
                  <a:cubicBezTo>
                    <a:pt x="117285" y="234189"/>
                    <a:pt x="119610" y="236061"/>
                    <a:pt x="119888" y="238649"/>
                  </a:cubicBezTo>
                  <a:cubicBezTo>
                    <a:pt x="120167" y="241238"/>
                    <a:pt x="118295" y="243562"/>
                    <a:pt x="115706" y="243841"/>
                  </a:cubicBezTo>
                  <a:cubicBezTo>
                    <a:pt x="115371" y="243877"/>
                    <a:pt x="115033" y="243877"/>
                    <a:pt x="114697" y="243841"/>
                  </a:cubicBezTo>
                  <a:close/>
                </a:path>
              </a:pathLst>
            </a:custGeom>
            <a:solidFill>
              <a:schemeClr val="accent1"/>
            </a:solidFill>
            <a:ln w="316" cap="flat">
              <a:noFill/>
              <a:prstDash val="solid"/>
              <a:miter/>
            </a:ln>
          </p:spPr>
          <p:txBody>
            <a:bodyPr rtlCol="0" anchor="ctr"/>
            <a:lstStyle/>
            <a:p>
              <a:endParaRPr lang="zh-CN" altLang="en-US"/>
            </a:p>
          </p:txBody>
        </p:sp>
        <p:sp>
          <p:nvSpPr>
            <p:cNvPr id="243" name="任意多边形: 形状 242">
              <a:extLst>
                <a:ext uri="{FF2B5EF4-FFF2-40B4-BE49-F238E27FC236}">
                  <a16:creationId xmlns:a16="http://schemas.microsoft.com/office/drawing/2014/main" id="{0C852182-A4C0-E53D-B801-4B2462B6A283}"/>
                </a:ext>
              </a:extLst>
            </p:cNvPr>
            <p:cNvSpPr/>
            <p:nvPr/>
          </p:nvSpPr>
          <p:spPr>
            <a:xfrm>
              <a:off x="4136754" y="4646527"/>
              <a:ext cx="232970" cy="249281"/>
            </a:xfrm>
            <a:custGeom>
              <a:avLst/>
              <a:gdLst>
                <a:gd name="connsiteX0" fmla="*/ 117406 w 232970"/>
                <a:gd name="connsiteY0" fmla="*/ 249253 h 249281"/>
                <a:gd name="connsiteX1" fmla="*/ 18963 w 232970"/>
                <a:gd name="connsiteY1" fmla="*/ 249253 h 249281"/>
                <a:gd name="connsiteX2" fmla="*/ 0 w 232970"/>
                <a:gd name="connsiteY2" fmla="*/ 232457 h 249281"/>
                <a:gd name="connsiteX3" fmla="*/ 0 w 232970"/>
                <a:gd name="connsiteY3" fmla="*/ 16825 h 249281"/>
                <a:gd name="connsiteX4" fmla="*/ 18963 w 232970"/>
                <a:gd name="connsiteY4" fmla="*/ 29 h 249281"/>
                <a:gd name="connsiteX5" fmla="*/ 214007 w 232970"/>
                <a:gd name="connsiteY5" fmla="*/ 29 h 249281"/>
                <a:gd name="connsiteX6" fmla="*/ 232970 w 232970"/>
                <a:gd name="connsiteY6" fmla="*/ 16825 h 249281"/>
                <a:gd name="connsiteX7" fmla="*/ 232970 w 232970"/>
                <a:gd name="connsiteY7" fmla="*/ 127783 h 249281"/>
                <a:gd name="connsiteX8" fmla="*/ 223903 w 232970"/>
                <a:gd name="connsiteY8" fmla="*/ 134970 h 249281"/>
                <a:gd name="connsiteX9" fmla="*/ 216716 w 232970"/>
                <a:gd name="connsiteY9" fmla="*/ 127783 h 249281"/>
                <a:gd name="connsiteX10" fmla="*/ 216716 w 232970"/>
                <a:gd name="connsiteY10" fmla="*/ 16825 h 249281"/>
                <a:gd name="connsiteX11" fmla="*/ 214007 w 232970"/>
                <a:gd name="connsiteY11" fmla="*/ 14820 h 249281"/>
                <a:gd name="connsiteX12" fmla="*/ 18963 w 232970"/>
                <a:gd name="connsiteY12" fmla="*/ 14820 h 249281"/>
                <a:gd name="connsiteX13" fmla="*/ 16254 w 232970"/>
                <a:gd name="connsiteY13" fmla="*/ 16825 h 249281"/>
                <a:gd name="connsiteX14" fmla="*/ 16254 w 232970"/>
                <a:gd name="connsiteY14" fmla="*/ 232457 h 249281"/>
                <a:gd name="connsiteX15" fmla="*/ 18963 w 232970"/>
                <a:gd name="connsiteY15" fmla="*/ 234462 h 249281"/>
                <a:gd name="connsiteX16" fmla="*/ 117406 w 232970"/>
                <a:gd name="connsiteY16" fmla="*/ 234462 h 249281"/>
                <a:gd name="connsiteX17" fmla="*/ 125435 w 232970"/>
                <a:gd name="connsiteY17" fmla="*/ 241224 h 249281"/>
                <a:gd name="connsiteX18" fmla="*/ 118673 w 232970"/>
                <a:gd name="connsiteY18" fmla="*/ 249253 h 249281"/>
                <a:gd name="connsiteX19" fmla="*/ 117406 w 232970"/>
                <a:gd name="connsiteY19" fmla="*/ 249253 h 249281"/>
                <a:gd name="connsiteX20" fmla="*/ 18963 w 232970"/>
                <a:gd name="connsiteY20" fmla="*/ 5447 h 249281"/>
                <a:gd name="connsiteX21" fmla="*/ 5418 w 232970"/>
                <a:gd name="connsiteY21" fmla="*/ 16825 h 249281"/>
                <a:gd name="connsiteX22" fmla="*/ 5418 w 232970"/>
                <a:gd name="connsiteY22" fmla="*/ 232457 h 249281"/>
                <a:gd name="connsiteX23" fmla="*/ 18963 w 232970"/>
                <a:gd name="connsiteY23" fmla="*/ 243835 h 249281"/>
                <a:gd name="connsiteX24" fmla="*/ 117406 w 232970"/>
                <a:gd name="connsiteY24" fmla="*/ 243835 h 249281"/>
                <a:gd name="connsiteX25" fmla="*/ 120115 w 232970"/>
                <a:gd name="connsiteY25" fmla="*/ 241885 h 249281"/>
                <a:gd name="connsiteX26" fmla="*/ 117406 w 232970"/>
                <a:gd name="connsiteY26" fmla="*/ 239880 h 249281"/>
                <a:gd name="connsiteX27" fmla="*/ 18963 w 232970"/>
                <a:gd name="connsiteY27" fmla="*/ 239880 h 249281"/>
                <a:gd name="connsiteX28" fmla="*/ 10836 w 232970"/>
                <a:gd name="connsiteY28" fmla="*/ 232457 h 249281"/>
                <a:gd name="connsiteX29" fmla="*/ 10836 w 232970"/>
                <a:gd name="connsiteY29" fmla="*/ 16825 h 249281"/>
                <a:gd name="connsiteX30" fmla="*/ 18963 w 232970"/>
                <a:gd name="connsiteY30" fmla="*/ 9510 h 249281"/>
                <a:gd name="connsiteX31" fmla="*/ 214007 w 232970"/>
                <a:gd name="connsiteY31" fmla="*/ 9510 h 249281"/>
                <a:gd name="connsiteX32" fmla="*/ 222134 w 232970"/>
                <a:gd name="connsiteY32" fmla="*/ 16933 h 249281"/>
                <a:gd name="connsiteX33" fmla="*/ 222134 w 232970"/>
                <a:gd name="connsiteY33" fmla="*/ 127783 h 249281"/>
                <a:gd name="connsiteX34" fmla="*/ 224843 w 232970"/>
                <a:gd name="connsiteY34" fmla="*/ 129734 h 249281"/>
                <a:gd name="connsiteX35" fmla="*/ 227552 w 232970"/>
                <a:gd name="connsiteY35" fmla="*/ 127783 h 249281"/>
                <a:gd name="connsiteX36" fmla="*/ 227552 w 232970"/>
                <a:gd name="connsiteY36" fmla="*/ 16825 h 249281"/>
                <a:gd name="connsiteX37" fmla="*/ 214007 w 232970"/>
                <a:gd name="connsiteY37" fmla="*/ 5447 h 249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32970" h="249281">
                  <a:moveTo>
                    <a:pt x="117406" y="249253"/>
                  </a:moveTo>
                  <a:lnTo>
                    <a:pt x="18963" y="249253"/>
                  </a:lnTo>
                  <a:cubicBezTo>
                    <a:pt x="9103" y="249809"/>
                    <a:pt x="639" y="242312"/>
                    <a:pt x="0" y="232457"/>
                  </a:cubicBezTo>
                  <a:lnTo>
                    <a:pt x="0" y="16825"/>
                  </a:lnTo>
                  <a:cubicBezTo>
                    <a:pt x="639" y="6970"/>
                    <a:pt x="9103" y="-527"/>
                    <a:pt x="18963" y="29"/>
                  </a:cubicBezTo>
                  <a:lnTo>
                    <a:pt x="214007" y="29"/>
                  </a:lnTo>
                  <a:cubicBezTo>
                    <a:pt x="223867" y="-527"/>
                    <a:pt x="232331" y="6970"/>
                    <a:pt x="232970" y="16825"/>
                  </a:cubicBezTo>
                  <a:lnTo>
                    <a:pt x="232970" y="127783"/>
                  </a:lnTo>
                  <a:cubicBezTo>
                    <a:pt x="232451" y="132272"/>
                    <a:pt x="228392" y="135489"/>
                    <a:pt x="223903" y="134970"/>
                  </a:cubicBezTo>
                  <a:cubicBezTo>
                    <a:pt x="220130" y="134534"/>
                    <a:pt x="217153" y="131557"/>
                    <a:pt x="216716" y="127783"/>
                  </a:cubicBezTo>
                  <a:lnTo>
                    <a:pt x="216716" y="16825"/>
                  </a:lnTo>
                  <a:cubicBezTo>
                    <a:pt x="216716" y="15741"/>
                    <a:pt x="215470" y="14820"/>
                    <a:pt x="214007" y="14820"/>
                  </a:cubicBezTo>
                  <a:lnTo>
                    <a:pt x="18963" y="14820"/>
                  </a:lnTo>
                  <a:cubicBezTo>
                    <a:pt x="17500" y="14820"/>
                    <a:pt x="16254" y="15741"/>
                    <a:pt x="16254" y="16825"/>
                  </a:cubicBezTo>
                  <a:lnTo>
                    <a:pt x="16254" y="232457"/>
                  </a:lnTo>
                  <a:cubicBezTo>
                    <a:pt x="16254" y="233541"/>
                    <a:pt x="17500" y="234462"/>
                    <a:pt x="18963" y="234462"/>
                  </a:cubicBezTo>
                  <a:lnTo>
                    <a:pt x="117406" y="234462"/>
                  </a:lnTo>
                  <a:cubicBezTo>
                    <a:pt x="121490" y="234112"/>
                    <a:pt x="125085" y="237139"/>
                    <a:pt x="125435" y="241224"/>
                  </a:cubicBezTo>
                  <a:cubicBezTo>
                    <a:pt x="125785" y="245308"/>
                    <a:pt x="122758" y="248903"/>
                    <a:pt x="118673" y="249253"/>
                  </a:cubicBezTo>
                  <a:cubicBezTo>
                    <a:pt x="118252" y="249289"/>
                    <a:pt x="117828" y="249289"/>
                    <a:pt x="117406" y="249253"/>
                  </a:cubicBezTo>
                  <a:close/>
                  <a:moveTo>
                    <a:pt x="18963" y="5447"/>
                  </a:moveTo>
                  <a:cubicBezTo>
                    <a:pt x="12101" y="4913"/>
                    <a:pt x="6077" y="9974"/>
                    <a:pt x="5418" y="16825"/>
                  </a:cubicBezTo>
                  <a:lnTo>
                    <a:pt x="5418" y="232457"/>
                  </a:lnTo>
                  <a:cubicBezTo>
                    <a:pt x="6077" y="239308"/>
                    <a:pt x="12101" y="244369"/>
                    <a:pt x="18963" y="243835"/>
                  </a:cubicBezTo>
                  <a:lnTo>
                    <a:pt x="117406" y="243835"/>
                  </a:lnTo>
                  <a:cubicBezTo>
                    <a:pt x="118869" y="243835"/>
                    <a:pt x="120115" y="242914"/>
                    <a:pt x="120115" y="241885"/>
                  </a:cubicBezTo>
                  <a:cubicBezTo>
                    <a:pt x="120115" y="240855"/>
                    <a:pt x="118869" y="239880"/>
                    <a:pt x="117406" y="239880"/>
                  </a:cubicBezTo>
                  <a:lnTo>
                    <a:pt x="18963" y="239880"/>
                  </a:lnTo>
                  <a:cubicBezTo>
                    <a:pt x="14673" y="240064"/>
                    <a:pt x="11041" y="236746"/>
                    <a:pt x="10836" y="232457"/>
                  </a:cubicBezTo>
                  <a:lnTo>
                    <a:pt x="10836" y="16825"/>
                  </a:lnTo>
                  <a:cubicBezTo>
                    <a:pt x="11098" y="12579"/>
                    <a:pt x="14713" y="9325"/>
                    <a:pt x="18963" y="9510"/>
                  </a:cubicBezTo>
                  <a:lnTo>
                    <a:pt x="214007" y="9510"/>
                  </a:lnTo>
                  <a:cubicBezTo>
                    <a:pt x="218297" y="9327"/>
                    <a:pt x="221929" y="12644"/>
                    <a:pt x="222134" y="16933"/>
                  </a:cubicBezTo>
                  <a:lnTo>
                    <a:pt x="222134" y="127783"/>
                  </a:lnTo>
                  <a:cubicBezTo>
                    <a:pt x="222134" y="128813"/>
                    <a:pt x="223380" y="129734"/>
                    <a:pt x="224843" y="129734"/>
                  </a:cubicBezTo>
                  <a:cubicBezTo>
                    <a:pt x="226306" y="129734"/>
                    <a:pt x="227552" y="128813"/>
                    <a:pt x="227552" y="127783"/>
                  </a:cubicBezTo>
                  <a:lnTo>
                    <a:pt x="227552" y="16825"/>
                  </a:lnTo>
                  <a:cubicBezTo>
                    <a:pt x="226894" y="9974"/>
                    <a:pt x="220869" y="4913"/>
                    <a:pt x="214007" y="5447"/>
                  </a:cubicBezTo>
                  <a:close/>
                </a:path>
              </a:pathLst>
            </a:custGeom>
            <a:solidFill>
              <a:schemeClr val="accent1"/>
            </a:solidFill>
            <a:ln w="316" cap="flat">
              <a:noFill/>
              <a:prstDash val="solid"/>
              <a:miter/>
            </a:ln>
          </p:spPr>
          <p:txBody>
            <a:bodyPr rtlCol="0" anchor="ctr"/>
            <a:lstStyle/>
            <a:p>
              <a:endParaRPr lang="zh-CN" altLang="en-US"/>
            </a:p>
          </p:txBody>
        </p:sp>
        <p:sp>
          <p:nvSpPr>
            <p:cNvPr id="244" name="任意多边形: 形状 243">
              <a:extLst>
                <a:ext uri="{FF2B5EF4-FFF2-40B4-BE49-F238E27FC236}">
                  <a16:creationId xmlns:a16="http://schemas.microsoft.com/office/drawing/2014/main" id="{C141A7D2-B24E-50A1-0608-903666368BC0}"/>
                </a:ext>
              </a:extLst>
            </p:cNvPr>
            <p:cNvSpPr/>
            <p:nvPr/>
          </p:nvSpPr>
          <p:spPr>
            <a:xfrm>
              <a:off x="4271931" y="4795928"/>
              <a:ext cx="108358" cy="108358"/>
            </a:xfrm>
            <a:custGeom>
              <a:avLst/>
              <a:gdLst>
                <a:gd name="connsiteX0" fmla="*/ 54179 w 108358"/>
                <a:gd name="connsiteY0" fmla="*/ 108358 h 108358"/>
                <a:gd name="connsiteX1" fmla="*/ 0 w 108358"/>
                <a:gd name="connsiteY1" fmla="*/ 54179 h 108358"/>
                <a:gd name="connsiteX2" fmla="*/ 54179 w 108358"/>
                <a:gd name="connsiteY2" fmla="*/ 0 h 108358"/>
                <a:gd name="connsiteX3" fmla="*/ 108358 w 108358"/>
                <a:gd name="connsiteY3" fmla="*/ 54179 h 108358"/>
                <a:gd name="connsiteX4" fmla="*/ 54179 w 108358"/>
                <a:gd name="connsiteY4" fmla="*/ 108358 h 108358"/>
                <a:gd name="connsiteX5" fmla="*/ 54179 w 108358"/>
                <a:gd name="connsiteY5" fmla="*/ 10836 h 108358"/>
                <a:gd name="connsiteX6" fmla="*/ 10836 w 108358"/>
                <a:gd name="connsiteY6" fmla="*/ 54179 h 108358"/>
                <a:gd name="connsiteX7" fmla="*/ 54179 w 108358"/>
                <a:gd name="connsiteY7" fmla="*/ 97522 h 108358"/>
                <a:gd name="connsiteX8" fmla="*/ 97522 w 108358"/>
                <a:gd name="connsiteY8" fmla="*/ 54179 h 108358"/>
                <a:gd name="connsiteX9" fmla="*/ 54179 w 108358"/>
                <a:gd name="connsiteY9" fmla="*/ 10836 h 108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358" h="108358">
                  <a:moveTo>
                    <a:pt x="54179" y="108358"/>
                  </a:moveTo>
                  <a:cubicBezTo>
                    <a:pt x="24257" y="108358"/>
                    <a:pt x="0" y="84101"/>
                    <a:pt x="0" y="54179"/>
                  </a:cubicBezTo>
                  <a:cubicBezTo>
                    <a:pt x="0" y="24257"/>
                    <a:pt x="24257" y="0"/>
                    <a:pt x="54179" y="0"/>
                  </a:cubicBezTo>
                  <a:cubicBezTo>
                    <a:pt x="84101" y="0"/>
                    <a:pt x="108358" y="24257"/>
                    <a:pt x="108358" y="54179"/>
                  </a:cubicBezTo>
                  <a:cubicBezTo>
                    <a:pt x="108358" y="84101"/>
                    <a:pt x="84101" y="108358"/>
                    <a:pt x="54179" y="108358"/>
                  </a:cubicBezTo>
                  <a:close/>
                  <a:moveTo>
                    <a:pt x="54179" y="10836"/>
                  </a:moveTo>
                  <a:cubicBezTo>
                    <a:pt x="30241" y="10836"/>
                    <a:pt x="10836" y="30241"/>
                    <a:pt x="10836" y="54179"/>
                  </a:cubicBezTo>
                  <a:cubicBezTo>
                    <a:pt x="10836" y="78117"/>
                    <a:pt x="30241" y="97522"/>
                    <a:pt x="54179" y="97522"/>
                  </a:cubicBezTo>
                  <a:cubicBezTo>
                    <a:pt x="78117" y="97522"/>
                    <a:pt x="97522" y="78117"/>
                    <a:pt x="97522" y="54179"/>
                  </a:cubicBezTo>
                  <a:cubicBezTo>
                    <a:pt x="97522" y="30241"/>
                    <a:pt x="78117" y="10836"/>
                    <a:pt x="54179" y="10836"/>
                  </a:cubicBezTo>
                  <a:close/>
                </a:path>
              </a:pathLst>
            </a:custGeom>
            <a:solidFill>
              <a:schemeClr val="accent1"/>
            </a:solidFill>
            <a:ln w="316" cap="flat">
              <a:noFill/>
              <a:prstDash val="solid"/>
              <a:miter/>
            </a:ln>
          </p:spPr>
          <p:txBody>
            <a:bodyPr rtlCol="0" anchor="ctr"/>
            <a:lstStyle/>
            <a:p>
              <a:endParaRPr lang="zh-CN" altLang="en-US"/>
            </a:p>
          </p:txBody>
        </p:sp>
        <p:sp>
          <p:nvSpPr>
            <p:cNvPr id="245" name="任意多边形: 形状 244">
              <a:extLst>
                <a:ext uri="{FF2B5EF4-FFF2-40B4-BE49-F238E27FC236}">
                  <a16:creationId xmlns:a16="http://schemas.microsoft.com/office/drawing/2014/main" id="{2E958F13-F9AB-8E4D-2DE5-7C4AFA92351A}"/>
                </a:ext>
              </a:extLst>
            </p:cNvPr>
            <p:cNvSpPr/>
            <p:nvPr/>
          </p:nvSpPr>
          <p:spPr>
            <a:xfrm>
              <a:off x="4269222" y="4793219"/>
              <a:ext cx="113776" cy="113776"/>
            </a:xfrm>
            <a:custGeom>
              <a:avLst/>
              <a:gdLst>
                <a:gd name="connsiteX0" fmla="*/ 56888 w 113776"/>
                <a:gd name="connsiteY0" fmla="*/ 113776 h 113776"/>
                <a:gd name="connsiteX1" fmla="*/ 0 w 113776"/>
                <a:gd name="connsiteY1" fmla="*/ 56888 h 113776"/>
                <a:gd name="connsiteX2" fmla="*/ 56888 w 113776"/>
                <a:gd name="connsiteY2" fmla="*/ 0 h 113776"/>
                <a:gd name="connsiteX3" fmla="*/ 113776 w 113776"/>
                <a:gd name="connsiteY3" fmla="*/ 56888 h 113776"/>
                <a:gd name="connsiteX4" fmla="*/ 56888 w 113776"/>
                <a:gd name="connsiteY4" fmla="*/ 113776 h 113776"/>
                <a:gd name="connsiteX5" fmla="*/ 56888 w 113776"/>
                <a:gd name="connsiteY5" fmla="*/ 5418 h 113776"/>
                <a:gd name="connsiteX6" fmla="*/ 5418 w 113776"/>
                <a:gd name="connsiteY6" fmla="*/ 56888 h 113776"/>
                <a:gd name="connsiteX7" fmla="*/ 56888 w 113776"/>
                <a:gd name="connsiteY7" fmla="*/ 108358 h 113776"/>
                <a:gd name="connsiteX8" fmla="*/ 108358 w 113776"/>
                <a:gd name="connsiteY8" fmla="*/ 56888 h 113776"/>
                <a:gd name="connsiteX9" fmla="*/ 56888 w 113776"/>
                <a:gd name="connsiteY9" fmla="*/ 5418 h 113776"/>
                <a:gd name="connsiteX10" fmla="*/ 56888 w 113776"/>
                <a:gd name="connsiteY10" fmla="*/ 102940 h 113776"/>
                <a:gd name="connsiteX11" fmla="*/ 10836 w 113776"/>
                <a:gd name="connsiteY11" fmla="*/ 56888 h 113776"/>
                <a:gd name="connsiteX12" fmla="*/ 56888 w 113776"/>
                <a:gd name="connsiteY12" fmla="*/ 10836 h 113776"/>
                <a:gd name="connsiteX13" fmla="*/ 102940 w 113776"/>
                <a:gd name="connsiteY13" fmla="*/ 56888 h 113776"/>
                <a:gd name="connsiteX14" fmla="*/ 56888 w 113776"/>
                <a:gd name="connsiteY14" fmla="*/ 102940 h 113776"/>
                <a:gd name="connsiteX15" fmla="*/ 56888 w 113776"/>
                <a:gd name="connsiteY15" fmla="*/ 16254 h 113776"/>
                <a:gd name="connsiteX16" fmla="*/ 16254 w 113776"/>
                <a:gd name="connsiteY16" fmla="*/ 56888 h 113776"/>
                <a:gd name="connsiteX17" fmla="*/ 56888 w 113776"/>
                <a:gd name="connsiteY17" fmla="*/ 97522 h 113776"/>
                <a:gd name="connsiteX18" fmla="*/ 97522 w 113776"/>
                <a:gd name="connsiteY18" fmla="*/ 56888 h 113776"/>
                <a:gd name="connsiteX19" fmla="*/ 56888 w 113776"/>
                <a:gd name="connsiteY19" fmla="*/ 16254 h 113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776" h="113776">
                  <a:moveTo>
                    <a:pt x="56888" y="113776"/>
                  </a:moveTo>
                  <a:cubicBezTo>
                    <a:pt x="25470" y="113776"/>
                    <a:pt x="0" y="88306"/>
                    <a:pt x="0" y="56888"/>
                  </a:cubicBezTo>
                  <a:cubicBezTo>
                    <a:pt x="0" y="25470"/>
                    <a:pt x="25470" y="0"/>
                    <a:pt x="56888" y="0"/>
                  </a:cubicBezTo>
                  <a:cubicBezTo>
                    <a:pt x="88306" y="0"/>
                    <a:pt x="113776" y="25470"/>
                    <a:pt x="113776" y="56888"/>
                  </a:cubicBezTo>
                  <a:cubicBezTo>
                    <a:pt x="113746" y="88294"/>
                    <a:pt x="88294" y="113746"/>
                    <a:pt x="56888" y="113776"/>
                  </a:cubicBezTo>
                  <a:close/>
                  <a:moveTo>
                    <a:pt x="56888" y="5418"/>
                  </a:moveTo>
                  <a:cubicBezTo>
                    <a:pt x="28462" y="5418"/>
                    <a:pt x="5418" y="28462"/>
                    <a:pt x="5418" y="56888"/>
                  </a:cubicBezTo>
                  <a:cubicBezTo>
                    <a:pt x="5418" y="85314"/>
                    <a:pt x="28462" y="108358"/>
                    <a:pt x="56888" y="108358"/>
                  </a:cubicBezTo>
                  <a:cubicBezTo>
                    <a:pt x="85314" y="108358"/>
                    <a:pt x="108358" y="85314"/>
                    <a:pt x="108358" y="56888"/>
                  </a:cubicBezTo>
                  <a:cubicBezTo>
                    <a:pt x="108328" y="28474"/>
                    <a:pt x="85302" y="5448"/>
                    <a:pt x="56888" y="5418"/>
                  </a:cubicBezTo>
                  <a:close/>
                  <a:moveTo>
                    <a:pt x="56888" y="102940"/>
                  </a:moveTo>
                  <a:cubicBezTo>
                    <a:pt x="31454" y="102940"/>
                    <a:pt x="10836" y="82322"/>
                    <a:pt x="10836" y="56888"/>
                  </a:cubicBezTo>
                  <a:cubicBezTo>
                    <a:pt x="10836" y="31454"/>
                    <a:pt x="31454" y="10836"/>
                    <a:pt x="56888" y="10836"/>
                  </a:cubicBezTo>
                  <a:cubicBezTo>
                    <a:pt x="82322" y="10836"/>
                    <a:pt x="102940" y="31454"/>
                    <a:pt x="102940" y="56888"/>
                  </a:cubicBezTo>
                  <a:cubicBezTo>
                    <a:pt x="102910" y="82310"/>
                    <a:pt x="82310" y="102910"/>
                    <a:pt x="56888" y="102940"/>
                  </a:cubicBezTo>
                  <a:close/>
                  <a:moveTo>
                    <a:pt x="56888" y="16254"/>
                  </a:moveTo>
                  <a:cubicBezTo>
                    <a:pt x="34446" y="16254"/>
                    <a:pt x="16254" y="34446"/>
                    <a:pt x="16254" y="56888"/>
                  </a:cubicBezTo>
                  <a:cubicBezTo>
                    <a:pt x="16254" y="79330"/>
                    <a:pt x="34446" y="97522"/>
                    <a:pt x="56888" y="97522"/>
                  </a:cubicBezTo>
                  <a:cubicBezTo>
                    <a:pt x="79330" y="97522"/>
                    <a:pt x="97522" y="79330"/>
                    <a:pt x="97522" y="56888"/>
                  </a:cubicBezTo>
                  <a:cubicBezTo>
                    <a:pt x="97522" y="34446"/>
                    <a:pt x="79330" y="16254"/>
                    <a:pt x="56888" y="16254"/>
                  </a:cubicBezTo>
                  <a:close/>
                </a:path>
              </a:pathLst>
            </a:custGeom>
            <a:solidFill>
              <a:schemeClr val="accent1"/>
            </a:solidFill>
            <a:ln w="316" cap="flat">
              <a:noFill/>
              <a:prstDash val="solid"/>
              <a:miter/>
            </a:ln>
          </p:spPr>
          <p:txBody>
            <a:bodyPr rtlCol="0" anchor="ctr"/>
            <a:lstStyle/>
            <a:p>
              <a:endParaRPr lang="zh-CN" altLang="en-US" dirty="0"/>
            </a:p>
          </p:txBody>
        </p:sp>
        <p:sp>
          <p:nvSpPr>
            <p:cNvPr id="246" name="任意多边形: 形状 245">
              <a:extLst>
                <a:ext uri="{FF2B5EF4-FFF2-40B4-BE49-F238E27FC236}">
                  <a16:creationId xmlns:a16="http://schemas.microsoft.com/office/drawing/2014/main" id="{954CDE48-CF30-5AAC-5CDE-F419CF328A13}"/>
                </a:ext>
              </a:extLst>
            </p:cNvPr>
            <p:cNvSpPr/>
            <p:nvPr/>
          </p:nvSpPr>
          <p:spPr>
            <a:xfrm>
              <a:off x="4319771" y="4813595"/>
              <a:ext cx="39293" cy="53741"/>
            </a:xfrm>
            <a:custGeom>
              <a:avLst/>
              <a:gdLst>
                <a:gd name="connsiteX0" fmla="*/ 33428 w 39293"/>
                <a:gd name="connsiteY0" fmla="*/ 53741 h 53741"/>
                <a:gd name="connsiteX1" fmla="*/ 30394 w 39293"/>
                <a:gd name="connsiteY1" fmla="*/ 52982 h 53741"/>
                <a:gd name="connsiteX2" fmla="*/ 2871 w 39293"/>
                <a:gd name="connsiteY2" fmla="*/ 38950 h 53741"/>
                <a:gd name="connsiteX3" fmla="*/ 0 w 39293"/>
                <a:gd name="connsiteY3" fmla="*/ 34670 h 53741"/>
                <a:gd name="connsiteX4" fmla="*/ 0 w 39293"/>
                <a:gd name="connsiteY4" fmla="*/ 4980 h 53741"/>
                <a:gd name="connsiteX5" fmla="*/ 6859 w 39293"/>
                <a:gd name="connsiteY5" fmla="*/ 82 h 53741"/>
                <a:gd name="connsiteX6" fmla="*/ 11757 w 39293"/>
                <a:gd name="connsiteY6" fmla="*/ 4980 h 53741"/>
                <a:gd name="connsiteX7" fmla="*/ 11757 w 39293"/>
                <a:gd name="connsiteY7" fmla="*/ 31744 h 53741"/>
                <a:gd name="connsiteX8" fmla="*/ 36463 w 39293"/>
                <a:gd name="connsiteY8" fmla="*/ 44368 h 53741"/>
                <a:gd name="connsiteX9" fmla="*/ 38954 w 39293"/>
                <a:gd name="connsiteY9" fmla="*/ 50302 h 53741"/>
                <a:gd name="connsiteX10" fmla="*/ 38467 w 39293"/>
                <a:gd name="connsiteY10" fmla="*/ 51195 h 53741"/>
                <a:gd name="connsiteX11" fmla="*/ 33428 w 39293"/>
                <a:gd name="connsiteY11" fmla="*/ 53741 h 5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293" h="53741">
                  <a:moveTo>
                    <a:pt x="33428" y="53741"/>
                  </a:moveTo>
                  <a:cubicBezTo>
                    <a:pt x="32372" y="53728"/>
                    <a:pt x="31333" y="53469"/>
                    <a:pt x="30394" y="52982"/>
                  </a:cubicBezTo>
                  <a:lnTo>
                    <a:pt x="2871" y="38950"/>
                  </a:lnTo>
                  <a:cubicBezTo>
                    <a:pt x="1168" y="38198"/>
                    <a:pt x="50" y="36531"/>
                    <a:pt x="0" y="34670"/>
                  </a:cubicBezTo>
                  <a:lnTo>
                    <a:pt x="0" y="4980"/>
                  </a:lnTo>
                  <a:cubicBezTo>
                    <a:pt x="542" y="1733"/>
                    <a:pt x="3613" y="-460"/>
                    <a:pt x="6859" y="82"/>
                  </a:cubicBezTo>
                  <a:cubicBezTo>
                    <a:pt x="9370" y="501"/>
                    <a:pt x="11338" y="2469"/>
                    <a:pt x="11757" y="4980"/>
                  </a:cubicBezTo>
                  <a:lnTo>
                    <a:pt x="11757" y="31744"/>
                  </a:lnTo>
                  <a:lnTo>
                    <a:pt x="36463" y="44368"/>
                  </a:lnTo>
                  <a:cubicBezTo>
                    <a:pt x="38789" y="45319"/>
                    <a:pt x="39905" y="47975"/>
                    <a:pt x="38954" y="50302"/>
                  </a:cubicBezTo>
                  <a:cubicBezTo>
                    <a:pt x="38826" y="50617"/>
                    <a:pt x="38662" y="50916"/>
                    <a:pt x="38467" y="51195"/>
                  </a:cubicBezTo>
                  <a:cubicBezTo>
                    <a:pt x="37309" y="52821"/>
                    <a:pt x="35425" y="53773"/>
                    <a:pt x="33428" y="53741"/>
                  </a:cubicBezTo>
                  <a:close/>
                </a:path>
              </a:pathLst>
            </a:custGeom>
            <a:solidFill>
              <a:schemeClr val="accent1"/>
            </a:solidFill>
            <a:ln w="316" cap="flat">
              <a:noFill/>
              <a:prstDash val="solid"/>
              <a:miter/>
            </a:ln>
          </p:spPr>
          <p:txBody>
            <a:bodyPr rtlCol="0" anchor="ctr"/>
            <a:lstStyle/>
            <a:p>
              <a:endParaRPr lang="zh-CN" altLang="en-US"/>
            </a:p>
          </p:txBody>
        </p:sp>
        <p:sp>
          <p:nvSpPr>
            <p:cNvPr id="247" name="任意多边形: 形状 246">
              <a:extLst>
                <a:ext uri="{FF2B5EF4-FFF2-40B4-BE49-F238E27FC236}">
                  <a16:creationId xmlns:a16="http://schemas.microsoft.com/office/drawing/2014/main" id="{4E05B209-6C07-EC8C-F1C3-F6D5A7130ED0}"/>
                </a:ext>
              </a:extLst>
            </p:cNvPr>
            <p:cNvSpPr/>
            <p:nvPr/>
          </p:nvSpPr>
          <p:spPr>
            <a:xfrm>
              <a:off x="4167040" y="4705286"/>
              <a:ext cx="173373" cy="10835"/>
            </a:xfrm>
            <a:custGeom>
              <a:avLst/>
              <a:gdLst>
                <a:gd name="connsiteX0" fmla="*/ 167955 w 173373"/>
                <a:gd name="connsiteY0" fmla="*/ 10836 h 10835"/>
                <a:gd name="connsiteX1" fmla="*/ 5418 w 173373"/>
                <a:gd name="connsiteY1" fmla="*/ 10836 h 10835"/>
                <a:gd name="connsiteX2" fmla="*/ 0 w 173373"/>
                <a:gd name="connsiteY2" fmla="*/ 5418 h 10835"/>
                <a:gd name="connsiteX3" fmla="*/ 5418 w 173373"/>
                <a:gd name="connsiteY3" fmla="*/ 0 h 10835"/>
                <a:gd name="connsiteX4" fmla="*/ 167955 w 173373"/>
                <a:gd name="connsiteY4" fmla="*/ 0 h 10835"/>
                <a:gd name="connsiteX5" fmla="*/ 173373 w 173373"/>
                <a:gd name="connsiteY5" fmla="*/ 5418 h 10835"/>
                <a:gd name="connsiteX6" fmla="*/ 167955 w 173373"/>
                <a:gd name="connsiteY6" fmla="*/ 10836 h 10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373" h="10835">
                  <a:moveTo>
                    <a:pt x="167955" y="10836"/>
                  </a:moveTo>
                  <a:lnTo>
                    <a:pt x="5418" y="10836"/>
                  </a:lnTo>
                  <a:cubicBezTo>
                    <a:pt x="2426" y="10836"/>
                    <a:pt x="0" y="8410"/>
                    <a:pt x="0" y="5418"/>
                  </a:cubicBezTo>
                  <a:cubicBezTo>
                    <a:pt x="0" y="2426"/>
                    <a:pt x="2426" y="0"/>
                    <a:pt x="5418" y="0"/>
                  </a:cubicBezTo>
                  <a:lnTo>
                    <a:pt x="167955" y="0"/>
                  </a:lnTo>
                  <a:cubicBezTo>
                    <a:pt x="170947" y="0"/>
                    <a:pt x="173373" y="2426"/>
                    <a:pt x="173373" y="5418"/>
                  </a:cubicBezTo>
                  <a:cubicBezTo>
                    <a:pt x="173373" y="8410"/>
                    <a:pt x="170947" y="10836"/>
                    <a:pt x="167955" y="10836"/>
                  </a:cubicBezTo>
                  <a:close/>
                </a:path>
              </a:pathLst>
            </a:custGeom>
            <a:solidFill>
              <a:schemeClr val="accent1"/>
            </a:solidFill>
            <a:ln w="316" cap="flat">
              <a:noFill/>
              <a:prstDash val="solid"/>
              <a:miter/>
            </a:ln>
          </p:spPr>
          <p:txBody>
            <a:bodyPr rtlCol="0" anchor="ctr"/>
            <a:lstStyle/>
            <a:p>
              <a:endParaRPr lang="zh-CN" altLang="en-US"/>
            </a:p>
          </p:txBody>
        </p:sp>
        <p:sp>
          <p:nvSpPr>
            <p:cNvPr id="248" name="任意多边形: 形状 247">
              <a:extLst>
                <a:ext uri="{FF2B5EF4-FFF2-40B4-BE49-F238E27FC236}">
                  <a16:creationId xmlns:a16="http://schemas.microsoft.com/office/drawing/2014/main" id="{BFC2CF68-DBE9-D851-D29E-C7F51AF4E8BB}"/>
                </a:ext>
              </a:extLst>
            </p:cNvPr>
            <p:cNvSpPr/>
            <p:nvPr/>
          </p:nvSpPr>
          <p:spPr>
            <a:xfrm>
              <a:off x="4164331" y="4702578"/>
              <a:ext cx="178791" cy="72274"/>
            </a:xfrm>
            <a:custGeom>
              <a:avLst/>
              <a:gdLst>
                <a:gd name="connsiteX0" fmla="*/ 170664 w 178791"/>
                <a:gd name="connsiteY0" fmla="*/ 16254 h 72274"/>
                <a:gd name="connsiteX1" fmla="*/ 8127 w 178791"/>
                <a:gd name="connsiteY1" fmla="*/ 16254 h 72274"/>
                <a:gd name="connsiteX2" fmla="*/ 0 w 178791"/>
                <a:gd name="connsiteY2" fmla="*/ 8127 h 72274"/>
                <a:gd name="connsiteX3" fmla="*/ 8127 w 178791"/>
                <a:gd name="connsiteY3" fmla="*/ 0 h 72274"/>
                <a:gd name="connsiteX4" fmla="*/ 170664 w 178791"/>
                <a:gd name="connsiteY4" fmla="*/ 0 h 72274"/>
                <a:gd name="connsiteX5" fmla="*/ 178791 w 178791"/>
                <a:gd name="connsiteY5" fmla="*/ 8127 h 72274"/>
                <a:gd name="connsiteX6" fmla="*/ 170664 w 178791"/>
                <a:gd name="connsiteY6" fmla="*/ 16254 h 72274"/>
                <a:gd name="connsiteX7" fmla="*/ 8127 w 178791"/>
                <a:gd name="connsiteY7" fmla="*/ 5418 h 72274"/>
                <a:gd name="connsiteX8" fmla="*/ 5418 w 178791"/>
                <a:gd name="connsiteY8" fmla="*/ 8127 h 72274"/>
                <a:gd name="connsiteX9" fmla="*/ 8127 w 178791"/>
                <a:gd name="connsiteY9" fmla="*/ 10836 h 72274"/>
                <a:gd name="connsiteX10" fmla="*/ 170664 w 178791"/>
                <a:gd name="connsiteY10" fmla="*/ 10836 h 72274"/>
                <a:gd name="connsiteX11" fmla="*/ 173373 w 178791"/>
                <a:gd name="connsiteY11" fmla="*/ 8127 h 72274"/>
                <a:gd name="connsiteX12" fmla="*/ 170664 w 178791"/>
                <a:gd name="connsiteY12" fmla="*/ 5418 h 72274"/>
                <a:gd name="connsiteX13" fmla="*/ 170664 w 178791"/>
                <a:gd name="connsiteY13" fmla="*/ 72275 h 72274"/>
                <a:gd name="connsiteX14" fmla="*/ 8127 w 178791"/>
                <a:gd name="connsiteY14" fmla="*/ 72275 h 72274"/>
                <a:gd name="connsiteX15" fmla="*/ 2709 w 178791"/>
                <a:gd name="connsiteY15" fmla="*/ 66857 h 72274"/>
                <a:gd name="connsiteX16" fmla="*/ 8127 w 178791"/>
                <a:gd name="connsiteY16" fmla="*/ 61439 h 72274"/>
                <a:gd name="connsiteX17" fmla="*/ 170664 w 178791"/>
                <a:gd name="connsiteY17" fmla="*/ 61439 h 72274"/>
                <a:gd name="connsiteX18" fmla="*/ 176082 w 178791"/>
                <a:gd name="connsiteY18" fmla="*/ 66857 h 72274"/>
                <a:gd name="connsiteX19" fmla="*/ 170664 w 178791"/>
                <a:gd name="connsiteY19" fmla="*/ 72275 h 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8791" h="72274">
                  <a:moveTo>
                    <a:pt x="170664" y="16254"/>
                  </a:moveTo>
                  <a:lnTo>
                    <a:pt x="8127" y="16254"/>
                  </a:lnTo>
                  <a:cubicBezTo>
                    <a:pt x="3639" y="16254"/>
                    <a:pt x="0" y="12615"/>
                    <a:pt x="0" y="8127"/>
                  </a:cubicBezTo>
                  <a:cubicBezTo>
                    <a:pt x="0" y="3639"/>
                    <a:pt x="3639" y="0"/>
                    <a:pt x="8127" y="0"/>
                  </a:cubicBezTo>
                  <a:lnTo>
                    <a:pt x="170664" y="0"/>
                  </a:lnTo>
                  <a:cubicBezTo>
                    <a:pt x="175153" y="0"/>
                    <a:pt x="178791" y="3639"/>
                    <a:pt x="178791" y="8127"/>
                  </a:cubicBezTo>
                  <a:cubicBezTo>
                    <a:pt x="178791" y="12615"/>
                    <a:pt x="175153" y="16254"/>
                    <a:pt x="170664" y="16254"/>
                  </a:cubicBezTo>
                  <a:close/>
                  <a:moveTo>
                    <a:pt x="8127" y="5418"/>
                  </a:moveTo>
                  <a:cubicBezTo>
                    <a:pt x="6631" y="5418"/>
                    <a:pt x="5418" y="6631"/>
                    <a:pt x="5418" y="8127"/>
                  </a:cubicBezTo>
                  <a:cubicBezTo>
                    <a:pt x="5418" y="9623"/>
                    <a:pt x="6631" y="10836"/>
                    <a:pt x="8127" y="10836"/>
                  </a:cubicBezTo>
                  <a:lnTo>
                    <a:pt x="170664" y="10836"/>
                  </a:lnTo>
                  <a:cubicBezTo>
                    <a:pt x="172160" y="10836"/>
                    <a:pt x="173373" y="9623"/>
                    <a:pt x="173373" y="8127"/>
                  </a:cubicBezTo>
                  <a:cubicBezTo>
                    <a:pt x="173344" y="6643"/>
                    <a:pt x="172148" y="5447"/>
                    <a:pt x="170664" y="5418"/>
                  </a:cubicBezTo>
                  <a:close/>
                  <a:moveTo>
                    <a:pt x="170664" y="72275"/>
                  </a:moveTo>
                  <a:lnTo>
                    <a:pt x="8127" y="72275"/>
                  </a:lnTo>
                  <a:cubicBezTo>
                    <a:pt x="5135" y="72275"/>
                    <a:pt x="2709" y="69849"/>
                    <a:pt x="2709" y="66857"/>
                  </a:cubicBezTo>
                  <a:cubicBezTo>
                    <a:pt x="2709" y="63865"/>
                    <a:pt x="5135" y="61439"/>
                    <a:pt x="8127" y="61439"/>
                  </a:cubicBezTo>
                  <a:lnTo>
                    <a:pt x="170664" y="61439"/>
                  </a:lnTo>
                  <a:cubicBezTo>
                    <a:pt x="173656" y="61439"/>
                    <a:pt x="176082" y="63865"/>
                    <a:pt x="176082" y="66857"/>
                  </a:cubicBezTo>
                  <a:cubicBezTo>
                    <a:pt x="176082" y="69849"/>
                    <a:pt x="173656" y="72275"/>
                    <a:pt x="170664" y="72275"/>
                  </a:cubicBezTo>
                  <a:close/>
                </a:path>
              </a:pathLst>
            </a:custGeom>
            <a:solidFill>
              <a:schemeClr val="accent1"/>
            </a:solidFill>
            <a:ln w="316" cap="flat">
              <a:noFill/>
              <a:prstDash val="solid"/>
              <a:miter/>
            </a:ln>
          </p:spPr>
          <p:txBody>
            <a:bodyPr rtlCol="0" anchor="ctr"/>
            <a:lstStyle/>
            <a:p>
              <a:endParaRPr lang="zh-CN" altLang="en-US"/>
            </a:p>
          </p:txBody>
        </p:sp>
        <p:sp>
          <p:nvSpPr>
            <p:cNvPr id="249" name="任意多边形: 形状 248">
              <a:extLst>
                <a:ext uri="{FF2B5EF4-FFF2-40B4-BE49-F238E27FC236}">
                  <a16:creationId xmlns:a16="http://schemas.microsoft.com/office/drawing/2014/main" id="{05E2BEA2-E3EA-0610-6C6B-FBE475BA2C21}"/>
                </a:ext>
              </a:extLst>
            </p:cNvPr>
            <p:cNvSpPr/>
            <p:nvPr/>
          </p:nvSpPr>
          <p:spPr>
            <a:xfrm>
              <a:off x="4164331" y="4761308"/>
              <a:ext cx="178791" cy="72220"/>
            </a:xfrm>
            <a:custGeom>
              <a:avLst/>
              <a:gdLst>
                <a:gd name="connsiteX0" fmla="*/ 170664 w 178791"/>
                <a:gd name="connsiteY0" fmla="*/ 16254 h 72220"/>
                <a:gd name="connsiteX1" fmla="*/ 8127 w 178791"/>
                <a:gd name="connsiteY1" fmla="*/ 16254 h 72220"/>
                <a:gd name="connsiteX2" fmla="*/ 0 w 178791"/>
                <a:gd name="connsiteY2" fmla="*/ 8127 h 72220"/>
                <a:gd name="connsiteX3" fmla="*/ 8127 w 178791"/>
                <a:gd name="connsiteY3" fmla="*/ 0 h 72220"/>
                <a:gd name="connsiteX4" fmla="*/ 170664 w 178791"/>
                <a:gd name="connsiteY4" fmla="*/ 0 h 72220"/>
                <a:gd name="connsiteX5" fmla="*/ 178791 w 178791"/>
                <a:gd name="connsiteY5" fmla="*/ 8127 h 72220"/>
                <a:gd name="connsiteX6" fmla="*/ 170664 w 178791"/>
                <a:gd name="connsiteY6" fmla="*/ 16254 h 72220"/>
                <a:gd name="connsiteX7" fmla="*/ 8127 w 178791"/>
                <a:gd name="connsiteY7" fmla="*/ 5418 h 72220"/>
                <a:gd name="connsiteX8" fmla="*/ 5418 w 178791"/>
                <a:gd name="connsiteY8" fmla="*/ 8127 h 72220"/>
                <a:gd name="connsiteX9" fmla="*/ 8127 w 178791"/>
                <a:gd name="connsiteY9" fmla="*/ 10836 h 72220"/>
                <a:gd name="connsiteX10" fmla="*/ 170664 w 178791"/>
                <a:gd name="connsiteY10" fmla="*/ 10836 h 72220"/>
                <a:gd name="connsiteX11" fmla="*/ 173373 w 178791"/>
                <a:gd name="connsiteY11" fmla="*/ 8127 h 72220"/>
                <a:gd name="connsiteX12" fmla="*/ 170664 w 178791"/>
                <a:gd name="connsiteY12" fmla="*/ 5418 h 72220"/>
                <a:gd name="connsiteX13" fmla="*/ 82190 w 178791"/>
                <a:gd name="connsiteY13" fmla="*/ 72221 h 72220"/>
                <a:gd name="connsiteX14" fmla="*/ 8127 w 178791"/>
                <a:gd name="connsiteY14" fmla="*/ 72221 h 72220"/>
                <a:gd name="connsiteX15" fmla="*/ 2709 w 178791"/>
                <a:gd name="connsiteY15" fmla="*/ 66803 h 72220"/>
                <a:gd name="connsiteX16" fmla="*/ 8127 w 178791"/>
                <a:gd name="connsiteY16" fmla="*/ 61385 h 72220"/>
                <a:gd name="connsiteX17" fmla="*/ 82190 w 178791"/>
                <a:gd name="connsiteY17" fmla="*/ 61385 h 72220"/>
                <a:gd name="connsiteX18" fmla="*/ 87608 w 178791"/>
                <a:gd name="connsiteY18" fmla="*/ 66803 h 72220"/>
                <a:gd name="connsiteX19" fmla="*/ 82190 w 178791"/>
                <a:gd name="connsiteY19" fmla="*/ 72221 h 7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8791" h="72220">
                  <a:moveTo>
                    <a:pt x="170664" y="16254"/>
                  </a:moveTo>
                  <a:lnTo>
                    <a:pt x="8127" y="16254"/>
                  </a:lnTo>
                  <a:cubicBezTo>
                    <a:pt x="3639" y="16254"/>
                    <a:pt x="0" y="12615"/>
                    <a:pt x="0" y="8127"/>
                  </a:cubicBezTo>
                  <a:cubicBezTo>
                    <a:pt x="0" y="3639"/>
                    <a:pt x="3639" y="0"/>
                    <a:pt x="8127" y="0"/>
                  </a:cubicBezTo>
                  <a:lnTo>
                    <a:pt x="170664" y="0"/>
                  </a:lnTo>
                  <a:cubicBezTo>
                    <a:pt x="175153" y="0"/>
                    <a:pt x="178791" y="3639"/>
                    <a:pt x="178791" y="8127"/>
                  </a:cubicBezTo>
                  <a:cubicBezTo>
                    <a:pt x="178791" y="12615"/>
                    <a:pt x="175153" y="16254"/>
                    <a:pt x="170664" y="16254"/>
                  </a:cubicBezTo>
                  <a:close/>
                  <a:moveTo>
                    <a:pt x="8127" y="5418"/>
                  </a:moveTo>
                  <a:cubicBezTo>
                    <a:pt x="6631" y="5418"/>
                    <a:pt x="5418" y="6631"/>
                    <a:pt x="5418" y="8127"/>
                  </a:cubicBezTo>
                  <a:cubicBezTo>
                    <a:pt x="5418" y="9623"/>
                    <a:pt x="6631" y="10836"/>
                    <a:pt x="8127" y="10836"/>
                  </a:cubicBezTo>
                  <a:lnTo>
                    <a:pt x="170664" y="10836"/>
                  </a:lnTo>
                  <a:cubicBezTo>
                    <a:pt x="172148" y="10807"/>
                    <a:pt x="173344" y="9611"/>
                    <a:pt x="173373" y="8127"/>
                  </a:cubicBezTo>
                  <a:cubicBezTo>
                    <a:pt x="173373" y="6631"/>
                    <a:pt x="172160" y="5418"/>
                    <a:pt x="170664" y="5418"/>
                  </a:cubicBezTo>
                  <a:close/>
                  <a:moveTo>
                    <a:pt x="82190" y="72221"/>
                  </a:moveTo>
                  <a:lnTo>
                    <a:pt x="8127" y="72221"/>
                  </a:lnTo>
                  <a:cubicBezTo>
                    <a:pt x="5135" y="72221"/>
                    <a:pt x="2709" y="69795"/>
                    <a:pt x="2709" y="66803"/>
                  </a:cubicBezTo>
                  <a:cubicBezTo>
                    <a:pt x="2709" y="63811"/>
                    <a:pt x="5135" y="61385"/>
                    <a:pt x="8127" y="61385"/>
                  </a:cubicBezTo>
                  <a:lnTo>
                    <a:pt x="82190" y="61385"/>
                  </a:lnTo>
                  <a:cubicBezTo>
                    <a:pt x="85182" y="61385"/>
                    <a:pt x="87608" y="63811"/>
                    <a:pt x="87608" y="66803"/>
                  </a:cubicBezTo>
                  <a:cubicBezTo>
                    <a:pt x="87608" y="69795"/>
                    <a:pt x="85182" y="72221"/>
                    <a:pt x="82190" y="72221"/>
                  </a:cubicBezTo>
                  <a:close/>
                </a:path>
              </a:pathLst>
            </a:custGeom>
            <a:solidFill>
              <a:schemeClr val="accent1"/>
            </a:solidFill>
            <a:ln w="316" cap="flat">
              <a:noFill/>
              <a:prstDash val="solid"/>
              <a:miter/>
            </a:ln>
          </p:spPr>
          <p:txBody>
            <a:bodyPr rtlCol="0" anchor="ctr"/>
            <a:lstStyle/>
            <a:p>
              <a:endParaRPr lang="zh-CN" altLang="en-US"/>
            </a:p>
          </p:txBody>
        </p:sp>
        <p:sp>
          <p:nvSpPr>
            <p:cNvPr id="250" name="任意多边形: 形状 249">
              <a:extLst>
                <a:ext uri="{FF2B5EF4-FFF2-40B4-BE49-F238E27FC236}">
                  <a16:creationId xmlns:a16="http://schemas.microsoft.com/office/drawing/2014/main" id="{03956759-3B70-C0B4-708F-80BE107B91E2}"/>
                </a:ext>
              </a:extLst>
            </p:cNvPr>
            <p:cNvSpPr/>
            <p:nvPr/>
          </p:nvSpPr>
          <p:spPr>
            <a:xfrm>
              <a:off x="4164331" y="4819984"/>
              <a:ext cx="90316" cy="16253"/>
            </a:xfrm>
            <a:custGeom>
              <a:avLst/>
              <a:gdLst>
                <a:gd name="connsiteX0" fmla="*/ 82190 w 90316"/>
                <a:gd name="connsiteY0" fmla="*/ 16254 h 16253"/>
                <a:gd name="connsiteX1" fmla="*/ 8127 w 90316"/>
                <a:gd name="connsiteY1" fmla="*/ 16254 h 16253"/>
                <a:gd name="connsiteX2" fmla="*/ 0 w 90316"/>
                <a:gd name="connsiteY2" fmla="*/ 8127 h 16253"/>
                <a:gd name="connsiteX3" fmla="*/ 8127 w 90316"/>
                <a:gd name="connsiteY3" fmla="*/ 0 h 16253"/>
                <a:gd name="connsiteX4" fmla="*/ 82190 w 90316"/>
                <a:gd name="connsiteY4" fmla="*/ 0 h 16253"/>
                <a:gd name="connsiteX5" fmla="*/ 90317 w 90316"/>
                <a:gd name="connsiteY5" fmla="*/ 8127 h 16253"/>
                <a:gd name="connsiteX6" fmla="*/ 82190 w 90316"/>
                <a:gd name="connsiteY6" fmla="*/ 16254 h 16253"/>
                <a:gd name="connsiteX7" fmla="*/ 8127 w 90316"/>
                <a:gd name="connsiteY7" fmla="*/ 5418 h 16253"/>
                <a:gd name="connsiteX8" fmla="*/ 5418 w 90316"/>
                <a:gd name="connsiteY8" fmla="*/ 8127 h 16253"/>
                <a:gd name="connsiteX9" fmla="*/ 8127 w 90316"/>
                <a:gd name="connsiteY9" fmla="*/ 10836 h 16253"/>
                <a:gd name="connsiteX10" fmla="*/ 82190 w 90316"/>
                <a:gd name="connsiteY10" fmla="*/ 10836 h 16253"/>
                <a:gd name="connsiteX11" fmla="*/ 84899 w 90316"/>
                <a:gd name="connsiteY11" fmla="*/ 8127 h 16253"/>
                <a:gd name="connsiteX12" fmla="*/ 82190 w 90316"/>
                <a:gd name="connsiteY12" fmla="*/ 5418 h 16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316" h="16253">
                  <a:moveTo>
                    <a:pt x="82190" y="16254"/>
                  </a:moveTo>
                  <a:lnTo>
                    <a:pt x="8127" y="16254"/>
                  </a:lnTo>
                  <a:cubicBezTo>
                    <a:pt x="3639" y="16254"/>
                    <a:pt x="0" y="12615"/>
                    <a:pt x="0" y="8127"/>
                  </a:cubicBezTo>
                  <a:cubicBezTo>
                    <a:pt x="0" y="3639"/>
                    <a:pt x="3639" y="0"/>
                    <a:pt x="8127" y="0"/>
                  </a:cubicBezTo>
                  <a:lnTo>
                    <a:pt x="82190" y="0"/>
                  </a:lnTo>
                  <a:cubicBezTo>
                    <a:pt x="86678" y="0"/>
                    <a:pt x="90317" y="3639"/>
                    <a:pt x="90317" y="8127"/>
                  </a:cubicBezTo>
                  <a:cubicBezTo>
                    <a:pt x="90317" y="12615"/>
                    <a:pt x="86678" y="16254"/>
                    <a:pt x="82190" y="16254"/>
                  </a:cubicBezTo>
                  <a:close/>
                  <a:moveTo>
                    <a:pt x="8127" y="5418"/>
                  </a:moveTo>
                  <a:cubicBezTo>
                    <a:pt x="6631" y="5418"/>
                    <a:pt x="5418" y="6631"/>
                    <a:pt x="5418" y="8127"/>
                  </a:cubicBezTo>
                  <a:cubicBezTo>
                    <a:pt x="5418" y="9623"/>
                    <a:pt x="6631" y="10836"/>
                    <a:pt x="8127" y="10836"/>
                  </a:cubicBezTo>
                  <a:lnTo>
                    <a:pt x="82190" y="10836"/>
                  </a:lnTo>
                  <a:cubicBezTo>
                    <a:pt x="83686" y="10836"/>
                    <a:pt x="84899" y="9623"/>
                    <a:pt x="84899" y="8127"/>
                  </a:cubicBezTo>
                  <a:cubicBezTo>
                    <a:pt x="84899" y="6631"/>
                    <a:pt x="83686" y="5418"/>
                    <a:pt x="82190" y="5418"/>
                  </a:cubicBezTo>
                  <a:close/>
                </a:path>
              </a:pathLst>
            </a:custGeom>
            <a:solidFill>
              <a:schemeClr val="accent1"/>
            </a:solidFill>
            <a:ln w="316" cap="flat">
              <a:noFill/>
              <a:prstDash val="solid"/>
              <a:miter/>
            </a:ln>
          </p:spPr>
          <p:txBody>
            <a:bodyPr rtlCol="0" anchor="ctr"/>
            <a:lstStyle/>
            <a:p>
              <a:endParaRPr lang="zh-CN" altLang="en-US"/>
            </a:p>
          </p:txBody>
        </p:sp>
      </p:grpSp>
      <p:sp>
        <p:nvSpPr>
          <p:cNvPr id="254" name="图形 252">
            <a:extLst>
              <a:ext uri="{FF2B5EF4-FFF2-40B4-BE49-F238E27FC236}">
                <a16:creationId xmlns:a16="http://schemas.microsoft.com/office/drawing/2014/main" id="{90A53048-EFC9-705A-7643-CE6562E37044}"/>
              </a:ext>
            </a:extLst>
          </p:cNvPr>
          <p:cNvSpPr/>
          <p:nvPr/>
        </p:nvSpPr>
        <p:spPr>
          <a:xfrm>
            <a:off x="6512155" y="5089526"/>
            <a:ext cx="315938" cy="315936"/>
          </a:xfrm>
          <a:custGeom>
            <a:avLst/>
            <a:gdLst>
              <a:gd name="connsiteX0" fmla="*/ 79590 w 252905"/>
              <a:gd name="connsiteY0" fmla="*/ 134371 h 252905"/>
              <a:gd name="connsiteX1" fmla="*/ 118534 w 252905"/>
              <a:gd name="connsiteY1" fmla="*/ 173315 h 252905"/>
              <a:gd name="connsiteX2" fmla="*/ 118534 w 252905"/>
              <a:gd name="connsiteY2" fmla="*/ 157169 h 252905"/>
              <a:gd name="connsiteX3" fmla="*/ 95798 w 252905"/>
              <a:gd name="connsiteY3" fmla="*/ 134371 h 252905"/>
              <a:gd name="connsiteX4" fmla="*/ 79590 w 252905"/>
              <a:gd name="connsiteY4" fmla="*/ 134371 h 252905"/>
              <a:gd name="connsiteX5" fmla="*/ 134371 w 252905"/>
              <a:gd name="connsiteY5" fmla="*/ 173346 h 252905"/>
              <a:gd name="connsiteX6" fmla="*/ 173315 w 252905"/>
              <a:gd name="connsiteY6" fmla="*/ 134371 h 252905"/>
              <a:gd name="connsiteX7" fmla="*/ 157169 w 252905"/>
              <a:gd name="connsiteY7" fmla="*/ 134371 h 252905"/>
              <a:gd name="connsiteX8" fmla="*/ 134371 w 252905"/>
              <a:gd name="connsiteY8" fmla="*/ 157169 h 252905"/>
              <a:gd name="connsiteX9" fmla="*/ 134371 w 252905"/>
              <a:gd name="connsiteY9" fmla="*/ 173346 h 252905"/>
              <a:gd name="connsiteX10" fmla="*/ 173346 w 252905"/>
              <a:gd name="connsiteY10" fmla="*/ 118534 h 252905"/>
              <a:gd name="connsiteX11" fmla="*/ 134371 w 252905"/>
              <a:gd name="connsiteY11" fmla="*/ 79590 h 252905"/>
              <a:gd name="connsiteX12" fmla="*/ 134371 w 252905"/>
              <a:gd name="connsiteY12" fmla="*/ 95829 h 252905"/>
              <a:gd name="connsiteX13" fmla="*/ 157169 w 252905"/>
              <a:gd name="connsiteY13" fmla="*/ 118565 h 252905"/>
              <a:gd name="connsiteX14" fmla="*/ 173346 w 252905"/>
              <a:gd name="connsiteY14" fmla="*/ 118565 h 252905"/>
              <a:gd name="connsiteX15" fmla="*/ 118534 w 252905"/>
              <a:gd name="connsiteY15" fmla="*/ 79590 h 252905"/>
              <a:gd name="connsiteX16" fmla="*/ 79590 w 252905"/>
              <a:gd name="connsiteY16" fmla="*/ 118534 h 252905"/>
              <a:gd name="connsiteX17" fmla="*/ 95829 w 252905"/>
              <a:gd name="connsiteY17" fmla="*/ 118534 h 252905"/>
              <a:gd name="connsiteX18" fmla="*/ 118565 w 252905"/>
              <a:gd name="connsiteY18" fmla="*/ 95798 h 252905"/>
              <a:gd name="connsiteX19" fmla="*/ 118565 w 252905"/>
              <a:gd name="connsiteY19" fmla="*/ 79590 h 252905"/>
              <a:gd name="connsiteX20" fmla="*/ 39748 w 252905"/>
              <a:gd name="connsiteY20" fmla="*/ 134371 h 252905"/>
              <a:gd name="connsiteX21" fmla="*/ 118534 w 252905"/>
              <a:gd name="connsiteY21" fmla="*/ 213157 h 252905"/>
              <a:gd name="connsiteX22" fmla="*/ 118534 w 252905"/>
              <a:gd name="connsiteY22" fmla="*/ 195649 h 252905"/>
              <a:gd name="connsiteX23" fmla="*/ 57256 w 252905"/>
              <a:gd name="connsiteY23" fmla="*/ 134371 h 252905"/>
              <a:gd name="connsiteX24" fmla="*/ 39748 w 252905"/>
              <a:gd name="connsiteY24" fmla="*/ 134371 h 252905"/>
              <a:gd name="connsiteX25" fmla="*/ 134371 w 252905"/>
              <a:gd name="connsiteY25" fmla="*/ 213188 h 252905"/>
              <a:gd name="connsiteX26" fmla="*/ 213157 w 252905"/>
              <a:gd name="connsiteY26" fmla="*/ 134402 h 252905"/>
              <a:gd name="connsiteX27" fmla="*/ 195742 w 252905"/>
              <a:gd name="connsiteY27" fmla="*/ 134402 h 252905"/>
              <a:gd name="connsiteX28" fmla="*/ 134371 w 252905"/>
              <a:gd name="connsiteY28" fmla="*/ 195680 h 252905"/>
              <a:gd name="connsiteX29" fmla="*/ 134371 w 252905"/>
              <a:gd name="connsiteY29" fmla="*/ 213188 h 252905"/>
              <a:gd name="connsiteX30" fmla="*/ 213188 w 252905"/>
              <a:gd name="connsiteY30" fmla="*/ 118534 h 252905"/>
              <a:gd name="connsiteX31" fmla="*/ 134402 w 252905"/>
              <a:gd name="connsiteY31" fmla="*/ 39656 h 252905"/>
              <a:gd name="connsiteX32" fmla="*/ 134402 w 252905"/>
              <a:gd name="connsiteY32" fmla="*/ 57163 h 252905"/>
              <a:gd name="connsiteX33" fmla="*/ 195773 w 252905"/>
              <a:gd name="connsiteY33" fmla="*/ 118534 h 252905"/>
              <a:gd name="connsiteX34" fmla="*/ 213188 w 252905"/>
              <a:gd name="connsiteY34" fmla="*/ 118534 h 252905"/>
              <a:gd name="connsiteX35" fmla="*/ 118534 w 252905"/>
              <a:gd name="connsiteY35" fmla="*/ 39687 h 252905"/>
              <a:gd name="connsiteX36" fmla="*/ 39748 w 252905"/>
              <a:gd name="connsiteY36" fmla="*/ 118565 h 252905"/>
              <a:gd name="connsiteX37" fmla="*/ 57256 w 252905"/>
              <a:gd name="connsiteY37" fmla="*/ 118565 h 252905"/>
              <a:gd name="connsiteX38" fmla="*/ 118534 w 252905"/>
              <a:gd name="connsiteY38" fmla="*/ 57194 h 252905"/>
              <a:gd name="connsiteX39" fmla="*/ 118534 w 252905"/>
              <a:gd name="connsiteY39" fmla="*/ 39687 h 252905"/>
              <a:gd name="connsiteX40" fmla="*/ 0 w 252905"/>
              <a:gd name="connsiteY40" fmla="*/ 134371 h 252905"/>
              <a:gd name="connsiteX41" fmla="*/ 118534 w 252905"/>
              <a:gd name="connsiteY41" fmla="*/ 252905 h 252905"/>
              <a:gd name="connsiteX42" fmla="*/ 118534 w 252905"/>
              <a:gd name="connsiteY42" fmla="*/ 236975 h 252905"/>
              <a:gd name="connsiteX43" fmla="*/ 15899 w 252905"/>
              <a:gd name="connsiteY43" fmla="*/ 134371 h 252905"/>
              <a:gd name="connsiteX44" fmla="*/ 0 w 252905"/>
              <a:gd name="connsiteY44" fmla="*/ 134371 h 252905"/>
              <a:gd name="connsiteX45" fmla="*/ 134371 w 252905"/>
              <a:gd name="connsiteY45" fmla="*/ 252905 h 252905"/>
              <a:gd name="connsiteX46" fmla="*/ 252905 w 252905"/>
              <a:gd name="connsiteY46" fmla="*/ 134371 h 252905"/>
              <a:gd name="connsiteX47" fmla="*/ 236975 w 252905"/>
              <a:gd name="connsiteY47" fmla="*/ 134371 h 252905"/>
              <a:gd name="connsiteX48" fmla="*/ 134340 w 252905"/>
              <a:gd name="connsiteY48" fmla="*/ 237006 h 252905"/>
              <a:gd name="connsiteX49" fmla="*/ 134340 w 252905"/>
              <a:gd name="connsiteY49" fmla="*/ 252905 h 252905"/>
              <a:gd name="connsiteX50" fmla="*/ 252905 w 252905"/>
              <a:gd name="connsiteY50" fmla="*/ 118534 h 252905"/>
              <a:gd name="connsiteX51" fmla="*/ 134371 w 252905"/>
              <a:gd name="connsiteY51" fmla="*/ 0 h 252905"/>
              <a:gd name="connsiteX52" fmla="*/ 134371 w 252905"/>
              <a:gd name="connsiteY52" fmla="*/ 15837 h 252905"/>
              <a:gd name="connsiteX53" fmla="*/ 237006 w 252905"/>
              <a:gd name="connsiteY53" fmla="*/ 118534 h 252905"/>
              <a:gd name="connsiteX54" fmla="*/ 252905 w 252905"/>
              <a:gd name="connsiteY54" fmla="*/ 118534 h 252905"/>
              <a:gd name="connsiteX55" fmla="*/ 118534 w 252905"/>
              <a:gd name="connsiteY55" fmla="*/ 0 h 252905"/>
              <a:gd name="connsiteX56" fmla="*/ 0 w 252905"/>
              <a:gd name="connsiteY56" fmla="*/ 118534 h 252905"/>
              <a:gd name="connsiteX57" fmla="*/ 15930 w 252905"/>
              <a:gd name="connsiteY57" fmla="*/ 118534 h 252905"/>
              <a:gd name="connsiteX58" fmla="*/ 118565 w 252905"/>
              <a:gd name="connsiteY58" fmla="*/ 15837 h 252905"/>
              <a:gd name="connsiteX59" fmla="*/ 118565 w 252905"/>
              <a:gd name="connsiteY59" fmla="*/ 0 h 252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52905" h="252905">
                <a:moveTo>
                  <a:pt x="79590" y="134371"/>
                </a:moveTo>
                <a:cubicBezTo>
                  <a:pt x="82992" y="154261"/>
                  <a:pt x="98675" y="169913"/>
                  <a:pt x="118534" y="173315"/>
                </a:cubicBezTo>
                <a:lnTo>
                  <a:pt x="118534" y="157169"/>
                </a:lnTo>
                <a:cubicBezTo>
                  <a:pt x="107367" y="154261"/>
                  <a:pt x="98644" y="145538"/>
                  <a:pt x="95798" y="134371"/>
                </a:cubicBezTo>
                <a:lnTo>
                  <a:pt x="79590" y="134371"/>
                </a:lnTo>
                <a:close/>
                <a:moveTo>
                  <a:pt x="134371" y="173346"/>
                </a:moveTo>
                <a:cubicBezTo>
                  <a:pt x="154261" y="169944"/>
                  <a:pt x="169913" y="154261"/>
                  <a:pt x="173315" y="134371"/>
                </a:cubicBezTo>
                <a:lnTo>
                  <a:pt x="157169" y="134371"/>
                </a:lnTo>
                <a:cubicBezTo>
                  <a:pt x="154261" y="145538"/>
                  <a:pt x="145538" y="154261"/>
                  <a:pt x="134371" y="157169"/>
                </a:cubicBezTo>
                <a:lnTo>
                  <a:pt x="134371" y="173346"/>
                </a:lnTo>
                <a:close/>
                <a:moveTo>
                  <a:pt x="173346" y="118534"/>
                </a:moveTo>
                <a:cubicBezTo>
                  <a:pt x="169944" y="98644"/>
                  <a:pt x="154261" y="82992"/>
                  <a:pt x="134371" y="79590"/>
                </a:cubicBezTo>
                <a:lnTo>
                  <a:pt x="134371" y="95829"/>
                </a:lnTo>
                <a:cubicBezTo>
                  <a:pt x="145538" y="98675"/>
                  <a:pt x="154261" y="107398"/>
                  <a:pt x="157169" y="118565"/>
                </a:cubicBezTo>
                <a:lnTo>
                  <a:pt x="173346" y="118565"/>
                </a:lnTo>
                <a:close/>
                <a:moveTo>
                  <a:pt x="118534" y="79590"/>
                </a:moveTo>
                <a:cubicBezTo>
                  <a:pt x="98644" y="82992"/>
                  <a:pt x="82992" y="98675"/>
                  <a:pt x="79590" y="118534"/>
                </a:cubicBezTo>
                <a:lnTo>
                  <a:pt x="95829" y="118534"/>
                </a:lnTo>
                <a:cubicBezTo>
                  <a:pt x="98675" y="107367"/>
                  <a:pt x="107398" y="98644"/>
                  <a:pt x="118565" y="95798"/>
                </a:cubicBezTo>
                <a:lnTo>
                  <a:pt x="118565" y="79590"/>
                </a:lnTo>
                <a:close/>
                <a:moveTo>
                  <a:pt x="39748" y="134371"/>
                </a:moveTo>
                <a:cubicBezTo>
                  <a:pt x="43460" y="176192"/>
                  <a:pt x="76713" y="209445"/>
                  <a:pt x="118534" y="213157"/>
                </a:cubicBezTo>
                <a:lnTo>
                  <a:pt x="118534" y="195649"/>
                </a:lnTo>
                <a:cubicBezTo>
                  <a:pt x="86395" y="192092"/>
                  <a:pt x="60814" y="166510"/>
                  <a:pt x="57256" y="134371"/>
                </a:cubicBezTo>
                <a:lnTo>
                  <a:pt x="39748" y="134371"/>
                </a:lnTo>
                <a:close/>
                <a:moveTo>
                  <a:pt x="134371" y="213188"/>
                </a:moveTo>
                <a:cubicBezTo>
                  <a:pt x="176192" y="209476"/>
                  <a:pt x="209445" y="176192"/>
                  <a:pt x="213157" y="134402"/>
                </a:cubicBezTo>
                <a:lnTo>
                  <a:pt x="195742" y="134402"/>
                </a:lnTo>
                <a:cubicBezTo>
                  <a:pt x="192092" y="166541"/>
                  <a:pt x="166510" y="192122"/>
                  <a:pt x="134371" y="195680"/>
                </a:cubicBezTo>
                <a:lnTo>
                  <a:pt x="134371" y="213188"/>
                </a:lnTo>
                <a:close/>
                <a:moveTo>
                  <a:pt x="213188" y="118534"/>
                </a:moveTo>
                <a:cubicBezTo>
                  <a:pt x="209476" y="76713"/>
                  <a:pt x="176223" y="43460"/>
                  <a:pt x="134402" y="39656"/>
                </a:cubicBezTo>
                <a:lnTo>
                  <a:pt x="134402" y="57163"/>
                </a:lnTo>
                <a:cubicBezTo>
                  <a:pt x="166541" y="60814"/>
                  <a:pt x="192122" y="86395"/>
                  <a:pt x="195773" y="118534"/>
                </a:cubicBezTo>
                <a:lnTo>
                  <a:pt x="213188" y="118534"/>
                </a:lnTo>
                <a:close/>
                <a:moveTo>
                  <a:pt x="118534" y="39687"/>
                </a:moveTo>
                <a:cubicBezTo>
                  <a:pt x="76713" y="43491"/>
                  <a:pt x="43460" y="76744"/>
                  <a:pt x="39748" y="118565"/>
                </a:cubicBezTo>
                <a:lnTo>
                  <a:pt x="57256" y="118565"/>
                </a:lnTo>
                <a:cubicBezTo>
                  <a:pt x="60814" y="86426"/>
                  <a:pt x="86395" y="60844"/>
                  <a:pt x="118534" y="57194"/>
                </a:cubicBezTo>
                <a:lnTo>
                  <a:pt x="118534" y="39687"/>
                </a:lnTo>
                <a:close/>
                <a:moveTo>
                  <a:pt x="0" y="134371"/>
                </a:moveTo>
                <a:cubicBezTo>
                  <a:pt x="3959" y="198031"/>
                  <a:pt x="54874" y="248946"/>
                  <a:pt x="118534" y="252905"/>
                </a:cubicBezTo>
                <a:lnTo>
                  <a:pt x="118534" y="236975"/>
                </a:lnTo>
                <a:cubicBezTo>
                  <a:pt x="63567" y="233170"/>
                  <a:pt x="19704" y="189308"/>
                  <a:pt x="15899" y="134371"/>
                </a:cubicBezTo>
                <a:lnTo>
                  <a:pt x="0" y="134371"/>
                </a:lnTo>
                <a:close/>
                <a:moveTo>
                  <a:pt x="134371" y="252905"/>
                </a:moveTo>
                <a:cubicBezTo>
                  <a:pt x="198031" y="248946"/>
                  <a:pt x="248946" y="198031"/>
                  <a:pt x="252905" y="134371"/>
                </a:cubicBezTo>
                <a:lnTo>
                  <a:pt x="236975" y="134371"/>
                </a:lnTo>
                <a:cubicBezTo>
                  <a:pt x="233170" y="189339"/>
                  <a:pt x="189308" y="233201"/>
                  <a:pt x="134340" y="237006"/>
                </a:cubicBezTo>
                <a:lnTo>
                  <a:pt x="134340" y="252905"/>
                </a:lnTo>
                <a:close/>
                <a:moveTo>
                  <a:pt x="252905" y="118534"/>
                </a:moveTo>
                <a:cubicBezTo>
                  <a:pt x="248946" y="54874"/>
                  <a:pt x="198062" y="3959"/>
                  <a:pt x="134371" y="0"/>
                </a:cubicBezTo>
                <a:lnTo>
                  <a:pt x="134371" y="15837"/>
                </a:lnTo>
                <a:cubicBezTo>
                  <a:pt x="189339" y="19704"/>
                  <a:pt x="233201" y="63597"/>
                  <a:pt x="237006" y="118534"/>
                </a:cubicBezTo>
                <a:lnTo>
                  <a:pt x="252905" y="118534"/>
                </a:lnTo>
                <a:close/>
                <a:moveTo>
                  <a:pt x="118534" y="0"/>
                </a:moveTo>
                <a:cubicBezTo>
                  <a:pt x="54874" y="3959"/>
                  <a:pt x="3959" y="54874"/>
                  <a:pt x="0" y="118534"/>
                </a:cubicBezTo>
                <a:lnTo>
                  <a:pt x="15930" y="118534"/>
                </a:lnTo>
                <a:cubicBezTo>
                  <a:pt x="19735" y="63567"/>
                  <a:pt x="63690" y="19704"/>
                  <a:pt x="118565" y="15837"/>
                </a:cubicBezTo>
                <a:lnTo>
                  <a:pt x="118565" y="0"/>
                </a:lnTo>
                <a:close/>
              </a:path>
            </a:pathLst>
          </a:custGeom>
          <a:solidFill>
            <a:schemeClr val="accent1"/>
          </a:solidFill>
          <a:ln w="307" cap="flat">
            <a:noFill/>
            <a:prstDash val="solid"/>
            <a:miter/>
          </a:ln>
          <a:effectLst>
            <a:reflection blurRad="25400" stA="52000" endA="300" endPos="35000" dir="5400000" sy="-100000" algn="bl" rotWithShape="0"/>
          </a:effectLst>
        </p:spPr>
        <p:txBody>
          <a:bodyPr rtlCol="0" anchor="ctr"/>
          <a:lstStyle/>
          <a:p>
            <a:endParaRPr lang="zh-CN" altLang="en-US"/>
          </a:p>
        </p:txBody>
      </p:sp>
      <p:sp>
        <p:nvSpPr>
          <p:cNvPr id="261" name="任意多边形: 形状 260">
            <a:extLst>
              <a:ext uri="{FF2B5EF4-FFF2-40B4-BE49-F238E27FC236}">
                <a16:creationId xmlns:a16="http://schemas.microsoft.com/office/drawing/2014/main" id="{7106CB80-7D84-1CF7-7162-3912C69E60E3}"/>
              </a:ext>
            </a:extLst>
          </p:cNvPr>
          <p:cNvSpPr/>
          <p:nvPr/>
        </p:nvSpPr>
        <p:spPr>
          <a:xfrm>
            <a:off x="7780694" y="4985682"/>
            <a:ext cx="265776" cy="302510"/>
          </a:xfrm>
          <a:custGeom>
            <a:avLst/>
            <a:gdLst>
              <a:gd name="connsiteX0" fmla="*/ 169817 w 242877"/>
              <a:gd name="connsiteY0" fmla="*/ 244852 h 276446"/>
              <a:gd name="connsiteX1" fmla="*/ 185614 w 242877"/>
              <a:gd name="connsiteY1" fmla="*/ 260649 h 276446"/>
              <a:gd name="connsiteX2" fmla="*/ 169817 w 242877"/>
              <a:gd name="connsiteY2" fmla="*/ 276446 h 276446"/>
              <a:gd name="connsiteX3" fmla="*/ 154020 w 242877"/>
              <a:gd name="connsiteY3" fmla="*/ 260649 h 276446"/>
              <a:gd name="connsiteX4" fmla="*/ 169817 w 242877"/>
              <a:gd name="connsiteY4" fmla="*/ 244852 h 276446"/>
              <a:gd name="connsiteX5" fmla="*/ 169817 w 242877"/>
              <a:gd name="connsiteY5" fmla="*/ 209309 h 276446"/>
              <a:gd name="connsiteX6" fmla="*/ 242877 w 242877"/>
              <a:gd name="connsiteY6" fmla="*/ 256700 h 276446"/>
              <a:gd name="connsiteX7" fmla="*/ 221157 w 242877"/>
              <a:gd name="connsiteY7" fmla="*/ 256700 h 276446"/>
              <a:gd name="connsiteX8" fmla="*/ 169817 w 242877"/>
              <a:gd name="connsiteY8" fmla="*/ 229055 h 276446"/>
              <a:gd name="connsiteX9" fmla="*/ 118477 w 242877"/>
              <a:gd name="connsiteY9" fmla="*/ 256700 h 276446"/>
              <a:gd name="connsiteX10" fmla="*/ 96756 w 242877"/>
              <a:gd name="connsiteY10" fmla="*/ 256700 h 276446"/>
              <a:gd name="connsiteX11" fmla="*/ 169817 w 242877"/>
              <a:gd name="connsiteY11" fmla="*/ 209309 h 276446"/>
              <a:gd name="connsiteX12" fmla="*/ 177715 w 242877"/>
              <a:gd name="connsiteY12" fmla="*/ 138222 h 276446"/>
              <a:gd name="connsiteX13" fmla="*/ 187588 w 242877"/>
              <a:gd name="connsiteY13" fmla="*/ 148095 h 276446"/>
              <a:gd name="connsiteX14" fmla="*/ 187588 w 242877"/>
              <a:gd name="connsiteY14" fmla="*/ 167842 h 276446"/>
              <a:gd name="connsiteX15" fmla="*/ 177715 w 242877"/>
              <a:gd name="connsiteY15" fmla="*/ 177715 h 276446"/>
              <a:gd name="connsiteX16" fmla="*/ 167842 w 242877"/>
              <a:gd name="connsiteY16" fmla="*/ 167842 h 276446"/>
              <a:gd name="connsiteX17" fmla="*/ 167842 w 242877"/>
              <a:gd name="connsiteY17" fmla="*/ 148095 h 276446"/>
              <a:gd name="connsiteX18" fmla="*/ 177715 w 242877"/>
              <a:gd name="connsiteY18" fmla="*/ 138222 h 276446"/>
              <a:gd name="connsiteX19" fmla="*/ 98730 w 242877"/>
              <a:gd name="connsiteY19" fmla="*/ 118476 h 276446"/>
              <a:gd name="connsiteX20" fmla="*/ 108603 w 242877"/>
              <a:gd name="connsiteY20" fmla="*/ 128349 h 276446"/>
              <a:gd name="connsiteX21" fmla="*/ 108603 w 242877"/>
              <a:gd name="connsiteY21" fmla="*/ 167842 h 276446"/>
              <a:gd name="connsiteX22" fmla="*/ 98730 w 242877"/>
              <a:gd name="connsiteY22" fmla="*/ 177715 h 276446"/>
              <a:gd name="connsiteX23" fmla="*/ 88857 w 242877"/>
              <a:gd name="connsiteY23" fmla="*/ 167842 h 276446"/>
              <a:gd name="connsiteX24" fmla="*/ 88857 w 242877"/>
              <a:gd name="connsiteY24" fmla="*/ 128349 h 276446"/>
              <a:gd name="connsiteX25" fmla="*/ 98730 w 242877"/>
              <a:gd name="connsiteY25" fmla="*/ 118476 h 276446"/>
              <a:gd name="connsiteX26" fmla="*/ 59238 w 242877"/>
              <a:gd name="connsiteY26" fmla="*/ 98730 h 276446"/>
              <a:gd name="connsiteX27" fmla="*/ 69111 w 242877"/>
              <a:gd name="connsiteY27" fmla="*/ 108603 h 276446"/>
              <a:gd name="connsiteX28" fmla="*/ 69111 w 242877"/>
              <a:gd name="connsiteY28" fmla="*/ 167842 h 276446"/>
              <a:gd name="connsiteX29" fmla="*/ 59238 w 242877"/>
              <a:gd name="connsiteY29" fmla="*/ 177715 h 276446"/>
              <a:gd name="connsiteX30" fmla="*/ 49365 w 242877"/>
              <a:gd name="connsiteY30" fmla="*/ 167842 h 276446"/>
              <a:gd name="connsiteX31" fmla="*/ 49365 w 242877"/>
              <a:gd name="connsiteY31" fmla="*/ 108603 h 276446"/>
              <a:gd name="connsiteX32" fmla="*/ 59238 w 242877"/>
              <a:gd name="connsiteY32" fmla="*/ 98730 h 276446"/>
              <a:gd name="connsiteX33" fmla="*/ 138223 w 242877"/>
              <a:gd name="connsiteY33" fmla="*/ 78984 h 276446"/>
              <a:gd name="connsiteX34" fmla="*/ 148096 w 242877"/>
              <a:gd name="connsiteY34" fmla="*/ 88857 h 276446"/>
              <a:gd name="connsiteX35" fmla="*/ 148096 w 242877"/>
              <a:gd name="connsiteY35" fmla="*/ 167842 h 276446"/>
              <a:gd name="connsiteX36" fmla="*/ 138223 w 242877"/>
              <a:gd name="connsiteY36" fmla="*/ 177715 h 276446"/>
              <a:gd name="connsiteX37" fmla="*/ 128350 w 242877"/>
              <a:gd name="connsiteY37" fmla="*/ 167842 h 276446"/>
              <a:gd name="connsiteX38" fmla="*/ 128350 w 242877"/>
              <a:gd name="connsiteY38" fmla="*/ 88857 h 276446"/>
              <a:gd name="connsiteX39" fmla="*/ 138223 w 242877"/>
              <a:gd name="connsiteY39" fmla="*/ 78984 h 276446"/>
              <a:gd name="connsiteX40" fmla="*/ 118477 w 242877"/>
              <a:gd name="connsiteY40" fmla="*/ 0 h 276446"/>
              <a:gd name="connsiteX41" fmla="*/ 126375 w 242877"/>
              <a:gd name="connsiteY41" fmla="*/ 5924 h 276446"/>
              <a:gd name="connsiteX42" fmla="*/ 171791 w 242877"/>
              <a:gd name="connsiteY42" fmla="*/ 27645 h 276446"/>
              <a:gd name="connsiteX43" fmla="*/ 225106 w 242877"/>
              <a:gd name="connsiteY43" fmla="*/ 39492 h 276446"/>
              <a:gd name="connsiteX44" fmla="*/ 236954 w 242877"/>
              <a:gd name="connsiteY44" fmla="*/ 39492 h 276446"/>
              <a:gd name="connsiteX45" fmla="*/ 234979 w 242877"/>
              <a:gd name="connsiteY45" fmla="*/ 154020 h 276446"/>
              <a:gd name="connsiteX46" fmla="*/ 215233 w 242877"/>
              <a:gd name="connsiteY46" fmla="*/ 209309 h 276446"/>
              <a:gd name="connsiteX47" fmla="*/ 197461 w 242877"/>
              <a:gd name="connsiteY47" fmla="*/ 201410 h 276446"/>
              <a:gd name="connsiteX48" fmla="*/ 217207 w 242877"/>
              <a:gd name="connsiteY48" fmla="*/ 155994 h 276446"/>
              <a:gd name="connsiteX49" fmla="*/ 217207 w 242877"/>
              <a:gd name="connsiteY49" fmla="*/ 57264 h 276446"/>
              <a:gd name="connsiteX50" fmla="*/ 163893 w 242877"/>
              <a:gd name="connsiteY50" fmla="*/ 45416 h 276446"/>
              <a:gd name="connsiteX51" fmla="*/ 118477 w 242877"/>
              <a:gd name="connsiteY51" fmla="*/ 23695 h 276446"/>
              <a:gd name="connsiteX52" fmla="*/ 73061 w 242877"/>
              <a:gd name="connsiteY52" fmla="*/ 47391 h 276446"/>
              <a:gd name="connsiteX53" fmla="*/ 19746 w 242877"/>
              <a:gd name="connsiteY53" fmla="*/ 59238 h 276446"/>
              <a:gd name="connsiteX54" fmla="*/ 19746 w 242877"/>
              <a:gd name="connsiteY54" fmla="*/ 157969 h 276446"/>
              <a:gd name="connsiteX55" fmla="*/ 88858 w 242877"/>
              <a:gd name="connsiteY55" fmla="*/ 246827 h 276446"/>
              <a:gd name="connsiteX56" fmla="*/ 80959 w 242877"/>
              <a:gd name="connsiteY56" fmla="*/ 264598 h 276446"/>
              <a:gd name="connsiteX57" fmla="*/ 0 w 242877"/>
              <a:gd name="connsiteY57" fmla="*/ 155994 h 276446"/>
              <a:gd name="connsiteX58" fmla="*/ 0 w 242877"/>
              <a:gd name="connsiteY58" fmla="*/ 39492 h 276446"/>
              <a:gd name="connsiteX59" fmla="*/ 11848 w 242877"/>
              <a:gd name="connsiteY59" fmla="*/ 39492 h 276446"/>
              <a:gd name="connsiteX60" fmla="*/ 65162 w 242877"/>
              <a:gd name="connsiteY60" fmla="*/ 29619 h 276446"/>
              <a:gd name="connsiteX61" fmla="*/ 110578 w 242877"/>
              <a:gd name="connsiteY61" fmla="*/ 5924 h 276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42877" h="276446">
                <a:moveTo>
                  <a:pt x="169817" y="244852"/>
                </a:moveTo>
                <a:cubicBezTo>
                  <a:pt x="178541" y="244852"/>
                  <a:pt x="185614" y="251924"/>
                  <a:pt x="185614" y="260649"/>
                </a:cubicBezTo>
                <a:cubicBezTo>
                  <a:pt x="185614" y="269373"/>
                  <a:pt x="178541" y="276446"/>
                  <a:pt x="169817" y="276446"/>
                </a:cubicBezTo>
                <a:cubicBezTo>
                  <a:pt x="161092" y="276446"/>
                  <a:pt x="154020" y="269373"/>
                  <a:pt x="154020" y="260649"/>
                </a:cubicBezTo>
                <a:cubicBezTo>
                  <a:pt x="154020" y="251924"/>
                  <a:pt x="161092" y="244852"/>
                  <a:pt x="169817" y="244852"/>
                </a:cubicBezTo>
                <a:close/>
                <a:moveTo>
                  <a:pt x="169817" y="209309"/>
                </a:moveTo>
                <a:cubicBezTo>
                  <a:pt x="203385" y="209309"/>
                  <a:pt x="231030" y="229055"/>
                  <a:pt x="242877" y="256700"/>
                </a:cubicBezTo>
                <a:lnTo>
                  <a:pt x="221157" y="256700"/>
                </a:lnTo>
                <a:cubicBezTo>
                  <a:pt x="209309" y="240903"/>
                  <a:pt x="191537" y="229055"/>
                  <a:pt x="169817" y="229055"/>
                </a:cubicBezTo>
                <a:cubicBezTo>
                  <a:pt x="148096" y="229055"/>
                  <a:pt x="128350" y="238928"/>
                  <a:pt x="118477" y="256700"/>
                </a:cubicBezTo>
                <a:lnTo>
                  <a:pt x="96756" y="256700"/>
                </a:lnTo>
                <a:cubicBezTo>
                  <a:pt x="108604" y="229055"/>
                  <a:pt x="136248" y="209309"/>
                  <a:pt x="169817" y="209309"/>
                </a:cubicBezTo>
                <a:close/>
                <a:moveTo>
                  <a:pt x="177715" y="138222"/>
                </a:moveTo>
                <a:cubicBezTo>
                  <a:pt x="183639" y="138222"/>
                  <a:pt x="187588" y="142172"/>
                  <a:pt x="187588" y="148095"/>
                </a:cubicBezTo>
                <a:lnTo>
                  <a:pt x="187588" y="167842"/>
                </a:lnTo>
                <a:cubicBezTo>
                  <a:pt x="187588" y="173765"/>
                  <a:pt x="183639" y="177715"/>
                  <a:pt x="177715" y="177715"/>
                </a:cubicBezTo>
                <a:cubicBezTo>
                  <a:pt x="171791" y="177715"/>
                  <a:pt x="167842" y="173765"/>
                  <a:pt x="167842" y="167842"/>
                </a:cubicBezTo>
                <a:lnTo>
                  <a:pt x="167842" y="148095"/>
                </a:lnTo>
                <a:cubicBezTo>
                  <a:pt x="167842" y="142172"/>
                  <a:pt x="171791" y="138222"/>
                  <a:pt x="177715" y="138222"/>
                </a:cubicBezTo>
                <a:close/>
                <a:moveTo>
                  <a:pt x="98730" y="118476"/>
                </a:moveTo>
                <a:cubicBezTo>
                  <a:pt x="104654" y="118476"/>
                  <a:pt x="108603" y="122425"/>
                  <a:pt x="108603" y="128349"/>
                </a:cubicBezTo>
                <a:lnTo>
                  <a:pt x="108603" y="167842"/>
                </a:lnTo>
                <a:cubicBezTo>
                  <a:pt x="108603" y="173765"/>
                  <a:pt x="104654" y="177715"/>
                  <a:pt x="98730" y="177715"/>
                </a:cubicBezTo>
                <a:cubicBezTo>
                  <a:pt x="92806" y="177715"/>
                  <a:pt x="88857" y="173765"/>
                  <a:pt x="88857" y="167842"/>
                </a:cubicBezTo>
                <a:lnTo>
                  <a:pt x="88857" y="128349"/>
                </a:lnTo>
                <a:cubicBezTo>
                  <a:pt x="88857" y="122425"/>
                  <a:pt x="92806" y="118476"/>
                  <a:pt x="98730" y="118476"/>
                </a:cubicBezTo>
                <a:close/>
                <a:moveTo>
                  <a:pt x="59238" y="98730"/>
                </a:moveTo>
                <a:cubicBezTo>
                  <a:pt x="65162" y="98730"/>
                  <a:pt x="69111" y="102679"/>
                  <a:pt x="69111" y="108603"/>
                </a:cubicBezTo>
                <a:lnTo>
                  <a:pt x="69111" y="167842"/>
                </a:lnTo>
                <a:cubicBezTo>
                  <a:pt x="69111" y="173765"/>
                  <a:pt x="65162" y="177715"/>
                  <a:pt x="59238" y="177715"/>
                </a:cubicBezTo>
                <a:cubicBezTo>
                  <a:pt x="53314" y="177715"/>
                  <a:pt x="49365" y="173765"/>
                  <a:pt x="49365" y="167842"/>
                </a:cubicBezTo>
                <a:lnTo>
                  <a:pt x="49365" y="108603"/>
                </a:lnTo>
                <a:cubicBezTo>
                  <a:pt x="49365" y="102679"/>
                  <a:pt x="53314" y="98730"/>
                  <a:pt x="59238" y="98730"/>
                </a:cubicBezTo>
                <a:close/>
                <a:moveTo>
                  <a:pt x="138223" y="78984"/>
                </a:moveTo>
                <a:cubicBezTo>
                  <a:pt x="144146" y="78984"/>
                  <a:pt x="148096" y="82933"/>
                  <a:pt x="148096" y="88857"/>
                </a:cubicBezTo>
                <a:lnTo>
                  <a:pt x="148096" y="167842"/>
                </a:lnTo>
                <a:cubicBezTo>
                  <a:pt x="148096" y="173765"/>
                  <a:pt x="144146" y="177715"/>
                  <a:pt x="138223" y="177715"/>
                </a:cubicBezTo>
                <a:cubicBezTo>
                  <a:pt x="132299" y="177715"/>
                  <a:pt x="128350" y="173765"/>
                  <a:pt x="128350" y="167842"/>
                </a:cubicBezTo>
                <a:lnTo>
                  <a:pt x="128350" y="88857"/>
                </a:lnTo>
                <a:cubicBezTo>
                  <a:pt x="128350" y="82933"/>
                  <a:pt x="132299" y="78984"/>
                  <a:pt x="138223" y="78984"/>
                </a:cubicBezTo>
                <a:close/>
                <a:moveTo>
                  <a:pt x="118477" y="0"/>
                </a:moveTo>
                <a:lnTo>
                  <a:pt x="126375" y="5924"/>
                </a:lnTo>
                <a:cubicBezTo>
                  <a:pt x="126375" y="5924"/>
                  <a:pt x="144147" y="17772"/>
                  <a:pt x="171791" y="27645"/>
                </a:cubicBezTo>
                <a:cubicBezTo>
                  <a:pt x="199436" y="39492"/>
                  <a:pt x="225106" y="39492"/>
                  <a:pt x="225106" y="39492"/>
                </a:cubicBezTo>
                <a:lnTo>
                  <a:pt x="236954" y="39492"/>
                </a:lnTo>
                <a:lnTo>
                  <a:pt x="234979" y="154020"/>
                </a:lnTo>
                <a:cubicBezTo>
                  <a:pt x="234979" y="171791"/>
                  <a:pt x="227080" y="191537"/>
                  <a:pt x="215233" y="209309"/>
                </a:cubicBezTo>
                <a:cubicBezTo>
                  <a:pt x="209309" y="207334"/>
                  <a:pt x="203385" y="203385"/>
                  <a:pt x="197461" y="201410"/>
                </a:cubicBezTo>
                <a:cubicBezTo>
                  <a:pt x="209309" y="187588"/>
                  <a:pt x="217207" y="171791"/>
                  <a:pt x="217207" y="155994"/>
                </a:cubicBezTo>
                <a:lnTo>
                  <a:pt x="217207" y="57264"/>
                </a:lnTo>
                <a:cubicBezTo>
                  <a:pt x="205360" y="57264"/>
                  <a:pt x="183639" y="53315"/>
                  <a:pt x="163893" y="45416"/>
                </a:cubicBezTo>
                <a:cubicBezTo>
                  <a:pt x="144147" y="37518"/>
                  <a:pt x="126375" y="29619"/>
                  <a:pt x="118477" y="23695"/>
                </a:cubicBezTo>
                <a:cubicBezTo>
                  <a:pt x="110578" y="29619"/>
                  <a:pt x="92807" y="37518"/>
                  <a:pt x="73061" y="47391"/>
                </a:cubicBezTo>
                <a:cubicBezTo>
                  <a:pt x="51340" y="55289"/>
                  <a:pt x="31594" y="57264"/>
                  <a:pt x="19746" y="59238"/>
                </a:cubicBezTo>
                <a:lnTo>
                  <a:pt x="19746" y="157969"/>
                </a:lnTo>
                <a:cubicBezTo>
                  <a:pt x="19746" y="191537"/>
                  <a:pt x="57264" y="229055"/>
                  <a:pt x="88858" y="246827"/>
                </a:cubicBezTo>
                <a:cubicBezTo>
                  <a:pt x="84908" y="252750"/>
                  <a:pt x="82934" y="258674"/>
                  <a:pt x="80959" y="264598"/>
                </a:cubicBezTo>
                <a:cubicBezTo>
                  <a:pt x="43441" y="244852"/>
                  <a:pt x="0" y="199436"/>
                  <a:pt x="0" y="155994"/>
                </a:cubicBezTo>
                <a:lnTo>
                  <a:pt x="0" y="39492"/>
                </a:lnTo>
                <a:lnTo>
                  <a:pt x="11848" y="39492"/>
                </a:lnTo>
                <a:cubicBezTo>
                  <a:pt x="11848" y="39492"/>
                  <a:pt x="37518" y="39492"/>
                  <a:pt x="65162" y="29619"/>
                </a:cubicBezTo>
                <a:cubicBezTo>
                  <a:pt x="92807" y="17772"/>
                  <a:pt x="110578" y="5924"/>
                  <a:pt x="110578" y="5924"/>
                </a:cubicBezTo>
                <a:close/>
              </a:path>
            </a:pathLst>
          </a:custGeom>
          <a:solidFill>
            <a:schemeClr val="accent1"/>
          </a:solidFill>
          <a:ln w="307" cap="flat">
            <a:noFill/>
            <a:prstDash val="solid"/>
            <a:miter/>
          </a:ln>
          <a:effectLst>
            <a:reflection blurRad="25400" stA="52000" endA="300" endPos="35000" dir="5400000" sy="-100000" algn="bl" rotWithShape="0"/>
          </a:effectLst>
        </p:spPr>
        <p:txBody>
          <a:bodyPr rtlCol="0" anchor="ctr"/>
          <a:lstStyle/>
          <a:p>
            <a:endParaRPr lang="zh-CN" altLang="en-US"/>
          </a:p>
        </p:txBody>
      </p:sp>
    </p:spTree>
    <p:extLst>
      <p:ext uri="{BB962C8B-B14F-4D97-AF65-F5344CB8AC3E}">
        <p14:creationId xmlns:p14="http://schemas.microsoft.com/office/powerpoint/2010/main" val="19791477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数据展示模型</a:t>
            </a:r>
            <a:endParaRPr lang="en-US" altLang="zh-CN" dirty="0"/>
          </a:p>
        </p:txBody>
      </p:sp>
      <p:sp>
        <p:nvSpPr>
          <p:cNvPr id="5" name="矩形 4">
            <a:extLst>
              <a:ext uri="{FF2B5EF4-FFF2-40B4-BE49-F238E27FC236}">
                <a16:creationId xmlns:a16="http://schemas.microsoft.com/office/drawing/2014/main" id="{8BA50498-1C15-5ED3-EB35-C9291D21BAD4}"/>
              </a:ext>
            </a:extLst>
          </p:cNvPr>
          <p:cNvSpPr/>
          <p:nvPr/>
        </p:nvSpPr>
        <p:spPr>
          <a:xfrm>
            <a:off x="1243200" y="5785036"/>
            <a:ext cx="9705600" cy="396063"/>
          </a:xfrm>
          <a:prstGeom prst="rect">
            <a:avLst/>
          </a:prstGeom>
          <a:gradFill>
            <a:gsLst>
              <a:gs pos="0">
                <a:schemeClr val="accent1">
                  <a:alpha val="52000"/>
                </a:schemeClr>
              </a:gs>
              <a:gs pos="100000">
                <a:schemeClr val="accent1">
                  <a:alpha val="0"/>
                </a:schemeClr>
              </a:gs>
            </a:gsLst>
            <a:lin ang="5400000" scaled="1"/>
          </a:gradFill>
          <a:ln>
            <a:gradFill>
              <a:gsLst>
                <a:gs pos="1000">
                  <a:schemeClr val="accent1">
                    <a:alpha val="0"/>
                  </a:schemeClr>
                </a:gs>
                <a:gs pos="4000">
                  <a:schemeClr val="accent1"/>
                </a:gs>
                <a:gs pos="100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任意多边形: 形状 61">
            <a:extLst>
              <a:ext uri="{FF2B5EF4-FFF2-40B4-BE49-F238E27FC236}">
                <a16:creationId xmlns:a16="http://schemas.microsoft.com/office/drawing/2014/main" id="{A2871CD9-3022-4318-E344-C277B8BE03E4}"/>
              </a:ext>
            </a:extLst>
          </p:cNvPr>
          <p:cNvSpPr/>
          <p:nvPr/>
        </p:nvSpPr>
        <p:spPr>
          <a:xfrm>
            <a:off x="1250952" y="4506167"/>
            <a:ext cx="9690098" cy="1278869"/>
          </a:xfrm>
          <a:custGeom>
            <a:avLst/>
            <a:gdLst>
              <a:gd name="connsiteX0" fmla="*/ 6699336 w 9286603"/>
              <a:gd name="connsiteY0" fmla="*/ 0 h 1278869"/>
              <a:gd name="connsiteX1" fmla="*/ 9286603 w 9286603"/>
              <a:gd name="connsiteY1" fmla="*/ 1278869 h 1278869"/>
              <a:gd name="connsiteX2" fmla="*/ 0 w 9286603"/>
              <a:gd name="connsiteY2" fmla="*/ 1278869 h 1278869"/>
              <a:gd name="connsiteX3" fmla="*/ 2577829 w 9286603"/>
              <a:gd name="connsiteY3" fmla="*/ 4666 h 1278869"/>
              <a:gd name="connsiteX4" fmla="*/ 2718735 w 9286603"/>
              <a:gd name="connsiteY4" fmla="*/ 29094 h 1278869"/>
              <a:gd name="connsiteX5" fmla="*/ 2751037 w 9286603"/>
              <a:gd name="connsiteY5" fmla="*/ 36242 h 1278869"/>
              <a:gd name="connsiteX6" fmla="*/ 2806761 w 9286603"/>
              <a:gd name="connsiteY6" fmla="*/ 44355 h 1278869"/>
              <a:gd name="connsiteX7" fmla="*/ 2883393 w 9286603"/>
              <a:gd name="connsiteY7" fmla="*/ 57640 h 1278869"/>
              <a:gd name="connsiteX8" fmla="*/ 2969208 w 9286603"/>
              <a:gd name="connsiteY8" fmla="*/ 68004 h 1278869"/>
              <a:gd name="connsiteX9" fmla="*/ 3029689 w 9286603"/>
              <a:gd name="connsiteY9" fmla="*/ 76809 h 1278869"/>
              <a:gd name="connsiteX10" fmla="*/ 3098946 w 9286603"/>
              <a:gd name="connsiteY10" fmla="*/ 83672 h 1278869"/>
              <a:gd name="connsiteX11" fmla="*/ 3191675 w 9286603"/>
              <a:gd name="connsiteY11" fmla="*/ 94871 h 1278869"/>
              <a:gd name="connsiteX12" fmla="*/ 3314804 w 9286603"/>
              <a:gd name="connsiteY12" fmla="*/ 105065 h 1278869"/>
              <a:gd name="connsiteX13" fmla="*/ 3367417 w 9286603"/>
              <a:gd name="connsiteY13" fmla="*/ 110279 h 1278869"/>
              <a:gd name="connsiteX14" fmla="*/ 3416221 w 9286603"/>
              <a:gd name="connsiteY14" fmla="*/ 113461 h 1278869"/>
              <a:gd name="connsiteX15" fmla="*/ 3525991 w 9286603"/>
              <a:gd name="connsiteY15" fmla="*/ 122548 h 1278869"/>
              <a:gd name="connsiteX16" fmla="*/ 3641116 w 9286603"/>
              <a:gd name="connsiteY16" fmla="*/ 128123 h 1278869"/>
              <a:gd name="connsiteX17" fmla="*/ 3755047 w 9286603"/>
              <a:gd name="connsiteY17" fmla="*/ 135551 h 1278869"/>
              <a:gd name="connsiteX18" fmla="*/ 4643301 w 9286603"/>
              <a:gd name="connsiteY18" fmla="*/ 157091 h 1278869"/>
              <a:gd name="connsiteX19" fmla="*/ 6535566 w 9286603"/>
              <a:gd name="connsiteY19" fmla="*/ 36242 h 1278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286603" h="1278869">
                <a:moveTo>
                  <a:pt x="6699336" y="0"/>
                </a:moveTo>
                <a:lnTo>
                  <a:pt x="9286603" y="1278869"/>
                </a:lnTo>
                <a:lnTo>
                  <a:pt x="0" y="1278869"/>
                </a:lnTo>
                <a:lnTo>
                  <a:pt x="2577829" y="4666"/>
                </a:lnTo>
                <a:lnTo>
                  <a:pt x="2718735" y="29094"/>
                </a:lnTo>
                <a:lnTo>
                  <a:pt x="2751037" y="36242"/>
                </a:lnTo>
                <a:lnTo>
                  <a:pt x="2806761" y="44355"/>
                </a:lnTo>
                <a:lnTo>
                  <a:pt x="2883393" y="57640"/>
                </a:lnTo>
                <a:lnTo>
                  <a:pt x="2969208" y="68004"/>
                </a:lnTo>
                <a:lnTo>
                  <a:pt x="3029689" y="76809"/>
                </a:lnTo>
                <a:lnTo>
                  <a:pt x="3098946" y="83672"/>
                </a:lnTo>
                <a:lnTo>
                  <a:pt x="3191675" y="94871"/>
                </a:lnTo>
                <a:lnTo>
                  <a:pt x="3314804" y="105065"/>
                </a:lnTo>
                <a:lnTo>
                  <a:pt x="3367417" y="110279"/>
                </a:lnTo>
                <a:lnTo>
                  <a:pt x="3416221" y="113461"/>
                </a:lnTo>
                <a:lnTo>
                  <a:pt x="3525991" y="122548"/>
                </a:lnTo>
                <a:lnTo>
                  <a:pt x="3641116" y="128123"/>
                </a:lnTo>
                <a:lnTo>
                  <a:pt x="3755047" y="135551"/>
                </a:lnTo>
                <a:cubicBezTo>
                  <a:pt x="4028061" y="149421"/>
                  <a:pt x="4328224" y="157091"/>
                  <a:pt x="4643301" y="157091"/>
                </a:cubicBezTo>
                <a:cubicBezTo>
                  <a:pt x="5430995" y="157091"/>
                  <a:pt x="6125475" y="109154"/>
                  <a:pt x="6535566" y="36242"/>
                </a:cubicBezTo>
                <a:close/>
              </a:path>
            </a:pathLst>
          </a:custGeom>
          <a:gradFill>
            <a:gsLst>
              <a:gs pos="100000">
                <a:schemeClr val="accent1">
                  <a:alpha val="52000"/>
                </a:schemeClr>
              </a:gs>
              <a:gs pos="0">
                <a:schemeClr val="accent1">
                  <a:alpha val="0"/>
                </a:schemeClr>
              </a:gs>
            </a:gsLst>
            <a:lin ang="5400000" scaled="1"/>
          </a:gradFill>
          <a:ln>
            <a:gradFill>
              <a:gsLst>
                <a:gs pos="93000">
                  <a:schemeClr val="accent1"/>
                </a:gs>
                <a:gs pos="0">
                  <a:schemeClr val="accent1">
                    <a:alpha val="1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 name="流程图: 磁盘 1">
            <a:extLst>
              <a:ext uri="{FF2B5EF4-FFF2-40B4-BE49-F238E27FC236}">
                <a16:creationId xmlns:a16="http://schemas.microsoft.com/office/drawing/2014/main" id="{6A663930-9EDE-9D79-BD77-9EF7CFEE7B4B}"/>
              </a:ext>
            </a:extLst>
          </p:cNvPr>
          <p:cNvSpPr/>
          <p:nvPr/>
        </p:nvSpPr>
        <p:spPr>
          <a:xfrm>
            <a:off x="3289686" y="4687045"/>
            <a:ext cx="1191198" cy="586261"/>
          </a:xfrm>
          <a:prstGeom prst="flowChartMagneticDisk">
            <a:avLst/>
          </a:prstGeom>
          <a:gradFill>
            <a:gsLst>
              <a:gs pos="0">
                <a:schemeClr val="tx1"/>
              </a:gs>
              <a:gs pos="100000">
                <a:schemeClr val="accent1">
                  <a:alpha val="0"/>
                </a:schemeClr>
              </a:gs>
            </a:gsLst>
            <a:lin ang="5400000" scaled="0"/>
          </a:gradFill>
          <a:ln>
            <a:gradFill>
              <a:gsLst>
                <a:gs pos="2299">
                  <a:schemeClr val="accent1">
                    <a:alpha val="0"/>
                  </a:schemeClr>
                </a:gs>
                <a:gs pos="27000">
                  <a:schemeClr val="accent1"/>
                </a:gs>
                <a:gs pos="93000">
                  <a:schemeClr val="accent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流程图: 磁盘 100">
            <a:extLst>
              <a:ext uri="{FF2B5EF4-FFF2-40B4-BE49-F238E27FC236}">
                <a16:creationId xmlns:a16="http://schemas.microsoft.com/office/drawing/2014/main" id="{82A99C05-6DF1-5978-4EAA-9FE5E1459741}"/>
              </a:ext>
            </a:extLst>
          </p:cNvPr>
          <p:cNvSpPr/>
          <p:nvPr/>
        </p:nvSpPr>
        <p:spPr>
          <a:xfrm>
            <a:off x="7685836" y="4687045"/>
            <a:ext cx="1191198" cy="586261"/>
          </a:xfrm>
          <a:prstGeom prst="flowChartMagneticDisk">
            <a:avLst/>
          </a:prstGeom>
          <a:gradFill>
            <a:gsLst>
              <a:gs pos="0">
                <a:schemeClr val="tx1"/>
              </a:gs>
              <a:gs pos="100000">
                <a:schemeClr val="accent1">
                  <a:alpha val="0"/>
                </a:schemeClr>
              </a:gs>
            </a:gsLst>
            <a:lin ang="5400000" scaled="0"/>
          </a:gradFill>
          <a:ln>
            <a:gradFill>
              <a:gsLst>
                <a:gs pos="2299">
                  <a:schemeClr val="accent1">
                    <a:alpha val="0"/>
                  </a:schemeClr>
                </a:gs>
                <a:gs pos="27000">
                  <a:schemeClr val="accent1"/>
                </a:gs>
                <a:gs pos="93000">
                  <a:schemeClr val="accent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流程图: 磁盘 101">
            <a:extLst>
              <a:ext uri="{FF2B5EF4-FFF2-40B4-BE49-F238E27FC236}">
                <a16:creationId xmlns:a16="http://schemas.microsoft.com/office/drawing/2014/main" id="{22EE7163-8E6B-25E4-2F5D-83A4F4CCA4F2}"/>
              </a:ext>
            </a:extLst>
          </p:cNvPr>
          <p:cNvSpPr/>
          <p:nvPr/>
        </p:nvSpPr>
        <p:spPr>
          <a:xfrm>
            <a:off x="4755069" y="4983252"/>
            <a:ext cx="1191198" cy="586261"/>
          </a:xfrm>
          <a:prstGeom prst="flowChartMagneticDisk">
            <a:avLst/>
          </a:prstGeom>
          <a:gradFill>
            <a:gsLst>
              <a:gs pos="0">
                <a:schemeClr val="tx1"/>
              </a:gs>
              <a:gs pos="100000">
                <a:schemeClr val="accent1">
                  <a:alpha val="0"/>
                </a:schemeClr>
              </a:gs>
            </a:gsLst>
            <a:lin ang="5400000" scaled="0"/>
          </a:gradFill>
          <a:ln>
            <a:gradFill>
              <a:gsLst>
                <a:gs pos="2299">
                  <a:schemeClr val="accent1">
                    <a:alpha val="0"/>
                  </a:schemeClr>
                </a:gs>
                <a:gs pos="27000">
                  <a:schemeClr val="accent1"/>
                </a:gs>
                <a:gs pos="93000">
                  <a:schemeClr val="accent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流程图: 磁盘 102">
            <a:extLst>
              <a:ext uri="{FF2B5EF4-FFF2-40B4-BE49-F238E27FC236}">
                <a16:creationId xmlns:a16="http://schemas.microsoft.com/office/drawing/2014/main" id="{A345C6FE-7528-E40A-502D-0EE521E52863}"/>
              </a:ext>
            </a:extLst>
          </p:cNvPr>
          <p:cNvSpPr/>
          <p:nvPr/>
        </p:nvSpPr>
        <p:spPr>
          <a:xfrm>
            <a:off x="6220452" y="4983252"/>
            <a:ext cx="1191198" cy="586261"/>
          </a:xfrm>
          <a:prstGeom prst="flowChartMagneticDisk">
            <a:avLst/>
          </a:prstGeom>
          <a:gradFill>
            <a:gsLst>
              <a:gs pos="0">
                <a:schemeClr val="tx1"/>
              </a:gs>
              <a:gs pos="100000">
                <a:schemeClr val="accent1">
                  <a:alpha val="0"/>
                </a:schemeClr>
              </a:gs>
            </a:gsLst>
            <a:lin ang="5400000" scaled="0"/>
          </a:gradFill>
          <a:ln>
            <a:gradFill>
              <a:gsLst>
                <a:gs pos="2299">
                  <a:schemeClr val="accent1">
                    <a:alpha val="0"/>
                  </a:schemeClr>
                </a:gs>
                <a:gs pos="27000">
                  <a:schemeClr val="accent1"/>
                </a:gs>
                <a:gs pos="93000">
                  <a:schemeClr val="accent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a:extLst>
              <a:ext uri="{FF2B5EF4-FFF2-40B4-BE49-F238E27FC236}">
                <a16:creationId xmlns:a16="http://schemas.microsoft.com/office/drawing/2014/main" id="{CF0020BD-4FAA-544F-AE7F-AFC83E1F31F0}"/>
              </a:ext>
            </a:extLst>
          </p:cNvPr>
          <p:cNvSpPr/>
          <p:nvPr/>
        </p:nvSpPr>
        <p:spPr>
          <a:xfrm>
            <a:off x="1208622" y="1380257"/>
            <a:ext cx="2523391" cy="3332131"/>
          </a:xfrm>
          <a:custGeom>
            <a:avLst/>
            <a:gdLst>
              <a:gd name="connsiteX0" fmla="*/ 2051495 w 2270474"/>
              <a:gd name="connsiteY0" fmla="*/ 2223218 h 2708993"/>
              <a:gd name="connsiteX1" fmla="*/ 813245 w 2270474"/>
              <a:gd name="connsiteY1" fmla="*/ 2623268 h 2708993"/>
              <a:gd name="connsiteX2" fmla="*/ 498920 w 2270474"/>
              <a:gd name="connsiteY2" fmla="*/ 2708993 h 2708993"/>
              <a:gd name="connsiteX3" fmla="*/ 496919 w 2270474"/>
              <a:gd name="connsiteY3" fmla="*/ 2708993 h 2708993"/>
              <a:gd name="connsiteX4" fmla="*/ 381191 w 2270474"/>
              <a:gd name="connsiteY4" fmla="*/ 2644224 h 2708993"/>
              <a:gd name="connsiteX5" fmla="*/ 0 w 2270474"/>
              <a:gd name="connsiteY5" fmla="*/ 1351586 h 2708993"/>
              <a:gd name="connsiteX6" fmla="*/ 371380 w 2270474"/>
              <a:gd name="connsiteY6" fmla="*/ 74093 h 2708993"/>
              <a:gd name="connsiteX7" fmla="*/ 527876 w 2270474"/>
              <a:gd name="connsiteY7" fmla="*/ 2084 h 2708993"/>
              <a:gd name="connsiteX8" fmla="*/ 536924 w 2270474"/>
              <a:gd name="connsiteY8" fmla="*/ 3893 h 2708993"/>
              <a:gd name="connsiteX9" fmla="*/ 1994249 w 2270474"/>
              <a:gd name="connsiteY9" fmla="*/ 518243 h 2708993"/>
              <a:gd name="connsiteX10" fmla="*/ 2270474 w 2270474"/>
              <a:gd name="connsiteY10" fmla="*/ 518243 h 2708993"/>
              <a:gd name="connsiteX0" fmla="*/ 2051495 w 2051495"/>
              <a:gd name="connsiteY0" fmla="*/ 2223218 h 2708993"/>
              <a:gd name="connsiteX1" fmla="*/ 813245 w 2051495"/>
              <a:gd name="connsiteY1" fmla="*/ 2623268 h 2708993"/>
              <a:gd name="connsiteX2" fmla="*/ 498920 w 2051495"/>
              <a:gd name="connsiteY2" fmla="*/ 2708993 h 2708993"/>
              <a:gd name="connsiteX3" fmla="*/ 496919 w 2051495"/>
              <a:gd name="connsiteY3" fmla="*/ 2708993 h 2708993"/>
              <a:gd name="connsiteX4" fmla="*/ 381191 w 2051495"/>
              <a:gd name="connsiteY4" fmla="*/ 2644224 h 2708993"/>
              <a:gd name="connsiteX5" fmla="*/ 0 w 2051495"/>
              <a:gd name="connsiteY5" fmla="*/ 1351586 h 2708993"/>
              <a:gd name="connsiteX6" fmla="*/ 371380 w 2051495"/>
              <a:gd name="connsiteY6" fmla="*/ 74093 h 2708993"/>
              <a:gd name="connsiteX7" fmla="*/ 527876 w 2051495"/>
              <a:gd name="connsiteY7" fmla="*/ 2084 h 2708993"/>
              <a:gd name="connsiteX8" fmla="*/ 536924 w 2051495"/>
              <a:gd name="connsiteY8" fmla="*/ 3893 h 2708993"/>
              <a:gd name="connsiteX9" fmla="*/ 1994249 w 2051495"/>
              <a:gd name="connsiteY9" fmla="*/ 518243 h 2708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51495" h="2708993">
                <a:moveTo>
                  <a:pt x="2051495" y="2223218"/>
                </a:moveTo>
                <a:lnTo>
                  <a:pt x="813245" y="2623268"/>
                </a:lnTo>
                <a:cubicBezTo>
                  <a:pt x="813245" y="2623268"/>
                  <a:pt x="556070" y="2708993"/>
                  <a:pt x="498920" y="2708993"/>
                </a:cubicBezTo>
                <a:lnTo>
                  <a:pt x="496919" y="2708993"/>
                </a:lnTo>
                <a:cubicBezTo>
                  <a:pt x="449961" y="2708612"/>
                  <a:pt x="406718" y="2683657"/>
                  <a:pt x="381191" y="2644224"/>
                </a:cubicBezTo>
                <a:cubicBezTo>
                  <a:pt x="140018" y="2271986"/>
                  <a:pt x="0" y="1828121"/>
                  <a:pt x="0" y="1351586"/>
                </a:cubicBezTo>
                <a:cubicBezTo>
                  <a:pt x="0" y="875050"/>
                  <a:pt x="136208" y="443186"/>
                  <a:pt x="371380" y="74093"/>
                </a:cubicBezTo>
                <a:cubicBezTo>
                  <a:pt x="404908" y="21419"/>
                  <a:pt x="466344" y="-8394"/>
                  <a:pt x="527876" y="2084"/>
                </a:cubicBezTo>
                <a:cubicBezTo>
                  <a:pt x="530828" y="2560"/>
                  <a:pt x="533876" y="3227"/>
                  <a:pt x="536924" y="3893"/>
                </a:cubicBezTo>
                <a:cubicBezTo>
                  <a:pt x="622649" y="22943"/>
                  <a:pt x="1994249" y="518243"/>
                  <a:pt x="1994249" y="518243"/>
                </a:cubicBezTo>
              </a:path>
            </a:pathLst>
          </a:custGeom>
          <a:gradFill>
            <a:gsLst>
              <a:gs pos="100000">
                <a:schemeClr val="accent1">
                  <a:alpha val="0"/>
                </a:schemeClr>
              </a:gs>
              <a:gs pos="0">
                <a:schemeClr val="accent1">
                  <a:alpha val="30000"/>
                </a:schemeClr>
              </a:gs>
            </a:gsLst>
            <a:lin ang="0" scaled="0"/>
          </a:gradFill>
          <a:ln>
            <a:gradFill>
              <a:gsLst>
                <a:gs pos="0">
                  <a:schemeClr val="accent1"/>
                </a:gs>
                <a:gs pos="100000">
                  <a:schemeClr val="accent1">
                    <a:alpha val="0"/>
                  </a:schemeClr>
                </a:gs>
              </a:gsLst>
              <a:lin ang="0" scaled="0"/>
            </a:gradFill>
          </a:ln>
          <a:scene3d>
            <a:camera prst="perspectiveRight">
              <a:rot lat="21594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1"/>
              </a:solidFill>
              <a:latin typeface="+mj-ea"/>
              <a:ea typeface="+mj-ea"/>
            </a:endParaRPr>
          </a:p>
        </p:txBody>
      </p:sp>
      <p:sp>
        <p:nvSpPr>
          <p:cNvPr id="20" name="任意多边形: 形状 19">
            <a:extLst>
              <a:ext uri="{FF2B5EF4-FFF2-40B4-BE49-F238E27FC236}">
                <a16:creationId xmlns:a16="http://schemas.microsoft.com/office/drawing/2014/main" id="{05F98A68-2E39-757B-51C4-40F648E75CAA}"/>
              </a:ext>
            </a:extLst>
          </p:cNvPr>
          <p:cNvSpPr/>
          <p:nvPr/>
        </p:nvSpPr>
        <p:spPr>
          <a:xfrm>
            <a:off x="1114893" y="1317369"/>
            <a:ext cx="689134" cy="3450360"/>
          </a:xfrm>
          <a:custGeom>
            <a:avLst/>
            <a:gdLst>
              <a:gd name="connsiteX0" fmla="*/ 517970 w 560260"/>
              <a:gd name="connsiteY0" fmla="*/ 2805113 h 2805112"/>
              <a:gd name="connsiteX1" fmla="*/ 515684 w 560260"/>
              <a:gd name="connsiteY1" fmla="*/ 2805113 h 2805112"/>
              <a:gd name="connsiteX2" fmla="*/ 384143 w 560260"/>
              <a:gd name="connsiteY2" fmla="*/ 2730151 h 2805112"/>
              <a:gd name="connsiteX3" fmla="*/ 0 w 560260"/>
              <a:gd name="connsiteY3" fmla="*/ 1399604 h 2805112"/>
              <a:gd name="connsiteX4" fmla="*/ 374333 w 560260"/>
              <a:gd name="connsiteY4" fmla="*/ 84678 h 2805112"/>
              <a:gd name="connsiteX5" fmla="*/ 550259 w 560260"/>
              <a:gd name="connsiteY5" fmla="*/ 2477 h 2805112"/>
              <a:gd name="connsiteX6" fmla="*/ 560261 w 560260"/>
              <a:gd name="connsiteY6" fmla="*/ 4477 h 2805112"/>
              <a:gd name="connsiteX7" fmla="*/ 551879 w 560260"/>
              <a:gd name="connsiteY7" fmla="*/ 41625 h 2805112"/>
              <a:gd name="connsiteX8" fmla="*/ 543782 w 560260"/>
              <a:gd name="connsiteY8" fmla="*/ 40005 h 2805112"/>
              <a:gd name="connsiteX9" fmla="*/ 406718 w 560260"/>
              <a:gd name="connsiteY9" fmla="*/ 104871 h 2805112"/>
              <a:gd name="connsiteX10" fmla="*/ 38100 w 560260"/>
              <a:gd name="connsiteY10" fmla="*/ 1399604 h 2805112"/>
              <a:gd name="connsiteX11" fmla="*/ 416338 w 560260"/>
              <a:gd name="connsiteY11" fmla="*/ 2709768 h 2805112"/>
              <a:gd name="connsiteX12" fmla="*/ 516065 w 560260"/>
              <a:gd name="connsiteY12" fmla="*/ 2767013 h 2805112"/>
              <a:gd name="connsiteX13" fmla="*/ 517970 w 560260"/>
              <a:gd name="connsiteY13" fmla="*/ 2767013 h 2805112"/>
              <a:gd name="connsiteX14" fmla="*/ 517970 w 560260"/>
              <a:gd name="connsiteY14" fmla="*/ 2805113 h 2805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60260" h="2805112">
                <a:moveTo>
                  <a:pt x="517970" y="2805113"/>
                </a:moveTo>
                <a:lnTo>
                  <a:pt x="515684" y="2805113"/>
                </a:lnTo>
                <a:cubicBezTo>
                  <a:pt x="462915" y="2804732"/>
                  <a:pt x="413671" y="2776633"/>
                  <a:pt x="384143" y="2730151"/>
                </a:cubicBezTo>
                <a:cubicBezTo>
                  <a:pt x="132874" y="2333911"/>
                  <a:pt x="0" y="1873854"/>
                  <a:pt x="0" y="1399604"/>
                </a:cubicBezTo>
                <a:cubicBezTo>
                  <a:pt x="0" y="925354"/>
                  <a:pt x="129445" y="477203"/>
                  <a:pt x="374333" y="84678"/>
                </a:cubicBezTo>
                <a:cubicBezTo>
                  <a:pt x="412909" y="22765"/>
                  <a:pt x="481965" y="-9525"/>
                  <a:pt x="550259" y="2477"/>
                </a:cubicBezTo>
                <a:cubicBezTo>
                  <a:pt x="553593" y="3048"/>
                  <a:pt x="556832" y="3715"/>
                  <a:pt x="560261" y="4477"/>
                </a:cubicBezTo>
                <a:lnTo>
                  <a:pt x="551879" y="41625"/>
                </a:lnTo>
                <a:cubicBezTo>
                  <a:pt x="549116" y="40958"/>
                  <a:pt x="546449" y="40482"/>
                  <a:pt x="543782" y="40005"/>
                </a:cubicBezTo>
                <a:cubicBezTo>
                  <a:pt x="490823" y="30766"/>
                  <a:pt x="437007" y="56198"/>
                  <a:pt x="406718" y="104871"/>
                </a:cubicBezTo>
                <a:cubicBezTo>
                  <a:pt x="165544" y="491395"/>
                  <a:pt x="38100" y="939070"/>
                  <a:pt x="38100" y="1399604"/>
                </a:cubicBezTo>
                <a:cubicBezTo>
                  <a:pt x="38100" y="1860138"/>
                  <a:pt x="168878" y="2319624"/>
                  <a:pt x="416338" y="2709768"/>
                </a:cubicBezTo>
                <a:cubicBezTo>
                  <a:pt x="438912" y="2745296"/>
                  <a:pt x="476155" y="2766727"/>
                  <a:pt x="516065" y="2767013"/>
                </a:cubicBezTo>
                <a:lnTo>
                  <a:pt x="517970" y="2767013"/>
                </a:lnTo>
                <a:lnTo>
                  <a:pt x="517970" y="2805113"/>
                </a:lnTo>
                <a:close/>
              </a:path>
            </a:pathLst>
          </a:custGeom>
          <a:gradFill>
            <a:gsLst>
              <a:gs pos="53000">
                <a:schemeClr val="accent1">
                  <a:alpha val="41000"/>
                </a:schemeClr>
              </a:gs>
              <a:gs pos="100000">
                <a:schemeClr val="accent1">
                  <a:alpha val="0"/>
                </a:schemeClr>
              </a:gs>
              <a:gs pos="0">
                <a:schemeClr val="accent1">
                  <a:alpha val="0"/>
                </a:schemeClr>
              </a:gs>
            </a:gsLst>
            <a:lin ang="5400000" scaled="0"/>
          </a:gradFill>
          <a:ln>
            <a:noFill/>
          </a:ln>
          <a:effectLst>
            <a:softEdge rad="0"/>
          </a:effectLst>
          <a:scene3d>
            <a:camera prst="perspectiveRight">
              <a:rot lat="21594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accent1"/>
              </a:solidFill>
              <a:latin typeface="+mj-ea"/>
              <a:ea typeface="+mj-ea"/>
            </a:endParaRPr>
          </a:p>
        </p:txBody>
      </p:sp>
      <p:sp>
        <p:nvSpPr>
          <p:cNvPr id="17" name="任意多边形: 形状 16">
            <a:extLst>
              <a:ext uri="{FF2B5EF4-FFF2-40B4-BE49-F238E27FC236}">
                <a16:creationId xmlns:a16="http://schemas.microsoft.com/office/drawing/2014/main" id="{06E43EF0-EA89-145A-7699-5F0AFA29908B}"/>
              </a:ext>
            </a:extLst>
          </p:cNvPr>
          <p:cNvSpPr/>
          <p:nvPr/>
        </p:nvSpPr>
        <p:spPr>
          <a:xfrm>
            <a:off x="1354795" y="1435599"/>
            <a:ext cx="2792741" cy="3332131"/>
          </a:xfrm>
          <a:custGeom>
            <a:avLst/>
            <a:gdLst>
              <a:gd name="connsiteX0" fmla="*/ 2051495 w 2270474"/>
              <a:gd name="connsiteY0" fmla="*/ 2223218 h 2708993"/>
              <a:gd name="connsiteX1" fmla="*/ 813245 w 2270474"/>
              <a:gd name="connsiteY1" fmla="*/ 2623268 h 2708993"/>
              <a:gd name="connsiteX2" fmla="*/ 498919 w 2270474"/>
              <a:gd name="connsiteY2" fmla="*/ 2708993 h 2708993"/>
              <a:gd name="connsiteX3" fmla="*/ 496919 w 2270474"/>
              <a:gd name="connsiteY3" fmla="*/ 2708993 h 2708993"/>
              <a:gd name="connsiteX4" fmla="*/ 381191 w 2270474"/>
              <a:gd name="connsiteY4" fmla="*/ 2644224 h 2708993"/>
              <a:gd name="connsiteX5" fmla="*/ 0 w 2270474"/>
              <a:gd name="connsiteY5" fmla="*/ 1351586 h 2708993"/>
              <a:gd name="connsiteX6" fmla="*/ 371380 w 2270474"/>
              <a:gd name="connsiteY6" fmla="*/ 74093 h 2708993"/>
              <a:gd name="connsiteX7" fmla="*/ 527876 w 2270474"/>
              <a:gd name="connsiteY7" fmla="*/ 2084 h 2708993"/>
              <a:gd name="connsiteX8" fmla="*/ 536924 w 2270474"/>
              <a:gd name="connsiteY8" fmla="*/ 3893 h 2708993"/>
              <a:gd name="connsiteX9" fmla="*/ 1994249 w 2270474"/>
              <a:gd name="connsiteY9" fmla="*/ 518243 h 2708993"/>
              <a:gd name="connsiteX10" fmla="*/ 2270474 w 2270474"/>
              <a:gd name="connsiteY10" fmla="*/ 518243 h 2708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70474" h="2708993">
                <a:moveTo>
                  <a:pt x="2051495" y="2223218"/>
                </a:moveTo>
                <a:lnTo>
                  <a:pt x="813245" y="2623268"/>
                </a:lnTo>
                <a:cubicBezTo>
                  <a:pt x="813245" y="2623268"/>
                  <a:pt x="556070" y="2708993"/>
                  <a:pt x="498919" y="2708993"/>
                </a:cubicBezTo>
                <a:cubicBezTo>
                  <a:pt x="498253" y="2708993"/>
                  <a:pt x="497586" y="2708993"/>
                  <a:pt x="496919" y="2708993"/>
                </a:cubicBezTo>
                <a:cubicBezTo>
                  <a:pt x="449961" y="2708612"/>
                  <a:pt x="406717" y="2683657"/>
                  <a:pt x="381191" y="2644224"/>
                </a:cubicBezTo>
                <a:cubicBezTo>
                  <a:pt x="140018" y="2271986"/>
                  <a:pt x="0" y="1828121"/>
                  <a:pt x="0" y="1351586"/>
                </a:cubicBezTo>
                <a:cubicBezTo>
                  <a:pt x="0" y="875050"/>
                  <a:pt x="136208" y="443186"/>
                  <a:pt x="371380" y="74093"/>
                </a:cubicBezTo>
                <a:cubicBezTo>
                  <a:pt x="404908" y="21419"/>
                  <a:pt x="466344" y="-8394"/>
                  <a:pt x="527876" y="2084"/>
                </a:cubicBezTo>
                <a:cubicBezTo>
                  <a:pt x="530828" y="2560"/>
                  <a:pt x="533876" y="3227"/>
                  <a:pt x="536924" y="3893"/>
                </a:cubicBezTo>
                <a:cubicBezTo>
                  <a:pt x="622649" y="22943"/>
                  <a:pt x="1994249" y="518243"/>
                  <a:pt x="1994249" y="518243"/>
                </a:cubicBezTo>
                <a:lnTo>
                  <a:pt x="2270474" y="518243"/>
                </a:lnTo>
              </a:path>
            </a:pathLst>
          </a:custGeom>
          <a:gradFill>
            <a:gsLst>
              <a:gs pos="100000">
                <a:schemeClr val="accent1">
                  <a:alpha val="0"/>
                </a:schemeClr>
              </a:gs>
              <a:gs pos="0">
                <a:schemeClr val="accent1">
                  <a:alpha val="30000"/>
                </a:schemeClr>
              </a:gs>
            </a:gsLst>
            <a:lin ang="0" scaled="0"/>
          </a:gradFill>
          <a:ln>
            <a:gradFill>
              <a:gsLst>
                <a:gs pos="0">
                  <a:schemeClr val="accent1"/>
                </a:gs>
                <a:gs pos="100000">
                  <a:schemeClr val="accent1">
                    <a:alpha val="0"/>
                  </a:schemeClr>
                </a:gs>
              </a:gsLst>
              <a:lin ang="0" scaled="0"/>
            </a:gradFill>
          </a:ln>
          <a:scene3d>
            <a:camera prst="perspectiveRight">
              <a:rot lat="21594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accent1"/>
              </a:solidFill>
              <a:latin typeface="+mj-ea"/>
              <a:ea typeface="+mj-ea"/>
            </a:endParaRPr>
          </a:p>
        </p:txBody>
      </p:sp>
      <p:sp>
        <p:nvSpPr>
          <p:cNvPr id="53" name="图形 51">
            <a:extLst>
              <a:ext uri="{FF2B5EF4-FFF2-40B4-BE49-F238E27FC236}">
                <a16:creationId xmlns:a16="http://schemas.microsoft.com/office/drawing/2014/main" id="{628791F8-2D30-ACDE-F3A1-65F811C85E40}"/>
              </a:ext>
            </a:extLst>
          </p:cNvPr>
          <p:cNvSpPr/>
          <p:nvPr/>
        </p:nvSpPr>
        <p:spPr>
          <a:xfrm>
            <a:off x="1803786" y="1927009"/>
            <a:ext cx="2200446" cy="540480"/>
          </a:xfrm>
          <a:custGeom>
            <a:avLst/>
            <a:gdLst>
              <a:gd name="connsiteX0" fmla="*/ 1733550 w 1733550"/>
              <a:gd name="connsiteY0" fmla="*/ 431006 h 431006"/>
              <a:gd name="connsiteX1" fmla="*/ 15431 w 1733550"/>
              <a:gd name="connsiteY1" fmla="*/ 263081 h 431006"/>
              <a:gd name="connsiteX2" fmla="*/ 0 w 1733550"/>
              <a:gd name="connsiteY2" fmla="*/ 0 h 431006"/>
              <a:gd name="connsiteX3" fmla="*/ 1733550 w 1733550"/>
              <a:gd name="connsiteY3" fmla="*/ 238125 h 431006"/>
              <a:gd name="connsiteX4" fmla="*/ 1733550 w 1733550"/>
              <a:gd name="connsiteY4" fmla="*/ 431006 h 431006"/>
              <a:gd name="connsiteX0" fmla="*/ 1718119 w 1718119"/>
              <a:gd name="connsiteY0" fmla="*/ 405904 h 405904"/>
              <a:gd name="connsiteX1" fmla="*/ 0 w 1718119"/>
              <a:gd name="connsiteY1" fmla="*/ 237979 h 405904"/>
              <a:gd name="connsiteX2" fmla="*/ 15577 w 1718119"/>
              <a:gd name="connsiteY2" fmla="*/ 0 h 405904"/>
              <a:gd name="connsiteX3" fmla="*/ 1718119 w 1718119"/>
              <a:gd name="connsiteY3" fmla="*/ 213023 h 405904"/>
              <a:gd name="connsiteX4" fmla="*/ 1718119 w 1718119"/>
              <a:gd name="connsiteY4" fmla="*/ 405904 h 405904"/>
              <a:gd name="connsiteX0" fmla="*/ 1724691 w 1724691"/>
              <a:gd name="connsiteY0" fmla="*/ 423623 h 423623"/>
              <a:gd name="connsiteX1" fmla="*/ 6572 w 1724691"/>
              <a:gd name="connsiteY1" fmla="*/ 255698 h 423623"/>
              <a:gd name="connsiteX2" fmla="*/ 0 w 1724691"/>
              <a:gd name="connsiteY2" fmla="*/ 0 h 423623"/>
              <a:gd name="connsiteX3" fmla="*/ 1724691 w 1724691"/>
              <a:gd name="connsiteY3" fmla="*/ 230742 h 423623"/>
              <a:gd name="connsiteX4" fmla="*/ 1724691 w 1724691"/>
              <a:gd name="connsiteY4" fmla="*/ 423623 h 4236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4691" h="423623">
                <a:moveTo>
                  <a:pt x="1724691" y="423623"/>
                </a:moveTo>
                <a:lnTo>
                  <a:pt x="6572" y="255698"/>
                </a:lnTo>
                <a:lnTo>
                  <a:pt x="0" y="0"/>
                </a:lnTo>
                <a:lnTo>
                  <a:pt x="1724691" y="230742"/>
                </a:lnTo>
                <a:lnTo>
                  <a:pt x="1724691" y="423623"/>
                </a:lnTo>
                <a:close/>
              </a:path>
            </a:pathLst>
          </a:custGeom>
          <a:gradFill>
            <a:gsLst>
              <a:gs pos="0">
                <a:schemeClr val="accent1"/>
              </a:gs>
              <a:gs pos="100000">
                <a:schemeClr val="accent1">
                  <a:alpha val="0"/>
                </a:schemeClr>
              </a:gs>
            </a:gsLst>
            <a:lin ang="0" scaled="0"/>
          </a:gradFill>
          <a:ln w="9525" cap="flat">
            <a:noFill/>
            <a:prstDash val="solid"/>
            <a:miter/>
          </a:ln>
        </p:spPr>
        <p:txBody>
          <a:bodyPr rtlCol="0" anchor="ctr"/>
          <a:lstStyle/>
          <a:p>
            <a:endParaRPr lang="zh-CN" altLang="en-US"/>
          </a:p>
        </p:txBody>
      </p:sp>
      <p:sp>
        <p:nvSpPr>
          <p:cNvPr id="54" name="图形 51">
            <a:extLst>
              <a:ext uri="{FF2B5EF4-FFF2-40B4-BE49-F238E27FC236}">
                <a16:creationId xmlns:a16="http://schemas.microsoft.com/office/drawing/2014/main" id="{3722442D-993E-D6D3-1DA5-9D1E13A9B351}"/>
              </a:ext>
            </a:extLst>
          </p:cNvPr>
          <p:cNvSpPr/>
          <p:nvPr/>
        </p:nvSpPr>
        <p:spPr>
          <a:xfrm flipV="1">
            <a:off x="1803786" y="3185453"/>
            <a:ext cx="2192909" cy="342670"/>
          </a:xfrm>
          <a:custGeom>
            <a:avLst/>
            <a:gdLst>
              <a:gd name="connsiteX0" fmla="*/ 1733550 w 1733550"/>
              <a:gd name="connsiteY0" fmla="*/ 431006 h 431006"/>
              <a:gd name="connsiteX1" fmla="*/ 15431 w 1733550"/>
              <a:gd name="connsiteY1" fmla="*/ 263081 h 431006"/>
              <a:gd name="connsiteX2" fmla="*/ 0 w 1733550"/>
              <a:gd name="connsiteY2" fmla="*/ 0 h 431006"/>
              <a:gd name="connsiteX3" fmla="*/ 1733550 w 1733550"/>
              <a:gd name="connsiteY3" fmla="*/ 238125 h 431006"/>
              <a:gd name="connsiteX4" fmla="*/ 1733550 w 1733550"/>
              <a:gd name="connsiteY4" fmla="*/ 431006 h 431006"/>
              <a:gd name="connsiteX0" fmla="*/ 1718119 w 1718119"/>
              <a:gd name="connsiteY0" fmla="*/ 405904 h 405904"/>
              <a:gd name="connsiteX1" fmla="*/ 0 w 1718119"/>
              <a:gd name="connsiteY1" fmla="*/ 237979 h 405904"/>
              <a:gd name="connsiteX2" fmla="*/ 15577 w 1718119"/>
              <a:gd name="connsiteY2" fmla="*/ 0 h 405904"/>
              <a:gd name="connsiteX3" fmla="*/ 1718119 w 1718119"/>
              <a:gd name="connsiteY3" fmla="*/ 213023 h 405904"/>
              <a:gd name="connsiteX4" fmla="*/ 1718119 w 1718119"/>
              <a:gd name="connsiteY4" fmla="*/ 405904 h 405904"/>
              <a:gd name="connsiteX0" fmla="*/ 1724691 w 1724691"/>
              <a:gd name="connsiteY0" fmla="*/ 423623 h 423623"/>
              <a:gd name="connsiteX1" fmla="*/ 6572 w 1724691"/>
              <a:gd name="connsiteY1" fmla="*/ 255698 h 423623"/>
              <a:gd name="connsiteX2" fmla="*/ 0 w 1724691"/>
              <a:gd name="connsiteY2" fmla="*/ 0 h 423623"/>
              <a:gd name="connsiteX3" fmla="*/ 1724691 w 1724691"/>
              <a:gd name="connsiteY3" fmla="*/ 230742 h 423623"/>
              <a:gd name="connsiteX4" fmla="*/ 1724691 w 1724691"/>
              <a:gd name="connsiteY4" fmla="*/ 423623 h 423623"/>
              <a:gd name="connsiteX0" fmla="*/ 1724691 w 1724691"/>
              <a:gd name="connsiteY0" fmla="*/ 423623 h 423623"/>
              <a:gd name="connsiteX1" fmla="*/ 6572 w 1724691"/>
              <a:gd name="connsiteY1" fmla="*/ 255698 h 423623"/>
              <a:gd name="connsiteX2" fmla="*/ 0 w 1724691"/>
              <a:gd name="connsiteY2" fmla="*/ 0 h 423623"/>
              <a:gd name="connsiteX3" fmla="*/ 1718784 w 1724691"/>
              <a:gd name="connsiteY3" fmla="*/ 80130 h 423623"/>
              <a:gd name="connsiteX4" fmla="*/ 1724691 w 1724691"/>
              <a:gd name="connsiteY4" fmla="*/ 423623 h 423623"/>
              <a:gd name="connsiteX0" fmla="*/ 1724691 w 1724691"/>
              <a:gd name="connsiteY0" fmla="*/ 231667 h 255698"/>
              <a:gd name="connsiteX1" fmla="*/ 6572 w 1724691"/>
              <a:gd name="connsiteY1" fmla="*/ 255698 h 255698"/>
              <a:gd name="connsiteX2" fmla="*/ 0 w 1724691"/>
              <a:gd name="connsiteY2" fmla="*/ 0 h 255698"/>
              <a:gd name="connsiteX3" fmla="*/ 1718784 w 1724691"/>
              <a:gd name="connsiteY3" fmla="*/ 80130 h 255698"/>
              <a:gd name="connsiteX4" fmla="*/ 1724691 w 1724691"/>
              <a:gd name="connsiteY4" fmla="*/ 231667 h 255698"/>
              <a:gd name="connsiteX0" fmla="*/ 1718784 w 1718784"/>
              <a:gd name="connsiteY0" fmla="*/ 268582 h 268582"/>
              <a:gd name="connsiteX1" fmla="*/ 6572 w 1718784"/>
              <a:gd name="connsiteY1" fmla="*/ 255698 h 268582"/>
              <a:gd name="connsiteX2" fmla="*/ 0 w 1718784"/>
              <a:gd name="connsiteY2" fmla="*/ 0 h 268582"/>
              <a:gd name="connsiteX3" fmla="*/ 1718784 w 1718784"/>
              <a:gd name="connsiteY3" fmla="*/ 80130 h 268582"/>
              <a:gd name="connsiteX4" fmla="*/ 1718784 w 1718784"/>
              <a:gd name="connsiteY4" fmla="*/ 268582 h 268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8784" h="268582">
                <a:moveTo>
                  <a:pt x="1718784" y="268582"/>
                </a:moveTo>
                <a:lnTo>
                  <a:pt x="6572" y="255698"/>
                </a:lnTo>
                <a:lnTo>
                  <a:pt x="0" y="0"/>
                </a:lnTo>
                <a:lnTo>
                  <a:pt x="1718784" y="80130"/>
                </a:lnTo>
                <a:lnTo>
                  <a:pt x="1718784" y="268582"/>
                </a:lnTo>
                <a:close/>
              </a:path>
            </a:pathLst>
          </a:custGeom>
          <a:gradFill>
            <a:gsLst>
              <a:gs pos="0">
                <a:schemeClr val="accent1"/>
              </a:gs>
              <a:gs pos="100000">
                <a:schemeClr val="accent1">
                  <a:alpha val="0"/>
                </a:schemeClr>
              </a:gs>
            </a:gsLst>
            <a:lin ang="0" scaled="0"/>
          </a:gradFill>
          <a:ln w="9525" cap="flat">
            <a:noFill/>
            <a:prstDash val="solid"/>
            <a:miter/>
          </a:ln>
        </p:spPr>
        <p:txBody>
          <a:bodyPr rtlCol="0" anchor="ctr"/>
          <a:lstStyle/>
          <a:p>
            <a:endParaRPr lang="zh-CN" altLang="en-US"/>
          </a:p>
        </p:txBody>
      </p:sp>
      <p:grpSp>
        <p:nvGrpSpPr>
          <p:cNvPr id="65" name="组合 64">
            <a:extLst>
              <a:ext uri="{FF2B5EF4-FFF2-40B4-BE49-F238E27FC236}">
                <a16:creationId xmlns:a16="http://schemas.microsoft.com/office/drawing/2014/main" id="{455E2BF0-8882-D131-93E3-0B6BB1BD675B}"/>
              </a:ext>
            </a:extLst>
          </p:cNvPr>
          <p:cNvGrpSpPr>
            <a:grpSpLocks/>
          </p:cNvGrpSpPr>
          <p:nvPr/>
        </p:nvGrpSpPr>
        <p:grpSpPr>
          <a:xfrm>
            <a:off x="1811262" y="2549563"/>
            <a:ext cx="699760" cy="255178"/>
            <a:chOff x="187860" y="2957889"/>
            <a:chExt cx="717676" cy="219717"/>
          </a:xfrm>
          <a:scene3d>
            <a:camera prst="perspectiveLeft">
              <a:rot lat="600000" lon="1200000" rev="180000"/>
            </a:camera>
            <a:lightRig rig="threePt" dir="t"/>
          </a:scene3d>
        </p:grpSpPr>
        <p:sp>
          <p:nvSpPr>
            <p:cNvPr id="9" name="椭圆 8">
              <a:extLst>
                <a:ext uri="{FF2B5EF4-FFF2-40B4-BE49-F238E27FC236}">
                  <a16:creationId xmlns:a16="http://schemas.microsoft.com/office/drawing/2014/main" id="{8DEDAF08-6C84-BD71-08B8-37521DA40D1C}"/>
                </a:ext>
              </a:extLst>
            </p:cNvPr>
            <p:cNvSpPr/>
            <p:nvPr/>
          </p:nvSpPr>
          <p:spPr>
            <a:xfrm>
              <a:off x="204788" y="2957889"/>
              <a:ext cx="683820" cy="909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F177A03F-C12F-2B19-873D-D3288B475D38}"/>
                </a:ext>
              </a:extLst>
            </p:cNvPr>
            <p:cNvSpPr/>
            <p:nvPr/>
          </p:nvSpPr>
          <p:spPr>
            <a:xfrm>
              <a:off x="226605" y="2987762"/>
              <a:ext cx="640187" cy="95418"/>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B25188AC-CFD7-2244-1C7F-B55CC9586598}"/>
                </a:ext>
              </a:extLst>
            </p:cNvPr>
            <p:cNvSpPr/>
            <p:nvPr/>
          </p:nvSpPr>
          <p:spPr>
            <a:xfrm>
              <a:off x="226605" y="3005849"/>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288C1A2B-5470-F7BF-8A31-A6C699F744E2}"/>
                </a:ext>
              </a:extLst>
            </p:cNvPr>
            <p:cNvSpPr/>
            <p:nvPr/>
          </p:nvSpPr>
          <p:spPr>
            <a:xfrm>
              <a:off x="226605" y="3021676"/>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C8F34A95-81C7-85E2-9E20-20D723F369D3}"/>
                </a:ext>
              </a:extLst>
            </p:cNvPr>
            <p:cNvSpPr/>
            <p:nvPr/>
          </p:nvSpPr>
          <p:spPr>
            <a:xfrm>
              <a:off x="187860" y="3066890"/>
              <a:ext cx="717676" cy="1107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66" name="组合 65">
            <a:extLst>
              <a:ext uri="{FF2B5EF4-FFF2-40B4-BE49-F238E27FC236}">
                <a16:creationId xmlns:a16="http://schemas.microsoft.com/office/drawing/2014/main" id="{4FBE40B7-78C0-5AD0-A487-A0773F5776D9}"/>
              </a:ext>
            </a:extLst>
          </p:cNvPr>
          <p:cNvGrpSpPr/>
          <p:nvPr/>
        </p:nvGrpSpPr>
        <p:grpSpPr>
          <a:xfrm>
            <a:off x="2644207" y="2619343"/>
            <a:ext cx="607370" cy="221487"/>
            <a:chOff x="187860" y="2957889"/>
            <a:chExt cx="717676" cy="219717"/>
          </a:xfrm>
          <a:scene3d>
            <a:camera prst="perspectiveLeft">
              <a:rot lat="600000" lon="1200000" rev="180000"/>
            </a:camera>
            <a:lightRig rig="threePt" dir="t"/>
          </a:scene3d>
        </p:grpSpPr>
        <p:sp>
          <p:nvSpPr>
            <p:cNvPr id="67" name="椭圆 66">
              <a:extLst>
                <a:ext uri="{FF2B5EF4-FFF2-40B4-BE49-F238E27FC236}">
                  <a16:creationId xmlns:a16="http://schemas.microsoft.com/office/drawing/2014/main" id="{DA1F6379-BA74-C7C6-BF08-992261901B6A}"/>
                </a:ext>
              </a:extLst>
            </p:cNvPr>
            <p:cNvSpPr/>
            <p:nvPr/>
          </p:nvSpPr>
          <p:spPr>
            <a:xfrm>
              <a:off x="204788" y="2957889"/>
              <a:ext cx="683820" cy="909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椭圆 67">
              <a:extLst>
                <a:ext uri="{FF2B5EF4-FFF2-40B4-BE49-F238E27FC236}">
                  <a16:creationId xmlns:a16="http://schemas.microsoft.com/office/drawing/2014/main" id="{974C6CC8-9139-2EE6-A755-8791B6AEE0EF}"/>
                </a:ext>
              </a:extLst>
            </p:cNvPr>
            <p:cNvSpPr/>
            <p:nvPr/>
          </p:nvSpPr>
          <p:spPr>
            <a:xfrm>
              <a:off x="226605" y="2987762"/>
              <a:ext cx="640187" cy="95418"/>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a:extLst>
                <a:ext uri="{FF2B5EF4-FFF2-40B4-BE49-F238E27FC236}">
                  <a16:creationId xmlns:a16="http://schemas.microsoft.com/office/drawing/2014/main" id="{61782CED-A12C-7E80-6A7B-1A1E8247B227}"/>
                </a:ext>
              </a:extLst>
            </p:cNvPr>
            <p:cNvSpPr/>
            <p:nvPr/>
          </p:nvSpPr>
          <p:spPr>
            <a:xfrm>
              <a:off x="226605" y="3005849"/>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a:extLst>
                <a:ext uri="{FF2B5EF4-FFF2-40B4-BE49-F238E27FC236}">
                  <a16:creationId xmlns:a16="http://schemas.microsoft.com/office/drawing/2014/main" id="{FB6A1C9C-A5EE-9EA9-9170-7960175A1AD6}"/>
                </a:ext>
              </a:extLst>
            </p:cNvPr>
            <p:cNvSpPr/>
            <p:nvPr/>
          </p:nvSpPr>
          <p:spPr>
            <a:xfrm>
              <a:off x="226605" y="3021676"/>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a:extLst>
                <a:ext uri="{FF2B5EF4-FFF2-40B4-BE49-F238E27FC236}">
                  <a16:creationId xmlns:a16="http://schemas.microsoft.com/office/drawing/2014/main" id="{82EF0ACE-7095-CAF1-F736-C3E47616D2F2}"/>
                </a:ext>
              </a:extLst>
            </p:cNvPr>
            <p:cNvSpPr/>
            <p:nvPr/>
          </p:nvSpPr>
          <p:spPr>
            <a:xfrm>
              <a:off x="187860" y="3066890"/>
              <a:ext cx="717676" cy="1107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72" name="组合 71">
            <a:extLst>
              <a:ext uri="{FF2B5EF4-FFF2-40B4-BE49-F238E27FC236}">
                <a16:creationId xmlns:a16="http://schemas.microsoft.com/office/drawing/2014/main" id="{321115C7-C53C-E2F8-5253-36E454FE2E3B}"/>
              </a:ext>
            </a:extLst>
          </p:cNvPr>
          <p:cNvGrpSpPr/>
          <p:nvPr/>
        </p:nvGrpSpPr>
        <p:grpSpPr>
          <a:xfrm>
            <a:off x="3390836" y="2693185"/>
            <a:ext cx="518348" cy="189023"/>
            <a:chOff x="187860" y="2957889"/>
            <a:chExt cx="717676" cy="219717"/>
          </a:xfrm>
          <a:scene3d>
            <a:camera prst="perspectiveLeft">
              <a:rot lat="600000" lon="1200000" rev="180000"/>
            </a:camera>
            <a:lightRig rig="threePt" dir="t"/>
          </a:scene3d>
        </p:grpSpPr>
        <p:sp>
          <p:nvSpPr>
            <p:cNvPr id="73" name="椭圆 72">
              <a:extLst>
                <a:ext uri="{FF2B5EF4-FFF2-40B4-BE49-F238E27FC236}">
                  <a16:creationId xmlns:a16="http://schemas.microsoft.com/office/drawing/2014/main" id="{CAF224E9-3EA1-D153-D960-62F26EF88984}"/>
                </a:ext>
              </a:extLst>
            </p:cNvPr>
            <p:cNvSpPr/>
            <p:nvPr/>
          </p:nvSpPr>
          <p:spPr>
            <a:xfrm>
              <a:off x="204788" y="2957889"/>
              <a:ext cx="683820" cy="909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椭圆 73">
              <a:extLst>
                <a:ext uri="{FF2B5EF4-FFF2-40B4-BE49-F238E27FC236}">
                  <a16:creationId xmlns:a16="http://schemas.microsoft.com/office/drawing/2014/main" id="{4E565020-9407-5DEE-0160-2D51C1872A29}"/>
                </a:ext>
              </a:extLst>
            </p:cNvPr>
            <p:cNvSpPr/>
            <p:nvPr/>
          </p:nvSpPr>
          <p:spPr>
            <a:xfrm>
              <a:off x="226605" y="2987762"/>
              <a:ext cx="640187" cy="95418"/>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3FD6F559-84C6-935D-3792-634B751F152B}"/>
                </a:ext>
              </a:extLst>
            </p:cNvPr>
            <p:cNvSpPr/>
            <p:nvPr/>
          </p:nvSpPr>
          <p:spPr>
            <a:xfrm>
              <a:off x="226605" y="3005849"/>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37B52012-D49E-56F4-D2F8-6F3E06EA2180}"/>
                </a:ext>
              </a:extLst>
            </p:cNvPr>
            <p:cNvSpPr/>
            <p:nvPr/>
          </p:nvSpPr>
          <p:spPr>
            <a:xfrm>
              <a:off x="226605" y="3021676"/>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86AC5D64-5523-8303-6054-1197E5FCE16B}"/>
                </a:ext>
              </a:extLst>
            </p:cNvPr>
            <p:cNvSpPr/>
            <p:nvPr/>
          </p:nvSpPr>
          <p:spPr>
            <a:xfrm>
              <a:off x="187860" y="3066890"/>
              <a:ext cx="717676" cy="1107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78" name="组合 77">
            <a:extLst>
              <a:ext uri="{FF2B5EF4-FFF2-40B4-BE49-F238E27FC236}">
                <a16:creationId xmlns:a16="http://schemas.microsoft.com/office/drawing/2014/main" id="{3798F76B-E33E-193F-87C4-5B80C19FE756}"/>
              </a:ext>
            </a:extLst>
          </p:cNvPr>
          <p:cNvGrpSpPr>
            <a:grpSpLocks/>
          </p:cNvGrpSpPr>
          <p:nvPr/>
        </p:nvGrpSpPr>
        <p:grpSpPr>
          <a:xfrm>
            <a:off x="1872406" y="3771025"/>
            <a:ext cx="699760" cy="255178"/>
            <a:chOff x="187860" y="2957889"/>
            <a:chExt cx="717676" cy="219717"/>
          </a:xfrm>
          <a:scene3d>
            <a:camera prst="perspectiveLeft">
              <a:rot lat="600000" lon="1231712" rev="182714"/>
            </a:camera>
            <a:lightRig rig="threePt" dir="t"/>
          </a:scene3d>
        </p:grpSpPr>
        <p:sp>
          <p:nvSpPr>
            <p:cNvPr id="79" name="椭圆 78">
              <a:extLst>
                <a:ext uri="{FF2B5EF4-FFF2-40B4-BE49-F238E27FC236}">
                  <a16:creationId xmlns:a16="http://schemas.microsoft.com/office/drawing/2014/main" id="{8758DB0D-DAF5-2544-A023-9D9D7D0DB154}"/>
                </a:ext>
              </a:extLst>
            </p:cNvPr>
            <p:cNvSpPr/>
            <p:nvPr/>
          </p:nvSpPr>
          <p:spPr>
            <a:xfrm>
              <a:off x="204788" y="2957889"/>
              <a:ext cx="683820" cy="909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0" name="椭圆 79">
              <a:extLst>
                <a:ext uri="{FF2B5EF4-FFF2-40B4-BE49-F238E27FC236}">
                  <a16:creationId xmlns:a16="http://schemas.microsoft.com/office/drawing/2014/main" id="{07D68B1E-5F51-8965-DCF6-288D1DF3BEA6}"/>
                </a:ext>
              </a:extLst>
            </p:cNvPr>
            <p:cNvSpPr/>
            <p:nvPr/>
          </p:nvSpPr>
          <p:spPr>
            <a:xfrm>
              <a:off x="226605" y="2987762"/>
              <a:ext cx="640187" cy="95418"/>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a:extLst>
                <a:ext uri="{FF2B5EF4-FFF2-40B4-BE49-F238E27FC236}">
                  <a16:creationId xmlns:a16="http://schemas.microsoft.com/office/drawing/2014/main" id="{1E910D3E-77A1-1014-5C25-D642F78F610F}"/>
                </a:ext>
              </a:extLst>
            </p:cNvPr>
            <p:cNvSpPr/>
            <p:nvPr/>
          </p:nvSpPr>
          <p:spPr>
            <a:xfrm>
              <a:off x="226605" y="3005849"/>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a:extLst>
                <a:ext uri="{FF2B5EF4-FFF2-40B4-BE49-F238E27FC236}">
                  <a16:creationId xmlns:a16="http://schemas.microsoft.com/office/drawing/2014/main" id="{0DA802B9-A6C2-B8BF-D4DA-23B4F9BD99AD}"/>
                </a:ext>
              </a:extLst>
            </p:cNvPr>
            <p:cNvSpPr/>
            <p:nvPr/>
          </p:nvSpPr>
          <p:spPr>
            <a:xfrm>
              <a:off x="226605" y="3021676"/>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a:extLst>
                <a:ext uri="{FF2B5EF4-FFF2-40B4-BE49-F238E27FC236}">
                  <a16:creationId xmlns:a16="http://schemas.microsoft.com/office/drawing/2014/main" id="{1CD9C415-DA4B-1FB9-C921-9526E3248069}"/>
                </a:ext>
              </a:extLst>
            </p:cNvPr>
            <p:cNvSpPr/>
            <p:nvPr/>
          </p:nvSpPr>
          <p:spPr>
            <a:xfrm>
              <a:off x="187860" y="3066890"/>
              <a:ext cx="717676" cy="1107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84" name="组合 83">
            <a:extLst>
              <a:ext uri="{FF2B5EF4-FFF2-40B4-BE49-F238E27FC236}">
                <a16:creationId xmlns:a16="http://schemas.microsoft.com/office/drawing/2014/main" id="{C806C354-78F1-9B0C-1C26-F5F3F1BD8818}"/>
              </a:ext>
            </a:extLst>
          </p:cNvPr>
          <p:cNvGrpSpPr/>
          <p:nvPr/>
        </p:nvGrpSpPr>
        <p:grpSpPr>
          <a:xfrm>
            <a:off x="2646383" y="3701891"/>
            <a:ext cx="603018" cy="219899"/>
            <a:chOff x="187860" y="2957889"/>
            <a:chExt cx="717676" cy="219717"/>
          </a:xfrm>
          <a:scene3d>
            <a:camera prst="perspectiveLeft">
              <a:rot lat="600000" lon="1231712" rev="182714"/>
            </a:camera>
            <a:lightRig rig="threePt" dir="t"/>
          </a:scene3d>
        </p:grpSpPr>
        <p:sp>
          <p:nvSpPr>
            <p:cNvPr id="85" name="椭圆 84">
              <a:extLst>
                <a:ext uri="{FF2B5EF4-FFF2-40B4-BE49-F238E27FC236}">
                  <a16:creationId xmlns:a16="http://schemas.microsoft.com/office/drawing/2014/main" id="{C376558B-F932-8CDB-5E58-05A1C8165C1E}"/>
                </a:ext>
              </a:extLst>
            </p:cNvPr>
            <p:cNvSpPr/>
            <p:nvPr/>
          </p:nvSpPr>
          <p:spPr>
            <a:xfrm>
              <a:off x="204788" y="2957889"/>
              <a:ext cx="683820" cy="909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7" name="椭圆 86">
              <a:extLst>
                <a:ext uri="{FF2B5EF4-FFF2-40B4-BE49-F238E27FC236}">
                  <a16:creationId xmlns:a16="http://schemas.microsoft.com/office/drawing/2014/main" id="{146E4497-5180-EB13-339E-89814799DDB8}"/>
                </a:ext>
              </a:extLst>
            </p:cNvPr>
            <p:cNvSpPr/>
            <p:nvPr/>
          </p:nvSpPr>
          <p:spPr>
            <a:xfrm>
              <a:off x="226605" y="2987762"/>
              <a:ext cx="640187" cy="95418"/>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CFCBF92C-5FB9-297C-431F-CFFDB15759BD}"/>
                </a:ext>
              </a:extLst>
            </p:cNvPr>
            <p:cNvSpPr/>
            <p:nvPr/>
          </p:nvSpPr>
          <p:spPr>
            <a:xfrm>
              <a:off x="226605" y="3005849"/>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a:extLst>
                <a:ext uri="{FF2B5EF4-FFF2-40B4-BE49-F238E27FC236}">
                  <a16:creationId xmlns:a16="http://schemas.microsoft.com/office/drawing/2014/main" id="{D5B5DEC1-2E70-B2F5-EF99-601B279D6119}"/>
                </a:ext>
              </a:extLst>
            </p:cNvPr>
            <p:cNvSpPr/>
            <p:nvPr/>
          </p:nvSpPr>
          <p:spPr>
            <a:xfrm>
              <a:off x="226605" y="3021676"/>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a:extLst>
                <a:ext uri="{FF2B5EF4-FFF2-40B4-BE49-F238E27FC236}">
                  <a16:creationId xmlns:a16="http://schemas.microsoft.com/office/drawing/2014/main" id="{B8E37CA4-F0A0-9F9A-0592-DD27EB30A5A3}"/>
                </a:ext>
              </a:extLst>
            </p:cNvPr>
            <p:cNvSpPr/>
            <p:nvPr/>
          </p:nvSpPr>
          <p:spPr>
            <a:xfrm>
              <a:off x="187860" y="3066890"/>
              <a:ext cx="717676" cy="1107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91" name="组合 90">
            <a:extLst>
              <a:ext uri="{FF2B5EF4-FFF2-40B4-BE49-F238E27FC236}">
                <a16:creationId xmlns:a16="http://schemas.microsoft.com/office/drawing/2014/main" id="{B5675AC0-B70F-5174-6203-EA15F492914A}"/>
              </a:ext>
            </a:extLst>
          </p:cNvPr>
          <p:cNvGrpSpPr/>
          <p:nvPr/>
        </p:nvGrpSpPr>
        <p:grpSpPr>
          <a:xfrm>
            <a:off x="3358964" y="3665789"/>
            <a:ext cx="518348" cy="189023"/>
            <a:chOff x="187860" y="2957889"/>
            <a:chExt cx="717676" cy="219717"/>
          </a:xfrm>
          <a:scene3d>
            <a:camera prst="perspectiveLeft">
              <a:rot lat="600000" lon="1231714" rev="182714"/>
            </a:camera>
            <a:lightRig rig="threePt" dir="t"/>
          </a:scene3d>
        </p:grpSpPr>
        <p:sp>
          <p:nvSpPr>
            <p:cNvPr id="92" name="椭圆 91">
              <a:extLst>
                <a:ext uri="{FF2B5EF4-FFF2-40B4-BE49-F238E27FC236}">
                  <a16:creationId xmlns:a16="http://schemas.microsoft.com/office/drawing/2014/main" id="{8AFCEEB0-8AC8-009E-FC49-6136F1B61D1A}"/>
                </a:ext>
              </a:extLst>
            </p:cNvPr>
            <p:cNvSpPr/>
            <p:nvPr/>
          </p:nvSpPr>
          <p:spPr>
            <a:xfrm>
              <a:off x="204788" y="2957889"/>
              <a:ext cx="683820" cy="909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3" name="椭圆 92">
              <a:extLst>
                <a:ext uri="{FF2B5EF4-FFF2-40B4-BE49-F238E27FC236}">
                  <a16:creationId xmlns:a16="http://schemas.microsoft.com/office/drawing/2014/main" id="{8129FBAB-C7DF-3D08-DA4C-30E857FEB8C2}"/>
                </a:ext>
              </a:extLst>
            </p:cNvPr>
            <p:cNvSpPr/>
            <p:nvPr/>
          </p:nvSpPr>
          <p:spPr>
            <a:xfrm>
              <a:off x="226605" y="2987762"/>
              <a:ext cx="640187" cy="95418"/>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6DCDDE7C-F751-B877-F278-D6B8AFA8DDF5}"/>
                </a:ext>
              </a:extLst>
            </p:cNvPr>
            <p:cNvSpPr/>
            <p:nvPr/>
          </p:nvSpPr>
          <p:spPr>
            <a:xfrm>
              <a:off x="226605" y="3005849"/>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a:extLst>
                <a:ext uri="{FF2B5EF4-FFF2-40B4-BE49-F238E27FC236}">
                  <a16:creationId xmlns:a16="http://schemas.microsoft.com/office/drawing/2014/main" id="{A048EEFE-0FE6-EB43-D2D3-A17804531D27}"/>
                </a:ext>
              </a:extLst>
            </p:cNvPr>
            <p:cNvSpPr/>
            <p:nvPr/>
          </p:nvSpPr>
          <p:spPr>
            <a:xfrm>
              <a:off x="226605" y="3021676"/>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40F34771-6769-4F26-3BAF-357D25342D8D}"/>
                </a:ext>
              </a:extLst>
            </p:cNvPr>
            <p:cNvSpPr/>
            <p:nvPr/>
          </p:nvSpPr>
          <p:spPr>
            <a:xfrm>
              <a:off x="187860" y="3066890"/>
              <a:ext cx="717676" cy="1107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7" name="任意多边形: 形状 106">
            <a:extLst>
              <a:ext uri="{FF2B5EF4-FFF2-40B4-BE49-F238E27FC236}">
                <a16:creationId xmlns:a16="http://schemas.microsoft.com/office/drawing/2014/main" id="{EF26CA6B-ADAF-0522-6BA1-CADDA3D08C4D}"/>
              </a:ext>
            </a:extLst>
          </p:cNvPr>
          <p:cNvSpPr/>
          <p:nvPr/>
        </p:nvSpPr>
        <p:spPr>
          <a:xfrm flipH="1">
            <a:off x="8459987" y="1380257"/>
            <a:ext cx="2523391" cy="3332131"/>
          </a:xfrm>
          <a:custGeom>
            <a:avLst/>
            <a:gdLst>
              <a:gd name="connsiteX0" fmla="*/ 2051495 w 2270474"/>
              <a:gd name="connsiteY0" fmla="*/ 2223218 h 2708993"/>
              <a:gd name="connsiteX1" fmla="*/ 813245 w 2270474"/>
              <a:gd name="connsiteY1" fmla="*/ 2623268 h 2708993"/>
              <a:gd name="connsiteX2" fmla="*/ 498920 w 2270474"/>
              <a:gd name="connsiteY2" fmla="*/ 2708993 h 2708993"/>
              <a:gd name="connsiteX3" fmla="*/ 496919 w 2270474"/>
              <a:gd name="connsiteY3" fmla="*/ 2708993 h 2708993"/>
              <a:gd name="connsiteX4" fmla="*/ 381191 w 2270474"/>
              <a:gd name="connsiteY4" fmla="*/ 2644224 h 2708993"/>
              <a:gd name="connsiteX5" fmla="*/ 0 w 2270474"/>
              <a:gd name="connsiteY5" fmla="*/ 1351586 h 2708993"/>
              <a:gd name="connsiteX6" fmla="*/ 371380 w 2270474"/>
              <a:gd name="connsiteY6" fmla="*/ 74093 h 2708993"/>
              <a:gd name="connsiteX7" fmla="*/ 527876 w 2270474"/>
              <a:gd name="connsiteY7" fmla="*/ 2084 h 2708993"/>
              <a:gd name="connsiteX8" fmla="*/ 536924 w 2270474"/>
              <a:gd name="connsiteY8" fmla="*/ 3893 h 2708993"/>
              <a:gd name="connsiteX9" fmla="*/ 1994249 w 2270474"/>
              <a:gd name="connsiteY9" fmla="*/ 518243 h 2708993"/>
              <a:gd name="connsiteX10" fmla="*/ 2270474 w 2270474"/>
              <a:gd name="connsiteY10" fmla="*/ 518243 h 2708993"/>
              <a:gd name="connsiteX0" fmla="*/ 2051495 w 2051495"/>
              <a:gd name="connsiteY0" fmla="*/ 2223218 h 2708993"/>
              <a:gd name="connsiteX1" fmla="*/ 813245 w 2051495"/>
              <a:gd name="connsiteY1" fmla="*/ 2623268 h 2708993"/>
              <a:gd name="connsiteX2" fmla="*/ 498920 w 2051495"/>
              <a:gd name="connsiteY2" fmla="*/ 2708993 h 2708993"/>
              <a:gd name="connsiteX3" fmla="*/ 496919 w 2051495"/>
              <a:gd name="connsiteY3" fmla="*/ 2708993 h 2708993"/>
              <a:gd name="connsiteX4" fmla="*/ 381191 w 2051495"/>
              <a:gd name="connsiteY4" fmla="*/ 2644224 h 2708993"/>
              <a:gd name="connsiteX5" fmla="*/ 0 w 2051495"/>
              <a:gd name="connsiteY5" fmla="*/ 1351586 h 2708993"/>
              <a:gd name="connsiteX6" fmla="*/ 371380 w 2051495"/>
              <a:gd name="connsiteY6" fmla="*/ 74093 h 2708993"/>
              <a:gd name="connsiteX7" fmla="*/ 527876 w 2051495"/>
              <a:gd name="connsiteY7" fmla="*/ 2084 h 2708993"/>
              <a:gd name="connsiteX8" fmla="*/ 536924 w 2051495"/>
              <a:gd name="connsiteY8" fmla="*/ 3893 h 2708993"/>
              <a:gd name="connsiteX9" fmla="*/ 1994249 w 2051495"/>
              <a:gd name="connsiteY9" fmla="*/ 518243 h 2708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51495" h="2708993">
                <a:moveTo>
                  <a:pt x="2051495" y="2223218"/>
                </a:moveTo>
                <a:lnTo>
                  <a:pt x="813245" y="2623268"/>
                </a:lnTo>
                <a:cubicBezTo>
                  <a:pt x="813245" y="2623268"/>
                  <a:pt x="556070" y="2708993"/>
                  <a:pt x="498920" y="2708993"/>
                </a:cubicBezTo>
                <a:lnTo>
                  <a:pt x="496919" y="2708993"/>
                </a:lnTo>
                <a:cubicBezTo>
                  <a:pt x="449961" y="2708612"/>
                  <a:pt x="406718" y="2683657"/>
                  <a:pt x="381191" y="2644224"/>
                </a:cubicBezTo>
                <a:cubicBezTo>
                  <a:pt x="140018" y="2271986"/>
                  <a:pt x="0" y="1828121"/>
                  <a:pt x="0" y="1351586"/>
                </a:cubicBezTo>
                <a:cubicBezTo>
                  <a:pt x="0" y="875050"/>
                  <a:pt x="136208" y="443186"/>
                  <a:pt x="371380" y="74093"/>
                </a:cubicBezTo>
                <a:cubicBezTo>
                  <a:pt x="404908" y="21419"/>
                  <a:pt x="466344" y="-8394"/>
                  <a:pt x="527876" y="2084"/>
                </a:cubicBezTo>
                <a:cubicBezTo>
                  <a:pt x="530828" y="2560"/>
                  <a:pt x="533876" y="3227"/>
                  <a:pt x="536924" y="3893"/>
                </a:cubicBezTo>
                <a:cubicBezTo>
                  <a:pt x="622649" y="22943"/>
                  <a:pt x="1994249" y="518243"/>
                  <a:pt x="1994249" y="518243"/>
                </a:cubicBezTo>
              </a:path>
            </a:pathLst>
          </a:custGeom>
          <a:gradFill>
            <a:gsLst>
              <a:gs pos="100000">
                <a:schemeClr val="accent1">
                  <a:alpha val="0"/>
                </a:schemeClr>
              </a:gs>
              <a:gs pos="0">
                <a:schemeClr val="accent1">
                  <a:alpha val="30000"/>
                </a:schemeClr>
              </a:gs>
            </a:gsLst>
            <a:lin ang="0" scaled="0"/>
          </a:gradFill>
          <a:ln>
            <a:gradFill>
              <a:gsLst>
                <a:gs pos="0">
                  <a:schemeClr val="accent1"/>
                </a:gs>
                <a:gs pos="100000">
                  <a:schemeClr val="accent1">
                    <a:alpha val="0"/>
                  </a:schemeClr>
                </a:gs>
              </a:gsLst>
              <a:lin ang="0" scaled="0"/>
            </a:gradFill>
          </a:ln>
          <a:scene3d>
            <a:camera prst="perspectiveRight">
              <a:rot lat="21594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1"/>
              </a:solidFill>
              <a:latin typeface="+mj-ea"/>
              <a:ea typeface="+mj-ea"/>
            </a:endParaRPr>
          </a:p>
        </p:txBody>
      </p:sp>
      <p:sp>
        <p:nvSpPr>
          <p:cNvPr id="108" name="任意多边形: 形状 107">
            <a:extLst>
              <a:ext uri="{FF2B5EF4-FFF2-40B4-BE49-F238E27FC236}">
                <a16:creationId xmlns:a16="http://schemas.microsoft.com/office/drawing/2014/main" id="{365912BD-651A-A0A1-752D-19EC5B5AEB03}"/>
              </a:ext>
            </a:extLst>
          </p:cNvPr>
          <p:cNvSpPr/>
          <p:nvPr/>
        </p:nvSpPr>
        <p:spPr>
          <a:xfrm flipH="1">
            <a:off x="10387973" y="1317369"/>
            <a:ext cx="689134" cy="3450360"/>
          </a:xfrm>
          <a:custGeom>
            <a:avLst/>
            <a:gdLst>
              <a:gd name="connsiteX0" fmla="*/ 517970 w 560260"/>
              <a:gd name="connsiteY0" fmla="*/ 2805113 h 2805112"/>
              <a:gd name="connsiteX1" fmla="*/ 515684 w 560260"/>
              <a:gd name="connsiteY1" fmla="*/ 2805113 h 2805112"/>
              <a:gd name="connsiteX2" fmla="*/ 384143 w 560260"/>
              <a:gd name="connsiteY2" fmla="*/ 2730151 h 2805112"/>
              <a:gd name="connsiteX3" fmla="*/ 0 w 560260"/>
              <a:gd name="connsiteY3" fmla="*/ 1399604 h 2805112"/>
              <a:gd name="connsiteX4" fmla="*/ 374333 w 560260"/>
              <a:gd name="connsiteY4" fmla="*/ 84678 h 2805112"/>
              <a:gd name="connsiteX5" fmla="*/ 550259 w 560260"/>
              <a:gd name="connsiteY5" fmla="*/ 2477 h 2805112"/>
              <a:gd name="connsiteX6" fmla="*/ 560261 w 560260"/>
              <a:gd name="connsiteY6" fmla="*/ 4477 h 2805112"/>
              <a:gd name="connsiteX7" fmla="*/ 551879 w 560260"/>
              <a:gd name="connsiteY7" fmla="*/ 41625 h 2805112"/>
              <a:gd name="connsiteX8" fmla="*/ 543782 w 560260"/>
              <a:gd name="connsiteY8" fmla="*/ 40005 h 2805112"/>
              <a:gd name="connsiteX9" fmla="*/ 406718 w 560260"/>
              <a:gd name="connsiteY9" fmla="*/ 104871 h 2805112"/>
              <a:gd name="connsiteX10" fmla="*/ 38100 w 560260"/>
              <a:gd name="connsiteY10" fmla="*/ 1399604 h 2805112"/>
              <a:gd name="connsiteX11" fmla="*/ 416338 w 560260"/>
              <a:gd name="connsiteY11" fmla="*/ 2709768 h 2805112"/>
              <a:gd name="connsiteX12" fmla="*/ 516065 w 560260"/>
              <a:gd name="connsiteY12" fmla="*/ 2767013 h 2805112"/>
              <a:gd name="connsiteX13" fmla="*/ 517970 w 560260"/>
              <a:gd name="connsiteY13" fmla="*/ 2767013 h 2805112"/>
              <a:gd name="connsiteX14" fmla="*/ 517970 w 560260"/>
              <a:gd name="connsiteY14" fmla="*/ 2805113 h 2805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60260" h="2805112">
                <a:moveTo>
                  <a:pt x="517970" y="2805113"/>
                </a:moveTo>
                <a:lnTo>
                  <a:pt x="515684" y="2805113"/>
                </a:lnTo>
                <a:cubicBezTo>
                  <a:pt x="462915" y="2804732"/>
                  <a:pt x="413671" y="2776633"/>
                  <a:pt x="384143" y="2730151"/>
                </a:cubicBezTo>
                <a:cubicBezTo>
                  <a:pt x="132874" y="2333911"/>
                  <a:pt x="0" y="1873854"/>
                  <a:pt x="0" y="1399604"/>
                </a:cubicBezTo>
                <a:cubicBezTo>
                  <a:pt x="0" y="925354"/>
                  <a:pt x="129445" y="477203"/>
                  <a:pt x="374333" y="84678"/>
                </a:cubicBezTo>
                <a:cubicBezTo>
                  <a:pt x="412909" y="22765"/>
                  <a:pt x="481965" y="-9525"/>
                  <a:pt x="550259" y="2477"/>
                </a:cubicBezTo>
                <a:cubicBezTo>
                  <a:pt x="553593" y="3048"/>
                  <a:pt x="556832" y="3715"/>
                  <a:pt x="560261" y="4477"/>
                </a:cubicBezTo>
                <a:lnTo>
                  <a:pt x="551879" y="41625"/>
                </a:lnTo>
                <a:cubicBezTo>
                  <a:pt x="549116" y="40958"/>
                  <a:pt x="546449" y="40482"/>
                  <a:pt x="543782" y="40005"/>
                </a:cubicBezTo>
                <a:cubicBezTo>
                  <a:pt x="490823" y="30766"/>
                  <a:pt x="437007" y="56198"/>
                  <a:pt x="406718" y="104871"/>
                </a:cubicBezTo>
                <a:cubicBezTo>
                  <a:pt x="165544" y="491395"/>
                  <a:pt x="38100" y="939070"/>
                  <a:pt x="38100" y="1399604"/>
                </a:cubicBezTo>
                <a:cubicBezTo>
                  <a:pt x="38100" y="1860138"/>
                  <a:pt x="168878" y="2319624"/>
                  <a:pt x="416338" y="2709768"/>
                </a:cubicBezTo>
                <a:cubicBezTo>
                  <a:pt x="438912" y="2745296"/>
                  <a:pt x="476155" y="2766727"/>
                  <a:pt x="516065" y="2767013"/>
                </a:cubicBezTo>
                <a:lnTo>
                  <a:pt x="517970" y="2767013"/>
                </a:lnTo>
                <a:lnTo>
                  <a:pt x="517970" y="2805113"/>
                </a:lnTo>
                <a:close/>
              </a:path>
            </a:pathLst>
          </a:custGeom>
          <a:gradFill>
            <a:gsLst>
              <a:gs pos="53000">
                <a:schemeClr val="accent1">
                  <a:alpha val="41000"/>
                </a:schemeClr>
              </a:gs>
              <a:gs pos="100000">
                <a:schemeClr val="accent1">
                  <a:alpha val="0"/>
                </a:schemeClr>
              </a:gs>
              <a:gs pos="0">
                <a:schemeClr val="accent1">
                  <a:alpha val="0"/>
                </a:schemeClr>
              </a:gs>
            </a:gsLst>
            <a:lin ang="5400000" scaled="0"/>
          </a:gradFill>
          <a:ln>
            <a:noFill/>
          </a:ln>
          <a:effectLst>
            <a:softEdge rad="0"/>
          </a:effectLst>
          <a:scene3d>
            <a:camera prst="perspectiveRight">
              <a:rot lat="21594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accent1"/>
              </a:solidFill>
              <a:latin typeface="+mj-ea"/>
              <a:ea typeface="+mj-ea"/>
            </a:endParaRPr>
          </a:p>
        </p:txBody>
      </p:sp>
      <p:sp>
        <p:nvSpPr>
          <p:cNvPr id="109" name="任意多边形: 形状 108">
            <a:extLst>
              <a:ext uri="{FF2B5EF4-FFF2-40B4-BE49-F238E27FC236}">
                <a16:creationId xmlns:a16="http://schemas.microsoft.com/office/drawing/2014/main" id="{83BE61EE-D8B3-DF2E-2060-23697B642709}"/>
              </a:ext>
            </a:extLst>
          </p:cNvPr>
          <p:cNvSpPr/>
          <p:nvPr/>
        </p:nvSpPr>
        <p:spPr>
          <a:xfrm flipH="1">
            <a:off x="8032474" y="1435599"/>
            <a:ext cx="2792741" cy="3332131"/>
          </a:xfrm>
          <a:custGeom>
            <a:avLst/>
            <a:gdLst>
              <a:gd name="connsiteX0" fmla="*/ 2051495 w 2270474"/>
              <a:gd name="connsiteY0" fmla="*/ 2223218 h 2708993"/>
              <a:gd name="connsiteX1" fmla="*/ 813245 w 2270474"/>
              <a:gd name="connsiteY1" fmla="*/ 2623268 h 2708993"/>
              <a:gd name="connsiteX2" fmla="*/ 498919 w 2270474"/>
              <a:gd name="connsiteY2" fmla="*/ 2708993 h 2708993"/>
              <a:gd name="connsiteX3" fmla="*/ 496919 w 2270474"/>
              <a:gd name="connsiteY3" fmla="*/ 2708993 h 2708993"/>
              <a:gd name="connsiteX4" fmla="*/ 381191 w 2270474"/>
              <a:gd name="connsiteY4" fmla="*/ 2644224 h 2708993"/>
              <a:gd name="connsiteX5" fmla="*/ 0 w 2270474"/>
              <a:gd name="connsiteY5" fmla="*/ 1351586 h 2708993"/>
              <a:gd name="connsiteX6" fmla="*/ 371380 w 2270474"/>
              <a:gd name="connsiteY6" fmla="*/ 74093 h 2708993"/>
              <a:gd name="connsiteX7" fmla="*/ 527876 w 2270474"/>
              <a:gd name="connsiteY7" fmla="*/ 2084 h 2708993"/>
              <a:gd name="connsiteX8" fmla="*/ 536924 w 2270474"/>
              <a:gd name="connsiteY8" fmla="*/ 3893 h 2708993"/>
              <a:gd name="connsiteX9" fmla="*/ 1994249 w 2270474"/>
              <a:gd name="connsiteY9" fmla="*/ 518243 h 2708993"/>
              <a:gd name="connsiteX10" fmla="*/ 2270474 w 2270474"/>
              <a:gd name="connsiteY10" fmla="*/ 518243 h 2708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70474" h="2708993">
                <a:moveTo>
                  <a:pt x="2051495" y="2223218"/>
                </a:moveTo>
                <a:lnTo>
                  <a:pt x="813245" y="2623268"/>
                </a:lnTo>
                <a:cubicBezTo>
                  <a:pt x="813245" y="2623268"/>
                  <a:pt x="556070" y="2708993"/>
                  <a:pt x="498919" y="2708993"/>
                </a:cubicBezTo>
                <a:cubicBezTo>
                  <a:pt x="498253" y="2708993"/>
                  <a:pt x="497586" y="2708993"/>
                  <a:pt x="496919" y="2708993"/>
                </a:cubicBezTo>
                <a:cubicBezTo>
                  <a:pt x="449961" y="2708612"/>
                  <a:pt x="406717" y="2683657"/>
                  <a:pt x="381191" y="2644224"/>
                </a:cubicBezTo>
                <a:cubicBezTo>
                  <a:pt x="140018" y="2271986"/>
                  <a:pt x="0" y="1828121"/>
                  <a:pt x="0" y="1351586"/>
                </a:cubicBezTo>
                <a:cubicBezTo>
                  <a:pt x="0" y="875050"/>
                  <a:pt x="136208" y="443186"/>
                  <a:pt x="371380" y="74093"/>
                </a:cubicBezTo>
                <a:cubicBezTo>
                  <a:pt x="404908" y="21419"/>
                  <a:pt x="466344" y="-8394"/>
                  <a:pt x="527876" y="2084"/>
                </a:cubicBezTo>
                <a:cubicBezTo>
                  <a:pt x="530828" y="2560"/>
                  <a:pt x="533876" y="3227"/>
                  <a:pt x="536924" y="3893"/>
                </a:cubicBezTo>
                <a:cubicBezTo>
                  <a:pt x="622649" y="22943"/>
                  <a:pt x="1994249" y="518243"/>
                  <a:pt x="1994249" y="518243"/>
                </a:cubicBezTo>
                <a:lnTo>
                  <a:pt x="2270474" y="518243"/>
                </a:lnTo>
              </a:path>
            </a:pathLst>
          </a:custGeom>
          <a:gradFill>
            <a:gsLst>
              <a:gs pos="100000">
                <a:schemeClr val="accent1">
                  <a:alpha val="0"/>
                </a:schemeClr>
              </a:gs>
              <a:gs pos="0">
                <a:schemeClr val="accent1">
                  <a:alpha val="30000"/>
                </a:schemeClr>
              </a:gs>
            </a:gsLst>
            <a:lin ang="0" scaled="0"/>
          </a:gradFill>
          <a:ln>
            <a:gradFill>
              <a:gsLst>
                <a:gs pos="0">
                  <a:schemeClr val="accent1"/>
                </a:gs>
                <a:gs pos="100000">
                  <a:schemeClr val="accent1">
                    <a:alpha val="0"/>
                  </a:schemeClr>
                </a:gs>
              </a:gsLst>
              <a:lin ang="0" scaled="0"/>
            </a:gradFill>
          </a:ln>
          <a:scene3d>
            <a:camera prst="perspectiveRight">
              <a:rot lat="21594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accent1"/>
              </a:solidFill>
              <a:latin typeface="+mj-ea"/>
              <a:ea typeface="+mj-ea"/>
            </a:endParaRPr>
          </a:p>
        </p:txBody>
      </p:sp>
      <p:sp>
        <p:nvSpPr>
          <p:cNvPr id="110" name="图形 51">
            <a:extLst>
              <a:ext uri="{FF2B5EF4-FFF2-40B4-BE49-F238E27FC236}">
                <a16:creationId xmlns:a16="http://schemas.microsoft.com/office/drawing/2014/main" id="{8F50717A-002C-7D50-AA42-842594030F29}"/>
              </a:ext>
            </a:extLst>
          </p:cNvPr>
          <p:cNvSpPr/>
          <p:nvPr/>
        </p:nvSpPr>
        <p:spPr>
          <a:xfrm flipH="1">
            <a:off x="8187768" y="1927009"/>
            <a:ext cx="2200446" cy="540480"/>
          </a:xfrm>
          <a:custGeom>
            <a:avLst/>
            <a:gdLst>
              <a:gd name="connsiteX0" fmla="*/ 1733550 w 1733550"/>
              <a:gd name="connsiteY0" fmla="*/ 431006 h 431006"/>
              <a:gd name="connsiteX1" fmla="*/ 15431 w 1733550"/>
              <a:gd name="connsiteY1" fmla="*/ 263081 h 431006"/>
              <a:gd name="connsiteX2" fmla="*/ 0 w 1733550"/>
              <a:gd name="connsiteY2" fmla="*/ 0 h 431006"/>
              <a:gd name="connsiteX3" fmla="*/ 1733550 w 1733550"/>
              <a:gd name="connsiteY3" fmla="*/ 238125 h 431006"/>
              <a:gd name="connsiteX4" fmla="*/ 1733550 w 1733550"/>
              <a:gd name="connsiteY4" fmla="*/ 431006 h 431006"/>
              <a:gd name="connsiteX0" fmla="*/ 1718119 w 1718119"/>
              <a:gd name="connsiteY0" fmla="*/ 405904 h 405904"/>
              <a:gd name="connsiteX1" fmla="*/ 0 w 1718119"/>
              <a:gd name="connsiteY1" fmla="*/ 237979 h 405904"/>
              <a:gd name="connsiteX2" fmla="*/ 15577 w 1718119"/>
              <a:gd name="connsiteY2" fmla="*/ 0 h 405904"/>
              <a:gd name="connsiteX3" fmla="*/ 1718119 w 1718119"/>
              <a:gd name="connsiteY3" fmla="*/ 213023 h 405904"/>
              <a:gd name="connsiteX4" fmla="*/ 1718119 w 1718119"/>
              <a:gd name="connsiteY4" fmla="*/ 405904 h 405904"/>
              <a:gd name="connsiteX0" fmla="*/ 1724691 w 1724691"/>
              <a:gd name="connsiteY0" fmla="*/ 423623 h 423623"/>
              <a:gd name="connsiteX1" fmla="*/ 6572 w 1724691"/>
              <a:gd name="connsiteY1" fmla="*/ 255698 h 423623"/>
              <a:gd name="connsiteX2" fmla="*/ 0 w 1724691"/>
              <a:gd name="connsiteY2" fmla="*/ 0 h 423623"/>
              <a:gd name="connsiteX3" fmla="*/ 1724691 w 1724691"/>
              <a:gd name="connsiteY3" fmla="*/ 230742 h 423623"/>
              <a:gd name="connsiteX4" fmla="*/ 1724691 w 1724691"/>
              <a:gd name="connsiteY4" fmla="*/ 423623 h 4236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4691" h="423623">
                <a:moveTo>
                  <a:pt x="1724691" y="423623"/>
                </a:moveTo>
                <a:lnTo>
                  <a:pt x="6572" y="255698"/>
                </a:lnTo>
                <a:lnTo>
                  <a:pt x="0" y="0"/>
                </a:lnTo>
                <a:lnTo>
                  <a:pt x="1724691" y="230742"/>
                </a:lnTo>
                <a:lnTo>
                  <a:pt x="1724691" y="423623"/>
                </a:lnTo>
                <a:close/>
              </a:path>
            </a:pathLst>
          </a:custGeom>
          <a:gradFill>
            <a:gsLst>
              <a:gs pos="0">
                <a:schemeClr val="accent1"/>
              </a:gs>
              <a:gs pos="100000">
                <a:schemeClr val="accent1">
                  <a:alpha val="0"/>
                </a:schemeClr>
              </a:gs>
            </a:gsLst>
            <a:lin ang="10800000" scaled="0"/>
          </a:gradFill>
          <a:ln w="9525" cap="flat">
            <a:noFill/>
            <a:prstDash val="solid"/>
            <a:miter/>
          </a:ln>
        </p:spPr>
        <p:txBody>
          <a:bodyPr rtlCol="0" anchor="ctr"/>
          <a:lstStyle/>
          <a:p>
            <a:endParaRPr lang="zh-CN" altLang="en-US"/>
          </a:p>
        </p:txBody>
      </p:sp>
      <p:sp>
        <p:nvSpPr>
          <p:cNvPr id="111" name="图形 51">
            <a:extLst>
              <a:ext uri="{FF2B5EF4-FFF2-40B4-BE49-F238E27FC236}">
                <a16:creationId xmlns:a16="http://schemas.microsoft.com/office/drawing/2014/main" id="{722CAC02-3A62-6D53-1085-A33F0D0E6F18}"/>
              </a:ext>
            </a:extLst>
          </p:cNvPr>
          <p:cNvSpPr/>
          <p:nvPr/>
        </p:nvSpPr>
        <p:spPr>
          <a:xfrm flipH="1" flipV="1">
            <a:off x="8195305" y="3185453"/>
            <a:ext cx="2192909" cy="342670"/>
          </a:xfrm>
          <a:custGeom>
            <a:avLst/>
            <a:gdLst>
              <a:gd name="connsiteX0" fmla="*/ 1733550 w 1733550"/>
              <a:gd name="connsiteY0" fmla="*/ 431006 h 431006"/>
              <a:gd name="connsiteX1" fmla="*/ 15431 w 1733550"/>
              <a:gd name="connsiteY1" fmla="*/ 263081 h 431006"/>
              <a:gd name="connsiteX2" fmla="*/ 0 w 1733550"/>
              <a:gd name="connsiteY2" fmla="*/ 0 h 431006"/>
              <a:gd name="connsiteX3" fmla="*/ 1733550 w 1733550"/>
              <a:gd name="connsiteY3" fmla="*/ 238125 h 431006"/>
              <a:gd name="connsiteX4" fmla="*/ 1733550 w 1733550"/>
              <a:gd name="connsiteY4" fmla="*/ 431006 h 431006"/>
              <a:gd name="connsiteX0" fmla="*/ 1718119 w 1718119"/>
              <a:gd name="connsiteY0" fmla="*/ 405904 h 405904"/>
              <a:gd name="connsiteX1" fmla="*/ 0 w 1718119"/>
              <a:gd name="connsiteY1" fmla="*/ 237979 h 405904"/>
              <a:gd name="connsiteX2" fmla="*/ 15577 w 1718119"/>
              <a:gd name="connsiteY2" fmla="*/ 0 h 405904"/>
              <a:gd name="connsiteX3" fmla="*/ 1718119 w 1718119"/>
              <a:gd name="connsiteY3" fmla="*/ 213023 h 405904"/>
              <a:gd name="connsiteX4" fmla="*/ 1718119 w 1718119"/>
              <a:gd name="connsiteY4" fmla="*/ 405904 h 405904"/>
              <a:gd name="connsiteX0" fmla="*/ 1724691 w 1724691"/>
              <a:gd name="connsiteY0" fmla="*/ 423623 h 423623"/>
              <a:gd name="connsiteX1" fmla="*/ 6572 w 1724691"/>
              <a:gd name="connsiteY1" fmla="*/ 255698 h 423623"/>
              <a:gd name="connsiteX2" fmla="*/ 0 w 1724691"/>
              <a:gd name="connsiteY2" fmla="*/ 0 h 423623"/>
              <a:gd name="connsiteX3" fmla="*/ 1724691 w 1724691"/>
              <a:gd name="connsiteY3" fmla="*/ 230742 h 423623"/>
              <a:gd name="connsiteX4" fmla="*/ 1724691 w 1724691"/>
              <a:gd name="connsiteY4" fmla="*/ 423623 h 423623"/>
              <a:gd name="connsiteX0" fmla="*/ 1724691 w 1724691"/>
              <a:gd name="connsiteY0" fmla="*/ 423623 h 423623"/>
              <a:gd name="connsiteX1" fmla="*/ 6572 w 1724691"/>
              <a:gd name="connsiteY1" fmla="*/ 255698 h 423623"/>
              <a:gd name="connsiteX2" fmla="*/ 0 w 1724691"/>
              <a:gd name="connsiteY2" fmla="*/ 0 h 423623"/>
              <a:gd name="connsiteX3" fmla="*/ 1718784 w 1724691"/>
              <a:gd name="connsiteY3" fmla="*/ 80130 h 423623"/>
              <a:gd name="connsiteX4" fmla="*/ 1724691 w 1724691"/>
              <a:gd name="connsiteY4" fmla="*/ 423623 h 423623"/>
              <a:gd name="connsiteX0" fmla="*/ 1724691 w 1724691"/>
              <a:gd name="connsiteY0" fmla="*/ 231667 h 255698"/>
              <a:gd name="connsiteX1" fmla="*/ 6572 w 1724691"/>
              <a:gd name="connsiteY1" fmla="*/ 255698 h 255698"/>
              <a:gd name="connsiteX2" fmla="*/ 0 w 1724691"/>
              <a:gd name="connsiteY2" fmla="*/ 0 h 255698"/>
              <a:gd name="connsiteX3" fmla="*/ 1718784 w 1724691"/>
              <a:gd name="connsiteY3" fmla="*/ 80130 h 255698"/>
              <a:gd name="connsiteX4" fmla="*/ 1724691 w 1724691"/>
              <a:gd name="connsiteY4" fmla="*/ 231667 h 255698"/>
              <a:gd name="connsiteX0" fmla="*/ 1718784 w 1718784"/>
              <a:gd name="connsiteY0" fmla="*/ 268582 h 268582"/>
              <a:gd name="connsiteX1" fmla="*/ 6572 w 1718784"/>
              <a:gd name="connsiteY1" fmla="*/ 255698 h 268582"/>
              <a:gd name="connsiteX2" fmla="*/ 0 w 1718784"/>
              <a:gd name="connsiteY2" fmla="*/ 0 h 268582"/>
              <a:gd name="connsiteX3" fmla="*/ 1718784 w 1718784"/>
              <a:gd name="connsiteY3" fmla="*/ 80130 h 268582"/>
              <a:gd name="connsiteX4" fmla="*/ 1718784 w 1718784"/>
              <a:gd name="connsiteY4" fmla="*/ 268582 h 268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8784" h="268582">
                <a:moveTo>
                  <a:pt x="1718784" y="268582"/>
                </a:moveTo>
                <a:lnTo>
                  <a:pt x="6572" y="255698"/>
                </a:lnTo>
                <a:lnTo>
                  <a:pt x="0" y="0"/>
                </a:lnTo>
                <a:lnTo>
                  <a:pt x="1718784" y="80130"/>
                </a:lnTo>
                <a:lnTo>
                  <a:pt x="1718784" y="268582"/>
                </a:lnTo>
                <a:close/>
              </a:path>
            </a:pathLst>
          </a:custGeom>
          <a:gradFill>
            <a:gsLst>
              <a:gs pos="0">
                <a:schemeClr val="accent1"/>
              </a:gs>
              <a:gs pos="100000">
                <a:schemeClr val="accent1">
                  <a:alpha val="0"/>
                </a:schemeClr>
              </a:gs>
            </a:gsLst>
            <a:lin ang="10800000" scaled="0"/>
          </a:gradFill>
          <a:ln w="9525" cap="flat">
            <a:noFill/>
            <a:prstDash val="solid"/>
            <a:miter/>
          </a:ln>
        </p:spPr>
        <p:txBody>
          <a:bodyPr rtlCol="0" anchor="ctr"/>
          <a:lstStyle/>
          <a:p>
            <a:endParaRPr lang="zh-CN" altLang="en-US"/>
          </a:p>
        </p:txBody>
      </p:sp>
      <p:grpSp>
        <p:nvGrpSpPr>
          <p:cNvPr id="112" name="组合 111">
            <a:extLst>
              <a:ext uri="{FF2B5EF4-FFF2-40B4-BE49-F238E27FC236}">
                <a16:creationId xmlns:a16="http://schemas.microsoft.com/office/drawing/2014/main" id="{0BBACC91-4C98-EDCB-0745-691BF2E11B33}"/>
              </a:ext>
            </a:extLst>
          </p:cNvPr>
          <p:cNvGrpSpPr>
            <a:grpSpLocks/>
          </p:cNvGrpSpPr>
          <p:nvPr/>
        </p:nvGrpSpPr>
        <p:grpSpPr>
          <a:xfrm flipH="1">
            <a:off x="9566076" y="2558029"/>
            <a:ext cx="699760" cy="255178"/>
            <a:chOff x="187860" y="2957889"/>
            <a:chExt cx="717676" cy="219717"/>
          </a:xfrm>
          <a:scene3d>
            <a:camera prst="perspectiveLeft">
              <a:rot lat="0" lon="20399999" rev="300000"/>
            </a:camera>
            <a:lightRig rig="threePt" dir="t"/>
          </a:scene3d>
        </p:grpSpPr>
        <p:sp>
          <p:nvSpPr>
            <p:cNvPr id="143" name="椭圆 142">
              <a:extLst>
                <a:ext uri="{FF2B5EF4-FFF2-40B4-BE49-F238E27FC236}">
                  <a16:creationId xmlns:a16="http://schemas.microsoft.com/office/drawing/2014/main" id="{13EEAD9A-E560-020B-98CA-4B5B8546C340}"/>
                </a:ext>
              </a:extLst>
            </p:cNvPr>
            <p:cNvSpPr/>
            <p:nvPr/>
          </p:nvSpPr>
          <p:spPr>
            <a:xfrm>
              <a:off x="204788" y="2957889"/>
              <a:ext cx="683820" cy="909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4" name="椭圆 143">
              <a:extLst>
                <a:ext uri="{FF2B5EF4-FFF2-40B4-BE49-F238E27FC236}">
                  <a16:creationId xmlns:a16="http://schemas.microsoft.com/office/drawing/2014/main" id="{A867882E-7252-5537-7090-66DFC10A8EB3}"/>
                </a:ext>
              </a:extLst>
            </p:cNvPr>
            <p:cNvSpPr/>
            <p:nvPr/>
          </p:nvSpPr>
          <p:spPr>
            <a:xfrm>
              <a:off x="226605" y="2987762"/>
              <a:ext cx="640187" cy="95418"/>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椭圆 144">
              <a:extLst>
                <a:ext uri="{FF2B5EF4-FFF2-40B4-BE49-F238E27FC236}">
                  <a16:creationId xmlns:a16="http://schemas.microsoft.com/office/drawing/2014/main" id="{E1941C24-D115-E01A-6E24-0EF399158433}"/>
                </a:ext>
              </a:extLst>
            </p:cNvPr>
            <p:cNvSpPr/>
            <p:nvPr/>
          </p:nvSpPr>
          <p:spPr>
            <a:xfrm>
              <a:off x="226605" y="3005849"/>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椭圆 145">
              <a:extLst>
                <a:ext uri="{FF2B5EF4-FFF2-40B4-BE49-F238E27FC236}">
                  <a16:creationId xmlns:a16="http://schemas.microsoft.com/office/drawing/2014/main" id="{B7CADB90-E1A9-39D3-12F2-D387EAE65A96}"/>
                </a:ext>
              </a:extLst>
            </p:cNvPr>
            <p:cNvSpPr/>
            <p:nvPr/>
          </p:nvSpPr>
          <p:spPr>
            <a:xfrm>
              <a:off x="226605" y="3021676"/>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椭圆 146">
              <a:extLst>
                <a:ext uri="{FF2B5EF4-FFF2-40B4-BE49-F238E27FC236}">
                  <a16:creationId xmlns:a16="http://schemas.microsoft.com/office/drawing/2014/main" id="{2B5D7BB2-6591-85E0-9EA9-70D95838B4E2}"/>
                </a:ext>
              </a:extLst>
            </p:cNvPr>
            <p:cNvSpPr/>
            <p:nvPr/>
          </p:nvSpPr>
          <p:spPr>
            <a:xfrm>
              <a:off x="187860" y="3066890"/>
              <a:ext cx="717676" cy="1107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3" name="组合 112">
            <a:extLst>
              <a:ext uri="{FF2B5EF4-FFF2-40B4-BE49-F238E27FC236}">
                <a16:creationId xmlns:a16="http://schemas.microsoft.com/office/drawing/2014/main" id="{1EB41E9F-A07A-3742-EC8B-4B2EB131B88C}"/>
              </a:ext>
            </a:extLst>
          </p:cNvPr>
          <p:cNvGrpSpPr/>
          <p:nvPr/>
        </p:nvGrpSpPr>
        <p:grpSpPr>
          <a:xfrm flipH="1">
            <a:off x="8879936" y="2627809"/>
            <a:ext cx="607370" cy="221487"/>
            <a:chOff x="187860" y="2957889"/>
            <a:chExt cx="717676" cy="219717"/>
          </a:xfrm>
          <a:scene3d>
            <a:camera prst="perspectiveLeft">
              <a:rot lat="0" lon="20399999" rev="300000"/>
            </a:camera>
            <a:lightRig rig="threePt" dir="t"/>
          </a:scene3d>
        </p:grpSpPr>
        <p:sp>
          <p:nvSpPr>
            <p:cNvPr id="138" name="椭圆 137">
              <a:extLst>
                <a:ext uri="{FF2B5EF4-FFF2-40B4-BE49-F238E27FC236}">
                  <a16:creationId xmlns:a16="http://schemas.microsoft.com/office/drawing/2014/main" id="{E4157398-4FF4-0034-BEEA-2BF82F876C18}"/>
                </a:ext>
              </a:extLst>
            </p:cNvPr>
            <p:cNvSpPr/>
            <p:nvPr/>
          </p:nvSpPr>
          <p:spPr>
            <a:xfrm>
              <a:off x="204788" y="2957889"/>
              <a:ext cx="683820" cy="909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9" name="椭圆 138">
              <a:extLst>
                <a:ext uri="{FF2B5EF4-FFF2-40B4-BE49-F238E27FC236}">
                  <a16:creationId xmlns:a16="http://schemas.microsoft.com/office/drawing/2014/main" id="{E6956CDE-FB7C-AB60-D638-68DF5C97ABF8}"/>
                </a:ext>
              </a:extLst>
            </p:cNvPr>
            <p:cNvSpPr/>
            <p:nvPr/>
          </p:nvSpPr>
          <p:spPr>
            <a:xfrm>
              <a:off x="226605" y="2987762"/>
              <a:ext cx="640187" cy="95418"/>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a:extLst>
                <a:ext uri="{FF2B5EF4-FFF2-40B4-BE49-F238E27FC236}">
                  <a16:creationId xmlns:a16="http://schemas.microsoft.com/office/drawing/2014/main" id="{B9380050-5B79-AABC-91CB-62F66E2B4DE6}"/>
                </a:ext>
              </a:extLst>
            </p:cNvPr>
            <p:cNvSpPr/>
            <p:nvPr/>
          </p:nvSpPr>
          <p:spPr>
            <a:xfrm>
              <a:off x="226605" y="3005849"/>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a:extLst>
                <a:ext uri="{FF2B5EF4-FFF2-40B4-BE49-F238E27FC236}">
                  <a16:creationId xmlns:a16="http://schemas.microsoft.com/office/drawing/2014/main" id="{DB98FD9F-090A-D0DC-CE5C-DA58DE261694}"/>
                </a:ext>
              </a:extLst>
            </p:cNvPr>
            <p:cNvSpPr/>
            <p:nvPr/>
          </p:nvSpPr>
          <p:spPr>
            <a:xfrm>
              <a:off x="226605" y="3021676"/>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a:extLst>
                <a:ext uri="{FF2B5EF4-FFF2-40B4-BE49-F238E27FC236}">
                  <a16:creationId xmlns:a16="http://schemas.microsoft.com/office/drawing/2014/main" id="{52DD0CFF-005A-52FA-9BB5-F012CF273844}"/>
                </a:ext>
              </a:extLst>
            </p:cNvPr>
            <p:cNvSpPr/>
            <p:nvPr/>
          </p:nvSpPr>
          <p:spPr>
            <a:xfrm>
              <a:off x="187860" y="3066890"/>
              <a:ext cx="717676" cy="1107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4" name="组合 113">
            <a:extLst>
              <a:ext uri="{FF2B5EF4-FFF2-40B4-BE49-F238E27FC236}">
                <a16:creationId xmlns:a16="http://schemas.microsoft.com/office/drawing/2014/main" id="{2933B543-D827-9106-41BF-FCC6552C7E27}"/>
              </a:ext>
            </a:extLst>
          </p:cNvPr>
          <p:cNvGrpSpPr/>
          <p:nvPr/>
        </p:nvGrpSpPr>
        <p:grpSpPr>
          <a:xfrm flipH="1">
            <a:off x="8241967" y="2678100"/>
            <a:ext cx="518348" cy="189023"/>
            <a:chOff x="187860" y="2957889"/>
            <a:chExt cx="717676" cy="219717"/>
          </a:xfrm>
          <a:scene3d>
            <a:camera prst="perspectiveLeft">
              <a:rot lat="0" lon="20399999" rev="300000"/>
            </a:camera>
            <a:lightRig rig="threePt" dir="t"/>
          </a:scene3d>
        </p:grpSpPr>
        <p:sp>
          <p:nvSpPr>
            <p:cNvPr id="133" name="椭圆 132">
              <a:extLst>
                <a:ext uri="{FF2B5EF4-FFF2-40B4-BE49-F238E27FC236}">
                  <a16:creationId xmlns:a16="http://schemas.microsoft.com/office/drawing/2014/main" id="{EF4CF55A-8927-50CC-5861-A8EC613C2496}"/>
                </a:ext>
              </a:extLst>
            </p:cNvPr>
            <p:cNvSpPr/>
            <p:nvPr/>
          </p:nvSpPr>
          <p:spPr>
            <a:xfrm>
              <a:off x="204788" y="2957889"/>
              <a:ext cx="683820" cy="909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 name="椭圆 133">
              <a:extLst>
                <a:ext uri="{FF2B5EF4-FFF2-40B4-BE49-F238E27FC236}">
                  <a16:creationId xmlns:a16="http://schemas.microsoft.com/office/drawing/2014/main" id="{17BE4933-0056-99B0-F678-7E5BA3CB809D}"/>
                </a:ext>
              </a:extLst>
            </p:cNvPr>
            <p:cNvSpPr/>
            <p:nvPr/>
          </p:nvSpPr>
          <p:spPr>
            <a:xfrm>
              <a:off x="226605" y="2987762"/>
              <a:ext cx="640187" cy="95418"/>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a:extLst>
                <a:ext uri="{FF2B5EF4-FFF2-40B4-BE49-F238E27FC236}">
                  <a16:creationId xmlns:a16="http://schemas.microsoft.com/office/drawing/2014/main" id="{13AE982E-E381-08C4-72EF-EB6084D002A9}"/>
                </a:ext>
              </a:extLst>
            </p:cNvPr>
            <p:cNvSpPr/>
            <p:nvPr/>
          </p:nvSpPr>
          <p:spPr>
            <a:xfrm>
              <a:off x="226605" y="3005849"/>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a:extLst>
                <a:ext uri="{FF2B5EF4-FFF2-40B4-BE49-F238E27FC236}">
                  <a16:creationId xmlns:a16="http://schemas.microsoft.com/office/drawing/2014/main" id="{448D3C48-6F56-A5B2-ACFD-D84FE4FF6461}"/>
                </a:ext>
              </a:extLst>
            </p:cNvPr>
            <p:cNvSpPr/>
            <p:nvPr/>
          </p:nvSpPr>
          <p:spPr>
            <a:xfrm>
              <a:off x="226605" y="3021676"/>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a:extLst>
                <a:ext uri="{FF2B5EF4-FFF2-40B4-BE49-F238E27FC236}">
                  <a16:creationId xmlns:a16="http://schemas.microsoft.com/office/drawing/2014/main" id="{98A7A70F-7A06-4AC8-AC68-FFD10218E5F5}"/>
                </a:ext>
              </a:extLst>
            </p:cNvPr>
            <p:cNvSpPr/>
            <p:nvPr/>
          </p:nvSpPr>
          <p:spPr>
            <a:xfrm>
              <a:off x="187860" y="3066890"/>
              <a:ext cx="717676" cy="1107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5" name="组合 114">
            <a:extLst>
              <a:ext uri="{FF2B5EF4-FFF2-40B4-BE49-F238E27FC236}">
                <a16:creationId xmlns:a16="http://schemas.microsoft.com/office/drawing/2014/main" id="{2763B098-60CE-9C54-AB11-84F084A29303}"/>
              </a:ext>
            </a:extLst>
          </p:cNvPr>
          <p:cNvGrpSpPr>
            <a:grpSpLocks/>
          </p:cNvGrpSpPr>
          <p:nvPr/>
        </p:nvGrpSpPr>
        <p:grpSpPr>
          <a:xfrm flipH="1">
            <a:off x="9572719" y="3760440"/>
            <a:ext cx="699760" cy="255178"/>
            <a:chOff x="187860" y="2957889"/>
            <a:chExt cx="717676" cy="219717"/>
          </a:xfrm>
          <a:scene3d>
            <a:camera prst="perspectiveLeft">
              <a:rot lat="21000000" lon="20400000" rev="180000"/>
            </a:camera>
            <a:lightRig rig="threePt" dir="t"/>
          </a:scene3d>
        </p:grpSpPr>
        <p:sp>
          <p:nvSpPr>
            <p:cNvPr id="128" name="椭圆 127">
              <a:extLst>
                <a:ext uri="{FF2B5EF4-FFF2-40B4-BE49-F238E27FC236}">
                  <a16:creationId xmlns:a16="http://schemas.microsoft.com/office/drawing/2014/main" id="{3150E216-D878-3C94-7551-D9643D3AF5F3}"/>
                </a:ext>
              </a:extLst>
            </p:cNvPr>
            <p:cNvSpPr/>
            <p:nvPr/>
          </p:nvSpPr>
          <p:spPr>
            <a:xfrm>
              <a:off x="204788" y="2957889"/>
              <a:ext cx="683820" cy="909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椭圆 128">
              <a:extLst>
                <a:ext uri="{FF2B5EF4-FFF2-40B4-BE49-F238E27FC236}">
                  <a16:creationId xmlns:a16="http://schemas.microsoft.com/office/drawing/2014/main" id="{23A1AA2E-EFA6-A160-9D22-8F7810F2D638}"/>
                </a:ext>
              </a:extLst>
            </p:cNvPr>
            <p:cNvSpPr/>
            <p:nvPr/>
          </p:nvSpPr>
          <p:spPr>
            <a:xfrm>
              <a:off x="226605" y="2987762"/>
              <a:ext cx="640187" cy="95418"/>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a:extLst>
                <a:ext uri="{FF2B5EF4-FFF2-40B4-BE49-F238E27FC236}">
                  <a16:creationId xmlns:a16="http://schemas.microsoft.com/office/drawing/2014/main" id="{D30A76CA-9C76-65DE-80DF-7783B93CE616}"/>
                </a:ext>
              </a:extLst>
            </p:cNvPr>
            <p:cNvSpPr/>
            <p:nvPr/>
          </p:nvSpPr>
          <p:spPr>
            <a:xfrm>
              <a:off x="226605" y="3005849"/>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a:extLst>
                <a:ext uri="{FF2B5EF4-FFF2-40B4-BE49-F238E27FC236}">
                  <a16:creationId xmlns:a16="http://schemas.microsoft.com/office/drawing/2014/main" id="{9357FA45-21A4-C1CB-4608-0D882A1878EF}"/>
                </a:ext>
              </a:extLst>
            </p:cNvPr>
            <p:cNvSpPr/>
            <p:nvPr/>
          </p:nvSpPr>
          <p:spPr>
            <a:xfrm>
              <a:off x="226605" y="3021676"/>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a:extLst>
                <a:ext uri="{FF2B5EF4-FFF2-40B4-BE49-F238E27FC236}">
                  <a16:creationId xmlns:a16="http://schemas.microsoft.com/office/drawing/2014/main" id="{4C65D6A5-FA6D-EDA6-854A-249828EB4E72}"/>
                </a:ext>
              </a:extLst>
            </p:cNvPr>
            <p:cNvSpPr/>
            <p:nvPr/>
          </p:nvSpPr>
          <p:spPr>
            <a:xfrm>
              <a:off x="187860" y="3066890"/>
              <a:ext cx="717676" cy="1107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6" name="组合 115">
            <a:extLst>
              <a:ext uri="{FF2B5EF4-FFF2-40B4-BE49-F238E27FC236}">
                <a16:creationId xmlns:a16="http://schemas.microsoft.com/office/drawing/2014/main" id="{A36AE2C7-A867-755B-6202-C29D5635F1A5}"/>
              </a:ext>
            </a:extLst>
          </p:cNvPr>
          <p:cNvGrpSpPr/>
          <p:nvPr/>
        </p:nvGrpSpPr>
        <p:grpSpPr>
          <a:xfrm flipH="1">
            <a:off x="8885980" y="3723056"/>
            <a:ext cx="603018" cy="219899"/>
            <a:chOff x="187860" y="2957889"/>
            <a:chExt cx="717676" cy="219717"/>
          </a:xfrm>
          <a:scene3d>
            <a:camera prst="perspectiveLeft">
              <a:rot lat="21000000" lon="20400000" rev="180000"/>
            </a:camera>
            <a:lightRig rig="threePt" dir="t"/>
          </a:scene3d>
        </p:grpSpPr>
        <p:sp>
          <p:nvSpPr>
            <p:cNvPr id="123" name="椭圆 122">
              <a:extLst>
                <a:ext uri="{FF2B5EF4-FFF2-40B4-BE49-F238E27FC236}">
                  <a16:creationId xmlns:a16="http://schemas.microsoft.com/office/drawing/2014/main" id="{AC1B3C42-A1B7-FDE8-9475-BDCC140C6409}"/>
                </a:ext>
              </a:extLst>
            </p:cNvPr>
            <p:cNvSpPr/>
            <p:nvPr/>
          </p:nvSpPr>
          <p:spPr>
            <a:xfrm>
              <a:off x="204788" y="2957889"/>
              <a:ext cx="683820" cy="909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 name="椭圆 123">
              <a:extLst>
                <a:ext uri="{FF2B5EF4-FFF2-40B4-BE49-F238E27FC236}">
                  <a16:creationId xmlns:a16="http://schemas.microsoft.com/office/drawing/2014/main" id="{B8257CF6-B796-3FA5-3DF2-DA4F3915D816}"/>
                </a:ext>
              </a:extLst>
            </p:cNvPr>
            <p:cNvSpPr/>
            <p:nvPr/>
          </p:nvSpPr>
          <p:spPr>
            <a:xfrm>
              <a:off x="226605" y="2987762"/>
              <a:ext cx="640187" cy="95418"/>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a:extLst>
                <a:ext uri="{FF2B5EF4-FFF2-40B4-BE49-F238E27FC236}">
                  <a16:creationId xmlns:a16="http://schemas.microsoft.com/office/drawing/2014/main" id="{0A6F9E2A-EEAD-D796-2218-016AD03C8EEF}"/>
                </a:ext>
              </a:extLst>
            </p:cNvPr>
            <p:cNvSpPr/>
            <p:nvPr/>
          </p:nvSpPr>
          <p:spPr>
            <a:xfrm>
              <a:off x="226605" y="3005849"/>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a:extLst>
                <a:ext uri="{FF2B5EF4-FFF2-40B4-BE49-F238E27FC236}">
                  <a16:creationId xmlns:a16="http://schemas.microsoft.com/office/drawing/2014/main" id="{CB6C168B-5E56-D4FE-F104-691250BE33EC}"/>
                </a:ext>
              </a:extLst>
            </p:cNvPr>
            <p:cNvSpPr/>
            <p:nvPr/>
          </p:nvSpPr>
          <p:spPr>
            <a:xfrm>
              <a:off x="226605" y="3021676"/>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a:extLst>
                <a:ext uri="{FF2B5EF4-FFF2-40B4-BE49-F238E27FC236}">
                  <a16:creationId xmlns:a16="http://schemas.microsoft.com/office/drawing/2014/main" id="{47CAFE1B-9351-C1B2-F48E-448058A677D5}"/>
                </a:ext>
              </a:extLst>
            </p:cNvPr>
            <p:cNvSpPr/>
            <p:nvPr/>
          </p:nvSpPr>
          <p:spPr>
            <a:xfrm>
              <a:off x="187860" y="3066890"/>
              <a:ext cx="717676" cy="1107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7" name="组合 116">
            <a:extLst>
              <a:ext uri="{FF2B5EF4-FFF2-40B4-BE49-F238E27FC236}">
                <a16:creationId xmlns:a16="http://schemas.microsoft.com/office/drawing/2014/main" id="{61094060-9AA3-93FE-5FAF-A588A68F1A98}"/>
              </a:ext>
            </a:extLst>
          </p:cNvPr>
          <p:cNvGrpSpPr/>
          <p:nvPr/>
        </p:nvGrpSpPr>
        <p:grpSpPr>
          <a:xfrm flipH="1">
            <a:off x="8241967" y="3686954"/>
            <a:ext cx="518348" cy="189023"/>
            <a:chOff x="187860" y="2957889"/>
            <a:chExt cx="717676" cy="219717"/>
          </a:xfrm>
          <a:scene3d>
            <a:camera prst="perspectiveLeft">
              <a:rot lat="21000000" lon="20400000" rev="180000"/>
            </a:camera>
            <a:lightRig rig="threePt" dir="t"/>
          </a:scene3d>
        </p:grpSpPr>
        <p:sp>
          <p:nvSpPr>
            <p:cNvPr id="118" name="椭圆 117">
              <a:extLst>
                <a:ext uri="{FF2B5EF4-FFF2-40B4-BE49-F238E27FC236}">
                  <a16:creationId xmlns:a16="http://schemas.microsoft.com/office/drawing/2014/main" id="{714575B9-ADC0-9E20-A31E-3CA32E82A354}"/>
                </a:ext>
              </a:extLst>
            </p:cNvPr>
            <p:cNvSpPr/>
            <p:nvPr/>
          </p:nvSpPr>
          <p:spPr>
            <a:xfrm>
              <a:off x="204788" y="2957889"/>
              <a:ext cx="683820" cy="909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 name="椭圆 118">
              <a:extLst>
                <a:ext uri="{FF2B5EF4-FFF2-40B4-BE49-F238E27FC236}">
                  <a16:creationId xmlns:a16="http://schemas.microsoft.com/office/drawing/2014/main" id="{0A4CF1CF-F2CD-EF9C-3A9B-334C727A24D1}"/>
                </a:ext>
              </a:extLst>
            </p:cNvPr>
            <p:cNvSpPr/>
            <p:nvPr/>
          </p:nvSpPr>
          <p:spPr>
            <a:xfrm>
              <a:off x="226605" y="2987762"/>
              <a:ext cx="640187" cy="95418"/>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a:extLst>
                <a:ext uri="{FF2B5EF4-FFF2-40B4-BE49-F238E27FC236}">
                  <a16:creationId xmlns:a16="http://schemas.microsoft.com/office/drawing/2014/main" id="{076DDDCB-203D-8DFB-7043-0F3CF18DB1EE}"/>
                </a:ext>
              </a:extLst>
            </p:cNvPr>
            <p:cNvSpPr/>
            <p:nvPr/>
          </p:nvSpPr>
          <p:spPr>
            <a:xfrm>
              <a:off x="226605" y="3005849"/>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a:extLst>
                <a:ext uri="{FF2B5EF4-FFF2-40B4-BE49-F238E27FC236}">
                  <a16:creationId xmlns:a16="http://schemas.microsoft.com/office/drawing/2014/main" id="{98CC5E47-F81D-BC7F-9B23-60CA092623AA}"/>
                </a:ext>
              </a:extLst>
            </p:cNvPr>
            <p:cNvSpPr/>
            <p:nvPr/>
          </p:nvSpPr>
          <p:spPr>
            <a:xfrm>
              <a:off x="226605" y="3021676"/>
              <a:ext cx="640187" cy="95418"/>
            </a:xfrm>
            <a:prstGeom prst="ellipse">
              <a:avLst/>
            </a:prstGeom>
            <a:solidFill>
              <a:schemeClr val="accent1">
                <a:alpha val="34000"/>
              </a:schemeClr>
            </a:solid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a:extLst>
                <a:ext uri="{FF2B5EF4-FFF2-40B4-BE49-F238E27FC236}">
                  <a16:creationId xmlns:a16="http://schemas.microsoft.com/office/drawing/2014/main" id="{7628738C-2B0B-CE6A-0915-10B72CE2251F}"/>
                </a:ext>
              </a:extLst>
            </p:cNvPr>
            <p:cNvSpPr/>
            <p:nvPr/>
          </p:nvSpPr>
          <p:spPr>
            <a:xfrm>
              <a:off x="187860" y="3066890"/>
              <a:ext cx="717676" cy="110716"/>
            </a:xfrm>
            <a:prstGeom prst="ellipse">
              <a:avLst/>
            </a:prstGeom>
            <a:noFill/>
            <a:ln w="6350">
              <a:gradFill>
                <a:gsLst>
                  <a:gs pos="19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6" name="组合 35">
            <a:extLst>
              <a:ext uri="{FF2B5EF4-FFF2-40B4-BE49-F238E27FC236}">
                <a16:creationId xmlns:a16="http://schemas.microsoft.com/office/drawing/2014/main" id="{151692AE-8A09-A82A-A7E8-F76C574967F8}"/>
              </a:ext>
            </a:extLst>
          </p:cNvPr>
          <p:cNvGrpSpPr/>
          <p:nvPr/>
        </p:nvGrpSpPr>
        <p:grpSpPr>
          <a:xfrm>
            <a:off x="1896407" y="2009082"/>
            <a:ext cx="1529900" cy="328936"/>
            <a:chOff x="3381074" y="1038471"/>
            <a:chExt cx="1529900" cy="328936"/>
          </a:xfrm>
          <a:scene3d>
            <a:camera prst="isometricTopUp">
              <a:rot lat="20075966" lon="20405760" rev="156564"/>
            </a:camera>
            <a:lightRig rig="threePt" dir="t"/>
          </a:scene3d>
        </p:grpSpPr>
        <p:sp>
          <p:nvSpPr>
            <p:cNvPr id="34" name="矩形 33">
              <a:extLst>
                <a:ext uri="{FF2B5EF4-FFF2-40B4-BE49-F238E27FC236}">
                  <a16:creationId xmlns:a16="http://schemas.microsoft.com/office/drawing/2014/main" id="{2B806754-A5D4-621F-6C2C-8BBA3BF3839B}"/>
                </a:ext>
              </a:extLst>
            </p:cNvPr>
            <p:cNvSpPr/>
            <p:nvPr/>
          </p:nvSpPr>
          <p:spPr>
            <a:xfrm>
              <a:off x="3381074" y="1118392"/>
              <a:ext cx="57697" cy="21059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5" name="文本框 34">
              <a:extLst>
                <a:ext uri="{FF2B5EF4-FFF2-40B4-BE49-F238E27FC236}">
                  <a16:creationId xmlns:a16="http://schemas.microsoft.com/office/drawing/2014/main" id="{5A9D31D4-E153-4754-F1B8-4BA1C094D699}"/>
                </a:ext>
              </a:extLst>
            </p:cNvPr>
            <p:cNvSpPr txBox="1"/>
            <p:nvPr/>
          </p:nvSpPr>
          <p:spPr>
            <a:xfrm>
              <a:off x="3469553" y="1038471"/>
              <a:ext cx="1441421" cy="328936"/>
            </a:xfrm>
            <a:prstGeom prst="rect">
              <a:avLst/>
            </a:prstGeom>
            <a:noFill/>
          </p:spPr>
          <p:txBody>
            <a:bodyPr wrap="none" rtlCol="0">
              <a:spAutoFit/>
            </a:bodyPr>
            <a:lstStyle/>
            <a:p>
              <a:pPr>
                <a:lnSpc>
                  <a:spcPct val="120000"/>
                </a:lnSpc>
              </a:pPr>
              <a:r>
                <a:rPr lang="zh-CN" altLang="en-US" sz="1400" b="1" dirty="0"/>
                <a:t>数据采集与整合</a:t>
              </a:r>
            </a:p>
          </p:txBody>
        </p:sp>
      </p:grpSp>
      <p:sp>
        <p:nvSpPr>
          <p:cNvPr id="51" name="矩形 50">
            <a:extLst>
              <a:ext uri="{FF2B5EF4-FFF2-40B4-BE49-F238E27FC236}">
                <a16:creationId xmlns:a16="http://schemas.microsoft.com/office/drawing/2014/main" id="{CDF9B462-7F58-03AB-3CBB-1B61E1E45CCF}"/>
              </a:ext>
            </a:extLst>
          </p:cNvPr>
          <p:cNvSpPr/>
          <p:nvPr/>
        </p:nvSpPr>
        <p:spPr>
          <a:xfrm>
            <a:off x="1918704" y="3273530"/>
            <a:ext cx="43200" cy="180000"/>
          </a:xfrm>
          <a:prstGeom prst="rect">
            <a:avLst/>
          </a:prstGeom>
          <a:solidFill>
            <a:schemeClr val="tx1"/>
          </a:solidFill>
          <a:ln>
            <a:noFill/>
          </a:ln>
          <a:scene3d>
            <a:camera prst="isometricTopUp">
              <a:rot lat="903451" lon="21028450" rev="21545597"/>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2" name="文本框 51">
            <a:extLst>
              <a:ext uri="{FF2B5EF4-FFF2-40B4-BE49-F238E27FC236}">
                <a16:creationId xmlns:a16="http://schemas.microsoft.com/office/drawing/2014/main" id="{10FB236B-F5EC-2B3D-A2ED-C7569668F7E2}"/>
              </a:ext>
            </a:extLst>
          </p:cNvPr>
          <p:cNvSpPr txBox="1"/>
          <p:nvPr/>
        </p:nvSpPr>
        <p:spPr>
          <a:xfrm>
            <a:off x="1988331" y="3168205"/>
            <a:ext cx="1441421" cy="328936"/>
          </a:xfrm>
          <a:prstGeom prst="rect">
            <a:avLst/>
          </a:prstGeom>
          <a:noFill/>
          <a:scene3d>
            <a:camera prst="isometricTopUp">
              <a:rot lat="903451" lon="21028450" rev="21545597"/>
            </a:camera>
            <a:lightRig rig="threePt" dir="t"/>
          </a:scene3d>
        </p:spPr>
        <p:txBody>
          <a:bodyPr wrap="none" rtlCol="0">
            <a:spAutoFit/>
          </a:bodyPr>
          <a:lstStyle/>
          <a:p>
            <a:pPr>
              <a:lnSpc>
                <a:spcPct val="120000"/>
              </a:lnSpc>
            </a:pPr>
            <a:r>
              <a:rPr lang="zh-CN" altLang="en-US" sz="1400" b="1" dirty="0"/>
              <a:t>安全分析与检测</a:t>
            </a:r>
          </a:p>
        </p:txBody>
      </p:sp>
      <p:sp>
        <p:nvSpPr>
          <p:cNvPr id="56" name="矩形 55">
            <a:extLst>
              <a:ext uri="{FF2B5EF4-FFF2-40B4-BE49-F238E27FC236}">
                <a16:creationId xmlns:a16="http://schemas.microsoft.com/office/drawing/2014/main" id="{3490CD5C-DE28-E504-A56F-4EBBCCB111EA}"/>
              </a:ext>
            </a:extLst>
          </p:cNvPr>
          <p:cNvSpPr/>
          <p:nvPr/>
        </p:nvSpPr>
        <p:spPr>
          <a:xfrm>
            <a:off x="8253968" y="2248925"/>
            <a:ext cx="43200" cy="180000"/>
          </a:xfrm>
          <a:prstGeom prst="rect">
            <a:avLst/>
          </a:prstGeom>
          <a:solidFill>
            <a:schemeClr val="tx1"/>
          </a:solidFill>
          <a:ln>
            <a:noFill/>
          </a:ln>
          <a:scene3d>
            <a:camera prst="isometricTopUp">
              <a:rot lat="1020000" lon="20192376" rev="21568576"/>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7" name="文本框 56">
            <a:extLst>
              <a:ext uri="{FF2B5EF4-FFF2-40B4-BE49-F238E27FC236}">
                <a16:creationId xmlns:a16="http://schemas.microsoft.com/office/drawing/2014/main" id="{1D27F791-A310-E368-DC9D-1CB5915DC98F}"/>
              </a:ext>
            </a:extLst>
          </p:cNvPr>
          <p:cNvSpPr txBox="1"/>
          <p:nvPr/>
        </p:nvSpPr>
        <p:spPr>
          <a:xfrm>
            <a:off x="8246303" y="2073649"/>
            <a:ext cx="1441421" cy="328936"/>
          </a:xfrm>
          <a:prstGeom prst="rect">
            <a:avLst/>
          </a:prstGeom>
          <a:noFill/>
          <a:scene3d>
            <a:camera prst="isometricTopUp">
              <a:rot lat="1020000" lon="20192376" rev="21568576"/>
            </a:camera>
            <a:lightRig rig="threePt" dir="t"/>
          </a:scene3d>
        </p:spPr>
        <p:txBody>
          <a:bodyPr wrap="none" rtlCol="0">
            <a:spAutoFit/>
          </a:bodyPr>
          <a:lstStyle/>
          <a:p>
            <a:pPr>
              <a:lnSpc>
                <a:spcPct val="120000"/>
              </a:lnSpc>
            </a:pPr>
            <a:r>
              <a:rPr lang="zh-CN" altLang="en-US" sz="1400" b="1" dirty="0"/>
              <a:t>安全预警与响应</a:t>
            </a:r>
          </a:p>
        </p:txBody>
      </p:sp>
      <p:sp>
        <p:nvSpPr>
          <p:cNvPr id="59" name="矩形 58">
            <a:extLst>
              <a:ext uri="{FF2B5EF4-FFF2-40B4-BE49-F238E27FC236}">
                <a16:creationId xmlns:a16="http://schemas.microsoft.com/office/drawing/2014/main" id="{DBC0B718-766C-F420-5D94-8DD753E7F0A9}"/>
              </a:ext>
            </a:extLst>
          </p:cNvPr>
          <p:cNvSpPr/>
          <p:nvPr/>
        </p:nvSpPr>
        <p:spPr>
          <a:xfrm>
            <a:off x="8260700" y="3221896"/>
            <a:ext cx="43200" cy="180000"/>
          </a:xfrm>
          <a:prstGeom prst="rect">
            <a:avLst/>
          </a:prstGeom>
          <a:solidFill>
            <a:schemeClr val="tx1"/>
          </a:solidFill>
          <a:ln>
            <a:noFill/>
          </a:ln>
          <a:scene3d>
            <a:camera prst="isometricTopUp">
              <a:rot lat="21005769" lon="21337818" rev="21547478"/>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0" name="文本框 59">
            <a:extLst>
              <a:ext uri="{FF2B5EF4-FFF2-40B4-BE49-F238E27FC236}">
                <a16:creationId xmlns:a16="http://schemas.microsoft.com/office/drawing/2014/main" id="{B10775EF-6961-AC18-7DE8-C2272D0282A8}"/>
              </a:ext>
            </a:extLst>
          </p:cNvPr>
          <p:cNvSpPr txBox="1"/>
          <p:nvPr/>
        </p:nvSpPr>
        <p:spPr>
          <a:xfrm>
            <a:off x="8295043" y="3147719"/>
            <a:ext cx="1261884" cy="328936"/>
          </a:xfrm>
          <a:prstGeom prst="rect">
            <a:avLst/>
          </a:prstGeom>
          <a:noFill/>
          <a:scene3d>
            <a:camera prst="isometricTopUp">
              <a:rot lat="20880000" lon="977178" rev="21314857"/>
            </a:camera>
            <a:lightRig rig="threePt" dir="t"/>
          </a:scene3d>
        </p:spPr>
        <p:txBody>
          <a:bodyPr wrap="none" rtlCol="0">
            <a:spAutoFit/>
          </a:bodyPr>
          <a:lstStyle/>
          <a:p>
            <a:pPr>
              <a:lnSpc>
                <a:spcPct val="120000"/>
              </a:lnSpc>
            </a:pPr>
            <a:r>
              <a:rPr lang="zh-CN" altLang="en-US" sz="1400" b="1" dirty="0"/>
              <a:t>实时数据展示</a:t>
            </a:r>
          </a:p>
        </p:txBody>
      </p:sp>
      <p:sp>
        <p:nvSpPr>
          <p:cNvPr id="64" name="文本框 63">
            <a:extLst>
              <a:ext uri="{FF2B5EF4-FFF2-40B4-BE49-F238E27FC236}">
                <a16:creationId xmlns:a16="http://schemas.microsoft.com/office/drawing/2014/main" id="{F880CB3C-A50E-8349-3339-24640C1138F0}"/>
              </a:ext>
            </a:extLst>
          </p:cNvPr>
          <p:cNvSpPr txBox="1"/>
          <p:nvPr/>
        </p:nvSpPr>
        <p:spPr>
          <a:xfrm>
            <a:off x="1839314" y="4044328"/>
            <a:ext cx="723275" cy="269817"/>
          </a:xfrm>
          <a:prstGeom prst="rect">
            <a:avLst/>
          </a:prstGeom>
          <a:noFill/>
          <a:scene3d>
            <a:camera prst="perspectiveRight">
              <a:rot lat="600000" lon="1200000" rev="600000"/>
            </a:camera>
            <a:lightRig rig="threePt" dir="t"/>
          </a:scene3d>
        </p:spPr>
        <p:txBody>
          <a:bodyPr wrap="none" rtlCol="0">
            <a:spAutoFit/>
          </a:bodyPr>
          <a:lstStyle/>
          <a:p>
            <a:pPr algn="ctr">
              <a:lnSpc>
                <a:spcPct val="120000"/>
              </a:lnSpc>
            </a:pPr>
            <a:r>
              <a:rPr lang="zh-CN" altLang="en-US" sz="1050" dirty="0">
                <a:solidFill>
                  <a:schemeClr val="bg1"/>
                </a:solidFill>
              </a:rPr>
              <a:t>异常检测</a:t>
            </a:r>
          </a:p>
        </p:txBody>
      </p:sp>
      <p:sp>
        <p:nvSpPr>
          <p:cNvPr id="97" name="文本框 96">
            <a:extLst>
              <a:ext uri="{FF2B5EF4-FFF2-40B4-BE49-F238E27FC236}">
                <a16:creationId xmlns:a16="http://schemas.microsoft.com/office/drawing/2014/main" id="{8875E725-46A9-DD3F-AA07-23F67AABBE68}"/>
              </a:ext>
            </a:extLst>
          </p:cNvPr>
          <p:cNvSpPr txBox="1"/>
          <p:nvPr/>
        </p:nvSpPr>
        <p:spPr>
          <a:xfrm>
            <a:off x="2586255" y="3947720"/>
            <a:ext cx="723275" cy="269817"/>
          </a:xfrm>
          <a:prstGeom prst="rect">
            <a:avLst/>
          </a:prstGeom>
          <a:noFill/>
          <a:scene3d>
            <a:camera prst="perspectiveRight">
              <a:rot lat="600000" lon="1200000" rev="600000"/>
            </a:camera>
            <a:lightRig rig="threePt" dir="t"/>
          </a:scene3d>
        </p:spPr>
        <p:txBody>
          <a:bodyPr wrap="none" rtlCol="0">
            <a:spAutoFit/>
          </a:bodyPr>
          <a:lstStyle/>
          <a:p>
            <a:pPr algn="ctr">
              <a:lnSpc>
                <a:spcPct val="120000"/>
              </a:lnSpc>
            </a:pPr>
            <a:r>
              <a:rPr lang="zh-CN" altLang="en-US" sz="1050" dirty="0">
                <a:solidFill>
                  <a:schemeClr val="bg1"/>
                </a:solidFill>
              </a:rPr>
              <a:t>威胁识别</a:t>
            </a:r>
          </a:p>
        </p:txBody>
      </p:sp>
      <p:sp>
        <p:nvSpPr>
          <p:cNvPr id="98" name="文本框 97">
            <a:extLst>
              <a:ext uri="{FF2B5EF4-FFF2-40B4-BE49-F238E27FC236}">
                <a16:creationId xmlns:a16="http://schemas.microsoft.com/office/drawing/2014/main" id="{5B9CBCBD-CEF7-D3A4-E710-8E68068F4544}"/>
              </a:ext>
            </a:extLst>
          </p:cNvPr>
          <p:cNvSpPr txBox="1"/>
          <p:nvPr/>
        </p:nvSpPr>
        <p:spPr>
          <a:xfrm>
            <a:off x="3288273" y="3885790"/>
            <a:ext cx="723275" cy="269817"/>
          </a:xfrm>
          <a:prstGeom prst="rect">
            <a:avLst/>
          </a:prstGeom>
          <a:noFill/>
          <a:scene3d>
            <a:camera prst="perspectiveRight">
              <a:rot lat="600000" lon="1200000" rev="600000"/>
            </a:camera>
            <a:lightRig rig="threePt" dir="t"/>
          </a:scene3d>
        </p:spPr>
        <p:txBody>
          <a:bodyPr wrap="none" rtlCol="0">
            <a:spAutoFit/>
          </a:bodyPr>
          <a:lstStyle/>
          <a:p>
            <a:pPr algn="ctr">
              <a:lnSpc>
                <a:spcPct val="120000"/>
              </a:lnSpc>
            </a:pPr>
            <a:r>
              <a:rPr lang="zh-CN" altLang="en-US" sz="1050" dirty="0">
                <a:solidFill>
                  <a:schemeClr val="bg1"/>
                </a:solidFill>
              </a:rPr>
              <a:t>行为分析</a:t>
            </a:r>
          </a:p>
        </p:txBody>
      </p:sp>
      <p:sp>
        <p:nvSpPr>
          <p:cNvPr id="106" name="文本框 105">
            <a:extLst>
              <a:ext uri="{FF2B5EF4-FFF2-40B4-BE49-F238E27FC236}">
                <a16:creationId xmlns:a16="http://schemas.microsoft.com/office/drawing/2014/main" id="{09EF585D-6AB8-C7BA-7BCD-C31B62E9A12C}"/>
              </a:ext>
            </a:extLst>
          </p:cNvPr>
          <p:cNvSpPr txBox="1"/>
          <p:nvPr/>
        </p:nvSpPr>
        <p:spPr>
          <a:xfrm>
            <a:off x="8117438" y="3871416"/>
            <a:ext cx="723275" cy="269817"/>
          </a:xfrm>
          <a:prstGeom prst="rect">
            <a:avLst/>
          </a:prstGeom>
          <a:noFill/>
          <a:scene3d>
            <a:camera prst="orthographicFront">
              <a:rot lat="21204726" lon="20758461" rev="21446597"/>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异常事件</a:t>
            </a:r>
          </a:p>
        </p:txBody>
      </p:sp>
      <p:sp>
        <p:nvSpPr>
          <p:cNvPr id="148" name="文本框 147">
            <a:extLst>
              <a:ext uri="{FF2B5EF4-FFF2-40B4-BE49-F238E27FC236}">
                <a16:creationId xmlns:a16="http://schemas.microsoft.com/office/drawing/2014/main" id="{5D71696D-8D81-0F27-3684-7CEF18CDF84F}"/>
              </a:ext>
            </a:extLst>
          </p:cNvPr>
          <p:cNvSpPr txBox="1"/>
          <p:nvPr/>
        </p:nvSpPr>
        <p:spPr>
          <a:xfrm>
            <a:off x="8811666" y="3937702"/>
            <a:ext cx="723275" cy="269817"/>
          </a:xfrm>
          <a:prstGeom prst="rect">
            <a:avLst/>
          </a:prstGeom>
          <a:noFill/>
          <a:scene3d>
            <a:camera prst="orthographicFront">
              <a:rot lat="21204726" lon="20758461" rev="21446597"/>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威胁数量</a:t>
            </a:r>
          </a:p>
        </p:txBody>
      </p:sp>
      <p:sp>
        <p:nvSpPr>
          <p:cNvPr id="150" name="文本框 149">
            <a:extLst>
              <a:ext uri="{FF2B5EF4-FFF2-40B4-BE49-F238E27FC236}">
                <a16:creationId xmlns:a16="http://schemas.microsoft.com/office/drawing/2014/main" id="{9973904A-D4F4-9059-B0A9-A889D675F9F8}"/>
              </a:ext>
            </a:extLst>
          </p:cNvPr>
          <p:cNvSpPr txBox="1"/>
          <p:nvPr/>
        </p:nvSpPr>
        <p:spPr>
          <a:xfrm>
            <a:off x="9504783" y="4009879"/>
            <a:ext cx="723275" cy="269817"/>
          </a:xfrm>
          <a:prstGeom prst="rect">
            <a:avLst/>
          </a:prstGeom>
          <a:noFill/>
          <a:scene3d>
            <a:camera prst="orthographicFront">
              <a:rot lat="21204726" lon="20758461" rev="21446597"/>
            </a:camera>
            <a:lightRig rig="threePt" dir="t"/>
          </a:scene3d>
        </p:spPr>
        <p:txBody>
          <a:bodyPr wrap="none" rtlCol="0">
            <a:spAutoFit/>
          </a:bodyPr>
          <a:lstStyle/>
          <a:p>
            <a:pPr algn="ctr">
              <a:lnSpc>
                <a:spcPct val="120000"/>
              </a:lnSpc>
            </a:pPr>
            <a:r>
              <a:rPr lang="zh-CN" altLang="en-US" sz="1050" dirty="0">
                <a:solidFill>
                  <a:schemeClr val="bg1"/>
                </a:solidFill>
              </a:rPr>
              <a:t>风险等级</a:t>
            </a:r>
          </a:p>
        </p:txBody>
      </p:sp>
      <p:sp>
        <p:nvSpPr>
          <p:cNvPr id="151" name="文本框 150">
            <a:extLst>
              <a:ext uri="{FF2B5EF4-FFF2-40B4-BE49-F238E27FC236}">
                <a16:creationId xmlns:a16="http://schemas.microsoft.com/office/drawing/2014/main" id="{3776B383-8EE3-DBFA-9802-62DEB4376A7E}"/>
              </a:ext>
            </a:extLst>
          </p:cNvPr>
          <p:cNvSpPr txBox="1"/>
          <p:nvPr/>
        </p:nvSpPr>
        <p:spPr>
          <a:xfrm>
            <a:off x="8126790" y="2857537"/>
            <a:ext cx="723275" cy="269817"/>
          </a:xfrm>
          <a:prstGeom prst="rect">
            <a:avLst/>
          </a:prstGeom>
          <a:noFill/>
          <a:scene3d>
            <a:camera prst="perspectiveLeft">
              <a:rot lat="600000" lon="20400000" rev="0"/>
            </a:camera>
            <a:lightRig rig="threePt" dir="t"/>
          </a:scene3d>
        </p:spPr>
        <p:txBody>
          <a:bodyPr wrap="none" rtlCol="0">
            <a:spAutoFit/>
          </a:bodyPr>
          <a:lstStyle/>
          <a:p>
            <a:pPr algn="ctr">
              <a:lnSpc>
                <a:spcPct val="120000"/>
              </a:lnSpc>
            </a:pPr>
            <a:r>
              <a:rPr lang="zh-CN" altLang="en-US" sz="1050" dirty="0">
                <a:solidFill>
                  <a:schemeClr val="bg1"/>
                </a:solidFill>
              </a:rPr>
              <a:t>预警机制</a:t>
            </a:r>
          </a:p>
        </p:txBody>
      </p:sp>
      <p:sp>
        <p:nvSpPr>
          <p:cNvPr id="152" name="文本框 151">
            <a:extLst>
              <a:ext uri="{FF2B5EF4-FFF2-40B4-BE49-F238E27FC236}">
                <a16:creationId xmlns:a16="http://schemas.microsoft.com/office/drawing/2014/main" id="{C44E636B-2C5B-4593-64AB-A61CC84F08F9}"/>
              </a:ext>
            </a:extLst>
          </p:cNvPr>
          <p:cNvSpPr txBox="1"/>
          <p:nvPr/>
        </p:nvSpPr>
        <p:spPr>
          <a:xfrm>
            <a:off x="8835179" y="2841882"/>
            <a:ext cx="723275" cy="269817"/>
          </a:xfrm>
          <a:prstGeom prst="rect">
            <a:avLst/>
          </a:prstGeom>
          <a:noFill/>
          <a:scene3d>
            <a:camera prst="perspectiveLeft">
              <a:rot lat="600000" lon="20400000" rev="0"/>
            </a:camera>
            <a:lightRig rig="threePt" dir="t"/>
          </a:scene3d>
        </p:spPr>
        <p:txBody>
          <a:bodyPr wrap="none" rtlCol="0">
            <a:spAutoFit/>
          </a:bodyPr>
          <a:lstStyle/>
          <a:p>
            <a:pPr algn="ctr">
              <a:lnSpc>
                <a:spcPct val="120000"/>
              </a:lnSpc>
            </a:pPr>
            <a:r>
              <a:rPr lang="zh-CN" altLang="en-US" sz="1050" dirty="0">
                <a:solidFill>
                  <a:schemeClr val="bg1"/>
                </a:solidFill>
              </a:rPr>
              <a:t>响应处理</a:t>
            </a:r>
          </a:p>
        </p:txBody>
      </p:sp>
      <p:sp>
        <p:nvSpPr>
          <p:cNvPr id="153" name="文本框 152">
            <a:extLst>
              <a:ext uri="{FF2B5EF4-FFF2-40B4-BE49-F238E27FC236}">
                <a16:creationId xmlns:a16="http://schemas.microsoft.com/office/drawing/2014/main" id="{2068F8E5-C9BE-F341-495B-9878922B8586}"/>
              </a:ext>
            </a:extLst>
          </p:cNvPr>
          <p:cNvSpPr txBox="1"/>
          <p:nvPr/>
        </p:nvSpPr>
        <p:spPr>
          <a:xfrm>
            <a:off x="9543568" y="2809295"/>
            <a:ext cx="723275" cy="269817"/>
          </a:xfrm>
          <a:prstGeom prst="rect">
            <a:avLst/>
          </a:prstGeom>
          <a:noFill/>
          <a:scene3d>
            <a:camera prst="perspectiveLeft">
              <a:rot lat="600000" lon="20400000" rev="0"/>
            </a:camera>
            <a:lightRig rig="threePt" dir="t"/>
          </a:scene3d>
        </p:spPr>
        <p:txBody>
          <a:bodyPr wrap="none" rtlCol="0">
            <a:spAutoFit/>
          </a:bodyPr>
          <a:lstStyle/>
          <a:p>
            <a:pPr algn="ctr">
              <a:lnSpc>
                <a:spcPct val="120000"/>
              </a:lnSpc>
            </a:pPr>
            <a:r>
              <a:rPr lang="zh-CN" altLang="en-US" sz="1050" dirty="0">
                <a:solidFill>
                  <a:schemeClr val="bg1"/>
                </a:solidFill>
              </a:rPr>
              <a:t>隔离风险</a:t>
            </a:r>
          </a:p>
        </p:txBody>
      </p:sp>
      <p:sp>
        <p:nvSpPr>
          <p:cNvPr id="158" name="文本框 157">
            <a:extLst>
              <a:ext uri="{FF2B5EF4-FFF2-40B4-BE49-F238E27FC236}">
                <a16:creationId xmlns:a16="http://schemas.microsoft.com/office/drawing/2014/main" id="{DCF08DDE-B262-B451-3BF7-3D2B1CB5AEA6}"/>
              </a:ext>
            </a:extLst>
          </p:cNvPr>
          <p:cNvSpPr txBox="1"/>
          <p:nvPr/>
        </p:nvSpPr>
        <p:spPr>
          <a:xfrm>
            <a:off x="1771988" y="2852948"/>
            <a:ext cx="857927" cy="269817"/>
          </a:xfrm>
          <a:prstGeom prst="rect">
            <a:avLst/>
          </a:prstGeom>
          <a:noFill/>
          <a:scene3d>
            <a:camera prst="perspectiveRight">
              <a:rot lat="844565" lon="1238815" rev="314170"/>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数据源接入</a:t>
            </a:r>
          </a:p>
        </p:txBody>
      </p:sp>
      <p:sp>
        <p:nvSpPr>
          <p:cNvPr id="159" name="文本框 158">
            <a:extLst>
              <a:ext uri="{FF2B5EF4-FFF2-40B4-BE49-F238E27FC236}">
                <a16:creationId xmlns:a16="http://schemas.microsoft.com/office/drawing/2014/main" id="{79DED8D2-8391-1E3A-77EF-C188518F7407}"/>
              </a:ext>
            </a:extLst>
          </p:cNvPr>
          <p:cNvSpPr txBox="1"/>
          <p:nvPr/>
        </p:nvSpPr>
        <p:spPr>
          <a:xfrm>
            <a:off x="2586255" y="2852948"/>
            <a:ext cx="723275" cy="269817"/>
          </a:xfrm>
          <a:prstGeom prst="rect">
            <a:avLst/>
          </a:prstGeom>
          <a:noFill/>
          <a:scene3d>
            <a:camera prst="perspectiveRight">
              <a:rot lat="844565" lon="1238815" rev="314170"/>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数据清洗</a:t>
            </a:r>
          </a:p>
        </p:txBody>
      </p:sp>
      <p:sp>
        <p:nvSpPr>
          <p:cNvPr id="160" name="文本框 159">
            <a:extLst>
              <a:ext uri="{FF2B5EF4-FFF2-40B4-BE49-F238E27FC236}">
                <a16:creationId xmlns:a16="http://schemas.microsoft.com/office/drawing/2014/main" id="{37416BCF-427A-6BA2-1303-8A5836CBB8D9}"/>
              </a:ext>
            </a:extLst>
          </p:cNvPr>
          <p:cNvSpPr txBox="1"/>
          <p:nvPr/>
        </p:nvSpPr>
        <p:spPr>
          <a:xfrm>
            <a:off x="3395282" y="2855743"/>
            <a:ext cx="588623" cy="269817"/>
          </a:xfrm>
          <a:prstGeom prst="rect">
            <a:avLst/>
          </a:prstGeom>
          <a:noFill/>
          <a:scene3d>
            <a:camera prst="perspectiveRight">
              <a:rot lat="844565" lon="1238815" rev="314170"/>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标准化</a:t>
            </a:r>
          </a:p>
        </p:txBody>
      </p:sp>
      <p:sp>
        <p:nvSpPr>
          <p:cNvPr id="163" name="图形 161">
            <a:extLst>
              <a:ext uri="{FF2B5EF4-FFF2-40B4-BE49-F238E27FC236}">
                <a16:creationId xmlns:a16="http://schemas.microsoft.com/office/drawing/2014/main" id="{F84EFE58-4B66-F4A0-510F-5DFC24C9B18F}"/>
              </a:ext>
            </a:extLst>
          </p:cNvPr>
          <p:cNvSpPr/>
          <p:nvPr/>
        </p:nvSpPr>
        <p:spPr>
          <a:xfrm>
            <a:off x="2060845" y="2404868"/>
            <a:ext cx="207220" cy="236928"/>
          </a:xfrm>
          <a:custGeom>
            <a:avLst/>
            <a:gdLst>
              <a:gd name="connsiteX0" fmla="*/ 714063 w 1666146"/>
              <a:gd name="connsiteY0" fmla="*/ 355365 h 1905000"/>
              <a:gd name="connsiteX1" fmla="*/ 0 w 1666146"/>
              <a:gd name="connsiteY1" fmla="*/ 534119 h 1905000"/>
              <a:gd name="connsiteX2" fmla="*/ 0 w 1666146"/>
              <a:gd name="connsiteY2" fmla="*/ 1726365 h 1905000"/>
              <a:gd name="connsiteX3" fmla="*/ 714063 w 1666146"/>
              <a:gd name="connsiteY3" fmla="*/ 1905000 h 1905000"/>
              <a:gd name="connsiteX4" fmla="*/ 1399801 w 1666146"/>
              <a:gd name="connsiteY4" fmla="*/ 1775755 h 1905000"/>
              <a:gd name="connsiteX5" fmla="*/ 1428125 w 1666146"/>
              <a:gd name="connsiteY5" fmla="*/ 1726246 h 1905000"/>
              <a:gd name="connsiteX6" fmla="*/ 1428125 w 1666146"/>
              <a:gd name="connsiteY6" fmla="*/ 534000 h 1905000"/>
              <a:gd name="connsiteX7" fmla="*/ 714063 w 1666146"/>
              <a:gd name="connsiteY7" fmla="*/ 355365 h 1905000"/>
              <a:gd name="connsiteX8" fmla="*/ 714063 w 1666146"/>
              <a:gd name="connsiteY8" fmla="*/ 474376 h 1905000"/>
              <a:gd name="connsiteX9" fmla="*/ 1231044 w 1666146"/>
              <a:gd name="connsiteY9" fmla="*/ 534000 h 1905000"/>
              <a:gd name="connsiteX10" fmla="*/ 714063 w 1666146"/>
              <a:gd name="connsiteY10" fmla="*/ 593624 h 1905000"/>
              <a:gd name="connsiteX11" fmla="*/ 197200 w 1666146"/>
              <a:gd name="connsiteY11" fmla="*/ 534000 h 1905000"/>
              <a:gd name="connsiteX12" fmla="*/ 714063 w 1666146"/>
              <a:gd name="connsiteY12" fmla="*/ 474376 h 1905000"/>
              <a:gd name="connsiteX13" fmla="*/ 1309115 w 1666146"/>
              <a:gd name="connsiteY13" fmla="*/ 1666622 h 1905000"/>
              <a:gd name="connsiteX14" fmla="*/ 1231044 w 1666146"/>
              <a:gd name="connsiteY14" fmla="*/ 1726246 h 1905000"/>
              <a:gd name="connsiteX15" fmla="*/ 714063 w 1666146"/>
              <a:gd name="connsiteY15" fmla="*/ 1785871 h 1905000"/>
              <a:gd name="connsiteX16" fmla="*/ 197200 w 1666146"/>
              <a:gd name="connsiteY16" fmla="*/ 1726246 h 1905000"/>
              <a:gd name="connsiteX17" fmla="*/ 119010 w 1666146"/>
              <a:gd name="connsiteY17" fmla="*/ 1666622 h 1905000"/>
              <a:gd name="connsiteX18" fmla="*/ 119010 w 1666146"/>
              <a:gd name="connsiteY18" fmla="*/ 632898 h 1905000"/>
              <a:gd name="connsiteX19" fmla="*/ 714063 w 1666146"/>
              <a:gd name="connsiteY19" fmla="*/ 712992 h 1905000"/>
              <a:gd name="connsiteX20" fmla="*/ 1309115 w 1666146"/>
              <a:gd name="connsiteY20" fmla="*/ 632898 h 1905000"/>
              <a:gd name="connsiteX21" fmla="*/ 1309115 w 1666146"/>
              <a:gd name="connsiteY21" fmla="*/ 1666622 h 1905000"/>
              <a:gd name="connsiteX22" fmla="*/ 999212 w 1666146"/>
              <a:gd name="connsiteY22" fmla="*/ 0 h 1905000"/>
              <a:gd name="connsiteX23" fmla="*/ 407135 w 1666146"/>
              <a:gd name="connsiteY23" fmla="*/ 84497 h 1905000"/>
              <a:gd name="connsiteX24" fmla="*/ 404040 w 1666146"/>
              <a:gd name="connsiteY24" fmla="*/ 86045 h 1905000"/>
              <a:gd name="connsiteX25" fmla="*/ 357507 w 1666146"/>
              <a:gd name="connsiteY25" fmla="*/ 142932 h 1905000"/>
              <a:gd name="connsiteX26" fmla="*/ 417013 w 1666146"/>
              <a:gd name="connsiteY26" fmla="*/ 202556 h 1905000"/>
              <a:gd name="connsiteX27" fmla="*/ 422963 w 1666146"/>
              <a:gd name="connsiteY27" fmla="*/ 201366 h 1905000"/>
              <a:gd name="connsiteX28" fmla="*/ 423082 w 1666146"/>
              <a:gd name="connsiteY28" fmla="*/ 201961 h 1905000"/>
              <a:gd name="connsiteX29" fmla="*/ 430937 w 1666146"/>
              <a:gd name="connsiteY29" fmla="*/ 199700 h 1905000"/>
              <a:gd name="connsiteX30" fmla="*/ 442124 w 1666146"/>
              <a:gd name="connsiteY30" fmla="*/ 196605 h 1905000"/>
              <a:gd name="connsiteX31" fmla="*/ 999212 w 1666146"/>
              <a:gd name="connsiteY31" fmla="*/ 116154 h 1905000"/>
              <a:gd name="connsiteX32" fmla="*/ 1478348 w 1666146"/>
              <a:gd name="connsiteY32" fmla="*/ 180182 h 1905000"/>
              <a:gd name="connsiteX33" fmla="*/ 1547136 w 1666146"/>
              <a:gd name="connsiteY33" fmla="*/ 320019 h 1905000"/>
              <a:gd name="connsiteX34" fmla="*/ 1546422 w 1666146"/>
              <a:gd name="connsiteY34" fmla="*/ 1321373 h 1905000"/>
              <a:gd name="connsiteX35" fmla="*/ 1546422 w 1666146"/>
              <a:gd name="connsiteY35" fmla="*/ 1326966 h 1905000"/>
              <a:gd name="connsiteX36" fmla="*/ 1606641 w 1666146"/>
              <a:gd name="connsiteY36" fmla="*/ 1381116 h 1905000"/>
              <a:gd name="connsiteX37" fmla="*/ 1664837 w 1666146"/>
              <a:gd name="connsiteY37" fmla="*/ 1333036 h 1905000"/>
              <a:gd name="connsiteX38" fmla="*/ 1666146 w 1666146"/>
              <a:gd name="connsiteY38" fmla="*/ 1321492 h 1905000"/>
              <a:gd name="connsiteX39" fmla="*/ 1666146 w 1666146"/>
              <a:gd name="connsiteY39" fmla="*/ 195415 h 1905000"/>
              <a:gd name="connsiteX40" fmla="*/ 999212 w 1666146"/>
              <a:gd name="connsiteY40" fmla="*/ 0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66146" h="1905000">
                <a:moveTo>
                  <a:pt x="714063" y="355365"/>
                </a:moveTo>
                <a:cubicBezTo>
                  <a:pt x="319781" y="355365"/>
                  <a:pt x="0" y="435459"/>
                  <a:pt x="0" y="534119"/>
                </a:cubicBezTo>
                <a:cubicBezTo>
                  <a:pt x="0" y="534119"/>
                  <a:pt x="0" y="1724223"/>
                  <a:pt x="0" y="1726365"/>
                </a:cubicBezTo>
                <a:cubicBezTo>
                  <a:pt x="0" y="1824906"/>
                  <a:pt x="319781" y="1905000"/>
                  <a:pt x="714063" y="1905000"/>
                </a:cubicBezTo>
                <a:cubicBezTo>
                  <a:pt x="1039675" y="1905000"/>
                  <a:pt x="1313756" y="1850374"/>
                  <a:pt x="1399801" y="1775755"/>
                </a:cubicBezTo>
                <a:cubicBezTo>
                  <a:pt x="1417176" y="1762545"/>
                  <a:pt x="1428125" y="1743622"/>
                  <a:pt x="1428125" y="1726246"/>
                </a:cubicBezTo>
                <a:lnTo>
                  <a:pt x="1428125" y="534000"/>
                </a:lnTo>
                <a:cubicBezTo>
                  <a:pt x="1428125" y="435340"/>
                  <a:pt x="1108344" y="355365"/>
                  <a:pt x="714063" y="355365"/>
                </a:cubicBezTo>
                <a:close/>
                <a:moveTo>
                  <a:pt x="714063" y="474376"/>
                </a:moveTo>
                <a:cubicBezTo>
                  <a:pt x="954345" y="474376"/>
                  <a:pt x="1130361" y="504009"/>
                  <a:pt x="1231044" y="534000"/>
                </a:cubicBezTo>
                <a:cubicBezTo>
                  <a:pt x="1130361" y="564109"/>
                  <a:pt x="954345" y="593624"/>
                  <a:pt x="714063" y="593624"/>
                </a:cubicBezTo>
                <a:cubicBezTo>
                  <a:pt x="473781" y="593624"/>
                  <a:pt x="297764" y="564109"/>
                  <a:pt x="197200" y="534000"/>
                </a:cubicBezTo>
                <a:cubicBezTo>
                  <a:pt x="297764" y="504128"/>
                  <a:pt x="473781" y="474376"/>
                  <a:pt x="714063" y="474376"/>
                </a:cubicBezTo>
                <a:close/>
                <a:moveTo>
                  <a:pt x="1309115" y="1666622"/>
                </a:moveTo>
                <a:cubicBezTo>
                  <a:pt x="1305902" y="1703277"/>
                  <a:pt x="1231044" y="1726246"/>
                  <a:pt x="1231044" y="1726246"/>
                </a:cubicBezTo>
                <a:cubicBezTo>
                  <a:pt x="1130361" y="1756237"/>
                  <a:pt x="954345" y="1785871"/>
                  <a:pt x="714063" y="1785871"/>
                </a:cubicBezTo>
                <a:cubicBezTo>
                  <a:pt x="473781" y="1785871"/>
                  <a:pt x="297764" y="1756237"/>
                  <a:pt x="197200" y="1726246"/>
                </a:cubicBezTo>
                <a:cubicBezTo>
                  <a:pt x="119010" y="1701373"/>
                  <a:pt x="119010" y="1666622"/>
                  <a:pt x="119010" y="1666622"/>
                </a:cubicBezTo>
                <a:lnTo>
                  <a:pt x="119010" y="632898"/>
                </a:lnTo>
                <a:cubicBezTo>
                  <a:pt x="246947" y="681097"/>
                  <a:pt x="465569" y="712992"/>
                  <a:pt x="714063" y="712992"/>
                </a:cubicBezTo>
                <a:cubicBezTo>
                  <a:pt x="962556" y="712992"/>
                  <a:pt x="1181298" y="681097"/>
                  <a:pt x="1309115" y="632898"/>
                </a:cubicBezTo>
                <a:lnTo>
                  <a:pt x="1309115" y="1666622"/>
                </a:lnTo>
                <a:close/>
                <a:moveTo>
                  <a:pt x="999212" y="0"/>
                </a:moveTo>
                <a:cubicBezTo>
                  <a:pt x="916737" y="0"/>
                  <a:pt x="600646" y="9045"/>
                  <a:pt x="407135" y="84497"/>
                </a:cubicBezTo>
                <a:cubicBezTo>
                  <a:pt x="405826" y="85092"/>
                  <a:pt x="405231" y="85449"/>
                  <a:pt x="404040" y="86045"/>
                </a:cubicBezTo>
                <a:cubicBezTo>
                  <a:pt x="377620" y="92114"/>
                  <a:pt x="357507" y="114726"/>
                  <a:pt x="357507" y="142932"/>
                </a:cubicBezTo>
                <a:cubicBezTo>
                  <a:pt x="357507" y="175897"/>
                  <a:pt x="384166" y="202556"/>
                  <a:pt x="417013" y="202556"/>
                </a:cubicBezTo>
                <a:cubicBezTo>
                  <a:pt x="419155" y="202556"/>
                  <a:pt x="420821" y="201604"/>
                  <a:pt x="422963" y="201366"/>
                </a:cubicBezTo>
                <a:lnTo>
                  <a:pt x="423082" y="201961"/>
                </a:lnTo>
                <a:cubicBezTo>
                  <a:pt x="425581" y="201247"/>
                  <a:pt x="428557" y="200414"/>
                  <a:pt x="430937" y="199700"/>
                </a:cubicBezTo>
                <a:cubicBezTo>
                  <a:pt x="434745" y="198747"/>
                  <a:pt x="438553" y="198152"/>
                  <a:pt x="442124" y="196605"/>
                </a:cubicBezTo>
                <a:cubicBezTo>
                  <a:pt x="573511" y="158760"/>
                  <a:pt x="784874" y="115678"/>
                  <a:pt x="999212" y="116154"/>
                </a:cubicBezTo>
                <a:cubicBezTo>
                  <a:pt x="1194270" y="116511"/>
                  <a:pt x="1361598" y="136267"/>
                  <a:pt x="1478348" y="180182"/>
                </a:cubicBezTo>
                <a:cubicBezTo>
                  <a:pt x="1537853" y="202556"/>
                  <a:pt x="1547136" y="202556"/>
                  <a:pt x="1547136" y="320019"/>
                </a:cubicBezTo>
                <a:lnTo>
                  <a:pt x="1546422" y="1321373"/>
                </a:lnTo>
                <a:cubicBezTo>
                  <a:pt x="1546660" y="1321254"/>
                  <a:pt x="1546065" y="1325419"/>
                  <a:pt x="1546422" y="1326966"/>
                </a:cubicBezTo>
                <a:cubicBezTo>
                  <a:pt x="1547136" y="1359218"/>
                  <a:pt x="1574151" y="1381116"/>
                  <a:pt x="1606641" y="1381116"/>
                </a:cubicBezTo>
                <a:cubicBezTo>
                  <a:pt x="1635917" y="1381116"/>
                  <a:pt x="1659958" y="1360884"/>
                  <a:pt x="1664837" y="1333036"/>
                </a:cubicBezTo>
                <a:cubicBezTo>
                  <a:pt x="1665670" y="1327085"/>
                  <a:pt x="1666146" y="1322920"/>
                  <a:pt x="1666146" y="1321492"/>
                </a:cubicBezTo>
                <a:cubicBezTo>
                  <a:pt x="1666146" y="1320302"/>
                  <a:pt x="1666146" y="195415"/>
                  <a:pt x="1666146" y="195415"/>
                </a:cubicBezTo>
                <a:cubicBezTo>
                  <a:pt x="1666146" y="9402"/>
                  <a:pt x="1110486" y="0"/>
                  <a:pt x="999212" y="0"/>
                </a:cubicBezTo>
                <a:close/>
              </a:path>
            </a:pathLst>
          </a:custGeom>
          <a:solidFill>
            <a:schemeClr val="accent1"/>
          </a:solidFill>
          <a:ln w="1860" cap="flat">
            <a:noFill/>
            <a:prstDash val="solid"/>
            <a:miter/>
          </a:ln>
        </p:spPr>
        <p:txBody>
          <a:bodyPr rtlCol="0" anchor="ctr"/>
          <a:lstStyle/>
          <a:p>
            <a:endParaRPr lang="zh-CN" altLang="en-US"/>
          </a:p>
        </p:txBody>
      </p:sp>
      <p:grpSp>
        <p:nvGrpSpPr>
          <p:cNvPr id="38" name="组合 37">
            <a:extLst>
              <a:ext uri="{FF2B5EF4-FFF2-40B4-BE49-F238E27FC236}">
                <a16:creationId xmlns:a16="http://schemas.microsoft.com/office/drawing/2014/main" id="{ACE8FFD6-DDDA-0E52-A1A2-11927DC8BF20}"/>
              </a:ext>
            </a:extLst>
          </p:cNvPr>
          <p:cNvGrpSpPr/>
          <p:nvPr/>
        </p:nvGrpSpPr>
        <p:grpSpPr>
          <a:xfrm>
            <a:off x="2827575" y="2482658"/>
            <a:ext cx="181318" cy="181318"/>
            <a:chOff x="2844758" y="2499841"/>
            <a:chExt cx="146952" cy="146952"/>
          </a:xfrm>
        </p:grpSpPr>
        <p:sp>
          <p:nvSpPr>
            <p:cNvPr id="16" name="任意多边形: 形状 15">
              <a:extLst>
                <a:ext uri="{FF2B5EF4-FFF2-40B4-BE49-F238E27FC236}">
                  <a16:creationId xmlns:a16="http://schemas.microsoft.com/office/drawing/2014/main" id="{262EC842-6348-7A12-4F56-279FD88F8312}"/>
                </a:ext>
              </a:extLst>
            </p:cNvPr>
            <p:cNvSpPr/>
            <p:nvPr/>
          </p:nvSpPr>
          <p:spPr>
            <a:xfrm>
              <a:off x="2844758" y="2499841"/>
              <a:ext cx="146952" cy="146952"/>
            </a:xfrm>
            <a:custGeom>
              <a:avLst/>
              <a:gdLst>
                <a:gd name="connsiteX0" fmla="*/ 141704 w 146952"/>
                <a:gd name="connsiteY0" fmla="*/ 0 h 146952"/>
                <a:gd name="connsiteX1" fmla="*/ 5248 w 146952"/>
                <a:gd name="connsiteY1" fmla="*/ 0 h 146952"/>
                <a:gd name="connsiteX2" fmla="*/ 0 w 146952"/>
                <a:gd name="connsiteY2" fmla="*/ 5248 h 146952"/>
                <a:gd name="connsiteX3" fmla="*/ 0 w 146952"/>
                <a:gd name="connsiteY3" fmla="*/ 141704 h 146952"/>
                <a:gd name="connsiteX4" fmla="*/ 5248 w 146952"/>
                <a:gd name="connsiteY4" fmla="*/ 146953 h 146952"/>
                <a:gd name="connsiteX5" fmla="*/ 141704 w 146952"/>
                <a:gd name="connsiteY5" fmla="*/ 146953 h 146952"/>
                <a:gd name="connsiteX6" fmla="*/ 146953 w 146952"/>
                <a:gd name="connsiteY6" fmla="*/ 141704 h 146952"/>
                <a:gd name="connsiteX7" fmla="*/ 146953 w 146952"/>
                <a:gd name="connsiteY7" fmla="*/ 5248 h 146952"/>
                <a:gd name="connsiteX8" fmla="*/ 141704 w 146952"/>
                <a:gd name="connsiteY8" fmla="*/ 0 h 146952"/>
                <a:gd name="connsiteX9" fmla="*/ 136456 w 146952"/>
                <a:gd name="connsiteY9" fmla="*/ 136456 h 146952"/>
                <a:gd name="connsiteX10" fmla="*/ 10497 w 146952"/>
                <a:gd name="connsiteY10" fmla="*/ 136456 h 146952"/>
                <a:gd name="connsiteX11" fmla="*/ 10497 w 146952"/>
                <a:gd name="connsiteY11" fmla="*/ 10497 h 146952"/>
                <a:gd name="connsiteX12" fmla="*/ 136456 w 146952"/>
                <a:gd name="connsiteY12" fmla="*/ 10497 h 146952"/>
                <a:gd name="connsiteX13" fmla="*/ 136456 w 146952"/>
                <a:gd name="connsiteY13" fmla="*/ 136456 h 146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6952" h="146952">
                  <a:moveTo>
                    <a:pt x="141704" y="0"/>
                  </a:moveTo>
                  <a:lnTo>
                    <a:pt x="5248" y="0"/>
                  </a:lnTo>
                  <a:cubicBezTo>
                    <a:pt x="2099" y="0"/>
                    <a:pt x="0" y="2099"/>
                    <a:pt x="0" y="5248"/>
                  </a:cubicBezTo>
                  <a:lnTo>
                    <a:pt x="0" y="141704"/>
                  </a:lnTo>
                  <a:cubicBezTo>
                    <a:pt x="0" y="144853"/>
                    <a:pt x="2099" y="146953"/>
                    <a:pt x="5248" y="146953"/>
                  </a:cubicBezTo>
                  <a:lnTo>
                    <a:pt x="141704" y="146953"/>
                  </a:lnTo>
                  <a:cubicBezTo>
                    <a:pt x="144853" y="146953"/>
                    <a:pt x="146953" y="144853"/>
                    <a:pt x="146953" y="141704"/>
                  </a:cubicBezTo>
                  <a:lnTo>
                    <a:pt x="146953" y="5248"/>
                  </a:lnTo>
                  <a:cubicBezTo>
                    <a:pt x="146953" y="2099"/>
                    <a:pt x="144853" y="0"/>
                    <a:pt x="141704" y="0"/>
                  </a:cubicBezTo>
                  <a:close/>
                  <a:moveTo>
                    <a:pt x="136456" y="136456"/>
                  </a:moveTo>
                  <a:lnTo>
                    <a:pt x="10497" y="136456"/>
                  </a:lnTo>
                  <a:lnTo>
                    <a:pt x="10497" y="10497"/>
                  </a:lnTo>
                  <a:lnTo>
                    <a:pt x="136456" y="10497"/>
                  </a:lnTo>
                  <a:lnTo>
                    <a:pt x="136456" y="136456"/>
                  </a:lnTo>
                  <a:close/>
                </a:path>
              </a:pathLst>
            </a:custGeom>
            <a:solidFill>
              <a:schemeClr val="accent1"/>
            </a:solidFill>
            <a:ln w="158" cap="flat">
              <a:noFill/>
              <a:prstDash val="solid"/>
              <a:miter/>
            </a:ln>
          </p:spPr>
          <p:txBody>
            <a:bodyPr rtlCol="0" anchor="ctr"/>
            <a:lstStyle/>
            <a:p>
              <a:endParaRPr lang="zh-CN" altLang="en-US"/>
            </a:p>
          </p:txBody>
        </p:sp>
        <p:sp>
          <p:nvSpPr>
            <p:cNvPr id="33" name="任意多边形: 形状 32">
              <a:extLst>
                <a:ext uri="{FF2B5EF4-FFF2-40B4-BE49-F238E27FC236}">
                  <a16:creationId xmlns:a16="http://schemas.microsoft.com/office/drawing/2014/main" id="{83E18FF4-2C3E-99FD-4800-BA5233844DCF}"/>
                </a:ext>
              </a:extLst>
            </p:cNvPr>
            <p:cNvSpPr/>
            <p:nvPr/>
          </p:nvSpPr>
          <p:spPr>
            <a:xfrm>
              <a:off x="2865751" y="2520834"/>
              <a:ext cx="104966" cy="104966"/>
            </a:xfrm>
            <a:custGeom>
              <a:avLst/>
              <a:gdLst>
                <a:gd name="connsiteX0" fmla="*/ 1050 w 104966"/>
                <a:gd name="connsiteY0" fmla="*/ 52483 h 104966"/>
                <a:gd name="connsiteX1" fmla="*/ 8397 w 104966"/>
                <a:gd name="connsiteY1" fmla="*/ 52483 h 104966"/>
                <a:gd name="connsiteX2" fmla="*/ 525 w 104966"/>
                <a:gd name="connsiteY2" fmla="*/ 98668 h 104966"/>
                <a:gd name="connsiteX3" fmla="*/ 525 w 104966"/>
                <a:gd name="connsiteY3" fmla="*/ 99718 h 104966"/>
                <a:gd name="connsiteX4" fmla="*/ 5773 w 104966"/>
                <a:gd name="connsiteY4" fmla="*/ 104966 h 104966"/>
                <a:gd name="connsiteX5" fmla="*/ 99718 w 104966"/>
                <a:gd name="connsiteY5" fmla="*/ 104966 h 104966"/>
                <a:gd name="connsiteX6" fmla="*/ 103917 w 104966"/>
                <a:gd name="connsiteY6" fmla="*/ 99193 h 104966"/>
                <a:gd name="connsiteX7" fmla="*/ 96569 w 104966"/>
                <a:gd name="connsiteY7" fmla="*/ 52483 h 104966"/>
                <a:gd name="connsiteX8" fmla="*/ 103917 w 104966"/>
                <a:gd name="connsiteY8" fmla="*/ 52483 h 104966"/>
                <a:gd name="connsiteX9" fmla="*/ 104966 w 104966"/>
                <a:gd name="connsiteY9" fmla="*/ 51433 h 104966"/>
                <a:gd name="connsiteX10" fmla="*/ 104966 w 104966"/>
                <a:gd name="connsiteY10" fmla="*/ 43036 h 104966"/>
                <a:gd name="connsiteX11" fmla="*/ 103917 w 104966"/>
                <a:gd name="connsiteY11" fmla="*/ 41987 h 104966"/>
                <a:gd name="connsiteX12" fmla="*/ 57731 w 104966"/>
                <a:gd name="connsiteY12" fmla="*/ 41987 h 104966"/>
                <a:gd name="connsiteX13" fmla="*/ 57731 w 104966"/>
                <a:gd name="connsiteY13" fmla="*/ 1050 h 104966"/>
                <a:gd name="connsiteX14" fmla="*/ 56682 w 104966"/>
                <a:gd name="connsiteY14" fmla="*/ 0 h 104966"/>
                <a:gd name="connsiteX15" fmla="*/ 48284 w 104966"/>
                <a:gd name="connsiteY15" fmla="*/ 0 h 104966"/>
                <a:gd name="connsiteX16" fmla="*/ 47235 w 104966"/>
                <a:gd name="connsiteY16" fmla="*/ 1050 h 104966"/>
                <a:gd name="connsiteX17" fmla="*/ 47235 w 104966"/>
                <a:gd name="connsiteY17" fmla="*/ 41987 h 104966"/>
                <a:gd name="connsiteX18" fmla="*/ 1050 w 104966"/>
                <a:gd name="connsiteY18" fmla="*/ 41987 h 104966"/>
                <a:gd name="connsiteX19" fmla="*/ 0 w 104966"/>
                <a:gd name="connsiteY19" fmla="*/ 43036 h 104966"/>
                <a:gd name="connsiteX20" fmla="*/ 0 w 104966"/>
                <a:gd name="connsiteY20" fmla="*/ 51433 h 104966"/>
                <a:gd name="connsiteX21" fmla="*/ 1050 w 104966"/>
                <a:gd name="connsiteY21" fmla="*/ 52483 h 104966"/>
                <a:gd name="connsiteX22" fmla="*/ 19419 w 104966"/>
                <a:gd name="connsiteY22" fmla="*/ 52483 h 104966"/>
                <a:gd name="connsiteX23" fmla="*/ 86072 w 104966"/>
                <a:gd name="connsiteY23" fmla="*/ 52483 h 104966"/>
                <a:gd name="connsiteX24" fmla="*/ 92895 w 104966"/>
                <a:gd name="connsiteY24" fmla="*/ 94470 h 104966"/>
                <a:gd name="connsiteX25" fmla="*/ 73476 w 104966"/>
                <a:gd name="connsiteY25" fmla="*/ 94470 h 104966"/>
                <a:gd name="connsiteX26" fmla="*/ 73476 w 104966"/>
                <a:gd name="connsiteY26" fmla="*/ 74526 h 104966"/>
                <a:gd name="connsiteX27" fmla="*/ 72427 w 104966"/>
                <a:gd name="connsiteY27" fmla="*/ 73476 h 104966"/>
                <a:gd name="connsiteX28" fmla="*/ 64029 w 104966"/>
                <a:gd name="connsiteY28" fmla="*/ 73476 h 104966"/>
                <a:gd name="connsiteX29" fmla="*/ 62980 w 104966"/>
                <a:gd name="connsiteY29" fmla="*/ 74526 h 104966"/>
                <a:gd name="connsiteX30" fmla="*/ 62980 w 104966"/>
                <a:gd name="connsiteY30" fmla="*/ 94470 h 104966"/>
                <a:gd name="connsiteX31" fmla="*/ 41987 w 104966"/>
                <a:gd name="connsiteY31" fmla="*/ 94470 h 104966"/>
                <a:gd name="connsiteX32" fmla="*/ 41987 w 104966"/>
                <a:gd name="connsiteY32" fmla="*/ 74526 h 104966"/>
                <a:gd name="connsiteX33" fmla="*/ 40937 w 104966"/>
                <a:gd name="connsiteY33" fmla="*/ 73476 h 104966"/>
                <a:gd name="connsiteX34" fmla="*/ 32540 w 104966"/>
                <a:gd name="connsiteY34" fmla="*/ 73476 h 104966"/>
                <a:gd name="connsiteX35" fmla="*/ 31490 w 104966"/>
                <a:gd name="connsiteY35" fmla="*/ 74526 h 104966"/>
                <a:gd name="connsiteX36" fmla="*/ 31490 w 104966"/>
                <a:gd name="connsiteY36" fmla="*/ 94470 h 104966"/>
                <a:gd name="connsiteX37" fmla="*/ 12596 w 104966"/>
                <a:gd name="connsiteY37" fmla="*/ 94470 h 104966"/>
                <a:gd name="connsiteX38" fmla="*/ 19419 w 104966"/>
                <a:gd name="connsiteY38" fmla="*/ 52483 h 104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4966" h="104966">
                  <a:moveTo>
                    <a:pt x="1050" y="52483"/>
                  </a:moveTo>
                  <a:lnTo>
                    <a:pt x="8397" y="52483"/>
                  </a:lnTo>
                  <a:lnTo>
                    <a:pt x="525" y="98668"/>
                  </a:lnTo>
                  <a:lnTo>
                    <a:pt x="525" y="99718"/>
                  </a:lnTo>
                  <a:cubicBezTo>
                    <a:pt x="525" y="102867"/>
                    <a:pt x="2624" y="104966"/>
                    <a:pt x="5773" y="104966"/>
                  </a:cubicBezTo>
                  <a:lnTo>
                    <a:pt x="99718" y="104966"/>
                  </a:lnTo>
                  <a:cubicBezTo>
                    <a:pt x="102342" y="104441"/>
                    <a:pt x="104441" y="101817"/>
                    <a:pt x="103917" y="99193"/>
                  </a:cubicBezTo>
                  <a:lnTo>
                    <a:pt x="96569" y="52483"/>
                  </a:lnTo>
                  <a:lnTo>
                    <a:pt x="103917" y="52483"/>
                  </a:lnTo>
                  <a:cubicBezTo>
                    <a:pt x="104441" y="52483"/>
                    <a:pt x="104966" y="51958"/>
                    <a:pt x="104966" y="51433"/>
                  </a:cubicBezTo>
                  <a:lnTo>
                    <a:pt x="104966" y="43036"/>
                  </a:lnTo>
                  <a:cubicBezTo>
                    <a:pt x="104966" y="42511"/>
                    <a:pt x="104441" y="41987"/>
                    <a:pt x="103917" y="41987"/>
                  </a:cubicBezTo>
                  <a:lnTo>
                    <a:pt x="57731" y="41987"/>
                  </a:lnTo>
                  <a:lnTo>
                    <a:pt x="57731" y="1050"/>
                  </a:lnTo>
                  <a:cubicBezTo>
                    <a:pt x="57731" y="525"/>
                    <a:pt x="57207" y="0"/>
                    <a:pt x="56682" y="0"/>
                  </a:cubicBezTo>
                  <a:lnTo>
                    <a:pt x="48284" y="0"/>
                  </a:lnTo>
                  <a:cubicBezTo>
                    <a:pt x="47760" y="0"/>
                    <a:pt x="47235" y="525"/>
                    <a:pt x="47235" y="1050"/>
                  </a:cubicBezTo>
                  <a:lnTo>
                    <a:pt x="47235" y="41987"/>
                  </a:lnTo>
                  <a:lnTo>
                    <a:pt x="1050" y="41987"/>
                  </a:lnTo>
                  <a:cubicBezTo>
                    <a:pt x="525" y="41987"/>
                    <a:pt x="0" y="42511"/>
                    <a:pt x="0" y="43036"/>
                  </a:cubicBezTo>
                  <a:lnTo>
                    <a:pt x="0" y="51433"/>
                  </a:lnTo>
                  <a:cubicBezTo>
                    <a:pt x="0" y="51958"/>
                    <a:pt x="525" y="52483"/>
                    <a:pt x="1050" y="52483"/>
                  </a:cubicBezTo>
                  <a:close/>
                  <a:moveTo>
                    <a:pt x="19419" y="52483"/>
                  </a:moveTo>
                  <a:lnTo>
                    <a:pt x="86072" y="52483"/>
                  </a:lnTo>
                  <a:lnTo>
                    <a:pt x="92895" y="94470"/>
                  </a:lnTo>
                  <a:lnTo>
                    <a:pt x="73476" y="94470"/>
                  </a:lnTo>
                  <a:lnTo>
                    <a:pt x="73476" y="74526"/>
                  </a:lnTo>
                  <a:cubicBezTo>
                    <a:pt x="73476" y="74001"/>
                    <a:pt x="72952" y="73476"/>
                    <a:pt x="72427" y="73476"/>
                  </a:cubicBezTo>
                  <a:lnTo>
                    <a:pt x="64029" y="73476"/>
                  </a:lnTo>
                  <a:cubicBezTo>
                    <a:pt x="63505" y="73476"/>
                    <a:pt x="62980" y="74001"/>
                    <a:pt x="62980" y="74526"/>
                  </a:cubicBezTo>
                  <a:lnTo>
                    <a:pt x="62980" y="94470"/>
                  </a:lnTo>
                  <a:lnTo>
                    <a:pt x="41987" y="94470"/>
                  </a:lnTo>
                  <a:lnTo>
                    <a:pt x="41987" y="74526"/>
                  </a:lnTo>
                  <a:cubicBezTo>
                    <a:pt x="41987" y="74001"/>
                    <a:pt x="41462" y="73476"/>
                    <a:pt x="40937" y="73476"/>
                  </a:cubicBezTo>
                  <a:lnTo>
                    <a:pt x="32540" y="73476"/>
                  </a:lnTo>
                  <a:cubicBezTo>
                    <a:pt x="32015" y="73476"/>
                    <a:pt x="31490" y="74001"/>
                    <a:pt x="31490" y="74526"/>
                  </a:cubicBezTo>
                  <a:lnTo>
                    <a:pt x="31490" y="94470"/>
                  </a:lnTo>
                  <a:lnTo>
                    <a:pt x="12596" y="94470"/>
                  </a:lnTo>
                  <a:lnTo>
                    <a:pt x="19419" y="52483"/>
                  </a:lnTo>
                  <a:close/>
                </a:path>
              </a:pathLst>
            </a:custGeom>
            <a:solidFill>
              <a:schemeClr val="accent1"/>
            </a:solidFill>
            <a:ln w="158" cap="flat">
              <a:noFill/>
              <a:prstDash val="solid"/>
              <a:miter/>
            </a:ln>
          </p:spPr>
          <p:txBody>
            <a:bodyPr rtlCol="0" anchor="ctr"/>
            <a:lstStyle/>
            <a:p>
              <a:endParaRPr lang="zh-CN" altLang="en-US"/>
            </a:p>
          </p:txBody>
        </p:sp>
      </p:grpSp>
      <p:grpSp>
        <p:nvGrpSpPr>
          <p:cNvPr id="47" name="组合 46">
            <a:extLst>
              <a:ext uri="{FF2B5EF4-FFF2-40B4-BE49-F238E27FC236}">
                <a16:creationId xmlns:a16="http://schemas.microsoft.com/office/drawing/2014/main" id="{31CAECBB-8A0F-D933-F3FF-E37269C6377C}"/>
              </a:ext>
            </a:extLst>
          </p:cNvPr>
          <p:cNvGrpSpPr/>
          <p:nvPr/>
        </p:nvGrpSpPr>
        <p:grpSpPr>
          <a:xfrm>
            <a:off x="3525852" y="2577885"/>
            <a:ext cx="206922" cy="152652"/>
            <a:chOff x="3545462" y="2612745"/>
            <a:chExt cx="137767" cy="103325"/>
          </a:xfrm>
        </p:grpSpPr>
        <p:sp>
          <p:nvSpPr>
            <p:cNvPr id="45" name="任意多边形: 形状 44">
              <a:extLst>
                <a:ext uri="{FF2B5EF4-FFF2-40B4-BE49-F238E27FC236}">
                  <a16:creationId xmlns:a16="http://schemas.microsoft.com/office/drawing/2014/main" id="{D61FD3D0-FF32-7279-5C54-D4237B2B83A3}"/>
                </a:ext>
              </a:extLst>
            </p:cNvPr>
            <p:cNvSpPr/>
            <p:nvPr/>
          </p:nvSpPr>
          <p:spPr>
            <a:xfrm>
              <a:off x="3545462" y="2612745"/>
              <a:ext cx="137767" cy="103325"/>
            </a:xfrm>
            <a:custGeom>
              <a:avLst/>
              <a:gdLst>
                <a:gd name="connsiteX0" fmla="*/ 133462 w 137767"/>
                <a:gd name="connsiteY0" fmla="*/ 17651 h 103325"/>
                <a:gd name="connsiteX1" fmla="*/ 137768 w 137767"/>
                <a:gd name="connsiteY1" fmla="*/ 13346 h 103325"/>
                <a:gd name="connsiteX2" fmla="*/ 137768 w 137767"/>
                <a:gd name="connsiteY2" fmla="*/ 8610 h 103325"/>
                <a:gd name="connsiteX3" fmla="*/ 129157 w 137767"/>
                <a:gd name="connsiteY3" fmla="*/ 0 h 103325"/>
                <a:gd name="connsiteX4" fmla="*/ 8610 w 137767"/>
                <a:gd name="connsiteY4" fmla="*/ 0 h 103325"/>
                <a:gd name="connsiteX5" fmla="*/ 0 w 137767"/>
                <a:gd name="connsiteY5" fmla="*/ 8610 h 103325"/>
                <a:gd name="connsiteX6" fmla="*/ 0 w 137767"/>
                <a:gd name="connsiteY6" fmla="*/ 68884 h 103325"/>
                <a:gd name="connsiteX7" fmla="*/ 8610 w 137767"/>
                <a:gd name="connsiteY7" fmla="*/ 77494 h 103325"/>
                <a:gd name="connsiteX8" fmla="*/ 129157 w 137767"/>
                <a:gd name="connsiteY8" fmla="*/ 77494 h 103325"/>
                <a:gd name="connsiteX9" fmla="*/ 137768 w 137767"/>
                <a:gd name="connsiteY9" fmla="*/ 68884 h 103325"/>
                <a:gd name="connsiteX10" fmla="*/ 137768 w 137767"/>
                <a:gd name="connsiteY10" fmla="*/ 38962 h 103325"/>
                <a:gd name="connsiteX11" fmla="*/ 133462 w 137767"/>
                <a:gd name="connsiteY11" fmla="*/ 34657 h 103325"/>
                <a:gd name="connsiteX12" fmla="*/ 129157 w 137767"/>
                <a:gd name="connsiteY12" fmla="*/ 38962 h 103325"/>
                <a:gd name="connsiteX13" fmla="*/ 129157 w 137767"/>
                <a:gd name="connsiteY13" fmla="*/ 68884 h 103325"/>
                <a:gd name="connsiteX14" fmla="*/ 111936 w 137767"/>
                <a:gd name="connsiteY14" fmla="*/ 68884 h 103325"/>
                <a:gd name="connsiteX15" fmla="*/ 111936 w 137767"/>
                <a:gd name="connsiteY15" fmla="*/ 47358 h 103325"/>
                <a:gd name="connsiteX16" fmla="*/ 107631 w 137767"/>
                <a:gd name="connsiteY16" fmla="*/ 43052 h 103325"/>
                <a:gd name="connsiteX17" fmla="*/ 103326 w 137767"/>
                <a:gd name="connsiteY17" fmla="*/ 47358 h 103325"/>
                <a:gd name="connsiteX18" fmla="*/ 103326 w 137767"/>
                <a:gd name="connsiteY18" fmla="*/ 68884 h 103325"/>
                <a:gd name="connsiteX19" fmla="*/ 86105 w 137767"/>
                <a:gd name="connsiteY19" fmla="*/ 68884 h 103325"/>
                <a:gd name="connsiteX20" fmla="*/ 86105 w 137767"/>
                <a:gd name="connsiteY20" fmla="*/ 55968 h 103325"/>
                <a:gd name="connsiteX21" fmla="*/ 81799 w 137767"/>
                <a:gd name="connsiteY21" fmla="*/ 51663 h 103325"/>
                <a:gd name="connsiteX22" fmla="*/ 77494 w 137767"/>
                <a:gd name="connsiteY22" fmla="*/ 55968 h 103325"/>
                <a:gd name="connsiteX23" fmla="*/ 77494 w 137767"/>
                <a:gd name="connsiteY23" fmla="*/ 68884 h 103325"/>
                <a:gd name="connsiteX24" fmla="*/ 60273 w 137767"/>
                <a:gd name="connsiteY24" fmla="*/ 68884 h 103325"/>
                <a:gd name="connsiteX25" fmla="*/ 60273 w 137767"/>
                <a:gd name="connsiteY25" fmla="*/ 55968 h 103325"/>
                <a:gd name="connsiteX26" fmla="*/ 55968 w 137767"/>
                <a:gd name="connsiteY26" fmla="*/ 51663 h 103325"/>
                <a:gd name="connsiteX27" fmla="*/ 51663 w 137767"/>
                <a:gd name="connsiteY27" fmla="*/ 55968 h 103325"/>
                <a:gd name="connsiteX28" fmla="*/ 51663 w 137767"/>
                <a:gd name="connsiteY28" fmla="*/ 68884 h 103325"/>
                <a:gd name="connsiteX29" fmla="*/ 34442 w 137767"/>
                <a:gd name="connsiteY29" fmla="*/ 68884 h 103325"/>
                <a:gd name="connsiteX30" fmla="*/ 34442 w 137767"/>
                <a:gd name="connsiteY30" fmla="*/ 47358 h 103325"/>
                <a:gd name="connsiteX31" fmla="*/ 30137 w 137767"/>
                <a:gd name="connsiteY31" fmla="*/ 43052 h 103325"/>
                <a:gd name="connsiteX32" fmla="*/ 25831 w 137767"/>
                <a:gd name="connsiteY32" fmla="*/ 47358 h 103325"/>
                <a:gd name="connsiteX33" fmla="*/ 25831 w 137767"/>
                <a:gd name="connsiteY33" fmla="*/ 68884 h 103325"/>
                <a:gd name="connsiteX34" fmla="*/ 8610 w 137767"/>
                <a:gd name="connsiteY34" fmla="*/ 68884 h 103325"/>
                <a:gd name="connsiteX35" fmla="*/ 8610 w 137767"/>
                <a:gd name="connsiteY35" fmla="*/ 8610 h 103325"/>
                <a:gd name="connsiteX36" fmla="*/ 129157 w 137767"/>
                <a:gd name="connsiteY36" fmla="*/ 8610 h 103325"/>
                <a:gd name="connsiteX37" fmla="*/ 129157 w 137767"/>
                <a:gd name="connsiteY37" fmla="*/ 13346 h 103325"/>
                <a:gd name="connsiteX38" fmla="*/ 133462 w 137767"/>
                <a:gd name="connsiteY38" fmla="*/ 17651 h 103325"/>
                <a:gd name="connsiteX39" fmla="*/ 133462 w 137767"/>
                <a:gd name="connsiteY39" fmla="*/ 94715 h 103325"/>
                <a:gd name="connsiteX40" fmla="*/ 4305 w 137767"/>
                <a:gd name="connsiteY40" fmla="*/ 94715 h 103325"/>
                <a:gd name="connsiteX41" fmla="*/ 0 w 137767"/>
                <a:gd name="connsiteY41" fmla="*/ 99020 h 103325"/>
                <a:gd name="connsiteX42" fmla="*/ 4305 w 137767"/>
                <a:gd name="connsiteY42" fmla="*/ 103326 h 103325"/>
                <a:gd name="connsiteX43" fmla="*/ 133462 w 137767"/>
                <a:gd name="connsiteY43" fmla="*/ 103326 h 103325"/>
                <a:gd name="connsiteX44" fmla="*/ 137768 w 137767"/>
                <a:gd name="connsiteY44" fmla="*/ 99020 h 103325"/>
                <a:gd name="connsiteX45" fmla="*/ 133462 w 137767"/>
                <a:gd name="connsiteY45" fmla="*/ 94715 h 10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37767" h="103325">
                  <a:moveTo>
                    <a:pt x="133462" y="17651"/>
                  </a:moveTo>
                  <a:cubicBezTo>
                    <a:pt x="135830" y="17651"/>
                    <a:pt x="137768" y="15714"/>
                    <a:pt x="137768" y="13346"/>
                  </a:cubicBezTo>
                  <a:lnTo>
                    <a:pt x="137768" y="8610"/>
                  </a:lnTo>
                  <a:cubicBezTo>
                    <a:pt x="137768" y="3875"/>
                    <a:pt x="133893" y="0"/>
                    <a:pt x="129157" y="0"/>
                  </a:cubicBezTo>
                  <a:lnTo>
                    <a:pt x="8610" y="0"/>
                  </a:lnTo>
                  <a:cubicBezTo>
                    <a:pt x="3875" y="0"/>
                    <a:pt x="0" y="3875"/>
                    <a:pt x="0" y="8610"/>
                  </a:cubicBezTo>
                  <a:lnTo>
                    <a:pt x="0" y="68884"/>
                  </a:lnTo>
                  <a:cubicBezTo>
                    <a:pt x="0" y="73620"/>
                    <a:pt x="3875" y="77494"/>
                    <a:pt x="8610" y="77494"/>
                  </a:cubicBezTo>
                  <a:lnTo>
                    <a:pt x="129157" y="77494"/>
                  </a:lnTo>
                  <a:cubicBezTo>
                    <a:pt x="133893" y="77494"/>
                    <a:pt x="137768" y="73620"/>
                    <a:pt x="137768" y="68884"/>
                  </a:cubicBezTo>
                  <a:lnTo>
                    <a:pt x="137768" y="38962"/>
                  </a:lnTo>
                  <a:cubicBezTo>
                    <a:pt x="137768" y="36594"/>
                    <a:pt x="135830" y="34657"/>
                    <a:pt x="133462" y="34657"/>
                  </a:cubicBezTo>
                  <a:cubicBezTo>
                    <a:pt x="131094" y="34657"/>
                    <a:pt x="129157" y="36594"/>
                    <a:pt x="129157" y="38962"/>
                  </a:cubicBezTo>
                  <a:lnTo>
                    <a:pt x="129157" y="68884"/>
                  </a:lnTo>
                  <a:lnTo>
                    <a:pt x="111936" y="68884"/>
                  </a:lnTo>
                  <a:lnTo>
                    <a:pt x="111936" y="47358"/>
                  </a:lnTo>
                  <a:cubicBezTo>
                    <a:pt x="111936" y="44990"/>
                    <a:pt x="109999" y="43052"/>
                    <a:pt x="107631" y="43052"/>
                  </a:cubicBezTo>
                  <a:cubicBezTo>
                    <a:pt x="105263" y="43052"/>
                    <a:pt x="103326" y="44990"/>
                    <a:pt x="103326" y="47358"/>
                  </a:cubicBezTo>
                  <a:lnTo>
                    <a:pt x="103326" y="68884"/>
                  </a:lnTo>
                  <a:lnTo>
                    <a:pt x="86105" y="68884"/>
                  </a:lnTo>
                  <a:lnTo>
                    <a:pt x="86105" y="55968"/>
                  </a:lnTo>
                  <a:cubicBezTo>
                    <a:pt x="86105" y="53600"/>
                    <a:pt x="84167" y="51663"/>
                    <a:pt x="81799" y="51663"/>
                  </a:cubicBezTo>
                  <a:cubicBezTo>
                    <a:pt x="79432" y="51663"/>
                    <a:pt x="77494" y="53600"/>
                    <a:pt x="77494" y="55968"/>
                  </a:cubicBezTo>
                  <a:lnTo>
                    <a:pt x="77494" y="68884"/>
                  </a:lnTo>
                  <a:lnTo>
                    <a:pt x="60273" y="68884"/>
                  </a:lnTo>
                  <a:lnTo>
                    <a:pt x="60273" y="55968"/>
                  </a:lnTo>
                  <a:cubicBezTo>
                    <a:pt x="60273" y="53600"/>
                    <a:pt x="58336" y="51663"/>
                    <a:pt x="55968" y="51663"/>
                  </a:cubicBezTo>
                  <a:cubicBezTo>
                    <a:pt x="53600" y="51663"/>
                    <a:pt x="51663" y="53600"/>
                    <a:pt x="51663" y="55968"/>
                  </a:cubicBezTo>
                  <a:lnTo>
                    <a:pt x="51663" y="68884"/>
                  </a:lnTo>
                  <a:lnTo>
                    <a:pt x="34442" y="68884"/>
                  </a:lnTo>
                  <a:lnTo>
                    <a:pt x="34442" y="47358"/>
                  </a:lnTo>
                  <a:cubicBezTo>
                    <a:pt x="34442" y="44990"/>
                    <a:pt x="32505" y="43052"/>
                    <a:pt x="30137" y="43052"/>
                  </a:cubicBezTo>
                  <a:cubicBezTo>
                    <a:pt x="27769" y="43052"/>
                    <a:pt x="25831" y="44990"/>
                    <a:pt x="25831" y="47358"/>
                  </a:cubicBezTo>
                  <a:lnTo>
                    <a:pt x="25831" y="68884"/>
                  </a:lnTo>
                  <a:lnTo>
                    <a:pt x="8610" y="68884"/>
                  </a:lnTo>
                  <a:lnTo>
                    <a:pt x="8610" y="8610"/>
                  </a:lnTo>
                  <a:lnTo>
                    <a:pt x="129157" y="8610"/>
                  </a:lnTo>
                  <a:lnTo>
                    <a:pt x="129157" y="13346"/>
                  </a:lnTo>
                  <a:cubicBezTo>
                    <a:pt x="129157" y="15714"/>
                    <a:pt x="131094" y="17651"/>
                    <a:pt x="133462" y="17651"/>
                  </a:cubicBezTo>
                  <a:close/>
                  <a:moveTo>
                    <a:pt x="133462" y="94715"/>
                  </a:moveTo>
                  <a:lnTo>
                    <a:pt x="4305" y="94715"/>
                  </a:lnTo>
                  <a:cubicBezTo>
                    <a:pt x="1937" y="94715"/>
                    <a:pt x="0" y="96653"/>
                    <a:pt x="0" y="99020"/>
                  </a:cubicBezTo>
                  <a:cubicBezTo>
                    <a:pt x="0" y="101388"/>
                    <a:pt x="1937" y="103326"/>
                    <a:pt x="4305" y="103326"/>
                  </a:cubicBezTo>
                  <a:lnTo>
                    <a:pt x="133462" y="103326"/>
                  </a:lnTo>
                  <a:cubicBezTo>
                    <a:pt x="135830" y="103326"/>
                    <a:pt x="137768" y="101388"/>
                    <a:pt x="137768" y="99020"/>
                  </a:cubicBezTo>
                  <a:cubicBezTo>
                    <a:pt x="137768" y="96653"/>
                    <a:pt x="135830" y="94715"/>
                    <a:pt x="133462" y="94715"/>
                  </a:cubicBezTo>
                  <a:close/>
                </a:path>
              </a:pathLst>
            </a:custGeom>
            <a:solidFill>
              <a:schemeClr val="accent1"/>
            </a:solidFill>
            <a:ln w="140" cap="flat">
              <a:noFill/>
              <a:prstDash val="solid"/>
              <a:miter/>
            </a:ln>
          </p:spPr>
          <p:txBody>
            <a:bodyPr rtlCol="0" anchor="ctr"/>
            <a:lstStyle/>
            <a:p>
              <a:endParaRPr lang="zh-CN" altLang="en-US"/>
            </a:p>
          </p:txBody>
        </p:sp>
        <p:sp>
          <p:nvSpPr>
            <p:cNvPr id="46" name="任意多边形: 形状 45">
              <a:extLst>
                <a:ext uri="{FF2B5EF4-FFF2-40B4-BE49-F238E27FC236}">
                  <a16:creationId xmlns:a16="http://schemas.microsoft.com/office/drawing/2014/main" id="{3EDC2C81-30C8-7211-7D21-551B850CDE0A}"/>
                </a:ext>
              </a:extLst>
            </p:cNvPr>
            <p:cNvSpPr/>
            <p:nvPr/>
          </p:nvSpPr>
          <p:spPr>
            <a:xfrm>
              <a:off x="3571293" y="2629966"/>
              <a:ext cx="86104" cy="8610"/>
            </a:xfrm>
            <a:custGeom>
              <a:avLst/>
              <a:gdLst>
                <a:gd name="connsiteX0" fmla="*/ 4305 w 86104"/>
                <a:gd name="connsiteY0" fmla="*/ 0 h 8610"/>
                <a:gd name="connsiteX1" fmla="*/ 0 w 86104"/>
                <a:gd name="connsiteY1" fmla="*/ 4305 h 8610"/>
                <a:gd name="connsiteX2" fmla="*/ 4305 w 86104"/>
                <a:gd name="connsiteY2" fmla="*/ 8610 h 8610"/>
                <a:gd name="connsiteX3" fmla="*/ 81799 w 86104"/>
                <a:gd name="connsiteY3" fmla="*/ 8610 h 8610"/>
                <a:gd name="connsiteX4" fmla="*/ 86105 w 86104"/>
                <a:gd name="connsiteY4" fmla="*/ 4305 h 8610"/>
                <a:gd name="connsiteX5" fmla="*/ 81799 w 86104"/>
                <a:gd name="connsiteY5" fmla="*/ 0 h 8610"/>
                <a:gd name="connsiteX6" fmla="*/ 4305 w 86104"/>
                <a:gd name="connsiteY6" fmla="*/ 0 h 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104" h="8610">
                  <a:moveTo>
                    <a:pt x="4305" y="0"/>
                  </a:moveTo>
                  <a:cubicBezTo>
                    <a:pt x="1937" y="0"/>
                    <a:pt x="0" y="1937"/>
                    <a:pt x="0" y="4305"/>
                  </a:cubicBezTo>
                  <a:cubicBezTo>
                    <a:pt x="0" y="6673"/>
                    <a:pt x="1937" y="8610"/>
                    <a:pt x="4305" y="8610"/>
                  </a:cubicBezTo>
                  <a:lnTo>
                    <a:pt x="81799" y="8610"/>
                  </a:lnTo>
                  <a:cubicBezTo>
                    <a:pt x="84167" y="8610"/>
                    <a:pt x="86105" y="6673"/>
                    <a:pt x="86105" y="4305"/>
                  </a:cubicBezTo>
                  <a:cubicBezTo>
                    <a:pt x="86105" y="1937"/>
                    <a:pt x="84167" y="0"/>
                    <a:pt x="81799" y="0"/>
                  </a:cubicBezTo>
                  <a:lnTo>
                    <a:pt x="4305" y="0"/>
                  </a:lnTo>
                  <a:close/>
                </a:path>
              </a:pathLst>
            </a:custGeom>
            <a:solidFill>
              <a:schemeClr val="accent1"/>
            </a:solidFill>
            <a:ln w="140" cap="flat">
              <a:noFill/>
              <a:prstDash val="solid"/>
              <a:miter/>
            </a:ln>
          </p:spPr>
          <p:txBody>
            <a:bodyPr rtlCol="0" anchor="ctr"/>
            <a:lstStyle/>
            <a:p>
              <a:endParaRPr lang="zh-CN" altLang="en-US"/>
            </a:p>
          </p:txBody>
        </p:sp>
      </p:grpSp>
      <p:grpSp>
        <p:nvGrpSpPr>
          <p:cNvPr id="61" name="组合 60">
            <a:extLst>
              <a:ext uri="{FF2B5EF4-FFF2-40B4-BE49-F238E27FC236}">
                <a16:creationId xmlns:a16="http://schemas.microsoft.com/office/drawing/2014/main" id="{C40F54AC-64E6-DA4C-8707-6B8BFC4A69CD}"/>
              </a:ext>
            </a:extLst>
          </p:cNvPr>
          <p:cNvGrpSpPr/>
          <p:nvPr/>
        </p:nvGrpSpPr>
        <p:grpSpPr>
          <a:xfrm>
            <a:off x="2128551" y="3636249"/>
            <a:ext cx="207084" cy="194276"/>
            <a:chOff x="2092507" y="3594685"/>
            <a:chExt cx="167834" cy="157455"/>
          </a:xfrm>
          <a:solidFill>
            <a:schemeClr val="accent1"/>
          </a:solidFill>
        </p:grpSpPr>
        <p:sp>
          <p:nvSpPr>
            <p:cNvPr id="55" name="任意多边形: 形状 54">
              <a:extLst>
                <a:ext uri="{FF2B5EF4-FFF2-40B4-BE49-F238E27FC236}">
                  <a16:creationId xmlns:a16="http://schemas.microsoft.com/office/drawing/2014/main" id="{20E075A0-90F6-FD89-613D-F36DF9AC0705}"/>
                </a:ext>
              </a:extLst>
            </p:cNvPr>
            <p:cNvSpPr/>
            <p:nvPr/>
          </p:nvSpPr>
          <p:spPr>
            <a:xfrm>
              <a:off x="2092507" y="3594685"/>
              <a:ext cx="167834" cy="157455"/>
            </a:xfrm>
            <a:custGeom>
              <a:avLst/>
              <a:gdLst>
                <a:gd name="connsiteX0" fmla="*/ 163539 w 167834"/>
                <a:gd name="connsiteY0" fmla="*/ 108709 h 157455"/>
                <a:gd name="connsiteX1" fmla="*/ 163539 w 167834"/>
                <a:gd name="connsiteY1" fmla="*/ 143044 h 157455"/>
                <a:gd name="connsiteX2" fmla="*/ 137796 w 167834"/>
                <a:gd name="connsiteY2" fmla="*/ 157352 h 157455"/>
                <a:gd name="connsiteX3" fmla="*/ 30041 w 167834"/>
                <a:gd name="connsiteY3" fmla="*/ 157352 h 157455"/>
                <a:gd name="connsiteX4" fmla="*/ 4288 w 167834"/>
                <a:gd name="connsiteY4" fmla="*/ 143044 h 157455"/>
                <a:gd name="connsiteX5" fmla="*/ 4288 w 167834"/>
                <a:gd name="connsiteY5" fmla="*/ 108709 h 157455"/>
                <a:gd name="connsiteX6" fmla="*/ 58648 w 167834"/>
                <a:gd name="connsiteY6" fmla="*/ 15263 h 157455"/>
                <a:gd name="connsiteX7" fmla="*/ 84391 w 167834"/>
                <a:gd name="connsiteY7" fmla="*/ 0 h 157455"/>
                <a:gd name="connsiteX8" fmla="*/ 110144 w 167834"/>
                <a:gd name="connsiteY8" fmla="*/ 15263 h 157455"/>
                <a:gd name="connsiteX9" fmla="*/ 163539 w 167834"/>
                <a:gd name="connsiteY9" fmla="*/ 108709 h 157455"/>
                <a:gd name="connsiteX10" fmla="*/ 136842 w 167834"/>
                <a:gd name="connsiteY10" fmla="*/ 146579 h 157455"/>
                <a:gd name="connsiteX11" fmla="*/ 152556 w 167834"/>
                <a:gd name="connsiteY11" fmla="*/ 137998 h 157455"/>
                <a:gd name="connsiteX12" fmla="*/ 152556 w 167834"/>
                <a:gd name="connsiteY12" fmla="*/ 116346 h 157455"/>
                <a:gd name="connsiteX13" fmla="*/ 97745 w 167834"/>
                <a:gd name="connsiteY13" fmla="*/ 21400 h 157455"/>
                <a:gd name="connsiteX14" fmla="*/ 83436 w 167834"/>
                <a:gd name="connsiteY14" fmla="*/ 12819 h 157455"/>
                <a:gd name="connsiteX15" fmla="*/ 69138 w 167834"/>
                <a:gd name="connsiteY15" fmla="*/ 21400 h 157455"/>
                <a:gd name="connsiteX16" fmla="*/ 13656 w 167834"/>
                <a:gd name="connsiteY16" fmla="*/ 116336 h 157455"/>
                <a:gd name="connsiteX17" fmla="*/ 13656 w 167834"/>
                <a:gd name="connsiteY17" fmla="*/ 137998 h 157455"/>
                <a:gd name="connsiteX18" fmla="*/ 29076 w 167834"/>
                <a:gd name="connsiteY18" fmla="*/ 146579 h 157455"/>
                <a:gd name="connsiteX19" fmla="*/ 136841 w 167834"/>
                <a:gd name="connsiteY19" fmla="*/ 146579 h 157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67834" h="157455">
                  <a:moveTo>
                    <a:pt x="163539" y="108709"/>
                  </a:moveTo>
                  <a:cubicBezTo>
                    <a:pt x="169266" y="118255"/>
                    <a:pt x="169266" y="133508"/>
                    <a:pt x="163539" y="143044"/>
                  </a:cubicBezTo>
                  <a:cubicBezTo>
                    <a:pt x="157822" y="152590"/>
                    <a:pt x="148297" y="158307"/>
                    <a:pt x="137796" y="157352"/>
                  </a:cubicBezTo>
                  <a:lnTo>
                    <a:pt x="30041" y="157352"/>
                  </a:lnTo>
                  <a:cubicBezTo>
                    <a:pt x="19551" y="157352"/>
                    <a:pt x="10005" y="152579"/>
                    <a:pt x="4288" y="143044"/>
                  </a:cubicBezTo>
                  <a:cubicBezTo>
                    <a:pt x="-1429" y="134463"/>
                    <a:pt x="-1429" y="118255"/>
                    <a:pt x="4288" y="108709"/>
                  </a:cubicBezTo>
                  <a:lnTo>
                    <a:pt x="58648" y="15263"/>
                  </a:lnTo>
                  <a:cubicBezTo>
                    <a:pt x="64365" y="5717"/>
                    <a:pt x="73901" y="0"/>
                    <a:pt x="84391" y="0"/>
                  </a:cubicBezTo>
                  <a:cubicBezTo>
                    <a:pt x="94881" y="0"/>
                    <a:pt x="104427" y="5717"/>
                    <a:pt x="110144" y="15263"/>
                  </a:cubicBezTo>
                  <a:lnTo>
                    <a:pt x="163539" y="108709"/>
                  </a:lnTo>
                  <a:close/>
                  <a:moveTo>
                    <a:pt x="136842" y="146579"/>
                  </a:moveTo>
                  <a:cubicBezTo>
                    <a:pt x="142559" y="146579"/>
                    <a:pt x="149703" y="142771"/>
                    <a:pt x="152556" y="137998"/>
                  </a:cubicBezTo>
                  <a:cubicBezTo>
                    <a:pt x="156374" y="133225"/>
                    <a:pt x="156374" y="120165"/>
                    <a:pt x="152556" y="116346"/>
                  </a:cubicBezTo>
                  <a:lnTo>
                    <a:pt x="97745" y="21400"/>
                  </a:lnTo>
                  <a:cubicBezTo>
                    <a:pt x="94881" y="15672"/>
                    <a:pt x="89164" y="12819"/>
                    <a:pt x="83436" y="12819"/>
                  </a:cubicBezTo>
                  <a:cubicBezTo>
                    <a:pt x="77719" y="12819"/>
                    <a:pt x="72002" y="16627"/>
                    <a:pt x="69138" y="21400"/>
                  </a:cubicBezTo>
                  <a:lnTo>
                    <a:pt x="13656" y="116336"/>
                  </a:lnTo>
                  <a:cubicBezTo>
                    <a:pt x="10802" y="121109"/>
                    <a:pt x="10802" y="133225"/>
                    <a:pt x="13656" y="137998"/>
                  </a:cubicBezTo>
                  <a:cubicBezTo>
                    <a:pt x="16519" y="142771"/>
                    <a:pt x="23359" y="146579"/>
                    <a:pt x="29076" y="146579"/>
                  </a:cubicBezTo>
                  <a:lnTo>
                    <a:pt x="136841" y="146579"/>
                  </a:lnTo>
                  <a:close/>
                </a:path>
              </a:pathLst>
            </a:custGeom>
            <a:grpFill/>
            <a:ln w="158" cap="flat">
              <a:noFill/>
              <a:prstDash val="solid"/>
              <a:miter/>
            </a:ln>
          </p:spPr>
          <p:txBody>
            <a:bodyPr rtlCol="0" anchor="ctr"/>
            <a:lstStyle/>
            <a:p>
              <a:endParaRPr lang="zh-CN" altLang="en-US"/>
            </a:p>
          </p:txBody>
        </p:sp>
        <p:sp>
          <p:nvSpPr>
            <p:cNvPr id="58" name="任意多边形: 形状 57">
              <a:extLst>
                <a:ext uri="{FF2B5EF4-FFF2-40B4-BE49-F238E27FC236}">
                  <a16:creationId xmlns:a16="http://schemas.microsoft.com/office/drawing/2014/main" id="{99D59CC8-B240-1334-E85A-5731419ECD6F}"/>
                </a:ext>
              </a:extLst>
            </p:cNvPr>
            <p:cNvSpPr/>
            <p:nvPr/>
          </p:nvSpPr>
          <p:spPr>
            <a:xfrm>
              <a:off x="2155426" y="3636522"/>
              <a:ext cx="42566" cy="94034"/>
            </a:xfrm>
            <a:custGeom>
              <a:avLst/>
              <a:gdLst>
                <a:gd name="connsiteX0" fmla="*/ 12104 w 42566"/>
                <a:gd name="connsiteY0" fmla="*/ 93004 h 94034"/>
                <a:gd name="connsiteX1" fmla="*/ 10677 w 42566"/>
                <a:gd name="connsiteY1" fmla="*/ 85106 h 94034"/>
                <a:gd name="connsiteX2" fmla="*/ 10677 w 42566"/>
                <a:gd name="connsiteY2" fmla="*/ 85104 h 94034"/>
                <a:gd name="connsiteX3" fmla="*/ 31249 w 42566"/>
                <a:gd name="connsiteY3" fmla="*/ 54201 h 94034"/>
                <a:gd name="connsiteX4" fmla="*/ 4373 w 42566"/>
                <a:gd name="connsiteY4" fmla="*/ 47802 h 94034"/>
                <a:gd name="connsiteX5" fmla="*/ 151 w 42566"/>
                <a:gd name="connsiteY5" fmla="*/ 40993 h 94034"/>
                <a:gd name="connsiteX6" fmla="*/ 1037 w 42566"/>
                <a:gd name="connsiteY6" fmla="*/ 39021 h 94034"/>
                <a:gd name="connsiteX7" fmla="*/ 21912 w 42566"/>
                <a:gd name="connsiteY7" fmla="*/ 2442 h 94034"/>
                <a:gd name="connsiteX8" fmla="*/ 29822 w 42566"/>
                <a:gd name="connsiteY8" fmla="*/ 1016 h 94034"/>
                <a:gd name="connsiteX9" fmla="*/ 31249 w 42566"/>
                <a:gd name="connsiteY9" fmla="*/ 8925 h 94034"/>
                <a:gd name="connsiteX10" fmla="*/ 15125 w 42566"/>
                <a:gd name="connsiteY10" fmla="*/ 38644 h 94034"/>
                <a:gd name="connsiteX11" fmla="*/ 38214 w 42566"/>
                <a:gd name="connsiteY11" fmla="*/ 45043 h 94034"/>
                <a:gd name="connsiteX12" fmla="*/ 42190 w 42566"/>
                <a:gd name="connsiteY12" fmla="*/ 51379 h 94034"/>
                <a:gd name="connsiteX13" fmla="*/ 41560 w 42566"/>
                <a:gd name="connsiteY13" fmla="*/ 59393 h 94034"/>
                <a:gd name="connsiteX14" fmla="*/ 20014 w 42566"/>
                <a:gd name="connsiteY14" fmla="*/ 91577 h 94034"/>
                <a:gd name="connsiteX15" fmla="*/ 12169 w 42566"/>
                <a:gd name="connsiteY15" fmla="*/ 93049 h 94034"/>
                <a:gd name="connsiteX16" fmla="*/ 12104 w 42566"/>
                <a:gd name="connsiteY16" fmla="*/ 93004 h 9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66" h="94034">
                  <a:moveTo>
                    <a:pt x="12104" y="93004"/>
                  </a:moveTo>
                  <a:cubicBezTo>
                    <a:pt x="9529" y="91217"/>
                    <a:pt x="8890" y="87681"/>
                    <a:pt x="10677" y="85106"/>
                  </a:cubicBezTo>
                  <a:cubicBezTo>
                    <a:pt x="10677" y="85105"/>
                    <a:pt x="10677" y="85105"/>
                    <a:pt x="10677" y="85104"/>
                  </a:cubicBezTo>
                  <a:lnTo>
                    <a:pt x="31249" y="54201"/>
                  </a:lnTo>
                  <a:lnTo>
                    <a:pt x="4373" y="47802"/>
                  </a:lnTo>
                  <a:cubicBezTo>
                    <a:pt x="1327" y="47087"/>
                    <a:pt x="-563" y="44039"/>
                    <a:pt x="151" y="40993"/>
                  </a:cubicBezTo>
                  <a:cubicBezTo>
                    <a:pt x="317" y="40285"/>
                    <a:pt x="618" y="39616"/>
                    <a:pt x="1037" y="39021"/>
                  </a:cubicBezTo>
                  <a:lnTo>
                    <a:pt x="21912" y="2442"/>
                  </a:lnTo>
                  <a:cubicBezTo>
                    <a:pt x="23703" y="-136"/>
                    <a:pt x="27244" y="-775"/>
                    <a:pt x="29822" y="1016"/>
                  </a:cubicBezTo>
                  <a:cubicBezTo>
                    <a:pt x="32400" y="2806"/>
                    <a:pt x="33039" y="6347"/>
                    <a:pt x="31249" y="8925"/>
                  </a:cubicBezTo>
                  <a:lnTo>
                    <a:pt x="15125" y="38644"/>
                  </a:lnTo>
                  <a:lnTo>
                    <a:pt x="38214" y="45043"/>
                  </a:lnTo>
                  <a:cubicBezTo>
                    <a:pt x="40039" y="45494"/>
                    <a:pt x="41518" y="49627"/>
                    <a:pt x="42190" y="51379"/>
                  </a:cubicBezTo>
                  <a:cubicBezTo>
                    <a:pt x="42872" y="53131"/>
                    <a:pt x="42610" y="57851"/>
                    <a:pt x="41560" y="59393"/>
                  </a:cubicBezTo>
                  <a:lnTo>
                    <a:pt x="20014" y="91577"/>
                  </a:lnTo>
                  <a:cubicBezTo>
                    <a:pt x="18254" y="94149"/>
                    <a:pt x="14742" y="94809"/>
                    <a:pt x="12169" y="93049"/>
                  </a:cubicBezTo>
                  <a:cubicBezTo>
                    <a:pt x="12148" y="93034"/>
                    <a:pt x="12126" y="93019"/>
                    <a:pt x="12104" y="93004"/>
                  </a:cubicBezTo>
                  <a:close/>
                </a:path>
              </a:pathLst>
            </a:custGeom>
            <a:grpFill/>
            <a:ln w="158" cap="flat">
              <a:noFill/>
              <a:prstDash val="solid"/>
              <a:miter/>
            </a:ln>
          </p:spPr>
          <p:txBody>
            <a:bodyPr rtlCol="0" anchor="ctr"/>
            <a:lstStyle/>
            <a:p>
              <a:endParaRPr lang="zh-CN" altLang="en-US"/>
            </a:p>
          </p:txBody>
        </p:sp>
      </p:grpSp>
      <p:grpSp>
        <p:nvGrpSpPr>
          <p:cNvPr id="154" name="组合 153">
            <a:extLst>
              <a:ext uri="{FF2B5EF4-FFF2-40B4-BE49-F238E27FC236}">
                <a16:creationId xmlns:a16="http://schemas.microsoft.com/office/drawing/2014/main" id="{26ADFAC6-8CCA-AA36-FA56-D530FC36F0EC}"/>
              </a:ext>
            </a:extLst>
          </p:cNvPr>
          <p:cNvGrpSpPr/>
          <p:nvPr/>
        </p:nvGrpSpPr>
        <p:grpSpPr>
          <a:xfrm>
            <a:off x="2884592" y="3564641"/>
            <a:ext cx="149947" cy="173445"/>
            <a:chOff x="2124609" y="3430845"/>
            <a:chExt cx="174870" cy="202274"/>
          </a:xfrm>
          <a:solidFill>
            <a:schemeClr val="accent1"/>
          </a:solidFill>
        </p:grpSpPr>
        <p:sp>
          <p:nvSpPr>
            <p:cNvPr id="104" name="任意多边形: 形状 103">
              <a:extLst>
                <a:ext uri="{FF2B5EF4-FFF2-40B4-BE49-F238E27FC236}">
                  <a16:creationId xmlns:a16="http://schemas.microsoft.com/office/drawing/2014/main" id="{BC036F12-EDE8-6DA5-7467-8646C8F5660D}"/>
                </a:ext>
              </a:extLst>
            </p:cNvPr>
            <p:cNvSpPr/>
            <p:nvPr/>
          </p:nvSpPr>
          <p:spPr>
            <a:xfrm>
              <a:off x="2124609" y="3430845"/>
              <a:ext cx="174870" cy="202274"/>
            </a:xfrm>
            <a:custGeom>
              <a:avLst/>
              <a:gdLst>
                <a:gd name="connsiteX0" fmla="*/ 174457 w 174870"/>
                <a:gd name="connsiteY0" fmla="*/ 28854 h 202274"/>
                <a:gd name="connsiteX1" fmla="*/ 87435 w 174870"/>
                <a:gd name="connsiteY1" fmla="*/ 0 h 202274"/>
                <a:gd name="connsiteX2" fmla="*/ 16843 w 174870"/>
                <a:gd name="connsiteY2" fmla="*/ 10676 h 202274"/>
                <a:gd name="connsiteX3" fmla="*/ 0 w 174870"/>
                <a:gd name="connsiteY3" fmla="*/ 32213 h 202274"/>
                <a:gd name="connsiteX4" fmla="*/ 0 w 174870"/>
                <a:gd name="connsiteY4" fmla="*/ 93418 h 202274"/>
                <a:gd name="connsiteX5" fmla="*/ 53934 w 174870"/>
                <a:gd name="connsiteY5" fmla="*/ 185455 h 202274"/>
                <a:gd name="connsiteX6" fmla="*/ 80671 w 174870"/>
                <a:gd name="connsiteY6" fmla="*/ 200503 h 202274"/>
                <a:gd name="connsiteX7" fmla="*/ 94200 w 174870"/>
                <a:gd name="connsiteY7" fmla="*/ 200503 h 202274"/>
                <a:gd name="connsiteX8" fmla="*/ 120937 w 174870"/>
                <a:gd name="connsiteY8" fmla="*/ 185455 h 202274"/>
                <a:gd name="connsiteX9" fmla="*/ 174871 w 174870"/>
                <a:gd name="connsiteY9" fmla="*/ 93418 h 202274"/>
                <a:gd name="connsiteX10" fmla="*/ 174871 w 174870"/>
                <a:gd name="connsiteY10" fmla="*/ 32213 h 202274"/>
                <a:gd name="connsiteX11" fmla="*/ 174457 w 174870"/>
                <a:gd name="connsiteY11" fmla="*/ 28854 h 202274"/>
                <a:gd name="connsiteX12" fmla="*/ 161065 w 174870"/>
                <a:gd name="connsiteY12" fmla="*/ 93280 h 202274"/>
                <a:gd name="connsiteX13" fmla="*/ 114172 w 174870"/>
                <a:gd name="connsiteY13" fmla="*/ 173490 h 202274"/>
                <a:gd name="connsiteX14" fmla="*/ 87435 w 174870"/>
                <a:gd name="connsiteY14" fmla="*/ 188677 h 202274"/>
                <a:gd name="connsiteX15" fmla="*/ 60699 w 174870"/>
                <a:gd name="connsiteY15" fmla="*/ 173628 h 202274"/>
                <a:gd name="connsiteX16" fmla="*/ 13806 w 174870"/>
                <a:gd name="connsiteY16" fmla="*/ 93418 h 202274"/>
                <a:gd name="connsiteX17" fmla="*/ 13806 w 174870"/>
                <a:gd name="connsiteY17" fmla="*/ 32213 h 202274"/>
                <a:gd name="connsiteX18" fmla="*/ 87435 w 174870"/>
                <a:gd name="connsiteY18" fmla="*/ 13806 h 202274"/>
                <a:gd name="connsiteX19" fmla="*/ 161065 w 174870"/>
                <a:gd name="connsiteY19" fmla="*/ 32213 h 202274"/>
                <a:gd name="connsiteX20" fmla="*/ 161065 w 174870"/>
                <a:gd name="connsiteY20" fmla="*/ 93280 h 20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4870" h="202274">
                  <a:moveTo>
                    <a:pt x="174457" y="28854"/>
                  </a:moveTo>
                  <a:cubicBezTo>
                    <a:pt x="171742" y="18085"/>
                    <a:pt x="156878" y="0"/>
                    <a:pt x="87435" y="0"/>
                  </a:cubicBezTo>
                  <a:cubicBezTo>
                    <a:pt x="54716" y="0"/>
                    <a:pt x="30971" y="3589"/>
                    <a:pt x="16843" y="10676"/>
                  </a:cubicBezTo>
                  <a:cubicBezTo>
                    <a:pt x="1243" y="18500"/>
                    <a:pt x="0" y="29084"/>
                    <a:pt x="0" y="32213"/>
                  </a:cubicBezTo>
                  <a:lnTo>
                    <a:pt x="0" y="93418"/>
                  </a:lnTo>
                  <a:cubicBezTo>
                    <a:pt x="73" y="131576"/>
                    <a:pt x="20680" y="166741"/>
                    <a:pt x="53934" y="185455"/>
                  </a:cubicBezTo>
                  <a:lnTo>
                    <a:pt x="80671" y="200503"/>
                  </a:lnTo>
                  <a:cubicBezTo>
                    <a:pt x="84871" y="202865"/>
                    <a:pt x="89999" y="202865"/>
                    <a:pt x="94200" y="200503"/>
                  </a:cubicBezTo>
                  <a:lnTo>
                    <a:pt x="120937" y="185455"/>
                  </a:lnTo>
                  <a:cubicBezTo>
                    <a:pt x="154191" y="166741"/>
                    <a:pt x="174798" y="131576"/>
                    <a:pt x="174871" y="93418"/>
                  </a:cubicBezTo>
                  <a:lnTo>
                    <a:pt x="174871" y="32213"/>
                  </a:lnTo>
                  <a:cubicBezTo>
                    <a:pt x="174871" y="31081"/>
                    <a:pt x="174732" y="29952"/>
                    <a:pt x="174457" y="28854"/>
                  </a:cubicBezTo>
                  <a:close/>
                  <a:moveTo>
                    <a:pt x="161065" y="93280"/>
                  </a:moveTo>
                  <a:cubicBezTo>
                    <a:pt x="161067" y="126523"/>
                    <a:pt x="143142" y="157184"/>
                    <a:pt x="114172" y="173490"/>
                  </a:cubicBezTo>
                  <a:lnTo>
                    <a:pt x="87435" y="188677"/>
                  </a:lnTo>
                  <a:lnTo>
                    <a:pt x="60699" y="173628"/>
                  </a:lnTo>
                  <a:cubicBezTo>
                    <a:pt x="31729" y="157322"/>
                    <a:pt x="13804" y="126661"/>
                    <a:pt x="13806" y="93418"/>
                  </a:cubicBezTo>
                  <a:lnTo>
                    <a:pt x="13806" y="32213"/>
                  </a:lnTo>
                  <a:cubicBezTo>
                    <a:pt x="13806" y="32213"/>
                    <a:pt x="13806" y="13806"/>
                    <a:pt x="87435" y="13806"/>
                  </a:cubicBezTo>
                  <a:cubicBezTo>
                    <a:pt x="156463" y="13806"/>
                    <a:pt x="161065" y="32213"/>
                    <a:pt x="161065" y="32213"/>
                  </a:cubicBezTo>
                  <a:lnTo>
                    <a:pt x="161065" y="93280"/>
                  </a:lnTo>
                  <a:close/>
                </a:path>
              </a:pathLst>
            </a:custGeom>
            <a:grpFill/>
            <a:ln w="195" cap="flat">
              <a:noFill/>
              <a:prstDash val="solid"/>
              <a:miter/>
            </a:ln>
          </p:spPr>
          <p:txBody>
            <a:bodyPr rtlCol="0" anchor="ctr"/>
            <a:lstStyle/>
            <a:p>
              <a:endParaRPr lang="zh-CN" altLang="en-US"/>
            </a:p>
          </p:txBody>
        </p:sp>
        <p:sp>
          <p:nvSpPr>
            <p:cNvPr id="105" name="任意多边形: 形状 104">
              <a:extLst>
                <a:ext uri="{FF2B5EF4-FFF2-40B4-BE49-F238E27FC236}">
                  <a16:creationId xmlns:a16="http://schemas.microsoft.com/office/drawing/2014/main" id="{F34C36C0-6C97-5E18-D216-17EB8DCB62E1}"/>
                </a:ext>
              </a:extLst>
            </p:cNvPr>
            <p:cNvSpPr/>
            <p:nvPr/>
          </p:nvSpPr>
          <p:spPr>
            <a:xfrm>
              <a:off x="2152214" y="3476864"/>
              <a:ext cx="119647" cy="92037"/>
            </a:xfrm>
            <a:custGeom>
              <a:avLst/>
              <a:gdLst>
                <a:gd name="connsiteX0" fmla="*/ 59831 w 119647"/>
                <a:gd name="connsiteY0" fmla="*/ 0 h 92037"/>
                <a:gd name="connsiteX1" fmla="*/ 1985 w 119647"/>
                <a:gd name="connsiteY1" fmla="*/ 38886 h 92037"/>
                <a:gd name="connsiteX2" fmla="*/ 1985 w 119647"/>
                <a:gd name="connsiteY2" fmla="*/ 53152 h 92037"/>
                <a:gd name="connsiteX3" fmla="*/ 59785 w 119647"/>
                <a:gd name="connsiteY3" fmla="*/ 92037 h 92037"/>
                <a:gd name="connsiteX4" fmla="*/ 117676 w 119647"/>
                <a:gd name="connsiteY4" fmla="*/ 53106 h 92037"/>
                <a:gd name="connsiteX5" fmla="*/ 117676 w 119647"/>
                <a:gd name="connsiteY5" fmla="*/ 38886 h 92037"/>
                <a:gd name="connsiteX6" fmla="*/ 59831 w 119647"/>
                <a:gd name="connsiteY6" fmla="*/ 0 h 92037"/>
                <a:gd name="connsiteX7" fmla="*/ 59831 w 119647"/>
                <a:gd name="connsiteY7" fmla="*/ 78232 h 92037"/>
                <a:gd name="connsiteX8" fmla="*/ 13812 w 119647"/>
                <a:gd name="connsiteY8" fmla="*/ 46019 h 92037"/>
                <a:gd name="connsiteX9" fmla="*/ 59831 w 119647"/>
                <a:gd name="connsiteY9" fmla="*/ 13806 h 92037"/>
                <a:gd name="connsiteX10" fmla="*/ 105850 w 119647"/>
                <a:gd name="connsiteY10" fmla="*/ 46019 h 92037"/>
                <a:gd name="connsiteX11" fmla="*/ 59923 w 119647"/>
                <a:gd name="connsiteY11" fmla="*/ 78232 h 92037"/>
                <a:gd name="connsiteX12" fmla="*/ 59831 w 119647"/>
                <a:gd name="connsiteY12" fmla="*/ 78232 h 9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47" h="92037">
                  <a:moveTo>
                    <a:pt x="59831" y="0"/>
                  </a:moveTo>
                  <a:cubicBezTo>
                    <a:pt x="26329" y="0"/>
                    <a:pt x="4378" y="34928"/>
                    <a:pt x="1985" y="38886"/>
                  </a:cubicBezTo>
                  <a:cubicBezTo>
                    <a:pt x="-662" y="43273"/>
                    <a:pt x="-662" y="48765"/>
                    <a:pt x="1985" y="53152"/>
                  </a:cubicBezTo>
                  <a:cubicBezTo>
                    <a:pt x="4378" y="57109"/>
                    <a:pt x="26329" y="91945"/>
                    <a:pt x="59785" y="92037"/>
                  </a:cubicBezTo>
                  <a:cubicBezTo>
                    <a:pt x="93240" y="92129"/>
                    <a:pt x="115283" y="57109"/>
                    <a:pt x="117676" y="53106"/>
                  </a:cubicBezTo>
                  <a:cubicBezTo>
                    <a:pt x="120305" y="48730"/>
                    <a:pt x="120305" y="43261"/>
                    <a:pt x="117676" y="38886"/>
                  </a:cubicBezTo>
                  <a:cubicBezTo>
                    <a:pt x="115283" y="34928"/>
                    <a:pt x="93332" y="0"/>
                    <a:pt x="59831" y="0"/>
                  </a:cubicBezTo>
                  <a:close/>
                  <a:moveTo>
                    <a:pt x="59831" y="78232"/>
                  </a:moveTo>
                  <a:cubicBezTo>
                    <a:pt x="33186" y="78232"/>
                    <a:pt x="13812" y="46019"/>
                    <a:pt x="13812" y="46019"/>
                  </a:cubicBezTo>
                  <a:cubicBezTo>
                    <a:pt x="13812" y="46019"/>
                    <a:pt x="33186" y="13806"/>
                    <a:pt x="59831" y="13806"/>
                  </a:cubicBezTo>
                  <a:cubicBezTo>
                    <a:pt x="86476" y="13806"/>
                    <a:pt x="105850" y="46019"/>
                    <a:pt x="105850" y="46019"/>
                  </a:cubicBezTo>
                  <a:cubicBezTo>
                    <a:pt x="105850" y="46019"/>
                    <a:pt x="86522" y="78232"/>
                    <a:pt x="59923" y="78232"/>
                  </a:cubicBezTo>
                  <a:lnTo>
                    <a:pt x="59831" y="78232"/>
                  </a:lnTo>
                  <a:close/>
                </a:path>
              </a:pathLst>
            </a:custGeom>
            <a:grpFill/>
            <a:ln w="195" cap="flat">
              <a:noFill/>
              <a:prstDash val="solid"/>
              <a:miter/>
            </a:ln>
          </p:spPr>
          <p:txBody>
            <a:bodyPr rtlCol="0" anchor="ctr"/>
            <a:lstStyle/>
            <a:p>
              <a:endParaRPr lang="zh-CN" altLang="en-US"/>
            </a:p>
          </p:txBody>
        </p:sp>
        <p:sp>
          <p:nvSpPr>
            <p:cNvPr id="149" name="任意多边形: 形状 148">
              <a:extLst>
                <a:ext uri="{FF2B5EF4-FFF2-40B4-BE49-F238E27FC236}">
                  <a16:creationId xmlns:a16="http://schemas.microsoft.com/office/drawing/2014/main" id="{FE56227A-730C-B8E6-AE45-91EE1E6DDFBD}"/>
                </a:ext>
              </a:extLst>
            </p:cNvPr>
            <p:cNvSpPr/>
            <p:nvPr/>
          </p:nvSpPr>
          <p:spPr>
            <a:xfrm>
              <a:off x="2189033" y="3499873"/>
              <a:ext cx="46018" cy="46018"/>
            </a:xfrm>
            <a:custGeom>
              <a:avLst/>
              <a:gdLst>
                <a:gd name="connsiteX0" fmla="*/ 23011 w 46018"/>
                <a:gd name="connsiteY0" fmla="*/ 0 h 46018"/>
                <a:gd name="connsiteX1" fmla="*/ 0 w 46018"/>
                <a:gd name="connsiteY1" fmla="*/ 23007 h 46018"/>
                <a:gd name="connsiteX2" fmla="*/ 23007 w 46018"/>
                <a:gd name="connsiteY2" fmla="*/ 46019 h 46018"/>
                <a:gd name="connsiteX3" fmla="*/ 23011 w 46018"/>
                <a:gd name="connsiteY3" fmla="*/ 46019 h 46018"/>
                <a:gd name="connsiteX4" fmla="*/ 46019 w 46018"/>
                <a:gd name="connsiteY4" fmla="*/ 23007 h 46018"/>
                <a:gd name="connsiteX5" fmla="*/ 23011 w 46018"/>
                <a:gd name="connsiteY5" fmla="*/ 0 h 46018"/>
                <a:gd name="connsiteX6" fmla="*/ 23011 w 46018"/>
                <a:gd name="connsiteY6" fmla="*/ 32213 h 46018"/>
                <a:gd name="connsiteX7" fmla="*/ 13808 w 46018"/>
                <a:gd name="connsiteY7" fmla="*/ 23009 h 46018"/>
                <a:gd name="connsiteX8" fmla="*/ 23011 w 46018"/>
                <a:gd name="connsiteY8" fmla="*/ 13806 h 46018"/>
                <a:gd name="connsiteX9" fmla="*/ 32215 w 46018"/>
                <a:gd name="connsiteY9" fmla="*/ 23009 h 46018"/>
                <a:gd name="connsiteX10" fmla="*/ 23011 w 46018"/>
                <a:gd name="connsiteY10" fmla="*/ 32213 h 46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018" h="46018">
                  <a:moveTo>
                    <a:pt x="23011" y="0"/>
                  </a:moveTo>
                  <a:cubicBezTo>
                    <a:pt x="10304" y="-1"/>
                    <a:pt x="1" y="10299"/>
                    <a:pt x="0" y="23007"/>
                  </a:cubicBezTo>
                  <a:cubicBezTo>
                    <a:pt x="-1" y="35715"/>
                    <a:pt x="10299" y="46017"/>
                    <a:pt x="23007" y="46019"/>
                  </a:cubicBezTo>
                  <a:cubicBezTo>
                    <a:pt x="23009" y="46019"/>
                    <a:pt x="23010" y="46019"/>
                    <a:pt x="23011" y="46019"/>
                  </a:cubicBezTo>
                  <a:cubicBezTo>
                    <a:pt x="35719" y="46017"/>
                    <a:pt x="46020" y="35715"/>
                    <a:pt x="46019" y="23007"/>
                  </a:cubicBezTo>
                  <a:cubicBezTo>
                    <a:pt x="46017" y="10301"/>
                    <a:pt x="35718" y="1"/>
                    <a:pt x="23011" y="0"/>
                  </a:cubicBezTo>
                  <a:close/>
                  <a:moveTo>
                    <a:pt x="23011" y="32213"/>
                  </a:moveTo>
                  <a:cubicBezTo>
                    <a:pt x="17928" y="32213"/>
                    <a:pt x="13808" y="28092"/>
                    <a:pt x="13808" y="23009"/>
                  </a:cubicBezTo>
                  <a:cubicBezTo>
                    <a:pt x="13808" y="17926"/>
                    <a:pt x="17928" y="13806"/>
                    <a:pt x="23011" y="13806"/>
                  </a:cubicBezTo>
                  <a:cubicBezTo>
                    <a:pt x="28095" y="13806"/>
                    <a:pt x="32215" y="17926"/>
                    <a:pt x="32215" y="23009"/>
                  </a:cubicBezTo>
                  <a:cubicBezTo>
                    <a:pt x="32215" y="28092"/>
                    <a:pt x="28095" y="32213"/>
                    <a:pt x="23011" y="32213"/>
                  </a:cubicBezTo>
                  <a:close/>
                </a:path>
              </a:pathLst>
            </a:custGeom>
            <a:grpFill/>
            <a:ln w="195" cap="flat">
              <a:noFill/>
              <a:prstDash val="solid"/>
              <a:miter/>
            </a:ln>
          </p:spPr>
          <p:txBody>
            <a:bodyPr rtlCol="0" anchor="ctr"/>
            <a:lstStyle/>
            <a:p>
              <a:endParaRPr lang="zh-CN" altLang="en-US"/>
            </a:p>
          </p:txBody>
        </p:sp>
      </p:grpSp>
      <p:grpSp>
        <p:nvGrpSpPr>
          <p:cNvPr id="168" name="组合 167">
            <a:extLst>
              <a:ext uri="{FF2B5EF4-FFF2-40B4-BE49-F238E27FC236}">
                <a16:creationId xmlns:a16="http://schemas.microsoft.com/office/drawing/2014/main" id="{687F3A71-D602-3D0B-88E5-D05328F3E9BC}"/>
              </a:ext>
            </a:extLst>
          </p:cNvPr>
          <p:cNvGrpSpPr/>
          <p:nvPr/>
        </p:nvGrpSpPr>
        <p:grpSpPr>
          <a:xfrm>
            <a:off x="3553997" y="3545159"/>
            <a:ext cx="140857" cy="133342"/>
            <a:chOff x="3553997" y="3366153"/>
            <a:chExt cx="140857" cy="133342"/>
          </a:xfrm>
        </p:grpSpPr>
        <p:sp>
          <p:nvSpPr>
            <p:cNvPr id="166" name="任意多边形: 形状 165">
              <a:extLst>
                <a:ext uri="{FF2B5EF4-FFF2-40B4-BE49-F238E27FC236}">
                  <a16:creationId xmlns:a16="http://schemas.microsoft.com/office/drawing/2014/main" id="{ADEA12F5-EA1B-378B-6A79-2FE7C69549EE}"/>
                </a:ext>
              </a:extLst>
            </p:cNvPr>
            <p:cNvSpPr/>
            <p:nvPr/>
          </p:nvSpPr>
          <p:spPr>
            <a:xfrm>
              <a:off x="3553997" y="3366153"/>
              <a:ext cx="140857" cy="133342"/>
            </a:xfrm>
            <a:custGeom>
              <a:avLst/>
              <a:gdLst>
                <a:gd name="connsiteX0" fmla="*/ 128248 w 140857"/>
                <a:gd name="connsiteY0" fmla="*/ 0 h 133342"/>
                <a:gd name="connsiteX1" fmla="*/ 12609 w 140857"/>
                <a:gd name="connsiteY1" fmla="*/ 0 h 133342"/>
                <a:gd name="connsiteX2" fmla="*/ 0 w 140857"/>
                <a:gd name="connsiteY2" fmla="*/ 12609 h 133342"/>
                <a:gd name="connsiteX3" fmla="*/ 0 w 140857"/>
                <a:gd name="connsiteY3" fmla="*/ 98733 h 133342"/>
                <a:gd name="connsiteX4" fmla="*/ 12609 w 140857"/>
                <a:gd name="connsiteY4" fmla="*/ 111342 h 133342"/>
                <a:gd name="connsiteX5" fmla="*/ 128248 w 140857"/>
                <a:gd name="connsiteY5" fmla="*/ 111342 h 133342"/>
                <a:gd name="connsiteX6" fmla="*/ 140858 w 140857"/>
                <a:gd name="connsiteY6" fmla="*/ 98733 h 133342"/>
                <a:gd name="connsiteX7" fmla="*/ 140858 w 140857"/>
                <a:gd name="connsiteY7" fmla="*/ 12594 h 133342"/>
                <a:gd name="connsiteX8" fmla="*/ 128248 w 140857"/>
                <a:gd name="connsiteY8" fmla="*/ 0 h 133342"/>
                <a:gd name="connsiteX9" fmla="*/ 129920 w 140857"/>
                <a:gd name="connsiteY9" fmla="*/ 98733 h 133342"/>
                <a:gd name="connsiteX10" fmla="*/ 128248 w 140857"/>
                <a:gd name="connsiteY10" fmla="*/ 100405 h 133342"/>
                <a:gd name="connsiteX11" fmla="*/ 12609 w 140857"/>
                <a:gd name="connsiteY11" fmla="*/ 100405 h 133342"/>
                <a:gd name="connsiteX12" fmla="*/ 10937 w 140857"/>
                <a:gd name="connsiteY12" fmla="*/ 98733 h 133342"/>
                <a:gd name="connsiteX13" fmla="*/ 10937 w 140857"/>
                <a:gd name="connsiteY13" fmla="*/ 12594 h 133342"/>
                <a:gd name="connsiteX14" fmla="*/ 12609 w 140857"/>
                <a:gd name="connsiteY14" fmla="*/ 10922 h 133342"/>
                <a:gd name="connsiteX15" fmla="*/ 128248 w 140857"/>
                <a:gd name="connsiteY15" fmla="*/ 10922 h 133342"/>
                <a:gd name="connsiteX16" fmla="*/ 129920 w 140857"/>
                <a:gd name="connsiteY16" fmla="*/ 12594 h 133342"/>
                <a:gd name="connsiteX17" fmla="*/ 129920 w 140857"/>
                <a:gd name="connsiteY17" fmla="*/ 98733 h 133342"/>
                <a:gd name="connsiteX18" fmla="*/ 133545 w 140857"/>
                <a:gd name="connsiteY18" fmla="*/ 122405 h 133342"/>
                <a:gd name="connsiteX19" fmla="*/ 7312 w 140857"/>
                <a:gd name="connsiteY19" fmla="*/ 122405 h 133342"/>
                <a:gd name="connsiteX20" fmla="*/ 1844 w 140857"/>
                <a:gd name="connsiteY20" fmla="*/ 127873 h 133342"/>
                <a:gd name="connsiteX21" fmla="*/ 7312 w 140857"/>
                <a:gd name="connsiteY21" fmla="*/ 133342 h 133342"/>
                <a:gd name="connsiteX22" fmla="*/ 133545 w 140857"/>
                <a:gd name="connsiteY22" fmla="*/ 133342 h 133342"/>
                <a:gd name="connsiteX23" fmla="*/ 139014 w 140857"/>
                <a:gd name="connsiteY23" fmla="*/ 127873 h 133342"/>
                <a:gd name="connsiteX24" fmla="*/ 133545 w 140857"/>
                <a:gd name="connsiteY24" fmla="*/ 122405 h 133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857" h="133342">
                  <a:moveTo>
                    <a:pt x="128248" y="0"/>
                  </a:moveTo>
                  <a:lnTo>
                    <a:pt x="12609" y="0"/>
                  </a:lnTo>
                  <a:cubicBezTo>
                    <a:pt x="5656" y="0"/>
                    <a:pt x="0" y="5656"/>
                    <a:pt x="0" y="12609"/>
                  </a:cubicBezTo>
                  <a:lnTo>
                    <a:pt x="0" y="98733"/>
                  </a:lnTo>
                  <a:cubicBezTo>
                    <a:pt x="0" y="105686"/>
                    <a:pt x="5656" y="111342"/>
                    <a:pt x="12609" y="111342"/>
                  </a:cubicBezTo>
                  <a:lnTo>
                    <a:pt x="128248" y="111342"/>
                  </a:lnTo>
                  <a:cubicBezTo>
                    <a:pt x="135201" y="111342"/>
                    <a:pt x="140858" y="105686"/>
                    <a:pt x="140858" y="98733"/>
                  </a:cubicBezTo>
                  <a:lnTo>
                    <a:pt x="140858" y="12594"/>
                  </a:lnTo>
                  <a:cubicBezTo>
                    <a:pt x="140858" y="5641"/>
                    <a:pt x="135201" y="0"/>
                    <a:pt x="128248" y="0"/>
                  </a:cubicBezTo>
                  <a:close/>
                  <a:moveTo>
                    <a:pt x="129920" y="98733"/>
                  </a:moveTo>
                  <a:cubicBezTo>
                    <a:pt x="129920" y="99655"/>
                    <a:pt x="129170" y="100405"/>
                    <a:pt x="128248" y="100405"/>
                  </a:cubicBezTo>
                  <a:lnTo>
                    <a:pt x="12609" y="100405"/>
                  </a:lnTo>
                  <a:cubicBezTo>
                    <a:pt x="11687" y="100405"/>
                    <a:pt x="10937" y="99655"/>
                    <a:pt x="10937" y="98733"/>
                  </a:cubicBezTo>
                  <a:lnTo>
                    <a:pt x="10937" y="12594"/>
                  </a:lnTo>
                  <a:cubicBezTo>
                    <a:pt x="10937" y="11672"/>
                    <a:pt x="11687" y="10922"/>
                    <a:pt x="12609" y="10922"/>
                  </a:cubicBezTo>
                  <a:lnTo>
                    <a:pt x="128248" y="10922"/>
                  </a:lnTo>
                  <a:cubicBezTo>
                    <a:pt x="129170" y="10922"/>
                    <a:pt x="129920" y="11672"/>
                    <a:pt x="129920" y="12594"/>
                  </a:cubicBezTo>
                  <a:lnTo>
                    <a:pt x="129920" y="98733"/>
                  </a:lnTo>
                  <a:close/>
                  <a:moveTo>
                    <a:pt x="133545" y="122405"/>
                  </a:moveTo>
                  <a:lnTo>
                    <a:pt x="7312" y="122405"/>
                  </a:lnTo>
                  <a:cubicBezTo>
                    <a:pt x="4297" y="122405"/>
                    <a:pt x="1844" y="124858"/>
                    <a:pt x="1844" y="127873"/>
                  </a:cubicBezTo>
                  <a:cubicBezTo>
                    <a:pt x="1844" y="130889"/>
                    <a:pt x="4297" y="133342"/>
                    <a:pt x="7312" y="133342"/>
                  </a:cubicBezTo>
                  <a:lnTo>
                    <a:pt x="133545" y="133342"/>
                  </a:lnTo>
                  <a:cubicBezTo>
                    <a:pt x="136561" y="133342"/>
                    <a:pt x="139014" y="130889"/>
                    <a:pt x="139014" y="127873"/>
                  </a:cubicBezTo>
                  <a:cubicBezTo>
                    <a:pt x="139014" y="124858"/>
                    <a:pt x="136561" y="122405"/>
                    <a:pt x="133545" y="122405"/>
                  </a:cubicBezTo>
                  <a:close/>
                </a:path>
              </a:pathLst>
            </a:custGeom>
            <a:solidFill>
              <a:schemeClr val="accent1"/>
            </a:solidFill>
            <a:ln w="149" cap="flat">
              <a:noFill/>
              <a:prstDash val="solid"/>
              <a:miter/>
            </a:ln>
          </p:spPr>
          <p:txBody>
            <a:bodyPr rtlCol="0" anchor="ctr"/>
            <a:lstStyle/>
            <a:p>
              <a:endParaRPr lang="zh-CN" altLang="en-US"/>
            </a:p>
          </p:txBody>
        </p:sp>
        <p:sp>
          <p:nvSpPr>
            <p:cNvPr id="167" name="任意多边形: 形状 166">
              <a:extLst>
                <a:ext uri="{FF2B5EF4-FFF2-40B4-BE49-F238E27FC236}">
                  <a16:creationId xmlns:a16="http://schemas.microsoft.com/office/drawing/2014/main" id="{3FF1C06B-BDF5-289B-E7E1-2A25D049CAB2}"/>
                </a:ext>
              </a:extLst>
            </p:cNvPr>
            <p:cNvSpPr/>
            <p:nvPr/>
          </p:nvSpPr>
          <p:spPr>
            <a:xfrm>
              <a:off x="3577779" y="3404779"/>
              <a:ext cx="93287" cy="32529"/>
            </a:xfrm>
            <a:custGeom>
              <a:avLst/>
              <a:gdLst>
                <a:gd name="connsiteX0" fmla="*/ 91467 w 93287"/>
                <a:gd name="connsiteY0" fmla="*/ 1390 h 32529"/>
                <a:gd name="connsiteX1" fmla="*/ 83748 w 93287"/>
                <a:gd name="connsiteY1" fmla="*/ 1827 h 32529"/>
                <a:gd name="connsiteX2" fmla="*/ 70639 w 93287"/>
                <a:gd name="connsiteY2" fmla="*/ 16499 h 32529"/>
                <a:gd name="connsiteX3" fmla="*/ 63795 w 93287"/>
                <a:gd name="connsiteY3" fmla="*/ 19733 h 32529"/>
                <a:gd name="connsiteX4" fmla="*/ 56952 w 93287"/>
                <a:gd name="connsiteY4" fmla="*/ 16499 h 32529"/>
                <a:gd name="connsiteX5" fmla="*/ 32264 w 93287"/>
                <a:gd name="connsiteY5" fmla="*/ 5124 h 32529"/>
                <a:gd name="connsiteX6" fmla="*/ 7577 w 93287"/>
                <a:gd name="connsiteY6" fmla="*/ 16499 h 32529"/>
                <a:gd name="connsiteX7" fmla="*/ 1390 w 93287"/>
                <a:gd name="connsiteY7" fmla="*/ 23421 h 32529"/>
                <a:gd name="connsiteX8" fmla="*/ 1827 w 93287"/>
                <a:gd name="connsiteY8" fmla="*/ 31139 h 32529"/>
                <a:gd name="connsiteX9" fmla="*/ 9546 w 93287"/>
                <a:gd name="connsiteY9" fmla="*/ 30702 h 32529"/>
                <a:gd name="connsiteX10" fmla="*/ 15733 w 93287"/>
                <a:gd name="connsiteY10" fmla="*/ 23780 h 32529"/>
                <a:gd name="connsiteX11" fmla="*/ 32264 w 93287"/>
                <a:gd name="connsiteY11" fmla="*/ 16046 h 32529"/>
                <a:gd name="connsiteX12" fmla="*/ 48796 w 93287"/>
                <a:gd name="connsiteY12" fmla="*/ 23780 h 32529"/>
                <a:gd name="connsiteX13" fmla="*/ 63795 w 93287"/>
                <a:gd name="connsiteY13" fmla="*/ 30671 h 32529"/>
                <a:gd name="connsiteX14" fmla="*/ 78795 w 93287"/>
                <a:gd name="connsiteY14" fmla="*/ 23780 h 32529"/>
                <a:gd name="connsiteX15" fmla="*/ 91904 w 93287"/>
                <a:gd name="connsiteY15" fmla="*/ 9109 h 32529"/>
                <a:gd name="connsiteX16" fmla="*/ 91467 w 93287"/>
                <a:gd name="connsiteY16" fmla="*/ 1390 h 32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3287" h="32529">
                  <a:moveTo>
                    <a:pt x="91467" y="1390"/>
                  </a:moveTo>
                  <a:cubicBezTo>
                    <a:pt x="89217" y="-626"/>
                    <a:pt x="85764" y="-423"/>
                    <a:pt x="83748" y="1827"/>
                  </a:cubicBezTo>
                  <a:lnTo>
                    <a:pt x="70639" y="16499"/>
                  </a:lnTo>
                  <a:cubicBezTo>
                    <a:pt x="68780" y="18593"/>
                    <a:pt x="66342" y="19733"/>
                    <a:pt x="63795" y="19733"/>
                  </a:cubicBezTo>
                  <a:cubicBezTo>
                    <a:pt x="61248" y="19733"/>
                    <a:pt x="58811" y="18577"/>
                    <a:pt x="56952" y="16499"/>
                  </a:cubicBezTo>
                  <a:cubicBezTo>
                    <a:pt x="50389" y="9155"/>
                    <a:pt x="41624" y="5124"/>
                    <a:pt x="32264" y="5124"/>
                  </a:cubicBezTo>
                  <a:cubicBezTo>
                    <a:pt x="22905" y="5124"/>
                    <a:pt x="14140" y="9171"/>
                    <a:pt x="7577" y="16499"/>
                  </a:cubicBezTo>
                  <a:lnTo>
                    <a:pt x="1390" y="23421"/>
                  </a:lnTo>
                  <a:cubicBezTo>
                    <a:pt x="-626" y="25671"/>
                    <a:pt x="-423" y="29124"/>
                    <a:pt x="1827" y="31139"/>
                  </a:cubicBezTo>
                  <a:cubicBezTo>
                    <a:pt x="4077" y="33155"/>
                    <a:pt x="7530" y="32952"/>
                    <a:pt x="9546" y="30702"/>
                  </a:cubicBezTo>
                  <a:lnTo>
                    <a:pt x="15733" y="23780"/>
                  </a:lnTo>
                  <a:cubicBezTo>
                    <a:pt x="20186" y="18796"/>
                    <a:pt x="26061" y="16046"/>
                    <a:pt x="32264" y="16046"/>
                  </a:cubicBezTo>
                  <a:cubicBezTo>
                    <a:pt x="38468" y="16046"/>
                    <a:pt x="44342" y="18796"/>
                    <a:pt x="48796" y="23780"/>
                  </a:cubicBezTo>
                  <a:cubicBezTo>
                    <a:pt x="52764" y="28218"/>
                    <a:pt x="58092" y="30671"/>
                    <a:pt x="63795" y="30671"/>
                  </a:cubicBezTo>
                  <a:cubicBezTo>
                    <a:pt x="69498" y="30671"/>
                    <a:pt x="74826" y="28218"/>
                    <a:pt x="78795" y="23780"/>
                  </a:cubicBezTo>
                  <a:lnTo>
                    <a:pt x="91904" y="9109"/>
                  </a:lnTo>
                  <a:cubicBezTo>
                    <a:pt x="93904" y="6874"/>
                    <a:pt x="93717" y="3405"/>
                    <a:pt x="91467" y="1390"/>
                  </a:cubicBezTo>
                  <a:close/>
                </a:path>
              </a:pathLst>
            </a:custGeom>
            <a:solidFill>
              <a:schemeClr val="accent1"/>
            </a:solidFill>
            <a:ln w="149" cap="flat">
              <a:noFill/>
              <a:prstDash val="solid"/>
              <a:miter/>
            </a:ln>
          </p:spPr>
          <p:txBody>
            <a:bodyPr rtlCol="0" anchor="ctr"/>
            <a:lstStyle/>
            <a:p>
              <a:endParaRPr lang="zh-CN" altLang="en-US"/>
            </a:p>
          </p:txBody>
        </p:sp>
      </p:grpSp>
      <p:grpSp>
        <p:nvGrpSpPr>
          <p:cNvPr id="183" name="组合 182">
            <a:extLst>
              <a:ext uri="{FF2B5EF4-FFF2-40B4-BE49-F238E27FC236}">
                <a16:creationId xmlns:a16="http://schemas.microsoft.com/office/drawing/2014/main" id="{B4D3E42B-DC2B-4D40-FEEC-3429544E36FF}"/>
              </a:ext>
            </a:extLst>
          </p:cNvPr>
          <p:cNvGrpSpPr/>
          <p:nvPr/>
        </p:nvGrpSpPr>
        <p:grpSpPr>
          <a:xfrm>
            <a:off x="8422173" y="2559208"/>
            <a:ext cx="107007" cy="138294"/>
            <a:chOff x="8395556" y="2582937"/>
            <a:chExt cx="135953" cy="175704"/>
          </a:xfrm>
          <a:scene3d>
            <a:camera prst="perspectiveLeft">
              <a:rot lat="0" lon="1800000" rev="0"/>
            </a:camera>
            <a:lightRig rig="threePt" dir="t"/>
          </a:scene3d>
        </p:grpSpPr>
        <p:sp>
          <p:nvSpPr>
            <p:cNvPr id="172" name="任意多边形: 形状 171">
              <a:extLst>
                <a:ext uri="{FF2B5EF4-FFF2-40B4-BE49-F238E27FC236}">
                  <a16:creationId xmlns:a16="http://schemas.microsoft.com/office/drawing/2014/main" id="{033C59AB-3314-0192-52B7-9A347E899668}"/>
                </a:ext>
              </a:extLst>
            </p:cNvPr>
            <p:cNvSpPr/>
            <p:nvPr/>
          </p:nvSpPr>
          <p:spPr>
            <a:xfrm>
              <a:off x="8395556" y="2582937"/>
              <a:ext cx="135953" cy="175704"/>
            </a:xfrm>
            <a:custGeom>
              <a:avLst/>
              <a:gdLst>
                <a:gd name="connsiteX0" fmla="*/ 135953 w 135953"/>
                <a:gd name="connsiteY0" fmla="*/ 150650 h 175704"/>
                <a:gd name="connsiteX1" fmla="*/ 0 w 135953"/>
                <a:gd name="connsiteY1" fmla="*/ 150650 h 175704"/>
                <a:gd name="connsiteX2" fmla="*/ 0 w 135953"/>
                <a:gd name="connsiteY2" fmla="*/ 67977 h 175704"/>
                <a:gd name="connsiteX3" fmla="*/ 67977 w 135953"/>
                <a:gd name="connsiteY3" fmla="*/ 0 h 175704"/>
                <a:gd name="connsiteX4" fmla="*/ 135953 w 135953"/>
                <a:gd name="connsiteY4" fmla="*/ 67977 h 175704"/>
                <a:gd name="connsiteX5" fmla="*/ 135953 w 135953"/>
                <a:gd name="connsiteY5" fmla="*/ 150650 h 175704"/>
                <a:gd name="connsiteX6" fmla="*/ 11084 w 135953"/>
                <a:gd name="connsiteY6" fmla="*/ 139548 h 175704"/>
                <a:gd name="connsiteX7" fmla="*/ 124851 w 135953"/>
                <a:gd name="connsiteY7" fmla="*/ 139548 h 175704"/>
                <a:gd name="connsiteX8" fmla="*/ 124851 w 135953"/>
                <a:gd name="connsiteY8" fmla="*/ 67977 h 175704"/>
                <a:gd name="connsiteX9" fmla="*/ 67959 w 135953"/>
                <a:gd name="connsiteY9" fmla="*/ 11084 h 175704"/>
                <a:gd name="connsiteX10" fmla="*/ 11084 w 135953"/>
                <a:gd name="connsiteY10" fmla="*/ 67977 h 175704"/>
                <a:gd name="connsiteX11" fmla="*/ 11084 w 135953"/>
                <a:gd name="connsiteY11" fmla="*/ 139548 h 175704"/>
                <a:gd name="connsiteX12" fmla="*/ 17406 w 135953"/>
                <a:gd name="connsiteY12" fmla="*/ 164620 h 175704"/>
                <a:gd name="connsiteX13" fmla="*/ 118530 w 135953"/>
                <a:gd name="connsiteY13" fmla="*/ 164620 h 175704"/>
                <a:gd name="connsiteX14" fmla="*/ 118530 w 135953"/>
                <a:gd name="connsiteY14" fmla="*/ 175705 h 175704"/>
                <a:gd name="connsiteX15" fmla="*/ 17406 w 135953"/>
                <a:gd name="connsiteY15" fmla="*/ 175705 h 17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5953" h="175704">
                  <a:moveTo>
                    <a:pt x="135953" y="150650"/>
                  </a:moveTo>
                  <a:lnTo>
                    <a:pt x="0" y="150650"/>
                  </a:lnTo>
                  <a:lnTo>
                    <a:pt x="0" y="67977"/>
                  </a:lnTo>
                  <a:cubicBezTo>
                    <a:pt x="0" y="30491"/>
                    <a:pt x="30491" y="0"/>
                    <a:pt x="67977" y="0"/>
                  </a:cubicBezTo>
                  <a:cubicBezTo>
                    <a:pt x="105462" y="0"/>
                    <a:pt x="135953" y="30491"/>
                    <a:pt x="135953" y="67977"/>
                  </a:cubicBezTo>
                  <a:lnTo>
                    <a:pt x="135953" y="150650"/>
                  </a:lnTo>
                  <a:close/>
                  <a:moveTo>
                    <a:pt x="11084" y="139548"/>
                  </a:moveTo>
                  <a:lnTo>
                    <a:pt x="124851" y="139548"/>
                  </a:lnTo>
                  <a:lnTo>
                    <a:pt x="124851" y="67977"/>
                  </a:lnTo>
                  <a:cubicBezTo>
                    <a:pt x="124851" y="36618"/>
                    <a:pt x="99335" y="11084"/>
                    <a:pt x="67959" y="11084"/>
                  </a:cubicBezTo>
                  <a:cubicBezTo>
                    <a:pt x="36582" y="11084"/>
                    <a:pt x="11084" y="36618"/>
                    <a:pt x="11084" y="67977"/>
                  </a:cubicBezTo>
                  <a:lnTo>
                    <a:pt x="11084" y="139548"/>
                  </a:lnTo>
                  <a:close/>
                  <a:moveTo>
                    <a:pt x="17406" y="164620"/>
                  </a:moveTo>
                  <a:lnTo>
                    <a:pt x="118530" y="164620"/>
                  </a:lnTo>
                  <a:lnTo>
                    <a:pt x="118530" y="175705"/>
                  </a:lnTo>
                  <a:lnTo>
                    <a:pt x="17406" y="175705"/>
                  </a:lnTo>
                  <a:close/>
                </a:path>
              </a:pathLst>
            </a:custGeom>
            <a:solidFill>
              <a:schemeClr val="accent1"/>
            </a:solidFill>
            <a:ln w="0" cap="flat">
              <a:solidFill>
                <a:schemeClr val="accent1"/>
              </a:solidFill>
              <a:prstDash val="solid"/>
              <a:miter/>
            </a:ln>
          </p:spPr>
          <p:txBody>
            <a:bodyPr rtlCol="0" anchor="ctr"/>
            <a:lstStyle/>
            <a:p>
              <a:endParaRPr lang="zh-CN" altLang="en-US"/>
            </a:p>
          </p:txBody>
        </p:sp>
        <p:sp>
          <p:nvSpPr>
            <p:cNvPr id="182" name="任意多边形: 形状 181">
              <a:extLst>
                <a:ext uri="{FF2B5EF4-FFF2-40B4-BE49-F238E27FC236}">
                  <a16:creationId xmlns:a16="http://schemas.microsoft.com/office/drawing/2014/main" id="{7BF13E1A-EE4E-3BD4-08DC-8911AFCA5A40}"/>
                </a:ext>
              </a:extLst>
            </p:cNvPr>
            <p:cNvSpPr/>
            <p:nvPr/>
          </p:nvSpPr>
          <p:spPr>
            <a:xfrm>
              <a:off x="8457990" y="2620865"/>
              <a:ext cx="11084" cy="85541"/>
            </a:xfrm>
            <a:custGeom>
              <a:avLst/>
              <a:gdLst>
                <a:gd name="connsiteX0" fmla="*/ 0 w 11084"/>
                <a:gd name="connsiteY0" fmla="*/ 0 h 85541"/>
                <a:gd name="connsiteX1" fmla="*/ 11084 w 11084"/>
                <a:gd name="connsiteY1" fmla="*/ 0 h 85541"/>
                <a:gd name="connsiteX2" fmla="*/ 11084 w 11084"/>
                <a:gd name="connsiteY2" fmla="*/ 66808 h 85541"/>
                <a:gd name="connsiteX3" fmla="*/ 0 w 11084"/>
                <a:gd name="connsiteY3" fmla="*/ 66808 h 85541"/>
                <a:gd name="connsiteX4" fmla="*/ 0 w 11084"/>
                <a:gd name="connsiteY4" fmla="*/ 74192 h 85541"/>
                <a:gd name="connsiteX5" fmla="*/ 11084 w 11084"/>
                <a:gd name="connsiteY5" fmla="*/ 74192 h 85541"/>
                <a:gd name="connsiteX6" fmla="*/ 11084 w 11084"/>
                <a:gd name="connsiteY6" fmla="*/ 85542 h 85541"/>
                <a:gd name="connsiteX7" fmla="*/ 0 w 11084"/>
                <a:gd name="connsiteY7" fmla="*/ 85542 h 85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84" h="85541">
                  <a:moveTo>
                    <a:pt x="0" y="0"/>
                  </a:moveTo>
                  <a:lnTo>
                    <a:pt x="11084" y="0"/>
                  </a:lnTo>
                  <a:lnTo>
                    <a:pt x="11084" y="66808"/>
                  </a:lnTo>
                  <a:lnTo>
                    <a:pt x="0" y="66808"/>
                  </a:lnTo>
                  <a:close/>
                  <a:moveTo>
                    <a:pt x="0" y="74192"/>
                  </a:moveTo>
                  <a:lnTo>
                    <a:pt x="11084" y="74192"/>
                  </a:lnTo>
                  <a:lnTo>
                    <a:pt x="11084" y="85542"/>
                  </a:lnTo>
                  <a:lnTo>
                    <a:pt x="0" y="85542"/>
                  </a:lnTo>
                  <a:close/>
                </a:path>
              </a:pathLst>
            </a:custGeom>
            <a:solidFill>
              <a:schemeClr val="accent1"/>
            </a:solidFill>
            <a:ln w="0" cap="flat">
              <a:solidFill>
                <a:schemeClr val="accent1"/>
              </a:solidFill>
              <a:prstDash val="solid"/>
              <a:miter/>
            </a:ln>
          </p:spPr>
          <p:txBody>
            <a:bodyPr rtlCol="0" anchor="ctr"/>
            <a:lstStyle/>
            <a:p>
              <a:endParaRPr lang="zh-CN" altLang="en-US"/>
            </a:p>
          </p:txBody>
        </p:sp>
      </p:grpSp>
      <p:grpSp>
        <p:nvGrpSpPr>
          <p:cNvPr id="195" name="组合 194">
            <a:extLst>
              <a:ext uri="{FF2B5EF4-FFF2-40B4-BE49-F238E27FC236}">
                <a16:creationId xmlns:a16="http://schemas.microsoft.com/office/drawing/2014/main" id="{2A86DDE5-428F-DB49-1B5F-65716C9A662B}"/>
              </a:ext>
            </a:extLst>
          </p:cNvPr>
          <p:cNvGrpSpPr/>
          <p:nvPr/>
        </p:nvGrpSpPr>
        <p:grpSpPr>
          <a:xfrm>
            <a:off x="9096370" y="2497386"/>
            <a:ext cx="145357" cy="145357"/>
            <a:chOff x="9074114" y="2479156"/>
            <a:chExt cx="135953" cy="135953"/>
          </a:xfrm>
          <a:solidFill>
            <a:schemeClr val="accent1"/>
          </a:solidFill>
          <a:scene3d>
            <a:camera prst="perspectiveLeft">
              <a:rot lat="0" lon="1800000" rev="0"/>
            </a:camera>
            <a:lightRig rig="threePt" dir="t"/>
          </a:scene3d>
        </p:grpSpPr>
        <p:sp>
          <p:nvSpPr>
            <p:cNvPr id="187" name="任意多边形: 形状 186">
              <a:extLst>
                <a:ext uri="{FF2B5EF4-FFF2-40B4-BE49-F238E27FC236}">
                  <a16:creationId xmlns:a16="http://schemas.microsoft.com/office/drawing/2014/main" id="{1FE6AAE7-0612-6147-17D6-05E498E8C7AF}"/>
                </a:ext>
              </a:extLst>
            </p:cNvPr>
            <p:cNvSpPr/>
            <p:nvPr/>
          </p:nvSpPr>
          <p:spPr>
            <a:xfrm>
              <a:off x="9102873" y="2510529"/>
              <a:ext cx="73205" cy="42354"/>
            </a:xfrm>
            <a:custGeom>
              <a:avLst/>
              <a:gdLst>
                <a:gd name="connsiteX0" fmla="*/ 67976 w 73205"/>
                <a:gd name="connsiteY0" fmla="*/ 10458 h 42354"/>
                <a:gd name="connsiteX1" fmla="*/ 5229 w 73205"/>
                <a:gd name="connsiteY1" fmla="*/ 10458 h 42354"/>
                <a:gd name="connsiteX2" fmla="*/ 0 w 73205"/>
                <a:gd name="connsiteY2" fmla="*/ 5229 h 42354"/>
                <a:gd name="connsiteX3" fmla="*/ 5229 w 73205"/>
                <a:gd name="connsiteY3" fmla="*/ 0 h 42354"/>
                <a:gd name="connsiteX4" fmla="*/ 67976 w 73205"/>
                <a:gd name="connsiteY4" fmla="*/ 0 h 42354"/>
                <a:gd name="connsiteX5" fmla="*/ 73205 w 73205"/>
                <a:gd name="connsiteY5" fmla="*/ 5229 h 42354"/>
                <a:gd name="connsiteX6" fmla="*/ 67976 w 73205"/>
                <a:gd name="connsiteY6" fmla="*/ 10458 h 42354"/>
                <a:gd name="connsiteX7" fmla="*/ 44969 w 73205"/>
                <a:gd name="connsiteY7" fmla="*/ 42355 h 42354"/>
                <a:gd name="connsiteX8" fmla="*/ 5229 w 73205"/>
                <a:gd name="connsiteY8" fmla="*/ 42355 h 42354"/>
                <a:gd name="connsiteX9" fmla="*/ 0 w 73205"/>
                <a:gd name="connsiteY9" fmla="*/ 37126 h 42354"/>
                <a:gd name="connsiteX10" fmla="*/ 5229 w 73205"/>
                <a:gd name="connsiteY10" fmla="*/ 31897 h 42354"/>
                <a:gd name="connsiteX11" fmla="*/ 44969 w 73205"/>
                <a:gd name="connsiteY11" fmla="*/ 31897 h 42354"/>
                <a:gd name="connsiteX12" fmla="*/ 50198 w 73205"/>
                <a:gd name="connsiteY12" fmla="*/ 37126 h 42354"/>
                <a:gd name="connsiteX13" fmla="*/ 44969 w 73205"/>
                <a:gd name="connsiteY13" fmla="*/ 42355 h 42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205" h="42354">
                  <a:moveTo>
                    <a:pt x="67976" y="10458"/>
                  </a:moveTo>
                  <a:lnTo>
                    <a:pt x="5229" y="10458"/>
                  </a:lnTo>
                  <a:cubicBezTo>
                    <a:pt x="2614" y="10458"/>
                    <a:pt x="0" y="8366"/>
                    <a:pt x="0" y="5229"/>
                  </a:cubicBezTo>
                  <a:cubicBezTo>
                    <a:pt x="0" y="2614"/>
                    <a:pt x="2092" y="0"/>
                    <a:pt x="5229" y="0"/>
                  </a:cubicBezTo>
                  <a:lnTo>
                    <a:pt x="67976" y="0"/>
                  </a:lnTo>
                  <a:cubicBezTo>
                    <a:pt x="70591" y="0"/>
                    <a:pt x="73205" y="2092"/>
                    <a:pt x="73205" y="5229"/>
                  </a:cubicBezTo>
                  <a:cubicBezTo>
                    <a:pt x="73205" y="8366"/>
                    <a:pt x="71114" y="10458"/>
                    <a:pt x="67976" y="10458"/>
                  </a:cubicBezTo>
                  <a:close/>
                  <a:moveTo>
                    <a:pt x="44969" y="42355"/>
                  </a:moveTo>
                  <a:lnTo>
                    <a:pt x="5229" y="42355"/>
                  </a:lnTo>
                  <a:cubicBezTo>
                    <a:pt x="2614" y="42355"/>
                    <a:pt x="0" y="40263"/>
                    <a:pt x="0" y="37126"/>
                  </a:cubicBezTo>
                  <a:cubicBezTo>
                    <a:pt x="0" y="34511"/>
                    <a:pt x="2092" y="31897"/>
                    <a:pt x="5229" y="31897"/>
                  </a:cubicBezTo>
                  <a:lnTo>
                    <a:pt x="44969" y="31897"/>
                  </a:lnTo>
                  <a:cubicBezTo>
                    <a:pt x="47584" y="31897"/>
                    <a:pt x="50198" y="33988"/>
                    <a:pt x="50198" y="37126"/>
                  </a:cubicBezTo>
                  <a:cubicBezTo>
                    <a:pt x="50198" y="39740"/>
                    <a:pt x="47584" y="42355"/>
                    <a:pt x="44969" y="42355"/>
                  </a:cubicBezTo>
                  <a:close/>
                </a:path>
              </a:pathLst>
            </a:custGeom>
            <a:grpFill/>
            <a:ln w="130" cap="flat">
              <a:noFill/>
              <a:prstDash val="solid"/>
              <a:miter/>
            </a:ln>
          </p:spPr>
          <p:txBody>
            <a:bodyPr rtlCol="0" anchor="ctr"/>
            <a:lstStyle/>
            <a:p>
              <a:endParaRPr lang="zh-CN" altLang="en-US"/>
            </a:p>
          </p:txBody>
        </p:sp>
        <p:sp>
          <p:nvSpPr>
            <p:cNvPr id="188" name="任意多边形: 形状 187">
              <a:extLst>
                <a:ext uri="{FF2B5EF4-FFF2-40B4-BE49-F238E27FC236}">
                  <a16:creationId xmlns:a16="http://schemas.microsoft.com/office/drawing/2014/main" id="{45CF36AC-FAF1-55BC-95EE-CC479B1ADA81}"/>
                </a:ext>
              </a:extLst>
            </p:cNvPr>
            <p:cNvSpPr/>
            <p:nvPr/>
          </p:nvSpPr>
          <p:spPr>
            <a:xfrm>
              <a:off x="9159868" y="2566479"/>
              <a:ext cx="50198" cy="10457"/>
            </a:xfrm>
            <a:custGeom>
              <a:avLst/>
              <a:gdLst>
                <a:gd name="connsiteX0" fmla="*/ 44969 w 50198"/>
                <a:gd name="connsiteY0" fmla="*/ 10458 h 10457"/>
                <a:gd name="connsiteX1" fmla="*/ 5229 w 50198"/>
                <a:gd name="connsiteY1" fmla="*/ 10458 h 10457"/>
                <a:gd name="connsiteX2" fmla="*/ 0 w 50198"/>
                <a:gd name="connsiteY2" fmla="*/ 5229 h 10457"/>
                <a:gd name="connsiteX3" fmla="*/ 5229 w 50198"/>
                <a:gd name="connsiteY3" fmla="*/ 0 h 10457"/>
                <a:gd name="connsiteX4" fmla="*/ 44969 w 50198"/>
                <a:gd name="connsiteY4" fmla="*/ 0 h 10457"/>
                <a:gd name="connsiteX5" fmla="*/ 50198 w 50198"/>
                <a:gd name="connsiteY5" fmla="*/ 5229 h 10457"/>
                <a:gd name="connsiteX6" fmla="*/ 44969 w 50198"/>
                <a:gd name="connsiteY6" fmla="*/ 10458 h 10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198" h="10457">
                  <a:moveTo>
                    <a:pt x="44969" y="10458"/>
                  </a:moveTo>
                  <a:lnTo>
                    <a:pt x="5229" y="10458"/>
                  </a:lnTo>
                  <a:cubicBezTo>
                    <a:pt x="2614" y="10458"/>
                    <a:pt x="0" y="8366"/>
                    <a:pt x="0" y="5229"/>
                  </a:cubicBezTo>
                  <a:cubicBezTo>
                    <a:pt x="0" y="2614"/>
                    <a:pt x="2614" y="0"/>
                    <a:pt x="5229" y="0"/>
                  </a:cubicBezTo>
                  <a:lnTo>
                    <a:pt x="44969" y="0"/>
                  </a:lnTo>
                  <a:cubicBezTo>
                    <a:pt x="47584" y="0"/>
                    <a:pt x="50198" y="2614"/>
                    <a:pt x="50198" y="5229"/>
                  </a:cubicBezTo>
                  <a:cubicBezTo>
                    <a:pt x="50198" y="7843"/>
                    <a:pt x="47584" y="10458"/>
                    <a:pt x="44969" y="10458"/>
                  </a:cubicBezTo>
                  <a:close/>
                </a:path>
              </a:pathLst>
            </a:custGeom>
            <a:grpFill/>
            <a:ln w="130" cap="flat">
              <a:noFill/>
              <a:prstDash val="solid"/>
              <a:miter/>
            </a:ln>
          </p:spPr>
          <p:txBody>
            <a:bodyPr rtlCol="0" anchor="ctr"/>
            <a:lstStyle/>
            <a:p>
              <a:endParaRPr lang="zh-CN" altLang="en-US"/>
            </a:p>
          </p:txBody>
        </p:sp>
        <p:sp>
          <p:nvSpPr>
            <p:cNvPr id="189" name="任意多边形: 形状 188">
              <a:extLst>
                <a:ext uri="{FF2B5EF4-FFF2-40B4-BE49-F238E27FC236}">
                  <a16:creationId xmlns:a16="http://schemas.microsoft.com/office/drawing/2014/main" id="{263C0DA7-C9E4-A41A-FB7B-0E856262A35B}"/>
                </a:ext>
              </a:extLst>
            </p:cNvPr>
            <p:cNvSpPr/>
            <p:nvPr/>
          </p:nvSpPr>
          <p:spPr>
            <a:xfrm>
              <a:off x="9159868" y="2566479"/>
              <a:ext cx="50198" cy="10457"/>
            </a:xfrm>
            <a:custGeom>
              <a:avLst/>
              <a:gdLst>
                <a:gd name="connsiteX0" fmla="*/ 44969 w 50198"/>
                <a:gd name="connsiteY0" fmla="*/ 0 h 10457"/>
                <a:gd name="connsiteX1" fmla="*/ 5229 w 50198"/>
                <a:gd name="connsiteY1" fmla="*/ 0 h 10457"/>
                <a:gd name="connsiteX2" fmla="*/ 0 w 50198"/>
                <a:gd name="connsiteY2" fmla="*/ 5229 h 10457"/>
                <a:gd name="connsiteX3" fmla="*/ 5229 w 50198"/>
                <a:gd name="connsiteY3" fmla="*/ 10458 h 10457"/>
                <a:gd name="connsiteX4" fmla="*/ 44969 w 50198"/>
                <a:gd name="connsiteY4" fmla="*/ 10458 h 10457"/>
                <a:gd name="connsiteX5" fmla="*/ 50198 w 50198"/>
                <a:gd name="connsiteY5" fmla="*/ 5229 h 10457"/>
                <a:gd name="connsiteX6" fmla="*/ 44969 w 50198"/>
                <a:gd name="connsiteY6" fmla="*/ 0 h 10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198" h="10457">
                  <a:moveTo>
                    <a:pt x="44969" y="0"/>
                  </a:moveTo>
                  <a:lnTo>
                    <a:pt x="5229" y="0"/>
                  </a:lnTo>
                  <a:cubicBezTo>
                    <a:pt x="2614" y="0"/>
                    <a:pt x="0" y="2092"/>
                    <a:pt x="0" y="5229"/>
                  </a:cubicBezTo>
                  <a:cubicBezTo>
                    <a:pt x="0" y="8366"/>
                    <a:pt x="2614" y="10458"/>
                    <a:pt x="5229" y="10458"/>
                  </a:cubicBezTo>
                  <a:lnTo>
                    <a:pt x="44969" y="10458"/>
                  </a:lnTo>
                  <a:cubicBezTo>
                    <a:pt x="47584" y="10458"/>
                    <a:pt x="50198" y="8366"/>
                    <a:pt x="50198" y="5229"/>
                  </a:cubicBezTo>
                  <a:cubicBezTo>
                    <a:pt x="50198" y="2092"/>
                    <a:pt x="47584" y="0"/>
                    <a:pt x="44969" y="0"/>
                  </a:cubicBezTo>
                  <a:close/>
                </a:path>
              </a:pathLst>
            </a:custGeom>
            <a:grpFill/>
            <a:ln w="130" cap="flat">
              <a:noFill/>
              <a:prstDash val="solid"/>
              <a:miter/>
            </a:ln>
          </p:spPr>
          <p:txBody>
            <a:bodyPr rtlCol="0" anchor="ctr"/>
            <a:lstStyle/>
            <a:p>
              <a:endParaRPr lang="zh-CN" altLang="en-US"/>
            </a:p>
          </p:txBody>
        </p:sp>
        <p:sp>
          <p:nvSpPr>
            <p:cNvPr id="190" name="任意多边形: 形状 189">
              <a:extLst>
                <a:ext uri="{FF2B5EF4-FFF2-40B4-BE49-F238E27FC236}">
                  <a16:creationId xmlns:a16="http://schemas.microsoft.com/office/drawing/2014/main" id="{48F88472-CB8A-18DF-53E1-75F21F581835}"/>
                </a:ext>
              </a:extLst>
            </p:cNvPr>
            <p:cNvSpPr/>
            <p:nvPr/>
          </p:nvSpPr>
          <p:spPr>
            <a:xfrm>
              <a:off x="9074114" y="2479156"/>
              <a:ext cx="135953" cy="135953"/>
            </a:xfrm>
            <a:custGeom>
              <a:avLst/>
              <a:gdLst>
                <a:gd name="connsiteX0" fmla="*/ 10458 w 135953"/>
                <a:gd name="connsiteY0" fmla="*/ 109808 h 135953"/>
                <a:gd name="connsiteX1" fmla="*/ 10458 w 135953"/>
                <a:gd name="connsiteY1" fmla="*/ 26145 h 135953"/>
                <a:gd name="connsiteX2" fmla="*/ 26145 w 135953"/>
                <a:gd name="connsiteY2" fmla="*/ 10458 h 135953"/>
                <a:gd name="connsiteX3" fmla="*/ 109808 w 135953"/>
                <a:gd name="connsiteY3" fmla="*/ 10458 h 135953"/>
                <a:gd name="connsiteX4" fmla="*/ 125495 w 135953"/>
                <a:gd name="connsiteY4" fmla="*/ 26145 h 135953"/>
                <a:gd name="connsiteX5" fmla="*/ 125495 w 135953"/>
                <a:gd name="connsiteY5" fmla="*/ 40263 h 135953"/>
                <a:gd name="connsiteX6" fmla="*/ 130724 w 135953"/>
                <a:gd name="connsiteY6" fmla="*/ 45492 h 135953"/>
                <a:gd name="connsiteX7" fmla="*/ 135953 w 135953"/>
                <a:gd name="connsiteY7" fmla="*/ 40263 h 135953"/>
                <a:gd name="connsiteX8" fmla="*/ 135953 w 135953"/>
                <a:gd name="connsiteY8" fmla="*/ 20916 h 135953"/>
                <a:gd name="connsiteX9" fmla="*/ 115037 w 135953"/>
                <a:gd name="connsiteY9" fmla="*/ 0 h 135953"/>
                <a:gd name="connsiteX10" fmla="*/ 20916 w 135953"/>
                <a:gd name="connsiteY10" fmla="*/ 0 h 135953"/>
                <a:gd name="connsiteX11" fmla="*/ 0 w 135953"/>
                <a:gd name="connsiteY11" fmla="*/ 20916 h 135953"/>
                <a:gd name="connsiteX12" fmla="*/ 0 w 135953"/>
                <a:gd name="connsiteY12" fmla="*/ 115037 h 135953"/>
                <a:gd name="connsiteX13" fmla="*/ 20916 w 135953"/>
                <a:gd name="connsiteY13" fmla="*/ 135953 h 135953"/>
                <a:gd name="connsiteX14" fmla="*/ 40263 w 135953"/>
                <a:gd name="connsiteY14" fmla="*/ 135953 h 135953"/>
                <a:gd name="connsiteX15" fmla="*/ 45492 w 135953"/>
                <a:gd name="connsiteY15" fmla="*/ 130724 h 135953"/>
                <a:gd name="connsiteX16" fmla="*/ 40263 w 135953"/>
                <a:gd name="connsiteY16" fmla="*/ 125495 h 135953"/>
                <a:gd name="connsiteX17" fmla="*/ 26145 w 135953"/>
                <a:gd name="connsiteY17" fmla="*/ 125495 h 135953"/>
                <a:gd name="connsiteX18" fmla="*/ 10458 w 135953"/>
                <a:gd name="connsiteY18" fmla="*/ 109808 h 135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5953" h="135953">
                  <a:moveTo>
                    <a:pt x="10458" y="109808"/>
                  </a:moveTo>
                  <a:lnTo>
                    <a:pt x="10458" y="26145"/>
                  </a:lnTo>
                  <a:cubicBezTo>
                    <a:pt x="10458" y="17256"/>
                    <a:pt x="17256" y="10458"/>
                    <a:pt x="26145" y="10458"/>
                  </a:cubicBezTo>
                  <a:lnTo>
                    <a:pt x="109808" y="10458"/>
                  </a:lnTo>
                  <a:cubicBezTo>
                    <a:pt x="118697" y="10458"/>
                    <a:pt x="125495" y="17256"/>
                    <a:pt x="125495" y="26145"/>
                  </a:cubicBezTo>
                  <a:lnTo>
                    <a:pt x="125495" y="40263"/>
                  </a:lnTo>
                  <a:cubicBezTo>
                    <a:pt x="125495" y="43400"/>
                    <a:pt x="127587" y="45492"/>
                    <a:pt x="130724" y="45492"/>
                  </a:cubicBezTo>
                  <a:cubicBezTo>
                    <a:pt x="133861" y="45492"/>
                    <a:pt x="135953" y="43400"/>
                    <a:pt x="135953" y="40263"/>
                  </a:cubicBezTo>
                  <a:lnTo>
                    <a:pt x="135953" y="20916"/>
                  </a:lnTo>
                  <a:cubicBezTo>
                    <a:pt x="135953" y="9412"/>
                    <a:pt x="126541" y="0"/>
                    <a:pt x="115037" y="0"/>
                  </a:cubicBezTo>
                  <a:lnTo>
                    <a:pt x="20916" y="0"/>
                  </a:lnTo>
                  <a:cubicBezTo>
                    <a:pt x="9412" y="0"/>
                    <a:pt x="0" y="9412"/>
                    <a:pt x="0" y="20916"/>
                  </a:cubicBezTo>
                  <a:lnTo>
                    <a:pt x="0" y="115037"/>
                  </a:lnTo>
                  <a:cubicBezTo>
                    <a:pt x="0" y="126541"/>
                    <a:pt x="9412" y="135953"/>
                    <a:pt x="20916" y="135953"/>
                  </a:cubicBezTo>
                  <a:lnTo>
                    <a:pt x="40263" y="135953"/>
                  </a:lnTo>
                  <a:cubicBezTo>
                    <a:pt x="43400" y="135953"/>
                    <a:pt x="45492" y="133861"/>
                    <a:pt x="45492" y="130724"/>
                  </a:cubicBezTo>
                  <a:cubicBezTo>
                    <a:pt x="45492" y="127587"/>
                    <a:pt x="43400" y="125495"/>
                    <a:pt x="40263" y="125495"/>
                  </a:cubicBezTo>
                  <a:lnTo>
                    <a:pt x="26145" y="125495"/>
                  </a:lnTo>
                  <a:cubicBezTo>
                    <a:pt x="17256" y="125495"/>
                    <a:pt x="10458" y="118697"/>
                    <a:pt x="10458" y="109808"/>
                  </a:cubicBezTo>
                  <a:close/>
                </a:path>
              </a:pathLst>
            </a:custGeom>
            <a:grpFill/>
            <a:ln w="130" cap="flat">
              <a:noFill/>
              <a:prstDash val="solid"/>
              <a:miter/>
            </a:ln>
          </p:spPr>
          <p:txBody>
            <a:bodyPr rtlCol="0" anchor="ctr"/>
            <a:lstStyle/>
            <a:p>
              <a:endParaRPr lang="zh-CN" altLang="en-US"/>
            </a:p>
          </p:txBody>
        </p:sp>
        <p:sp>
          <p:nvSpPr>
            <p:cNvPr id="191" name="任意多边形: 形状 190">
              <a:extLst>
                <a:ext uri="{FF2B5EF4-FFF2-40B4-BE49-F238E27FC236}">
                  <a16:creationId xmlns:a16="http://schemas.microsoft.com/office/drawing/2014/main" id="{945B2D17-4A84-0484-65CB-B121DF03A4AE}"/>
                </a:ext>
              </a:extLst>
            </p:cNvPr>
            <p:cNvSpPr/>
            <p:nvPr/>
          </p:nvSpPr>
          <p:spPr>
            <a:xfrm>
              <a:off x="9159868" y="2542426"/>
              <a:ext cx="34511" cy="34511"/>
            </a:xfrm>
            <a:custGeom>
              <a:avLst/>
              <a:gdLst>
                <a:gd name="connsiteX0" fmla="*/ 1569 w 34511"/>
                <a:gd name="connsiteY0" fmla="*/ 25622 h 34511"/>
                <a:gd name="connsiteX1" fmla="*/ 25622 w 34511"/>
                <a:gd name="connsiteY1" fmla="*/ 1569 h 34511"/>
                <a:gd name="connsiteX2" fmla="*/ 32942 w 34511"/>
                <a:gd name="connsiteY2" fmla="*/ 1569 h 34511"/>
                <a:gd name="connsiteX3" fmla="*/ 32942 w 34511"/>
                <a:gd name="connsiteY3" fmla="*/ 8889 h 34511"/>
                <a:gd name="connsiteX4" fmla="*/ 8889 w 34511"/>
                <a:gd name="connsiteY4" fmla="*/ 32942 h 34511"/>
                <a:gd name="connsiteX5" fmla="*/ 1569 w 34511"/>
                <a:gd name="connsiteY5" fmla="*/ 32942 h 34511"/>
                <a:gd name="connsiteX6" fmla="*/ 1569 w 34511"/>
                <a:gd name="connsiteY6" fmla="*/ 25622 h 34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511" h="34511">
                  <a:moveTo>
                    <a:pt x="1569" y="25622"/>
                  </a:moveTo>
                  <a:lnTo>
                    <a:pt x="25622" y="1569"/>
                  </a:lnTo>
                  <a:cubicBezTo>
                    <a:pt x="27713" y="-523"/>
                    <a:pt x="30851" y="-523"/>
                    <a:pt x="32942" y="1569"/>
                  </a:cubicBezTo>
                  <a:cubicBezTo>
                    <a:pt x="35034" y="3660"/>
                    <a:pt x="35034" y="6798"/>
                    <a:pt x="32942" y="8889"/>
                  </a:cubicBezTo>
                  <a:lnTo>
                    <a:pt x="8889" y="32942"/>
                  </a:lnTo>
                  <a:cubicBezTo>
                    <a:pt x="6798" y="35034"/>
                    <a:pt x="3660" y="35034"/>
                    <a:pt x="1569" y="32942"/>
                  </a:cubicBezTo>
                  <a:cubicBezTo>
                    <a:pt x="-523" y="30851"/>
                    <a:pt x="-523" y="27713"/>
                    <a:pt x="1569" y="25622"/>
                  </a:cubicBezTo>
                  <a:close/>
                </a:path>
              </a:pathLst>
            </a:custGeom>
            <a:grpFill/>
            <a:ln w="130" cap="flat">
              <a:noFill/>
              <a:prstDash val="solid"/>
              <a:miter/>
            </a:ln>
          </p:spPr>
          <p:txBody>
            <a:bodyPr rtlCol="0" anchor="ctr"/>
            <a:lstStyle/>
            <a:p>
              <a:endParaRPr lang="zh-CN" altLang="en-US"/>
            </a:p>
          </p:txBody>
        </p:sp>
        <p:sp>
          <p:nvSpPr>
            <p:cNvPr id="192" name="任意多边形: 形状 191">
              <a:extLst>
                <a:ext uri="{FF2B5EF4-FFF2-40B4-BE49-F238E27FC236}">
                  <a16:creationId xmlns:a16="http://schemas.microsoft.com/office/drawing/2014/main" id="{1A43A332-8883-08A8-F80D-C1884674D610}"/>
                </a:ext>
              </a:extLst>
            </p:cNvPr>
            <p:cNvSpPr/>
            <p:nvPr/>
          </p:nvSpPr>
          <p:spPr>
            <a:xfrm>
              <a:off x="9159868" y="2542426"/>
              <a:ext cx="34511" cy="34511"/>
            </a:xfrm>
            <a:custGeom>
              <a:avLst/>
              <a:gdLst>
                <a:gd name="connsiteX0" fmla="*/ 29805 w 34511"/>
                <a:gd name="connsiteY0" fmla="*/ 0 h 34511"/>
                <a:gd name="connsiteX1" fmla="*/ 26145 w 34511"/>
                <a:gd name="connsiteY1" fmla="*/ 1569 h 34511"/>
                <a:gd name="connsiteX2" fmla="*/ 1569 w 34511"/>
                <a:gd name="connsiteY2" fmla="*/ 25622 h 34511"/>
                <a:gd name="connsiteX3" fmla="*/ 1569 w 34511"/>
                <a:gd name="connsiteY3" fmla="*/ 32942 h 34511"/>
                <a:gd name="connsiteX4" fmla="*/ 5229 w 34511"/>
                <a:gd name="connsiteY4" fmla="*/ 34511 h 34511"/>
                <a:gd name="connsiteX5" fmla="*/ 8889 w 34511"/>
                <a:gd name="connsiteY5" fmla="*/ 32942 h 34511"/>
                <a:gd name="connsiteX6" fmla="*/ 32942 w 34511"/>
                <a:gd name="connsiteY6" fmla="*/ 8889 h 34511"/>
                <a:gd name="connsiteX7" fmla="*/ 32942 w 34511"/>
                <a:gd name="connsiteY7" fmla="*/ 1569 h 34511"/>
                <a:gd name="connsiteX8" fmla="*/ 29805 w 34511"/>
                <a:gd name="connsiteY8" fmla="*/ 0 h 34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511" h="34511">
                  <a:moveTo>
                    <a:pt x="29805" y="0"/>
                  </a:moveTo>
                  <a:cubicBezTo>
                    <a:pt x="28236" y="0"/>
                    <a:pt x="27191" y="523"/>
                    <a:pt x="26145" y="1569"/>
                  </a:cubicBezTo>
                  <a:lnTo>
                    <a:pt x="1569" y="25622"/>
                  </a:lnTo>
                  <a:cubicBezTo>
                    <a:pt x="-523" y="27713"/>
                    <a:pt x="-523" y="30851"/>
                    <a:pt x="1569" y="32942"/>
                  </a:cubicBezTo>
                  <a:cubicBezTo>
                    <a:pt x="2614" y="33988"/>
                    <a:pt x="4183" y="34511"/>
                    <a:pt x="5229" y="34511"/>
                  </a:cubicBezTo>
                  <a:cubicBezTo>
                    <a:pt x="6275" y="34511"/>
                    <a:pt x="7843" y="33988"/>
                    <a:pt x="8889" y="32942"/>
                  </a:cubicBezTo>
                  <a:lnTo>
                    <a:pt x="32942" y="8889"/>
                  </a:lnTo>
                  <a:cubicBezTo>
                    <a:pt x="35034" y="6798"/>
                    <a:pt x="35034" y="3660"/>
                    <a:pt x="32942" y="1569"/>
                  </a:cubicBezTo>
                  <a:cubicBezTo>
                    <a:pt x="32420" y="523"/>
                    <a:pt x="30851" y="0"/>
                    <a:pt x="29805" y="0"/>
                  </a:cubicBezTo>
                  <a:close/>
                </a:path>
              </a:pathLst>
            </a:custGeom>
            <a:grpFill/>
            <a:ln w="130" cap="flat">
              <a:noFill/>
              <a:prstDash val="solid"/>
              <a:miter/>
            </a:ln>
          </p:spPr>
          <p:txBody>
            <a:bodyPr rtlCol="0" anchor="ctr"/>
            <a:lstStyle/>
            <a:p>
              <a:endParaRPr lang="zh-CN" altLang="en-US"/>
            </a:p>
          </p:txBody>
        </p:sp>
        <p:sp>
          <p:nvSpPr>
            <p:cNvPr id="193" name="任意多边形: 形状 192">
              <a:extLst>
                <a:ext uri="{FF2B5EF4-FFF2-40B4-BE49-F238E27FC236}">
                  <a16:creationId xmlns:a16="http://schemas.microsoft.com/office/drawing/2014/main" id="{ED1984F4-8073-0C22-AD0F-8550CF396D63}"/>
                </a:ext>
              </a:extLst>
            </p:cNvPr>
            <p:cNvSpPr/>
            <p:nvPr/>
          </p:nvSpPr>
          <p:spPr>
            <a:xfrm>
              <a:off x="9161437" y="2566479"/>
              <a:ext cx="48629" cy="48629"/>
            </a:xfrm>
            <a:custGeom>
              <a:avLst/>
              <a:gdLst>
                <a:gd name="connsiteX0" fmla="*/ 1569 w 48629"/>
                <a:gd name="connsiteY0" fmla="*/ 39740 h 48629"/>
                <a:gd name="connsiteX1" fmla="*/ 39740 w 48629"/>
                <a:gd name="connsiteY1" fmla="*/ 1569 h 48629"/>
                <a:gd name="connsiteX2" fmla="*/ 47061 w 48629"/>
                <a:gd name="connsiteY2" fmla="*/ 1569 h 48629"/>
                <a:gd name="connsiteX3" fmla="*/ 47061 w 48629"/>
                <a:gd name="connsiteY3" fmla="*/ 8889 h 48629"/>
                <a:gd name="connsiteX4" fmla="*/ 8889 w 48629"/>
                <a:gd name="connsiteY4" fmla="*/ 47061 h 48629"/>
                <a:gd name="connsiteX5" fmla="*/ 1569 w 48629"/>
                <a:gd name="connsiteY5" fmla="*/ 47061 h 48629"/>
                <a:gd name="connsiteX6" fmla="*/ 1569 w 48629"/>
                <a:gd name="connsiteY6" fmla="*/ 39740 h 48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629" h="48629">
                  <a:moveTo>
                    <a:pt x="1569" y="39740"/>
                  </a:moveTo>
                  <a:lnTo>
                    <a:pt x="39740" y="1569"/>
                  </a:lnTo>
                  <a:cubicBezTo>
                    <a:pt x="41832" y="-523"/>
                    <a:pt x="44969" y="-523"/>
                    <a:pt x="47061" y="1569"/>
                  </a:cubicBezTo>
                  <a:cubicBezTo>
                    <a:pt x="49152" y="3660"/>
                    <a:pt x="49152" y="6798"/>
                    <a:pt x="47061" y="8889"/>
                  </a:cubicBezTo>
                  <a:lnTo>
                    <a:pt x="8889" y="47061"/>
                  </a:lnTo>
                  <a:cubicBezTo>
                    <a:pt x="6798" y="49152"/>
                    <a:pt x="3660" y="49152"/>
                    <a:pt x="1569" y="47061"/>
                  </a:cubicBezTo>
                  <a:cubicBezTo>
                    <a:pt x="-523" y="44969"/>
                    <a:pt x="-523" y="41832"/>
                    <a:pt x="1569" y="39740"/>
                  </a:cubicBezTo>
                  <a:close/>
                </a:path>
              </a:pathLst>
            </a:custGeom>
            <a:grpFill/>
            <a:ln w="130" cap="flat">
              <a:noFill/>
              <a:prstDash val="solid"/>
              <a:miter/>
            </a:ln>
          </p:spPr>
          <p:txBody>
            <a:bodyPr rtlCol="0" anchor="ctr"/>
            <a:lstStyle/>
            <a:p>
              <a:endParaRPr lang="zh-CN" altLang="en-US"/>
            </a:p>
          </p:txBody>
        </p:sp>
        <p:sp>
          <p:nvSpPr>
            <p:cNvPr id="194" name="任意多边形: 形状 193">
              <a:extLst>
                <a:ext uri="{FF2B5EF4-FFF2-40B4-BE49-F238E27FC236}">
                  <a16:creationId xmlns:a16="http://schemas.microsoft.com/office/drawing/2014/main" id="{C025D8F0-FBC4-0DE8-162A-1B293A881EFC}"/>
                </a:ext>
              </a:extLst>
            </p:cNvPr>
            <p:cNvSpPr/>
            <p:nvPr/>
          </p:nvSpPr>
          <p:spPr>
            <a:xfrm>
              <a:off x="9161437" y="2566479"/>
              <a:ext cx="48629" cy="48629"/>
            </a:xfrm>
            <a:custGeom>
              <a:avLst/>
              <a:gdLst>
                <a:gd name="connsiteX0" fmla="*/ 43400 w 48629"/>
                <a:gd name="connsiteY0" fmla="*/ 0 h 48629"/>
                <a:gd name="connsiteX1" fmla="*/ 39740 w 48629"/>
                <a:gd name="connsiteY1" fmla="*/ 1569 h 48629"/>
                <a:gd name="connsiteX2" fmla="*/ 1569 w 48629"/>
                <a:gd name="connsiteY2" fmla="*/ 39740 h 48629"/>
                <a:gd name="connsiteX3" fmla="*/ 1569 w 48629"/>
                <a:gd name="connsiteY3" fmla="*/ 47061 h 48629"/>
                <a:gd name="connsiteX4" fmla="*/ 5229 w 48629"/>
                <a:gd name="connsiteY4" fmla="*/ 48629 h 48629"/>
                <a:gd name="connsiteX5" fmla="*/ 8889 w 48629"/>
                <a:gd name="connsiteY5" fmla="*/ 47061 h 48629"/>
                <a:gd name="connsiteX6" fmla="*/ 47061 w 48629"/>
                <a:gd name="connsiteY6" fmla="*/ 8889 h 48629"/>
                <a:gd name="connsiteX7" fmla="*/ 47061 w 48629"/>
                <a:gd name="connsiteY7" fmla="*/ 1569 h 48629"/>
                <a:gd name="connsiteX8" fmla="*/ 43400 w 48629"/>
                <a:gd name="connsiteY8" fmla="*/ 0 h 48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629" h="48629">
                  <a:moveTo>
                    <a:pt x="43400" y="0"/>
                  </a:moveTo>
                  <a:cubicBezTo>
                    <a:pt x="41832" y="0"/>
                    <a:pt x="40786" y="523"/>
                    <a:pt x="39740" y="1569"/>
                  </a:cubicBezTo>
                  <a:lnTo>
                    <a:pt x="1569" y="39740"/>
                  </a:lnTo>
                  <a:cubicBezTo>
                    <a:pt x="-523" y="41832"/>
                    <a:pt x="-523" y="44969"/>
                    <a:pt x="1569" y="47061"/>
                  </a:cubicBezTo>
                  <a:cubicBezTo>
                    <a:pt x="2614" y="48106"/>
                    <a:pt x="4183" y="48629"/>
                    <a:pt x="5229" y="48629"/>
                  </a:cubicBezTo>
                  <a:cubicBezTo>
                    <a:pt x="6275" y="48629"/>
                    <a:pt x="7843" y="48106"/>
                    <a:pt x="8889" y="47061"/>
                  </a:cubicBezTo>
                  <a:lnTo>
                    <a:pt x="47061" y="8889"/>
                  </a:lnTo>
                  <a:cubicBezTo>
                    <a:pt x="49152" y="6798"/>
                    <a:pt x="49152" y="3660"/>
                    <a:pt x="47061" y="1569"/>
                  </a:cubicBezTo>
                  <a:cubicBezTo>
                    <a:pt x="46015" y="523"/>
                    <a:pt x="44969" y="0"/>
                    <a:pt x="43400" y="0"/>
                  </a:cubicBezTo>
                  <a:close/>
                </a:path>
              </a:pathLst>
            </a:custGeom>
            <a:grpFill/>
            <a:ln w="130" cap="flat">
              <a:noFill/>
              <a:prstDash val="solid"/>
              <a:miter/>
            </a:ln>
          </p:spPr>
          <p:txBody>
            <a:bodyPr rtlCol="0" anchor="ctr"/>
            <a:lstStyle/>
            <a:p>
              <a:endParaRPr lang="zh-CN" altLang="en-US"/>
            </a:p>
          </p:txBody>
        </p:sp>
      </p:grpSp>
      <p:sp>
        <p:nvSpPr>
          <p:cNvPr id="198" name="图形 196">
            <a:extLst>
              <a:ext uri="{FF2B5EF4-FFF2-40B4-BE49-F238E27FC236}">
                <a16:creationId xmlns:a16="http://schemas.microsoft.com/office/drawing/2014/main" id="{5F433029-3C80-CE8D-9FB4-3E22C27C4C7A}"/>
              </a:ext>
            </a:extLst>
          </p:cNvPr>
          <p:cNvSpPr/>
          <p:nvPr/>
        </p:nvSpPr>
        <p:spPr>
          <a:xfrm>
            <a:off x="9805277" y="2415078"/>
            <a:ext cx="167173" cy="169219"/>
          </a:xfrm>
          <a:custGeom>
            <a:avLst/>
            <a:gdLst>
              <a:gd name="connsiteX0" fmla="*/ 31632 w 131848"/>
              <a:gd name="connsiteY0" fmla="*/ 9618 h 133462"/>
              <a:gd name="connsiteX1" fmla="*/ 48261 w 131848"/>
              <a:gd name="connsiteY1" fmla="*/ 21 h 133462"/>
              <a:gd name="connsiteX2" fmla="*/ 48261 w 131848"/>
              <a:gd name="connsiteY2" fmla="*/ 16106 h 133462"/>
              <a:gd name="connsiteX3" fmla="*/ 38596 w 131848"/>
              <a:gd name="connsiteY3" fmla="*/ 21686 h 133462"/>
              <a:gd name="connsiteX4" fmla="*/ 31632 w 131848"/>
              <a:gd name="connsiteY4" fmla="*/ 9618 h 133462"/>
              <a:gd name="connsiteX5" fmla="*/ 38602 w 131848"/>
              <a:gd name="connsiteY5" fmla="*/ 111782 h 133462"/>
              <a:gd name="connsiteX6" fmla="*/ 48261 w 131848"/>
              <a:gd name="connsiteY6" fmla="*/ 117356 h 133462"/>
              <a:gd name="connsiteX7" fmla="*/ 48261 w 131848"/>
              <a:gd name="connsiteY7" fmla="*/ 133447 h 133462"/>
              <a:gd name="connsiteX8" fmla="*/ 31632 w 131848"/>
              <a:gd name="connsiteY8" fmla="*/ 123845 h 133462"/>
              <a:gd name="connsiteX9" fmla="*/ 38602 w 131848"/>
              <a:gd name="connsiteY9" fmla="*/ 111777 h 133462"/>
              <a:gd name="connsiteX10" fmla="*/ 131848 w 131848"/>
              <a:gd name="connsiteY10" fmla="*/ 105597 h 133462"/>
              <a:gd name="connsiteX11" fmla="*/ 83085 w 131848"/>
              <a:gd name="connsiteY11" fmla="*/ 133462 h 133462"/>
              <a:gd name="connsiteX12" fmla="*/ 83085 w 131848"/>
              <a:gd name="connsiteY12" fmla="*/ 117419 h 133462"/>
              <a:gd name="connsiteX13" fmla="*/ 117915 w 131848"/>
              <a:gd name="connsiteY13" fmla="*/ 97515 h 133462"/>
              <a:gd name="connsiteX14" fmla="*/ 117915 w 131848"/>
              <a:gd name="connsiteY14" fmla="*/ 35948 h 133462"/>
              <a:gd name="connsiteX15" fmla="*/ 83085 w 131848"/>
              <a:gd name="connsiteY15" fmla="*/ 16043 h 133462"/>
              <a:gd name="connsiteX16" fmla="*/ 83085 w 131848"/>
              <a:gd name="connsiteY16" fmla="*/ 0 h 133462"/>
              <a:gd name="connsiteX17" fmla="*/ 131848 w 131848"/>
              <a:gd name="connsiteY17" fmla="*/ 27861 h 133462"/>
              <a:gd name="connsiteX18" fmla="*/ 131848 w 131848"/>
              <a:gd name="connsiteY18" fmla="*/ 105597 h 133462"/>
              <a:gd name="connsiteX19" fmla="*/ 30556 w 131848"/>
              <a:gd name="connsiteY19" fmla="*/ 26325 h 133462"/>
              <a:gd name="connsiteX20" fmla="*/ 23592 w 131848"/>
              <a:gd name="connsiteY20" fmla="*/ 14262 h 133462"/>
              <a:gd name="connsiteX21" fmla="*/ 0 w 131848"/>
              <a:gd name="connsiteY21" fmla="*/ 27881 h 133462"/>
              <a:gd name="connsiteX22" fmla="*/ 0 w 131848"/>
              <a:gd name="connsiteY22" fmla="*/ 62089 h 133462"/>
              <a:gd name="connsiteX23" fmla="*/ 13933 w 131848"/>
              <a:gd name="connsiteY23" fmla="*/ 62089 h 133462"/>
              <a:gd name="connsiteX24" fmla="*/ 13933 w 131848"/>
              <a:gd name="connsiteY24" fmla="*/ 35927 h 133462"/>
              <a:gd name="connsiteX25" fmla="*/ 30556 w 131848"/>
              <a:gd name="connsiteY25" fmla="*/ 26325 h 133462"/>
              <a:gd name="connsiteX26" fmla="*/ 13933 w 131848"/>
              <a:gd name="connsiteY26" fmla="*/ 71378 h 133462"/>
              <a:gd name="connsiteX27" fmla="*/ 0 w 131848"/>
              <a:gd name="connsiteY27" fmla="*/ 71378 h 133462"/>
              <a:gd name="connsiteX28" fmla="*/ 0 w 131848"/>
              <a:gd name="connsiteY28" fmla="*/ 105581 h 133462"/>
              <a:gd name="connsiteX29" fmla="*/ 23592 w 131848"/>
              <a:gd name="connsiteY29" fmla="*/ 119200 h 133462"/>
              <a:gd name="connsiteX30" fmla="*/ 30556 w 131848"/>
              <a:gd name="connsiteY30" fmla="*/ 107132 h 133462"/>
              <a:gd name="connsiteX31" fmla="*/ 13933 w 131848"/>
              <a:gd name="connsiteY31" fmla="*/ 97536 h 133462"/>
              <a:gd name="connsiteX32" fmla="*/ 13933 w 131848"/>
              <a:gd name="connsiteY32" fmla="*/ 71378 h 133462"/>
              <a:gd name="connsiteX33" fmla="*/ 58709 w 131848"/>
              <a:gd name="connsiteY33" fmla="*/ 7523 h 133462"/>
              <a:gd name="connsiteX34" fmla="*/ 58709 w 131848"/>
              <a:gd name="connsiteY34" fmla="*/ 125939 h 133462"/>
              <a:gd name="connsiteX35" fmla="*/ 72637 w 131848"/>
              <a:gd name="connsiteY35" fmla="*/ 125939 h 133462"/>
              <a:gd name="connsiteX36" fmla="*/ 72637 w 131848"/>
              <a:gd name="connsiteY36" fmla="*/ 7523 h 133462"/>
              <a:gd name="connsiteX37" fmla="*/ 58709 w 131848"/>
              <a:gd name="connsiteY37" fmla="*/ 7523 h 133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31848" h="133462">
                <a:moveTo>
                  <a:pt x="31632" y="9618"/>
                </a:moveTo>
                <a:lnTo>
                  <a:pt x="48261" y="21"/>
                </a:lnTo>
                <a:lnTo>
                  <a:pt x="48261" y="16106"/>
                </a:lnTo>
                <a:lnTo>
                  <a:pt x="38596" y="21686"/>
                </a:lnTo>
                <a:lnTo>
                  <a:pt x="31632" y="9618"/>
                </a:lnTo>
                <a:close/>
                <a:moveTo>
                  <a:pt x="38602" y="111782"/>
                </a:moveTo>
                <a:lnTo>
                  <a:pt x="48261" y="117356"/>
                </a:lnTo>
                <a:lnTo>
                  <a:pt x="48261" y="133447"/>
                </a:lnTo>
                <a:lnTo>
                  <a:pt x="31632" y="123845"/>
                </a:lnTo>
                <a:lnTo>
                  <a:pt x="38602" y="111777"/>
                </a:lnTo>
                <a:close/>
                <a:moveTo>
                  <a:pt x="131848" y="105597"/>
                </a:moveTo>
                <a:lnTo>
                  <a:pt x="83085" y="133462"/>
                </a:lnTo>
                <a:lnTo>
                  <a:pt x="83085" y="117419"/>
                </a:lnTo>
                <a:lnTo>
                  <a:pt x="117915" y="97515"/>
                </a:lnTo>
                <a:lnTo>
                  <a:pt x="117915" y="35948"/>
                </a:lnTo>
                <a:lnTo>
                  <a:pt x="83085" y="16043"/>
                </a:lnTo>
                <a:lnTo>
                  <a:pt x="83085" y="0"/>
                </a:lnTo>
                <a:lnTo>
                  <a:pt x="131848" y="27861"/>
                </a:lnTo>
                <a:lnTo>
                  <a:pt x="131848" y="105597"/>
                </a:lnTo>
                <a:close/>
                <a:moveTo>
                  <a:pt x="30556" y="26325"/>
                </a:moveTo>
                <a:lnTo>
                  <a:pt x="23592" y="14262"/>
                </a:lnTo>
                <a:lnTo>
                  <a:pt x="0" y="27881"/>
                </a:lnTo>
                <a:lnTo>
                  <a:pt x="0" y="62089"/>
                </a:lnTo>
                <a:lnTo>
                  <a:pt x="13933" y="62089"/>
                </a:lnTo>
                <a:lnTo>
                  <a:pt x="13933" y="35927"/>
                </a:lnTo>
                <a:lnTo>
                  <a:pt x="30556" y="26325"/>
                </a:lnTo>
                <a:close/>
                <a:moveTo>
                  <a:pt x="13933" y="71378"/>
                </a:moveTo>
                <a:lnTo>
                  <a:pt x="0" y="71378"/>
                </a:lnTo>
                <a:lnTo>
                  <a:pt x="0" y="105581"/>
                </a:lnTo>
                <a:lnTo>
                  <a:pt x="23592" y="119200"/>
                </a:lnTo>
                <a:lnTo>
                  <a:pt x="30556" y="107132"/>
                </a:lnTo>
                <a:lnTo>
                  <a:pt x="13933" y="97536"/>
                </a:lnTo>
                <a:lnTo>
                  <a:pt x="13933" y="71378"/>
                </a:lnTo>
                <a:close/>
                <a:moveTo>
                  <a:pt x="58709" y="7523"/>
                </a:moveTo>
                <a:lnTo>
                  <a:pt x="58709" y="125939"/>
                </a:lnTo>
                <a:lnTo>
                  <a:pt x="72637" y="125939"/>
                </a:lnTo>
                <a:lnTo>
                  <a:pt x="72637" y="7523"/>
                </a:lnTo>
                <a:lnTo>
                  <a:pt x="58709" y="7523"/>
                </a:lnTo>
                <a:close/>
              </a:path>
            </a:pathLst>
          </a:custGeom>
          <a:solidFill>
            <a:schemeClr val="accent1"/>
          </a:solidFill>
          <a:ln w="158" cap="flat">
            <a:noFill/>
            <a:prstDash val="solid"/>
            <a:miter/>
          </a:ln>
          <a:scene3d>
            <a:camera prst="perspectiveLeft">
              <a:rot lat="0" lon="1800000" rev="0"/>
            </a:camera>
            <a:lightRig rig="threePt" dir="t"/>
          </a:scene3d>
        </p:spPr>
        <p:txBody>
          <a:bodyPr rtlCol="0" anchor="ctr"/>
          <a:lstStyle/>
          <a:p>
            <a:endParaRPr lang="zh-CN" altLang="en-US"/>
          </a:p>
        </p:txBody>
      </p:sp>
      <p:grpSp>
        <p:nvGrpSpPr>
          <p:cNvPr id="205" name="组合 204">
            <a:extLst>
              <a:ext uri="{FF2B5EF4-FFF2-40B4-BE49-F238E27FC236}">
                <a16:creationId xmlns:a16="http://schemas.microsoft.com/office/drawing/2014/main" id="{8D36F6F3-DB27-5337-E758-003E436471F3}"/>
              </a:ext>
            </a:extLst>
          </p:cNvPr>
          <p:cNvGrpSpPr/>
          <p:nvPr/>
        </p:nvGrpSpPr>
        <p:grpSpPr>
          <a:xfrm>
            <a:off x="8435105" y="3561884"/>
            <a:ext cx="120748" cy="134850"/>
            <a:chOff x="8423435" y="3574738"/>
            <a:chExt cx="116409" cy="130005"/>
          </a:xfrm>
          <a:scene3d>
            <a:camera prst="perspectiveHeroicExtremeLeftFacing">
              <a:rot lat="0" lon="600000" rev="21594000"/>
            </a:camera>
            <a:lightRig rig="threePt" dir="t"/>
          </a:scene3d>
        </p:grpSpPr>
        <p:sp>
          <p:nvSpPr>
            <p:cNvPr id="202" name="任意多边形: 形状 201">
              <a:extLst>
                <a:ext uri="{FF2B5EF4-FFF2-40B4-BE49-F238E27FC236}">
                  <a16:creationId xmlns:a16="http://schemas.microsoft.com/office/drawing/2014/main" id="{1213B770-E001-3B46-BED4-0211E50BAE04}"/>
                </a:ext>
              </a:extLst>
            </p:cNvPr>
            <p:cNvSpPr/>
            <p:nvPr/>
          </p:nvSpPr>
          <p:spPr>
            <a:xfrm>
              <a:off x="8423435" y="3574738"/>
              <a:ext cx="102814" cy="118109"/>
            </a:xfrm>
            <a:custGeom>
              <a:avLst/>
              <a:gdLst>
                <a:gd name="connsiteX0" fmla="*/ 46734 w 102814"/>
                <a:gd name="connsiteY0" fmla="*/ 110462 h 118109"/>
                <a:gd name="connsiteX1" fmla="*/ 8497 w 102814"/>
                <a:gd name="connsiteY1" fmla="*/ 110462 h 118109"/>
                <a:gd name="connsiteX2" fmla="*/ 8497 w 102814"/>
                <a:gd name="connsiteY2" fmla="*/ 19543 h 118109"/>
                <a:gd name="connsiteX3" fmla="*/ 18694 w 102814"/>
                <a:gd name="connsiteY3" fmla="*/ 9347 h 118109"/>
                <a:gd name="connsiteX4" fmla="*/ 62878 w 102814"/>
                <a:gd name="connsiteY4" fmla="*/ 9347 h 118109"/>
                <a:gd name="connsiteX5" fmla="*/ 62878 w 102814"/>
                <a:gd name="connsiteY5" fmla="*/ 39936 h 118109"/>
                <a:gd name="connsiteX6" fmla="*/ 67127 w 102814"/>
                <a:gd name="connsiteY6" fmla="*/ 44185 h 118109"/>
                <a:gd name="connsiteX7" fmla="*/ 94317 w 102814"/>
                <a:gd name="connsiteY7" fmla="*/ 44185 h 118109"/>
                <a:gd name="connsiteX8" fmla="*/ 94317 w 102814"/>
                <a:gd name="connsiteY8" fmla="*/ 66277 h 118109"/>
                <a:gd name="connsiteX9" fmla="*/ 98566 w 102814"/>
                <a:gd name="connsiteY9" fmla="*/ 70526 h 118109"/>
                <a:gd name="connsiteX10" fmla="*/ 102814 w 102814"/>
                <a:gd name="connsiteY10" fmla="*/ 66277 h 118109"/>
                <a:gd name="connsiteX11" fmla="*/ 102814 w 102814"/>
                <a:gd name="connsiteY11" fmla="*/ 40786 h 118109"/>
                <a:gd name="connsiteX12" fmla="*/ 102814 w 102814"/>
                <a:gd name="connsiteY12" fmla="*/ 39936 h 118109"/>
                <a:gd name="connsiteX13" fmla="*/ 102814 w 102814"/>
                <a:gd name="connsiteY13" fmla="*/ 36537 h 118109"/>
                <a:gd name="connsiteX14" fmla="*/ 101965 w 102814"/>
                <a:gd name="connsiteY14" fmla="*/ 33139 h 118109"/>
                <a:gd name="connsiteX15" fmla="*/ 69676 w 102814"/>
                <a:gd name="connsiteY15" fmla="*/ 1699 h 118109"/>
                <a:gd name="connsiteX16" fmla="*/ 67127 w 102814"/>
                <a:gd name="connsiteY16" fmla="*/ 0 h 118109"/>
                <a:gd name="connsiteX17" fmla="*/ 18694 w 102814"/>
                <a:gd name="connsiteY17" fmla="*/ 0 h 118109"/>
                <a:gd name="connsiteX18" fmla="*/ 0 w 102814"/>
                <a:gd name="connsiteY18" fmla="*/ 18694 h 118109"/>
                <a:gd name="connsiteX19" fmla="*/ 0 w 102814"/>
                <a:gd name="connsiteY19" fmla="*/ 113861 h 118109"/>
                <a:gd name="connsiteX20" fmla="*/ 4249 w 102814"/>
                <a:gd name="connsiteY20" fmla="*/ 118109 h 118109"/>
                <a:gd name="connsiteX21" fmla="*/ 46734 w 102814"/>
                <a:gd name="connsiteY21" fmla="*/ 118109 h 118109"/>
                <a:gd name="connsiteX22" fmla="*/ 50982 w 102814"/>
                <a:gd name="connsiteY22" fmla="*/ 113861 h 118109"/>
                <a:gd name="connsiteX23" fmla="*/ 46734 w 102814"/>
                <a:gd name="connsiteY23" fmla="*/ 110462 h 118109"/>
                <a:gd name="connsiteX24" fmla="*/ 71375 w 102814"/>
                <a:gd name="connsiteY24" fmla="*/ 15295 h 118109"/>
                <a:gd name="connsiteX25" fmla="*/ 90919 w 102814"/>
                <a:gd name="connsiteY25" fmla="*/ 34838 h 118109"/>
                <a:gd name="connsiteX26" fmla="*/ 71375 w 102814"/>
                <a:gd name="connsiteY26" fmla="*/ 34838 h 118109"/>
                <a:gd name="connsiteX27" fmla="*/ 71375 w 102814"/>
                <a:gd name="connsiteY27" fmla="*/ 15295 h 118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2814" h="118109">
                  <a:moveTo>
                    <a:pt x="46734" y="110462"/>
                  </a:moveTo>
                  <a:lnTo>
                    <a:pt x="8497" y="110462"/>
                  </a:lnTo>
                  <a:lnTo>
                    <a:pt x="8497" y="19543"/>
                  </a:lnTo>
                  <a:cubicBezTo>
                    <a:pt x="8497" y="13595"/>
                    <a:pt x="12746" y="9347"/>
                    <a:pt x="18694" y="9347"/>
                  </a:cubicBezTo>
                  <a:lnTo>
                    <a:pt x="62878" y="9347"/>
                  </a:lnTo>
                  <a:lnTo>
                    <a:pt x="62878" y="39936"/>
                  </a:lnTo>
                  <a:cubicBezTo>
                    <a:pt x="62878" y="42485"/>
                    <a:pt x="64578" y="44185"/>
                    <a:pt x="67127" y="44185"/>
                  </a:cubicBezTo>
                  <a:lnTo>
                    <a:pt x="94317" y="44185"/>
                  </a:lnTo>
                  <a:lnTo>
                    <a:pt x="94317" y="66277"/>
                  </a:lnTo>
                  <a:cubicBezTo>
                    <a:pt x="94317" y="68826"/>
                    <a:pt x="96017" y="70526"/>
                    <a:pt x="98566" y="70526"/>
                  </a:cubicBezTo>
                  <a:cubicBezTo>
                    <a:pt x="101115" y="70526"/>
                    <a:pt x="102814" y="68826"/>
                    <a:pt x="102814" y="66277"/>
                  </a:cubicBezTo>
                  <a:lnTo>
                    <a:pt x="102814" y="40786"/>
                  </a:lnTo>
                  <a:lnTo>
                    <a:pt x="102814" y="39936"/>
                  </a:lnTo>
                  <a:lnTo>
                    <a:pt x="102814" y="36537"/>
                  </a:lnTo>
                  <a:cubicBezTo>
                    <a:pt x="102814" y="35688"/>
                    <a:pt x="101965" y="33988"/>
                    <a:pt x="101965" y="33139"/>
                  </a:cubicBezTo>
                  <a:lnTo>
                    <a:pt x="69676" y="1699"/>
                  </a:lnTo>
                  <a:cubicBezTo>
                    <a:pt x="68826" y="850"/>
                    <a:pt x="67977" y="0"/>
                    <a:pt x="67127" y="0"/>
                  </a:cubicBezTo>
                  <a:lnTo>
                    <a:pt x="18694" y="0"/>
                  </a:lnTo>
                  <a:cubicBezTo>
                    <a:pt x="8497" y="0"/>
                    <a:pt x="0" y="8497"/>
                    <a:pt x="0" y="18694"/>
                  </a:cubicBezTo>
                  <a:lnTo>
                    <a:pt x="0" y="113861"/>
                  </a:lnTo>
                  <a:cubicBezTo>
                    <a:pt x="0" y="116410"/>
                    <a:pt x="1699" y="118109"/>
                    <a:pt x="4249" y="118109"/>
                  </a:cubicBezTo>
                  <a:lnTo>
                    <a:pt x="46734" y="118109"/>
                  </a:lnTo>
                  <a:cubicBezTo>
                    <a:pt x="49283" y="118109"/>
                    <a:pt x="50982" y="116410"/>
                    <a:pt x="50982" y="113861"/>
                  </a:cubicBezTo>
                  <a:cubicBezTo>
                    <a:pt x="50982" y="111312"/>
                    <a:pt x="49283" y="110462"/>
                    <a:pt x="46734" y="110462"/>
                  </a:cubicBezTo>
                  <a:close/>
                  <a:moveTo>
                    <a:pt x="71375" y="15295"/>
                  </a:moveTo>
                  <a:lnTo>
                    <a:pt x="90919" y="34838"/>
                  </a:lnTo>
                  <a:lnTo>
                    <a:pt x="71375" y="34838"/>
                  </a:lnTo>
                  <a:lnTo>
                    <a:pt x="71375" y="15295"/>
                  </a:lnTo>
                  <a:close/>
                </a:path>
              </a:pathLst>
            </a:custGeom>
            <a:solidFill>
              <a:schemeClr val="accent1"/>
            </a:solidFill>
            <a:ln w="130" cap="flat">
              <a:solidFill>
                <a:schemeClr val="accent1"/>
              </a:solidFill>
              <a:prstDash val="solid"/>
              <a:miter/>
            </a:ln>
          </p:spPr>
          <p:txBody>
            <a:bodyPr rtlCol="0" anchor="ctr"/>
            <a:lstStyle/>
            <a:p>
              <a:endParaRPr lang="zh-CN" altLang="en-US"/>
            </a:p>
          </p:txBody>
        </p:sp>
        <p:sp>
          <p:nvSpPr>
            <p:cNvPr id="203" name="任意多边形: 形状 202">
              <a:extLst>
                <a:ext uri="{FF2B5EF4-FFF2-40B4-BE49-F238E27FC236}">
                  <a16:creationId xmlns:a16="http://schemas.microsoft.com/office/drawing/2014/main" id="{FFA19EA1-55D3-BD7B-EFFF-86B893C54EE7}"/>
                </a:ext>
              </a:extLst>
            </p:cNvPr>
            <p:cNvSpPr/>
            <p:nvPr/>
          </p:nvSpPr>
          <p:spPr>
            <a:xfrm>
              <a:off x="8440429" y="3609576"/>
              <a:ext cx="99415" cy="95167"/>
            </a:xfrm>
            <a:custGeom>
              <a:avLst/>
              <a:gdLst>
                <a:gd name="connsiteX0" fmla="*/ 4249 w 99415"/>
                <a:gd name="connsiteY0" fmla="*/ 8497 h 95167"/>
                <a:gd name="connsiteX1" fmla="*/ 29740 w 99415"/>
                <a:gd name="connsiteY1" fmla="*/ 8497 h 95167"/>
                <a:gd name="connsiteX2" fmla="*/ 33988 w 99415"/>
                <a:gd name="connsiteY2" fmla="*/ 4249 h 95167"/>
                <a:gd name="connsiteX3" fmla="*/ 29740 w 99415"/>
                <a:gd name="connsiteY3" fmla="*/ 0 h 95167"/>
                <a:gd name="connsiteX4" fmla="*/ 4249 w 99415"/>
                <a:gd name="connsiteY4" fmla="*/ 0 h 95167"/>
                <a:gd name="connsiteX5" fmla="*/ 0 w 99415"/>
                <a:gd name="connsiteY5" fmla="*/ 4249 h 95167"/>
                <a:gd name="connsiteX6" fmla="*/ 4249 w 99415"/>
                <a:gd name="connsiteY6" fmla="*/ 8497 h 95167"/>
                <a:gd name="connsiteX7" fmla="*/ 4249 w 99415"/>
                <a:gd name="connsiteY7" fmla="*/ 45884 h 95167"/>
                <a:gd name="connsiteX8" fmla="*/ 0 w 99415"/>
                <a:gd name="connsiteY8" fmla="*/ 50133 h 95167"/>
                <a:gd name="connsiteX9" fmla="*/ 4249 w 99415"/>
                <a:gd name="connsiteY9" fmla="*/ 54381 h 95167"/>
                <a:gd name="connsiteX10" fmla="*/ 29740 w 99415"/>
                <a:gd name="connsiteY10" fmla="*/ 54381 h 95167"/>
                <a:gd name="connsiteX11" fmla="*/ 33988 w 99415"/>
                <a:gd name="connsiteY11" fmla="*/ 50133 h 95167"/>
                <a:gd name="connsiteX12" fmla="*/ 29740 w 99415"/>
                <a:gd name="connsiteY12" fmla="*/ 45884 h 95167"/>
                <a:gd name="connsiteX13" fmla="*/ 4249 w 99415"/>
                <a:gd name="connsiteY13" fmla="*/ 45884 h 95167"/>
                <a:gd name="connsiteX14" fmla="*/ 45884 w 99415"/>
                <a:gd name="connsiteY14" fmla="*/ 27191 h 95167"/>
                <a:gd name="connsiteX15" fmla="*/ 41636 w 99415"/>
                <a:gd name="connsiteY15" fmla="*/ 22942 h 95167"/>
                <a:gd name="connsiteX16" fmla="*/ 4249 w 99415"/>
                <a:gd name="connsiteY16" fmla="*/ 22942 h 95167"/>
                <a:gd name="connsiteX17" fmla="*/ 0 w 99415"/>
                <a:gd name="connsiteY17" fmla="*/ 27191 h 95167"/>
                <a:gd name="connsiteX18" fmla="*/ 4249 w 99415"/>
                <a:gd name="connsiteY18" fmla="*/ 31439 h 95167"/>
                <a:gd name="connsiteX19" fmla="*/ 41636 w 99415"/>
                <a:gd name="connsiteY19" fmla="*/ 31439 h 95167"/>
                <a:gd name="connsiteX20" fmla="*/ 45884 w 99415"/>
                <a:gd name="connsiteY20" fmla="*/ 27191 h 95167"/>
                <a:gd name="connsiteX21" fmla="*/ 95167 w 99415"/>
                <a:gd name="connsiteY21" fmla="*/ 60329 h 95167"/>
                <a:gd name="connsiteX22" fmla="*/ 90919 w 99415"/>
                <a:gd name="connsiteY22" fmla="*/ 64578 h 95167"/>
                <a:gd name="connsiteX23" fmla="*/ 69676 w 99415"/>
                <a:gd name="connsiteY23" fmla="*/ 86670 h 95167"/>
                <a:gd name="connsiteX24" fmla="*/ 48433 w 99415"/>
                <a:gd name="connsiteY24" fmla="*/ 64578 h 95167"/>
                <a:gd name="connsiteX25" fmla="*/ 69676 w 99415"/>
                <a:gd name="connsiteY25" fmla="*/ 42485 h 95167"/>
                <a:gd name="connsiteX26" fmla="*/ 73924 w 99415"/>
                <a:gd name="connsiteY26" fmla="*/ 38237 h 95167"/>
                <a:gd name="connsiteX27" fmla="*/ 69676 w 99415"/>
                <a:gd name="connsiteY27" fmla="*/ 33988 h 95167"/>
                <a:gd name="connsiteX28" fmla="*/ 39936 w 99415"/>
                <a:gd name="connsiteY28" fmla="*/ 64578 h 95167"/>
                <a:gd name="connsiteX29" fmla="*/ 69676 w 99415"/>
                <a:gd name="connsiteY29" fmla="*/ 95167 h 95167"/>
                <a:gd name="connsiteX30" fmla="*/ 99416 w 99415"/>
                <a:gd name="connsiteY30" fmla="*/ 64578 h 95167"/>
                <a:gd name="connsiteX31" fmla="*/ 95167 w 99415"/>
                <a:gd name="connsiteY31" fmla="*/ 60329 h 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9415" h="95167">
                  <a:moveTo>
                    <a:pt x="4249" y="8497"/>
                  </a:moveTo>
                  <a:lnTo>
                    <a:pt x="29740" y="8497"/>
                  </a:lnTo>
                  <a:cubicBezTo>
                    <a:pt x="32289" y="8497"/>
                    <a:pt x="33988" y="6798"/>
                    <a:pt x="33988" y="4249"/>
                  </a:cubicBezTo>
                  <a:cubicBezTo>
                    <a:pt x="33988" y="1699"/>
                    <a:pt x="31439" y="0"/>
                    <a:pt x="29740" y="0"/>
                  </a:cubicBezTo>
                  <a:lnTo>
                    <a:pt x="4249" y="0"/>
                  </a:lnTo>
                  <a:cubicBezTo>
                    <a:pt x="1699" y="0"/>
                    <a:pt x="0" y="1699"/>
                    <a:pt x="0" y="4249"/>
                  </a:cubicBezTo>
                  <a:cubicBezTo>
                    <a:pt x="0" y="6798"/>
                    <a:pt x="1699" y="8497"/>
                    <a:pt x="4249" y="8497"/>
                  </a:cubicBezTo>
                  <a:close/>
                  <a:moveTo>
                    <a:pt x="4249" y="45884"/>
                  </a:moveTo>
                  <a:cubicBezTo>
                    <a:pt x="1699" y="45884"/>
                    <a:pt x="0" y="47584"/>
                    <a:pt x="0" y="50133"/>
                  </a:cubicBezTo>
                  <a:cubicBezTo>
                    <a:pt x="0" y="52682"/>
                    <a:pt x="1699" y="54381"/>
                    <a:pt x="4249" y="54381"/>
                  </a:cubicBezTo>
                  <a:lnTo>
                    <a:pt x="29740" y="54381"/>
                  </a:lnTo>
                  <a:cubicBezTo>
                    <a:pt x="32289" y="54381"/>
                    <a:pt x="33988" y="52682"/>
                    <a:pt x="33988" y="50133"/>
                  </a:cubicBezTo>
                  <a:cubicBezTo>
                    <a:pt x="33988" y="47584"/>
                    <a:pt x="31439" y="45884"/>
                    <a:pt x="29740" y="45884"/>
                  </a:cubicBezTo>
                  <a:lnTo>
                    <a:pt x="4249" y="45884"/>
                  </a:lnTo>
                  <a:close/>
                  <a:moveTo>
                    <a:pt x="45884" y="27191"/>
                  </a:moveTo>
                  <a:cubicBezTo>
                    <a:pt x="45884" y="24641"/>
                    <a:pt x="44185" y="22942"/>
                    <a:pt x="41636" y="22942"/>
                  </a:cubicBezTo>
                  <a:lnTo>
                    <a:pt x="4249" y="22942"/>
                  </a:lnTo>
                  <a:cubicBezTo>
                    <a:pt x="1699" y="22942"/>
                    <a:pt x="0" y="24641"/>
                    <a:pt x="0" y="27191"/>
                  </a:cubicBezTo>
                  <a:cubicBezTo>
                    <a:pt x="0" y="29740"/>
                    <a:pt x="1699" y="31439"/>
                    <a:pt x="4249" y="31439"/>
                  </a:cubicBezTo>
                  <a:lnTo>
                    <a:pt x="41636" y="31439"/>
                  </a:lnTo>
                  <a:cubicBezTo>
                    <a:pt x="44185" y="31439"/>
                    <a:pt x="45884" y="29740"/>
                    <a:pt x="45884" y="27191"/>
                  </a:cubicBezTo>
                  <a:close/>
                  <a:moveTo>
                    <a:pt x="95167" y="60329"/>
                  </a:moveTo>
                  <a:cubicBezTo>
                    <a:pt x="92618" y="60329"/>
                    <a:pt x="90919" y="62029"/>
                    <a:pt x="90919" y="64578"/>
                  </a:cubicBezTo>
                  <a:cubicBezTo>
                    <a:pt x="90919" y="76474"/>
                    <a:pt x="81572" y="86670"/>
                    <a:pt x="69676" y="86670"/>
                  </a:cubicBezTo>
                  <a:cubicBezTo>
                    <a:pt x="57780" y="86670"/>
                    <a:pt x="48433" y="76474"/>
                    <a:pt x="48433" y="64578"/>
                  </a:cubicBezTo>
                  <a:cubicBezTo>
                    <a:pt x="48433" y="52682"/>
                    <a:pt x="57780" y="42485"/>
                    <a:pt x="69676" y="42485"/>
                  </a:cubicBezTo>
                  <a:cubicBezTo>
                    <a:pt x="72225" y="42485"/>
                    <a:pt x="73924" y="40786"/>
                    <a:pt x="73924" y="38237"/>
                  </a:cubicBezTo>
                  <a:cubicBezTo>
                    <a:pt x="73924" y="35688"/>
                    <a:pt x="72225" y="33988"/>
                    <a:pt x="69676" y="33988"/>
                  </a:cubicBezTo>
                  <a:cubicBezTo>
                    <a:pt x="52682" y="33988"/>
                    <a:pt x="39936" y="47584"/>
                    <a:pt x="39936" y="64578"/>
                  </a:cubicBezTo>
                  <a:cubicBezTo>
                    <a:pt x="39936" y="81572"/>
                    <a:pt x="53531" y="95167"/>
                    <a:pt x="69676" y="95167"/>
                  </a:cubicBezTo>
                  <a:cubicBezTo>
                    <a:pt x="85820" y="95167"/>
                    <a:pt x="99416" y="81572"/>
                    <a:pt x="99416" y="64578"/>
                  </a:cubicBezTo>
                  <a:cubicBezTo>
                    <a:pt x="99416" y="62029"/>
                    <a:pt x="97716" y="60329"/>
                    <a:pt x="95167" y="60329"/>
                  </a:cubicBezTo>
                  <a:close/>
                </a:path>
              </a:pathLst>
            </a:custGeom>
            <a:solidFill>
              <a:schemeClr val="accent1"/>
            </a:solidFill>
            <a:ln w="130" cap="flat">
              <a:solidFill>
                <a:schemeClr val="accent1"/>
              </a:solidFill>
              <a:prstDash val="solid"/>
              <a:miter/>
            </a:ln>
          </p:spPr>
          <p:txBody>
            <a:bodyPr rtlCol="0" anchor="ctr"/>
            <a:lstStyle/>
            <a:p>
              <a:endParaRPr lang="zh-CN" altLang="en-US"/>
            </a:p>
          </p:txBody>
        </p:sp>
        <p:sp>
          <p:nvSpPr>
            <p:cNvPr id="204" name="任意多边形: 形状 203">
              <a:extLst>
                <a:ext uri="{FF2B5EF4-FFF2-40B4-BE49-F238E27FC236}">
                  <a16:creationId xmlns:a16="http://schemas.microsoft.com/office/drawing/2014/main" id="{AAF80AFD-2064-B82E-D58D-0C3FC021B0FE}"/>
                </a:ext>
              </a:extLst>
            </p:cNvPr>
            <p:cNvSpPr/>
            <p:nvPr/>
          </p:nvSpPr>
          <p:spPr>
            <a:xfrm>
              <a:off x="8505857" y="3657159"/>
              <a:ext cx="8497" cy="33138"/>
            </a:xfrm>
            <a:custGeom>
              <a:avLst/>
              <a:gdLst>
                <a:gd name="connsiteX0" fmla="*/ 8497 w 8497"/>
                <a:gd name="connsiteY0" fmla="*/ 4249 h 33138"/>
                <a:gd name="connsiteX1" fmla="*/ 4249 w 8497"/>
                <a:gd name="connsiteY1" fmla="*/ 0 h 33138"/>
                <a:gd name="connsiteX2" fmla="*/ 0 w 8497"/>
                <a:gd name="connsiteY2" fmla="*/ 4249 h 33138"/>
                <a:gd name="connsiteX3" fmla="*/ 0 w 8497"/>
                <a:gd name="connsiteY3" fmla="*/ 17844 h 33138"/>
                <a:gd name="connsiteX4" fmla="*/ 4249 w 8497"/>
                <a:gd name="connsiteY4" fmla="*/ 22092 h 33138"/>
                <a:gd name="connsiteX5" fmla="*/ 8497 w 8497"/>
                <a:gd name="connsiteY5" fmla="*/ 17844 h 33138"/>
                <a:gd name="connsiteX6" fmla="*/ 8497 w 8497"/>
                <a:gd name="connsiteY6" fmla="*/ 4249 h 33138"/>
                <a:gd name="connsiteX7" fmla="*/ 4249 w 8497"/>
                <a:gd name="connsiteY7" fmla="*/ 24641 h 33138"/>
                <a:gd name="connsiteX8" fmla="*/ 0 w 8497"/>
                <a:gd name="connsiteY8" fmla="*/ 28890 h 33138"/>
                <a:gd name="connsiteX9" fmla="*/ 4249 w 8497"/>
                <a:gd name="connsiteY9" fmla="*/ 33139 h 33138"/>
                <a:gd name="connsiteX10" fmla="*/ 8497 w 8497"/>
                <a:gd name="connsiteY10" fmla="*/ 28890 h 33138"/>
                <a:gd name="connsiteX11" fmla="*/ 8497 w 8497"/>
                <a:gd name="connsiteY11" fmla="*/ 28040 h 33138"/>
                <a:gd name="connsiteX12" fmla="*/ 4249 w 8497"/>
                <a:gd name="connsiteY12" fmla="*/ 24641 h 3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97" h="33138">
                  <a:moveTo>
                    <a:pt x="8497" y="4249"/>
                  </a:moveTo>
                  <a:cubicBezTo>
                    <a:pt x="8497" y="1699"/>
                    <a:pt x="6798" y="0"/>
                    <a:pt x="4249" y="0"/>
                  </a:cubicBezTo>
                  <a:cubicBezTo>
                    <a:pt x="1699" y="0"/>
                    <a:pt x="0" y="1699"/>
                    <a:pt x="0" y="4249"/>
                  </a:cubicBezTo>
                  <a:lnTo>
                    <a:pt x="0" y="17844"/>
                  </a:lnTo>
                  <a:cubicBezTo>
                    <a:pt x="0" y="20393"/>
                    <a:pt x="1699" y="22092"/>
                    <a:pt x="4249" y="22092"/>
                  </a:cubicBezTo>
                  <a:cubicBezTo>
                    <a:pt x="6798" y="22092"/>
                    <a:pt x="8497" y="20393"/>
                    <a:pt x="8497" y="17844"/>
                  </a:cubicBezTo>
                  <a:lnTo>
                    <a:pt x="8497" y="4249"/>
                  </a:lnTo>
                  <a:close/>
                  <a:moveTo>
                    <a:pt x="4249" y="24641"/>
                  </a:moveTo>
                  <a:cubicBezTo>
                    <a:pt x="1699" y="24641"/>
                    <a:pt x="0" y="27191"/>
                    <a:pt x="0" y="28890"/>
                  </a:cubicBezTo>
                  <a:cubicBezTo>
                    <a:pt x="0" y="30589"/>
                    <a:pt x="1699" y="33139"/>
                    <a:pt x="4249" y="33139"/>
                  </a:cubicBezTo>
                  <a:cubicBezTo>
                    <a:pt x="6798" y="33139"/>
                    <a:pt x="8497" y="31439"/>
                    <a:pt x="8497" y="28890"/>
                  </a:cubicBezTo>
                  <a:lnTo>
                    <a:pt x="8497" y="28040"/>
                  </a:lnTo>
                  <a:cubicBezTo>
                    <a:pt x="8497" y="26341"/>
                    <a:pt x="5948" y="24641"/>
                    <a:pt x="4249" y="24641"/>
                  </a:cubicBezTo>
                  <a:close/>
                </a:path>
              </a:pathLst>
            </a:custGeom>
            <a:solidFill>
              <a:schemeClr val="accent1"/>
            </a:solidFill>
            <a:ln w="130" cap="flat">
              <a:solidFill>
                <a:schemeClr val="accent1"/>
              </a:solidFill>
              <a:prstDash val="solid"/>
              <a:miter/>
            </a:ln>
          </p:spPr>
          <p:txBody>
            <a:bodyPr rtlCol="0" anchor="ctr"/>
            <a:lstStyle/>
            <a:p>
              <a:endParaRPr lang="zh-CN" altLang="en-US"/>
            </a:p>
          </p:txBody>
        </p:sp>
      </p:grpSp>
      <p:grpSp>
        <p:nvGrpSpPr>
          <p:cNvPr id="213" name="组合 212">
            <a:extLst>
              <a:ext uri="{FF2B5EF4-FFF2-40B4-BE49-F238E27FC236}">
                <a16:creationId xmlns:a16="http://schemas.microsoft.com/office/drawing/2014/main" id="{C8AA5832-3DB3-C5A7-1BC6-605BA8392990}"/>
              </a:ext>
            </a:extLst>
          </p:cNvPr>
          <p:cNvGrpSpPr/>
          <p:nvPr/>
        </p:nvGrpSpPr>
        <p:grpSpPr>
          <a:xfrm>
            <a:off x="9106464" y="3592406"/>
            <a:ext cx="153696" cy="155853"/>
            <a:chOff x="9135887" y="3636842"/>
            <a:chExt cx="111504" cy="113069"/>
          </a:xfrm>
          <a:scene3d>
            <a:camera prst="perspectiveHeroicExtremeLeftFacing">
              <a:rot lat="0" lon="600000" rev="21594000"/>
            </a:camera>
            <a:lightRig rig="threePt" dir="t"/>
          </a:scene3d>
        </p:grpSpPr>
        <p:sp>
          <p:nvSpPr>
            <p:cNvPr id="209" name="任意多边形: 形状 208">
              <a:extLst>
                <a:ext uri="{FF2B5EF4-FFF2-40B4-BE49-F238E27FC236}">
                  <a16:creationId xmlns:a16="http://schemas.microsoft.com/office/drawing/2014/main" id="{09EF3599-D7EF-5598-0F78-AFF60A965076}"/>
                </a:ext>
              </a:extLst>
            </p:cNvPr>
            <p:cNvSpPr/>
            <p:nvPr/>
          </p:nvSpPr>
          <p:spPr>
            <a:xfrm>
              <a:off x="9160330" y="3670399"/>
              <a:ext cx="8167" cy="36742"/>
            </a:xfrm>
            <a:custGeom>
              <a:avLst/>
              <a:gdLst>
                <a:gd name="connsiteX0" fmla="*/ 4491 w 8167"/>
                <a:gd name="connsiteY0" fmla="*/ 814 h 36742"/>
                <a:gd name="connsiteX1" fmla="*/ 0 w 8167"/>
                <a:gd name="connsiteY1" fmla="*/ 14285 h 36742"/>
                <a:gd name="connsiteX2" fmla="*/ 0 w 8167"/>
                <a:gd name="connsiteY2" fmla="*/ 34701 h 36742"/>
                <a:gd name="connsiteX3" fmla="*/ 2042 w 8167"/>
                <a:gd name="connsiteY3" fmla="*/ 36742 h 36742"/>
                <a:gd name="connsiteX4" fmla="*/ 4083 w 8167"/>
                <a:gd name="connsiteY4" fmla="*/ 34701 h 36742"/>
                <a:gd name="connsiteX5" fmla="*/ 4083 w 8167"/>
                <a:gd name="connsiteY5" fmla="*/ 14285 h 36742"/>
                <a:gd name="connsiteX6" fmla="*/ 7755 w 8167"/>
                <a:gd name="connsiteY6" fmla="*/ 3266 h 36742"/>
                <a:gd name="connsiteX7" fmla="*/ 7355 w 8167"/>
                <a:gd name="connsiteY7" fmla="*/ 408 h 36742"/>
                <a:gd name="connsiteX8" fmla="*/ 4491 w 8167"/>
                <a:gd name="connsiteY8" fmla="*/ 814 h 36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67" h="36742">
                  <a:moveTo>
                    <a:pt x="4491" y="814"/>
                  </a:moveTo>
                  <a:cubicBezTo>
                    <a:pt x="1552" y="4728"/>
                    <a:pt x="0" y="9383"/>
                    <a:pt x="0" y="14285"/>
                  </a:cubicBezTo>
                  <a:lnTo>
                    <a:pt x="0" y="34701"/>
                  </a:lnTo>
                  <a:cubicBezTo>
                    <a:pt x="0" y="35828"/>
                    <a:pt x="912" y="36742"/>
                    <a:pt x="2042" y="36742"/>
                  </a:cubicBezTo>
                  <a:cubicBezTo>
                    <a:pt x="3171" y="36742"/>
                    <a:pt x="4083" y="35828"/>
                    <a:pt x="4083" y="34701"/>
                  </a:cubicBezTo>
                  <a:lnTo>
                    <a:pt x="4083" y="14285"/>
                  </a:lnTo>
                  <a:cubicBezTo>
                    <a:pt x="4083" y="10273"/>
                    <a:pt x="5354" y="6465"/>
                    <a:pt x="7755" y="3266"/>
                  </a:cubicBezTo>
                  <a:cubicBezTo>
                    <a:pt x="8436" y="2360"/>
                    <a:pt x="8254" y="1083"/>
                    <a:pt x="7355" y="408"/>
                  </a:cubicBezTo>
                  <a:cubicBezTo>
                    <a:pt x="6446" y="-270"/>
                    <a:pt x="5169" y="-82"/>
                    <a:pt x="4491" y="814"/>
                  </a:cubicBezTo>
                  <a:close/>
                </a:path>
              </a:pathLst>
            </a:custGeom>
            <a:solidFill>
              <a:schemeClr val="accent1"/>
            </a:solidFill>
            <a:ln w="112" cap="flat">
              <a:noFill/>
              <a:prstDash val="solid"/>
              <a:miter/>
            </a:ln>
          </p:spPr>
          <p:txBody>
            <a:bodyPr rtlCol="0" anchor="ctr"/>
            <a:lstStyle/>
            <a:p>
              <a:endParaRPr lang="zh-CN" altLang="en-US"/>
            </a:p>
          </p:txBody>
        </p:sp>
        <p:sp>
          <p:nvSpPr>
            <p:cNvPr id="210" name="任意多边形: 形状 209">
              <a:extLst>
                <a:ext uri="{FF2B5EF4-FFF2-40B4-BE49-F238E27FC236}">
                  <a16:creationId xmlns:a16="http://schemas.microsoft.com/office/drawing/2014/main" id="{0A55C39C-3AAD-2417-A5ED-389B17CC010A}"/>
                </a:ext>
              </a:extLst>
            </p:cNvPr>
            <p:cNvSpPr/>
            <p:nvPr/>
          </p:nvSpPr>
          <p:spPr>
            <a:xfrm>
              <a:off x="9135887" y="3636842"/>
              <a:ext cx="79507" cy="97832"/>
            </a:xfrm>
            <a:custGeom>
              <a:avLst/>
              <a:gdLst>
                <a:gd name="connsiteX0" fmla="*/ 53813 w 79507"/>
                <a:gd name="connsiteY0" fmla="*/ 94204 h 97832"/>
                <a:gd name="connsiteX1" fmla="*/ 50183 w 79507"/>
                <a:gd name="connsiteY1" fmla="*/ 90574 h 97832"/>
                <a:gd name="connsiteX2" fmla="*/ 11721 w 79507"/>
                <a:gd name="connsiteY2" fmla="*/ 90574 h 97832"/>
                <a:gd name="connsiteX3" fmla="*/ 17959 w 79507"/>
                <a:gd name="connsiteY3" fmla="*/ 74554 h 97832"/>
                <a:gd name="connsiteX4" fmla="*/ 18214 w 79507"/>
                <a:gd name="connsiteY4" fmla="*/ 52618 h 97832"/>
                <a:gd name="connsiteX5" fmla="*/ 18178 w 79507"/>
                <a:gd name="connsiteY5" fmla="*/ 47387 h 97832"/>
                <a:gd name="connsiteX6" fmla="*/ 28584 w 79507"/>
                <a:gd name="connsiteY6" fmla="*/ 23984 h 97832"/>
                <a:gd name="connsiteX7" fmla="*/ 51750 w 79507"/>
                <a:gd name="connsiteY7" fmla="*/ 16463 h 97832"/>
                <a:gd name="connsiteX8" fmla="*/ 72881 w 79507"/>
                <a:gd name="connsiteY8" fmla="*/ 29602 h 97832"/>
                <a:gd name="connsiteX9" fmla="*/ 77921 w 79507"/>
                <a:gd name="connsiteY9" fmla="*/ 30562 h 97832"/>
                <a:gd name="connsiteX10" fmla="*/ 78878 w 79507"/>
                <a:gd name="connsiteY10" fmla="*/ 25519 h 97832"/>
                <a:gd name="connsiteX11" fmla="*/ 58229 w 79507"/>
                <a:gd name="connsiteY11" fmla="*/ 10358 h 97832"/>
                <a:gd name="connsiteX12" fmla="*/ 58229 w 79507"/>
                <a:gd name="connsiteY12" fmla="*/ 9878 h 97832"/>
                <a:gd name="connsiteX13" fmla="*/ 48489 w 79507"/>
                <a:gd name="connsiteY13" fmla="*/ 0 h 97832"/>
                <a:gd name="connsiteX14" fmla="*/ 38750 w 79507"/>
                <a:gd name="connsiteY14" fmla="*/ 9878 h 97832"/>
                <a:gd name="connsiteX15" fmla="*/ 38750 w 79507"/>
                <a:gd name="connsiteY15" fmla="*/ 10333 h 97832"/>
                <a:gd name="connsiteX16" fmla="*/ 23736 w 79507"/>
                <a:gd name="connsiteY16" fmla="*/ 18583 h 97832"/>
                <a:gd name="connsiteX17" fmla="*/ 10920 w 79507"/>
                <a:gd name="connsiteY17" fmla="*/ 47387 h 97832"/>
                <a:gd name="connsiteX18" fmla="*/ 10955 w 79507"/>
                <a:gd name="connsiteY18" fmla="*/ 52679 h 97832"/>
                <a:gd name="connsiteX19" fmla="*/ 10714 w 79507"/>
                <a:gd name="connsiteY19" fmla="*/ 74061 h 97832"/>
                <a:gd name="connsiteX20" fmla="*/ 1280 w 79507"/>
                <a:gd name="connsiteY20" fmla="*/ 91439 h 97832"/>
                <a:gd name="connsiteX21" fmla="*/ 223 w 79507"/>
                <a:gd name="connsiteY21" fmla="*/ 95455 h 97832"/>
                <a:gd name="connsiteX22" fmla="*/ 3626 w 79507"/>
                <a:gd name="connsiteY22" fmla="*/ 97833 h 97832"/>
                <a:gd name="connsiteX23" fmla="*/ 50184 w 79507"/>
                <a:gd name="connsiteY23" fmla="*/ 97833 h 97832"/>
                <a:gd name="connsiteX24" fmla="*/ 53813 w 79507"/>
                <a:gd name="connsiteY24" fmla="*/ 94204 h 97832"/>
                <a:gd name="connsiteX25" fmla="*/ 48489 w 79507"/>
                <a:gd name="connsiteY25" fmla="*/ 7259 h 97832"/>
                <a:gd name="connsiteX26" fmla="*/ 50856 w 79507"/>
                <a:gd name="connsiteY26" fmla="*/ 9105 h 97832"/>
                <a:gd name="connsiteX27" fmla="*/ 46124 w 79507"/>
                <a:gd name="connsiteY27" fmla="*/ 9102 h 97832"/>
                <a:gd name="connsiteX28" fmla="*/ 48489 w 79507"/>
                <a:gd name="connsiteY28" fmla="*/ 7259 h 9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9507" h="97832">
                  <a:moveTo>
                    <a:pt x="53813" y="94204"/>
                  </a:moveTo>
                  <a:cubicBezTo>
                    <a:pt x="53813" y="92198"/>
                    <a:pt x="52189" y="90574"/>
                    <a:pt x="50183" y="90574"/>
                  </a:cubicBezTo>
                  <a:lnTo>
                    <a:pt x="11721" y="90574"/>
                  </a:lnTo>
                  <a:cubicBezTo>
                    <a:pt x="14578" y="86619"/>
                    <a:pt x="17519" y="81065"/>
                    <a:pt x="17959" y="74554"/>
                  </a:cubicBezTo>
                  <a:cubicBezTo>
                    <a:pt x="18349" y="68819"/>
                    <a:pt x="18271" y="59455"/>
                    <a:pt x="18214" y="52618"/>
                  </a:cubicBezTo>
                  <a:lnTo>
                    <a:pt x="18178" y="47387"/>
                  </a:lnTo>
                  <a:cubicBezTo>
                    <a:pt x="18178" y="38449"/>
                    <a:pt x="21971" y="29921"/>
                    <a:pt x="28584" y="23984"/>
                  </a:cubicBezTo>
                  <a:cubicBezTo>
                    <a:pt x="35021" y="18211"/>
                    <a:pt x="43229" y="15549"/>
                    <a:pt x="51750" y="16463"/>
                  </a:cubicBezTo>
                  <a:cubicBezTo>
                    <a:pt x="60121" y="17374"/>
                    <a:pt x="67820" y="22162"/>
                    <a:pt x="72881" y="29602"/>
                  </a:cubicBezTo>
                  <a:cubicBezTo>
                    <a:pt x="74015" y="31271"/>
                    <a:pt x="76283" y="31686"/>
                    <a:pt x="77921" y="30562"/>
                  </a:cubicBezTo>
                  <a:cubicBezTo>
                    <a:pt x="79580" y="29435"/>
                    <a:pt x="80005" y="27178"/>
                    <a:pt x="78878" y="25519"/>
                  </a:cubicBezTo>
                  <a:cubicBezTo>
                    <a:pt x="73779" y="18015"/>
                    <a:pt x="66450" y="12688"/>
                    <a:pt x="58229" y="10358"/>
                  </a:cubicBezTo>
                  <a:lnTo>
                    <a:pt x="58229" y="9878"/>
                  </a:lnTo>
                  <a:cubicBezTo>
                    <a:pt x="58229" y="4430"/>
                    <a:pt x="53862" y="0"/>
                    <a:pt x="48489" y="0"/>
                  </a:cubicBezTo>
                  <a:cubicBezTo>
                    <a:pt x="43116" y="0"/>
                    <a:pt x="38750" y="4430"/>
                    <a:pt x="38750" y="9878"/>
                  </a:cubicBezTo>
                  <a:lnTo>
                    <a:pt x="38750" y="10333"/>
                  </a:lnTo>
                  <a:cubicBezTo>
                    <a:pt x="33278" y="11837"/>
                    <a:pt x="28157" y="14619"/>
                    <a:pt x="23736" y="18583"/>
                  </a:cubicBezTo>
                  <a:cubicBezTo>
                    <a:pt x="15591" y="25891"/>
                    <a:pt x="10920" y="36389"/>
                    <a:pt x="10920" y="47387"/>
                  </a:cubicBezTo>
                  <a:lnTo>
                    <a:pt x="10955" y="52679"/>
                  </a:lnTo>
                  <a:cubicBezTo>
                    <a:pt x="11012" y="59399"/>
                    <a:pt x="11090" y="68603"/>
                    <a:pt x="10714" y="74061"/>
                  </a:cubicBezTo>
                  <a:cubicBezTo>
                    <a:pt x="10055" y="83840"/>
                    <a:pt x="1365" y="91361"/>
                    <a:pt x="1280" y="91439"/>
                  </a:cubicBezTo>
                  <a:cubicBezTo>
                    <a:pt x="117" y="92424"/>
                    <a:pt x="-301" y="94030"/>
                    <a:pt x="223" y="95455"/>
                  </a:cubicBezTo>
                  <a:cubicBezTo>
                    <a:pt x="748" y="96883"/>
                    <a:pt x="2109" y="97833"/>
                    <a:pt x="3626" y="97833"/>
                  </a:cubicBezTo>
                  <a:lnTo>
                    <a:pt x="50184" y="97833"/>
                  </a:lnTo>
                  <a:cubicBezTo>
                    <a:pt x="52189" y="97833"/>
                    <a:pt x="53813" y="96210"/>
                    <a:pt x="53813" y="94204"/>
                  </a:cubicBezTo>
                  <a:close/>
                  <a:moveTo>
                    <a:pt x="48489" y="7259"/>
                  </a:moveTo>
                  <a:cubicBezTo>
                    <a:pt x="49582" y="7259"/>
                    <a:pt x="50535" y="8048"/>
                    <a:pt x="50856" y="9105"/>
                  </a:cubicBezTo>
                  <a:cubicBezTo>
                    <a:pt x="49268" y="9003"/>
                    <a:pt x="47689" y="9003"/>
                    <a:pt x="46124" y="9102"/>
                  </a:cubicBezTo>
                  <a:cubicBezTo>
                    <a:pt x="46445" y="8046"/>
                    <a:pt x="47397" y="7259"/>
                    <a:pt x="48489" y="7259"/>
                  </a:cubicBezTo>
                  <a:close/>
                </a:path>
              </a:pathLst>
            </a:custGeom>
            <a:solidFill>
              <a:schemeClr val="accent1"/>
            </a:solidFill>
            <a:ln w="112" cap="flat">
              <a:noFill/>
              <a:prstDash val="solid"/>
              <a:miter/>
            </a:ln>
          </p:spPr>
          <p:txBody>
            <a:bodyPr rtlCol="0" anchor="ctr"/>
            <a:lstStyle/>
            <a:p>
              <a:endParaRPr lang="zh-CN" altLang="en-US"/>
            </a:p>
          </p:txBody>
        </p:sp>
        <p:sp>
          <p:nvSpPr>
            <p:cNvPr id="211" name="任意多边形: 形状 210">
              <a:extLst>
                <a:ext uri="{FF2B5EF4-FFF2-40B4-BE49-F238E27FC236}">
                  <a16:creationId xmlns:a16="http://schemas.microsoft.com/office/drawing/2014/main" id="{B9809991-FF5B-638D-B7C3-0AA504FEA283}"/>
                </a:ext>
              </a:extLst>
            </p:cNvPr>
            <p:cNvSpPr/>
            <p:nvPr/>
          </p:nvSpPr>
          <p:spPr>
            <a:xfrm>
              <a:off x="9172118" y="3737691"/>
              <a:ext cx="28567" cy="12220"/>
            </a:xfrm>
            <a:custGeom>
              <a:avLst/>
              <a:gdLst>
                <a:gd name="connsiteX0" fmla="*/ 14284 w 28567"/>
                <a:gd name="connsiteY0" fmla="*/ 4962 h 12220"/>
                <a:gd name="connsiteX1" fmla="*/ 7492 w 28567"/>
                <a:gd name="connsiteY1" fmla="*/ 0 h 12220"/>
                <a:gd name="connsiteX2" fmla="*/ 0 w 28567"/>
                <a:gd name="connsiteY2" fmla="*/ 0 h 12220"/>
                <a:gd name="connsiteX3" fmla="*/ 14284 w 28567"/>
                <a:gd name="connsiteY3" fmla="*/ 12220 h 12220"/>
                <a:gd name="connsiteX4" fmla="*/ 28568 w 28567"/>
                <a:gd name="connsiteY4" fmla="*/ 0 h 12220"/>
                <a:gd name="connsiteX5" fmla="*/ 21076 w 28567"/>
                <a:gd name="connsiteY5" fmla="*/ 0 h 12220"/>
                <a:gd name="connsiteX6" fmla="*/ 14284 w 28567"/>
                <a:gd name="connsiteY6" fmla="*/ 4962 h 1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67" h="12220">
                  <a:moveTo>
                    <a:pt x="14284" y="4962"/>
                  </a:moveTo>
                  <a:cubicBezTo>
                    <a:pt x="11105" y="4962"/>
                    <a:pt x="8468" y="2859"/>
                    <a:pt x="7492" y="0"/>
                  </a:cubicBezTo>
                  <a:lnTo>
                    <a:pt x="0" y="0"/>
                  </a:lnTo>
                  <a:cubicBezTo>
                    <a:pt x="1116" y="6896"/>
                    <a:pt x="7086" y="12220"/>
                    <a:pt x="14284" y="12220"/>
                  </a:cubicBezTo>
                  <a:cubicBezTo>
                    <a:pt x="21482" y="12220"/>
                    <a:pt x="27452" y="6896"/>
                    <a:pt x="28568" y="0"/>
                  </a:cubicBezTo>
                  <a:lnTo>
                    <a:pt x="21076" y="0"/>
                  </a:lnTo>
                  <a:cubicBezTo>
                    <a:pt x="20100" y="2859"/>
                    <a:pt x="17463" y="4962"/>
                    <a:pt x="14284" y="4962"/>
                  </a:cubicBezTo>
                  <a:close/>
                </a:path>
              </a:pathLst>
            </a:custGeom>
            <a:solidFill>
              <a:schemeClr val="accent1"/>
            </a:solidFill>
            <a:ln w="112" cap="flat">
              <a:noFill/>
              <a:prstDash val="solid"/>
              <a:miter/>
            </a:ln>
          </p:spPr>
          <p:txBody>
            <a:bodyPr rtlCol="0" anchor="ctr"/>
            <a:lstStyle/>
            <a:p>
              <a:endParaRPr lang="zh-CN" altLang="en-US"/>
            </a:p>
          </p:txBody>
        </p:sp>
        <p:sp>
          <p:nvSpPr>
            <p:cNvPr id="212" name="任意多边形: 形状 211">
              <a:extLst>
                <a:ext uri="{FF2B5EF4-FFF2-40B4-BE49-F238E27FC236}">
                  <a16:creationId xmlns:a16="http://schemas.microsoft.com/office/drawing/2014/main" id="{2330416A-9DDC-59C2-53A4-30915D11EF95}"/>
                </a:ext>
              </a:extLst>
            </p:cNvPr>
            <p:cNvSpPr/>
            <p:nvPr/>
          </p:nvSpPr>
          <p:spPr>
            <a:xfrm>
              <a:off x="9197482" y="3671213"/>
              <a:ext cx="49909" cy="72329"/>
            </a:xfrm>
            <a:custGeom>
              <a:avLst/>
              <a:gdLst>
                <a:gd name="connsiteX0" fmla="*/ 49696 w 49909"/>
                <a:gd name="connsiteY0" fmla="*/ 12472 h 72329"/>
                <a:gd name="connsiteX1" fmla="*/ 24842 w 49909"/>
                <a:gd name="connsiteY1" fmla="*/ 0 h 72329"/>
                <a:gd name="connsiteX2" fmla="*/ 24560 w 49909"/>
                <a:gd name="connsiteY2" fmla="*/ 0 h 72329"/>
                <a:gd name="connsiteX3" fmla="*/ 172 w 49909"/>
                <a:gd name="connsiteY3" fmla="*/ 12472 h 72329"/>
                <a:gd name="connsiteX4" fmla="*/ 6152 w 49909"/>
                <a:gd name="connsiteY4" fmla="*/ 56255 h 72329"/>
                <a:gd name="connsiteX5" fmla="*/ 24513 w 49909"/>
                <a:gd name="connsiteY5" fmla="*/ 72203 h 72329"/>
                <a:gd name="connsiteX6" fmla="*/ 24827 w 49909"/>
                <a:gd name="connsiteY6" fmla="*/ 72330 h 72329"/>
                <a:gd name="connsiteX7" fmla="*/ 25172 w 49909"/>
                <a:gd name="connsiteY7" fmla="*/ 72235 h 72329"/>
                <a:gd name="connsiteX8" fmla="*/ 43716 w 49909"/>
                <a:gd name="connsiteY8" fmla="*/ 56255 h 72329"/>
                <a:gd name="connsiteX9" fmla="*/ 49696 w 49909"/>
                <a:gd name="connsiteY9" fmla="*/ 12472 h 72329"/>
                <a:gd name="connsiteX10" fmla="*/ 37286 w 49909"/>
                <a:gd name="connsiteY10" fmla="*/ 52887 h 72329"/>
                <a:gd name="connsiteX11" fmla="*/ 24917 w 49909"/>
                <a:gd name="connsiteY11" fmla="*/ 64118 h 72329"/>
                <a:gd name="connsiteX12" fmla="*/ 12652 w 49909"/>
                <a:gd name="connsiteY12" fmla="*/ 53024 h 72329"/>
                <a:gd name="connsiteX13" fmla="*/ 7249 w 49909"/>
                <a:gd name="connsiteY13" fmla="*/ 18196 h 72329"/>
                <a:gd name="connsiteX14" fmla="*/ 24753 w 49909"/>
                <a:gd name="connsiteY14" fmla="*/ 8733 h 72329"/>
                <a:gd name="connsiteX15" fmla="*/ 42684 w 49909"/>
                <a:gd name="connsiteY15" fmla="*/ 18231 h 72329"/>
                <a:gd name="connsiteX16" fmla="*/ 37286 w 49909"/>
                <a:gd name="connsiteY16" fmla="*/ 52887 h 7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909" h="72329">
                  <a:moveTo>
                    <a:pt x="49696" y="12472"/>
                  </a:moveTo>
                  <a:cubicBezTo>
                    <a:pt x="41789" y="12082"/>
                    <a:pt x="24842" y="0"/>
                    <a:pt x="24842" y="0"/>
                  </a:cubicBezTo>
                  <a:lnTo>
                    <a:pt x="24560" y="0"/>
                  </a:lnTo>
                  <a:cubicBezTo>
                    <a:pt x="24560" y="0"/>
                    <a:pt x="8079" y="12082"/>
                    <a:pt x="172" y="12472"/>
                  </a:cubicBezTo>
                  <a:cubicBezTo>
                    <a:pt x="-488" y="17020"/>
                    <a:pt x="598" y="45082"/>
                    <a:pt x="6152" y="56255"/>
                  </a:cubicBezTo>
                  <a:cubicBezTo>
                    <a:pt x="9829" y="63790"/>
                    <a:pt x="21134" y="70498"/>
                    <a:pt x="24513" y="72203"/>
                  </a:cubicBezTo>
                  <a:cubicBezTo>
                    <a:pt x="24513" y="72203"/>
                    <a:pt x="24614" y="72330"/>
                    <a:pt x="24827" y="72330"/>
                  </a:cubicBezTo>
                  <a:cubicBezTo>
                    <a:pt x="24920" y="72330"/>
                    <a:pt x="25035" y="72305"/>
                    <a:pt x="25172" y="72235"/>
                  </a:cubicBezTo>
                  <a:cubicBezTo>
                    <a:pt x="29535" y="70001"/>
                    <a:pt x="39291" y="64700"/>
                    <a:pt x="43716" y="56255"/>
                  </a:cubicBezTo>
                  <a:cubicBezTo>
                    <a:pt x="49835" y="43523"/>
                    <a:pt x="50343" y="17129"/>
                    <a:pt x="49696" y="12472"/>
                  </a:cubicBezTo>
                  <a:close/>
                  <a:moveTo>
                    <a:pt x="37286" y="52887"/>
                  </a:moveTo>
                  <a:cubicBezTo>
                    <a:pt x="35237" y="56797"/>
                    <a:pt x="31082" y="60568"/>
                    <a:pt x="24917" y="64118"/>
                  </a:cubicBezTo>
                  <a:cubicBezTo>
                    <a:pt x="20262" y="61289"/>
                    <a:pt x="14490" y="56792"/>
                    <a:pt x="12652" y="53024"/>
                  </a:cubicBezTo>
                  <a:cubicBezTo>
                    <a:pt x="9031" y="45741"/>
                    <a:pt x="7431" y="27320"/>
                    <a:pt x="7249" y="18196"/>
                  </a:cubicBezTo>
                  <a:cubicBezTo>
                    <a:pt x="13423" y="15974"/>
                    <a:pt x="20203" y="11803"/>
                    <a:pt x="24753" y="8733"/>
                  </a:cubicBezTo>
                  <a:cubicBezTo>
                    <a:pt x="29422" y="11808"/>
                    <a:pt x="36407" y="16016"/>
                    <a:pt x="42684" y="18231"/>
                  </a:cubicBezTo>
                  <a:cubicBezTo>
                    <a:pt x="42637" y="27096"/>
                    <a:pt x="41322" y="44482"/>
                    <a:pt x="37286" y="52887"/>
                  </a:cubicBezTo>
                  <a:close/>
                </a:path>
              </a:pathLst>
            </a:custGeom>
            <a:solidFill>
              <a:schemeClr val="accent1"/>
            </a:solidFill>
            <a:ln w="112" cap="flat">
              <a:noFill/>
              <a:prstDash val="solid"/>
              <a:miter/>
            </a:ln>
          </p:spPr>
          <p:txBody>
            <a:bodyPr rtlCol="0" anchor="ctr"/>
            <a:lstStyle/>
            <a:p>
              <a:endParaRPr lang="zh-CN" altLang="en-US"/>
            </a:p>
          </p:txBody>
        </p:sp>
      </p:grpSp>
      <p:sp>
        <p:nvSpPr>
          <p:cNvPr id="216" name="图形 214">
            <a:extLst>
              <a:ext uri="{FF2B5EF4-FFF2-40B4-BE49-F238E27FC236}">
                <a16:creationId xmlns:a16="http://schemas.microsoft.com/office/drawing/2014/main" id="{D422E76D-9622-EC29-67FC-9D98F07A392F}"/>
              </a:ext>
            </a:extLst>
          </p:cNvPr>
          <p:cNvSpPr/>
          <p:nvPr/>
        </p:nvSpPr>
        <p:spPr>
          <a:xfrm>
            <a:off x="9833151" y="3638740"/>
            <a:ext cx="138274" cy="153647"/>
          </a:xfrm>
          <a:custGeom>
            <a:avLst/>
            <a:gdLst>
              <a:gd name="connsiteX0" fmla="*/ 66883 w 100316"/>
              <a:gd name="connsiteY0" fmla="*/ 85458 h 111469"/>
              <a:gd name="connsiteX1" fmla="*/ 70596 w 100316"/>
              <a:gd name="connsiteY1" fmla="*/ 89171 h 111469"/>
              <a:gd name="connsiteX2" fmla="*/ 70596 w 100316"/>
              <a:gd name="connsiteY2" fmla="*/ 107752 h 111469"/>
              <a:gd name="connsiteX3" fmla="*/ 66879 w 100316"/>
              <a:gd name="connsiteY3" fmla="*/ 111469 h 111469"/>
              <a:gd name="connsiteX4" fmla="*/ 63162 w 100316"/>
              <a:gd name="connsiteY4" fmla="*/ 107752 h 111469"/>
              <a:gd name="connsiteX5" fmla="*/ 63162 w 100316"/>
              <a:gd name="connsiteY5" fmla="*/ 89171 h 111469"/>
              <a:gd name="connsiteX6" fmla="*/ 66883 w 100316"/>
              <a:gd name="connsiteY6" fmla="*/ 85458 h 111469"/>
              <a:gd name="connsiteX7" fmla="*/ 81743 w 100316"/>
              <a:gd name="connsiteY7" fmla="*/ 74311 h 111469"/>
              <a:gd name="connsiteX8" fmla="*/ 85456 w 100316"/>
              <a:gd name="connsiteY8" fmla="*/ 78024 h 111469"/>
              <a:gd name="connsiteX9" fmla="*/ 85456 w 100316"/>
              <a:gd name="connsiteY9" fmla="*/ 107752 h 111469"/>
              <a:gd name="connsiteX10" fmla="*/ 81740 w 100316"/>
              <a:gd name="connsiteY10" fmla="*/ 111469 h 111469"/>
              <a:gd name="connsiteX11" fmla="*/ 78023 w 100316"/>
              <a:gd name="connsiteY11" fmla="*/ 107752 h 111469"/>
              <a:gd name="connsiteX12" fmla="*/ 78023 w 100316"/>
              <a:gd name="connsiteY12" fmla="*/ 78024 h 111469"/>
              <a:gd name="connsiteX13" fmla="*/ 81743 w 100316"/>
              <a:gd name="connsiteY13" fmla="*/ 74311 h 111469"/>
              <a:gd name="connsiteX14" fmla="*/ 96604 w 100316"/>
              <a:gd name="connsiteY14" fmla="*/ 92885 h 111469"/>
              <a:gd name="connsiteX15" fmla="*/ 100317 w 100316"/>
              <a:gd name="connsiteY15" fmla="*/ 96605 h 111469"/>
              <a:gd name="connsiteX16" fmla="*/ 100317 w 100316"/>
              <a:gd name="connsiteY16" fmla="*/ 107752 h 111469"/>
              <a:gd name="connsiteX17" fmla="*/ 96604 w 100316"/>
              <a:gd name="connsiteY17" fmla="*/ 111466 h 111469"/>
              <a:gd name="connsiteX18" fmla="*/ 92890 w 100316"/>
              <a:gd name="connsiteY18" fmla="*/ 107752 h 111469"/>
              <a:gd name="connsiteX19" fmla="*/ 92890 w 100316"/>
              <a:gd name="connsiteY19" fmla="*/ 96605 h 111469"/>
              <a:gd name="connsiteX20" fmla="*/ 96604 w 100316"/>
              <a:gd name="connsiteY20" fmla="*/ 92885 h 111469"/>
              <a:gd name="connsiteX21" fmla="*/ 47466 w 100316"/>
              <a:gd name="connsiteY21" fmla="*/ 698 h 111469"/>
              <a:gd name="connsiteX22" fmla="*/ 87129 w 100316"/>
              <a:gd name="connsiteY22" fmla="*/ 14186 h 111469"/>
              <a:gd name="connsiteX23" fmla="*/ 91016 w 100316"/>
              <a:gd name="connsiteY23" fmla="*/ 17147 h 111469"/>
              <a:gd name="connsiteX24" fmla="*/ 91030 w 100316"/>
              <a:gd name="connsiteY24" fmla="*/ 17398 h 111469"/>
              <a:gd name="connsiteX25" fmla="*/ 91030 w 100316"/>
              <a:gd name="connsiteY25" fmla="*/ 62725 h 111469"/>
              <a:gd name="connsiteX26" fmla="*/ 90138 w 100316"/>
              <a:gd name="connsiteY26" fmla="*/ 68194 h 111469"/>
              <a:gd name="connsiteX27" fmla="*/ 83499 w 100316"/>
              <a:gd name="connsiteY27" fmla="*/ 63819 h 111469"/>
              <a:gd name="connsiteX28" fmla="*/ 83596 w 100316"/>
              <a:gd name="connsiteY28" fmla="*/ 62725 h 111469"/>
              <a:gd name="connsiteX29" fmla="*/ 83596 w 100316"/>
              <a:gd name="connsiteY29" fmla="*/ 22038 h 111469"/>
              <a:gd name="connsiteX30" fmla="*/ 45236 w 100316"/>
              <a:gd name="connsiteY30" fmla="*/ 9289 h 111469"/>
              <a:gd name="connsiteX31" fmla="*/ 9343 w 100316"/>
              <a:gd name="connsiteY31" fmla="*/ 21885 h 111469"/>
              <a:gd name="connsiteX32" fmla="*/ 7434 w 100316"/>
              <a:gd name="connsiteY32" fmla="*/ 22031 h 111469"/>
              <a:gd name="connsiteX33" fmla="*/ 7434 w 100316"/>
              <a:gd name="connsiteY33" fmla="*/ 60746 h 111469"/>
              <a:gd name="connsiteX34" fmla="*/ 44588 w 100316"/>
              <a:gd name="connsiteY34" fmla="*/ 102179 h 111469"/>
              <a:gd name="connsiteX35" fmla="*/ 50622 w 100316"/>
              <a:gd name="connsiteY35" fmla="*/ 101064 h 111469"/>
              <a:gd name="connsiteX36" fmla="*/ 53771 w 100316"/>
              <a:gd name="connsiteY36" fmla="*/ 104979 h 111469"/>
              <a:gd name="connsiteX37" fmla="*/ 56181 w 100316"/>
              <a:gd name="connsiteY37" fmla="*/ 107181 h 111469"/>
              <a:gd name="connsiteX38" fmla="*/ 45515 w 100316"/>
              <a:gd name="connsiteY38" fmla="*/ 109606 h 111469"/>
              <a:gd name="connsiteX39" fmla="*/ 7 w 100316"/>
              <a:gd name="connsiteY39" fmla="*/ 61924 h 111469"/>
              <a:gd name="connsiteX40" fmla="*/ 0 w 100316"/>
              <a:gd name="connsiteY40" fmla="*/ 61436 h 111469"/>
              <a:gd name="connsiteX41" fmla="*/ 0 w 100316"/>
              <a:gd name="connsiteY41" fmla="*/ 17092 h 111469"/>
              <a:gd name="connsiteX42" fmla="*/ 648 w 100316"/>
              <a:gd name="connsiteY42" fmla="*/ 14827 h 111469"/>
              <a:gd name="connsiteX43" fmla="*/ 2654 w 100316"/>
              <a:gd name="connsiteY43" fmla="*/ 14193 h 111469"/>
              <a:gd name="connsiteX44" fmla="*/ 3254 w 100316"/>
              <a:gd name="connsiteY44" fmla="*/ 14193 h 111469"/>
              <a:gd name="connsiteX45" fmla="*/ 42916 w 100316"/>
              <a:gd name="connsiteY45" fmla="*/ 1346 h 111469"/>
              <a:gd name="connsiteX46" fmla="*/ 47466 w 100316"/>
              <a:gd name="connsiteY46" fmla="*/ 698 h 111469"/>
              <a:gd name="connsiteX47" fmla="*/ 46442 w 100316"/>
              <a:gd name="connsiteY47" fmla="*/ 70598 h 111469"/>
              <a:gd name="connsiteX48" fmla="*/ 50970 w 100316"/>
              <a:gd name="connsiteY48" fmla="*/ 73816 h 111469"/>
              <a:gd name="connsiteX49" fmla="*/ 48601 w 100316"/>
              <a:gd name="connsiteY49" fmla="*/ 81313 h 111469"/>
              <a:gd name="connsiteX50" fmla="*/ 41314 w 100316"/>
              <a:gd name="connsiteY50" fmla="*/ 78387 h 111469"/>
              <a:gd name="connsiteX51" fmla="*/ 40868 w 100316"/>
              <a:gd name="connsiteY51" fmla="*/ 76171 h 111469"/>
              <a:gd name="connsiteX52" fmla="*/ 46442 w 100316"/>
              <a:gd name="connsiteY52" fmla="*/ 70598 h 111469"/>
              <a:gd name="connsiteX53" fmla="*/ 47375 w 100316"/>
              <a:gd name="connsiteY53" fmla="*/ 29723 h 111469"/>
              <a:gd name="connsiteX54" fmla="*/ 52015 w 100316"/>
              <a:gd name="connsiteY54" fmla="*/ 35240 h 111469"/>
              <a:gd name="connsiteX55" fmla="*/ 52015 w 100316"/>
              <a:gd name="connsiteY55" fmla="*/ 35610 h 111469"/>
              <a:gd name="connsiteX56" fmla="*/ 50984 w 100316"/>
              <a:gd name="connsiteY56" fmla="*/ 61095 h 111469"/>
              <a:gd name="connsiteX57" fmla="*/ 47891 w 100316"/>
              <a:gd name="connsiteY57" fmla="*/ 65017 h 111469"/>
              <a:gd name="connsiteX58" fmla="*/ 43843 w 100316"/>
              <a:gd name="connsiteY58" fmla="*/ 61373 h 111469"/>
              <a:gd name="connsiteX59" fmla="*/ 43759 w 100316"/>
              <a:gd name="connsiteY59" fmla="*/ 61095 h 111469"/>
              <a:gd name="connsiteX60" fmla="*/ 42728 w 100316"/>
              <a:gd name="connsiteY60" fmla="*/ 35596 h 111469"/>
              <a:gd name="connsiteX61" fmla="*/ 42735 w 100316"/>
              <a:gd name="connsiteY61" fmla="*/ 35108 h 111469"/>
              <a:gd name="connsiteX62" fmla="*/ 47375 w 100316"/>
              <a:gd name="connsiteY62" fmla="*/ 29716 h 11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00316" h="111469">
                <a:moveTo>
                  <a:pt x="66883" y="85458"/>
                </a:moveTo>
                <a:cubicBezTo>
                  <a:pt x="68931" y="85458"/>
                  <a:pt x="70596" y="87123"/>
                  <a:pt x="70596" y="89171"/>
                </a:cubicBezTo>
                <a:lnTo>
                  <a:pt x="70596" y="107752"/>
                </a:lnTo>
                <a:cubicBezTo>
                  <a:pt x="70596" y="109805"/>
                  <a:pt x="68932" y="111469"/>
                  <a:pt x="66879" y="111469"/>
                </a:cubicBezTo>
                <a:cubicBezTo>
                  <a:pt x="64826" y="111469"/>
                  <a:pt x="63162" y="109805"/>
                  <a:pt x="63162" y="107752"/>
                </a:cubicBezTo>
                <a:lnTo>
                  <a:pt x="63162" y="89171"/>
                </a:lnTo>
                <a:cubicBezTo>
                  <a:pt x="63162" y="87123"/>
                  <a:pt x="64827" y="85458"/>
                  <a:pt x="66883" y="85458"/>
                </a:cubicBezTo>
                <a:close/>
                <a:moveTo>
                  <a:pt x="81743" y="74311"/>
                </a:moveTo>
                <a:cubicBezTo>
                  <a:pt x="83791" y="74311"/>
                  <a:pt x="85456" y="75976"/>
                  <a:pt x="85456" y="78024"/>
                </a:cubicBezTo>
                <a:lnTo>
                  <a:pt x="85456" y="107752"/>
                </a:lnTo>
                <a:cubicBezTo>
                  <a:pt x="85456" y="109805"/>
                  <a:pt x="83792" y="111469"/>
                  <a:pt x="81740" y="111469"/>
                </a:cubicBezTo>
                <a:cubicBezTo>
                  <a:pt x="79687" y="111469"/>
                  <a:pt x="78023" y="109805"/>
                  <a:pt x="78023" y="107752"/>
                </a:cubicBezTo>
                <a:lnTo>
                  <a:pt x="78023" y="78024"/>
                </a:lnTo>
                <a:cubicBezTo>
                  <a:pt x="78023" y="75976"/>
                  <a:pt x="79695" y="74311"/>
                  <a:pt x="81743" y="74311"/>
                </a:cubicBezTo>
                <a:close/>
                <a:moveTo>
                  <a:pt x="96604" y="92885"/>
                </a:moveTo>
                <a:cubicBezTo>
                  <a:pt x="98659" y="92885"/>
                  <a:pt x="100317" y="94557"/>
                  <a:pt x="100317" y="96605"/>
                </a:cubicBezTo>
                <a:lnTo>
                  <a:pt x="100317" y="107752"/>
                </a:lnTo>
                <a:cubicBezTo>
                  <a:pt x="100317" y="109803"/>
                  <a:pt x="98654" y="111466"/>
                  <a:pt x="96604" y="111466"/>
                </a:cubicBezTo>
                <a:cubicBezTo>
                  <a:pt x="94553" y="111466"/>
                  <a:pt x="92890" y="109803"/>
                  <a:pt x="92890" y="107752"/>
                </a:cubicBezTo>
                <a:lnTo>
                  <a:pt x="92890" y="96605"/>
                </a:lnTo>
                <a:cubicBezTo>
                  <a:pt x="92890" y="94550"/>
                  <a:pt x="94548" y="92885"/>
                  <a:pt x="96604" y="92885"/>
                </a:cubicBezTo>
                <a:close/>
                <a:moveTo>
                  <a:pt x="47466" y="698"/>
                </a:moveTo>
                <a:cubicBezTo>
                  <a:pt x="47466" y="1346"/>
                  <a:pt x="63720" y="14186"/>
                  <a:pt x="87129" y="14186"/>
                </a:cubicBezTo>
                <a:cubicBezTo>
                  <a:pt x="88996" y="14186"/>
                  <a:pt x="90863" y="15364"/>
                  <a:pt x="91016" y="17147"/>
                </a:cubicBezTo>
                <a:lnTo>
                  <a:pt x="91030" y="17398"/>
                </a:lnTo>
                <a:lnTo>
                  <a:pt x="91030" y="62725"/>
                </a:lnTo>
                <a:cubicBezTo>
                  <a:pt x="91030" y="64327"/>
                  <a:pt x="90716" y="66181"/>
                  <a:pt x="90138" y="68194"/>
                </a:cubicBezTo>
                <a:cubicBezTo>
                  <a:pt x="88214" y="66338"/>
                  <a:pt x="85963" y="64855"/>
                  <a:pt x="83499" y="63819"/>
                </a:cubicBezTo>
                <a:cubicBezTo>
                  <a:pt x="83551" y="63456"/>
                  <a:pt x="83583" y="63091"/>
                  <a:pt x="83596" y="62725"/>
                </a:cubicBezTo>
                <a:lnTo>
                  <a:pt x="83596" y="22038"/>
                </a:lnTo>
                <a:cubicBezTo>
                  <a:pt x="64744" y="21397"/>
                  <a:pt x="50434" y="13113"/>
                  <a:pt x="45236" y="9289"/>
                </a:cubicBezTo>
                <a:cubicBezTo>
                  <a:pt x="34946" y="18785"/>
                  <a:pt x="18623" y="21098"/>
                  <a:pt x="9343" y="21885"/>
                </a:cubicBezTo>
                <a:lnTo>
                  <a:pt x="7434" y="22031"/>
                </a:lnTo>
                <a:lnTo>
                  <a:pt x="7434" y="60746"/>
                </a:lnTo>
                <a:cubicBezTo>
                  <a:pt x="7434" y="73496"/>
                  <a:pt x="28335" y="102179"/>
                  <a:pt x="44588" y="102179"/>
                </a:cubicBezTo>
                <a:cubicBezTo>
                  <a:pt x="46553" y="102179"/>
                  <a:pt x="48573" y="101782"/>
                  <a:pt x="50622" y="101064"/>
                </a:cubicBezTo>
                <a:cubicBezTo>
                  <a:pt x="51541" y="102471"/>
                  <a:pt x="52593" y="103781"/>
                  <a:pt x="53771" y="104979"/>
                </a:cubicBezTo>
                <a:cubicBezTo>
                  <a:pt x="54537" y="105767"/>
                  <a:pt x="55345" y="106498"/>
                  <a:pt x="56181" y="107181"/>
                </a:cubicBezTo>
                <a:cubicBezTo>
                  <a:pt x="52628" y="108728"/>
                  <a:pt x="49040" y="109606"/>
                  <a:pt x="45515" y="109606"/>
                </a:cubicBezTo>
                <a:cubicBezTo>
                  <a:pt x="25562" y="109606"/>
                  <a:pt x="509" y="78136"/>
                  <a:pt x="7" y="61924"/>
                </a:cubicBezTo>
                <a:lnTo>
                  <a:pt x="0" y="61436"/>
                </a:lnTo>
                <a:lnTo>
                  <a:pt x="0" y="17092"/>
                </a:lnTo>
                <a:cubicBezTo>
                  <a:pt x="0" y="16005"/>
                  <a:pt x="56" y="15420"/>
                  <a:pt x="648" y="14827"/>
                </a:cubicBezTo>
                <a:cubicBezTo>
                  <a:pt x="1191" y="14298"/>
                  <a:pt x="1735" y="14200"/>
                  <a:pt x="2654" y="14193"/>
                </a:cubicBezTo>
                <a:lnTo>
                  <a:pt x="3254" y="14193"/>
                </a:lnTo>
                <a:cubicBezTo>
                  <a:pt x="13007" y="14193"/>
                  <a:pt x="34465" y="11616"/>
                  <a:pt x="42916" y="1346"/>
                </a:cubicBezTo>
                <a:cubicBezTo>
                  <a:pt x="44212" y="57"/>
                  <a:pt x="46163" y="-584"/>
                  <a:pt x="47466" y="698"/>
                </a:cubicBezTo>
                <a:close/>
                <a:moveTo>
                  <a:pt x="46442" y="70598"/>
                </a:moveTo>
                <a:cubicBezTo>
                  <a:pt x="48155" y="70598"/>
                  <a:pt x="49876" y="72082"/>
                  <a:pt x="50970" y="73816"/>
                </a:cubicBezTo>
                <a:cubicBezTo>
                  <a:pt x="49797" y="76178"/>
                  <a:pt x="48998" y="78706"/>
                  <a:pt x="48601" y="81313"/>
                </a:cubicBezTo>
                <a:cubicBezTo>
                  <a:pt x="45781" y="82517"/>
                  <a:pt x="42519" y="81207"/>
                  <a:pt x="41314" y="78387"/>
                </a:cubicBezTo>
                <a:cubicBezTo>
                  <a:pt x="41015" y="77687"/>
                  <a:pt x="40863" y="76933"/>
                  <a:pt x="40868" y="76171"/>
                </a:cubicBezTo>
                <a:cubicBezTo>
                  <a:pt x="40868" y="73071"/>
                  <a:pt x="43348" y="70598"/>
                  <a:pt x="46442" y="70598"/>
                </a:cubicBezTo>
                <a:close/>
                <a:moveTo>
                  <a:pt x="47375" y="29723"/>
                </a:moveTo>
                <a:cubicBezTo>
                  <a:pt x="51743" y="29723"/>
                  <a:pt x="52001" y="33199"/>
                  <a:pt x="52015" y="35240"/>
                </a:cubicBezTo>
                <a:lnTo>
                  <a:pt x="52015" y="35610"/>
                </a:lnTo>
                <a:lnTo>
                  <a:pt x="50984" y="61095"/>
                </a:lnTo>
                <a:cubicBezTo>
                  <a:pt x="50984" y="63052"/>
                  <a:pt x="49437" y="65017"/>
                  <a:pt x="47891" y="65017"/>
                </a:cubicBezTo>
                <a:cubicBezTo>
                  <a:pt x="45926" y="65017"/>
                  <a:pt x="44421" y="63234"/>
                  <a:pt x="43843" y="61373"/>
                </a:cubicBezTo>
                <a:lnTo>
                  <a:pt x="43759" y="61095"/>
                </a:lnTo>
                <a:lnTo>
                  <a:pt x="42728" y="35596"/>
                </a:lnTo>
                <a:lnTo>
                  <a:pt x="42735" y="35108"/>
                </a:lnTo>
                <a:cubicBezTo>
                  <a:pt x="42805" y="32586"/>
                  <a:pt x="43502" y="29716"/>
                  <a:pt x="47375" y="29716"/>
                </a:cubicBezTo>
                <a:close/>
              </a:path>
            </a:pathLst>
          </a:custGeom>
          <a:solidFill>
            <a:schemeClr val="accent1"/>
          </a:solidFill>
          <a:ln w="102" cap="flat">
            <a:noFill/>
            <a:prstDash val="solid"/>
            <a:miter/>
          </a:ln>
          <a:scene3d>
            <a:camera prst="perspectiveHeroicExtremeLeftFacing">
              <a:rot lat="0" lon="600000" rev="21594000"/>
            </a:camera>
            <a:lightRig rig="threePt" dir="t"/>
          </a:scene3d>
        </p:spPr>
        <p:txBody>
          <a:bodyPr rtlCol="0" anchor="ctr"/>
          <a:lstStyle/>
          <a:p>
            <a:endParaRPr lang="zh-CN" altLang="en-US"/>
          </a:p>
        </p:txBody>
      </p:sp>
      <p:grpSp>
        <p:nvGrpSpPr>
          <p:cNvPr id="217" name="组合 216">
            <a:extLst>
              <a:ext uri="{FF2B5EF4-FFF2-40B4-BE49-F238E27FC236}">
                <a16:creationId xmlns:a16="http://schemas.microsoft.com/office/drawing/2014/main" id="{7BC6DE24-4ACA-6CAF-4879-92CC5607C539}"/>
              </a:ext>
            </a:extLst>
          </p:cNvPr>
          <p:cNvGrpSpPr/>
          <p:nvPr/>
        </p:nvGrpSpPr>
        <p:grpSpPr>
          <a:xfrm>
            <a:off x="4521916" y="1260813"/>
            <a:ext cx="3148168" cy="3148170"/>
            <a:chOff x="4668520" y="1536492"/>
            <a:chExt cx="2854960" cy="2854962"/>
          </a:xfrm>
        </p:grpSpPr>
        <p:sp>
          <p:nvSpPr>
            <p:cNvPr id="26" name="椭圆 25">
              <a:extLst>
                <a:ext uri="{FF2B5EF4-FFF2-40B4-BE49-F238E27FC236}">
                  <a16:creationId xmlns:a16="http://schemas.microsoft.com/office/drawing/2014/main" id="{17DCEFC3-BA94-DE68-C75B-BC0F73A29EB2}"/>
                </a:ext>
              </a:extLst>
            </p:cNvPr>
            <p:cNvSpPr/>
            <p:nvPr/>
          </p:nvSpPr>
          <p:spPr>
            <a:xfrm>
              <a:off x="4668520" y="1536492"/>
              <a:ext cx="2854960" cy="2854962"/>
            </a:xfrm>
            <a:prstGeom prst="ellipse">
              <a:avLst/>
            </a:prstGeom>
            <a:gradFill flip="none" rotWithShape="1">
              <a:gsLst>
                <a:gs pos="64000">
                  <a:schemeClr val="accent2">
                    <a:alpha val="0"/>
                  </a:schemeClr>
                </a:gs>
                <a:gs pos="100000">
                  <a:schemeClr val="accent2">
                    <a:alpha val="26000"/>
                  </a:schemeClr>
                </a:gs>
              </a:gsLst>
              <a:path path="circle">
                <a:fillToRect l="50000" t="50000" r="50000" b="50000"/>
              </a:path>
              <a:tileRect/>
            </a:gradFill>
            <a:ln w="12700" cap="flat" cmpd="sng" algn="ctr">
              <a:gradFill>
                <a:gsLst>
                  <a:gs pos="0">
                    <a:schemeClr val="accent2"/>
                  </a:gs>
                  <a:gs pos="74000">
                    <a:schemeClr val="accent2">
                      <a:alpha val="0"/>
                    </a:schemeClr>
                  </a:gs>
                  <a:gs pos="41000">
                    <a:schemeClr val="accent2">
                      <a:alpha val="0"/>
                    </a:schemeClr>
                  </a:gs>
                  <a:gs pos="100000">
                    <a:schemeClr val="accent2"/>
                  </a:gs>
                </a:gsLst>
                <a:lin ang="42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a:solidFill>
                  <a:prstClr val="white"/>
                </a:solidFill>
                <a:latin typeface="微软雅黑" panose="020B0503020204020204" pitchFamily="34" charset="-122"/>
                <a:ea typeface="微软雅黑" panose="020B0503020204020204" pitchFamily="34" charset="-122"/>
              </a:endParaRPr>
            </a:p>
          </p:txBody>
        </p:sp>
        <p:sp>
          <p:nvSpPr>
            <p:cNvPr id="27" name="椭圆 26">
              <a:extLst>
                <a:ext uri="{FF2B5EF4-FFF2-40B4-BE49-F238E27FC236}">
                  <a16:creationId xmlns:a16="http://schemas.microsoft.com/office/drawing/2014/main" id="{A747A942-B4FB-A063-F719-0248A5063B2F}"/>
                </a:ext>
              </a:extLst>
            </p:cNvPr>
            <p:cNvSpPr/>
            <p:nvPr/>
          </p:nvSpPr>
          <p:spPr>
            <a:xfrm>
              <a:off x="5367227" y="2235200"/>
              <a:ext cx="1457546" cy="1457542"/>
            </a:xfrm>
            <a:prstGeom prst="ellipse">
              <a:avLst/>
            </a:prstGeom>
            <a:gradFill flip="none" rotWithShape="1">
              <a:gsLst>
                <a:gs pos="20000">
                  <a:schemeClr val="accent2">
                    <a:alpha val="0"/>
                  </a:schemeClr>
                </a:gs>
                <a:gs pos="100000">
                  <a:schemeClr val="accent2">
                    <a:alpha val="16000"/>
                  </a:schemeClr>
                </a:gs>
              </a:gsLst>
              <a:path path="circle">
                <a:fillToRect l="50000" t="50000" r="50000" b="50000"/>
              </a:path>
              <a:tileRect/>
            </a:gradFill>
            <a:ln w="9525" cap="flat" cmpd="sng" algn="ctr">
              <a:gradFill>
                <a:gsLst>
                  <a:gs pos="0">
                    <a:schemeClr val="accent2"/>
                  </a:gs>
                  <a:gs pos="28000">
                    <a:schemeClr val="accent2">
                      <a:alpha val="0"/>
                    </a:schemeClr>
                  </a:gs>
                  <a:gs pos="72000">
                    <a:schemeClr val="accent2">
                      <a:alpha val="0"/>
                    </a:schemeClr>
                  </a:gs>
                  <a:gs pos="100000">
                    <a:schemeClr val="accent2"/>
                  </a:gs>
                </a:gsLst>
                <a:lin ang="42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endParaRPr lang="zh-CN" altLang="en-US" sz="3779" dirty="0">
                <a:solidFill>
                  <a:prstClr val="white"/>
                </a:solidFill>
                <a:latin typeface="微软雅黑" panose="020B0503020204020204" pitchFamily="34" charset="-122"/>
                <a:ea typeface="微软雅黑" panose="020B0503020204020204" pitchFamily="34" charset="-122"/>
              </a:endParaRPr>
            </a:p>
          </p:txBody>
        </p:sp>
        <p:sp>
          <p:nvSpPr>
            <p:cNvPr id="39" name="椭圆 38">
              <a:extLst>
                <a:ext uri="{FF2B5EF4-FFF2-40B4-BE49-F238E27FC236}">
                  <a16:creationId xmlns:a16="http://schemas.microsoft.com/office/drawing/2014/main" id="{0C17489D-9BD3-611B-CEC3-66E7CC9294B5}"/>
                </a:ext>
              </a:extLst>
            </p:cNvPr>
            <p:cNvSpPr/>
            <p:nvPr/>
          </p:nvSpPr>
          <p:spPr>
            <a:xfrm>
              <a:off x="5639642" y="2507613"/>
              <a:ext cx="912717" cy="912717"/>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a:extLst>
                <a:ext uri="{FF2B5EF4-FFF2-40B4-BE49-F238E27FC236}">
                  <a16:creationId xmlns:a16="http://schemas.microsoft.com/office/drawing/2014/main" id="{3CA535FE-21A5-8613-F5D3-CCDEE79682E7}"/>
                </a:ext>
              </a:extLst>
            </p:cNvPr>
            <p:cNvSpPr/>
            <p:nvPr/>
          </p:nvSpPr>
          <p:spPr>
            <a:xfrm>
              <a:off x="5724377" y="2592351"/>
              <a:ext cx="743246" cy="743243"/>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b="1" dirty="0"/>
                <a:t>实时数据展示</a:t>
              </a:r>
            </a:p>
          </p:txBody>
        </p:sp>
        <p:sp>
          <p:nvSpPr>
            <p:cNvPr id="37" name="弧形 36">
              <a:extLst>
                <a:ext uri="{FF2B5EF4-FFF2-40B4-BE49-F238E27FC236}">
                  <a16:creationId xmlns:a16="http://schemas.microsoft.com/office/drawing/2014/main" id="{83ADB9F1-E567-A9B0-4A10-7FB9D4A6881F}"/>
                </a:ext>
              </a:extLst>
            </p:cNvPr>
            <p:cNvSpPr/>
            <p:nvPr/>
          </p:nvSpPr>
          <p:spPr>
            <a:xfrm>
              <a:off x="5021787" y="1889761"/>
              <a:ext cx="2148426" cy="2148424"/>
            </a:xfrm>
            <a:prstGeom prst="arc">
              <a:avLst>
                <a:gd name="adj1" fmla="val 13074243"/>
                <a:gd name="adj2" fmla="val 7066118"/>
              </a:avLst>
            </a:prstGeom>
            <a:noFill/>
            <a:ln cap="rnd">
              <a:solidFill>
                <a:schemeClr val="accent2"/>
              </a:solidFill>
              <a:prstDash val="dash"/>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4CE4C20A-37E7-2152-56AA-B8D824857ECA}"/>
                </a:ext>
              </a:extLst>
            </p:cNvPr>
            <p:cNvGrpSpPr/>
            <p:nvPr/>
          </p:nvGrpSpPr>
          <p:grpSpPr>
            <a:xfrm>
              <a:off x="5698746" y="1607840"/>
              <a:ext cx="794508" cy="794745"/>
              <a:chOff x="5825136" y="1957424"/>
              <a:chExt cx="531259" cy="531257"/>
            </a:xfrm>
          </p:grpSpPr>
          <p:sp>
            <p:nvSpPr>
              <p:cNvPr id="41" name="椭圆 40">
                <a:extLst>
                  <a:ext uri="{FF2B5EF4-FFF2-40B4-BE49-F238E27FC236}">
                    <a16:creationId xmlns:a16="http://schemas.microsoft.com/office/drawing/2014/main" id="{E510F08E-7622-B70F-A356-F0F55D0EDB57}"/>
                  </a:ext>
                </a:extLst>
              </p:cNvPr>
              <p:cNvSpPr/>
              <p:nvPr/>
            </p:nvSpPr>
            <p:spPr>
              <a:xfrm>
                <a:off x="5825136" y="1957424"/>
                <a:ext cx="531259" cy="531257"/>
              </a:xfrm>
              <a:prstGeom prst="ellipse">
                <a:avLst/>
              </a:prstGeom>
              <a:solidFill>
                <a:schemeClr val="accent2">
                  <a:alpha val="16000"/>
                </a:schemeClr>
              </a:solidFill>
              <a:ln>
                <a:solidFill>
                  <a:schemeClr val="accent2">
                    <a:alpha val="3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nvGrpSpPr>
              <p:cNvPr id="4" name="组合 3">
                <a:extLst>
                  <a:ext uri="{FF2B5EF4-FFF2-40B4-BE49-F238E27FC236}">
                    <a16:creationId xmlns:a16="http://schemas.microsoft.com/office/drawing/2014/main" id="{15591F0D-06FD-C55A-4EA1-AAB3FD471BFE}"/>
                  </a:ext>
                </a:extLst>
              </p:cNvPr>
              <p:cNvGrpSpPr>
                <a:grpSpLocks/>
              </p:cNvGrpSpPr>
              <p:nvPr/>
            </p:nvGrpSpPr>
            <p:grpSpPr>
              <a:xfrm>
                <a:off x="5881652" y="2013939"/>
                <a:ext cx="418232" cy="418227"/>
                <a:chOff x="3697812" y="2092661"/>
                <a:chExt cx="981396" cy="981386"/>
              </a:xfrm>
              <a:solidFill>
                <a:schemeClr val="accent2"/>
              </a:solidFill>
            </p:grpSpPr>
            <p:sp>
              <p:nvSpPr>
                <p:cNvPr id="7" name="文本框 6">
                  <a:extLst>
                    <a:ext uri="{FF2B5EF4-FFF2-40B4-BE49-F238E27FC236}">
                      <a16:creationId xmlns:a16="http://schemas.microsoft.com/office/drawing/2014/main" id="{5B0C1239-6E10-F97D-5DB6-F094F27C6283}"/>
                    </a:ext>
                  </a:extLst>
                </p:cNvPr>
                <p:cNvSpPr txBox="1">
                  <a:spLocks/>
                </p:cNvSpPr>
                <p:nvPr/>
              </p:nvSpPr>
              <p:spPr>
                <a:xfrm>
                  <a:off x="3697814"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200" dirty="0"/>
                </a:p>
              </p:txBody>
            </p:sp>
            <p:sp>
              <p:nvSpPr>
                <p:cNvPr id="8" name="文本框 7">
                  <a:extLst>
                    <a:ext uri="{FF2B5EF4-FFF2-40B4-BE49-F238E27FC236}">
                      <a16:creationId xmlns:a16="http://schemas.microsoft.com/office/drawing/2014/main" id="{E8B2F5D2-5964-AECB-FE04-7C6B8D6E4DF3}"/>
                    </a:ext>
                  </a:extLst>
                </p:cNvPr>
                <p:cNvSpPr txBox="1">
                  <a:spLocks/>
                </p:cNvSpPr>
                <p:nvPr/>
              </p:nvSpPr>
              <p:spPr>
                <a:xfrm>
                  <a:off x="3697812" y="2092661"/>
                  <a:ext cx="981393"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4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200" dirty="0"/>
                </a:p>
              </p:txBody>
            </p:sp>
          </p:grpSp>
        </p:grpSp>
        <p:grpSp>
          <p:nvGrpSpPr>
            <p:cNvPr id="21" name="组合 20">
              <a:extLst>
                <a:ext uri="{FF2B5EF4-FFF2-40B4-BE49-F238E27FC236}">
                  <a16:creationId xmlns:a16="http://schemas.microsoft.com/office/drawing/2014/main" id="{34D4919D-0BB3-76D9-E3B9-C20EBC08CBE2}"/>
                </a:ext>
              </a:extLst>
            </p:cNvPr>
            <p:cNvGrpSpPr/>
            <p:nvPr/>
          </p:nvGrpSpPr>
          <p:grpSpPr>
            <a:xfrm>
              <a:off x="4800414" y="3064304"/>
              <a:ext cx="794508" cy="794745"/>
              <a:chOff x="5825136" y="1957424"/>
              <a:chExt cx="531259" cy="531257"/>
            </a:xfrm>
          </p:grpSpPr>
          <p:sp>
            <p:nvSpPr>
              <p:cNvPr id="22" name="椭圆 21">
                <a:extLst>
                  <a:ext uri="{FF2B5EF4-FFF2-40B4-BE49-F238E27FC236}">
                    <a16:creationId xmlns:a16="http://schemas.microsoft.com/office/drawing/2014/main" id="{ADB7AA7E-91D0-901B-54D6-1C8C6DDF8AA0}"/>
                  </a:ext>
                </a:extLst>
              </p:cNvPr>
              <p:cNvSpPr/>
              <p:nvPr/>
            </p:nvSpPr>
            <p:spPr>
              <a:xfrm>
                <a:off x="5825136" y="1957424"/>
                <a:ext cx="531259" cy="531257"/>
              </a:xfrm>
              <a:prstGeom prst="ellipse">
                <a:avLst/>
              </a:prstGeom>
              <a:solidFill>
                <a:schemeClr val="accent2">
                  <a:alpha val="16000"/>
                </a:schemeClr>
              </a:solidFill>
              <a:ln>
                <a:solidFill>
                  <a:schemeClr val="accent2">
                    <a:alpha val="3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grpSp>
            <p:nvGrpSpPr>
              <p:cNvPr id="23" name="组合 22">
                <a:extLst>
                  <a:ext uri="{FF2B5EF4-FFF2-40B4-BE49-F238E27FC236}">
                    <a16:creationId xmlns:a16="http://schemas.microsoft.com/office/drawing/2014/main" id="{F5036427-9E67-7ADE-5577-9602E98D5CCE}"/>
                  </a:ext>
                </a:extLst>
              </p:cNvPr>
              <p:cNvGrpSpPr>
                <a:grpSpLocks/>
              </p:cNvGrpSpPr>
              <p:nvPr/>
            </p:nvGrpSpPr>
            <p:grpSpPr>
              <a:xfrm>
                <a:off x="5881648" y="2013940"/>
                <a:ext cx="418231" cy="418228"/>
                <a:chOff x="3697811" y="2092661"/>
                <a:chExt cx="981396" cy="981387"/>
              </a:xfrm>
              <a:solidFill>
                <a:schemeClr val="accent2"/>
              </a:solidFill>
            </p:grpSpPr>
            <p:sp>
              <p:nvSpPr>
                <p:cNvPr id="24" name="文本框 23">
                  <a:extLst>
                    <a:ext uri="{FF2B5EF4-FFF2-40B4-BE49-F238E27FC236}">
                      <a16:creationId xmlns:a16="http://schemas.microsoft.com/office/drawing/2014/main" id="{825D44C7-4665-8FAA-E7FD-64FA0158E2FA}"/>
                    </a:ext>
                  </a:extLst>
                </p:cNvPr>
                <p:cNvSpPr txBox="1">
                  <a:spLocks/>
                </p:cNvSpPr>
                <p:nvPr/>
              </p:nvSpPr>
              <p:spPr>
                <a:xfrm>
                  <a:off x="3697814" y="2092661"/>
                  <a:ext cx="981393"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200" dirty="0"/>
                </a:p>
              </p:txBody>
            </p:sp>
            <p:sp>
              <p:nvSpPr>
                <p:cNvPr id="25" name="文本框 24">
                  <a:extLst>
                    <a:ext uri="{FF2B5EF4-FFF2-40B4-BE49-F238E27FC236}">
                      <a16:creationId xmlns:a16="http://schemas.microsoft.com/office/drawing/2014/main" id="{6E7D6D35-38BD-D630-4C22-B646F40286B2}"/>
                    </a:ext>
                  </a:extLst>
                </p:cNvPr>
                <p:cNvSpPr txBox="1">
                  <a:spLocks/>
                </p:cNvSpPr>
                <p:nvPr/>
              </p:nvSpPr>
              <p:spPr>
                <a:xfrm>
                  <a:off x="3697811" y="2092663"/>
                  <a:ext cx="981393" cy="981385"/>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200" dirty="0"/>
                </a:p>
              </p:txBody>
            </p:sp>
          </p:grpSp>
        </p:grpSp>
        <p:grpSp>
          <p:nvGrpSpPr>
            <p:cNvPr id="28" name="组合 27">
              <a:extLst>
                <a:ext uri="{FF2B5EF4-FFF2-40B4-BE49-F238E27FC236}">
                  <a16:creationId xmlns:a16="http://schemas.microsoft.com/office/drawing/2014/main" id="{E71ACA96-95E0-6445-B3B9-0F4CD92C46DB}"/>
                </a:ext>
              </a:extLst>
            </p:cNvPr>
            <p:cNvGrpSpPr/>
            <p:nvPr/>
          </p:nvGrpSpPr>
          <p:grpSpPr>
            <a:xfrm>
              <a:off x="6633532" y="3064304"/>
              <a:ext cx="794508" cy="794745"/>
              <a:chOff x="5825136" y="1957424"/>
              <a:chExt cx="531259" cy="531257"/>
            </a:xfrm>
          </p:grpSpPr>
          <p:sp>
            <p:nvSpPr>
              <p:cNvPr id="29" name="椭圆 28">
                <a:extLst>
                  <a:ext uri="{FF2B5EF4-FFF2-40B4-BE49-F238E27FC236}">
                    <a16:creationId xmlns:a16="http://schemas.microsoft.com/office/drawing/2014/main" id="{9DDA2954-1FE4-7621-40BE-ACC5E18D381F}"/>
                  </a:ext>
                </a:extLst>
              </p:cNvPr>
              <p:cNvSpPr/>
              <p:nvPr/>
            </p:nvSpPr>
            <p:spPr>
              <a:xfrm>
                <a:off x="5825136" y="1957424"/>
                <a:ext cx="531259" cy="531257"/>
              </a:xfrm>
              <a:prstGeom prst="ellipse">
                <a:avLst/>
              </a:prstGeom>
              <a:solidFill>
                <a:schemeClr val="accent2">
                  <a:alpha val="16000"/>
                </a:schemeClr>
              </a:solidFill>
              <a:ln>
                <a:solidFill>
                  <a:schemeClr val="accent2">
                    <a:alpha val="3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nvGrpSpPr>
              <p:cNvPr id="30" name="组合 29">
                <a:extLst>
                  <a:ext uri="{FF2B5EF4-FFF2-40B4-BE49-F238E27FC236}">
                    <a16:creationId xmlns:a16="http://schemas.microsoft.com/office/drawing/2014/main" id="{C0E428B3-9C8C-9BBA-7D30-7D980DD4BD37}"/>
                  </a:ext>
                </a:extLst>
              </p:cNvPr>
              <p:cNvGrpSpPr>
                <a:grpSpLocks/>
              </p:cNvGrpSpPr>
              <p:nvPr/>
            </p:nvGrpSpPr>
            <p:grpSpPr>
              <a:xfrm>
                <a:off x="5881650" y="2013939"/>
                <a:ext cx="418231" cy="418227"/>
                <a:chOff x="3697814" y="2092661"/>
                <a:chExt cx="981395" cy="981386"/>
              </a:xfrm>
              <a:solidFill>
                <a:schemeClr val="accent2"/>
              </a:solidFill>
            </p:grpSpPr>
            <p:sp>
              <p:nvSpPr>
                <p:cNvPr id="31" name="文本框 30">
                  <a:extLst>
                    <a:ext uri="{FF2B5EF4-FFF2-40B4-BE49-F238E27FC236}">
                      <a16:creationId xmlns:a16="http://schemas.microsoft.com/office/drawing/2014/main" id="{731B5092-445F-936A-9B7B-7A978815B902}"/>
                    </a:ext>
                  </a:extLst>
                </p:cNvPr>
                <p:cNvSpPr txBox="1">
                  <a:spLocks/>
                </p:cNvSpPr>
                <p:nvPr/>
              </p:nvSpPr>
              <p:spPr>
                <a:xfrm>
                  <a:off x="3697814" y="2092661"/>
                  <a:ext cx="981393"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200" dirty="0"/>
                </a:p>
              </p:txBody>
            </p:sp>
            <p:sp>
              <p:nvSpPr>
                <p:cNvPr id="32" name="文本框 31">
                  <a:extLst>
                    <a:ext uri="{FF2B5EF4-FFF2-40B4-BE49-F238E27FC236}">
                      <a16:creationId xmlns:a16="http://schemas.microsoft.com/office/drawing/2014/main" id="{0C6D4D5B-9185-EA30-B55A-F4601A028E5C}"/>
                    </a:ext>
                  </a:extLst>
                </p:cNvPr>
                <p:cNvSpPr txBox="1">
                  <a:spLocks/>
                </p:cNvSpPr>
                <p:nvPr/>
              </p:nvSpPr>
              <p:spPr>
                <a:xfrm>
                  <a:off x="3697816" y="2092661"/>
                  <a:ext cx="981393"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200" dirty="0"/>
                </a:p>
              </p:txBody>
            </p:sp>
          </p:grpSp>
        </p:grpSp>
        <p:sp>
          <p:nvSpPr>
            <p:cNvPr id="173" name="图形 143">
              <a:extLst>
                <a:ext uri="{FF2B5EF4-FFF2-40B4-BE49-F238E27FC236}">
                  <a16:creationId xmlns:a16="http://schemas.microsoft.com/office/drawing/2014/main" id="{9FDDCA7A-CA02-D930-8B44-6E3EF9C6F8F4}"/>
                </a:ext>
              </a:extLst>
            </p:cNvPr>
            <p:cNvSpPr/>
            <p:nvPr/>
          </p:nvSpPr>
          <p:spPr>
            <a:xfrm>
              <a:off x="5088808" y="3348348"/>
              <a:ext cx="217720" cy="226656"/>
            </a:xfrm>
            <a:custGeom>
              <a:avLst/>
              <a:gdLst>
                <a:gd name="connsiteX0" fmla="*/ 97922 w 113381"/>
                <a:gd name="connsiteY0" fmla="*/ 0 h 118035"/>
                <a:gd name="connsiteX1" fmla="*/ 103040 w 113381"/>
                <a:gd name="connsiteY1" fmla="*/ 4737 h 118035"/>
                <a:gd name="connsiteX2" fmla="*/ 103076 w 113381"/>
                <a:gd name="connsiteY2" fmla="*/ 5365 h 118035"/>
                <a:gd name="connsiteX3" fmla="*/ 103076 w 113381"/>
                <a:gd name="connsiteY3" fmla="*/ 21461 h 118035"/>
                <a:gd name="connsiteX4" fmla="*/ 97916 w 113381"/>
                <a:gd name="connsiteY4" fmla="*/ 26820 h 118035"/>
                <a:gd name="connsiteX5" fmla="*/ 92804 w 113381"/>
                <a:gd name="connsiteY5" fmla="*/ 22088 h 118035"/>
                <a:gd name="connsiteX6" fmla="*/ 92768 w 113381"/>
                <a:gd name="connsiteY6" fmla="*/ 21461 h 118035"/>
                <a:gd name="connsiteX7" fmla="*/ 92768 w 113381"/>
                <a:gd name="connsiteY7" fmla="*/ 10730 h 118035"/>
                <a:gd name="connsiteX8" fmla="*/ 10308 w 113381"/>
                <a:gd name="connsiteY8" fmla="*/ 10730 h 118035"/>
                <a:gd name="connsiteX9" fmla="*/ 10308 w 113381"/>
                <a:gd name="connsiteY9" fmla="*/ 107303 h 118035"/>
                <a:gd name="connsiteX10" fmla="*/ 30923 w 113381"/>
                <a:gd name="connsiteY10" fmla="*/ 107303 h 118035"/>
                <a:gd name="connsiteX11" fmla="*/ 36040 w 113381"/>
                <a:gd name="connsiteY11" fmla="*/ 112041 h 118035"/>
                <a:gd name="connsiteX12" fmla="*/ 36076 w 113381"/>
                <a:gd name="connsiteY12" fmla="*/ 112669 h 118035"/>
                <a:gd name="connsiteX13" fmla="*/ 31526 w 113381"/>
                <a:gd name="connsiteY13" fmla="*/ 117996 h 118035"/>
                <a:gd name="connsiteX14" fmla="*/ 30923 w 113381"/>
                <a:gd name="connsiteY14" fmla="*/ 118034 h 118035"/>
                <a:gd name="connsiteX15" fmla="*/ 5154 w 113381"/>
                <a:gd name="connsiteY15" fmla="*/ 118034 h 118035"/>
                <a:gd name="connsiteX16" fmla="*/ 36 w 113381"/>
                <a:gd name="connsiteY16" fmla="*/ 113296 h 118035"/>
                <a:gd name="connsiteX17" fmla="*/ 0 w 113381"/>
                <a:gd name="connsiteY17" fmla="*/ 112669 h 118035"/>
                <a:gd name="connsiteX18" fmla="*/ 0 w 113381"/>
                <a:gd name="connsiteY18" fmla="*/ 5365 h 118035"/>
                <a:gd name="connsiteX19" fmla="*/ 4551 w 113381"/>
                <a:gd name="connsiteY19" fmla="*/ 38 h 118035"/>
                <a:gd name="connsiteX20" fmla="*/ 5154 w 113381"/>
                <a:gd name="connsiteY20" fmla="*/ 0 h 118035"/>
                <a:gd name="connsiteX21" fmla="*/ 97922 w 113381"/>
                <a:gd name="connsiteY21" fmla="*/ 0 h 118035"/>
                <a:gd name="connsiteX22" fmla="*/ 82461 w 113381"/>
                <a:gd name="connsiteY22" fmla="*/ 69747 h 118035"/>
                <a:gd name="connsiteX23" fmla="*/ 102596 w 113381"/>
                <a:gd name="connsiteY23" fmla="*/ 86594 h 118035"/>
                <a:gd name="connsiteX24" fmla="*/ 112652 w 113381"/>
                <a:gd name="connsiteY24" fmla="*/ 106807 h 118035"/>
                <a:gd name="connsiteX25" fmla="*/ 93235 w 113381"/>
                <a:gd name="connsiteY25" fmla="*/ 117274 h 118035"/>
                <a:gd name="connsiteX26" fmla="*/ 83180 w 113381"/>
                <a:gd name="connsiteY26" fmla="*/ 97062 h 118035"/>
                <a:gd name="connsiteX27" fmla="*/ 91969 w 113381"/>
                <a:gd name="connsiteY27" fmla="*/ 87077 h 118035"/>
                <a:gd name="connsiteX28" fmla="*/ 83228 w 113381"/>
                <a:gd name="connsiteY28" fmla="*/ 80504 h 118035"/>
                <a:gd name="connsiteX29" fmla="*/ 82461 w 113381"/>
                <a:gd name="connsiteY29" fmla="*/ 80478 h 118035"/>
                <a:gd name="connsiteX30" fmla="*/ 77307 w 113381"/>
                <a:gd name="connsiteY30" fmla="*/ 80478 h 118035"/>
                <a:gd name="connsiteX31" fmla="*/ 67788 w 113381"/>
                <a:gd name="connsiteY31" fmla="*/ 87077 h 118035"/>
                <a:gd name="connsiteX32" fmla="*/ 76119 w 113381"/>
                <a:gd name="connsiteY32" fmla="*/ 108122 h 118035"/>
                <a:gd name="connsiteX33" fmla="*/ 55903 w 113381"/>
                <a:gd name="connsiteY33" fmla="*/ 116795 h 118035"/>
                <a:gd name="connsiteX34" fmla="*/ 47572 w 113381"/>
                <a:gd name="connsiteY34" fmla="*/ 95750 h 118035"/>
                <a:gd name="connsiteX35" fmla="*/ 57171 w 113381"/>
                <a:gd name="connsiteY35" fmla="*/ 86594 h 118035"/>
                <a:gd name="connsiteX36" fmla="*/ 76276 w 113381"/>
                <a:gd name="connsiteY36" fmla="*/ 69774 h 118035"/>
                <a:gd name="connsiteX37" fmla="*/ 77307 w 113381"/>
                <a:gd name="connsiteY37" fmla="*/ 69747 h 118035"/>
                <a:gd name="connsiteX38" fmla="*/ 82461 w 113381"/>
                <a:gd name="connsiteY38" fmla="*/ 69747 h 118035"/>
                <a:gd name="connsiteX39" fmla="*/ 61845 w 113381"/>
                <a:gd name="connsiteY39" fmla="*/ 96573 h 118035"/>
                <a:gd name="connsiteX40" fmla="*/ 56691 w 113381"/>
                <a:gd name="connsiteY40" fmla="*/ 101937 h 118035"/>
                <a:gd name="connsiteX41" fmla="*/ 61844 w 113381"/>
                <a:gd name="connsiteY41" fmla="*/ 107303 h 118035"/>
                <a:gd name="connsiteX42" fmla="*/ 61845 w 113381"/>
                <a:gd name="connsiteY42" fmla="*/ 107303 h 118035"/>
                <a:gd name="connsiteX43" fmla="*/ 66998 w 113381"/>
                <a:gd name="connsiteY43" fmla="*/ 101937 h 118035"/>
                <a:gd name="connsiteX44" fmla="*/ 61845 w 113381"/>
                <a:gd name="connsiteY44" fmla="*/ 96573 h 118035"/>
                <a:gd name="connsiteX45" fmla="*/ 97922 w 113381"/>
                <a:gd name="connsiteY45" fmla="*/ 96573 h 118035"/>
                <a:gd name="connsiteX46" fmla="*/ 92767 w 113381"/>
                <a:gd name="connsiteY46" fmla="*/ 101937 h 118035"/>
                <a:gd name="connsiteX47" fmla="*/ 97920 w 113381"/>
                <a:gd name="connsiteY47" fmla="*/ 107303 h 118035"/>
                <a:gd name="connsiteX48" fmla="*/ 97922 w 113381"/>
                <a:gd name="connsiteY48" fmla="*/ 107303 h 118035"/>
                <a:gd name="connsiteX49" fmla="*/ 103075 w 113381"/>
                <a:gd name="connsiteY49" fmla="*/ 101937 h 118035"/>
                <a:gd name="connsiteX50" fmla="*/ 97922 w 113381"/>
                <a:gd name="connsiteY50" fmla="*/ 96573 h 118035"/>
                <a:gd name="connsiteX51" fmla="*/ 36076 w 113381"/>
                <a:gd name="connsiteY51" fmla="*/ 69747 h 118035"/>
                <a:gd name="connsiteX52" fmla="*/ 41225 w 113381"/>
                <a:gd name="connsiteY52" fmla="*/ 75118 h 118035"/>
                <a:gd name="connsiteX53" fmla="*/ 36679 w 113381"/>
                <a:gd name="connsiteY53" fmla="*/ 80440 h 118035"/>
                <a:gd name="connsiteX54" fmla="*/ 36076 w 113381"/>
                <a:gd name="connsiteY54" fmla="*/ 80478 h 118035"/>
                <a:gd name="connsiteX55" fmla="*/ 30923 w 113381"/>
                <a:gd name="connsiteY55" fmla="*/ 80478 h 118035"/>
                <a:gd name="connsiteX56" fmla="*/ 25775 w 113381"/>
                <a:gd name="connsiteY56" fmla="*/ 75106 h 118035"/>
                <a:gd name="connsiteX57" fmla="*/ 30320 w 113381"/>
                <a:gd name="connsiteY57" fmla="*/ 69785 h 118035"/>
                <a:gd name="connsiteX58" fmla="*/ 30923 w 113381"/>
                <a:gd name="connsiteY58" fmla="*/ 69747 h 118035"/>
                <a:gd name="connsiteX59" fmla="*/ 36076 w 113381"/>
                <a:gd name="connsiteY59" fmla="*/ 69747 h 118035"/>
                <a:gd name="connsiteX60" fmla="*/ 79884 w 113381"/>
                <a:gd name="connsiteY60" fmla="*/ 32191 h 118035"/>
                <a:gd name="connsiteX61" fmla="*/ 97922 w 113381"/>
                <a:gd name="connsiteY61" fmla="*/ 50969 h 118035"/>
                <a:gd name="connsiteX62" fmla="*/ 79884 w 113381"/>
                <a:gd name="connsiteY62" fmla="*/ 69747 h 118035"/>
                <a:gd name="connsiteX63" fmla="*/ 61845 w 113381"/>
                <a:gd name="connsiteY63" fmla="*/ 50969 h 118035"/>
                <a:gd name="connsiteX64" fmla="*/ 79884 w 113381"/>
                <a:gd name="connsiteY64" fmla="*/ 32191 h 118035"/>
                <a:gd name="connsiteX65" fmla="*/ 79884 w 113381"/>
                <a:gd name="connsiteY65" fmla="*/ 42921 h 118035"/>
                <a:gd name="connsiteX66" fmla="*/ 72153 w 113381"/>
                <a:gd name="connsiteY66" fmla="*/ 50969 h 118035"/>
                <a:gd name="connsiteX67" fmla="*/ 79884 w 113381"/>
                <a:gd name="connsiteY67" fmla="*/ 59017 h 118035"/>
                <a:gd name="connsiteX68" fmla="*/ 87614 w 113381"/>
                <a:gd name="connsiteY68" fmla="*/ 50969 h 118035"/>
                <a:gd name="connsiteX69" fmla="*/ 79884 w 113381"/>
                <a:gd name="connsiteY69" fmla="*/ 42921 h 118035"/>
                <a:gd name="connsiteX70" fmla="*/ 46384 w 113381"/>
                <a:gd name="connsiteY70" fmla="*/ 48287 h 118035"/>
                <a:gd name="connsiteX71" fmla="*/ 51532 w 113381"/>
                <a:gd name="connsiteY71" fmla="*/ 53658 h 118035"/>
                <a:gd name="connsiteX72" fmla="*/ 46987 w 113381"/>
                <a:gd name="connsiteY72" fmla="*/ 58979 h 118035"/>
                <a:gd name="connsiteX73" fmla="*/ 46384 w 113381"/>
                <a:gd name="connsiteY73" fmla="*/ 59017 h 118035"/>
                <a:gd name="connsiteX74" fmla="*/ 30923 w 113381"/>
                <a:gd name="connsiteY74" fmla="*/ 59017 h 118035"/>
                <a:gd name="connsiteX75" fmla="*/ 25775 w 113381"/>
                <a:gd name="connsiteY75" fmla="*/ 53646 h 118035"/>
                <a:gd name="connsiteX76" fmla="*/ 30320 w 113381"/>
                <a:gd name="connsiteY76" fmla="*/ 48324 h 118035"/>
                <a:gd name="connsiteX77" fmla="*/ 30923 w 113381"/>
                <a:gd name="connsiteY77" fmla="*/ 48287 h 118035"/>
                <a:gd name="connsiteX78" fmla="*/ 46384 w 113381"/>
                <a:gd name="connsiteY78" fmla="*/ 48287 h 118035"/>
                <a:gd name="connsiteX79" fmla="*/ 51538 w 113381"/>
                <a:gd name="connsiteY79" fmla="*/ 26826 h 118035"/>
                <a:gd name="connsiteX80" fmla="*/ 56686 w 113381"/>
                <a:gd name="connsiteY80" fmla="*/ 32197 h 118035"/>
                <a:gd name="connsiteX81" fmla="*/ 52141 w 113381"/>
                <a:gd name="connsiteY81" fmla="*/ 37519 h 118035"/>
                <a:gd name="connsiteX82" fmla="*/ 51538 w 113381"/>
                <a:gd name="connsiteY82" fmla="*/ 37556 h 118035"/>
                <a:gd name="connsiteX83" fmla="*/ 30923 w 113381"/>
                <a:gd name="connsiteY83" fmla="*/ 37556 h 118035"/>
                <a:gd name="connsiteX84" fmla="*/ 25775 w 113381"/>
                <a:gd name="connsiteY84" fmla="*/ 32185 h 118035"/>
                <a:gd name="connsiteX85" fmla="*/ 30320 w 113381"/>
                <a:gd name="connsiteY85" fmla="*/ 26863 h 118035"/>
                <a:gd name="connsiteX86" fmla="*/ 30923 w 113381"/>
                <a:gd name="connsiteY86" fmla="*/ 26826 h 118035"/>
                <a:gd name="connsiteX87" fmla="*/ 51538 w 113381"/>
                <a:gd name="connsiteY87" fmla="*/ 26826 h 118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13381" h="118035">
                  <a:moveTo>
                    <a:pt x="97922" y="0"/>
                  </a:moveTo>
                  <a:cubicBezTo>
                    <a:pt x="100535" y="0"/>
                    <a:pt x="102734" y="2036"/>
                    <a:pt x="103040" y="4737"/>
                  </a:cubicBezTo>
                  <a:lnTo>
                    <a:pt x="103076" y="5365"/>
                  </a:lnTo>
                  <a:lnTo>
                    <a:pt x="103076" y="21461"/>
                  </a:lnTo>
                  <a:cubicBezTo>
                    <a:pt x="103072" y="24424"/>
                    <a:pt x="100762" y="26823"/>
                    <a:pt x="97916" y="26820"/>
                  </a:cubicBezTo>
                  <a:cubicBezTo>
                    <a:pt x="95307" y="26817"/>
                    <a:pt x="93112" y="24785"/>
                    <a:pt x="92804" y="22088"/>
                  </a:cubicBezTo>
                  <a:lnTo>
                    <a:pt x="92768" y="21461"/>
                  </a:lnTo>
                  <a:lnTo>
                    <a:pt x="92768" y="10730"/>
                  </a:lnTo>
                  <a:lnTo>
                    <a:pt x="10308" y="10730"/>
                  </a:lnTo>
                  <a:lnTo>
                    <a:pt x="10308" y="107303"/>
                  </a:lnTo>
                  <a:lnTo>
                    <a:pt x="30923" y="107303"/>
                  </a:lnTo>
                  <a:cubicBezTo>
                    <a:pt x="33536" y="107304"/>
                    <a:pt x="35735" y="109339"/>
                    <a:pt x="36040" y="112041"/>
                  </a:cubicBezTo>
                  <a:lnTo>
                    <a:pt x="36076" y="112669"/>
                  </a:lnTo>
                  <a:cubicBezTo>
                    <a:pt x="36076" y="115389"/>
                    <a:pt x="34121" y="117678"/>
                    <a:pt x="31526" y="117996"/>
                  </a:cubicBezTo>
                  <a:lnTo>
                    <a:pt x="30923" y="118034"/>
                  </a:lnTo>
                  <a:lnTo>
                    <a:pt x="5154" y="118034"/>
                  </a:lnTo>
                  <a:cubicBezTo>
                    <a:pt x="2541" y="118033"/>
                    <a:pt x="342" y="115998"/>
                    <a:pt x="36" y="113296"/>
                  </a:cubicBezTo>
                  <a:lnTo>
                    <a:pt x="0" y="112669"/>
                  </a:lnTo>
                  <a:lnTo>
                    <a:pt x="0" y="5365"/>
                  </a:lnTo>
                  <a:cubicBezTo>
                    <a:pt x="0" y="2645"/>
                    <a:pt x="1956" y="356"/>
                    <a:pt x="4551" y="38"/>
                  </a:cubicBezTo>
                  <a:lnTo>
                    <a:pt x="5154" y="0"/>
                  </a:lnTo>
                  <a:lnTo>
                    <a:pt x="97922" y="0"/>
                  </a:lnTo>
                  <a:close/>
                  <a:moveTo>
                    <a:pt x="82461" y="69747"/>
                  </a:moveTo>
                  <a:cubicBezTo>
                    <a:pt x="92138" y="69748"/>
                    <a:pt x="100514" y="76755"/>
                    <a:pt x="102596" y="86594"/>
                  </a:cubicBezTo>
                  <a:cubicBezTo>
                    <a:pt x="110735" y="89285"/>
                    <a:pt x="115237" y="98334"/>
                    <a:pt x="112652" y="106807"/>
                  </a:cubicBezTo>
                  <a:cubicBezTo>
                    <a:pt x="110067" y="115279"/>
                    <a:pt x="101374" y="119965"/>
                    <a:pt x="93235" y="117274"/>
                  </a:cubicBezTo>
                  <a:cubicBezTo>
                    <a:pt x="85097" y="114583"/>
                    <a:pt x="80595" y="105534"/>
                    <a:pt x="83180" y="97062"/>
                  </a:cubicBezTo>
                  <a:cubicBezTo>
                    <a:pt x="84557" y="92550"/>
                    <a:pt x="87771" y="88897"/>
                    <a:pt x="91969" y="87077"/>
                  </a:cubicBezTo>
                  <a:cubicBezTo>
                    <a:pt x="90478" y="83346"/>
                    <a:pt x="87099" y="80805"/>
                    <a:pt x="83228" y="80504"/>
                  </a:cubicBezTo>
                  <a:lnTo>
                    <a:pt x="82461" y="80478"/>
                  </a:lnTo>
                  <a:lnTo>
                    <a:pt x="77307" y="80478"/>
                  </a:lnTo>
                  <a:cubicBezTo>
                    <a:pt x="73145" y="80475"/>
                    <a:pt x="69390" y="83078"/>
                    <a:pt x="67788" y="87077"/>
                  </a:cubicBezTo>
                  <a:cubicBezTo>
                    <a:pt x="75671" y="90493"/>
                    <a:pt x="79401" y="99915"/>
                    <a:pt x="76119" y="108122"/>
                  </a:cubicBezTo>
                  <a:cubicBezTo>
                    <a:pt x="72838" y="116328"/>
                    <a:pt x="63787" y="120212"/>
                    <a:pt x="55903" y="116795"/>
                  </a:cubicBezTo>
                  <a:cubicBezTo>
                    <a:pt x="48020" y="113379"/>
                    <a:pt x="44290" y="103957"/>
                    <a:pt x="47572" y="95750"/>
                  </a:cubicBezTo>
                  <a:cubicBezTo>
                    <a:pt x="49321" y="91376"/>
                    <a:pt x="52833" y="88026"/>
                    <a:pt x="57171" y="86594"/>
                  </a:cubicBezTo>
                  <a:cubicBezTo>
                    <a:pt x="59172" y="77147"/>
                    <a:pt x="66995" y="70260"/>
                    <a:pt x="76276" y="69774"/>
                  </a:cubicBezTo>
                  <a:lnTo>
                    <a:pt x="77307" y="69747"/>
                  </a:lnTo>
                  <a:lnTo>
                    <a:pt x="82461" y="69747"/>
                  </a:lnTo>
                  <a:close/>
                  <a:moveTo>
                    <a:pt x="61845" y="96573"/>
                  </a:moveTo>
                  <a:cubicBezTo>
                    <a:pt x="58999" y="96573"/>
                    <a:pt x="56691" y="98974"/>
                    <a:pt x="56691" y="101937"/>
                  </a:cubicBezTo>
                  <a:cubicBezTo>
                    <a:pt x="56690" y="104900"/>
                    <a:pt x="58997" y="107303"/>
                    <a:pt x="61844" y="107303"/>
                  </a:cubicBezTo>
                  <a:cubicBezTo>
                    <a:pt x="61844" y="107303"/>
                    <a:pt x="61845" y="107303"/>
                    <a:pt x="61845" y="107303"/>
                  </a:cubicBezTo>
                  <a:cubicBezTo>
                    <a:pt x="64692" y="107303"/>
                    <a:pt x="66999" y="104900"/>
                    <a:pt x="66998" y="101937"/>
                  </a:cubicBezTo>
                  <a:cubicBezTo>
                    <a:pt x="66998" y="98975"/>
                    <a:pt x="64691" y="96573"/>
                    <a:pt x="61845" y="96573"/>
                  </a:cubicBezTo>
                  <a:close/>
                  <a:moveTo>
                    <a:pt x="97922" y="96573"/>
                  </a:moveTo>
                  <a:cubicBezTo>
                    <a:pt x="95075" y="96573"/>
                    <a:pt x="92768" y="98974"/>
                    <a:pt x="92767" y="101937"/>
                  </a:cubicBezTo>
                  <a:cubicBezTo>
                    <a:pt x="92767" y="104900"/>
                    <a:pt x="95074" y="107303"/>
                    <a:pt x="97920" y="107303"/>
                  </a:cubicBezTo>
                  <a:cubicBezTo>
                    <a:pt x="97921" y="107303"/>
                    <a:pt x="97921" y="107303"/>
                    <a:pt x="97922" y="107303"/>
                  </a:cubicBezTo>
                  <a:cubicBezTo>
                    <a:pt x="100768" y="107303"/>
                    <a:pt x="103075" y="104900"/>
                    <a:pt x="103075" y="101937"/>
                  </a:cubicBezTo>
                  <a:cubicBezTo>
                    <a:pt x="103074" y="98975"/>
                    <a:pt x="100768" y="96573"/>
                    <a:pt x="97922" y="96573"/>
                  </a:cubicBezTo>
                  <a:close/>
                  <a:moveTo>
                    <a:pt x="36076" y="69747"/>
                  </a:moveTo>
                  <a:cubicBezTo>
                    <a:pt x="38923" y="69750"/>
                    <a:pt x="41228" y="72155"/>
                    <a:pt x="41225" y="75118"/>
                  </a:cubicBezTo>
                  <a:cubicBezTo>
                    <a:pt x="41222" y="77834"/>
                    <a:pt x="39270" y="80119"/>
                    <a:pt x="36679" y="80440"/>
                  </a:cubicBezTo>
                  <a:lnTo>
                    <a:pt x="36076" y="80478"/>
                  </a:lnTo>
                  <a:lnTo>
                    <a:pt x="30923" y="80478"/>
                  </a:lnTo>
                  <a:cubicBezTo>
                    <a:pt x="28076" y="80474"/>
                    <a:pt x="25771" y="78069"/>
                    <a:pt x="25775" y="75106"/>
                  </a:cubicBezTo>
                  <a:cubicBezTo>
                    <a:pt x="25778" y="72391"/>
                    <a:pt x="27729" y="70105"/>
                    <a:pt x="30320" y="69785"/>
                  </a:cubicBezTo>
                  <a:lnTo>
                    <a:pt x="30923" y="69747"/>
                  </a:lnTo>
                  <a:lnTo>
                    <a:pt x="36076" y="69747"/>
                  </a:lnTo>
                  <a:close/>
                  <a:moveTo>
                    <a:pt x="79884" y="32191"/>
                  </a:moveTo>
                  <a:cubicBezTo>
                    <a:pt x="89846" y="32191"/>
                    <a:pt x="97922" y="40598"/>
                    <a:pt x="97922" y="50969"/>
                  </a:cubicBezTo>
                  <a:cubicBezTo>
                    <a:pt x="97922" y="61340"/>
                    <a:pt x="89846" y="69747"/>
                    <a:pt x="79884" y="69747"/>
                  </a:cubicBezTo>
                  <a:cubicBezTo>
                    <a:pt x="69921" y="69747"/>
                    <a:pt x="61845" y="61340"/>
                    <a:pt x="61845" y="50969"/>
                  </a:cubicBezTo>
                  <a:cubicBezTo>
                    <a:pt x="61845" y="40598"/>
                    <a:pt x="69921" y="32191"/>
                    <a:pt x="79884" y="32191"/>
                  </a:cubicBezTo>
                  <a:close/>
                  <a:moveTo>
                    <a:pt x="79884" y="42921"/>
                  </a:moveTo>
                  <a:cubicBezTo>
                    <a:pt x="75614" y="42921"/>
                    <a:pt x="72153" y="46524"/>
                    <a:pt x="72153" y="50969"/>
                  </a:cubicBezTo>
                  <a:cubicBezTo>
                    <a:pt x="72153" y="55414"/>
                    <a:pt x="75614" y="59017"/>
                    <a:pt x="79884" y="59017"/>
                  </a:cubicBezTo>
                  <a:cubicBezTo>
                    <a:pt x="84153" y="59017"/>
                    <a:pt x="87614" y="55414"/>
                    <a:pt x="87614" y="50969"/>
                  </a:cubicBezTo>
                  <a:cubicBezTo>
                    <a:pt x="87614" y="46524"/>
                    <a:pt x="84153" y="42921"/>
                    <a:pt x="79884" y="42921"/>
                  </a:cubicBezTo>
                  <a:close/>
                  <a:moveTo>
                    <a:pt x="46384" y="48287"/>
                  </a:moveTo>
                  <a:cubicBezTo>
                    <a:pt x="49230" y="48290"/>
                    <a:pt x="51535" y="50695"/>
                    <a:pt x="51532" y="53658"/>
                  </a:cubicBezTo>
                  <a:cubicBezTo>
                    <a:pt x="51529" y="56373"/>
                    <a:pt x="49577" y="58659"/>
                    <a:pt x="46987" y="58979"/>
                  </a:cubicBezTo>
                  <a:lnTo>
                    <a:pt x="46384" y="59017"/>
                  </a:lnTo>
                  <a:lnTo>
                    <a:pt x="30923" y="59017"/>
                  </a:lnTo>
                  <a:cubicBezTo>
                    <a:pt x="28076" y="59014"/>
                    <a:pt x="25771" y="56609"/>
                    <a:pt x="25775" y="53646"/>
                  </a:cubicBezTo>
                  <a:cubicBezTo>
                    <a:pt x="25778" y="50930"/>
                    <a:pt x="27729" y="48645"/>
                    <a:pt x="30320" y="48324"/>
                  </a:cubicBezTo>
                  <a:lnTo>
                    <a:pt x="30923" y="48287"/>
                  </a:lnTo>
                  <a:lnTo>
                    <a:pt x="46384" y="48287"/>
                  </a:lnTo>
                  <a:close/>
                  <a:moveTo>
                    <a:pt x="51538" y="26826"/>
                  </a:moveTo>
                  <a:cubicBezTo>
                    <a:pt x="54384" y="26829"/>
                    <a:pt x="56689" y="29234"/>
                    <a:pt x="56686" y="32197"/>
                  </a:cubicBezTo>
                  <a:cubicBezTo>
                    <a:pt x="56683" y="34913"/>
                    <a:pt x="54731" y="37198"/>
                    <a:pt x="52141" y="37519"/>
                  </a:cubicBezTo>
                  <a:lnTo>
                    <a:pt x="51538" y="37556"/>
                  </a:lnTo>
                  <a:lnTo>
                    <a:pt x="30923" y="37556"/>
                  </a:lnTo>
                  <a:cubicBezTo>
                    <a:pt x="28076" y="37553"/>
                    <a:pt x="25771" y="35148"/>
                    <a:pt x="25775" y="32185"/>
                  </a:cubicBezTo>
                  <a:cubicBezTo>
                    <a:pt x="25778" y="29469"/>
                    <a:pt x="27729" y="27184"/>
                    <a:pt x="30320" y="26863"/>
                  </a:cubicBezTo>
                  <a:lnTo>
                    <a:pt x="30923" y="26826"/>
                  </a:lnTo>
                  <a:lnTo>
                    <a:pt x="51538" y="26826"/>
                  </a:lnTo>
                  <a:close/>
                </a:path>
              </a:pathLst>
            </a:custGeom>
            <a:solidFill>
              <a:schemeClr val="tx1"/>
            </a:solidFill>
            <a:ln w="116" cap="flat">
              <a:noFill/>
              <a:prstDash val="solid"/>
              <a:miter/>
            </a:ln>
          </p:spPr>
          <p:txBody>
            <a:bodyPr rtlCol="0" anchor="ctr"/>
            <a:lstStyle/>
            <a:p>
              <a:endParaRPr lang="zh-CN" altLang="en-US"/>
            </a:p>
          </p:txBody>
        </p:sp>
        <p:grpSp>
          <p:nvGrpSpPr>
            <p:cNvPr id="174" name="组合 173">
              <a:extLst>
                <a:ext uri="{FF2B5EF4-FFF2-40B4-BE49-F238E27FC236}">
                  <a16:creationId xmlns:a16="http://schemas.microsoft.com/office/drawing/2014/main" id="{AD1EB197-5923-3A32-1ED2-439C013EF44A}"/>
                </a:ext>
              </a:extLst>
            </p:cNvPr>
            <p:cNvGrpSpPr/>
            <p:nvPr/>
          </p:nvGrpSpPr>
          <p:grpSpPr>
            <a:xfrm>
              <a:off x="5996624" y="1890072"/>
              <a:ext cx="198752" cy="230280"/>
              <a:chOff x="6022374" y="4838515"/>
              <a:chExt cx="133560" cy="154749"/>
            </a:xfrm>
            <a:solidFill>
              <a:schemeClr val="tx1"/>
            </a:solidFill>
          </p:grpSpPr>
          <p:sp>
            <p:nvSpPr>
              <p:cNvPr id="175" name="任意多边形: 形状 174">
                <a:extLst>
                  <a:ext uri="{FF2B5EF4-FFF2-40B4-BE49-F238E27FC236}">
                    <a16:creationId xmlns:a16="http://schemas.microsoft.com/office/drawing/2014/main" id="{F4E7EDD2-EB79-6C2E-46E5-8A501C8083A2}"/>
                  </a:ext>
                </a:extLst>
              </p:cNvPr>
              <p:cNvSpPr/>
              <p:nvPr/>
            </p:nvSpPr>
            <p:spPr>
              <a:xfrm>
                <a:off x="6022374" y="4838515"/>
                <a:ext cx="133560" cy="154749"/>
              </a:xfrm>
              <a:custGeom>
                <a:avLst/>
                <a:gdLst>
                  <a:gd name="connsiteX0" fmla="*/ 66596 w 133560"/>
                  <a:gd name="connsiteY0" fmla="*/ 154749 h 154749"/>
                  <a:gd name="connsiteX1" fmla="*/ 49783 w 133560"/>
                  <a:gd name="connsiteY1" fmla="*/ 137936 h 154749"/>
                  <a:gd name="connsiteX2" fmla="*/ 49783 w 133560"/>
                  <a:gd name="connsiteY2" fmla="*/ 46184 h 154749"/>
                  <a:gd name="connsiteX3" fmla="*/ 66596 w 133560"/>
                  <a:gd name="connsiteY3" fmla="*/ 29371 h 154749"/>
                  <a:gd name="connsiteX4" fmla="*/ 83409 w 133560"/>
                  <a:gd name="connsiteY4" fmla="*/ 46184 h 154749"/>
                  <a:gd name="connsiteX5" fmla="*/ 83409 w 133560"/>
                  <a:gd name="connsiteY5" fmla="*/ 100973 h 154749"/>
                  <a:gd name="connsiteX6" fmla="*/ 77801 w 133560"/>
                  <a:gd name="connsiteY6" fmla="*/ 106408 h 154749"/>
                  <a:gd name="connsiteX7" fmla="*/ 72366 w 133560"/>
                  <a:gd name="connsiteY7" fmla="*/ 100973 h 154749"/>
                  <a:gd name="connsiteX8" fmla="*/ 72366 w 133560"/>
                  <a:gd name="connsiteY8" fmla="*/ 46184 h 154749"/>
                  <a:gd name="connsiteX9" fmla="*/ 66603 w 133560"/>
                  <a:gd name="connsiteY9" fmla="*/ 40421 h 154749"/>
                  <a:gd name="connsiteX10" fmla="*/ 60840 w 133560"/>
                  <a:gd name="connsiteY10" fmla="*/ 46184 h 154749"/>
                  <a:gd name="connsiteX11" fmla="*/ 60840 w 133560"/>
                  <a:gd name="connsiteY11" fmla="*/ 137936 h 154749"/>
                  <a:gd name="connsiteX12" fmla="*/ 66603 w 133560"/>
                  <a:gd name="connsiteY12" fmla="*/ 143699 h 154749"/>
                  <a:gd name="connsiteX13" fmla="*/ 72124 w 133560"/>
                  <a:gd name="connsiteY13" fmla="*/ 149221 h 154749"/>
                  <a:gd name="connsiteX14" fmla="*/ 66596 w 133560"/>
                  <a:gd name="connsiteY14" fmla="*/ 154749 h 154749"/>
                  <a:gd name="connsiteX15" fmla="*/ 16813 w 133560"/>
                  <a:gd name="connsiteY15" fmla="*/ 154749 h 154749"/>
                  <a:gd name="connsiteX16" fmla="*/ 0 w 133560"/>
                  <a:gd name="connsiteY16" fmla="*/ 137936 h 154749"/>
                  <a:gd name="connsiteX17" fmla="*/ 0 w 133560"/>
                  <a:gd name="connsiteY17" fmla="*/ 16813 h 154749"/>
                  <a:gd name="connsiteX18" fmla="*/ 16813 w 133560"/>
                  <a:gd name="connsiteY18" fmla="*/ 0 h 154749"/>
                  <a:gd name="connsiteX19" fmla="*/ 33626 w 133560"/>
                  <a:gd name="connsiteY19" fmla="*/ 16813 h 154749"/>
                  <a:gd name="connsiteX20" fmla="*/ 33626 w 133560"/>
                  <a:gd name="connsiteY20" fmla="*/ 137943 h 154749"/>
                  <a:gd name="connsiteX21" fmla="*/ 16813 w 133560"/>
                  <a:gd name="connsiteY21" fmla="*/ 154749 h 154749"/>
                  <a:gd name="connsiteX22" fmla="*/ 16813 w 133560"/>
                  <a:gd name="connsiteY22" fmla="*/ 11050 h 154749"/>
                  <a:gd name="connsiteX23" fmla="*/ 11050 w 133560"/>
                  <a:gd name="connsiteY23" fmla="*/ 16813 h 154749"/>
                  <a:gd name="connsiteX24" fmla="*/ 11050 w 133560"/>
                  <a:gd name="connsiteY24" fmla="*/ 137943 h 154749"/>
                  <a:gd name="connsiteX25" fmla="*/ 16813 w 133560"/>
                  <a:gd name="connsiteY25" fmla="*/ 143706 h 154749"/>
                  <a:gd name="connsiteX26" fmla="*/ 22576 w 133560"/>
                  <a:gd name="connsiteY26" fmla="*/ 137943 h 154749"/>
                  <a:gd name="connsiteX27" fmla="*/ 22576 w 133560"/>
                  <a:gd name="connsiteY27" fmla="*/ 16813 h 154749"/>
                  <a:gd name="connsiteX28" fmla="*/ 16813 w 133560"/>
                  <a:gd name="connsiteY28" fmla="*/ 11050 h 154749"/>
                  <a:gd name="connsiteX29" fmla="*/ 128025 w 133560"/>
                  <a:gd name="connsiteY29" fmla="*/ 105992 h 154749"/>
                  <a:gd name="connsiteX30" fmla="*/ 122503 w 133560"/>
                  <a:gd name="connsiteY30" fmla="*/ 100470 h 154749"/>
                  <a:gd name="connsiteX31" fmla="*/ 122503 w 133560"/>
                  <a:gd name="connsiteY31" fmla="*/ 75850 h 154749"/>
                  <a:gd name="connsiteX32" fmla="*/ 116740 w 133560"/>
                  <a:gd name="connsiteY32" fmla="*/ 70087 h 154749"/>
                  <a:gd name="connsiteX33" fmla="*/ 110977 w 133560"/>
                  <a:gd name="connsiteY33" fmla="*/ 75850 h 154749"/>
                  <a:gd name="connsiteX34" fmla="*/ 110977 w 133560"/>
                  <a:gd name="connsiteY34" fmla="*/ 90532 h 154749"/>
                  <a:gd name="connsiteX35" fmla="*/ 105370 w 133560"/>
                  <a:gd name="connsiteY35" fmla="*/ 95968 h 154749"/>
                  <a:gd name="connsiteX36" fmla="*/ 99934 w 133560"/>
                  <a:gd name="connsiteY36" fmla="*/ 90532 h 154749"/>
                  <a:gd name="connsiteX37" fmla="*/ 99934 w 133560"/>
                  <a:gd name="connsiteY37" fmla="*/ 75850 h 154749"/>
                  <a:gd name="connsiteX38" fmla="*/ 116747 w 133560"/>
                  <a:gd name="connsiteY38" fmla="*/ 59037 h 154749"/>
                  <a:gd name="connsiteX39" fmla="*/ 133560 w 133560"/>
                  <a:gd name="connsiteY39" fmla="*/ 75850 h 154749"/>
                  <a:gd name="connsiteX40" fmla="*/ 133560 w 133560"/>
                  <a:gd name="connsiteY40" fmla="*/ 100463 h 154749"/>
                  <a:gd name="connsiteX41" fmla="*/ 128025 w 133560"/>
                  <a:gd name="connsiteY41" fmla="*/ 105992 h 154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33560" h="154749">
                    <a:moveTo>
                      <a:pt x="66596" y="154749"/>
                    </a:moveTo>
                    <a:cubicBezTo>
                      <a:pt x="57328" y="154749"/>
                      <a:pt x="49783" y="147210"/>
                      <a:pt x="49783" y="137936"/>
                    </a:cubicBezTo>
                    <a:lnTo>
                      <a:pt x="49783" y="46184"/>
                    </a:lnTo>
                    <a:cubicBezTo>
                      <a:pt x="49783" y="36917"/>
                      <a:pt x="57321" y="29371"/>
                      <a:pt x="66596" y="29371"/>
                    </a:cubicBezTo>
                    <a:cubicBezTo>
                      <a:pt x="75870" y="29371"/>
                      <a:pt x="83409" y="36917"/>
                      <a:pt x="83409" y="46184"/>
                    </a:cubicBezTo>
                    <a:lnTo>
                      <a:pt x="83409" y="100973"/>
                    </a:lnTo>
                    <a:cubicBezTo>
                      <a:pt x="83362" y="104022"/>
                      <a:pt x="80851" y="106456"/>
                      <a:pt x="77801" y="106408"/>
                    </a:cubicBezTo>
                    <a:cubicBezTo>
                      <a:pt x="74819" y="106362"/>
                      <a:pt x="72412" y="103955"/>
                      <a:pt x="72366" y="100973"/>
                    </a:cubicBezTo>
                    <a:lnTo>
                      <a:pt x="72366" y="46184"/>
                    </a:lnTo>
                    <a:cubicBezTo>
                      <a:pt x="72366" y="43008"/>
                      <a:pt x="69779" y="40421"/>
                      <a:pt x="66603" y="40421"/>
                    </a:cubicBezTo>
                    <a:cubicBezTo>
                      <a:pt x="63426" y="40421"/>
                      <a:pt x="60840" y="43008"/>
                      <a:pt x="60840" y="46184"/>
                    </a:cubicBezTo>
                    <a:lnTo>
                      <a:pt x="60840" y="137936"/>
                    </a:lnTo>
                    <a:cubicBezTo>
                      <a:pt x="60840" y="141112"/>
                      <a:pt x="63426" y="143699"/>
                      <a:pt x="66603" y="143699"/>
                    </a:cubicBezTo>
                    <a:cubicBezTo>
                      <a:pt x="69652" y="143699"/>
                      <a:pt x="72124" y="146172"/>
                      <a:pt x="72124" y="149221"/>
                    </a:cubicBezTo>
                    <a:cubicBezTo>
                      <a:pt x="72124" y="152277"/>
                      <a:pt x="69652" y="154749"/>
                      <a:pt x="66596" y="154749"/>
                    </a:cubicBezTo>
                    <a:close/>
                    <a:moveTo>
                      <a:pt x="16813" y="154749"/>
                    </a:moveTo>
                    <a:cubicBezTo>
                      <a:pt x="7545" y="154749"/>
                      <a:pt x="0" y="147210"/>
                      <a:pt x="0" y="137936"/>
                    </a:cubicBezTo>
                    <a:lnTo>
                      <a:pt x="0" y="16813"/>
                    </a:lnTo>
                    <a:cubicBezTo>
                      <a:pt x="0" y="7545"/>
                      <a:pt x="7539" y="0"/>
                      <a:pt x="16813" y="0"/>
                    </a:cubicBezTo>
                    <a:cubicBezTo>
                      <a:pt x="26088" y="0"/>
                      <a:pt x="33626" y="7539"/>
                      <a:pt x="33626" y="16813"/>
                    </a:cubicBezTo>
                    <a:lnTo>
                      <a:pt x="33626" y="137943"/>
                    </a:lnTo>
                    <a:cubicBezTo>
                      <a:pt x="33620" y="147210"/>
                      <a:pt x="26081" y="154749"/>
                      <a:pt x="16813" y="154749"/>
                    </a:cubicBezTo>
                    <a:close/>
                    <a:moveTo>
                      <a:pt x="16813" y="11050"/>
                    </a:moveTo>
                    <a:cubicBezTo>
                      <a:pt x="13637" y="11050"/>
                      <a:pt x="11050" y="13637"/>
                      <a:pt x="11050" y="16813"/>
                    </a:cubicBezTo>
                    <a:lnTo>
                      <a:pt x="11050" y="137943"/>
                    </a:lnTo>
                    <a:cubicBezTo>
                      <a:pt x="11050" y="141119"/>
                      <a:pt x="13637" y="143706"/>
                      <a:pt x="16813" y="143706"/>
                    </a:cubicBezTo>
                    <a:cubicBezTo>
                      <a:pt x="19989" y="143706"/>
                      <a:pt x="22576" y="141119"/>
                      <a:pt x="22576" y="137943"/>
                    </a:cubicBezTo>
                    <a:lnTo>
                      <a:pt x="22576" y="16813"/>
                    </a:lnTo>
                    <a:cubicBezTo>
                      <a:pt x="22569" y="13637"/>
                      <a:pt x="19989" y="11050"/>
                      <a:pt x="16813" y="11050"/>
                    </a:cubicBezTo>
                    <a:close/>
                    <a:moveTo>
                      <a:pt x="128025" y="105992"/>
                    </a:moveTo>
                    <a:cubicBezTo>
                      <a:pt x="124976" y="105992"/>
                      <a:pt x="122503" y="103519"/>
                      <a:pt x="122503" y="100470"/>
                    </a:cubicBezTo>
                    <a:lnTo>
                      <a:pt x="122503" y="75850"/>
                    </a:lnTo>
                    <a:cubicBezTo>
                      <a:pt x="122503" y="72674"/>
                      <a:pt x="119917" y="70087"/>
                      <a:pt x="116740" y="70087"/>
                    </a:cubicBezTo>
                    <a:cubicBezTo>
                      <a:pt x="113564" y="70087"/>
                      <a:pt x="110977" y="72674"/>
                      <a:pt x="110977" y="75850"/>
                    </a:cubicBezTo>
                    <a:lnTo>
                      <a:pt x="110977" y="90532"/>
                    </a:lnTo>
                    <a:cubicBezTo>
                      <a:pt x="110930" y="93582"/>
                      <a:pt x="108419" y="96016"/>
                      <a:pt x="105370" y="95968"/>
                    </a:cubicBezTo>
                    <a:cubicBezTo>
                      <a:pt x="102387" y="95922"/>
                      <a:pt x="99980" y="93515"/>
                      <a:pt x="99934" y="90532"/>
                    </a:cubicBezTo>
                    <a:lnTo>
                      <a:pt x="99934" y="75850"/>
                    </a:lnTo>
                    <a:cubicBezTo>
                      <a:pt x="99934" y="66582"/>
                      <a:pt x="107473" y="59037"/>
                      <a:pt x="116747" y="59037"/>
                    </a:cubicBezTo>
                    <a:cubicBezTo>
                      <a:pt x="126015" y="59037"/>
                      <a:pt x="133560" y="66576"/>
                      <a:pt x="133560" y="75850"/>
                    </a:cubicBezTo>
                    <a:lnTo>
                      <a:pt x="133560" y="100463"/>
                    </a:lnTo>
                    <a:cubicBezTo>
                      <a:pt x="133547" y="103519"/>
                      <a:pt x="131074" y="105992"/>
                      <a:pt x="128025" y="105992"/>
                    </a:cubicBezTo>
                    <a:close/>
                  </a:path>
                </a:pathLst>
              </a:custGeom>
              <a:grpFill/>
              <a:ln w="195" cap="flat">
                <a:noFill/>
                <a:prstDash val="solid"/>
                <a:miter/>
              </a:ln>
            </p:spPr>
            <p:txBody>
              <a:bodyPr rtlCol="0" anchor="ctr"/>
              <a:lstStyle/>
              <a:p>
                <a:endParaRPr lang="zh-CN" altLang="en-US"/>
              </a:p>
            </p:txBody>
          </p:sp>
          <p:sp>
            <p:nvSpPr>
              <p:cNvPr id="176" name="任意多边形: 形状 175">
                <a:extLst>
                  <a:ext uri="{FF2B5EF4-FFF2-40B4-BE49-F238E27FC236}">
                    <a16:creationId xmlns:a16="http://schemas.microsoft.com/office/drawing/2014/main" id="{175ECBCE-16F2-36FC-D2DA-9B3EAFFB5E0A}"/>
                  </a:ext>
                </a:extLst>
              </p:cNvPr>
              <p:cNvSpPr/>
              <p:nvPr/>
            </p:nvSpPr>
            <p:spPr>
              <a:xfrm>
                <a:off x="6098624" y="4959732"/>
                <a:ext cx="53429" cy="11043"/>
              </a:xfrm>
              <a:custGeom>
                <a:avLst/>
                <a:gdLst>
                  <a:gd name="connsiteX0" fmla="*/ 47908 w 53429"/>
                  <a:gd name="connsiteY0" fmla="*/ 11043 h 11043"/>
                  <a:gd name="connsiteX1" fmla="*/ 5436 w 53429"/>
                  <a:gd name="connsiteY1" fmla="*/ 11043 h 11043"/>
                  <a:gd name="connsiteX2" fmla="*/ 1 w 53429"/>
                  <a:gd name="connsiteY2" fmla="*/ 5436 h 11043"/>
                  <a:gd name="connsiteX3" fmla="*/ 5436 w 53429"/>
                  <a:gd name="connsiteY3" fmla="*/ 0 h 11043"/>
                  <a:gd name="connsiteX4" fmla="*/ 47908 w 53429"/>
                  <a:gd name="connsiteY4" fmla="*/ 0 h 11043"/>
                  <a:gd name="connsiteX5" fmla="*/ 53430 w 53429"/>
                  <a:gd name="connsiteY5" fmla="*/ 5522 h 11043"/>
                  <a:gd name="connsiteX6" fmla="*/ 47908 w 53429"/>
                  <a:gd name="connsiteY6" fmla="*/ 11043 h 11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429" h="11043">
                    <a:moveTo>
                      <a:pt x="47908" y="11043"/>
                    </a:moveTo>
                    <a:lnTo>
                      <a:pt x="5436" y="11043"/>
                    </a:lnTo>
                    <a:cubicBezTo>
                      <a:pt x="2387" y="10996"/>
                      <a:pt x="-47" y="8485"/>
                      <a:pt x="1" y="5436"/>
                    </a:cubicBezTo>
                    <a:cubicBezTo>
                      <a:pt x="47" y="2453"/>
                      <a:pt x="2454" y="46"/>
                      <a:pt x="5436" y="0"/>
                    </a:cubicBezTo>
                    <a:lnTo>
                      <a:pt x="47908" y="0"/>
                    </a:lnTo>
                    <a:cubicBezTo>
                      <a:pt x="50957" y="0"/>
                      <a:pt x="53430" y="2473"/>
                      <a:pt x="53430" y="5522"/>
                    </a:cubicBezTo>
                    <a:cubicBezTo>
                      <a:pt x="53430" y="8571"/>
                      <a:pt x="50964" y="11043"/>
                      <a:pt x="47908" y="11043"/>
                    </a:cubicBezTo>
                    <a:close/>
                  </a:path>
                </a:pathLst>
              </a:custGeom>
              <a:grpFill/>
              <a:ln w="195" cap="flat">
                <a:noFill/>
                <a:prstDash val="solid"/>
                <a:miter/>
              </a:ln>
            </p:spPr>
            <p:txBody>
              <a:bodyPr rtlCol="0" anchor="ctr"/>
              <a:lstStyle/>
              <a:p>
                <a:endParaRPr lang="zh-CN" altLang="en-US"/>
              </a:p>
            </p:txBody>
          </p:sp>
          <p:sp>
            <p:nvSpPr>
              <p:cNvPr id="177" name="任意多边形: 形状 176">
                <a:extLst>
                  <a:ext uri="{FF2B5EF4-FFF2-40B4-BE49-F238E27FC236}">
                    <a16:creationId xmlns:a16="http://schemas.microsoft.com/office/drawing/2014/main" id="{6CC0F805-60F3-D58A-5BCB-0FD55C9B43F6}"/>
                  </a:ext>
                </a:extLst>
              </p:cNvPr>
              <p:cNvSpPr/>
              <p:nvPr/>
            </p:nvSpPr>
            <p:spPr>
              <a:xfrm>
                <a:off x="6119782" y="4938582"/>
                <a:ext cx="11043" cy="53429"/>
              </a:xfrm>
              <a:custGeom>
                <a:avLst/>
                <a:gdLst>
                  <a:gd name="connsiteX0" fmla="*/ 5522 w 11043"/>
                  <a:gd name="connsiteY0" fmla="*/ 53430 h 53429"/>
                  <a:gd name="connsiteX1" fmla="*/ 0 w 11043"/>
                  <a:gd name="connsiteY1" fmla="*/ 47908 h 53429"/>
                  <a:gd name="connsiteX2" fmla="*/ 0 w 11043"/>
                  <a:gd name="connsiteY2" fmla="*/ 5436 h 53429"/>
                  <a:gd name="connsiteX3" fmla="*/ 5608 w 11043"/>
                  <a:gd name="connsiteY3" fmla="*/ 1 h 53429"/>
                  <a:gd name="connsiteX4" fmla="*/ 11043 w 11043"/>
                  <a:gd name="connsiteY4" fmla="*/ 5436 h 53429"/>
                  <a:gd name="connsiteX5" fmla="*/ 11043 w 11043"/>
                  <a:gd name="connsiteY5" fmla="*/ 47908 h 53429"/>
                  <a:gd name="connsiteX6" fmla="*/ 5522 w 11043"/>
                  <a:gd name="connsiteY6" fmla="*/ 53430 h 5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43" h="53429">
                    <a:moveTo>
                      <a:pt x="5522" y="53430"/>
                    </a:moveTo>
                    <a:cubicBezTo>
                      <a:pt x="2473" y="53430"/>
                      <a:pt x="0" y="50957"/>
                      <a:pt x="0" y="47908"/>
                    </a:cubicBezTo>
                    <a:lnTo>
                      <a:pt x="0" y="5436"/>
                    </a:lnTo>
                    <a:cubicBezTo>
                      <a:pt x="48" y="2387"/>
                      <a:pt x="2558" y="-47"/>
                      <a:pt x="5608" y="1"/>
                    </a:cubicBezTo>
                    <a:cubicBezTo>
                      <a:pt x="8590" y="47"/>
                      <a:pt x="10997" y="2454"/>
                      <a:pt x="11043" y="5436"/>
                    </a:cubicBezTo>
                    <a:lnTo>
                      <a:pt x="11043" y="47908"/>
                    </a:lnTo>
                    <a:cubicBezTo>
                      <a:pt x="11043" y="50957"/>
                      <a:pt x="8571" y="53430"/>
                      <a:pt x="5522" y="53430"/>
                    </a:cubicBezTo>
                    <a:close/>
                  </a:path>
                </a:pathLst>
              </a:custGeom>
              <a:grpFill/>
              <a:ln w="195" cap="flat">
                <a:noFill/>
                <a:prstDash val="solid"/>
                <a:miter/>
              </a:ln>
            </p:spPr>
            <p:txBody>
              <a:bodyPr rtlCol="0" anchor="ctr"/>
              <a:lstStyle/>
              <a:p>
                <a:endParaRPr lang="zh-CN" altLang="en-US"/>
              </a:p>
            </p:txBody>
          </p:sp>
        </p:grpSp>
        <p:grpSp>
          <p:nvGrpSpPr>
            <p:cNvPr id="178" name="组合 177">
              <a:extLst>
                <a:ext uri="{FF2B5EF4-FFF2-40B4-BE49-F238E27FC236}">
                  <a16:creationId xmlns:a16="http://schemas.microsoft.com/office/drawing/2014/main" id="{25AF239B-66CD-E031-D4B9-7596E7CDA3EE}"/>
                </a:ext>
              </a:extLst>
            </p:cNvPr>
            <p:cNvGrpSpPr/>
            <p:nvPr/>
          </p:nvGrpSpPr>
          <p:grpSpPr>
            <a:xfrm>
              <a:off x="6917919" y="3346257"/>
              <a:ext cx="225734" cy="230838"/>
              <a:chOff x="7549463" y="6085985"/>
              <a:chExt cx="155888" cy="159413"/>
            </a:xfrm>
            <a:solidFill>
              <a:schemeClr val="tx1"/>
            </a:solidFill>
          </p:grpSpPr>
          <p:sp>
            <p:nvSpPr>
              <p:cNvPr id="179" name="任意多边形: 形状 178">
                <a:extLst>
                  <a:ext uri="{FF2B5EF4-FFF2-40B4-BE49-F238E27FC236}">
                    <a16:creationId xmlns:a16="http://schemas.microsoft.com/office/drawing/2014/main" id="{2656CFC8-69F2-962F-EE45-ACBCFBE75E75}"/>
                  </a:ext>
                </a:extLst>
              </p:cNvPr>
              <p:cNvSpPr/>
              <p:nvPr/>
            </p:nvSpPr>
            <p:spPr>
              <a:xfrm>
                <a:off x="7549463" y="6085985"/>
                <a:ext cx="137021" cy="122420"/>
              </a:xfrm>
              <a:custGeom>
                <a:avLst/>
                <a:gdLst>
                  <a:gd name="connsiteX0" fmla="*/ 68511 w 137021"/>
                  <a:gd name="connsiteY0" fmla="*/ 59804 h 122420"/>
                  <a:gd name="connsiteX1" fmla="*/ 21741 w 137021"/>
                  <a:gd name="connsiteY1" fmla="*/ 52143 h 122420"/>
                  <a:gd name="connsiteX2" fmla="*/ 6565 w 137021"/>
                  <a:gd name="connsiteY2" fmla="*/ 43226 h 122420"/>
                  <a:gd name="connsiteX3" fmla="*/ 0 w 137021"/>
                  <a:gd name="connsiteY3" fmla="*/ 29902 h 122420"/>
                  <a:gd name="connsiteX4" fmla="*/ 6565 w 137021"/>
                  <a:gd name="connsiteY4" fmla="*/ 16577 h 122420"/>
                  <a:gd name="connsiteX5" fmla="*/ 21741 w 137021"/>
                  <a:gd name="connsiteY5" fmla="*/ 7660 h 122420"/>
                  <a:gd name="connsiteX6" fmla="*/ 68511 w 137021"/>
                  <a:gd name="connsiteY6" fmla="*/ 0 h 122420"/>
                  <a:gd name="connsiteX7" fmla="*/ 115280 w 137021"/>
                  <a:gd name="connsiteY7" fmla="*/ 7660 h 122420"/>
                  <a:gd name="connsiteX8" fmla="*/ 130456 w 137021"/>
                  <a:gd name="connsiteY8" fmla="*/ 16577 h 122420"/>
                  <a:gd name="connsiteX9" fmla="*/ 137021 w 137021"/>
                  <a:gd name="connsiteY9" fmla="*/ 29902 h 122420"/>
                  <a:gd name="connsiteX10" fmla="*/ 130456 w 137021"/>
                  <a:gd name="connsiteY10" fmla="*/ 43226 h 122420"/>
                  <a:gd name="connsiteX11" fmla="*/ 115280 w 137021"/>
                  <a:gd name="connsiteY11" fmla="*/ 52143 h 122420"/>
                  <a:gd name="connsiteX12" fmla="*/ 68511 w 137021"/>
                  <a:gd name="connsiteY12" fmla="*/ 59804 h 122420"/>
                  <a:gd name="connsiteX13" fmla="*/ 68511 w 137021"/>
                  <a:gd name="connsiteY13" fmla="*/ 9816 h 122420"/>
                  <a:gd name="connsiteX14" fmla="*/ 25331 w 137021"/>
                  <a:gd name="connsiteY14" fmla="*/ 16797 h 122420"/>
                  <a:gd name="connsiteX15" fmla="*/ 9816 w 137021"/>
                  <a:gd name="connsiteY15" fmla="*/ 29902 h 122420"/>
                  <a:gd name="connsiteX16" fmla="*/ 25331 w 137021"/>
                  <a:gd name="connsiteY16" fmla="*/ 43006 h 122420"/>
                  <a:gd name="connsiteX17" fmla="*/ 68511 w 137021"/>
                  <a:gd name="connsiteY17" fmla="*/ 49988 h 122420"/>
                  <a:gd name="connsiteX18" fmla="*/ 111690 w 137021"/>
                  <a:gd name="connsiteY18" fmla="*/ 43006 h 122420"/>
                  <a:gd name="connsiteX19" fmla="*/ 127205 w 137021"/>
                  <a:gd name="connsiteY19" fmla="*/ 29902 h 122420"/>
                  <a:gd name="connsiteX20" fmla="*/ 111690 w 137021"/>
                  <a:gd name="connsiteY20" fmla="*/ 16797 h 122420"/>
                  <a:gd name="connsiteX21" fmla="*/ 68511 w 137021"/>
                  <a:gd name="connsiteY21" fmla="*/ 9816 h 122420"/>
                  <a:gd name="connsiteX22" fmla="*/ 68511 w 137021"/>
                  <a:gd name="connsiteY22" fmla="*/ 90634 h 122420"/>
                  <a:gd name="connsiteX23" fmla="*/ 21741 w 137021"/>
                  <a:gd name="connsiteY23" fmla="*/ 82974 h 122420"/>
                  <a:gd name="connsiteX24" fmla="*/ 6565 w 137021"/>
                  <a:gd name="connsiteY24" fmla="*/ 74057 h 122420"/>
                  <a:gd name="connsiteX25" fmla="*/ 0 w 137021"/>
                  <a:gd name="connsiteY25" fmla="*/ 60732 h 122420"/>
                  <a:gd name="connsiteX26" fmla="*/ 4908 w 137021"/>
                  <a:gd name="connsiteY26" fmla="*/ 55824 h 122420"/>
                  <a:gd name="connsiteX27" fmla="*/ 9816 w 137021"/>
                  <a:gd name="connsiteY27" fmla="*/ 60732 h 122420"/>
                  <a:gd name="connsiteX28" fmla="*/ 25331 w 137021"/>
                  <a:gd name="connsiteY28" fmla="*/ 73837 h 122420"/>
                  <a:gd name="connsiteX29" fmla="*/ 68511 w 137021"/>
                  <a:gd name="connsiteY29" fmla="*/ 80818 h 122420"/>
                  <a:gd name="connsiteX30" fmla="*/ 87039 w 137021"/>
                  <a:gd name="connsiteY30" fmla="*/ 79705 h 122420"/>
                  <a:gd name="connsiteX31" fmla="*/ 92513 w 137021"/>
                  <a:gd name="connsiteY31" fmla="*/ 83973 h 122420"/>
                  <a:gd name="connsiteX32" fmla="*/ 88245 w 137021"/>
                  <a:gd name="connsiteY32" fmla="*/ 89446 h 122420"/>
                  <a:gd name="connsiteX33" fmla="*/ 68511 w 137021"/>
                  <a:gd name="connsiteY33" fmla="*/ 90634 h 122420"/>
                  <a:gd name="connsiteX34" fmla="*/ 68511 w 137021"/>
                  <a:gd name="connsiteY34" fmla="*/ 122421 h 122420"/>
                  <a:gd name="connsiteX35" fmla="*/ 21741 w 137021"/>
                  <a:gd name="connsiteY35" fmla="*/ 114760 h 122420"/>
                  <a:gd name="connsiteX36" fmla="*/ 6565 w 137021"/>
                  <a:gd name="connsiteY36" fmla="*/ 105843 h 122420"/>
                  <a:gd name="connsiteX37" fmla="*/ 0 w 137021"/>
                  <a:gd name="connsiteY37" fmla="*/ 92519 h 122420"/>
                  <a:gd name="connsiteX38" fmla="*/ 4908 w 137021"/>
                  <a:gd name="connsiteY38" fmla="*/ 87611 h 122420"/>
                  <a:gd name="connsiteX39" fmla="*/ 9816 w 137021"/>
                  <a:gd name="connsiteY39" fmla="*/ 92519 h 122420"/>
                  <a:gd name="connsiteX40" fmla="*/ 25331 w 137021"/>
                  <a:gd name="connsiteY40" fmla="*/ 105623 h 122420"/>
                  <a:gd name="connsiteX41" fmla="*/ 68511 w 137021"/>
                  <a:gd name="connsiteY41" fmla="*/ 112605 h 122420"/>
                  <a:gd name="connsiteX42" fmla="*/ 73419 w 137021"/>
                  <a:gd name="connsiteY42" fmla="*/ 117513 h 122420"/>
                  <a:gd name="connsiteX43" fmla="*/ 68511 w 137021"/>
                  <a:gd name="connsiteY43" fmla="*/ 122421 h 122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37021" h="122420">
                    <a:moveTo>
                      <a:pt x="68511" y="59804"/>
                    </a:moveTo>
                    <a:cubicBezTo>
                      <a:pt x="50922" y="59804"/>
                      <a:pt x="34313" y="57083"/>
                      <a:pt x="21741" y="52143"/>
                    </a:cubicBezTo>
                    <a:cubicBezTo>
                      <a:pt x="15325" y="49622"/>
                      <a:pt x="10221" y="46623"/>
                      <a:pt x="6565" y="43226"/>
                    </a:cubicBezTo>
                    <a:cubicBezTo>
                      <a:pt x="3569" y="40444"/>
                      <a:pt x="0" y="35872"/>
                      <a:pt x="0" y="29902"/>
                    </a:cubicBezTo>
                    <a:cubicBezTo>
                      <a:pt x="0" y="26606"/>
                      <a:pt x="1139" y="21619"/>
                      <a:pt x="6565" y="16577"/>
                    </a:cubicBezTo>
                    <a:cubicBezTo>
                      <a:pt x="10221" y="13181"/>
                      <a:pt x="15327" y="10181"/>
                      <a:pt x="21741" y="7660"/>
                    </a:cubicBezTo>
                    <a:cubicBezTo>
                      <a:pt x="34311" y="2721"/>
                      <a:pt x="50922" y="0"/>
                      <a:pt x="68511" y="0"/>
                    </a:cubicBezTo>
                    <a:cubicBezTo>
                      <a:pt x="86099" y="0"/>
                      <a:pt x="102708" y="2721"/>
                      <a:pt x="115280" y="7660"/>
                    </a:cubicBezTo>
                    <a:cubicBezTo>
                      <a:pt x="121696" y="10181"/>
                      <a:pt x="126801" y="13181"/>
                      <a:pt x="130456" y="16577"/>
                    </a:cubicBezTo>
                    <a:cubicBezTo>
                      <a:pt x="133452" y="19359"/>
                      <a:pt x="137021" y="23932"/>
                      <a:pt x="137021" y="29902"/>
                    </a:cubicBezTo>
                    <a:cubicBezTo>
                      <a:pt x="137021" y="33198"/>
                      <a:pt x="135883" y="38185"/>
                      <a:pt x="130456" y="43226"/>
                    </a:cubicBezTo>
                    <a:cubicBezTo>
                      <a:pt x="126801" y="46623"/>
                      <a:pt x="121694" y="49622"/>
                      <a:pt x="115280" y="52143"/>
                    </a:cubicBezTo>
                    <a:cubicBezTo>
                      <a:pt x="102710" y="57083"/>
                      <a:pt x="86099" y="59804"/>
                      <a:pt x="68511" y="59804"/>
                    </a:cubicBezTo>
                    <a:close/>
                    <a:moveTo>
                      <a:pt x="68511" y="9816"/>
                    </a:moveTo>
                    <a:cubicBezTo>
                      <a:pt x="52122" y="9816"/>
                      <a:pt x="36787" y="12296"/>
                      <a:pt x="25331" y="16797"/>
                    </a:cubicBezTo>
                    <a:cubicBezTo>
                      <a:pt x="15761" y="20559"/>
                      <a:pt x="9816" y="25579"/>
                      <a:pt x="9816" y="29902"/>
                    </a:cubicBezTo>
                    <a:cubicBezTo>
                      <a:pt x="9816" y="34225"/>
                      <a:pt x="15761" y="39247"/>
                      <a:pt x="25331" y="43006"/>
                    </a:cubicBezTo>
                    <a:cubicBezTo>
                      <a:pt x="36787" y="47508"/>
                      <a:pt x="52122" y="49988"/>
                      <a:pt x="68511" y="49988"/>
                    </a:cubicBezTo>
                    <a:cubicBezTo>
                      <a:pt x="84900" y="49988"/>
                      <a:pt x="100234" y="47508"/>
                      <a:pt x="111690" y="43006"/>
                    </a:cubicBezTo>
                    <a:cubicBezTo>
                      <a:pt x="121260" y="39245"/>
                      <a:pt x="127205" y="34225"/>
                      <a:pt x="127205" y="29902"/>
                    </a:cubicBezTo>
                    <a:cubicBezTo>
                      <a:pt x="127205" y="25579"/>
                      <a:pt x="121260" y="20557"/>
                      <a:pt x="111690" y="16797"/>
                    </a:cubicBezTo>
                    <a:cubicBezTo>
                      <a:pt x="100234" y="12296"/>
                      <a:pt x="84900" y="9816"/>
                      <a:pt x="68511" y="9816"/>
                    </a:cubicBezTo>
                    <a:close/>
                    <a:moveTo>
                      <a:pt x="68511" y="90634"/>
                    </a:moveTo>
                    <a:cubicBezTo>
                      <a:pt x="50922" y="90634"/>
                      <a:pt x="34313" y="87913"/>
                      <a:pt x="21741" y="82974"/>
                    </a:cubicBezTo>
                    <a:cubicBezTo>
                      <a:pt x="15325" y="80453"/>
                      <a:pt x="10221" y="77453"/>
                      <a:pt x="6565" y="74057"/>
                    </a:cubicBezTo>
                    <a:cubicBezTo>
                      <a:pt x="3569" y="71275"/>
                      <a:pt x="0" y="66702"/>
                      <a:pt x="0" y="60732"/>
                    </a:cubicBezTo>
                    <a:cubicBezTo>
                      <a:pt x="0" y="58021"/>
                      <a:pt x="2197" y="55824"/>
                      <a:pt x="4908" y="55824"/>
                    </a:cubicBezTo>
                    <a:cubicBezTo>
                      <a:pt x="7619" y="55824"/>
                      <a:pt x="9816" y="58021"/>
                      <a:pt x="9816" y="60732"/>
                    </a:cubicBezTo>
                    <a:cubicBezTo>
                      <a:pt x="9816" y="65055"/>
                      <a:pt x="15761" y="70077"/>
                      <a:pt x="25331" y="73837"/>
                    </a:cubicBezTo>
                    <a:cubicBezTo>
                      <a:pt x="36787" y="78340"/>
                      <a:pt x="52122" y="80818"/>
                      <a:pt x="68511" y="80818"/>
                    </a:cubicBezTo>
                    <a:cubicBezTo>
                      <a:pt x="74836" y="80818"/>
                      <a:pt x="81071" y="80443"/>
                      <a:pt x="87039" y="79705"/>
                    </a:cubicBezTo>
                    <a:cubicBezTo>
                      <a:pt x="89729" y="79371"/>
                      <a:pt x="92181" y="81283"/>
                      <a:pt x="92513" y="83973"/>
                    </a:cubicBezTo>
                    <a:cubicBezTo>
                      <a:pt x="92847" y="86663"/>
                      <a:pt x="90935" y="89115"/>
                      <a:pt x="88245" y="89446"/>
                    </a:cubicBezTo>
                    <a:cubicBezTo>
                      <a:pt x="81878" y="90236"/>
                      <a:pt x="75239" y="90634"/>
                      <a:pt x="68511" y="90634"/>
                    </a:cubicBezTo>
                    <a:close/>
                    <a:moveTo>
                      <a:pt x="68511" y="122421"/>
                    </a:moveTo>
                    <a:cubicBezTo>
                      <a:pt x="50922" y="122421"/>
                      <a:pt x="34313" y="119700"/>
                      <a:pt x="21741" y="114760"/>
                    </a:cubicBezTo>
                    <a:cubicBezTo>
                      <a:pt x="15325" y="112239"/>
                      <a:pt x="10221" y="109240"/>
                      <a:pt x="6565" y="105843"/>
                    </a:cubicBezTo>
                    <a:cubicBezTo>
                      <a:pt x="3569" y="103061"/>
                      <a:pt x="0" y="98489"/>
                      <a:pt x="0" y="92519"/>
                    </a:cubicBezTo>
                    <a:cubicBezTo>
                      <a:pt x="0" y="89808"/>
                      <a:pt x="2197" y="87611"/>
                      <a:pt x="4908" y="87611"/>
                    </a:cubicBezTo>
                    <a:cubicBezTo>
                      <a:pt x="7619" y="87611"/>
                      <a:pt x="9816" y="89808"/>
                      <a:pt x="9816" y="92519"/>
                    </a:cubicBezTo>
                    <a:cubicBezTo>
                      <a:pt x="9816" y="96842"/>
                      <a:pt x="15761" y="101864"/>
                      <a:pt x="25331" y="105623"/>
                    </a:cubicBezTo>
                    <a:cubicBezTo>
                      <a:pt x="36787" y="110125"/>
                      <a:pt x="52122" y="112605"/>
                      <a:pt x="68511" y="112605"/>
                    </a:cubicBezTo>
                    <a:cubicBezTo>
                      <a:pt x="71222" y="112605"/>
                      <a:pt x="73419" y="114801"/>
                      <a:pt x="73419" y="117513"/>
                    </a:cubicBezTo>
                    <a:cubicBezTo>
                      <a:pt x="73419" y="120224"/>
                      <a:pt x="71222" y="122421"/>
                      <a:pt x="68511" y="122421"/>
                    </a:cubicBezTo>
                    <a:close/>
                  </a:path>
                </a:pathLst>
              </a:custGeom>
              <a:grpFill/>
              <a:ln w="195" cap="flat">
                <a:solidFill>
                  <a:schemeClr val="tx1"/>
                </a:solidFill>
                <a:prstDash val="solid"/>
                <a:miter/>
              </a:ln>
            </p:spPr>
            <p:txBody>
              <a:bodyPr rtlCol="0" anchor="ctr"/>
              <a:lstStyle/>
              <a:p>
                <a:endParaRPr lang="zh-CN" altLang="en-US"/>
              </a:p>
            </p:txBody>
          </p:sp>
          <p:sp>
            <p:nvSpPr>
              <p:cNvPr id="180" name="任意多边形: 形状 179">
                <a:extLst>
                  <a:ext uri="{FF2B5EF4-FFF2-40B4-BE49-F238E27FC236}">
                    <a16:creationId xmlns:a16="http://schemas.microsoft.com/office/drawing/2014/main" id="{FEC1B79D-91CD-2753-92C9-E13802E099D4}"/>
                  </a:ext>
                </a:extLst>
              </p:cNvPr>
              <p:cNvSpPr/>
              <p:nvPr/>
            </p:nvSpPr>
            <p:spPr>
              <a:xfrm>
                <a:off x="7549463" y="6085985"/>
                <a:ext cx="137021" cy="155948"/>
              </a:xfrm>
              <a:custGeom>
                <a:avLst/>
                <a:gdLst>
                  <a:gd name="connsiteX0" fmla="*/ 61849 w 137021"/>
                  <a:gd name="connsiteY0" fmla="*/ 155949 h 155948"/>
                  <a:gd name="connsiteX1" fmla="*/ 61645 w 137021"/>
                  <a:gd name="connsiteY1" fmla="*/ 155945 h 155948"/>
                  <a:gd name="connsiteX2" fmla="*/ 19428 w 137021"/>
                  <a:gd name="connsiteY2" fmla="*/ 147469 h 155948"/>
                  <a:gd name="connsiteX3" fmla="*/ 5839 w 137021"/>
                  <a:gd name="connsiteY3" fmla="*/ 138808 h 155948"/>
                  <a:gd name="connsiteX4" fmla="*/ 0 w 137021"/>
                  <a:gd name="connsiteY4" fmla="*/ 126184 h 155948"/>
                  <a:gd name="connsiteX5" fmla="*/ 0 w 137021"/>
                  <a:gd name="connsiteY5" fmla="*/ 29902 h 155948"/>
                  <a:gd name="connsiteX6" fmla="*/ 6565 w 137021"/>
                  <a:gd name="connsiteY6" fmla="*/ 16577 h 155948"/>
                  <a:gd name="connsiteX7" fmla="*/ 21741 w 137021"/>
                  <a:gd name="connsiteY7" fmla="*/ 7660 h 155948"/>
                  <a:gd name="connsiteX8" fmla="*/ 68511 w 137021"/>
                  <a:gd name="connsiteY8" fmla="*/ 0 h 155948"/>
                  <a:gd name="connsiteX9" fmla="*/ 115280 w 137021"/>
                  <a:gd name="connsiteY9" fmla="*/ 7660 h 155948"/>
                  <a:gd name="connsiteX10" fmla="*/ 130456 w 137021"/>
                  <a:gd name="connsiteY10" fmla="*/ 16577 h 155948"/>
                  <a:gd name="connsiteX11" fmla="*/ 137021 w 137021"/>
                  <a:gd name="connsiteY11" fmla="*/ 29902 h 155948"/>
                  <a:gd name="connsiteX12" fmla="*/ 137021 w 137021"/>
                  <a:gd name="connsiteY12" fmla="*/ 73230 h 155948"/>
                  <a:gd name="connsiteX13" fmla="*/ 132113 w 137021"/>
                  <a:gd name="connsiteY13" fmla="*/ 78138 h 155948"/>
                  <a:gd name="connsiteX14" fmla="*/ 127205 w 137021"/>
                  <a:gd name="connsiteY14" fmla="*/ 73230 h 155948"/>
                  <a:gd name="connsiteX15" fmla="*/ 127205 w 137021"/>
                  <a:gd name="connsiteY15" fmla="*/ 29902 h 155948"/>
                  <a:gd name="connsiteX16" fmla="*/ 111690 w 137021"/>
                  <a:gd name="connsiteY16" fmla="*/ 16797 h 155948"/>
                  <a:gd name="connsiteX17" fmla="*/ 68511 w 137021"/>
                  <a:gd name="connsiteY17" fmla="*/ 9816 h 155948"/>
                  <a:gd name="connsiteX18" fmla="*/ 25331 w 137021"/>
                  <a:gd name="connsiteY18" fmla="*/ 16797 h 155948"/>
                  <a:gd name="connsiteX19" fmla="*/ 9816 w 137021"/>
                  <a:gd name="connsiteY19" fmla="*/ 29902 h 155948"/>
                  <a:gd name="connsiteX20" fmla="*/ 9816 w 137021"/>
                  <a:gd name="connsiteY20" fmla="*/ 126184 h 155948"/>
                  <a:gd name="connsiteX21" fmla="*/ 23331 w 137021"/>
                  <a:gd name="connsiteY21" fmla="*/ 138464 h 155948"/>
                  <a:gd name="connsiteX22" fmla="*/ 62046 w 137021"/>
                  <a:gd name="connsiteY22" fmla="*/ 146138 h 155948"/>
                  <a:gd name="connsiteX23" fmla="*/ 66750 w 137021"/>
                  <a:gd name="connsiteY23" fmla="*/ 151243 h 155948"/>
                  <a:gd name="connsiteX24" fmla="*/ 61849 w 137021"/>
                  <a:gd name="connsiteY24" fmla="*/ 155949 h 155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7021" h="155948">
                    <a:moveTo>
                      <a:pt x="61849" y="155949"/>
                    </a:moveTo>
                    <a:cubicBezTo>
                      <a:pt x="61781" y="155949"/>
                      <a:pt x="61714" y="155947"/>
                      <a:pt x="61645" y="155945"/>
                    </a:cubicBezTo>
                    <a:cubicBezTo>
                      <a:pt x="45508" y="155285"/>
                      <a:pt x="30514" y="152273"/>
                      <a:pt x="19428" y="147469"/>
                    </a:cubicBezTo>
                    <a:cubicBezTo>
                      <a:pt x="13668" y="144972"/>
                      <a:pt x="9096" y="142059"/>
                      <a:pt x="5839" y="138808"/>
                    </a:cubicBezTo>
                    <a:cubicBezTo>
                      <a:pt x="2020" y="134995"/>
                      <a:pt x="0" y="130629"/>
                      <a:pt x="0" y="126184"/>
                    </a:cubicBezTo>
                    <a:lnTo>
                      <a:pt x="0" y="29902"/>
                    </a:lnTo>
                    <a:cubicBezTo>
                      <a:pt x="0" y="26606"/>
                      <a:pt x="1139" y="21619"/>
                      <a:pt x="6565" y="16577"/>
                    </a:cubicBezTo>
                    <a:cubicBezTo>
                      <a:pt x="10221" y="13181"/>
                      <a:pt x="15327" y="10181"/>
                      <a:pt x="21741" y="7660"/>
                    </a:cubicBezTo>
                    <a:cubicBezTo>
                      <a:pt x="34311" y="2721"/>
                      <a:pt x="50922" y="0"/>
                      <a:pt x="68511" y="0"/>
                    </a:cubicBezTo>
                    <a:cubicBezTo>
                      <a:pt x="86099" y="0"/>
                      <a:pt x="102708" y="2721"/>
                      <a:pt x="115280" y="7660"/>
                    </a:cubicBezTo>
                    <a:cubicBezTo>
                      <a:pt x="121696" y="10181"/>
                      <a:pt x="126801" y="13181"/>
                      <a:pt x="130456" y="16577"/>
                    </a:cubicBezTo>
                    <a:cubicBezTo>
                      <a:pt x="133452" y="19359"/>
                      <a:pt x="137021" y="23932"/>
                      <a:pt x="137021" y="29902"/>
                    </a:cubicBezTo>
                    <a:lnTo>
                      <a:pt x="137021" y="73230"/>
                    </a:lnTo>
                    <a:cubicBezTo>
                      <a:pt x="137021" y="75941"/>
                      <a:pt x="134824" y="78138"/>
                      <a:pt x="132113" y="78138"/>
                    </a:cubicBezTo>
                    <a:cubicBezTo>
                      <a:pt x="129402" y="78138"/>
                      <a:pt x="127205" y="75941"/>
                      <a:pt x="127205" y="73230"/>
                    </a:cubicBezTo>
                    <a:lnTo>
                      <a:pt x="127205" y="29902"/>
                    </a:lnTo>
                    <a:cubicBezTo>
                      <a:pt x="127205" y="25579"/>
                      <a:pt x="121260" y="20557"/>
                      <a:pt x="111690" y="16797"/>
                    </a:cubicBezTo>
                    <a:cubicBezTo>
                      <a:pt x="100234" y="12296"/>
                      <a:pt x="84900" y="9816"/>
                      <a:pt x="68511" y="9816"/>
                    </a:cubicBezTo>
                    <a:cubicBezTo>
                      <a:pt x="52122" y="9816"/>
                      <a:pt x="36787" y="12296"/>
                      <a:pt x="25331" y="16797"/>
                    </a:cubicBezTo>
                    <a:cubicBezTo>
                      <a:pt x="15761" y="20559"/>
                      <a:pt x="9816" y="25579"/>
                      <a:pt x="9816" y="29902"/>
                    </a:cubicBezTo>
                    <a:lnTo>
                      <a:pt x="9816" y="126184"/>
                    </a:lnTo>
                    <a:cubicBezTo>
                      <a:pt x="9816" y="130205"/>
                      <a:pt x="14867" y="134795"/>
                      <a:pt x="23331" y="138464"/>
                    </a:cubicBezTo>
                    <a:cubicBezTo>
                      <a:pt x="33337" y="142801"/>
                      <a:pt x="47088" y="145526"/>
                      <a:pt x="62046" y="146138"/>
                    </a:cubicBezTo>
                    <a:cubicBezTo>
                      <a:pt x="64755" y="146248"/>
                      <a:pt x="66860" y="148535"/>
                      <a:pt x="66750" y="151243"/>
                    </a:cubicBezTo>
                    <a:cubicBezTo>
                      <a:pt x="66642" y="153881"/>
                      <a:pt x="64468" y="155949"/>
                      <a:pt x="61849" y="155949"/>
                    </a:cubicBezTo>
                    <a:close/>
                  </a:path>
                </a:pathLst>
              </a:custGeom>
              <a:grpFill/>
              <a:ln w="195" cap="flat">
                <a:solidFill>
                  <a:schemeClr val="tx1"/>
                </a:solidFill>
                <a:prstDash val="solid"/>
                <a:miter/>
              </a:ln>
            </p:spPr>
            <p:txBody>
              <a:bodyPr rtlCol="0" anchor="ctr"/>
              <a:lstStyle/>
              <a:p>
                <a:endParaRPr lang="zh-CN" altLang="en-US"/>
              </a:p>
            </p:txBody>
          </p:sp>
          <p:sp>
            <p:nvSpPr>
              <p:cNvPr id="181" name="任意多边形: 形状 180">
                <a:extLst>
                  <a:ext uri="{FF2B5EF4-FFF2-40B4-BE49-F238E27FC236}">
                    <a16:creationId xmlns:a16="http://schemas.microsoft.com/office/drawing/2014/main" id="{BD101425-759C-D8F0-B1ED-0C1676674541}"/>
                  </a:ext>
                </a:extLst>
              </p:cNvPr>
              <p:cNvSpPr/>
              <p:nvPr/>
            </p:nvSpPr>
            <p:spPr>
              <a:xfrm>
                <a:off x="7626693" y="6166742"/>
                <a:ext cx="78658" cy="78656"/>
              </a:xfrm>
              <a:custGeom>
                <a:avLst/>
                <a:gdLst>
                  <a:gd name="connsiteX0" fmla="*/ 39588 w 78658"/>
                  <a:gd name="connsiteY0" fmla="*/ 24603 h 78656"/>
                  <a:gd name="connsiteX1" fmla="*/ 34680 w 78658"/>
                  <a:gd name="connsiteY1" fmla="*/ 19695 h 78656"/>
                  <a:gd name="connsiteX2" fmla="*/ 34680 w 78658"/>
                  <a:gd name="connsiteY2" fmla="*/ 4908 h 78656"/>
                  <a:gd name="connsiteX3" fmla="*/ 39588 w 78658"/>
                  <a:gd name="connsiteY3" fmla="*/ 0 h 78656"/>
                  <a:gd name="connsiteX4" fmla="*/ 44496 w 78658"/>
                  <a:gd name="connsiteY4" fmla="*/ 4908 h 78656"/>
                  <a:gd name="connsiteX5" fmla="*/ 44496 w 78658"/>
                  <a:gd name="connsiteY5" fmla="*/ 19695 h 78656"/>
                  <a:gd name="connsiteX6" fmla="*/ 39588 w 78658"/>
                  <a:gd name="connsiteY6" fmla="*/ 24603 h 78656"/>
                  <a:gd name="connsiteX7" fmla="*/ 25630 w 78658"/>
                  <a:gd name="connsiteY7" fmla="*/ 30169 h 78656"/>
                  <a:gd name="connsiteX8" fmla="*/ 22159 w 78658"/>
                  <a:gd name="connsiteY8" fmla="*/ 28732 h 78656"/>
                  <a:gd name="connsiteX9" fmla="*/ 11703 w 78658"/>
                  <a:gd name="connsiteY9" fmla="*/ 18276 h 78656"/>
                  <a:gd name="connsiteX10" fmla="*/ 11703 w 78658"/>
                  <a:gd name="connsiteY10" fmla="*/ 11334 h 78656"/>
                  <a:gd name="connsiteX11" fmla="*/ 18645 w 78658"/>
                  <a:gd name="connsiteY11" fmla="*/ 11334 h 78656"/>
                  <a:gd name="connsiteX12" fmla="*/ 29101 w 78658"/>
                  <a:gd name="connsiteY12" fmla="*/ 21790 h 78656"/>
                  <a:gd name="connsiteX13" fmla="*/ 29101 w 78658"/>
                  <a:gd name="connsiteY13" fmla="*/ 28732 h 78656"/>
                  <a:gd name="connsiteX14" fmla="*/ 25630 w 78658"/>
                  <a:gd name="connsiteY14" fmla="*/ 30169 h 78656"/>
                  <a:gd name="connsiteX15" fmla="*/ 19695 w 78658"/>
                  <a:gd name="connsiteY15" fmla="*/ 43976 h 78656"/>
                  <a:gd name="connsiteX16" fmla="*/ 4908 w 78658"/>
                  <a:gd name="connsiteY16" fmla="*/ 43976 h 78656"/>
                  <a:gd name="connsiteX17" fmla="*/ 0 w 78658"/>
                  <a:gd name="connsiteY17" fmla="*/ 39068 h 78656"/>
                  <a:gd name="connsiteX18" fmla="*/ 4908 w 78658"/>
                  <a:gd name="connsiteY18" fmla="*/ 34160 h 78656"/>
                  <a:gd name="connsiteX19" fmla="*/ 19695 w 78658"/>
                  <a:gd name="connsiteY19" fmla="*/ 34160 h 78656"/>
                  <a:gd name="connsiteX20" fmla="*/ 24603 w 78658"/>
                  <a:gd name="connsiteY20" fmla="*/ 39068 h 78656"/>
                  <a:gd name="connsiteX21" fmla="*/ 19695 w 78658"/>
                  <a:gd name="connsiteY21" fmla="*/ 43976 h 78656"/>
                  <a:gd name="connsiteX22" fmla="*/ 14807 w 78658"/>
                  <a:gd name="connsiteY22" fmla="*/ 68391 h 78656"/>
                  <a:gd name="connsiteX23" fmla="*/ 11336 w 78658"/>
                  <a:gd name="connsiteY23" fmla="*/ 66954 h 78656"/>
                  <a:gd name="connsiteX24" fmla="*/ 11336 w 78658"/>
                  <a:gd name="connsiteY24" fmla="*/ 60012 h 78656"/>
                  <a:gd name="connsiteX25" fmla="*/ 21792 w 78658"/>
                  <a:gd name="connsiteY25" fmla="*/ 49556 h 78656"/>
                  <a:gd name="connsiteX26" fmla="*/ 28734 w 78658"/>
                  <a:gd name="connsiteY26" fmla="*/ 49556 h 78656"/>
                  <a:gd name="connsiteX27" fmla="*/ 28734 w 78658"/>
                  <a:gd name="connsiteY27" fmla="*/ 56498 h 78656"/>
                  <a:gd name="connsiteX28" fmla="*/ 18278 w 78658"/>
                  <a:gd name="connsiteY28" fmla="*/ 66954 h 78656"/>
                  <a:gd name="connsiteX29" fmla="*/ 14807 w 78658"/>
                  <a:gd name="connsiteY29" fmla="*/ 68391 h 78656"/>
                  <a:gd name="connsiteX30" fmla="*/ 39070 w 78658"/>
                  <a:gd name="connsiteY30" fmla="*/ 78657 h 78656"/>
                  <a:gd name="connsiteX31" fmla="*/ 34162 w 78658"/>
                  <a:gd name="connsiteY31" fmla="*/ 73748 h 78656"/>
                  <a:gd name="connsiteX32" fmla="*/ 34162 w 78658"/>
                  <a:gd name="connsiteY32" fmla="*/ 58961 h 78656"/>
                  <a:gd name="connsiteX33" fmla="*/ 39070 w 78658"/>
                  <a:gd name="connsiteY33" fmla="*/ 54053 h 78656"/>
                  <a:gd name="connsiteX34" fmla="*/ 43978 w 78658"/>
                  <a:gd name="connsiteY34" fmla="*/ 58961 h 78656"/>
                  <a:gd name="connsiteX35" fmla="*/ 43978 w 78658"/>
                  <a:gd name="connsiteY35" fmla="*/ 73748 h 78656"/>
                  <a:gd name="connsiteX36" fmla="*/ 39070 w 78658"/>
                  <a:gd name="connsiteY36" fmla="*/ 78657 h 78656"/>
                  <a:gd name="connsiteX37" fmla="*/ 63485 w 78658"/>
                  <a:gd name="connsiteY37" fmla="*/ 68758 h 78656"/>
                  <a:gd name="connsiteX38" fmla="*/ 60014 w 78658"/>
                  <a:gd name="connsiteY38" fmla="*/ 67321 h 78656"/>
                  <a:gd name="connsiteX39" fmla="*/ 49558 w 78658"/>
                  <a:gd name="connsiteY39" fmla="*/ 56865 h 78656"/>
                  <a:gd name="connsiteX40" fmla="*/ 49558 w 78658"/>
                  <a:gd name="connsiteY40" fmla="*/ 49923 h 78656"/>
                  <a:gd name="connsiteX41" fmla="*/ 56500 w 78658"/>
                  <a:gd name="connsiteY41" fmla="*/ 49923 h 78656"/>
                  <a:gd name="connsiteX42" fmla="*/ 66956 w 78658"/>
                  <a:gd name="connsiteY42" fmla="*/ 60379 h 78656"/>
                  <a:gd name="connsiteX43" fmla="*/ 66956 w 78658"/>
                  <a:gd name="connsiteY43" fmla="*/ 67321 h 78656"/>
                  <a:gd name="connsiteX44" fmla="*/ 63485 w 78658"/>
                  <a:gd name="connsiteY44" fmla="*/ 68758 h 78656"/>
                  <a:gd name="connsiteX45" fmla="*/ 73750 w 78658"/>
                  <a:gd name="connsiteY45" fmla="*/ 44494 h 78656"/>
                  <a:gd name="connsiteX46" fmla="*/ 58963 w 78658"/>
                  <a:gd name="connsiteY46" fmla="*/ 44494 h 78656"/>
                  <a:gd name="connsiteX47" fmla="*/ 54055 w 78658"/>
                  <a:gd name="connsiteY47" fmla="*/ 39586 h 78656"/>
                  <a:gd name="connsiteX48" fmla="*/ 58963 w 78658"/>
                  <a:gd name="connsiteY48" fmla="*/ 34678 h 78656"/>
                  <a:gd name="connsiteX49" fmla="*/ 73750 w 78658"/>
                  <a:gd name="connsiteY49" fmla="*/ 34678 h 78656"/>
                  <a:gd name="connsiteX50" fmla="*/ 78658 w 78658"/>
                  <a:gd name="connsiteY50" fmla="*/ 39586 h 78656"/>
                  <a:gd name="connsiteX51" fmla="*/ 73750 w 78658"/>
                  <a:gd name="connsiteY51" fmla="*/ 44494 h 78656"/>
                  <a:gd name="connsiteX52" fmla="*/ 53396 w 78658"/>
                  <a:gd name="connsiteY52" fmla="*/ 30536 h 78656"/>
                  <a:gd name="connsiteX53" fmla="*/ 49925 w 78658"/>
                  <a:gd name="connsiteY53" fmla="*/ 29099 h 78656"/>
                  <a:gd name="connsiteX54" fmla="*/ 49925 w 78658"/>
                  <a:gd name="connsiteY54" fmla="*/ 22157 h 78656"/>
                  <a:gd name="connsiteX55" fmla="*/ 60381 w 78658"/>
                  <a:gd name="connsiteY55" fmla="*/ 11701 h 78656"/>
                  <a:gd name="connsiteX56" fmla="*/ 67323 w 78658"/>
                  <a:gd name="connsiteY56" fmla="*/ 11701 h 78656"/>
                  <a:gd name="connsiteX57" fmla="*/ 67323 w 78658"/>
                  <a:gd name="connsiteY57" fmla="*/ 18643 h 78656"/>
                  <a:gd name="connsiteX58" fmla="*/ 56867 w 78658"/>
                  <a:gd name="connsiteY58" fmla="*/ 29099 h 78656"/>
                  <a:gd name="connsiteX59" fmla="*/ 53396 w 78658"/>
                  <a:gd name="connsiteY59" fmla="*/ 30536 h 78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78658" h="78656">
                    <a:moveTo>
                      <a:pt x="39588" y="24603"/>
                    </a:moveTo>
                    <a:cubicBezTo>
                      <a:pt x="36877" y="24603"/>
                      <a:pt x="34680" y="22406"/>
                      <a:pt x="34680" y="19695"/>
                    </a:cubicBezTo>
                    <a:lnTo>
                      <a:pt x="34680" y="4908"/>
                    </a:lnTo>
                    <a:cubicBezTo>
                      <a:pt x="34680" y="2197"/>
                      <a:pt x="36877" y="0"/>
                      <a:pt x="39588" y="0"/>
                    </a:cubicBezTo>
                    <a:cubicBezTo>
                      <a:pt x="42300" y="0"/>
                      <a:pt x="44496" y="2197"/>
                      <a:pt x="44496" y="4908"/>
                    </a:cubicBezTo>
                    <a:lnTo>
                      <a:pt x="44496" y="19695"/>
                    </a:lnTo>
                    <a:cubicBezTo>
                      <a:pt x="44496" y="22404"/>
                      <a:pt x="42300" y="24603"/>
                      <a:pt x="39588" y="24603"/>
                    </a:cubicBezTo>
                    <a:close/>
                    <a:moveTo>
                      <a:pt x="25630" y="30169"/>
                    </a:moveTo>
                    <a:cubicBezTo>
                      <a:pt x="24373" y="30169"/>
                      <a:pt x="23117" y="29690"/>
                      <a:pt x="22159" y="28732"/>
                    </a:cubicBezTo>
                    <a:lnTo>
                      <a:pt x="11703" y="18276"/>
                    </a:lnTo>
                    <a:cubicBezTo>
                      <a:pt x="9787" y="16360"/>
                      <a:pt x="9787" y="13252"/>
                      <a:pt x="11703" y="11334"/>
                    </a:cubicBezTo>
                    <a:cubicBezTo>
                      <a:pt x="13619" y="9418"/>
                      <a:pt x="16727" y="9418"/>
                      <a:pt x="18645" y="11334"/>
                    </a:cubicBezTo>
                    <a:lnTo>
                      <a:pt x="29101" y="21790"/>
                    </a:lnTo>
                    <a:cubicBezTo>
                      <a:pt x="31017" y="23706"/>
                      <a:pt x="31017" y="26814"/>
                      <a:pt x="29101" y="28732"/>
                    </a:cubicBezTo>
                    <a:cubicBezTo>
                      <a:pt x="28181" y="29653"/>
                      <a:pt x="26932" y="30170"/>
                      <a:pt x="25630" y="30169"/>
                    </a:cubicBezTo>
                    <a:close/>
                    <a:moveTo>
                      <a:pt x="19695" y="43976"/>
                    </a:moveTo>
                    <a:lnTo>
                      <a:pt x="4908" y="43976"/>
                    </a:lnTo>
                    <a:cubicBezTo>
                      <a:pt x="2197" y="43976"/>
                      <a:pt x="0" y="41779"/>
                      <a:pt x="0" y="39068"/>
                    </a:cubicBezTo>
                    <a:cubicBezTo>
                      <a:pt x="0" y="36357"/>
                      <a:pt x="2197" y="34160"/>
                      <a:pt x="4908" y="34160"/>
                    </a:cubicBezTo>
                    <a:lnTo>
                      <a:pt x="19695" y="34160"/>
                    </a:lnTo>
                    <a:cubicBezTo>
                      <a:pt x="22406" y="34160"/>
                      <a:pt x="24603" y="36357"/>
                      <a:pt x="24603" y="39068"/>
                    </a:cubicBezTo>
                    <a:cubicBezTo>
                      <a:pt x="24603" y="41779"/>
                      <a:pt x="22406" y="43976"/>
                      <a:pt x="19695" y="43976"/>
                    </a:cubicBezTo>
                    <a:close/>
                    <a:moveTo>
                      <a:pt x="14807" y="68391"/>
                    </a:moveTo>
                    <a:cubicBezTo>
                      <a:pt x="13550" y="68391"/>
                      <a:pt x="12294" y="67912"/>
                      <a:pt x="11336" y="66954"/>
                    </a:cubicBezTo>
                    <a:cubicBezTo>
                      <a:pt x="9420" y="65038"/>
                      <a:pt x="9420" y="61930"/>
                      <a:pt x="11336" y="60012"/>
                    </a:cubicBezTo>
                    <a:lnTo>
                      <a:pt x="21792" y="49556"/>
                    </a:lnTo>
                    <a:cubicBezTo>
                      <a:pt x="23708" y="47640"/>
                      <a:pt x="26816" y="47640"/>
                      <a:pt x="28734" y="49556"/>
                    </a:cubicBezTo>
                    <a:cubicBezTo>
                      <a:pt x="30650" y="51472"/>
                      <a:pt x="30650" y="54580"/>
                      <a:pt x="28734" y="56498"/>
                    </a:cubicBezTo>
                    <a:lnTo>
                      <a:pt x="18278" y="66954"/>
                    </a:lnTo>
                    <a:cubicBezTo>
                      <a:pt x="17320" y="67912"/>
                      <a:pt x="16063" y="68391"/>
                      <a:pt x="14807" y="68391"/>
                    </a:cubicBezTo>
                    <a:close/>
                    <a:moveTo>
                      <a:pt x="39070" y="78657"/>
                    </a:moveTo>
                    <a:cubicBezTo>
                      <a:pt x="36359" y="78657"/>
                      <a:pt x="34162" y="76460"/>
                      <a:pt x="34162" y="73748"/>
                    </a:cubicBezTo>
                    <a:lnTo>
                      <a:pt x="34162" y="58961"/>
                    </a:lnTo>
                    <a:cubicBezTo>
                      <a:pt x="34162" y="56250"/>
                      <a:pt x="36359" y="54053"/>
                      <a:pt x="39070" y="54053"/>
                    </a:cubicBezTo>
                    <a:cubicBezTo>
                      <a:pt x="41781" y="54053"/>
                      <a:pt x="43978" y="56250"/>
                      <a:pt x="43978" y="58961"/>
                    </a:cubicBezTo>
                    <a:lnTo>
                      <a:pt x="43978" y="73748"/>
                    </a:lnTo>
                    <a:cubicBezTo>
                      <a:pt x="43978" y="76460"/>
                      <a:pt x="41781" y="78657"/>
                      <a:pt x="39070" y="78657"/>
                    </a:cubicBezTo>
                    <a:close/>
                    <a:moveTo>
                      <a:pt x="63485" y="68758"/>
                    </a:moveTo>
                    <a:cubicBezTo>
                      <a:pt x="62228" y="68758"/>
                      <a:pt x="60972" y="68279"/>
                      <a:pt x="60014" y="67321"/>
                    </a:cubicBezTo>
                    <a:lnTo>
                      <a:pt x="49558" y="56865"/>
                    </a:lnTo>
                    <a:cubicBezTo>
                      <a:pt x="47642" y="54949"/>
                      <a:pt x="47642" y="51841"/>
                      <a:pt x="49558" y="49923"/>
                    </a:cubicBezTo>
                    <a:cubicBezTo>
                      <a:pt x="51474" y="48007"/>
                      <a:pt x="54582" y="48007"/>
                      <a:pt x="56500" y="49923"/>
                    </a:cubicBezTo>
                    <a:lnTo>
                      <a:pt x="66956" y="60379"/>
                    </a:lnTo>
                    <a:cubicBezTo>
                      <a:pt x="68872" y="62295"/>
                      <a:pt x="68872" y="65403"/>
                      <a:pt x="66956" y="67321"/>
                    </a:cubicBezTo>
                    <a:cubicBezTo>
                      <a:pt x="65998" y="68279"/>
                      <a:pt x="64741" y="68758"/>
                      <a:pt x="63485" y="68758"/>
                    </a:cubicBezTo>
                    <a:close/>
                    <a:moveTo>
                      <a:pt x="73750" y="44494"/>
                    </a:moveTo>
                    <a:lnTo>
                      <a:pt x="58963" y="44494"/>
                    </a:lnTo>
                    <a:cubicBezTo>
                      <a:pt x="56252" y="44494"/>
                      <a:pt x="54055" y="42298"/>
                      <a:pt x="54055" y="39586"/>
                    </a:cubicBezTo>
                    <a:cubicBezTo>
                      <a:pt x="54055" y="36875"/>
                      <a:pt x="56252" y="34678"/>
                      <a:pt x="58963" y="34678"/>
                    </a:cubicBezTo>
                    <a:lnTo>
                      <a:pt x="73750" y="34678"/>
                    </a:lnTo>
                    <a:cubicBezTo>
                      <a:pt x="76462" y="34678"/>
                      <a:pt x="78658" y="36875"/>
                      <a:pt x="78658" y="39586"/>
                    </a:cubicBezTo>
                    <a:cubicBezTo>
                      <a:pt x="78658" y="42298"/>
                      <a:pt x="76460" y="44494"/>
                      <a:pt x="73750" y="44494"/>
                    </a:cubicBezTo>
                    <a:close/>
                    <a:moveTo>
                      <a:pt x="53396" y="30536"/>
                    </a:moveTo>
                    <a:cubicBezTo>
                      <a:pt x="52139" y="30536"/>
                      <a:pt x="50883" y="30057"/>
                      <a:pt x="49925" y="29099"/>
                    </a:cubicBezTo>
                    <a:cubicBezTo>
                      <a:pt x="48009" y="27183"/>
                      <a:pt x="48009" y="24075"/>
                      <a:pt x="49925" y="22157"/>
                    </a:cubicBezTo>
                    <a:lnTo>
                      <a:pt x="60381" y="11701"/>
                    </a:lnTo>
                    <a:cubicBezTo>
                      <a:pt x="62297" y="9785"/>
                      <a:pt x="65405" y="9785"/>
                      <a:pt x="67323" y="11701"/>
                    </a:cubicBezTo>
                    <a:cubicBezTo>
                      <a:pt x="69239" y="13617"/>
                      <a:pt x="69239" y="16725"/>
                      <a:pt x="67323" y="18643"/>
                    </a:cubicBezTo>
                    <a:lnTo>
                      <a:pt x="56867" y="29099"/>
                    </a:lnTo>
                    <a:cubicBezTo>
                      <a:pt x="55947" y="30020"/>
                      <a:pt x="54698" y="30537"/>
                      <a:pt x="53396" y="30536"/>
                    </a:cubicBezTo>
                    <a:close/>
                  </a:path>
                </a:pathLst>
              </a:custGeom>
              <a:grpFill/>
              <a:ln w="195" cap="flat">
                <a:solidFill>
                  <a:schemeClr val="tx1"/>
                </a:solidFill>
                <a:prstDash val="solid"/>
                <a:miter/>
              </a:ln>
            </p:spPr>
            <p:txBody>
              <a:bodyPr rtlCol="0" anchor="ctr"/>
              <a:lstStyle/>
              <a:p>
                <a:endParaRPr lang="zh-CN" altLang="en-US"/>
              </a:p>
            </p:txBody>
          </p:sp>
        </p:grpSp>
      </p:grpSp>
      <p:sp>
        <p:nvSpPr>
          <p:cNvPr id="221" name="文本框 220">
            <a:extLst>
              <a:ext uri="{FF2B5EF4-FFF2-40B4-BE49-F238E27FC236}">
                <a16:creationId xmlns:a16="http://schemas.microsoft.com/office/drawing/2014/main" id="{44837281-96E6-60CB-ADFC-1E51FE163814}"/>
              </a:ext>
            </a:extLst>
          </p:cNvPr>
          <p:cNvSpPr txBox="1"/>
          <p:nvPr/>
        </p:nvSpPr>
        <p:spPr>
          <a:xfrm>
            <a:off x="3548655" y="4954408"/>
            <a:ext cx="673261"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服务器总数</a:t>
            </a:r>
          </a:p>
        </p:txBody>
      </p:sp>
      <p:sp>
        <p:nvSpPr>
          <p:cNvPr id="222" name="文本框 221">
            <a:extLst>
              <a:ext uri="{FF2B5EF4-FFF2-40B4-BE49-F238E27FC236}">
                <a16:creationId xmlns:a16="http://schemas.microsoft.com/office/drawing/2014/main" id="{DCE132FC-78B3-D33B-133E-2F1EE2393D74}"/>
              </a:ext>
            </a:extLst>
          </p:cNvPr>
          <p:cNvSpPr txBox="1"/>
          <p:nvPr/>
        </p:nvSpPr>
        <p:spPr>
          <a:xfrm>
            <a:off x="5081363" y="5250908"/>
            <a:ext cx="538610"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网络宽带</a:t>
            </a:r>
          </a:p>
        </p:txBody>
      </p:sp>
      <p:sp>
        <p:nvSpPr>
          <p:cNvPr id="223" name="文本框 222">
            <a:extLst>
              <a:ext uri="{FF2B5EF4-FFF2-40B4-BE49-F238E27FC236}">
                <a16:creationId xmlns:a16="http://schemas.microsoft.com/office/drawing/2014/main" id="{A1D23C5F-144B-2685-0414-A043D0D5228F}"/>
              </a:ext>
            </a:extLst>
          </p:cNvPr>
          <p:cNvSpPr txBox="1"/>
          <p:nvPr/>
        </p:nvSpPr>
        <p:spPr>
          <a:xfrm>
            <a:off x="6546746" y="5250908"/>
            <a:ext cx="538610"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存储总量</a:t>
            </a:r>
          </a:p>
        </p:txBody>
      </p:sp>
      <p:sp>
        <p:nvSpPr>
          <p:cNvPr id="224" name="文本框 223">
            <a:extLst>
              <a:ext uri="{FF2B5EF4-FFF2-40B4-BE49-F238E27FC236}">
                <a16:creationId xmlns:a16="http://schemas.microsoft.com/office/drawing/2014/main" id="{D2A64E59-C192-1C6B-9825-C9F56E7B2CAA}"/>
              </a:ext>
            </a:extLst>
          </p:cNvPr>
          <p:cNvSpPr txBox="1"/>
          <p:nvPr/>
        </p:nvSpPr>
        <p:spPr>
          <a:xfrm>
            <a:off x="7944805" y="4954408"/>
            <a:ext cx="673261"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业务系统数</a:t>
            </a:r>
          </a:p>
        </p:txBody>
      </p:sp>
      <p:sp>
        <p:nvSpPr>
          <p:cNvPr id="227" name="文本框 226">
            <a:extLst>
              <a:ext uri="{FF2B5EF4-FFF2-40B4-BE49-F238E27FC236}">
                <a16:creationId xmlns:a16="http://schemas.microsoft.com/office/drawing/2014/main" id="{E6F7500E-DB68-875C-96E7-0CF0E9AC62B7}"/>
              </a:ext>
            </a:extLst>
          </p:cNvPr>
          <p:cNvSpPr txBox="1"/>
          <p:nvPr/>
        </p:nvSpPr>
        <p:spPr>
          <a:xfrm>
            <a:off x="3490948" y="4495687"/>
            <a:ext cx="788677" cy="338041"/>
          </a:xfrm>
          <a:prstGeom prst="rect">
            <a:avLst/>
          </a:prstGeom>
          <a:noFill/>
        </p:spPr>
        <p:txBody>
          <a:bodyPr wrap="none" lIns="0" tIns="0" rIns="0" bIns="0" rtlCol="0">
            <a:spAutoFit/>
          </a:bodyPr>
          <a:lstStyle/>
          <a:p>
            <a:pPr algn="ctr">
              <a:lnSpc>
                <a:spcPct val="120000"/>
              </a:lnSpc>
            </a:pPr>
            <a:r>
              <a:rPr lang="en-US" altLang="zh-CN" sz="2000" b="1" dirty="0">
                <a:solidFill>
                  <a:schemeClr val="accent1"/>
                </a:solidFill>
              </a:rPr>
              <a:t>9999</a:t>
            </a:r>
            <a:r>
              <a:rPr lang="zh-CN" altLang="en-US" sz="1200" b="1" dirty="0">
                <a:solidFill>
                  <a:schemeClr val="accent1"/>
                </a:solidFill>
              </a:rPr>
              <a:t>台</a:t>
            </a:r>
            <a:endParaRPr lang="zh-CN" altLang="en-US" sz="2000" b="1" dirty="0">
              <a:solidFill>
                <a:schemeClr val="accent1"/>
              </a:solidFill>
            </a:endParaRPr>
          </a:p>
        </p:txBody>
      </p:sp>
      <p:sp>
        <p:nvSpPr>
          <p:cNvPr id="228" name="文本框 227">
            <a:extLst>
              <a:ext uri="{FF2B5EF4-FFF2-40B4-BE49-F238E27FC236}">
                <a16:creationId xmlns:a16="http://schemas.microsoft.com/office/drawing/2014/main" id="{15318410-98AE-91D2-894E-9D8AB17DF07D}"/>
              </a:ext>
            </a:extLst>
          </p:cNvPr>
          <p:cNvSpPr txBox="1"/>
          <p:nvPr/>
        </p:nvSpPr>
        <p:spPr>
          <a:xfrm>
            <a:off x="4993200" y="4804474"/>
            <a:ext cx="714939" cy="338041"/>
          </a:xfrm>
          <a:prstGeom prst="rect">
            <a:avLst/>
          </a:prstGeom>
          <a:noFill/>
        </p:spPr>
        <p:txBody>
          <a:bodyPr wrap="none" lIns="0" tIns="0" rIns="0" bIns="0" rtlCol="0">
            <a:spAutoFit/>
          </a:bodyPr>
          <a:lstStyle/>
          <a:p>
            <a:pPr algn="ctr">
              <a:lnSpc>
                <a:spcPct val="120000"/>
              </a:lnSpc>
            </a:pPr>
            <a:r>
              <a:rPr lang="en-US" altLang="zh-CN" sz="2000" b="1" dirty="0">
                <a:solidFill>
                  <a:schemeClr val="accent1"/>
                </a:solidFill>
              </a:rPr>
              <a:t>99</a:t>
            </a:r>
            <a:r>
              <a:rPr lang="en-US" altLang="zh-CN" sz="1200" b="1" dirty="0">
                <a:solidFill>
                  <a:schemeClr val="accent1"/>
                </a:solidFill>
              </a:rPr>
              <a:t>Gbps</a:t>
            </a:r>
            <a:endParaRPr lang="zh-CN" altLang="en-US" sz="1200" b="1" dirty="0">
              <a:solidFill>
                <a:schemeClr val="accent1"/>
              </a:solidFill>
            </a:endParaRPr>
          </a:p>
        </p:txBody>
      </p:sp>
      <p:sp>
        <p:nvSpPr>
          <p:cNvPr id="229" name="文本框 228">
            <a:extLst>
              <a:ext uri="{FF2B5EF4-FFF2-40B4-BE49-F238E27FC236}">
                <a16:creationId xmlns:a16="http://schemas.microsoft.com/office/drawing/2014/main" id="{F93768F1-6BE7-16A0-F852-EFC20F8FED3C}"/>
              </a:ext>
            </a:extLst>
          </p:cNvPr>
          <p:cNvSpPr txBox="1"/>
          <p:nvPr/>
        </p:nvSpPr>
        <p:spPr>
          <a:xfrm>
            <a:off x="6553961" y="4804474"/>
            <a:ext cx="524181" cy="338041"/>
          </a:xfrm>
          <a:prstGeom prst="rect">
            <a:avLst/>
          </a:prstGeom>
          <a:noFill/>
        </p:spPr>
        <p:txBody>
          <a:bodyPr wrap="none" lIns="0" tIns="0" rIns="0" bIns="0" rtlCol="0">
            <a:spAutoFit/>
          </a:bodyPr>
          <a:lstStyle/>
          <a:p>
            <a:pPr algn="ctr">
              <a:lnSpc>
                <a:spcPct val="120000"/>
              </a:lnSpc>
            </a:pPr>
            <a:r>
              <a:rPr lang="en-US" altLang="zh-CN" sz="2000" b="1" dirty="0">
                <a:solidFill>
                  <a:schemeClr val="accent1"/>
                </a:solidFill>
              </a:rPr>
              <a:t>99</a:t>
            </a:r>
            <a:r>
              <a:rPr lang="en-US" altLang="zh-CN" sz="1200" b="1" dirty="0">
                <a:solidFill>
                  <a:schemeClr val="accent1"/>
                </a:solidFill>
              </a:rPr>
              <a:t>PB</a:t>
            </a:r>
            <a:endParaRPr lang="zh-CN" altLang="en-US" sz="1200" b="1" dirty="0">
              <a:solidFill>
                <a:schemeClr val="accent1"/>
              </a:solidFill>
            </a:endParaRPr>
          </a:p>
        </p:txBody>
      </p:sp>
      <p:sp>
        <p:nvSpPr>
          <p:cNvPr id="230" name="文本框 229">
            <a:extLst>
              <a:ext uri="{FF2B5EF4-FFF2-40B4-BE49-F238E27FC236}">
                <a16:creationId xmlns:a16="http://schemas.microsoft.com/office/drawing/2014/main" id="{8CE58279-4826-461B-1FEF-D9BB440AAC27}"/>
              </a:ext>
            </a:extLst>
          </p:cNvPr>
          <p:cNvSpPr txBox="1"/>
          <p:nvPr/>
        </p:nvSpPr>
        <p:spPr>
          <a:xfrm>
            <a:off x="7966447" y="4507974"/>
            <a:ext cx="629980" cy="338041"/>
          </a:xfrm>
          <a:prstGeom prst="rect">
            <a:avLst/>
          </a:prstGeom>
          <a:noFill/>
        </p:spPr>
        <p:txBody>
          <a:bodyPr wrap="none" lIns="0" tIns="0" rIns="0" bIns="0" rtlCol="0">
            <a:spAutoFit/>
          </a:bodyPr>
          <a:lstStyle/>
          <a:p>
            <a:pPr algn="ctr">
              <a:lnSpc>
                <a:spcPct val="120000"/>
              </a:lnSpc>
            </a:pPr>
            <a:r>
              <a:rPr lang="en-US" altLang="zh-CN" sz="2000" b="1" dirty="0">
                <a:solidFill>
                  <a:schemeClr val="accent1"/>
                </a:solidFill>
              </a:rPr>
              <a:t>999</a:t>
            </a:r>
            <a:r>
              <a:rPr lang="zh-CN" altLang="en-US" sz="1200" b="1" dirty="0">
                <a:solidFill>
                  <a:schemeClr val="accent1"/>
                </a:solidFill>
              </a:rPr>
              <a:t>个</a:t>
            </a:r>
          </a:p>
        </p:txBody>
      </p:sp>
    </p:spTree>
    <p:extLst>
      <p:ext uri="{BB962C8B-B14F-4D97-AF65-F5344CB8AC3E}">
        <p14:creationId xmlns:p14="http://schemas.microsoft.com/office/powerpoint/2010/main" val="40006643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人才管理平台</a:t>
            </a:r>
            <a:endParaRPr lang="en-US" altLang="zh-CN" dirty="0"/>
          </a:p>
        </p:txBody>
      </p:sp>
      <p:grpSp>
        <p:nvGrpSpPr>
          <p:cNvPr id="2" name="组合 1">
            <a:extLst>
              <a:ext uri="{FF2B5EF4-FFF2-40B4-BE49-F238E27FC236}">
                <a16:creationId xmlns:a16="http://schemas.microsoft.com/office/drawing/2014/main" id="{AF3ABCD5-9879-D225-E1E3-EFD1577CFF59}"/>
              </a:ext>
            </a:extLst>
          </p:cNvPr>
          <p:cNvGrpSpPr/>
          <p:nvPr/>
        </p:nvGrpSpPr>
        <p:grpSpPr>
          <a:xfrm>
            <a:off x="3215004" y="3164321"/>
            <a:ext cx="1425326" cy="367612"/>
            <a:chOff x="3654430" y="3035762"/>
            <a:chExt cx="1351503" cy="470673"/>
          </a:xfrm>
        </p:grpSpPr>
        <p:sp>
          <p:nvSpPr>
            <p:cNvPr id="4" name="椭圆 3">
              <a:extLst>
                <a:ext uri="{FF2B5EF4-FFF2-40B4-BE49-F238E27FC236}">
                  <a16:creationId xmlns:a16="http://schemas.microsoft.com/office/drawing/2014/main" id="{D48ED3B2-1621-5D6B-32B4-31EED4F4E89A}"/>
                </a:ext>
              </a:extLst>
            </p:cNvPr>
            <p:cNvSpPr/>
            <p:nvPr/>
          </p:nvSpPr>
          <p:spPr>
            <a:xfrm>
              <a:off x="3654430" y="3147442"/>
              <a:ext cx="1351503" cy="358993"/>
            </a:xfrm>
            <a:prstGeom prst="ellipse">
              <a:avLst/>
            </a:prstGeom>
            <a:gradFill>
              <a:gsLst>
                <a:gs pos="100000">
                  <a:schemeClr val="accent2">
                    <a:alpha val="47000"/>
                  </a:schemeClr>
                </a:gs>
                <a:gs pos="0">
                  <a:schemeClr val="accent2">
                    <a:alpha val="0"/>
                  </a:schemeClr>
                </a:gs>
              </a:gsLst>
              <a:lin ang="5400000" scaled="0"/>
            </a:gradFill>
            <a:ln w="12700">
              <a:gradFill>
                <a:gsLst>
                  <a:gs pos="53000">
                    <a:schemeClr val="accent2">
                      <a:alpha val="0"/>
                    </a:schemeClr>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1100">
                <a:solidFill>
                  <a:srgbClr val="1E66FF"/>
                </a:solidFill>
                <a:latin typeface="+mn-ea"/>
                <a:cs typeface="+mn-ea"/>
                <a:sym typeface="+mn-lt"/>
              </a:endParaRPr>
            </a:p>
          </p:txBody>
        </p:sp>
        <p:sp>
          <p:nvSpPr>
            <p:cNvPr id="5" name="椭圆 4">
              <a:extLst>
                <a:ext uri="{FF2B5EF4-FFF2-40B4-BE49-F238E27FC236}">
                  <a16:creationId xmlns:a16="http://schemas.microsoft.com/office/drawing/2014/main" id="{425C56AD-5100-BE20-82D0-6D4BB6715171}"/>
                </a:ext>
              </a:extLst>
            </p:cNvPr>
            <p:cNvSpPr/>
            <p:nvPr/>
          </p:nvSpPr>
          <p:spPr>
            <a:xfrm>
              <a:off x="3654430" y="3035762"/>
              <a:ext cx="1351503" cy="358993"/>
            </a:xfrm>
            <a:prstGeom prst="ellipse">
              <a:avLst/>
            </a:prstGeom>
            <a:noFill/>
            <a:ln w="12700">
              <a:gradFill>
                <a:gsLst>
                  <a:gs pos="7000">
                    <a:schemeClr val="accent2">
                      <a:alpha val="0"/>
                    </a:schemeClr>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1100" dirty="0">
                <a:solidFill>
                  <a:srgbClr val="1E66FF"/>
                </a:solidFill>
                <a:latin typeface="+mn-ea"/>
                <a:cs typeface="+mn-ea"/>
                <a:sym typeface="+mn-lt"/>
              </a:endParaRPr>
            </a:p>
          </p:txBody>
        </p:sp>
      </p:grpSp>
      <p:grpSp>
        <p:nvGrpSpPr>
          <p:cNvPr id="31" name="组合 30">
            <a:extLst>
              <a:ext uri="{FF2B5EF4-FFF2-40B4-BE49-F238E27FC236}">
                <a16:creationId xmlns:a16="http://schemas.microsoft.com/office/drawing/2014/main" id="{E463558D-ED11-429B-F76D-46BD65F765E7}"/>
              </a:ext>
            </a:extLst>
          </p:cNvPr>
          <p:cNvGrpSpPr/>
          <p:nvPr/>
        </p:nvGrpSpPr>
        <p:grpSpPr>
          <a:xfrm>
            <a:off x="7575811" y="3164321"/>
            <a:ext cx="1425326" cy="367612"/>
            <a:chOff x="3654430" y="3035762"/>
            <a:chExt cx="1351503" cy="470673"/>
          </a:xfrm>
        </p:grpSpPr>
        <p:sp>
          <p:nvSpPr>
            <p:cNvPr id="32" name="椭圆 31">
              <a:extLst>
                <a:ext uri="{FF2B5EF4-FFF2-40B4-BE49-F238E27FC236}">
                  <a16:creationId xmlns:a16="http://schemas.microsoft.com/office/drawing/2014/main" id="{911D56E0-C117-A242-0D7B-93FEA9F99B1A}"/>
                </a:ext>
              </a:extLst>
            </p:cNvPr>
            <p:cNvSpPr/>
            <p:nvPr/>
          </p:nvSpPr>
          <p:spPr>
            <a:xfrm>
              <a:off x="3654430" y="3147442"/>
              <a:ext cx="1351503" cy="358993"/>
            </a:xfrm>
            <a:prstGeom prst="ellipse">
              <a:avLst/>
            </a:prstGeom>
            <a:gradFill>
              <a:gsLst>
                <a:gs pos="100000">
                  <a:schemeClr val="accent2">
                    <a:alpha val="47000"/>
                  </a:schemeClr>
                </a:gs>
                <a:gs pos="0">
                  <a:schemeClr val="accent2">
                    <a:alpha val="0"/>
                  </a:schemeClr>
                </a:gs>
              </a:gsLst>
              <a:lin ang="5400000" scaled="0"/>
            </a:gradFill>
            <a:ln w="12700">
              <a:gradFill>
                <a:gsLst>
                  <a:gs pos="53000">
                    <a:schemeClr val="accent2">
                      <a:alpha val="0"/>
                    </a:schemeClr>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1100">
                <a:solidFill>
                  <a:srgbClr val="1E66FF"/>
                </a:solidFill>
                <a:latin typeface="+mn-ea"/>
                <a:cs typeface="+mn-ea"/>
                <a:sym typeface="+mn-lt"/>
              </a:endParaRPr>
            </a:p>
          </p:txBody>
        </p:sp>
        <p:sp>
          <p:nvSpPr>
            <p:cNvPr id="33" name="椭圆 32">
              <a:extLst>
                <a:ext uri="{FF2B5EF4-FFF2-40B4-BE49-F238E27FC236}">
                  <a16:creationId xmlns:a16="http://schemas.microsoft.com/office/drawing/2014/main" id="{18250784-EAC6-8552-8C05-C93BB7230AFC}"/>
                </a:ext>
              </a:extLst>
            </p:cNvPr>
            <p:cNvSpPr/>
            <p:nvPr/>
          </p:nvSpPr>
          <p:spPr>
            <a:xfrm>
              <a:off x="3654430" y="3035762"/>
              <a:ext cx="1351503" cy="358993"/>
            </a:xfrm>
            <a:prstGeom prst="ellipse">
              <a:avLst/>
            </a:prstGeom>
            <a:noFill/>
            <a:ln w="12700">
              <a:gradFill>
                <a:gsLst>
                  <a:gs pos="7000">
                    <a:schemeClr val="accent2">
                      <a:alpha val="0"/>
                    </a:schemeClr>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1100" dirty="0">
                <a:solidFill>
                  <a:srgbClr val="1E66FF"/>
                </a:solidFill>
                <a:latin typeface="+mn-ea"/>
                <a:cs typeface="+mn-ea"/>
                <a:sym typeface="+mn-lt"/>
              </a:endParaRPr>
            </a:p>
          </p:txBody>
        </p:sp>
      </p:grpSp>
      <p:grpSp>
        <p:nvGrpSpPr>
          <p:cNvPr id="34" name="组合 33">
            <a:extLst>
              <a:ext uri="{FF2B5EF4-FFF2-40B4-BE49-F238E27FC236}">
                <a16:creationId xmlns:a16="http://schemas.microsoft.com/office/drawing/2014/main" id="{B4DFA736-B7DB-A54C-4FDF-C7C1E763504E}"/>
              </a:ext>
            </a:extLst>
          </p:cNvPr>
          <p:cNvGrpSpPr/>
          <p:nvPr/>
        </p:nvGrpSpPr>
        <p:grpSpPr>
          <a:xfrm>
            <a:off x="5383337" y="2109194"/>
            <a:ext cx="1425326" cy="367612"/>
            <a:chOff x="3654430" y="3035762"/>
            <a:chExt cx="1351503" cy="470673"/>
          </a:xfrm>
        </p:grpSpPr>
        <p:sp>
          <p:nvSpPr>
            <p:cNvPr id="35" name="椭圆 34">
              <a:extLst>
                <a:ext uri="{FF2B5EF4-FFF2-40B4-BE49-F238E27FC236}">
                  <a16:creationId xmlns:a16="http://schemas.microsoft.com/office/drawing/2014/main" id="{0FB3DC8F-33A5-1859-9B24-38331BDE8EBC}"/>
                </a:ext>
              </a:extLst>
            </p:cNvPr>
            <p:cNvSpPr/>
            <p:nvPr/>
          </p:nvSpPr>
          <p:spPr>
            <a:xfrm>
              <a:off x="3654430" y="3147442"/>
              <a:ext cx="1351503" cy="358993"/>
            </a:xfrm>
            <a:prstGeom prst="ellipse">
              <a:avLst/>
            </a:prstGeom>
            <a:gradFill>
              <a:gsLst>
                <a:gs pos="100000">
                  <a:schemeClr val="accent2">
                    <a:alpha val="47000"/>
                  </a:schemeClr>
                </a:gs>
                <a:gs pos="0">
                  <a:schemeClr val="accent2">
                    <a:alpha val="0"/>
                  </a:schemeClr>
                </a:gs>
              </a:gsLst>
              <a:lin ang="5400000" scaled="0"/>
            </a:gradFill>
            <a:ln w="12700">
              <a:gradFill>
                <a:gsLst>
                  <a:gs pos="53000">
                    <a:schemeClr val="accent2">
                      <a:alpha val="0"/>
                    </a:schemeClr>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1100">
                <a:solidFill>
                  <a:srgbClr val="1E66FF"/>
                </a:solidFill>
                <a:latin typeface="+mn-ea"/>
                <a:cs typeface="+mn-ea"/>
                <a:sym typeface="+mn-lt"/>
              </a:endParaRPr>
            </a:p>
          </p:txBody>
        </p:sp>
        <p:sp>
          <p:nvSpPr>
            <p:cNvPr id="36" name="椭圆 35">
              <a:extLst>
                <a:ext uri="{FF2B5EF4-FFF2-40B4-BE49-F238E27FC236}">
                  <a16:creationId xmlns:a16="http://schemas.microsoft.com/office/drawing/2014/main" id="{6EAF16BB-46E8-29F4-12F3-795DD1E66173}"/>
                </a:ext>
              </a:extLst>
            </p:cNvPr>
            <p:cNvSpPr/>
            <p:nvPr/>
          </p:nvSpPr>
          <p:spPr>
            <a:xfrm>
              <a:off x="3654430" y="3035762"/>
              <a:ext cx="1351503" cy="358993"/>
            </a:xfrm>
            <a:prstGeom prst="ellipse">
              <a:avLst/>
            </a:prstGeom>
            <a:noFill/>
            <a:ln w="12700">
              <a:gradFill>
                <a:gsLst>
                  <a:gs pos="7000">
                    <a:schemeClr val="accent2">
                      <a:alpha val="0"/>
                    </a:schemeClr>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1100" dirty="0">
                <a:solidFill>
                  <a:srgbClr val="1E66FF"/>
                </a:solidFill>
                <a:latin typeface="+mn-ea"/>
                <a:cs typeface="+mn-ea"/>
                <a:sym typeface="+mn-lt"/>
              </a:endParaRPr>
            </a:p>
          </p:txBody>
        </p:sp>
      </p:grpSp>
      <p:grpSp>
        <p:nvGrpSpPr>
          <p:cNvPr id="120" name="组合 119">
            <a:extLst>
              <a:ext uri="{FF2B5EF4-FFF2-40B4-BE49-F238E27FC236}">
                <a16:creationId xmlns:a16="http://schemas.microsoft.com/office/drawing/2014/main" id="{FFA59B1D-1ABC-4850-8C59-DE31BE9C042F}"/>
              </a:ext>
            </a:extLst>
          </p:cNvPr>
          <p:cNvGrpSpPr/>
          <p:nvPr/>
        </p:nvGrpSpPr>
        <p:grpSpPr>
          <a:xfrm>
            <a:off x="1004605" y="2454450"/>
            <a:ext cx="2333565" cy="1443453"/>
            <a:chOff x="1004605" y="2434726"/>
            <a:chExt cx="2333565" cy="1443453"/>
          </a:xfrm>
        </p:grpSpPr>
        <p:sp>
          <p:nvSpPr>
            <p:cNvPr id="61" name="任意多边形: 形状 60">
              <a:extLst>
                <a:ext uri="{FF2B5EF4-FFF2-40B4-BE49-F238E27FC236}">
                  <a16:creationId xmlns:a16="http://schemas.microsoft.com/office/drawing/2014/main" id="{797CD98D-9D46-29E5-5813-ECAD605A4065}"/>
                </a:ext>
              </a:extLst>
            </p:cNvPr>
            <p:cNvSpPr/>
            <p:nvPr/>
          </p:nvSpPr>
          <p:spPr>
            <a:xfrm>
              <a:off x="1052210" y="2434726"/>
              <a:ext cx="2285960" cy="1443453"/>
            </a:xfrm>
            <a:custGeom>
              <a:avLst/>
              <a:gdLst>
                <a:gd name="connsiteX0" fmla="*/ 2285961 w 2285960"/>
                <a:gd name="connsiteY0" fmla="*/ 214582 h 1443453"/>
                <a:gd name="connsiteX1" fmla="*/ 887264 w 2285960"/>
                <a:gd name="connsiteY1" fmla="*/ 4101 h 1443453"/>
                <a:gd name="connsiteX2" fmla="*/ 601952 w 2285960"/>
                <a:gd name="connsiteY2" fmla="*/ 84185 h 1443453"/>
                <a:gd name="connsiteX3" fmla="*/ 87849 w 2285960"/>
                <a:gd name="connsiteY3" fmla="*/ 528552 h 1443453"/>
                <a:gd name="connsiteX4" fmla="*/ 59986 w 2285960"/>
                <a:gd name="connsiteY4" fmla="*/ 883759 h 1443453"/>
                <a:gd name="connsiteX5" fmla="*/ 59986 w 2285960"/>
                <a:gd name="connsiteY5" fmla="*/ 883759 h 1443453"/>
                <a:gd name="connsiteX6" fmla="*/ 88327 w 2285960"/>
                <a:gd name="connsiteY6" fmla="*/ 912417 h 1443453"/>
                <a:gd name="connsiteX7" fmla="*/ 646213 w 2285960"/>
                <a:gd name="connsiteY7" fmla="*/ 1392766 h 1443453"/>
                <a:gd name="connsiteX8" fmla="*/ 650830 w 2285960"/>
                <a:gd name="connsiteY8" fmla="*/ 1395791 h 1443453"/>
                <a:gd name="connsiteX9" fmla="*/ 849848 w 2285960"/>
                <a:gd name="connsiteY9" fmla="*/ 1440371 h 1443453"/>
                <a:gd name="connsiteX10" fmla="*/ 2142827 w 2285960"/>
                <a:gd name="connsiteY10" fmla="*/ 1249314 h 144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5960" h="1443453">
                  <a:moveTo>
                    <a:pt x="2285961" y="214582"/>
                  </a:moveTo>
                  <a:lnTo>
                    <a:pt x="887264" y="4101"/>
                  </a:lnTo>
                  <a:cubicBezTo>
                    <a:pt x="785048" y="-11343"/>
                    <a:pt x="680604" y="17156"/>
                    <a:pt x="601952" y="84185"/>
                  </a:cubicBezTo>
                  <a:cubicBezTo>
                    <a:pt x="600837" y="85141"/>
                    <a:pt x="266806" y="374274"/>
                    <a:pt x="87849" y="528552"/>
                  </a:cubicBezTo>
                  <a:cubicBezTo>
                    <a:pt x="-17392" y="619304"/>
                    <a:pt x="-29810" y="777722"/>
                    <a:pt x="59986" y="883759"/>
                  </a:cubicBezTo>
                  <a:lnTo>
                    <a:pt x="59986" y="883759"/>
                  </a:lnTo>
                  <a:cubicBezTo>
                    <a:pt x="68743" y="893948"/>
                    <a:pt x="78137" y="903660"/>
                    <a:pt x="88327" y="912417"/>
                  </a:cubicBezTo>
                  <a:lnTo>
                    <a:pt x="646213" y="1392766"/>
                  </a:lnTo>
                  <a:lnTo>
                    <a:pt x="650830" y="1395791"/>
                  </a:lnTo>
                  <a:cubicBezTo>
                    <a:pt x="709262" y="1434799"/>
                    <a:pt x="780272" y="1450720"/>
                    <a:pt x="849848" y="1440371"/>
                  </a:cubicBezTo>
                  <a:lnTo>
                    <a:pt x="2142827" y="1249314"/>
                  </a:lnTo>
                </a:path>
              </a:pathLst>
            </a:custGeom>
            <a:noFill/>
            <a:ln w="15915" cap="flat">
              <a:gradFill>
                <a:gsLst>
                  <a:gs pos="0">
                    <a:schemeClr val="accent2">
                      <a:alpha val="52000"/>
                    </a:schemeClr>
                  </a:gs>
                  <a:gs pos="100000">
                    <a:schemeClr val="accent2">
                      <a:alpha val="0"/>
                    </a:schemeClr>
                  </a:gs>
                </a:gsLst>
                <a:lin ang="0" scaled="0"/>
              </a:gradFill>
              <a:prstDash val="solid"/>
              <a:miter/>
            </a:ln>
          </p:spPr>
          <p:txBody>
            <a:bodyPr rtlCol="0" anchor="ctr"/>
            <a:lstStyle/>
            <a:p>
              <a:endParaRPr lang="zh-CN" altLang="en-US" dirty="0"/>
            </a:p>
          </p:txBody>
        </p:sp>
        <p:sp>
          <p:nvSpPr>
            <p:cNvPr id="62" name="任意多边形: 形状 61">
              <a:extLst>
                <a:ext uri="{FF2B5EF4-FFF2-40B4-BE49-F238E27FC236}">
                  <a16:creationId xmlns:a16="http://schemas.microsoft.com/office/drawing/2014/main" id="{B364C709-32D0-F15E-4001-C3C370090213}"/>
                </a:ext>
              </a:extLst>
            </p:cNvPr>
            <p:cNvSpPr/>
            <p:nvPr/>
          </p:nvSpPr>
          <p:spPr>
            <a:xfrm>
              <a:off x="1131817" y="2434726"/>
              <a:ext cx="2206353" cy="1441732"/>
            </a:xfrm>
            <a:custGeom>
              <a:avLst/>
              <a:gdLst>
                <a:gd name="connsiteX0" fmla="*/ 2206354 w 2206353"/>
                <a:gd name="connsiteY0" fmla="*/ 214582 h 1441732"/>
                <a:gd name="connsiteX1" fmla="*/ 807656 w 2206353"/>
                <a:gd name="connsiteY1" fmla="*/ 4101 h 1441732"/>
                <a:gd name="connsiteX2" fmla="*/ 586030 w 2206353"/>
                <a:gd name="connsiteY2" fmla="*/ 84185 h 1441732"/>
                <a:gd name="connsiteX3" fmla="*/ 87849 w 2206353"/>
                <a:gd name="connsiteY3" fmla="*/ 528552 h 1441732"/>
                <a:gd name="connsiteX4" fmla="*/ 59986 w 2206353"/>
                <a:gd name="connsiteY4" fmla="*/ 883759 h 1441732"/>
                <a:gd name="connsiteX5" fmla="*/ 88327 w 2206353"/>
                <a:gd name="connsiteY5" fmla="*/ 912417 h 1441732"/>
                <a:gd name="connsiteX6" fmla="*/ 630292 w 2206353"/>
                <a:gd name="connsiteY6" fmla="*/ 1392766 h 1441732"/>
                <a:gd name="connsiteX7" fmla="*/ 770241 w 2206353"/>
                <a:gd name="connsiteY7" fmla="*/ 1440530 h 1441732"/>
                <a:gd name="connsiteX8" fmla="*/ 2063220 w 2206353"/>
                <a:gd name="connsiteY8" fmla="*/ 1249473 h 144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6353" h="1441732">
                  <a:moveTo>
                    <a:pt x="2206354" y="214582"/>
                  </a:moveTo>
                  <a:lnTo>
                    <a:pt x="807656" y="4101"/>
                  </a:lnTo>
                  <a:cubicBezTo>
                    <a:pt x="705441" y="-11343"/>
                    <a:pt x="664682" y="17156"/>
                    <a:pt x="586030" y="84185"/>
                  </a:cubicBezTo>
                  <a:cubicBezTo>
                    <a:pt x="584916" y="85141"/>
                    <a:pt x="266806" y="374274"/>
                    <a:pt x="87849" y="528552"/>
                  </a:cubicBezTo>
                  <a:cubicBezTo>
                    <a:pt x="-17392" y="619304"/>
                    <a:pt x="-29810" y="777722"/>
                    <a:pt x="59986" y="883759"/>
                  </a:cubicBezTo>
                  <a:cubicBezTo>
                    <a:pt x="59986" y="883759"/>
                    <a:pt x="78137" y="903660"/>
                    <a:pt x="88327" y="912417"/>
                  </a:cubicBezTo>
                  <a:lnTo>
                    <a:pt x="630292" y="1392766"/>
                  </a:lnTo>
                  <a:cubicBezTo>
                    <a:pt x="630292" y="1392766"/>
                    <a:pt x="700664" y="1450720"/>
                    <a:pt x="770241" y="1440530"/>
                  </a:cubicBezTo>
                  <a:lnTo>
                    <a:pt x="2063220" y="1249473"/>
                  </a:lnTo>
                </a:path>
              </a:pathLst>
            </a:custGeom>
            <a:gradFill>
              <a:gsLst>
                <a:gs pos="0">
                  <a:schemeClr val="accent2">
                    <a:alpha val="49000"/>
                  </a:schemeClr>
                </a:gs>
                <a:gs pos="91000">
                  <a:schemeClr val="accent2">
                    <a:alpha val="0"/>
                  </a:schemeClr>
                </a:gs>
              </a:gsLst>
              <a:lin ang="0" scaled="0"/>
            </a:gradFill>
            <a:ln w="15915" cap="flat">
              <a:noFill/>
              <a:prstDash val="solid"/>
              <a:miter/>
            </a:ln>
          </p:spPr>
          <p:txBody>
            <a:bodyPr rtlCol="0" anchor="ctr"/>
            <a:lstStyle/>
            <a:p>
              <a:endParaRPr lang="zh-CN" altLang="en-US"/>
            </a:p>
          </p:txBody>
        </p:sp>
        <p:sp>
          <p:nvSpPr>
            <p:cNvPr id="63" name="任意多边形: 形状 62">
              <a:extLst>
                <a:ext uri="{FF2B5EF4-FFF2-40B4-BE49-F238E27FC236}">
                  <a16:creationId xmlns:a16="http://schemas.microsoft.com/office/drawing/2014/main" id="{84E4D687-2074-8147-ED98-1C5B51B941AF}"/>
                </a:ext>
              </a:extLst>
            </p:cNvPr>
            <p:cNvSpPr/>
            <p:nvPr/>
          </p:nvSpPr>
          <p:spPr>
            <a:xfrm>
              <a:off x="1004605" y="2518911"/>
              <a:ext cx="650830" cy="1311605"/>
            </a:xfrm>
            <a:custGeom>
              <a:avLst/>
              <a:gdLst>
                <a:gd name="connsiteX0" fmla="*/ 601793 w 650830"/>
                <a:gd name="connsiteY0" fmla="*/ 0 h 1311605"/>
                <a:gd name="connsiteX1" fmla="*/ 598290 w 650830"/>
                <a:gd name="connsiteY1" fmla="*/ 3025 h 1311605"/>
                <a:gd name="connsiteX2" fmla="*/ 87849 w 650830"/>
                <a:gd name="connsiteY2" fmla="*/ 444367 h 1311605"/>
                <a:gd name="connsiteX3" fmla="*/ 59986 w 650830"/>
                <a:gd name="connsiteY3" fmla="*/ 799573 h 1311605"/>
                <a:gd name="connsiteX4" fmla="*/ 73042 w 650830"/>
                <a:gd name="connsiteY4" fmla="*/ 815017 h 1311605"/>
                <a:gd name="connsiteX5" fmla="*/ 646213 w 650830"/>
                <a:gd name="connsiteY5" fmla="*/ 1308581 h 1311605"/>
                <a:gd name="connsiteX6" fmla="*/ 650830 w 650830"/>
                <a:gd name="connsiteY6" fmla="*/ 1311606 h 1311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0830" h="1311605">
                  <a:moveTo>
                    <a:pt x="601793" y="0"/>
                  </a:moveTo>
                  <a:cubicBezTo>
                    <a:pt x="600678" y="955"/>
                    <a:pt x="599404" y="2070"/>
                    <a:pt x="598290" y="3025"/>
                  </a:cubicBezTo>
                  <a:cubicBezTo>
                    <a:pt x="518683" y="72124"/>
                    <a:pt x="266806" y="290088"/>
                    <a:pt x="87849" y="444367"/>
                  </a:cubicBezTo>
                  <a:cubicBezTo>
                    <a:pt x="-17392" y="535119"/>
                    <a:pt x="-29810" y="693537"/>
                    <a:pt x="59986" y="799573"/>
                  </a:cubicBezTo>
                  <a:lnTo>
                    <a:pt x="73042" y="815017"/>
                  </a:lnTo>
                  <a:lnTo>
                    <a:pt x="646213" y="1308581"/>
                  </a:lnTo>
                  <a:lnTo>
                    <a:pt x="650830" y="1311606"/>
                  </a:lnTo>
                </a:path>
              </a:pathLst>
            </a:custGeom>
            <a:noFill/>
            <a:ln w="15915" cap="flat">
              <a:gradFill>
                <a:gsLst>
                  <a:gs pos="1000">
                    <a:schemeClr val="accent2">
                      <a:alpha val="64000"/>
                    </a:schemeClr>
                  </a:gs>
                  <a:gs pos="100000">
                    <a:schemeClr val="accent2">
                      <a:alpha val="0"/>
                    </a:schemeClr>
                  </a:gs>
                </a:gsLst>
                <a:lin ang="0" scaled="0"/>
              </a:gradFill>
              <a:prstDash val="solid"/>
              <a:miter/>
            </a:ln>
          </p:spPr>
          <p:txBody>
            <a:bodyPr rtlCol="0" anchor="ctr"/>
            <a:lstStyle/>
            <a:p>
              <a:endParaRPr lang="zh-CN" altLang="en-US"/>
            </a:p>
          </p:txBody>
        </p:sp>
      </p:grpSp>
      <p:grpSp>
        <p:nvGrpSpPr>
          <p:cNvPr id="119" name="组合 118">
            <a:extLst>
              <a:ext uri="{FF2B5EF4-FFF2-40B4-BE49-F238E27FC236}">
                <a16:creationId xmlns:a16="http://schemas.microsoft.com/office/drawing/2014/main" id="{B681C581-B988-1ABF-5381-8F4F00DF6F4D}"/>
              </a:ext>
            </a:extLst>
          </p:cNvPr>
          <p:cNvGrpSpPr/>
          <p:nvPr/>
        </p:nvGrpSpPr>
        <p:grpSpPr>
          <a:xfrm>
            <a:off x="8853670" y="2454450"/>
            <a:ext cx="2333724" cy="1443453"/>
            <a:chOff x="8853670" y="2434726"/>
            <a:chExt cx="2333724" cy="1443453"/>
          </a:xfrm>
        </p:grpSpPr>
        <p:sp>
          <p:nvSpPr>
            <p:cNvPr id="65" name="任意多边形: 形状 64">
              <a:extLst>
                <a:ext uri="{FF2B5EF4-FFF2-40B4-BE49-F238E27FC236}">
                  <a16:creationId xmlns:a16="http://schemas.microsoft.com/office/drawing/2014/main" id="{9F23E80E-88FB-F018-0639-8E91F139C259}"/>
                </a:ext>
              </a:extLst>
            </p:cNvPr>
            <p:cNvSpPr/>
            <p:nvPr/>
          </p:nvSpPr>
          <p:spPr>
            <a:xfrm>
              <a:off x="8853670" y="2434726"/>
              <a:ext cx="2285960" cy="1443453"/>
            </a:xfrm>
            <a:custGeom>
              <a:avLst/>
              <a:gdLst>
                <a:gd name="connsiteX0" fmla="*/ 0 w 2285960"/>
                <a:gd name="connsiteY0" fmla="*/ 214582 h 1443453"/>
                <a:gd name="connsiteX1" fmla="*/ 1398697 w 2285960"/>
                <a:gd name="connsiteY1" fmla="*/ 4101 h 1443453"/>
                <a:gd name="connsiteX2" fmla="*/ 1684009 w 2285960"/>
                <a:gd name="connsiteY2" fmla="*/ 84185 h 1443453"/>
                <a:gd name="connsiteX3" fmla="*/ 2198112 w 2285960"/>
                <a:gd name="connsiteY3" fmla="*/ 528552 h 1443453"/>
                <a:gd name="connsiteX4" fmla="*/ 2225974 w 2285960"/>
                <a:gd name="connsiteY4" fmla="*/ 883759 h 1443453"/>
                <a:gd name="connsiteX5" fmla="*/ 2225974 w 2285960"/>
                <a:gd name="connsiteY5" fmla="*/ 883759 h 1443453"/>
                <a:gd name="connsiteX6" fmla="*/ 2197635 w 2285960"/>
                <a:gd name="connsiteY6" fmla="*/ 912417 h 1443453"/>
                <a:gd name="connsiteX7" fmla="*/ 1639747 w 2285960"/>
                <a:gd name="connsiteY7" fmla="*/ 1392766 h 1443453"/>
                <a:gd name="connsiteX8" fmla="*/ 1635130 w 2285960"/>
                <a:gd name="connsiteY8" fmla="*/ 1395791 h 1443453"/>
                <a:gd name="connsiteX9" fmla="*/ 1436113 w 2285960"/>
                <a:gd name="connsiteY9" fmla="*/ 1440371 h 1443453"/>
                <a:gd name="connsiteX10" fmla="*/ 143133 w 2285960"/>
                <a:gd name="connsiteY10" fmla="*/ 1249314 h 1443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85960" h="1443453">
                  <a:moveTo>
                    <a:pt x="0" y="214582"/>
                  </a:moveTo>
                  <a:lnTo>
                    <a:pt x="1398697" y="4101"/>
                  </a:lnTo>
                  <a:cubicBezTo>
                    <a:pt x="1500913" y="-11343"/>
                    <a:pt x="1605357" y="17156"/>
                    <a:pt x="1684009" y="84185"/>
                  </a:cubicBezTo>
                  <a:cubicBezTo>
                    <a:pt x="1685124" y="85141"/>
                    <a:pt x="2019155" y="374274"/>
                    <a:pt x="2198112" y="528552"/>
                  </a:cubicBezTo>
                  <a:cubicBezTo>
                    <a:pt x="2303352" y="619304"/>
                    <a:pt x="2315771" y="777722"/>
                    <a:pt x="2225974" y="883759"/>
                  </a:cubicBezTo>
                  <a:lnTo>
                    <a:pt x="2225974" y="883759"/>
                  </a:lnTo>
                  <a:cubicBezTo>
                    <a:pt x="2217218" y="893948"/>
                    <a:pt x="2207824" y="903660"/>
                    <a:pt x="2197635" y="912417"/>
                  </a:cubicBezTo>
                  <a:lnTo>
                    <a:pt x="1639747" y="1392766"/>
                  </a:lnTo>
                  <a:lnTo>
                    <a:pt x="1635130" y="1395791"/>
                  </a:lnTo>
                  <a:cubicBezTo>
                    <a:pt x="1576699" y="1434799"/>
                    <a:pt x="1505689" y="1450720"/>
                    <a:pt x="1436113" y="1440371"/>
                  </a:cubicBezTo>
                  <a:lnTo>
                    <a:pt x="143133" y="1249314"/>
                  </a:lnTo>
                </a:path>
              </a:pathLst>
            </a:custGeom>
            <a:noFill/>
            <a:ln w="15915" cap="flat">
              <a:gradFill>
                <a:gsLst>
                  <a:gs pos="0">
                    <a:schemeClr val="accent2">
                      <a:alpha val="52000"/>
                    </a:schemeClr>
                  </a:gs>
                  <a:gs pos="100000">
                    <a:schemeClr val="accent2">
                      <a:alpha val="0"/>
                    </a:schemeClr>
                  </a:gs>
                </a:gsLst>
                <a:lin ang="10800000" scaled="0"/>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6" name="任意多边形: 形状 65">
              <a:extLst>
                <a:ext uri="{FF2B5EF4-FFF2-40B4-BE49-F238E27FC236}">
                  <a16:creationId xmlns:a16="http://schemas.microsoft.com/office/drawing/2014/main" id="{8664AE56-DE02-E7AA-4348-A72D1D9FFEF2}"/>
                </a:ext>
              </a:extLst>
            </p:cNvPr>
            <p:cNvSpPr/>
            <p:nvPr/>
          </p:nvSpPr>
          <p:spPr>
            <a:xfrm>
              <a:off x="8853670" y="2434726"/>
              <a:ext cx="2206353" cy="1441732"/>
            </a:xfrm>
            <a:custGeom>
              <a:avLst/>
              <a:gdLst>
                <a:gd name="connsiteX0" fmla="*/ 0 w 2206353"/>
                <a:gd name="connsiteY0" fmla="*/ 214582 h 1441732"/>
                <a:gd name="connsiteX1" fmla="*/ 1398697 w 2206353"/>
                <a:gd name="connsiteY1" fmla="*/ 4101 h 1441732"/>
                <a:gd name="connsiteX2" fmla="*/ 1620324 w 2206353"/>
                <a:gd name="connsiteY2" fmla="*/ 84185 h 1441732"/>
                <a:gd name="connsiteX3" fmla="*/ 2118505 w 2206353"/>
                <a:gd name="connsiteY3" fmla="*/ 528552 h 1441732"/>
                <a:gd name="connsiteX4" fmla="*/ 2146367 w 2206353"/>
                <a:gd name="connsiteY4" fmla="*/ 883759 h 1441732"/>
                <a:gd name="connsiteX5" fmla="*/ 2118027 w 2206353"/>
                <a:gd name="connsiteY5" fmla="*/ 912417 h 1441732"/>
                <a:gd name="connsiteX6" fmla="*/ 1576062 w 2206353"/>
                <a:gd name="connsiteY6" fmla="*/ 1392766 h 1441732"/>
                <a:gd name="connsiteX7" fmla="*/ 1436113 w 2206353"/>
                <a:gd name="connsiteY7" fmla="*/ 1440530 h 1441732"/>
                <a:gd name="connsiteX8" fmla="*/ 143133 w 2206353"/>
                <a:gd name="connsiteY8" fmla="*/ 1249473 h 144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06353" h="1441732">
                  <a:moveTo>
                    <a:pt x="0" y="214582"/>
                  </a:moveTo>
                  <a:lnTo>
                    <a:pt x="1398697" y="4101"/>
                  </a:lnTo>
                  <a:cubicBezTo>
                    <a:pt x="1500913" y="-11343"/>
                    <a:pt x="1541672" y="17156"/>
                    <a:pt x="1620324" y="84185"/>
                  </a:cubicBezTo>
                  <a:cubicBezTo>
                    <a:pt x="1621438" y="85141"/>
                    <a:pt x="1939548" y="374274"/>
                    <a:pt x="2118505" y="528552"/>
                  </a:cubicBezTo>
                  <a:cubicBezTo>
                    <a:pt x="2223745" y="619304"/>
                    <a:pt x="2236164" y="777722"/>
                    <a:pt x="2146367" y="883759"/>
                  </a:cubicBezTo>
                  <a:cubicBezTo>
                    <a:pt x="2146367" y="883759"/>
                    <a:pt x="2128216" y="903660"/>
                    <a:pt x="2118027" y="912417"/>
                  </a:cubicBezTo>
                  <a:lnTo>
                    <a:pt x="1576062" y="1392766"/>
                  </a:lnTo>
                  <a:cubicBezTo>
                    <a:pt x="1576062" y="1392766"/>
                    <a:pt x="1505689" y="1450720"/>
                    <a:pt x="1436113" y="1440530"/>
                  </a:cubicBezTo>
                  <a:lnTo>
                    <a:pt x="143133" y="1249473"/>
                  </a:lnTo>
                </a:path>
              </a:pathLst>
            </a:custGeom>
            <a:gradFill>
              <a:gsLst>
                <a:gs pos="0">
                  <a:schemeClr val="accent2">
                    <a:alpha val="49000"/>
                  </a:schemeClr>
                </a:gs>
                <a:gs pos="91000">
                  <a:schemeClr val="accent2">
                    <a:alpha val="0"/>
                  </a:schemeClr>
                </a:gs>
              </a:gsLst>
              <a:lin ang="10800000" scaled="0"/>
            </a:gradFill>
            <a:ln w="159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7" name="任意多边形: 形状 66">
              <a:extLst>
                <a:ext uri="{FF2B5EF4-FFF2-40B4-BE49-F238E27FC236}">
                  <a16:creationId xmlns:a16="http://schemas.microsoft.com/office/drawing/2014/main" id="{03BAFCDA-35DB-81BC-E8FF-14F8C4ABCFCF}"/>
                </a:ext>
              </a:extLst>
            </p:cNvPr>
            <p:cNvSpPr/>
            <p:nvPr/>
          </p:nvSpPr>
          <p:spPr>
            <a:xfrm>
              <a:off x="10536564" y="2518911"/>
              <a:ext cx="650830" cy="1311605"/>
            </a:xfrm>
            <a:custGeom>
              <a:avLst/>
              <a:gdLst>
                <a:gd name="connsiteX0" fmla="*/ 49038 w 650830"/>
                <a:gd name="connsiteY0" fmla="*/ 0 h 1311605"/>
                <a:gd name="connsiteX1" fmla="*/ 52541 w 650830"/>
                <a:gd name="connsiteY1" fmla="*/ 3025 h 1311605"/>
                <a:gd name="connsiteX2" fmla="*/ 562981 w 650830"/>
                <a:gd name="connsiteY2" fmla="*/ 444367 h 1311605"/>
                <a:gd name="connsiteX3" fmla="*/ 590844 w 650830"/>
                <a:gd name="connsiteY3" fmla="*/ 799573 h 1311605"/>
                <a:gd name="connsiteX4" fmla="*/ 577788 w 650830"/>
                <a:gd name="connsiteY4" fmla="*/ 815017 h 1311605"/>
                <a:gd name="connsiteX5" fmla="*/ 4617 w 650830"/>
                <a:gd name="connsiteY5" fmla="*/ 1308581 h 1311605"/>
                <a:gd name="connsiteX6" fmla="*/ 0 w 650830"/>
                <a:gd name="connsiteY6" fmla="*/ 1311606 h 1311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0830" h="1311605">
                  <a:moveTo>
                    <a:pt x="49038" y="0"/>
                  </a:moveTo>
                  <a:cubicBezTo>
                    <a:pt x="50152" y="955"/>
                    <a:pt x="51426" y="2070"/>
                    <a:pt x="52541" y="3025"/>
                  </a:cubicBezTo>
                  <a:cubicBezTo>
                    <a:pt x="132148" y="72124"/>
                    <a:pt x="384025" y="290088"/>
                    <a:pt x="562981" y="444367"/>
                  </a:cubicBezTo>
                  <a:cubicBezTo>
                    <a:pt x="668222" y="535119"/>
                    <a:pt x="680641" y="693537"/>
                    <a:pt x="590844" y="799573"/>
                  </a:cubicBezTo>
                  <a:lnTo>
                    <a:pt x="577788" y="815017"/>
                  </a:lnTo>
                  <a:lnTo>
                    <a:pt x="4617" y="1308581"/>
                  </a:lnTo>
                  <a:lnTo>
                    <a:pt x="0" y="1311606"/>
                  </a:lnTo>
                </a:path>
              </a:pathLst>
            </a:custGeom>
            <a:noFill/>
            <a:ln w="15915" cap="flat">
              <a:gradFill>
                <a:gsLst>
                  <a:gs pos="1000">
                    <a:schemeClr val="accent2">
                      <a:alpha val="64000"/>
                    </a:schemeClr>
                  </a:gs>
                  <a:gs pos="100000">
                    <a:schemeClr val="accent2">
                      <a:alpha val="0"/>
                    </a:schemeClr>
                  </a:gs>
                </a:gsLst>
                <a:lin ang="10800000" scaled="0"/>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sp>
        <p:nvSpPr>
          <p:cNvPr id="68" name="任意多边形: 形状 67">
            <a:extLst>
              <a:ext uri="{FF2B5EF4-FFF2-40B4-BE49-F238E27FC236}">
                <a16:creationId xmlns:a16="http://schemas.microsoft.com/office/drawing/2014/main" id="{8329CDCE-3E41-DD30-D9EC-EEB675B865CB}"/>
              </a:ext>
            </a:extLst>
          </p:cNvPr>
          <p:cNvSpPr/>
          <p:nvPr/>
        </p:nvSpPr>
        <p:spPr>
          <a:xfrm>
            <a:off x="1471304" y="4484700"/>
            <a:ext cx="9249391" cy="1735433"/>
          </a:xfrm>
          <a:custGeom>
            <a:avLst/>
            <a:gdLst>
              <a:gd name="connsiteX0" fmla="*/ 9249392 w 9249391"/>
              <a:gd name="connsiteY0" fmla="*/ 867717 h 1735433"/>
              <a:gd name="connsiteX1" fmla="*/ 4624696 w 9249391"/>
              <a:gd name="connsiteY1" fmla="*/ 1735434 h 1735433"/>
              <a:gd name="connsiteX2" fmla="*/ 0 w 9249391"/>
              <a:gd name="connsiteY2" fmla="*/ 867717 h 1735433"/>
              <a:gd name="connsiteX3" fmla="*/ 4624696 w 9249391"/>
              <a:gd name="connsiteY3" fmla="*/ 0 h 1735433"/>
              <a:gd name="connsiteX4" fmla="*/ 9249392 w 9249391"/>
              <a:gd name="connsiteY4" fmla="*/ 867717 h 1735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9391" h="1735433">
                <a:moveTo>
                  <a:pt x="9249392" y="867717"/>
                </a:moveTo>
                <a:cubicBezTo>
                  <a:pt x="9249392" y="1346944"/>
                  <a:pt x="7178845" y="1735434"/>
                  <a:pt x="4624696" y="1735434"/>
                </a:cubicBezTo>
                <a:cubicBezTo>
                  <a:pt x="2070547" y="1735434"/>
                  <a:pt x="0" y="1346944"/>
                  <a:pt x="0" y="867717"/>
                </a:cubicBezTo>
                <a:cubicBezTo>
                  <a:pt x="0" y="388490"/>
                  <a:pt x="2070547" y="0"/>
                  <a:pt x="4624696" y="0"/>
                </a:cubicBezTo>
                <a:cubicBezTo>
                  <a:pt x="7178845" y="0"/>
                  <a:pt x="9249392" y="388490"/>
                  <a:pt x="9249392" y="867717"/>
                </a:cubicBezTo>
                <a:close/>
              </a:path>
            </a:pathLst>
          </a:custGeom>
          <a:noFill/>
          <a:ln w="15915" cap="flat">
            <a:gradFill>
              <a:gsLst>
                <a:gs pos="0">
                  <a:schemeClr val="accent1">
                    <a:alpha val="0"/>
                  </a:schemeClr>
                </a:gs>
                <a:gs pos="100000">
                  <a:schemeClr val="accent1">
                    <a:alpha val="84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9" name="任意多边形: 形状 68">
            <a:extLst>
              <a:ext uri="{FF2B5EF4-FFF2-40B4-BE49-F238E27FC236}">
                <a16:creationId xmlns:a16="http://schemas.microsoft.com/office/drawing/2014/main" id="{F9B059B9-19D9-6DAD-38FE-1E90A0F3AC7A}"/>
              </a:ext>
            </a:extLst>
          </p:cNvPr>
          <p:cNvSpPr/>
          <p:nvPr/>
        </p:nvSpPr>
        <p:spPr>
          <a:xfrm>
            <a:off x="2481838" y="4548386"/>
            <a:ext cx="7228325" cy="1222764"/>
          </a:xfrm>
          <a:custGeom>
            <a:avLst/>
            <a:gdLst>
              <a:gd name="connsiteX0" fmla="*/ 7228326 w 7228325"/>
              <a:gd name="connsiteY0" fmla="*/ 611382 h 1222764"/>
              <a:gd name="connsiteX1" fmla="*/ 3614163 w 7228325"/>
              <a:gd name="connsiteY1" fmla="*/ 1222764 h 1222764"/>
              <a:gd name="connsiteX2" fmla="*/ 0 w 7228325"/>
              <a:gd name="connsiteY2" fmla="*/ 611382 h 1222764"/>
              <a:gd name="connsiteX3" fmla="*/ 3614163 w 7228325"/>
              <a:gd name="connsiteY3" fmla="*/ 0 h 1222764"/>
              <a:gd name="connsiteX4" fmla="*/ 7228326 w 7228325"/>
              <a:gd name="connsiteY4" fmla="*/ 611382 h 12227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28325" h="1222764">
                <a:moveTo>
                  <a:pt x="7228326" y="611382"/>
                </a:moveTo>
                <a:cubicBezTo>
                  <a:pt x="7228326" y="949039"/>
                  <a:pt x="5610211" y="1222764"/>
                  <a:pt x="3614163" y="1222764"/>
                </a:cubicBezTo>
                <a:cubicBezTo>
                  <a:pt x="1618116" y="1222764"/>
                  <a:pt x="0" y="949039"/>
                  <a:pt x="0" y="611382"/>
                </a:cubicBezTo>
                <a:cubicBezTo>
                  <a:pt x="0" y="273725"/>
                  <a:pt x="1618116" y="0"/>
                  <a:pt x="3614163" y="0"/>
                </a:cubicBezTo>
                <a:cubicBezTo>
                  <a:pt x="5610211" y="0"/>
                  <a:pt x="7228326" y="273725"/>
                  <a:pt x="7228326" y="611382"/>
                </a:cubicBezTo>
                <a:close/>
              </a:path>
            </a:pathLst>
          </a:custGeom>
          <a:noFill/>
          <a:ln w="15915" cap="flat">
            <a:gradFill>
              <a:gsLst>
                <a:gs pos="21000">
                  <a:schemeClr val="accent1">
                    <a:alpha val="0"/>
                  </a:schemeClr>
                </a:gs>
                <a:gs pos="100000">
                  <a:schemeClr val="accent1">
                    <a:alpha val="45000"/>
                  </a:schemeClr>
                </a:gs>
              </a:gsLst>
              <a:lin ang="5400000" scaled="1"/>
            </a:gradFill>
            <a:prstDash val="solid"/>
            <a:miter/>
          </a:ln>
        </p:spPr>
        <p:txBody>
          <a:bodyPr rtlCol="0" anchor="ctr"/>
          <a:lstStyle/>
          <a:p>
            <a:endParaRPr lang="zh-CN" altLang="en-US"/>
          </a:p>
        </p:txBody>
      </p:sp>
      <p:sp>
        <p:nvSpPr>
          <p:cNvPr id="70" name="任意多边形: 形状 69">
            <a:extLst>
              <a:ext uri="{FF2B5EF4-FFF2-40B4-BE49-F238E27FC236}">
                <a16:creationId xmlns:a16="http://schemas.microsoft.com/office/drawing/2014/main" id="{E0909FD5-F4F4-F256-B3F6-54FA57C7EF79}"/>
              </a:ext>
            </a:extLst>
          </p:cNvPr>
          <p:cNvSpPr/>
          <p:nvPr/>
        </p:nvSpPr>
        <p:spPr>
          <a:xfrm>
            <a:off x="3397319" y="4221362"/>
            <a:ext cx="5397362" cy="827913"/>
          </a:xfrm>
          <a:custGeom>
            <a:avLst/>
            <a:gdLst>
              <a:gd name="connsiteX0" fmla="*/ 5397362 w 5397362"/>
              <a:gd name="connsiteY0" fmla="*/ 413957 h 827913"/>
              <a:gd name="connsiteX1" fmla="*/ 2698681 w 5397362"/>
              <a:gd name="connsiteY1" fmla="*/ 827913 h 827913"/>
              <a:gd name="connsiteX2" fmla="*/ 0 w 5397362"/>
              <a:gd name="connsiteY2" fmla="*/ 413957 h 827913"/>
              <a:gd name="connsiteX3" fmla="*/ 2698681 w 5397362"/>
              <a:gd name="connsiteY3" fmla="*/ 0 h 827913"/>
              <a:gd name="connsiteX4" fmla="*/ 5397362 w 5397362"/>
              <a:gd name="connsiteY4" fmla="*/ 413957 h 827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7362" h="827913">
                <a:moveTo>
                  <a:pt x="5397362" y="413957"/>
                </a:moveTo>
                <a:cubicBezTo>
                  <a:pt x="5397362" y="642579"/>
                  <a:pt x="4189122" y="827913"/>
                  <a:pt x="2698681" y="827913"/>
                </a:cubicBezTo>
                <a:cubicBezTo>
                  <a:pt x="1208241" y="827913"/>
                  <a:pt x="0" y="642579"/>
                  <a:pt x="0" y="413957"/>
                </a:cubicBezTo>
                <a:cubicBezTo>
                  <a:pt x="0" y="185335"/>
                  <a:pt x="1208241" y="0"/>
                  <a:pt x="2698681" y="0"/>
                </a:cubicBezTo>
                <a:cubicBezTo>
                  <a:pt x="4189122" y="0"/>
                  <a:pt x="5397362" y="185335"/>
                  <a:pt x="5397362" y="413957"/>
                </a:cubicBezTo>
                <a:close/>
              </a:path>
            </a:pathLst>
          </a:custGeom>
          <a:solidFill>
            <a:schemeClr val="tx2"/>
          </a:solidFill>
          <a:ln w="57150" cap="flat">
            <a:solidFill>
              <a:schemeClr val="accent1">
                <a:alpha val="48000"/>
              </a:schemeClr>
            </a:solidFill>
            <a:prstDash val="solid"/>
            <a:miter/>
          </a:ln>
        </p:spPr>
        <p:txBody>
          <a:bodyPr rtlCol="0" anchor="ctr"/>
          <a:lstStyle/>
          <a:p>
            <a:endParaRPr lang="zh-CN" altLang="en-US"/>
          </a:p>
        </p:txBody>
      </p:sp>
      <p:sp>
        <p:nvSpPr>
          <p:cNvPr id="71" name="任意多边形: 形状 70">
            <a:extLst>
              <a:ext uri="{FF2B5EF4-FFF2-40B4-BE49-F238E27FC236}">
                <a16:creationId xmlns:a16="http://schemas.microsoft.com/office/drawing/2014/main" id="{DCC0B11B-0B2E-3426-BA9B-C06FF30B1177}"/>
              </a:ext>
            </a:extLst>
          </p:cNvPr>
          <p:cNvSpPr/>
          <p:nvPr/>
        </p:nvSpPr>
        <p:spPr>
          <a:xfrm>
            <a:off x="3365476" y="4300969"/>
            <a:ext cx="5461048" cy="827913"/>
          </a:xfrm>
          <a:custGeom>
            <a:avLst/>
            <a:gdLst>
              <a:gd name="connsiteX0" fmla="*/ 5461048 w 5461048"/>
              <a:gd name="connsiteY0" fmla="*/ 413957 h 827913"/>
              <a:gd name="connsiteX1" fmla="*/ 2730524 w 5461048"/>
              <a:gd name="connsiteY1" fmla="*/ 827913 h 827913"/>
              <a:gd name="connsiteX2" fmla="*/ 0 w 5461048"/>
              <a:gd name="connsiteY2" fmla="*/ 413957 h 827913"/>
              <a:gd name="connsiteX3" fmla="*/ 2730524 w 5461048"/>
              <a:gd name="connsiteY3" fmla="*/ 0 h 827913"/>
              <a:gd name="connsiteX4" fmla="*/ 5461048 w 5461048"/>
              <a:gd name="connsiteY4" fmla="*/ 413957 h 827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1048" h="827913">
                <a:moveTo>
                  <a:pt x="5461048" y="413957"/>
                </a:moveTo>
                <a:cubicBezTo>
                  <a:pt x="5461048" y="642579"/>
                  <a:pt x="4238551" y="827913"/>
                  <a:pt x="2730524" y="827913"/>
                </a:cubicBezTo>
                <a:cubicBezTo>
                  <a:pt x="1222497" y="827913"/>
                  <a:pt x="0" y="642579"/>
                  <a:pt x="0" y="413957"/>
                </a:cubicBezTo>
                <a:cubicBezTo>
                  <a:pt x="0" y="185335"/>
                  <a:pt x="1222497" y="0"/>
                  <a:pt x="2730524" y="0"/>
                </a:cubicBezTo>
                <a:cubicBezTo>
                  <a:pt x="4238551" y="0"/>
                  <a:pt x="5461048" y="185335"/>
                  <a:pt x="5461048" y="413957"/>
                </a:cubicBezTo>
                <a:close/>
              </a:path>
            </a:pathLst>
          </a:custGeom>
          <a:noFill/>
          <a:ln w="9525" cap="flat">
            <a:gradFill>
              <a:gsLst>
                <a:gs pos="35000">
                  <a:schemeClr val="accent1">
                    <a:alpha val="0"/>
                  </a:schemeClr>
                </a:gs>
                <a:gs pos="100000">
                  <a:schemeClr val="accent1"/>
                </a:gs>
              </a:gsLst>
              <a:lin ang="5400000" scaled="1"/>
            </a:gradFill>
            <a:prstDash val="solid"/>
            <a:miter/>
          </a:ln>
        </p:spPr>
        <p:txBody>
          <a:bodyPr rtlCol="0" anchor="ctr"/>
          <a:lstStyle/>
          <a:p>
            <a:endParaRPr lang="zh-CN" altLang="en-US"/>
          </a:p>
        </p:txBody>
      </p:sp>
      <p:sp>
        <p:nvSpPr>
          <p:cNvPr id="72" name="任意多边形: 形状 71">
            <a:extLst>
              <a:ext uri="{FF2B5EF4-FFF2-40B4-BE49-F238E27FC236}">
                <a16:creationId xmlns:a16="http://schemas.microsoft.com/office/drawing/2014/main" id="{FE791EC8-2BD3-206E-E7FC-48484EFAFA92}"/>
              </a:ext>
            </a:extLst>
          </p:cNvPr>
          <p:cNvSpPr/>
          <p:nvPr/>
        </p:nvSpPr>
        <p:spPr>
          <a:xfrm>
            <a:off x="3365476" y="4340773"/>
            <a:ext cx="5461048" cy="827913"/>
          </a:xfrm>
          <a:custGeom>
            <a:avLst/>
            <a:gdLst>
              <a:gd name="connsiteX0" fmla="*/ 5461048 w 5461048"/>
              <a:gd name="connsiteY0" fmla="*/ 413957 h 827913"/>
              <a:gd name="connsiteX1" fmla="*/ 2730524 w 5461048"/>
              <a:gd name="connsiteY1" fmla="*/ 827913 h 827913"/>
              <a:gd name="connsiteX2" fmla="*/ 0 w 5461048"/>
              <a:gd name="connsiteY2" fmla="*/ 413957 h 827913"/>
              <a:gd name="connsiteX3" fmla="*/ 2730524 w 5461048"/>
              <a:gd name="connsiteY3" fmla="*/ 0 h 827913"/>
              <a:gd name="connsiteX4" fmla="*/ 5461048 w 5461048"/>
              <a:gd name="connsiteY4" fmla="*/ 413957 h 827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1048" h="827913">
                <a:moveTo>
                  <a:pt x="5461048" y="413957"/>
                </a:moveTo>
                <a:cubicBezTo>
                  <a:pt x="5461048" y="642579"/>
                  <a:pt x="4238551" y="827913"/>
                  <a:pt x="2730524" y="827913"/>
                </a:cubicBezTo>
                <a:cubicBezTo>
                  <a:pt x="1222497" y="827913"/>
                  <a:pt x="0" y="642579"/>
                  <a:pt x="0" y="413957"/>
                </a:cubicBezTo>
                <a:cubicBezTo>
                  <a:pt x="0" y="185335"/>
                  <a:pt x="1222497" y="0"/>
                  <a:pt x="2730524" y="0"/>
                </a:cubicBezTo>
                <a:cubicBezTo>
                  <a:pt x="4238551" y="0"/>
                  <a:pt x="5461048" y="185335"/>
                  <a:pt x="5461048" y="413957"/>
                </a:cubicBezTo>
                <a:close/>
              </a:path>
            </a:pathLst>
          </a:custGeom>
          <a:noFill/>
          <a:ln w="9525" cap="flat">
            <a:gradFill>
              <a:gsLst>
                <a:gs pos="35000">
                  <a:schemeClr val="accent1">
                    <a:alpha val="0"/>
                  </a:schemeClr>
                </a:gs>
                <a:gs pos="100000">
                  <a:schemeClr val="accent1"/>
                </a:gs>
              </a:gsLst>
              <a:lin ang="5400000" scaled="1"/>
            </a:gradFill>
            <a:prstDash val="solid"/>
            <a:miter/>
          </a:ln>
        </p:spPr>
        <p:txBody>
          <a:bodyPr rtlCol="0" anchor="ctr"/>
          <a:lstStyle/>
          <a:p>
            <a:endParaRPr lang="zh-CN" altLang="en-US"/>
          </a:p>
        </p:txBody>
      </p:sp>
      <p:sp>
        <p:nvSpPr>
          <p:cNvPr id="73" name="任意多边形: 形状 72">
            <a:extLst>
              <a:ext uri="{FF2B5EF4-FFF2-40B4-BE49-F238E27FC236}">
                <a16:creationId xmlns:a16="http://schemas.microsoft.com/office/drawing/2014/main" id="{D46AA0DB-4F0E-A998-01B6-49120404E4A8}"/>
              </a:ext>
            </a:extLst>
          </p:cNvPr>
          <p:cNvSpPr/>
          <p:nvPr/>
        </p:nvSpPr>
        <p:spPr>
          <a:xfrm>
            <a:off x="3365476" y="4380576"/>
            <a:ext cx="5461048" cy="827913"/>
          </a:xfrm>
          <a:custGeom>
            <a:avLst/>
            <a:gdLst>
              <a:gd name="connsiteX0" fmla="*/ 5461048 w 5461048"/>
              <a:gd name="connsiteY0" fmla="*/ 413957 h 827913"/>
              <a:gd name="connsiteX1" fmla="*/ 2730524 w 5461048"/>
              <a:gd name="connsiteY1" fmla="*/ 827913 h 827913"/>
              <a:gd name="connsiteX2" fmla="*/ 0 w 5461048"/>
              <a:gd name="connsiteY2" fmla="*/ 413957 h 827913"/>
              <a:gd name="connsiteX3" fmla="*/ 2730524 w 5461048"/>
              <a:gd name="connsiteY3" fmla="*/ 0 h 827913"/>
              <a:gd name="connsiteX4" fmla="*/ 5461048 w 5461048"/>
              <a:gd name="connsiteY4" fmla="*/ 413957 h 827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1048" h="827913">
                <a:moveTo>
                  <a:pt x="5461048" y="413957"/>
                </a:moveTo>
                <a:cubicBezTo>
                  <a:pt x="5461048" y="642579"/>
                  <a:pt x="4238551" y="827913"/>
                  <a:pt x="2730524" y="827913"/>
                </a:cubicBezTo>
                <a:cubicBezTo>
                  <a:pt x="1222497" y="827913"/>
                  <a:pt x="0" y="642579"/>
                  <a:pt x="0" y="413957"/>
                </a:cubicBezTo>
                <a:cubicBezTo>
                  <a:pt x="0" y="185335"/>
                  <a:pt x="1222497" y="0"/>
                  <a:pt x="2730524" y="0"/>
                </a:cubicBezTo>
                <a:cubicBezTo>
                  <a:pt x="4238551" y="0"/>
                  <a:pt x="5461048" y="185335"/>
                  <a:pt x="5461048" y="413957"/>
                </a:cubicBezTo>
                <a:close/>
              </a:path>
            </a:pathLst>
          </a:custGeom>
          <a:noFill/>
          <a:ln w="9525" cap="flat">
            <a:gradFill>
              <a:gsLst>
                <a:gs pos="35000">
                  <a:schemeClr val="accent1">
                    <a:alpha val="0"/>
                  </a:schemeClr>
                </a:gs>
                <a:gs pos="100000">
                  <a:schemeClr val="accent1"/>
                </a:gs>
              </a:gsLst>
              <a:lin ang="5400000" scaled="1"/>
            </a:gradFill>
            <a:prstDash val="solid"/>
            <a:miter/>
          </a:ln>
        </p:spPr>
        <p:txBody>
          <a:bodyPr rtlCol="0" anchor="ctr"/>
          <a:lstStyle/>
          <a:p>
            <a:endParaRPr lang="zh-CN" altLang="en-US"/>
          </a:p>
        </p:txBody>
      </p:sp>
      <p:sp>
        <p:nvSpPr>
          <p:cNvPr id="74" name="任意多边形: 形状 73">
            <a:extLst>
              <a:ext uri="{FF2B5EF4-FFF2-40B4-BE49-F238E27FC236}">
                <a16:creationId xmlns:a16="http://schemas.microsoft.com/office/drawing/2014/main" id="{1DE49598-4E08-5B44-41A1-368D84BDBC96}"/>
              </a:ext>
            </a:extLst>
          </p:cNvPr>
          <p:cNvSpPr/>
          <p:nvPr/>
        </p:nvSpPr>
        <p:spPr>
          <a:xfrm>
            <a:off x="3365476" y="4420380"/>
            <a:ext cx="5461048" cy="827913"/>
          </a:xfrm>
          <a:custGeom>
            <a:avLst/>
            <a:gdLst>
              <a:gd name="connsiteX0" fmla="*/ 5461048 w 5461048"/>
              <a:gd name="connsiteY0" fmla="*/ 413957 h 827913"/>
              <a:gd name="connsiteX1" fmla="*/ 2730524 w 5461048"/>
              <a:gd name="connsiteY1" fmla="*/ 827913 h 827913"/>
              <a:gd name="connsiteX2" fmla="*/ 0 w 5461048"/>
              <a:gd name="connsiteY2" fmla="*/ 413957 h 827913"/>
              <a:gd name="connsiteX3" fmla="*/ 2730524 w 5461048"/>
              <a:gd name="connsiteY3" fmla="*/ 0 h 827913"/>
              <a:gd name="connsiteX4" fmla="*/ 5461048 w 5461048"/>
              <a:gd name="connsiteY4" fmla="*/ 413957 h 827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1048" h="827913">
                <a:moveTo>
                  <a:pt x="5461048" y="413957"/>
                </a:moveTo>
                <a:cubicBezTo>
                  <a:pt x="5461048" y="642579"/>
                  <a:pt x="4238551" y="827913"/>
                  <a:pt x="2730524" y="827913"/>
                </a:cubicBezTo>
                <a:cubicBezTo>
                  <a:pt x="1222497" y="827913"/>
                  <a:pt x="0" y="642579"/>
                  <a:pt x="0" y="413957"/>
                </a:cubicBezTo>
                <a:cubicBezTo>
                  <a:pt x="0" y="185335"/>
                  <a:pt x="1222497" y="0"/>
                  <a:pt x="2730524" y="0"/>
                </a:cubicBezTo>
                <a:cubicBezTo>
                  <a:pt x="4238551" y="0"/>
                  <a:pt x="5461048" y="185335"/>
                  <a:pt x="5461048" y="413957"/>
                </a:cubicBezTo>
                <a:close/>
              </a:path>
            </a:pathLst>
          </a:custGeom>
          <a:noFill/>
          <a:ln w="9525" cap="flat">
            <a:gradFill>
              <a:gsLst>
                <a:gs pos="35000">
                  <a:schemeClr val="accent1">
                    <a:alpha val="0"/>
                  </a:schemeClr>
                </a:gs>
                <a:gs pos="100000">
                  <a:schemeClr val="accent1"/>
                </a:gs>
              </a:gsLst>
              <a:lin ang="5400000" scaled="1"/>
            </a:gradFill>
            <a:prstDash val="solid"/>
            <a:miter/>
          </a:ln>
        </p:spPr>
        <p:txBody>
          <a:bodyPr rtlCol="0" anchor="ctr"/>
          <a:lstStyle/>
          <a:p>
            <a:endParaRPr lang="zh-CN" altLang="en-US"/>
          </a:p>
        </p:txBody>
      </p:sp>
      <p:grpSp>
        <p:nvGrpSpPr>
          <p:cNvPr id="122" name="组合 121">
            <a:extLst>
              <a:ext uri="{FF2B5EF4-FFF2-40B4-BE49-F238E27FC236}">
                <a16:creationId xmlns:a16="http://schemas.microsoft.com/office/drawing/2014/main" id="{A8723BEE-3EA7-9AEC-0A0F-7F33667F133E}"/>
              </a:ext>
            </a:extLst>
          </p:cNvPr>
          <p:cNvGrpSpPr/>
          <p:nvPr/>
        </p:nvGrpSpPr>
        <p:grpSpPr>
          <a:xfrm>
            <a:off x="2962324" y="1556253"/>
            <a:ext cx="710404" cy="543108"/>
            <a:chOff x="3200268" y="1422311"/>
            <a:chExt cx="627064" cy="479394"/>
          </a:xfrm>
        </p:grpSpPr>
        <p:sp>
          <p:nvSpPr>
            <p:cNvPr id="76" name="任意多边形: 形状 75">
              <a:extLst>
                <a:ext uri="{FF2B5EF4-FFF2-40B4-BE49-F238E27FC236}">
                  <a16:creationId xmlns:a16="http://schemas.microsoft.com/office/drawing/2014/main" id="{C0ED7884-50ED-BD97-2A00-3E5E35D9D1BF}"/>
                </a:ext>
              </a:extLst>
            </p:cNvPr>
            <p:cNvSpPr/>
            <p:nvPr/>
          </p:nvSpPr>
          <p:spPr>
            <a:xfrm>
              <a:off x="3200268" y="1531839"/>
              <a:ext cx="627064" cy="239246"/>
            </a:xfrm>
            <a:custGeom>
              <a:avLst/>
              <a:gdLst>
                <a:gd name="connsiteX0" fmla="*/ 620936 w 620935"/>
                <a:gd name="connsiteY0" fmla="*/ 119411 h 238821"/>
                <a:gd name="connsiteX1" fmla="*/ 310468 w 620935"/>
                <a:gd name="connsiteY1" fmla="*/ 238821 h 238821"/>
                <a:gd name="connsiteX2" fmla="*/ 0 w 620935"/>
                <a:gd name="connsiteY2" fmla="*/ 119411 h 238821"/>
                <a:gd name="connsiteX3" fmla="*/ 310468 w 620935"/>
                <a:gd name="connsiteY3" fmla="*/ 0 h 238821"/>
                <a:gd name="connsiteX4" fmla="*/ 620936 w 620935"/>
                <a:gd name="connsiteY4" fmla="*/ 119411 h 238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935" h="238821">
                  <a:moveTo>
                    <a:pt x="620936" y="119411"/>
                  </a:moveTo>
                  <a:cubicBezTo>
                    <a:pt x="620936" y="185359"/>
                    <a:pt x="481934" y="238821"/>
                    <a:pt x="310468" y="238821"/>
                  </a:cubicBezTo>
                  <a:cubicBezTo>
                    <a:pt x="139001" y="238821"/>
                    <a:pt x="0" y="185359"/>
                    <a:pt x="0" y="119411"/>
                  </a:cubicBezTo>
                  <a:cubicBezTo>
                    <a:pt x="0" y="53462"/>
                    <a:pt x="139001" y="0"/>
                    <a:pt x="310468" y="0"/>
                  </a:cubicBezTo>
                  <a:cubicBezTo>
                    <a:pt x="481934" y="0"/>
                    <a:pt x="620936" y="53462"/>
                    <a:pt x="620936" y="119411"/>
                  </a:cubicBezTo>
                  <a:close/>
                </a:path>
              </a:pathLst>
            </a:custGeom>
            <a:noFill/>
            <a:ln w="15915" cap="flat">
              <a:gradFill>
                <a:gsLst>
                  <a:gs pos="0">
                    <a:schemeClr val="accent1">
                      <a:alpha val="0"/>
                    </a:schemeClr>
                  </a:gs>
                  <a:gs pos="100000">
                    <a:schemeClr val="accent1">
                      <a:alpha val="61000"/>
                    </a:schemeClr>
                  </a:gs>
                </a:gsLst>
                <a:lin ang="5400000" scaled="1"/>
              </a:gradFill>
              <a:prstDash val="solid"/>
              <a:miter/>
            </a:ln>
          </p:spPr>
          <p:txBody>
            <a:bodyPr rtlCol="0" anchor="ctr"/>
            <a:lstStyle/>
            <a:p>
              <a:endParaRPr lang="zh-CN" altLang="en-US"/>
            </a:p>
          </p:txBody>
        </p:sp>
        <p:sp>
          <p:nvSpPr>
            <p:cNvPr id="77" name="任意多边形: 形状 76">
              <a:extLst>
                <a:ext uri="{FF2B5EF4-FFF2-40B4-BE49-F238E27FC236}">
                  <a16:creationId xmlns:a16="http://schemas.microsoft.com/office/drawing/2014/main" id="{F02464C7-25CF-9108-4431-C9A91AADEFF5}"/>
                </a:ext>
              </a:extLst>
            </p:cNvPr>
            <p:cNvSpPr/>
            <p:nvPr/>
          </p:nvSpPr>
          <p:spPr>
            <a:xfrm>
              <a:off x="3235176" y="1730391"/>
              <a:ext cx="557249" cy="171314"/>
            </a:xfrm>
            <a:custGeom>
              <a:avLst/>
              <a:gdLst>
                <a:gd name="connsiteX0" fmla="*/ 557250 w 557249"/>
                <a:gd name="connsiteY0" fmla="*/ 85657 h 171314"/>
                <a:gd name="connsiteX1" fmla="*/ 278625 w 557249"/>
                <a:gd name="connsiteY1" fmla="*/ 171314 h 171314"/>
                <a:gd name="connsiteX2" fmla="*/ 0 w 557249"/>
                <a:gd name="connsiteY2" fmla="*/ 85657 h 171314"/>
                <a:gd name="connsiteX3" fmla="*/ 278625 w 557249"/>
                <a:gd name="connsiteY3" fmla="*/ 0 h 171314"/>
                <a:gd name="connsiteX4" fmla="*/ 557250 w 557249"/>
                <a:gd name="connsiteY4" fmla="*/ 85657 h 171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249" h="171314">
                  <a:moveTo>
                    <a:pt x="557250" y="85657"/>
                  </a:moveTo>
                  <a:cubicBezTo>
                    <a:pt x="557250" y="132964"/>
                    <a:pt x="432505" y="171314"/>
                    <a:pt x="278625" y="171314"/>
                  </a:cubicBezTo>
                  <a:cubicBezTo>
                    <a:pt x="124745" y="171314"/>
                    <a:pt x="0" y="132964"/>
                    <a:pt x="0" y="85657"/>
                  </a:cubicBezTo>
                  <a:cubicBezTo>
                    <a:pt x="0" y="38350"/>
                    <a:pt x="124745" y="0"/>
                    <a:pt x="278625" y="0"/>
                  </a:cubicBezTo>
                  <a:cubicBezTo>
                    <a:pt x="432505" y="0"/>
                    <a:pt x="557250" y="38350"/>
                    <a:pt x="557250" y="85657"/>
                  </a:cubicBezTo>
                  <a:close/>
                </a:path>
              </a:pathLst>
            </a:custGeom>
            <a:noFill/>
            <a:ln w="15915" cap="flat">
              <a:gradFill>
                <a:gsLst>
                  <a:gs pos="18000">
                    <a:schemeClr val="accent1">
                      <a:alpha val="0"/>
                    </a:schemeClr>
                  </a:gs>
                  <a:gs pos="98276">
                    <a:schemeClr val="accent1"/>
                  </a:gs>
                  <a:gs pos="80000">
                    <a:schemeClr val="accent1">
                      <a:alpha val="73000"/>
                    </a:schemeClr>
                  </a:gs>
                </a:gsLst>
                <a:lin ang="5400000" scaled="1"/>
              </a:gradFill>
              <a:prstDash val="solid"/>
              <a:miter/>
            </a:ln>
          </p:spPr>
          <p:txBody>
            <a:bodyPr rtlCol="0" anchor="ctr"/>
            <a:lstStyle/>
            <a:p>
              <a:endParaRPr lang="zh-CN" altLang="en-US"/>
            </a:p>
          </p:txBody>
        </p:sp>
        <p:sp>
          <p:nvSpPr>
            <p:cNvPr id="78" name="任意多边形: 形状 77">
              <a:extLst>
                <a:ext uri="{FF2B5EF4-FFF2-40B4-BE49-F238E27FC236}">
                  <a16:creationId xmlns:a16="http://schemas.microsoft.com/office/drawing/2014/main" id="{46B68F3B-6732-0C0E-0D5E-6E52EE2E4A61}"/>
                </a:ext>
              </a:extLst>
            </p:cNvPr>
            <p:cNvSpPr/>
            <p:nvPr/>
          </p:nvSpPr>
          <p:spPr>
            <a:xfrm>
              <a:off x="3311121" y="1422311"/>
              <a:ext cx="405359" cy="405359"/>
            </a:xfrm>
            <a:custGeom>
              <a:avLst/>
              <a:gdLst>
                <a:gd name="connsiteX0" fmla="*/ 405359 w 405359"/>
                <a:gd name="connsiteY0" fmla="*/ 202680 h 405359"/>
                <a:gd name="connsiteX1" fmla="*/ 202680 w 405359"/>
                <a:gd name="connsiteY1" fmla="*/ 405359 h 405359"/>
                <a:gd name="connsiteX2" fmla="*/ 0 w 405359"/>
                <a:gd name="connsiteY2" fmla="*/ 202680 h 405359"/>
                <a:gd name="connsiteX3" fmla="*/ 202680 w 405359"/>
                <a:gd name="connsiteY3" fmla="*/ 0 h 405359"/>
                <a:gd name="connsiteX4" fmla="*/ 405359 w 405359"/>
                <a:gd name="connsiteY4" fmla="*/ 202680 h 40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359" h="405359">
                  <a:moveTo>
                    <a:pt x="405359" y="202680"/>
                  </a:moveTo>
                  <a:cubicBezTo>
                    <a:pt x="405359" y="314616"/>
                    <a:pt x="314617" y="405359"/>
                    <a:pt x="202680" y="405359"/>
                  </a:cubicBezTo>
                  <a:cubicBezTo>
                    <a:pt x="90743" y="405359"/>
                    <a:pt x="0" y="314616"/>
                    <a:pt x="0" y="202680"/>
                  </a:cubicBezTo>
                  <a:cubicBezTo>
                    <a:pt x="0" y="90743"/>
                    <a:pt x="90743" y="0"/>
                    <a:pt x="202680" y="0"/>
                  </a:cubicBezTo>
                  <a:cubicBezTo>
                    <a:pt x="314617" y="0"/>
                    <a:pt x="405359" y="90743"/>
                    <a:pt x="405359" y="202680"/>
                  </a:cubicBezTo>
                  <a:close/>
                </a:path>
              </a:pathLst>
            </a:custGeom>
            <a:gradFill>
              <a:gsLst>
                <a:gs pos="0">
                  <a:schemeClr val="accent1">
                    <a:alpha val="0"/>
                  </a:schemeClr>
                </a:gs>
                <a:gs pos="100000">
                  <a:schemeClr val="accent1">
                    <a:alpha val="44000"/>
                  </a:schemeClr>
                </a:gs>
              </a:gsLst>
              <a:lin ang="5400000" scaled="1"/>
            </a:gradFill>
            <a:ln w="9525" cap="flat">
              <a:gradFill>
                <a:gsLst>
                  <a:gs pos="27000">
                    <a:schemeClr val="accent1">
                      <a:alpha val="0"/>
                    </a:schemeClr>
                  </a:gs>
                  <a:gs pos="100000">
                    <a:schemeClr val="accent1"/>
                  </a:gs>
                </a:gsLst>
                <a:lin ang="5400000" scaled="1"/>
              </a:gradFill>
              <a:prstDash val="solid"/>
              <a:miter/>
            </a:ln>
          </p:spPr>
          <p:txBody>
            <a:bodyPr rtlCol="0" anchor="ctr"/>
            <a:lstStyle/>
            <a:p>
              <a:endParaRPr lang="zh-CN" altLang="en-US"/>
            </a:p>
          </p:txBody>
        </p:sp>
      </p:grpSp>
      <p:sp>
        <p:nvSpPr>
          <p:cNvPr id="57" name="矩形: 圆角 56">
            <a:extLst>
              <a:ext uri="{FF2B5EF4-FFF2-40B4-BE49-F238E27FC236}">
                <a16:creationId xmlns:a16="http://schemas.microsoft.com/office/drawing/2014/main" id="{1C1AFE0F-BCF7-B615-CE91-B0EC70C5B971}"/>
              </a:ext>
            </a:extLst>
          </p:cNvPr>
          <p:cNvSpPr/>
          <p:nvPr/>
        </p:nvSpPr>
        <p:spPr>
          <a:xfrm rot="173403">
            <a:off x="3845775" y="5276701"/>
            <a:ext cx="1425326" cy="275754"/>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3" name="组合 122">
            <a:extLst>
              <a:ext uri="{FF2B5EF4-FFF2-40B4-BE49-F238E27FC236}">
                <a16:creationId xmlns:a16="http://schemas.microsoft.com/office/drawing/2014/main" id="{86B38119-9416-D77A-21F7-FE61D7BD315B}"/>
              </a:ext>
            </a:extLst>
          </p:cNvPr>
          <p:cNvGrpSpPr/>
          <p:nvPr/>
        </p:nvGrpSpPr>
        <p:grpSpPr>
          <a:xfrm>
            <a:off x="4026461" y="1268421"/>
            <a:ext cx="710404" cy="543108"/>
            <a:chOff x="4225059" y="1300278"/>
            <a:chExt cx="627064" cy="479394"/>
          </a:xfrm>
        </p:grpSpPr>
        <p:sp>
          <p:nvSpPr>
            <p:cNvPr id="82" name="任意多边形: 形状 81">
              <a:extLst>
                <a:ext uri="{FF2B5EF4-FFF2-40B4-BE49-F238E27FC236}">
                  <a16:creationId xmlns:a16="http://schemas.microsoft.com/office/drawing/2014/main" id="{316C94B3-6DB6-E069-3A91-716459F51C34}"/>
                </a:ext>
              </a:extLst>
            </p:cNvPr>
            <p:cNvSpPr/>
            <p:nvPr/>
          </p:nvSpPr>
          <p:spPr>
            <a:xfrm>
              <a:off x="4225059" y="1409806"/>
              <a:ext cx="627064" cy="239246"/>
            </a:xfrm>
            <a:custGeom>
              <a:avLst/>
              <a:gdLst>
                <a:gd name="connsiteX0" fmla="*/ 620936 w 620935"/>
                <a:gd name="connsiteY0" fmla="*/ 119411 h 238821"/>
                <a:gd name="connsiteX1" fmla="*/ 310468 w 620935"/>
                <a:gd name="connsiteY1" fmla="*/ 238821 h 238821"/>
                <a:gd name="connsiteX2" fmla="*/ 0 w 620935"/>
                <a:gd name="connsiteY2" fmla="*/ 119411 h 238821"/>
                <a:gd name="connsiteX3" fmla="*/ 310468 w 620935"/>
                <a:gd name="connsiteY3" fmla="*/ 0 h 238821"/>
                <a:gd name="connsiteX4" fmla="*/ 620936 w 620935"/>
                <a:gd name="connsiteY4" fmla="*/ 119411 h 238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935" h="238821">
                  <a:moveTo>
                    <a:pt x="620936" y="119411"/>
                  </a:moveTo>
                  <a:cubicBezTo>
                    <a:pt x="620936" y="185359"/>
                    <a:pt x="481934" y="238821"/>
                    <a:pt x="310468" y="238821"/>
                  </a:cubicBezTo>
                  <a:cubicBezTo>
                    <a:pt x="139001" y="238821"/>
                    <a:pt x="0" y="185359"/>
                    <a:pt x="0" y="119411"/>
                  </a:cubicBezTo>
                  <a:cubicBezTo>
                    <a:pt x="0" y="53462"/>
                    <a:pt x="139001" y="0"/>
                    <a:pt x="310468" y="0"/>
                  </a:cubicBezTo>
                  <a:cubicBezTo>
                    <a:pt x="481934" y="0"/>
                    <a:pt x="620936" y="53462"/>
                    <a:pt x="620936" y="119411"/>
                  </a:cubicBezTo>
                  <a:close/>
                </a:path>
              </a:pathLst>
            </a:custGeom>
            <a:noFill/>
            <a:ln w="15915" cap="flat">
              <a:gradFill>
                <a:gsLst>
                  <a:gs pos="0">
                    <a:schemeClr val="accent1">
                      <a:alpha val="0"/>
                    </a:schemeClr>
                  </a:gs>
                  <a:gs pos="100000">
                    <a:schemeClr val="accent1">
                      <a:alpha val="61000"/>
                    </a:schemeClr>
                  </a:gs>
                </a:gsLst>
                <a:lin ang="5400000" scaled="1"/>
              </a:gradFill>
              <a:prstDash val="solid"/>
              <a:miter/>
            </a:ln>
          </p:spPr>
          <p:txBody>
            <a:bodyPr rtlCol="0" anchor="ctr"/>
            <a:lstStyle/>
            <a:p>
              <a:endParaRPr lang="zh-CN" altLang="en-US"/>
            </a:p>
          </p:txBody>
        </p:sp>
        <p:sp>
          <p:nvSpPr>
            <p:cNvPr id="83" name="任意多边形: 形状 82">
              <a:extLst>
                <a:ext uri="{FF2B5EF4-FFF2-40B4-BE49-F238E27FC236}">
                  <a16:creationId xmlns:a16="http://schemas.microsoft.com/office/drawing/2014/main" id="{DFBE3CFF-F166-8B84-2594-9D9AACF5BDB2}"/>
                </a:ext>
              </a:extLst>
            </p:cNvPr>
            <p:cNvSpPr/>
            <p:nvPr/>
          </p:nvSpPr>
          <p:spPr>
            <a:xfrm>
              <a:off x="4259967" y="1608358"/>
              <a:ext cx="557249" cy="171314"/>
            </a:xfrm>
            <a:custGeom>
              <a:avLst/>
              <a:gdLst>
                <a:gd name="connsiteX0" fmla="*/ 557250 w 557249"/>
                <a:gd name="connsiteY0" fmla="*/ 85657 h 171314"/>
                <a:gd name="connsiteX1" fmla="*/ 278625 w 557249"/>
                <a:gd name="connsiteY1" fmla="*/ 171314 h 171314"/>
                <a:gd name="connsiteX2" fmla="*/ 0 w 557249"/>
                <a:gd name="connsiteY2" fmla="*/ 85657 h 171314"/>
                <a:gd name="connsiteX3" fmla="*/ 278625 w 557249"/>
                <a:gd name="connsiteY3" fmla="*/ 0 h 171314"/>
                <a:gd name="connsiteX4" fmla="*/ 557250 w 557249"/>
                <a:gd name="connsiteY4" fmla="*/ 85657 h 171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249" h="171314">
                  <a:moveTo>
                    <a:pt x="557250" y="85657"/>
                  </a:moveTo>
                  <a:cubicBezTo>
                    <a:pt x="557250" y="132964"/>
                    <a:pt x="432505" y="171314"/>
                    <a:pt x="278625" y="171314"/>
                  </a:cubicBezTo>
                  <a:cubicBezTo>
                    <a:pt x="124745" y="171314"/>
                    <a:pt x="0" y="132964"/>
                    <a:pt x="0" y="85657"/>
                  </a:cubicBezTo>
                  <a:cubicBezTo>
                    <a:pt x="0" y="38350"/>
                    <a:pt x="124745" y="0"/>
                    <a:pt x="278625" y="0"/>
                  </a:cubicBezTo>
                  <a:cubicBezTo>
                    <a:pt x="432505" y="0"/>
                    <a:pt x="557250" y="38350"/>
                    <a:pt x="557250" y="85657"/>
                  </a:cubicBezTo>
                  <a:close/>
                </a:path>
              </a:pathLst>
            </a:custGeom>
            <a:noFill/>
            <a:ln w="15915" cap="flat">
              <a:gradFill>
                <a:gsLst>
                  <a:gs pos="18000">
                    <a:schemeClr val="accent1">
                      <a:alpha val="0"/>
                    </a:schemeClr>
                  </a:gs>
                  <a:gs pos="98276">
                    <a:schemeClr val="accent1"/>
                  </a:gs>
                  <a:gs pos="80000">
                    <a:schemeClr val="accent1">
                      <a:alpha val="73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84" name="任意多边形: 形状 83">
              <a:extLst>
                <a:ext uri="{FF2B5EF4-FFF2-40B4-BE49-F238E27FC236}">
                  <a16:creationId xmlns:a16="http://schemas.microsoft.com/office/drawing/2014/main" id="{B3AFB9ED-51DF-D72E-C463-4266609B3320}"/>
                </a:ext>
              </a:extLst>
            </p:cNvPr>
            <p:cNvSpPr/>
            <p:nvPr/>
          </p:nvSpPr>
          <p:spPr>
            <a:xfrm>
              <a:off x="4335912" y="1300278"/>
              <a:ext cx="405359" cy="405359"/>
            </a:xfrm>
            <a:custGeom>
              <a:avLst/>
              <a:gdLst>
                <a:gd name="connsiteX0" fmla="*/ 405359 w 405359"/>
                <a:gd name="connsiteY0" fmla="*/ 202680 h 405359"/>
                <a:gd name="connsiteX1" fmla="*/ 202680 w 405359"/>
                <a:gd name="connsiteY1" fmla="*/ 405359 h 405359"/>
                <a:gd name="connsiteX2" fmla="*/ 0 w 405359"/>
                <a:gd name="connsiteY2" fmla="*/ 202680 h 405359"/>
                <a:gd name="connsiteX3" fmla="*/ 202680 w 405359"/>
                <a:gd name="connsiteY3" fmla="*/ 0 h 405359"/>
                <a:gd name="connsiteX4" fmla="*/ 405359 w 405359"/>
                <a:gd name="connsiteY4" fmla="*/ 202680 h 40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359" h="405359">
                  <a:moveTo>
                    <a:pt x="405359" y="202680"/>
                  </a:moveTo>
                  <a:cubicBezTo>
                    <a:pt x="405359" y="314616"/>
                    <a:pt x="314617" y="405359"/>
                    <a:pt x="202680" y="405359"/>
                  </a:cubicBezTo>
                  <a:cubicBezTo>
                    <a:pt x="90743" y="405359"/>
                    <a:pt x="0" y="314616"/>
                    <a:pt x="0" y="202680"/>
                  </a:cubicBezTo>
                  <a:cubicBezTo>
                    <a:pt x="0" y="90743"/>
                    <a:pt x="90743" y="0"/>
                    <a:pt x="202680" y="0"/>
                  </a:cubicBezTo>
                  <a:cubicBezTo>
                    <a:pt x="314617" y="0"/>
                    <a:pt x="405359" y="90743"/>
                    <a:pt x="405359" y="202680"/>
                  </a:cubicBezTo>
                  <a:close/>
                </a:path>
              </a:pathLst>
            </a:custGeom>
            <a:gradFill>
              <a:gsLst>
                <a:gs pos="0">
                  <a:schemeClr val="accent1">
                    <a:alpha val="0"/>
                  </a:schemeClr>
                </a:gs>
                <a:gs pos="100000">
                  <a:schemeClr val="accent1">
                    <a:alpha val="44000"/>
                  </a:schemeClr>
                </a:gs>
              </a:gsLst>
              <a:lin ang="5400000" scaled="1"/>
            </a:gradFill>
            <a:ln w="9525" cap="flat">
              <a:gradFill>
                <a:gsLst>
                  <a:gs pos="27000">
                    <a:schemeClr val="accent1">
                      <a:alpha val="0"/>
                    </a:schemeClr>
                  </a:gs>
                  <a:gs pos="100000">
                    <a:schemeClr val="accent1"/>
                  </a:gs>
                </a:gsLst>
                <a:lin ang="5400000" scaled="1"/>
              </a:gradFill>
              <a:prstDash val="solid"/>
              <a:miter/>
            </a:ln>
          </p:spPr>
          <p:txBody>
            <a:bodyPr rtlCol="0" anchor="ctr"/>
            <a:lstStyle/>
            <a:p>
              <a:endParaRPr lang="zh-CN" altLang="en-US"/>
            </a:p>
          </p:txBody>
        </p:sp>
      </p:grpSp>
      <p:grpSp>
        <p:nvGrpSpPr>
          <p:cNvPr id="124" name="组合 123">
            <a:extLst>
              <a:ext uri="{FF2B5EF4-FFF2-40B4-BE49-F238E27FC236}">
                <a16:creationId xmlns:a16="http://schemas.microsoft.com/office/drawing/2014/main" id="{53C8A94E-C066-833E-9974-0D498FEBF3EF}"/>
              </a:ext>
            </a:extLst>
          </p:cNvPr>
          <p:cNvGrpSpPr/>
          <p:nvPr/>
        </p:nvGrpSpPr>
        <p:grpSpPr>
          <a:xfrm>
            <a:off x="5170326" y="1212919"/>
            <a:ext cx="710404" cy="543108"/>
            <a:chOff x="5232268" y="1244776"/>
            <a:chExt cx="627064" cy="479394"/>
          </a:xfrm>
        </p:grpSpPr>
        <p:sp>
          <p:nvSpPr>
            <p:cNvPr id="85" name="任意多边形: 形状 84">
              <a:extLst>
                <a:ext uri="{FF2B5EF4-FFF2-40B4-BE49-F238E27FC236}">
                  <a16:creationId xmlns:a16="http://schemas.microsoft.com/office/drawing/2014/main" id="{147D5EB8-101F-9FBA-F8CB-2A28DEEB936C}"/>
                </a:ext>
              </a:extLst>
            </p:cNvPr>
            <p:cNvSpPr/>
            <p:nvPr/>
          </p:nvSpPr>
          <p:spPr>
            <a:xfrm>
              <a:off x="5232268" y="1354304"/>
              <a:ext cx="627064" cy="239246"/>
            </a:xfrm>
            <a:custGeom>
              <a:avLst/>
              <a:gdLst>
                <a:gd name="connsiteX0" fmla="*/ 620936 w 620935"/>
                <a:gd name="connsiteY0" fmla="*/ 119411 h 238821"/>
                <a:gd name="connsiteX1" fmla="*/ 310468 w 620935"/>
                <a:gd name="connsiteY1" fmla="*/ 238821 h 238821"/>
                <a:gd name="connsiteX2" fmla="*/ 0 w 620935"/>
                <a:gd name="connsiteY2" fmla="*/ 119411 h 238821"/>
                <a:gd name="connsiteX3" fmla="*/ 310468 w 620935"/>
                <a:gd name="connsiteY3" fmla="*/ 0 h 238821"/>
                <a:gd name="connsiteX4" fmla="*/ 620936 w 620935"/>
                <a:gd name="connsiteY4" fmla="*/ 119411 h 238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935" h="238821">
                  <a:moveTo>
                    <a:pt x="620936" y="119411"/>
                  </a:moveTo>
                  <a:cubicBezTo>
                    <a:pt x="620936" y="185359"/>
                    <a:pt x="481934" y="238821"/>
                    <a:pt x="310468" y="238821"/>
                  </a:cubicBezTo>
                  <a:cubicBezTo>
                    <a:pt x="139001" y="238821"/>
                    <a:pt x="0" y="185359"/>
                    <a:pt x="0" y="119411"/>
                  </a:cubicBezTo>
                  <a:cubicBezTo>
                    <a:pt x="0" y="53462"/>
                    <a:pt x="139001" y="0"/>
                    <a:pt x="310468" y="0"/>
                  </a:cubicBezTo>
                  <a:cubicBezTo>
                    <a:pt x="481934" y="0"/>
                    <a:pt x="620936" y="53462"/>
                    <a:pt x="620936" y="119411"/>
                  </a:cubicBezTo>
                  <a:close/>
                </a:path>
              </a:pathLst>
            </a:custGeom>
            <a:noFill/>
            <a:ln w="15915" cap="flat">
              <a:gradFill>
                <a:gsLst>
                  <a:gs pos="0">
                    <a:schemeClr val="accent1">
                      <a:alpha val="0"/>
                    </a:schemeClr>
                  </a:gs>
                  <a:gs pos="100000">
                    <a:schemeClr val="accent1">
                      <a:alpha val="61000"/>
                    </a:schemeClr>
                  </a:gs>
                </a:gsLst>
                <a:lin ang="5400000" scaled="1"/>
              </a:gradFill>
              <a:prstDash val="solid"/>
              <a:miter/>
            </a:ln>
          </p:spPr>
          <p:txBody>
            <a:bodyPr rtlCol="0" anchor="ctr"/>
            <a:lstStyle/>
            <a:p>
              <a:endParaRPr lang="zh-CN" altLang="en-US"/>
            </a:p>
          </p:txBody>
        </p:sp>
        <p:sp>
          <p:nvSpPr>
            <p:cNvPr id="87" name="任意多边形: 形状 86">
              <a:extLst>
                <a:ext uri="{FF2B5EF4-FFF2-40B4-BE49-F238E27FC236}">
                  <a16:creationId xmlns:a16="http://schemas.microsoft.com/office/drawing/2014/main" id="{3B9EC74E-6968-5972-487B-4B089C47EDA1}"/>
                </a:ext>
              </a:extLst>
            </p:cNvPr>
            <p:cNvSpPr/>
            <p:nvPr/>
          </p:nvSpPr>
          <p:spPr>
            <a:xfrm>
              <a:off x="5267176" y="1552856"/>
              <a:ext cx="557249" cy="171314"/>
            </a:xfrm>
            <a:custGeom>
              <a:avLst/>
              <a:gdLst>
                <a:gd name="connsiteX0" fmla="*/ 557250 w 557249"/>
                <a:gd name="connsiteY0" fmla="*/ 85657 h 171314"/>
                <a:gd name="connsiteX1" fmla="*/ 278625 w 557249"/>
                <a:gd name="connsiteY1" fmla="*/ 171314 h 171314"/>
                <a:gd name="connsiteX2" fmla="*/ 0 w 557249"/>
                <a:gd name="connsiteY2" fmla="*/ 85657 h 171314"/>
                <a:gd name="connsiteX3" fmla="*/ 278625 w 557249"/>
                <a:gd name="connsiteY3" fmla="*/ 0 h 171314"/>
                <a:gd name="connsiteX4" fmla="*/ 557250 w 557249"/>
                <a:gd name="connsiteY4" fmla="*/ 85657 h 171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249" h="171314">
                  <a:moveTo>
                    <a:pt x="557250" y="85657"/>
                  </a:moveTo>
                  <a:cubicBezTo>
                    <a:pt x="557250" y="132964"/>
                    <a:pt x="432505" y="171314"/>
                    <a:pt x="278625" y="171314"/>
                  </a:cubicBezTo>
                  <a:cubicBezTo>
                    <a:pt x="124745" y="171314"/>
                    <a:pt x="0" y="132964"/>
                    <a:pt x="0" y="85657"/>
                  </a:cubicBezTo>
                  <a:cubicBezTo>
                    <a:pt x="0" y="38350"/>
                    <a:pt x="124745" y="0"/>
                    <a:pt x="278625" y="0"/>
                  </a:cubicBezTo>
                  <a:cubicBezTo>
                    <a:pt x="432505" y="0"/>
                    <a:pt x="557250" y="38350"/>
                    <a:pt x="557250" y="85657"/>
                  </a:cubicBezTo>
                  <a:close/>
                </a:path>
              </a:pathLst>
            </a:custGeom>
            <a:noFill/>
            <a:ln w="15915" cap="flat">
              <a:gradFill>
                <a:gsLst>
                  <a:gs pos="18000">
                    <a:schemeClr val="accent1">
                      <a:alpha val="0"/>
                    </a:schemeClr>
                  </a:gs>
                  <a:gs pos="98276">
                    <a:schemeClr val="accent1"/>
                  </a:gs>
                  <a:gs pos="80000">
                    <a:schemeClr val="accent1">
                      <a:alpha val="73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88" name="任意多边形: 形状 87">
              <a:extLst>
                <a:ext uri="{FF2B5EF4-FFF2-40B4-BE49-F238E27FC236}">
                  <a16:creationId xmlns:a16="http://schemas.microsoft.com/office/drawing/2014/main" id="{7E9CDC12-15C2-45CE-7E71-BECBC6BBD17C}"/>
                </a:ext>
              </a:extLst>
            </p:cNvPr>
            <p:cNvSpPr/>
            <p:nvPr/>
          </p:nvSpPr>
          <p:spPr>
            <a:xfrm>
              <a:off x="5343121" y="1244776"/>
              <a:ext cx="405359" cy="405359"/>
            </a:xfrm>
            <a:custGeom>
              <a:avLst/>
              <a:gdLst>
                <a:gd name="connsiteX0" fmla="*/ 405359 w 405359"/>
                <a:gd name="connsiteY0" fmla="*/ 202680 h 405359"/>
                <a:gd name="connsiteX1" fmla="*/ 202680 w 405359"/>
                <a:gd name="connsiteY1" fmla="*/ 405359 h 405359"/>
                <a:gd name="connsiteX2" fmla="*/ 0 w 405359"/>
                <a:gd name="connsiteY2" fmla="*/ 202680 h 405359"/>
                <a:gd name="connsiteX3" fmla="*/ 202680 w 405359"/>
                <a:gd name="connsiteY3" fmla="*/ 0 h 405359"/>
                <a:gd name="connsiteX4" fmla="*/ 405359 w 405359"/>
                <a:gd name="connsiteY4" fmla="*/ 202680 h 40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359" h="405359">
                  <a:moveTo>
                    <a:pt x="405359" y="202680"/>
                  </a:moveTo>
                  <a:cubicBezTo>
                    <a:pt x="405359" y="314616"/>
                    <a:pt x="314617" y="405359"/>
                    <a:pt x="202680" y="405359"/>
                  </a:cubicBezTo>
                  <a:cubicBezTo>
                    <a:pt x="90743" y="405359"/>
                    <a:pt x="0" y="314616"/>
                    <a:pt x="0" y="202680"/>
                  </a:cubicBezTo>
                  <a:cubicBezTo>
                    <a:pt x="0" y="90743"/>
                    <a:pt x="90743" y="0"/>
                    <a:pt x="202680" y="0"/>
                  </a:cubicBezTo>
                  <a:cubicBezTo>
                    <a:pt x="314617" y="0"/>
                    <a:pt x="405359" y="90743"/>
                    <a:pt x="405359" y="202680"/>
                  </a:cubicBezTo>
                  <a:close/>
                </a:path>
              </a:pathLst>
            </a:custGeom>
            <a:gradFill>
              <a:gsLst>
                <a:gs pos="0">
                  <a:schemeClr val="accent1">
                    <a:alpha val="0"/>
                  </a:schemeClr>
                </a:gs>
                <a:gs pos="100000">
                  <a:schemeClr val="accent1">
                    <a:alpha val="44000"/>
                  </a:schemeClr>
                </a:gs>
              </a:gsLst>
              <a:lin ang="5400000" scaled="1"/>
            </a:gradFill>
            <a:ln w="9525" cap="flat">
              <a:gradFill>
                <a:gsLst>
                  <a:gs pos="27000">
                    <a:schemeClr val="accent1">
                      <a:alpha val="0"/>
                    </a:schemeClr>
                  </a:gs>
                  <a:gs pos="100000">
                    <a:schemeClr val="accent1"/>
                  </a:gs>
                </a:gsLst>
                <a:lin ang="5400000" scaled="1"/>
              </a:gradFill>
              <a:prstDash val="solid"/>
              <a:miter/>
            </a:ln>
          </p:spPr>
          <p:txBody>
            <a:bodyPr rtlCol="0" anchor="ctr"/>
            <a:lstStyle/>
            <a:p>
              <a:endParaRPr lang="zh-CN" altLang="en-US"/>
            </a:p>
          </p:txBody>
        </p:sp>
      </p:grpSp>
      <p:grpSp>
        <p:nvGrpSpPr>
          <p:cNvPr id="125" name="组合 124">
            <a:extLst>
              <a:ext uri="{FF2B5EF4-FFF2-40B4-BE49-F238E27FC236}">
                <a16:creationId xmlns:a16="http://schemas.microsoft.com/office/drawing/2014/main" id="{82FC051D-316B-5CEE-23E9-BB33055177AA}"/>
              </a:ext>
            </a:extLst>
          </p:cNvPr>
          <p:cNvGrpSpPr/>
          <p:nvPr/>
        </p:nvGrpSpPr>
        <p:grpSpPr>
          <a:xfrm>
            <a:off x="6251957" y="1212919"/>
            <a:ext cx="710404" cy="543108"/>
            <a:chOff x="6256858" y="1244776"/>
            <a:chExt cx="627064" cy="479394"/>
          </a:xfrm>
        </p:grpSpPr>
        <p:sp>
          <p:nvSpPr>
            <p:cNvPr id="89" name="任意多边形: 形状 88">
              <a:extLst>
                <a:ext uri="{FF2B5EF4-FFF2-40B4-BE49-F238E27FC236}">
                  <a16:creationId xmlns:a16="http://schemas.microsoft.com/office/drawing/2014/main" id="{182194A8-93F8-94EF-1297-DF08DBBD10BE}"/>
                </a:ext>
              </a:extLst>
            </p:cNvPr>
            <p:cNvSpPr/>
            <p:nvPr/>
          </p:nvSpPr>
          <p:spPr>
            <a:xfrm>
              <a:off x="6256858" y="1354304"/>
              <a:ext cx="627064" cy="239246"/>
            </a:xfrm>
            <a:custGeom>
              <a:avLst/>
              <a:gdLst>
                <a:gd name="connsiteX0" fmla="*/ 620936 w 620935"/>
                <a:gd name="connsiteY0" fmla="*/ 119411 h 238821"/>
                <a:gd name="connsiteX1" fmla="*/ 310468 w 620935"/>
                <a:gd name="connsiteY1" fmla="*/ 238821 h 238821"/>
                <a:gd name="connsiteX2" fmla="*/ 0 w 620935"/>
                <a:gd name="connsiteY2" fmla="*/ 119411 h 238821"/>
                <a:gd name="connsiteX3" fmla="*/ 310468 w 620935"/>
                <a:gd name="connsiteY3" fmla="*/ 0 h 238821"/>
                <a:gd name="connsiteX4" fmla="*/ 620936 w 620935"/>
                <a:gd name="connsiteY4" fmla="*/ 119411 h 238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935" h="238821">
                  <a:moveTo>
                    <a:pt x="620936" y="119411"/>
                  </a:moveTo>
                  <a:cubicBezTo>
                    <a:pt x="620936" y="185359"/>
                    <a:pt x="481934" y="238821"/>
                    <a:pt x="310468" y="238821"/>
                  </a:cubicBezTo>
                  <a:cubicBezTo>
                    <a:pt x="139001" y="238821"/>
                    <a:pt x="0" y="185359"/>
                    <a:pt x="0" y="119411"/>
                  </a:cubicBezTo>
                  <a:cubicBezTo>
                    <a:pt x="0" y="53462"/>
                    <a:pt x="139001" y="0"/>
                    <a:pt x="310468" y="0"/>
                  </a:cubicBezTo>
                  <a:cubicBezTo>
                    <a:pt x="481934" y="0"/>
                    <a:pt x="620936" y="53462"/>
                    <a:pt x="620936" y="119411"/>
                  </a:cubicBezTo>
                  <a:close/>
                </a:path>
              </a:pathLst>
            </a:custGeom>
            <a:noFill/>
            <a:ln w="15915" cap="flat">
              <a:gradFill>
                <a:gsLst>
                  <a:gs pos="0">
                    <a:schemeClr val="accent1">
                      <a:alpha val="0"/>
                    </a:schemeClr>
                  </a:gs>
                  <a:gs pos="100000">
                    <a:schemeClr val="accent1">
                      <a:alpha val="61000"/>
                    </a:schemeClr>
                  </a:gs>
                </a:gsLst>
                <a:lin ang="5400000" scaled="1"/>
              </a:gradFill>
              <a:prstDash val="solid"/>
              <a:miter/>
            </a:ln>
          </p:spPr>
          <p:txBody>
            <a:bodyPr rtlCol="0" anchor="ctr"/>
            <a:lstStyle/>
            <a:p>
              <a:endParaRPr lang="zh-CN" altLang="en-US"/>
            </a:p>
          </p:txBody>
        </p:sp>
        <p:sp>
          <p:nvSpPr>
            <p:cNvPr id="90" name="任意多边形: 形状 89">
              <a:extLst>
                <a:ext uri="{FF2B5EF4-FFF2-40B4-BE49-F238E27FC236}">
                  <a16:creationId xmlns:a16="http://schemas.microsoft.com/office/drawing/2014/main" id="{0A730884-DBAA-CA55-2B94-5172C279369E}"/>
                </a:ext>
              </a:extLst>
            </p:cNvPr>
            <p:cNvSpPr/>
            <p:nvPr/>
          </p:nvSpPr>
          <p:spPr>
            <a:xfrm>
              <a:off x="6291766" y="1552856"/>
              <a:ext cx="557249" cy="171314"/>
            </a:xfrm>
            <a:custGeom>
              <a:avLst/>
              <a:gdLst>
                <a:gd name="connsiteX0" fmla="*/ 557250 w 557249"/>
                <a:gd name="connsiteY0" fmla="*/ 85657 h 171314"/>
                <a:gd name="connsiteX1" fmla="*/ 278625 w 557249"/>
                <a:gd name="connsiteY1" fmla="*/ 171314 h 171314"/>
                <a:gd name="connsiteX2" fmla="*/ 0 w 557249"/>
                <a:gd name="connsiteY2" fmla="*/ 85657 h 171314"/>
                <a:gd name="connsiteX3" fmla="*/ 278625 w 557249"/>
                <a:gd name="connsiteY3" fmla="*/ 0 h 171314"/>
                <a:gd name="connsiteX4" fmla="*/ 557250 w 557249"/>
                <a:gd name="connsiteY4" fmla="*/ 85657 h 171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249" h="171314">
                  <a:moveTo>
                    <a:pt x="557250" y="85657"/>
                  </a:moveTo>
                  <a:cubicBezTo>
                    <a:pt x="557250" y="132964"/>
                    <a:pt x="432505" y="171314"/>
                    <a:pt x="278625" y="171314"/>
                  </a:cubicBezTo>
                  <a:cubicBezTo>
                    <a:pt x="124745" y="171314"/>
                    <a:pt x="0" y="132964"/>
                    <a:pt x="0" y="85657"/>
                  </a:cubicBezTo>
                  <a:cubicBezTo>
                    <a:pt x="0" y="38350"/>
                    <a:pt x="124745" y="0"/>
                    <a:pt x="278625" y="0"/>
                  </a:cubicBezTo>
                  <a:cubicBezTo>
                    <a:pt x="432505" y="0"/>
                    <a:pt x="557250" y="38350"/>
                    <a:pt x="557250" y="85657"/>
                  </a:cubicBezTo>
                  <a:close/>
                </a:path>
              </a:pathLst>
            </a:custGeom>
            <a:noFill/>
            <a:ln w="15915" cap="flat">
              <a:gradFill>
                <a:gsLst>
                  <a:gs pos="18000">
                    <a:schemeClr val="accent1">
                      <a:alpha val="0"/>
                    </a:schemeClr>
                  </a:gs>
                  <a:gs pos="98276">
                    <a:schemeClr val="accent1"/>
                  </a:gs>
                  <a:gs pos="80000">
                    <a:schemeClr val="accent1">
                      <a:alpha val="73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91" name="任意多边形: 形状 90">
              <a:extLst>
                <a:ext uri="{FF2B5EF4-FFF2-40B4-BE49-F238E27FC236}">
                  <a16:creationId xmlns:a16="http://schemas.microsoft.com/office/drawing/2014/main" id="{6AB85CE2-21FC-BDA0-E0E6-C1BEC5A78174}"/>
                </a:ext>
              </a:extLst>
            </p:cNvPr>
            <p:cNvSpPr/>
            <p:nvPr/>
          </p:nvSpPr>
          <p:spPr>
            <a:xfrm>
              <a:off x="6367711" y="1244776"/>
              <a:ext cx="405359" cy="405359"/>
            </a:xfrm>
            <a:custGeom>
              <a:avLst/>
              <a:gdLst>
                <a:gd name="connsiteX0" fmla="*/ 405359 w 405359"/>
                <a:gd name="connsiteY0" fmla="*/ 202680 h 405359"/>
                <a:gd name="connsiteX1" fmla="*/ 202680 w 405359"/>
                <a:gd name="connsiteY1" fmla="*/ 405359 h 405359"/>
                <a:gd name="connsiteX2" fmla="*/ 0 w 405359"/>
                <a:gd name="connsiteY2" fmla="*/ 202680 h 405359"/>
                <a:gd name="connsiteX3" fmla="*/ 202680 w 405359"/>
                <a:gd name="connsiteY3" fmla="*/ 0 h 405359"/>
                <a:gd name="connsiteX4" fmla="*/ 405359 w 405359"/>
                <a:gd name="connsiteY4" fmla="*/ 202680 h 40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359" h="405359">
                  <a:moveTo>
                    <a:pt x="405359" y="202680"/>
                  </a:moveTo>
                  <a:cubicBezTo>
                    <a:pt x="405359" y="314616"/>
                    <a:pt x="314617" y="405359"/>
                    <a:pt x="202680" y="405359"/>
                  </a:cubicBezTo>
                  <a:cubicBezTo>
                    <a:pt x="90743" y="405359"/>
                    <a:pt x="0" y="314616"/>
                    <a:pt x="0" y="202680"/>
                  </a:cubicBezTo>
                  <a:cubicBezTo>
                    <a:pt x="0" y="90743"/>
                    <a:pt x="90743" y="0"/>
                    <a:pt x="202680" y="0"/>
                  </a:cubicBezTo>
                  <a:cubicBezTo>
                    <a:pt x="314617" y="0"/>
                    <a:pt x="405359" y="90743"/>
                    <a:pt x="405359" y="202680"/>
                  </a:cubicBezTo>
                  <a:close/>
                </a:path>
              </a:pathLst>
            </a:custGeom>
            <a:gradFill>
              <a:gsLst>
                <a:gs pos="0">
                  <a:schemeClr val="accent1">
                    <a:alpha val="0"/>
                  </a:schemeClr>
                </a:gs>
                <a:gs pos="100000">
                  <a:schemeClr val="accent1">
                    <a:alpha val="44000"/>
                  </a:schemeClr>
                </a:gs>
              </a:gsLst>
              <a:lin ang="5400000" scaled="1"/>
            </a:gradFill>
            <a:ln w="9525" cap="flat">
              <a:gradFill>
                <a:gsLst>
                  <a:gs pos="27000">
                    <a:schemeClr val="accent1">
                      <a:alpha val="0"/>
                    </a:schemeClr>
                  </a:gs>
                  <a:gs pos="100000">
                    <a:schemeClr val="accent1"/>
                  </a:gs>
                </a:gsLst>
                <a:lin ang="5400000" scaled="1"/>
              </a:gradFill>
              <a:prstDash val="solid"/>
              <a:miter/>
            </a:ln>
          </p:spPr>
          <p:txBody>
            <a:bodyPr rtlCol="0" anchor="ctr"/>
            <a:lstStyle/>
            <a:p>
              <a:endParaRPr lang="zh-CN" altLang="en-US"/>
            </a:p>
          </p:txBody>
        </p:sp>
      </p:grpSp>
      <p:grpSp>
        <p:nvGrpSpPr>
          <p:cNvPr id="126" name="组合 125">
            <a:extLst>
              <a:ext uri="{FF2B5EF4-FFF2-40B4-BE49-F238E27FC236}">
                <a16:creationId xmlns:a16="http://schemas.microsoft.com/office/drawing/2014/main" id="{ECA3EF54-447D-6199-080F-A0196580E8F2}"/>
              </a:ext>
            </a:extLst>
          </p:cNvPr>
          <p:cNvGrpSpPr/>
          <p:nvPr/>
        </p:nvGrpSpPr>
        <p:grpSpPr>
          <a:xfrm>
            <a:off x="7374060" y="1268421"/>
            <a:ext cx="710404" cy="543108"/>
            <a:chOff x="7245295" y="1300278"/>
            <a:chExt cx="627064" cy="479394"/>
          </a:xfrm>
        </p:grpSpPr>
        <p:sp>
          <p:nvSpPr>
            <p:cNvPr id="92" name="任意多边形: 形状 91">
              <a:extLst>
                <a:ext uri="{FF2B5EF4-FFF2-40B4-BE49-F238E27FC236}">
                  <a16:creationId xmlns:a16="http://schemas.microsoft.com/office/drawing/2014/main" id="{73FC20AD-B1A9-DDAA-24D7-512814336C3A}"/>
                </a:ext>
              </a:extLst>
            </p:cNvPr>
            <p:cNvSpPr/>
            <p:nvPr/>
          </p:nvSpPr>
          <p:spPr>
            <a:xfrm>
              <a:off x="7245295" y="1409806"/>
              <a:ext cx="627064" cy="239246"/>
            </a:xfrm>
            <a:custGeom>
              <a:avLst/>
              <a:gdLst>
                <a:gd name="connsiteX0" fmla="*/ 620936 w 620935"/>
                <a:gd name="connsiteY0" fmla="*/ 119411 h 238821"/>
                <a:gd name="connsiteX1" fmla="*/ 310468 w 620935"/>
                <a:gd name="connsiteY1" fmla="*/ 238821 h 238821"/>
                <a:gd name="connsiteX2" fmla="*/ 0 w 620935"/>
                <a:gd name="connsiteY2" fmla="*/ 119411 h 238821"/>
                <a:gd name="connsiteX3" fmla="*/ 310468 w 620935"/>
                <a:gd name="connsiteY3" fmla="*/ 0 h 238821"/>
                <a:gd name="connsiteX4" fmla="*/ 620936 w 620935"/>
                <a:gd name="connsiteY4" fmla="*/ 119411 h 238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935" h="238821">
                  <a:moveTo>
                    <a:pt x="620936" y="119411"/>
                  </a:moveTo>
                  <a:cubicBezTo>
                    <a:pt x="620936" y="185359"/>
                    <a:pt x="481934" y="238821"/>
                    <a:pt x="310468" y="238821"/>
                  </a:cubicBezTo>
                  <a:cubicBezTo>
                    <a:pt x="139001" y="238821"/>
                    <a:pt x="0" y="185359"/>
                    <a:pt x="0" y="119411"/>
                  </a:cubicBezTo>
                  <a:cubicBezTo>
                    <a:pt x="0" y="53462"/>
                    <a:pt x="139001" y="0"/>
                    <a:pt x="310468" y="0"/>
                  </a:cubicBezTo>
                  <a:cubicBezTo>
                    <a:pt x="481934" y="0"/>
                    <a:pt x="620936" y="53462"/>
                    <a:pt x="620936" y="119411"/>
                  </a:cubicBezTo>
                  <a:close/>
                </a:path>
              </a:pathLst>
            </a:custGeom>
            <a:noFill/>
            <a:ln w="15915" cap="flat">
              <a:gradFill>
                <a:gsLst>
                  <a:gs pos="0">
                    <a:schemeClr val="accent1">
                      <a:alpha val="0"/>
                    </a:schemeClr>
                  </a:gs>
                  <a:gs pos="100000">
                    <a:schemeClr val="accent1">
                      <a:alpha val="61000"/>
                    </a:schemeClr>
                  </a:gs>
                </a:gsLst>
                <a:lin ang="5400000" scaled="1"/>
              </a:gradFill>
              <a:prstDash val="solid"/>
              <a:miter/>
            </a:ln>
          </p:spPr>
          <p:txBody>
            <a:bodyPr rtlCol="0" anchor="ctr"/>
            <a:lstStyle/>
            <a:p>
              <a:endParaRPr lang="zh-CN" altLang="en-US"/>
            </a:p>
          </p:txBody>
        </p:sp>
        <p:sp>
          <p:nvSpPr>
            <p:cNvPr id="93" name="任意多边形: 形状 92">
              <a:extLst>
                <a:ext uri="{FF2B5EF4-FFF2-40B4-BE49-F238E27FC236}">
                  <a16:creationId xmlns:a16="http://schemas.microsoft.com/office/drawing/2014/main" id="{012A4D94-500C-2084-726D-63E1EBE6243E}"/>
                </a:ext>
              </a:extLst>
            </p:cNvPr>
            <p:cNvSpPr/>
            <p:nvPr/>
          </p:nvSpPr>
          <p:spPr>
            <a:xfrm>
              <a:off x="7280203" y="1608358"/>
              <a:ext cx="557249" cy="171314"/>
            </a:xfrm>
            <a:custGeom>
              <a:avLst/>
              <a:gdLst>
                <a:gd name="connsiteX0" fmla="*/ 557250 w 557249"/>
                <a:gd name="connsiteY0" fmla="*/ 85657 h 171314"/>
                <a:gd name="connsiteX1" fmla="*/ 278625 w 557249"/>
                <a:gd name="connsiteY1" fmla="*/ 171314 h 171314"/>
                <a:gd name="connsiteX2" fmla="*/ 0 w 557249"/>
                <a:gd name="connsiteY2" fmla="*/ 85657 h 171314"/>
                <a:gd name="connsiteX3" fmla="*/ 278625 w 557249"/>
                <a:gd name="connsiteY3" fmla="*/ 0 h 171314"/>
                <a:gd name="connsiteX4" fmla="*/ 557250 w 557249"/>
                <a:gd name="connsiteY4" fmla="*/ 85657 h 171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249" h="171314">
                  <a:moveTo>
                    <a:pt x="557250" y="85657"/>
                  </a:moveTo>
                  <a:cubicBezTo>
                    <a:pt x="557250" y="132964"/>
                    <a:pt x="432505" y="171314"/>
                    <a:pt x="278625" y="171314"/>
                  </a:cubicBezTo>
                  <a:cubicBezTo>
                    <a:pt x="124745" y="171314"/>
                    <a:pt x="0" y="132964"/>
                    <a:pt x="0" y="85657"/>
                  </a:cubicBezTo>
                  <a:cubicBezTo>
                    <a:pt x="0" y="38350"/>
                    <a:pt x="124745" y="0"/>
                    <a:pt x="278625" y="0"/>
                  </a:cubicBezTo>
                  <a:cubicBezTo>
                    <a:pt x="432505" y="0"/>
                    <a:pt x="557250" y="38350"/>
                    <a:pt x="557250" y="85657"/>
                  </a:cubicBezTo>
                  <a:close/>
                </a:path>
              </a:pathLst>
            </a:custGeom>
            <a:noFill/>
            <a:ln w="15915" cap="flat">
              <a:gradFill>
                <a:gsLst>
                  <a:gs pos="18000">
                    <a:schemeClr val="accent1">
                      <a:alpha val="0"/>
                    </a:schemeClr>
                  </a:gs>
                  <a:gs pos="98276">
                    <a:schemeClr val="accent1"/>
                  </a:gs>
                  <a:gs pos="80000">
                    <a:schemeClr val="accent1">
                      <a:alpha val="73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94" name="任意多边形: 形状 93">
              <a:extLst>
                <a:ext uri="{FF2B5EF4-FFF2-40B4-BE49-F238E27FC236}">
                  <a16:creationId xmlns:a16="http://schemas.microsoft.com/office/drawing/2014/main" id="{8C73D7F9-C801-2B5A-9A30-9970CF5F4636}"/>
                </a:ext>
              </a:extLst>
            </p:cNvPr>
            <p:cNvSpPr/>
            <p:nvPr/>
          </p:nvSpPr>
          <p:spPr>
            <a:xfrm>
              <a:off x="7356148" y="1300278"/>
              <a:ext cx="405359" cy="405359"/>
            </a:xfrm>
            <a:custGeom>
              <a:avLst/>
              <a:gdLst>
                <a:gd name="connsiteX0" fmla="*/ 405359 w 405359"/>
                <a:gd name="connsiteY0" fmla="*/ 202680 h 405359"/>
                <a:gd name="connsiteX1" fmla="*/ 202680 w 405359"/>
                <a:gd name="connsiteY1" fmla="*/ 405359 h 405359"/>
                <a:gd name="connsiteX2" fmla="*/ 0 w 405359"/>
                <a:gd name="connsiteY2" fmla="*/ 202680 h 405359"/>
                <a:gd name="connsiteX3" fmla="*/ 202680 w 405359"/>
                <a:gd name="connsiteY3" fmla="*/ 0 h 405359"/>
                <a:gd name="connsiteX4" fmla="*/ 405359 w 405359"/>
                <a:gd name="connsiteY4" fmla="*/ 202680 h 40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359" h="405359">
                  <a:moveTo>
                    <a:pt x="405359" y="202680"/>
                  </a:moveTo>
                  <a:cubicBezTo>
                    <a:pt x="405359" y="314616"/>
                    <a:pt x="314617" y="405359"/>
                    <a:pt x="202680" y="405359"/>
                  </a:cubicBezTo>
                  <a:cubicBezTo>
                    <a:pt x="90743" y="405359"/>
                    <a:pt x="0" y="314616"/>
                    <a:pt x="0" y="202680"/>
                  </a:cubicBezTo>
                  <a:cubicBezTo>
                    <a:pt x="0" y="90743"/>
                    <a:pt x="90743" y="0"/>
                    <a:pt x="202680" y="0"/>
                  </a:cubicBezTo>
                  <a:cubicBezTo>
                    <a:pt x="314617" y="0"/>
                    <a:pt x="405359" y="90743"/>
                    <a:pt x="405359" y="202680"/>
                  </a:cubicBezTo>
                  <a:close/>
                </a:path>
              </a:pathLst>
            </a:custGeom>
            <a:gradFill>
              <a:gsLst>
                <a:gs pos="0">
                  <a:schemeClr val="accent1">
                    <a:alpha val="0"/>
                  </a:schemeClr>
                </a:gs>
                <a:gs pos="100000">
                  <a:schemeClr val="accent1">
                    <a:alpha val="44000"/>
                  </a:schemeClr>
                </a:gs>
              </a:gsLst>
              <a:lin ang="5400000" scaled="1"/>
            </a:gradFill>
            <a:ln w="9525" cap="flat">
              <a:gradFill>
                <a:gsLst>
                  <a:gs pos="27000">
                    <a:schemeClr val="accent1">
                      <a:alpha val="0"/>
                    </a:schemeClr>
                  </a:gs>
                  <a:gs pos="100000">
                    <a:schemeClr val="accent1"/>
                  </a:gs>
                </a:gsLst>
                <a:lin ang="5400000" scaled="1"/>
              </a:gradFill>
              <a:prstDash val="solid"/>
              <a:miter/>
            </a:ln>
          </p:spPr>
          <p:txBody>
            <a:bodyPr rtlCol="0" anchor="ctr"/>
            <a:lstStyle/>
            <a:p>
              <a:endParaRPr lang="zh-CN" altLang="en-US"/>
            </a:p>
          </p:txBody>
        </p:sp>
      </p:grpSp>
      <p:grpSp>
        <p:nvGrpSpPr>
          <p:cNvPr id="127" name="组合 126">
            <a:extLst>
              <a:ext uri="{FF2B5EF4-FFF2-40B4-BE49-F238E27FC236}">
                <a16:creationId xmlns:a16="http://schemas.microsoft.com/office/drawing/2014/main" id="{92113A2B-8034-DD8A-151F-DDBA73D383EC}"/>
              </a:ext>
            </a:extLst>
          </p:cNvPr>
          <p:cNvGrpSpPr/>
          <p:nvPr/>
        </p:nvGrpSpPr>
        <p:grpSpPr>
          <a:xfrm>
            <a:off x="8493386" y="1556253"/>
            <a:ext cx="710404" cy="543108"/>
            <a:chOff x="8262677" y="1422311"/>
            <a:chExt cx="627064" cy="479394"/>
          </a:xfrm>
        </p:grpSpPr>
        <p:sp>
          <p:nvSpPr>
            <p:cNvPr id="95" name="任意多边形: 形状 94">
              <a:extLst>
                <a:ext uri="{FF2B5EF4-FFF2-40B4-BE49-F238E27FC236}">
                  <a16:creationId xmlns:a16="http://schemas.microsoft.com/office/drawing/2014/main" id="{44F051D1-730E-1E69-BB27-BDF6B599659E}"/>
                </a:ext>
              </a:extLst>
            </p:cNvPr>
            <p:cNvSpPr/>
            <p:nvPr/>
          </p:nvSpPr>
          <p:spPr>
            <a:xfrm>
              <a:off x="8262677" y="1531839"/>
              <a:ext cx="627064" cy="239246"/>
            </a:xfrm>
            <a:custGeom>
              <a:avLst/>
              <a:gdLst>
                <a:gd name="connsiteX0" fmla="*/ 620936 w 620935"/>
                <a:gd name="connsiteY0" fmla="*/ 119411 h 238821"/>
                <a:gd name="connsiteX1" fmla="*/ 310468 w 620935"/>
                <a:gd name="connsiteY1" fmla="*/ 238821 h 238821"/>
                <a:gd name="connsiteX2" fmla="*/ 0 w 620935"/>
                <a:gd name="connsiteY2" fmla="*/ 119411 h 238821"/>
                <a:gd name="connsiteX3" fmla="*/ 310468 w 620935"/>
                <a:gd name="connsiteY3" fmla="*/ 0 h 238821"/>
                <a:gd name="connsiteX4" fmla="*/ 620936 w 620935"/>
                <a:gd name="connsiteY4" fmla="*/ 119411 h 238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935" h="238821">
                  <a:moveTo>
                    <a:pt x="620936" y="119411"/>
                  </a:moveTo>
                  <a:cubicBezTo>
                    <a:pt x="620936" y="185359"/>
                    <a:pt x="481934" y="238821"/>
                    <a:pt x="310468" y="238821"/>
                  </a:cubicBezTo>
                  <a:cubicBezTo>
                    <a:pt x="139001" y="238821"/>
                    <a:pt x="0" y="185359"/>
                    <a:pt x="0" y="119411"/>
                  </a:cubicBezTo>
                  <a:cubicBezTo>
                    <a:pt x="0" y="53462"/>
                    <a:pt x="139001" y="0"/>
                    <a:pt x="310468" y="0"/>
                  </a:cubicBezTo>
                  <a:cubicBezTo>
                    <a:pt x="481934" y="0"/>
                    <a:pt x="620936" y="53462"/>
                    <a:pt x="620936" y="119411"/>
                  </a:cubicBezTo>
                  <a:close/>
                </a:path>
              </a:pathLst>
            </a:custGeom>
            <a:noFill/>
            <a:ln w="15915" cap="flat">
              <a:gradFill>
                <a:gsLst>
                  <a:gs pos="0">
                    <a:schemeClr val="accent1">
                      <a:alpha val="0"/>
                    </a:schemeClr>
                  </a:gs>
                  <a:gs pos="100000">
                    <a:schemeClr val="accent1">
                      <a:alpha val="61000"/>
                    </a:schemeClr>
                  </a:gs>
                </a:gsLst>
                <a:lin ang="5400000" scaled="1"/>
              </a:gradFill>
              <a:prstDash val="solid"/>
              <a:miter/>
            </a:ln>
          </p:spPr>
          <p:txBody>
            <a:bodyPr rtlCol="0" anchor="ctr"/>
            <a:lstStyle/>
            <a:p>
              <a:endParaRPr lang="zh-CN" altLang="en-US"/>
            </a:p>
          </p:txBody>
        </p:sp>
        <p:sp>
          <p:nvSpPr>
            <p:cNvPr id="96" name="任意多边形: 形状 95">
              <a:extLst>
                <a:ext uri="{FF2B5EF4-FFF2-40B4-BE49-F238E27FC236}">
                  <a16:creationId xmlns:a16="http://schemas.microsoft.com/office/drawing/2014/main" id="{DA0CD31D-529E-461E-9858-75BB31856221}"/>
                </a:ext>
              </a:extLst>
            </p:cNvPr>
            <p:cNvSpPr/>
            <p:nvPr/>
          </p:nvSpPr>
          <p:spPr>
            <a:xfrm>
              <a:off x="8297585" y="1730391"/>
              <a:ext cx="557249" cy="171314"/>
            </a:xfrm>
            <a:custGeom>
              <a:avLst/>
              <a:gdLst>
                <a:gd name="connsiteX0" fmla="*/ 557250 w 557249"/>
                <a:gd name="connsiteY0" fmla="*/ 85657 h 171314"/>
                <a:gd name="connsiteX1" fmla="*/ 278625 w 557249"/>
                <a:gd name="connsiteY1" fmla="*/ 171314 h 171314"/>
                <a:gd name="connsiteX2" fmla="*/ 0 w 557249"/>
                <a:gd name="connsiteY2" fmla="*/ 85657 h 171314"/>
                <a:gd name="connsiteX3" fmla="*/ 278625 w 557249"/>
                <a:gd name="connsiteY3" fmla="*/ 0 h 171314"/>
                <a:gd name="connsiteX4" fmla="*/ 557250 w 557249"/>
                <a:gd name="connsiteY4" fmla="*/ 85657 h 171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249" h="171314">
                  <a:moveTo>
                    <a:pt x="557250" y="85657"/>
                  </a:moveTo>
                  <a:cubicBezTo>
                    <a:pt x="557250" y="132964"/>
                    <a:pt x="432505" y="171314"/>
                    <a:pt x="278625" y="171314"/>
                  </a:cubicBezTo>
                  <a:cubicBezTo>
                    <a:pt x="124745" y="171314"/>
                    <a:pt x="0" y="132964"/>
                    <a:pt x="0" y="85657"/>
                  </a:cubicBezTo>
                  <a:cubicBezTo>
                    <a:pt x="0" y="38350"/>
                    <a:pt x="124745" y="0"/>
                    <a:pt x="278625" y="0"/>
                  </a:cubicBezTo>
                  <a:cubicBezTo>
                    <a:pt x="432505" y="0"/>
                    <a:pt x="557250" y="38350"/>
                    <a:pt x="557250" y="85657"/>
                  </a:cubicBezTo>
                  <a:close/>
                </a:path>
              </a:pathLst>
            </a:custGeom>
            <a:noFill/>
            <a:ln w="15915" cap="flat">
              <a:gradFill>
                <a:gsLst>
                  <a:gs pos="18000">
                    <a:schemeClr val="accent1">
                      <a:alpha val="0"/>
                    </a:schemeClr>
                  </a:gs>
                  <a:gs pos="98276">
                    <a:schemeClr val="accent1"/>
                  </a:gs>
                  <a:gs pos="80000">
                    <a:schemeClr val="accent1">
                      <a:alpha val="7300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97" name="任意多边形: 形状 96">
              <a:extLst>
                <a:ext uri="{FF2B5EF4-FFF2-40B4-BE49-F238E27FC236}">
                  <a16:creationId xmlns:a16="http://schemas.microsoft.com/office/drawing/2014/main" id="{C5BDDCF6-CE72-7137-AADB-59732E033FD7}"/>
                </a:ext>
              </a:extLst>
            </p:cNvPr>
            <p:cNvSpPr/>
            <p:nvPr/>
          </p:nvSpPr>
          <p:spPr>
            <a:xfrm>
              <a:off x="8373530" y="1422311"/>
              <a:ext cx="405359" cy="405359"/>
            </a:xfrm>
            <a:custGeom>
              <a:avLst/>
              <a:gdLst>
                <a:gd name="connsiteX0" fmla="*/ 405359 w 405359"/>
                <a:gd name="connsiteY0" fmla="*/ 202680 h 405359"/>
                <a:gd name="connsiteX1" fmla="*/ 202680 w 405359"/>
                <a:gd name="connsiteY1" fmla="*/ 405359 h 405359"/>
                <a:gd name="connsiteX2" fmla="*/ 0 w 405359"/>
                <a:gd name="connsiteY2" fmla="*/ 202680 h 405359"/>
                <a:gd name="connsiteX3" fmla="*/ 202680 w 405359"/>
                <a:gd name="connsiteY3" fmla="*/ 0 h 405359"/>
                <a:gd name="connsiteX4" fmla="*/ 405359 w 405359"/>
                <a:gd name="connsiteY4" fmla="*/ 202680 h 405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359" h="405359">
                  <a:moveTo>
                    <a:pt x="405359" y="202680"/>
                  </a:moveTo>
                  <a:cubicBezTo>
                    <a:pt x="405359" y="314616"/>
                    <a:pt x="314617" y="405359"/>
                    <a:pt x="202680" y="405359"/>
                  </a:cubicBezTo>
                  <a:cubicBezTo>
                    <a:pt x="90743" y="405359"/>
                    <a:pt x="0" y="314616"/>
                    <a:pt x="0" y="202680"/>
                  </a:cubicBezTo>
                  <a:cubicBezTo>
                    <a:pt x="0" y="90743"/>
                    <a:pt x="90743" y="0"/>
                    <a:pt x="202680" y="0"/>
                  </a:cubicBezTo>
                  <a:cubicBezTo>
                    <a:pt x="314617" y="0"/>
                    <a:pt x="405359" y="90743"/>
                    <a:pt x="405359" y="202680"/>
                  </a:cubicBezTo>
                  <a:close/>
                </a:path>
              </a:pathLst>
            </a:custGeom>
            <a:gradFill>
              <a:gsLst>
                <a:gs pos="0">
                  <a:schemeClr val="accent1">
                    <a:alpha val="0"/>
                  </a:schemeClr>
                </a:gs>
                <a:gs pos="100000">
                  <a:schemeClr val="accent1">
                    <a:alpha val="44000"/>
                  </a:schemeClr>
                </a:gs>
              </a:gsLst>
              <a:lin ang="5400000" scaled="1"/>
            </a:gradFill>
            <a:ln w="9525" cap="flat">
              <a:gradFill>
                <a:gsLst>
                  <a:gs pos="27000">
                    <a:schemeClr val="accent1">
                      <a:alpha val="0"/>
                    </a:schemeClr>
                  </a:gs>
                  <a:gs pos="100000">
                    <a:schemeClr val="accent1"/>
                  </a:gs>
                </a:gsLst>
                <a:lin ang="5400000" scaled="1"/>
              </a:gradFill>
              <a:prstDash val="solid"/>
              <a:miter/>
            </a:ln>
          </p:spPr>
          <p:txBody>
            <a:bodyPr rtlCol="0" anchor="ctr"/>
            <a:lstStyle/>
            <a:p>
              <a:endParaRPr lang="zh-CN" altLang="en-US"/>
            </a:p>
          </p:txBody>
        </p:sp>
      </p:grpSp>
      <p:grpSp>
        <p:nvGrpSpPr>
          <p:cNvPr id="99" name="组合 98">
            <a:extLst>
              <a:ext uri="{FF2B5EF4-FFF2-40B4-BE49-F238E27FC236}">
                <a16:creationId xmlns:a16="http://schemas.microsoft.com/office/drawing/2014/main" id="{C36B938C-C6F7-B676-4DCA-2A6B40EAF294}"/>
              </a:ext>
            </a:extLst>
          </p:cNvPr>
          <p:cNvGrpSpPr/>
          <p:nvPr/>
        </p:nvGrpSpPr>
        <p:grpSpPr>
          <a:xfrm>
            <a:off x="5312346" y="4349662"/>
            <a:ext cx="1567309" cy="456644"/>
            <a:chOff x="5070475" y="3728666"/>
            <a:chExt cx="2051050" cy="657343"/>
          </a:xfrm>
        </p:grpSpPr>
        <p:sp>
          <p:nvSpPr>
            <p:cNvPr id="29" name="椭圆 28">
              <a:extLst>
                <a:ext uri="{FF2B5EF4-FFF2-40B4-BE49-F238E27FC236}">
                  <a16:creationId xmlns:a16="http://schemas.microsoft.com/office/drawing/2014/main" id="{B8E359E5-3D38-DF80-3130-EE8D725AFA0E}"/>
                </a:ext>
              </a:extLst>
            </p:cNvPr>
            <p:cNvSpPr/>
            <p:nvPr/>
          </p:nvSpPr>
          <p:spPr>
            <a:xfrm>
              <a:off x="5122862" y="3789307"/>
              <a:ext cx="1946276" cy="443206"/>
            </a:xfrm>
            <a:prstGeom prst="ellipse">
              <a:avLst/>
            </a:prstGeom>
            <a:noFill/>
            <a:ln w="6350">
              <a:gradFill>
                <a:gsLst>
                  <a:gs pos="51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defRPr/>
              </a:pPr>
              <a:endParaRPr lang="zh-CN" altLang="en-US" sz="1100" dirty="0">
                <a:solidFill>
                  <a:srgbClr val="1E66FF"/>
                </a:solidFill>
                <a:latin typeface="+mn-ea"/>
                <a:cs typeface="+mn-ea"/>
                <a:sym typeface="+mn-lt"/>
              </a:endParaRPr>
            </a:p>
          </p:txBody>
        </p:sp>
        <p:sp>
          <p:nvSpPr>
            <p:cNvPr id="19" name="椭圆 18">
              <a:extLst>
                <a:ext uri="{FF2B5EF4-FFF2-40B4-BE49-F238E27FC236}">
                  <a16:creationId xmlns:a16="http://schemas.microsoft.com/office/drawing/2014/main" id="{0733F24B-5E43-88AD-4C42-FD972B31A07E}"/>
                </a:ext>
              </a:extLst>
            </p:cNvPr>
            <p:cNvSpPr/>
            <p:nvPr/>
          </p:nvSpPr>
          <p:spPr>
            <a:xfrm>
              <a:off x="5070475" y="3829110"/>
              <a:ext cx="2051050" cy="457109"/>
            </a:xfrm>
            <a:prstGeom prst="ellipse">
              <a:avLst/>
            </a:prstGeom>
            <a:gradFill>
              <a:gsLst>
                <a:gs pos="100000">
                  <a:schemeClr val="accent1">
                    <a:alpha val="23000"/>
                  </a:schemeClr>
                </a:gs>
                <a:gs pos="19000">
                  <a:schemeClr val="accent1">
                    <a:alpha val="0"/>
                  </a:schemeClr>
                </a:gs>
              </a:gsLst>
              <a:lin ang="5400000" scaled="0"/>
            </a:gradFill>
            <a:ln w="6350">
              <a:gradFill>
                <a:gsLst>
                  <a:gs pos="53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1100" dirty="0">
                <a:solidFill>
                  <a:srgbClr val="1E66FF"/>
                </a:solidFill>
                <a:latin typeface="+mn-ea"/>
                <a:cs typeface="+mn-ea"/>
              </a:endParaRPr>
            </a:p>
          </p:txBody>
        </p:sp>
        <p:sp>
          <p:nvSpPr>
            <p:cNvPr id="9" name="椭圆 8">
              <a:extLst>
                <a:ext uri="{FF2B5EF4-FFF2-40B4-BE49-F238E27FC236}">
                  <a16:creationId xmlns:a16="http://schemas.microsoft.com/office/drawing/2014/main" id="{FBB346F7-F281-4076-D401-2AC3501E0D33}"/>
                </a:ext>
              </a:extLst>
            </p:cNvPr>
            <p:cNvSpPr>
              <a:spLocks/>
            </p:cNvSpPr>
            <p:nvPr/>
          </p:nvSpPr>
          <p:spPr>
            <a:xfrm>
              <a:off x="5229567" y="3728666"/>
              <a:ext cx="1732866" cy="426404"/>
            </a:xfrm>
            <a:prstGeom prst="ellipse">
              <a:avLst/>
            </a:prstGeom>
            <a:noFill/>
            <a:ln w="12700">
              <a:gradFill>
                <a:gsLst>
                  <a:gs pos="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1100" dirty="0">
                <a:solidFill>
                  <a:srgbClr val="1E66FF"/>
                </a:solidFill>
                <a:latin typeface="+mn-ea"/>
                <a:cs typeface="+mn-ea"/>
                <a:sym typeface="+mn-lt"/>
              </a:endParaRPr>
            </a:p>
          </p:txBody>
        </p:sp>
        <p:sp>
          <p:nvSpPr>
            <p:cNvPr id="11" name="椭圆 10">
              <a:extLst>
                <a:ext uri="{FF2B5EF4-FFF2-40B4-BE49-F238E27FC236}">
                  <a16:creationId xmlns:a16="http://schemas.microsoft.com/office/drawing/2014/main" id="{4D5FB591-6189-CAEF-4743-CC899392C91F}"/>
                </a:ext>
              </a:extLst>
            </p:cNvPr>
            <p:cNvSpPr>
              <a:spLocks/>
            </p:cNvSpPr>
            <p:nvPr/>
          </p:nvSpPr>
          <p:spPr>
            <a:xfrm>
              <a:off x="5324475" y="3824861"/>
              <a:ext cx="1543050" cy="294099"/>
            </a:xfrm>
            <a:prstGeom prst="ellipse">
              <a:avLst/>
            </a:prstGeom>
            <a:gradFill>
              <a:gsLst>
                <a:gs pos="100000">
                  <a:schemeClr val="accent1">
                    <a:alpha val="23000"/>
                  </a:schemeClr>
                </a:gs>
                <a:gs pos="19000">
                  <a:schemeClr val="accent1">
                    <a:alpha val="0"/>
                  </a:schemeClr>
                </a:gs>
              </a:gsLst>
              <a:lin ang="5400000" scaled="0"/>
            </a:gradFill>
            <a:ln w="6350">
              <a:gradFill>
                <a:gsLst>
                  <a:gs pos="53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460754"/>
              <a:endParaRPr lang="zh-CN" altLang="en-US" sz="1100" dirty="0">
                <a:solidFill>
                  <a:srgbClr val="1E66FF"/>
                </a:solidFill>
                <a:latin typeface="+mn-ea"/>
                <a:cs typeface="+mn-ea"/>
                <a:sym typeface="+mn-lt"/>
              </a:endParaRPr>
            </a:p>
          </p:txBody>
        </p:sp>
        <p:sp>
          <p:nvSpPr>
            <p:cNvPr id="98" name="任意多边形: 形状 97">
              <a:extLst>
                <a:ext uri="{FF2B5EF4-FFF2-40B4-BE49-F238E27FC236}">
                  <a16:creationId xmlns:a16="http://schemas.microsoft.com/office/drawing/2014/main" id="{AE2231D3-B4FB-E4B9-A91B-74B27D155279}"/>
                </a:ext>
              </a:extLst>
            </p:cNvPr>
            <p:cNvSpPr/>
            <p:nvPr/>
          </p:nvSpPr>
          <p:spPr>
            <a:xfrm>
              <a:off x="5324476" y="4261705"/>
              <a:ext cx="1594140" cy="124304"/>
            </a:xfrm>
            <a:custGeom>
              <a:avLst/>
              <a:gdLst>
                <a:gd name="connsiteX0" fmla="*/ 1704590 w 5702300"/>
                <a:gd name="connsiteY0" fmla="*/ 519497 h 799045"/>
                <a:gd name="connsiteX1" fmla="*/ 2192228 w 5702300"/>
                <a:gd name="connsiteY1" fmla="*/ 560054 h 799045"/>
                <a:gd name="connsiteX2" fmla="*/ 2889249 w 5702300"/>
                <a:gd name="connsiteY2" fmla="*/ 577413 h 799045"/>
                <a:gd name="connsiteX3" fmla="*/ 3586270 w 5702300"/>
                <a:gd name="connsiteY3" fmla="*/ 560054 h 799045"/>
                <a:gd name="connsiteX4" fmla="*/ 4013667 w 5702300"/>
                <a:gd name="connsiteY4" fmla="*/ 524507 h 799045"/>
                <a:gd name="connsiteX5" fmla="*/ 4609955 w 5702300"/>
                <a:gd name="connsiteY5" fmla="*/ 711678 h 799045"/>
                <a:gd name="connsiteX6" fmla="*/ 4445255 w 5702300"/>
                <a:gd name="connsiteY6" fmla="*/ 730740 h 799045"/>
                <a:gd name="connsiteX7" fmla="*/ 2851150 w 5702300"/>
                <a:gd name="connsiteY7" fmla="*/ 799045 h 799045"/>
                <a:gd name="connsiteX8" fmla="*/ 1257045 w 5702300"/>
                <a:gd name="connsiteY8" fmla="*/ 730740 h 799045"/>
                <a:gd name="connsiteX9" fmla="*/ 1092341 w 5702300"/>
                <a:gd name="connsiteY9" fmla="*/ 711678 h 799045"/>
                <a:gd name="connsiteX10" fmla="*/ 2911475 w 5702300"/>
                <a:gd name="connsiteY10" fmla="*/ 0 h 799045"/>
                <a:gd name="connsiteX11" fmla="*/ 3425757 w 5702300"/>
                <a:gd name="connsiteY11" fmla="*/ 7273 h 799045"/>
                <a:gd name="connsiteX12" fmla="*/ 5702300 w 5702300"/>
                <a:gd name="connsiteY12" fmla="*/ 399096 h 799045"/>
                <a:gd name="connsiteX13" fmla="*/ 4867218 w 5702300"/>
                <a:gd name="connsiteY13" fmla="*/ 681903 h 799045"/>
                <a:gd name="connsiteX14" fmla="*/ 4848764 w 5702300"/>
                <a:gd name="connsiteY14" fmla="*/ 684039 h 799045"/>
                <a:gd name="connsiteX15" fmla="*/ 4255370 w 5702300"/>
                <a:gd name="connsiteY15" fmla="*/ 497776 h 799045"/>
                <a:gd name="connsiteX16" fmla="*/ 4374126 w 5702300"/>
                <a:gd name="connsiteY16" fmla="*/ 480021 h 799045"/>
                <a:gd name="connsiteX17" fmla="*/ 4679949 w 5702300"/>
                <a:gd name="connsiteY17" fmla="*/ 356514 h 799045"/>
                <a:gd name="connsiteX18" fmla="*/ 3250138 w 5702300"/>
                <a:gd name="connsiteY18" fmla="*/ 140103 h 799045"/>
                <a:gd name="connsiteX19" fmla="*/ 2911475 w 5702300"/>
                <a:gd name="connsiteY19" fmla="*/ 135892 h 799045"/>
                <a:gd name="connsiteX20" fmla="*/ 2790827 w 5702300"/>
                <a:gd name="connsiteY20" fmla="*/ 0 h 799045"/>
                <a:gd name="connsiteX21" fmla="*/ 2790827 w 5702300"/>
                <a:gd name="connsiteY21" fmla="*/ 136839 h 799045"/>
                <a:gd name="connsiteX22" fmla="*/ 2528361 w 5702300"/>
                <a:gd name="connsiteY22" fmla="*/ 140103 h 799045"/>
                <a:gd name="connsiteX23" fmla="*/ 1098549 w 5702300"/>
                <a:gd name="connsiteY23" fmla="*/ 356514 h 799045"/>
                <a:gd name="connsiteX24" fmla="*/ 1404373 w 5702300"/>
                <a:gd name="connsiteY24" fmla="*/ 480021 h 799045"/>
                <a:gd name="connsiteX25" fmla="*/ 1471511 w 5702300"/>
                <a:gd name="connsiteY25" fmla="*/ 490059 h 799045"/>
                <a:gd name="connsiteX26" fmla="*/ 853532 w 5702300"/>
                <a:gd name="connsiteY26" fmla="*/ 684038 h 799045"/>
                <a:gd name="connsiteX27" fmla="*/ 835083 w 5702300"/>
                <a:gd name="connsiteY27" fmla="*/ 681903 h 799045"/>
                <a:gd name="connsiteX28" fmla="*/ 0 w 5702300"/>
                <a:gd name="connsiteY28" fmla="*/ 399096 h 799045"/>
                <a:gd name="connsiteX29" fmla="*/ 2276544 w 5702300"/>
                <a:gd name="connsiteY29" fmla="*/ 7273 h 79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702300" h="799045">
                  <a:moveTo>
                    <a:pt x="1704590" y="519497"/>
                  </a:moveTo>
                  <a:lnTo>
                    <a:pt x="2192228" y="560054"/>
                  </a:lnTo>
                  <a:cubicBezTo>
                    <a:pt x="2406465" y="571232"/>
                    <a:pt x="2642005" y="577413"/>
                    <a:pt x="2889249" y="577413"/>
                  </a:cubicBezTo>
                  <a:cubicBezTo>
                    <a:pt x="3136493" y="577413"/>
                    <a:pt x="3372034" y="571232"/>
                    <a:pt x="3586270" y="560054"/>
                  </a:cubicBezTo>
                  <a:lnTo>
                    <a:pt x="4013667" y="524507"/>
                  </a:lnTo>
                  <a:lnTo>
                    <a:pt x="4609955" y="711678"/>
                  </a:lnTo>
                  <a:lnTo>
                    <a:pt x="4445255" y="730740"/>
                  </a:lnTo>
                  <a:cubicBezTo>
                    <a:pt x="3990209" y="773865"/>
                    <a:pt x="3441643" y="799045"/>
                    <a:pt x="2851150" y="799045"/>
                  </a:cubicBezTo>
                  <a:cubicBezTo>
                    <a:pt x="2260658" y="799045"/>
                    <a:pt x="1712092" y="773865"/>
                    <a:pt x="1257045" y="730740"/>
                  </a:cubicBezTo>
                  <a:lnTo>
                    <a:pt x="1092341" y="711678"/>
                  </a:lnTo>
                  <a:close/>
                  <a:moveTo>
                    <a:pt x="2911475" y="0"/>
                  </a:moveTo>
                  <a:lnTo>
                    <a:pt x="3425757" y="7273"/>
                  </a:lnTo>
                  <a:cubicBezTo>
                    <a:pt x="4724978" y="44567"/>
                    <a:pt x="5702300" y="205821"/>
                    <a:pt x="5702300" y="399096"/>
                  </a:cubicBezTo>
                  <a:cubicBezTo>
                    <a:pt x="5702300" y="509539"/>
                    <a:pt x="5383174" y="609526"/>
                    <a:pt x="4867218" y="681903"/>
                  </a:cubicBezTo>
                  <a:lnTo>
                    <a:pt x="4848764" y="684039"/>
                  </a:lnTo>
                  <a:lnTo>
                    <a:pt x="4255370" y="497776"/>
                  </a:lnTo>
                  <a:lnTo>
                    <a:pt x="4374126" y="480021"/>
                  </a:lnTo>
                  <a:cubicBezTo>
                    <a:pt x="4567207" y="444765"/>
                    <a:pt x="4679949" y="402264"/>
                    <a:pt x="4679949" y="356514"/>
                  </a:cubicBezTo>
                  <a:cubicBezTo>
                    <a:pt x="4679949" y="249765"/>
                    <a:pt x="4066129" y="160701"/>
                    <a:pt x="3250138" y="140103"/>
                  </a:cubicBezTo>
                  <a:lnTo>
                    <a:pt x="2911475" y="135892"/>
                  </a:lnTo>
                  <a:close/>
                  <a:moveTo>
                    <a:pt x="2790827" y="0"/>
                  </a:moveTo>
                  <a:lnTo>
                    <a:pt x="2790827" y="136839"/>
                  </a:lnTo>
                  <a:lnTo>
                    <a:pt x="2528361" y="140103"/>
                  </a:lnTo>
                  <a:cubicBezTo>
                    <a:pt x="1712369" y="160701"/>
                    <a:pt x="1098549" y="249765"/>
                    <a:pt x="1098549" y="356514"/>
                  </a:cubicBezTo>
                  <a:cubicBezTo>
                    <a:pt x="1098549" y="402264"/>
                    <a:pt x="1211292" y="444765"/>
                    <a:pt x="1404373" y="480021"/>
                  </a:cubicBezTo>
                  <a:lnTo>
                    <a:pt x="1471511" y="490059"/>
                  </a:lnTo>
                  <a:lnTo>
                    <a:pt x="853532" y="684038"/>
                  </a:lnTo>
                  <a:lnTo>
                    <a:pt x="835083" y="681903"/>
                  </a:lnTo>
                  <a:cubicBezTo>
                    <a:pt x="319126" y="609527"/>
                    <a:pt x="0" y="509539"/>
                    <a:pt x="0" y="399096"/>
                  </a:cubicBezTo>
                  <a:cubicBezTo>
                    <a:pt x="0" y="205821"/>
                    <a:pt x="977323" y="44567"/>
                    <a:pt x="2276544" y="7273"/>
                  </a:cubicBezTo>
                  <a:close/>
                </a:path>
              </a:pathLst>
            </a:custGeom>
            <a:gradFill>
              <a:gsLst>
                <a:gs pos="9000">
                  <a:schemeClr val="accent1">
                    <a:alpha val="0"/>
                  </a:schemeClr>
                </a:gs>
                <a:gs pos="100000">
                  <a:schemeClr val="accent1">
                    <a:alpha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00" name="组合 99">
            <a:extLst>
              <a:ext uri="{FF2B5EF4-FFF2-40B4-BE49-F238E27FC236}">
                <a16:creationId xmlns:a16="http://schemas.microsoft.com/office/drawing/2014/main" id="{5FE760D5-1D49-372E-0680-BCD89228719E}"/>
              </a:ext>
            </a:extLst>
          </p:cNvPr>
          <p:cNvGrpSpPr/>
          <p:nvPr/>
        </p:nvGrpSpPr>
        <p:grpSpPr>
          <a:xfrm>
            <a:off x="5288280" y="2709411"/>
            <a:ext cx="1615440" cy="1048144"/>
            <a:chOff x="418431" y="2363325"/>
            <a:chExt cx="5108572" cy="3314595"/>
          </a:xfrm>
        </p:grpSpPr>
        <p:sp>
          <p:nvSpPr>
            <p:cNvPr id="101" name="矩形 100">
              <a:extLst>
                <a:ext uri="{FF2B5EF4-FFF2-40B4-BE49-F238E27FC236}">
                  <a16:creationId xmlns:a16="http://schemas.microsoft.com/office/drawing/2014/main" id="{1AA29D27-5D17-C2A0-9FC0-4D82CB185FAC}"/>
                </a:ext>
              </a:extLst>
            </p:cNvPr>
            <p:cNvSpPr/>
            <p:nvPr/>
          </p:nvSpPr>
          <p:spPr>
            <a:xfrm>
              <a:off x="418431" y="2363325"/>
              <a:ext cx="5108572" cy="2679356"/>
            </a:xfrm>
            <a:prstGeom prst="rect">
              <a:avLst/>
            </a:prstGeom>
            <a:gradFill>
              <a:gsLst>
                <a:gs pos="0">
                  <a:schemeClr val="accent1">
                    <a:alpha val="0"/>
                  </a:schemeClr>
                </a:gs>
                <a:gs pos="53000">
                  <a:schemeClr val="accent1">
                    <a:alpha val="14000"/>
                  </a:schemeClr>
                </a:gs>
              </a:gsLst>
              <a:lin ang="5400000" scaled="0"/>
            </a:gradFill>
            <a:ln w="12700" cap="flat" cmpd="sng" algn="ctr">
              <a:noFill/>
              <a:prstDash val="solid"/>
              <a:miter lim="800000"/>
            </a:ln>
            <a:effectLst/>
          </p:spPr>
          <p:txBody>
            <a:bodyPr rtlCol="0" anchor="ctr"/>
            <a:lstStyle/>
            <a:p>
              <a:pPr algn="ctr" defTabSz="1727969">
                <a:defRPr/>
              </a:pPr>
              <a:endParaRPr lang="zh-CN" altLang="en-US" sz="3402" kern="0">
                <a:solidFill>
                  <a:srgbClr val="FFFFFF"/>
                </a:solidFill>
                <a:latin typeface="Arial"/>
                <a:ea typeface="微软雅黑"/>
              </a:endParaRPr>
            </a:p>
          </p:txBody>
        </p:sp>
        <p:grpSp>
          <p:nvGrpSpPr>
            <p:cNvPr id="102" name="组合 101">
              <a:extLst>
                <a:ext uri="{FF2B5EF4-FFF2-40B4-BE49-F238E27FC236}">
                  <a16:creationId xmlns:a16="http://schemas.microsoft.com/office/drawing/2014/main" id="{B2BB71BE-EC8B-A874-9234-5F5F86C365F6}"/>
                </a:ext>
              </a:extLst>
            </p:cNvPr>
            <p:cNvGrpSpPr/>
            <p:nvPr/>
          </p:nvGrpSpPr>
          <p:grpSpPr>
            <a:xfrm>
              <a:off x="418431" y="2426469"/>
              <a:ext cx="5104212" cy="2672396"/>
              <a:chOff x="418431" y="3491872"/>
              <a:chExt cx="5104212" cy="1606994"/>
            </a:xfrm>
          </p:grpSpPr>
          <p:cxnSp>
            <p:nvCxnSpPr>
              <p:cNvPr id="112" name="旁门左道出品">
                <a:extLst>
                  <a:ext uri="{FF2B5EF4-FFF2-40B4-BE49-F238E27FC236}">
                    <a16:creationId xmlns:a16="http://schemas.microsoft.com/office/drawing/2014/main" id="{77C72122-0440-2A17-39AB-038DEE86E2C2}"/>
                  </a:ext>
                </a:extLst>
              </p:cNvPr>
              <p:cNvCxnSpPr>
                <a:cxnSpLocks/>
              </p:cNvCxnSpPr>
              <p:nvPr/>
            </p:nvCxnSpPr>
            <p:spPr>
              <a:xfrm>
                <a:off x="418431" y="3491872"/>
                <a:ext cx="0" cy="1606994"/>
              </a:xfrm>
              <a:prstGeom prst="line">
                <a:avLst/>
              </a:prstGeom>
              <a:noFill/>
              <a:ln w="12700" cap="flat" cmpd="sng" algn="ctr">
                <a:gradFill>
                  <a:gsLst>
                    <a:gs pos="0">
                      <a:schemeClr val="accent1">
                        <a:alpha val="0"/>
                      </a:schemeClr>
                    </a:gs>
                    <a:gs pos="74000">
                      <a:schemeClr val="accent1"/>
                    </a:gs>
                  </a:gsLst>
                  <a:lin ang="5400000" scaled="1"/>
                </a:gradFill>
                <a:prstDash val="solid"/>
                <a:miter lim="800000"/>
              </a:ln>
              <a:effectLst/>
            </p:spPr>
          </p:cxnSp>
          <p:cxnSp>
            <p:nvCxnSpPr>
              <p:cNvPr id="113" name="旁门左道出品">
                <a:extLst>
                  <a:ext uri="{FF2B5EF4-FFF2-40B4-BE49-F238E27FC236}">
                    <a16:creationId xmlns:a16="http://schemas.microsoft.com/office/drawing/2014/main" id="{4C8846B1-8D34-5C24-9A04-0A603A6E34DC}"/>
                  </a:ext>
                </a:extLst>
              </p:cNvPr>
              <p:cNvCxnSpPr>
                <a:cxnSpLocks/>
              </p:cNvCxnSpPr>
              <p:nvPr/>
            </p:nvCxnSpPr>
            <p:spPr>
              <a:xfrm>
                <a:off x="5522643" y="3491872"/>
                <a:ext cx="0" cy="1606994"/>
              </a:xfrm>
              <a:prstGeom prst="line">
                <a:avLst/>
              </a:prstGeom>
              <a:noFill/>
              <a:ln w="12700" cap="flat" cmpd="sng" algn="ctr">
                <a:gradFill>
                  <a:gsLst>
                    <a:gs pos="0">
                      <a:schemeClr val="accent1">
                        <a:alpha val="0"/>
                      </a:schemeClr>
                    </a:gs>
                    <a:gs pos="74000">
                      <a:schemeClr val="accent1"/>
                    </a:gs>
                  </a:gsLst>
                  <a:lin ang="5400000" scaled="1"/>
                </a:gradFill>
                <a:prstDash val="solid"/>
                <a:miter lim="800000"/>
              </a:ln>
              <a:effectLst/>
            </p:spPr>
          </p:cxnSp>
        </p:grpSp>
        <p:sp>
          <p:nvSpPr>
            <p:cNvPr id="103" name="矩形 102">
              <a:extLst>
                <a:ext uri="{FF2B5EF4-FFF2-40B4-BE49-F238E27FC236}">
                  <a16:creationId xmlns:a16="http://schemas.microsoft.com/office/drawing/2014/main" id="{E18B6B2D-ECDA-8893-09FC-E52533DE7EBB}"/>
                </a:ext>
              </a:extLst>
            </p:cNvPr>
            <p:cNvSpPr/>
            <p:nvPr/>
          </p:nvSpPr>
          <p:spPr>
            <a:xfrm>
              <a:off x="932236" y="2383084"/>
              <a:ext cx="4080963" cy="2640353"/>
            </a:xfrm>
            <a:prstGeom prst="rect">
              <a:avLst/>
            </a:prstGeom>
            <a:gradFill>
              <a:gsLst>
                <a:gs pos="0">
                  <a:schemeClr val="accent1">
                    <a:alpha val="0"/>
                  </a:schemeClr>
                </a:gs>
                <a:gs pos="100000">
                  <a:schemeClr val="accent1">
                    <a:alpha val="18000"/>
                  </a:schemeClr>
                </a:gs>
              </a:gsLst>
              <a:lin ang="5400000" scaled="0"/>
            </a:gradFill>
            <a:ln w="12700" cap="flat" cmpd="sng" algn="ctr">
              <a:noFill/>
              <a:prstDash val="solid"/>
              <a:miter lim="800000"/>
            </a:ln>
            <a:effectLst/>
          </p:spPr>
          <p:txBody>
            <a:bodyPr rtlCol="0" anchor="ctr"/>
            <a:lstStyle/>
            <a:p>
              <a:pPr algn="ctr" defTabSz="1727969">
                <a:defRPr/>
              </a:pPr>
              <a:endParaRPr lang="zh-CN" altLang="en-US" sz="3402" kern="0" dirty="0">
                <a:solidFill>
                  <a:srgbClr val="FFFFFF"/>
                </a:solidFill>
                <a:latin typeface="Arial"/>
                <a:ea typeface="微软雅黑"/>
              </a:endParaRPr>
            </a:p>
          </p:txBody>
        </p:sp>
        <p:sp>
          <p:nvSpPr>
            <p:cNvPr id="104" name="六边形 103">
              <a:extLst>
                <a:ext uri="{FF2B5EF4-FFF2-40B4-BE49-F238E27FC236}">
                  <a16:creationId xmlns:a16="http://schemas.microsoft.com/office/drawing/2014/main" id="{9438DB15-9900-A1C5-6E8D-62441AC5DFC0}"/>
                </a:ext>
              </a:extLst>
            </p:cNvPr>
            <p:cNvSpPr/>
            <p:nvPr/>
          </p:nvSpPr>
          <p:spPr>
            <a:xfrm>
              <a:off x="418431" y="4801233"/>
              <a:ext cx="5108567" cy="876687"/>
            </a:xfrm>
            <a:prstGeom prst="hexagon">
              <a:avLst>
                <a:gd name="adj" fmla="val 148386"/>
                <a:gd name="vf" fmla="val 115470"/>
              </a:avLst>
            </a:prstGeom>
            <a:gradFill flip="none" rotWithShape="1">
              <a:gsLst>
                <a:gs pos="81000">
                  <a:schemeClr val="accent1">
                    <a:alpha val="0"/>
                  </a:schemeClr>
                </a:gs>
                <a:gs pos="100000">
                  <a:schemeClr val="accent1">
                    <a:alpha val="47000"/>
                  </a:schemeClr>
                </a:gs>
              </a:gsLst>
              <a:path path="shape">
                <a:fillToRect l="50000" t="50000" r="50000" b="50000"/>
              </a:path>
              <a:tileRect/>
            </a:gradFill>
            <a:ln w="12700" cap="flat" cmpd="sng" algn="ctr">
              <a:noFill/>
              <a:prstDash val="solid"/>
              <a:miter lim="800000"/>
            </a:ln>
            <a:effectLst/>
          </p:spPr>
          <p:txBody>
            <a:bodyPr rtlCol="0" anchor="ctr"/>
            <a:lstStyle/>
            <a:p>
              <a:pPr algn="ctr" defTabSz="1727969"/>
              <a:endParaRPr lang="zh-CN" altLang="en-US" sz="3402" kern="0">
                <a:solidFill>
                  <a:srgbClr val="FFFFFF"/>
                </a:solidFill>
                <a:latin typeface="Arial"/>
                <a:ea typeface="微软雅黑"/>
              </a:endParaRPr>
            </a:p>
          </p:txBody>
        </p:sp>
        <p:sp>
          <p:nvSpPr>
            <p:cNvPr id="105" name="旁门左道出品">
              <a:extLst>
                <a:ext uri="{FF2B5EF4-FFF2-40B4-BE49-F238E27FC236}">
                  <a16:creationId xmlns:a16="http://schemas.microsoft.com/office/drawing/2014/main" id="{F47A72C3-CC70-C902-7142-09E7DA32175F}"/>
                </a:ext>
              </a:extLst>
            </p:cNvPr>
            <p:cNvSpPr/>
            <p:nvPr/>
          </p:nvSpPr>
          <p:spPr>
            <a:xfrm>
              <a:off x="418431" y="4801233"/>
              <a:ext cx="5108567" cy="876687"/>
            </a:xfrm>
            <a:prstGeom prst="hexagon">
              <a:avLst>
                <a:gd name="adj" fmla="val 148386"/>
                <a:gd name="vf" fmla="val 115470"/>
              </a:avLst>
            </a:prstGeom>
            <a:gradFill flip="none" rotWithShape="1">
              <a:gsLst>
                <a:gs pos="81000">
                  <a:schemeClr val="accent1">
                    <a:alpha val="0"/>
                  </a:schemeClr>
                </a:gs>
                <a:gs pos="100000">
                  <a:schemeClr val="accent1">
                    <a:alpha val="47000"/>
                  </a:schemeClr>
                </a:gs>
              </a:gsLst>
              <a:path path="shape">
                <a:fillToRect l="50000" t="50000" r="50000" b="50000"/>
              </a:path>
              <a:tileRect/>
            </a:gradFill>
            <a:ln w="12700" cap="flat" cmpd="sng" algn="ctr">
              <a:noFill/>
              <a:prstDash val="solid"/>
              <a:miter lim="800000"/>
            </a:ln>
            <a:effectLst/>
          </p:spPr>
          <p:txBody>
            <a:bodyPr rtlCol="0" anchor="ctr"/>
            <a:lstStyle/>
            <a:p>
              <a:pPr algn="ctr" defTabSz="1727969"/>
              <a:endParaRPr lang="zh-CN" altLang="en-US" sz="3402" kern="0">
                <a:solidFill>
                  <a:srgbClr val="FFFFFF"/>
                </a:solidFill>
                <a:latin typeface="Arial"/>
                <a:ea typeface="微软雅黑"/>
              </a:endParaRPr>
            </a:p>
          </p:txBody>
        </p:sp>
        <p:sp>
          <p:nvSpPr>
            <p:cNvPr id="106" name="六边形 105">
              <a:extLst>
                <a:ext uri="{FF2B5EF4-FFF2-40B4-BE49-F238E27FC236}">
                  <a16:creationId xmlns:a16="http://schemas.microsoft.com/office/drawing/2014/main" id="{8A3F7BE1-674D-2156-FE08-57D1383FDE89}"/>
                </a:ext>
              </a:extLst>
            </p:cNvPr>
            <p:cNvSpPr/>
            <p:nvPr/>
          </p:nvSpPr>
          <p:spPr>
            <a:xfrm>
              <a:off x="418431" y="4660523"/>
              <a:ext cx="5108567" cy="876687"/>
            </a:xfrm>
            <a:prstGeom prst="hexagon">
              <a:avLst>
                <a:gd name="adj" fmla="val 148386"/>
                <a:gd name="vf" fmla="val 115470"/>
              </a:avLst>
            </a:prstGeom>
            <a:gradFill flip="none" rotWithShape="1">
              <a:gsLst>
                <a:gs pos="81000">
                  <a:schemeClr val="accent1">
                    <a:alpha val="0"/>
                  </a:schemeClr>
                </a:gs>
                <a:gs pos="100000">
                  <a:schemeClr val="accent1">
                    <a:alpha val="47000"/>
                  </a:schemeClr>
                </a:gs>
              </a:gsLst>
              <a:path path="shape">
                <a:fillToRect l="50000" t="50000" r="50000" b="50000"/>
              </a:path>
              <a:tileRect/>
            </a:gradFill>
            <a:ln w="12700" cap="flat" cmpd="sng" algn="ctr">
              <a:noFill/>
              <a:prstDash val="solid"/>
              <a:miter lim="800000"/>
            </a:ln>
            <a:effectLst/>
          </p:spPr>
          <p:txBody>
            <a:bodyPr rtlCol="0" anchor="ctr"/>
            <a:lstStyle/>
            <a:p>
              <a:pPr algn="ctr" defTabSz="1727969">
                <a:defRPr/>
              </a:pPr>
              <a:endParaRPr lang="zh-CN" altLang="en-US" sz="3402" kern="0">
                <a:solidFill>
                  <a:srgbClr val="FFFFFF"/>
                </a:solidFill>
                <a:latin typeface="Arial"/>
                <a:ea typeface="微软雅黑"/>
              </a:endParaRPr>
            </a:p>
          </p:txBody>
        </p:sp>
        <p:sp>
          <p:nvSpPr>
            <p:cNvPr id="107" name="任意多边形: 形状 380">
              <a:extLst>
                <a:ext uri="{FF2B5EF4-FFF2-40B4-BE49-F238E27FC236}">
                  <a16:creationId xmlns:a16="http://schemas.microsoft.com/office/drawing/2014/main" id="{182AC9AB-CCBA-B86A-EBC7-65BB1E4533BC}"/>
                </a:ext>
              </a:extLst>
            </p:cNvPr>
            <p:cNvSpPr/>
            <p:nvPr/>
          </p:nvSpPr>
          <p:spPr>
            <a:xfrm>
              <a:off x="932233" y="4755810"/>
              <a:ext cx="4080960" cy="620153"/>
            </a:xfrm>
            <a:custGeom>
              <a:avLst/>
              <a:gdLst>
                <a:gd name="connsiteX0" fmla="*/ 683577 w 2973647"/>
                <a:gd name="connsiteY0" fmla="*/ 0 h 451882"/>
                <a:gd name="connsiteX1" fmla="*/ 2290070 w 2973647"/>
                <a:gd name="connsiteY1" fmla="*/ 0 h 451882"/>
                <a:gd name="connsiteX2" fmla="*/ 2973647 w 2973647"/>
                <a:gd name="connsiteY2" fmla="*/ 201930 h 451882"/>
                <a:gd name="connsiteX3" fmla="*/ 2966259 w 2973647"/>
                <a:gd name="connsiteY3" fmla="*/ 204113 h 451882"/>
                <a:gd name="connsiteX4" fmla="*/ 2973647 w 2973647"/>
                <a:gd name="connsiteY4" fmla="*/ 206295 h 451882"/>
                <a:gd name="connsiteX5" fmla="*/ 2966257 w 2973647"/>
                <a:gd name="connsiteY5" fmla="*/ 208478 h 451882"/>
                <a:gd name="connsiteX6" fmla="*/ 2973647 w 2973647"/>
                <a:gd name="connsiteY6" fmla="*/ 210661 h 451882"/>
                <a:gd name="connsiteX7" fmla="*/ 2966257 w 2973647"/>
                <a:gd name="connsiteY7" fmla="*/ 212844 h 451882"/>
                <a:gd name="connsiteX8" fmla="*/ 2973647 w 2973647"/>
                <a:gd name="connsiteY8" fmla="*/ 215027 h 451882"/>
                <a:gd name="connsiteX9" fmla="*/ 2966259 w 2973647"/>
                <a:gd name="connsiteY9" fmla="*/ 217210 h 451882"/>
                <a:gd name="connsiteX10" fmla="*/ 2973647 w 2973647"/>
                <a:gd name="connsiteY10" fmla="*/ 219392 h 451882"/>
                <a:gd name="connsiteX11" fmla="*/ 2966257 w 2973647"/>
                <a:gd name="connsiteY11" fmla="*/ 221575 h 451882"/>
                <a:gd name="connsiteX12" fmla="*/ 2973647 w 2973647"/>
                <a:gd name="connsiteY12" fmla="*/ 223758 h 451882"/>
                <a:gd name="connsiteX13" fmla="*/ 2966257 w 2973647"/>
                <a:gd name="connsiteY13" fmla="*/ 225941 h 451882"/>
                <a:gd name="connsiteX14" fmla="*/ 2973647 w 2973647"/>
                <a:gd name="connsiteY14" fmla="*/ 228124 h 451882"/>
                <a:gd name="connsiteX15" fmla="*/ 2966259 w 2973647"/>
                <a:gd name="connsiteY15" fmla="*/ 230307 h 451882"/>
                <a:gd name="connsiteX16" fmla="*/ 2973647 w 2973647"/>
                <a:gd name="connsiteY16" fmla="*/ 232489 h 451882"/>
                <a:gd name="connsiteX17" fmla="*/ 2966257 w 2973647"/>
                <a:gd name="connsiteY17" fmla="*/ 234672 h 451882"/>
                <a:gd name="connsiteX18" fmla="*/ 2973647 w 2973647"/>
                <a:gd name="connsiteY18" fmla="*/ 236855 h 451882"/>
                <a:gd name="connsiteX19" fmla="*/ 2966257 w 2973647"/>
                <a:gd name="connsiteY19" fmla="*/ 239038 h 451882"/>
                <a:gd name="connsiteX20" fmla="*/ 2973647 w 2973647"/>
                <a:gd name="connsiteY20" fmla="*/ 241221 h 451882"/>
                <a:gd name="connsiteX21" fmla="*/ 2966259 w 2973647"/>
                <a:gd name="connsiteY21" fmla="*/ 243404 h 451882"/>
                <a:gd name="connsiteX22" fmla="*/ 2973647 w 2973647"/>
                <a:gd name="connsiteY22" fmla="*/ 245586 h 451882"/>
                <a:gd name="connsiteX23" fmla="*/ 2966257 w 2973647"/>
                <a:gd name="connsiteY23" fmla="*/ 247769 h 451882"/>
                <a:gd name="connsiteX24" fmla="*/ 2973647 w 2973647"/>
                <a:gd name="connsiteY24" fmla="*/ 249952 h 451882"/>
                <a:gd name="connsiteX25" fmla="*/ 2290070 w 2973647"/>
                <a:gd name="connsiteY25" fmla="*/ 451882 h 451882"/>
                <a:gd name="connsiteX26" fmla="*/ 683577 w 2973647"/>
                <a:gd name="connsiteY26" fmla="*/ 451882 h 451882"/>
                <a:gd name="connsiteX27" fmla="*/ 0 w 2973647"/>
                <a:gd name="connsiteY27" fmla="*/ 249952 h 451882"/>
                <a:gd name="connsiteX28" fmla="*/ 7390 w 2973647"/>
                <a:gd name="connsiteY28" fmla="*/ 247769 h 451882"/>
                <a:gd name="connsiteX29" fmla="*/ 0 w 2973647"/>
                <a:gd name="connsiteY29" fmla="*/ 245586 h 451882"/>
                <a:gd name="connsiteX30" fmla="*/ 7389 w 2973647"/>
                <a:gd name="connsiteY30" fmla="*/ 243404 h 451882"/>
                <a:gd name="connsiteX31" fmla="*/ 0 w 2973647"/>
                <a:gd name="connsiteY31" fmla="*/ 241221 h 451882"/>
                <a:gd name="connsiteX32" fmla="*/ 7390 w 2973647"/>
                <a:gd name="connsiteY32" fmla="*/ 239038 h 451882"/>
                <a:gd name="connsiteX33" fmla="*/ 0 w 2973647"/>
                <a:gd name="connsiteY33" fmla="*/ 236855 h 451882"/>
                <a:gd name="connsiteX34" fmla="*/ 7390 w 2973647"/>
                <a:gd name="connsiteY34" fmla="*/ 234672 h 451882"/>
                <a:gd name="connsiteX35" fmla="*/ 0 w 2973647"/>
                <a:gd name="connsiteY35" fmla="*/ 232489 h 451882"/>
                <a:gd name="connsiteX36" fmla="*/ 7389 w 2973647"/>
                <a:gd name="connsiteY36" fmla="*/ 230307 h 451882"/>
                <a:gd name="connsiteX37" fmla="*/ 0 w 2973647"/>
                <a:gd name="connsiteY37" fmla="*/ 228124 h 451882"/>
                <a:gd name="connsiteX38" fmla="*/ 7390 w 2973647"/>
                <a:gd name="connsiteY38" fmla="*/ 225941 h 451882"/>
                <a:gd name="connsiteX39" fmla="*/ 0 w 2973647"/>
                <a:gd name="connsiteY39" fmla="*/ 223758 h 451882"/>
                <a:gd name="connsiteX40" fmla="*/ 7390 w 2973647"/>
                <a:gd name="connsiteY40" fmla="*/ 221575 h 451882"/>
                <a:gd name="connsiteX41" fmla="*/ 0 w 2973647"/>
                <a:gd name="connsiteY41" fmla="*/ 219392 h 451882"/>
                <a:gd name="connsiteX42" fmla="*/ 7389 w 2973647"/>
                <a:gd name="connsiteY42" fmla="*/ 217210 h 451882"/>
                <a:gd name="connsiteX43" fmla="*/ 0 w 2973647"/>
                <a:gd name="connsiteY43" fmla="*/ 215027 h 451882"/>
                <a:gd name="connsiteX44" fmla="*/ 7390 w 2973647"/>
                <a:gd name="connsiteY44" fmla="*/ 212844 h 451882"/>
                <a:gd name="connsiteX45" fmla="*/ 0 w 2973647"/>
                <a:gd name="connsiteY45" fmla="*/ 210661 h 451882"/>
                <a:gd name="connsiteX46" fmla="*/ 7390 w 2973647"/>
                <a:gd name="connsiteY46" fmla="*/ 208478 h 451882"/>
                <a:gd name="connsiteX47" fmla="*/ 0 w 2973647"/>
                <a:gd name="connsiteY47" fmla="*/ 206295 h 451882"/>
                <a:gd name="connsiteX48" fmla="*/ 7389 w 2973647"/>
                <a:gd name="connsiteY48" fmla="*/ 204113 h 451882"/>
                <a:gd name="connsiteX49" fmla="*/ 0 w 2973647"/>
                <a:gd name="connsiteY49" fmla="*/ 201930 h 451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973647" h="451882">
                  <a:moveTo>
                    <a:pt x="683577" y="0"/>
                  </a:moveTo>
                  <a:lnTo>
                    <a:pt x="2290070" y="0"/>
                  </a:lnTo>
                  <a:lnTo>
                    <a:pt x="2973647" y="201930"/>
                  </a:lnTo>
                  <a:lnTo>
                    <a:pt x="2966259" y="204113"/>
                  </a:lnTo>
                  <a:lnTo>
                    <a:pt x="2973647" y="206295"/>
                  </a:lnTo>
                  <a:lnTo>
                    <a:pt x="2966257" y="208478"/>
                  </a:lnTo>
                  <a:lnTo>
                    <a:pt x="2973647" y="210661"/>
                  </a:lnTo>
                  <a:lnTo>
                    <a:pt x="2966257" y="212844"/>
                  </a:lnTo>
                  <a:lnTo>
                    <a:pt x="2973647" y="215027"/>
                  </a:lnTo>
                  <a:lnTo>
                    <a:pt x="2966259" y="217210"/>
                  </a:lnTo>
                  <a:lnTo>
                    <a:pt x="2973647" y="219392"/>
                  </a:lnTo>
                  <a:lnTo>
                    <a:pt x="2966257" y="221575"/>
                  </a:lnTo>
                  <a:lnTo>
                    <a:pt x="2973647" y="223758"/>
                  </a:lnTo>
                  <a:lnTo>
                    <a:pt x="2966257" y="225941"/>
                  </a:lnTo>
                  <a:lnTo>
                    <a:pt x="2973647" y="228124"/>
                  </a:lnTo>
                  <a:lnTo>
                    <a:pt x="2966259" y="230307"/>
                  </a:lnTo>
                  <a:lnTo>
                    <a:pt x="2973647" y="232489"/>
                  </a:lnTo>
                  <a:lnTo>
                    <a:pt x="2966257" y="234672"/>
                  </a:lnTo>
                  <a:lnTo>
                    <a:pt x="2973647" y="236855"/>
                  </a:lnTo>
                  <a:lnTo>
                    <a:pt x="2966257" y="239038"/>
                  </a:lnTo>
                  <a:lnTo>
                    <a:pt x="2973647" y="241221"/>
                  </a:lnTo>
                  <a:lnTo>
                    <a:pt x="2966259" y="243404"/>
                  </a:lnTo>
                  <a:lnTo>
                    <a:pt x="2973647" y="245586"/>
                  </a:lnTo>
                  <a:lnTo>
                    <a:pt x="2966257" y="247769"/>
                  </a:lnTo>
                  <a:lnTo>
                    <a:pt x="2973647" y="249952"/>
                  </a:lnTo>
                  <a:lnTo>
                    <a:pt x="2290070" y="451882"/>
                  </a:lnTo>
                  <a:lnTo>
                    <a:pt x="683577" y="451882"/>
                  </a:lnTo>
                  <a:lnTo>
                    <a:pt x="0" y="249952"/>
                  </a:lnTo>
                  <a:lnTo>
                    <a:pt x="7390" y="247769"/>
                  </a:lnTo>
                  <a:lnTo>
                    <a:pt x="0" y="245586"/>
                  </a:lnTo>
                  <a:lnTo>
                    <a:pt x="7389" y="243404"/>
                  </a:lnTo>
                  <a:lnTo>
                    <a:pt x="0" y="241221"/>
                  </a:lnTo>
                  <a:lnTo>
                    <a:pt x="7390" y="239038"/>
                  </a:lnTo>
                  <a:lnTo>
                    <a:pt x="0" y="236855"/>
                  </a:lnTo>
                  <a:lnTo>
                    <a:pt x="7390" y="234672"/>
                  </a:lnTo>
                  <a:lnTo>
                    <a:pt x="0" y="232489"/>
                  </a:lnTo>
                  <a:lnTo>
                    <a:pt x="7389" y="230307"/>
                  </a:lnTo>
                  <a:lnTo>
                    <a:pt x="0" y="228124"/>
                  </a:lnTo>
                  <a:lnTo>
                    <a:pt x="7390" y="225941"/>
                  </a:lnTo>
                  <a:lnTo>
                    <a:pt x="0" y="223758"/>
                  </a:lnTo>
                  <a:lnTo>
                    <a:pt x="7390" y="221575"/>
                  </a:lnTo>
                  <a:lnTo>
                    <a:pt x="0" y="219392"/>
                  </a:lnTo>
                  <a:lnTo>
                    <a:pt x="7389" y="217210"/>
                  </a:lnTo>
                  <a:lnTo>
                    <a:pt x="0" y="215027"/>
                  </a:lnTo>
                  <a:lnTo>
                    <a:pt x="7390" y="212844"/>
                  </a:lnTo>
                  <a:lnTo>
                    <a:pt x="0" y="210661"/>
                  </a:lnTo>
                  <a:lnTo>
                    <a:pt x="7390" y="208478"/>
                  </a:lnTo>
                  <a:lnTo>
                    <a:pt x="0" y="206295"/>
                  </a:lnTo>
                  <a:lnTo>
                    <a:pt x="7389" y="204113"/>
                  </a:lnTo>
                  <a:lnTo>
                    <a:pt x="0" y="201930"/>
                  </a:lnTo>
                  <a:close/>
                </a:path>
              </a:pathLst>
            </a:custGeom>
            <a:gradFill flip="none" rotWithShape="1">
              <a:gsLst>
                <a:gs pos="100000">
                  <a:schemeClr val="accent1"/>
                </a:gs>
                <a:gs pos="14000">
                  <a:schemeClr val="accent1">
                    <a:lumMod val="60000"/>
                    <a:lumOff val="40000"/>
                  </a:schemeClr>
                </a:gs>
              </a:gsLst>
              <a:lin ang="0" scaled="1"/>
              <a:tileRect/>
            </a:gradFill>
            <a:ln w="12700" cap="flat" cmpd="sng" algn="ctr">
              <a:noFill/>
              <a:prstDash val="solid"/>
              <a:miter lim="800000"/>
            </a:ln>
            <a:effectLst/>
          </p:spPr>
          <p:txBody>
            <a:bodyPr wrap="square" rtlCol="0" anchor="ctr">
              <a:noAutofit/>
            </a:bodyPr>
            <a:lstStyle/>
            <a:p>
              <a:pPr algn="ctr" defTabSz="1727969">
                <a:defRPr/>
              </a:pPr>
              <a:endParaRPr lang="zh-CN" altLang="en-US" sz="3402" kern="0">
                <a:solidFill>
                  <a:srgbClr val="FFFFFF"/>
                </a:solidFill>
                <a:latin typeface="Arial"/>
                <a:ea typeface="微软雅黑"/>
              </a:endParaRPr>
            </a:p>
          </p:txBody>
        </p:sp>
        <p:sp>
          <p:nvSpPr>
            <p:cNvPr id="108" name="旁门左道出品">
              <a:extLst>
                <a:ext uri="{FF2B5EF4-FFF2-40B4-BE49-F238E27FC236}">
                  <a16:creationId xmlns:a16="http://schemas.microsoft.com/office/drawing/2014/main" id="{2C674AAA-2B4C-2C0E-EE5A-E97BC6F88157}"/>
                </a:ext>
              </a:extLst>
            </p:cNvPr>
            <p:cNvSpPr/>
            <p:nvPr/>
          </p:nvSpPr>
          <p:spPr>
            <a:xfrm>
              <a:off x="932233" y="4749817"/>
              <a:ext cx="4080960" cy="554247"/>
            </a:xfrm>
            <a:prstGeom prst="hexagon">
              <a:avLst>
                <a:gd name="adj" fmla="val 169261"/>
                <a:gd name="vf" fmla="val 115470"/>
              </a:avLst>
            </a:prstGeom>
            <a:solidFill>
              <a:schemeClr val="accent1"/>
            </a:solidFill>
            <a:ln w="3175" cap="flat" cmpd="sng" algn="ctr">
              <a:solidFill>
                <a:schemeClr val="accent1">
                  <a:lumMod val="60000"/>
                  <a:lumOff val="40000"/>
                </a:schemeClr>
              </a:solidFill>
              <a:prstDash val="solid"/>
              <a:miter lim="800000"/>
            </a:ln>
            <a:effectLst>
              <a:innerShdw blurRad="254000">
                <a:schemeClr val="accent1">
                  <a:lumMod val="60000"/>
                  <a:lumOff val="40000"/>
                  <a:alpha val="43000"/>
                </a:schemeClr>
              </a:innerShdw>
            </a:effectLst>
          </p:spPr>
          <p:txBody>
            <a:bodyPr rtlCol="0" anchor="ctr"/>
            <a:lstStyle/>
            <a:p>
              <a:pPr algn="ctr" defTabSz="1727969">
                <a:defRPr/>
              </a:pPr>
              <a:endParaRPr lang="zh-CN" altLang="en-US" sz="3402" kern="0">
                <a:solidFill>
                  <a:srgbClr val="FFFFFF"/>
                </a:solidFill>
                <a:latin typeface="Arial"/>
                <a:ea typeface="微软雅黑"/>
              </a:endParaRPr>
            </a:p>
          </p:txBody>
        </p:sp>
        <p:cxnSp>
          <p:nvCxnSpPr>
            <p:cNvPr id="109" name="旁门左道出品">
              <a:extLst>
                <a:ext uri="{FF2B5EF4-FFF2-40B4-BE49-F238E27FC236}">
                  <a16:creationId xmlns:a16="http://schemas.microsoft.com/office/drawing/2014/main" id="{84EF1BEE-3E9C-51C8-70BC-B4440955ABB0}"/>
                </a:ext>
              </a:extLst>
            </p:cNvPr>
            <p:cNvCxnSpPr>
              <a:cxnSpLocks/>
              <a:stCxn id="106" idx="3"/>
            </p:cNvCxnSpPr>
            <p:nvPr/>
          </p:nvCxnSpPr>
          <p:spPr>
            <a:xfrm>
              <a:off x="418431" y="5098866"/>
              <a:ext cx="1305009" cy="438342"/>
            </a:xfrm>
            <a:prstGeom prst="line">
              <a:avLst/>
            </a:prstGeom>
            <a:noFill/>
            <a:ln w="15875" cap="flat" cmpd="sng" algn="ctr">
              <a:gradFill>
                <a:gsLst>
                  <a:gs pos="0">
                    <a:schemeClr val="accent1"/>
                  </a:gs>
                  <a:gs pos="74000">
                    <a:schemeClr val="accent1">
                      <a:alpha val="0"/>
                    </a:schemeClr>
                  </a:gs>
                </a:gsLst>
                <a:lin ang="5400000" scaled="1"/>
              </a:gradFill>
              <a:prstDash val="solid"/>
              <a:miter lim="800000"/>
            </a:ln>
            <a:effectLst/>
          </p:spPr>
        </p:cxnSp>
        <p:cxnSp>
          <p:nvCxnSpPr>
            <p:cNvPr id="110" name="直接连接符 109">
              <a:extLst>
                <a:ext uri="{FF2B5EF4-FFF2-40B4-BE49-F238E27FC236}">
                  <a16:creationId xmlns:a16="http://schemas.microsoft.com/office/drawing/2014/main" id="{217850FF-D32F-5828-153C-BD04CE062BDD}"/>
                </a:ext>
              </a:extLst>
            </p:cNvPr>
            <p:cNvCxnSpPr>
              <a:cxnSpLocks/>
            </p:cNvCxnSpPr>
            <p:nvPr/>
          </p:nvCxnSpPr>
          <p:spPr>
            <a:xfrm>
              <a:off x="1723440" y="5537210"/>
              <a:ext cx="2494551" cy="0"/>
            </a:xfrm>
            <a:prstGeom prst="line">
              <a:avLst/>
            </a:prstGeom>
            <a:noFill/>
            <a:ln w="15875" cap="flat" cmpd="sng" algn="ctr">
              <a:gradFill flip="none" rotWithShape="1">
                <a:gsLst>
                  <a:gs pos="0">
                    <a:schemeClr val="accent1"/>
                  </a:gs>
                  <a:gs pos="74000">
                    <a:schemeClr val="accent1">
                      <a:alpha val="0"/>
                    </a:schemeClr>
                  </a:gs>
                </a:gsLst>
                <a:lin ang="0" scaled="1"/>
                <a:tileRect/>
              </a:gradFill>
              <a:prstDash val="solid"/>
              <a:miter lim="800000"/>
            </a:ln>
            <a:effectLst/>
          </p:spPr>
        </p:cxnSp>
        <p:cxnSp>
          <p:nvCxnSpPr>
            <p:cNvPr id="111" name="旁门左道出品">
              <a:extLst>
                <a:ext uri="{FF2B5EF4-FFF2-40B4-BE49-F238E27FC236}">
                  <a16:creationId xmlns:a16="http://schemas.microsoft.com/office/drawing/2014/main" id="{7ADDA088-5C9E-8339-7DFC-B4D8C8F08034}"/>
                </a:ext>
              </a:extLst>
            </p:cNvPr>
            <p:cNvCxnSpPr>
              <a:cxnSpLocks/>
              <a:endCxn id="106" idx="0"/>
            </p:cNvCxnSpPr>
            <p:nvPr/>
          </p:nvCxnSpPr>
          <p:spPr>
            <a:xfrm flipV="1">
              <a:off x="4217991" y="5098866"/>
              <a:ext cx="1309010" cy="438342"/>
            </a:xfrm>
            <a:prstGeom prst="line">
              <a:avLst/>
            </a:prstGeom>
            <a:noFill/>
            <a:ln w="15875" cap="flat" cmpd="sng" algn="ctr">
              <a:gradFill flip="none" rotWithShape="1">
                <a:gsLst>
                  <a:gs pos="0">
                    <a:schemeClr val="accent1"/>
                  </a:gs>
                  <a:gs pos="74000">
                    <a:schemeClr val="accent1">
                      <a:alpha val="0"/>
                    </a:schemeClr>
                  </a:gs>
                </a:gsLst>
                <a:lin ang="0" scaled="1"/>
                <a:tileRect/>
              </a:gradFill>
              <a:prstDash val="solid"/>
              <a:miter lim="800000"/>
            </a:ln>
            <a:effectLst/>
          </p:spPr>
        </p:cxnSp>
      </p:grpSp>
      <p:sp>
        <p:nvSpPr>
          <p:cNvPr id="115" name="箭头: 左右 114">
            <a:extLst>
              <a:ext uri="{FF2B5EF4-FFF2-40B4-BE49-F238E27FC236}">
                <a16:creationId xmlns:a16="http://schemas.microsoft.com/office/drawing/2014/main" id="{A56AD84B-9316-B8AD-0F76-089D3B793DAF}"/>
              </a:ext>
            </a:extLst>
          </p:cNvPr>
          <p:cNvSpPr/>
          <p:nvPr/>
        </p:nvSpPr>
        <p:spPr>
          <a:xfrm>
            <a:off x="7039139" y="3195923"/>
            <a:ext cx="371546" cy="93709"/>
          </a:xfrm>
          <a:prstGeom prst="leftRightArrow">
            <a:avLst>
              <a:gd name="adj1" fmla="val 56777"/>
              <a:gd name="adj2"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箭头: 左右 115">
            <a:extLst>
              <a:ext uri="{FF2B5EF4-FFF2-40B4-BE49-F238E27FC236}">
                <a16:creationId xmlns:a16="http://schemas.microsoft.com/office/drawing/2014/main" id="{56E9186A-E72B-B789-8488-18CB2006024E}"/>
              </a:ext>
            </a:extLst>
          </p:cNvPr>
          <p:cNvSpPr/>
          <p:nvPr/>
        </p:nvSpPr>
        <p:spPr>
          <a:xfrm>
            <a:off x="4778532" y="3195923"/>
            <a:ext cx="371546" cy="93709"/>
          </a:xfrm>
          <a:prstGeom prst="leftRightArrow">
            <a:avLst>
              <a:gd name="adj1" fmla="val 56777"/>
              <a:gd name="adj2"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箭头: 左右 116">
            <a:extLst>
              <a:ext uri="{FF2B5EF4-FFF2-40B4-BE49-F238E27FC236}">
                <a16:creationId xmlns:a16="http://schemas.microsoft.com/office/drawing/2014/main" id="{087DF8F6-8B7C-8106-AA4B-13DF8D4F5977}"/>
              </a:ext>
            </a:extLst>
          </p:cNvPr>
          <p:cNvSpPr/>
          <p:nvPr/>
        </p:nvSpPr>
        <p:spPr>
          <a:xfrm rot="5400000">
            <a:off x="5957387" y="3906829"/>
            <a:ext cx="277225" cy="93709"/>
          </a:xfrm>
          <a:prstGeom prst="leftRightArrow">
            <a:avLst>
              <a:gd name="adj1" fmla="val 56777"/>
              <a:gd name="adj2"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84D7B682-F9D2-A094-47B7-D848A21B6450}"/>
              </a:ext>
            </a:extLst>
          </p:cNvPr>
          <p:cNvSpPr txBox="1"/>
          <p:nvPr/>
        </p:nvSpPr>
        <p:spPr>
          <a:xfrm>
            <a:off x="5634335" y="2800612"/>
            <a:ext cx="923331" cy="588174"/>
          </a:xfrm>
          <a:prstGeom prst="rect">
            <a:avLst/>
          </a:prstGeom>
          <a:noFill/>
        </p:spPr>
        <p:txBody>
          <a:bodyPr wrap="none" lIns="0" tIns="0" rIns="0" bIns="0" rtlCol="0">
            <a:spAutoFit/>
          </a:bodyPr>
          <a:lstStyle/>
          <a:p>
            <a:pPr algn="ctr">
              <a:lnSpc>
                <a:spcPct val="110000"/>
              </a:lnSpc>
            </a:pPr>
            <a:r>
              <a:rPr lang="zh-CN" altLang="en-US" b="1" dirty="0">
                <a:solidFill>
                  <a:schemeClr val="accent1"/>
                </a:solidFill>
                <a:latin typeface="+mj-ea"/>
                <a:ea typeface="+mj-ea"/>
              </a:rPr>
              <a:t>人才管理</a:t>
            </a:r>
            <a:endParaRPr lang="en-US" altLang="zh-CN" b="1" dirty="0">
              <a:solidFill>
                <a:schemeClr val="accent1"/>
              </a:solidFill>
              <a:latin typeface="+mj-ea"/>
              <a:ea typeface="+mj-ea"/>
            </a:endParaRPr>
          </a:p>
          <a:p>
            <a:pPr algn="ctr">
              <a:lnSpc>
                <a:spcPct val="110000"/>
              </a:lnSpc>
            </a:pPr>
            <a:r>
              <a:rPr lang="zh-CN" altLang="en-US" b="1" dirty="0">
                <a:solidFill>
                  <a:schemeClr val="accent1"/>
                </a:solidFill>
                <a:latin typeface="+mj-ea"/>
                <a:ea typeface="+mj-ea"/>
              </a:rPr>
              <a:t>技术</a:t>
            </a:r>
          </a:p>
        </p:txBody>
      </p:sp>
      <p:sp>
        <p:nvSpPr>
          <p:cNvPr id="7" name="文本框 6">
            <a:extLst>
              <a:ext uri="{FF2B5EF4-FFF2-40B4-BE49-F238E27FC236}">
                <a16:creationId xmlns:a16="http://schemas.microsoft.com/office/drawing/2014/main" id="{24B0A22A-50C5-D04C-F389-4218024F3EF9}"/>
              </a:ext>
            </a:extLst>
          </p:cNvPr>
          <p:cNvSpPr txBox="1"/>
          <p:nvPr/>
        </p:nvSpPr>
        <p:spPr>
          <a:xfrm>
            <a:off x="3617445" y="3033874"/>
            <a:ext cx="718145" cy="236603"/>
          </a:xfrm>
          <a:prstGeom prst="rect">
            <a:avLst/>
          </a:prstGeom>
          <a:noFill/>
        </p:spPr>
        <p:txBody>
          <a:bodyPr wrap="none" lIns="0" tIns="0" rIns="0" bIns="0" rtlCol="0">
            <a:spAutoFit/>
          </a:bodyPr>
          <a:lstStyle/>
          <a:p>
            <a:pPr algn="ctr">
              <a:lnSpc>
                <a:spcPct val="120000"/>
              </a:lnSpc>
            </a:pPr>
            <a:r>
              <a:rPr lang="zh-CN" altLang="en-US" sz="1400" dirty="0">
                <a:solidFill>
                  <a:schemeClr val="bg1"/>
                </a:solidFill>
              </a:rPr>
              <a:t>能力技术</a:t>
            </a:r>
          </a:p>
        </p:txBody>
      </p:sp>
      <p:sp>
        <p:nvSpPr>
          <p:cNvPr id="8" name="文本框 7">
            <a:extLst>
              <a:ext uri="{FF2B5EF4-FFF2-40B4-BE49-F238E27FC236}">
                <a16:creationId xmlns:a16="http://schemas.microsoft.com/office/drawing/2014/main" id="{79CEC236-E3BF-F3D9-D7A2-D82FA4E1281B}"/>
              </a:ext>
            </a:extLst>
          </p:cNvPr>
          <p:cNvSpPr txBox="1"/>
          <p:nvPr/>
        </p:nvSpPr>
        <p:spPr>
          <a:xfrm>
            <a:off x="5736927" y="2067788"/>
            <a:ext cx="718146" cy="236603"/>
          </a:xfrm>
          <a:prstGeom prst="rect">
            <a:avLst/>
          </a:prstGeom>
          <a:noFill/>
        </p:spPr>
        <p:txBody>
          <a:bodyPr wrap="none" lIns="0" tIns="0" rIns="0" bIns="0" rtlCol="0">
            <a:spAutoFit/>
          </a:bodyPr>
          <a:lstStyle/>
          <a:p>
            <a:pPr algn="ctr">
              <a:lnSpc>
                <a:spcPct val="120000"/>
              </a:lnSpc>
            </a:pPr>
            <a:r>
              <a:rPr lang="zh-CN" altLang="en-US" sz="1400" dirty="0">
                <a:solidFill>
                  <a:schemeClr val="bg1"/>
                </a:solidFill>
              </a:rPr>
              <a:t>评价技术</a:t>
            </a:r>
          </a:p>
        </p:txBody>
      </p:sp>
      <p:sp>
        <p:nvSpPr>
          <p:cNvPr id="10" name="文本框 9">
            <a:extLst>
              <a:ext uri="{FF2B5EF4-FFF2-40B4-BE49-F238E27FC236}">
                <a16:creationId xmlns:a16="http://schemas.microsoft.com/office/drawing/2014/main" id="{4EEE2B62-821C-DF43-33E9-6CC0900AEB3C}"/>
              </a:ext>
            </a:extLst>
          </p:cNvPr>
          <p:cNvSpPr txBox="1"/>
          <p:nvPr/>
        </p:nvSpPr>
        <p:spPr>
          <a:xfrm>
            <a:off x="7981165" y="3033874"/>
            <a:ext cx="718146" cy="236603"/>
          </a:xfrm>
          <a:prstGeom prst="rect">
            <a:avLst/>
          </a:prstGeom>
          <a:noFill/>
        </p:spPr>
        <p:txBody>
          <a:bodyPr wrap="none" lIns="0" tIns="0" rIns="0" bIns="0" rtlCol="0">
            <a:spAutoFit/>
          </a:bodyPr>
          <a:lstStyle/>
          <a:p>
            <a:pPr algn="ctr">
              <a:lnSpc>
                <a:spcPct val="120000"/>
              </a:lnSpc>
            </a:pPr>
            <a:r>
              <a:rPr lang="zh-CN" altLang="en-US" sz="1400" dirty="0">
                <a:solidFill>
                  <a:schemeClr val="bg1"/>
                </a:solidFill>
              </a:rPr>
              <a:t>发展技术</a:t>
            </a:r>
          </a:p>
        </p:txBody>
      </p:sp>
      <p:sp>
        <p:nvSpPr>
          <p:cNvPr id="16" name="文本框 15">
            <a:extLst>
              <a:ext uri="{FF2B5EF4-FFF2-40B4-BE49-F238E27FC236}">
                <a16:creationId xmlns:a16="http://schemas.microsoft.com/office/drawing/2014/main" id="{DFCF8253-5678-88FA-BCD4-5D15B2614F39}"/>
              </a:ext>
            </a:extLst>
          </p:cNvPr>
          <p:cNvSpPr txBox="1"/>
          <p:nvPr/>
        </p:nvSpPr>
        <p:spPr>
          <a:xfrm>
            <a:off x="5771636" y="4303936"/>
            <a:ext cx="718146" cy="236603"/>
          </a:xfrm>
          <a:prstGeom prst="rect">
            <a:avLst/>
          </a:prstGeom>
          <a:noFill/>
        </p:spPr>
        <p:txBody>
          <a:bodyPr wrap="none" lIns="0" tIns="0" rIns="0" bIns="0" rtlCol="0">
            <a:spAutoFit/>
          </a:bodyPr>
          <a:lstStyle/>
          <a:p>
            <a:pPr algn="ctr">
              <a:lnSpc>
                <a:spcPct val="120000"/>
              </a:lnSpc>
            </a:pPr>
            <a:r>
              <a:rPr lang="zh-CN" altLang="en-US" sz="1400" dirty="0">
                <a:solidFill>
                  <a:schemeClr val="bg1"/>
                </a:solidFill>
              </a:rPr>
              <a:t>留任技术</a:t>
            </a:r>
          </a:p>
        </p:txBody>
      </p:sp>
      <p:grpSp>
        <p:nvGrpSpPr>
          <p:cNvPr id="43" name="组合 42">
            <a:extLst>
              <a:ext uri="{FF2B5EF4-FFF2-40B4-BE49-F238E27FC236}">
                <a16:creationId xmlns:a16="http://schemas.microsoft.com/office/drawing/2014/main" id="{44D830FC-CFCF-DF3A-1D46-93373BA57463}"/>
              </a:ext>
            </a:extLst>
          </p:cNvPr>
          <p:cNvGrpSpPr/>
          <p:nvPr/>
        </p:nvGrpSpPr>
        <p:grpSpPr>
          <a:xfrm>
            <a:off x="3215577" y="1698585"/>
            <a:ext cx="203898" cy="202770"/>
            <a:chOff x="25858" y="31067"/>
            <a:chExt cx="1851794" cy="1841562"/>
          </a:xfrm>
          <a:solidFill>
            <a:schemeClr val="accent1"/>
          </a:solidFill>
        </p:grpSpPr>
        <p:sp>
          <p:nvSpPr>
            <p:cNvPr id="41" name="任意多边形: 形状 40">
              <a:extLst>
                <a:ext uri="{FF2B5EF4-FFF2-40B4-BE49-F238E27FC236}">
                  <a16:creationId xmlns:a16="http://schemas.microsoft.com/office/drawing/2014/main" id="{767B1EC6-7FF9-76DA-62B6-F21514E16526}"/>
                </a:ext>
              </a:extLst>
            </p:cNvPr>
            <p:cNvSpPr/>
            <p:nvPr/>
          </p:nvSpPr>
          <p:spPr>
            <a:xfrm>
              <a:off x="288100" y="490202"/>
              <a:ext cx="1589552" cy="1382427"/>
            </a:xfrm>
            <a:custGeom>
              <a:avLst/>
              <a:gdLst>
                <a:gd name="connsiteX0" fmla="*/ 1574669 w 1589552"/>
                <a:gd name="connsiteY0" fmla="*/ 720700 h 1382427"/>
                <a:gd name="connsiteX1" fmla="*/ 1342684 w 1589552"/>
                <a:gd name="connsiteY1" fmla="*/ 488528 h 1382427"/>
                <a:gd name="connsiteX2" fmla="*/ 1306965 w 1589552"/>
                <a:gd name="connsiteY2" fmla="*/ 473832 h 1382427"/>
                <a:gd name="connsiteX3" fmla="*/ 1271246 w 1589552"/>
                <a:gd name="connsiteY3" fmla="*/ 488528 h 1382427"/>
                <a:gd name="connsiteX4" fmla="*/ 692677 w 1589552"/>
                <a:gd name="connsiteY4" fmla="*/ 1067098 h 1382427"/>
                <a:gd name="connsiteX5" fmla="*/ 677980 w 1589552"/>
                <a:gd name="connsiteY5" fmla="*/ 1102816 h 1382427"/>
                <a:gd name="connsiteX6" fmla="*/ 677980 w 1589552"/>
                <a:gd name="connsiteY6" fmla="*/ 1332012 h 1382427"/>
                <a:gd name="connsiteX7" fmla="*/ 728582 w 1589552"/>
                <a:gd name="connsiteY7" fmla="*/ 1382427 h 1382427"/>
                <a:gd name="connsiteX8" fmla="*/ 959637 w 1589552"/>
                <a:gd name="connsiteY8" fmla="*/ 1382427 h 1382427"/>
                <a:gd name="connsiteX9" fmla="*/ 995356 w 1589552"/>
                <a:gd name="connsiteY9" fmla="*/ 1367731 h 1382427"/>
                <a:gd name="connsiteX10" fmla="*/ 1341940 w 1589552"/>
                <a:gd name="connsiteY10" fmla="*/ 1021147 h 1382427"/>
                <a:gd name="connsiteX11" fmla="*/ 1356636 w 1589552"/>
                <a:gd name="connsiteY11" fmla="*/ 985428 h 1382427"/>
                <a:gd name="connsiteX12" fmla="*/ 1341940 w 1589552"/>
                <a:gd name="connsiteY12" fmla="*/ 949710 h 1382427"/>
                <a:gd name="connsiteX13" fmla="*/ 1306221 w 1589552"/>
                <a:gd name="connsiteY13" fmla="*/ 935013 h 1382427"/>
                <a:gd name="connsiteX14" fmla="*/ 1270502 w 1589552"/>
                <a:gd name="connsiteY14" fmla="*/ 949710 h 1382427"/>
                <a:gd name="connsiteX15" fmla="*/ 940476 w 1589552"/>
                <a:gd name="connsiteY15" fmla="*/ 1281782 h 1382427"/>
                <a:gd name="connsiteX16" fmla="*/ 778811 w 1589552"/>
                <a:gd name="connsiteY16" fmla="*/ 1283457 h 1382427"/>
                <a:gd name="connsiteX17" fmla="*/ 777509 w 1589552"/>
                <a:gd name="connsiteY17" fmla="*/ 1125327 h 1382427"/>
                <a:gd name="connsiteX18" fmla="*/ 1306035 w 1589552"/>
                <a:gd name="connsiteY18" fmla="*/ 594568 h 1382427"/>
                <a:gd name="connsiteX19" fmla="*/ 1469002 w 1589552"/>
                <a:gd name="connsiteY19" fmla="*/ 755303 h 1382427"/>
                <a:gd name="connsiteX20" fmla="*/ 1424725 w 1589552"/>
                <a:gd name="connsiteY20" fmla="*/ 801626 h 1382427"/>
                <a:gd name="connsiteX21" fmla="*/ 1343800 w 1589552"/>
                <a:gd name="connsiteY21" fmla="*/ 720700 h 1382427"/>
                <a:gd name="connsiteX22" fmla="*/ 1308081 w 1589552"/>
                <a:gd name="connsiteY22" fmla="*/ 706003 h 1382427"/>
                <a:gd name="connsiteX23" fmla="*/ 1272362 w 1589552"/>
                <a:gd name="connsiteY23" fmla="*/ 720700 h 1382427"/>
                <a:gd name="connsiteX24" fmla="*/ 1257666 w 1589552"/>
                <a:gd name="connsiteY24" fmla="*/ 756419 h 1382427"/>
                <a:gd name="connsiteX25" fmla="*/ 1272362 w 1589552"/>
                <a:gd name="connsiteY25" fmla="*/ 792138 h 1382427"/>
                <a:gd name="connsiteX26" fmla="*/ 1387890 w 1589552"/>
                <a:gd name="connsiteY26" fmla="*/ 907666 h 1382427"/>
                <a:gd name="connsiteX27" fmla="*/ 1423609 w 1589552"/>
                <a:gd name="connsiteY27" fmla="*/ 922362 h 1382427"/>
                <a:gd name="connsiteX28" fmla="*/ 1459328 w 1589552"/>
                <a:gd name="connsiteY28" fmla="*/ 907666 h 1382427"/>
                <a:gd name="connsiteX29" fmla="*/ 1574856 w 1589552"/>
                <a:gd name="connsiteY29" fmla="*/ 792138 h 1382427"/>
                <a:gd name="connsiteX30" fmla="*/ 1589552 w 1589552"/>
                <a:gd name="connsiteY30" fmla="*/ 756419 h 1382427"/>
                <a:gd name="connsiteX31" fmla="*/ 1574669 w 1589552"/>
                <a:gd name="connsiteY31" fmla="*/ 720700 h 1382427"/>
                <a:gd name="connsiteX32" fmla="*/ 59785 w 1589552"/>
                <a:gd name="connsiteY32" fmla="*/ 786557 h 1382427"/>
                <a:gd name="connsiteX33" fmla="*/ 68 w 1589552"/>
                <a:gd name="connsiteY33" fmla="*/ 846460 h 1382427"/>
                <a:gd name="connsiteX34" fmla="*/ 59785 w 1589552"/>
                <a:gd name="connsiteY34" fmla="*/ 906177 h 1382427"/>
                <a:gd name="connsiteX35" fmla="*/ 597799 w 1589552"/>
                <a:gd name="connsiteY35" fmla="*/ 906177 h 1382427"/>
                <a:gd name="connsiteX36" fmla="*/ 716117 w 1589552"/>
                <a:gd name="connsiteY36" fmla="*/ 786557 h 1382427"/>
                <a:gd name="connsiteX37" fmla="*/ 59785 w 1589552"/>
                <a:gd name="connsiteY37" fmla="*/ 786557 h 1382427"/>
                <a:gd name="connsiteX38" fmla="*/ 1299710 w 1589552"/>
                <a:gd name="connsiteY38" fmla="*/ 196639 h 1382427"/>
                <a:gd name="connsiteX39" fmla="*/ 1299710 w 1589552"/>
                <a:gd name="connsiteY39" fmla="*/ 58229 h 1382427"/>
                <a:gd name="connsiteX40" fmla="*/ 1297477 w 1589552"/>
                <a:gd name="connsiteY40" fmla="*/ 44648 h 1382427"/>
                <a:gd name="connsiteX41" fmla="*/ 1294687 w 1589552"/>
                <a:gd name="connsiteY41" fmla="*/ 35533 h 1382427"/>
                <a:gd name="connsiteX42" fmla="*/ 1289292 w 1589552"/>
                <a:gd name="connsiteY42" fmla="*/ 26603 h 1382427"/>
                <a:gd name="connsiteX43" fmla="*/ 1283152 w 1589552"/>
                <a:gd name="connsiteY43" fmla="*/ 18417 h 1382427"/>
                <a:gd name="connsiteX44" fmla="*/ 1280548 w 1589552"/>
                <a:gd name="connsiteY44" fmla="*/ 15627 h 1382427"/>
                <a:gd name="connsiteX45" fmla="*/ 1272362 w 1589552"/>
                <a:gd name="connsiteY45" fmla="*/ 10046 h 1382427"/>
                <a:gd name="connsiteX46" fmla="*/ 1261572 w 1589552"/>
                <a:gd name="connsiteY46" fmla="*/ 4093 h 1382427"/>
                <a:gd name="connsiteX47" fmla="*/ 1250410 w 1589552"/>
                <a:gd name="connsiteY47" fmla="*/ 1488 h 1382427"/>
                <a:gd name="connsiteX48" fmla="*/ 1240178 w 1589552"/>
                <a:gd name="connsiteY48" fmla="*/ 0 h 1382427"/>
                <a:gd name="connsiteX49" fmla="*/ 885967 w 1589552"/>
                <a:gd name="connsiteY49" fmla="*/ 0 h 1382427"/>
                <a:gd name="connsiteX50" fmla="*/ 826250 w 1589552"/>
                <a:gd name="connsiteY50" fmla="*/ 59717 h 1382427"/>
                <a:gd name="connsiteX51" fmla="*/ 885967 w 1589552"/>
                <a:gd name="connsiteY51" fmla="*/ 119435 h 1382427"/>
                <a:gd name="connsiteX52" fmla="*/ 1106047 w 1589552"/>
                <a:gd name="connsiteY52" fmla="*/ 119435 h 1382427"/>
                <a:gd name="connsiteX53" fmla="*/ 705141 w 1589552"/>
                <a:gd name="connsiteY53" fmla="*/ 564803 h 1382427"/>
                <a:gd name="connsiteX54" fmla="*/ 351116 w 1589552"/>
                <a:gd name="connsiteY54" fmla="*/ 236823 h 1382427"/>
                <a:gd name="connsiteX55" fmla="*/ 15323 w 1589552"/>
                <a:gd name="connsiteY55" fmla="*/ 609823 h 1382427"/>
                <a:gd name="connsiteX56" fmla="*/ 68 w 1589552"/>
                <a:gd name="connsiteY56" fmla="*/ 652983 h 1382427"/>
                <a:gd name="connsiteX57" fmla="*/ 19602 w 1589552"/>
                <a:gd name="connsiteY57" fmla="*/ 694097 h 1382427"/>
                <a:gd name="connsiteX58" fmla="*/ 59599 w 1589552"/>
                <a:gd name="connsiteY58" fmla="*/ 709538 h 1382427"/>
                <a:gd name="connsiteX59" fmla="*/ 103875 w 1589552"/>
                <a:gd name="connsiteY59" fmla="*/ 689632 h 1382427"/>
                <a:gd name="connsiteX60" fmla="*/ 358372 w 1589552"/>
                <a:gd name="connsiteY60" fmla="*/ 406859 h 1382427"/>
                <a:gd name="connsiteX61" fmla="*/ 712769 w 1589552"/>
                <a:gd name="connsiteY61" fmla="*/ 734653 h 1382427"/>
                <a:gd name="connsiteX62" fmla="*/ 1180275 w 1589552"/>
                <a:gd name="connsiteY62" fmla="*/ 215057 h 1382427"/>
                <a:gd name="connsiteX63" fmla="*/ 1180275 w 1589552"/>
                <a:gd name="connsiteY63" fmla="*/ 317190 h 1382427"/>
                <a:gd name="connsiteX64" fmla="*/ 1299710 w 1589552"/>
                <a:gd name="connsiteY64" fmla="*/ 196639 h 1382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589552" h="1382427">
                  <a:moveTo>
                    <a:pt x="1574669" y="720700"/>
                  </a:moveTo>
                  <a:lnTo>
                    <a:pt x="1342684" y="488528"/>
                  </a:lnTo>
                  <a:cubicBezTo>
                    <a:pt x="1333196" y="479041"/>
                    <a:pt x="1320545" y="473832"/>
                    <a:pt x="1306965" y="473832"/>
                  </a:cubicBezTo>
                  <a:cubicBezTo>
                    <a:pt x="1293384" y="473832"/>
                    <a:pt x="1280734" y="479041"/>
                    <a:pt x="1271246" y="488528"/>
                  </a:cubicBezTo>
                  <a:lnTo>
                    <a:pt x="692677" y="1067098"/>
                  </a:lnTo>
                  <a:cubicBezTo>
                    <a:pt x="683189" y="1076772"/>
                    <a:pt x="677980" y="1089422"/>
                    <a:pt x="677980" y="1102816"/>
                  </a:cubicBezTo>
                  <a:lnTo>
                    <a:pt x="677980" y="1332012"/>
                  </a:lnTo>
                  <a:cubicBezTo>
                    <a:pt x="677980" y="1359917"/>
                    <a:pt x="700676" y="1382427"/>
                    <a:pt x="728582" y="1382427"/>
                  </a:cubicBezTo>
                  <a:lnTo>
                    <a:pt x="959637" y="1382427"/>
                  </a:lnTo>
                  <a:cubicBezTo>
                    <a:pt x="973032" y="1382427"/>
                    <a:pt x="985868" y="1377218"/>
                    <a:pt x="995356" y="1367731"/>
                  </a:cubicBezTo>
                  <a:lnTo>
                    <a:pt x="1341940" y="1021147"/>
                  </a:lnTo>
                  <a:cubicBezTo>
                    <a:pt x="1351427" y="1011659"/>
                    <a:pt x="1356636" y="999009"/>
                    <a:pt x="1356636" y="985428"/>
                  </a:cubicBezTo>
                  <a:cubicBezTo>
                    <a:pt x="1356636" y="971848"/>
                    <a:pt x="1351427" y="959197"/>
                    <a:pt x="1341940" y="949710"/>
                  </a:cubicBezTo>
                  <a:cubicBezTo>
                    <a:pt x="1332452" y="940222"/>
                    <a:pt x="1319801" y="935013"/>
                    <a:pt x="1306221" y="935013"/>
                  </a:cubicBezTo>
                  <a:cubicBezTo>
                    <a:pt x="1292640" y="935013"/>
                    <a:pt x="1279990" y="940222"/>
                    <a:pt x="1270502" y="949710"/>
                  </a:cubicBezTo>
                  <a:lnTo>
                    <a:pt x="940476" y="1281782"/>
                  </a:lnTo>
                  <a:lnTo>
                    <a:pt x="778811" y="1283457"/>
                  </a:lnTo>
                  <a:lnTo>
                    <a:pt x="777509" y="1125327"/>
                  </a:lnTo>
                  <a:lnTo>
                    <a:pt x="1306035" y="594568"/>
                  </a:lnTo>
                  <a:lnTo>
                    <a:pt x="1469002" y="755303"/>
                  </a:lnTo>
                  <a:lnTo>
                    <a:pt x="1424725" y="801626"/>
                  </a:lnTo>
                  <a:lnTo>
                    <a:pt x="1343800" y="720700"/>
                  </a:lnTo>
                  <a:cubicBezTo>
                    <a:pt x="1334312" y="711212"/>
                    <a:pt x="1321662" y="706003"/>
                    <a:pt x="1308081" y="706003"/>
                  </a:cubicBezTo>
                  <a:cubicBezTo>
                    <a:pt x="1294501" y="706003"/>
                    <a:pt x="1281850" y="711212"/>
                    <a:pt x="1272362" y="720700"/>
                  </a:cubicBezTo>
                  <a:cubicBezTo>
                    <a:pt x="1262875" y="730188"/>
                    <a:pt x="1257666" y="742838"/>
                    <a:pt x="1257666" y="756419"/>
                  </a:cubicBezTo>
                  <a:cubicBezTo>
                    <a:pt x="1257666" y="770000"/>
                    <a:pt x="1262875" y="782650"/>
                    <a:pt x="1272362" y="792138"/>
                  </a:cubicBezTo>
                  <a:lnTo>
                    <a:pt x="1387890" y="907666"/>
                  </a:lnTo>
                  <a:cubicBezTo>
                    <a:pt x="1397378" y="917153"/>
                    <a:pt x="1410028" y="922362"/>
                    <a:pt x="1423609" y="922362"/>
                  </a:cubicBezTo>
                  <a:cubicBezTo>
                    <a:pt x="1437190" y="922362"/>
                    <a:pt x="1449840" y="917153"/>
                    <a:pt x="1459328" y="907666"/>
                  </a:cubicBezTo>
                  <a:lnTo>
                    <a:pt x="1574856" y="792138"/>
                  </a:lnTo>
                  <a:cubicBezTo>
                    <a:pt x="1584343" y="782650"/>
                    <a:pt x="1589552" y="770000"/>
                    <a:pt x="1589552" y="756419"/>
                  </a:cubicBezTo>
                  <a:cubicBezTo>
                    <a:pt x="1589366" y="742838"/>
                    <a:pt x="1584157" y="730188"/>
                    <a:pt x="1574669" y="720700"/>
                  </a:cubicBezTo>
                  <a:close/>
                  <a:moveTo>
                    <a:pt x="59785" y="786557"/>
                  </a:moveTo>
                  <a:cubicBezTo>
                    <a:pt x="26857" y="786557"/>
                    <a:pt x="68" y="813346"/>
                    <a:pt x="68" y="846460"/>
                  </a:cubicBezTo>
                  <a:cubicBezTo>
                    <a:pt x="68" y="879388"/>
                    <a:pt x="26857" y="906177"/>
                    <a:pt x="59785" y="906177"/>
                  </a:cubicBezTo>
                  <a:lnTo>
                    <a:pt x="597799" y="906177"/>
                  </a:lnTo>
                  <a:lnTo>
                    <a:pt x="716117" y="786557"/>
                  </a:lnTo>
                  <a:lnTo>
                    <a:pt x="59785" y="786557"/>
                  </a:lnTo>
                  <a:close/>
                  <a:moveTo>
                    <a:pt x="1299710" y="196639"/>
                  </a:moveTo>
                  <a:lnTo>
                    <a:pt x="1299710" y="58229"/>
                  </a:lnTo>
                  <a:cubicBezTo>
                    <a:pt x="1299710" y="53020"/>
                    <a:pt x="1298593" y="48927"/>
                    <a:pt x="1297477" y="44648"/>
                  </a:cubicBezTo>
                  <a:cubicBezTo>
                    <a:pt x="1297105" y="42974"/>
                    <a:pt x="1296547" y="39253"/>
                    <a:pt x="1294687" y="35533"/>
                  </a:cubicBezTo>
                  <a:cubicBezTo>
                    <a:pt x="1293012" y="31626"/>
                    <a:pt x="1290780" y="28649"/>
                    <a:pt x="1289292" y="26603"/>
                  </a:cubicBezTo>
                  <a:cubicBezTo>
                    <a:pt x="1285571" y="20650"/>
                    <a:pt x="1283711" y="18417"/>
                    <a:pt x="1283152" y="18417"/>
                  </a:cubicBezTo>
                  <a:lnTo>
                    <a:pt x="1280548" y="15627"/>
                  </a:lnTo>
                  <a:cubicBezTo>
                    <a:pt x="1277571" y="12836"/>
                    <a:pt x="1274781" y="11348"/>
                    <a:pt x="1272362" y="10046"/>
                  </a:cubicBezTo>
                  <a:cubicBezTo>
                    <a:pt x="1269944" y="8372"/>
                    <a:pt x="1266409" y="6139"/>
                    <a:pt x="1261572" y="4093"/>
                  </a:cubicBezTo>
                  <a:cubicBezTo>
                    <a:pt x="1257294" y="2418"/>
                    <a:pt x="1253387" y="1860"/>
                    <a:pt x="1250410" y="1488"/>
                  </a:cubicBezTo>
                  <a:cubicBezTo>
                    <a:pt x="1248736" y="1116"/>
                    <a:pt x="1245015" y="0"/>
                    <a:pt x="1240178" y="0"/>
                  </a:cubicBezTo>
                  <a:lnTo>
                    <a:pt x="885967" y="0"/>
                  </a:lnTo>
                  <a:cubicBezTo>
                    <a:pt x="853039" y="0"/>
                    <a:pt x="826250" y="26789"/>
                    <a:pt x="826250" y="59717"/>
                  </a:cubicBezTo>
                  <a:cubicBezTo>
                    <a:pt x="826250" y="92645"/>
                    <a:pt x="853039" y="119435"/>
                    <a:pt x="885967" y="119435"/>
                  </a:cubicBezTo>
                  <a:lnTo>
                    <a:pt x="1106047" y="119435"/>
                  </a:lnTo>
                  <a:lnTo>
                    <a:pt x="705141" y="564803"/>
                  </a:lnTo>
                  <a:lnTo>
                    <a:pt x="351116" y="236823"/>
                  </a:lnTo>
                  <a:lnTo>
                    <a:pt x="15323" y="609823"/>
                  </a:lnTo>
                  <a:cubicBezTo>
                    <a:pt x="4719" y="621730"/>
                    <a:pt x="-676" y="636984"/>
                    <a:pt x="68" y="652983"/>
                  </a:cubicBezTo>
                  <a:cubicBezTo>
                    <a:pt x="812" y="668982"/>
                    <a:pt x="7881" y="683493"/>
                    <a:pt x="19602" y="694097"/>
                  </a:cubicBezTo>
                  <a:cubicBezTo>
                    <a:pt x="30578" y="704143"/>
                    <a:pt x="44902" y="709538"/>
                    <a:pt x="59599" y="709538"/>
                  </a:cubicBezTo>
                  <a:cubicBezTo>
                    <a:pt x="76528" y="709538"/>
                    <a:pt x="92713" y="702283"/>
                    <a:pt x="103875" y="689632"/>
                  </a:cubicBezTo>
                  <a:lnTo>
                    <a:pt x="358372" y="406859"/>
                  </a:lnTo>
                  <a:lnTo>
                    <a:pt x="712769" y="734653"/>
                  </a:lnTo>
                  <a:lnTo>
                    <a:pt x="1180275" y="215057"/>
                  </a:lnTo>
                  <a:lnTo>
                    <a:pt x="1180275" y="317190"/>
                  </a:lnTo>
                  <a:lnTo>
                    <a:pt x="1299710" y="196639"/>
                  </a:lnTo>
                  <a:close/>
                </a:path>
              </a:pathLst>
            </a:custGeom>
            <a:grpFill/>
            <a:ln w="1860" cap="flat">
              <a:noFill/>
              <a:prstDash val="solid"/>
              <a:miter/>
            </a:ln>
          </p:spPr>
          <p:txBody>
            <a:bodyPr rtlCol="0" anchor="ctr"/>
            <a:lstStyle/>
            <a:p>
              <a:endParaRPr lang="zh-CN" altLang="en-US"/>
            </a:p>
          </p:txBody>
        </p:sp>
        <p:sp>
          <p:nvSpPr>
            <p:cNvPr id="42" name="任意多边形: 形状 41">
              <a:extLst>
                <a:ext uri="{FF2B5EF4-FFF2-40B4-BE49-F238E27FC236}">
                  <a16:creationId xmlns:a16="http://schemas.microsoft.com/office/drawing/2014/main" id="{AE831170-49F1-E9D6-F73D-3EF69652EA81}"/>
                </a:ext>
              </a:extLst>
            </p:cNvPr>
            <p:cNvSpPr/>
            <p:nvPr/>
          </p:nvSpPr>
          <p:spPr>
            <a:xfrm>
              <a:off x="25858" y="31067"/>
              <a:ext cx="1824260" cy="1824260"/>
            </a:xfrm>
            <a:custGeom>
              <a:avLst/>
              <a:gdLst>
                <a:gd name="connsiteX0" fmla="*/ 119435 w 1824260"/>
                <a:gd name="connsiteY0" fmla="*/ 1633389 h 1824260"/>
                <a:gd name="connsiteX1" fmla="*/ 119435 w 1824260"/>
                <a:gd name="connsiteY1" fmla="*/ 190872 h 1824260"/>
                <a:gd name="connsiteX2" fmla="*/ 190872 w 1824260"/>
                <a:gd name="connsiteY2" fmla="*/ 119435 h 1824260"/>
                <a:gd name="connsiteX3" fmla="*/ 1633389 w 1824260"/>
                <a:gd name="connsiteY3" fmla="*/ 119435 h 1824260"/>
                <a:gd name="connsiteX4" fmla="*/ 1704826 w 1824260"/>
                <a:gd name="connsiteY4" fmla="*/ 190872 h 1824260"/>
                <a:gd name="connsiteX5" fmla="*/ 1704826 w 1824260"/>
                <a:gd name="connsiteY5" fmla="*/ 693539 h 1824260"/>
                <a:gd name="connsiteX6" fmla="*/ 1824261 w 1824260"/>
                <a:gd name="connsiteY6" fmla="*/ 811671 h 1824260"/>
                <a:gd name="connsiteX7" fmla="*/ 1824261 w 1824260"/>
                <a:gd name="connsiteY7" fmla="*/ 190872 h 1824260"/>
                <a:gd name="connsiteX8" fmla="*/ 1633389 w 1824260"/>
                <a:gd name="connsiteY8" fmla="*/ 0 h 1824260"/>
                <a:gd name="connsiteX9" fmla="*/ 190872 w 1824260"/>
                <a:gd name="connsiteY9" fmla="*/ 0 h 1824260"/>
                <a:gd name="connsiteX10" fmla="*/ 0 w 1824260"/>
                <a:gd name="connsiteY10" fmla="*/ 190872 h 1824260"/>
                <a:gd name="connsiteX11" fmla="*/ 0 w 1824260"/>
                <a:gd name="connsiteY11" fmla="*/ 1633389 h 1824260"/>
                <a:gd name="connsiteX12" fmla="*/ 190872 w 1824260"/>
                <a:gd name="connsiteY12" fmla="*/ 1824261 h 1824260"/>
                <a:gd name="connsiteX13" fmla="*/ 620241 w 1824260"/>
                <a:gd name="connsiteY13" fmla="*/ 1824261 h 1824260"/>
                <a:gd name="connsiteX14" fmla="*/ 620241 w 1824260"/>
                <a:gd name="connsiteY14" fmla="*/ 1704826 h 1824260"/>
                <a:gd name="connsiteX15" fmla="*/ 190872 w 1824260"/>
                <a:gd name="connsiteY15" fmla="*/ 1704826 h 1824260"/>
                <a:gd name="connsiteX16" fmla="*/ 119435 w 1824260"/>
                <a:gd name="connsiteY16" fmla="*/ 1633389 h 1824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824260" h="1824260">
                  <a:moveTo>
                    <a:pt x="119435" y="1633389"/>
                  </a:moveTo>
                  <a:lnTo>
                    <a:pt x="119435" y="190872"/>
                  </a:lnTo>
                  <a:cubicBezTo>
                    <a:pt x="119435" y="151433"/>
                    <a:pt x="151433" y="119435"/>
                    <a:pt x="190872" y="119435"/>
                  </a:cubicBezTo>
                  <a:lnTo>
                    <a:pt x="1633389" y="119435"/>
                  </a:lnTo>
                  <a:cubicBezTo>
                    <a:pt x="1672828" y="119435"/>
                    <a:pt x="1704826" y="151433"/>
                    <a:pt x="1704826" y="190872"/>
                  </a:cubicBezTo>
                  <a:lnTo>
                    <a:pt x="1704826" y="693539"/>
                  </a:lnTo>
                  <a:lnTo>
                    <a:pt x="1824261" y="811671"/>
                  </a:lnTo>
                  <a:lnTo>
                    <a:pt x="1824261" y="190872"/>
                  </a:lnTo>
                  <a:cubicBezTo>
                    <a:pt x="1824261" y="85576"/>
                    <a:pt x="1738685" y="0"/>
                    <a:pt x="1633389" y="0"/>
                  </a:cubicBezTo>
                  <a:lnTo>
                    <a:pt x="190872" y="0"/>
                  </a:lnTo>
                  <a:cubicBezTo>
                    <a:pt x="85576" y="0"/>
                    <a:pt x="0" y="85576"/>
                    <a:pt x="0" y="190872"/>
                  </a:cubicBezTo>
                  <a:lnTo>
                    <a:pt x="0" y="1633389"/>
                  </a:lnTo>
                  <a:cubicBezTo>
                    <a:pt x="0" y="1738685"/>
                    <a:pt x="85576" y="1824261"/>
                    <a:pt x="190872" y="1824261"/>
                  </a:cubicBezTo>
                  <a:lnTo>
                    <a:pt x="620241" y="1824261"/>
                  </a:lnTo>
                  <a:lnTo>
                    <a:pt x="620241" y="1704826"/>
                  </a:lnTo>
                  <a:lnTo>
                    <a:pt x="190872" y="1704826"/>
                  </a:lnTo>
                  <a:cubicBezTo>
                    <a:pt x="151619" y="1704826"/>
                    <a:pt x="119435" y="1672828"/>
                    <a:pt x="119435" y="1633389"/>
                  </a:cubicBezTo>
                  <a:close/>
                </a:path>
              </a:pathLst>
            </a:custGeom>
            <a:grpFill/>
            <a:ln w="1860" cap="flat">
              <a:noFill/>
              <a:prstDash val="solid"/>
              <a:miter/>
            </a:ln>
          </p:spPr>
          <p:txBody>
            <a:bodyPr rtlCol="0" anchor="ctr"/>
            <a:lstStyle/>
            <a:p>
              <a:endParaRPr lang="zh-CN" altLang="en-US"/>
            </a:p>
          </p:txBody>
        </p:sp>
      </p:grpSp>
      <p:grpSp>
        <p:nvGrpSpPr>
          <p:cNvPr id="51" name="组合 50">
            <a:extLst>
              <a:ext uri="{FF2B5EF4-FFF2-40B4-BE49-F238E27FC236}">
                <a16:creationId xmlns:a16="http://schemas.microsoft.com/office/drawing/2014/main" id="{64C8697F-4A75-5820-2657-550645245320}"/>
              </a:ext>
            </a:extLst>
          </p:cNvPr>
          <p:cNvGrpSpPr/>
          <p:nvPr/>
        </p:nvGrpSpPr>
        <p:grpSpPr>
          <a:xfrm>
            <a:off x="4275543" y="1392506"/>
            <a:ext cx="212241" cy="227518"/>
            <a:chOff x="3241059" y="1507813"/>
            <a:chExt cx="166076" cy="178030"/>
          </a:xfrm>
        </p:grpSpPr>
        <p:sp>
          <p:nvSpPr>
            <p:cNvPr id="47" name="任意多边形: 形状 46">
              <a:extLst>
                <a:ext uri="{FF2B5EF4-FFF2-40B4-BE49-F238E27FC236}">
                  <a16:creationId xmlns:a16="http://schemas.microsoft.com/office/drawing/2014/main" id="{86423B9B-90ED-5C2B-AE00-112433359A79}"/>
                </a:ext>
              </a:extLst>
            </p:cNvPr>
            <p:cNvSpPr/>
            <p:nvPr/>
          </p:nvSpPr>
          <p:spPr>
            <a:xfrm>
              <a:off x="3241059" y="1520204"/>
              <a:ext cx="152897" cy="165639"/>
            </a:xfrm>
            <a:custGeom>
              <a:avLst/>
              <a:gdLst>
                <a:gd name="connsiteX0" fmla="*/ 133820 w 152897"/>
                <a:gd name="connsiteY0" fmla="*/ 165639 h 165639"/>
                <a:gd name="connsiteX1" fmla="*/ 19112 w 152897"/>
                <a:gd name="connsiteY1" fmla="*/ 165639 h 165639"/>
                <a:gd name="connsiteX2" fmla="*/ 0 w 152897"/>
                <a:gd name="connsiteY2" fmla="*/ 146527 h 165639"/>
                <a:gd name="connsiteX3" fmla="*/ 0 w 152897"/>
                <a:gd name="connsiteY3" fmla="*/ 19112 h 165639"/>
                <a:gd name="connsiteX4" fmla="*/ 19112 w 152897"/>
                <a:gd name="connsiteY4" fmla="*/ 0 h 165639"/>
                <a:gd name="connsiteX5" fmla="*/ 108303 w 152897"/>
                <a:gd name="connsiteY5" fmla="*/ 0 h 165639"/>
                <a:gd name="connsiteX6" fmla="*/ 114673 w 152897"/>
                <a:gd name="connsiteY6" fmla="*/ 6371 h 165639"/>
                <a:gd name="connsiteX7" fmla="*/ 108303 w 152897"/>
                <a:gd name="connsiteY7" fmla="*/ 12741 h 165639"/>
                <a:gd name="connsiteX8" fmla="*/ 19112 w 152897"/>
                <a:gd name="connsiteY8" fmla="*/ 12741 h 165639"/>
                <a:gd name="connsiteX9" fmla="*/ 12741 w 152897"/>
                <a:gd name="connsiteY9" fmla="*/ 19112 h 165639"/>
                <a:gd name="connsiteX10" fmla="*/ 12741 w 152897"/>
                <a:gd name="connsiteY10" fmla="*/ 146527 h 165639"/>
                <a:gd name="connsiteX11" fmla="*/ 19112 w 152897"/>
                <a:gd name="connsiteY11" fmla="*/ 152898 h 165639"/>
                <a:gd name="connsiteX12" fmla="*/ 133786 w 152897"/>
                <a:gd name="connsiteY12" fmla="*/ 152898 h 165639"/>
                <a:gd name="connsiteX13" fmla="*/ 140156 w 152897"/>
                <a:gd name="connsiteY13" fmla="*/ 146527 h 165639"/>
                <a:gd name="connsiteX14" fmla="*/ 140156 w 152897"/>
                <a:gd name="connsiteY14" fmla="*/ 44561 h 165639"/>
                <a:gd name="connsiteX15" fmla="*/ 146527 w 152897"/>
                <a:gd name="connsiteY15" fmla="*/ 38190 h 165639"/>
                <a:gd name="connsiteX16" fmla="*/ 152898 w 152897"/>
                <a:gd name="connsiteY16" fmla="*/ 44561 h 165639"/>
                <a:gd name="connsiteX17" fmla="*/ 152898 w 152897"/>
                <a:gd name="connsiteY17" fmla="*/ 146493 h 165639"/>
                <a:gd name="connsiteX18" fmla="*/ 133820 w 152897"/>
                <a:gd name="connsiteY18" fmla="*/ 165639 h 1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2897" h="165639">
                  <a:moveTo>
                    <a:pt x="133820" y="165639"/>
                  </a:moveTo>
                  <a:lnTo>
                    <a:pt x="19112" y="165639"/>
                  </a:lnTo>
                  <a:cubicBezTo>
                    <a:pt x="8563" y="165639"/>
                    <a:pt x="0" y="157076"/>
                    <a:pt x="0" y="146527"/>
                  </a:cubicBezTo>
                  <a:lnTo>
                    <a:pt x="0" y="19112"/>
                  </a:lnTo>
                  <a:cubicBezTo>
                    <a:pt x="0" y="8563"/>
                    <a:pt x="8563" y="0"/>
                    <a:pt x="19112" y="0"/>
                  </a:cubicBezTo>
                  <a:lnTo>
                    <a:pt x="108303" y="0"/>
                  </a:lnTo>
                  <a:cubicBezTo>
                    <a:pt x="111831" y="0"/>
                    <a:pt x="114673" y="2843"/>
                    <a:pt x="114673" y="6371"/>
                  </a:cubicBezTo>
                  <a:cubicBezTo>
                    <a:pt x="114673" y="9899"/>
                    <a:pt x="111831" y="12741"/>
                    <a:pt x="108303" y="12741"/>
                  </a:cubicBezTo>
                  <a:lnTo>
                    <a:pt x="19112" y="12741"/>
                  </a:lnTo>
                  <a:cubicBezTo>
                    <a:pt x="15619" y="12741"/>
                    <a:pt x="12741" y="15619"/>
                    <a:pt x="12741" y="19112"/>
                  </a:cubicBezTo>
                  <a:lnTo>
                    <a:pt x="12741" y="146527"/>
                  </a:lnTo>
                  <a:cubicBezTo>
                    <a:pt x="12741" y="150055"/>
                    <a:pt x="15619" y="152898"/>
                    <a:pt x="19112" y="152898"/>
                  </a:cubicBezTo>
                  <a:lnTo>
                    <a:pt x="133786" y="152898"/>
                  </a:lnTo>
                  <a:cubicBezTo>
                    <a:pt x="137313" y="152898"/>
                    <a:pt x="140156" y="150055"/>
                    <a:pt x="140156" y="146527"/>
                  </a:cubicBezTo>
                  <a:lnTo>
                    <a:pt x="140156" y="44561"/>
                  </a:lnTo>
                  <a:cubicBezTo>
                    <a:pt x="140156" y="41033"/>
                    <a:pt x="142999" y="38190"/>
                    <a:pt x="146527" y="38190"/>
                  </a:cubicBezTo>
                  <a:cubicBezTo>
                    <a:pt x="150055" y="38190"/>
                    <a:pt x="152898" y="41033"/>
                    <a:pt x="152898" y="44561"/>
                  </a:cubicBezTo>
                  <a:lnTo>
                    <a:pt x="152898" y="146493"/>
                  </a:lnTo>
                  <a:cubicBezTo>
                    <a:pt x="152932" y="157042"/>
                    <a:pt x="144335" y="165639"/>
                    <a:pt x="133820" y="165639"/>
                  </a:cubicBezTo>
                  <a:close/>
                </a:path>
              </a:pathLst>
            </a:custGeom>
            <a:solidFill>
              <a:schemeClr val="accent1"/>
            </a:solidFill>
            <a:ln w="195" cap="flat">
              <a:noFill/>
              <a:prstDash val="solid"/>
              <a:miter/>
            </a:ln>
          </p:spPr>
          <p:txBody>
            <a:bodyPr rtlCol="0" anchor="ctr"/>
            <a:lstStyle/>
            <a:p>
              <a:endParaRPr lang="zh-CN" altLang="en-US"/>
            </a:p>
          </p:txBody>
        </p:sp>
        <p:sp>
          <p:nvSpPr>
            <p:cNvPr id="48" name="任意多边形: 形状 47">
              <a:extLst>
                <a:ext uri="{FF2B5EF4-FFF2-40B4-BE49-F238E27FC236}">
                  <a16:creationId xmlns:a16="http://schemas.microsoft.com/office/drawing/2014/main" id="{C0CFE6B8-5286-B14D-CFF4-C5B593F9FFD5}"/>
                </a:ext>
              </a:extLst>
            </p:cNvPr>
            <p:cNvSpPr/>
            <p:nvPr/>
          </p:nvSpPr>
          <p:spPr>
            <a:xfrm>
              <a:off x="3331046" y="1507813"/>
              <a:ext cx="76089" cy="76063"/>
            </a:xfrm>
            <a:custGeom>
              <a:avLst/>
              <a:gdLst>
                <a:gd name="connsiteX0" fmla="*/ 6396 w 76089"/>
                <a:gd name="connsiteY0" fmla="*/ 76064 h 76063"/>
                <a:gd name="connsiteX1" fmla="*/ 1875 w 76089"/>
                <a:gd name="connsiteY1" fmla="*/ 74180 h 76063"/>
                <a:gd name="connsiteX2" fmla="*/ 1875 w 76089"/>
                <a:gd name="connsiteY2" fmla="*/ 65172 h 76063"/>
                <a:gd name="connsiteX3" fmla="*/ 65206 w 76089"/>
                <a:gd name="connsiteY3" fmla="*/ 1875 h 76063"/>
                <a:gd name="connsiteX4" fmla="*/ 74214 w 76089"/>
                <a:gd name="connsiteY4" fmla="*/ 1875 h 76063"/>
                <a:gd name="connsiteX5" fmla="*/ 74214 w 76089"/>
                <a:gd name="connsiteY5" fmla="*/ 10883 h 76063"/>
                <a:gd name="connsiteX6" fmla="*/ 10883 w 76089"/>
                <a:gd name="connsiteY6" fmla="*/ 74214 h 76063"/>
                <a:gd name="connsiteX7" fmla="*/ 6396 w 76089"/>
                <a:gd name="connsiteY7" fmla="*/ 76064 h 76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089" h="76063">
                  <a:moveTo>
                    <a:pt x="6396" y="76064"/>
                  </a:moveTo>
                  <a:cubicBezTo>
                    <a:pt x="4752" y="76064"/>
                    <a:pt x="3143" y="75447"/>
                    <a:pt x="1875" y="74180"/>
                  </a:cubicBezTo>
                  <a:cubicBezTo>
                    <a:pt x="-625" y="71679"/>
                    <a:pt x="-625" y="67672"/>
                    <a:pt x="1875" y="65172"/>
                  </a:cubicBezTo>
                  <a:lnTo>
                    <a:pt x="65206" y="1875"/>
                  </a:lnTo>
                  <a:cubicBezTo>
                    <a:pt x="67706" y="-625"/>
                    <a:pt x="71714" y="-625"/>
                    <a:pt x="74214" y="1875"/>
                  </a:cubicBezTo>
                  <a:cubicBezTo>
                    <a:pt x="76714" y="4376"/>
                    <a:pt x="76714" y="8383"/>
                    <a:pt x="74214" y="10883"/>
                  </a:cubicBezTo>
                  <a:lnTo>
                    <a:pt x="10883" y="74214"/>
                  </a:lnTo>
                  <a:cubicBezTo>
                    <a:pt x="9650" y="75447"/>
                    <a:pt x="8006" y="76064"/>
                    <a:pt x="6396" y="76064"/>
                  </a:cubicBezTo>
                  <a:close/>
                </a:path>
              </a:pathLst>
            </a:custGeom>
            <a:solidFill>
              <a:schemeClr val="accent1"/>
            </a:solidFill>
            <a:ln w="195" cap="flat">
              <a:noFill/>
              <a:prstDash val="solid"/>
              <a:miter/>
            </a:ln>
          </p:spPr>
          <p:txBody>
            <a:bodyPr rtlCol="0" anchor="ctr"/>
            <a:lstStyle/>
            <a:p>
              <a:endParaRPr lang="zh-CN" altLang="en-US"/>
            </a:p>
          </p:txBody>
        </p:sp>
        <p:sp>
          <p:nvSpPr>
            <p:cNvPr id="49" name="任意多边形: 形状 48">
              <a:extLst>
                <a:ext uri="{FF2B5EF4-FFF2-40B4-BE49-F238E27FC236}">
                  <a16:creationId xmlns:a16="http://schemas.microsoft.com/office/drawing/2014/main" id="{F05A6E4F-6BD8-14F3-1478-33BDB1B149C6}"/>
                </a:ext>
              </a:extLst>
            </p:cNvPr>
            <p:cNvSpPr/>
            <p:nvPr/>
          </p:nvSpPr>
          <p:spPr>
            <a:xfrm>
              <a:off x="3266542" y="1571135"/>
              <a:ext cx="50965" cy="12741"/>
            </a:xfrm>
            <a:custGeom>
              <a:avLst/>
              <a:gdLst>
                <a:gd name="connsiteX0" fmla="*/ 44595 w 50965"/>
                <a:gd name="connsiteY0" fmla="*/ 12741 h 12741"/>
                <a:gd name="connsiteX1" fmla="*/ 6371 w 50965"/>
                <a:gd name="connsiteY1" fmla="*/ 12741 h 12741"/>
                <a:gd name="connsiteX2" fmla="*/ 0 w 50965"/>
                <a:gd name="connsiteY2" fmla="*/ 6371 h 12741"/>
                <a:gd name="connsiteX3" fmla="*/ 6371 w 50965"/>
                <a:gd name="connsiteY3" fmla="*/ 0 h 12741"/>
                <a:gd name="connsiteX4" fmla="*/ 44595 w 50965"/>
                <a:gd name="connsiteY4" fmla="*/ 0 h 12741"/>
                <a:gd name="connsiteX5" fmla="*/ 50966 w 50965"/>
                <a:gd name="connsiteY5" fmla="*/ 6371 h 12741"/>
                <a:gd name="connsiteX6" fmla="*/ 44595 w 50965"/>
                <a:gd name="connsiteY6" fmla="*/ 12741 h 12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965" h="12741">
                  <a:moveTo>
                    <a:pt x="44595" y="12741"/>
                  </a:moveTo>
                  <a:lnTo>
                    <a:pt x="6371" y="12741"/>
                  </a:lnTo>
                  <a:cubicBezTo>
                    <a:pt x="2843" y="12741"/>
                    <a:pt x="0" y="9899"/>
                    <a:pt x="0" y="6371"/>
                  </a:cubicBezTo>
                  <a:cubicBezTo>
                    <a:pt x="0" y="2843"/>
                    <a:pt x="2843" y="0"/>
                    <a:pt x="6371" y="0"/>
                  </a:cubicBezTo>
                  <a:lnTo>
                    <a:pt x="44595" y="0"/>
                  </a:lnTo>
                  <a:cubicBezTo>
                    <a:pt x="48123" y="0"/>
                    <a:pt x="50966" y="2843"/>
                    <a:pt x="50966" y="6371"/>
                  </a:cubicBezTo>
                  <a:cubicBezTo>
                    <a:pt x="50966" y="9899"/>
                    <a:pt x="48123" y="12741"/>
                    <a:pt x="44595" y="12741"/>
                  </a:cubicBezTo>
                  <a:close/>
                </a:path>
              </a:pathLst>
            </a:custGeom>
            <a:solidFill>
              <a:schemeClr val="accent1"/>
            </a:solidFill>
            <a:ln w="195" cap="flat">
              <a:noFill/>
              <a:prstDash val="solid"/>
              <a:miter/>
            </a:ln>
          </p:spPr>
          <p:txBody>
            <a:bodyPr rtlCol="0" anchor="ctr"/>
            <a:lstStyle/>
            <a:p>
              <a:endParaRPr lang="zh-CN" altLang="en-US"/>
            </a:p>
          </p:txBody>
        </p:sp>
        <p:sp>
          <p:nvSpPr>
            <p:cNvPr id="50" name="任意多边形: 形状 49">
              <a:extLst>
                <a:ext uri="{FF2B5EF4-FFF2-40B4-BE49-F238E27FC236}">
                  <a16:creationId xmlns:a16="http://schemas.microsoft.com/office/drawing/2014/main" id="{3F3D87EF-C462-430B-8641-F40FB3B829B7}"/>
                </a:ext>
              </a:extLst>
            </p:cNvPr>
            <p:cNvSpPr/>
            <p:nvPr/>
          </p:nvSpPr>
          <p:spPr>
            <a:xfrm>
              <a:off x="3266542" y="1609360"/>
              <a:ext cx="89190" cy="12741"/>
            </a:xfrm>
            <a:custGeom>
              <a:avLst/>
              <a:gdLst>
                <a:gd name="connsiteX0" fmla="*/ 82854 w 89190"/>
                <a:gd name="connsiteY0" fmla="*/ 12741 h 12741"/>
                <a:gd name="connsiteX1" fmla="*/ 6371 w 89190"/>
                <a:gd name="connsiteY1" fmla="*/ 12741 h 12741"/>
                <a:gd name="connsiteX2" fmla="*/ 0 w 89190"/>
                <a:gd name="connsiteY2" fmla="*/ 6371 h 12741"/>
                <a:gd name="connsiteX3" fmla="*/ 6371 w 89190"/>
                <a:gd name="connsiteY3" fmla="*/ 0 h 12741"/>
                <a:gd name="connsiteX4" fmla="*/ 82820 w 89190"/>
                <a:gd name="connsiteY4" fmla="*/ 0 h 12741"/>
                <a:gd name="connsiteX5" fmla="*/ 89190 w 89190"/>
                <a:gd name="connsiteY5" fmla="*/ 6371 h 12741"/>
                <a:gd name="connsiteX6" fmla="*/ 82854 w 89190"/>
                <a:gd name="connsiteY6" fmla="*/ 12741 h 12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190" h="12741">
                  <a:moveTo>
                    <a:pt x="82854" y="12741"/>
                  </a:moveTo>
                  <a:lnTo>
                    <a:pt x="6371" y="12741"/>
                  </a:lnTo>
                  <a:cubicBezTo>
                    <a:pt x="2843" y="12741"/>
                    <a:pt x="0" y="9899"/>
                    <a:pt x="0" y="6371"/>
                  </a:cubicBezTo>
                  <a:cubicBezTo>
                    <a:pt x="0" y="2843"/>
                    <a:pt x="2843" y="0"/>
                    <a:pt x="6371" y="0"/>
                  </a:cubicBezTo>
                  <a:lnTo>
                    <a:pt x="82820" y="0"/>
                  </a:lnTo>
                  <a:cubicBezTo>
                    <a:pt x="86348" y="0"/>
                    <a:pt x="89190" y="2843"/>
                    <a:pt x="89190" y="6371"/>
                  </a:cubicBezTo>
                  <a:cubicBezTo>
                    <a:pt x="89190" y="9899"/>
                    <a:pt x="86348" y="12741"/>
                    <a:pt x="82854" y="12741"/>
                  </a:cubicBezTo>
                  <a:close/>
                </a:path>
              </a:pathLst>
            </a:custGeom>
            <a:solidFill>
              <a:schemeClr val="accent1"/>
            </a:solidFill>
            <a:ln w="195" cap="flat">
              <a:noFill/>
              <a:prstDash val="solid"/>
              <a:miter/>
            </a:ln>
          </p:spPr>
          <p:txBody>
            <a:bodyPr rtlCol="0" anchor="ctr"/>
            <a:lstStyle/>
            <a:p>
              <a:endParaRPr lang="zh-CN" altLang="en-US"/>
            </a:p>
          </p:txBody>
        </p:sp>
      </p:grpSp>
      <p:grpSp>
        <p:nvGrpSpPr>
          <p:cNvPr id="59" name="组合 58">
            <a:extLst>
              <a:ext uri="{FF2B5EF4-FFF2-40B4-BE49-F238E27FC236}">
                <a16:creationId xmlns:a16="http://schemas.microsoft.com/office/drawing/2014/main" id="{C9467D0D-D068-0169-B88B-AA848D9324E1}"/>
              </a:ext>
            </a:extLst>
          </p:cNvPr>
          <p:cNvGrpSpPr/>
          <p:nvPr/>
        </p:nvGrpSpPr>
        <p:grpSpPr>
          <a:xfrm>
            <a:off x="5399735" y="1325760"/>
            <a:ext cx="245560" cy="205188"/>
            <a:chOff x="5497162" y="1342700"/>
            <a:chExt cx="148133" cy="123779"/>
          </a:xfrm>
          <a:solidFill>
            <a:schemeClr val="accent1"/>
          </a:solidFill>
        </p:grpSpPr>
        <p:sp>
          <p:nvSpPr>
            <p:cNvPr id="55" name="任意多边形: 形状 54">
              <a:extLst>
                <a:ext uri="{FF2B5EF4-FFF2-40B4-BE49-F238E27FC236}">
                  <a16:creationId xmlns:a16="http://schemas.microsoft.com/office/drawing/2014/main" id="{7126C8CD-E9C7-D7F7-9ACD-5187087F8050}"/>
                </a:ext>
              </a:extLst>
            </p:cNvPr>
            <p:cNvSpPr/>
            <p:nvPr/>
          </p:nvSpPr>
          <p:spPr>
            <a:xfrm>
              <a:off x="5497162" y="1353353"/>
              <a:ext cx="92855" cy="113126"/>
            </a:xfrm>
            <a:custGeom>
              <a:avLst/>
              <a:gdLst>
                <a:gd name="connsiteX0" fmla="*/ 46469 w 92855"/>
                <a:gd name="connsiteY0" fmla="*/ 40251 h 113126"/>
                <a:gd name="connsiteX1" fmla="*/ 66367 w 92855"/>
                <a:gd name="connsiteY1" fmla="*/ 20126 h 113126"/>
                <a:gd name="connsiteX2" fmla="*/ 46469 w 92855"/>
                <a:gd name="connsiteY2" fmla="*/ 0 h 113126"/>
                <a:gd name="connsiteX3" fmla="*/ 26572 w 92855"/>
                <a:gd name="connsiteY3" fmla="*/ 20126 h 113126"/>
                <a:gd name="connsiteX4" fmla="*/ 46469 w 92855"/>
                <a:gd name="connsiteY4" fmla="*/ 40251 h 113126"/>
                <a:gd name="connsiteX5" fmla="*/ 46469 w 92855"/>
                <a:gd name="connsiteY5" fmla="*/ 8311 h 113126"/>
                <a:gd name="connsiteX6" fmla="*/ 58076 w 92855"/>
                <a:gd name="connsiteY6" fmla="*/ 20146 h 113126"/>
                <a:gd name="connsiteX7" fmla="*/ 46469 w 92855"/>
                <a:gd name="connsiteY7" fmla="*/ 31981 h 113126"/>
                <a:gd name="connsiteX8" fmla="*/ 34862 w 92855"/>
                <a:gd name="connsiteY8" fmla="*/ 20146 h 113126"/>
                <a:gd name="connsiteX9" fmla="*/ 46469 w 92855"/>
                <a:gd name="connsiteY9" fmla="*/ 8311 h 113126"/>
                <a:gd name="connsiteX10" fmla="*/ 46428 w 92855"/>
                <a:gd name="connsiteY10" fmla="*/ 46718 h 113126"/>
                <a:gd name="connsiteX11" fmla="*/ 0 w 92855"/>
                <a:gd name="connsiteY11" fmla="*/ 93705 h 113126"/>
                <a:gd name="connsiteX12" fmla="*/ 46428 w 92855"/>
                <a:gd name="connsiteY12" fmla="*/ 113126 h 113126"/>
                <a:gd name="connsiteX13" fmla="*/ 92855 w 92855"/>
                <a:gd name="connsiteY13" fmla="*/ 93705 h 113126"/>
                <a:gd name="connsiteX14" fmla="*/ 46428 w 92855"/>
                <a:gd name="connsiteY14" fmla="*/ 46718 h 113126"/>
                <a:gd name="connsiteX15" fmla="*/ 84565 w 92855"/>
                <a:gd name="connsiteY15" fmla="*/ 93685 h 113126"/>
                <a:gd name="connsiteX16" fmla="*/ 83135 w 92855"/>
                <a:gd name="connsiteY16" fmla="*/ 96192 h 113126"/>
                <a:gd name="connsiteX17" fmla="*/ 75445 w 92855"/>
                <a:gd name="connsiteY17" fmla="*/ 100483 h 113126"/>
                <a:gd name="connsiteX18" fmla="*/ 46407 w 92855"/>
                <a:gd name="connsiteY18" fmla="*/ 104815 h 113126"/>
                <a:gd name="connsiteX19" fmla="*/ 17369 w 92855"/>
                <a:gd name="connsiteY19" fmla="*/ 100483 h 113126"/>
                <a:gd name="connsiteX20" fmla="*/ 9679 w 92855"/>
                <a:gd name="connsiteY20" fmla="*/ 96192 h 113126"/>
                <a:gd name="connsiteX21" fmla="*/ 8249 w 92855"/>
                <a:gd name="connsiteY21" fmla="*/ 93685 h 113126"/>
                <a:gd name="connsiteX22" fmla="*/ 11255 w 92855"/>
                <a:gd name="connsiteY22" fmla="*/ 78616 h 113126"/>
                <a:gd name="connsiteX23" fmla="*/ 19462 w 92855"/>
                <a:gd name="connsiteY23" fmla="*/ 66305 h 113126"/>
                <a:gd name="connsiteX24" fmla="*/ 46386 w 92855"/>
                <a:gd name="connsiteY24" fmla="*/ 54988 h 113126"/>
                <a:gd name="connsiteX25" fmla="*/ 73310 w 92855"/>
                <a:gd name="connsiteY25" fmla="*/ 66305 h 113126"/>
                <a:gd name="connsiteX26" fmla="*/ 81518 w 92855"/>
                <a:gd name="connsiteY26" fmla="*/ 78616 h 113126"/>
                <a:gd name="connsiteX27" fmla="*/ 84565 w 92855"/>
                <a:gd name="connsiteY27" fmla="*/ 93685 h 11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2855" h="113126">
                  <a:moveTo>
                    <a:pt x="46469" y="40251"/>
                  </a:moveTo>
                  <a:cubicBezTo>
                    <a:pt x="57454" y="40251"/>
                    <a:pt x="66367" y="31235"/>
                    <a:pt x="66367" y="20126"/>
                  </a:cubicBezTo>
                  <a:cubicBezTo>
                    <a:pt x="66367" y="9016"/>
                    <a:pt x="57454" y="0"/>
                    <a:pt x="46469" y="0"/>
                  </a:cubicBezTo>
                  <a:cubicBezTo>
                    <a:pt x="35484" y="0"/>
                    <a:pt x="26572" y="9016"/>
                    <a:pt x="26572" y="20126"/>
                  </a:cubicBezTo>
                  <a:cubicBezTo>
                    <a:pt x="26592" y="31256"/>
                    <a:pt x="35484" y="40251"/>
                    <a:pt x="46469" y="40251"/>
                  </a:cubicBezTo>
                  <a:close/>
                  <a:moveTo>
                    <a:pt x="46469" y="8311"/>
                  </a:moveTo>
                  <a:cubicBezTo>
                    <a:pt x="52874" y="8311"/>
                    <a:pt x="58076" y="13617"/>
                    <a:pt x="58076" y="20146"/>
                  </a:cubicBezTo>
                  <a:cubicBezTo>
                    <a:pt x="58076" y="26675"/>
                    <a:pt x="52874" y="31981"/>
                    <a:pt x="46469" y="31981"/>
                  </a:cubicBezTo>
                  <a:cubicBezTo>
                    <a:pt x="40065" y="31981"/>
                    <a:pt x="34862" y="26675"/>
                    <a:pt x="34862" y="20146"/>
                  </a:cubicBezTo>
                  <a:cubicBezTo>
                    <a:pt x="34862" y="13617"/>
                    <a:pt x="40085" y="8311"/>
                    <a:pt x="46469" y="8311"/>
                  </a:cubicBezTo>
                  <a:close/>
                  <a:moveTo>
                    <a:pt x="46428" y="46718"/>
                  </a:moveTo>
                  <a:cubicBezTo>
                    <a:pt x="20830" y="46718"/>
                    <a:pt x="0" y="67818"/>
                    <a:pt x="0" y="93705"/>
                  </a:cubicBezTo>
                  <a:cubicBezTo>
                    <a:pt x="0" y="106659"/>
                    <a:pt x="23214" y="113126"/>
                    <a:pt x="46428" y="113126"/>
                  </a:cubicBezTo>
                  <a:cubicBezTo>
                    <a:pt x="69642" y="113126"/>
                    <a:pt x="92855" y="106659"/>
                    <a:pt x="92855" y="93705"/>
                  </a:cubicBezTo>
                  <a:cubicBezTo>
                    <a:pt x="92855" y="67797"/>
                    <a:pt x="72004" y="46718"/>
                    <a:pt x="46428" y="46718"/>
                  </a:cubicBezTo>
                  <a:close/>
                  <a:moveTo>
                    <a:pt x="84565" y="93685"/>
                  </a:moveTo>
                  <a:cubicBezTo>
                    <a:pt x="84565" y="93995"/>
                    <a:pt x="84565" y="94824"/>
                    <a:pt x="83135" y="96192"/>
                  </a:cubicBezTo>
                  <a:cubicBezTo>
                    <a:pt x="82015" y="97270"/>
                    <a:pt x="79777" y="98887"/>
                    <a:pt x="75445" y="100483"/>
                  </a:cubicBezTo>
                  <a:cubicBezTo>
                    <a:pt x="68025" y="103239"/>
                    <a:pt x="57454" y="104815"/>
                    <a:pt x="46407" y="104815"/>
                  </a:cubicBezTo>
                  <a:cubicBezTo>
                    <a:pt x="35360" y="104815"/>
                    <a:pt x="24789" y="103239"/>
                    <a:pt x="17369" y="100483"/>
                  </a:cubicBezTo>
                  <a:cubicBezTo>
                    <a:pt x="13058" y="98887"/>
                    <a:pt x="10819" y="97270"/>
                    <a:pt x="9679" y="96192"/>
                  </a:cubicBezTo>
                  <a:cubicBezTo>
                    <a:pt x="8249" y="94824"/>
                    <a:pt x="8249" y="93995"/>
                    <a:pt x="8249" y="93685"/>
                  </a:cubicBezTo>
                  <a:cubicBezTo>
                    <a:pt x="8249" y="88461"/>
                    <a:pt x="9265" y="83404"/>
                    <a:pt x="11255" y="78616"/>
                  </a:cubicBezTo>
                  <a:cubicBezTo>
                    <a:pt x="13182" y="74015"/>
                    <a:pt x="15960" y="69870"/>
                    <a:pt x="19462" y="66305"/>
                  </a:cubicBezTo>
                  <a:cubicBezTo>
                    <a:pt x="26675" y="59009"/>
                    <a:pt x="36230" y="54988"/>
                    <a:pt x="46386" y="54988"/>
                  </a:cubicBezTo>
                  <a:cubicBezTo>
                    <a:pt x="56542" y="54988"/>
                    <a:pt x="66097" y="59009"/>
                    <a:pt x="73310" y="66305"/>
                  </a:cubicBezTo>
                  <a:cubicBezTo>
                    <a:pt x="76834" y="69870"/>
                    <a:pt x="79590" y="74015"/>
                    <a:pt x="81518" y="78616"/>
                  </a:cubicBezTo>
                  <a:cubicBezTo>
                    <a:pt x="83549" y="83404"/>
                    <a:pt x="84565" y="88482"/>
                    <a:pt x="84565" y="93685"/>
                  </a:cubicBezTo>
                  <a:close/>
                </a:path>
              </a:pathLst>
            </a:custGeom>
            <a:grpFill/>
            <a:ln w="205"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71B3FAD-9E50-BB64-1971-9E1DAC30D9DA}"/>
                </a:ext>
              </a:extLst>
            </p:cNvPr>
            <p:cNvSpPr/>
            <p:nvPr/>
          </p:nvSpPr>
          <p:spPr>
            <a:xfrm>
              <a:off x="5568336" y="1342700"/>
              <a:ext cx="76959" cy="99612"/>
            </a:xfrm>
            <a:custGeom>
              <a:avLst/>
              <a:gdLst>
                <a:gd name="connsiteX0" fmla="*/ 34905 w 76959"/>
                <a:gd name="connsiteY0" fmla="*/ 37121 h 99612"/>
                <a:gd name="connsiteX1" fmla="*/ 768 w 76959"/>
                <a:gd name="connsiteY1" fmla="*/ 54843 h 99612"/>
                <a:gd name="connsiteX2" fmla="*/ 1742 w 76959"/>
                <a:gd name="connsiteY2" fmla="*/ 60625 h 99612"/>
                <a:gd name="connsiteX3" fmla="*/ 7525 w 76959"/>
                <a:gd name="connsiteY3" fmla="*/ 59651 h 99612"/>
                <a:gd name="connsiteX4" fmla="*/ 34905 w 76959"/>
                <a:gd name="connsiteY4" fmla="*/ 45412 h 99612"/>
                <a:gd name="connsiteX5" fmla="*/ 68648 w 76959"/>
                <a:gd name="connsiteY5" fmla="*/ 79611 h 99612"/>
                <a:gd name="connsiteX6" fmla="*/ 34905 w 76959"/>
                <a:gd name="connsiteY6" fmla="*/ 91322 h 99612"/>
                <a:gd name="connsiteX7" fmla="*/ 30759 w 76959"/>
                <a:gd name="connsiteY7" fmla="*/ 95467 h 99612"/>
                <a:gd name="connsiteX8" fmla="*/ 34905 w 76959"/>
                <a:gd name="connsiteY8" fmla="*/ 99612 h 99612"/>
                <a:gd name="connsiteX9" fmla="*/ 62409 w 76959"/>
                <a:gd name="connsiteY9" fmla="*/ 95384 h 99612"/>
                <a:gd name="connsiteX10" fmla="*/ 76959 w 76959"/>
                <a:gd name="connsiteY10" fmla="*/ 79611 h 99612"/>
                <a:gd name="connsiteX11" fmla="*/ 34905 w 76959"/>
                <a:gd name="connsiteY11" fmla="*/ 37121 h 99612"/>
                <a:gd name="connsiteX12" fmla="*/ 34905 w 76959"/>
                <a:gd name="connsiteY12" fmla="*/ 34821 h 99612"/>
                <a:gd name="connsiteX13" fmla="*/ 52315 w 76959"/>
                <a:gd name="connsiteY13" fmla="*/ 17410 h 99612"/>
                <a:gd name="connsiteX14" fmla="*/ 34905 w 76959"/>
                <a:gd name="connsiteY14" fmla="*/ 0 h 99612"/>
                <a:gd name="connsiteX15" fmla="*/ 17494 w 76959"/>
                <a:gd name="connsiteY15" fmla="*/ 17410 h 99612"/>
                <a:gd name="connsiteX16" fmla="*/ 34905 w 76959"/>
                <a:gd name="connsiteY16" fmla="*/ 34821 h 99612"/>
                <a:gd name="connsiteX17" fmla="*/ 34905 w 76959"/>
                <a:gd name="connsiteY17" fmla="*/ 8270 h 99612"/>
                <a:gd name="connsiteX18" fmla="*/ 44024 w 76959"/>
                <a:gd name="connsiteY18" fmla="*/ 17390 h 99612"/>
                <a:gd name="connsiteX19" fmla="*/ 34905 w 76959"/>
                <a:gd name="connsiteY19" fmla="*/ 26509 h 99612"/>
                <a:gd name="connsiteX20" fmla="*/ 25785 w 76959"/>
                <a:gd name="connsiteY20" fmla="*/ 17390 h 99612"/>
                <a:gd name="connsiteX21" fmla="*/ 34905 w 76959"/>
                <a:gd name="connsiteY21" fmla="*/ 8270 h 9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6959" h="99612">
                  <a:moveTo>
                    <a:pt x="34905" y="37121"/>
                  </a:moveTo>
                  <a:cubicBezTo>
                    <a:pt x="21432" y="37121"/>
                    <a:pt x="8685" y="43754"/>
                    <a:pt x="768" y="54843"/>
                  </a:cubicBezTo>
                  <a:cubicBezTo>
                    <a:pt x="-559" y="56708"/>
                    <a:pt x="-123" y="59299"/>
                    <a:pt x="1742" y="60625"/>
                  </a:cubicBezTo>
                  <a:cubicBezTo>
                    <a:pt x="3607" y="61952"/>
                    <a:pt x="6198" y="61517"/>
                    <a:pt x="7525" y="59651"/>
                  </a:cubicBezTo>
                  <a:cubicBezTo>
                    <a:pt x="13888" y="50739"/>
                    <a:pt x="24106" y="45412"/>
                    <a:pt x="34905" y="45412"/>
                  </a:cubicBezTo>
                  <a:cubicBezTo>
                    <a:pt x="53517" y="45412"/>
                    <a:pt x="68648" y="60750"/>
                    <a:pt x="68648" y="79611"/>
                  </a:cubicBezTo>
                  <a:cubicBezTo>
                    <a:pt x="68648" y="86057"/>
                    <a:pt x="53517" y="91322"/>
                    <a:pt x="34905" y="91322"/>
                  </a:cubicBezTo>
                  <a:cubicBezTo>
                    <a:pt x="32625" y="91322"/>
                    <a:pt x="30759" y="93187"/>
                    <a:pt x="30759" y="95467"/>
                  </a:cubicBezTo>
                  <a:cubicBezTo>
                    <a:pt x="30759" y="97747"/>
                    <a:pt x="32625" y="99612"/>
                    <a:pt x="34905" y="99612"/>
                  </a:cubicBezTo>
                  <a:cubicBezTo>
                    <a:pt x="45309" y="99612"/>
                    <a:pt x="55072" y="98120"/>
                    <a:pt x="62409" y="95384"/>
                  </a:cubicBezTo>
                  <a:cubicBezTo>
                    <a:pt x="74430" y="90907"/>
                    <a:pt x="76959" y="84337"/>
                    <a:pt x="76959" y="79611"/>
                  </a:cubicBezTo>
                  <a:cubicBezTo>
                    <a:pt x="76959" y="56169"/>
                    <a:pt x="58098" y="37121"/>
                    <a:pt x="34905" y="37121"/>
                  </a:cubicBezTo>
                  <a:close/>
                  <a:moveTo>
                    <a:pt x="34905" y="34821"/>
                  </a:moveTo>
                  <a:cubicBezTo>
                    <a:pt x="44501" y="34821"/>
                    <a:pt x="52315" y="27007"/>
                    <a:pt x="52315" y="17410"/>
                  </a:cubicBezTo>
                  <a:cubicBezTo>
                    <a:pt x="52315" y="7814"/>
                    <a:pt x="44501" y="0"/>
                    <a:pt x="34905" y="0"/>
                  </a:cubicBezTo>
                  <a:cubicBezTo>
                    <a:pt x="25308" y="0"/>
                    <a:pt x="17494" y="7814"/>
                    <a:pt x="17494" y="17410"/>
                  </a:cubicBezTo>
                  <a:cubicBezTo>
                    <a:pt x="17494" y="27007"/>
                    <a:pt x="25308" y="34821"/>
                    <a:pt x="34905" y="34821"/>
                  </a:cubicBezTo>
                  <a:close/>
                  <a:moveTo>
                    <a:pt x="34905" y="8270"/>
                  </a:moveTo>
                  <a:cubicBezTo>
                    <a:pt x="39941" y="8270"/>
                    <a:pt x="44024" y="12374"/>
                    <a:pt x="44024" y="17390"/>
                  </a:cubicBezTo>
                  <a:cubicBezTo>
                    <a:pt x="44024" y="22406"/>
                    <a:pt x="39920" y="26509"/>
                    <a:pt x="34905" y="26509"/>
                  </a:cubicBezTo>
                  <a:cubicBezTo>
                    <a:pt x="29868" y="26509"/>
                    <a:pt x="25785" y="22406"/>
                    <a:pt x="25785" y="17390"/>
                  </a:cubicBezTo>
                  <a:cubicBezTo>
                    <a:pt x="25785" y="12374"/>
                    <a:pt x="29868" y="8270"/>
                    <a:pt x="34905" y="8270"/>
                  </a:cubicBezTo>
                  <a:close/>
                </a:path>
              </a:pathLst>
            </a:custGeom>
            <a:grpFill/>
            <a:ln w="205" cap="flat">
              <a:noFill/>
              <a:prstDash val="solid"/>
              <a:miter/>
            </a:ln>
          </p:spPr>
          <p:txBody>
            <a:bodyPr rtlCol="0" anchor="ctr"/>
            <a:lstStyle/>
            <a:p>
              <a:endParaRPr lang="zh-CN" altLang="en-US"/>
            </a:p>
          </p:txBody>
        </p:sp>
      </p:grpSp>
      <p:grpSp>
        <p:nvGrpSpPr>
          <p:cNvPr id="86" name="组合 85">
            <a:extLst>
              <a:ext uri="{FF2B5EF4-FFF2-40B4-BE49-F238E27FC236}">
                <a16:creationId xmlns:a16="http://schemas.microsoft.com/office/drawing/2014/main" id="{8124FC42-0669-9A36-9EF6-02F9C55B2CAE}"/>
              </a:ext>
            </a:extLst>
          </p:cNvPr>
          <p:cNvGrpSpPr/>
          <p:nvPr/>
        </p:nvGrpSpPr>
        <p:grpSpPr>
          <a:xfrm>
            <a:off x="6490777" y="1317646"/>
            <a:ext cx="232764" cy="213302"/>
            <a:chOff x="5415787" y="1104660"/>
            <a:chExt cx="213560" cy="195704"/>
          </a:xfrm>
        </p:grpSpPr>
        <p:sp>
          <p:nvSpPr>
            <p:cNvPr id="79" name="任意多边形: 形状 78">
              <a:extLst>
                <a:ext uri="{FF2B5EF4-FFF2-40B4-BE49-F238E27FC236}">
                  <a16:creationId xmlns:a16="http://schemas.microsoft.com/office/drawing/2014/main" id="{E1CAE1DF-DF8B-EBCE-9525-7E4F3E1D7013}"/>
                </a:ext>
              </a:extLst>
            </p:cNvPr>
            <p:cNvSpPr/>
            <p:nvPr/>
          </p:nvSpPr>
          <p:spPr>
            <a:xfrm>
              <a:off x="5561818" y="1239358"/>
              <a:ext cx="41270" cy="30023"/>
            </a:xfrm>
            <a:custGeom>
              <a:avLst/>
              <a:gdLst>
                <a:gd name="connsiteX0" fmla="*/ 16882 w 41270"/>
                <a:gd name="connsiteY0" fmla="*/ 30024 h 30023"/>
                <a:gd name="connsiteX1" fmla="*/ 12902 w 41270"/>
                <a:gd name="connsiteY1" fmla="*/ 28369 h 30023"/>
                <a:gd name="connsiteX2" fmla="*/ 1655 w 41270"/>
                <a:gd name="connsiteY2" fmla="*/ 17122 h 30023"/>
                <a:gd name="connsiteX3" fmla="*/ 1655 w 41270"/>
                <a:gd name="connsiteY3" fmla="*/ 9161 h 30023"/>
                <a:gd name="connsiteX4" fmla="*/ 9616 w 41270"/>
                <a:gd name="connsiteY4" fmla="*/ 9161 h 30023"/>
                <a:gd name="connsiteX5" fmla="*/ 16882 w 41270"/>
                <a:gd name="connsiteY5" fmla="*/ 16427 h 30023"/>
                <a:gd name="connsiteX6" fmla="*/ 31654 w 41270"/>
                <a:gd name="connsiteY6" fmla="*/ 1655 h 30023"/>
                <a:gd name="connsiteX7" fmla="*/ 39616 w 41270"/>
                <a:gd name="connsiteY7" fmla="*/ 1655 h 30023"/>
                <a:gd name="connsiteX8" fmla="*/ 39616 w 41270"/>
                <a:gd name="connsiteY8" fmla="*/ 9616 h 30023"/>
                <a:gd name="connsiteX9" fmla="*/ 20863 w 41270"/>
                <a:gd name="connsiteY9" fmla="*/ 28369 h 30023"/>
                <a:gd name="connsiteX10" fmla="*/ 16882 w 41270"/>
                <a:gd name="connsiteY10" fmla="*/ 30024 h 3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270" h="30023">
                  <a:moveTo>
                    <a:pt x="16882" y="30024"/>
                  </a:moveTo>
                  <a:cubicBezTo>
                    <a:pt x="15443" y="30024"/>
                    <a:pt x="14005" y="29472"/>
                    <a:pt x="12902" y="28369"/>
                  </a:cubicBezTo>
                  <a:lnTo>
                    <a:pt x="1655" y="17122"/>
                  </a:lnTo>
                  <a:cubicBezTo>
                    <a:pt x="-552" y="14916"/>
                    <a:pt x="-552" y="11367"/>
                    <a:pt x="1655" y="9161"/>
                  </a:cubicBezTo>
                  <a:cubicBezTo>
                    <a:pt x="3861" y="6954"/>
                    <a:pt x="7410" y="6954"/>
                    <a:pt x="9616" y="9161"/>
                  </a:cubicBezTo>
                  <a:lnTo>
                    <a:pt x="16882" y="16427"/>
                  </a:lnTo>
                  <a:lnTo>
                    <a:pt x="31654" y="1655"/>
                  </a:lnTo>
                  <a:cubicBezTo>
                    <a:pt x="33860" y="-552"/>
                    <a:pt x="37410" y="-552"/>
                    <a:pt x="39616" y="1655"/>
                  </a:cubicBezTo>
                  <a:cubicBezTo>
                    <a:pt x="41822" y="3861"/>
                    <a:pt x="41822" y="7410"/>
                    <a:pt x="39616" y="9616"/>
                  </a:cubicBezTo>
                  <a:lnTo>
                    <a:pt x="20863" y="28369"/>
                  </a:lnTo>
                  <a:cubicBezTo>
                    <a:pt x="19760" y="29472"/>
                    <a:pt x="18321" y="30024"/>
                    <a:pt x="16882" y="30024"/>
                  </a:cubicBezTo>
                  <a:close/>
                </a:path>
              </a:pathLst>
            </a:custGeom>
            <a:solidFill>
              <a:schemeClr val="accent1"/>
            </a:solidFill>
            <a:ln w="233" cap="flat">
              <a:noFill/>
              <a:prstDash val="solid"/>
              <a:miter/>
            </a:ln>
          </p:spPr>
          <p:txBody>
            <a:bodyPr rtlCol="0" anchor="ctr"/>
            <a:lstStyle/>
            <a:p>
              <a:endParaRPr lang="zh-CN" altLang="en-US"/>
            </a:p>
          </p:txBody>
        </p:sp>
        <p:sp>
          <p:nvSpPr>
            <p:cNvPr id="80" name="任意多边形: 形状 79">
              <a:extLst>
                <a:ext uri="{FF2B5EF4-FFF2-40B4-BE49-F238E27FC236}">
                  <a16:creationId xmlns:a16="http://schemas.microsoft.com/office/drawing/2014/main" id="{99BAE5F4-64BE-31EF-6D8F-5F05BDD0728C}"/>
                </a:ext>
              </a:extLst>
            </p:cNvPr>
            <p:cNvSpPr/>
            <p:nvPr/>
          </p:nvSpPr>
          <p:spPr>
            <a:xfrm>
              <a:off x="5415787" y="1104660"/>
              <a:ext cx="213560" cy="195704"/>
            </a:xfrm>
            <a:custGeom>
              <a:avLst/>
              <a:gdLst>
                <a:gd name="connsiteX0" fmla="*/ 166679 w 213560"/>
                <a:gd name="connsiteY0" fmla="*/ 195705 h 195704"/>
                <a:gd name="connsiteX1" fmla="*/ 119797 w 213560"/>
                <a:gd name="connsiteY1" fmla="*/ 148823 h 195704"/>
                <a:gd name="connsiteX2" fmla="*/ 166679 w 213560"/>
                <a:gd name="connsiteY2" fmla="*/ 101965 h 195704"/>
                <a:gd name="connsiteX3" fmla="*/ 213560 w 213560"/>
                <a:gd name="connsiteY3" fmla="*/ 148847 h 195704"/>
                <a:gd name="connsiteX4" fmla="*/ 166679 w 213560"/>
                <a:gd name="connsiteY4" fmla="*/ 195705 h 195704"/>
                <a:gd name="connsiteX5" fmla="*/ 166679 w 213560"/>
                <a:gd name="connsiteY5" fmla="*/ 113212 h 195704"/>
                <a:gd name="connsiteX6" fmla="*/ 131068 w 213560"/>
                <a:gd name="connsiteY6" fmla="*/ 148823 h 195704"/>
                <a:gd name="connsiteX7" fmla="*/ 166679 w 213560"/>
                <a:gd name="connsiteY7" fmla="*/ 184458 h 195704"/>
                <a:gd name="connsiteX8" fmla="*/ 202289 w 213560"/>
                <a:gd name="connsiteY8" fmla="*/ 148847 h 195704"/>
                <a:gd name="connsiteX9" fmla="*/ 166679 w 213560"/>
                <a:gd name="connsiteY9" fmla="*/ 113212 h 195704"/>
                <a:gd name="connsiteX10" fmla="*/ 33035 w 213560"/>
                <a:gd name="connsiteY10" fmla="*/ 181796 h 195704"/>
                <a:gd name="connsiteX11" fmla="*/ 4427 w 213560"/>
                <a:gd name="connsiteY11" fmla="*/ 165321 h 195704"/>
                <a:gd name="connsiteX12" fmla="*/ 1141 w 213560"/>
                <a:gd name="connsiteY12" fmla="*/ 140310 h 195704"/>
                <a:gd name="connsiteX13" fmla="*/ 16513 w 213560"/>
                <a:gd name="connsiteY13" fmla="*/ 120286 h 195704"/>
                <a:gd name="connsiteX14" fmla="*/ 61548 w 213560"/>
                <a:gd name="connsiteY14" fmla="*/ 132348 h 195704"/>
                <a:gd name="connsiteX15" fmla="*/ 64833 w 213560"/>
                <a:gd name="connsiteY15" fmla="*/ 157360 h 195704"/>
                <a:gd name="connsiteX16" fmla="*/ 49462 w 213560"/>
                <a:gd name="connsiteY16" fmla="*/ 177384 h 195704"/>
                <a:gd name="connsiteX17" fmla="*/ 33035 w 213560"/>
                <a:gd name="connsiteY17" fmla="*/ 181796 h 195704"/>
                <a:gd name="connsiteX18" fmla="*/ 32939 w 213560"/>
                <a:gd name="connsiteY18" fmla="*/ 127120 h 195704"/>
                <a:gd name="connsiteX19" fmla="*/ 22124 w 213560"/>
                <a:gd name="connsiteY19" fmla="*/ 130022 h 195704"/>
                <a:gd name="connsiteX20" fmla="*/ 12004 w 213560"/>
                <a:gd name="connsiteY20" fmla="*/ 143211 h 195704"/>
                <a:gd name="connsiteX21" fmla="*/ 14163 w 213560"/>
                <a:gd name="connsiteY21" fmla="*/ 159686 h 195704"/>
                <a:gd name="connsiteX22" fmla="*/ 43827 w 213560"/>
                <a:gd name="connsiteY22" fmla="*/ 167623 h 195704"/>
                <a:gd name="connsiteX23" fmla="*/ 53946 w 213560"/>
                <a:gd name="connsiteY23" fmla="*/ 154434 h 195704"/>
                <a:gd name="connsiteX24" fmla="*/ 51788 w 213560"/>
                <a:gd name="connsiteY24" fmla="*/ 137960 h 195704"/>
                <a:gd name="connsiteX25" fmla="*/ 32939 w 213560"/>
                <a:gd name="connsiteY25" fmla="*/ 127120 h 195704"/>
                <a:gd name="connsiteX26" fmla="*/ 99749 w 213560"/>
                <a:gd name="connsiteY26" fmla="*/ 65946 h 195704"/>
                <a:gd name="connsiteX27" fmla="*/ 66776 w 213560"/>
                <a:gd name="connsiteY27" fmla="*/ 32973 h 195704"/>
                <a:gd name="connsiteX28" fmla="*/ 99749 w 213560"/>
                <a:gd name="connsiteY28" fmla="*/ 0 h 195704"/>
                <a:gd name="connsiteX29" fmla="*/ 132722 w 213560"/>
                <a:gd name="connsiteY29" fmla="*/ 32973 h 195704"/>
                <a:gd name="connsiteX30" fmla="*/ 99749 w 213560"/>
                <a:gd name="connsiteY30" fmla="*/ 65946 h 195704"/>
                <a:gd name="connsiteX31" fmla="*/ 99749 w 213560"/>
                <a:gd name="connsiteY31" fmla="*/ 11271 h 195704"/>
                <a:gd name="connsiteX32" fmla="*/ 78023 w 213560"/>
                <a:gd name="connsiteY32" fmla="*/ 32997 h 195704"/>
                <a:gd name="connsiteX33" fmla="*/ 99749 w 213560"/>
                <a:gd name="connsiteY33" fmla="*/ 54723 h 195704"/>
                <a:gd name="connsiteX34" fmla="*/ 121475 w 213560"/>
                <a:gd name="connsiteY34" fmla="*/ 32997 h 195704"/>
                <a:gd name="connsiteX35" fmla="*/ 99749 w 213560"/>
                <a:gd name="connsiteY35" fmla="*/ 11271 h 19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3560" h="195704">
                  <a:moveTo>
                    <a:pt x="166679" y="195705"/>
                  </a:moveTo>
                  <a:cubicBezTo>
                    <a:pt x="140828" y="195705"/>
                    <a:pt x="119797" y="174674"/>
                    <a:pt x="119797" y="148823"/>
                  </a:cubicBezTo>
                  <a:cubicBezTo>
                    <a:pt x="119797" y="122972"/>
                    <a:pt x="140828" y="101965"/>
                    <a:pt x="166679" y="101965"/>
                  </a:cubicBezTo>
                  <a:cubicBezTo>
                    <a:pt x="192529" y="101965"/>
                    <a:pt x="213560" y="122996"/>
                    <a:pt x="213560" y="148847"/>
                  </a:cubicBezTo>
                  <a:cubicBezTo>
                    <a:pt x="213560" y="174698"/>
                    <a:pt x="192529" y="195705"/>
                    <a:pt x="166679" y="195705"/>
                  </a:cubicBezTo>
                  <a:close/>
                  <a:moveTo>
                    <a:pt x="166679" y="113212"/>
                  </a:moveTo>
                  <a:cubicBezTo>
                    <a:pt x="147038" y="113212"/>
                    <a:pt x="131068" y="129183"/>
                    <a:pt x="131068" y="148823"/>
                  </a:cubicBezTo>
                  <a:cubicBezTo>
                    <a:pt x="131068" y="168463"/>
                    <a:pt x="147038" y="184458"/>
                    <a:pt x="166679" y="184458"/>
                  </a:cubicBezTo>
                  <a:cubicBezTo>
                    <a:pt x="186319" y="184458"/>
                    <a:pt x="202289" y="168487"/>
                    <a:pt x="202289" y="148847"/>
                  </a:cubicBezTo>
                  <a:cubicBezTo>
                    <a:pt x="202289" y="129207"/>
                    <a:pt x="186319" y="113212"/>
                    <a:pt x="166679" y="113212"/>
                  </a:cubicBezTo>
                  <a:close/>
                  <a:moveTo>
                    <a:pt x="33035" y="181796"/>
                  </a:moveTo>
                  <a:cubicBezTo>
                    <a:pt x="21645" y="181796"/>
                    <a:pt x="10542" y="175897"/>
                    <a:pt x="4427" y="165321"/>
                  </a:cubicBezTo>
                  <a:cubicBezTo>
                    <a:pt x="14" y="157696"/>
                    <a:pt x="-1137" y="148799"/>
                    <a:pt x="1141" y="140310"/>
                  </a:cubicBezTo>
                  <a:cubicBezTo>
                    <a:pt x="3419" y="131797"/>
                    <a:pt x="8887" y="124698"/>
                    <a:pt x="16513" y="120286"/>
                  </a:cubicBezTo>
                  <a:cubicBezTo>
                    <a:pt x="32244" y="111197"/>
                    <a:pt x="52460" y="116617"/>
                    <a:pt x="61548" y="132348"/>
                  </a:cubicBezTo>
                  <a:cubicBezTo>
                    <a:pt x="65961" y="139974"/>
                    <a:pt x="67112" y="148847"/>
                    <a:pt x="64833" y="157360"/>
                  </a:cubicBezTo>
                  <a:cubicBezTo>
                    <a:pt x="62555" y="165873"/>
                    <a:pt x="57088" y="172971"/>
                    <a:pt x="49462" y="177384"/>
                  </a:cubicBezTo>
                  <a:cubicBezTo>
                    <a:pt x="44282" y="180381"/>
                    <a:pt x="38623" y="181796"/>
                    <a:pt x="33035" y="181796"/>
                  </a:cubicBezTo>
                  <a:close/>
                  <a:moveTo>
                    <a:pt x="32939" y="127120"/>
                  </a:moveTo>
                  <a:cubicBezTo>
                    <a:pt x="29246" y="127120"/>
                    <a:pt x="25529" y="128056"/>
                    <a:pt x="22124" y="130022"/>
                  </a:cubicBezTo>
                  <a:cubicBezTo>
                    <a:pt x="17088" y="132924"/>
                    <a:pt x="13515" y="137600"/>
                    <a:pt x="12004" y="143211"/>
                  </a:cubicBezTo>
                  <a:cubicBezTo>
                    <a:pt x="10494" y="148823"/>
                    <a:pt x="11285" y="154674"/>
                    <a:pt x="14163" y="159686"/>
                  </a:cubicBezTo>
                  <a:cubicBezTo>
                    <a:pt x="20158" y="170046"/>
                    <a:pt x="33443" y="173619"/>
                    <a:pt x="43827" y="167623"/>
                  </a:cubicBezTo>
                  <a:cubicBezTo>
                    <a:pt x="48862" y="164722"/>
                    <a:pt x="52436" y="160046"/>
                    <a:pt x="53946" y="154434"/>
                  </a:cubicBezTo>
                  <a:cubicBezTo>
                    <a:pt x="55457" y="148823"/>
                    <a:pt x="54666" y="142972"/>
                    <a:pt x="51788" y="137960"/>
                  </a:cubicBezTo>
                  <a:cubicBezTo>
                    <a:pt x="47759" y="131029"/>
                    <a:pt x="40445" y="127120"/>
                    <a:pt x="32939" y="127120"/>
                  </a:cubicBezTo>
                  <a:close/>
                  <a:moveTo>
                    <a:pt x="99749" y="65946"/>
                  </a:moveTo>
                  <a:cubicBezTo>
                    <a:pt x="81572" y="65946"/>
                    <a:pt x="66776" y="51150"/>
                    <a:pt x="66776" y="32973"/>
                  </a:cubicBezTo>
                  <a:cubicBezTo>
                    <a:pt x="66776" y="14796"/>
                    <a:pt x="81572" y="0"/>
                    <a:pt x="99749" y="0"/>
                  </a:cubicBezTo>
                  <a:cubicBezTo>
                    <a:pt x="117926" y="0"/>
                    <a:pt x="132722" y="14796"/>
                    <a:pt x="132722" y="32973"/>
                  </a:cubicBezTo>
                  <a:cubicBezTo>
                    <a:pt x="132722" y="51150"/>
                    <a:pt x="117926" y="65946"/>
                    <a:pt x="99749" y="65946"/>
                  </a:cubicBezTo>
                  <a:close/>
                  <a:moveTo>
                    <a:pt x="99749" y="11271"/>
                  </a:moveTo>
                  <a:cubicBezTo>
                    <a:pt x="87783" y="11271"/>
                    <a:pt x="78023" y="21007"/>
                    <a:pt x="78023" y="32997"/>
                  </a:cubicBezTo>
                  <a:cubicBezTo>
                    <a:pt x="78023" y="44987"/>
                    <a:pt x="87759" y="54723"/>
                    <a:pt x="99749" y="54723"/>
                  </a:cubicBezTo>
                  <a:cubicBezTo>
                    <a:pt x="111739" y="54723"/>
                    <a:pt x="121475" y="44987"/>
                    <a:pt x="121475" y="32997"/>
                  </a:cubicBezTo>
                  <a:cubicBezTo>
                    <a:pt x="121475" y="21007"/>
                    <a:pt x="111739" y="11271"/>
                    <a:pt x="99749" y="11271"/>
                  </a:cubicBezTo>
                  <a:close/>
                </a:path>
              </a:pathLst>
            </a:custGeom>
            <a:solidFill>
              <a:schemeClr val="accent1"/>
            </a:solidFill>
            <a:ln w="233" cap="flat">
              <a:noFill/>
              <a:prstDash val="solid"/>
              <a:miter/>
            </a:ln>
          </p:spPr>
          <p:txBody>
            <a:bodyPr rtlCol="0" anchor="ctr"/>
            <a:lstStyle/>
            <a:p>
              <a:endParaRPr lang="zh-CN" altLang="en-US"/>
            </a:p>
          </p:txBody>
        </p:sp>
        <p:sp>
          <p:nvSpPr>
            <p:cNvPr id="81" name="任意多边形: 形状 80">
              <a:extLst>
                <a:ext uri="{FF2B5EF4-FFF2-40B4-BE49-F238E27FC236}">
                  <a16:creationId xmlns:a16="http://schemas.microsoft.com/office/drawing/2014/main" id="{D47D61CC-967E-1F86-6695-737A795E7022}"/>
                </a:ext>
              </a:extLst>
            </p:cNvPr>
            <p:cNvSpPr/>
            <p:nvPr/>
          </p:nvSpPr>
          <p:spPr>
            <a:xfrm>
              <a:off x="5437048" y="1141109"/>
              <a:ext cx="157074" cy="152348"/>
            </a:xfrm>
            <a:custGeom>
              <a:avLst/>
              <a:gdLst>
                <a:gd name="connsiteX0" fmla="*/ 78584 w 157074"/>
                <a:gd name="connsiteY0" fmla="*/ 152349 h 152348"/>
                <a:gd name="connsiteX1" fmla="*/ 28825 w 157074"/>
                <a:gd name="connsiteY1" fmla="*/ 134579 h 152348"/>
                <a:gd name="connsiteX2" fmla="*/ 26786 w 157074"/>
                <a:gd name="connsiteY2" fmla="*/ 130718 h 152348"/>
                <a:gd name="connsiteX3" fmla="*/ 28129 w 157074"/>
                <a:gd name="connsiteY3" fmla="*/ 126570 h 152348"/>
                <a:gd name="connsiteX4" fmla="*/ 30503 w 157074"/>
                <a:gd name="connsiteY4" fmla="*/ 101558 h 152348"/>
                <a:gd name="connsiteX5" fmla="*/ 7698 w 157074"/>
                <a:gd name="connsiteY5" fmla="*/ 91103 h 152348"/>
                <a:gd name="connsiteX6" fmla="*/ 3429 w 157074"/>
                <a:gd name="connsiteY6" fmla="*/ 90167 h 152348"/>
                <a:gd name="connsiteX7" fmla="*/ 1103 w 157074"/>
                <a:gd name="connsiteY7" fmla="*/ 86474 h 152348"/>
                <a:gd name="connsiteX8" fmla="*/ 0 w 157074"/>
                <a:gd name="connsiteY8" fmla="*/ 73813 h 152348"/>
                <a:gd name="connsiteX9" fmla="*/ 50815 w 157074"/>
                <a:gd name="connsiteY9" fmla="*/ 384 h 152348"/>
                <a:gd name="connsiteX10" fmla="*/ 55179 w 157074"/>
                <a:gd name="connsiteY10" fmla="*/ 552 h 152348"/>
                <a:gd name="connsiteX11" fmla="*/ 58105 w 157074"/>
                <a:gd name="connsiteY11" fmla="*/ 3790 h 152348"/>
                <a:gd name="connsiteX12" fmla="*/ 78560 w 157074"/>
                <a:gd name="connsiteY12" fmla="*/ 18298 h 152348"/>
                <a:gd name="connsiteX13" fmla="*/ 99015 w 157074"/>
                <a:gd name="connsiteY13" fmla="*/ 3766 h 152348"/>
                <a:gd name="connsiteX14" fmla="*/ 101941 w 157074"/>
                <a:gd name="connsiteY14" fmla="*/ 528 h 152348"/>
                <a:gd name="connsiteX15" fmla="*/ 106305 w 157074"/>
                <a:gd name="connsiteY15" fmla="*/ 360 h 152348"/>
                <a:gd name="connsiteX16" fmla="*/ 157072 w 157074"/>
                <a:gd name="connsiteY16" fmla="*/ 71486 h 152348"/>
                <a:gd name="connsiteX17" fmla="*/ 155178 w 157074"/>
                <a:gd name="connsiteY17" fmla="*/ 75851 h 152348"/>
                <a:gd name="connsiteX18" fmla="*/ 150621 w 157074"/>
                <a:gd name="connsiteY18" fmla="*/ 77218 h 152348"/>
                <a:gd name="connsiteX19" fmla="*/ 145346 w 157074"/>
                <a:gd name="connsiteY19" fmla="*/ 76786 h 152348"/>
                <a:gd name="connsiteX20" fmla="*/ 109735 w 157074"/>
                <a:gd name="connsiteY20" fmla="*/ 112397 h 152348"/>
                <a:gd name="connsiteX21" fmla="*/ 117456 w 157074"/>
                <a:gd name="connsiteY21" fmla="*/ 134507 h 152348"/>
                <a:gd name="connsiteX22" fmla="*/ 118559 w 157074"/>
                <a:gd name="connsiteY22" fmla="*/ 139135 h 152348"/>
                <a:gd name="connsiteX23" fmla="*/ 115706 w 157074"/>
                <a:gd name="connsiteY23" fmla="*/ 142948 h 152348"/>
                <a:gd name="connsiteX24" fmla="*/ 78584 w 157074"/>
                <a:gd name="connsiteY24" fmla="*/ 152349 h 152348"/>
                <a:gd name="connsiteX25" fmla="*/ 40143 w 157074"/>
                <a:gd name="connsiteY25" fmla="*/ 129016 h 152348"/>
                <a:gd name="connsiteX26" fmla="*/ 78584 w 157074"/>
                <a:gd name="connsiteY26" fmla="*/ 141078 h 152348"/>
                <a:gd name="connsiteX27" fmla="*/ 104747 w 157074"/>
                <a:gd name="connsiteY27" fmla="*/ 135754 h 152348"/>
                <a:gd name="connsiteX28" fmla="*/ 98488 w 157074"/>
                <a:gd name="connsiteY28" fmla="*/ 112373 h 152348"/>
                <a:gd name="connsiteX29" fmla="*/ 145370 w 157074"/>
                <a:gd name="connsiteY29" fmla="*/ 65491 h 152348"/>
                <a:gd name="connsiteX30" fmla="*/ 107193 w 157074"/>
                <a:gd name="connsiteY30" fmla="*/ 12878 h 152348"/>
                <a:gd name="connsiteX31" fmla="*/ 78584 w 157074"/>
                <a:gd name="connsiteY31" fmla="*/ 29497 h 152348"/>
                <a:gd name="connsiteX32" fmla="*/ 49999 w 157074"/>
                <a:gd name="connsiteY32" fmla="*/ 12902 h 152348"/>
                <a:gd name="connsiteX33" fmla="*/ 11271 w 157074"/>
                <a:gd name="connsiteY33" fmla="*/ 73765 h 152348"/>
                <a:gd name="connsiteX34" fmla="*/ 11559 w 157074"/>
                <a:gd name="connsiteY34" fmla="*/ 79448 h 152348"/>
                <a:gd name="connsiteX35" fmla="*/ 11702 w 157074"/>
                <a:gd name="connsiteY35" fmla="*/ 79448 h 152348"/>
                <a:gd name="connsiteX36" fmla="*/ 40263 w 157074"/>
                <a:gd name="connsiteY36" fmla="*/ 95899 h 152348"/>
                <a:gd name="connsiteX37" fmla="*/ 40143 w 157074"/>
                <a:gd name="connsiteY37" fmla="*/ 129016 h 152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57074" h="152348">
                  <a:moveTo>
                    <a:pt x="78584" y="152349"/>
                  </a:moveTo>
                  <a:cubicBezTo>
                    <a:pt x="60479" y="152349"/>
                    <a:pt x="42829" y="146042"/>
                    <a:pt x="28825" y="134579"/>
                  </a:cubicBezTo>
                  <a:cubicBezTo>
                    <a:pt x="27649" y="133620"/>
                    <a:pt x="26906" y="132229"/>
                    <a:pt x="26786" y="130718"/>
                  </a:cubicBezTo>
                  <a:cubicBezTo>
                    <a:pt x="26666" y="129207"/>
                    <a:pt x="27146" y="127697"/>
                    <a:pt x="28129" y="126570"/>
                  </a:cubicBezTo>
                  <a:cubicBezTo>
                    <a:pt x="34148" y="119567"/>
                    <a:pt x="35107" y="109520"/>
                    <a:pt x="30503" y="101558"/>
                  </a:cubicBezTo>
                  <a:cubicBezTo>
                    <a:pt x="25923" y="93596"/>
                    <a:pt x="16738" y="89400"/>
                    <a:pt x="7698" y="91103"/>
                  </a:cubicBezTo>
                  <a:cubicBezTo>
                    <a:pt x="6211" y="91366"/>
                    <a:pt x="4676" y="91055"/>
                    <a:pt x="3429" y="90167"/>
                  </a:cubicBezTo>
                  <a:cubicBezTo>
                    <a:pt x="2182" y="89304"/>
                    <a:pt x="1343" y="87961"/>
                    <a:pt x="1103" y="86474"/>
                  </a:cubicBezTo>
                  <a:cubicBezTo>
                    <a:pt x="360" y="81894"/>
                    <a:pt x="0" y="77745"/>
                    <a:pt x="0" y="73813"/>
                  </a:cubicBezTo>
                  <a:cubicBezTo>
                    <a:pt x="0" y="41391"/>
                    <a:pt x="20407" y="11871"/>
                    <a:pt x="50815" y="384"/>
                  </a:cubicBezTo>
                  <a:cubicBezTo>
                    <a:pt x="52229" y="-143"/>
                    <a:pt x="53812" y="-95"/>
                    <a:pt x="55179" y="552"/>
                  </a:cubicBezTo>
                  <a:cubicBezTo>
                    <a:pt x="56546" y="1200"/>
                    <a:pt x="57601" y="2351"/>
                    <a:pt x="58105" y="3790"/>
                  </a:cubicBezTo>
                  <a:cubicBezTo>
                    <a:pt x="61150" y="12471"/>
                    <a:pt x="69375" y="18298"/>
                    <a:pt x="78560" y="18298"/>
                  </a:cubicBezTo>
                  <a:cubicBezTo>
                    <a:pt x="87745" y="18298"/>
                    <a:pt x="95970" y="12471"/>
                    <a:pt x="99015" y="3766"/>
                  </a:cubicBezTo>
                  <a:cubicBezTo>
                    <a:pt x="99519" y="2327"/>
                    <a:pt x="100574" y="1176"/>
                    <a:pt x="101941" y="528"/>
                  </a:cubicBezTo>
                  <a:cubicBezTo>
                    <a:pt x="103308" y="-119"/>
                    <a:pt x="104891" y="-167"/>
                    <a:pt x="106305" y="360"/>
                  </a:cubicBezTo>
                  <a:cubicBezTo>
                    <a:pt x="136233" y="11655"/>
                    <a:pt x="156137" y="39568"/>
                    <a:pt x="157072" y="71486"/>
                  </a:cubicBezTo>
                  <a:cubicBezTo>
                    <a:pt x="157120" y="73141"/>
                    <a:pt x="156425" y="74748"/>
                    <a:pt x="155178" y="75851"/>
                  </a:cubicBezTo>
                  <a:cubicBezTo>
                    <a:pt x="153931" y="76954"/>
                    <a:pt x="152276" y="77458"/>
                    <a:pt x="150621" y="77218"/>
                  </a:cubicBezTo>
                  <a:cubicBezTo>
                    <a:pt x="148607" y="76906"/>
                    <a:pt x="146928" y="76786"/>
                    <a:pt x="145346" y="76786"/>
                  </a:cubicBezTo>
                  <a:cubicBezTo>
                    <a:pt x="125706" y="76786"/>
                    <a:pt x="109735" y="92757"/>
                    <a:pt x="109735" y="112397"/>
                  </a:cubicBezTo>
                  <a:cubicBezTo>
                    <a:pt x="109735" y="120503"/>
                    <a:pt x="112396" y="128152"/>
                    <a:pt x="117456" y="134507"/>
                  </a:cubicBezTo>
                  <a:cubicBezTo>
                    <a:pt x="118488" y="135802"/>
                    <a:pt x="118895" y="137505"/>
                    <a:pt x="118559" y="139135"/>
                  </a:cubicBezTo>
                  <a:cubicBezTo>
                    <a:pt x="118224" y="140766"/>
                    <a:pt x="117193" y="142157"/>
                    <a:pt x="115706" y="142948"/>
                  </a:cubicBezTo>
                  <a:cubicBezTo>
                    <a:pt x="104315" y="149087"/>
                    <a:pt x="91462" y="152349"/>
                    <a:pt x="78584" y="152349"/>
                  </a:cubicBezTo>
                  <a:close/>
                  <a:moveTo>
                    <a:pt x="40143" y="129016"/>
                  </a:moveTo>
                  <a:cubicBezTo>
                    <a:pt x="51366" y="136833"/>
                    <a:pt x="64843" y="141078"/>
                    <a:pt x="78584" y="141078"/>
                  </a:cubicBezTo>
                  <a:cubicBezTo>
                    <a:pt x="87673" y="141078"/>
                    <a:pt x="96449" y="139279"/>
                    <a:pt x="104747" y="135754"/>
                  </a:cubicBezTo>
                  <a:cubicBezTo>
                    <a:pt x="100646" y="128680"/>
                    <a:pt x="98488" y="120694"/>
                    <a:pt x="98488" y="112373"/>
                  </a:cubicBezTo>
                  <a:cubicBezTo>
                    <a:pt x="98488" y="86522"/>
                    <a:pt x="119519" y="65491"/>
                    <a:pt x="145370" y="65491"/>
                  </a:cubicBezTo>
                  <a:cubicBezTo>
                    <a:pt x="142564" y="42542"/>
                    <a:pt x="128224" y="22710"/>
                    <a:pt x="107193" y="12878"/>
                  </a:cubicBezTo>
                  <a:cubicBezTo>
                    <a:pt x="101389" y="23022"/>
                    <a:pt x="90526" y="29497"/>
                    <a:pt x="78584" y="29497"/>
                  </a:cubicBezTo>
                  <a:cubicBezTo>
                    <a:pt x="66642" y="29497"/>
                    <a:pt x="55779" y="23022"/>
                    <a:pt x="49999" y="12902"/>
                  </a:cubicBezTo>
                  <a:cubicBezTo>
                    <a:pt x="26642" y="23909"/>
                    <a:pt x="11271" y="47746"/>
                    <a:pt x="11271" y="73765"/>
                  </a:cubicBezTo>
                  <a:cubicBezTo>
                    <a:pt x="11271" y="75587"/>
                    <a:pt x="11367" y="77458"/>
                    <a:pt x="11559" y="79448"/>
                  </a:cubicBezTo>
                  <a:lnTo>
                    <a:pt x="11702" y="79448"/>
                  </a:lnTo>
                  <a:cubicBezTo>
                    <a:pt x="23333" y="79448"/>
                    <a:pt x="34316" y="85611"/>
                    <a:pt x="40263" y="95899"/>
                  </a:cubicBezTo>
                  <a:cubicBezTo>
                    <a:pt x="46234" y="106258"/>
                    <a:pt x="46043" y="118944"/>
                    <a:pt x="40143" y="129016"/>
                  </a:cubicBezTo>
                  <a:close/>
                </a:path>
              </a:pathLst>
            </a:custGeom>
            <a:solidFill>
              <a:schemeClr val="accent1"/>
            </a:solidFill>
            <a:ln w="233" cap="flat">
              <a:noFill/>
              <a:prstDash val="solid"/>
              <a:miter/>
            </a:ln>
          </p:spPr>
          <p:txBody>
            <a:bodyPr rtlCol="0" anchor="ctr"/>
            <a:lstStyle/>
            <a:p>
              <a:endParaRPr lang="zh-CN" altLang="en-US"/>
            </a:p>
          </p:txBody>
        </p:sp>
      </p:grpSp>
      <p:grpSp>
        <p:nvGrpSpPr>
          <p:cNvPr id="136" name="组合 135">
            <a:extLst>
              <a:ext uri="{FF2B5EF4-FFF2-40B4-BE49-F238E27FC236}">
                <a16:creationId xmlns:a16="http://schemas.microsoft.com/office/drawing/2014/main" id="{8B73DDF3-3BFE-468E-3C09-7E92BB60E3F0}"/>
              </a:ext>
            </a:extLst>
          </p:cNvPr>
          <p:cNvGrpSpPr/>
          <p:nvPr/>
        </p:nvGrpSpPr>
        <p:grpSpPr>
          <a:xfrm>
            <a:off x="7639573" y="1400727"/>
            <a:ext cx="204779" cy="180317"/>
            <a:chOff x="7654581" y="1203582"/>
            <a:chExt cx="168588" cy="211138"/>
          </a:xfrm>
        </p:grpSpPr>
        <p:sp>
          <p:nvSpPr>
            <p:cNvPr id="134" name="任意多边形: 形状 133">
              <a:extLst>
                <a:ext uri="{FF2B5EF4-FFF2-40B4-BE49-F238E27FC236}">
                  <a16:creationId xmlns:a16="http://schemas.microsoft.com/office/drawing/2014/main" id="{7A12B099-98A4-4869-1B1F-BB9FCCB553E5}"/>
                </a:ext>
              </a:extLst>
            </p:cNvPr>
            <p:cNvSpPr/>
            <p:nvPr/>
          </p:nvSpPr>
          <p:spPr>
            <a:xfrm>
              <a:off x="7654581" y="1203582"/>
              <a:ext cx="42135" cy="211138"/>
            </a:xfrm>
            <a:custGeom>
              <a:avLst/>
              <a:gdLst>
                <a:gd name="connsiteX0" fmla="*/ 36668 w 42135"/>
                <a:gd name="connsiteY0" fmla="*/ 120038 h 211138"/>
                <a:gd name="connsiteX1" fmla="*/ 35275 w 42135"/>
                <a:gd name="connsiteY1" fmla="*/ 101532 h 211138"/>
                <a:gd name="connsiteX2" fmla="*/ 36668 w 42135"/>
                <a:gd name="connsiteY2" fmla="*/ 83026 h 211138"/>
                <a:gd name="connsiteX3" fmla="*/ 41515 w 42135"/>
                <a:gd name="connsiteY3" fmla="*/ 74389 h 211138"/>
                <a:gd name="connsiteX4" fmla="*/ 42134 w 42135"/>
                <a:gd name="connsiteY4" fmla="*/ 23370 h 211138"/>
                <a:gd name="connsiteX5" fmla="*/ 37596 w 42135"/>
                <a:gd name="connsiteY5" fmla="*/ 7114 h 211138"/>
                <a:gd name="connsiteX6" fmla="*/ 26199 w 42135"/>
                <a:gd name="connsiteY6" fmla="*/ 147 h 211138"/>
                <a:gd name="connsiteX7" fmla="*/ 18102 w 42135"/>
                <a:gd name="connsiteY7" fmla="*/ 2 h 211138"/>
                <a:gd name="connsiteX8" fmla="*/ 1599 w 42135"/>
                <a:gd name="connsiteY8" fmla="*/ 22499 h 211138"/>
                <a:gd name="connsiteX9" fmla="*/ 0 w 42135"/>
                <a:gd name="connsiteY9" fmla="*/ 147834 h 211138"/>
                <a:gd name="connsiteX10" fmla="*/ 19340 w 42135"/>
                <a:gd name="connsiteY10" fmla="*/ 211045 h 211138"/>
                <a:gd name="connsiteX11" fmla="*/ 40536 w 42135"/>
                <a:gd name="connsiteY11" fmla="*/ 148632 h 211138"/>
                <a:gd name="connsiteX12" fmla="*/ 40793 w 42135"/>
                <a:gd name="connsiteY12" fmla="*/ 128384 h 211138"/>
                <a:gd name="connsiteX13" fmla="*/ 36668 w 42135"/>
                <a:gd name="connsiteY13" fmla="*/ 120038 h 211138"/>
                <a:gd name="connsiteX14" fmla="*/ 32439 w 42135"/>
                <a:gd name="connsiteY14" fmla="*/ 145874 h 211138"/>
                <a:gd name="connsiteX15" fmla="*/ 19752 w 42135"/>
                <a:gd name="connsiteY15" fmla="*/ 183322 h 211138"/>
                <a:gd name="connsiteX16" fmla="*/ 8148 w 42135"/>
                <a:gd name="connsiteY16" fmla="*/ 145439 h 211138"/>
                <a:gd name="connsiteX17" fmla="*/ 8200 w 42135"/>
                <a:gd name="connsiteY17" fmla="*/ 142318 h 211138"/>
                <a:gd name="connsiteX18" fmla="*/ 32490 w 42135"/>
                <a:gd name="connsiteY18" fmla="*/ 142826 h 211138"/>
                <a:gd name="connsiteX19" fmla="*/ 32439 w 42135"/>
                <a:gd name="connsiteY19" fmla="*/ 145874 h 211138"/>
                <a:gd name="connsiteX20" fmla="*/ 32645 w 42135"/>
                <a:gd name="connsiteY20" fmla="*/ 131360 h 211138"/>
                <a:gd name="connsiteX21" fmla="*/ 8355 w 42135"/>
                <a:gd name="connsiteY21" fmla="*/ 130852 h 211138"/>
                <a:gd name="connsiteX22" fmla="*/ 9438 w 42135"/>
                <a:gd name="connsiteY22" fmla="*/ 45433 h 211138"/>
                <a:gd name="connsiteX23" fmla="*/ 33728 w 42135"/>
                <a:gd name="connsiteY23" fmla="*/ 45941 h 211138"/>
                <a:gd name="connsiteX24" fmla="*/ 32645 w 42135"/>
                <a:gd name="connsiteY24" fmla="*/ 131360 h 211138"/>
                <a:gd name="connsiteX25" fmla="*/ 33831 w 42135"/>
                <a:gd name="connsiteY25" fmla="*/ 34547 h 211138"/>
                <a:gd name="connsiteX26" fmla="*/ 9541 w 42135"/>
                <a:gd name="connsiteY26" fmla="*/ 34039 h 211138"/>
                <a:gd name="connsiteX27" fmla="*/ 9696 w 42135"/>
                <a:gd name="connsiteY27" fmla="*/ 22499 h 211138"/>
                <a:gd name="connsiteX28" fmla="*/ 17947 w 42135"/>
                <a:gd name="connsiteY28" fmla="*/ 11250 h 211138"/>
                <a:gd name="connsiteX29" fmla="*/ 26044 w 42135"/>
                <a:gd name="connsiteY29" fmla="*/ 11396 h 211138"/>
                <a:gd name="connsiteX30" fmla="*/ 31717 w 42135"/>
                <a:gd name="connsiteY30" fmla="*/ 14879 h 211138"/>
                <a:gd name="connsiteX31" fmla="*/ 33986 w 42135"/>
                <a:gd name="connsiteY31" fmla="*/ 23007 h 211138"/>
                <a:gd name="connsiteX32" fmla="*/ 33831 w 42135"/>
                <a:gd name="connsiteY32" fmla="*/ 34547 h 21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2135" h="211138">
                  <a:moveTo>
                    <a:pt x="36668" y="120038"/>
                  </a:moveTo>
                  <a:cubicBezTo>
                    <a:pt x="36616" y="119603"/>
                    <a:pt x="35275" y="109515"/>
                    <a:pt x="35275" y="101532"/>
                  </a:cubicBezTo>
                  <a:cubicBezTo>
                    <a:pt x="35275" y="93549"/>
                    <a:pt x="36616" y="83461"/>
                    <a:pt x="36668" y="83026"/>
                  </a:cubicBezTo>
                  <a:cubicBezTo>
                    <a:pt x="37287" y="78236"/>
                    <a:pt x="39195" y="75043"/>
                    <a:pt x="41515" y="74389"/>
                  </a:cubicBezTo>
                  <a:lnTo>
                    <a:pt x="42134" y="23370"/>
                  </a:lnTo>
                  <a:cubicBezTo>
                    <a:pt x="42186" y="17347"/>
                    <a:pt x="40587" y="11468"/>
                    <a:pt x="37596" y="7114"/>
                  </a:cubicBezTo>
                  <a:cubicBezTo>
                    <a:pt x="34605" y="2759"/>
                    <a:pt x="30531" y="292"/>
                    <a:pt x="26199" y="147"/>
                  </a:cubicBezTo>
                  <a:lnTo>
                    <a:pt x="18102" y="2"/>
                  </a:lnTo>
                  <a:cubicBezTo>
                    <a:pt x="9128" y="-144"/>
                    <a:pt x="1753" y="9944"/>
                    <a:pt x="1599" y="22499"/>
                  </a:cubicBezTo>
                  <a:lnTo>
                    <a:pt x="0" y="147834"/>
                  </a:lnTo>
                  <a:cubicBezTo>
                    <a:pt x="0" y="147834"/>
                    <a:pt x="12171" y="213948"/>
                    <a:pt x="19340" y="211045"/>
                  </a:cubicBezTo>
                  <a:cubicBezTo>
                    <a:pt x="25373" y="209086"/>
                    <a:pt x="40536" y="148632"/>
                    <a:pt x="40536" y="148632"/>
                  </a:cubicBezTo>
                  <a:lnTo>
                    <a:pt x="40793" y="128384"/>
                  </a:lnTo>
                  <a:cubicBezTo>
                    <a:pt x="38834" y="127368"/>
                    <a:pt x="37235" y="124320"/>
                    <a:pt x="36668" y="120038"/>
                  </a:cubicBezTo>
                  <a:close/>
                  <a:moveTo>
                    <a:pt x="32439" y="145874"/>
                  </a:moveTo>
                  <a:cubicBezTo>
                    <a:pt x="32439" y="145874"/>
                    <a:pt x="26611" y="181726"/>
                    <a:pt x="19752" y="183322"/>
                  </a:cubicBezTo>
                  <a:cubicBezTo>
                    <a:pt x="12377" y="186588"/>
                    <a:pt x="8148" y="145439"/>
                    <a:pt x="8148" y="145439"/>
                  </a:cubicBezTo>
                  <a:lnTo>
                    <a:pt x="8200" y="142318"/>
                  </a:lnTo>
                  <a:lnTo>
                    <a:pt x="32490" y="142826"/>
                  </a:lnTo>
                  <a:lnTo>
                    <a:pt x="32439" y="145874"/>
                  </a:lnTo>
                  <a:close/>
                  <a:moveTo>
                    <a:pt x="32645" y="131360"/>
                  </a:moveTo>
                  <a:lnTo>
                    <a:pt x="8355" y="130852"/>
                  </a:lnTo>
                  <a:lnTo>
                    <a:pt x="9438" y="45433"/>
                  </a:lnTo>
                  <a:lnTo>
                    <a:pt x="33728" y="45941"/>
                  </a:lnTo>
                  <a:lnTo>
                    <a:pt x="32645" y="131360"/>
                  </a:lnTo>
                  <a:close/>
                  <a:moveTo>
                    <a:pt x="33831" y="34547"/>
                  </a:moveTo>
                  <a:lnTo>
                    <a:pt x="9541" y="34039"/>
                  </a:lnTo>
                  <a:lnTo>
                    <a:pt x="9696" y="22499"/>
                  </a:lnTo>
                  <a:cubicBezTo>
                    <a:pt x="9799" y="16185"/>
                    <a:pt x="13460" y="11178"/>
                    <a:pt x="17947" y="11250"/>
                  </a:cubicBezTo>
                  <a:lnTo>
                    <a:pt x="26044" y="11396"/>
                  </a:lnTo>
                  <a:cubicBezTo>
                    <a:pt x="28210" y="11468"/>
                    <a:pt x="30221" y="12702"/>
                    <a:pt x="31717" y="14879"/>
                  </a:cubicBezTo>
                  <a:cubicBezTo>
                    <a:pt x="33212" y="17056"/>
                    <a:pt x="34038" y="19959"/>
                    <a:pt x="33986" y="23007"/>
                  </a:cubicBezTo>
                  <a:lnTo>
                    <a:pt x="33831" y="34547"/>
                  </a:lnTo>
                  <a:close/>
                </a:path>
              </a:pathLst>
            </a:custGeom>
            <a:solidFill>
              <a:schemeClr val="accent1"/>
            </a:solidFill>
            <a:ln w="119" cap="flat">
              <a:solidFill>
                <a:schemeClr val="accent1"/>
              </a:solidFill>
              <a:prstDash val="solid"/>
              <a:miter/>
            </a:ln>
          </p:spPr>
          <p:txBody>
            <a:bodyPr rtlCol="0" anchor="ctr"/>
            <a:lstStyle/>
            <a:p>
              <a:endParaRPr lang="zh-CN" altLang="en-US"/>
            </a:p>
          </p:txBody>
        </p:sp>
        <p:sp>
          <p:nvSpPr>
            <p:cNvPr id="135" name="任意多边形: 形状 134">
              <a:extLst>
                <a:ext uri="{FF2B5EF4-FFF2-40B4-BE49-F238E27FC236}">
                  <a16:creationId xmlns:a16="http://schemas.microsoft.com/office/drawing/2014/main" id="{F2DBE122-2405-7D74-089E-94FD6C03DE39}"/>
                </a:ext>
              </a:extLst>
            </p:cNvPr>
            <p:cNvSpPr/>
            <p:nvPr/>
          </p:nvSpPr>
          <p:spPr>
            <a:xfrm>
              <a:off x="7693053" y="1219477"/>
              <a:ext cx="130116" cy="171708"/>
            </a:xfrm>
            <a:custGeom>
              <a:avLst/>
              <a:gdLst>
                <a:gd name="connsiteX0" fmla="*/ 128672 w 130116"/>
                <a:gd name="connsiteY0" fmla="*/ 67929 h 171708"/>
                <a:gd name="connsiteX1" fmla="*/ 123051 w 130116"/>
                <a:gd name="connsiteY1" fmla="*/ 59510 h 171708"/>
                <a:gd name="connsiteX2" fmla="*/ 122484 w 130116"/>
                <a:gd name="connsiteY2" fmla="*/ 59510 h 171708"/>
                <a:gd name="connsiteX3" fmla="*/ 105568 w 130116"/>
                <a:gd name="connsiteY3" fmla="*/ 35851 h 171708"/>
                <a:gd name="connsiteX4" fmla="*/ 107064 w 130116"/>
                <a:gd name="connsiteY4" fmla="*/ 26852 h 171708"/>
                <a:gd name="connsiteX5" fmla="*/ 104485 w 130116"/>
                <a:gd name="connsiteY5" fmla="*/ 13934 h 171708"/>
                <a:gd name="connsiteX6" fmla="*/ 104330 w 130116"/>
                <a:gd name="connsiteY6" fmla="*/ 13789 h 171708"/>
                <a:gd name="connsiteX7" fmla="*/ 88033 w 130116"/>
                <a:gd name="connsiteY7" fmla="*/ 1161 h 171708"/>
                <a:gd name="connsiteX8" fmla="*/ 87879 w 130116"/>
                <a:gd name="connsiteY8" fmla="*/ 1089 h 171708"/>
                <a:gd name="connsiteX9" fmla="*/ 84733 w 130116"/>
                <a:gd name="connsiteY9" fmla="*/ 218 h 171708"/>
                <a:gd name="connsiteX10" fmla="*/ 78647 w 130116"/>
                <a:gd name="connsiteY10" fmla="*/ 3701 h 171708"/>
                <a:gd name="connsiteX11" fmla="*/ 65342 w 130116"/>
                <a:gd name="connsiteY11" fmla="*/ 14007 h 171708"/>
                <a:gd name="connsiteX12" fmla="*/ 51933 w 130116"/>
                <a:gd name="connsiteY12" fmla="*/ 3484 h 171708"/>
                <a:gd name="connsiteX13" fmla="*/ 45796 w 130116"/>
                <a:gd name="connsiteY13" fmla="*/ 0 h 171708"/>
                <a:gd name="connsiteX14" fmla="*/ 42702 w 130116"/>
                <a:gd name="connsiteY14" fmla="*/ 871 h 171708"/>
                <a:gd name="connsiteX15" fmla="*/ 42547 w 130116"/>
                <a:gd name="connsiteY15" fmla="*/ 943 h 171708"/>
                <a:gd name="connsiteX16" fmla="*/ 25683 w 130116"/>
                <a:gd name="connsiteY16" fmla="*/ 13862 h 171708"/>
                <a:gd name="connsiteX17" fmla="*/ 25528 w 130116"/>
                <a:gd name="connsiteY17" fmla="*/ 14007 h 171708"/>
                <a:gd name="connsiteX18" fmla="*/ 22950 w 130116"/>
                <a:gd name="connsiteY18" fmla="*/ 26925 h 171708"/>
                <a:gd name="connsiteX19" fmla="*/ 24445 w 130116"/>
                <a:gd name="connsiteY19" fmla="*/ 35996 h 171708"/>
                <a:gd name="connsiteX20" fmla="*/ 7530 w 130116"/>
                <a:gd name="connsiteY20" fmla="*/ 59655 h 171708"/>
                <a:gd name="connsiteX21" fmla="*/ 6962 w 130116"/>
                <a:gd name="connsiteY21" fmla="*/ 59655 h 171708"/>
                <a:gd name="connsiteX22" fmla="*/ 1341 w 130116"/>
                <a:gd name="connsiteY22" fmla="*/ 68074 h 171708"/>
                <a:gd name="connsiteX23" fmla="*/ 0 w 130116"/>
                <a:gd name="connsiteY23" fmla="*/ 85927 h 171708"/>
                <a:gd name="connsiteX24" fmla="*/ 1341 w 130116"/>
                <a:gd name="connsiteY24" fmla="*/ 103780 h 171708"/>
                <a:gd name="connsiteX25" fmla="*/ 6911 w 130116"/>
                <a:gd name="connsiteY25" fmla="*/ 112199 h 171708"/>
                <a:gd name="connsiteX26" fmla="*/ 7581 w 130116"/>
                <a:gd name="connsiteY26" fmla="*/ 112199 h 171708"/>
                <a:gd name="connsiteX27" fmla="*/ 24497 w 130116"/>
                <a:gd name="connsiteY27" fmla="*/ 135858 h 171708"/>
                <a:gd name="connsiteX28" fmla="*/ 23001 w 130116"/>
                <a:gd name="connsiteY28" fmla="*/ 144929 h 171708"/>
                <a:gd name="connsiteX29" fmla="*/ 25580 w 130116"/>
                <a:gd name="connsiteY29" fmla="*/ 157847 h 171708"/>
                <a:gd name="connsiteX30" fmla="*/ 25734 w 130116"/>
                <a:gd name="connsiteY30" fmla="*/ 157993 h 171708"/>
                <a:gd name="connsiteX31" fmla="*/ 41722 w 130116"/>
                <a:gd name="connsiteY31" fmla="*/ 170475 h 171708"/>
                <a:gd name="connsiteX32" fmla="*/ 41876 w 130116"/>
                <a:gd name="connsiteY32" fmla="*/ 170548 h 171708"/>
                <a:gd name="connsiteX33" fmla="*/ 45022 w 130116"/>
                <a:gd name="connsiteY33" fmla="*/ 171419 h 171708"/>
                <a:gd name="connsiteX34" fmla="*/ 51159 w 130116"/>
                <a:gd name="connsiteY34" fmla="*/ 167790 h 171708"/>
                <a:gd name="connsiteX35" fmla="*/ 64774 w 130116"/>
                <a:gd name="connsiteY35" fmla="*/ 156831 h 171708"/>
                <a:gd name="connsiteX36" fmla="*/ 78493 w 130116"/>
                <a:gd name="connsiteY36" fmla="*/ 168008 h 171708"/>
                <a:gd name="connsiteX37" fmla="*/ 84630 w 130116"/>
                <a:gd name="connsiteY37" fmla="*/ 171709 h 171708"/>
                <a:gd name="connsiteX38" fmla="*/ 87724 w 130116"/>
                <a:gd name="connsiteY38" fmla="*/ 170838 h 171708"/>
                <a:gd name="connsiteX39" fmla="*/ 87879 w 130116"/>
                <a:gd name="connsiteY39" fmla="*/ 170766 h 171708"/>
                <a:gd name="connsiteX40" fmla="*/ 104433 w 130116"/>
                <a:gd name="connsiteY40" fmla="*/ 157993 h 171708"/>
                <a:gd name="connsiteX41" fmla="*/ 104588 w 130116"/>
                <a:gd name="connsiteY41" fmla="*/ 157847 h 171708"/>
                <a:gd name="connsiteX42" fmla="*/ 107167 w 130116"/>
                <a:gd name="connsiteY42" fmla="*/ 144929 h 171708"/>
                <a:gd name="connsiteX43" fmla="*/ 105671 w 130116"/>
                <a:gd name="connsiteY43" fmla="*/ 135858 h 171708"/>
                <a:gd name="connsiteX44" fmla="*/ 122587 w 130116"/>
                <a:gd name="connsiteY44" fmla="*/ 112199 h 171708"/>
                <a:gd name="connsiteX45" fmla="*/ 123154 w 130116"/>
                <a:gd name="connsiteY45" fmla="*/ 112199 h 171708"/>
                <a:gd name="connsiteX46" fmla="*/ 128775 w 130116"/>
                <a:gd name="connsiteY46" fmla="*/ 103780 h 171708"/>
                <a:gd name="connsiteX47" fmla="*/ 130116 w 130116"/>
                <a:gd name="connsiteY47" fmla="*/ 85927 h 171708"/>
                <a:gd name="connsiteX48" fmla="*/ 128672 w 130116"/>
                <a:gd name="connsiteY48" fmla="*/ 67929 h 171708"/>
                <a:gd name="connsiteX49" fmla="*/ 121194 w 130116"/>
                <a:gd name="connsiteY49" fmla="*/ 101385 h 171708"/>
                <a:gd name="connsiteX50" fmla="*/ 97884 w 130116"/>
                <a:gd name="connsiteY50" fmla="*/ 135713 h 171708"/>
                <a:gd name="connsiteX51" fmla="*/ 99947 w 130116"/>
                <a:gd name="connsiteY51" fmla="*/ 148921 h 171708"/>
                <a:gd name="connsiteX52" fmla="*/ 84475 w 130116"/>
                <a:gd name="connsiteY52" fmla="*/ 160896 h 171708"/>
                <a:gd name="connsiteX53" fmla="*/ 83959 w 130116"/>
                <a:gd name="connsiteY53" fmla="*/ 160678 h 171708"/>
                <a:gd name="connsiteX54" fmla="*/ 78235 w 130116"/>
                <a:gd name="connsiteY54" fmla="*/ 153566 h 171708"/>
                <a:gd name="connsiteX55" fmla="*/ 64620 w 130116"/>
                <a:gd name="connsiteY55" fmla="*/ 146018 h 171708"/>
                <a:gd name="connsiteX56" fmla="*/ 51108 w 130116"/>
                <a:gd name="connsiteY56" fmla="*/ 153420 h 171708"/>
                <a:gd name="connsiteX57" fmla="*/ 45383 w 130116"/>
                <a:gd name="connsiteY57" fmla="*/ 160388 h 171708"/>
                <a:gd name="connsiteX58" fmla="*/ 44868 w 130116"/>
                <a:gd name="connsiteY58" fmla="*/ 160605 h 171708"/>
                <a:gd name="connsiteX59" fmla="*/ 44816 w 130116"/>
                <a:gd name="connsiteY59" fmla="*/ 160605 h 171708"/>
                <a:gd name="connsiteX60" fmla="*/ 29912 w 130116"/>
                <a:gd name="connsiteY60" fmla="*/ 148921 h 171708"/>
                <a:gd name="connsiteX61" fmla="*/ 32026 w 130116"/>
                <a:gd name="connsiteY61" fmla="*/ 135713 h 171708"/>
                <a:gd name="connsiteX62" fmla="*/ 8716 w 130116"/>
                <a:gd name="connsiteY62" fmla="*/ 101385 h 171708"/>
                <a:gd name="connsiteX63" fmla="*/ 7530 w 130116"/>
                <a:gd name="connsiteY63" fmla="*/ 85782 h 171708"/>
                <a:gd name="connsiteX64" fmla="*/ 8716 w 130116"/>
                <a:gd name="connsiteY64" fmla="*/ 70179 h 171708"/>
                <a:gd name="connsiteX65" fmla="*/ 32026 w 130116"/>
                <a:gd name="connsiteY65" fmla="*/ 35851 h 171708"/>
                <a:gd name="connsiteX66" fmla="*/ 29963 w 130116"/>
                <a:gd name="connsiteY66" fmla="*/ 22643 h 171708"/>
                <a:gd name="connsiteX67" fmla="*/ 45744 w 130116"/>
                <a:gd name="connsiteY67" fmla="*/ 10523 h 171708"/>
                <a:gd name="connsiteX68" fmla="*/ 45796 w 130116"/>
                <a:gd name="connsiteY68" fmla="*/ 10523 h 171708"/>
                <a:gd name="connsiteX69" fmla="*/ 46363 w 130116"/>
                <a:gd name="connsiteY69" fmla="*/ 10741 h 171708"/>
                <a:gd name="connsiteX70" fmla="*/ 52036 w 130116"/>
                <a:gd name="connsiteY70" fmla="*/ 17490 h 171708"/>
                <a:gd name="connsiteX71" fmla="*/ 65342 w 130116"/>
                <a:gd name="connsiteY71" fmla="*/ 24530 h 171708"/>
                <a:gd name="connsiteX72" fmla="*/ 78544 w 130116"/>
                <a:gd name="connsiteY72" fmla="*/ 17563 h 171708"/>
                <a:gd name="connsiteX73" fmla="*/ 84166 w 130116"/>
                <a:gd name="connsiteY73" fmla="*/ 10959 h 171708"/>
                <a:gd name="connsiteX74" fmla="*/ 84733 w 130116"/>
                <a:gd name="connsiteY74" fmla="*/ 10741 h 171708"/>
                <a:gd name="connsiteX75" fmla="*/ 84784 w 130116"/>
                <a:gd name="connsiteY75" fmla="*/ 10741 h 171708"/>
                <a:gd name="connsiteX76" fmla="*/ 99998 w 130116"/>
                <a:gd name="connsiteY76" fmla="*/ 22570 h 171708"/>
                <a:gd name="connsiteX77" fmla="*/ 97935 w 130116"/>
                <a:gd name="connsiteY77" fmla="*/ 35779 h 171708"/>
                <a:gd name="connsiteX78" fmla="*/ 121246 w 130116"/>
                <a:gd name="connsiteY78" fmla="*/ 70106 h 171708"/>
                <a:gd name="connsiteX79" fmla="*/ 122432 w 130116"/>
                <a:gd name="connsiteY79" fmla="*/ 85709 h 171708"/>
                <a:gd name="connsiteX80" fmla="*/ 121194 w 130116"/>
                <a:gd name="connsiteY80" fmla="*/ 101385 h 171708"/>
                <a:gd name="connsiteX81" fmla="*/ 64671 w 130116"/>
                <a:gd name="connsiteY81" fmla="*/ 54140 h 171708"/>
                <a:gd name="connsiteX82" fmla="*/ 42134 w 130116"/>
                <a:gd name="connsiteY82" fmla="*/ 85637 h 171708"/>
                <a:gd name="connsiteX83" fmla="*/ 64671 w 130116"/>
                <a:gd name="connsiteY83" fmla="*/ 117134 h 171708"/>
                <a:gd name="connsiteX84" fmla="*/ 87208 w 130116"/>
                <a:gd name="connsiteY84" fmla="*/ 85637 h 171708"/>
                <a:gd name="connsiteX85" fmla="*/ 64671 w 130116"/>
                <a:gd name="connsiteY85" fmla="*/ 54140 h 171708"/>
                <a:gd name="connsiteX86" fmla="*/ 64671 w 130116"/>
                <a:gd name="connsiteY86" fmla="*/ 106465 h 171708"/>
                <a:gd name="connsiteX87" fmla="*/ 49819 w 130116"/>
                <a:gd name="connsiteY87" fmla="*/ 85709 h 171708"/>
                <a:gd name="connsiteX88" fmla="*/ 64671 w 130116"/>
                <a:gd name="connsiteY88" fmla="*/ 64953 h 171708"/>
                <a:gd name="connsiteX89" fmla="*/ 79524 w 130116"/>
                <a:gd name="connsiteY89" fmla="*/ 85709 h 171708"/>
                <a:gd name="connsiteX90" fmla="*/ 64671 w 130116"/>
                <a:gd name="connsiteY90" fmla="*/ 106465 h 171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30116" h="171708">
                  <a:moveTo>
                    <a:pt x="128672" y="67929"/>
                  </a:moveTo>
                  <a:cubicBezTo>
                    <a:pt x="127950" y="62704"/>
                    <a:pt x="125733" y="59365"/>
                    <a:pt x="123051" y="59510"/>
                  </a:cubicBezTo>
                  <a:lnTo>
                    <a:pt x="122484" y="59510"/>
                  </a:lnTo>
                  <a:cubicBezTo>
                    <a:pt x="113149" y="59510"/>
                    <a:pt x="105568" y="48915"/>
                    <a:pt x="105568" y="35851"/>
                  </a:cubicBezTo>
                  <a:cubicBezTo>
                    <a:pt x="105568" y="31569"/>
                    <a:pt x="107012" y="26852"/>
                    <a:pt x="107064" y="26852"/>
                  </a:cubicBezTo>
                  <a:cubicBezTo>
                    <a:pt x="108508" y="22280"/>
                    <a:pt x="107425" y="16764"/>
                    <a:pt x="104485" y="13934"/>
                  </a:cubicBezTo>
                  <a:lnTo>
                    <a:pt x="104330" y="13789"/>
                  </a:lnTo>
                  <a:lnTo>
                    <a:pt x="88033" y="1161"/>
                  </a:lnTo>
                  <a:lnTo>
                    <a:pt x="87879" y="1089"/>
                  </a:lnTo>
                  <a:cubicBezTo>
                    <a:pt x="86899" y="508"/>
                    <a:pt x="85867" y="218"/>
                    <a:pt x="84733" y="218"/>
                  </a:cubicBezTo>
                  <a:cubicBezTo>
                    <a:pt x="82412" y="218"/>
                    <a:pt x="80143" y="1524"/>
                    <a:pt x="78647" y="3701"/>
                  </a:cubicBezTo>
                  <a:cubicBezTo>
                    <a:pt x="76636" y="6604"/>
                    <a:pt x="70396" y="14007"/>
                    <a:pt x="65342" y="14007"/>
                  </a:cubicBezTo>
                  <a:cubicBezTo>
                    <a:pt x="60236" y="14007"/>
                    <a:pt x="53944" y="6386"/>
                    <a:pt x="51933" y="3484"/>
                  </a:cubicBezTo>
                  <a:cubicBezTo>
                    <a:pt x="50437" y="1306"/>
                    <a:pt x="48117" y="0"/>
                    <a:pt x="45796" y="0"/>
                  </a:cubicBezTo>
                  <a:cubicBezTo>
                    <a:pt x="44661" y="0"/>
                    <a:pt x="43682" y="290"/>
                    <a:pt x="42702" y="871"/>
                  </a:cubicBezTo>
                  <a:lnTo>
                    <a:pt x="42547" y="943"/>
                  </a:lnTo>
                  <a:lnTo>
                    <a:pt x="25683" y="13862"/>
                  </a:lnTo>
                  <a:lnTo>
                    <a:pt x="25528" y="14007"/>
                  </a:lnTo>
                  <a:cubicBezTo>
                    <a:pt x="22640" y="16837"/>
                    <a:pt x="21506" y="22425"/>
                    <a:pt x="22950" y="26925"/>
                  </a:cubicBezTo>
                  <a:cubicBezTo>
                    <a:pt x="22950" y="26997"/>
                    <a:pt x="24445" y="31715"/>
                    <a:pt x="24445" y="35996"/>
                  </a:cubicBezTo>
                  <a:cubicBezTo>
                    <a:pt x="24445" y="49060"/>
                    <a:pt x="16864" y="59655"/>
                    <a:pt x="7530" y="59655"/>
                  </a:cubicBezTo>
                  <a:lnTo>
                    <a:pt x="6962" y="59655"/>
                  </a:lnTo>
                  <a:cubicBezTo>
                    <a:pt x="4229" y="59583"/>
                    <a:pt x="2011" y="62921"/>
                    <a:pt x="1341" y="68074"/>
                  </a:cubicBezTo>
                  <a:cubicBezTo>
                    <a:pt x="1289" y="68509"/>
                    <a:pt x="0" y="78234"/>
                    <a:pt x="0" y="85927"/>
                  </a:cubicBezTo>
                  <a:cubicBezTo>
                    <a:pt x="0" y="93620"/>
                    <a:pt x="1289" y="103345"/>
                    <a:pt x="1341" y="103780"/>
                  </a:cubicBezTo>
                  <a:cubicBezTo>
                    <a:pt x="2063" y="108933"/>
                    <a:pt x="4229" y="112199"/>
                    <a:pt x="6911" y="112199"/>
                  </a:cubicBezTo>
                  <a:lnTo>
                    <a:pt x="7581" y="112199"/>
                  </a:lnTo>
                  <a:cubicBezTo>
                    <a:pt x="16916" y="112199"/>
                    <a:pt x="24497" y="122794"/>
                    <a:pt x="24497" y="135858"/>
                  </a:cubicBezTo>
                  <a:cubicBezTo>
                    <a:pt x="24497" y="140139"/>
                    <a:pt x="23053" y="144857"/>
                    <a:pt x="23001" y="144929"/>
                  </a:cubicBezTo>
                  <a:cubicBezTo>
                    <a:pt x="21557" y="149429"/>
                    <a:pt x="22640" y="155017"/>
                    <a:pt x="25580" y="157847"/>
                  </a:cubicBezTo>
                  <a:lnTo>
                    <a:pt x="25734" y="157993"/>
                  </a:lnTo>
                  <a:lnTo>
                    <a:pt x="41722" y="170475"/>
                  </a:lnTo>
                  <a:lnTo>
                    <a:pt x="41876" y="170548"/>
                  </a:lnTo>
                  <a:cubicBezTo>
                    <a:pt x="42856" y="171128"/>
                    <a:pt x="43888" y="171419"/>
                    <a:pt x="45022" y="171419"/>
                  </a:cubicBezTo>
                  <a:cubicBezTo>
                    <a:pt x="47343" y="171419"/>
                    <a:pt x="49664" y="170040"/>
                    <a:pt x="51159" y="167790"/>
                  </a:cubicBezTo>
                  <a:cubicBezTo>
                    <a:pt x="53016" y="164960"/>
                    <a:pt x="59566" y="156831"/>
                    <a:pt x="64774" y="156831"/>
                  </a:cubicBezTo>
                  <a:cubicBezTo>
                    <a:pt x="70035" y="156831"/>
                    <a:pt x="76430" y="164887"/>
                    <a:pt x="78493" y="168008"/>
                  </a:cubicBezTo>
                  <a:cubicBezTo>
                    <a:pt x="79988" y="170258"/>
                    <a:pt x="82309" y="171709"/>
                    <a:pt x="84630" y="171709"/>
                  </a:cubicBezTo>
                  <a:cubicBezTo>
                    <a:pt x="85713" y="171709"/>
                    <a:pt x="86744" y="171419"/>
                    <a:pt x="87724" y="170838"/>
                  </a:cubicBezTo>
                  <a:lnTo>
                    <a:pt x="87879" y="170766"/>
                  </a:lnTo>
                  <a:lnTo>
                    <a:pt x="104433" y="157993"/>
                  </a:lnTo>
                  <a:lnTo>
                    <a:pt x="104588" y="157847"/>
                  </a:lnTo>
                  <a:cubicBezTo>
                    <a:pt x="107476" y="155017"/>
                    <a:pt x="108611" y="149429"/>
                    <a:pt x="107167" y="144929"/>
                  </a:cubicBezTo>
                  <a:cubicBezTo>
                    <a:pt x="107167" y="144857"/>
                    <a:pt x="105671" y="140139"/>
                    <a:pt x="105671" y="135858"/>
                  </a:cubicBezTo>
                  <a:cubicBezTo>
                    <a:pt x="105671" y="122794"/>
                    <a:pt x="113252" y="112199"/>
                    <a:pt x="122587" y="112199"/>
                  </a:cubicBezTo>
                  <a:lnTo>
                    <a:pt x="123154" y="112199"/>
                  </a:lnTo>
                  <a:cubicBezTo>
                    <a:pt x="125887" y="112271"/>
                    <a:pt x="128105" y="108933"/>
                    <a:pt x="128775" y="103780"/>
                  </a:cubicBezTo>
                  <a:cubicBezTo>
                    <a:pt x="128827" y="103345"/>
                    <a:pt x="130116" y="93620"/>
                    <a:pt x="130116" y="85927"/>
                  </a:cubicBezTo>
                  <a:cubicBezTo>
                    <a:pt x="130065" y="78089"/>
                    <a:pt x="128724" y="68364"/>
                    <a:pt x="128672" y="67929"/>
                  </a:cubicBezTo>
                  <a:close/>
                  <a:moveTo>
                    <a:pt x="121194" y="101385"/>
                  </a:moveTo>
                  <a:cubicBezTo>
                    <a:pt x="108250" y="102329"/>
                    <a:pt x="97884" y="117351"/>
                    <a:pt x="97884" y="135713"/>
                  </a:cubicBezTo>
                  <a:cubicBezTo>
                    <a:pt x="97884" y="141881"/>
                    <a:pt x="99586" y="147687"/>
                    <a:pt x="99947" y="148921"/>
                  </a:cubicBezTo>
                  <a:lnTo>
                    <a:pt x="84475" y="160896"/>
                  </a:lnTo>
                  <a:cubicBezTo>
                    <a:pt x="84269" y="160896"/>
                    <a:pt x="84062" y="160823"/>
                    <a:pt x="83959" y="160678"/>
                  </a:cubicBezTo>
                  <a:cubicBezTo>
                    <a:pt x="83701" y="160242"/>
                    <a:pt x="81432" y="156904"/>
                    <a:pt x="78235" y="153566"/>
                  </a:cubicBezTo>
                  <a:cubicBezTo>
                    <a:pt x="73439" y="148558"/>
                    <a:pt x="68849" y="146018"/>
                    <a:pt x="64620" y="146018"/>
                  </a:cubicBezTo>
                  <a:cubicBezTo>
                    <a:pt x="60442" y="146018"/>
                    <a:pt x="55904" y="148485"/>
                    <a:pt x="51108" y="153420"/>
                  </a:cubicBezTo>
                  <a:cubicBezTo>
                    <a:pt x="47910" y="156686"/>
                    <a:pt x="45693" y="160025"/>
                    <a:pt x="45383" y="160388"/>
                  </a:cubicBezTo>
                  <a:cubicBezTo>
                    <a:pt x="45332" y="160460"/>
                    <a:pt x="45126" y="160605"/>
                    <a:pt x="44868" y="160605"/>
                  </a:cubicBezTo>
                  <a:lnTo>
                    <a:pt x="44816" y="160605"/>
                  </a:lnTo>
                  <a:lnTo>
                    <a:pt x="29912" y="148921"/>
                  </a:lnTo>
                  <a:cubicBezTo>
                    <a:pt x="30273" y="147760"/>
                    <a:pt x="32026" y="141809"/>
                    <a:pt x="32026" y="135713"/>
                  </a:cubicBezTo>
                  <a:cubicBezTo>
                    <a:pt x="32026" y="117351"/>
                    <a:pt x="21660" y="102329"/>
                    <a:pt x="8716" y="101385"/>
                  </a:cubicBezTo>
                  <a:cubicBezTo>
                    <a:pt x="8509" y="99934"/>
                    <a:pt x="7530" y="91878"/>
                    <a:pt x="7530" y="85782"/>
                  </a:cubicBezTo>
                  <a:cubicBezTo>
                    <a:pt x="7530" y="79686"/>
                    <a:pt x="8509" y="71630"/>
                    <a:pt x="8716" y="70179"/>
                  </a:cubicBezTo>
                  <a:cubicBezTo>
                    <a:pt x="21712" y="69235"/>
                    <a:pt x="32026" y="54212"/>
                    <a:pt x="32026" y="35851"/>
                  </a:cubicBezTo>
                  <a:cubicBezTo>
                    <a:pt x="32026" y="29755"/>
                    <a:pt x="30324" y="23877"/>
                    <a:pt x="29963" y="22643"/>
                  </a:cubicBezTo>
                  <a:lnTo>
                    <a:pt x="45744" y="10523"/>
                  </a:lnTo>
                  <a:lnTo>
                    <a:pt x="45796" y="10523"/>
                  </a:lnTo>
                  <a:cubicBezTo>
                    <a:pt x="46054" y="10523"/>
                    <a:pt x="46312" y="10668"/>
                    <a:pt x="46363" y="10741"/>
                  </a:cubicBezTo>
                  <a:cubicBezTo>
                    <a:pt x="46621" y="11104"/>
                    <a:pt x="48839" y="14297"/>
                    <a:pt x="52036" y="17490"/>
                  </a:cubicBezTo>
                  <a:cubicBezTo>
                    <a:pt x="56781" y="22208"/>
                    <a:pt x="61216" y="24530"/>
                    <a:pt x="65342" y="24530"/>
                  </a:cubicBezTo>
                  <a:cubicBezTo>
                    <a:pt x="69416" y="24530"/>
                    <a:pt x="73851" y="22208"/>
                    <a:pt x="78544" y="17563"/>
                  </a:cubicBezTo>
                  <a:cubicBezTo>
                    <a:pt x="81690" y="14442"/>
                    <a:pt x="83908" y="11321"/>
                    <a:pt x="84166" y="10959"/>
                  </a:cubicBezTo>
                  <a:cubicBezTo>
                    <a:pt x="84269" y="10886"/>
                    <a:pt x="84475" y="10741"/>
                    <a:pt x="84733" y="10741"/>
                  </a:cubicBezTo>
                  <a:lnTo>
                    <a:pt x="84784" y="10741"/>
                  </a:lnTo>
                  <a:lnTo>
                    <a:pt x="99998" y="22570"/>
                  </a:lnTo>
                  <a:cubicBezTo>
                    <a:pt x="99637" y="23732"/>
                    <a:pt x="97935" y="29683"/>
                    <a:pt x="97935" y="35779"/>
                  </a:cubicBezTo>
                  <a:cubicBezTo>
                    <a:pt x="97935" y="54140"/>
                    <a:pt x="108301" y="69163"/>
                    <a:pt x="121246" y="70106"/>
                  </a:cubicBezTo>
                  <a:cubicBezTo>
                    <a:pt x="121452" y="71558"/>
                    <a:pt x="122432" y="79613"/>
                    <a:pt x="122432" y="85709"/>
                  </a:cubicBezTo>
                  <a:cubicBezTo>
                    <a:pt x="122380" y="91878"/>
                    <a:pt x="121349" y="99934"/>
                    <a:pt x="121194" y="101385"/>
                  </a:cubicBezTo>
                  <a:close/>
                  <a:moveTo>
                    <a:pt x="64671" y="54140"/>
                  </a:moveTo>
                  <a:cubicBezTo>
                    <a:pt x="52242" y="54140"/>
                    <a:pt x="42134" y="68292"/>
                    <a:pt x="42134" y="85637"/>
                  </a:cubicBezTo>
                  <a:cubicBezTo>
                    <a:pt x="42134" y="102982"/>
                    <a:pt x="52242" y="117134"/>
                    <a:pt x="64671" y="117134"/>
                  </a:cubicBezTo>
                  <a:cubicBezTo>
                    <a:pt x="77100" y="117134"/>
                    <a:pt x="87208" y="102982"/>
                    <a:pt x="87208" y="85637"/>
                  </a:cubicBezTo>
                  <a:cubicBezTo>
                    <a:pt x="87208" y="68292"/>
                    <a:pt x="77100" y="54140"/>
                    <a:pt x="64671" y="54140"/>
                  </a:cubicBezTo>
                  <a:close/>
                  <a:moveTo>
                    <a:pt x="64671" y="106465"/>
                  </a:moveTo>
                  <a:cubicBezTo>
                    <a:pt x="56471" y="106465"/>
                    <a:pt x="49819" y="97176"/>
                    <a:pt x="49819" y="85709"/>
                  </a:cubicBezTo>
                  <a:cubicBezTo>
                    <a:pt x="49819" y="74243"/>
                    <a:pt x="56523" y="64953"/>
                    <a:pt x="64671" y="64953"/>
                  </a:cubicBezTo>
                  <a:cubicBezTo>
                    <a:pt x="72871" y="64953"/>
                    <a:pt x="79524" y="74243"/>
                    <a:pt x="79524" y="85709"/>
                  </a:cubicBezTo>
                  <a:cubicBezTo>
                    <a:pt x="79524" y="97103"/>
                    <a:pt x="72871" y="106465"/>
                    <a:pt x="64671" y="106465"/>
                  </a:cubicBezTo>
                  <a:close/>
                </a:path>
              </a:pathLst>
            </a:custGeom>
            <a:solidFill>
              <a:schemeClr val="accent1"/>
            </a:solidFill>
            <a:ln w="119" cap="flat">
              <a:solidFill>
                <a:schemeClr val="accent1"/>
              </a:solidFill>
              <a:prstDash val="solid"/>
              <a:miter/>
            </a:ln>
          </p:spPr>
          <p:txBody>
            <a:bodyPr rtlCol="0" anchor="ctr"/>
            <a:lstStyle/>
            <a:p>
              <a:endParaRPr lang="zh-CN" altLang="en-US"/>
            </a:p>
          </p:txBody>
        </p:sp>
      </p:grpSp>
      <p:grpSp>
        <p:nvGrpSpPr>
          <p:cNvPr id="142" name="组合 141">
            <a:extLst>
              <a:ext uri="{FF2B5EF4-FFF2-40B4-BE49-F238E27FC236}">
                <a16:creationId xmlns:a16="http://schemas.microsoft.com/office/drawing/2014/main" id="{3BDC4F69-009A-7028-8870-258BF91D8EDD}"/>
              </a:ext>
            </a:extLst>
          </p:cNvPr>
          <p:cNvGrpSpPr/>
          <p:nvPr/>
        </p:nvGrpSpPr>
        <p:grpSpPr>
          <a:xfrm>
            <a:off x="8760504" y="1684882"/>
            <a:ext cx="176169" cy="172418"/>
            <a:chOff x="8753348" y="1662652"/>
            <a:chExt cx="176169" cy="172418"/>
          </a:xfrm>
        </p:grpSpPr>
        <p:sp>
          <p:nvSpPr>
            <p:cNvPr id="140" name="任意多边形: 形状 139">
              <a:extLst>
                <a:ext uri="{FF2B5EF4-FFF2-40B4-BE49-F238E27FC236}">
                  <a16:creationId xmlns:a16="http://schemas.microsoft.com/office/drawing/2014/main" id="{58AF5A7F-6B4C-3F8B-40D3-E0E3E868E135}"/>
                </a:ext>
              </a:extLst>
            </p:cNvPr>
            <p:cNvSpPr/>
            <p:nvPr/>
          </p:nvSpPr>
          <p:spPr>
            <a:xfrm>
              <a:off x="8753348" y="1662652"/>
              <a:ext cx="176169" cy="172418"/>
            </a:xfrm>
            <a:custGeom>
              <a:avLst/>
              <a:gdLst>
                <a:gd name="connsiteX0" fmla="*/ 168781 w 176169"/>
                <a:gd name="connsiteY0" fmla="*/ 172419 h 172418"/>
                <a:gd name="connsiteX1" fmla="*/ 7396 w 176169"/>
                <a:gd name="connsiteY1" fmla="*/ 172419 h 172418"/>
                <a:gd name="connsiteX2" fmla="*/ 0 w 176169"/>
                <a:gd name="connsiteY2" fmla="*/ 165030 h 172418"/>
                <a:gd name="connsiteX3" fmla="*/ 0 w 176169"/>
                <a:gd name="connsiteY3" fmla="*/ 7389 h 172418"/>
                <a:gd name="connsiteX4" fmla="*/ 7396 w 176169"/>
                <a:gd name="connsiteY4" fmla="*/ 0 h 172418"/>
                <a:gd name="connsiteX5" fmla="*/ 14785 w 176169"/>
                <a:gd name="connsiteY5" fmla="*/ 7389 h 172418"/>
                <a:gd name="connsiteX6" fmla="*/ 14785 w 176169"/>
                <a:gd name="connsiteY6" fmla="*/ 157633 h 172418"/>
                <a:gd name="connsiteX7" fmla="*/ 168781 w 176169"/>
                <a:gd name="connsiteY7" fmla="*/ 157633 h 172418"/>
                <a:gd name="connsiteX8" fmla="*/ 176170 w 176169"/>
                <a:gd name="connsiteY8" fmla="*/ 165029 h 172418"/>
                <a:gd name="connsiteX9" fmla="*/ 168781 w 176169"/>
                <a:gd name="connsiteY9" fmla="*/ 172419 h 172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6169" h="172418">
                  <a:moveTo>
                    <a:pt x="168781" y="172419"/>
                  </a:moveTo>
                  <a:lnTo>
                    <a:pt x="7396" y="172419"/>
                  </a:lnTo>
                  <a:cubicBezTo>
                    <a:pt x="3308" y="172419"/>
                    <a:pt x="0" y="169114"/>
                    <a:pt x="0" y="165030"/>
                  </a:cubicBezTo>
                  <a:lnTo>
                    <a:pt x="0" y="7389"/>
                  </a:lnTo>
                  <a:cubicBezTo>
                    <a:pt x="0" y="3304"/>
                    <a:pt x="3308" y="0"/>
                    <a:pt x="7396" y="0"/>
                  </a:cubicBezTo>
                  <a:cubicBezTo>
                    <a:pt x="11477" y="0"/>
                    <a:pt x="14785" y="3304"/>
                    <a:pt x="14785" y="7389"/>
                  </a:cubicBezTo>
                  <a:lnTo>
                    <a:pt x="14785" y="157633"/>
                  </a:lnTo>
                  <a:lnTo>
                    <a:pt x="168781" y="157633"/>
                  </a:lnTo>
                  <a:cubicBezTo>
                    <a:pt x="172865" y="157633"/>
                    <a:pt x="176170" y="160941"/>
                    <a:pt x="176170" y="165029"/>
                  </a:cubicBezTo>
                  <a:cubicBezTo>
                    <a:pt x="176170" y="169114"/>
                    <a:pt x="172865" y="172419"/>
                    <a:pt x="168781" y="172419"/>
                  </a:cubicBezTo>
                </a:path>
              </a:pathLst>
            </a:custGeom>
            <a:solidFill>
              <a:schemeClr val="accent1"/>
            </a:solidFill>
            <a:ln w="195" cap="flat">
              <a:noFill/>
              <a:prstDash val="solid"/>
              <a:miter/>
            </a:ln>
          </p:spPr>
          <p:txBody>
            <a:bodyPr rtlCol="0" anchor="ctr"/>
            <a:lstStyle/>
            <a:p>
              <a:endParaRPr lang="zh-CN" altLang="en-US"/>
            </a:p>
          </p:txBody>
        </p:sp>
        <p:sp>
          <p:nvSpPr>
            <p:cNvPr id="141" name="任意多边形: 形状 140">
              <a:extLst>
                <a:ext uri="{FF2B5EF4-FFF2-40B4-BE49-F238E27FC236}">
                  <a16:creationId xmlns:a16="http://schemas.microsoft.com/office/drawing/2014/main" id="{D4E40686-6F47-CF80-08E1-8F458DC93430}"/>
                </a:ext>
              </a:extLst>
            </p:cNvPr>
            <p:cNvSpPr/>
            <p:nvPr/>
          </p:nvSpPr>
          <p:spPr>
            <a:xfrm>
              <a:off x="8780541" y="1663220"/>
              <a:ext cx="146258" cy="145042"/>
            </a:xfrm>
            <a:custGeom>
              <a:avLst/>
              <a:gdLst>
                <a:gd name="connsiteX0" fmla="*/ 34084 w 146258"/>
                <a:gd name="connsiteY0" fmla="*/ 145043 h 145042"/>
                <a:gd name="connsiteX1" fmla="*/ 6817 w 146258"/>
                <a:gd name="connsiteY1" fmla="*/ 145043 h 145042"/>
                <a:gd name="connsiteX2" fmla="*/ 0 w 146258"/>
                <a:gd name="connsiteY2" fmla="*/ 138218 h 145042"/>
                <a:gd name="connsiteX3" fmla="*/ 0 w 146258"/>
                <a:gd name="connsiteY3" fmla="*/ 100027 h 145042"/>
                <a:gd name="connsiteX4" fmla="*/ 6817 w 146258"/>
                <a:gd name="connsiteY4" fmla="*/ 93203 h 145042"/>
                <a:gd name="connsiteX5" fmla="*/ 34084 w 146258"/>
                <a:gd name="connsiteY5" fmla="*/ 93203 h 145042"/>
                <a:gd name="connsiteX6" fmla="*/ 40905 w 146258"/>
                <a:gd name="connsiteY6" fmla="*/ 100027 h 145042"/>
                <a:gd name="connsiteX7" fmla="*/ 40905 w 146258"/>
                <a:gd name="connsiteY7" fmla="*/ 138218 h 145042"/>
                <a:gd name="connsiteX8" fmla="*/ 34084 w 146258"/>
                <a:gd name="connsiteY8" fmla="*/ 145043 h 145042"/>
                <a:gd name="connsiteX9" fmla="*/ 13642 w 146258"/>
                <a:gd name="connsiteY9" fmla="*/ 131400 h 145042"/>
                <a:gd name="connsiteX10" fmla="*/ 27259 w 146258"/>
                <a:gd name="connsiteY10" fmla="*/ 131400 h 145042"/>
                <a:gd name="connsiteX11" fmla="*/ 27259 w 146258"/>
                <a:gd name="connsiteY11" fmla="*/ 106848 h 145042"/>
                <a:gd name="connsiteX12" fmla="*/ 13642 w 146258"/>
                <a:gd name="connsiteY12" fmla="*/ 106848 h 145042"/>
                <a:gd name="connsiteX13" fmla="*/ 13642 w 146258"/>
                <a:gd name="connsiteY13" fmla="*/ 131400 h 145042"/>
                <a:gd name="connsiteX14" fmla="*/ 139438 w 146258"/>
                <a:gd name="connsiteY14" fmla="*/ 145043 h 145042"/>
                <a:gd name="connsiteX15" fmla="*/ 112168 w 146258"/>
                <a:gd name="connsiteY15" fmla="*/ 145043 h 145042"/>
                <a:gd name="connsiteX16" fmla="*/ 105343 w 146258"/>
                <a:gd name="connsiteY16" fmla="*/ 138218 h 145042"/>
                <a:gd name="connsiteX17" fmla="*/ 105343 w 146258"/>
                <a:gd name="connsiteY17" fmla="*/ 6821 h 145042"/>
                <a:gd name="connsiteX18" fmla="*/ 112168 w 146258"/>
                <a:gd name="connsiteY18" fmla="*/ 0 h 145042"/>
                <a:gd name="connsiteX19" fmla="*/ 139438 w 146258"/>
                <a:gd name="connsiteY19" fmla="*/ 0 h 145042"/>
                <a:gd name="connsiteX20" fmla="*/ 146258 w 146258"/>
                <a:gd name="connsiteY20" fmla="*/ 6821 h 145042"/>
                <a:gd name="connsiteX21" fmla="*/ 146258 w 146258"/>
                <a:gd name="connsiteY21" fmla="*/ 138218 h 145042"/>
                <a:gd name="connsiteX22" fmla="*/ 139438 w 146258"/>
                <a:gd name="connsiteY22" fmla="*/ 145043 h 145042"/>
                <a:gd name="connsiteX23" fmla="*/ 118985 w 146258"/>
                <a:gd name="connsiteY23" fmla="*/ 131400 h 145042"/>
                <a:gd name="connsiteX24" fmla="*/ 132613 w 146258"/>
                <a:gd name="connsiteY24" fmla="*/ 131400 h 145042"/>
                <a:gd name="connsiteX25" fmla="*/ 132613 w 146258"/>
                <a:gd name="connsiteY25" fmla="*/ 13642 h 145042"/>
                <a:gd name="connsiteX26" fmla="*/ 118985 w 146258"/>
                <a:gd name="connsiteY26" fmla="*/ 13642 h 145042"/>
                <a:gd name="connsiteX27" fmla="*/ 118985 w 146258"/>
                <a:gd name="connsiteY27" fmla="*/ 131400 h 145042"/>
                <a:gd name="connsiteX28" fmla="*/ 86755 w 146258"/>
                <a:gd name="connsiteY28" fmla="*/ 145043 h 145042"/>
                <a:gd name="connsiteX29" fmla="*/ 59493 w 146258"/>
                <a:gd name="connsiteY29" fmla="*/ 145043 h 145042"/>
                <a:gd name="connsiteX30" fmla="*/ 52672 w 146258"/>
                <a:gd name="connsiteY30" fmla="*/ 138218 h 145042"/>
                <a:gd name="connsiteX31" fmla="*/ 52672 w 146258"/>
                <a:gd name="connsiteY31" fmla="*/ 52598 h 145042"/>
                <a:gd name="connsiteX32" fmla="*/ 59493 w 146258"/>
                <a:gd name="connsiteY32" fmla="*/ 45777 h 145042"/>
                <a:gd name="connsiteX33" fmla="*/ 86755 w 146258"/>
                <a:gd name="connsiteY33" fmla="*/ 45777 h 145042"/>
                <a:gd name="connsiteX34" fmla="*/ 93580 w 146258"/>
                <a:gd name="connsiteY34" fmla="*/ 52598 h 145042"/>
                <a:gd name="connsiteX35" fmla="*/ 93580 w 146258"/>
                <a:gd name="connsiteY35" fmla="*/ 138218 h 145042"/>
                <a:gd name="connsiteX36" fmla="*/ 86755 w 146258"/>
                <a:gd name="connsiteY36" fmla="*/ 145043 h 145042"/>
                <a:gd name="connsiteX37" fmla="*/ 66310 w 146258"/>
                <a:gd name="connsiteY37" fmla="*/ 131400 h 145042"/>
                <a:gd name="connsiteX38" fmla="*/ 79934 w 146258"/>
                <a:gd name="connsiteY38" fmla="*/ 131400 h 145042"/>
                <a:gd name="connsiteX39" fmla="*/ 79934 w 146258"/>
                <a:gd name="connsiteY39" fmla="*/ 59419 h 145042"/>
                <a:gd name="connsiteX40" fmla="*/ 66310 w 146258"/>
                <a:gd name="connsiteY40" fmla="*/ 59419 h 145042"/>
                <a:gd name="connsiteX41" fmla="*/ 66310 w 146258"/>
                <a:gd name="connsiteY41" fmla="*/ 131400 h 145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46258" h="145042">
                  <a:moveTo>
                    <a:pt x="34084" y="145043"/>
                  </a:moveTo>
                  <a:lnTo>
                    <a:pt x="6817" y="145043"/>
                  </a:lnTo>
                  <a:cubicBezTo>
                    <a:pt x="3051" y="145043"/>
                    <a:pt x="0" y="141987"/>
                    <a:pt x="0" y="138218"/>
                  </a:cubicBezTo>
                  <a:lnTo>
                    <a:pt x="0" y="100027"/>
                  </a:lnTo>
                  <a:cubicBezTo>
                    <a:pt x="0" y="96261"/>
                    <a:pt x="3051" y="93203"/>
                    <a:pt x="6817" y="93203"/>
                  </a:cubicBezTo>
                  <a:lnTo>
                    <a:pt x="34084" y="93203"/>
                  </a:lnTo>
                  <a:cubicBezTo>
                    <a:pt x="37854" y="93203"/>
                    <a:pt x="40905" y="96261"/>
                    <a:pt x="40905" y="100027"/>
                  </a:cubicBezTo>
                  <a:lnTo>
                    <a:pt x="40905" y="138218"/>
                  </a:lnTo>
                  <a:cubicBezTo>
                    <a:pt x="40905" y="141987"/>
                    <a:pt x="37854" y="145043"/>
                    <a:pt x="34084" y="145043"/>
                  </a:cubicBezTo>
                  <a:moveTo>
                    <a:pt x="13642" y="131400"/>
                  </a:moveTo>
                  <a:lnTo>
                    <a:pt x="27259" y="131400"/>
                  </a:lnTo>
                  <a:lnTo>
                    <a:pt x="27259" y="106848"/>
                  </a:lnTo>
                  <a:lnTo>
                    <a:pt x="13642" y="106848"/>
                  </a:lnTo>
                  <a:lnTo>
                    <a:pt x="13642" y="131400"/>
                  </a:lnTo>
                  <a:close/>
                  <a:moveTo>
                    <a:pt x="139438" y="145043"/>
                  </a:moveTo>
                  <a:lnTo>
                    <a:pt x="112168" y="145043"/>
                  </a:lnTo>
                  <a:cubicBezTo>
                    <a:pt x="108398" y="145043"/>
                    <a:pt x="105343" y="141987"/>
                    <a:pt x="105343" y="138218"/>
                  </a:cubicBezTo>
                  <a:lnTo>
                    <a:pt x="105343" y="6821"/>
                  </a:lnTo>
                  <a:cubicBezTo>
                    <a:pt x="105343" y="3055"/>
                    <a:pt x="108398" y="0"/>
                    <a:pt x="112168" y="0"/>
                  </a:cubicBezTo>
                  <a:lnTo>
                    <a:pt x="139438" y="0"/>
                  </a:lnTo>
                  <a:cubicBezTo>
                    <a:pt x="143203" y="0"/>
                    <a:pt x="146258" y="3055"/>
                    <a:pt x="146258" y="6821"/>
                  </a:cubicBezTo>
                  <a:lnTo>
                    <a:pt x="146258" y="138218"/>
                  </a:lnTo>
                  <a:cubicBezTo>
                    <a:pt x="146259" y="141987"/>
                    <a:pt x="143204" y="145043"/>
                    <a:pt x="139438" y="145043"/>
                  </a:cubicBezTo>
                  <a:moveTo>
                    <a:pt x="118985" y="131400"/>
                  </a:moveTo>
                  <a:lnTo>
                    <a:pt x="132613" y="131400"/>
                  </a:lnTo>
                  <a:lnTo>
                    <a:pt x="132613" y="13642"/>
                  </a:lnTo>
                  <a:lnTo>
                    <a:pt x="118985" y="13642"/>
                  </a:lnTo>
                  <a:lnTo>
                    <a:pt x="118985" y="131400"/>
                  </a:lnTo>
                  <a:close/>
                  <a:moveTo>
                    <a:pt x="86755" y="145043"/>
                  </a:moveTo>
                  <a:lnTo>
                    <a:pt x="59493" y="145043"/>
                  </a:lnTo>
                  <a:cubicBezTo>
                    <a:pt x="55723" y="145043"/>
                    <a:pt x="52672" y="141987"/>
                    <a:pt x="52672" y="138218"/>
                  </a:cubicBezTo>
                  <a:lnTo>
                    <a:pt x="52672" y="52598"/>
                  </a:lnTo>
                  <a:cubicBezTo>
                    <a:pt x="52672" y="48828"/>
                    <a:pt x="55723" y="45777"/>
                    <a:pt x="59493" y="45777"/>
                  </a:cubicBezTo>
                  <a:lnTo>
                    <a:pt x="86755" y="45777"/>
                  </a:lnTo>
                  <a:cubicBezTo>
                    <a:pt x="90525" y="45777"/>
                    <a:pt x="93580" y="48829"/>
                    <a:pt x="93580" y="52598"/>
                  </a:cubicBezTo>
                  <a:lnTo>
                    <a:pt x="93580" y="138218"/>
                  </a:lnTo>
                  <a:cubicBezTo>
                    <a:pt x="93580" y="141987"/>
                    <a:pt x="90525" y="145043"/>
                    <a:pt x="86755" y="145043"/>
                  </a:cubicBezTo>
                  <a:moveTo>
                    <a:pt x="66310" y="131400"/>
                  </a:moveTo>
                  <a:lnTo>
                    <a:pt x="79934" y="131400"/>
                  </a:lnTo>
                  <a:lnTo>
                    <a:pt x="79934" y="59419"/>
                  </a:lnTo>
                  <a:lnTo>
                    <a:pt x="66310" y="59419"/>
                  </a:lnTo>
                  <a:lnTo>
                    <a:pt x="66310" y="131400"/>
                  </a:lnTo>
                  <a:close/>
                </a:path>
              </a:pathLst>
            </a:custGeom>
            <a:solidFill>
              <a:schemeClr val="accent1"/>
            </a:solidFill>
            <a:ln w="195" cap="flat">
              <a:noFill/>
              <a:prstDash val="solid"/>
              <a:miter/>
            </a:ln>
          </p:spPr>
          <p:txBody>
            <a:bodyPr rtlCol="0" anchor="ctr"/>
            <a:lstStyle/>
            <a:p>
              <a:endParaRPr lang="zh-CN" altLang="en-US"/>
            </a:p>
          </p:txBody>
        </p:sp>
      </p:grpSp>
      <p:sp>
        <p:nvSpPr>
          <p:cNvPr id="143" name="文本框 142">
            <a:extLst>
              <a:ext uri="{FF2B5EF4-FFF2-40B4-BE49-F238E27FC236}">
                <a16:creationId xmlns:a16="http://schemas.microsoft.com/office/drawing/2014/main" id="{FDA26938-A29E-A07F-B180-7E6616A4A76C}"/>
              </a:ext>
            </a:extLst>
          </p:cNvPr>
          <p:cNvSpPr txBox="1"/>
          <p:nvPr/>
        </p:nvSpPr>
        <p:spPr>
          <a:xfrm>
            <a:off x="1703040" y="2660598"/>
            <a:ext cx="723275" cy="269817"/>
          </a:xfrm>
          <a:prstGeom prst="rect">
            <a:avLst/>
          </a:prstGeom>
          <a:noFill/>
          <a:scene3d>
            <a:camera prst="perspectiveRight">
              <a:rot lat="1440062" lon="1293283" rev="279577"/>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职位分析</a:t>
            </a:r>
          </a:p>
        </p:txBody>
      </p:sp>
      <p:sp>
        <p:nvSpPr>
          <p:cNvPr id="144" name="文本框 143">
            <a:extLst>
              <a:ext uri="{FF2B5EF4-FFF2-40B4-BE49-F238E27FC236}">
                <a16:creationId xmlns:a16="http://schemas.microsoft.com/office/drawing/2014/main" id="{2AF31474-BAC5-D984-BE81-DCE66693F3C9}"/>
              </a:ext>
            </a:extLst>
          </p:cNvPr>
          <p:cNvSpPr txBox="1"/>
          <p:nvPr/>
        </p:nvSpPr>
        <p:spPr>
          <a:xfrm>
            <a:off x="2400723" y="2704763"/>
            <a:ext cx="723275" cy="269817"/>
          </a:xfrm>
          <a:prstGeom prst="rect">
            <a:avLst/>
          </a:prstGeom>
          <a:noFill/>
          <a:scene3d>
            <a:camera prst="perspectiveRight">
              <a:rot lat="1440062" lon="1293283" rev="279577"/>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技能识别</a:t>
            </a:r>
          </a:p>
        </p:txBody>
      </p:sp>
      <p:sp>
        <p:nvSpPr>
          <p:cNvPr id="145" name="文本框 144">
            <a:extLst>
              <a:ext uri="{FF2B5EF4-FFF2-40B4-BE49-F238E27FC236}">
                <a16:creationId xmlns:a16="http://schemas.microsoft.com/office/drawing/2014/main" id="{DFA168F8-5AB8-F970-FDBC-1B80351790BE}"/>
              </a:ext>
            </a:extLst>
          </p:cNvPr>
          <p:cNvSpPr txBox="1"/>
          <p:nvPr/>
        </p:nvSpPr>
        <p:spPr>
          <a:xfrm>
            <a:off x="1336912" y="3084288"/>
            <a:ext cx="857927" cy="269817"/>
          </a:xfrm>
          <a:prstGeom prst="rect">
            <a:avLst/>
          </a:prstGeom>
          <a:noFill/>
          <a:scene3d>
            <a:camera prst="perspectiveRight">
              <a:rot lat="1460213" lon="306485" rev="173221"/>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胜任力模型</a:t>
            </a:r>
          </a:p>
        </p:txBody>
      </p:sp>
      <p:sp>
        <p:nvSpPr>
          <p:cNvPr id="146" name="文本框 145">
            <a:extLst>
              <a:ext uri="{FF2B5EF4-FFF2-40B4-BE49-F238E27FC236}">
                <a16:creationId xmlns:a16="http://schemas.microsoft.com/office/drawing/2014/main" id="{F57318B8-01F0-E522-8BE3-D853EA91CE4F}"/>
              </a:ext>
            </a:extLst>
          </p:cNvPr>
          <p:cNvSpPr txBox="1"/>
          <p:nvPr/>
        </p:nvSpPr>
        <p:spPr>
          <a:xfrm>
            <a:off x="2142945" y="3084288"/>
            <a:ext cx="723275" cy="269817"/>
          </a:xfrm>
          <a:prstGeom prst="rect">
            <a:avLst/>
          </a:prstGeom>
          <a:noFill/>
          <a:scene3d>
            <a:camera prst="perspectiveRight">
              <a:rot lat="1460213" lon="306485" rev="173221"/>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资质评估</a:t>
            </a:r>
          </a:p>
        </p:txBody>
      </p:sp>
      <p:sp>
        <p:nvSpPr>
          <p:cNvPr id="147" name="文本框 146">
            <a:extLst>
              <a:ext uri="{FF2B5EF4-FFF2-40B4-BE49-F238E27FC236}">
                <a16:creationId xmlns:a16="http://schemas.microsoft.com/office/drawing/2014/main" id="{E5FA3CD3-840F-1423-6819-341163D8F639}"/>
              </a:ext>
            </a:extLst>
          </p:cNvPr>
          <p:cNvSpPr txBox="1"/>
          <p:nvPr/>
        </p:nvSpPr>
        <p:spPr>
          <a:xfrm>
            <a:off x="1765875" y="3542949"/>
            <a:ext cx="723275" cy="269817"/>
          </a:xfrm>
          <a:prstGeom prst="rect">
            <a:avLst/>
          </a:prstGeom>
          <a:noFill/>
          <a:scene3d>
            <a:camera prst="perspectiveRight">
              <a:rot lat="600000" lon="1200000" rev="600000"/>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潜能挖掘</a:t>
            </a:r>
          </a:p>
        </p:txBody>
      </p:sp>
      <p:sp>
        <p:nvSpPr>
          <p:cNvPr id="148" name="文本框 147">
            <a:extLst>
              <a:ext uri="{FF2B5EF4-FFF2-40B4-BE49-F238E27FC236}">
                <a16:creationId xmlns:a16="http://schemas.microsoft.com/office/drawing/2014/main" id="{1840D9A2-A9AC-6082-B034-E6743FB99E68}"/>
              </a:ext>
            </a:extLst>
          </p:cNvPr>
          <p:cNvSpPr txBox="1"/>
          <p:nvPr/>
        </p:nvSpPr>
        <p:spPr>
          <a:xfrm>
            <a:off x="2400657" y="3455246"/>
            <a:ext cx="723275" cy="269817"/>
          </a:xfrm>
          <a:prstGeom prst="rect">
            <a:avLst/>
          </a:prstGeom>
          <a:noFill/>
          <a:scene3d>
            <a:camera prst="perspectiveRight">
              <a:rot lat="649787" lon="899199" rev="545588"/>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专长匹配</a:t>
            </a:r>
          </a:p>
        </p:txBody>
      </p:sp>
      <p:sp>
        <p:nvSpPr>
          <p:cNvPr id="149" name="文本框 148">
            <a:extLst>
              <a:ext uri="{FF2B5EF4-FFF2-40B4-BE49-F238E27FC236}">
                <a16:creationId xmlns:a16="http://schemas.microsoft.com/office/drawing/2014/main" id="{8E37E2DA-34EC-B6AD-BCF2-88F6A09C6387}"/>
              </a:ext>
            </a:extLst>
          </p:cNvPr>
          <p:cNvSpPr txBox="1"/>
          <p:nvPr/>
        </p:nvSpPr>
        <p:spPr>
          <a:xfrm>
            <a:off x="9068002" y="2679974"/>
            <a:ext cx="723275" cy="269817"/>
          </a:xfrm>
          <a:prstGeom prst="rect">
            <a:avLst/>
          </a:prstGeom>
          <a:noFill/>
          <a:scene3d>
            <a:camera prst="perspectiveRight">
              <a:rot lat="21544451" lon="20281934" rev="255390"/>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职业规划</a:t>
            </a:r>
          </a:p>
        </p:txBody>
      </p:sp>
      <p:sp>
        <p:nvSpPr>
          <p:cNvPr id="150" name="文本框 149">
            <a:extLst>
              <a:ext uri="{FF2B5EF4-FFF2-40B4-BE49-F238E27FC236}">
                <a16:creationId xmlns:a16="http://schemas.microsoft.com/office/drawing/2014/main" id="{84845DE6-FB07-1FD7-C68C-0205BB1EB071}"/>
              </a:ext>
            </a:extLst>
          </p:cNvPr>
          <p:cNvSpPr txBox="1"/>
          <p:nvPr/>
        </p:nvSpPr>
        <p:spPr>
          <a:xfrm>
            <a:off x="9772672" y="2624662"/>
            <a:ext cx="723275" cy="269817"/>
          </a:xfrm>
          <a:prstGeom prst="rect">
            <a:avLst/>
          </a:prstGeom>
          <a:noFill/>
          <a:scene3d>
            <a:camera prst="perspectiveRight">
              <a:rot lat="21544450" lon="20281934" rev="255388"/>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培训设计</a:t>
            </a:r>
          </a:p>
        </p:txBody>
      </p:sp>
      <p:sp>
        <p:nvSpPr>
          <p:cNvPr id="151" name="文本框 150">
            <a:extLst>
              <a:ext uri="{FF2B5EF4-FFF2-40B4-BE49-F238E27FC236}">
                <a16:creationId xmlns:a16="http://schemas.microsoft.com/office/drawing/2014/main" id="{C247E3E5-3EE2-0559-C26A-4537C322E438}"/>
              </a:ext>
            </a:extLst>
          </p:cNvPr>
          <p:cNvSpPr txBox="1"/>
          <p:nvPr/>
        </p:nvSpPr>
        <p:spPr>
          <a:xfrm>
            <a:off x="9317636" y="3025126"/>
            <a:ext cx="723275" cy="269817"/>
          </a:xfrm>
          <a:prstGeom prst="rect">
            <a:avLst/>
          </a:prstGeom>
          <a:noFill/>
          <a:scene3d>
            <a:camera prst="perspectiveRight">
              <a:rot lat="498360" lon="1148090" rev="128243"/>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导师制度</a:t>
            </a:r>
          </a:p>
        </p:txBody>
      </p:sp>
      <p:sp>
        <p:nvSpPr>
          <p:cNvPr id="152" name="文本框 151">
            <a:extLst>
              <a:ext uri="{FF2B5EF4-FFF2-40B4-BE49-F238E27FC236}">
                <a16:creationId xmlns:a16="http://schemas.microsoft.com/office/drawing/2014/main" id="{420B428C-673C-E346-4AD0-14F141FB0400}"/>
              </a:ext>
            </a:extLst>
          </p:cNvPr>
          <p:cNvSpPr txBox="1"/>
          <p:nvPr/>
        </p:nvSpPr>
        <p:spPr>
          <a:xfrm>
            <a:off x="10014914" y="3032023"/>
            <a:ext cx="723275" cy="269817"/>
          </a:xfrm>
          <a:prstGeom prst="rect">
            <a:avLst/>
          </a:prstGeom>
          <a:noFill/>
          <a:scene3d>
            <a:camera prst="perspectiveRight">
              <a:rot lat="20987362" lon="21226700" rev="56339"/>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项目实践</a:t>
            </a:r>
          </a:p>
        </p:txBody>
      </p:sp>
      <p:sp>
        <p:nvSpPr>
          <p:cNvPr id="153" name="文本框 152">
            <a:extLst>
              <a:ext uri="{FF2B5EF4-FFF2-40B4-BE49-F238E27FC236}">
                <a16:creationId xmlns:a16="http://schemas.microsoft.com/office/drawing/2014/main" id="{75AA9915-5C40-3A37-CFA2-6AC3403C76EC}"/>
              </a:ext>
            </a:extLst>
          </p:cNvPr>
          <p:cNvSpPr txBox="1"/>
          <p:nvPr/>
        </p:nvSpPr>
        <p:spPr>
          <a:xfrm>
            <a:off x="9197313" y="3408040"/>
            <a:ext cx="723275" cy="269817"/>
          </a:xfrm>
          <a:prstGeom prst="rect">
            <a:avLst/>
          </a:prstGeom>
          <a:noFill/>
          <a:scene3d>
            <a:camera prst="perspectiveRight">
              <a:rot lat="734347" lon="292896" rev="21424039"/>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轮岗体验</a:t>
            </a:r>
          </a:p>
        </p:txBody>
      </p:sp>
      <p:sp>
        <p:nvSpPr>
          <p:cNvPr id="154" name="文本框 153">
            <a:extLst>
              <a:ext uri="{FF2B5EF4-FFF2-40B4-BE49-F238E27FC236}">
                <a16:creationId xmlns:a16="http://schemas.microsoft.com/office/drawing/2014/main" id="{1E8129F3-BE77-5A3A-D3EF-0FF2045B0277}"/>
              </a:ext>
            </a:extLst>
          </p:cNvPr>
          <p:cNvSpPr txBox="1"/>
          <p:nvPr/>
        </p:nvSpPr>
        <p:spPr>
          <a:xfrm>
            <a:off x="9817876" y="3470162"/>
            <a:ext cx="723275" cy="269817"/>
          </a:xfrm>
          <a:prstGeom prst="rect">
            <a:avLst/>
          </a:prstGeom>
          <a:noFill/>
          <a:scene3d>
            <a:camera prst="perspectiveRight">
              <a:rot lat="642544" lon="593906" rev="21488504"/>
            </a:camera>
            <a:lightRig rig="threePt" dir="t"/>
          </a:scene3d>
        </p:spPr>
        <p:txBody>
          <a:bodyPr wrap="none" rtlCol="0">
            <a:spAutoFit/>
          </a:bodyPr>
          <a:lstStyle>
            <a:defPPr>
              <a:defRPr lang="en-US"/>
            </a:defPPr>
            <a:lvl1pPr algn="ctr">
              <a:lnSpc>
                <a:spcPct val="120000"/>
              </a:lnSpc>
              <a:defRPr sz="1050">
                <a:solidFill>
                  <a:schemeClr val="bg1"/>
                </a:solidFill>
              </a:defRPr>
            </a:lvl1pPr>
          </a:lstStyle>
          <a:p>
            <a:r>
              <a:rPr lang="zh-CN" altLang="en-US" dirty="0"/>
              <a:t>挑战任务</a:t>
            </a:r>
          </a:p>
        </p:txBody>
      </p:sp>
      <p:grpSp>
        <p:nvGrpSpPr>
          <p:cNvPr id="155" name="组合 154">
            <a:extLst>
              <a:ext uri="{FF2B5EF4-FFF2-40B4-BE49-F238E27FC236}">
                <a16:creationId xmlns:a16="http://schemas.microsoft.com/office/drawing/2014/main" id="{87201EFE-CFEF-9365-FF56-3C434C5E0DAB}"/>
              </a:ext>
            </a:extLst>
          </p:cNvPr>
          <p:cNvGrpSpPr/>
          <p:nvPr/>
        </p:nvGrpSpPr>
        <p:grpSpPr>
          <a:xfrm>
            <a:off x="2160632" y="4320008"/>
            <a:ext cx="939044" cy="939038"/>
            <a:chOff x="2492898" y="4172276"/>
            <a:chExt cx="932728" cy="932729"/>
          </a:xfrm>
        </p:grpSpPr>
        <p:sp>
          <p:nvSpPr>
            <p:cNvPr id="156" name="椭圆 155">
              <a:extLst>
                <a:ext uri="{FF2B5EF4-FFF2-40B4-BE49-F238E27FC236}">
                  <a16:creationId xmlns:a16="http://schemas.microsoft.com/office/drawing/2014/main" id="{8F2D4AAC-BC88-D057-A684-083F6B6A7162}"/>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57" name="椭圆 156">
              <a:extLst>
                <a:ext uri="{FF2B5EF4-FFF2-40B4-BE49-F238E27FC236}">
                  <a16:creationId xmlns:a16="http://schemas.microsoft.com/office/drawing/2014/main" id="{BE69506A-562A-D4E9-0C5F-88BAB146598F}"/>
                </a:ext>
              </a:extLst>
            </p:cNvPr>
            <p:cNvSpPr/>
            <p:nvPr/>
          </p:nvSpPr>
          <p:spPr>
            <a:xfrm>
              <a:off x="2492898" y="4172277"/>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600" b="1" dirty="0">
                  <a:solidFill>
                    <a:schemeClr val="tx1"/>
                  </a:solidFill>
                  <a:latin typeface="+mj-ea"/>
                  <a:ea typeface="+mj-ea"/>
                </a:rPr>
                <a:t>薪酬激励</a:t>
              </a:r>
            </a:p>
          </p:txBody>
        </p:sp>
      </p:grpSp>
      <p:grpSp>
        <p:nvGrpSpPr>
          <p:cNvPr id="158" name="组合 157">
            <a:extLst>
              <a:ext uri="{FF2B5EF4-FFF2-40B4-BE49-F238E27FC236}">
                <a16:creationId xmlns:a16="http://schemas.microsoft.com/office/drawing/2014/main" id="{520BE6DF-0918-8B73-3701-E88B1DFEC494}"/>
              </a:ext>
            </a:extLst>
          </p:cNvPr>
          <p:cNvGrpSpPr/>
          <p:nvPr/>
        </p:nvGrpSpPr>
        <p:grpSpPr>
          <a:xfrm>
            <a:off x="3220630" y="4985045"/>
            <a:ext cx="939044" cy="939037"/>
            <a:chOff x="2492898" y="4172276"/>
            <a:chExt cx="932728" cy="932728"/>
          </a:xfrm>
        </p:grpSpPr>
        <p:sp>
          <p:nvSpPr>
            <p:cNvPr id="159" name="椭圆 158">
              <a:extLst>
                <a:ext uri="{FF2B5EF4-FFF2-40B4-BE49-F238E27FC236}">
                  <a16:creationId xmlns:a16="http://schemas.microsoft.com/office/drawing/2014/main" id="{4025FACF-E4DC-0C14-F139-263D5378313D}"/>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60" name="椭圆 159">
              <a:extLst>
                <a:ext uri="{FF2B5EF4-FFF2-40B4-BE49-F238E27FC236}">
                  <a16:creationId xmlns:a16="http://schemas.microsoft.com/office/drawing/2014/main" id="{4AD4F03B-E48D-DF4C-D5F1-21F43E92989F}"/>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600" b="1" dirty="0">
                  <a:solidFill>
                    <a:schemeClr val="tx1"/>
                  </a:solidFill>
                  <a:latin typeface="+mj-ea"/>
                  <a:ea typeface="+mj-ea"/>
                </a:rPr>
                <a:t>福利体系</a:t>
              </a:r>
            </a:p>
          </p:txBody>
        </p:sp>
      </p:grpSp>
      <p:grpSp>
        <p:nvGrpSpPr>
          <p:cNvPr id="161" name="组合 160">
            <a:extLst>
              <a:ext uri="{FF2B5EF4-FFF2-40B4-BE49-F238E27FC236}">
                <a16:creationId xmlns:a16="http://schemas.microsoft.com/office/drawing/2014/main" id="{C57A3514-E323-DF40-B3F0-4D9AE8411778}"/>
              </a:ext>
            </a:extLst>
          </p:cNvPr>
          <p:cNvGrpSpPr/>
          <p:nvPr/>
        </p:nvGrpSpPr>
        <p:grpSpPr>
          <a:xfrm>
            <a:off x="7891661" y="4985045"/>
            <a:ext cx="939044" cy="939037"/>
            <a:chOff x="2492898" y="4172276"/>
            <a:chExt cx="932728" cy="932728"/>
          </a:xfrm>
        </p:grpSpPr>
        <p:sp>
          <p:nvSpPr>
            <p:cNvPr id="162" name="椭圆 161">
              <a:extLst>
                <a:ext uri="{FF2B5EF4-FFF2-40B4-BE49-F238E27FC236}">
                  <a16:creationId xmlns:a16="http://schemas.microsoft.com/office/drawing/2014/main" id="{F678D19E-8B24-A14F-FD4D-AE608331673B}"/>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63" name="椭圆 162">
              <a:extLst>
                <a:ext uri="{FF2B5EF4-FFF2-40B4-BE49-F238E27FC236}">
                  <a16:creationId xmlns:a16="http://schemas.microsoft.com/office/drawing/2014/main" id="{2BCE8774-5845-33A4-1E8A-769E6B9D58AC}"/>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600" b="1" dirty="0">
                  <a:solidFill>
                    <a:schemeClr val="tx1"/>
                  </a:solidFill>
                  <a:latin typeface="+mj-ea"/>
                  <a:ea typeface="+mj-ea"/>
                </a:rPr>
                <a:t>工作环境</a:t>
              </a:r>
            </a:p>
          </p:txBody>
        </p:sp>
      </p:grpSp>
      <p:grpSp>
        <p:nvGrpSpPr>
          <p:cNvPr id="164" name="组合 163">
            <a:extLst>
              <a:ext uri="{FF2B5EF4-FFF2-40B4-BE49-F238E27FC236}">
                <a16:creationId xmlns:a16="http://schemas.microsoft.com/office/drawing/2014/main" id="{11B2F06B-83D6-92CC-4600-D1F4F667CEA2}"/>
              </a:ext>
            </a:extLst>
          </p:cNvPr>
          <p:cNvGrpSpPr/>
          <p:nvPr/>
        </p:nvGrpSpPr>
        <p:grpSpPr>
          <a:xfrm>
            <a:off x="9101867" y="4320009"/>
            <a:ext cx="939044" cy="939037"/>
            <a:chOff x="2492898" y="4172276"/>
            <a:chExt cx="932728" cy="932728"/>
          </a:xfrm>
        </p:grpSpPr>
        <p:sp>
          <p:nvSpPr>
            <p:cNvPr id="165" name="椭圆 164">
              <a:extLst>
                <a:ext uri="{FF2B5EF4-FFF2-40B4-BE49-F238E27FC236}">
                  <a16:creationId xmlns:a16="http://schemas.microsoft.com/office/drawing/2014/main" id="{5B2CE752-47B2-D550-1829-C5F6295C0408}"/>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66" name="椭圆 165">
              <a:extLst>
                <a:ext uri="{FF2B5EF4-FFF2-40B4-BE49-F238E27FC236}">
                  <a16:creationId xmlns:a16="http://schemas.microsoft.com/office/drawing/2014/main" id="{012FFAEC-5968-53DF-4810-8B9F9EF1E07C}"/>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600" b="1" dirty="0">
                  <a:solidFill>
                    <a:schemeClr val="tx1"/>
                  </a:solidFill>
                  <a:latin typeface="+mj-ea"/>
                  <a:ea typeface="+mj-ea"/>
                </a:rPr>
                <a:t>情感关怀</a:t>
              </a:r>
            </a:p>
          </p:txBody>
        </p:sp>
      </p:grpSp>
      <p:grpSp>
        <p:nvGrpSpPr>
          <p:cNvPr id="167" name="组合 166">
            <a:extLst>
              <a:ext uri="{FF2B5EF4-FFF2-40B4-BE49-F238E27FC236}">
                <a16:creationId xmlns:a16="http://schemas.microsoft.com/office/drawing/2014/main" id="{8F7698EA-E6BB-2994-A370-E9FCDDD9BEC7}"/>
              </a:ext>
            </a:extLst>
          </p:cNvPr>
          <p:cNvGrpSpPr/>
          <p:nvPr/>
        </p:nvGrpSpPr>
        <p:grpSpPr>
          <a:xfrm>
            <a:off x="4872919" y="5224872"/>
            <a:ext cx="939044" cy="939037"/>
            <a:chOff x="2492898" y="4172276"/>
            <a:chExt cx="932728" cy="932728"/>
          </a:xfrm>
        </p:grpSpPr>
        <p:sp>
          <p:nvSpPr>
            <p:cNvPr id="168" name="椭圆 167">
              <a:extLst>
                <a:ext uri="{FF2B5EF4-FFF2-40B4-BE49-F238E27FC236}">
                  <a16:creationId xmlns:a16="http://schemas.microsoft.com/office/drawing/2014/main" id="{369AB398-4F11-4349-3024-17D2E5FC0317}"/>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69" name="椭圆 168">
              <a:extLst>
                <a:ext uri="{FF2B5EF4-FFF2-40B4-BE49-F238E27FC236}">
                  <a16:creationId xmlns:a16="http://schemas.microsoft.com/office/drawing/2014/main" id="{5890CDFB-269F-B5B9-8E31-E83FD8385844}"/>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600" b="1" dirty="0">
                  <a:solidFill>
                    <a:schemeClr val="tx1"/>
                  </a:solidFill>
                  <a:latin typeface="+mj-ea"/>
                  <a:ea typeface="+mj-ea"/>
                </a:rPr>
                <a:t>晋升通道</a:t>
              </a:r>
            </a:p>
          </p:txBody>
        </p:sp>
      </p:grpSp>
      <p:grpSp>
        <p:nvGrpSpPr>
          <p:cNvPr id="170" name="组合 169">
            <a:extLst>
              <a:ext uri="{FF2B5EF4-FFF2-40B4-BE49-F238E27FC236}">
                <a16:creationId xmlns:a16="http://schemas.microsoft.com/office/drawing/2014/main" id="{97407BDF-4B1B-B3AB-3F3F-2BD63F1DB098}"/>
              </a:ext>
            </a:extLst>
          </p:cNvPr>
          <p:cNvGrpSpPr/>
          <p:nvPr/>
        </p:nvGrpSpPr>
        <p:grpSpPr>
          <a:xfrm>
            <a:off x="6312632" y="5224872"/>
            <a:ext cx="939044" cy="939037"/>
            <a:chOff x="2492898" y="4172276"/>
            <a:chExt cx="932728" cy="932728"/>
          </a:xfrm>
        </p:grpSpPr>
        <p:sp>
          <p:nvSpPr>
            <p:cNvPr id="171" name="椭圆 170">
              <a:extLst>
                <a:ext uri="{FF2B5EF4-FFF2-40B4-BE49-F238E27FC236}">
                  <a16:creationId xmlns:a16="http://schemas.microsoft.com/office/drawing/2014/main" id="{F7E32543-013C-C1B1-F7C9-F9669B89B0BE}"/>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72" name="椭圆 171">
              <a:extLst>
                <a:ext uri="{FF2B5EF4-FFF2-40B4-BE49-F238E27FC236}">
                  <a16:creationId xmlns:a16="http://schemas.microsoft.com/office/drawing/2014/main" id="{75A1376A-ED26-E96D-98B0-76C19856E686}"/>
                </a:ext>
              </a:extLst>
            </p:cNvPr>
            <p:cNvSpPr/>
            <p:nvPr/>
          </p:nvSpPr>
          <p:spPr>
            <a:xfrm>
              <a:off x="2492898" y="4172276"/>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r>
                <a:rPr lang="zh-CN" altLang="en-US" sz="1600" b="1" dirty="0">
                  <a:solidFill>
                    <a:schemeClr val="tx1"/>
                  </a:solidFill>
                  <a:latin typeface="+mj-ea"/>
                  <a:ea typeface="+mj-ea"/>
                </a:rPr>
                <a:t>企业文化</a:t>
              </a:r>
            </a:p>
          </p:txBody>
        </p:sp>
      </p:grpSp>
    </p:spTree>
    <p:extLst>
      <p:ext uri="{BB962C8B-B14F-4D97-AF65-F5344CB8AC3E}">
        <p14:creationId xmlns:p14="http://schemas.microsoft.com/office/powerpoint/2010/main" val="36282259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数字城市业务特点</a:t>
            </a:r>
            <a:endParaRPr lang="en-US" altLang="zh-CN" dirty="0"/>
          </a:p>
        </p:txBody>
      </p:sp>
      <p:grpSp>
        <p:nvGrpSpPr>
          <p:cNvPr id="1163" name="组合 1162">
            <a:extLst>
              <a:ext uri="{FF2B5EF4-FFF2-40B4-BE49-F238E27FC236}">
                <a16:creationId xmlns:a16="http://schemas.microsoft.com/office/drawing/2014/main" id="{3430CBA6-AE13-127D-957E-BB538D4D777A}"/>
              </a:ext>
            </a:extLst>
          </p:cNvPr>
          <p:cNvGrpSpPr/>
          <p:nvPr/>
        </p:nvGrpSpPr>
        <p:grpSpPr>
          <a:xfrm>
            <a:off x="3538651" y="1380108"/>
            <a:ext cx="5114699" cy="4764156"/>
            <a:chOff x="3771137" y="1380108"/>
            <a:chExt cx="4649726" cy="4764156"/>
          </a:xfrm>
        </p:grpSpPr>
        <p:sp>
          <p:nvSpPr>
            <p:cNvPr id="4" name="椭圆 3">
              <a:extLst>
                <a:ext uri="{FF2B5EF4-FFF2-40B4-BE49-F238E27FC236}">
                  <a16:creationId xmlns:a16="http://schemas.microsoft.com/office/drawing/2014/main" id="{0BF8C647-145A-989D-D34C-71F047FE4D27}"/>
                </a:ext>
              </a:extLst>
            </p:cNvPr>
            <p:cNvSpPr/>
            <p:nvPr/>
          </p:nvSpPr>
          <p:spPr>
            <a:xfrm>
              <a:off x="3771137" y="4907494"/>
              <a:ext cx="4649726" cy="1236770"/>
            </a:xfrm>
            <a:prstGeom prst="ellipse">
              <a:avLst/>
            </a:prstGeom>
            <a:gradFill flip="none" rotWithShape="1">
              <a:gsLst>
                <a:gs pos="58000">
                  <a:schemeClr val="accent1">
                    <a:alpha val="0"/>
                  </a:schemeClr>
                </a:gs>
                <a:gs pos="100000">
                  <a:schemeClr val="accent1">
                    <a:alpha val="18000"/>
                  </a:schemeClr>
                </a:gs>
              </a:gsLst>
              <a:path path="circle">
                <a:fillToRect l="50000" t="50000" r="50000" b="50000"/>
              </a:path>
              <a:tileRect/>
            </a:gradFill>
            <a:ln w="9525">
              <a:gradFill>
                <a:gsLst>
                  <a:gs pos="2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椭圆 4">
              <a:extLst>
                <a:ext uri="{FF2B5EF4-FFF2-40B4-BE49-F238E27FC236}">
                  <a16:creationId xmlns:a16="http://schemas.microsoft.com/office/drawing/2014/main" id="{BA90A7F1-1142-A502-3E1F-75E42CCC2D10}"/>
                </a:ext>
              </a:extLst>
            </p:cNvPr>
            <p:cNvSpPr/>
            <p:nvPr/>
          </p:nvSpPr>
          <p:spPr>
            <a:xfrm>
              <a:off x="4258327" y="5047368"/>
              <a:ext cx="3675346" cy="972555"/>
            </a:xfrm>
            <a:prstGeom prst="ellipse">
              <a:avLst/>
            </a:prstGeom>
            <a:gradFill flip="none" rotWithShape="1">
              <a:gsLst>
                <a:gs pos="58000">
                  <a:schemeClr val="accent1">
                    <a:alpha val="0"/>
                  </a:schemeClr>
                </a:gs>
                <a:gs pos="100000">
                  <a:schemeClr val="accent1">
                    <a:alpha val="18000"/>
                  </a:schemeClr>
                </a:gs>
              </a:gsLst>
              <a:path path="circle">
                <a:fillToRect l="50000" t="50000" r="50000" b="50000"/>
              </a:path>
              <a:tileRect/>
            </a:gradFill>
            <a:ln w="9525">
              <a:gradFill>
                <a:gsLst>
                  <a:gs pos="2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椭圆 6">
              <a:extLst>
                <a:ext uri="{FF2B5EF4-FFF2-40B4-BE49-F238E27FC236}">
                  <a16:creationId xmlns:a16="http://schemas.microsoft.com/office/drawing/2014/main" id="{9030DA60-4BDB-D642-AD31-83CB8E7C617C}"/>
                </a:ext>
              </a:extLst>
            </p:cNvPr>
            <p:cNvSpPr/>
            <p:nvPr/>
          </p:nvSpPr>
          <p:spPr>
            <a:xfrm>
              <a:off x="4457095" y="5154113"/>
              <a:ext cx="3277811" cy="752338"/>
            </a:xfrm>
            <a:prstGeom prst="ellipse">
              <a:avLst/>
            </a:prstGeom>
            <a:gradFill flip="none" rotWithShape="1">
              <a:gsLst>
                <a:gs pos="40000">
                  <a:schemeClr val="accent1">
                    <a:alpha val="0"/>
                  </a:schemeClr>
                </a:gs>
                <a:gs pos="100000">
                  <a:schemeClr val="accent1">
                    <a:alpha val="18000"/>
                  </a:schemeClr>
                </a:gs>
              </a:gsLst>
              <a:path path="circle">
                <a:fillToRect l="50000" t="50000" r="50000" b="50000"/>
              </a:path>
              <a:tileRect/>
            </a:gradFill>
            <a:ln w="9525">
              <a:gradFill>
                <a:gsLst>
                  <a:gs pos="2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a:extLst>
                <a:ext uri="{FF2B5EF4-FFF2-40B4-BE49-F238E27FC236}">
                  <a16:creationId xmlns:a16="http://schemas.microsoft.com/office/drawing/2014/main" id="{9EB26ED2-2329-47F4-7558-60E4AC1D9F55}"/>
                </a:ext>
              </a:extLst>
            </p:cNvPr>
            <p:cNvSpPr/>
            <p:nvPr/>
          </p:nvSpPr>
          <p:spPr>
            <a:xfrm>
              <a:off x="4745183" y="3972554"/>
              <a:ext cx="2701634" cy="752338"/>
            </a:xfrm>
            <a:prstGeom prst="ellipse">
              <a:avLst/>
            </a:prstGeom>
            <a:gradFill flip="none" rotWithShape="1">
              <a:gsLst>
                <a:gs pos="43000">
                  <a:schemeClr val="accent1">
                    <a:alpha val="0"/>
                  </a:schemeClr>
                </a:gs>
                <a:gs pos="100000">
                  <a:schemeClr val="accent1">
                    <a:alpha val="18000"/>
                  </a:schemeClr>
                </a:gs>
              </a:gsLst>
              <a:path path="circle">
                <a:fillToRect l="50000" t="50000" r="50000" b="50000"/>
              </a:path>
              <a:tileRect/>
            </a:gradFill>
            <a:ln w="9525">
              <a:gradFill>
                <a:gsLst>
                  <a:gs pos="2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椭圆 8">
              <a:extLst>
                <a:ext uri="{FF2B5EF4-FFF2-40B4-BE49-F238E27FC236}">
                  <a16:creationId xmlns:a16="http://schemas.microsoft.com/office/drawing/2014/main" id="{8C00D5BE-A68D-0244-63D7-2572CC6F0D57}"/>
                </a:ext>
              </a:extLst>
            </p:cNvPr>
            <p:cNvSpPr/>
            <p:nvPr/>
          </p:nvSpPr>
          <p:spPr>
            <a:xfrm>
              <a:off x="4175608" y="1380108"/>
              <a:ext cx="3840785" cy="752338"/>
            </a:xfrm>
            <a:prstGeom prst="ellipse">
              <a:avLst/>
            </a:prstGeom>
            <a:gradFill flip="none" rotWithShape="1">
              <a:gsLst>
                <a:gs pos="38000">
                  <a:schemeClr val="accent1">
                    <a:alpha val="0"/>
                  </a:schemeClr>
                </a:gs>
                <a:gs pos="100000">
                  <a:schemeClr val="accent1">
                    <a:alpha val="18000"/>
                  </a:schemeClr>
                </a:gs>
              </a:gsLst>
              <a:path path="circle">
                <a:fillToRect l="50000" t="50000" r="50000" b="50000"/>
              </a:path>
              <a:tileRect/>
            </a:gradFill>
            <a:ln w="9525">
              <a:gradFill>
                <a:gsLst>
                  <a:gs pos="2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5" name="文本框 54">
            <a:extLst>
              <a:ext uri="{FF2B5EF4-FFF2-40B4-BE49-F238E27FC236}">
                <a16:creationId xmlns:a16="http://schemas.microsoft.com/office/drawing/2014/main" id="{CEA95B3C-691D-5031-AFC5-161B460D696D}"/>
              </a:ext>
            </a:extLst>
          </p:cNvPr>
          <p:cNvSpPr txBox="1"/>
          <p:nvPr/>
        </p:nvSpPr>
        <p:spPr>
          <a:xfrm>
            <a:off x="5473458" y="1173394"/>
            <a:ext cx="1082349" cy="328936"/>
          </a:xfrm>
          <a:prstGeom prst="rect">
            <a:avLst/>
          </a:prstGeom>
          <a:noFill/>
        </p:spPr>
        <p:txBody>
          <a:bodyPr wrap="none" rtlCol="0">
            <a:spAutoFit/>
          </a:bodyPr>
          <a:lstStyle/>
          <a:p>
            <a:pPr algn="ctr">
              <a:lnSpc>
                <a:spcPct val="120000"/>
              </a:lnSpc>
            </a:pPr>
            <a:r>
              <a:rPr lang="zh-CN" altLang="en-US" sz="1400" b="1" dirty="0">
                <a:solidFill>
                  <a:schemeClr val="accent1"/>
                </a:solidFill>
              </a:rPr>
              <a:t>高度信息化</a:t>
            </a:r>
          </a:p>
        </p:txBody>
      </p:sp>
      <p:sp>
        <p:nvSpPr>
          <p:cNvPr id="59" name="文本框 58">
            <a:extLst>
              <a:ext uri="{FF2B5EF4-FFF2-40B4-BE49-F238E27FC236}">
                <a16:creationId xmlns:a16="http://schemas.microsoft.com/office/drawing/2014/main" id="{9E03644B-5647-DD8A-2CD6-7B6AFF93DEED}"/>
              </a:ext>
            </a:extLst>
          </p:cNvPr>
          <p:cNvSpPr txBox="1"/>
          <p:nvPr/>
        </p:nvSpPr>
        <p:spPr>
          <a:xfrm>
            <a:off x="3287578" y="4378259"/>
            <a:ext cx="897682"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商业服务便捷化</a:t>
            </a:r>
          </a:p>
        </p:txBody>
      </p:sp>
      <p:sp>
        <p:nvSpPr>
          <p:cNvPr id="60" name="文本框 59">
            <a:extLst>
              <a:ext uri="{FF2B5EF4-FFF2-40B4-BE49-F238E27FC236}">
                <a16:creationId xmlns:a16="http://schemas.microsoft.com/office/drawing/2014/main" id="{1ADDAAD1-AC07-3838-5D33-7BCA6B3B18DF}"/>
              </a:ext>
            </a:extLst>
          </p:cNvPr>
          <p:cNvSpPr txBox="1"/>
          <p:nvPr/>
        </p:nvSpPr>
        <p:spPr>
          <a:xfrm>
            <a:off x="7998729" y="4378259"/>
            <a:ext cx="897682"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社区服务个性化</a:t>
            </a:r>
          </a:p>
        </p:txBody>
      </p:sp>
      <p:sp>
        <p:nvSpPr>
          <p:cNvPr id="61" name="文本框 60">
            <a:extLst>
              <a:ext uri="{FF2B5EF4-FFF2-40B4-BE49-F238E27FC236}">
                <a16:creationId xmlns:a16="http://schemas.microsoft.com/office/drawing/2014/main" id="{88F4BA3C-8625-0083-E37B-A67BB7B3BB7A}"/>
              </a:ext>
            </a:extLst>
          </p:cNvPr>
          <p:cNvSpPr txBox="1"/>
          <p:nvPr/>
        </p:nvSpPr>
        <p:spPr>
          <a:xfrm>
            <a:off x="9019537" y="4378259"/>
            <a:ext cx="897682"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文化服务数字化</a:t>
            </a:r>
          </a:p>
        </p:txBody>
      </p:sp>
      <p:sp>
        <p:nvSpPr>
          <p:cNvPr id="62" name="文本框 61">
            <a:extLst>
              <a:ext uri="{FF2B5EF4-FFF2-40B4-BE49-F238E27FC236}">
                <a16:creationId xmlns:a16="http://schemas.microsoft.com/office/drawing/2014/main" id="{D841749F-91AD-A0E2-7540-86E5A4957444}"/>
              </a:ext>
            </a:extLst>
          </p:cNvPr>
          <p:cNvSpPr txBox="1"/>
          <p:nvPr/>
        </p:nvSpPr>
        <p:spPr>
          <a:xfrm>
            <a:off x="10061734" y="4378259"/>
            <a:ext cx="897682"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教育服务远程化</a:t>
            </a:r>
          </a:p>
        </p:txBody>
      </p:sp>
      <p:grpSp>
        <p:nvGrpSpPr>
          <p:cNvPr id="1029" name="组合 1028">
            <a:extLst>
              <a:ext uri="{FF2B5EF4-FFF2-40B4-BE49-F238E27FC236}">
                <a16:creationId xmlns:a16="http://schemas.microsoft.com/office/drawing/2014/main" id="{A72155AF-7D8A-001B-B87E-A6F8B7C01D47}"/>
              </a:ext>
            </a:extLst>
          </p:cNvPr>
          <p:cNvGrpSpPr/>
          <p:nvPr/>
        </p:nvGrpSpPr>
        <p:grpSpPr>
          <a:xfrm>
            <a:off x="1464499" y="3863815"/>
            <a:ext cx="418722" cy="418720"/>
            <a:chOff x="3346874" y="1218270"/>
            <a:chExt cx="1529080" cy="1529080"/>
          </a:xfrm>
        </p:grpSpPr>
        <p:sp>
          <p:nvSpPr>
            <p:cNvPr id="1030" name="椭圆 1029">
              <a:extLst>
                <a:ext uri="{FF2B5EF4-FFF2-40B4-BE49-F238E27FC236}">
                  <a16:creationId xmlns:a16="http://schemas.microsoft.com/office/drawing/2014/main" id="{99FF145E-FFF0-5674-9014-A6A385700463}"/>
                </a:ext>
              </a:extLst>
            </p:cNvPr>
            <p:cNvSpPr/>
            <p:nvPr/>
          </p:nvSpPr>
          <p:spPr>
            <a:xfrm>
              <a:off x="3346874" y="1218270"/>
              <a:ext cx="1529080" cy="1529080"/>
            </a:xfrm>
            <a:prstGeom prst="ellipse">
              <a:avLst/>
            </a:prstGeom>
            <a:gradFill flip="none" rotWithShape="1">
              <a:gsLst>
                <a:gs pos="53000">
                  <a:schemeClr val="tx1"/>
                </a:gs>
                <a:gs pos="100000">
                  <a:schemeClr val="accent1">
                    <a:alpha val="36000"/>
                  </a:schemeClr>
                </a:gs>
              </a:gsLst>
              <a:path path="circle">
                <a:fillToRect l="50000" t="50000" r="50000" b="50000"/>
              </a:path>
              <a:tileRect/>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endParaRPr lang="zh-CN" altLang="en-US" sz="2986" dirty="0">
                <a:solidFill>
                  <a:prstClr val="white"/>
                </a:solidFill>
                <a:latin typeface="微软雅黑"/>
                <a:ea typeface="微软雅黑"/>
              </a:endParaRPr>
            </a:p>
          </p:txBody>
        </p:sp>
        <p:sp>
          <p:nvSpPr>
            <p:cNvPr id="1031" name="椭圆 1030">
              <a:extLst>
                <a:ext uri="{FF2B5EF4-FFF2-40B4-BE49-F238E27FC236}">
                  <a16:creationId xmlns:a16="http://schemas.microsoft.com/office/drawing/2014/main" id="{8C23E0ED-E169-31D7-CA21-AAD6D84F7351}"/>
                </a:ext>
              </a:extLst>
            </p:cNvPr>
            <p:cNvSpPr/>
            <p:nvPr/>
          </p:nvSpPr>
          <p:spPr>
            <a:xfrm>
              <a:off x="3493348" y="1364744"/>
              <a:ext cx="1236132" cy="1236132"/>
            </a:xfrm>
            <a:prstGeom prst="ellipse">
              <a:avLst/>
            </a:prstGeom>
            <a:noFill/>
            <a:ln w="6350">
              <a:solidFill>
                <a:schemeClr val="accent1">
                  <a:alpha val="48000"/>
                </a:schemeClr>
              </a:solidFill>
              <a:prstDash val="sysDot"/>
            </a:ln>
            <a:effectLst>
              <a:outerShdw blurRad="254000" algn="ctr" rotWithShape="0">
                <a:schemeClr val="accent1">
                  <a:alpha val="6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nvGrpSpPr>
            <p:cNvPr id="1032" name="组合 1031">
              <a:extLst>
                <a:ext uri="{FF2B5EF4-FFF2-40B4-BE49-F238E27FC236}">
                  <a16:creationId xmlns:a16="http://schemas.microsoft.com/office/drawing/2014/main" id="{2F5415A0-9382-D65B-DD5B-6708F04AD885}"/>
                </a:ext>
              </a:extLst>
            </p:cNvPr>
            <p:cNvGrpSpPr/>
            <p:nvPr/>
          </p:nvGrpSpPr>
          <p:grpSpPr>
            <a:xfrm>
              <a:off x="3635588" y="1506984"/>
              <a:ext cx="951652" cy="951652"/>
              <a:chOff x="3701284" y="1572680"/>
              <a:chExt cx="820260" cy="820260"/>
            </a:xfrm>
          </p:grpSpPr>
          <p:grpSp>
            <p:nvGrpSpPr>
              <p:cNvPr id="1033" name="组合 1032">
                <a:extLst>
                  <a:ext uri="{FF2B5EF4-FFF2-40B4-BE49-F238E27FC236}">
                    <a16:creationId xmlns:a16="http://schemas.microsoft.com/office/drawing/2014/main" id="{D5C0F919-D561-C3B6-2BA1-91FD6E55C72A}"/>
                  </a:ext>
                </a:extLst>
              </p:cNvPr>
              <p:cNvGrpSpPr/>
              <p:nvPr/>
            </p:nvGrpSpPr>
            <p:grpSpPr>
              <a:xfrm>
                <a:off x="3715029" y="1586425"/>
                <a:ext cx="792771" cy="792771"/>
                <a:chOff x="2685919" y="795404"/>
                <a:chExt cx="1318522" cy="1318522"/>
              </a:xfrm>
            </p:grpSpPr>
            <p:sp>
              <p:nvSpPr>
                <p:cNvPr id="1039" name="弧形 1038">
                  <a:extLst>
                    <a:ext uri="{FF2B5EF4-FFF2-40B4-BE49-F238E27FC236}">
                      <a16:creationId xmlns:a16="http://schemas.microsoft.com/office/drawing/2014/main" id="{C32529B8-F48F-534E-C8C4-36AA0275C987}"/>
                    </a:ext>
                  </a:extLst>
                </p:cNvPr>
                <p:cNvSpPr/>
                <p:nvPr/>
              </p:nvSpPr>
              <p:spPr>
                <a:xfrm>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40" name="弧形 1039">
                  <a:extLst>
                    <a:ext uri="{FF2B5EF4-FFF2-40B4-BE49-F238E27FC236}">
                      <a16:creationId xmlns:a16="http://schemas.microsoft.com/office/drawing/2014/main" id="{D63C6CFE-3228-41E3-034A-6365432F548B}"/>
                    </a:ext>
                  </a:extLst>
                </p:cNvPr>
                <p:cNvSpPr/>
                <p:nvPr/>
              </p:nvSpPr>
              <p:spPr>
                <a:xfrm flipH="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41" name="弧形 1040">
                  <a:extLst>
                    <a:ext uri="{FF2B5EF4-FFF2-40B4-BE49-F238E27FC236}">
                      <a16:creationId xmlns:a16="http://schemas.microsoft.com/office/drawing/2014/main" id="{825CD577-6FE2-79C9-B909-7D7DCD0FF989}"/>
                    </a:ext>
                  </a:extLst>
                </p:cNvPr>
                <p:cNvSpPr/>
                <p:nvPr/>
              </p:nvSpPr>
              <p:spPr>
                <a:xfrm flipH="1"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42" name="弧形 1041">
                  <a:extLst>
                    <a:ext uri="{FF2B5EF4-FFF2-40B4-BE49-F238E27FC236}">
                      <a16:creationId xmlns:a16="http://schemas.microsoft.com/office/drawing/2014/main" id="{1ED3704A-069F-741D-F99E-D573CACB2D66}"/>
                    </a:ext>
                  </a:extLst>
                </p:cNvPr>
                <p:cNvSpPr/>
                <p:nvPr/>
              </p:nvSpPr>
              <p:spPr>
                <a:xfrm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nvGrpSpPr>
              <p:cNvPr id="1034" name="组合 1033">
                <a:extLst>
                  <a:ext uri="{FF2B5EF4-FFF2-40B4-BE49-F238E27FC236}">
                    <a16:creationId xmlns:a16="http://schemas.microsoft.com/office/drawing/2014/main" id="{85535BBA-6F41-3153-A32E-59ABA5F79576}"/>
                  </a:ext>
                </a:extLst>
              </p:cNvPr>
              <p:cNvGrpSpPr/>
              <p:nvPr/>
            </p:nvGrpSpPr>
            <p:grpSpPr>
              <a:xfrm>
                <a:off x="3701284" y="1572680"/>
                <a:ext cx="820260" cy="820260"/>
                <a:chOff x="2663059" y="772544"/>
                <a:chExt cx="1364242" cy="1364242"/>
              </a:xfrm>
              <a:solidFill>
                <a:schemeClr val="accent1"/>
              </a:solidFill>
            </p:grpSpPr>
            <p:sp>
              <p:nvSpPr>
                <p:cNvPr id="1035" name="椭圆 1034">
                  <a:extLst>
                    <a:ext uri="{FF2B5EF4-FFF2-40B4-BE49-F238E27FC236}">
                      <a16:creationId xmlns:a16="http://schemas.microsoft.com/office/drawing/2014/main" id="{20D4CAC8-93CA-BB94-CED3-D759141B0833}"/>
                    </a:ext>
                  </a:extLst>
                </p:cNvPr>
                <p:cNvSpPr/>
                <p:nvPr/>
              </p:nvSpPr>
              <p:spPr>
                <a:xfrm>
                  <a:off x="3322320" y="7725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36" name="椭圆 1035">
                  <a:extLst>
                    <a:ext uri="{FF2B5EF4-FFF2-40B4-BE49-F238E27FC236}">
                      <a16:creationId xmlns:a16="http://schemas.microsoft.com/office/drawing/2014/main" id="{57329E1C-08C7-1B28-C013-C192CB4500D0}"/>
                    </a:ext>
                  </a:extLst>
                </p:cNvPr>
                <p:cNvSpPr/>
                <p:nvPr/>
              </p:nvSpPr>
              <p:spPr>
                <a:xfrm>
                  <a:off x="3322320" y="2091066"/>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37" name="椭圆 1036">
                  <a:extLst>
                    <a:ext uri="{FF2B5EF4-FFF2-40B4-BE49-F238E27FC236}">
                      <a16:creationId xmlns:a16="http://schemas.microsoft.com/office/drawing/2014/main" id="{2914E4F2-B753-30C3-B89D-3391D408336E}"/>
                    </a:ext>
                  </a:extLst>
                </p:cNvPr>
                <p:cNvSpPr/>
                <p:nvPr/>
              </p:nvSpPr>
              <p:spPr>
                <a:xfrm>
                  <a:off x="3981581"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38" name="椭圆 1037">
                  <a:extLst>
                    <a:ext uri="{FF2B5EF4-FFF2-40B4-BE49-F238E27FC236}">
                      <a16:creationId xmlns:a16="http://schemas.microsoft.com/office/drawing/2014/main" id="{8F2825D2-14A6-7849-5C82-F494593884C4}"/>
                    </a:ext>
                  </a:extLst>
                </p:cNvPr>
                <p:cNvSpPr/>
                <p:nvPr/>
              </p:nvSpPr>
              <p:spPr>
                <a:xfrm>
                  <a:off x="2663059"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grpSp>
      <p:grpSp>
        <p:nvGrpSpPr>
          <p:cNvPr id="1043" name="组合 1042">
            <a:extLst>
              <a:ext uri="{FF2B5EF4-FFF2-40B4-BE49-F238E27FC236}">
                <a16:creationId xmlns:a16="http://schemas.microsoft.com/office/drawing/2014/main" id="{4D836E59-6C7C-9EF5-9359-A19E06AE0F3E}"/>
              </a:ext>
            </a:extLst>
          </p:cNvPr>
          <p:cNvGrpSpPr/>
          <p:nvPr/>
        </p:nvGrpSpPr>
        <p:grpSpPr>
          <a:xfrm>
            <a:off x="2497962" y="3863815"/>
            <a:ext cx="418722" cy="418720"/>
            <a:chOff x="3346874" y="1218270"/>
            <a:chExt cx="1529080" cy="1529080"/>
          </a:xfrm>
        </p:grpSpPr>
        <p:sp>
          <p:nvSpPr>
            <p:cNvPr id="1044" name="椭圆 1043">
              <a:extLst>
                <a:ext uri="{FF2B5EF4-FFF2-40B4-BE49-F238E27FC236}">
                  <a16:creationId xmlns:a16="http://schemas.microsoft.com/office/drawing/2014/main" id="{BF0E0FA1-0FFC-3455-F463-63E0137A1624}"/>
                </a:ext>
              </a:extLst>
            </p:cNvPr>
            <p:cNvSpPr/>
            <p:nvPr/>
          </p:nvSpPr>
          <p:spPr>
            <a:xfrm>
              <a:off x="3346874" y="1218270"/>
              <a:ext cx="1529080" cy="1529080"/>
            </a:xfrm>
            <a:prstGeom prst="ellipse">
              <a:avLst/>
            </a:prstGeom>
            <a:gradFill flip="none" rotWithShape="1">
              <a:gsLst>
                <a:gs pos="53000">
                  <a:schemeClr val="tx1"/>
                </a:gs>
                <a:gs pos="100000">
                  <a:schemeClr val="accent1">
                    <a:alpha val="36000"/>
                  </a:schemeClr>
                </a:gs>
              </a:gsLst>
              <a:path path="circle">
                <a:fillToRect l="50000" t="50000" r="50000" b="50000"/>
              </a:path>
              <a:tileRect/>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endParaRPr lang="zh-CN" altLang="en-US" sz="2986" dirty="0">
                <a:solidFill>
                  <a:prstClr val="white"/>
                </a:solidFill>
                <a:latin typeface="微软雅黑"/>
                <a:ea typeface="微软雅黑"/>
              </a:endParaRPr>
            </a:p>
          </p:txBody>
        </p:sp>
        <p:sp>
          <p:nvSpPr>
            <p:cNvPr id="1045" name="椭圆 1044">
              <a:extLst>
                <a:ext uri="{FF2B5EF4-FFF2-40B4-BE49-F238E27FC236}">
                  <a16:creationId xmlns:a16="http://schemas.microsoft.com/office/drawing/2014/main" id="{FA4D4E5D-6FB5-F206-7973-B7FEA55B442E}"/>
                </a:ext>
              </a:extLst>
            </p:cNvPr>
            <p:cNvSpPr/>
            <p:nvPr/>
          </p:nvSpPr>
          <p:spPr>
            <a:xfrm>
              <a:off x="3493348" y="1364744"/>
              <a:ext cx="1236132" cy="1236132"/>
            </a:xfrm>
            <a:prstGeom prst="ellipse">
              <a:avLst/>
            </a:prstGeom>
            <a:noFill/>
            <a:ln w="6350">
              <a:solidFill>
                <a:schemeClr val="accent1">
                  <a:alpha val="48000"/>
                </a:schemeClr>
              </a:solidFill>
              <a:prstDash val="sysDot"/>
            </a:ln>
            <a:effectLst>
              <a:outerShdw blurRad="254000" algn="ctr" rotWithShape="0">
                <a:schemeClr val="accent1">
                  <a:alpha val="6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dirty="0">
                <a:solidFill>
                  <a:prstClr val="white"/>
                </a:solidFill>
                <a:latin typeface="微软雅黑"/>
                <a:ea typeface="微软雅黑"/>
              </a:endParaRPr>
            </a:p>
          </p:txBody>
        </p:sp>
        <p:grpSp>
          <p:nvGrpSpPr>
            <p:cNvPr id="1046" name="组合 1045">
              <a:extLst>
                <a:ext uri="{FF2B5EF4-FFF2-40B4-BE49-F238E27FC236}">
                  <a16:creationId xmlns:a16="http://schemas.microsoft.com/office/drawing/2014/main" id="{D0BEBFDC-EF83-7BA3-8237-8FD2638D91A4}"/>
                </a:ext>
              </a:extLst>
            </p:cNvPr>
            <p:cNvGrpSpPr/>
            <p:nvPr/>
          </p:nvGrpSpPr>
          <p:grpSpPr>
            <a:xfrm>
              <a:off x="3635588" y="1506984"/>
              <a:ext cx="951652" cy="951652"/>
              <a:chOff x="3701284" y="1572680"/>
              <a:chExt cx="820260" cy="820260"/>
            </a:xfrm>
          </p:grpSpPr>
          <p:grpSp>
            <p:nvGrpSpPr>
              <p:cNvPr id="1047" name="组合 1046">
                <a:extLst>
                  <a:ext uri="{FF2B5EF4-FFF2-40B4-BE49-F238E27FC236}">
                    <a16:creationId xmlns:a16="http://schemas.microsoft.com/office/drawing/2014/main" id="{52BB1A0E-536A-88D3-30C2-4BBD57477B59}"/>
                  </a:ext>
                </a:extLst>
              </p:cNvPr>
              <p:cNvGrpSpPr/>
              <p:nvPr/>
            </p:nvGrpSpPr>
            <p:grpSpPr>
              <a:xfrm>
                <a:off x="3715029" y="1586425"/>
                <a:ext cx="792771" cy="792771"/>
                <a:chOff x="2685919" y="795404"/>
                <a:chExt cx="1318522" cy="1318522"/>
              </a:xfrm>
            </p:grpSpPr>
            <p:sp>
              <p:nvSpPr>
                <p:cNvPr id="1053" name="弧形 1052">
                  <a:extLst>
                    <a:ext uri="{FF2B5EF4-FFF2-40B4-BE49-F238E27FC236}">
                      <a16:creationId xmlns:a16="http://schemas.microsoft.com/office/drawing/2014/main" id="{118E63E0-9208-2E4C-1A4C-03310E90BB43}"/>
                    </a:ext>
                  </a:extLst>
                </p:cNvPr>
                <p:cNvSpPr/>
                <p:nvPr/>
              </p:nvSpPr>
              <p:spPr>
                <a:xfrm>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54" name="弧形 1053">
                  <a:extLst>
                    <a:ext uri="{FF2B5EF4-FFF2-40B4-BE49-F238E27FC236}">
                      <a16:creationId xmlns:a16="http://schemas.microsoft.com/office/drawing/2014/main" id="{4AD8D4E1-D486-9F30-D3D7-5E8BB0367C88}"/>
                    </a:ext>
                  </a:extLst>
                </p:cNvPr>
                <p:cNvSpPr/>
                <p:nvPr/>
              </p:nvSpPr>
              <p:spPr>
                <a:xfrm flipH="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55" name="弧形 1054">
                  <a:extLst>
                    <a:ext uri="{FF2B5EF4-FFF2-40B4-BE49-F238E27FC236}">
                      <a16:creationId xmlns:a16="http://schemas.microsoft.com/office/drawing/2014/main" id="{086DB772-2C49-AF81-E47A-654FB79EEC8C}"/>
                    </a:ext>
                  </a:extLst>
                </p:cNvPr>
                <p:cNvSpPr/>
                <p:nvPr/>
              </p:nvSpPr>
              <p:spPr>
                <a:xfrm flipH="1"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56" name="弧形 1055">
                  <a:extLst>
                    <a:ext uri="{FF2B5EF4-FFF2-40B4-BE49-F238E27FC236}">
                      <a16:creationId xmlns:a16="http://schemas.microsoft.com/office/drawing/2014/main" id="{A9335DF3-451D-D2A0-956C-D305DA1C7EC8}"/>
                    </a:ext>
                  </a:extLst>
                </p:cNvPr>
                <p:cNvSpPr/>
                <p:nvPr/>
              </p:nvSpPr>
              <p:spPr>
                <a:xfrm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nvGrpSpPr>
              <p:cNvPr id="1048" name="组合 1047">
                <a:extLst>
                  <a:ext uri="{FF2B5EF4-FFF2-40B4-BE49-F238E27FC236}">
                    <a16:creationId xmlns:a16="http://schemas.microsoft.com/office/drawing/2014/main" id="{EC7FC570-3721-AA8F-AED7-35090456FCD2}"/>
                  </a:ext>
                </a:extLst>
              </p:cNvPr>
              <p:cNvGrpSpPr/>
              <p:nvPr/>
            </p:nvGrpSpPr>
            <p:grpSpPr>
              <a:xfrm>
                <a:off x="3701284" y="1572680"/>
                <a:ext cx="820260" cy="820260"/>
                <a:chOff x="2663059" y="772544"/>
                <a:chExt cx="1364242" cy="1364242"/>
              </a:xfrm>
              <a:solidFill>
                <a:schemeClr val="accent1"/>
              </a:solidFill>
            </p:grpSpPr>
            <p:sp>
              <p:nvSpPr>
                <p:cNvPr id="1049" name="椭圆 1048">
                  <a:extLst>
                    <a:ext uri="{FF2B5EF4-FFF2-40B4-BE49-F238E27FC236}">
                      <a16:creationId xmlns:a16="http://schemas.microsoft.com/office/drawing/2014/main" id="{0B5B4779-2008-4D86-E1D6-998D1010D526}"/>
                    </a:ext>
                  </a:extLst>
                </p:cNvPr>
                <p:cNvSpPr/>
                <p:nvPr/>
              </p:nvSpPr>
              <p:spPr>
                <a:xfrm>
                  <a:off x="3322320" y="7725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50" name="椭圆 1049">
                  <a:extLst>
                    <a:ext uri="{FF2B5EF4-FFF2-40B4-BE49-F238E27FC236}">
                      <a16:creationId xmlns:a16="http://schemas.microsoft.com/office/drawing/2014/main" id="{BCC02A49-0120-51AE-E4F9-0D1A632934F2}"/>
                    </a:ext>
                  </a:extLst>
                </p:cNvPr>
                <p:cNvSpPr/>
                <p:nvPr/>
              </p:nvSpPr>
              <p:spPr>
                <a:xfrm>
                  <a:off x="3322320" y="2091066"/>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51" name="椭圆 1050">
                  <a:extLst>
                    <a:ext uri="{FF2B5EF4-FFF2-40B4-BE49-F238E27FC236}">
                      <a16:creationId xmlns:a16="http://schemas.microsoft.com/office/drawing/2014/main" id="{306A3C5B-D9D5-3C4D-6BC1-9A36CDDE2587}"/>
                    </a:ext>
                  </a:extLst>
                </p:cNvPr>
                <p:cNvSpPr/>
                <p:nvPr/>
              </p:nvSpPr>
              <p:spPr>
                <a:xfrm>
                  <a:off x="3981581"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52" name="椭圆 1051">
                  <a:extLst>
                    <a:ext uri="{FF2B5EF4-FFF2-40B4-BE49-F238E27FC236}">
                      <a16:creationId xmlns:a16="http://schemas.microsoft.com/office/drawing/2014/main" id="{E6F5D45C-5F8B-1C61-410C-81E58DC9E0BF}"/>
                    </a:ext>
                  </a:extLst>
                </p:cNvPr>
                <p:cNvSpPr/>
                <p:nvPr/>
              </p:nvSpPr>
              <p:spPr>
                <a:xfrm>
                  <a:off x="2663059"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grpSp>
      <p:grpSp>
        <p:nvGrpSpPr>
          <p:cNvPr id="1057" name="组合 1056">
            <a:extLst>
              <a:ext uri="{FF2B5EF4-FFF2-40B4-BE49-F238E27FC236}">
                <a16:creationId xmlns:a16="http://schemas.microsoft.com/office/drawing/2014/main" id="{D7074C65-9A87-6FD7-C551-C68E2C6900CE}"/>
              </a:ext>
            </a:extLst>
          </p:cNvPr>
          <p:cNvGrpSpPr/>
          <p:nvPr/>
        </p:nvGrpSpPr>
        <p:grpSpPr>
          <a:xfrm>
            <a:off x="3531425" y="3863815"/>
            <a:ext cx="418722" cy="418720"/>
            <a:chOff x="3346874" y="1218270"/>
            <a:chExt cx="1529080" cy="1529080"/>
          </a:xfrm>
        </p:grpSpPr>
        <p:sp>
          <p:nvSpPr>
            <p:cNvPr id="1058" name="椭圆 1057">
              <a:extLst>
                <a:ext uri="{FF2B5EF4-FFF2-40B4-BE49-F238E27FC236}">
                  <a16:creationId xmlns:a16="http://schemas.microsoft.com/office/drawing/2014/main" id="{27C053F1-D5B3-37AA-B7C7-2BBF431EEDB2}"/>
                </a:ext>
              </a:extLst>
            </p:cNvPr>
            <p:cNvSpPr/>
            <p:nvPr/>
          </p:nvSpPr>
          <p:spPr>
            <a:xfrm>
              <a:off x="3346874" y="1218270"/>
              <a:ext cx="1529080" cy="1529080"/>
            </a:xfrm>
            <a:prstGeom prst="ellipse">
              <a:avLst/>
            </a:prstGeom>
            <a:gradFill flip="none" rotWithShape="1">
              <a:gsLst>
                <a:gs pos="53000">
                  <a:schemeClr val="tx1"/>
                </a:gs>
                <a:gs pos="100000">
                  <a:schemeClr val="accent1">
                    <a:alpha val="36000"/>
                  </a:schemeClr>
                </a:gs>
              </a:gsLst>
              <a:path path="circle">
                <a:fillToRect l="50000" t="50000" r="50000" b="50000"/>
              </a:path>
              <a:tileRect/>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endParaRPr lang="zh-CN" altLang="en-US" sz="2986" dirty="0">
                <a:solidFill>
                  <a:prstClr val="white"/>
                </a:solidFill>
                <a:latin typeface="微软雅黑"/>
                <a:ea typeface="微软雅黑"/>
              </a:endParaRPr>
            </a:p>
          </p:txBody>
        </p:sp>
        <p:sp>
          <p:nvSpPr>
            <p:cNvPr id="1059" name="椭圆 1058">
              <a:extLst>
                <a:ext uri="{FF2B5EF4-FFF2-40B4-BE49-F238E27FC236}">
                  <a16:creationId xmlns:a16="http://schemas.microsoft.com/office/drawing/2014/main" id="{DB1AEE18-F12A-02E0-B75D-A771570D7DF1}"/>
                </a:ext>
              </a:extLst>
            </p:cNvPr>
            <p:cNvSpPr/>
            <p:nvPr/>
          </p:nvSpPr>
          <p:spPr>
            <a:xfrm>
              <a:off x="3493348" y="1364744"/>
              <a:ext cx="1236132" cy="1236132"/>
            </a:xfrm>
            <a:prstGeom prst="ellipse">
              <a:avLst/>
            </a:prstGeom>
            <a:noFill/>
            <a:ln w="6350">
              <a:solidFill>
                <a:schemeClr val="accent1">
                  <a:alpha val="48000"/>
                </a:schemeClr>
              </a:solidFill>
              <a:prstDash val="sysDot"/>
            </a:ln>
            <a:effectLst>
              <a:outerShdw blurRad="254000" algn="ctr" rotWithShape="0">
                <a:schemeClr val="accent1">
                  <a:alpha val="6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nvGrpSpPr>
            <p:cNvPr id="1060" name="组合 1059">
              <a:extLst>
                <a:ext uri="{FF2B5EF4-FFF2-40B4-BE49-F238E27FC236}">
                  <a16:creationId xmlns:a16="http://schemas.microsoft.com/office/drawing/2014/main" id="{4F49E07C-892B-F3E8-B3BD-D60E00B5460B}"/>
                </a:ext>
              </a:extLst>
            </p:cNvPr>
            <p:cNvGrpSpPr/>
            <p:nvPr/>
          </p:nvGrpSpPr>
          <p:grpSpPr>
            <a:xfrm>
              <a:off x="3635588" y="1506984"/>
              <a:ext cx="951652" cy="951652"/>
              <a:chOff x="3701284" y="1572680"/>
              <a:chExt cx="820260" cy="820260"/>
            </a:xfrm>
          </p:grpSpPr>
          <p:grpSp>
            <p:nvGrpSpPr>
              <p:cNvPr id="1061" name="组合 1060">
                <a:extLst>
                  <a:ext uri="{FF2B5EF4-FFF2-40B4-BE49-F238E27FC236}">
                    <a16:creationId xmlns:a16="http://schemas.microsoft.com/office/drawing/2014/main" id="{5A521F31-238E-057B-FF3F-47C605D0C014}"/>
                  </a:ext>
                </a:extLst>
              </p:cNvPr>
              <p:cNvGrpSpPr/>
              <p:nvPr/>
            </p:nvGrpSpPr>
            <p:grpSpPr>
              <a:xfrm>
                <a:off x="3715029" y="1586425"/>
                <a:ext cx="792771" cy="792771"/>
                <a:chOff x="2685919" y="795404"/>
                <a:chExt cx="1318522" cy="1318522"/>
              </a:xfrm>
            </p:grpSpPr>
            <p:sp>
              <p:nvSpPr>
                <p:cNvPr id="1067" name="弧形 1066">
                  <a:extLst>
                    <a:ext uri="{FF2B5EF4-FFF2-40B4-BE49-F238E27FC236}">
                      <a16:creationId xmlns:a16="http://schemas.microsoft.com/office/drawing/2014/main" id="{E47CBE73-FAC2-4474-8435-971797F6040E}"/>
                    </a:ext>
                  </a:extLst>
                </p:cNvPr>
                <p:cNvSpPr/>
                <p:nvPr/>
              </p:nvSpPr>
              <p:spPr>
                <a:xfrm>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68" name="弧形 1067">
                  <a:extLst>
                    <a:ext uri="{FF2B5EF4-FFF2-40B4-BE49-F238E27FC236}">
                      <a16:creationId xmlns:a16="http://schemas.microsoft.com/office/drawing/2014/main" id="{D17E7577-9046-1509-0FD1-29F899930254}"/>
                    </a:ext>
                  </a:extLst>
                </p:cNvPr>
                <p:cNvSpPr/>
                <p:nvPr/>
              </p:nvSpPr>
              <p:spPr>
                <a:xfrm flipH="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69" name="弧形 1068">
                  <a:extLst>
                    <a:ext uri="{FF2B5EF4-FFF2-40B4-BE49-F238E27FC236}">
                      <a16:creationId xmlns:a16="http://schemas.microsoft.com/office/drawing/2014/main" id="{9C993373-3C1E-AAA0-45FB-35F93BE69D33}"/>
                    </a:ext>
                  </a:extLst>
                </p:cNvPr>
                <p:cNvSpPr/>
                <p:nvPr/>
              </p:nvSpPr>
              <p:spPr>
                <a:xfrm flipH="1"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70" name="弧形 1069">
                  <a:extLst>
                    <a:ext uri="{FF2B5EF4-FFF2-40B4-BE49-F238E27FC236}">
                      <a16:creationId xmlns:a16="http://schemas.microsoft.com/office/drawing/2014/main" id="{03865682-6699-3FB8-25A0-F06605D3D6A3}"/>
                    </a:ext>
                  </a:extLst>
                </p:cNvPr>
                <p:cNvSpPr/>
                <p:nvPr/>
              </p:nvSpPr>
              <p:spPr>
                <a:xfrm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nvGrpSpPr>
              <p:cNvPr id="1062" name="组合 1061">
                <a:extLst>
                  <a:ext uri="{FF2B5EF4-FFF2-40B4-BE49-F238E27FC236}">
                    <a16:creationId xmlns:a16="http://schemas.microsoft.com/office/drawing/2014/main" id="{554423A9-EECD-1D44-D6CD-027E6C301486}"/>
                  </a:ext>
                </a:extLst>
              </p:cNvPr>
              <p:cNvGrpSpPr/>
              <p:nvPr/>
            </p:nvGrpSpPr>
            <p:grpSpPr>
              <a:xfrm>
                <a:off x="3701284" y="1572680"/>
                <a:ext cx="820260" cy="820260"/>
                <a:chOff x="2663059" y="772544"/>
                <a:chExt cx="1364242" cy="1364242"/>
              </a:xfrm>
              <a:solidFill>
                <a:schemeClr val="accent1"/>
              </a:solidFill>
            </p:grpSpPr>
            <p:sp>
              <p:nvSpPr>
                <p:cNvPr id="1063" name="椭圆 1062">
                  <a:extLst>
                    <a:ext uri="{FF2B5EF4-FFF2-40B4-BE49-F238E27FC236}">
                      <a16:creationId xmlns:a16="http://schemas.microsoft.com/office/drawing/2014/main" id="{21260763-064D-8586-F998-5C9C91809090}"/>
                    </a:ext>
                  </a:extLst>
                </p:cNvPr>
                <p:cNvSpPr/>
                <p:nvPr/>
              </p:nvSpPr>
              <p:spPr>
                <a:xfrm>
                  <a:off x="3322320" y="7725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64" name="椭圆 1063">
                  <a:extLst>
                    <a:ext uri="{FF2B5EF4-FFF2-40B4-BE49-F238E27FC236}">
                      <a16:creationId xmlns:a16="http://schemas.microsoft.com/office/drawing/2014/main" id="{5C6AD00F-8C1A-E642-4B31-60BC70B55E80}"/>
                    </a:ext>
                  </a:extLst>
                </p:cNvPr>
                <p:cNvSpPr/>
                <p:nvPr/>
              </p:nvSpPr>
              <p:spPr>
                <a:xfrm>
                  <a:off x="3322320" y="2091066"/>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65" name="椭圆 1064">
                  <a:extLst>
                    <a:ext uri="{FF2B5EF4-FFF2-40B4-BE49-F238E27FC236}">
                      <a16:creationId xmlns:a16="http://schemas.microsoft.com/office/drawing/2014/main" id="{DD86301D-04CC-87AE-0DCC-90AF048A5C7F}"/>
                    </a:ext>
                  </a:extLst>
                </p:cNvPr>
                <p:cNvSpPr/>
                <p:nvPr/>
              </p:nvSpPr>
              <p:spPr>
                <a:xfrm>
                  <a:off x="3981581"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66" name="椭圆 1065">
                  <a:extLst>
                    <a:ext uri="{FF2B5EF4-FFF2-40B4-BE49-F238E27FC236}">
                      <a16:creationId xmlns:a16="http://schemas.microsoft.com/office/drawing/2014/main" id="{559471B4-CAA6-F6B4-4BE1-CF6C6E7B16C5}"/>
                    </a:ext>
                  </a:extLst>
                </p:cNvPr>
                <p:cNvSpPr/>
                <p:nvPr/>
              </p:nvSpPr>
              <p:spPr>
                <a:xfrm>
                  <a:off x="2663059"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grpSp>
      <p:grpSp>
        <p:nvGrpSpPr>
          <p:cNvPr id="1071" name="组合 1070">
            <a:extLst>
              <a:ext uri="{FF2B5EF4-FFF2-40B4-BE49-F238E27FC236}">
                <a16:creationId xmlns:a16="http://schemas.microsoft.com/office/drawing/2014/main" id="{41EE773B-E1BC-685D-B942-1B5EF5DB3165}"/>
              </a:ext>
            </a:extLst>
          </p:cNvPr>
          <p:cNvGrpSpPr/>
          <p:nvPr/>
        </p:nvGrpSpPr>
        <p:grpSpPr>
          <a:xfrm>
            <a:off x="8229921" y="3863815"/>
            <a:ext cx="418722" cy="418720"/>
            <a:chOff x="3346874" y="1218270"/>
            <a:chExt cx="1529080" cy="1529080"/>
          </a:xfrm>
        </p:grpSpPr>
        <p:sp>
          <p:nvSpPr>
            <p:cNvPr id="1072" name="椭圆 1071">
              <a:extLst>
                <a:ext uri="{FF2B5EF4-FFF2-40B4-BE49-F238E27FC236}">
                  <a16:creationId xmlns:a16="http://schemas.microsoft.com/office/drawing/2014/main" id="{4C74D82B-2AFF-7127-08FA-D2D0D52BA24A}"/>
                </a:ext>
              </a:extLst>
            </p:cNvPr>
            <p:cNvSpPr/>
            <p:nvPr/>
          </p:nvSpPr>
          <p:spPr>
            <a:xfrm>
              <a:off x="3346874" y="1218270"/>
              <a:ext cx="1529080" cy="1529080"/>
            </a:xfrm>
            <a:prstGeom prst="ellipse">
              <a:avLst/>
            </a:prstGeom>
            <a:gradFill flip="none" rotWithShape="1">
              <a:gsLst>
                <a:gs pos="53000">
                  <a:schemeClr val="tx1"/>
                </a:gs>
                <a:gs pos="100000">
                  <a:schemeClr val="accent1">
                    <a:alpha val="36000"/>
                  </a:schemeClr>
                </a:gs>
              </a:gsLst>
              <a:path path="circle">
                <a:fillToRect l="50000" t="50000" r="50000" b="50000"/>
              </a:path>
              <a:tileRect/>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endParaRPr lang="zh-CN" altLang="en-US" sz="2986" dirty="0">
                <a:solidFill>
                  <a:prstClr val="white"/>
                </a:solidFill>
                <a:latin typeface="微软雅黑"/>
                <a:ea typeface="微软雅黑"/>
              </a:endParaRPr>
            </a:p>
          </p:txBody>
        </p:sp>
        <p:sp>
          <p:nvSpPr>
            <p:cNvPr id="1073" name="椭圆 1072">
              <a:extLst>
                <a:ext uri="{FF2B5EF4-FFF2-40B4-BE49-F238E27FC236}">
                  <a16:creationId xmlns:a16="http://schemas.microsoft.com/office/drawing/2014/main" id="{EE11E70D-47D4-9611-68B1-03F865B6541C}"/>
                </a:ext>
              </a:extLst>
            </p:cNvPr>
            <p:cNvSpPr/>
            <p:nvPr/>
          </p:nvSpPr>
          <p:spPr>
            <a:xfrm>
              <a:off x="3493348" y="1364744"/>
              <a:ext cx="1236132" cy="1236132"/>
            </a:xfrm>
            <a:prstGeom prst="ellipse">
              <a:avLst/>
            </a:prstGeom>
            <a:noFill/>
            <a:ln w="6350">
              <a:solidFill>
                <a:schemeClr val="accent1">
                  <a:alpha val="48000"/>
                </a:schemeClr>
              </a:solidFill>
              <a:prstDash val="sysDot"/>
            </a:ln>
            <a:effectLst>
              <a:outerShdw blurRad="254000" algn="ctr" rotWithShape="0">
                <a:schemeClr val="accent1">
                  <a:alpha val="6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nvGrpSpPr>
            <p:cNvPr id="1074" name="组合 1073">
              <a:extLst>
                <a:ext uri="{FF2B5EF4-FFF2-40B4-BE49-F238E27FC236}">
                  <a16:creationId xmlns:a16="http://schemas.microsoft.com/office/drawing/2014/main" id="{F02B40FC-CE09-FD81-D0A3-2F69F6B2E164}"/>
                </a:ext>
              </a:extLst>
            </p:cNvPr>
            <p:cNvGrpSpPr/>
            <p:nvPr/>
          </p:nvGrpSpPr>
          <p:grpSpPr>
            <a:xfrm>
              <a:off x="3635588" y="1506984"/>
              <a:ext cx="951652" cy="951652"/>
              <a:chOff x="3701284" y="1572680"/>
              <a:chExt cx="820260" cy="820260"/>
            </a:xfrm>
          </p:grpSpPr>
          <p:grpSp>
            <p:nvGrpSpPr>
              <p:cNvPr id="1075" name="组合 1074">
                <a:extLst>
                  <a:ext uri="{FF2B5EF4-FFF2-40B4-BE49-F238E27FC236}">
                    <a16:creationId xmlns:a16="http://schemas.microsoft.com/office/drawing/2014/main" id="{48A2D4A8-C80E-2ED1-FF03-C32363D49F15}"/>
                  </a:ext>
                </a:extLst>
              </p:cNvPr>
              <p:cNvGrpSpPr/>
              <p:nvPr/>
            </p:nvGrpSpPr>
            <p:grpSpPr>
              <a:xfrm>
                <a:off x="3715029" y="1586425"/>
                <a:ext cx="792771" cy="792771"/>
                <a:chOff x="2685919" y="795404"/>
                <a:chExt cx="1318522" cy="1318522"/>
              </a:xfrm>
            </p:grpSpPr>
            <p:sp>
              <p:nvSpPr>
                <p:cNvPr id="1081" name="弧形 1080">
                  <a:extLst>
                    <a:ext uri="{FF2B5EF4-FFF2-40B4-BE49-F238E27FC236}">
                      <a16:creationId xmlns:a16="http://schemas.microsoft.com/office/drawing/2014/main" id="{F5B8A9EF-6703-09D1-B8F1-A38834A8A5B6}"/>
                    </a:ext>
                  </a:extLst>
                </p:cNvPr>
                <p:cNvSpPr/>
                <p:nvPr/>
              </p:nvSpPr>
              <p:spPr>
                <a:xfrm>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82" name="弧形 1081">
                  <a:extLst>
                    <a:ext uri="{FF2B5EF4-FFF2-40B4-BE49-F238E27FC236}">
                      <a16:creationId xmlns:a16="http://schemas.microsoft.com/office/drawing/2014/main" id="{5474969E-755F-FBAB-4DC0-EA495DE22437}"/>
                    </a:ext>
                  </a:extLst>
                </p:cNvPr>
                <p:cNvSpPr/>
                <p:nvPr/>
              </p:nvSpPr>
              <p:spPr>
                <a:xfrm flipH="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83" name="弧形 1082">
                  <a:extLst>
                    <a:ext uri="{FF2B5EF4-FFF2-40B4-BE49-F238E27FC236}">
                      <a16:creationId xmlns:a16="http://schemas.microsoft.com/office/drawing/2014/main" id="{89A37F36-221A-36E0-0858-868BB4E2308C}"/>
                    </a:ext>
                  </a:extLst>
                </p:cNvPr>
                <p:cNvSpPr/>
                <p:nvPr/>
              </p:nvSpPr>
              <p:spPr>
                <a:xfrm flipH="1"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84" name="弧形 1083">
                  <a:extLst>
                    <a:ext uri="{FF2B5EF4-FFF2-40B4-BE49-F238E27FC236}">
                      <a16:creationId xmlns:a16="http://schemas.microsoft.com/office/drawing/2014/main" id="{A41BF196-8C65-917C-F4C3-547167344252}"/>
                    </a:ext>
                  </a:extLst>
                </p:cNvPr>
                <p:cNvSpPr/>
                <p:nvPr/>
              </p:nvSpPr>
              <p:spPr>
                <a:xfrm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nvGrpSpPr>
              <p:cNvPr id="1076" name="组合 1075">
                <a:extLst>
                  <a:ext uri="{FF2B5EF4-FFF2-40B4-BE49-F238E27FC236}">
                    <a16:creationId xmlns:a16="http://schemas.microsoft.com/office/drawing/2014/main" id="{24137432-566C-08FC-60C9-03E39D7C4B09}"/>
                  </a:ext>
                </a:extLst>
              </p:cNvPr>
              <p:cNvGrpSpPr/>
              <p:nvPr/>
            </p:nvGrpSpPr>
            <p:grpSpPr>
              <a:xfrm>
                <a:off x="3701284" y="1572680"/>
                <a:ext cx="820260" cy="820260"/>
                <a:chOff x="2663059" y="772544"/>
                <a:chExt cx="1364242" cy="1364242"/>
              </a:xfrm>
              <a:solidFill>
                <a:schemeClr val="accent1"/>
              </a:solidFill>
            </p:grpSpPr>
            <p:sp>
              <p:nvSpPr>
                <p:cNvPr id="1077" name="椭圆 1076">
                  <a:extLst>
                    <a:ext uri="{FF2B5EF4-FFF2-40B4-BE49-F238E27FC236}">
                      <a16:creationId xmlns:a16="http://schemas.microsoft.com/office/drawing/2014/main" id="{F3C579AF-196E-863F-DFE8-17DE7FFB2B6A}"/>
                    </a:ext>
                  </a:extLst>
                </p:cNvPr>
                <p:cNvSpPr/>
                <p:nvPr/>
              </p:nvSpPr>
              <p:spPr>
                <a:xfrm>
                  <a:off x="3322320" y="7725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78" name="椭圆 1077">
                  <a:extLst>
                    <a:ext uri="{FF2B5EF4-FFF2-40B4-BE49-F238E27FC236}">
                      <a16:creationId xmlns:a16="http://schemas.microsoft.com/office/drawing/2014/main" id="{53D66415-C216-274F-CB75-40C02DB857AA}"/>
                    </a:ext>
                  </a:extLst>
                </p:cNvPr>
                <p:cNvSpPr/>
                <p:nvPr/>
              </p:nvSpPr>
              <p:spPr>
                <a:xfrm>
                  <a:off x="3322320" y="2091066"/>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79" name="椭圆 1078">
                  <a:extLst>
                    <a:ext uri="{FF2B5EF4-FFF2-40B4-BE49-F238E27FC236}">
                      <a16:creationId xmlns:a16="http://schemas.microsoft.com/office/drawing/2014/main" id="{228A27F5-844F-E3B3-6D1C-0112F6599B80}"/>
                    </a:ext>
                  </a:extLst>
                </p:cNvPr>
                <p:cNvSpPr/>
                <p:nvPr/>
              </p:nvSpPr>
              <p:spPr>
                <a:xfrm>
                  <a:off x="3981581"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80" name="椭圆 1079">
                  <a:extLst>
                    <a:ext uri="{FF2B5EF4-FFF2-40B4-BE49-F238E27FC236}">
                      <a16:creationId xmlns:a16="http://schemas.microsoft.com/office/drawing/2014/main" id="{DBBFFE92-4DEB-AFC4-CF51-7D2C51422FDD}"/>
                    </a:ext>
                  </a:extLst>
                </p:cNvPr>
                <p:cNvSpPr/>
                <p:nvPr/>
              </p:nvSpPr>
              <p:spPr>
                <a:xfrm>
                  <a:off x="2663059"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grpSp>
      <p:grpSp>
        <p:nvGrpSpPr>
          <p:cNvPr id="1085" name="组合 1084">
            <a:extLst>
              <a:ext uri="{FF2B5EF4-FFF2-40B4-BE49-F238E27FC236}">
                <a16:creationId xmlns:a16="http://schemas.microsoft.com/office/drawing/2014/main" id="{85665CD6-1E1E-04C2-9A92-0F181A078896}"/>
              </a:ext>
            </a:extLst>
          </p:cNvPr>
          <p:cNvGrpSpPr/>
          <p:nvPr/>
        </p:nvGrpSpPr>
        <p:grpSpPr>
          <a:xfrm>
            <a:off x="9263384" y="3863815"/>
            <a:ext cx="418722" cy="418720"/>
            <a:chOff x="3346874" y="1218270"/>
            <a:chExt cx="1529080" cy="1529080"/>
          </a:xfrm>
        </p:grpSpPr>
        <p:sp>
          <p:nvSpPr>
            <p:cNvPr id="1086" name="椭圆 1085">
              <a:extLst>
                <a:ext uri="{FF2B5EF4-FFF2-40B4-BE49-F238E27FC236}">
                  <a16:creationId xmlns:a16="http://schemas.microsoft.com/office/drawing/2014/main" id="{237854CB-7AEC-2A5D-0508-2FF65C708879}"/>
                </a:ext>
              </a:extLst>
            </p:cNvPr>
            <p:cNvSpPr/>
            <p:nvPr/>
          </p:nvSpPr>
          <p:spPr>
            <a:xfrm>
              <a:off x="3346874" y="1218270"/>
              <a:ext cx="1529080" cy="1529080"/>
            </a:xfrm>
            <a:prstGeom prst="ellipse">
              <a:avLst/>
            </a:prstGeom>
            <a:gradFill flip="none" rotWithShape="1">
              <a:gsLst>
                <a:gs pos="53000">
                  <a:schemeClr val="tx1"/>
                </a:gs>
                <a:gs pos="100000">
                  <a:schemeClr val="accent1">
                    <a:alpha val="36000"/>
                  </a:schemeClr>
                </a:gs>
              </a:gsLst>
              <a:path path="circle">
                <a:fillToRect l="50000" t="50000" r="50000" b="50000"/>
              </a:path>
              <a:tileRect/>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endParaRPr lang="zh-CN" altLang="en-US" sz="2986" dirty="0">
                <a:solidFill>
                  <a:prstClr val="white"/>
                </a:solidFill>
                <a:latin typeface="微软雅黑"/>
                <a:ea typeface="微软雅黑"/>
              </a:endParaRPr>
            </a:p>
          </p:txBody>
        </p:sp>
        <p:sp>
          <p:nvSpPr>
            <p:cNvPr id="1087" name="椭圆 1086">
              <a:extLst>
                <a:ext uri="{FF2B5EF4-FFF2-40B4-BE49-F238E27FC236}">
                  <a16:creationId xmlns:a16="http://schemas.microsoft.com/office/drawing/2014/main" id="{04B76CC6-945B-4082-B9F0-E55CCCFD389C}"/>
                </a:ext>
              </a:extLst>
            </p:cNvPr>
            <p:cNvSpPr/>
            <p:nvPr/>
          </p:nvSpPr>
          <p:spPr>
            <a:xfrm>
              <a:off x="3493348" y="1364744"/>
              <a:ext cx="1236132" cy="1236132"/>
            </a:xfrm>
            <a:prstGeom prst="ellipse">
              <a:avLst/>
            </a:prstGeom>
            <a:noFill/>
            <a:ln w="6350">
              <a:solidFill>
                <a:schemeClr val="accent1">
                  <a:alpha val="48000"/>
                </a:schemeClr>
              </a:solidFill>
              <a:prstDash val="sysDot"/>
            </a:ln>
            <a:effectLst>
              <a:outerShdw blurRad="254000" algn="ctr" rotWithShape="0">
                <a:schemeClr val="accent1">
                  <a:alpha val="6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nvGrpSpPr>
            <p:cNvPr id="1088" name="组合 1087">
              <a:extLst>
                <a:ext uri="{FF2B5EF4-FFF2-40B4-BE49-F238E27FC236}">
                  <a16:creationId xmlns:a16="http://schemas.microsoft.com/office/drawing/2014/main" id="{69679DC0-85FF-2E34-EF34-DF72FC624E3A}"/>
                </a:ext>
              </a:extLst>
            </p:cNvPr>
            <p:cNvGrpSpPr/>
            <p:nvPr/>
          </p:nvGrpSpPr>
          <p:grpSpPr>
            <a:xfrm>
              <a:off x="3635588" y="1506984"/>
              <a:ext cx="951652" cy="951652"/>
              <a:chOff x="3701284" y="1572680"/>
              <a:chExt cx="820260" cy="820260"/>
            </a:xfrm>
          </p:grpSpPr>
          <p:grpSp>
            <p:nvGrpSpPr>
              <p:cNvPr id="1089" name="组合 1088">
                <a:extLst>
                  <a:ext uri="{FF2B5EF4-FFF2-40B4-BE49-F238E27FC236}">
                    <a16:creationId xmlns:a16="http://schemas.microsoft.com/office/drawing/2014/main" id="{CCB4A12F-D4F8-295A-8460-F5FE9DCCEBB7}"/>
                  </a:ext>
                </a:extLst>
              </p:cNvPr>
              <p:cNvGrpSpPr/>
              <p:nvPr/>
            </p:nvGrpSpPr>
            <p:grpSpPr>
              <a:xfrm>
                <a:off x="3715029" y="1586425"/>
                <a:ext cx="792771" cy="792771"/>
                <a:chOff x="2685919" y="795404"/>
                <a:chExt cx="1318522" cy="1318522"/>
              </a:xfrm>
            </p:grpSpPr>
            <p:sp>
              <p:nvSpPr>
                <p:cNvPr id="1095" name="弧形 1094">
                  <a:extLst>
                    <a:ext uri="{FF2B5EF4-FFF2-40B4-BE49-F238E27FC236}">
                      <a16:creationId xmlns:a16="http://schemas.microsoft.com/office/drawing/2014/main" id="{2B30D5C1-96A8-FFC1-D186-67D52953708C}"/>
                    </a:ext>
                  </a:extLst>
                </p:cNvPr>
                <p:cNvSpPr/>
                <p:nvPr/>
              </p:nvSpPr>
              <p:spPr>
                <a:xfrm>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96" name="弧形 1095">
                  <a:extLst>
                    <a:ext uri="{FF2B5EF4-FFF2-40B4-BE49-F238E27FC236}">
                      <a16:creationId xmlns:a16="http://schemas.microsoft.com/office/drawing/2014/main" id="{BDA9B336-9FB1-9A52-A6FB-E190BE2B2C6A}"/>
                    </a:ext>
                  </a:extLst>
                </p:cNvPr>
                <p:cNvSpPr/>
                <p:nvPr/>
              </p:nvSpPr>
              <p:spPr>
                <a:xfrm flipH="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97" name="弧形 1096">
                  <a:extLst>
                    <a:ext uri="{FF2B5EF4-FFF2-40B4-BE49-F238E27FC236}">
                      <a16:creationId xmlns:a16="http://schemas.microsoft.com/office/drawing/2014/main" id="{9F682DDE-4E32-0F4F-EB48-AB0238DB66BC}"/>
                    </a:ext>
                  </a:extLst>
                </p:cNvPr>
                <p:cNvSpPr/>
                <p:nvPr/>
              </p:nvSpPr>
              <p:spPr>
                <a:xfrm flipH="1"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98" name="弧形 1097">
                  <a:extLst>
                    <a:ext uri="{FF2B5EF4-FFF2-40B4-BE49-F238E27FC236}">
                      <a16:creationId xmlns:a16="http://schemas.microsoft.com/office/drawing/2014/main" id="{C73DF479-F882-F0EA-8BF1-A6F704A454F0}"/>
                    </a:ext>
                  </a:extLst>
                </p:cNvPr>
                <p:cNvSpPr/>
                <p:nvPr/>
              </p:nvSpPr>
              <p:spPr>
                <a:xfrm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nvGrpSpPr>
              <p:cNvPr id="1090" name="组合 1089">
                <a:extLst>
                  <a:ext uri="{FF2B5EF4-FFF2-40B4-BE49-F238E27FC236}">
                    <a16:creationId xmlns:a16="http://schemas.microsoft.com/office/drawing/2014/main" id="{AF087798-B6F9-EEFE-A9E0-9A20E0355CED}"/>
                  </a:ext>
                </a:extLst>
              </p:cNvPr>
              <p:cNvGrpSpPr/>
              <p:nvPr/>
            </p:nvGrpSpPr>
            <p:grpSpPr>
              <a:xfrm>
                <a:off x="3701284" y="1572680"/>
                <a:ext cx="820260" cy="820260"/>
                <a:chOff x="2663059" y="772544"/>
                <a:chExt cx="1364242" cy="1364242"/>
              </a:xfrm>
              <a:solidFill>
                <a:schemeClr val="accent1"/>
              </a:solidFill>
            </p:grpSpPr>
            <p:sp>
              <p:nvSpPr>
                <p:cNvPr id="1091" name="椭圆 1090">
                  <a:extLst>
                    <a:ext uri="{FF2B5EF4-FFF2-40B4-BE49-F238E27FC236}">
                      <a16:creationId xmlns:a16="http://schemas.microsoft.com/office/drawing/2014/main" id="{35482626-1C2A-2CC8-7D8A-2E342AE9A83E}"/>
                    </a:ext>
                  </a:extLst>
                </p:cNvPr>
                <p:cNvSpPr/>
                <p:nvPr/>
              </p:nvSpPr>
              <p:spPr>
                <a:xfrm>
                  <a:off x="3322320" y="7725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92" name="椭圆 1091">
                  <a:extLst>
                    <a:ext uri="{FF2B5EF4-FFF2-40B4-BE49-F238E27FC236}">
                      <a16:creationId xmlns:a16="http://schemas.microsoft.com/office/drawing/2014/main" id="{BC2A1BEC-E09E-3558-FC6E-7BC3B4B72D7B}"/>
                    </a:ext>
                  </a:extLst>
                </p:cNvPr>
                <p:cNvSpPr/>
                <p:nvPr/>
              </p:nvSpPr>
              <p:spPr>
                <a:xfrm>
                  <a:off x="3322320" y="2091066"/>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93" name="椭圆 1092">
                  <a:extLst>
                    <a:ext uri="{FF2B5EF4-FFF2-40B4-BE49-F238E27FC236}">
                      <a16:creationId xmlns:a16="http://schemas.microsoft.com/office/drawing/2014/main" id="{1977F393-7E0A-2A54-FB88-4C68643031AF}"/>
                    </a:ext>
                  </a:extLst>
                </p:cNvPr>
                <p:cNvSpPr/>
                <p:nvPr/>
              </p:nvSpPr>
              <p:spPr>
                <a:xfrm>
                  <a:off x="3981581"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094" name="椭圆 1093">
                  <a:extLst>
                    <a:ext uri="{FF2B5EF4-FFF2-40B4-BE49-F238E27FC236}">
                      <a16:creationId xmlns:a16="http://schemas.microsoft.com/office/drawing/2014/main" id="{8B90C701-175B-3B9D-2369-B4F805F87088}"/>
                    </a:ext>
                  </a:extLst>
                </p:cNvPr>
                <p:cNvSpPr/>
                <p:nvPr/>
              </p:nvSpPr>
              <p:spPr>
                <a:xfrm>
                  <a:off x="2663059"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grpSp>
      <p:grpSp>
        <p:nvGrpSpPr>
          <p:cNvPr id="1099" name="组合 1098">
            <a:extLst>
              <a:ext uri="{FF2B5EF4-FFF2-40B4-BE49-F238E27FC236}">
                <a16:creationId xmlns:a16="http://schemas.microsoft.com/office/drawing/2014/main" id="{A32C0539-FC7D-9DB6-1DC4-28E8B9FB7A43}"/>
              </a:ext>
            </a:extLst>
          </p:cNvPr>
          <p:cNvGrpSpPr/>
          <p:nvPr/>
        </p:nvGrpSpPr>
        <p:grpSpPr>
          <a:xfrm>
            <a:off x="10296847" y="3863815"/>
            <a:ext cx="418722" cy="418720"/>
            <a:chOff x="3346874" y="1218270"/>
            <a:chExt cx="1529080" cy="1529080"/>
          </a:xfrm>
        </p:grpSpPr>
        <p:sp>
          <p:nvSpPr>
            <p:cNvPr id="1100" name="椭圆 1099">
              <a:extLst>
                <a:ext uri="{FF2B5EF4-FFF2-40B4-BE49-F238E27FC236}">
                  <a16:creationId xmlns:a16="http://schemas.microsoft.com/office/drawing/2014/main" id="{929B3141-6610-2AF4-EF5E-B5EC7675446E}"/>
                </a:ext>
              </a:extLst>
            </p:cNvPr>
            <p:cNvSpPr/>
            <p:nvPr/>
          </p:nvSpPr>
          <p:spPr>
            <a:xfrm>
              <a:off x="3346874" y="1218270"/>
              <a:ext cx="1529080" cy="1529080"/>
            </a:xfrm>
            <a:prstGeom prst="ellipse">
              <a:avLst/>
            </a:prstGeom>
            <a:gradFill flip="none" rotWithShape="1">
              <a:gsLst>
                <a:gs pos="53000">
                  <a:schemeClr val="tx1"/>
                </a:gs>
                <a:gs pos="100000">
                  <a:schemeClr val="accent1">
                    <a:alpha val="36000"/>
                  </a:schemeClr>
                </a:gs>
              </a:gsLst>
              <a:path path="circle">
                <a:fillToRect l="50000" t="50000" r="50000" b="50000"/>
              </a:path>
              <a:tileRect/>
            </a:grad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endParaRPr lang="zh-CN" altLang="en-US" sz="2986" dirty="0">
                <a:solidFill>
                  <a:prstClr val="white"/>
                </a:solidFill>
                <a:latin typeface="微软雅黑"/>
                <a:ea typeface="微软雅黑"/>
              </a:endParaRPr>
            </a:p>
          </p:txBody>
        </p:sp>
        <p:sp>
          <p:nvSpPr>
            <p:cNvPr id="1101" name="椭圆 1100">
              <a:extLst>
                <a:ext uri="{FF2B5EF4-FFF2-40B4-BE49-F238E27FC236}">
                  <a16:creationId xmlns:a16="http://schemas.microsoft.com/office/drawing/2014/main" id="{153A65B6-DE37-0109-CEE4-BC602EFB6171}"/>
                </a:ext>
              </a:extLst>
            </p:cNvPr>
            <p:cNvSpPr/>
            <p:nvPr/>
          </p:nvSpPr>
          <p:spPr>
            <a:xfrm>
              <a:off x="3493348" y="1364744"/>
              <a:ext cx="1236132" cy="1236132"/>
            </a:xfrm>
            <a:prstGeom prst="ellipse">
              <a:avLst/>
            </a:prstGeom>
            <a:noFill/>
            <a:ln w="6350">
              <a:solidFill>
                <a:schemeClr val="accent1">
                  <a:alpha val="48000"/>
                </a:schemeClr>
              </a:solidFill>
              <a:prstDash val="sysDot"/>
            </a:ln>
            <a:effectLst>
              <a:outerShdw blurRad="254000" algn="ctr" rotWithShape="0">
                <a:schemeClr val="accent1">
                  <a:alpha val="6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nvGrpSpPr>
            <p:cNvPr id="1102" name="组合 1101">
              <a:extLst>
                <a:ext uri="{FF2B5EF4-FFF2-40B4-BE49-F238E27FC236}">
                  <a16:creationId xmlns:a16="http://schemas.microsoft.com/office/drawing/2014/main" id="{CF6ED1BB-902D-FB4F-CE5B-7EED3342F6E0}"/>
                </a:ext>
              </a:extLst>
            </p:cNvPr>
            <p:cNvGrpSpPr/>
            <p:nvPr/>
          </p:nvGrpSpPr>
          <p:grpSpPr>
            <a:xfrm>
              <a:off x="3635588" y="1506984"/>
              <a:ext cx="951652" cy="951652"/>
              <a:chOff x="3701284" y="1572680"/>
              <a:chExt cx="820260" cy="820260"/>
            </a:xfrm>
          </p:grpSpPr>
          <p:grpSp>
            <p:nvGrpSpPr>
              <p:cNvPr id="1103" name="组合 1102">
                <a:extLst>
                  <a:ext uri="{FF2B5EF4-FFF2-40B4-BE49-F238E27FC236}">
                    <a16:creationId xmlns:a16="http://schemas.microsoft.com/office/drawing/2014/main" id="{31EAECBE-2D2B-77F0-2E40-CBD3F8AB5EDB}"/>
                  </a:ext>
                </a:extLst>
              </p:cNvPr>
              <p:cNvGrpSpPr/>
              <p:nvPr/>
            </p:nvGrpSpPr>
            <p:grpSpPr>
              <a:xfrm>
                <a:off x="3715029" y="1586425"/>
                <a:ext cx="792771" cy="792771"/>
                <a:chOff x="2685919" y="795404"/>
                <a:chExt cx="1318522" cy="1318522"/>
              </a:xfrm>
            </p:grpSpPr>
            <p:sp>
              <p:nvSpPr>
                <p:cNvPr id="1109" name="弧形 1108">
                  <a:extLst>
                    <a:ext uri="{FF2B5EF4-FFF2-40B4-BE49-F238E27FC236}">
                      <a16:creationId xmlns:a16="http://schemas.microsoft.com/office/drawing/2014/main" id="{B7A9661D-500E-8AA6-FC5B-7DE92EBD1103}"/>
                    </a:ext>
                  </a:extLst>
                </p:cNvPr>
                <p:cNvSpPr/>
                <p:nvPr/>
              </p:nvSpPr>
              <p:spPr>
                <a:xfrm>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110" name="弧形 1109">
                  <a:extLst>
                    <a:ext uri="{FF2B5EF4-FFF2-40B4-BE49-F238E27FC236}">
                      <a16:creationId xmlns:a16="http://schemas.microsoft.com/office/drawing/2014/main" id="{D2CD12C8-0106-C9F5-9E9B-4DD8AB643289}"/>
                    </a:ext>
                  </a:extLst>
                </p:cNvPr>
                <p:cNvSpPr/>
                <p:nvPr/>
              </p:nvSpPr>
              <p:spPr>
                <a:xfrm flipH="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111" name="弧形 1110">
                  <a:extLst>
                    <a:ext uri="{FF2B5EF4-FFF2-40B4-BE49-F238E27FC236}">
                      <a16:creationId xmlns:a16="http://schemas.microsoft.com/office/drawing/2014/main" id="{16DC39C8-2CB9-68E7-FCB7-CBAA461BD7CB}"/>
                    </a:ext>
                  </a:extLst>
                </p:cNvPr>
                <p:cNvSpPr/>
                <p:nvPr/>
              </p:nvSpPr>
              <p:spPr>
                <a:xfrm flipH="1"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112" name="弧形 1111">
                  <a:extLst>
                    <a:ext uri="{FF2B5EF4-FFF2-40B4-BE49-F238E27FC236}">
                      <a16:creationId xmlns:a16="http://schemas.microsoft.com/office/drawing/2014/main" id="{89448C47-B2EC-8475-6D58-69E8A37C2FB0}"/>
                    </a:ext>
                  </a:extLst>
                </p:cNvPr>
                <p:cNvSpPr/>
                <p:nvPr/>
              </p:nvSpPr>
              <p:spPr>
                <a:xfrm flipV="1">
                  <a:off x="2685919" y="795404"/>
                  <a:ext cx="1318522" cy="1318522"/>
                </a:xfrm>
                <a:prstGeom prst="arc">
                  <a:avLst>
                    <a:gd name="adj1" fmla="val 16828655"/>
                    <a:gd name="adj2" fmla="val 20894832"/>
                  </a:avLst>
                </a:prstGeom>
                <a:noFill/>
                <a:ln w="6350" cap="rnd">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nvGrpSpPr>
              <p:cNvPr id="1104" name="组合 1103">
                <a:extLst>
                  <a:ext uri="{FF2B5EF4-FFF2-40B4-BE49-F238E27FC236}">
                    <a16:creationId xmlns:a16="http://schemas.microsoft.com/office/drawing/2014/main" id="{15FEEA41-DEF0-C641-DD27-8BA7E69190ED}"/>
                  </a:ext>
                </a:extLst>
              </p:cNvPr>
              <p:cNvGrpSpPr/>
              <p:nvPr/>
            </p:nvGrpSpPr>
            <p:grpSpPr>
              <a:xfrm>
                <a:off x="3701284" y="1572680"/>
                <a:ext cx="820260" cy="820260"/>
                <a:chOff x="2663059" y="772544"/>
                <a:chExt cx="1364242" cy="1364242"/>
              </a:xfrm>
              <a:solidFill>
                <a:schemeClr val="accent1"/>
              </a:solidFill>
            </p:grpSpPr>
            <p:sp>
              <p:nvSpPr>
                <p:cNvPr id="1105" name="椭圆 1104">
                  <a:extLst>
                    <a:ext uri="{FF2B5EF4-FFF2-40B4-BE49-F238E27FC236}">
                      <a16:creationId xmlns:a16="http://schemas.microsoft.com/office/drawing/2014/main" id="{4BF49C1B-37CA-7390-6546-4883EA4006E2}"/>
                    </a:ext>
                  </a:extLst>
                </p:cNvPr>
                <p:cNvSpPr/>
                <p:nvPr/>
              </p:nvSpPr>
              <p:spPr>
                <a:xfrm>
                  <a:off x="3322320" y="772544"/>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106" name="椭圆 1105">
                  <a:extLst>
                    <a:ext uri="{FF2B5EF4-FFF2-40B4-BE49-F238E27FC236}">
                      <a16:creationId xmlns:a16="http://schemas.microsoft.com/office/drawing/2014/main" id="{158A3B30-6B82-D459-D561-07F8AB628578}"/>
                    </a:ext>
                  </a:extLst>
                </p:cNvPr>
                <p:cNvSpPr/>
                <p:nvPr/>
              </p:nvSpPr>
              <p:spPr>
                <a:xfrm>
                  <a:off x="3322320" y="2091066"/>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107" name="椭圆 1106">
                  <a:extLst>
                    <a:ext uri="{FF2B5EF4-FFF2-40B4-BE49-F238E27FC236}">
                      <a16:creationId xmlns:a16="http://schemas.microsoft.com/office/drawing/2014/main" id="{E09B7CE4-440B-7F05-A08D-2D3E215CE829}"/>
                    </a:ext>
                  </a:extLst>
                </p:cNvPr>
                <p:cNvSpPr/>
                <p:nvPr/>
              </p:nvSpPr>
              <p:spPr>
                <a:xfrm>
                  <a:off x="3981581"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sp>
              <p:nvSpPr>
                <p:cNvPr id="1108" name="椭圆 1107">
                  <a:extLst>
                    <a:ext uri="{FF2B5EF4-FFF2-40B4-BE49-F238E27FC236}">
                      <a16:creationId xmlns:a16="http://schemas.microsoft.com/office/drawing/2014/main" id="{255788D0-A4A3-51FA-BE2D-60C80E9EC95F}"/>
                    </a:ext>
                  </a:extLst>
                </p:cNvPr>
                <p:cNvSpPr/>
                <p:nvPr/>
              </p:nvSpPr>
              <p:spPr>
                <a:xfrm>
                  <a:off x="2663059" y="1431805"/>
                  <a:ext cx="45720" cy="4572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16926">
                    <a:defRPr/>
                  </a:pPr>
                  <a:endParaRPr lang="zh-CN" altLang="en-US" sz="2986">
                    <a:solidFill>
                      <a:prstClr val="white"/>
                    </a:solidFill>
                    <a:latin typeface="微软雅黑"/>
                    <a:ea typeface="微软雅黑"/>
                  </a:endParaRPr>
                </a:p>
              </p:txBody>
            </p:sp>
          </p:grpSp>
        </p:grpSp>
      </p:grpSp>
      <p:sp>
        <p:nvSpPr>
          <p:cNvPr id="41" name="任意多边形: 形状 40">
            <a:extLst>
              <a:ext uri="{FF2B5EF4-FFF2-40B4-BE49-F238E27FC236}">
                <a16:creationId xmlns:a16="http://schemas.microsoft.com/office/drawing/2014/main" id="{FEA1375E-3E00-7CF1-0FBE-E493549D02B0}"/>
              </a:ext>
            </a:extLst>
          </p:cNvPr>
          <p:cNvSpPr/>
          <p:nvPr/>
        </p:nvSpPr>
        <p:spPr>
          <a:xfrm flipH="1">
            <a:off x="4472647" y="1825164"/>
            <a:ext cx="3246705" cy="3784173"/>
          </a:xfrm>
          <a:custGeom>
            <a:avLst/>
            <a:gdLst>
              <a:gd name="connsiteX0" fmla="*/ 3246705 w 3246705"/>
              <a:gd name="connsiteY0" fmla="*/ 0 h 3946869"/>
              <a:gd name="connsiteX1" fmla="*/ 2128183 w 3246705"/>
              <a:gd name="connsiteY1" fmla="*/ 0 h 3946869"/>
              <a:gd name="connsiteX2" fmla="*/ 2074578 w 3246705"/>
              <a:gd name="connsiteY2" fmla="*/ 0 h 3946869"/>
              <a:gd name="connsiteX3" fmla="*/ 1892495 w 3246705"/>
              <a:gd name="connsiteY3" fmla="*/ 0 h 3946869"/>
              <a:gd name="connsiteX4" fmla="*/ 1354209 w 3246705"/>
              <a:gd name="connsiteY4" fmla="*/ 0 h 3946869"/>
              <a:gd name="connsiteX5" fmla="*/ 1172126 w 3246705"/>
              <a:gd name="connsiteY5" fmla="*/ 0 h 3946869"/>
              <a:gd name="connsiteX6" fmla="*/ 1118521 w 3246705"/>
              <a:gd name="connsiteY6" fmla="*/ 0 h 3946869"/>
              <a:gd name="connsiteX7" fmla="*/ 0 w 3246705"/>
              <a:gd name="connsiteY7" fmla="*/ 0 h 3946869"/>
              <a:gd name="connsiteX8" fmla="*/ 975995 w 3246705"/>
              <a:gd name="connsiteY8" fmla="*/ 1881139 h 3946869"/>
              <a:gd name="connsiteX9" fmla="*/ 981507 w 3246705"/>
              <a:gd name="connsiteY9" fmla="*/ 1973435 h 3946869"/>
              <a:gd name="connsiteX10" fmla="*/ 975995 w 3246705"/>
              <a:gd name="connsiteY10" fmla="*/ 2065731 h 3946869"/>
              <a:gd name="connsiteX11" fmla="*/ 0 w 3246705"/>
              <a:gd name="connsiteY11" fmla="*/ 3946869 h 3946869"/>
              <a:gd name="connsiteX12" fmla="*/ 1118521 w 3246705"/>
              <a:gd name="connsiteY12" fmla="*/ 3946869 h 3946869"/>
              <a:gd name="connsiteX13" fmla="*/ 1172126 w 3246705"/>
              <a:gd name="connsiteY13" fmla="*/ 3946869 h 3946869"/>
              <a:gd name="connsiteX14" fmla="*/ 1354209 w 3246705"/>
              <a:gd name="connsiteY14" fmla="*/ 3946869 h 3946869"/>
              <a:gd name="connsiteX15" fmla="*/ 1892495 w 3246705"/>
              <a:gd name="connsiteY15" fmla="*/ 3946869 h 3946869"/>
              <a:gd name="connsiteX16" fmla="*/ 2074578 w 3246705"/>
              <a:gd name="connsiteY16" fmla="*/ 3946869 h 3946869"/>
              <a:gd name="connsiteX17" fmla="*/ 2128183 w 3246705"/>
              <a:gd name="connsiteY17" fmla="*/ 3946869 h 3946869"/>
              <a:gd name="connsiteX18" fmla="*/ 3246705 w 3246705"/>
              <a:gd name="connsiteY18" fmla="*/ 3946869 h 3946869"/>
              <a:gd name="connsiteX19" fmla="*/ 2270709 w 3246705"/>
              <a:gd name="connsiteY19" fmla="*/ 2065731 h 3946869"/>
              <a:gd name="connsiteX20" fmla="*/ 2265197 w 3246705"/>
              <a:gd name="connsiteY20" fmla="*/ 1973435 h 3946869"/>
              <a:gd name="connsiteX21" fmla="*/ 2270709 w 3246705"/>
              <a:gd name="connsiteY21" fmla="*/ 1881139 h 3946869"/>
              <a:gd name="connsiteX22" fmla="*/ 3246705 w 3246705"/>
              <a:gd name="connsiteY22" fmla="*/ 0 h 3946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46705" h="3946869">
                <a:moveTo>
                  <a:pt x="3246705" y="0"/>
                </a:moveTo>
                <a:lnTo>
                  <a:pt x="2128183" y="0"/>
                </a:lnTo>
                <a:lnTo>
                  <a:pt x="2074578" y="0"/>
                </a:lnTo>
                <a:lnTo>
                  <a:pt x="1892495" y="0"/>
                </a:lnTo>
                <a:lnTo>
                  <a:pt x="1354209" y="0"/>
                </a:lnTo>
                <a:lnTo>
                  <a:pt x="1172126" y="0"/>
                </a:lnTo>
                <a:lnTo>
                  <a:pt x="1118521" y="0"/>
                </a:lnTo>
                <a:lnTo>
                  <a:pt x="0" y="0"/>
                </a:lnTo>
                <a:cubicBezTo>
                  <a:pt x="596102" y="554920"/>
                  <a:pt x="912725" y="1135940"/>
                  <a:pt x="975995" y="1881139"/>
                </a:cubicBezTo>
                <a:lnTo>
                  <a:pt x="981507" y="1973435"/>
                </a:lnTo>
                <a:lnTo>
                  <a:pt x="975995" y="2065731"/>
                </a:lnTo>
                <a:cubicBezTo>
                  <a:pt x="912725" y="2810930"/>
                  <a:pt x="596102" y="3391949"/>
                  <a:pt x="0" y="3946869"/>
                </a:cubicBezTo>
                <a:lnTo>
                  <a:pt x="1118521" y="3946869"/>
                </a:lnTo>
                <a:lnTo>
                  <a:pt x="1172126" y="3946869"/>
                </a:lnTo>
                <a:lnTo>
                  <a:pt x="1354209" y="3946869"/>
                </a:lnTo>
                <a:lnTo>
                  <a:pt x="1892495" y="3946869"/>
                </a:lnTo>
                <a:lnTo>
                  <a:pt x="2074578" y="3946869"/>
                </a:lnTo>
                <a:lnTo>
                  <a:pt x="2128183" y="3946869"/>
                </a:lnTo>
                <a:lnTo>
                  <a:pt x="3246705" y="3946869"/>
                </a:lnTo>
                <a:cubicBezTo>
                  <a:pt x="2650602" y="3391949"/>
                  <a:pt x="2333979" y="2810930"/>
                  <a:pt x="2270709" y="2065731"/>
                </a:cubicBezTo>
                <a:lnTo>
                  <a:pt x="2265197" y="1973435"/>
                </a:lnTo>
                <a:lnTo>
                  <a:pt x="2270709" y="1881139"/>
                </a:lnTo>
                <a:cubicBezTo>
                  <a:pt x="2333979" y="1135940"/>
                  <a:pt x="2650602" y="554920"/>
                  <a:pt x="3246705" y="0"/>
                </a:cubicBezTo>
                <a:close/>
              </a:path>
            </a:pathLst>
          </a:custGeom>
          <a:gradFill flip="none" rotWithShape="1">
            <a:gsLst>
              <a:gs pos="0">
                <a:schemeClr val="accent1">
                  <a:alpha val="0"/>
                </a:schemeClr>
              </a:gs>
              <a:gs pos="99650">
                <a:schemeClr val="accent1">
                  <a:alpha val="0"/>
                </a:schemeClr>
              </a:gs>
              <a:gs pos="65000">
                <a:schemeClr val="accent1">
                  <a:alpha val="20000"/>
                </a:schemeClr>
              </a:gs>
              <a:gs pos="35000">
                <a:schemeClr val="accent1">
                  <a:alpha val="2000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3" name="文本框 52">
            <a:extLst>
              <a:ext uri="{FF2B5EF4-FFF2-40B4-BE49-F238E27FC236}">
                <a16:creationId xmlns:a16="http://schemas.microsoft.com/office/drawing/2014/main" id="{B4CB2962-9FFE-4FE4-6EF6-1D14455AB5F4}"/>
              </a:ext>
            </a:extLst>
          </p:cNvPr>
          <p:cNvSpPr txBox="1"/>
          <p:nvPr/>
        </p:nvSpPr>
        <p:spPr>
          <a:xfrm>
            <a:off x="5554826" y="5047368"/>
            <a:ext cx="1082349" cy="328936"/>
          </a:xfrm>
          <a:prstGeom prst="rect">
            <a:avLst/>
          </a:prstGeom>
          <a:noFill/>
        </p:spPr>
        <p:txBody>
          <a:bodyPr wrap="none" rtlCol="0">
            <a:spAutoFit/>
          </a:bodyPr>
          <a:lstStyle/>
          <a:p>
            <a:pPr algn="ctr">
              <a:lnSpc>
                <a:spcPct val="120000"/>
              </a:lnSpc>
            </a:pPr>
            <a:r>
              <a:rPr lang="zh-CN" altLang="en-US" sz="1400" b="1" dirty="0">
                <a:solidFill>
                  <a:schemeClr val="accent1"/>
                </a:solidFill>
              </a:rPr>
              <a:t>创新化发展</a:t>
            </a:r>
          </a:p>
        </p:txBody>
      </p:sp>
      <p:sp>
        <p:nvSpPr>
          <p:cNvPr id="54" name="文本框 53">
            <a:extLst>
              <a:ext uri="{FF2B5EF4-FFF2-40B4-BE49-F238E27FC236}">
                <a16:creationId xmlns:a16="http://schemas.microsoft.com/office/drawing/2014/main" id="{3009E9FC-5456-3F63-CA56-98C3F7138B95}"/>
              </a:ext>
            </a:extLst>
          </p:cNvPr>
          <p:cNvSpPr txBox="1"/>
          <p:nvPr/>
        </p:nvSpPr>
        <p:spPr>
          <a:xfrm>
            <a:off x="5554826" y="2746066"/>
            <a:ext cx="1082349" cy="328936"/>
          </a:xfrm>
          <a:prstGeom prst="rect">
            <a:avLst/>
          </a:prstGeom>
          <a:noFill/>
        </p:spPr>
        <p:txBody>
          <a:bodyPr wrap="none" rtlCol="0">
            <a:spAutoFit/>
          </a:bodyPr>
          <a:lstStyle/>
          <a:p>
            <a:pPr algn="ctr">
              <a:lnSpc>
                <a:spcPct val="120000"/>
              </a:lnSpc>
            </a:pPr>
            <a:r>
              <a:rPr lang="zh-CN" altLang="en-US" sz="1400" b="1" dirty="0">
                <a:solidFill>
                  <a:schemeClr val="accent1"/>
                </a:solidFill>
              </a:rPr>
              <a:t>智能化管理</a:t>
            </a:r>
          </a:p>
        </p:txBody>
      </p:sp>
      <p:sp>
        <p:nvSpPr>
          <p:cNvPr id="1159" name="文本框 1158">
            <a:extLst>
              <a:ext uri="{FF2B5EF4-FFF2-40B4-BE49-F238E27FC236}">
                <a16:creationId xmlns:a16="http://schemas.microsoft.com/office/drawing/2014/main" id="{A82600DE-42E4-D1B2-7F37-DECB419DDAFB}"/>
              </a:ext>
            </a:extLst>
          </p:cNvPr>
          <p:cNvSpPr txBox="1"/>
          <p:nvPr/>
        </p:nvSpPr>
        <p:spPr>
          <a:xfrm>
            <a:off x="1220652" y="4378259"/>
            <a:ext cx="897682"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政务服务线上化</a:t>
            </a:r>
          </a:p>
        </p:txBody>
      </p:sp>
      <p:sp>
        <p:nvSpPr>
          <p:cNvPr id="1160" name="文本框 1159">
            <a:extLst>
              <a:ext uri="{FF2B5EF4-FFF2-40B4-BE49-F238E27FC236}">
                <a16:creationId xmlns:a16="http://schemas.microsoft.com/office/drawing/2014/main" id="{F0A30610-13B7-538E-8575-2AF876F686C7}"/>
              </a:ext>
            </a:extLst>
          </p:cNvPr>
          <p:cNvSpPr txBox="1"/>
          <p:nvPr/>
        </p:nvSpPr>
        <p:spPr>
          <a:xfrm>
            <a:off x="2254115" y="4378259"/>
            <a:ext cx="897682"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公共服务智能化</a:t>
            </a:r>
          </a:p>
        </p:txBody>
      </p:sp>
      <p:sp>
        <p:nvSpPr>
          <p:cNvPr id="1166" name="文本框 1165">
            <a:extLst>
              <a:ext uri="{FF2B5EF4-FFF2-40B4-BE49-F238E27FC236}">
                <a16:creationId xmlns:a16="http://schemas.microsoft.com/office/drawing/2014/main" id="{D45F29D4-DF41-B3EE-A54D-839C84FEF922}"/>
              </a:ext>
            </a:extLst>
          </p:cNvPr>
          <p:cNvSpPr txBox="1"/>
          <p:nvPr/>
        </p:nvSpPr>
        <p:spPr>
          <a:xfrm>
            <a:off x="2636655" y="5405722"/>
            <a:ext cx="769441"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技术创新驱动</a:t>
            </a:r>
          </a:p>
        </p:txBody>
      </p:sp>
      <p:sp>
        <p:nvSpPr>
          <p:cNvPr id="1167" name="文本框 1166">
            <a:extLst>
              <a:ext uri="{FF2B5EF4-FFF2-40B4-BE49-F238E27FC236}">
                <a16:creationId xmlns:a16="http://schemas.microsoft.com/office/drawing/2014/main" id="{5DF63AE6-CECA-19FC-DD44-37EA9DE2596F}"/>
              </a:ext>
            </a:extLst>
          </p:cNvPr>
          <p:cNvSpPr txBox="1"/>
          <p:nvPr/>
        </p:nvSpPr>
        <p:spPr>
          <a:xfrm>
            <a:off x="4734763" y="5567846"/>
            <a:ext cx="769441"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业务模式创新</a:t>
            </a:r>
          </a:p>
        </p:txBody>
      </p:sp>
      <p:sp>
        <p:nvSpPr>
          <p:cNvPr id="1168" name="文本框 1167">
            <a:extLst>
              <a:ext uri="{FF2B5EF4-FFF2-40B4-BE49-F238E27FC236}">
                <a16:creationId xmlns:a16="http://schemas.microsoft.com/office/drawing/2014/main" id="{A266E98D-9420-32AF-203D-716FD610C755}"/>
              </a:ext>
            </a:extLst>
          </p:cNvPr>
          <p:cNvSpPr txBox="1"/>
          <p:nvPr/>
        </p:nvSpPr>
        <p:spPr>
          <a:xfrm>
            <a:off x="6508982" y="5567846"/>
            <a:ext cx="897682"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产业链协同创新</a:t>
            </a:r>
          </a:p>
        </p:txBody>
      </p:sp>
      <p:sp>
        <p:nvSpPr>
          <p:cNvPr id="1169" name="文本框 1168">
            <a:extLst>
              <a:ext uri="{FF2B5EF4-FFF2-40B4-BE49-F238E27FC236}">
                <a16:creationId xmlns:a16="http://schemas.microsoft.com/office/drawing/2014/main" id="{3613FA91-AD3F-9A1B-BB85-880DDC938279}"/>
              </a:ext>
            </a:extLst>
          </p:cNvPr>
          <p:cNvSpPr txBox="1"/>
          <p:nvPr/>
        </p:nvSpPr>
        <p:spPr>
          <a:xfrm>
            <a:off x="8785905" y="5405722"/>
            <a:ext cx="769441"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持续创新升级</a:t>
            </a:r>
          </a:p>
        </p:txBody>
      </p:sp>
      <p:sp>
        <p:nvSpPr>
          <p:cNvPr id="1170" name="文本框 1169">
            <a:extLst>
              <a:ext uri="{FF2B5EF4-FFF2-40B4-BE49-F238E27FC236}">
                <a16:creationId xmlns:a16="http://schemas.microsoft.com/office/drawing/2014/main" id="{BB9E97A3-820F-52C2-F091-AFFEBC8A30BA}"/>
              </a:ext>
            </a:extLst>
          </p:cNvPr>
          <p:cNvSpPr txBox="1"/>
          <p:nvPr/>
        </p:nvSpPr>
        <p:spPr>
          <a:xfrm>
            <a:off x="3391771" y="1400131"/>
            <a:ext cx="673261" cy="177484"/>
          </a:xfrm>
          <a:prstGeom prst="rect">
            <a:avLst/>
          </a:prstGeom>
          <a:noFill/>
        </p:spPr>
        <p:txBody>
          <a:bodyPr wrap="none" lIns="0" tIns="0" rIns="0" bIns="0" rtlCol="0">
            <a:spAutoFit/>
          </a:bodyPr>
          <a:lstStyle/>
          <a:p>
            <a:pPr algn="ctr">
              <a:lnSpc>
                <a:spcPct val="120000"/>
              </a:lnSpc>
            </a:pPr>
            <a:r>
              <a:rPr lang="zh-CN" altLang="en-US" sz="1050" dirty="0">
                <a:solidFill>
                  <a:schemeClr val="bg1"/>
                </a:solidFill>
              </a:rPr>
              <a:t>数据集成化</a:t>
            </a:r>
          </a:p>
        </p:txBody>
      </p:sp>
      <p:sp>
        <p:nvSpPr>
          <p:cNvPr id="1171" name="文本框 1170">
            <a:extLst>
              <a:ext uri="{FF2B5EF4-FFF2-40B4-BE49-F238E27FC236}">
                <a16:creationId xmlns:a16="http://schemas.microsoft.com/office/drawing/2014/main" id="{339A3702-C502-F072-ED96-633B0CF69BD2}"/>
              </a:ext>
            </a:extLst>
          </p:cNvPr>
          <p:cNvSpPr txBox="1"/>
          <p:nvPr/>
        </p:nvSpPr>
        <p:spPr>
          <a:xfrm>
            <a:off x="4446223" y="2133566"/>
            <a:ext cx="673261" cy="177484"/>
          </a:xfrm>
          <a:prstGeom prst="rect">
            <a:avLst/>
          </a:prstGeom>
          <a:noFill/>
        </p:spPr>
        <p:txBody>
          <a:bodyPr wrap="none" lIns="0" tIns="0" rIns="0" bIns="0" rtlCol="0">
            <a:spAutoFit/>
          </a:bodyPr>
          <a:lstStyle/>
          <a:p>
            <a:pPr algn="ctr">
              <a:lnSpc>
                <a:spcPct val="120000"/>
              </a:lnSpc>
            </a:pPr>
            <a:r>
              <a:rPr lang="zh-CN" altLang="en-US" sz="1050" dirty="0">
                <a:solidFill>
                  <a:schemeClr val="bg1"/>
                </a:solidFill>
              </a:rPr>
              <a:t>信息实时化</a:t>
            </a:r>
          </a:p>
        </p:txBody>
      </p:sp>
      <p:sp>
        <p:nvSpPr>
          <p:cNvPr id="1172" name="文本框 1171">
            <a:extLst>
              <a:ext uri="{FF2B5EF4-FFF2-40B4-BE49-F238E27FC236}">
                <a16:creationId xmlns:a16="http://schemas.microsoft.com/office/drawing/2014/main" id="{266A6641-B9F2-5DD8-69BB-DDA71540E713}"/>
              </a:ext>
            </a:extLst>
          </p:cNvPr>
          <p:cNvSpPr txBox="1"/>
          <p:nvPr/>
        </p:nvSpPr>
        <p:spPr>
          <a:xfrm>
            <a:off x="8126970" y="1400131"/>
            <a:ext cx="673261" cy="177484"/>
          </a:xfrm>
          <a:prstGeom prst="rect">
            <a:avLst/>
          </a:prstGeom>
          <a:noFill/>
        </p:spPr>
        <p:txBody>
          <a:bodyPr wrap="none" lIns="0" tIns="0" rIns="0" bIns="0" rtlCol="0">
            <a:spAutoFit/>
          </a:bodyPr>
          <a:lstStyle/>
          <a:p>
            <a:pPr algn="ctr">
              <a:lnSpc>
                <a:spcPct val="120000"/>
              </a:lnSpc>
            </a:pPr>
            <a:r>
              <a:rPr lang="zh-CN" altLang="en-US" sz="1050" dirty="0">
                <a:solidFill>
                  <a:schemeClr val="bg1"/>
                </a:solidFill>
              </a:rPr>
              <a:t>资源共享化</a:t>
            </a:r>
          </a:p>
        </p:txBody>
      </p:sp>
      <p:sp>
        <p:nvSpPr>
          <p:cNvPr id="1178" name="文本框 1177">
            <a:extLst>
              <a:ext uri="{FF2B5EF4-FFF2-40B4-BE49-F238E27FC236}">
                <a16:creationId xmlns:a16="http://schemas.microsoft.com/office/drawing/2014/main" id="{F9DE4A98-4BB5-B6EE-EF1B-5192122D8C3A}"/>
              </a:ext>
            </a:extLst>
          </p:cNvPr>
          <p:cNvSpPr txBox="1"/>
          <p:nvPr/>
        </p:nvSpPr>
        <p:spPr>
          <a:xfrm>
            <a:off x="7034985" y="2174692"/>
            <a:ext cx="673262" cy="177484"/>
          </a:xfrm>
          <a:prstGeom prst="rect">
            <a:avLst/>
          </a:prstGeom>
          <a:noFill/>
        </p:spPr>
        <p:txBody>
          <a:bodyPr wrap="square" lIns="0" tIns="0" rIns="0" bIns="0" rtlCol="0">
            <a:spAutoFit/>
          </a:bodyPr>
          <a:lstStyle/>
          <a:p>
            <a:pPr algn="ctr">
              <a:lnSpc>
                <a:spcPct val="120000"/>
              </a:lnSpc>
            </a:pPr>
            <a:r>
              <a:rPr lang="zh-CN" altLang="en-US" sz="1050" dirty="0">
                <a:solidFill>
                  <a:schemeClr val="bg1"/>
                </a:solidFill>
              </a:rPr>
              <a:t>产品创新化</a:t>
            </a:r>
          </a:p>
        </p:txBody>
      </p:sp>
      <p:sp>
        <p:nvSpPr>
          <p:cNvPr id="56" name="文本框 55">
            <a:extLst>
              <a:ext uri="{FF2B5EF4-FFF2-40B4-BE49-F238E27FC236}">
                <a16:creationId xmlns:a16="http://schemas.microsoft.com/office/drawing/2014/main" id="{6622C79D-57B7-F860-143F-E0292D304584}"/>
              </a:ext>
            </a:extLst>
          </p:cNvPr>
          <p:cNvSpPr txBox="1"/>
          <p:nvPr/>
        </p:nvSpPr>
        <p:spPr>
          <a:xfrm>
            <a:off x="5554825" y="4057422"/>
            <a:ext cx="1082349" cy="328936"/>
          </a:xfrm>
          <a:prstGeom prst="rect">
            <a:avLst/>
          </a:prstGeom>
          <a:noFill/>
        </p:spPr>
        <p:txBody>
          <a:bodyPr wrap="none" rtlCol="0">
            <a:spAutoFit/>
          </a:bodyPr>
          <a:lstStyle/>
          <a:p>
            <a:pPr algn="ctr">
              <a:lnSpc>
                <a:spcPct val="120000"/>
              </a:lnSpc>
            </a:pPr>
            <a:r>
              <a:rPr lang="zh-CN" altLang="en-US" sz="1400" b="1" dirty="0">
                <a:solidFill>
                  <a:schemeClr val="accent1"/>
                </a:solidFill>
              </a:rPr>
              <a:t>多元化服务</a:t>
            </a:r>
          </a:p>
        </p:txBody>
      </p:sp>
      <p:sp>
        <p:nvSpPr>
          <p:cNvPr id="1181" name="图形 1179">
            <a:extLst>
              <a:ext uri="{FF2B5EF4-FFF2-40B4-BE49-F238E27FC236}">
                <a16:creationId xmlns:a16="http://schemas.microsoft.com/office/drawing/2014/main" id="{A5E973EB-718C-6E0D-CB57-C6EF9CCBF8FC}"/>
              </a:ext>
            </a:extLst>
          </p:cNvPr>
          <p:cNvSpPr/>
          <p:nvPr/>
        </p:nvSpPr>
        <p:spPr>
          <a:xfrm>
            <a:off x="5956426" y="3754774"/>
            <a:ext cx="279147" cy="279147"/>
          </a:xfrm>
          <a:custGeom>
            <a:avLst/>
            <a:gdLst>
              <a:gd name="connsiteX0" fmla="*/ 193659 w 279147"/>
              <a:gd name="connsiteY0" fmla="*/ 144808 h 279147"/>
              <a:gd name="connsiteX1" fmla="*/ 162255 w 279147"/>
              <a:gd name="connsiteY1" fmla="*/ 163999 h 279147"/>
              <a:gd name="connsiteX2" fmla="*/ 157021 w 279147"/>
              <a:gd name="connsiteY2" fmla="*/ 174467 h 279147"/>
              <a:gd name="connsiteX3" fmla="*/ 122127 w 279147"/>
              <a:gd name="connsiteY3" fmla="*/ 174467 h 279147"/>
              <a:gd name="connsiteX4" fmla="*/ 116893 w 279147"/>
              <a:gd name="connsiteY4" fmla="*/ 162255 h 279147"/>
              <a:gd name="connsiteX5" fmla="*/ 85489 w 279147"/>
              <a:gd name="connsiteY5" fmla="*/ 143063 h 279147"/>
              <a:gd name="connsiteX6" fmla="*/ 73276 w 279147"/>
              <a:gd name="connsiteY6" fmla="*/ 144808 h 279147"/>
              <a:gd name="connsiteX7" fmla="*/ 55830 w 279147"/>
              <a:gd name="connsiteY7" fmla="*/ 115149 h 279147"/>
              <a:gd name="connsiteX8" fmla="*/ 64553 w 279147"/>
              <a:gd name="connsiteY8" fmla="*/ 104680 h 279147"/>
              <a:gd name="connsiteX9" fmla="*/ 61064 w 279147"/>
              <a:gd name="connsiteY9" fmla="*/ 87234 h 279147"/>
              <a:gd name="connsiteX10" fmla="*/ 62808 w 279147"/>
              <a:gd name="connsiteY10" fmla="*/ 68042 h 279147"/>
              <a:gd name="connsiteX11" fmla="*/ 55830 w 279147"/>
              <a:gd name="connsiteY11" fmla="*/ 59319 h 279147"/>
              <a:gd name="connsiteX12" fmla="*/ 73276 w 279147"/>
              <a:gd name="connsiteY12" fmla="*/ 29659 h 279147"/>
              <a:gd name="connsiteX13" fmla="*/ 85489 w 279147"/>
              <a:gd name="connsiteY13" fmla="*/ 31404 h 279147"/>
              <a:gd name="connsiteX14" fmla="*/ 116893 w 279147"/>
              <a:gd name="connsiteY14" fmla="*/ 12213 h 279147"/>
              <a:gd name="connsiteX15" fmla="*/ 122127 w 279147"/>
              <a:gd name="connsiteY15" fmla="*/ 0 h 279147"/>
              <a:gd name="connsiteX16" fmla="*/ 157021 w 279147"/>
              <a:gd name="connsiteY16" fmla="*/ 0 h 279147"/>
              <a:gd name="connsiteX17" fmla="*/ 162255 w 279147"/>
              <a:gd name="connsiteY17" fmla="*/ 12213 h 279147"/>
              <a:gd name="connsiteX18" fmla="*/ 193659 w 279147"/>
              <a:gd name="connsiteY18" fmla="*/ 31404 h 279147"/>
              <a:gd name="connsiteX19" fmla="*/ 205872 w 279147"/>
              <a:gd name="connsiteY19" fmla="*/ 29659 h 279147"/>
              <a:gd name="connsiteX20" fmla="*/ 223318 w 279147"/>
              <a:gd name="connsiteY20" fmla="*/ 59319 h 279147"/>
              <a:gd name="connsiteX21" fmla="*/ 214595 w 279147"/>
              <a:gd name="connsiteY21" fmla="*/ 69787 h 279147"/>
              <a:gd name="connsiteX22" fmla="*/ 216340 w 279147"/>
              <a:gd name="connsiteY22" fmla="*/ 88978 h 279147"/>
              <a:gd name="connsiteX23" fmla="*/ 214595 w 279147"/>
              <a:gd name="connsiteY23" fmla="*/ 108170 h 279147"/>
              <a:gd name="connsiteX24" fmla="*/ 223318 w 279147"/>
              <a:gd name="connsiteY24" fmla="*/ 118638 h 279147"/>
              <a:gd name="connsiteX25" fmla="*/ 205872 w 279147"/>
              <a:gd name="connsiteY25" fmla="*/ 148297 h 279147"/>
              <a:gd name="connsiteX26" fmla="*/ 193659 w 279147"/>
              <a:gd name="connsiteY26" fmla="*/ 144808 h 279147"/>
              <a:gd name="connsiteX27" fmla="*/ 191914 w 279147"/>
              <a:gd name="connsiteY27" fmla="*/ 233786 h 279147"/>
              <a:gd name="connsiteX28" fmla="*/ 191914 w 279147"/>
              <a:gd name="connsiteY28" fmla="*/ 279148 h 279147"/>
              <a:gd name="connsiteX29" fmla="*/ 157021 w 279147"/>
              <a:gd name="connsiteY29" fmla="*/ 279148 h 279147"/>
              <a:gd name="connsiteX30" fmla="*/ 157021 w 279147"/>
              <a:gd name="connsiteY30" fmla="*/ 207616 h 279147"/>
              <a:gd name="connsiteX31" fmla="*/ 244255 w 279147"/>
              <a:gd name="connsiteY31" fmla="*/ 104680 h 279147"/>
              <a:gd name="connsiteX32" fmla="*/ 279148 w 279147"/>
              <a:gd name="connsiteY32" fmla="*/ 104680 h 279147"/>
              <a:gd name="connsiteX33" fmla="*/ 191914 w 279147"/>
              <a:gd name="connsiteY33" fmla="*/ 233786 h 279147"/>
              <a:gd name="connsiteX34" fmla="*/ 87234 w 279147"/>
              <a:gd name="connsiteY34" fmla="*/ 233786 h 279147"/>
              <a:gd name="connsiteX35" fmla="*/ 0 w 279147"/>
              <a:gd name="connsiteY35" fmla="*/ 104680 h 279147"/>
              <a:gd name="connsiteX36" fmla="*/ 34893 w 279147"/>
              <a:gd name="connsiteY36" fmla="*/ 104680 h 279147"/>
              <a:gd name="connsiteX37" fmla="*/ 122127 w 279147"/>
              <a:gd name="connsiteY37" fmla="*/ 207616 h 279147"/>
              <a:gd name="connsiteX38" fmla="*/ 122127 w 279147"/>
              <a:gd name="connsiteY38" fmla="*/ 279148 h 279147"/>
              <a:gd name="connsiteX39" fmla="*/ 87234 w 279147"/>
              <a:gd name="connsiteY39" fmla="*/ 279148 h 279147"/>
              <a:gd name="connsiteX40" fmla="*/ 87234 w 279147"/>
              <a:gd name="connsiteY40" fmla="*/ 233786 h 279147"/>
              <a:gd name="connsiteX41" fmla="*/ 139574 w 279147"/>
              <a:gd name="connsiteY41" fmla="*/ 139574 h 279147"/>
              <a:gd name="connsiteX42" fmla="*/ 191914 w 279147"/>
              <a:gd name="connsiteY42" fmla="*/ 87234 h 279147"/>
              <a:gd name="connsiteX43" fmla="*/ 139574 w 279147"/>
              <a:gd name="connsiteY43" fmla="*/ 34893 h 279147"/>
              <a:gd name="connsiteX44" fmla="*/ 87234 w 279147"/>
              <a:gd name="connsiteY44" fmla="*/ 87234 h 279147"/>
              <a:gd name="connsiteX45" fmla="*/ 139574 w 279147"/>
              <a:gd name="connsiteY45" fmla="*/ 139574 h 279147"/>
              <a:gd name="connsiteX46" fmla="*/ 139574 w 279147"/>
              <a:gd name="connsiteY46" fmla="*/ 104680 h 279147"/>
              <a:gd name="connsiteX47" fmla="*/ 122127 w 279147"/>
              <a:gd name="connsiteY47" fmla="*/ 87234 h 279147"/>
              <a:gd name="connsiteX48" fmla="*/ 139574 w 279147"/>
              <a:gd name="connsiteY48" fmla="*/ 69787 h 279147"/>
              <a:gd name="connsiteX49" fmla="*/ 157021 w 279147"/>
              <a:gd name="connsiteY49" fmla="*/ 87234 h 279147"/>
              <a:gd name="connsiteX50" fmla="*/ 139574 w 279147"/>
              <a:gd name="connsiteY50" fmla="*/ 104680 h 279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79147" h="279147">
                <a:moveTo>
                  <a:pt x="193659" y="144808"/>
                </a:moveTo>
                <a:cubicBezTo>
                  <a:pt x="184936" y="153531"/>
                  <a:pt x="174467" y="160510"/>
                  <a:pt x="162255" y="163999"/>
                </a:cubicBezTo>
                <a:lnTo>
                  <a:pt x="157021" y="174467"/>
                </a:lnTo>
                <a:lnTo>
                  <a:pt x="122127" y="174467"/>
                </a:lnTo>
                <a:lnTo>
                  <a:pt x="116893" y="162255"/>
                </a:lnTo>
                <a:cubicBezTo>
                  <a:pt x="104680" y="158765"/>
                  <a:pt x="94212" y="151787"/>
                  <a:pt x="85489" y="143063"/>
                </a:cubicBezTo>
                <a:lnTo>
                  <a:pt x="73276" y="144808"/>
                </a:lnTo>
                <a:lnTo>
                  <a:pt x="55830" y="115149"/>
                </a:lnTo>
                <a:lnTo>
                  <a:pt x="64553" y="104680"/>
                </a:lnTo>
                <a:cubicBezTo>
                  <a:pt x="61064" y="99446"/>
                  <a:pt x="61064" y="94212"/>
                  <a:pt x="61064" y="87234"/>
                </a:cubicBezTo>
                <a:cubicBezTo>
                  <a:pt x="61064" y="80255"/>
                  <a:pt x="61064" y="75021"/>
                  <a:pt x="62808" y="68042"/>
                </a:cubicBezTo>
                <a:lnTo>
                  <a:pt x="55830" y="59319"/>
                </a:lnTo>
                <a:lnTo>
                  <a:pt x="73276" y="29659"/>
                </a:lnTo>
                <a:lnTo>
                  <a:pt x="85489" y="31404"/>
                </a:lnTo>
                <a:cubicBezTo>
                  <a:pt x="94212" y="22681"/>
                  <a:pt x="104680" y="15702"/>
                  <a:pt x="116893" y="12213"/>
                </a:cubicBezTo>
                <a:lnTo>
                  <a:pt x="122127" y="0"/>
                </a:lnTo>
                <a:lnTo>
                  <a:pt x="157021" y="0"/>
                </a:lnTo>
                <a:lnTo>
                  <a:pt x="162255" y="12213"/>
                </a:lnTo>
                <a:cubicBezTo>
                  <a:pt x="174467" y="15702"/>
                  <a:pt x="184936" y="22681"/>
                  <a:pt x="193659" y="31404"/>
                </a:cubicBezTo>
                <a:lnTo>
                  <a:pt x="205872" y="29659"/>
                </a:lnTo>
                <a:lnTo>
                  <a:pt x="223318" y="59319"/>
                </a:lnTo>
                <a:lnTo>
                  <a:pt x="214595" y="69787"/>
                </a:lnTo>
                <a:cubicBezTo>
                  <a:pt x="216340" y="75021"/>
                  <a:pt x="216340" y="82000"/>
                  <a:pt x="216340" y="88978"/>
                </a:cubicBezTo>
                <a:cubicBezTo>
                  <a:pt x="216340" y="95957"/>
                  <a:pt x="216340" y="101191"/>
                  <a:pt x="214595" y="108170"/>
                </a:cubicBezTo>
                <a:lnTo>
                  <a:pt x="223318" y="118638"/>
                </a:lnTo>
                <a:lnTo>
                  <a:pt x="205872" y="148297"/>
                </a:lnTo>
                <a:lnTo>
                  <a:pt x="193659" y="144808"/>
                </a:lnTo>
                <a:close/>
                <a:moveTo>
                  <a:pt x="191914" y="233786"/>
                </a:moveTo>
                <a:lnTo>
                  <a:pt x="191914" y="279148"/>
                </a:lnTo>
                <a:lnTo>
                  <a:pt x="157021" y="279148"/>
                </a:lnTo>
                <a:lnTo>
                  <a:pt x="157021" y="207616"/>
                </a:lnTo>
                <a:cubicBezTo>
                  <a:pt x="205872" y="198893"/>
                  <a:pt x="244255" y="157021"/>
                  <a:pt x="244255" y="104680"/>
                </a:cubicBezTo>
                <a:lnTo>
                  <a:pt x="279148" y="104680"/>
                </a:lnTo>
                <a:cubicBezTo>
                  <a:pt x="279148" y="163999"/>
                  <a:pt x="242510" y="212850"/>
                  <a:pt x="191914" y="233786"/>
                </a:cubicBezTo>
                <a:close/>
                <a:moveTo>
                  <a:pt x="87234" y="233786"/>
                </a:moveTo>
                <a:cubicBezTo>
                  <a:pt x="36638" y="212850"/>
                  <a:pt x="0" y="162255"/>
                  <a:pt x="0" y="104680"/>
                </a:cubicBezTo>
                <a:lnTo>
                  <a:pt x="34893" y="104680"/>
                </a:lnTo>
                <a:cubicBezTo>
                  <a:pt x="34893" y="157021"/>
                  <a:pt x="73276" y="198893"/>
                  <a:pt x="122127" y="207616"/>
                </a:cubicBezTo>
                <a:lnTo>
                  <a:pt x="122127" y="279148"/>
                </a:lnTo>
                <a:lnTo>
                  <a:pt x="87234" y="279148"/>
                </a:lnTo>
                <a:lnTo>
                  <a:pt x="87234" y="233786"/>
                </a:lnTo>
                <a:close/>
                <a:moveTo>
                  <a:pt x="139574" y="139574"/>
                </a:moveTo>
                <a:cubicBezTo>
                  <a:pt x="169233" y="139574"/>
                  <a:pt x="191914" y="116893"/>
                  <a:pt x="191914" y="87234"/>
                </a:cubicBezTo>
                <a:cubicBezTo>
                  <a:pt x="191914" y="57574"/>
                  <a:pt x="169233" y="34893"/>
                  <a:pt x="139574" y="34893"/>
                </a:cubicBezTo>
                <a:cubicBezTo>
                  <a:pt x="109915" y="34893"/>
                  <a:pt x="87234" y="57574"/>
                  <a:pt x="87234" y="87234"/>
                </a:cubicBezTo>
                <a:cubicBezTo>
                  <a:pt x="87234" y="116893"/>
                  <a:pt x="109915" y="139574"/>
                  <a:pt x="139574" y="139574"/>
                </a:cubicBezTo>
                <a:close/>
                <a:moveTo>
                  <a:pt x="139574" y="104680"/>
                </a:moveTo>
                <a:cubicBezTo>
                  <a:pt x="129106" y="104680"/>
                  <a:pt x="122127" y="97702"/>
                  <a:pt x="122127" y="87234"/>
                </a:cubicBezTo>
                <a:cubicBezTo>
                  <a:pt x="122127" y="76766"/>
                  <a:pt x="129106" y="69787"/>
                  <a:pt x="139574" y="69787"/>
                </a:cubicBezTo>
                <a:cubicBezTo>
                  <a:pt x="150042" y="69787"/>
                  <a:pt x="157021" y="76766"/>
                  <a:pt x="157021" y="87234"/>
                </a:cubicBezTo>
                <a:cubicBezTo>
                  <a:pt x="157021" y="97702"/>
                  <a:pt x="150042" y="104680"/>
                  <a:pt x="139574" y="104680"/>
                </a:cubicBezTo>
                <a:close/>
              </a:path>
            </a:pathLst>
          </a:custGeom>
          <a:solidFill>
            <a:schemeClr val="accent1"/>
          </a:solidFill>
          <a:ln w="400" cap="flat">
            <a:noFill/>
            <a:prstDash val="solid"/>
            <a:miter/>
          </a:ln>
        </p:spPr>
        <p:txBody>
          <a:bodyPr rtlCol="0" anchor="ctr"/>
          <a:lstStyle/>
          <a:p>
            <a:endParaRPr lang="zh-CN" altLang="en-US"/>
          </a:p>
        </p:txBody>
      </p:sp>
      <p:grpSp>
        <p:nvGrpSpPr>
          <p:cNvPr id="1194" name="组合 1193">
            <a:extLst>
              <a:ext uri="{FF2B5EF4-FFF2-40B4-BE49-F238E27FC236}">
                <a16:creationId xmlns:a16="http://schemas.microsoft.com/office/drawing/2014/main" id="{98D08EA2-B987-C61D-B394-F0BD80AF0135}"/>
              </a:ext>
            </a:extLst>
          </p:cNvPr>
          <p:cNvGrpSpPr/>
          <p:nvPr/>
        </p:nvGrpSpPr>
        <p:grpSpPr>
          <a:xfrm>
            <a:off x="1626798" y="4007110"/>
            <a:ext cx="112392" cy="123632"/>
            <a:chOff x="1626798" y="3906099"/>
            <a:chExt cx="112392" cy="123632"/>
          </a:xfrm>
        </p:grpSpPr>
        <p:sp>
          <p:nvSpPr>
            <p:cNvPr id="1185" name="任意多边形: 形状 1184">
              <a:extLst>
                <a:ext uri="{FF2B5EF4-FFF2-40B4-BE49-F238E27FC236}">
                  <a16:creationId xmlns:a16="http://schemas.microsoft.com/office/drawing/2014/main" id="{5BBCDE7B-1FE6-E646-48B4-C1BA527CF413}"/>
                </a:ext>
              </a:extLst>
            </p:cNvPr>
            <p:cNvSpPr/>
            <p:nvPr/>
          </p:nvSpPr>
          <p:spPr>
            <a:xfrm>
              <a:off x="1626798" y="3906099"/>
              <a:ext cx="74928" cy="108646"/>
            </a:xfrm>
            <a:custGeom>
              <a:avLst/>
              <a:gdLst>
                <a:gd name="connsiteX0" fmla="*/ 94212 w 209361"/>
                <a:gd name="connsiteY0" fmla="*/ 0 h 303573"/>
                <a:gd name="connsiteX1" fmla="*/ 104681 w 209361"/>
                <a:gd name="connsiteY1" fmla="*/ 10468 h 303573"/>
                <a:gd name="connsiteX2" fmla="*/ 104681 w 209361"/>
                <a:gd name="connsiteY2" fmla="*/ 94212 h 303573"/>
                <a:gd name="connsiteX3" fmla="*/ 198893 w 209361"/>
                <a:gd name="connsiteY3" fmla="*/ 94212 h 303573"/>
                <a:gd name="connsiteX4" fmla="*/ 209361 w 209361"/>
                <a:gd name="connsiteY4" fmla="*/ 104681 h 303573"/>
                <a:gd name="connsiteX5" fmla="*/ 209361 w 209361"/>
                <a:gd name="connsiteY5" fmla="*/ 146553 h 303573"/>
                <a:gd name="connsiteX6" fmla="*/ 188425 w 209361"/>
                <a:gd name="connsiteY6" fmla="*/ 146553 h 303573"/>
                <a:gd name="connsiteX7" fmla="*/ 188425 w 209361"/>
                <a:gd name="connsiteY7" fmla="*/ 115149 h 303573"/>
                <a:gd name="connsiteX8" fmla="*/ 20936 w 209361"/>
                <a:gd name="connsiteY8" fmla="*/ 115149 h 303573"/>
                <a:gd name="connsiteX9" fmla="*/ 20936 w 209361"/>
                <a:gd name="connsiteY9" fmla="*/ 282637 h 303573"/>
                <a:gd name="connsiteX10" fmla="*/ 94212 w 209361"/>
                <a:gd name="connsiteY10" fmla="*/ 282637 h 303573"/>
                <a:gd name="connsiteX11" fmla="*/ 94212 w 209361"/>
                <a:gd name="connsiteY11" fmla="*/ 303573 h 303573"/>
                <a:gd name="connsiteX12" fmla="*/ 10468 w 209361"/>
                <a:gd name="connsiteY12" fmla="*/ 303573 h 303573"/>
                <a:gd name="connsiteX13" fmla="*/ 0 w 209361"/>
                <a:gd name="connsiteY13" fmla="*/ 293105 h 303573"/>
                <a:gd name="connsiteX14" fmla="*/ 0 w 209361"/>
                <a:gd name="connsiteY14" fmla="*/ 104681 h 303573"/>
                <a:gd name="connsiteX15" fmla="*/ 10468 w 209361"/>
                <a:gd name="connsiteY15" fmla="*/ 94212 h 303573"/>
                <a:gd name="connsiteX16" fmla="*/ 83744 w 209361"/>
                <a:gd name="connsiteY16" fmla="*/ 94212 h 303573"/>
                <a:gd name="connsiteX17" fmla="*/ 83744 w 209361"/>
                <a:gd name="connsiteY17" fmla="*/ 10468 h 303573"/>
                <a:gd name="connsiteX18" fmla="*/ 94212 w 209361"/>
                <a:gd name="connsiteY18" fmla="*/ 0 h 303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9361" h="303573">
                  <a:moveTo>
                    <a:pt x="94212" y="0"/>
                  </a:moveTo>
                  <a:cubicBezTo>
                    <a:pt x="99994" y="0"/>
                    <a:pt x="104681" y="4687"/>
                    <a:pt x="104681" y="10468"/>
                  </a:cubicBezTo>
                  <a:lnTo>
                    <a:pt x="104681" y="94212"/>
                  </a:lnTo>
                  <a:lnTo>
                    <a:pt x="198893" y="94212"/>
                  </a:lnTo>
                  <a:cubicBezTo>
                    <a:pt x="204674" y="94212"/>
                    <a:pt x="209361" y="98899"/>
                    <a:pt x="209361" y="104681"/>
                  </a:cubicBezTo>
                  <a:lnTo>
                    <a:pt x="209361" y="146553"/>
                  </a:lnTo>
                  <a:lnTo>
                    <a:pt x="188425" y="146553"/>
                  </a:lnTo>
                  <a:lnTo>
                    <a:pt x="188425" y="115149"/>
                  </a:lnTo>
                  <a:lnTo>
                    <a:pt x="20936" y="115149"/>
                  </a:lnTo>
                  <a:lnTo>
                    <a:pt x="20936" y="282637"/>
                  </a:lnTo>
                  <a:lnTo>
                    <a:pt x="94212" y="282637"/>
                  </a:lnTo>
                  <a:lnTo>
                    <a:pt x="94212" y="303573"/>
                  </a:lnTo>
                  <a:lnTo>
                    <a:pt x="10468" y="303573"/>
                  </a:lnTo>
                  <a:cubicBezTo>
                    <a:pt x="4687" y="303573"/>
                    <a:pt x="0" y="298887"/>
                    <a:pt x="0" y="293105"/>
                  </a:cubicBezTo>
                  <a:lnTo>
                    <a:pt x="0" y="104681"/>
                  </a:lnTo>
                  <a:cubicBezTo>
                    <a:pt x="0" y="98899"/>
                    <a:pt x="4687" y="94212"/>
                    <a:pt x="10468" y="94212"/>
                  </a:cubicBezTo>
                  <a:lnTo>
                    <a:pt x="83744" y="94212"/>
                  </a:lnTo>
                  <a:lnTo>
                    <a:pt x="83744" y="10468"/>
                  </a:lnTo>
                  <a:cubicBezTo>
                    <a:pt x="83744" y="4687"/>
                    <a:pt x="88431" y="0"/>
                    <a:pt x="94212" y="0"/>
                  </a:cubicBezTo>
                  <a:close/>
                </a:path>
              </a:pathLst>
            </a:custGeom>
            <a:solidFill>
              <a:schemeClr val="accent1"/>
            </a:solidFill>
            <a:ln w="400" cap="flat">
              <a:noFill/>
              <a:prstDash val="solid"/>
              <a:miter/>
            </a:ln>
          </p:spPr>
          <p:txBody>
            <a:bodyPr rtlCol="0" anchor="ctr"/>
            <a:lstStyle/>
            <a:p>
              <a:endParaRPr lang="zh-CN" altLang="en-US"/>
            </a:p>
          </p:txBody>
        </p:sp>
        <p:sp>
          <p:nvSpPr>
            <p:cNvPr id="1186" name="任意多边形: 形状 1185">
              <a:extLst>
                <a:ext uri="{FF2B5EF4-FFF2-40B4-BE49-F238E27FC236}">
                  <a16:creationId xmlns:a16="http://schemas.microsoft.com/office/drawing/2014/main" id="{3D9BD223-FFCB-B049-5705-F63E03AF7BD3}"/>
                </a:ext>
              </a:extLst>
            </p:cNvPr>
            <p:cNvSpPr/>
            <p:nvPr/>
          </p:nvSpPr>
          <p:spPr>
            <a:xfrm>
              <a:off x="1659947" y="3906099"/>
              <a:ext cx="29971" cy="22478"/>
            </a:xfrm>
            <a:custGeom>
              <a:avLst/>
              <a:gdLst>
                <a:gd name="connsiteX0" fmla="*/ 0 w 83744"/>
                <a:gd name="connsiteY0" fmla="*/ 0 h 62808"/>
                <a:gd name="connsiteX1" fmla="*/ 73276 w 83744"/>
                <a:gd name="connsiteY1" fmla="*/ 0 h 62808"/>
                <a:gd name="connsiteX2" fmla="*/ 83744 w 83744"/>
                <a:gd name="connsiteY2" fmla="*/ 10468 h 62808"/>
                <a:gd name="connsiteX3" fmla="*/ 83744 w 83744"/>
                <a:gd name="connsiteY3" fmla="*/ 52340 h 62808"/>
                <a:gd name="connsiteX4" fmla="*/ 73276 w 83744"/>
                <a:gd name="connsiteY4" fmla="*/ 62808 h 62808"/>
                <a:gd name="connsiteX5" fmla="*/ 0 w 83744"/>
                <a:gd name="connsiteY5" fmla="*/ 62808 h 62808"/>
                <a:gd name="connsiteX6" fmla="*/ 0 w 83744"/>
                <a:gd name="connsiteY6" fmla="*/ 0 h 62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744" h="62808">
                  <a:moveTo>
                    <a:pt x="0" y="0"/>
                  </a:moveTo>
                  <a:lnTo>
                    <a:pt x="73276" y="0"/>
                  </a:lnTo>
                  <a:cubicBezTo>
                    <a:pt x="79058" y="0"/>
                    <a:pt x="83744" y="4687"/>
                    <a:pt x="83744" y="10468"/>
                  </a:cubicBezTo>
                  <a:lnTo>
                    <a:pt x="83744" y="52340"/>
                  </a:lnTo>
                  <a:cubicBezTo>
                    <a:pt x="83744" y="58122"/>
                    <a:pt x="79058" y="62808"/>
                    <a:pt x="73276" y="62808"/>
                  </a:cubicBezTo>
                  <a:lnTo>
                    <a:pt x="0" y="62808"/>
                  </a:lnTo>
                  <a:lnTo>
                    <a:pt x="0" y="0"/>
                  </a:lnTo>
                  <a:close/>
                </a:path>
              </a:pathLst>
            </a:custGeom>
            <a:noFill/>
            <a:ln w="6350" cap="flat">
              <a:solidFill>
                <a:schemeClr val="accent1"/>
              </a:solidFill>
              <a:prstDash val="solid"/>
              <a:miter/>
            </a:ln>
          </p:spPr>
          <p:txBody>
            <a:bodyPr rtlCol="0" anchor="ctr"/>
            <a:lstStyle/>
            <a:p>
              <a:endParaRPr lang="zh-CN" altLang="en-US" dirty="0"/>
            </a:p>
          </p:txBody>
        </p:sp>
        <p:sp>
          <p:nvSpPr>
            <p:cNvPr id="1187" name="任意多边形: 形状 1186">
              <a:extLst>
                <a:ext uri="{FF2B5EF4-FFF2-40B4-BE49-F238E27FC236}">
                  <a16:creationId xmlns:a16="http://schemas.microsoft.com/office/drawing/2014/main" id="{2C771028-6017-B0FD-9274-5EDFF20838FC}"/>
                </a:ext>
              </a:extLst>
            </p:cNvPr>
            <p:cNvSpPr/>
            <p:nvPr/>
          </p:nvSpPr>
          <p:spPr>
            <a:xfrm>
              <a:off x="1656769" y="3954802"/>
              <a:ext cx="82421" cy="74929"/>
            </a:xfrm>
            <a:custGeom>
              <a:avLst/>
              <a:gdLst>
                <a:gd name="connsiteX0" fmla="*/ 0 w 230297"/>
                <a:gd name="connsiteY0" fmla="*/ 10468 h 209361"/>
                <a:gd name="connsiteX1" fmla="*/ 10468 w 230297"/>
                <a:gd name="connsiteY1" fmla="*/ 0 h 209361"/>
                <a:gd name="connsiteX2" fmla="*/ 219829 w 230297"/>
                <a:gd name="connsiteY2" fmla="*/ 0 h 209361"/>
                <a:gd name="connsiteX3" fmla="*/ 230297 w 230297"/>
                <a:gd name="connsiteY3" fmla="*/ 10468 h 209361"/>
                <a:gd name="connsiteX4" fmla="*/ 230297 w 230297"/>
                <a:gd name="connsiteY4" fmla="*/ 198893 h 209361"/>
                <a:gd name="connsiteX5" fmla="*/ 219829 w 230297"/>
                <a:gd name="connsiteY5" fmla="*/ 209361 h 209361"/>
                <a:gd name="connsiteX6" fmla="*/ 10468 w 230297"/>
                <a:gd name="connsiteY6" fmla="*/ 209361 h 209361"/>
                <a:gd name="connsiteX7" fmla="*/ 0 w 230297"/>
                <a:gd name="connsiteY7" fmla="*/ 198893 h 209361"/>
                <a:gd name="connsiteX8" fmla="*/ 0 w 230297"/>
                <a:gd name="connsiteY8" fmla="*/ 10468 h 209361"/>
                <a:gd name="connsiteX9" fmla="*/ 20936 w 230297"/>
                <a:gd name="connsiteY9" fmla="*/ 20936 h 209361"/>
                <a:gd name="connsiteX10" fmla="*/ 20936 w 230297"/>
                <a:gd name="connsiteY10" fmla="*/ 188425 h 209361"/>
                <a:gd name="connsiteX11" fmla="*/ 209361 w 230297"/>
                <a:gd name="connsiteY11" fmla="*/ 188425 h 209361"/>
                <a:gd name="connsiteX12" fmla="*/ 209361 w 230297"/>
                <a:gd name="connsiteY12" fmla="*/ 20936 h 209361"/>
                <a:gd name="connsiteX13" fmla="*/ 20936 w 230297"/>
                <a:gd name="connsiteY13" fmla="*/ 20936 h 209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297" h="209361">
                  <a:moveTo>
                    <a:pt x="0" y="10468"/>
                  </a:moveTo>
                  <a:cubicBezTo>
                    <a:pt x="0" y="4687"/>
                    <a:pt x="4687" y="0"/>
                    <a:pt x="10468" y="0"/>
                  </a:cubicBezTo>
                  <a:lnTo>
                    <a:pt x="219829" y="0"/>
                  </a:lnTo>
                  <a:cubicBezTo>
                    <a:pt x="225610" y="0"/>
                    <a:pt x="230297" y="4687"/>
                    <a:pt x="230297" y="10468"/>
                  </a:cubicBezTo>
                  <a:lnTo>
                    <a:pt x="230297" y="198893"/>
                  </a:lnTo>
                  <a:cubicBezTo>
                    <a:pt x="230297" y="204674"/>
                    <a:pt x="225610" y="209361"/>
                    <a:pt x="219829" y="209361"/>
                  </a:cubicBezTo>
                  <a:lnTo>
                    <a:pt x="10468" y="209361"/>
                  </a:lnTo>
                  <a:cubicBezTo>
                    <a:pt x="4687" y="209361"/>
                    <a:pt x="0" y="204674"/>
                    <a:pt x="0" y="198893"/>
                  </a:cubicBezTo>
                  <a:lnTo>
                    <a:pt x="0" y="10468"/>
                  </a:lnTo>
                  <a:close/>
                  <a:moveTo>
                    <a:pt x="20936" y="20936"/>
                  </a:moveTo>
                  <a:lnTo>
                    <a:pt x="20936" y="188425"/>
                  </a:lnTo>
                  <a:lnTo>
                    <a:pt x="209361" y="188425"/>
                  </a:lnTo>
                  <a:lnTo>
                    <a:pt x="209361" y="20936"/>
                  </a:lnTo>
                  <a:lnTo>
                    <a:pt x="20936" y="20936"/>
                  </a:lnTo>
                  <a:close/>
                </a:path>
              </a:pathLst>
            </a:custGeom>
            <a:solidFill>
              <a:schemeClr val="accent1"/>
            </a:solidFill>
            <a:ln w="400" cap="flat">
              <a:noFill/>
              <a:prstDash val="solid"/>
              <a:miter/>
            </a:ln>
          </p:spPr>
          <p:txBody>
            <a:bodyPr rtlCol="0" anchor="ctr"/>
            <a:lstStyle/>
            <a:p>
              <a:endParaRPr lang="zh-CN" altLang="en-US"/>
            </a:p>
          </p:txBody>
        </p:sp>
        <p:sp>
          <p:nvSpPr>
            <p:cNvPr id="1188" name="任意多边形: 形状 1187">
              <a:extLst>
                <a:ext uri="{FF2B5EF4-FFF2-40B4-BE49-F238E27FC236}">
                  <a16:creationId xmlns:a16="http://schemas.microsoft.com/office/drawing/2014/main" id="{8D9D5A25-D218-2237-86B9-625385E90B91}"/>
                </a:ext>
              </a:extLst>
            </p:cNvPr>
            <p:cNvSpPr/>
            <p:nvPr/>
          </p:nvSpPr>
          <p:spPr>
            <a:xfrm>
              <a:off x="1705473" y="3973535"/>
              <a:ext cx="7493" cy="14986"/>
            </a:xfrm>
            <a:custGeom>
              <a:avLst/>
              <a:gdLst>
                <a:gd name="connsiteX0" fmla="*/ 8374 w 20936"/>
                <a:gd name="connsiteY0" fmla="*/ 0 h 41872"/>
                <a:gd name="connsiteX1" fmla="*/ 12562 w 20936"/>
                <a:gd name="connsiteY1" fmla="*/ 0 h 41872"/>
                <a:gd name="connsiteX2" fmla="*/ 20936 w 20936"/>
                <a:gd name="connsiteY2" fmla="*/ 8374 h 41872"/>
                <a:gd name="connsiteX3" fmla="*/ 20936 w 20936"/>
                <a:gd name="connsiteY3" fmla="*/ 33498 h 41872"/>
                <a:gd name="connsiteX4" fmla="*/ 12562 w 20936"/>
                <a:gd name="connsiteY4" fmla="*/ 41872 h 41872"/>
                <a:gd name="connsiteX5" fmla="*/ 8374 w 20936"/>
                <a:gd name="connsiteY5" fmla="*/ 41872 h 41872"/>
                <a:gd name="connsiteX6" fmla="*/ 0 w 20936"/>
                <a:gd name="connsiteY6" fmla="*/ 33498 h 41872"/>
                <a:gd name="connsiteX7" fmla="*/ 0 w 20936"/>
                <a:gd name="connsiteY7" fmla="*/ 8374 h 41872"/>
                <a:gd name="connsiteX8" fmla="*/ 8374 w 20936"/>
                <a:gd name="connsiteY8" fmla="*/ 0 h 41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36" h="41872">
                  <a:moveTo>
                    <a:pt x="8374" y="0"/>
                  </a:moveTo>
                  <a:lnTo>
                    <a:pt x="12562" y="0"/>
                  </a:lnTo>
                  <a:cubicBezTo>
                    <a:pt x="18145" y="0"/>
                    <a:pt x="20936" y="2791"/>
                    <a:pt x="20936" y="8374"/>
                  </a:cubicBezTo>
                  <a:lnTo>
                    <a:pt x="20936" y="33498"/>
                  </a:lnTo>
                  <a:cubicBezTo>
                    <a:pt x="20936" y="39081"/>
                    <a:pt x="18145" y="41872"/>
                    <a:pt x="12562" y="41872"/>
                  </a:cubicBezTo>
                  <a:lnTo>
                    <a:pt x="8374" y="41872"/>
                  </a:lnTo>
                  <a:cubicBezTo>
                    <a:pt x="2792" y="41872"/>
                    <a:pt x="0" y="39081"/>
                    <a:pt x="0" y="33498"/>
                  </a:cubicBezTo>
                  <a:lnTo>
                    <a:pt x="0" y="8374"/>
                  </a:lnTo>
                  <a:cubicBezTo>
                    <a:pt x="0" y="2791"/>
                    <a:pt x="2792" y="0"/>
                    <a:pt x="8374" y="0"/>
                  </a:cubicBezTo>
                  <a:close/>
                </a:path>
              </a:pathLst>
            </a:custGeom>
            <a:solidFill>
              <a:schemeClr val="accent1"/>
            </a:solidFill>
            <a:ln w="400" cap="flat">
              <a:noFill/>
              <a:prstDash val="solid"/>
              <a:miter/>
            </a:ln>
          </p:spPr>
          <p:txBody>
            <a:bodyPr rtlCol="0" anchor="ctr"/>
            <a:lstStyle/>
            <a:p>
              <a:endParaRPr lang="zh-CN" altLang="en-US"/>
            </a:p>
          </p:txBody>
        </p:sp>
        <p:sp>
          <p:nvSpPr>
            <p:cNvPr id="1189" name="任意多边形: 形状 1188">
              <a:extLst>
                <a:ext uri="{FF2B5EF4-FFF2-40B4-BE49-F238E27FC236}">
                  <a16:creationId xmlns:a16="http://schemas.microsoft.com/office/drawing/2014/main" id="{9DD37352-EA3D-4D4D-40C8-7123BB2304AA}"/>
                </a:ext>
              </a:extLst>
            </p:cNvPr>
            <p:cNvSpPr/>
            <p:nvPr/>
          </p:nvSpPr>
          <p:spPr>
            <a:xfrm>
              <a:off x="1682994" y="3973535"/>
              <a:ext cx="7493" cy="14986"/>
            </a:xfrm>
            <a:custGeom>
              <a:avLst/>
              <a:gdLst>
                <a:gd name="connsiteX0" fmla="*/ 8374 w 20936"/>
                <a:gd name="connsiteY0" fmla="*/ 0 h 41872"/>
                <a:gd name="connsiteX1" fmla="*/ 12562 w 20936"/>
                <a:gd name="connsiteY1" fmla="*/ 0 h 41872"/>
                <a:gd name="connsiteX2" fmla="*/ 20936 w 20936"/>
                <a:gd name="connsiteY2" fmla="*/ 8374 h 41872"/>
                <a:gd name="connsiteX3" fmla="*/ 20936 w 20936"/>
                <a:gd name="connsiteY3" fmla="*/ 33498 h 41872"/>
                <a:gd name="connsiteX4" fmla="*/ 12562 w 20936"/>
                <a:gd name="connsiteY4" fmla="*/ 41872 h 41872"/>
                <a:gd name="connsiteX5" fmla="*/ 8374 w 20936"/>
                <a:gd name="connsiteY5" fmla="*/ 41872 h 41872"/>
                <a:gd name="connsiteX6" fmla="*/ 0 w 20936"/>
                <a:gd name="connsiteY6" fmla="*/ 33498 h 41872"/>
                <a:gd name="connsiteX7" fmla="*/ 0 w 20936"/>
                <a:gd name="connsiteY7" fmla="*/ 8374 h 41872"/>
                <a:gd name="connsiteX8" fmla="*/ 8374 w 20936"/>
                <a:gd name="connsiteY8" fmla="*/ 0 h 41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36" h="41872">
                  <a:moveTo>
                    <a:pt x="8374" y="0"/>
                  </a:moveTo>
                  <a:lnTo>
                    <a:pt x="12562" y="0"/>
                  </a:lnTo>
                  <a:cubicBezTo>
                    <a:pt x="18145" y="0"/>
                    <a:pt x="20936" y="2791"/>
                    <a:pt x="20936" y="8374"/>
                  </a:cubicBezTo>
                  <a:lnTo>
                    <a:pt x="20936" y="33498"/>
                  </a:lnTo>
                  <a:cubicBezTo>
                    <a:pt x="20936" y="39081"/>
                    <a:pt x="18145" y="41872"/>
                    <a:pt x="12562" y="41872"/>
                  </a:cubicBezTo>
                  <a:lnTo>
                    <a:pt x="8374" y="41872"/>
                  </a:lnTo>
                  <a:cubicBezTo>
                    <a:pt x="2791" y="41872"/>
                    <a:pt x="0" y="39081"/>
                    <a:pt x="0" y="33498"/>
                  </a:cubicBezTo>
                  <a:lnTo>
                    <a:pt x="0" y="8374"/>
                  </a:lnTo>
                  <a:cubicBezTo>
                    <a:pt x="0" y="2791"/>
                    <a:pt x="2791" y="0"/>
                    <a:pt x="8374" y="0"/>
                  </a:cubicBezTo>
                  <a:close/>
                </a:path>
              </a:pathLst>
            </a:custGeom>
            <a:solidFill>
              <a:schemeClr val="accent1"/>
            </a:solidFill>
            <a:ln w="400" cap="flat">
              <a:noFill/>
              <a:prstDash val="solid"/>
              <a:miter/>
            </a:ln>
          </p:spPr>
          <p:txBody>
            <a:bodyPr rtlCol="0" anchor="ctr"/>
            <a:lstStyle/>
            <a:p>
              <a:endParaRPr lang="zh-CN" altLang="en-US"/>
            </a:p>
          </p:txBody>
        </p:sp>
        <p:sp>
          <p:nvSpPr>
            <p:cNvPr id="1190" name="任意多边形: 形状 1189">
              <a:extLst>
                <a:ext uri="{FF2B5EF4-FFF2-40B4-BE49-F238E27FC236}">
                  <a16:creationId xmlns:a16="http://schemas.microsoft.com/office/drawing/2014/main" id="{3F478056-7089-F23F-1A24-D4193F1B59FA}"/>
                </a:ext>
              </a:extLst>
            </p:cNvPr>
            <p:cNvSpPr/>
            <p:nvPr/>
          </p:nvSpPr>
          <p:spPr>
            <a:xfrm>
              <a:off x="1682994" y="3996013"/>
              <a:ext cx="7493" cy="14986"/>
            </a:xfrm>
            <a:custGeom>
              <a:avLst/>
              <a:gdLst>
                <a:gd name="connsiteX0" fmla="*/ 8374 w 20936"/>
                <a:gd name="connsiteY0" fmla="*/ 0 h 41872"/>
                <a:gd name="connsiteX1" fmla="*/ 12562 w 20936"/>
                <a:gd name="connsiteY1" fmla="*/ 0 h 41872"/>
                <a:gd name="connsiteX2" fmla="*/ 20936 w 20936"/>
                <a:gd name="connsiteY2" fmla="*/ 8374 h 41872"/>
                <a:gd name="connsiteX3" fmla="*/ 20936 w 20936"/>
                <a:gd name="connsiteY3" fmla="*/ 33498 h 41872"/>
                <a:gd name="connsiteX4" fmla="*/ 12562 w 20936"/>
                <a:gd name="connsiteY4" fmla="*/ 41872 h 41872"/>
                <a:gd name="connsiteX5" fmla="*/ 8374 w 20936"/>
                <a:gd name="connsiteY5" fmla="*/ 41872 h 41872"/>
                <a:gd name="connsiteX6" fmla="*/ 0 w 20936"/>
                <a:gd name="connsiteY6" fmla="*/ 33498 h 41872"/>
                <a:gd name="connsiteX7" fmla="*/ 0 w 20936"/>
                <a:gd name="connsiteY7" fmla="*/ 8374 h 41872"/>
                <a:gd name="connsiteX8" fmla="*/ 8374 w 20936"/>
                <a:gd name="connsiteY8" fmla="*/ 0 h 41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36" h="41872">
                  <a:moveTo>
                    <a:pt x="8374" y="0"/>
                  </a:moveTo>
                  <a:lnTo>
                    <a:pt x="12562" y="0"/>
                  </a:lnTo>
                  <a:cubicBezTo>
                    <a:pt x="18145" y="0"/>
                    <a:pt x="20936" y="2791"/>
                    <a:pt x="20936" y="8374"/>
                  </a:cubicBezTo>
                  <a:lnTo>
                    <a:pt x="20936" y="33498"/>
                  </a:lnTo>
                  <a:cubicBezTo>
                    <a:pt x="20936" y="39081"/>
                    <a:pt x="18145" y="41872"/>
                    <a:pt x="12562" y="41872"/>
                  </a:cubicBezTo>
                  <a:lnTo>
                    <a:pt x="8374" y="41872"/>
                  </a:lnTo>
                  <a:cubicBezTo>
                    <a:pt x="2791" y="41872"/>
                    <a:pt x="0" y="39081"/>
                    <a:pt x="0" y="33498"/>
                  </a:cubicBezTo>
                  <a:lnTo>
                    <a:pt x="0" y="8374"/>
                  </a:lnTo>
                  <a:cubicBezTo>
                    <a:pt x="0" y="2791"/>
                    <a:pt x="2791" y="0"/>
                    <a:pt x="8374" y="0"/>
                  </a:cubicBezTo>
                  <a:close/>
                </a:path>
              </a:pathLst>
            </a:custGeom>
            <a:solidFill>
              <a:schemeClr val="accent1"/>
            </a:solidFill>
            <a:ln w="400" cap="flat">
              <a:noFill/>
              <a:prstDash val="solid"/>
              <a:miter/>
            </a:ln>
          </p:spPr>
          <p:txBody>
            <a:bodyPr rtlCol="0" anchor="ctr"/>
            <a:lstStyle/>
            <a:p>
              <a:endParaRPr lang="zh-CN" altLang="en-US"/>
            </a:p>
          </p:txBody>
        </p:sp>
        <p:sp>
          <p:nvSpPr>
            <p:cNvPr id="1191" name="任意多边形: 形状 1190">
              <a:extLst>
                <a:ext uri="{FF2B5EF4-FFF2-40B4-BE49-F238E27FC236}">
                  <a16:creationId xmlns:a16="http://schemas.microsoft.com/office/drawing/2014/main" id="{F3178BDF-2220-7819-B236-1CE207B920C0}"/>
                </a:ext>
              </a:extLst>
            </p:cNvPr>
            <p:cNvSpPr/>
            <p:nvPr/>
          </p:nvSpPr>
          <p:spPr>
            <a:xfrm>
              <a:off x="1705473" y="3996013"/>
              <a:ext cx="7493" cy="14986"/>
            </a:xfrm>
            <a:custGeom>
              <a:avLst/>
              <a:gdLst>
                <a:gd name="connsiteX0" fmla="*/ 8374 w 20936"/>
                <a:gd name="connsiteY0" fmla="*/ 0 h 41872"/>
                <a:gd name="connsiteX1" fmla="*/ 12562 w 20936"/>
                <a:gd name="connsiteY1" fmla="*/ 0 h 41872"/>
                <a:gd name="connsiteX2" fmla="*/ 20936 w 20936"/>
                <a:gd name="connsiteY2" fmla="*/ 8374 h 41872"/>
                <a:gd name="connsiteX3" fmla="*/ 20936 w 20936"/>
                <a:gd name="connsiteY3" fmla="*/ 33498 h 41872"/>
                <a:gd name="connsiteX4" fmla="*/ 12562 w 20936"/>
                <a:gd name="connsiteY4" fmla="*/ 41872 h 41872"/>
                <a:gd name="connsiteX5" fmla="*/ 8374 w 20936"/>
                <a:gd name="connsiteY5" fmla="*/ 41872 h 41872"/>
                <a:gd name="connsiteX6" fmla="*/ 0 w 20936"/>
                <a:gd name="connsiteY6" fmla="*/ 33498 h 41872"/>
                <a:gd name="connsiteX7" fmla="*/ 0 w 20936"/>
                <a:gd name="connsiteY7" fmla="*/ 8374 h 41872"/>
                <a:gd name="connsiteX8" fmla="*/ 8374 w 20936"/>
                <a:gd name="connsiteY8" fmla="*/ 0 h 41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36" h="41872">
                  <a:moveTo>
                    <a:pt x="8374" y="0"/>
                  </a:moveTo>
                  <a:lnTo>
                    <a:pt x="12562" y="0"/>
                  </a:lnTo>
                  <a:cubicBezTo>
                    <a:pt x="18145" y="0"/>
                    <a:pt x="20936" y="2791"/>
                    <a:pt x="20936" y="8374"/>
                  </a:cubicBezTo>
                  <a:lnTo>
                    <a:pt x="20936" y="33498"/>
                  </a:lnTo>
                  <a:cubicBezTo>
                    <a:pt x="20936" y="39081"/>
                    <a:pt x="18145" y="41872"/>
                    <a:pt x="12562" y="41872"/>
                  </a:cubicBezTo>
                  <a:lnTo>
                    <a:pt x="8374" y="41872"/>
                  </a:lnTo>
                  <a:cubicBezTo>
                    <a:pt x="2792" y="41872"/>
                    <a:pt x="0" y="39081"/>
                    <a:pt x="0" y="33498"/>
                  </a:cubicBezTo>
                  <a:lnTo>
                    <a:pt x="0" y="8374"/>
                  </a:lnTo>
                  <a:cubicBezTo>
                    <a:pt x="0" y="2791"/>
                    <a:pt x="2792" y="0"/>
                    <a:pt x="8374" y="0"/>
                  </a:cubicBezTo>
                  <a:close/>
                </a:path>
              </a:pathLst>
            </a:custGeom>
            <a:solidFill>
              <a:schemeClr val="accent1"/>
            </a:solidFill>
            <a:ln w="400" cap="flat">
              <a:noFill/>
              <a:prstDash val="solid"/>
              <a:miter/>
            </a:ln>
          </p:spPr>
          <p:txBody>
            <a:bodyPr rtlCol="0" anchor="ctr"/>
            <a:lstStyle/>
            <a:p>
              <a:endParaRPr lang="zh-CN" altLang="en-US"/>
            </a:p>
          </p:txBody>
        </p:sp>
      </p:grpSp>
      <p:sp>
        <p:nvSpPr>
          <p:cNvPr id="1197" name="图形 1195">
            <a:extLst>
              <a:ext uri="{FF2B5EF4-FFF2-40B4-BE49-F238E27FC236}">
                <a16:creationId xmlns:a16="http://schemas.microsoft.com/office/drawing/2014/main" id="{4A1C3D24-4ECA-68EB-0A0D-6795C1FD586A}"/>
              </a:ext>
            </a:extLst>
          </p:cNvPr>
          <p:cNvSpPr/>
          <p:nvPr/>
        </p:nvSpPr>
        <p:spPr>
          <a:xfrm>
            <a:off x="2651127" y="4016979"/>
            <a:ext cx="112392" cy="112392"/>
          </a:xfrm>
          <a:custGeom>
            <a:avLst/>
            <a:gdLst>
              <a:gd name="connsiteX0" fmla="*/ 71125 w 112392"/>
              <a:gd name="connsiteY0" fmla="*/ 21783 h 112392"/>
              <a:gd name="connsiteX1" fmla="*/ 75825 w 112392"/>
              <a:gd name="connsiteY1" fmla="*/ 17874 h 112392"/>
              <a:gd name="connsiteX2" fmla="*/ 78793 w 112392"/>
              <a:gd name="connsiteY2" fmla="*/ 19463 h 112392"/>
              <a:gd name="connsiteX3" fmla="*/ 83747 w 112392"/>
              <a:gd name="connsiteY3" fmla="*/ 17436 h 112392"/>
              <a:gd name="connsiteX4" fmla="*/ 60519 w 112392"/>
              <a:gd name="connsiteY4" fmla="*/ 8840 h 112392"/>
              <a:gd name="connsiteX5" fmla="*/ 60519 w 112392"/>
              <a:gd name="connsiteY5" fmla="*/ 23509 h 112392"/>
              <a:gd name="connsiteX6" fmla="*/ 71125 w 112392"/>
              <a:gd name="connsiteY6" fmla="*/ 21780 h 112392"/>
              <a:gd name="connsiteX7" fmla="*/ 87849 w 112392"/>
              <a:gd name="connsiteY7" fmla="*/ 51873 h 112392"/>
              <a:gd name="connsiteX8" fmla="*/ 103552 w 112392"/>
              <a:gd name="connsiteY8" fmla="*/ 51873 h 112392"/>
              <a:gd name="connsiteX9" fmla="*/ 90828 w 112392"/>
              <a:gd name="connsiteY9" fmla="*/ 23611 h 112392"/>
              <a:gd name="connsiteX10" fmla="*/ 82664 w 112392"/>
              <a:gd name="connsiteY10" fmla="*/ 27246 h 112392"/>
              <a:gd name="connsiteX11" fmla="*/ 87850 w 112392"/>
              <a:gd name="connsiteY11" fmla="*/ 51873 h 112392"/>
              <a:gd name="connsiteX12" fmla="*/ 79200 w 112392"/>
              <a:gd name="connsiteY12" fmla="*/ 51873 h 112392"/>
              <a:gd name="connsiteX13" fmla="*/ 74391 w 112392"/>
              <a:gd name="connsiteY13" fmla="*/ 29877 h 112392"/>
              <a:gd name="connsiteX14" fmla="*/ 60519 w 112392"/>
              <a:gd name="connsiteY14" fmla="*/ 32183 h 112392"/>
              <a:gd name="connsiteX15" fmla="*/ 60519 w 112392"/>
              <a:gd name="connsiteY15" fmla="*/ 51873 h 112392"/>
              <a:gd name="connsiteX16" fmla="*/ 79200 w 112392"/>
              <a:gd name="connsiteY16" fmla="*/ 51873 h 112392"/>
              <a:gd name="connsiteX17" fmla="*/ 67824 w 112392"/>
              <a:gd name="connsiteY17" fmla="*/ 102316 h 112392"/>
              <a:gd name="connsiteX18" fmla="*/ 103552 w 112392"/>
              <a:gd name="connsiteY18" fmla="*/ 60519 h 112392"/>
              <a:gd name="connsiteX19" fmla="*/ 87530 w 112392"/>
              <a:gd name="connsiteY19" fmla="*/ 60519 h 112392"/>
              <a:gd name="connsiteX20" fmla="*/ 67824 w 112392"/>
              <a:gd name="connsiteY20" fmla="*/ 102316 h 112392"/>
              <a:gd name="connsiteX21" fmla="*/ 78834 w 112392"/>
              <a:gd name="connsiteY21" fmla="*/ 60519 h 112392"/>
              <a:gd name="connsiteX22" fmla="*/ 60519 w 112392"/>
              <a:gd name="connsiteY22" fmla="*/ 60519 h 112392"/>
              <a:gd name="connsiteX23" fmla="*/ 60519 w 112392"/>
              <a:gd name="connsiteY23" fmla="*/ 97370 h 112392"/>
              <a:gd name="connsiteX24" fmla="*/ 78834 w 112392"/>
              <a:gd name="connsiteY24" fmla="*/ 60519 h 112392"/>
              <a:gd name="connsiteX25" fmla="*/ 51873 w 112392"/>
              <a:gd name="connsiteY25" fmla="*/ 32384 h 112392"/>
              <a:gd name="connsiteX26" fmla="*/ 31757 w 112392"/>
              <a:gd name="connsiteY26" fmla="*/ 29198 h 112392"/>
              <a:gd name="connsiteX27" fmla="*/ 28825 w 112392"/>
              <a:gd name="connsiteY27" fmla="*/ 23832 h 112392"/>
              <a:gd name="connsiteX28" fmla="*/ 34191 w 112392"/>
              <a:gd name="connsiteY28" fmla="*/ 20901 h 112392"/>
              <a:gd name="connsiteX29" fmla="*/ 51873 w 112392"/>
              <a:gd name="connsiteY29" fmla="*/ 23734 h 112392"/>
              <a:gd name="connsiteX30" fmla="*/ 51873 w 112392"/>
              <a:gd name="connsiteY30" fmla="*/ 8840 h 112392"/>
              <a:gd name="connsiteX31" fmla="*/ 8840 w 112392"/>
              <a:gd name="connsiteY31" fmla="*/ 51873 h 112392"/>
              <a:gd name="connsiteX32" fmla="*/ 51873 w 112392"/>
              <a:gd name="connsiteY32" fmla="*/ 51873 h 112392"/>
              <a:gd name="connsiteX33" fmla="*/ 51873 w 112392"/>
              <a:gd name="connsiteY33" fmla="*/ 32384 h 112392"/>
              <a:gd name="connsiteX34" fmla="*/ 51873 w 112392"/>
              <a:gd name="connsiteY34" fmla="*/ 103552 h 112392"/>
              <a:gd name="connsiteX35" fmla="*/ 51873 w 112392"/>
              <a:gd name="connsiteY35" fmla="*/ 60519 h 112392"/>
              <a:gd name="connsiteX36" fmla="*/ 8840 w 112392"/>
              <a:gd name="connsiteY36" fmla="*/ 60519 h 112392"/>
              <a:gd name="connsiteX37" fmla="*/ 51873 w 112392"/>
              <a:gd name="connsiteY37" fmla="*/ 103552 h 112392"/>
              <a:gd name="connsiteX38" fmla="*/ 56196 w 112392"/>
              <a:gd name="connsiteY38" fmla="*/ 112392 h 112392"/>
              <a:gd name="connsiteX39" fmla="*/ 0 w 112392"/>
              <a:gd name="connsiteY39" fmla="*/ 56196 h 112392"/>
              <a:gd name="connsiteX40" fmla="*/ 56196 w 112392"/>
              <a:gd name="connsiteY40" fmla="*/ 0 h 112392"/>
              <a:gd name="connsiteX41" fmla="*/ 112392 w 112392"/>
              <a:gd name="connsiteY41" fmla="*/ 56196 h 112392"/>
              <a:gd name="connsiteX42" fmla="*/ 56196 w 112392"/>
              <a:gd name="connsiteY42" fmla="*/ 112392 h 112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12392" h="112392">
                <a:moveTo>
                  <a:pt x="71125" y="21783"/>
                </a:moveTo>
                <a:cubicBezTo>
                  <a:pt x="71343" y="19405"/>
                  <a:pt x="73448" y="17655"/>
                  <a:pt x="75825" y="17874"/>
                </a:cubicBezTo>
                <a:cubicBezTo>
                  <a:pt x="76989" y="17981"/>
                  <a:pt x="78059" y="18554"/>
                  <a:pt x="78793" y="19463"/>
                </a:cubicBezTo>
                <a:cubicBezTo>
                  <a:pt x="80469" y="18849"/>
                  <a:pt x="82122" y="18173"/>
                  <a:pt x="83747" y="17436"/>
                </a:cubicBezTo>
                <a:cubicBezTo>
                  <a:pt x="76906" y="12558"/>
                  <a:pt x="68888" y="9591"/>
                  <a:pt x="60519" y="8840"/>
                </a:cubicBezTo>
                <a:lnTo>
                  <a:pt x="60519" y="23509"/>
                </a:lnTo>
                <a:cubicBezTo>
                  <a:pt x="64093" y="23201"/>
                  <a:pt x="67638" y="22623"/>
                  <a:pt x="71125" y="21780"/>
                </a:cubicBezTo>
                <a:close/>
                <a:moveTo>
                  <a:pt x="87849" y="51873"/>
                </a:moveTo>
                <a:lnTo>
                  <a:pt x="103552" y="51873"/>
                </a:lnTo>
                <a:cubicBezTo>
                  <a:pt x="102599" y="41292"/>
                  <a:pt x="98118" y="31339"/>
                  <a:pt x="90828" y="23611"/>
                </a:cubicBezTo>
                <a:cubicBezTo>
                  <a:pt x="88177" y="24975"/>
                  <a:pt x="85451" y="26189"/>
                  <a:pt x="82664" y="27246"/>
                </a:cubicBezTo>
                <a:cubicBezTo>
                  <a:pt x="85890" y="35068"/>
                  <a:pt x="87647" y="43416"/>
                  <a:pt x="87850" y="51873"/>
                </a:cubicBezTo>
                <a:close/>
                <a:moveTo>
                  <a:pt x="79200" y="51873"/>
                </a:moveTo>
                <a:cubicBezTo>
                  <a:pt x="78993" y="44304"/>
                  <a:pt x="77362" y="36842"/>
                  <a:pt x="74391" y="29877"/>
                </a:cubicBezTo>
                <a:cubicBezTo>
                  <a:pt x="69843" y="31051"/>
                  <a:pt x="65201" y="31823"/>
                  <a:pt x="60519" y="32183"/>
                </a:cubicBezTo>
                <a:lnTo>
                  <a:pt x="60519" y="51873"/>
                </a:lnTo>
                <a:lnTo>
                  <a:pt x="79200" y="51873"/>
                </a:lnTo>
                <a:close/>
                <a:moveTo>
                  <a:pt x="67824" y="102316"/>
                </a:moveTo>
                <a:cubicBezTo>
                  <a:pt x="87112" y="97468"/>
                  <a:pt x="101721" y="80836"/>
                  <a:pt x="103552" y="60519"/>
                </a:cubicBezTo>
                <a:lnTo>
                  <a:pt x="87530" y="60519"/>
                </a:lnTo>
                <a:cubicBezTo>
                  <a:pt x="85966" y="76303"/>
                  <a:pt x="79006" y="91066"/>
                  <a:pt x="67824" y="102316"/>
                </a:cubicBezTo>
                <a:close/>
                <a:moveTo>
                  <a:pt x="78834" y="60519"/>
                </a:moveTo>
                <a:lnTo>
                  <a:pt x="60519" y="60519"/>
                </a:lnTo>
                <a:lnTo>
                  <a:pt x="60519" y="97370"/>
                </a:lnTo>
                <a:cubicBezTo>
                  <a:pt x="70756" y="87614"/>
                  <a:pt x="77239" y="74570"/>
                  <a:pt x="78834" y="60519"/>
                </a:cubicBezTo>
                <a:close/>
                <a:moveTo>
                  <a:pt x="51873" y="32384"/>
                </a:moveTo>
                <a:cubicBezTo>
                  <a:pt x="45000" y="32179"/>
                  <a:pt x="38257" y="31102"/>
                  <a:pt x="31757" y="29198"/>
                </a:cubicBezTo>
                <a:cubicBezTo>
                  <a:pt x="29466" y="28526"/>
                  <a:pt x="28153" y="26124"/>
                  <a:pt x="28825" y="23832"/>
                </a:cubicBezTo>
                <a:cubicBezTo>
                  <a:pt x="29497" y="21541"/>
                  <a:pt x="31900" y="20229"/>
                  <a:pt x="34191" y="20901"/>
                </a:cubicBezTo>
                <a:cubicBezTo>
                  <a:pt x="39942" y="22585"/>
                  <a:pt x="45883" y="23538"/>
                  <a:pt x="51873" y="23734"/>
                </a:cubicBezTo>
                <a:lnTo>
                  <a:pt x="51873" y="8840"/>
                </a:lnTo>
                <a:cubicBezTo>
                  <a:pt x="29062" y="10893"/>
                  <a:pt x="10893" y="29062"/>
                  <a:pt x="8840" y="51873"/>
                </a:cubicBezTo>
                <a:lnTo>
                  <a:pt x="51873" y="51873"/>
                </a:lnTo>
                <a:lnTo>
                  <a:pt x="51873" y="32384"/>
                </a:lnTo>
                <a:close/>
                <a:moveTo>
                  <a:pt x="51873" y="103552"/>
                </a:moveTo>
                <a:lnTo>
                  <a:pt x="51873" y="60519"/>
                </a:lnTo>
                <a:lnTo>
                  <a:pt x="8840" y="60519"/>
                </a:lnTo>
                <a:cubicBezTo>
                  <a:pt x="10893" y="83330"/>
                  <a:pt x="29062" y="101499"/>
                  <a:pt x="51873" y="103552"/>
                </a:cubicBezTo>
                <a:close/>
                <a:moveTo>
                  <a:pt x="56196" y="112392"/>
                </a:moveTo>
                <a:cubicBezTo>
                  <a:pt x="25158" y="112392"/>
                  <a:pt x="0" y="87234"/>
                  <a:pt x="0" y="56196"/>
                </a:cubicBezTo>
                <a:cubicBezTo>
                  <a:pt x="0" y="25158"/>
                  <a:pt x="25158" y="0"/>
                  <a:pt x="56196" y="0"/>
                </a:cubicBezTo>
                <a:cubicBezTo>
                  <a:pt x="87234" y="0"/>
                  <a:pt x="112392" y="25158"/>
                  <a:pt x="112392" y="56196"/>
                </a:cubicBezTo>
                <a:cubicBezTo>
                  <a:pt x="112392" y="87234"/>
                  <a:pt x="87234" y="112392"/>
                  <a:pt x="56196" y="112392"/>
                </a:cubicBezTo>
                <a:close/>
              </a:path>
            </a:pathLst>
          </a:custGeom>
          <a:solidFill>
            <a:schemeClr val="accent1"/>
          </a:solidFill>
          <a:ln w="102" cap="flat">
            <a:noFill/>
            <a:prstDash val="solid"/>
            <a:miter/>
          </a:ln>
        </p:spPr>
        <p:txBody>
          <a:bodyPr rtlCol="0" anchor="ctr"/>
          <a:lstStyle/>
          <a:p>
            <a:endParaRPr lang="zh-CN" altLang="en-US"/>
          </a:p>
        </p:txBody>
      </p:sp>
      <p:sp>
        <p:nvSpPr>
          <p:cNvPr id="1200" name="图形 1198">
            <a:extLst>
              <a:ext uri="{FF2B5EF4-FFF2-40B4-BE49-F238E27FC236}">
                <a16:creationId xmlns:a16="http://schemas.microsoft.com/office/drawing/2014/main" id="{06A2F31F-3843-C7A3-67BD-0432F2F9E087}"/>
              </a:ext>
            </a:extLst>
          </p:cNvPr>
          <p:cNvSpPr/>
          <p:nvPr/>
        </p:nvSpPr>
        <p:spPr>
          <a:xfrm>
            <a:off x="3677137" y="4016959"/>
            <a:ext cx="127298" cy="112433"/>
          </a:xfrm>
          <a:custGeom>
            <a:avLst/>
            <a:gdLst>
              <a:gd name="connsiteX0" fmla="*/ 110098 w 112354"/>
              <a:gd name="connsiteY0" fmla="*/ 36903 h 112433"/>
              <a:gd name="connsiteX1" fmla="*/ 81202 w 112354"/>
              <a:gd name="connsiteY1" fmla="*/ 3217 h 112433"/>
              <a:gd name="connsiteX2" fmla="*/ 75716 w 112354"/>
              <a:gd name="connsiteY2" fmla="*/ 617 h 112433"/>
              <a:gd name="connsiteX3" fmla="*/ 70229 w 112354"/>
              <a:gd name="connsiteY3" fmla="*/ 3238 h 112433"/>
              <a:gd name="connsiteX4" fmla="*/ 59256 w 112354"/>
              <a:gd name="connsiteY4" fmla="*/ 16022 h 112433"/>
              <a:gd name="connsiteX5" fmla="*/ 47954 w 112354"/>
              <a:gd name="connsiteY5" fmla="*/ 2641 h 112433"/>
              <a:gd name="connsiteX6" fmla="*/ 36980 w 112354"/>
              <a:gd name="connsiteY6" fmla="*/ 2641 h 112433"/>
              <a:gd name="connsiteX7" fmla="*/ 2232 w 112354"/>
              <a:gd name="connsiteY7" fmla="*/ 43124 h 112433"/>
              <a:gd name="connsiteX8" fmla="*/ 1 w 112354"/>
              <a:gd name="connsiteY8" fmla="*/ 49517 h 112433"/>
              <a:gd name="connsiteX9" fmla="*/ 2232 w 112354"/>
              <a:gd name="connsiteY9" fmla="*/ 55909 h 112433"/>
              <a:gd name="connsiteX10" fmla="*/ 48502 w 112354"/>
              <a:gd name="connsiteY10" fmla="*/ 109837 h 112433"/>
              <a:gd name="connsiteX11" fmla="*/ 59384 w 112354"/>
              <a:gd name="connsiteY11" fmla="*/ 109837 h 112433"/>
              <a:gd name="connsiteX12" fmla="*/ 94132 w 112354"/>
              <a:gd name="connsiteY12" fmla="*/ 69353 h 112433"/>
              <a:gd name="connsiteX13" fmla="*/ 95961 w 112354"/>
              <a:gd name="connsiteY13" fmla="*/ 65816 h 112433"/>
              <a:gd name="connsiteX14" fmla="*/ 96181 w 112354"/>
              <a:gd name="connsiteY14" fmla="*/ 64964 h 112433"/>
              <a:gd name="connsiteX15" fmla="*/ 96565 w 112354"/>
              <a:gd name="connsiteY15" fmla="*/ 65412 h 112433"/>
              <a:gd name="connsiteX16" fmla="*/ 110080 w 112354"/>
              <a:gd name="connsiteY16" fmla="*/ 49687 h 112433"/>
              <a:gd name="connsiteX17" fmla="*/ 110087 w 112354"/>
              <a:gd name="connsiteY17" fmla="*/ 36911 h 112433"/>
              <a:gd name="connsiteX18" fmla="*/ 110080 w 112354"/>
              <a:gd name="connsiteY18" fmla="*/ 36903 h 112433"/>
              <a:gd name="connsiteX19" fmla="*/ 64377 w 112354"/>
              <a:gd name="connsiteY19" fmla="*/ 47705 h 112433"/>
              <a:gd name="connsiteX20" fmla="*/ 61524 w 112354"/>
              <a:gd name="connsiteY20" fmla="*/ 51179 h 112433"/>
              <a:gd name="connsiteX21" fmla="*/ 61524 w 112354"/>
              <a:gd name="connsiteY21" fmla="*/ 53714 h 112433"/>
              <a:gd name="connsiteX22" fmla="*/ 79593 w 112354"/>
              <a:gd name="connsiteY22" fmla="*/ 74616 h 112433"/>
              <a:gd name="connsiteX23" fmla="*/ 74454 w 112354"/>
              <a:gd name="connsiteY23" fmla="*/ 80603 h 112433"/>
              <a:gd name="connsiteX24" fmla="*/ 54336 w 112354"/>
              <a:gd name="connsiteY24" fmla="*/ 57166 h 112433"/>
              <a:gd name="connsiteX25" fmla="*/ 52105 w 112354"/>
              <a:gd name="connsiteY25" fmla="*/ 57166 h 112433"/>
              <a:gd name="connsiteX26" fmla="*/ 49215 w 112354"/>
              <a:gd name="connsiteY26" fmla="*/ 60532 h 112433"/>
              <a:gd name="connsiteX27" fmla="*/ 49215 w 112354"/>
              <a:gd name="connsiteY27" fmla="*/ 63068 h 112433"/>
              <a:gd name="connsiteX28" fmla="*/ 69333 w 112354"/>
              <a:gd name="connsiteY28" fmla="*/ 86505 h 112433"/>
              <a:gd name="connsiteX29" fmla="*/ 64194 w 112354"/>
              <a:gd name="connsiteY29" fmla="*/ 92493 h 112433"/>
              <a:gd name="connsiteX30" fmla="*/ 42010 w 112354"/>
              <a:gd name="connsiteY30" fmla="*/ 66733 h 112433"/>
              <a:gd name="connsiteX31" fmla="*/ 39778 w 112354"/>
              <a:gd name="connsiteY31" fmla="*/ 66733 h 112433"/>
              <a:gd name="connsiteX32" fmla="*/ 36889 w 112354"/>
              <a:gd name="connsiteY32" fmla="*/ 70099 h 112433"/>
              <a:gd name="connsiteX33" fmla="*/ 36889 w 112354"/>
              <a:gd name="connsiteY33" fmla="*/ 72656 h 112433"/>
              <a:gd name="connsiteX34" fmla="*/ 59055 w 112354"/>
              <a:gd name="connsiteY34" fmla="*/ 98459 h 112433"/>
              <a:gd name="connsiteX35" fmla="*/ 57354 w 112354"/>
              <a:gd name="connsiteY35" fmla="*/ 100440 h 112433"/>
              <a:gd name="connsiteX36" fmla="*/ 50825 w 112354"/>
              <a:gd name="connsiteY36" fmla="*/ 100440 h 112433"/>
              <a:gd name="connsiteX37" fmla="*/ 10334 w 112354"/>
              <a:gd name="connsiteY37" fmla="*/ 53309 h 112433"/>
              <a:gd name="connsiteX38" fmla="*/ 10263 w 112354"/>
              <a:gd name="connsiteY38" fmla="*/ 45807 h 112433"/>
              <a:gd name="connsiteX39" fmla="*/ 10334 w 112354"/>
              <a:gd name="connsiteY39" fmla="*/ 45724 h 112433"/>
              <a:gd name="connsiteX40" fmla="*/ 39248 w 112354"/>
              <a:gd name="connsiteY40" fmla="*/ 11974 h 112433"/>
              <a:gd name="connsiteX41" fmla="*/ 42504 w 112354"/>
              <a:gd name="connsiteY41" fmla="*/ 10397 h 112433"/>
              <a:gd name="connsiteX42" fmla="*/ 45923 w 112354"/>
              <a:gd name="connsiteY42" fmla="*/ 11995 h 112433"/>
              <a:gd name="connsiteX43" fmla="*/ 86433 w 112354"/>
              <a:gd name="connsiteY43" fmla="*/ 59190 h 112433"/>
              <a:gd name="connsiteX44" fmla="*/ 86504 w 112354"/>
              <a:gd name="connsiteY44" fmla="*/ 66693 h 112433"/>
              <a:gd name="connsiteX45" fmla="*/ 86433 w 112354"/>
              <a:gd name="connsiteY45" fmla="*/ 66775 h 112433"/>
              <a:gd name="connsiteX46" fmla="*/ 84714 w 112354"/>
              <a:gd name="connsiteY46" fmla="*/ 68778 h 112433"/>
              <a:gd name="connsiteX47" fmla="*/ 66645 w 112354"/>
              <a:gd name="connsiteY47" fmla="*/ 47705 h 112433"/>
              <a:gd name="connsiteX48" fmla="*/ 64413 w 112354"/>
              <a:gd name="connsiteY48" fmla="*/ 47705 h 112433"/>
              <a:gd name="connsiteX49" fmla="*/ 103405 w 112354"/>
              <a:gd name="connsiteY49" fmla="*/ 43274 h 112433"/>
              <a:gd name="connsiteX50" fmla="*/ 102051 w 112354"/>
              <a:gd name="connsiteY50" fmla="*/ 47066 h 112433"/>
              <a:gd name="connsiteX51" fmla="*/ 94004 w 112354"/>
              <a:gd name="connsiteY51" fmla="*/ 56420 h 112433"/>
              <a:gd name="connsiteX52" fmla="*/ 64450 w 112354"/>
              <a:gd name="connsiteY52" fmla="*/ 21924 h 112433"/>
              <a:gd name="connsiteX53" fmla="*/ 72479 w 112354"/>
              <a:gd name="connsiteY53" fmla="*/ 12570 h 112433"/>
              <a:gd name="connsiteX54" fmla="*/ 78953 w 112354"/>
              <a:gd name="connsiteY54" fmla="*/ 12570 h 112433"/>
              <a:gd name="connsiteX55" fmla="*/ 102088 w 112354"/>
              <a:gd name="connsiteY55" fmla="*/ 39481 h 112433"/>
              <a:gd name="connsiteX56" fmla="*/ 103441 w 112354"/>
              <a:gd name="connsiteY56" fmla="*/ 43274 h 11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12354" h="112433">
                <a:moveTo>
                  <a:pt x="110098" y="36903"/>
                </a:moveTo>
                <a:lnTo>
                  <a:pt x="81202" y="3217"/>
                </a:lnTo>
                <a:cubicBezTo>
                  <a:pt x="79738" y="1542"/>
                  <a:pt x="77767" y="608"/>
                  <a:pt x="75716" y="617"/>
                </a:cubicBezTo>
                <a:cubicBezTo>
                  <a:pt x="73659" y="597"/>
                  <a:pt x="71682" y="1542"/>
                  <a:pt x="70229" y="3238"/>
                </a:cubicBezTo>
                <a:lnTo>
                  <a:pt x="59256" y="16022"/>
                </a:lnTo>
                <a:lnTo>
                  <a:pt x="47954" y="2641"/>
                </a:lnTo>
                <a:cubicBezTo>
                  <a:pt x="44920" y="-880"/>
                  <a:pt x="40014" y="-880"/>
                  <a:pt x="36980" y="2641"/>
                </a:cubicBezTo>
                <a:lnTo>
                  <a:pt x="2232" y="43124"/>
                </a:lnTo>
                <a:cubicBezTo>
                  <a:pt x="786" y="44823"/>
                  <a:pt x="-17" y="47125"/>
                  <a:pt x="1" y="49517"/>
                </a:cubicBezTo>
                <a:cubicBezTo>
                  <a:pt x="-27" y="51911"/>
                  <a:pt x="778" y="54217"/>
                  <a:pt x="2232" y="55909"/>
                </a:cubicBezTo>
                <a:lnTo>
                  <a:pt x="48502" y="109837"/>
                </a:lnTo>
                <a:cubicBezTo>
                  <a:pt x="51521" y="113299"/>
                  <a:pt x="56366" y="113299"/>
                  <a:pt x="59384" y="109837"/>
                </a:cubicBezTo>
                <a:lnTo>
                  <a:pt x="94132" y="69353"/>
                </a:lnTo>
                <a:cubicBezTo>
                  <a:pt x="94971" y="68357"/>
                  <a:pt x="95597" y="67146"/>
                  <a:pt x="95961" y="65816"/>
                </a:cubicBezTo>
                <a:lnTo>
                  <a:pt x="96181" y="64964"/>
                </a:lnTo>
                <a:lnTo>
                  <a:pt x="96565" y="65412"/>
                </a:lnTo>
                <a:lnTo>
                  <a:pt x="110080" y="49687"/>
                </a:lnTo>
                <a:cubicBezTo>
                  <a:pt x="113110" y="46161"/>
                  <a:pt x="113113" y="40441"/>
                  <a:pt x="110087" y="36911"/>
                </a:cubicBezTo>
                <a:cubicBezTo>
                  <a:pt x="110085" y="36908"/>
                  <a:pt x="110082" y="36905"/>
                  <a:pt x="110080" y="36903"/>
                </a:cubicBezTo>
                <a:close/>
                <a:moveTo>
                  <a:pt x="64377" y="47705"/>
                </a:moveTo>
                <a:lnTo>
                  <a:pt x="61524" y="51179"/>
                </a:lnTo>
                <a:cubicBezTo>
                  <a:pt x="60941" y="51887"/>
                  <a:pt x="60941" y="53005"/>
                  <a:pt x="61524" y="53714"/>
                </a:cubicBezTo>
                <a:lnTo>
                  <a:pt x="79593" y="74616"/>
                </a:lnTo>
                <a:lnTo>
                  <a:pt x="74454" y="80603"/>
                </a:lnTo>
                <a:lnTo>
                  <a:pt x="54336" y="57166"/>
                </a:lnTo>
                <a:cubicBezTo>
                  <a:pt x="53699" y="56509"/>
                  <a:pt x="52742" y="56509"/>
                  <a:pt x="52105" y="57166"/>
                </a:cubicBezTo>
                <a:lnTo>
                  <a:pt x="49215" y="60532"/>
                </a:lnTo>
                <a:cubicBezTo>
                  <a:pt x="48633" y="61241"/>
                  <a:pt x="48633" y="62359"/>
                  <a:pt x="49215" y="63068"/>
                </a:cubicBezTo>
                <a:lnTo>
                  <a:pt x="69333" y="86505"/>
                </a:lnTo>
                <a:lnTo>
                  <a:pt x="64194" y="92493"/>
                </a:lnTo>
                <a:lnTo>
                  <a:pt x="42010" y="66733"/>
                </a:lnTo>
                <a:cubicBezTo>
                  <a:pt x="41376" y="66066"/>
                  <a:pt x="40412" y="66066"/>
                  <a:pt x="39778" y="66733"/>
                </a:cubicBezTo>
                <a:lnTo>
                  <a:pt x="36889" y="70099"/>
                </a:lnTo>
                <a:cubicBezTo>
                  <a:pt x="36304" y="70815"/>
                  <a:pt x="36304" y="71940"/>
                  <a:pt x="36889" y="72656"/>
                </a:cubicBezTo>
                <a:lnTo>
                  <a:pt x="59055" y="98459"/>
                </a:lnTo>
                <a:lnTo>
                  <a:pt x="57354" y="100440"/>
                </a:lnTo>
                <a:cubicBezTo>
                  <a:pt x="55537" y="102500"/>
                  <a:pt x="52642" y="102500"/>
                  <a:pt x="50825" y="100440"/>
                </a:cubicBezTo>
                <a:lnTo>
                  <a:pt x="10334" y="53309"/>
                </a:lnTo>
                <a:cubicBezTo>
                  <a:pt x="8536" y="51260"/>
                  <a:pt x="8504" y="47901"/>
                  <a:pt x="10263" y="45807"/>
                </a:cubicBezTo>
                <a:cubicBezTo>
                  <a:pt x="10286" y="45779"/>
                  <a:pt x="10310" y="45751"/>
                  <a:pt x="10334" y="45724"/>
                </a:cubicBezTo>
                <a:lnTo>
                  <a:pt x="39248" y="11974"/>
                </a:lnTo>
                <a:cubicBezTo>
                  <a:pt x="40109" y="10962"/>
                  <a:pt x="41281" y="10394"/>
                  <a:pt x="42504" y="10397"/>
                </a:cubicBezTo>
                <a:cubicBezTo>
                  <a:pt x="43771" y="10434"/>
                  <a:pt x="44985" y="11002"/>
                  <a:pt x="45923" y="11995"/>
                </a:cubicBezTo>
                <a:lnTo>
                  <a:pt x="86433" y="59190"/>
                </a:lnTo>
                <a:cubicBezTo>
                  <a:pt x="88231" y="61239"/>
                  <a:pt x="88263" y="64598"/>
                  <a:pt x="86504" y="66693"/>
                </a:cubicBezTo>
                <a:cubicBezTo>
                  <a:pt x="86480" y="66720"/>
                  <a:pt x="86457" y="66748"/>
                  <a:pt x="86433" y="66775"/>
                </a:cubicBezTo>
                <a:lnTo>
                  <a:pt x="84714" y="68778"/>
                </a:lnTo>
                <a:lnTo>
                  <a:pt x="66645" y="47705"/>
                </a:lnTo>
                <a:cubicBezTo>
                  <a:pt x="66011" y="47039"/>
                  <a:pt x="65047" y="47039"/>
                  <a:pt x="64413" y="47705"/>
                </a:cubicBezTo>
                <a:close/>
                <a:moveTo>
                  <a:pt x="103405" y="43274"/>
                </a:moveTo>
                <a:cubicBezTo>
                  <a:pt x="103407" y="44698"/>
                  <a:pt x="102919" y="46064"/>
                  <a:pt x="102051" y="47066"/>
                </a:cubicBezTo>
                <a:lnTo>
                  <a:pt x="94004" y="56420"/>
                </a:lnTo>
                <a:lnTo>
                  <a:pt x="64450" y="21924"/>
                </a:lnTo>
                <a:lnTo>
                  <a:pt x="72479" y="12570"/>
                </a:lnTo>
                <a:cubicBezTo>
                  <a:pt x="74285" y="10541"/>
                  <a:pt x="77146" y="10541"/>
                  <a:pt x="78953" y="12570"/>
                </a:cubicBezTo>
                <a:lnTo>
                  <a:pt x="102088" y="39481"/>
                </a:lnTo>
                <a:cubicBezTo>
                  <a:pt x="102963" y="40478"/>
                  <a:pt x="103452" y="41848"/>
                  <a:pt x="103441" y="43274"/>
                </a:cubicBezTo>
                <a:close/>
              </a:path>
            </a:pathLst>
          </a:custGeom>
          <a:solidFill>
            <a:schemeClr val="accent1"/>
          </a:solidFill>
          <a:ln w="88" cap="flat">
            <a:noFill/>
            <a:prstDash val="solid"/>
            <a:miter/>
          </a:ln>
        </p:spPr>
        <p:txBody>
          <a:bodyPr rtlCol="0" anchor="ctr"/>
          <a:lstStyle/>
          <a:p>
            <a:endParaRPr lang="zh-CN" altLang="en-US"/>
          </a:p>
        </p:txBody>
      </p:sp>
      <p:grpSp>
        <p:nvGrpSpPr>
          <p:cNvPr id="1207" name="组合 1206">
            <a:extLst>
              <a:ext uri="{FF2B5EF4-FFF2-40B4-BE49-F238E27FC236}">
                <a16:creationId xmlns:a16="http://schemas.microsoft.com/office/drawing/2014/main" id="{377B8861-B4F5-33E1-2EDD-A282A85DB38B}"/>
              </a:ext>
            </a:extLst>
          </p:cNvPr>
          <p:cNvGrpSpPr/>
          <p:nvPr/>
        </p:nvGrpSpPr>
        <p:grpSpPr>
          <a:xfrm>
            <a:off x="8384034" y="4001747"/>
            <a:ext cx="112367" cy="112389"/>
            <a:chOff x="8384034" y="3803578"/>
            <a:chExt cx="112367" cy="112389"/>
          </a:xfrm>
        </p:grpSpPr>
        <p:sp>
          <p:nvSpPr>
            <p:cNvPr id="1205" name="任意多边形: 形状 1204">
              <a:extLst>
                <a:ext uri="{FF2B5EF4-FFF2-40B4-BE49-F238E27FC236}">
                  <a16:creationId xmlns:a16="http://schemas.microsoft.com/office/drawing/2014/main" id="{3354F1CC-8515-A468-9A54-176F2DE7A689}"/>
                </a:ext>
              </a:extLst>
            </p:cNvPr>
            <p:cNvSpPr/>
            <p:nvPr/>
          </p:nvSpPr>
          <p:spPr>
            <a:xfrm>
              <a:off x="8418785" y="3850734"/>
              <a:ext cx="42950" cy="39568"/>
            </a:xfrm>
            <a:custGeom>
              <a:avLst/>
              <a:gdLst>
                <a:gd name="connsiteX0" fmla="*/ 27766 w 42950"/>
                <a:gd name="connsiteY0" fmla="*/ 54 h 39568"/>
                <a:gd name="connsiteX1" fmla="*/ 21440 w 42950"/>
                <a:gd name="connsiteY1" fmla="*/ 1403 h 39568"/>
                <a:gd name="connsiteX2" fmla="*/ 15148 w 42950"/>
                <a:gd name="connsiteY2" fmla="*/ 0 h 39568"/>
                <a:gd name="connsiteX3" fmla="*/ 0 w 42950"/>
                <a:gd name="connsiteY3" fmla="*/ 15486 h 39568"/>
                <a:gd name="connsiteX4" fmla="*/ 10017 w 42950"/>
                <a:gd name="connsiteY4" fmla="*/ 32122 h 39568"/>
                <a:gd name="connsiteX5" fmla="*/ 19032 w 42950"/>
                <a:gd name="connsiteY5" fmla="*/ 38867 h 39568"/>
                <a:gd name="connsiteX6" fmla="*/ 21475 w 42950"/>
                <a:gd name="connsiteY6" fmla="*/ 39568 h 39568"/>
                <a:gd name="connsiteX7" fmla="*/ 24023 w 42950"/>
                <a:gd name="connsiteY7" fmla="*/ 38813 h 39568"/>
                <a:gd name="connsiteX8" fmla="*/ 32933 w 42950"/>
                <a:gd name="connsiteY8" fmla="*/ 32194 h 39568"/>
                <a:gd name="connsiteX9" fmla="*/ 42950 w 42950"/>
                <a:gd name="connsiteY9" fmla="*/ 15486 h 39568"/>
                <a:gd name="connsiteX10" fmla="*/ 27766 w 42950"/>
                <a:gd name="connsiteY10" fmla="*/ 54 h 39568"/>
                <a:gd name="connsiteX11" fmla="*/ 27766 w 42950"/>
                <a:gd name="connsiteY11" fmla="*/ 9730 h 39568"/>
                <a:gd name="connsiteX12" fmla="*/ 33460 w 42950"/>
                <a:gd name="connsiteY12" fmla="*/ 15557 h 39568"/>
                <a:gd name="connsiteX13" fmla="*/ 26800 w 42950"/>
                <a:gd name="connsiteY13" fmla="*/ 24874 h 39568"/>
                <a:gd name="connsiteX14" fmla="*/ 21528 w 42950"/>
                <a:gd name="connsiteY14" fmla="*/ 29047 h 39568"/>
                <a:gd name="connsiteX15" fmla="*/ 16168 w 42950"/>
                <a:gd name="connsiteY15" fmla="*/ 24784 h 39568"/>
                <a:gd name="connsiteX16" fmla="*/ 9490 w 42950"/>
                <a:gd name="connsiteY16" fmla="*/ 15504 h 39568"/>
                <a:gd name="connsiteX17" fmla="*/ 15223 w 42950"/>
                <a:gd name="connsiteY17" fmla="*/ 9681 h 39568"/>
                <a:gd name="connsiteX18" fmla="*/ 18646 w 42950"/>
                <a:gd name="connsiteY18" fmla="*/ 10863 h 39568"/>
                <a:gd name="connsiteX19" fmla="*/ 24392 w 42950"/>
                <a:gd name="connsiteY19" fmla="*/ 10863 h 39568"/>
                <a:gd name="connsiteX20" fmla="*/ 27766 w 42950"/>
                <a:gd name="connsiteY20" fmla="*/ 9730 h 39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2950" h="39568">
                  <a:moveTo>
                    <a:pt x="27766" y="54"/>
                  </a:moveTo>
                  <a:cubicBezTo>
                    <a:pt x="25587" y="25"/>
                    <a:pt x="23427" y="485"/>
                    <a:pt x="21440" y="1403"/>
                  </a:cubicBezTo>
                  <a:cubicBezTo>
                    <a:pt x="19464" y="482"/>
                    <a:pt x="17319" y="4"/>
                    <a:pt x="15148" y="0"/>
                  </a:cubicBezTo>
                  <a:cubicBezTo>
                    <a:pt x="6793" y="10"/>
                    <a:pt x="19" y="6934"/>
                    <a:pt x="0" y="15486"/>
                  </a:cubicBezTo>
                  <a:cubicBezTo>
                    <a:pt x="0" y="20683"/>
                    <a:pt x="3374" y="26277"/>
                    <a:pt x="10017" y="32122"/>
                  </a:cubicBezTo>
                  <a:cubicBezTo>
                    <a:pt x="12845" y="34608"/>
                    <a:pt x="15859" y="36863"/>
                    <a:pt x="19032" y="38867"/>
                  </a:cubicBezTo>
                  <a:cubicBezTo>
                    <a:pt x="19768" y="39326"/>
                    <a:pt x="20613" y="39568"/>
                    <a:pt x="21475" y="39568"/>
                  </a:cubicBezTo>
                  <a:cubicBezTo>
                    <a:pt x="22374" y="39549"/>
                    <a:pt x="23253" y="39288"/>
                    <a:pt x="24023" y="38813"/>
                  </a:cubicBezTo>
                  <a:cubicBezTo>
                    <a:pt x="27146" y="36830"/>
                    <a:pt x="30123" y="34618"/>
                    <a:pt x="32933" y="32194"/>
                  </a:cubicBezTo>
                  <a:cubicBezTo>
                    <a:pt x="39576" y="26367"/>
                    <a:pt x="42950" y="20737"/>
                    <a:pt x="42950" y="15486"/>
                  </a:cubicBezTo>
                  <a:cubicBezTo>
                    <a:pt x="42902" y="6941"/>
                    <a:pt x="36115" y="44"/>
                    <a:pt x="27766" y="54"/>
                  </a:cubicBezTo>
                  <a:close/>
                  <a:moveTo>
                    <a:pt x="27766" y="9730"/>
                  </a:moveTo>
                  <a:cubicBezTo>
                    <a:pt x="30911" y="9730"/>
                    <a:pt x="33460" y="12339"/>
                    <a:pt x="33460" y="15557"/>
                  </a:cubicBezTo>
                  <a:cubicBezTo>
                    <a:pt x="33460" y="17716"/>
                    <a:pt x="30965" y="21205"/>
                    <a:pt x="26800" y="24874"/>
                  </a:cubicBezTo>
                  <a:cubicBezTo>
                    <a:pt x="25120" y="26364"/>
                    <a:pt x="23360" y="27757"/>
                    <a:pt x="21528" y="29047"/>
                  </a:cubicBezTo>
                  <a:cubicBezTo>
                    <a:pt x="19671" y="27721"/>
                    <a:pt x="17882" y="26298"/>
                    <a:pt x="16168" y="24784"/>
                  </a:cubicBezTo>
                  <a:cubicBezTo>
                    <a:pt x="9964" y="19298"/>
                    <a:pt x="9490" y="16295"/>
                    <a:pt x="9490" y="15504"/>
                  </a:cubicBezTo>
                  <a:cubicBezTo>
                    <a:pt x="9502" y="12275"/>
                    <a:pt x="12069" y="9668"/>
                    <a:pt x="15223" y="9681"/>
                  </a:cubicBezTo>
                  <a:cubicBezTo>
                    <a:pt x="16459" y="9686"/>
                    <a:pt x="17660" y="10100"/>
                    <a:pt x="18646" y="10863"/>
                  </a:cubicBezTo>
                  <a:cubicBezTo>
                    <a:pt x="20341" y="12192"/>
                    <a:pt x="22697" y="12192"/>
                    <a:pt x="24392" y="10863"/>
                  </a:cubicBezTo>
                  <a:cubicBezTo>
                    <a:pt x="25381" y="10149"/>
                    <a:pt x="26556" y="9755"/>
                    <a:pt x="27766" y="9730"/>
                  </a:cubicBezTo>
                  <a:close/>
                </a:path>
              </a:pathLst>
            </a:custGeom>
            <a:solidFill>
              <a:schemeClr val="accent1"/>
            </a:solidFill>
            <a:ln w="100" cap="flat">
              <a:noFill/>
              <a:prstDash val="solid"/>
              <a:miter/>
            </a:ln>
          </p:spPr>
          <p:txBody>
            <a:bodyPr rtlCol="0" anchor="ctr"/>
            <a:lstStyle/>
            <a:p>
              <a:endParaRPr lang="zh-CN" altLang="en-US"/>
            </a:p>
          </p:txBody>
        </p:sp>
        <p:sp>
          <p:nvSpPr>
            <p:cNvPr id="1206" name="任意多边形: 形状 1205">
              <a:extLst>
                <a:ext uri="{FF2B5EF4-FFF2-40B4-BE49-F238E27FC236}">
                  <a16:creationId xmlns:a16="http://schemas.microsoft.com/office/drawing/2014/main" id="{E9FA731B-53CB-4F29-BECA-2959BEB72750}"/>
                </a:ext>
              </a:extLst>
            </p:cNvPr>
            <p:cNvSpPr/>
            <p:nvPr/>
          </p:nvSpPr>
          <p:spPr>
            <a:xfrm>
              <a:off x="8384034" y="3803578"/>
              <a:ext cx="112367" cy="112389"/>
            </a:xfrm>
            <a:custGeom>
              <a:avLst/>
              <a:gdLst>
                <a:gd name="connsiteX0" fmla="*/ 110670 w 112367"/>
                <a:gd name="connsiteY0" fmla="*/ 46886 h 112389"/>
                <a:gd name="connsiteX1" fmla="*/ 59408 w 112367"/>
                <a:gd name="connsiteY1" fmla="*/ 1311 h 112389"/>
                <a:gd name="connsiteX2" fmla="*/ 52519 w 112367"/>
                <a:gd name="connsiteY2" fmla="*/ 1311 h 112389"/>
                <a:gd name="connsiteX3" fmla="*/ 1713 w 112367"/>
                <a:gd name="connsiteY3" fmla="*/ 47282 h 112389"/>
                <a:gd name="connsiteX4" fmla="*/ 325 w 112367"/>
                <a:gd name="connsiteY4" fmla="*/ 53127 h 112389"/>
                <a:gd name="connsiteX5" fmla="*/ 5386 w 112367"/>
                <a:gd name="connsiteY5" fmla="*/ 56544 h 112389"/>
                <a:gd name="connsiteX6" fmla="*/ 10500 w 112367"/>
                <a:gd name="connsiteY6" fmla="*/ 56544 h 112389"/>
                <a:gd name="connsiteX7" fmla="*/ 10500 w 112367"/>
                <a:gd name="connsiteY7" fmla="*/ 97911 h 112389"/>
                <a:gd name="connsiteX8" fmla="*/ 13663 w 112367"/>
                <a:gd name="connsiteY8" fmla="*/ 108361 h 112389"/>
                <a:gd name="connsiteX9" fmla="*/ 22556 w 112367"/>
                <a:gd name="connsiteY9" fmla="*/ 112389 h 112389"/>
                <a:gd name="connsiteX10" fmla="*/ 87578 w 112367"/>
                <a:gd name="connsiteY10" fmla="*/ 112389 h 112389"/>
                <a:gd name="connsiteX11" fmla="*/ 96980 w 112367"/>
                <a:gd name="connsiteY11" fmla="*/ 108792 h 112389"/>
                <a:gd name="connsiteX12" fmla="*/ 101145 w 112367"/>
                <a:gd name="connsiteY12" fmla="*/ 98001 h 112389"/>
                <a:gd name="connsiteX13" fmla="*/ 101145 w 112367"/>
                <a:gd name="connsiteY13" fmla="*/ 56239 h 112389"/>
                <a:gd name="connsiteX14" fmla="*/ 107401 w 112367"/>
                <a:gd name="connsiteY14" fmla="*/ 56239 h 112389"/>
                <a:gd name="connsiteX15" fmla="*/ 112358 w 112367"/>
                <a:gd name="connsiteY15" fmla="*/ 50539 h 112389"/>
                <a:gd name="connsiteX16" fmla="*/ 110670 w 112367"/>
                <a:gd name="connsiteY16" fmla="*/ 46886 h 112389"/>
                <a:gd name="connsiteX17" fmla="*/ 90864 w 112367"/>
                <a:gd name="connsiteY17" fmla="*/ 51418 h 112389"/>
                <a:gd name="connsiteX18" fmla="*/ 90864 w 112367"/>
                <a:gd name="connsiteY18" fmla="*/ 98523 h 112389"/>
                <a:gd name="connsiteX19" fmla="*/ 90460 w 112367"/>
                <a:gd name="connsiteY19" fmla="*/ 100717 h 112389"/>
                <a:gd name="connsiteX20" fmla="*/ 88703 w 112367"/>
                <a:gd name="connsiteY20" fmla="*/ 101940 h 112389"/>
                <a:gd name="connsiteX21" fmla="*/ 87754 w 112367"/>
                <a:gd name="connsiteY21" fmla="*/ 101940 h 112389"/>
                <a:gd name="connsiteX22" fmla="*/ 22802 w 112367"/>
                <a:gd name="connsiteY22" fmla="*/ 101940 h 112389"/>
                <a:gd name="connsiteX23" fmla="*/ 21501 w 112367"/>
                <a:gd name="connsiteY23" fmla="*/ 101598 h 112389"/>
                <a:gd name="connsiteX24" fmla="*/ 20904 w 112367"/>
                <a:gd name="connsiteY24" fmla="*/ 98918 h 112389"/>
                <a:gd name="connsiteX25" fmla="*/ 20904 w 112367"/>
                <a:gd name="connsiteY25" fmla="*/ 51958 h 112389"/>
                <a:gd name="connsiteX26" fmla="*/ 21062 w 112367"/>
                <a:gd name="connsiteY26" fmla="*/ 51688 h 112389"/>
                <a:gd name="connsiteX27" fmla="*/ 21062 w 112367"/>
                <a:gd name="connsiteY27" fmla="*/ 51167 h 112389"/>
                <a:gd name="connsiteX28" fmla="*/ 18408 w 112367"/>
                <a:gd name="connsiteY28" fmla="*/ 46580 h 112389"/>
                <a:gd name="connsiteX29" fmla="*/ 55981 w 112367"/>
                <a:gd name="connsiteY29" fmla="*/ 12408 h 112389"/>
                <a:gd name="connsiteX30" fmla="*/ 94151 w 112367"/>
                <a:gd name="connsiteY30" fmla="*/ 46383 h 112389"/>
                <a:gd name="connsiteX31" fmla="*/ 90864 w 112367"/>
                <a:gd name="connsiteY31" fmla="*/ 51418 h 112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2367" h="112389">
                  <a:moveTo>
                    <a:pt x="110670" y="46886"/>
                  </a:moveTo>
                  <a:lnTo>
                    <a:pt x="59408" y="1311"/>
                  </a:lnTo>
                  <a:cubicBezTo>
                    <a:pt x="57429" y="-437"/>
                    <a:pt x="54498" y="-437"/>
                    <a:pt x="52519" y="1311"/>
                  </a:cubicBezTo>
                  <a:lnTo>
                    <a:pt x="1713" y="47282"/>
                  </a:lnTo>
                  <a:cubicBezTo>
                    <a:pt x="134" y="48761"/>
                    <a:pt x="-415" y="51071"/>
                    <a:pt x="325" y="53127"/>
                  </a:cubicBezTo>
                  <a:cubicBezTo>
                    <a:pt x="1139" y="55244"/>
                    <a:pt x="3164" y="56611"/>
                    <a:pt x="5386" y="56544"/>
                  </a:cubicBezTo>
                  <a:lnTo>
                    <a:pt x="10500" y="56544"/>
                  </a:lnTo>
                  <a:lnTo>
                    <a:pt x="10500" y="97911"/>
                  </a:lnTo>
                  <a:cubicBezTo>
                    <a:pt x="10216" y="101679"/>
                    <a:pt x="11347" y="105417"/>
                    <a:pt x="13663" y="108361"/>
                  </a:cubicBezTo>
                  <a:cubicBezTo>
                    <a:pt x="15947" y="110916"/>
                    <a:pt x="19172" y="112377"/>
                    <a:pt x="22556" y="112389"/>
                  </a:cubicBezTo>
                  <a:lnTo>
                    <a:pt x="87578" y="112389"/>
                  </a:lnTo>
                  <a:cubicBezTo>
                    <a:pt x="91038" y="112415"/>
                    <a:pt x="94385" y="111135"/>
                    <a:pt x="96980" y="108792"/>
                  </a:cubicBezTo>
                  <a:cubicBezTo>
                    <a:pt x="99841" y="105990"/>
                    <a:pt x="101362" y="102048"/>
                    <a:pt x="101145" y="98001"/>
                  </a:cubicBezTo>
                  <a:lnTo>
                    <a:pt x="101145" y="56239"/>
                  </a:lnTo>
                  <a:lnTo>
                    <a:pt x="107401" y="56239"/>
                  </a:lnTo>
                  <a:cubicBezTo>
                    <a:pt x="110308" y="56066"/>
                    <a:pt x="112527" y="53514"/>
                    <a:pt x="112358" y="50539"/>
                  </a:cubicBezTo>
                  <a:cubicBezTo>
                    <a:pt x="112279" y="49143"/>
                    <a:pt x="111674" y="47834"/>
                    <a:pt x="110670" y="46886"/>
                  </a:cubicBezTo>
                  <a:close/>
                  <a:moveTo>
                    <a:pt x="90864" y="51418"/>
                  </a:moveTo>
                  <a:lnTo>
                    <a:pt x="90864" y="98523"/>
                  </a:lnTo>
                  <a:cubicBezTo>
                    <a:pt x="91016" y="99280"/>
                    <a:pt x="90871" y="100068"/>
                    <a:pt x="90460" y="100717"/>
                  </a:cubicBezTo>
                  <a:cubicBezTo>
                    <a:pt x="90055" y="101345"/>
                    <a:pt x="89423" y="101785"/>
                    <a:pt x="88703" y="101940"/>
                  </a:cubicBezTo>
                  <a:cubicBezTo>
                    <a:pt x="88389" y="101994"/>
                    <a:pt x="88068" y="101994"/>
                    <a:pt x="87754" y="101940"/>
                  </a:cubicBezTo>
                  <a:lnTo>
                    <a:pt x="22802" y="101940"/>
                  </a:lnTo>
                  <a:cubicBezTo>
                    <a:pt x="22341" y="102007"/>
                    <a:pt x="21873" y="101884"/>
                    <a:pt x="21501" y="101598"/>
                  </a:cubicBezTo>
                  <a:cubicBezTo>
                    <a:pt x="21046" y="100785"/>
                    <a:pt x="20838" y="99852"/>
                    <a:pt x="20904" y="98918"/>
                  </a:cubicBezTo>
                  <a:lnTo>
                    <a:pt x="20904" y="51958"/>
                  </a:lnTo>
                  <a:lnTo>
                    <a:pt x="21062" y="51688"/>
                  </a:lnTo>
                  <a:lnTo>
                    <a:pt x="21062" y="51167"/>
                  </a:lnTo>
                  <a:cubicBezTo>
                    <a:pt x="21050" y="49260"/>
                    <a:pt x="20036" y="47508"/>
                    <a:pt x="18408" y="46580"/>
                  </a:cubicBezTo>
                  <a:lnTo>
                    <a:pt x="55981" y="12408"/>
                  </a:lnTo>
                  <a:lnTo>
                    <a:pt x="94151" y="46383"/>
                  </a:lnTo>
                  <a:cubicBezTo>
                    <a:pt x="92128" y="47185"/>
                    <a:pt x="90814" y="49199"/>
                    <a:pt x="90864" y="51418"/>
                  </a:cubicBezTo>
                  <a:close/>
                </a:path>
              </a:pathLst>
            </a:custGeom>
            <a:solidFill>
              <a:schemeClr val="accent1"/>
            </a:solidFill>
            <a:ln w="100" cap="flat">
              <a:noFill/>
              <a:prstDash val="solid"/>
              <a:miter/>
            </a:ln>
          </p:spPr>
          <p:txBody>
            <a:bodyPr rtlCol="0" anchor="ctr"/>
            <a:lstStyle/>
            <a:p>
              <a:endParaRPr lang="zh-CN" altLang="en-US"/>
            </a:p>
          </p:txBody>
        </p:sp>
      </p:grpSp>
      <p:grpSp>
        <p:nvGrpSpPr>
          <p:cNvPr id="1213" name="组合 1212">
            <a:extLst>
              <a:ext uri="{FF2B5EF4-FFF2-40B4-BE49-F238E27FC236}">
                <a16:creationId xmlns:a16="http://schemas.microsoft.com/office/drawing/2014/main" id="{AF18B753-D1B3-5766-70B1-1B7D14F916FC}"/>
              </a:ext>
            </a:extLst>
          </p:cNvPr>
          <p:cNvGrpSpPr/>
          <p:nvPr/>
        </p:nvGrpSpPr>
        <p:grpSpPr>
          <a:xfrm>
            <a:off x="9416590" y="4023133"/>
            <a:ext cx="112310" cy="100084"/>
            <a:chOff x="8384033" y="3794478"/>
            <a:chExt cx="112310" cy="100084"/>
          </a:xfrm>
        </p:grpSpPr>
        <p:sp>
          <p:nvSpPr>
            <p:cNvPr id="1211" name="任意多边形: 形状 1210">
              <a:extLst>
                <a:ext uri="{FF2B5EF4-FFF2-40B4-BE49-F238E27FC236}">
                  <a16:creationId xmlns:a16="http://schemas.microsoft.com/office/drawing/2014/main" id="{96AFE27E-CCEE-78DD-7618-DA6E77289D43}"/>
                </a:ext>
              </a:extLst>
            </p:cNvPr>
            <p:cNvSpPr/>
            <p:nvPr/>
          </p:nvSpPr>
          <p:spPr>
            <a:xfrm>
              <a:off x="8384033" y="3794478"/>
              <a:ext cx="112310" cy="100084"/>
            </a:xfrm>
            <a:custGeom>
              <a:avLst/>
              <a:gdLst>
                <a:gd name="connsiteX0" fmla="*/ 55959 w 112310"/>
                <a:gd name="connsiteY0" fmla="*/ 100084 h 100084"/>
                <a:gd name="connsiteX1" fmla="*/ 43950 w 112310"/>
                <a:gd name="connsiteY1" fmla="*/ 95147 h 100084"/>
                <a:gd name="connsiteX2" fmla="*/ 10780 w 112310"/>
                <a:gd name="connsiteY2" fmla="*/ 62202 h 100084"/>
                <a:gd name="connsiteX3" fmla="*/ 2809 w 112310"/>
                <a:gd name="connsiteY3" fmla="*/ 50355 h 100084"/>
                <a:gd name="connsiteX4" fmla="*/ 0 w 112310"/>
                <a:gd name="connsiteY4" fmla="*/ 36716 h 100084"/>
                <a:gd name="connsiteX5" fmla="*/ 2641 w 112310"/>
                <a:gd name="connsiteY5" fmla="*/ 22909 h 100084"/>
                <a:gd name="connsiteX6" fmla="*/ 10717 w 112310"/>
                <a:gd name="connsiteY6" fmla="*/ 10731 h 100084"/>
                <a:gd name="connsiteX7" fmla="*/ 36660 w 112310"/>
                <a:gd name="connsiteY7" fmla="*/ 0 h 100084"/>
                <a:gd name="connsiteX8" fmla="*/ 56134 w 112310"/>
                <a:gd name="connsiteY8" fmla="*/ 5555 h 100084"/>
                <a:gd name="connsiteX9" fmla="*/ 75497 w 112310"/>
                <a:gd name="connsiteY9" fmla="*/ 176 h 100084"/>
                <a:gd name="connsiteX10" fmla="*/ 101369 w 112310"/>
                <a:gd name="connsiteY10" fmla="*/ 10675 h 100084"/>
                <a:gd name="connsiteX11" fmla="*/ 109621 w 112310"/>
                <a:gd name="connsiteY11" fmla="*/ 22909 h 100084"/>
                <a:gd name="connsiteX12" fmla="*/ 112311 w 112310"/>
                <a:gd name="connsiteY12" fmla="*/ 36829 h 100084"/>
                <a:gd name="connsiteX13" fmla="*/ 109452 w 112310"/>
                <a:gd name="connsiteY13" fmla="*/ 50523 h 100084"/>
                <a:gd name="connsiteX14" fmla="*/ 101201 w 112310"/>
                <a:gd name="connsiteY14" fmla="*/ 62308 h 100084"/>
                <a:gd name="connsiteX15" fmla="*/ 74261 w 112310"/>
                <a:gd name="connsiteY15" fmla="*/ 89086 h 100084"/>
                <a:gd name="connsiteX16" fmla="*/ 68080 w 112310"/>
                <a:gd name="connsiteY16" fmla="*/ 95259 h 100084"/>
                <a:gd name="connsiteX17" fmla="*/ 55959 w 112310"/>
                <a:gd name="connsiteY17" fmla="*/ 100084 h 100084"/>
                <a:gd name="connsiteX18" fmla="*/ 36597 w 112310"/>
                <a:gd name="connsiteY18" fmla="*/ 6967 h 100084"/>
                <a:gd name="connsiteX19" fmla="*/ 15661 w 112310"/>
                <a:gd name="connsiteY19" fmla="*/ 15668 h 100084"/>
                <a:gd name="connsiteX20" fmla="*/ 7023 w 112310"/>
                <a:gd name="connsiteY20" fmla="*/ 36667 h 100084"/>
                <a:gd name="connsiteX21" fmla="*/ 9200 w 112310"/>
                <a:gd name="connsiteY21" fmla="*/ 47609 h 100084"/>
                <a:gd name="connsiteX22" fmla="*/ 15661 w 112310"/>
                <a:gd name="connsiteY22" fmla="*/ 57146 h 100084"/>
                <a:gd name="connsiteX23" fmla="*/ 48887 w 112310"/>
                <a:gd name="connsiteY23" fmla="*/ 90154 h 100084"/>
                <a:gd name="connsiteX24" fmla="*/ 55959 w 112310"/>
                <a:gd name="connsiteY24" fmla="*/ 93068 h 100084"/>
                <a:gd name="connsiteX25" fmla="*/ 63031 w 112310"/>
                <a:gd name="connsiteY25" fmla="*/ 90154 h 100084"/>
                <a:gd name="connsiteX26" fmla="*/ 69260 w 112310"/>
                <a:gd name="connsiteY26" fmla="*/ 83973 h 100084"/>
                <a:gd name="connsiteX27" fmla="*/ 96214 w 112310"/>
                <a:gd name="connsiteY27" fmla="*/ 57202 h 100084"/>
                <a:gd name="connsiteX28" fmla="*/ 96270 w 112310"/>
                <a:gd name="connsiteY28" fmla="*/ 57146 h 100084"/>
                <a:gd name="connsiteX29" fmla="*/ 102942 w 112310"/>
                <a:gd name="connsiteY29" fmla="*/ 47665 h 100084"/>
                <a:gd name="connsiteX30" fmla="*/ 105246 w 112310"/>
                <a:gd name="connsiteY30" fmla="*/ 36716 h 100084"/>
                <a:gd name="connsiteX31" fmla="*/ 103118 w 112310"/>
                <a:gd name="connsiteY31" fmla="*/ 25493 h 100084"/>
                <a:gd name="connsiteX32" fmla="*/ 96439 w 112310"/>
                <a:gd name="connsiteY32" fmla="*/ 15612 h 100084"/>
                <a:gd name="connsiteX33" fmla="*/ 75504 w 112310"/>
                <a:gd name="connsiteY33" fmla="*/ 7136 h 100084"/>
                <a:gd name="connsiteX34" fmla="*/ 58101 w 112310"/>
                <a:gd name="connsiteY34" fmla="*/ 12578 h 100084"/>
                <a:gd name="connsiteX35" fmla="*/ 54056 w 112310"/>
                <a:gd name="connsiteY35" fmla="*/ 12578 h 100084"/>
                <a:gd name="connsiteX36" fmla="*/ 36604 w 112310"/>
                <a:gd name="connsiteY36" fmla="*/ 6967 h 100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2310" h="100084">
                  <a:moveTo>
                    <a:pt x="55959" y="100084"/>
                  </a:moveTo>
                  <a:cubicBezTo>
                    <a:pt x="51457" y="100109"/>
                    <a:pt x="47132" y="98331"/>
                    <a:pt x="43950" y="95147"/>
                  </a:cubicBezTo>
                  <a:cubicBezTo>
                    <a:pt x="43669" y="94866"/>
                    <a:pt x="14088" y="65510"/>
                    <a:pt x="10780" y="62202"/>
                  </a:cubicBezTo>
                  <a:cubicBezTo>
                    <a:pt x="7343" y="58838"/>
                    <a:pt x="4631" y="54806"/>
                    <a:pt x="2809" y="50355"/>
                  </a:cubicBezTo>
                  <a:cubicBezTo>
                    <a:pt x="961" y="46045"/>
                    <a:pt x="5" y="41405"/>
                    <a:pt x="0" y="36716"/>
                  </a:cubicBezTo>
                  <a:cubicBezTo>
                    <a:pt x="0" y="31941"/>
                    <a:pt x="843" y="27284"/>
                    <a:pt x="2641" y="22909"/>
                  </a:cubicBezTo>
                  <a:cubicBezTo>
                    <a:pt x="4461" y="18335"/>
                    <a:pt x="7211" y="14188"/>
                    <a:pt x="10717" y="10731"/>
                  </a:cubicBezTo>
                  <a:cubicBezTo>
                    <a:pt x="17583" y="3831"/>
                    <a:pt x="26926" y="-33"/>
                    <a:pt x="36660" y="0"/>
                  </a:cubicBezTo>
                  <a:cubicBezTo>
                    <a:pt x="43612" y="0"/>
                    <a:pt x="50298" y="1910"/>
                    <a:pt x="56134" y="5555"/>
                  </a:cubicBezTo>
                  <a:cubicBezTo>
                    <a:pt x="61972" y="2018"/>
                    <a:pt x="68671" y="157"/>
                    <a:pt x="75497" y="176"/>
                  </a:cubicBezTo>
                  <a:cubicBezTo>
                    <a:pt x="85258" y="176"/>
                    <a:pt x="94459" y="3884"/>
                    <a:pt x="101369" y="10675"/>
                  </a:cubicBezTo>
                  <a:cubicBezTo>
                    <a:pt x="104917" y="14154"/>
                    <a:pt x="107724" y="18316"/>
                    <a:pt x="109621" y="22909"/>
                  </a:cubicBezTo>
                  <a:cubicBezTo>
                    <a:pt x="111406" y="27332"/>
                    <a:pt x="112320" y="32059"/>
                    <a:pt x="112311" y="36829"/>
                  </a:cubicBezTo>
                  <a:cubicBezTo>
                    <a:pt x="112261" y="41536"/>
                    <a:pt x="111290" y="46189"/>
                    <a:pt x="109452" y="50523"/>
                  </a:cubicBezTo>
                  <a:cubicBezTo>
                    <a:pt x="107527" y="54969"/>
                    <a:pt x="104719" y="58978"/>
                    <a:pt x="101201" y="62308"/>
                  </a:cubicBezTo>
                  <a:cubicBezTo>
                    <a:pt x="99796" y="63712"/>
                    <a:pt x="83461" y="79879"/>
                    <a:pt x="74261" y="89086"/>
                  </a:cubicBezTo>
                  <a:lnTo>
                    <a:pt x="68080" y="95259"/>
                  </a:lnTo>
                  <a:cubicBezTo>
                    <a:pt x="64802" y="98353"/>
                    <a:pt x="60466" y="100078"/>
                    <a:pt x="55959" y="100084"/>
                  </a:cubicBezTo>
                  <a:close/>
                  <a:moveTo>
                    <a:pt x="36597" y="6967"/>
                  </a:moveTo>
                  <a:cubicBezTo>
                    <a:pt x="28733" y="6939"/>
                    <a:pt x="21188" y="10075"/>
                    <a:pt x="15661" y="15668"/>
                  </a:cubicBezTo>
                  <a:cubicBezTo>
                    <a:pt x="10094" y="21234"/>
                    <a:pt x="6984" y="28795"/>
                    <a:pt x="7023" y="36667"/>
                  </a:cubicBezTo>
                  <a:cubicBezTo>
                    <a:pt x="7016" y="40480"/>
                    <a:pt x="7746" y="44125"/>
                    <a:pt x="9200" y="47609"/>
                  </a:cubicBezTo>
                  <a:cubicBezTo>
                    <a:pt x="10668" y="51197"/>
                    <a:pt x="12852" y="54400"/>
                    <a:pt x="15661" y="57146"/>
                  </a:cubicBezTo>
                  <a:cubicBezTo>
                    <a:pt x="18969" y="60461"/>
                    <a:pt x="48606" y="89873"/>
                    <a:pt x="48887" y="90154"/>
                  </a:cubicBezTo>
                  <a:cubicBezTo>
                    <a:pt x="50763" y="92027"/>
                    <a:pt x="53308" y="93075"/>
                    <a:pt x="55959" y="93068"/>
                  </a:cubicBezTo>
                  <a:cubicBezTo>
                    <a:pt x="58656" y="93068"/>
                    <a:pt x="61177" y="92057"/>
                    <a:pt x="63031" y="90154"/>
                  </a:cubicBezTo>
                  <a:lnTo>
                    <a:pt x="69260" y="83973"/>
                  </a:lnTo>
                  <a:cubicBezTo>
                    <a:pt x="78276" y="75081"/>
                    <a:pt x="87260" y="66157"/>
                    <a:pt x="96214" y="57202"/>
                  </a:cubicBezTo>
                  <a:lnTo>
                    <a:pt x="96270" y="57146"/>
                  </a:lnTo>
                  <a:cubicBezTo>
                    <a:pt x="99129" y="54400"/>
                    <a:pt x="101432" y="51197"/>
                    <a:pt x="102942" y="47665"/>
                  </a:cubicBezTo>
                  <a:cubicBezTo>
                    <a:pt x="104456" y="44213"/>
                    <a:pt x="105241" y="40485"/>
                    <a:pt x="105246" y="36716"/>
                  </a:cubicBezTo>
                  <a:cubicBezTo>
                    <a:pt x="105300" y="32870"/>
                    <a:pt x="104576" y="29053"/>
                    <a:pt x="103118" y="25493"/>
                  </a:cubicBezTo>
                  <a:cubicBezTo>
                    <a:pt x="101592" y="21777"/>
                    <a:pt x="99319" y="18413"/>
                    <a:pt x="96439" y="15612"/>
                  </a:cubicBezTo>
                  <a:cubicBezTo>
                    <a:pt x="90853" y="10134"/>
                    <a:pt x="83327" y="7087"/>
                    <a:pt x="75504" y="7136"/>
                  </a:cubicBezTo>
                  <a:cubicBezTo>
                    <a:pt x="69211" y="7136"/>
                    <a:pt x="63213" y="9046"/>
                    <a:pt x="58101" y="12578"/>
                  </a:cubicBezTo>
                  <a:cubicBezTo>
                    <a:pt x="56865" y="13421"/>
                    <a:pt x="55292" y="13421"/>
                    <a:pt x="54056" y="12578"/>
                  </a:cubicBezTo>
                  <a:cubicBezTo>
                    <a:pt x="48980" y="8906"/>
                    <a:pt x="42869" y="6941"/>
                    <a:pt x="36604" y="6967"/>
                  </a:cubicBezTo>
                  <a:close/>
                </a:path>
              </a:pathLst>
            </a:custGeom>
            <a:solidFill>
              <a:schemeClr val="accent1"/>
            </a:solidFill>
            <a:ln w="102" cap="flat">
              <a:solidFill>
                <a:schemeClr val="accent1"/>
              </a:solidFill>
              <a:prstDash val="solid"/>
              <a:miter/>
            </a:ln>
          </p:spPr>
          <p:txBody>
            <a:bodyPr rtlCol="0" anchor="ctr"/>
            <a:lstStyle/>
            <a:p>
              <a:endParaRPr lang="zh-CN" altLang="en-US"/>
            </a:p>
          </p:txBody>
        </p:sp>
        <p:sp>
          <p:nvSpPr>
            <p:cNvPr id="1212" name="任意多边形: 形状 1211">
              <a:extLst>
                <a:ext uri="{FF2B5EF4-FFF2-40B4-BE49-F238E27FC236}">
                  <a16:creationId xmlns:a16="http://schemas.microsoft.com/office/drawing/2014/main" id="{9B654EFE-AD23-A4F1-548A-2EDBB5E041DC}"/>
                </a:ext>
              </a:extLst>
            </p:cNvPr>
            <p:cNvSpPr/>
            <p:nvPr/>
          </p:nvSpPr>
          <p:spPr>
            <a:xfrm>
              <a:off x="8402315" y="3812547"/>
              <a:ext cx="19286" cy="20108"/>
            </a:xfrm>
            <a:custGeom>
              <a:avLst/>
              <a:gdLst>
                <a:gd name="connsiteX0" fmla="*/ 3497 w 19286"/>
                <a:gd name="connsiteY0" fmla="*/ 20108 h 20108"/>
                <a:gd name="connsiteX1" fmla="*/ 3216 w 19286"/>
                <a:gd name="connsiteY1" fmla="*/ 20108 h 20108"/>
                <a:gd name="connsiteX2" fmla="*/ 14 w 19286"/>
                <a:gd name="connsiteY2" fmla="*/ 16288 h 20108"/>
                <a:gd name="connsiteX3" fmla="*/ 15450 w 19286"/>
                <a:gd name="connsiteY3" fmla="*/ 16 h 20108"/>
                <a:gd name="connsiteX4" fmla="*/ 19271 w 19286"/>
                <a:gd name="connsiteY4" fmla="*/ 3155 h 20108"/>
                <a:gd name="connsiteX5" fmla="*/ 16124 w 19286"/>
                <a:gd name="connsiteY5" fmla="*/ 6975 h 20108"/>
                <a:gd name="connsiteX6" fmla="*/ 6973 w 19286"/>
                <a:gd name="connsiteY6" fmla="*/ 16849 h 20108"/>
                <a:gd name="connsiteX7" fmla="*/ 3497 w 19286"/>
                <a:gd name="connsiteY7" fmla="*/ 20108 h 20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286" h="20108">
                  <a:moveTo>
                    <a:pt x="3497" y="20108"/>
                  </a:moveTo>
                  <a:lnTo>
                    <a:pt x="3216" y="20108"/>
                  </a:lnTo>
                  <a:cubicBezTo>
                    <a:pt x="1277" y="19937"/>
                    <a:pt x="-157" y="18227"/>
                    <a:pt x="14" y="16288"/>
                  </a:cubicBezTo>
                  <a:cubicBezTo>
                    <a:pt x="1032" y="4559"/>
                    <a:pt x="10513" y="521"/>
                    <a:pt x="15450" y="16"/>
                  </a:cubicBezTo>
                  <a:cubicBezTo>
                    <a:pt x="17369" y="-164"/>
                    <a:pt x="19075" y="1237"/>
                    <a:pt x="19271" y="3155"/>
                  </a:cubicBezTo>
                  <a:cubicBezTo>
                    <a:pt x="19450" y="5077"/>
                    <a:pt x="18045" y="6783"/>
                    <a:pt x="16124" y="6975"/>
                  </a:cubicBezTo>
                  <a:cubicBezTo>
                    <a:pt x="15225" y="7088"/>
                    <a:pt x="7704" y="8204"/>
                    <a:pt x="6973" y="16849"/>
                  </a:cubicBezTo>
                  <a:cubicBezTo>
                    <a:pt x="6869" y="18689"/>
                    <a:pt x="5339" y="20122"/>
                    <a:pt x="3497" y="20108"/>
                  </a:cubicBezTo>
                  <a:close/>
                </a:path>
              </a:pathLst>
            </a:custGeom>
            <a:solidFill>
              <a:schemeClr val="accent1"/>
            </a:solidFill>
            <a:ln w="102" cap="flat">
              <a:solidFill>
                <a:schemeClr val="accent1"/>
              </a:solidFill>
              <a:prstDash val="solid"/>
              <a:miter/>
            </a:ln>
          </p:spPr>
          <p:txBody>
            <a:bodyPr rtlCol="0" anchor="ctr"/>
            <a:lstStyle/>
            <a:p>
              <a:endParaRPr lang="zh-CN" altLang="en-US"/>
            </a:p>
          </p:txBody>
        </p:sp>
      </p:grpSp>
      <p:grpSp>
        <p:nvGrpSpPr>
          <p:cNvPr id="1214" name="组合 1213">
            <a:extLst>
              <a:ext uri="{FF2B5EF4-FFF2-40B4-BE49-F238E27FC236}">
                <a16:creationId xmlns:a16="http://schemas.microsoft.com/office/drawing/2014/main" id="{3AC379BB-CD7E-8384-0043-4861713101D2}"/>
              </a:ext>
            </a:extLst>
          </p:cNvPr>
          <p:cNvGrpSpPr/>
          <p:nvPr/>
        </p:nvGrpSpPr>
        <p:grpSpPr>
          <a:xfrm>
            <a:off x="10456736" y="4023133"/>
            <a:ext cx="112310" cy="100084"/>
            <a:chOff x="8384033" y="3794478"/>
            <a:chExt cx="112310" cy="100084"/>
          </a:xfrm>
        </p:grpSpPr>
        <p:sp>
          <p:nvSpPr>
            <p:cNvPr id="1215" name="任意多边形: 形状 1214">
              <a:extLst>
                <a:ext uri="{FF2B5EF4-FFF2-40B4-BE49-F238E27FC236}">
                  <a16:creationId xmlns:a16="http://schemas.microsoft.com/office/drawing/2014/main" id="{66E50CA6-3F42-79CE-12F5-57826999FB6B}"/>
                </a:ext>
              </a:extLst>
            </p:cNvPr>
            <p:cNvSpPr/>
            <p:nvPr/>
          </p:nvSpPr>
          <p:spPr>
            <a:xfrm>
              <a:off x="8384033" y="3794478"/>
              <a:ext cx="112310" cy="100084"/>
            </a:xfrm>
            <a:custGeom>
              <a:avLst/>
              <a:gdLst>
                <a:gd name="connsiteX0" fmla="*/ 55959 w 112310"/>
                <a:gd name="connsiteY0" fmla="*/ 100084 h 100084"/>
                <a:gd name="connsiteX1" fmla="*/ 43950 w 112310"/>
                <a:gd name="connsiteY1" fmla="*/ 95147 h 100084"/>
                <a:gd name="connsiteX2" fmla="*/ 10780 w 112310"/>
                <a:gd name="connsiteY2" fmla="*/ 62202 h 100084"/>
                <a:gd name="connsiteX3" fmla="*/ 2809 w 112310"/>
                <a:gd name="connsiteY3" fmla="*/ 50355 h 100084"/>
                <a:gd name="connsiteX4" fmla="*/ 0 w 112310"/>
                <a:gd name="connsiteY4" fmla="*/ 36716 h 100084"/>
                <a:gd name="connsiteX5" fmla="*/ 2641 w 112310"/>
                <a:gd name="connsiteY5" fmla="*/ 22909 h 100084"/>
                <a:gd name="connsiteX6" fmla="*/ 10717 w 112310"/>
                <a:gd name="connsiteY6" fmla="*/ 10731 h 100084"/>
                <a:gd name="connsiteX7" fmla="*/ 36660 w 112310"/>
                <a:gd name="connsiteY7" fmla="*/ 0 h 100084"/>
                <a:gd name="connsiteX8" fmla="*/ 56134 w 112310"/>
                <a:gd name="connsiteY8" fmla="*/ 5555 h 100084"/>
                <a:gd name="connsiteX9" fmla="*/ 75497 w 112310"/>
                <a:gd name="connsiteY9" fmla="*/ 176 h 100084"/>
                <a:gd name="connsiteX10" fmla="*/ 101369 w 112310"/>
                <a:gd name="connsiteY10" fmla="*/ 10675 h 100084"/>
                <a:gd name="connsiteX11" fmla="*/ 109621 w 112310"/>
                <a:gd name="connsiteY11" fmla="*/ 22909 h 100084"/>
                <a:gd name="connsiteX12" fmla="*/ 112311 w 112310"/>
                <a:gd name="connsiteY12" fmla="*/ 36829 h 100084"/>
                <a:gd name="connsiteX13" fmla="*/ 109452 w 112310"/>
                <a:gd name="connsiteY13" fmla="*/ 50523 h 100084"/>
                <a:gd name="connsiteX14" fmla="*/ 101201 w 112310"/>
                <a:gd name="connsiteY14" fmla="*/ 62308 h 100084"/>
                <a:gd name="connsiteX15" fmla="*/ 74261 w 112310"/>
                <a:gd name="connsiteY15" fmla="*/ 89086 h 100084"/>
                <a:gd name="connsiteX16" fmla="*/ 68080 w 112310"/>
                <a:gd name="connsiteY16" fmla="*/ 95259 h 100084"/>
                <a:gd name="connsiteX17" fmla="*/ 55959 w 112310"/>
                <a:gd name="connsiteY17" fmla="*/ 100084 h 100084"/>
                <a:gd name="connsiteX18" fmla="*/ 36597 w 112310"/>
                <a:gd name="connsiteY18" fmla="*/ 6967 h 100084"/>
                <a:gd name="connsiteX19" fmla="*/ 15661 w 112310"/>
                <a:gd name="connsiteY19" fmla="*/ 15668 h 100084"/>
                <a:gd name="connsiteX20" fmla="*/ 7023 w 112310"/>
                <a:gd name="connsiteY20" fmla="*/ 36667 h 100084"/>
                <a:gd name="connsiteX21" fmla="*/ 9200 w 112310"/>
                <a:gd name="connsiteY21" fmla="*/ 47609 h 100084"/>
                <a:gd name="connsiteX22" fmla="*/ 15661 w 112310"/>
                <a:gd name="connsiteY22" fmla="*/ 57146 h 100084"/>
                <a:gd name="connsiteX23" fmla="*/ 48887 w 112310"/>
                <a:gd name="connsiteY23" fmla="*/ 90154 h 100084"/>
                <a:gd name="connsiteX24" fmla="*/ 55959 w 112310"/>
                <a:gd name="connsiteY24" fmla="*/ 93068 h 100084"/>
                <a:gd name="connsiteX25" fmla="*/ 63031 w 112310"/>
                <a:gd name="connsiteY25" fmla="*/ 90154 h 100084"/>
                <a:gd name="connsiteX26" fmla="*/ 69260 w 112310"/>
                <a:gd name="connsiteY26" fmla="*/ 83973 h 100084"/>
                <a:gd name="connsiteX27" fmla="*/ 96214 w 112310"/>
                <a:gd name="connsiteY27" fmla="*/ 57202 h 100084"/>
                <a:gd name="connsiteX28" fmla="*/ 96270 w 112310"/>
                <a:gd name="connsiteY28" fmla="*/ 57146 h 100084"/>
                <a:gd name="connsiteX29" fmla="*/ 102942 w 112310"/>
                <a:gd name="connsiteY29" fmla="*/ 47665 h 100084"/>
                <a:gd name="connsiteX30" fmla="*/ 105246 w 112310"/>
                <a:gd name="connsiteY30" fmla="*/ 36716 h 100084"/>
                <a:gd name="connsiteX31" fmla="*/ 103118 w 112310"/>
                <a:gd name="connsiteY31" fmla="*/ 25493 h 100084"/>
                <a:gd name="connsiteX32" fmla="*/ 96439 w 112310"/>
                <a:gd name="connsiteY32" fmla="*/ 15612 h 100084"/>
                <a:gd name="connsiteX33" fmla="*/ 75504 w 112310"/>
                <a:gd name="connsiteY33" fmla="*/ 7136 h 100084"/>
                <a:gd name="connsiteX34" fmla="*/ 58101 w 112310"/>
                <a:gd name="connsiteY34" fmla="*/ 12578 h 100084"/>
                <a:gd name="connsiteX35" fmla="*/ 54056 w 112310"/>
                <a:gd name="connsiteY35" fmla="*/ 12578 h 100084"/>
                <a:gd name="connsiteX36" fmla="*/ 36604 w 112310"/>
                <a:gd name="connsiteY36" fmla="*/ 6967 h 100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2310" h="100084">
                  <a:moveTo>
                    <a:pt x="55959" y="100084"/>
                  </a:moveTo>
                  <a:cubicBezTo>
                    <a:pt x="51457" y="100109"/>
                    <a:pt x="47132" y="98331"/>
                    <a:pt x="43950" y="95147"/>
                  </a:cubicBezTo>
                  <a:cubicBezTo>
                    <a:pt x="43669" y="94866"/>
                    <a:pt x="14088" y="65510"/>
                    <a:pt x="10780" y="62202"/>
                  </a:cubicBezTo>
                  <a:cubicBezTo>
                    <a:pt x="7343" y="58838"/>
                    <a:pt x="4631" y="54806"/>
                    <a:pt x="2809" y="50355"/>
                  </a:cubicBezTo>
                  <a:cubicBezTo>
                    <a:pt x="961" y="46045"/>
                    <a:pt x="5" y="41405"/>
                    <a:pt x="0" y="36716"/>
                  </a:cubicBezTo>
                  <a:cubicBezTo>
                    <a:pt x="0" y="31941"/>
                    <a:pt x="843" y="27284"/>
                    <a:pt x="2641" y="22909"/>
                  </a:cubicBezTo>
                  <a:cubicBezTo>
                    <a:pt x="4461" y="18335"/>
                    <a:pt x="7211" y="14188"/>
                    <a:pt x="10717" y="10731"/>
                  </a:cubicBezTo>
                  <a:cubicBezTo>
                    <a:pt x="17583" y="3831"/>
                    <a:pt x="26926" y="-33"/>
                    <a:pt x="36660" y="0"/>
                  </a:cubicBezTo>
                  <a:cubicBezTo>
                    <a:pt x="43612" y="0"/>
                    <a:pt x="50298" y="1910"/>
                    <a:pt x="56134" y="5555"/>
                  </a:cubicBezTo>
                  <a:cubicBezTo>
                    <a:pt x="61972" y="2018"/>
                    <a:pt x="68671" y="157"/>
                    <a:pt x="75497" y="176"/>
                  </a:cubicBezTo>
                  <a:cubicBezTo>
                    <a:pt x="85258" y="176"/>
                    <a:pt x="94459" y="3884"/>
                    <a:pt x="101369" y="10675"/>
                  </a:cubicBezTo>
                  <a:cubicBezTo>
                    <a:pt x="104917" y="14154"/>
                    <a:pt x="107724" y="18316"/>
                    <a:pt x="109621" y="22909"/>
                  </a:cubicBezTo>
                  <a:cubicBezTo>
                    <a:pt x="111406" y="27332"/>
                    <a:pt x="112320" y="32059"/>
                    <a:pt x="112311" y="36829"/>
                  </a:cubicBezTo>
                  <a:cubicBezTo>
                    <a:pt x="112261" y="41536"/>
                    <a:pt x="111290" y="46189"/>
                    <a:pt x="109452" y="50523"/>
                  </a:cubicBezTo>
                  <a:cubicBezTo>
                    <a:pt x="107527" y="54969"/>
                    <a:pt x="104719" y="58978"/>
                    <a:pt x="101201" y="62308"/>
                  </a:cubicBezTo>
                  <a:cubicBezTo>
                    <a:pt x="99796" y="63712"/>
                    <a:pt x="83461" y="79879"/>
                    <a:pt x="74261" y="89086"/>
                  </a:cubicBezTo>
                  <a:lnTo>
                    <a:pt x="68080" y="95259"/>
                  </a:lnTo>
                  <a:cubicBezTo>
                    <a:pt x="64802" y="98353"/>
                    <a:pt x="60466" y="100078"/>
                    <a:pt x="55959" y="100084"/>
                  </a:cubicBezTo>
                  <a:close/>
                  <a:moveTo>
                    <a:pt x="36597" y="6967"/>
                  </a:moveTo>
                  <a:cubicBezTo>
                    <a:pt x="28733" y="6939"/>
                    <a:pt x="21188" y="10075"/>
                    <a:pt x="15661" y="15668"/>
                  </a:cubicBezTo>
                  <a:cubicBezTo>
                    <a:pt x="10094" y="21234"/>
                    <a:pt x="6984" y="28795"/>
                    <a:pt x="7023" y="36667"/>
                  </a:cubicBezTo>
                  <a:cubicBezTo>
                    <a:pt x="7016" y="40480"/>
                    <a:pt x="7746" y="44125"/>
                    <a:pt x="9200" y="47609"/>
                  </a:cubicBezTo>
                  <a:cubicBezTo>
                    <a:pt x="10668" y="51197"/>
                    <a:pt x="12852" y="54400"/>
                    <a:pt x="15661" y="57146"/>
                  </a:cubicBezTo>
                  <a:cubicBezTo>
                    <a:pt x="18969" y="60461"/>
                    <a:pt x="48606" y="89873"/>
                    <a:pt x="48887" y="90154"/>
                  </a:cubicBezTo>
                  <a:cubicBezTo>
                    <a:pt x="50763" y="92027"/>
                    <a:pt x="53308" y="93075"/>
                    <a:pt x="55959" y="93068"/>
                  </a:cubicBezTo>
                  <a:cubicBezTo>
                    <a:pt x="58656" y="93068"/>
                    <a:pt x="61177" y="92057"/>
                    <a:pt x="63031" y="90154"/>
                  </a:cubicBezTo>
                  <a:lnTo>
                    <a:pt x="69260" y="83973"/>
                  </a:lnTo>
                  <a:cubicBezTo>
                    <a:pt x="78276" y="75081"/>
                    <a:pt x="87260" y="66157"/>
                    <a:pt x="96214" y="57202"/>
                  </a:cubicBezTo>
                  <a:lnTo>
                    <a:pt x="96270" y="57146"/>
                  </a:lnTo>
                  <a:cubicBezTo>
                    <a:pt x="99129" y="54400"/>
                    <a:pt x="101432" y="51197"/>
                    <a:pt x="102942" y="47665"/>
                  </a:cubicBezTo>
                  <a:cubicBezTo>
                    <a:pt x="104456" y="44213"/>
                    <a:pt x="105241" y="40485"/>
                    <a:pt x="105246" y="36716"/>
                  </a:cubicBezTo>
                  <a:cubicBezTo>
                    <a:pt x="105300" y="32870"/>
                    <a:pt x="104576" y="29053"/>
                    <a:pt x="103118" y="25493"/>
                  </a:cubicBezTo>
                  <a:cubicBezTo>
                    <a:pt x="101592" y="21777"/>
                    <a:pt x="99319" y="18413"/>
                    <a:pt x="96439" y="15612"/>
                  </a:cubicBezTo>
                  <a:cubicBezTo>
                    <a:pt x="90853" y="10134"/>
                    <a:pt x="83327" y="7087"/>
                    <a:pt x="75504" y="7136"/>
                  </a:cubicBezTo>
                  <a:cubicBezTo>
                    <a:pt x="69211" y="7136"/>
                    <a:pt x="63213" y="9046"/>
                    <a:pt x="58101" y="12578"/>
                  </a:cubicBezTo>
                  <a:cubicBezTo>
                    <a:pt x="56865" y="13421"/>
                    <a:pt x="55292" y="13421"/>
                    <a:pt x="54056" y="12578"/>
                  </a:cubicBezTo>
                  <a:cubicBezTo>
                    <a:pt x="48980" y="8906"/>
                    <a:pt x="42869" y="6941"/>
                    <a:pt x="36604" y="6967"/>
                  </a:cubicBezTo>
                  <a:close/>
                </a:path>
              </a:pathLst>
            </a:custGeom>
            <a:solidFill>
              <a:schemeClr val="accent1"/>
            </a:solidFill>
            <a:ln w="102" cap="flat">
              <a:solidFill>
                <a:schemeClr val="accent1"/>
              </a:solidFill>
              <a:prstDash val="solid"/>
              <a:miter/>
            </a:ln>
          </p:spPr>
          <p:txBody>
            <a:bodyPr rtlCol="0" anchor="ctr"/>
            <a:lstStyle/>
            <a:p>
              <a:endParaRPr lang="zh-CN" altLang="en-US"/>
            </a:p>
          </p:txBody>
        </p:sp>
        <p:sp>
          <p:nvSpPr>
            <p:cNvPr id="1216" name="任意多边形: 形状 1215">
              <a:extLst>
                <a:ext uri="{FF2B5EF4-FFF2-40B4-BE49-F238E27FC236}">
                  <a16:creationId xmlns:a16="http://schemas.microsoft.com/office/drawing/2014/main" id="{E01F4E1A-E644-4D6B-DD6A-5EC44A2737FD}"/>
                </a:ext>
              </a:extLst>
            </p:cNvPr>
            <p:cNvSpPr/>
            <p:nvPr/>
          </p:nvSpPr>
          <p:spPr>
            <a:xfrm>
              <a:off x="8402315" y="3812547"/>
              <a:ext cx="19286" cy="20108"/>
            </a:xfrm>
            <a:custGeom>
              <a:avLst/>
              <a:gdLst>
                <a:gd name="connsiteX0" fmla="*/ 3497 w 19286"/>
                <a:gd name="connsiteY0" fmla="*/ 20108 h 20108"/>
                <a:gd name="connsiteX1" fmla="*/ 3216 w 19286"/>
                <a:gd name="connsiteY1" fmla="*/ 20108 h 20108"/>
                <a:gd name="connsiteX2" fmla="*/ 14 w 19286"/>
                <a:gd name="connsiteY2" fmla="*/ 16288 h 20108"/>
                <a:gd name="connsiteX3" fmla="*/ 15450 w 19286"/>
                <a:gd name="connsiteY3" fmla="*/ 16 h 20108"/>
                <a:gd name="connsiteX4" fmla="*/ 19271 w 19286"/>
                <a:gd name="connsiteY4" fmla="*/ 3155 h 20108"/>
                <a:gd name="connsiteX5" fmla="*/ 16124 w 19286"/>
                <a:gd name="connsiteY5" fmla="*/ 6975 h 20108"/>
                <a:gd name="connsiteX6" fmla="*/ 6973 w 19286"/>
                <a:gd name="connsiteY6" fmla="*/ 16849 h 20108"/>
                <a:gd name="connsiteX7" fmla="*/ 3497 w 19286"/>
                <a:gd name="connsiteY7" fmla="*/ 20108 h 20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286" h="20108">
                  <a:moveTo>
                    <a:pt x="3497" y="20108"/>
                  </a:moveTo>
                  <a:lnTo>
                    <a:pt x="3216" y="20108"/>
                  </a:lnTo>
                  <a:cubicBezTo>
                    <a:pt x="1277" y="19937"/>
                    <a:pt x="-157" y="18227"/>
                    <a:pt x="14" y="16288"/>
                  </a:cubicBezTo>
                  <a:cubicBezTo>
                    <a:pt x="1032" y="4559"/>
                    <a:pt x="10513" y="521"/>
                    <a:pt x="15450" y="16"/>
                  </a:cubicBezTo>
                  <a:cubicBezTo>
                    <a:pt x="17369" y="-164"/>
                    <a:pt x="19075" y="1237"/>
                    <a:pt x="19271" y="3155"/>
                  </a:cubicBezTo>
                  <a:cubicBezTo>
                    <a:pt x="19450" y="5077"/>
                    <a:pt x="18045" y="6783"/>
                    <a:pt x="16124" y="6975"/>
                  </a:cubicBezTo>
                  <a:cubicBezTo>
                    <a:pt x="15225" y="7088"/>
                    <a:pt x="7704" y="8204"/>
                    <a:pt x="6973" y="16849"/>
                  </a:cubicBezTo>
                  <a:cubicBezTo>
                    <a:pt x="6869" y="18689"/>
                    <a:pt x="5339" y="20122"/>
                    <a:pt x="3497" y="20108"/>
                  </a:cubicBezTo>
                  <a:close/>
                </a:path>
              </a:pathLst>
            </a:custGeom>
            <a:solidFill>
              <a:schemeClr val="accent1"/>
            </a:solidFill>
            <a:ln w="102" cap="flat">
              <a:solidFill>
                <a:schemeClr val="accent1"/>
              </a:solidFill>
              <a:prstDash val="solid"/>
              <a:miter/>
            </a:ln>
          </p:spPr>
          <p:txBody>
            <a:bodyPr rtlCol="0" anchor="ctr"/>
            <a:lstStyle/>
            <a:p>
              <a:endParaRPr lang="zh-CN" altLang="en-US"/>
            </a:p>
          </p:txBody>
        </p:sp>
      </p:grpSp>
      <p:sp>
        <p:nvSpPr>
          <p:cNvPr id="2" name="椭圆 1">
            <a:extLst>
              <a:ext uri="{FF2B5EF4-FFF2-40B4-BE49-F238E27FC236}">
                <a16:creationId xmlns:a16="http://schemas.microsoft.com/office/drawing/2014/main" id="{9D0534E0-3408-5F93-89AD-E4CED81D4A1C}"/>
              </a:ext>
            </a:extLst>
          </p:cNvPr>
          <p:cNvSpPr/>
          <p:nvPr/>
        </p:nvSpPr>
        <p:spPr>
          <a:xfrm>
            <a:off x="3505733" y="5466672"/>
            <a:ext cx="79372" cy="793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2671D243-9975-6367-5E8D-D4BC8FE0A488}"/>
              </a:ext>
            </a:extLst>
          </p:cNvPr>
          <p:cNvSpPr/>
          <p:nvPr/>
        </p:nvSpPr>
        <p:spPr>
          <a:xfrm>
            <a:off x="4549428" y="5684505"/>
            <a:ext cx="79372" cy="793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10DA777E-ABF3-476A-31DA-1FEA86D064CD}"/>
              </a:ext>
            </a:extLst>
          </p:cNvPr>
          <p:cNvSpPr/>
          <p:nvPr/>
        </p:nvSpPr>
        <p:spPr>
          <a:xfrm>
            <a:off x="7595246" y="5684505"/>
            <a:ext cx="79372" cy="793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1FFDA741-5843-B014-B3CF-0289EA504930}"/>
              </a:ext>
            </a:extLst>
          </p:cNvPr>
          <p:cNvSpPr/>
          <p:nvPr/>
        </p:nvSpPr>
        <p:spPr>
          <a:xfrm>
            <a:off x="8600255" y="5466672"/>
            <a:ext cx="79372" cy="7937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a:extLst>
              <a:ext uri="{FF2B5EF4-FFF2-40B4-BE49-F238E27FC236}">
                <a16:creationId xmlns:a16="http://schemas.microsoft.com/office/drawing/2014/main" id="{1EE6A470-B3FF-76EB-6C07-B6E06F04FD11}"/>
              </a:ext>
            </a:extLst>
          </p:cNvPr>
          <p:cNvGrpSpPr/>
          <p:nvPr/>
        </p:nvGrpSpPr>
        <p:grpSpPr>
          <a:xfrm>
            <a:off x="4173508" y="1196514"/>
            <a:ext cx="674292" cy="674288"/>
            <a:chOff x="4391220" y="1196514"/>
            <a:chExt cx="674292" cy="674288"/>
          </a:xfrm>
        </p:grpSpPr>
        <p:sp>
          <p:nvSpPr>
            <p:cNvPr id="1173" name="椭圆 1172">
              <a:extLst>
                <a:ext uri="{FF2B5EF4-FFF2-40B4-BE49-F238E27FC236}">
                  <a16:creationId xmlns:a16="http://schemas.microsoft.com/office/drawing/2014/main" id="{180ACAB2-16F7-ED54-AF15-3541C25E7101}"/>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15" name="椭圆 14">
              <a:extLst>
                <a:ext uri="{FF2B5EF4-FFF2-40B4-BE49-F238E27FC236}">
                  <a16:creationId xmlns:a16="http://schemas.microsoft.com/office/drawing/2014/main" id="{D9BA932B-5169-2BA7-37D0-37AF42358D3A}"/>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sp>
        <p:nvSpPr>
          <p:cNvPr id="14" name="图形 12">
            <a:extLst>
              <a:ext uri="{FF2B5EF4-FFF2-40B4-BE49-F238E27FC236}">
                <a16:creationId xmlns:a16="http://schemas.microsoft.com/office/drawing/2014/main" id="{6CB3EE15-298B-1711-D451-5E7BD12E414B}"/>
              </a:ext>
            </a:extLst>
          </p:cNvPr>
          <p:cNvSpPr/>
          <p:nvPr/>
        </p:nvSpPr>
        <p:spPr>
          <a:xfrm>
            <a:off x="4374503" y="1389170"/>
            <a:ext cx="272302" cy="288977"/>
          </a:xfrm>
          <a:custGeom>
            <a:avLst/>
            <a:gdLst>
              <a:gd name="connsiteX0" fmla="*/ 248179 w 614042"/>
              <a:gd name="connsiteY0" fmla="*/ 236201 h 651643"/>
              <a:gd name="connsiteX1" fmla="*/ 452133 w 614042"/>
              <a:gd name="connsiteY1" fmla="*/ 187414 h 651643"/>
              <a:gd name="connsiteX2" fmla="*/ 452133 w 614042"/>
              <a:gd name="connsiteY2" fmla="*/ 245660 h 651643"/>
              <a:gd name="connsiteX3" fmla="*/ 496418 w 614042"/>
              <a:gd name="connsiteY3" fmla="*/ 245660 h 651643"/>
              <a:gd name="connsiteX4" fmla="*/ 496418 w 614042"/>
              <a:gd name="connsiteY4" fmla="*/ 118100 h 651643"/>
              <a:gd name="connsiteX5" fmla="*/ 248258 w 614042"/>
              <a:gd name="connsiteY5" fmla="*/ 0 h 651643"/>
              <a:gd name="connsiteX6" fmla="*/ 0 w 614042"/>
              <a:gd name="connsiteY6" fmla="*/ 118100 h 651643"/>
              <a:gd name="connsiteX7" fmla="*/ 0 w 614042"/>
              <a:gd name="connsiteY7" fmla="*/ 466253 h 651643"/>
              <a:gd name="connsiteX8" fmla="*/ 248179 w 614042"/>
              <a:gd name="connsiteY8" fmla="*/ 584353 h 651643"/>
              <a:gd name="connsiteX9" fmla="*/ 248179 w 614042"/>
              <a:gd name="connsiteY9" fmla="*/ 540267 h 651643"/>
              <a:gd name="connsiteX10" fmla="*/ 44226 w 614042"/>
              <a:gd name="connsiteY10" fmla="*/ 466253 h 651643"/>
              <a:gd name="connsiteX11" fmla="*/ 44226 w 614042"/>
              <a:gd name="connsiteY11" fmla="*/ 361599 h 651643"/>
              <a:gd name="connsiteX12" fmla="*/ 248179 w 614042"/>
              <a:gd name="connsiteY12" fmla="*/ 410386 h 651643"/>
              <a:gd name="connsiteX13" fmla="*/ 248179 w 614042"/>
              <a:gd name="connsiteY13" fmla="*/ 366220 h 651643"/>
              <a:gd name="connsiteX14" fmla="*/ 44226 w 614042"/>
              <a:gd name="connsiteY14" fmla="*/ 292226 h 651643"/>
              <a:gd name="connsiteX15" fmla="*/ 44226 w 614042"/>
              <a:gd name="connsiteY15" fmla="*/ 187473 h 651643"/>
              <a:gd name="connsiteX16" fmla="*/ 248179 w 614042"/>
              <a:gd name="connsiteY16" fmla="*/ 236201 h 651643"/>
              <a:gd name="connsiteX17" fmla="*/ 248179 w 614042"/>
              <a:gd name="connsiteY17" fmla="*/ 44087 h 651643"/>
              <a:gd name="connsiteX18" fmla="*/ 452133 w 614042"/>
              <a:gd name="connsiteY18" fmla="*/ 118100 h 651643"/>
              <a:gd name="connsiteX19" fmla="*/ 248179 w 614042"/>
              <a:gd name="connsiteY19" fmla="*/ 192114 h 651643"/>
              <a:gd name="connsiteX20" fmla="*/ 44226 w 614042"/>
              <a:gd name="connsiteY20" fmla="*/ 118100 h 651643"/>
              <a:gd name="connsiteX21" fmla="*/ 248179 w 614042"/>
              <a:gd name="connsiteY21" fmla="*/ 44087 h 651643"/>
              <a:gd name="connsiteX22" fmla="*/ 446599 w 614042"/>
              <a:gd name="connsiteY22" fmla="*/ 260356 h 651643"/>
              <a:gd name="connsiteX23" fmla="*/ 279216 w 614042"/>
              <a:gd name="connsiteY23" fmla="*/ 344147 h 651643"/>
              <a:gd name="connsiteX24" fmla="*/ 279216 w 614042"/>
              <a:gd name="connsiteY24" fmla="*/ 567853 h 651643"/>
              <a:gd name="connsiteX25" fmla="*/ 446599 w 614042"/>
              <a:gd name="connsiteY25" fmla="*/ 651644 h 651643"/>
              <a:gd name="connsiteX26" fmla="*/ 613983 w 614042"/>
              <a:gd name="connsiteY26" fmla="*/ 568746 h 651643"/>
              <a:gd name="connsiteX27" fmla="*/ 614042 w 614042"/>
              <a:gd name="connsiteY27" fmla="*/ 568746 h 651643"/>
              <a:gd name="connsiteX28" fmla="*/ 614042 w 614042"/>
              <a:gd name="connsiteY28" fmla="*/ 344167 h 651643"/>
              <a:gd name="connsiteX29" fmla="*/ 446599 w 614042"/>
              <a:gd name="connsiteY29" fmla="*/ 260376 h 651643"/>
              <a:gd name="connsiteX30" fmla="*/ 446599 w 614042"/>
              <a:gd name="connsiteY30" fmla="*/ 304443 h 651643"/>
              <a:gd name="connsiteX31" fmla="*/ 569757 w 614042"/>
              <a:gd name="connsiteY31" fmla="*/ 344147 h 651643"/>
              <a:gd name="connsiteX32" fmla="*/ 446599 w 614042"/>
              <a:gd name="connsiteY32" fmla="*/ 383811 h 651643"/>
              <a:gd name="connsiteX33" fmla="*/ 323442 w 614042"/>
              <a:gd name="connsiteY33" fmla="*/ 344147 h 651643"/>
              <a:gd name="connsiteX34" fmla="*/ 446599 w 614042"/>
              <a:gd name="connsiteY34" fmla="*/ 304443 h 651643"/>
              <a:gd name="connsiteX35" fmla="*/ 446599 w 614042"/>
              <a:gd name="connsiteY35" fmla="*/ 607557 h 651643"/>
              <a:gd name="connsiteX36" fmla="*/ 323442 w 614042"/>
              <a:gd name="connsiteY36" fmla="*/ 567873 h 651643"/>
              <a:gd name="connsiteX37" fmla="*/ 323442 w 614042"/>
              <a:gd name="connsiteY37" fmla="*/ 514445 h 651643"/>
              <a:gd name="connsiteX38" fmla="*/ 446599 w 614042"/>
              <a:gd name="connsiteY38" fmla="*/ 539830 h 651643"/>
              <a:gd name="connsiteX39" fmla="*/ 569757 w 614042"/>
              <a:gd name="connsiteY39" fmla="*/ 514445 h 651643"/>
              <a:gd name="connsiteX40" fmla="*/ 569757 w 614042"/>
              <a:gd name="connsiteY40" fmla="*/ 567873 h 651643"/>
              <a:gd name="connsiteX41" fmla="*/ 446599 w 614042"/>
              <a:gd name="connsiteY41" fmla="*/ 607537 h 651643"/>
              <a:gd name="connsiteX42" fmla="*/ 446599 w 614042"/>
              <a:gd name="connsiteY42" fmla="*/ 495644 h 651643"/>
              <a:gd name="connsiteX43" fmla="*/ 323442 w 614042"/>
              <a:gd name="connsiteY43" fmla="*/ 455980 h 651643"/>
              <a:gd name="connsiteX44" fmla="*/ 323442 w 614042"/>
              <a:gd name="connsiteY44" fmla="*/ 402533 h 651643"/>
              <a:gd name="connsiteX45" fmla="*/ 446599 w 614042"/>
              <a:gd name="connsiteY45" fmla="*/ 427898 h 651643"/>
              <a:gd name="connsiteX46" fmla="*/ 569757 w 614042"/>
              <a:gd name="connsiteY46" fmla="*/ 402513 h 651643"/>
              <a:gd name="connsiteX47" fmla="*/ 569757 w 614042"/>
              <a:gd name="connsiteY47" fmla="*/ 455940 h 651643"/>
              <a:gd name="connsiteX48" fmla="*/ 446599 w 614042"/>
              <a:gd name="connsiteY48" fmla="*/ 495624 h 65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14042" h="651643">
                <a:moveTo>
                  <a:pt x="248179" y="236201"/>
                </a:moveTo>
                <a:cubicBezTo>
                  <a:pt x="324731" y="236201"/>
                  <a:pt x="404317" y="219403"/>
                  <a:pt x="452133" y="187414"/>
                </a:cubicBezTo>
                <a:lnTo>
                  <a:pt x="452133" y="245660"/>
                </a:lnTo>
                <a:lnTo>
                  <a:pt x="496418" y="245660"/>
                </a:lnTo>
                <a:lnTo>
                  <a:pt x="496418" y="118100"/>
                </a:lnTo>
                <a:cubicBezTo>
                  <a:pt x="496418" y="41409"/>
                  <a:pt x="368560" y="0"/>
                  <a:pt x="248258" y="0"/>
                </a:cubicBezTo>
                <a:cubicBezTo>
                  <a:pt x="127937" y="0"/>
                  <a:pt x="0" y="41409"/>
                  <a:pt x="0" y="118100"/>
                </a:cubicBezTo>
                <a:lnTo>
                  <a:pt x="0" y="466253"/>
                </a:lnTo>
                <a:cubicBezTo>
                  <a:pt x="0" y="542944"/>
                  <a:pt x="127858" y="584353"/>
                  <a:pt x="248179" y="584353"/>
                </a:cubicBezTo>
                <a:lnTo>
                  <a:pt x="248179" y="540267"/>
                </a:lnTo>
                <a:cubicBezTo>
                  <a:pt x="121809" y="540267"/>
                  <a:pt x="44226" y="497132"/>
                  <a:pt x="44226" y="466253"/>
                </a:cubicBezTo>
                <a:lnTo>
                  <a:pt x="44226" y="361599"/>
                </a:lnTo>
                <a:cubicBezTo>
                  <a:pt x="92021" y="393529"/>
                  <a:pt x="171548" y="410386"/>
                  <a:pt x="248179" y="410386"/>
                </a:cubicBezTo>
                <a:lnTo>
                  <a:pt x="248179" y="366220"/>
                </a:lnTo>
                <a:cubicBezTo>
                  <a:pt x="121809" y="366220"/>
                  <a:pt x="44226" y="323105"/>
                  <a:pt x="44226" y="292226"/>
                </a:cubicBezTo>
                <a:lnTo>
                  <a:pt x="44226" y="187473"/>
                </a:lnTo>
                <a:cubicBezTo>
                  <a:pt x="92021" y="219403"/>
                  <a:pt x="171627" y="236201"/>
                  <a:pt x="248179" y="236201"/>
                </a:cubicBezTo>
                <a:close/>
                <a:moveTo>
                  <a:pt x="248179" y="44087"/>
                </a:moveTo>
                <a:cubicBezTo>
                  <a:pt x="374549" y="44087"/>
                  <a:pt x="452133" y="87222"/>
                  <a:pt x="452133" y="118100"/>
                </a:cubicBezTo>
                <a:cubicBezTo>
                  <a:pt x="452133" y="148979"/>
                  <a:pt x="374549" y="192114"/>
                  <a:pt x="248179" y="192114"/>
                </a:cubicBezTo>
                <a:cubicBezTo>
                  <a:pt x="121809" y="192114"/>
                  <a:pt x="44226" y="148979"/>
                  <a:pt x="44226" y="118100"/>
                </a:cubicBezTo>
                <a:cubicBezTo>
                  <a:pt x="44226" y="87222"/>
                  <a:pt x="121888" y="44087"/>
                  <a:pt x="248179" y="44087"/>
                </a:cubicBezTo>
                <a:close/>
                <a:moveTo>
                  <a:pt x="446599" y="260356"/>
                </a:moveTo>
                <a:cubicBezTo>
                  <a:pt x="336690" y="260356"/>
                  <a:pt x="279216" y="302519"/>
                  <a:pt x="279216" y="344147"/>
                </a:cubicBezTo>
                <a:lnTo>
                  <a:pt x="279216" y="567853"/>
                </a:lnTo>
                <a:cubicBezTo>
                  <a:pt x="279216" y="609500"/>
                  <a:pt x="336769" y="651644"/>
                  <a:pt x="446599" y="651644"/>
                </a:cubicBezTo>
                <a:cubicBezTo>
                  <a:pt x="555676" y="651644"/>
                  <a:pt x="613070" y="610076"/>
                  <a:pt x="613983" y="568746"/>
                </a:cubicBezTo>
                <a:lnTo>
                  <a:pt x="614042" y="568746"/>
                </a:lnTo>
                <a:lnTo>
                  <a:pt x="614042" y="344167"/>
                </a:lnTo>
                <a:cubicBezTo>
                  <a:pt x="613963" y="302519"/>
                  <a:pt x="556509" y="260376"/>
                  <a:pt x="446599" y="260376"/>
                </a:cubicBezTo>
                <a:close/>
                <a:moveTo>
                  <a:pt x="446599" y="304443"/>
                </a:moveTo>
                <a:cubicBezTo>
                  <a:pt x="527852" y="304443"/>
                  <a:pt x="569757" y="332287"/>
                  <a:pt x="569757" y="344147"/>
                </a:cubicBezTo>
                <a:cubicBezTo>
                  <a:pt x="569757" y="356006"/>
                  <a:pt x="527852" y="383811"/>
                  <a:pt x="446599" y="383811"/>
                </a:cubicBezTo>
                <a:cubicBezTo>
                  <a:pt x="365347" y="383811"/>
                  <a:pt x="323442" y="356006"/>
                  <a:pt x="323442" y="344147"/>
                </a:cubicBezTo>
                <a:cubicBezTo>
                  <a:pt x="323442" y="332287"/>
                  <a:pt x="365347" y="304443"/>
                  <a:pt x="446599" y="304443"/>
                </a:cubicBezTo>
                <a:close/>
                <a:moveTo>
                  <a:pt x="446599" y="607557"/>
                </a:moveTo>
                <a:cubicBezTo>
                  <a:pt x="365347" y="607557"/>
                  <a:pt x="323442" y="579733"/>
                  <a:pt x="323442" y="567873"/>
                </a:cubicBezTo>
                <a:lnTo>
                  <a:pt x="323442" y="514445"/>
                </a:lnTo>
                <a:cubicBezTo>
                  <a:pt x="351504" y="529676"/>
                  <a:pt x="392735" y="539830"/>
                  <a:pt x="446599" y="539830"/>
                </a:cubicBezTo>
                <a:cubicBezTo>
                  <a:pt x="500463" y="539830"/>
                  <a:pt x="541615" y="529676"/>
                  <a:pt x="569757" y="514445"/>
                </a:cubicBezTo>
                <a:lnTo>
                  <a:pt x="569757" y="567873"/>
                </a:lnTo>
                <a:cubicBezTo>
                  <a:pt x="569757" y="579733"/>
                  <a:pt x="527852" y="607537"/>
                  <a:pt x="446599" y="607537"/>
                </a:cubicBezTo>
                <a:close/>
                <a:moveTo>
                  <a:pt x="446599" y="495644"/>
                </a:moveTo>
                <a:cubicBezTo>
                  <a:pt x="365347" y="495644"/>
                  <a:pt x="323442" y="467820"/>
                  <a:pt x="323442" y="455980"/>
                </a:cubicBezTo>
                <a:lnTo>
                  <a:pt x="323442" y="402533"/>
                </a:lnTo>
                <a:cubicBezTo>
                  <a:pt x="351504" y="417744"/>
                  <a:pt x="392735" y="427898"/>
                  <a:pt x="446599" y="427898"/>
                </a:cubicBezTo>
                <a:cubicBezTo>
                  <a:pt x="500463" y="427898"/>
                  <a:pt x="541615" y="417744"/>
                  <a:pt x="569757" y="402513"/>
                </a:cubicBezTo>
                <a:lnTo>
                  <a:pt x="569757" y="455940"/>
                </a:lnTo>
                <a:cubicBezTo>
                  <a:pt x="569757" y="467800"/>
                  <a:pt x="527852" y="495624"/>
                  <a:pt x="446599" y="495624"/>
                </a:cubicBezTo>
                <a:close/>
              </a:path>
            </a:pathLst>
          </a:custGeom>
          <a:solidFill>
            <a:schemeClr val="tx1"/>
          </a:solidFill>
          <a:ln w="651" cap="flat">
            <a:noFill/>
            <a:prstDash val="solid"/>
            <a:miter/>
          </a:ln>
        </p:spPr>
        <p:txBody>
          <a:bodyPr rtlCol="0" anchor="ctr"/>
          <a:lstStyle/>
          <a:p>
            <a:endParaRPr lang="zh-CN" altLang="en-US"/>
          </a:p>
        </p:txBody>
      </p:sp>
      <p:grpSp>
        <p:nvGrpSpPr>
          <p:cNvPr id="17" name="组合 16">
            <a:extLst>
              <a:ext uri="{FF2B5EF4-FFF2-40B4-BE49-F238E27FC236}">
                <a16:creationId xmlns:a16="http://schemas.microsoft.com/office/drawing/2014/main" id="{BE9FF7C3-04EF-3F11-9987-D112FF773FB6}"/>
              </a:ext>
            </a:extLst>
          </p:cNvPr>
          <p:cNvGrpSpPr/>
          <p:nvPr/>
        </p:nvGrpSpPr>
        <p:grpSpPr>
          <a:xfrm>
            <a:off x="5209205" y="1732571"/>
            <a:ext cx="674292" cy="674288"/>
            <a:chOff x="4391220" y="1196514"/>
            <a:chExt cx="674292" cy="674288"/>
          </a:xfrm>
        </p:grpSpPr>
        <p:sp>
          <p:nvSpPr>
            <p:cNvPr id="18" name="椭圆 17">
              <a:extLst>
                <a:ext uri="{FF2B5EF4-FFF2-40B4-BE49-F238E27FC236}">
                  <a16:creationId xmlns:a16="http://schemas.microsoft.com/office/drawing/2014/main" id="{4CABA1CF-C1A6-3762-CC29-23E67EC60F84}"/>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19" name="椭圆 18">
              <a:extLst>
                <a:ext uri="{FF2B5EF4-FFF2-40B4-BE49-F238E27FC236}">
                  <a16:creationId xmlns:a16="http://schemas.microsoft.com/office/drawing/2014/main" id="{C22473F1-E88A-B9E1-7DBD-FF2CC57ACA2F}"/>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26" name="组合 25">
            <a:extLst>
              <a:ext uri="{FF2B5EF4-FFF2-40B4-BE49-F238E27FC236}">
                <a16:creationId xmlns:a16="http://schemas.microsoft.com/office/drawing/2014/main" id="{3922DBFC-5A86-CBFF-9D95-940B6FDD0C9D}"/>
              </a:ext>
            </a:extLst>
          </p:cNvPr>
          <p:cNvGrpSpPr/>
          <p:nvPr/>
        </p:nvGrpSpPr>
        <p:grpSpPr>
          <a:xfrm>
            <a:off x="6335282" y="1745217"/>
            <a:ext cx="674292" cy="674288"/>
            <a:chOff x="4391220" y="1196514"/>
            <a:chExt cx="674292" cy="674288"/>
          </a:xfrm>
        </p:grpSpPr>
        <p:sp>
          <p:nvSpPr>
            <p:cNvPr id="27" name="椭圆 26">
              <a:extLst>
                <a:ext uri="{FF2B5EF4-FFF2-40B4-BE49-F238E27FC236}">
                  <a16:creationId xmlns:a16="http://schemas.microsoft.com/office/drawing/2014/main" id="{86F19CE2-1CCC-0FEF-EBE9-36E0CB17D698}"/>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8" name="椭圆 27">
              <a:extLst>
                <a:ext uri="{FF2B5EF4-FFF2-40B4-BE49-F238E27FC236}">
                  <a16:creationId xmlns:a16="http://schemas.microsoft.com/office/drawing/2014/main" id="{5CD993A4-6F43-CB84-596F-0CB5166A1E2D}"/>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29" name="组合 28">
            <a:extLst>
              <a:ext uri="{FF2B5EF4-FFF2-40B4-BE49-F238E27FC236}">
                <a16:creationId xmlns:a16="http://schemas.microsoft.com/office/drawing/2014/main" id="{2E61FAD6-F83F-C863-D59A-0477C9732C8E}"/>
              </a:ext>
            </a:extLst>
          </p:cNvPr>
          <p:cNvGrpSpPr/>
          <p:nvPr/>
        </p:nvGrpSpPr>
        <p:grpSpPr>
          <a:xfrm>
            <a:off x="7357934" y="1196514"/>
            <a:ext cx="674292" cy="674288"/>
            <a:chOff x="4391220" y="1196514"/>
            <a:chExt cx="674292" cy="674288"/>
          </a:xfrm>
        </p:grpSpPr>
        <p:sp>
          <p:nvSpPr>
            <p:cNvPr id="30" name="椭圆 29">
              <a:extLst>
                <a:ext uri="{FF2B5EF4-FFF2-40B4-BE49-F238E27FC236}">
                  <a16:creationId xmlns:a16="http://schemas.microsoft.com/office/drawing/2014/main" id="{80DDE3AC-83C4-20C5-82EF-C754A41EF7F5}"/>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31" name="椭圆 30">
              <a:extLst>
                <a:ext uri="{FF2B5EF4-FFF2-40B4-BE49-F238E27FC236}">
                  <a16:creationId xmlns:a16="http://schemas.microsoft.com/office/drawing/2014/main" id="{8CC3C932-39A7-A7ED-41A3-40B7BA71E45A}"/>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39" name="组合 38">
            <a:extLst>
              <a:ext uri="{FF2B5EF4-FFF2-40B4-BE49-F238E27FC236}">
                <a16:creationId xmlns:a16="http://schemas.microsoft.com/office/drawing/2014/main" id="{202D59F9-ED05-036E-05FA-E9F8E38B0D32}"/>
              </a:ext>
            </a:extLst>
          </p:cNvPr>
          <p:cNvGrpSpPr/>
          <p:nvPr/>
        </p:nvGrpSpPr>
        <p:grpSpPr>
          <a:xfrm>
            <a:off x="5417008" y="1933564"/>
            <a:ext cx="258686" cy="272302"/>
            <a:chOff x="4599022" y="1116867"/>
            <a:chExt cx="258686" cy="272302"/>
          </a:xfrm>
        </p:grpSpPr>
        <p:sp>
          <p:nvSpPr>
            <p:cNvPr id="35" name="任意多边形: 形状 34">
              <a:extLst>
                <a:ext uri="{FF2B5EF4-FFF2-40B4-BE49-F238E27FC236}">
                  <a16:creationId xmlns:a16="http://schemas.microsoft.com/office/drawing/2014/main" id="{36FA2231-710C-ECD2-4474-C122EEB0FFA8}"/>
                </a:ext>
              </a:extLst>
            </p:cNvPr>
            <p:cNvSpPr/>
            <p:nvPr/>
          </p:nvSpPr>
          <p:spPr>
            <a:xfrm>
              <a:off x="4748788" y="1225788"/>
              <a:ext cx="74883" cy="74883"/>
            </a:xfrm>
            <a:custGeom>
              <a:avLst/>
              <a:gdLst>
                <a:gd name="connsiteX0" fmla="*/ 74883 w 74883"/>
                <a:gd name="connsiteY0" fmla="*/ 37442 h 74883"/>
                <a:gd name="connsiteX1" fmla="*/ 37442 w 74883"/>
                <a:gd name="connsiteY1" fmla="*/ 0 h 74883"/>
                <a:gd name="connsiteX2" fmla="*/ 0 w 74883"/>
                <a:gd name="connsiteY2" fmla="*/ 37442 h 74883"/>
                <a:gd name="connsiteX3" fmla="*/ 37442 w 74883"/>
                <a:gd name="connsiteY3" fmla="*/ 74883 h 74883"/>
                <a:gd name="connsiteX4" fmla="*/ 74883 w 74883"/>
                <a:gd name="connsiteY4" fmla="*/ 37442 h 74883"/>
                <a:gd name="connsiteX5" fmla="*/ 20423 w 74883"/>
                <a:gd name="connsiteY5" fmla="*/ 37442 h 74883"/>
                <a:gd name="connsiteX6" fmla="*/ 37442 w 74883"/>
                <a:gd name="connsiteY6" fmla="*/ 20423 h 74883"/>
                <a:gd name="connsiteX7" fmla="*/ 54460 w 74883"/>
                <a:gd name="connsiteY7" fmla="*/ 37442 h 74883"/>
                <a:gd name="connsiteX8" fmla="*/ 37442 w 74883"/>
                <a:gd name="connsiteY8" fmla="*/ 54460 h 74883"/>
                <a:gd name="connsiteX9" fmla="*/ 20423 w 74883"/>
                <a:gd name="connsiteY9" fmla="*/ 37442 h 74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883" h="74883">
                  <a:moveTo>
                    <a:pt x="74883" y="37442"/>
                  </a:moveTo>
                  <a:cubicBezTo>
                    <a:pt x="74883" y="16764"/>
                    <a:pt x="58119" y="0"/>
                    <a:pt x="37442" y="0"/>
                  </a:cubicBezTo>
                  <a:cubicBezTo>
                    <a:pt x="16764" y="0"/>
                    <a:pt x="0" y="16764"/>
                    <a:pt x="0" y="37442"/>
                  </a:cubicBezTo>
                  <a:cubicBezTo>
                    <a:pt x="0" y="58119"/>
                    <a:pt x="16764" y="74883"/>
                    <a:pt x="37442" y="74883"/>
                  </a:cubicBezTo>
                  <a:cubicBezTo>
                    <a:pt x="58119" y="74883"/>
                    <a:pt x="74883" y="58119"/>
                    <a:pt x="74883" y="37442"/>
                  </a:cubicBezTo>
                  <a:close/>
                  <a:moveTo>
                    <a:pt x="20423" y="37442"/>
                  </a:moveTo>
                  <a:cubicBezTo>
                    <a:pt x="20423" y="28042"/>
                    <a:pt x="28042" y="20423"/>
                    <a:pt x="37442" y="20423"/>
                  </a:cubicBezTo>
                  <a:cubicBezTo>
                    <a:pt x="46841" y="20423"/>
                    <a:pt x="54460" y="28042"/>
                    <a:pt x="54460" y="37442"/>
                  </a:cubicBezTo>
                  <a:cubicBezTo>
                    <a:pt x="54460" y="46841"/>
                    <a:pt x="46841" y="54460"/>
                    <a:pt x="37442" y="54460"/>
                  </a:cubicBezTo>
                  <a:cubicBezTo>
                    <a:pt x="28042" y="54460"/>
                    <a:pt x="20423" y="46841"/>
                    <a:pt x="20423" y="37442"/>
                  </a:cubicBezTo>
                  <a:close/>
                </a:path>
              </a:pathLst>
            </a:custGeom>
            <a:solidFill>
              <a:schemeClr val="tx1"/>
            </a:solidFill>
            <a:ln w="260" cap="flat">
              <a:noFill/>
              <a:prstDash val="solid"/>
              <a:miter/>
            </a:ln>
          </p:spPr>
          <p:txBody>
            <a:bodyPr rtlCol="0" anchor="ctr"/>
            <a:lstStyle/>
            <a:p>
              <a:endParaRPr lang="zh-CN" altLang="en-US"/>
            </a:p>
          </p:txBody>
        </p:sp>
        <p:sp>
          <p:nvSpPr>
            <p:cNvPr id="36" name="任意多边形: 形状 35">
              <a:extLst>
                <a:ext uri="{FF2B5EF4-FFF2-40B4-BE49-F238E27FC236}">
                  <a16:creationId xmlns:a16="http://schemas.microsoft.com/office/drawing/2014/main" id="{1E7861ED-A46E-B674-F4D7-BD6FB78BA868}"/>
                </a:ext>
              </a:extLst>
            </p:cNvPr>
            <p:cNvSpPr/>
            <p:nvPr/>
          </p:nvSpPr>
          <p:spPr>
            <a:xfrm>
              <a:off x="4740609" y="1280249"/>
              <a:ext cx="94645" cy="68075"/>
            </a:xfrm>
            <a:custGeom>
              <a:avLst/>
              <a:gdLst>
                <a:gd name="connsiteX0" fmla="*/ 64903 w 94645"/>
                <a:gd name="connsiteY0" fmla="*/ 48756 h 68075"/>
                <a:gd name="connsiteX1" fmla="*/ 28493 w 94645"/>
                <a:gd name="connsiteY1" fmla="*/ 47653 h 68075"/>
                <a:gd name="connsiteX2" fmla="*/ 40736 w 94645"/>
                <a:gd name="connsiteY2" fmla="*/ 20423 h 68075"/>
                <a:gd name="connsiteX3" fmla="*/ 54079 w 94645"/>
                <a:gd name="connsiteY3" fmla="*/ 20423 h 68075"/>
                <a:gd name="connsiteX4" fmla="*/ 64903 w 94645"/>
                <a:gd name="connsiteY4" fmla="*/ 48756 h 68075"/>
                <a:gd name="connsiteX5" fmla="*/ 67878 w 94645"/>
                <a:gd name="connsiteY5" fmla="*/ 0 h 68075"/>
                <a:gd name="connsiteX6" fmla="*/ 26764 w 94645"/>
                <a:gd name="connsiteY6" fmla="*/ 0 h 68075"/>
                <a:gd name="connsiteX7" fmla="*/ 24218 w 94645"/>
                <a:gd name="connsiteY7" fmla="*/ 6474 h 68075"/>
                <a:gd name="connsiteX8" fmla="*/ 5480 w 94645"/>
                <a:gd name="connsiteY8" fmla="*/ 54127 h 68075"/>
                <a:gd name="connsiteX9" fmla="*/ 0 w 94645"/>
                <a:gd name="connsiteY9" fmla="*/ 68075 h 68075"/>
                <a:gd name="connsiteX10" fmla="*/ 94645 w 94645"/>
                <a:gd name="connsiteY10" fmla="*/ 68075 h 68075"/>
                <a:gd name="connsiteX11" fmla="*/ 89162 w 94645"/>
                <a:gd name="connsiteY11" fmla="*/ 54127 h 68075"/>
                <a:gd name="connsiteX12" fmla="*/ 70424 w 94645"/>
                <a:gd name="connsiteY12" fmla="*/ 6474 h 68075"/>
                <a:gd name="connsiteX13" fmla="*/ 67878 w 94645"/>
                <a:gd name="connsiteY13" fmla="*/ 0 h 68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4645" h="68075">
                  <a:moveTo>
                    <a:pt x="64903" y="48756"/>
                  </a:moveTo>
                  <a:lnTo>
                    <a:pt x="28493" y="47653"/>
                  </a:lnTo>
                  <a:lnTo>
                    <a:pt x="40736" y="20423"/>
                  </a:lnTo>
                  <a:lnTo>
                    <a:pt x="54079" y="20423"/>
                  </a:lnTo>
                  <a:lnTo>
                    <a:pt x="64903" y="48756"/>
                  </a:lnTo>
                  <a:close/>
                  <a:moveTo>
                    <a:pt x="67878" y="0"/>
                  </a:moveTo>
                  <a:lnTo>
                    <a:pt x="26764" y="0"/>
                  </a:lnTo>
                  <a:lnTo>
                    <a:pt x="24218" y="6474"/>
                  </a:lnTo>
                  <a:lnTo>
                    <a:pt x="5480" y="54127"/>
                  </a:lnTo>
                  <a:lnTo>
                    <a:pt x="0" y="68075"/>
                  </a:lnTo>
                  <a:lnTo>
                    <a:pt x="94645" y="68075"/>
                  </a:lnTo>
                  <a:lnTo>
                    <a:pt x="89162" y="54127"/>
                  </a:lnTo>
                  <a:lnTo>
                    <a:pt x="70424" y="6474"/>
                  </a:lnTo>
                  <a:lnTo>
                    <a:pt x="67878" y="0"/>
                  </a:lnTo>
                  <a:close/>
                </a:path>
              </a:pathLst>
            </a:custGeom>
            <a:solidFill>
              <a:schemeClr val="tx1"/>
            </a:solidFill>
            <a:ln w="260" cap="flat">
              <a:noFill/>
              <a:prstDash val="solid"/>
              <a:miter/>
            </a:ln>
          </p:spPr>
          <p:txBody>
            <a:bodyPr rtlCol="0" anchor="ctr"/>
            <a:lstStyle/>
            <a:p>
              <a:endParaRPr lang="zh-CN" altLang="en-US"/>
            </a:p>
          </p:txBody>
        </p:sp>
        <p:sp>
          <p:nvSpPr>
            <p:cNvPr id="37" name="任意多边形: 形状 36">
              <a:extLst>
                <a:ext uri="{FF2B5EF4-FFF2-40B4-BE49-F238E27FC236}">
                  <a16:creationId xmlns:a16="http://schemas.microsoft.com/office/drawing/2014/main" id="{BC927BD3-AD4E-B5D3-B78C-4CE9451987B0}"/>
                </a:ext>
              </a:extLst>
            </p:cNvPr>
            <p:cNvSpPr/>
            <p:nvPr/>
          </p:nvSpPr>
          <p:spPr>
            <a:xfrm>
              <a:off x="4599022" y="1116867"/>
              <a:ext cx="258686" cy="272302"/>
            </a:xfrm>
            <a:custGeom>
              <a:avLst/>
              <a:gdLst>
                <a:gd name="connsiteX0" fmla="*/ 136151 w 258686"/>
                <a:gd name="connsiteY0" fmla="*/ 245072 h 272302"/>
                <a:gd name="connsiteX1" fmla="*/ 142955 w 258686"/>
                <a:gd name="connsiteY1" fmla="*/ 251879 h 272302"/>
                <a:gd name="connsiteX2" fmla="*/ 231457 w 258686"/>
                <a:gd name="connsiteY2" fmla="*/ 251879 h 272302"/>
                <a:gd name="connsiteX3" fmla="*/ 238264 w 258686"/>
                <a:gd name="connsiteY3" fmla="*/ 245072 h 272302"/>
                <a:gd name="connsiteX4" fmla="*/ 238264 w 258686"/>
                <a:gd name="connsiteY4" fmla="*/ 238264 h 272302"/>
                <a:gd name="connsiteX5" fmla="*/ 231460 w 258686"/>
                <a:gd name="connsiteY5" fmla="*/ 231457 h 272302"/>
                <a:gd name="connsiteX6" fmla="*/ 142959 w 258686"/>
                <a:gd name="connsiteY6" fmla="*/ 231457 h 272302"/>
                <a:gd name="connsiteX7" fmla="*/ 136151 w 258686"/>
                <a:gd name="connsiteY7" fmla="*/ 238264 h 272302"/>
                <a:gd name="connsiteX8" fmla="*/ 136151 w 258686"/>
                <a:gd name="connsiteY8" fmla="*/ 245072 h 272302"/>
                <a:gd name="connsiteX9" fmla="*/ 142955 w 258686"/>
                <a:gd name="connsiteY9" fmla="*/ 211034 h 272302"/>
                <a:gd name="connsiteX10" fmla="*/ 231457 w 258686"/>
                <a:gd name="connsiteY10" fmla="*/ 211034 h 272302"/>
                <a:gd name="connsiteX11" fmla="*/ 258687 w 258686"/>
                <a:gd name="connsiteY11" fmla="*/ 238244 h 272302"/>
                <a:gd name="connsiteX12" fmla="*/ 258687 w 258686"/>
                <a:gd name="connsiteY12" fmla="*/ 238264 h 272302"/>
                <a:gd name="connsiteX13" fmla="*/ 258687 w 258686"/>
                <a:gd name="connsiteY13" fmla="*/ 245072 h 272302"/>
                <a:gd name="connsiteX14" fmla="*/ 231460 w 258686"/>
                <a:gd name="connsiteY14" fmla="*/ 272302 h 272302"/>
                <a:gd name="connsiteX15" fmla="*/ 142959 w 258686"/>
                <a:gd name="connsiteY15" fmla="*/ 272302 h 272302"/>
                <a:gd name="connsiteX16" fmla="*/ 115728 w 258686"/>
                <a:gd name="connsiteY16" fmla="*/ 245092 h 272302"/>
                <a:gd name="connsiteX17" fmla="*/ 115728 w 258686"/>
                <a:gd name="connsiteY17" fmla="*/ 245072 h 272302"/>
                <a:gd name="connsiteX18" fmla="*/ 115728 w 258686"/>
                <a:gd name="connsiteY18" fmla="*/ 238264 h 272302"/>
                <a:gd name="connsiteX19" fmla="*/ 142955 w 258686"/>
                <a:gd name="connsiteY19" fmla="*/ 211034 h 272302"/>
                <a:gd name="connsiteX20" fmla="*/ 51591 w 258686"/>
                <a:gd name="connsiteY20" fmla="*/ 198355 h 272302"/>
                <a:gd name="connsiteX21" fmla="*/ 50798 w 258686"/>
                <a:gd name="connsiteY21" fmla="*/ 197600 h 272302"/>
                <a:gd name="connsiteX22" fmla="*/ 20423 w 258686"/>
                <a:gd name="connsiteY22" fmla="*/ 124221 h 272302"/>
                <a:gd name="connsiteX23" fmla="*/ 50818 w 258686"/>
                <a:gd name="connsiteY23" fmla="*/ 50818 h 272302"/>
                <a:gd name="connsiteX24" fmla="*/ 124218 w 258686"/>
                <a:gd name="connsiteY24" fmla="*/ 20423 h 272302"/>
                <a:gd name="connsiteX25" fmla="*/ 197657 w 258686"/>
                <a:gd name="connsiteY25" fmla="*/ 50818 h 272302"/>
                <a:gd name="connsiteX26" fmla="*/ 220190 w 258686"/>
                <a:gd name="connsiteY26" fmla="*/ 84495 h 272302"/>
                <a:gd name="connsiteX27" fmla="*/ 233623 w 258686"/>
                <a:gd name="connsiteY27" fmla="*/ 89797 h 272302"/>
                <a:gd name="connsiteX28" fmla="*/ 239054 w 258686"/>
                <a:gd name="connsiteY28" fmla="*/ 76677 h 272302"/>
                <a:gd name="connsiteX29" fmla="*/ 212096 w 258686"/>
                <a:gd name="connsiteY29" fmla="*/ 36376 h 272302"/>
                <a:gd name="connsiteX30" fmla="*/ 124218 w 258686"/>
                <a:gd name="connsiteY30" fmla="*/ 0 h 272302"/>
                <a:gd name="connsiteX31" fmla="*/ 36376 w 258686"/>
                <a:gd name="connsiteY31" fmla="*/ 36380 h 272302"/>
                <a:gd name="connsiteX32" fmla="*/ 0 w 258686"/>
                <a:gd name="connsiteY32" fmla="*/ 124221 h 272302"/>
                <a:gd name="connsiteX33" fmla="*/ 36924 w 258686"/>
                <a:gd name="connsiteY33" fmla="*/ 212600 h 272302"/>
                <a:gd name="connsiteX34" fmla="*/ 37673 w 258686"/>
                <a:gd name="connsiteY34" fmla="*/ 213291 h 272302"/>
                <a:gd name="connsiteX35" fmla="*/ 44443 w 258686"/>
                <a:gd name="connsiteY35" fmla="*/ 205649 h 272302"/>
                <a:gd name="connsiteX36" fmla="*/ 37295 w 258686"/>
                <a:gd name="connsiteY36" fmla="*/ 212940 h 272302"/>
                <a:gd name="connsiteX37" fmla="*/ 73958 w 258686"/>
                <a:gd name="connsiteY37" fmla="*/ 237856 h 272302"/>
                <a:gd name="connsiteX38" fmla="*/ 87334 w 258686"/>
                <a:gd name="connsiteY38" fmla="*/ 232413 h 272302"/>
                <a:gd name="connsiteX39" fmla="*/ 82242 w 258686"/>
                <a:gd name="connsiteY39" fmla="*/ 219193 h 272302"/>
                <a:gd name="connsiteX40" fmla="*/ 51591 w 258686"/>
                <a:gd name="connsiteY40" fmla="*/ 198355 h 272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58686" h="272302">
                  <a:moveTo>
                    <a:pt x="136151" y="245072"/>
                  </a:moveTo>
                  <a:cubicBezTo>
                    <a:pt x="136151" y="248840"/>
                    <a:pt x="139191" y="251879"/>
                    <a:pt x="142955" y="251879"/>
                  </a:cubicBezTo>
                  <a:lnTo>
                    <a:pt x="231457" y="251879"/>
                  </a:lnTo>
                  <a:cubicBezTo>
                    <a:pt x="235216" y="251879"/>
                    <a:pt x="238264" y="248832"/>
                    <a:pt x="238264" y="245072"/>
                  </a:cubicBezTo>
                  <a:lnTo>
                    <a:pt x="238264" y="238264"/>
                  </a:lnTo>
                  <a:cubicBezTo>
                    <a:pt x="238264" y="234496"/>
                    <a:pt x="235225" y="231457"/>
                    <a:pt x="231460" y="231457"/>
                  </a:cubicBezTo>
                  <a:lnTo>
                    <a:pt x="142959" y="231457"/>
                  </a:lnTo>
                  <a:cubicBezTo>
                    <a:pt x="139199" y="231457"/>
                    <a:pt x="136151" y="234505"/>
                    <a:pt x="136151" y="238264"/>
                  </a:cubicBezTo>
                  <a:lnTo>
                    <a:pt x="136151" y="245072"/>
                  </a:lnTo>
                  <a:close/>
                  <a:moveTo>
                    <a:pt x="142955" y="211034"/>
                  </a:moveTo>
                  <a:lnTo>
                    <a:pt x="231457" y="211034"/>
                  </a:lnTo>
                  <a:cubicBezTo>
                    <a:pt x="246490" y="211029"/>
                    <a:pt x="258681" y="223211"/>
                    <a:pt x="258687" y="238244"/>
                  </a:cubicBezTo>
                  <a:cubicBezTo>
                    <a:pt x="258687" y="238251"/>
                    <a:pt x="258687" y="238258"/>
                    <a:pt x="258687" y="238264"/>
                  </a:cubicBezTo>
                  <a:lnTo>
                    <a:pt x="258687" y="245072"/>
                  </a:lnTo>
                  <a:cubicBezTo>
                    <a:pt x="258687" y="260109"/>
                    <a:pt x="246498" y="272300"/>
                    <a:pt x="231460" y="272302"/>
                  </a:cubicBezTo>
                  <a:lnTo>
                    <a:pt x="142959" y="272302"/>
                  </a:lnTo>
                  <a:cubicBezTo>
                    <a:pt x="127925" y="272308"/>
                    <a:pt x="115734" y="260125"/>
                    <a:pt x="115728" y="245092"/>
                  </a:cubicBezTo>
                  <a:cubicBezTo>
                    <a:pt x="115728" y="245085"/>
                    <a:pt x="115728" y="245079"/>
                    <a:pt x="115728" y="245072"/>
                  </a:cubicBezTo>
                  <a:lnTo>
                    <a:pt x="115728" y="238264"/>
                  </a:lnTo>
                  <a:cubicBezTo>
                    <a:pt x="115728" y="223227"/>
                    <a:pt x="127918" y="211036"/>
                    <a:pt x="142955" y="211034"/>
                  </a:cubicBezTo>
                  <a:close/>
                  <a:moveTo>
                    <a:pt x="51591" y="198355"/>
                  </a:moveTo>
                  <a:cubicBezTo>
                    <a:pt x="51322" y="198109"/>
                    <a:pt x="51057" y="197857"/>
                    <a:pt x="50798" y="197600"/>
                  </a:cubicBezTo>
                  <a:cubicBezTo>
                    <a:pt x="31482" y="178317"/>
                    <a:pt x="20423" y="152149"/>
                    <a:pt x="20423" y="124221"/>
                  </a:cubicBezTo>
                  <a:cubicBezTo>
                    <a:pt x="20423" y="96300"/>
                    <a:pt x="31471" y="70169"/>
                    <a:pt x="50818" y="50818"/>
                  </a:cubicBezTo>
                  <a:cubicBezTo>
                    <a:pt x="70262" y="31318"/>
                    <a:pt x="96680" y="20378"/>
                    <a:pt x="124218" y="20423"/>
                  </a:cubicBezTo>
                  <a:cubicBezTo>
                    <a:pt x="151769" y="20370"/>
                    <a:pt x="178202" y="31311"/>
                    <a:pt x="197657" y="50818"/>
                  </a:cubicBezTo>
                  <a:cubicBezTo>
                    <a:pt x="207305" y="60457"/>
                    <a:pt x="214962" y="71900"/>
                    <a:pt x="220190" y="84495"/>
                  </a:cubicBezTo>
                  <a:cubicBezTo>
                    <a:pt x="222436" y="89669"/>
                    <a:pt x="228450" y="92042"/>
                    <a:pt x="233623" y="89797"/>
                  </a:cubicBezTo>
                  <a:cubicBezTo>
                    <a:pt x="238675" y="87604"/>
                    <a:pt x="241078" y="81799"/>
                    <a:pt x="239054" y="76677"/>
                  </a:cubicBezTo>
                  <a:cubicBezTo>
                    <a:pt x="232799" y="61605"/>
                    <a:pt x="223639" y="47911"/>
                    <a:pt x="212096" y="36376"/>
                  </a:cubicBezTo>
                  <a:cubicBezTo>
                    <a:pt x="188951" y="13234"/>
                    <a:pt x="157636" y="0"/>
                    <a:pt x="124218" y="0"/>
                  </a:cubicBezTo>
                  <a:cubicBezTo>
                    <a:pt x="91263" y="-44"/>
                    <a:pt x="59650" y="13048"/>
                    <a:pt x="36376" y="36380"/>
                  </a:cubicBezTo>
                  <a:cubicBezTo>
                    <a:pt x="13046" y="59653"/>
                    <a:pt x="-46" y="91267"/>
                    <a:pt x="0" y="124221"/>
                  </a:cubicBezTo>
                  <a:cubicBezTo>
                    <a:pt x="-51" y="157442"/>
                    <a:pt x="13255" y="189289"/>
                    <a:pt x="36924" y="212600"/>
                  </a:cubicBezTo>
                  <a:cubicBezTo>
                    <a:pt x="37168" y="212836"/>
                    <a:pt x="37418" y="213067"/>
                    <a:pt x="37673" y="213291"/>
                  </a:cubicBezTo>
                  <a:cubicBezTo>
                    <a:pt x="37697" y="213315"/>
                    <a:pt x="44443" y="205649"/>
                    <a:pt x="44443" y="205649"/>
                  </a:cubicBezTo>
                  <a:lnTo>
                    <a:pt x="37295" y="212940"/>
                  </a:lnTo>
                  <a:cubicBezTo>
                    <a:pt x="47929" y="223370"/>
                    <a:pt x="60346" y="231809"/>
                    <a:pt x="73958" y="237856"/>
                  </a:cubicBezTo>
                  <a:cubicBezTo>
                    <a:pt x="79154" y="240046"/>
                    <a:pt x="85143" y="237610"/>
                    <a:pt x="87334" y="232413"/>
                  </a:cubicBezTo>
                  <a:cubicBezTo>
                    <a:pt x="89466" y="227354"/>
                    <a:pt x="87217" y="221515"/>
                    <a:pt x="82242" y="219193"/>
                  </a:cubicBezTo>
                  <a:cubicBezTo>
                    <a:pt x="70862" y="214135"/>
                    <a:pt x="60480" y="207077"/>
                    <a:pt x="51591" y="198355"/>
                  </a:cubicBezTo>
                  <a:close/>
                </a:path>
              </a:pathLst>
            </a:custGeom>
            <a:solidFill>
              <a:schemeClr val="tx1"/>
            </a:solidFill>
            <a:ln w="260" cap="flat">
              <a:noFill/>
              <a:prstDash val="solid"/>
              <a:miter/>
            </a:ln>
          </p:spPr>
          <p:txBody>
            <a:bodyPr rtlCol="0" anchor="ctr"/>
            <a:lstStyle/>
            <a:p>
              <a:endParaRPr lang="zh-CN" altLang="en-US"/>
            </a:p>
          </p:txBody>
        </p:sp>
        <p:sp>
          <p:nvSpPr>
            <p:cNvPr id="38" name="任意多边形: 形状 37">
              <a:extLst>
                <a:ext uri="{FF2B5EF4-FFF2-40B4-BE49-F238E27FC236}">
                  <a16:creationId xmlns:a16="http://schemas.microsoft.com/office/drawing/2014/main" id="{1C9FE92A-92AF-F444-0C61-A6F446F1C1C1}"/>
                </a:ext>
              </a:extLst>
            </p:cNvPr>
            <p:cNvSpPr/>
            <p:nvPr/>
          </p:nvSpPr>
          <p:spPr>
            <a:xfrm>
              <a:off x="4665906" y="1156508"/>
              <a:ext cx="67786" cy="137363"/>
            </a:xfrm>
            <a:custGeom>
              <a:avLst/>
              <a:gdLst>
                <a:gd name="connsiteX0" fmla="*/ 47364 w 67786"/>
                <a:gd name="connsiteY0" fmla="*/ 79784 h 137363"/>
                <a:gd name="connsiteX1" fmla="*/ 50359 w 67786"/>
                <a:gd name="connsiteY1" fmla="*/ 72565 h 137363"/>
                <a:gd name="connsiteX2" fmla="*/ 3122 w 67786"/>
                <a:gd name="connsiteY2" fmla="*/ 119803 h 137363"/>
                <a:gd name="connsiteX3" fmla="*/ 2862 w 67786"/>
                <a:gd name="connsiteY3" fmla="*/ 134241 h 137363"/>
                <a:gd name="connsiteX4" fmla="*/ 17301 w 67786"/>
                <a:gd name="connsiteY4" fmla="*/ 134501 h 137363"/>
                <a:gd name="connsiteX5" fmla="*/ 17561 w 67786"/>
                <a:gd name="connsiteY5" fmla="*/ 134241 h 137363"/>
                <a:gd name="connsiteX6" fmla="*/ 64798 w 67786"/>
                <a:gd name="connsiteY6" fmla="*/ 87007 h 137363"/>
                <a:gd name="connsiteX7" fmla="*/ 67787 w 67786"/>
                <a:gd name="connsiteY7" fmla="*/ 79784 h 137363"/>
                <a:gd name="connsiteX8" fmla="*/ 67787 w 67786"/>
                <a:gd name="connsiteY8" fmla="*/ 10211 h 137363"/>
                <a:gd name="connsiteX9" fmla="*/ 57575 w 67786"/>
                <a:gd name="connsiteY9" fmla="*/ 0 h 137363"/>
                <a:gd name="connsiteX10" fmla="*/ 47364 w 67786"/>
                <a:gd name="connsiteY10" fmla="*/ 10211 h 137363"/>
                <a:gd name="connsiteX11" fmla="*/ 47364 w 67786"/>
                <a:gd name="connsiteY11" fmla="*/ 79784 h 137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786" h="137363">
                  <a:moveTo>
                    <a:pt x="47364" y="79784"/>
                  </a:moveTo>
                  <a:lnTo>
                    <a:pt x="50359" y="72565"/>
                  </a:lnTo>
                  <a:lnTo>
                    <a:pt x="3122" y="119803"/>
                  </a:lnTo>
                  <a:cubicBezTo>
                    <a:pt x="-937" y="123718"/>
                    <a:pt x="-1053" y="130182"/>
                    <a:pt x="2862" y="134241"/>
                  </a:cubicBezTo>
                  <a:cubicBezTo>
                    <a:pt x="6777" y="138300"/>
                    <a:pt x="13242" y="138417"/>
                    <a:pt x="17301" y="134501"/>
                  </a:cubicBezTo>
                  <a:cubicBezTo>
                    <a:pt x="17389" y="134416"/>
                    <a:pt x="17476" y="134330"/>
                    <a:pt x="17561" y="134241"/>
                  </a:cubicBezTo>
                  <a:lnTo>
                    <a:pt x="64798" y="87007"/>
                  </a:lnTo>
                  <a:cubicBezTo>
                    <a:pt x="66713" y="85091"/>
                    <a:pt x="67788" y="82493"/>
                    <a:pt x="67787" y="79784"/>
                  </a:cubicBezTo>
                  <a:lnTo>
                    <a:pt x="67787" y="10211"/>
                  </a:lnTo>
                  <a:cubicBezTo>
                    <a:pt x="67787" y="4572"/>
                    <a:pt x="63215" y="0"/>
                    <a:pt x="57575" y="0"/>
                  </a:cubicBezTo>
                  <a:cubicBezTo>
                    <a:pt x="51936" y="0"/>
                    <a:pt x="47364" y="4572"/>
                    <a:pt x="47364" y="10211"/>
                  </a:cubicBezTo>
                  <a:lnTo>
                    <a:pt x="47364" y="79784"/>
                  </a:lnTo>
                  <a:close/>
                </a:path>
              </a:pathLst>
            </a:custGeom>
            <a:solidFill>
              <a:schemeClr val="tx1"/>
            </a:solidFill>
            <a:ln w="260" cap="flat">
              <a:noFill/>
              <a:prstDash val="solid"/>
              <a:miter/>
            </a:ln>
          </p:spPr>
          <p:txBody>
            <a:bodyPr rtlCol="0" anchor="ctr"/>
            <a:lstStyle/>
            <a:p>
              <a:endParaRPr lang="zh-CN" altLang="en-US"/>
            </a:p>
          </p:txBody>
        </p:sp>
      </p:grpSp>
      <p:grpSp>
        <p:nvGrpSpPr>
          <p:cNvPr id="48" name="组合 47">
            <a:extLst>
              <a:ext uri="{FF2B5EF4-FFF2-40B4-BE49-F238E27FC236}">
                <a16:creationId xmlns:a16="http://schemas.microsoft.com/office/drawing/2014/main" id="{73BC1A82-85A2-DBE2-FC5E-C96FF3BA6C5E}"/>
              </a:ext>
            </a:extLst>
          </p:cNvPr>
          <p:cNvGrpSpPr/>
          <p:nvPr/>
        </p:nvGrpSpPr>
        <p:grpSpPr>
          <a:xfrm>
            <a:off x="6542982" y="1940373"/>
            <a:ext cx="258893" cy="258685"/>
            <a:chOff x="5417007" y="1674878"/>
            <a:chExt cx="258893" cy="258685"/>
          </a:xfrm>
        </p:grpSpPr>
        <p:sp>
          <p:nvSpPr>
            <p:cNvPr id="46" name="任意多边形: 形状 45">
              <a:extLst>
                <a:ext uri="{FF2B5EF4-FFF2-40B4-BE49-F238E27FC236}">
                  <a16:creationId xmlns:a16="http://schemas.microsoft.com/office/drawing/2014/main" id="{E12FF1B5-73B9-2778-A847-765C9E09FC78}"/>
                </a:ext>
              </a:extLst>
            </p:cNvPr>
            <p:cNvSpPr/>
            <p:nvPr/>
          </p:nvSpPr>
          <p:spPr>
            <a:xfrm>
              <a:off x="5447527" y="1674878"/>
              <a:ext cx="197549" cy="258685"/>
            </a:xfrm>
            <a:custGeom>
              <a:avLst/>
              <a:gdLst>
                <a:gd name="connsiteX0" fmla="*/ 99072 w 197549"/>
                <a:gd name="connsiteY0" fmla="*/ 2 h 258685"/>
                <a:gd name="connsiteX1" fmla="*/ 168692 w 197549"/>
                <a:gd name="connsiteY1" fmla="*/ 28436 h 258685"/>
                <a:gd name="connsiteX2" fmla="*/ 197550 w 197549"/>
                <a:gd name="connsiteY2" fmla="*/ 97653 h 258685"/>
                <a:gd name="connsiteX3" fmla="*/ 197274 w 197549"/>
                <a:gd name="connsiteY3" fmla="*/ 100015 h 258685"/>
                <a:gd name="connsiteX4" fmla="*/ 187805 w 197549"/>
                <a:gd name="connsiteY4" fmla="*/ 138088 h 258685"/>
                <a:gd name="connsiteX5" fmla="*/ 174158 w 197549"/>
                <a:gd name="connsiteY5" fmla="*/ 142338 h 258685"/>
                <a:gd name="connsiteX6" fmla="*/ 169909 w 197549"/>
                <a:gd name="connsiteY6" fmla="*/ 128691 h 258685"/>
                <a:gd name="connsiteX7" fmla="*/ 177088 w 197549"/>
                <a:gd name="connsiteY7" fmla="*/ 97649 h 258685"/>
                <a:gd name="connsiteX8" fmla="*/ 177313 w 197549"/>
                <a:gd name="connsiteY8" fmla="*/ 95524 h 258685"/>
                <a:gd name="connsiteX9" fmla="*/ 154455 w 197549"/>
                <a:gd name="connsiteY9" fmla="*/ 42774 h 258685"/>
                <a:gd name="connsiteX10" fmla="*/ 99733 w 197549"/>
                <a:gd name="connsiteY10" fmla="*/ 20213 h 258685"/>
                <a:gd name="connsiteX11" fmla="*/ 98402 w 197549"/>
                <a:gd name="connsiteY11" fmla="*/ 20213 h 258685"/>
                <a:gd name="connsiteX12" fmla="*/ 43103 w 197549"/>
                <a:gd name="connsiteY12" fmla="*/ 43062 h 258685"/>
                <a:gd name="connsiteX13" fmla="*/ 20211 w 197549"/>
                <a:gd name="connsiteY13" fmla="*/ 97653 h 258685"/>
                <a:gd name="connsiteX14" fmla="*/ 52653 w 197549"/>
                <a:gd name="connsiteY14" fmla="*/ 158423 h 258685"/>
                <a:gd name="connsiteX15" fmla="*/ 57093 w 197549"/>
                <a:gd name="connsiteY15" fmla="*/ 162621 h 258685"/>
                <a:gd name="connsiteX16" fmla="*/ 57093 w 197549"/>
                <a:gd name="connsiteY16" fmla="*/ 124980 h 258685"/>
                <a:gd name="connsiteX17" fmla="*/ 63272 w 197549"/>
                <a:gd name="connsiteY17" fmla="*/ 103505 h 258685"/>
                <a:gd name="connsiteX18" fmla="*/ 89861 w 197549"/>
                <a:gd name="connsiteY18" fmla="*/ 60386 h 258685"/>
                <a:gd name="connsiteX19" fmla="*/ 103766 w 197549"/>
                <a:gd name="connsiteY19" fmla="*/ 57086 h 258685"/>
                <a:gd name="connsiteX20" fmla="*/ 107053 w 197549"/>
                <a:gd name="connsiteY20" fmla="*/ 60365 h 258685"/>
                <a:gd name="connsiteX21" fmla="*/ 107048 w 197549"/>
                <a:gd name="connsiteY21" fmla="*/ 60365 h 258685"/>
                <a:gd name="connsiteX22" fmla="*/ 133765 w 197549"/>
                <a:gd name="connsiteY22" fmla="*/ 103493 h 258685"/>
                <a:gd name="connsiteX23" fmla="*/ 140461 w 197549"/>
                <a:gd name="connsiteY23" fmla="*/ 124980 h 258685"/>
                <a:gd name="connsiteX24" fmla="*/ 140461 w 197549"/>
                <a:gd name="connsiteY24" fmla="*/ 162383 h 258685"/>
                <a:gd name="connsiteX25" fmla="*/ 141012 w 197549"/>
                <a:gd name="connsiteY25" fmla="*/ 161858 h 258685"/>
                <a:gd name="connsiteX26" fmla="*/ 155297 w 197549"/>
                <a:gd name="connsiteY26" fmla="*/ 162216 h 258685"/>
                <a:gd name="connsiteX27" fmla="*/ 154939 w 197549"/>
                <a:gd name="connsiteY27" fmla="*/ 176501 h 258685"/>
                <a:gd name="connsiteX28" fmla="*/ 140461 w 197549"/>
                <a:gd name="connsiteY28" fmla="*/ 195991 h 258685"/>
                <a:gd name="connsiteX29" fmla="*/ 140461 w 197549"/>
                <a:gd name="connsiteY29" fmla="*/ 228373 h 258685"/>
                <a:gd name="connsiteX30" fmla="*/ 110144 w 197549"/>
                <a:gd name="connsiteY30" fmla="*/ 258686 h 258685"/>
                <a:gd name="connsiteX31" fmla="*/ 87410 w 197549"/>
                <a:gd name="connsiteY31" fmla="*/ 258686 h 258685"/>
                <a:gd name="connsiteX32" fmla="*/ 57093 w 197549"/>
                <a:gd name="connsiteY32" fmla="*/ 228373 h 258685"/>
                <a:gd name="connsiteX33" fmla="*/ 57093 w 197549"/>
                <a:gd name="connsiteY33" fmla="*/ 198561 h 258685"/>
                <a:gd name="connsiteX34" fmla="*/ 38820 w 197549"/>
                <a:gd name="connsiteY34" fmla="*/ 173159 h 258685"/>
                <a:gd name="connsiteX35" fmla="*/ 0 w 197549"/>
                <a:gd name="connsiteY35" fmla="*/ 97653 h 258685"/>
                <a:gd name="connsiteX36" fmla="*/ 28862 w 197549"/>
                <a:gd name="connsiteY36" fmla="*/ 28720 h 258685"/>
                <a:gd name="connsiteX37" fmla="*/ 98397 w 197549"/>
                <a:gd name="connsiteY37" fmla="*/ 2 h 258685"/>
                <a:gd name="connsiteX38" fmla="*/ 120250 w 197549"/>
                <a:gd name="connsiteY38" fmla="*/ 218268 h 258685"/>
                <a:gd name="connsiteX39" fmla="*/ 77304 w 197549"/>
                <a:gd name="connsiteY39" fmla="*/ 218268 h 258685"/>
                <a:gd name="connsiteX40" fmla="*/ 77304 w 197549"/>
                <a:gd name="connsiteY40" fmla="*/ 228373 h 258685"/>
                <a:gd name="connsiteX41" fmla="*/ 87410 w 197549"/>
                <a:gd name="connsiteY41" fmla="*/ 238475 h 258685"/>
                <a:gd name="connsiteX42" fmla="*/ 110144 w 197549"/>
                <a:gd name="connsiteY42" fmla="*/ 238475 h 258685"/>
                <a:gd name="connsiteX43" fmla="*/ 120250 w 197549"/>
                <a:gd name="connsiteY43" fmla="*/ 228373 h 258685"/>
                <a:gd name="connsiteX44" fmla="*/ 120250 w 197549"/>
                <a:gd name="connsiteY44" fmla="*/ 218268 h 258685"/>
                <a:gd name="connsiteX45" fmla="*/ 120250 w 197549"/>
                <a:gd name="connsiteY45" fmla="*/ 133339 h 258685"/>
                <a:gd name="connsiteX46" fmla="*/ 77304 w 197549"/>
                <a:gd name="connsiteY46" fmla="*/ 133339 h 258685"/>
                <a:gd name="connsiteX47" fmla="*/ 77304 w 197549"/>
                <a:gd name="connsiteY47" fmla="*/ 198056 h 258685"/>
                <a:gd name="connsiteX48" fmla="*/ 120008 w 197549"/>
                <a:gd name="connsiteY48" fmla="*/ 198056 h 258685"/>
                <a:gd name="connsiteX49" fmla="*/ 120250 w 197549"/>
                <a:gd name="connsiteY49" fmla="*/ 194363 h 258685"/>
                <a:gd name="connsiteX50" fmla="*/ 120250 w 197549"/>
                <a:gd name="connsiteY50" fmla="*/ 133339 h 258685"/>
                <a:gd name="connsiteX51" fmla="*/ 103826 w 197549"/>
                <a:gd name="connsiteY51" fmla="*/ 93540 h 258685"/>
                <a:gd name="connsiteX52" fmla="*/ 93156 w 197549"/>
                <a:gd name="connsiteY52" fmla="*/ 93540 h 258685"/>
                <a:gd name="connsiteX53" fmla="*/ 81083 w 197549"/>
                <a:gd name="connsiteY53" fmla="*/ 113132 h 258685"/>
                <a:gd name="connsiteX54" fmla="*/ 115967 w 197549"/>
                <a:gd name="connsiteY54" fmla="*/ 113132 h 258685"/>
                <a:gd name="connsiteX55" fmla="*/ 103826 w 197549"/>
                <a:gd name="connsiteY55" fmla="*/ 93540 h 258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97549" h="258685">
                  <a:moveTo>
                    <a:pt x="99072" y="2"/>
                  </a:moveTo>
                  <a:cubicBezTo>
                    <a:pt x="125318" y="-168"/>
                    <a:pt x="150045" y="9925"/>
                    <a:pt x="168692" y="28436"/>
                  </a:cubicBezTo>
                  <a:cubicBezTo>
                    <a:pt x="187304" y="46909"/>
                    <a:pt x="197550" y="71488"/>
                    <a:pt x="197550" y="97653"/>
                  </a:cubicBezTo>
                  <a:cubicBezTo>
                    <a:pt x="197550" y="98463"/>
                    <a:pt x="197456" y="99256"/>
                    <a:pt x="197274" y="100015"/>
                  </a:cubicBezTo>
                  <a:cubicBezTo>
                    <a:pt x="196960" y="114082"/>
                    <a:pt x="193856" y="126562"/>
                    <a:pt x="187805" y="138088"/>
                  </a:cubicBezTo>
                  <a:cubicBezTo>
                    <a:pt x="185209" y="143030"/>
                    <a:pt x="179100" y="144933"/>
                    <a:pt x="174158" y="142338"/>
                  </a:cubicBezTo>
                  <a:cubicBezTo>
                    <a:pt x="169216" y="139743"/>
                    <a:pt x="167314" y="133633"/>
                    <a:pt x="169909" y="128691"/>
                  </a:cubicBezTo>
                  <a:cubicBezTo>
                    <a:pt x="174743" y="119489"/>
                    <a:pt x="177088" y="109336"/>
                    <a:pt x="177088" y="97649"/>
                  </a:cubicBezTo>
                  <a:cubicBezTo>
                    <a:pt x="177088" y="96936"/>
                    <a:pt x="177165" y="96224"/>
                    <a:pt x="177313" y="95524"/>
                  </a:cubicBezTo>
                  <a:cubicBezTo>
                    <a:pt x="176779" y="75584"/>
                    <a:pt x="168709" y="56925"/>
                    <a:pt x="154455" y="42774"/>
                  </a:cubicBezTo>
                  <a:cubicBezTo>
                    <a:pt x="139939" y="28278"/>
                    <a:pt x="120248" y="20160"/>
                    <a:pt x="99733" y="20213"/>
                  </a:cubicBezTo>
                  <a:lnTo>
                    <a:pt x="98402" y="20213"/>
                  </a:lnTo>
                  <a:cubicBezTo>
                    <a:pt x="77575" y="20213"/>
                    <a:pt x="57958" y="28313"/>
                    <a:pt x="43103" y="43062"/>
                  </a:cubicBezTo>
                  <a:cubicBezTo>
                    <a:pt x="28341" y="57714"/>
                    <a:pt x="20211" y="77103"/>
                    <a:pt x="20211" y="97653"/>
                  </a:cubicBezTo>
                  <a:cubicBezTo>
                    <a:pt x="20211" y="127983"/>
                    <a:pt x="36703" y="143457"/>
                    <a:pt x="52653" y="158423"/>
                  </a:cubicBezTo>
                  <a:cubicBezTo>
                    <a:pt x="54137" y="159818"/>
                    <a:pt x="55621" y="161217"/>
                    <a:pt x="57093" y="162621"/>
                  </a:cubicBezTo>
                  <a:lnTo>
                    <a:pt x="57093" y="124980"/>
                  </a:lnTo>
                  <a:cubicBezTo>
                    <a:pt x="57093" y="117385"/>
                    <a:pt x="59234" y="109943"/>
                    <a:pt x="63272" y="103505"/>
                  </a:cubicBezTo>
                  <a:lnTo>
                    <a:pt x="89861" y="60386"/>
                  </a:lnTo>
                  <a:cubicBezTo>
                    <a:pt x="92790" y="55635"/>
                    <a:pt x="99015" y="54157"/>
                    <a:pt x="103766" y="57086"/>
                  </a:cubicBezTo>
                  <a:cubicBezTo>
                    <a:pt x="105101" y="57909"/>
                    <a:pt x="106226" y="59032"/>
                    <a:pt x="107053" y="60365"/>
                  </a:cubicBezTo>
                  <a:lnTo>
                    <a:pt x="107048" y="60365"/>
                  </a:lnTo>
                  <a:lnTo>
                    <a:pt x="133765" y="103493"/>
                  </a:lnTo>
                  <a:cubicBezTo>
                    <a:pt x="138146" y="110460"/>
                    <a:pt x="140461" y="117894"/>
                    <a:pt x="140461" y="124980"/>
                  </a:cubicBezTo>
                  <a:lnTo>
                    <a:pt x="140461" y="162383"/>
                  </a:lnTo>
                  <a:lnTo>
                    <a:pt x="141012" y="161858"/>
                  </a:lnTo>
                  <a:cubicBezTo>
                    <a:pt x="145056" y="158012"/>
                    <a:pt x="151452" y="158172"/>
                    <a:pt x="155297" y="162216"/>
                  </a:cubicBezTo>
                  <a:cubicBezTo>
                    <a:pt x="159143" y="166260"/>
                    <a:pt x="158983" y="172655"/>
                    <a:pt x="154939" y="176501"/>
                  </a:cubicBezTo>
                  <a:cubicBezTo>
                    <a:pt x="146602" y="184431"/>
                    <a:pt x="141602" y="190164"/>
                    <a:pt x="140461" y="195991"/>
                  </a:cubicBezTo>
                  <a:lnTo>
                    <a:pt x="140461" y="228373"/>
                  </a:lnTo>
                  <a:cubicBezTo>
                    <a:pt x="140461" y="245086"/>
                    <a:pt x="126861" y="258686"/>
                    <a:pt x="110144" y="258686"/>
                  </a:cubicBezTo>
                  <a:lnTo>
                    <a:pt x="87410" y="258686"/>
                  </a:lnTo>
                  <a:cubicBezTo>
                    <a:pt x="70675" y="258670"/>
                    <a:pt x="57112" y="245108"/>
                    <a:pt x="57093" y="228373"/>
                  </a:cubicBezTo>
                  <a:lnTo>
                    <a:pt x="57093" y="198561"/>
                  </a:lnTo>
                  <a:cubicBezTo>
                    <a:pt x="57093" y="190712"/>
                    <a:pt x="50151" y="183795"/>
                    <a:pt x="38820" y="173159"/>
                  </a:cubicBezTo>
                  <a:cubicBezTo>
                    <a:pt x="22438" y="157787"/>
                    <a:pt x="0" y="136731"/>
                    <a:pt x="0" y="97653"/>
                  </a:cubicBezTo>
                  <a:cubicBezTo>
                    <a:pt x="0" y="71675"/>
                    <a:pt x="10250" y="47193"/>
                    <a:pt x="28862" y="28720"/>
                  </a:cubicBezTo>
                  <a:cubicBezTo>
                    <a:pt x="47534" y="10188"/>
                    <a:pt x="72202" y="2"/>
                    <a:pt x="98397" y="2"/>
                  </a:cubicBezTo>
                  <a:close/>
                  <a:moveTo>
                    <a:pt x="120250" y="218268"/>
                  </a:moveTo>
                  <a:lnTo>
                    <a:pt x="77304" y="218268"/>
                  </a:lnTo>
                  <a:lnTo>
                    <a:pt x="77304" y="228373"/>
                  </a:lnTo>
                  <a:cubicBezTo>
                    <a:pt x="77313" y="233950"/>
                    <a:pt x="81833" y="238468"/>
                    <a:pt x="87410" y="238475"/>
                  </a:cubicBezTo>
                  <a:lnTo>
                    <a:pt x="110144" y="238475"/>
                  </a:lnTo>
                  <a:cubicBezTo>
                    <a:pt x="115721" y="238468"/>
                    <a:pt x="120240" y="233950"/>
                    <a:pt x="120250" y="228373"/>
                  </a:cubicBezTo>
                  <a:lnTo>
                    <a:pt x="120250" y="218268"/>
                  </a:lnTo>
                  <a:close/>
                  <a:moveTo>
                    <a:pt x="120250" y="133339"/>
                  </a:moveTo>
                  <a:lnTo>
                    <a:pt x="77304" y="133339"/>
                  </a:lnTo>
                  <a:lnTo>
                    <a:pt x="77304" y="198056"/>
                  </a:lnTo>
                  <a:lnTo>
                    <a:pt x="120008" y="198056"/>
                  </a:lnTo>
                  <a:cubicBezTo>
                    <a:pt x="120021" y="196822"/>
                    <a:pt x="120101" y="195588"/>
                    <a:pt x="120250" y="194363"/>
                  </a:cubicBezTo>
                  <a:lnTo>
                    <a:pt x="120250" y="133339"/>
                  </a:lnTo>
                  <a:close/>
                  <a:moveTo>
                    <a:pt x="103826" y="93540"/>
                  </a:moveTo>
                  <a:lnTo>
                    <a:pt x="93156" y="93540"/>
                  </a:lnTo>
                  <a:lnTo>
                    <a:pt x="81083" y="113132"/>
                  </a:lnTo>
                  <a:lnTo>
                    <a:pt x="115967" y="113132"/>
                  </a:lnTo>
                  <a:lnTo>
                    <a:pt x="103826" y="93540"/>
                  </a:lnTo>
                  <a:close/>
                </a:path>
              </a:pathLst>
            </a:custGeom>
            <a:solidFill>
              <a:schemeClr val="tx1"/>
            </a:solidFill>
            <a:ln w="251" cap="flat">
              <a:noFill/>
              <a:prstDash val="solid"/>
              <a:miter/>
            </a:ln>
          </p:spPr>
          <p:txBody>
            <a:bodyPr rtlCol="0" anchor="ctr"/>
            <a:lstStyle/>
            <a:p>
              <a:endParaRPr lang="zh-CN" altLang="en-US"/>
            </a:p>
          </p:txBody>
        </p:sp>
        <p:sp>
          <p:nvSpPr>
            <p:cNvPr id="47" name="任意多边形: 形状 46">
              <a:extLst>
                <a:ext uri="{FF2B5EF4-FFF2-40B4-BE49-F238E27FC236}">
                  <a16:creationId xmlns:a16="http://schemas.microsoft.com/office/drawing/2014/main" id="{A512BC95-B2AC-A6DF-75D5-DF986CCC2C7F}"/>
                </a:ext>
              </a:extLst>
            </p:cNvPr>
            <p:cNvSpPr/>
            <p:nvPr/>
          </p:nvSpPr>
          <p:spPr>
            <a:xfrm>
              <a:off x="5417007" y="1707008"/>
              <a:ext cx="258893" cy="131274"/>
            </a:xfrm>
            <a:custGeom>
              <a:avLst/>
              <a:gdLst>
                <a:gd name="connsiteX0" fmla="*/ 10313 w 258893"/>
                <a:gd name="connsiteY0" fmla="*/ 76710 h 131274"/>
                <a:gd name="connsiteX1" fmla="*/ 2 w 258893"/>
                <a:gd name="connsiteY1" fmla="*/ 66813 h 131274"/>
                <a:gd name="connsiteX2" fmla="*/ 9899 w 258893"/>
                <a:gd name="connsiteY2" fmla="*/ 56503 h 131274"/>
                <a:gd name="connsiteX3" fmla="*/ 10313 w 258893"/>
                <a:gd name="connsiteY3" fmla="*/ 56503 h 131274"/>
                <a:gd name="connsiteX4" fmla="*/ 20209 w 258893"/>
                <a:gd name="connsiteY4" fmla="*/ 66813 h 131274"/>
                <a:gd name="connsiteX5" fmla="*/ 10313 w 258893"/>
                <a:gd name="connsiteY5" fmla="*/ 76710 h 131274"/>
                <a:gd name="connsiteX6" fmla="*/ 258891 w 258893"/>
                <a:gd name="connsiteY6" fmla="*/ 66608 h 131274"/>
                <a:gd name="connsiteX7" fmla="*/ 248994 w 258893"/>
                <a:gd name="connsiteY7" fmla="*/ 76919 h 131274"/>
                <a:gd name="connsiteX8" fmla="*/ 238684 w 258893"/>
                <a:gd name="connsiteY8" fmla="*/ 67022 h 131274"/>
                <a:gd name="connsiteX9" fmla="*/ 238684 w 258893"/>
                <a:gd name="connsiteY9" fmla="*/ 66608 h 131274"/>
                <a:gd name="connsiteX10" fmla="*/ 248994 w 258893"/>
                <a:gd name="connsiteY10" fmla="*/ 56712 h 131274"/>
                <a:gd name="connsiteX11" fmla="*/ 258891 w 258893"/>
                <a:gd name="connsiteY11" fmla="*/ 66608 h 131274"/>
                <a:gd name="connsiteX12" fmla="*/ 226051 w 258893"/>
                <a:gd name="connsiteY12" fmla="*/ 10313 h 131274"/>
                <a:gd name="connsiteX13" fmla="*/ 236155 w 258893"/>
                <a:gd name="connsiteY13" fmla="*/ 205 h 131274"/>
                <a:gd name="connsiteX14" fmla="*/ 246262 w 258893"/>
                <a:gd name="connsiteY14" fmla="*/ 10309 h 131274"/>
                <a:gd name="connsiteX15" fmla="*/ 246262 w 258893"/>
                <a:gd name="connsiteY15" fmla="*/ 10313 h 131274"/>
                <a:gd name="connsiteX16" fmla="*/ 236155 w 258893"/>
                <a:gd name="connsiteY16" fmla="*/ 20417 h 131274"/>
                <a:gd name="connsiteX17" fmla="*/ 226051 w 258893"/>
                <a:gd name="connsiteY17" fmla="*/ 10313 h 131274"/>
                <a:gd name="connsiteX18" fmla="*/ 12840 w 258893"/>
                <a:gd name="connsiteY18" fmla="*/ 10313 h 131274"/>
                <a:gd name="connsiteX19" fmla="*/ 22737 w 258893"/>
                <a:gd name="connsiteY19" fmla="*/ 2 h 131274"/>
                <a:gd name="connsiteX20" fmla="*/ 33047 w 258893"/>
                <a:gd name="connsiteY20" fmla="*/ 9899 h 131274"/>
                <a:gd name="connsiteX21" fmla="*/ 33047 w 258893"/>
                <a:gd name="connsiteY21" fmla="*/ 10313 h 131274"/>
                <a:gd name="connsiteX22" fmla="*/ 22737 w 258893"/>
                <a:gd name="connsiteY22" fmla="*/ 20209 h 131274"/>
                <a:gd name="connsiteX23" fmla="*/ 12840 w 258893"/>
                <a:gd name="connsiteY23" fmla="*/ 10313 h 131274"/>
                <a:gd name="connsiteX24" fmla="*/ 246258 w 258893"/>
                <a:gd name="connsiteY24" fmla="*/ 120962 h 131274"/>
                <a:gd name="connsiteX25" fmla="*/ 236361 w 258893"/>
                <a:gd name="connsiteY25" fmla="*/ 131272 h 131274"/>
                <a:gd name="connsiteX26" fmla="*/ 226051 w 258893"/>
                <a:gd name="connsiteY26" fmla="*/ 121376 h 131274"/>
                <a:gd name="connsiteX27" fmla="*/ 226051 w 258893"/>
                <a:gd name="connsiteY27" fmla="*/ 120962 h 131274"/>
                <a:gd name="connsiteX28" fmla="*/ 236361 w 258893"/>
                <a:gd name="connsiteY28" fmla="*/ 111065 h 131274"/>
                <a:gd name="connsiteX29" fmla="*/ 246258 w 258893"/>
                <a:gd name="connsiteY29" fmla="*/ 120962 h 131274"/>
                <a:gd name="connsiteX30" fmla="*/ 33047 w 258893"/>
                <a:gd name="connsiteY30" fmla="*/ 120962 h 131274"/>
                <a:gd name="connsiteX31" fmla="*/ 23151 w 258893"/>
                <a:gd name="connsiteY31" fmla="*/ 131272 h 131274"/>
                <a:gd name="connsiteX32" fmla="*/ 12840 w 258893"/>
                <a:gd name="connsiteY32" fmla="*/ 121376 h 131274"/>
                <a:gd name="connsiteX33" fmla="*/ 12840 w 258893"/>
                <a:gd name="connsiteY33" fmla="*/ 120962 h 131274"/>
                <a:gd name="connsiteX34" fmla="*/ 23151 w 258893"/>
                <a:gd name="connsiteY34" fmla="*/ 111065 h 131274"/>
                <a:gd name="connsiteX35" fmla="*/ 33047 w 258893"/>
                <a:gd name="connsiteY35" fmla="*/ 120962 h 131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58893" h="131274">
                  <a:moveTo>
                    <a:pt x="10313" y="76710"/>
                  </a:moveTo>
                  <a:cubicBezTo>
                    <a:pt x="4733" y="76824"/>
                    <a:pt x="116" y="72393"/>
                    <a:pt x="2" y="66813"/>
                  </a:cubicBezTo>
                  <a:cubicBezTo>
                    <a:pt x="-112" y="61233"/>
                    <a:pt x="4319" y="56617"/>
                    <a:pt x="9899" y="56503"/>
                  </a:cubicBezTo>
                  <a:cubicBezTo>
                    <a:pt x="10037" y="56500"/>
                    <a:pt x="10175" y="56500"/>
                    <a:pt x="10313" y="56503"/>
                  </a:cubicBezTo>
                  <a:cubicBezTo>
                    <a:pt x="15893" y="56617"/>
                    <a:pt x="20324" y="61233"/>
                    <a:pt x="20209" y="66813"/>
                  </a:cubicBezTo>
                  <a:cubicBezTo>
                    <a:pt x="20098" y="72232"/>
                    <a:pt x="15732" y="76599"/>
                    <a:pt x="10313" y="76710"/>
                  </a:cubicBezTo>
                  <a:close/>
                  <a:moveTo>
                    <a:pt x="258891" y="66608"/>
                  </a:moveTo>
                  <a:cubicBezTo>
                    <a:pt x="259005" y="72188"/>
                    <a:pt x="254574" y="76804"/>
                    <a:pt x="248994" y="76919"/>
                  </a:cubicBezTo>
                  <a:cubicBezTo>
                    <a:pt x="243414" y="77033"/>
                    <a:pt x="238798" y="72602"/>
                    <a:pt x="238684" y="67022"/>
                  </a:cubicBezTo>
                  <a:cubicBezTo>
                    <a:pt x="238681" y="66884"/>
                    <a:pt x="238681" y="66746"/>
                    <a:pt x="238684" y="66608"/>
                  </a:cubicBezTo>
                  <a:cubicBezTo>
                    <a:pt x="238798" y="61028"/>
                    <a:pt x="243414" y="56597"/>
                    <a:pt x="248994" y="56712"/>
                  </a:cubicBezTo>
                  <a:cubicBezTo>
                    <a:pt x="254413" y="56823"/>
                    <a:pt x="258780" y="61189"/>
                    <a:pt x="258891" y="66608"/>
                  </a:cubicBezTo>
                  <a:close/>
                  <a:moveTo>
                    <a:pt x="226051" y="10313"/>
                  </a:moveTo>
                  <a:cubicBezTo>
                    <a:pt x="226050" y="4731"/>
                    <a:pt x="230574" y="206"/>
                    <a:pt x="236155" y="205"/>
                  </a:cubicBezTo>
                  <a:cubicBezTo>
                    <a:pt x="241736" y="205"/>
                    <a:pt x="246261" y="4728"/>
                    <a:pt x="246262" y="10309"/>
                  </a:cubicBezTo>
                  <a:cubicBezTo>
                    <a:pt x="246262" y="10311"/>
                    <a:pt x="246262" y="10312"/>
                    <a:pt x="246262" y="10313"/>
                  </a:cubicBezTo>
                  <a:cubicBezTo>
                    <a:pt x="246261" y="15894"/>
                    <a:pt x="241736" y="20418"/>
                    <a:pt x="236155" y="20417"/>
                  </a:cubicBezTo>
                  <a:cubicBezTo>
                    <a:pt x="230575" y="20416"/>
                    <a:pt x="226052" y="15893"/>
                    <a:pt x="226051" y="10313"/>
                  </a:cubicBezTo>
                  <a:close/>
                  <a:moveTo>
                    <a:pt x="12840" y="10313"/>
                  </a:moveTo>
                  <a:cubicBezTo>
                    <a:pt x="12726" y="4733"/>
                    <a:pt x="17157" y="116"/>
                    <a:pt x="22737" y="2"/>
                  </a:cubicBezTo>
                  <a:cubicBezTo>
                    <a:pt x="28317" y="-112"/>
                    <a:pt x="32933" y="4319"/>
                    <a:pt x="33047" y="9899"/>
                  </a:cubicBezTo>
                  <a:cubicBezTo>
                    <a:pt x="33050" y="10037"/>
                    <a:pt x="33050" y="10175"/>
                    <a:pt x="33047" y="10313"/>
                  </a:cubicBezTo>
                  <a:cubicBezTo>
                    <a:pt x="32933" y="15893"/>
                    <a:pt x="28317" y="20324"/>
                    <a:pt x="22737" y="20209"/>
                  </a:cubicBezTo>
                  <a:cubicBezTo>
                    <a:pt x="17318" y="20098"/>
                    <a:pt x="12951" y="15732"/>
                    <a:pt x="12840" y="10313"/>
                  </a:cubicBezTo>
                  <a:close/>
                  <a:moveTo>
                    <a:pt x="246258" y="120962"/>
                  </a:moveTo>
                  <a:cubicBezTo>
                    <a:pt x="246372" y="126542"/>
                    <a:pt x="241941" y="131158"/>
                    <a:pt x="236361" y="131272"/>
                  </a:cubicBezTo>
                  <a:cubicBezTo>
                    <a:pt x="230781" y="131386"/>
                    <a:pt x="226165" y="126956"/>
                    <a:pt x="226051" y="121376"/>
                  </a:cubicBezTo>
                  <a:cubicBezTo>
                    <a:pt x="226048" y="121238"/>
                    <a:pt x="226048" y="121100"/>
                    <a:pt x="226051" y="120962"/>
                  </a:cubicBezTo>
                  <a:cubicBezTo>
                    <a:pt x="226165" y="115382"/>
                    <a:pt x="230781" y="110951"/>
                    <a:pt x="236361" y="111065"/>
                  </a:cubicBezTo>
                  <a:cubicBezTo>
                    <a:pt x="241780" y="111176"/>
                    <a:pt x="246147" y="115543"/>
                    <a:pt x="246258" y="120962"/>
                  </a:cubicBezTo>
                  <a:close/>
                  <a:moveTo>
                    <a:pt x="33047" y="120962"/>
                  </a:moveTo>
                  <a:cubicBezTo>
                    <a:pt x="33162" y="126542"/>
                    <a:pt x="28731" y="131158"/>
                    <a:pt x="23151" y="131272"/>
                  </a:cubicBezTo>
                  <a:cubicBezTo>
                    <a:pt x="17571" y="131386"/>
                    <a:pt x="12954" y="126956"/>
                    <a:pt x="12840" y="121376"/>
                  </a:cubicBezTo>
                  <a:cubicBezTo>
                    <a:pt x="12837" y="121238"/>
                    <a:pt x="12837" y="121100"/>
                    <a:pt x="12840" y="120962"/>
                  </a:cubicBezTo>
                  <a:cubicBezTo>
                    <a:pt x="12954" y="115382"/>
                    <a:pt x="17571" y="110951"/>
                    <a:pt x="23151" y="111065"/>
                  </a:cubicBezTo>
                  <a:cubicBezTo>
                    <a:pt x="28570" y="111176"/>
                    <a:pt x="32936" y="115543"/>
                    <a:pt x="33047" y="120962"/>
                  </a:cubicBezTo>
                  <a:close/>
                </a:path>
              </a:pathLst>
            </a:custGeom>
            <a:solidFill>
              <a:schemeClr val="tx1"/>
            </a:solidFill>
            <a:ln w="251" cap="flat">
              <a:noFill/>
              <a:prstDash val="solid"/>
              <a:miter/>
            </a:ln>
          </p:spPr>
          <p:txBody>
            <a:bodyPr rtlCol="0" anchor="ctr"/>
            <a:lstStyle/>
            <a:p>
              <a:endParaRPr lang="zh-CN" altLang="en-US"/>
            </a:p>
          </p:txBody>
        </p:sp>
      </p:grpSp>
      <p:grpSp>
        <p:nvGrpSpPr>
          <p:cNvPr id="1025" name="组合 1024">
            <a:extLst>
              <a:ext uri="{FF2B5EF4-FFF2-40B4-BE49-F238E27FC236}">
                <a16:creationId xmlns:a16="http://schemas.microsoft.com/office/drawing/2014/main" id="{8781942E-0A8C-9C0B-4E4F-F6FB6379C844}"/>
              </a:ext>
            </a:extLst>
          </p:cNvPr>
          <p:cNvGrpSpPr/>
          <p:nvPr/>
        </p:nvGrpSpPr>
        <p:grpSpPr>
          <a:xfrm>
            <a:off x="7565600" y="1423352"/>
            <a:ext cx="258960" cy="220612"/>
            <a:chOff x="6542984" y="1694124"/>
            <a:chExt cx="258960" cy="258894"/>
          </a:xfrm>
        </p:grpSpPr>
        <p:sp>
          <p:nvSpPr>
            <p:cNvPr id="52" name="任意多边形: 形状 51">
              <a:extLst>
                <a:ext uri="{FF2B5EF4-FFF2-40B4-BE49-F238E27FC236}">
                  <a16:creationId xmlns:a16="http://schemas.microsoft.com/office/drawing/2014/main" id="{A7F66777-ECFE-9B06-9A66-2B29760DD70D}"/>
                </a:ext>
              </a:extLst>
            </p:cNvPr>
            <p:cNvSpPr/>
            <p:nvPr/>
          </p:nvSpPr>
          <p:spPr>
            <a:xfrm>
              <a:off x="6542984" y="1851069"/>
              <a:ext cx="111485" cy="101949"/>
            </a:xfrm>
            <a:custGeom>
              <a:avLst/>
              <a:gdLst>
                <a:gd name="connsiteX0" fmla="*/ 81306 w 111485"/>
                <a:gd name="connsiteY0" fmla="*/ 0 h 101949"/>
                <a:gd name="connsiteX1" fmla="*/ 30185 w 111485"/>
                <a:gd name="connsiteY1" fmla="*/ 0 h 101949"/>
                <a:gd name="connsiteX2" fmla="*/ 103 w 111485"/>
                <a:gd name="connsiteY2" fmla="*/ 43512 h 101949"/>
                <a:gd name="connsiteX3" fmla="*/ 232 w 111485"/>
                <a:gd name="connsiteY3" fmla="*/ 91099 h 101949"/>
                <a:gd name="connsiteX4" fmla="*/ 9460 w 111485"/>
                <a:gd name="connsiteY4" fmla="*/ 101949 h 101949"/>
                <a:gd name="connsiteX5" fmla="*/ 102031 w 111485"/>
                <a:gd name="connsiteY5" fmla="*/ 101949 h 101949"/>
                <a:gd name="connsiteX6" fmla="*/ 111259 w 111485"/>
                <a:gd name="connsiteY6" fmla="*/ 91144 h 101949"/>
                <a:gd name="connsiteX7" fmla="*/ 111388 w 111485"/>
                <a:gd name="connsiteY7" fmla="*/ 88893 h 101949"/>
                <a:gd name="connsiteX8" fmla="*/ 111388 w 111485"/>
                <a:gd name="connsiteY8" fmla="*/ 43422 h 101949"/>
                <a:gd name="connsiteX9" fmla="*/ 81306 w 111485"/>
                <a:gd name="connsiteY9" fmla="*/ 0 h 101949"/>
                <a:gd name="connsiteX10" fmla="*/ 92933 w 111485"/>
                <a:gd name="connsiteY10" fmla="*/ 79439 h 101949"/>
                <a:gd name="connsiteX11" fmla="*/ 18558 w 111485"/>
                <a:gd name="connsiteY11" fmla="*/ 79439 h 101949"/>
                <a:gd name="connsiteX12" fmla="*/ 18558 w 111485"/>
                <a:gd name="connsiteY12" fmla="*/ 43422 h 101949"/>
                <a:gd name="connsiteX13" fmla="*/ 30185 w 111485"/>
                <a:gd name="connsiteY13" fmla="*/ 22420 h 101949"/>
                <a:gd name="connsiteX14" fmla="*/ 81306 w 111485"/>
                <a:gd name="connsiteY14" fmla="*/ 22420 h 101949"/>
                <a:gd name="connsiteX15" fmla="*/ 92933 w 111485"/>
                <a:gd name="connsiteY15" fmla="*/ 43422 h 10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1485" h="101949">
                  <a:moveTo>
                    <a:pt x="81306" y="0"/>
                  </a:moveTo>
                  <a:lnTo>
                    <a:pt x="30185" y="0"/>
                  </a:lnTo>
                  <a:cubicBezTo>
                    <a:pt x="12088" y="2026"/>
                    <a:pt x="-1316" y="21414"/>
                    <a:pt x="103" y="43512"/>
                  </a:cubicBezTo>
                  <a:lnTo>
                    <a:pt x="232" y="91099"/>
                  </a:lnTo>
                  <a:cubicBezTo>
                    <a:pt x="411" y="97157"/>
                    <a:pt x="4490" y="101953"/>
                    <a:pt x="9460" y="101949"/>
                  </a:cubicBezTo>
                  <a:lnTo>
                    <a:pt x="102031" y="101949"/>
                  </a:lnTo>
                  <a:cubicBezTo>
                    <a:pt x="106859" y="101584"/>
                    <a:pt x="110763" y="97013"/>
                    <a:pt x="111259" y="91144"/>
                  </a:cubicBezTo>
                  <a:cubicBezTo>
                    <a:pt x="111259" y="90717"/>
                    <a:pt x="111388" y="89298"/>
                    <a:pt x="111388" y="88893"/>
                  </a:cubicBezTo>
                  <a:lnTo>
                    <a:pt x="111388" y="43422"/>
                  </a:lnTo>
                  <a:cubicBezTo>
                    <a:pt x="112764" y="21357"/>
                    <a:pt x="99372" y="2026"/>
                    <a:pt x="81306" y="0"/>
                  </a:cubicBezTo>
                  <a:close/>
                  <a:moveTo>
                    <a:pt x="92933" y="79439"/>
                  </a:moveTo>
                  <a:lnTo>
                    <a:pt x="18558" y="79439"/>
                  </a:lnTo>
                  <a:lnTo>
                    <a:pt x="18558" y="43422"/>
                  </a:lnTo>
                  <a:cubicBezTo>
                    <a:pt x="18558" y="32032"/>
                    <a:pt x="23892" y="22420"/>
                    <a:pt x="30185" y="22420"/>
                  </a:cubicBezTo>
                  <a:lnTo>
                    <a:pt x="81306" y="22420"/>
                  </a:lnTo>
                  <a:cubicBezTo>
                    <a:pt x="87599" y="22420"/>
                    <a:pt x="92933" y="32032"/>
                    <a:pt x="92933" y="43422"/>
                  </a:cubicBezTo>
                  <a:close/>
                </a:path>
              </a:pathLst>
            </a:custGeom>
            <a:solidFill>
              <a:schemeClr val="tx1"/>
            </a:solidFill>
            <a:ln w="206" cap="flat">
              <a:noFill/>
              <a:prstDash val="solid"/>
              <a:miter/>
            </a:ln>
          </p:spPr>
          <p:txBody>
            <a:bodyPr rtlCol="0" anchor="ctr"/>
            <a:lstStyle/>
            <a:p>
              <a:endParaRPr lang="zh-CN" altLang="en-US"/>
            </a:p>
          </p:txBody>
        </p:sp>
        <p:sp>
          <p:nvSpPr>
            <p:cNvPr id="63" name="任意多边形: 形状 62">
              <a:extLst>
                <a:ext uri="{FF2B5EF4-FFF2-40B4-BE49-F238E27FC236}">
                  <a16:creationId xmlns:a16="http://schemas.microsoft.com/office/drawing/2014/main" id="{531B899B-7B9F-4CC7-9BF4-FF5A35AE5ECC}"/>
                </a:ext>
              </a:extLst>
            </p:cNvPr>
            <p:cNvSpPr/>
            <p:nvPr/>
          </p:nvSpPr>
          <p:spPr>
            <a:xfrm>
              <a:off x="6690349" y="1851069"/>
              <a:ext cx="111595" cy="101949"/>
            </a:xfrm>
            <a:custGeom>
              <a:avLst/>
              <a:gdLst>
                <a:gd name="connsiteX0" fmla="*/ 81361 w 111595"/>
                <a:gd name="connsiteY0" fmla="*/ 0 h 101949"/>
                <a:gd name="connsiteX1" fmla="*/ 30185 w 111595"/>
                <a:gd name="connsiteY1" fmla="*/ 0 h 101949"/>
                <a:gd name="connsiteX2" fmla="*/ 103 w 111595"/>
                <a:gd name="connsiteY2" fmla="*/ 43512 h 101949"/>
                <a:gd name="connsiteX3" fmla="*/ 232 w 111595"/>
                <a:gd name="connsiteY3" fmla="*/ 91099 h 101949"/>
                <a:gd name="connsiteX4" fmla="*/ 9460 w 111595"/>
                <a:gd name="connsiteY4" fmla="*/ 101949 h 101949"/>
                <a:gd name="connsiteX5" fmla="*/ 102160 w 111595"/>
                <a:gd name="connsiteY5" fmla="*/ 101949 h 101949"/>
                <a:gd name="connsiteX6" fmla="*/ 111388 w 111595"/>
                <a:gd name="connsiteY6" fmla="*/ 91144 h 101949"/>
                <a:gd name="connsiteX7" fmla="*/ 111499 w 111595"/>
                <a:gd name="connsiteY7" fmla="*/ 88893 h 101949"/>
                <a:gd name="connsiteX8" fmla="*/ 111499 w 111595"/>
                <a:gd name="connsiteY8" fmla="*/ 43422 h 101949"/>
                <a:gd name="connsiteX9" fmla="*/ 81361 w 111595"/>
                <a:gd name="connsiteY9" fmla="*/ 0 h 101949"/>
                <a:gd name="connsiteX10" fmla="*/ 92933 w 111595"/>
                <a:gd name="connsiteY10" fmla="*/ 79439 h 101949"/>
                <a:gd name="connsiteX11" fmla="*/ 18614 w 111595"/>
                <a:gd name="connsiteY11" fmla="*/ 79439 h 101949"/>
                <a:gd name="connsiteX12" fmla="*/ 18614 w 111595"/>
                <a:gd name="connsiteY12" fmla="*/ 43422 h 101949"/>
                <a:gd name="connsiteX13" fmla="*/ 30240 w 111595"/>
                <a:gd name="connsiteY13" fmla="*/ 22420 h 101949"/>
                <a:gd name="connsiteX14" fmla="*/ 81361 w 111595"/>
                <a:gd name="connsiteY14" fmla="*/ 22420 h 101949"/>
                <a:gd name="connsiteX15" fmla="*/ 92970 w 111595"/>
                <a:gd name="connsiteY15" fmla="*/ 43422 h 10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1595" h="101949">
                  <a:moveTo>
                    <a:pt x="81361" y="0"/>
                  </a:moveTo>
                  <a:lnTo>
                    <a:pt x="30185" y="0"/>
                  </a:lnTo>
                  <a:cubicBezTo>
                    <a:pt x="12088" y="2026"/>
                    <a:pt x="-1316" y="21414"/>
                    <a:pt x="103" y="43512"/>
                  </a:cubicBezTo>
                  <a:lnTo>
                    <a:pt x="232" y="91099"/>
                  </a:lnTo>
                  <a:cubicBezTo>
                    <a:pt x="411" y="97157"/>
                    <a:pt x="4491" y="101953"/>
                    <a:pt x="9460" y="101949"/>
                  </a:cubicBezTo>
                  <a:lnTo>
                    <a:pt x="102160" y="101949"/>
                  </a:lnTo>
                  <a:cubicBezTo>
                    <a:pt x="106988" y="101584"/>
                    <a:pt x="110892" y="97013"/>
                    <a:pt x="111388" y="91144"/>
                  </a:cubicBezTo>
                  <a:cubicBezTo>
                    <a:pt x="111388" y="90717"/>
                    <a:pt x="111499" y="89298"/>
                    <a:pt x="111499" y="88893"/>
                  </a:cubicBezTo>
                  <a:lnTo>
                    <a:pt x="111499" y="43422"/>
                  </a:lnTo>
                  <a:cubicBezTo>
                    <a:pt x="112874" y="21333"/>
                    <a:pt x="99450" y="1992"/>
                    <a:pt x="81361" y="0"/>
                  </a:cubicBezTo>
                  <a:close/>
                  <a:moveTo>
                    <a:pt x="92933" y="79439"/>
                  </a:moveTo>
                  <a:lnTo>
                    <a:pt x="18614" y="79439"/>
                  </a:lnTo>
                  <a:lnTo>
                    <a:pt x="18614" y="43422"/>
                  </a:lnTo>
                  <a:cubicBezTo>
                    <a:pt x="18614" y="32032"/>
                    <a:pt x="23947" y="22420"/>
                    <a:pt x="30240" y="22420"/>
                  </a:cubicBezTo>
                  <a:lnTo>
                    <a:pt x="81361" y="22420"/>
                  </a:lnTo>
                  <a:cubicBezTo>
                    <a:pt x="87655" y="22420"/>
                    <a:pt x="92970" y="32032"/>
                    <a:pt x="92970" y="43422"/>
                  </a:cubicBezTo>
                  <a:close/>
                </a:path>
              </a:pathLst>
            </a:custGeom>
            <a:solidFill>
              <a:schemeClr val="tx1"/>
            </a:solidFill>
            <a:ln w="206" cap="flat">
              <a:noFill/>
              <a:prstDash val="solid"/>
              <a:miter/>
            </a:ln>
          </p:spPr>
          <p:txBody>
            <a:bodyPr rtlCol="0" anchor="ctr"/>
            <a:lstStyle/>
            <a:p>
              <a:endParaRPr lang="zh-CN" altLang="en-US"/>
            </a:p>
          </p:txBody>
        </p:sp>
        <p:sp>
          <p:nvSpPr>
            <p:cNvPr id="1024" name="任意多边形: 形状 1023">
              <a:extLst>
                <a:ext uri="{FF2B5EF4-FFF2-40B4-BE49-F238E27FC236}">
                  <a16:creationId xmlns:a16="http://schemas.microsoft.com/office/drawing/2014/main" id="{054B8FDF-4563-710D-7B1A-2767B4121097}"/>
                </a:ext>
              </a:extLst>
            </p:cNvPr>
            <p:cNvSpPr/>
            <p:nvPr/>
          </p:nvSpPr>
          <p:spPr>
            <a:xfrm>
              <a:off x="6564355" y="1694124"/>
              <a:ext cx="218575" cy="153781"/>
            </a:xfrm>
            <a:custGeom>
              <a:avLst/>
              <a:gdLst>
                <a:gd name="connsiteX0" fmla="*/ 35814 w 218575"/>
                <a:gd name="connsiteY0" fmla="*/ 153591 h 153781"/>
                <a:gd name="connsiteX1" fmla="*/ 71620 w 218575"/>
                <a:gd name="connsiteY1" fmla="*/ 109879 h 153781"/>
                <a:gd name="connsiteX2" fmla="*/ 44636 w 218575"/>
                <a:gd name="connsiteY2" fmla="*/ 67557 h 153781"/>
                <a:gd name="connsiteX3" fmla="*/ 44636 w 218575"/>
                <a:gd name="connsiteY3" fmla="*/ 19317 h 153781"/>
                <a:gd name="connsiteX4" fmla="*/ 173822 w 218575"/>
                <a:gd name="connsiteY4" fmla="*/ 19317 h 153781"/>
                <a:gd name="connsiteX5" fmla="*/ 173822 w 218575"/>
                <a:gd name="connsiteY5" fmla="*/ 67557 h 153781"/>
                <a:gd name="connsiteX6" fmla="*/ 147884 w 218575"/>
                <a:gd name="connsiteY6" fmla="*/ 120782 h 153781"/>
                <a:gd name="connsiteX7" fmla="*/ 191521 w 218575"/>
                <a:gd name="connsiteY7" fmla="*/ 152419 h 153781"/>
                <a:gd name="connsiteX8" fmla="*/ 217459 w 218575"/>
                <a:gd name="connsiteY8" fmla="*/ 99194 h 153781"/>
                <a:gd name="connsiteX9" fmla="*/ 191521 w 218575"/>
                <a:gd name="connsiteY9" fmla="*/ 67557 h 153781"/>
                <a:gd name="connsiteX10" fmla="*/ 192277 w 218575"/>
                <a:gd name="connsiteY10" fmla="*/ 67557 h 153781"/>
                <a:gd name="connsiteX11" fmla="*/ 192277 w 218575"/>
                <a:gd name="connsiteY11" fmla="*/ 9683 h 153781"/>
                <a:gd name="connsiteX12" fmla="*/ 183050 w 218575"/>
                <a:gd name="connsiteY12" fmla="*/ 26 h 153781"/>
                <a:gd name="connsiteX13" fmla="*/ 35408 w 218575"/>
                <a:gd name="connsiteY13" fmla="*/ 26 h 153781"/>
                <a:gd name="connsiteX14" fmla="*/ 26181 w 218575"/>
                <a:gd name="connsiteY14" fmla="*/ 9683 h 153781"/>
                <a:gd name="connsiteX15" fmla="*/ 26181 w 218575"/>
                <a:gd name="connsiteY15" fmla="*/ 67557 h 153781"/>
                <a:gd name="connsiteX16" fmla="*/ 26993 w 218575"/>
                <a:gd name="connsiteY16" fmla="*/ 67557 h 153781"/>
                <a:gd name="connsiteX17" fmla="*/ 1116 w 218575"/>
                <a:gd name="connsiteY17" fmla="*/ 120678 h 153781"/>
                <a:gd name="connsiteX18" fmla="*/ 35869 w 218575"/>
                <a:gd name="connsiteY18" fmla="*/ 153591 h 153781"/>
                <a:gd name="connsiteX19" fmla="*/ 200066 w 218575"/>
                <a:gd name="connsiteY19" fmla="*/ 109831 h 153781"/>
                <a:gd name="connsiteX20" fmla="*/ 182625 w 218575"/>
                <a:gd name="connsiteY20" fmla="*/ 131104 h 153781"/>
                <a:gd name="connsiteX21" fmla="*/ 165185 w 218575"/>
                <a:gd name="connsiteY21" fmla="*/ 109831 h 153781"/>
                <a:gd name="connsiteX22" fmla="*/ 182625 w 218575"/>
                <a:gd name="connsiteY22" fmla="*/ 88559 h 153781"/>
                <a:gd name="connsiteX23" fmla="*/ 200010 w 218575"/>
                <a:gd name="connsiteY23" fmla="*/ 109831 h 153781"/>
                <a:gd name="connsiteX24" fmla="*/ 35814 w 218575"/>
                <a:gd name="connsiteY24" fmla="*/ 88559 h 153781"/>
                <a:gd name="connsiteX25" fmla="*/ 53254 w 218575"/>
                <a:gd name="connsiteY25" fmla="*/ 109831 h 153781"/>
                <a:gd name="connsiteX26" fmla="*/ 35814 w 218575"/>
                <a:gd name="connsiteY26" fmla="*/ 131104 h 153781"/>
                <a:gd name="connsiteX27" fmla="*/ 18374 w 218575"/>
                <a:gd name="connsiteY27" fmla="*/ 109831 h 153781"/>
                <a:gd name="connsiteX28" fmla="*/ 35814 w 218575"/>
                <a:gd name="connsiteY28" fmla="*/ 88559 h 15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8575" h="153781">
                  <a:moveTo>
                    <a:pt x="35814" y="153591"/>
                  </a:moveTo>
                  <a:cubicBezTo>
                    <a:pt x="55598" y="153581"/>
                    <a:pt x="71628" y="134010"/>
                    <a:pt x="71620" y="109879"/>
                  </a:cubicBezTo>
                  <a:cubicBezTo>
                    <a:pt x="71612" y="89908"/>
                    <a:pt x="60503" y="72484"/>
                    <a:pt x="44636" y="67557"/>
                  </a:cubicBezTo>
                  <a:lnTo>
                    <a:pt x="44636" y="19317"/>
                  </a:lnTo>
                  <a:lnTo>
                    <a:pt x="173822" y="19317"/>
                  </a:lnTo>
                  <a:lnTo>
                    <a:pt x="173822" y="67557"/>
                  </a:lnTo>
                  <a:cubicBezTo>
                    <a:pt x="154610" y="73518"/>
                    <a:pt x="142997" y="97348"/>
                    <a:pt x="147884" y="120782"/>
                  </a:cubicBezTo>
                  <a:cubicBezTo>
                    <a:pt x="152771" y="144216"/>
                    <a:pt x="172308" y="158381"/>
                    <a:pt x="191521" y="152419"/>
                  </a:cubicBezTo>
                  <a:cubicBezTo>
                    <a:pt x="210733" y="146458"/>
                    <a:pt x="222346" y="122629"/>
                    <a:pt x="217459" y="99194"/>
                  </a:cubicBezTo>
                  <a:cubicBezTo>
                    <a:pt x="214217" y="83650"/>
                    <a:pt x="204265" y="71511"/>
                    <a:pt x="191521" y="67557"/>
                  </a:cubicBezTo>
                  <a:lnTo>
                    <a:pt x="192277" y="67557"/>
                  </a:lnTo>
                  <a:lnTo>
                    <a:pt x="192277" y="9683"/>
                  </a:lnTo>
                  <a:cubicBezTo>
                    <a:pt x="191885" y="3927"/>
                    <a:pt x="187774" y="-376"/>
                    <a:pt x="183050" y="26"/>
                  </a:cubicBezTo>
                  <a:lnTo>
                    <a:pt x="35408" y="26"/>
                  </a:lnTo>
                  <a:cubicBezTo>
                    <a:pt x="30684" y="-376"/>
                    <a:pt x="26573" y="3927"/>
                    <a:pt x="26181" y="9683"/>
                  </a:cubicBezTo>
                  <a:lnTo>
                    <a:pt x="26181" y="67557"/>
                  </a:lnTo>
                  <a:lnTo>
                    <a:pt x="26993" y="67557"/>
                  </a:lnTo>
                  <a:cubicBezTo>
                    <a:pt x="7820" y="73510"/>
                    <a:pt x="-3765" y="97294"/>
                    <a:pt x="1116" y="120678"/>
                  </a:cubicBezTo>
                  <a:cubicBezTo>
                    <a:pt x="5161" y="140057"/>
                    <a:pt x="19475" y="153613"/>
                    <a:pt x="35869" y="153591"/>
                  </a:cubicBezTo>
                  <a:close/>
                  <a:moveTo>
                    <a:pt x="200066" y="109831"/>
                  </a:moveTo>
                  <a:cubicBezTo>
                    <a:pt x="200066" y="121580"/>
                    <a:pt x="192257" y="131104"/>
                    <a:pt x="182625" y="131104"/>
                  </a:cubicBezTo>
                  <a:cubicBezTo>
                    <a:pt x="172993" y="131104"/>
                    <a:pt x="165185" y="121580"/>
                    <a:pt x="165185" y="109831"/>
                  </a:cubicBezTo>
                  <a:cubicBezTo>
                    <a:pt x="165185" y="98083"/>
                    <a:pt x="172993" y="88559"/>
                    <a:pt x="182625" y="88559"/>
                  </a:cubicBezTo>
                  <a:cubicBezTo>
                    <a:pt x="192231" y="88609"/>
                    <a:pt x="200000" y="98114"/>
                    <a:pt x="200010" y="109831"/>
                  </a:cubicBezTo>
                  <a:close/>
                  <a:moveTo>
                    <a:pt x="35814" y="88559"/>
                  </a:moveTo>
                  <a:cubicBezTo>
                    <a:pt x="45446" y="88559"/>
                    <a:pt x="53254" y="98083"/>
                    <a:pt x="53254" y="109831"/>
                  </a:cubicBezTo>
                  <a:cubicBezTo>
                    <a:pt x="53254" y="121580"/>
                    <a:pt x="45446" y="131104"/>
                    <a:pt x="35814" y="131104"/>
                  </a:cubicBezTo>
                  <a:cubicBezTo>
                    <a:pt x="26182" y="131104"/>
                    <a:pt x="18374" y="121580"/>
                    <a:pt x="18374" y="109831"/>
                  </a:cubicBezTo>
                  <a:cubicBezTo>
                    <a:pt x="18374" y="98083"/>
                    <a:pt x="26182" y="88559"/>
                    <a:pt x="35814" y="88559"/>
                  </a:cubicBezTo>
                  <a:close/>
                </a:path>
              </a:pathLst>
            </a:custGeom>
            <a:solidFill>
              <a:schemeClr val="tx1"/>
            </a:solidFill>
            <a:ln w="206" cap="flat">
              <a:noFill/>
              <a:prstDash val="solid"/>
              <a:miter/>
            </a:ln>
          </p:spPr>
          <p:txBody>
            <a:bodyPr rtlCol="0" anchor="ctr"/>
            <a:lstStyle/>
            <a:p>
              <a:endParaRPr lang="zh-CN" altLang="en-US"/>
            </a:p>
          </p:txBody>
        </p:sp>
      </p:grpSp>
      <p:grpSp>
        <p:nvGrpSpPr>
          <p:cNvPr id="1119" name="组合 1118">
            <a:extLst>
              <a:ext uri="{FF2B5EF4-FFF2-40B4-BE49-F238E27FC236}">
                <a16:creationId xmlns:a16="http://schemas.microsoft.com/office/drawing/2014/main" id="{8E44C105-EA74-062D-B843-3432D0023902}"/>
              </a:ext>
            </a:extLst>
          </p:cNvPr>
          <p:cNvGrpSpPr/>
          <p:nvPr/>
        </p:nvGrpSpPr>
        <p:grpSpPr>
          <a:xfrm>
            <a:off x="1024825" y="4595850"/>
            <a:ext cx="10142349" cy="129935"/>
            <a:chOff x="1019176" y="4494839"/>
            <a:chExt cx="10142349" cy="129935"/>
          </a:xfrm>
        </p:grpSpPr>
        <p:sp>
          <p:nvSpPr>
            <p:cNvPr id="1118" name="任意多边形: 形状 1117">
              <a:extLst>
                <a:ext uri="{FF2B5EF4-FFF2-40B4-BE49-F238E27FC236}">
                  <a16:creationId xmlns:a16="http://schemas.microsoft.com/office/drawing/2014/main" id="{997EB2CB-6DAC-AFC5-C647-032C3FF75D20}"/>
                </a:ext>
              </a:extLst>
            </p:cNvPr>
            <p:cNvSpPr>
              <a:spLocks/>
            </p:cNvSpPr>
            <p:nvPr/>
          </p:nvSpPr>
          <p:spPr>
            <a:xfrm>
              <a:off x="1019176" y="4494839"/>
              <a:ext cx="3453472" cy="129935"/>
            </a:xfrm>
            <a:custGeom>
              <a:avLst/>
              <a:gdLst>
                <a:gd name="connsiteX0" fmla="*/ 3333748 w 3633787"/>
                <a:gd name="connsiteY0" fmla="*/ 0 h 129935"/>
                <a:gd name="connsiteX1" fmla="*/ 3633787 w 3633787"/>
                <a:gd name="connsiteY1" fmla="*/ 129935 h 129935"/>
                <a:gd name="connsiteX2" fmla="*/ 3477315 w 3633787"/>
                <a:gd name="connsiteY2" fmla="*/ 129935 h 129935"/>
                <a:gd name="connsiteX3" fmla="*/ 3333748 w 3633787"/>
                <a:gd name="connsiteY3" fmla="*/ 129935 h 129935"/>
                <a:gd name="connsiteX4" fmla="*/ 0 w 3633787"/>
                <a:gd name="connsiteY4" fmla="*/ 129935 h 129935"/>
                <a:gd name="connsiteX5" fmla="*/ 0 w 3633787"/>
                <a:gd name="connsiteY5" fmla="*/ 66044 h 129935"/>
                <a:gd name="connsiteX6" fmla="*/ 3333748 w 3633787"/>
                <a:gd name="connsiteY6" fmla="*/ 66044 h 12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33787" h="129935">
                  <a:moveTo>
                    <a:pt x="3333748" y="0"/>
                  </a:moveTo>
                  <a:lnTo>
                    <a:pt x="3633787" y="129935"/>
                  </a:lnTo>
                  <a:lnTo>
                    <a:pt x="3477315" y="129935"/>
                  </a:lnTo>
                  <a:lnTo>
                    <a:pt x="3333748" y="129935"/>
                  </a:lnTo>
                  <a:lnTo>
                    <a:pt x="0" y="129935"/>
                  </a:lnTo>
                  <a:lnTo>
                    <a:pt x="0" y="66044"/>
                  </a:lnTo>
                  <a:lnTo>
                    <a:pt x="3333748" y="66044"/>
                  </a:lnTo>
                  <a:close/>
                </a:path>
              </a:pathLst>
            </a:custGeom>
            <a:gradFill>
              <a:gsLst>
                <a:gs pos="0">
                  <a:schemeClr val="accent1">
                    <a:lumMod val="5000"/>
                    <a:lumOff val="9500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17" name="任意多边形: 形状 1116">
              <a:extLst>
                <a:ext uri="{FF2B5EF4-FFF2-40B4-BE49-F238E27FC236}">
                  <a16:creationId xmlns:a16="http://schemas.microsoft.com/office/drawing/2014/main" id="{4A912A83-A910-04C3-57D6-85CA4136132A}"/>
                </a:ext>
              </a:extLst>
            </p:cNvPr>
            <p:cNvSpPr>
              <a:spLocks/>
            </p:cNvSpPr>
            <p:nvPr/>
          </p:nvSpPr>
          <p:spPr>
            <a:xfrm flipH="1">
              <a:off x="7708053" y="4494839"/>
              <a:ext cx="3453472" cy="129935"/>
            </a:xfrm>
            <a:custGeom>
              <a:avLst/>
              <a:gdLst>
                <a:gd name="connsiteX0" fmla="*/ 3333748 w 3633787"/>
                <a:gd name="connsiteY0" fmla="*/ 0 h 129935"/>
                <a:gd name="connsiteX1" fmla="*/ 3333748 w 3633787"/>
                <a:gd name="connsiteY1" fmla="*/ 66044 h 129935"/>
                <a:gd name="connsiteX2" fmla="*/ 0 w 3633787"/>
                <a:gd name="connsiteY2" fmla="*/ 66044 h 129935"/>
                <a:gd name="connsiteX3" fmla="*/ 0 w 3633787"/>
                <a:gd name="connsiteY3" fmla="*/ 129935 h 129935"/>
                <a:gd name="connsiteX4" fmla="*/ 3333748 w 3633787"/>
                <a:gd name="connsiteY4" fmla="*/ 129935 h 129935"/>
                <a:gd name="connsiteX5" fmla="*/ 3477315 w 3633787"/>
                <a:gd name="connsiteY5" fmla="*/ 129935 h 129935"/>
                <a:gd name="connsiteX6" fmla="*/ 3633787 w 3633787"/>
                <a:gd name="connsiteY6" fmla="*/ 129935 h 12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33787" h="129935">
                  <a:moveTo>
                    <a:pt x="3333748" y="0"/>
                  </a:moveTo>
                  <a:lnTo>
                    <a:pt x="3333748" y="66044"/>
                  </a:lnTo>
                  <a:lnTo>
                    <a:pt x="0" y="66044"/>
                  </a:lnTo>
                  <a:lnTo>
                    <a:pt x="0" y="129935"/>
                  </a:lnTo>
                  <a:lnTo>
                    <a:pt x="3333748" y="129935"/>
                  </a:lnTo>
                  <a:lnTo>
                    <a:pt x="3477315" y="129935"/>
                  </a:lnTo>
                  <a:lnTo>
                    <a:pt x="3633787" y="129935"/>
                  </a:lnTo>
                  <a:close/>
                </a:path>
              </a:pathLst>
            </a:custGeom>
            <a:gradFill>
              <a:gsLst>
                <a:gs pos="0">
                  <a:schemeClr val="accent1">
                    <a:lumMod val="5000"/>
                    <a:lumOff val="9500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158" name="任意多边形: 形状 1157">
            <a:extLst>
              <a:ext uri="{FF2B5EF4-FFF2-40B4-BE49-F238E27FC236}">
                <a16:creationId xmlns:a16="http://schemas.microsoft.com/office/drawing/2014/main" id="{EBBE4932-7F6B-38CC-4227-A163866EBA08}"/>
              </a:ext>
            </a:extLst>
          </p:cNvPr>
          <p:cNvSpPr>
            <a:spLocks/>
          </p:cNvSpPr>
          <p:nvPr/>
        </p:nvSpPr>
        <p:spPr>
          <a:xfrm>
            <a:off x="2358447" y="2429409"/>
            <a:ext cx="7470920" cy="1234064"/>
          </a:xfrm>
          <a:custGeom>
            <a:avLst/>
            <a:gdLst>
              <a:gd name="connsiteX0" fmla="*/ 5197052 w 7470920"/>
              <a:gd name="connsiteY0" fmla="*/ 714606 h 1121274"/>
              <a:gd name="connsiteX1" fmla="*/ 5578654 w 7470920"/>
              <a:gd name="connsiteY1" fmla="*/ 1045951 h 1121274"/>
              <a:gd name="connsiteX2" fmla="*/ 5193728 w 7470920"/>
              <a:gd name="connsiteY2" fmla="*/ 1077216 h 1121274"/>
              <a:gd name="connsiteX3" fmla="*/ 3735421 w 7470920"/>
              <a:gd name="connsiteY3" fmla="*/ 1121274 h 1121274"/>
              <a:gd name="connsiteX4" fmla="*/ 2277114 w 7470920"/>
              <a:gd name="connsiteY4" fmla="*/ 1077216 h 1121274"/>
              <a:gd name="connsiteX5" fmla="*/ 1979709 w 7470920"/>
              <a:gd name="connsiteY5" fmla="*/ 1053060 h 1121274"/>
              <a:gd name="connsiteX6" fmla="*/ 2358777 w 7470920"/>
              <a:gd name="connsiteY6" fmla="*/ 723915 h 1121274"/>
              <a:gd name="connsiteX7" fmla="*/ 2437701 w 7470920"/>
              <a:gd name="connsiteY7" fmla="*/ 733015 h 1121274"/>
              <a:gd name="connsiteX8" fmla="*/ 3737553 w 7470920"/>
              <a:gd name="connsiteY8" fmla="*/ 788507 h 1121274"/>
              <a:gd name="connsiteX9" fmla="*/ 5037406 w 7470920"/>
              <a:gd name="connsiteY9" fmla="*/ 733015 h 1121274"/>
              <a:gd name="connsiteX10" fmla="*/ 1455376 w 7470920"/>
              <a:gd name="connsiteY10" fmla="*/ 522764 h 1121274"/>
              <a:gd name="connsiteX11" fmla="*/ 1459923 w 7470920"/>
              <a:gd name="connsiteY11" fmla="*/ 529067 h 1121274"/>
              <a:gd name="connsiteX12" fmla="*/ 2093627 w 7470920"/>
              <a:gd name="connsiteY12" fmla="*/ 693339 h 1121274"/>
              <a:gd name="connsiteX13" fmla="*/ 2168043 w 7470920"/>
              <a:gd name="connsiteY13" fmla="*/ 701920 h 1121274"/>
              <a:gd name="connsiteX14" fmla="*/ 1782127 w 7470920"/>
              <a:gd name="connsiteY14" fmla="*/ 1037012 h 1121274"/>
              <a:gd name="connsiteX15" fmla="*/ 1640717 w 7470920"/>
              <a:gd name="connsiteY15" fmla="*/ 1025526 h 1121274"/>
              <a:gd name="connsiteX16" fmla="*/ 19022 w 7470920"/>
              <a:gd name="connsiteY16" fmla="*/ 632042 h 1121274"/>
              <a:gd name="connsiteX17" fmla="*/ 0 w 7470920"/>
              <a:gd name="connsiteY17" fmla="*/ 586918 h 1121274"/>
              <a:gd name="connsiteX18" fmla="*/ 5999370 w 7470920"/>
              <a:gd name="connsiteY18" fmla="*/ 521866 h 1121274"/>
              <a:gd name="connsiteX19" fmla="*/ 7470920 w 7470920"/>
              <a:gd name="connsiteY19" fmla="*/ 586733 h 1121274"/>
              <a:gd name="connsiteX20" fmla="*/ 7451821 w 7470920"/>
              <a:gd name="connsiteY20" fmla="*/ 632042 h 1121274"/>
              <a:gd name="connsiteX21" fmla="*/ 5830125 w 7470920"/>
              <a:gd name="connsiteY21" fmla="*/ 1025526 h 1121274"/>
              <a:gd name="connsiteX22" fmla="*/ 5776235 w 7470920"/>
              <a:gd name="connsiteY22" fmla="*/ 1029903 h 1121274"/>
              <a:gd name="connsiteX23" fmla="*/ 5387457 w 7470920"/>
              <a:gd name="connsiteY23" fmla="*/ 692327 h 1121274"/>
              <a:gd name="connsiteX24" fmla="*/ 5665366 w 7470920"/>
              <a:gd name="connsiteY24" fmla="*/ 645252 h 1121274"/>
              <a:gd name="connsiteX25" fmla="*/ 5957895 w 7470920"/>
              <a:gd name="connsiteY25" fmla="*/ 560207 h 1121274"/>
              <a:gd name="connsiteX26" fmla="*/ 5527888 w 7470920"/>
              <a:gd name="connsiteY26" fmla="*/ 71199 h 1121274"/>
              <a:gd name="connsiteX27" fmla="*/ 5830125 w 7470920"/>
              <a:gd name="connsiteY27" fmla="*/ 95748 h 1121274"/>
              <a:gd name="connsiteX28" fmla="*/ 7451821 w 7470920"/>
              <a:gd name="connsiteY28" fmla="*/ 489233 h 1121274"/>
              <a:gd name="connsiteX29" fmla="*/ 7462382 w 7470920"/>
              <a:gd name="connsiteY29" fmla="*/ 514288 h 1121274"/>
              <a:gd name="connsiteX30" fmla="*/ 6054215 w 7470920"/>
              <a:gd name="connsiteY30" fmla="*/ 452214 h 1121274"/>
              <a:gd name="connsiteX31" fmla="*/ 6015183 w 7470920"/>
              <a:gd name="connsiteY31" fmla="*/ 398101 h 1121274"/>
              <a:gd name="connsiteX32" fmla="*/ 5381480 w 7470920"/>
              <a:gd name="connsiteY32" fmla="*/ 233829 h 1121274"/>
              <a:gd name="connsiteX33" fmla="*/ 5345385 w 7470920"/>
              <a:gd name="connsiteY33" fmla="*/ 229667 h 1121274"/>
              <a:gd name="connsiteX34" fmla="*/ 1946854 w 7470920"/>
              <a:gd name="connsiteY34" fmla="*/ 70883 h 1121274"/>
              <a:gd name="connsiteX35" fmla="*/ 2129722 w 7470920"/>
              <a:gd name="connsiteY35" fmla="*/ 229667 h 1121274"/>
              <a:gd name="connsiteX36" fmla="*/ 2093627 w 7470920"/>
              <a:gd name="connsiteY36" fmla="*/ 233829 h 1121274"/>
              <a:gd name="connsiteX37" fmla="*/ 1459923 w 7470920"/>
              <a:gd name="connsiteY37" fmla="*/ 398101 h 1121274"/>
              <a:gd name="connsiteX38" fmla="*/ 1420892 w 7470920"/>
              <a:gd name="connsiteY38" fmla="*/ 452214 h 1121274"/>
              <a:gd name="connsiteX39" fmla="*/ 8379 w 7470920"/>
              <a:gd name="connsiteY39" fmla="*/ 514479 h 1121274"/>
              <a:gd name="connsiteX40" fmla="*/ 19022 w 7470920"/>
              <a:gd name="connsiteY40" fmla="*/ 489233 h 1121274"/>
              <a:gd name="connsiteX41" fmla="*/ 1640717 w 7470920"/>
              <a:gd name="connsiteY41" fmla="*/ 95748 h 1121274"/>
              <a:gd name="connsiteX42" fmla="*/ 3735421 w 7470920"/>
              <a:gd name="connsiteY42" fmla="*/ 0 h 1121274"/>
              <a:gd name="connsiteX43" fmla="*/ 5193728 w 7470920"/>
              <a:gd name="connsiteY43" fmla="*/ 44058 h 1121274"/>
              <a:gd name="connsiteX44" fmla="*/ 5330306 w 7470920"/>
              <a:gd name="connsiteY44" fmla="*/ 55151 h 1121274"/>
              <a:gd name="connsiteX45" fmla="*/ 5154651 w 7470920"/>
              <a:gd name="connsiteY45" fmla="*/ 207673 h 1121274"/>
              <a:gd name="connsiteX46" fmla="*/ 5037406 w 7470920"/>
              <a:gd name="connsiteY46" fmla="*/ 194153 h 1121274"/>
              <a:gd name="connsiteX47" fmla="*/ 3737553 w 7470920"/>
              <a:gd name="connsiteY47" fmla="*/ 138661 h 1121274"/>
              <a:gd name="connsiteX48" fmla="*/ 2437701 w 7470920"/>
              <a:gd name="connsiteY48" fmla="*/ 194153 h 1121274"/>
              <a:gd name="connsiteX49" fmla="*/ 2320456 w 7470920"/>
              <a:gd name="connsiteY49" fmla="*/ 207673 h 1121274"/>
              <a:gd name="connsiteX50" fmla="*/ 2144437 w 7470920"/>
              <a:gd name="connsiteY50" fmla="*/ 54834 h 1121274"/>
              <a:gd name="connsiteX51" fmla="*/ 2277114 w 7470920"/>
              <a:gd name="connsiteY51" fmla="*/ 44058 h 1121274"/>
              <a:gd name="connsiteX52" fmla="*/ 3735421 w 7470920"/>
              <a:gd name="connsiteY52" fmla="*/ 0 h 1121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7470920" h="1121274">
                <a:moveTo>
                  <a:pt x="5197052" y="714606"/>
                </a:moveTo>
                <a:lnTo>
                  <a:pt x="5578654" y="1045951"/>
                </a:lnTo>
                <a:lnTo>
                  <a:pt x="5193728" y="1077216"/>
                </a:lnTo>
                <a:cubicBezTo>
                  <a:pt x="4745503" y="1105586"/>
                  <a:pt x="4252705" y="1121274"/>
                  <a:pt x="3735421" y="1121274"/>
                </a:cubicBezTo>
                <a:cubicBezTo>
                  <a:pt x="3218138" y="1121274"/>
                  <a:pt x="2725339" y="1105586"/>
                  <a:pt x="2277114" y="1077216"/>
                </a:cubicBezTo>
                <a:lnTo>
                  <a:pt x="1979709" y="1053060"/>
                </a:lnTo>
                <a:lnTo>
                  <a:pt x="2358777" y="723915"/>
                </a:lnTo>
                <a:lnTo>
                  <a:pt x="2437701" y="733015"/>
                </a:lnTo>
                <a:cubicBezTo>
                  <a:pt x="2808751" y="768050"/>
                  <a:pt x="3256059" y="788507"/>
                  <a:pt x="3737553" y="788507"/>
                </a:cubicBezTo>
                <a:cubicBezTo>
                  <a:pt x="4219048" y="788507"/>
                  <a:pt x="4666356" y="768050"/>
                  <a:pt x="5037406" y="733015"/>
                </a:cubicBezTo>
                <a:close/>
                <a:moveTo>
                  <a:pt x="1455376" y="522764"/>
                </a:moveTo>
                <a:lnTo>
                  <a:pt x="1459923" y="529067"/>
                </a:lnTo>
                <a:cubicBezTo>
                  <a:pt x="1552831" y="592523"/>
                  <a:pt x="1778089" y="649240"/>
                  <a:pt x="2093627" y="693339"/>
                </a:cubicBezTo>
                <a:lnTo>
                  <a:pt x="2168043" y="701920"/>
                </a:lnTo>
                <a:lnTo>
                  <a:pt x="1782127" y="1037012"/>
                </a:lnTo>
                <a:lnTo>
                  <a:pt x="1640717" y="1025526"/>
                </a:lnTo>
                <a:cubicBezTo>
                  <a:pt x="768714" y="937369"/>
                  <a:pt x="158060" y="795720"/>
                  <a:pt x="19022" y="632042"/>
                </a:cubicBezTo>
                <a:lnTo>
                  <a:pt x="0" y="586918"/>
                </a:lnTo>
                <a:close/>
                <a:moveTo>
                  <a:pt x="5999370" y="521866"/>
                </a:moveTo>
                <a:lnTo>
                  <a:pt x="7470920" y="586733"/>
                </a:lnTo>
                <a:lnTo>
                  <a:pt x="7451821" y="632042"/>
                </a:lnTo>
                <a:cubicBezTo>
                  <a:pt x="7312782" y="795720"/>
                  <a:pt x="6702128" y="937369"/>
                  <a:pt x="5830125" y="1025526"/>
                </a:cubicBezTo>
                <a:lnTo>
                  <a:pt x="5776235" y="1029903"/>
                </a:lnTo>
                <a:lnTo>
                  <a:pt x="5387457" y="692327"/>
                </a:lnTo>
                <a:lnTo>
                  <a:pt x="5665366" y="645252"/>
                </a:lnTo>
                <a:cubicBezTo>
                  <a:pt x="5790705" y="619323"/>
                  <a:pt x="5889967" y="590730"/>
                  <a:pt x="5957895" y="560207"/>
                </a:cubicBezTo>
                <a:close/>
                <a:moveTo>
                  <a:pt x="5527888" y="71199"/>
                </a:moveTo>
                <a:lnTo>
                  <a:pt x="5830125" y="95748"/>
                </a:lnTo>
                <a:cubicBezTo>
                  <a:pt x="6702128" y="183905"/>
                  <a:pt x="7312782" y="325555"/>
                  <a:pt x="7451821" y="489233"/>
                </a:cubicBezTo>
                <a:lnTo>
                  <a:pt x="7462382" y="514288"/>
                </a:lnTo>
                <a:lnTo>
                  <a:pt x="6054215" y="452214"/>
                </a:lnTo>
                <a:lnTo>
                  <a:pt x="6015183" y="398101"/>
                </a:lnTo>
                <a:cubicBezTo>
                  <a:pt x="5922276" y="334646"/>
                  <a:pt x="5697018" y="277928"/>
                  <a:pt x="5381480" y="233829"/>
                </a:cubicBezTo>
                <a:lnTo>
                  <a:pt x="5345385" y="229667"/>
                </a:lnTo>
                <a:close/>
                <a:moveTo>
                  <a:pt x="1946854" y="70883"/>
                </a:moveTo>
                <a:lnTo>
                  <a:pt x="2129722" y="229667"/>
                </a:lnTo>
                <a:lnTo>
                  <a:pt x="2093627" y="233829"/>
                </a:lnTo>
                <a:cubicBezTo>
                  <a:pt x="1778089" y="277928"/>
                  <a:pt x="1552831" y="334646"/>
                  <a:pt x="1459923" y="398101"/>
                </a:cubicBezTo>
                <a:lnTo>
                  <a:pt x="1420892" y="452214"/>
                </a:lnTo>
                <a:lnTo>
                  <a:pt x="8379" y="514479"/>
                </a:lnTo>
                <a:lnTo>
                  <a:pt x="19022" y="489233"/>
                </a:lnTo>
                <a:cubicBezTo>
                  <a:pt x="158060" y="325555"/>
                  <a:pt x="768714" y="183905"/>
                  <a:pt x="1640717" y="95748"/>
                </a:cubicBezTo>
                <a:close/>
                <a:moveTo>
                  <a:pt x="3735421" y="0"/>
                </a:moveTo>
                <a:cubicBezTo>
                  <a:pt x="4252705" y="0"/>
                  <a:pt x="4745503" y="15688"/>
                  <a:pt x="5193728" y="44058"/>
                </a:cubicBezTo>
                <a:lnTo>
                  <a:pt x="5330306" y="55151"/>
                </a:lnTo>
                <a:lnTo>
                  <a:pt x="5154651" y="207673"/>
                </a:lnTo>
                <a:lnTo>
                  <a:pt x="5037406" y="194153"/>
                </a:lnTo>
                <a:cubicBezTo>
                  <a:pt x="4666356" y="159118"/>
                  <a:pt x="4219048" y="138661"/>
                  <a:pt x="3737553" y="138661"/>
                </a:cubicBezTo>
                <a:cubicBezTo>
                  <a:pt x="3256059" y="138661"/>
                  <a:pt x="2808751" y="159118"/>
                  <a:pt x="2437701" y="194153"/>
                </a:cubicBezTo>
                <a:lnTo>
                  <a:pt x="2320456" y="207673"/>
                </a:lnTo>
                <a:lnTo>
                  <a:pt x="2144437" y="54834"/>
                </a:lnTo>
                <a:lnTo>
                  <a:pt x="2277114" y="44058"/>
                </a:lnTo>
                <a:cubicBezTo>
                  <a:pt x="2725339" y="15688"/>
                  <a:pt x="3218138" y="0"/>
                  <a:pt x="3735421" y="0"/>
                </a:cubicBezTo>
                <a:close/>
              </a:path>
            </a:pathLst>
          </a:custGeom>
          <a:gradFill flip="none" rotWithShape="1">
            <a:gsLst>
              <a:gs pos="0">
                <a:schemeClr val="accent2">
                  <a:alpha val="0"/>
                </a:schemeClr>
              </a:gs>
              <a:gs pos="100000">
                <a:schemeClr val="accent2"/>
              </a:gs>
            </a:gsLst>
            <a:lin ang="5400000" scaled="0"/>
            <a:tileRect/>
          </a:gradFill>
          <a:ln w="9525">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7" name="文本框 56">
            <a:extLst>
              <a:ext uri="{FF2B5EF4-FFF2-40B4-BE49-F238E27FC236}">
                <a16:creationId xmlns:a16="http://schemas.microsoft.com/office/drawing/2014/main" id="{E03AD202-6918-4231-F8F7-9E7B8AE292C2}"/>
              </a:ext>
            </a:extLst>
          </p:cNvPr>
          <p:cNvSpPr txBox="1"/>
          <p:nvPr/>
        </p:nvSpPr>
        <p:spPr>
          <a:xfrm>
            <a:off x="2997631" y="2559419"/>
            <a:ext cx="564257" cy="389081"/>
          </a:xfrm>
          <a:prstGeom prst="rect">
            <a:avLst/>
          </a:prstGeom>
          <a:noFill/>
        </p:spPr>
        <p:txBody>
          <a:bodyPr wrap="none" lIns="0" tIns="0" rIns="0" bIns="0" rtlCol="0">
            <a:spAutoFit/>
          </a:bodyPr>
          <a:lstStyle/>
          <a:p>
            <a:pPr algn="ctr">
              <a:lnSpc>
                <a:spcPct val="120000"/>
              </a:lnSpc>
            </a:pPr>
            <a:r>
              <a:rPr lang="zh-CN" altLang="en-US" sz="1100" b="1" dirty="0">
                <a:solidFill>
                  <a:schemeClr val="bg1"/>
                </a:solidFill>
              </a:rPr>
              <a:t>智慧</a:t>
            </a:r>
            <a:endParaRPr lang="en-US" altLang="zh-CN" sz="1100" b="1" dirty="0">
              <a:solidFill>
                <a:schemeClr val="bg1"/>
              </a:solidFill>
            </a:endParaRPr>
          </a:p>
          <a:p>
            <a:pPr algn="ctr">
              <a:lnSpc>
                <a:spcPct val="120000"/>
              </a:lnSpc>
            </a:pPr>
            <a:r>
              <a:rPr lang="zh-CN" altLang="en-US" sz="1100" b="1" dirty="0">
                <a:solidFill>
                  <a:schemeClr val="bg1"/>
                </a:solidFill>
              </a:rPr>
              <a:t>交通管理</a:t>
            </a:r>
          </a:p>
        </p:txBody>
      </p:sp>
      <p:sp>
        <p:nvSpPr>
          <p:cNvPr id="58" name="文本框 57">
            <a:extLst>
              <a:ext uri="{FF2B5EF4-FFF2-40B4-BE49-F238E27FC236}">
                <a16:creationId xmlns:a16="http://schemas.microsoft.com/office/drawing/2014/main" id="{D3DE32CB-82F4-6497-3D74-F4A3B4487795}"/>
              </a:ext>
            </a:extLst>
          </p:cNvPr>
          <p:cNvSpPr txBox="1"/>
          <p:nvPr/>
        </p:nvSpPr>
        <p:spPr>
          <a:xfrm>
            <a:off x="8492231" y="2517512"/>
            <a:ext cx="564257" cy="389081"/>
          </a:xfrm>
          <a:prstGeom prst="rect">
            <a:avLst/>
          </a:prstGeom>
          <a:noFill/>
        </p:spPr>
        <p:txBody>
          <a:bodyPr wrap="none" lIns="0" tIns="0" rIns="0" bIns="0" rtlCol="0">
            <a:spAutoFit/>
          </a:bodyPr>
          <a:lstStyle/>
          <a:p>
            <a:pPr algn="ctr">
              <a:lnSpc>
                <a:spcPct val="120000"/>
              </a:lnSpc>
            </a:pPr>
            <a:r>
              <a:rPr lang="zh-CN" altLang="en-US" sz="1100" b="1" dirty="0">
                <a:solidFill>
                  <a:schemeClr val="bg1"/>
                </a:solidFill>
              </a:rPr>
              <a:t>高效</a:t>
            </a:r>
            <a:endParaRPr lang="en-US" altLang="zh-CN" sz="1100" b="1" dirty="0">
              <a:solidFill>
                <a:schemeClr val="bg1"/>
              </a:solidFill>
            </a:endParaRPr>
          </a:p>
          <a:p>
            <a:pPr algn="ctr">
              <a:lnSpc>
                <a:spcPct val="120000"/>
              </a:lnSpc>
            </a:pPr>
            <a:r>
              <a:rPr lang="zh-CN" altLang="en-US" sz="1100" b="1" dirty="0">
                <a:solidFill>
                  <a:schemeClr val="bg1"/>
                </a:solidFill>
              </a:rPr>
              <a:t>能源管理</a:t>
            </a:r>
          </a:p>
        </p:txBody>
      </p:sp>
      <p:sp>
        <p:nvSpPr>
          <p:cNvPr id="1161" name="文本框 1160">
            <a:extLst>
              <a:ext uri="{FF2B5EF4-FFF2-40B4-BE49-F238E27FC236}">
                <a16:creationId xmlns:a16="http://schemas.microsoft.com/office/drawing/2014/main" id="{56B46CB6-7B84-6CCD-17FB-C6735C0CFCBF}"/>
              </a:ext>
            </a:extLst>
          </p:cNvPr>
          <p:cNvSpPr txBox="1"/>
          <p:nvPr/>
        </p:nvSpPr>
        <p:spPr>
          <a:xfrm>
            <a:off x="3382382" y="3080767"/>
            <a:ext cx="564257" cy="389081"/>
          </a:xfrm>
          <a:prstGeom prst="rect">
            <a:avLst/>
          </a:prstGeom>
          <a:noFill/>
        </p:spPr>
        <p:txBody>
          <a:bodyPr wrap="none" lIns="0" tIns="0" rIns="0" bIns="0" rtlCol="0">
            <a:spAutoFit/>
          </a:bodyPr>
          <a:lstStyle/>
          <a:p>
            <a:pPr algn="ctr">
              <a:lnSpc>
                <a:spcPct val="120000"/>
              </a:lnSpc>
            </a:pPr>
            <a:r>
              <a:rPr lang="zh-CN" altLang="en-US" sz="1100" b="1" dirty="0">
                <a:solidFill>
                  <a:schemeClr val="bg1"/>
                </a:solidFill>
              </a:rPr>
              <a:t>智能</a:t>
            </a:r>
            <a:endParaRPr lang="en-US" altLang="zh-CN" sz="1100" b="1" dirty="0">
              <a:solidFill>
                <a:schemeClr val="bg1"/>
              </a:solidFill>
            </a:endParaRPr>
          </a:p>
          <a:p>
            <a:pPr algn="ctr">
              <a:lnSpc>
                <a:spcPct val="120000"/>
              </a:lnSpc>
            </a:pPr>
            <a:r>
              <a:rPr lang="zh-CN" altLang="en-US" sz="1100" b="1" dirty="0">
                <a:solidFill>
                  <a:schemeClr val="bg1"/>
                </a:solidFill>
              </a:rPr>
              <a:t>安防监控</a:t>
            </a:r>
          </a:p>
        </p:txBody>
      </p:sp>
      <p:sp>
        <p:nvSpPr>
          <p:cNvPr id="1162" name="文本框 1161">
            <a:extLst>
              <a:ext uri="{FF2B5EF4-FFF2-40B4-BE49-F238E27FC236}">
                <a16:creationId xmlns:a16="http://schemas.microsoft.com/office/drawing/2014/main" id="{2EBC628D-FD1F-7B8E-787C-44AB7F3B8FEE}"/>
              </a:ext>
            </a:extLst>
          </p:cNvPr>
          <p:cNvSpPr txBox="1"/>
          <p:nvPr/>
        </p:nvSpPr>
        <p:spPr>
          <a:xfrm>
            <a:off x="8317716" y="3025314"/>
            <a:ext cx="564257" cy="389081"/>
          </a:xfrm>
          <a:prstGeom prst="rect">
            <a:avLst/>
          </a:prstGeom>
          <a:noFill/>
        </p:spPr>
        <p:txBody>
          <a:bodyPr wrap="none" lIns="0" tIns="0" rIns="0" bIns="0" rtlCol="0">
            <a:spAutoFit/>
          </a:bodyPr>
          <a:lstStyle/>
          <a:p>
            <a:pPr algn="ctr">
              <a:lnSpc>
                <a:spcPct val="120000"/>
              </a:lnSpc>
            </a:pPr>
            <a:r>
              <a:rPr lang="zh-CN" altLang="en-US" sz="1100" b="1" dirty="0">
                <a:solidFill>
                  <a:schemeClr val="bg1"/>
                </a:solidFill>
              </a:rPr>
              <a:t>智慧</a:t>
            </a:r>
            <a:endParaRPr lang="en-US" altLang="zh-CN" sz="1100" b="1" dirty="0">
              <a:solidFill>
                <a:schemeClr val="bg1"/>
              </a:solidFill>
            </a:endParaRPr>
          </a:p>
          <a:p>
            <a:pPr algn="ctr">
              <a:lnSpc>
                <a:spcPct val="120000"/>
              </a:lnSpc>
            </a:pPr>
            <a:r>
              <a:rPr lang="zh-CN" altLang="en-US" sz="1100" b="1" dirty="0">
                <a:solidFill>
                  <a:schemeClr val="bg1"/>
                </a:solidFill>
              </a:rPr>
              <a:t>环境监测</a:t>
            </a:r>
          </a:p>
        </p:txBody>
      </p:sp>
      <p:sp>
        <p:nvSpPr>
          <p:cNvPr id="1120" name="文本框 1119">
            <a:extLst>
              <a:ext uri="{FF2B5EF4-FFF2-40B4-BE49-F238E27FC236}">
                <a16:creationId xmlns:a16="http://schemas.microsoft.com/office/drawing/2014/main" id="{E26FE2B6-FFFE-182D-ADBB-30A6EF6B98D8}"/>
              </a:ext>
            </a:extLst>
          </p:cNvPr>
          <p:cNvSpPr txBox="1"/>
          <p:nvPr/>
        </p:nvSpPr>
        <p:spPr>
          <a:xfrm>
            <a:off x="5621251" y="3346298"/>
            <a:ext cx="1015924" cy="185948"/>
          </a:xfrm>
          <a:prstGeom prst="rect">
            <a:avLst/>
          </a:prstGeom>
          <a:noFill/>
        </p:spPr>
        <p:txBody>
          <a:bodyPr wrap="square" lIns="0" tIns="0" rIns="0" bIns="0" rtlCol="0">
            <a:spAutoFit/>
          </a:bodyPr>
          <a:lstStyle/>
          <a:p>
            <a:pPr algn="ctr">
              <a:lnSpc>
                <a:spcPct val="120000"/>
              </a:lnSpc>
            </a:pPr>
            <a:r>
              <a:rPr lang="zh-CN" altLang="en-US" sz="1100" b="1" dirty="0">
                <a:solidFill>
                  <a:schemeClr val="bg1"/>
                </a:solidFill>
              </a:rPr>
              <a:t>智能教育服务</a:t>
            </a:r>
          </a:p>
        </p:txBody>
      </p:sp>
    </p:spTree>
    <p:extLst>
      <p:ext uri="{BB962C8B-B14F-4D97-AF65-F5344CB8AC3E}">
        <p14:creationId xmlns:p14="http://schemas.microsoft.com/office/powerpoint/2010/main" val="16978083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1029" name="椭圆 1028">
            <a:extLst>
              <a:ext uri="{FF2B5EF4-FFF2-40B4-BE49-F238E27FC236}">
                <a16:creationId xmlns:a16="http://schemas.microsoft.com/office/drawing/2014/main" id="{CA5A5F3F-8029-B183-A329-ADE0ED5E8930}"/>
              </a:ext>
            </a:extLst>
          </p:cNvPr>
          <p:cNvSpPr/>
          <p:nvPr/>
        </p:nvSpPr>
        <p:spPr>
          <a:xfrm>
            <a:off x="1657311" y="1435081"/>
            <a:ext cx="4572309" cy="1942777"/>
          </a:xfrm>
          <a:prstGeom prst="ellipse">
            <a:avLst/>
          </a:prstGeom>
          <a:gradFill>
            <a:gsLst>
              <a:gs pos="50000">
                <a:schemeClr val="tx1">
                  <a:alpha val="0"/>
                </a:schemeClr>
              </a:gs>
              <a:gs pos="0">
                <a:schemeClr val="accent1">
                  <a:alpha val="32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1" name="任意多边形: 形状 1190">
            <a:extLst>
              <a:ext uri="{FF2B5EF4-FFF2-40B4-BE49-F238E27FC236}">
                <a16:creationId xmlns:a16="http://schemas.microsoft.com/office/drawing/2014/main" id="{2B989D88-EC55-321F-1D07-91C526592FFF}"/>
              </a:ext>
            </a:extLst>
          </p:cNvPr>
          <p:cNvSpPr/>
          <p:nvPr/>
        </p:nvSpPr>
        <p:spPr>
          <a:xfrm>
            <a:off x="7595608" y="1430333"/>
            <a:ext cx="3357955" cy="3609639"/>
          </a:xfrm>
          <a:custGeom>
            <a:avLst/>
            <a:gdLst>
              <a:gd name="connsiteX0" fmla="*/ 386080 w 3357955"/>
              <a:gd name="connsiteY0" fmla="*/ 0 h 3589909"/>
              <a:gd name="connsiteX1" fmla="*/ 748126 w 3357955"/>
              <a:gd name="connsiteY1" fmla="*/ 0 h 3589909"/>
              <a:gd name="connsiteX2" fmla="*/ 2995909 w 3357955"/>
              <a:gd name="connsiteY2" fmla="*/ 0 h 3589909"/>
              <a:gd name="connsiteX3" fmla="*/ 3357955 w 3357955"/>
              <a:gd name="connsiteY3" fmla="*/ 0 h 3589909"/>
              <a:gd name="connsiteX4" fmla="*/ 2868726 w 3357955"/>
              <a:gd name="connsiteY4" fmla="*/ 1792383 h 3589909"/>
              <a:gd name="connsiteX5" fmla="*/ 3357955 w 3357955"/>
              <a:gd name="connsiteY5" fmla="*/ 3584797 h 3589909"/>
              <a:gd name="connsiteX6" fmla="*/ 2944444 w 3357955"/>
              <a:gd name="connsiteY6" fmla="*/ 3584802 h 3589909"/>
              <a:gd name="connsiteX7" fmla="*/ 2971875 w 3357955"/>
              <a:gd name="connsiteY7" fmla="*/ 3589877 h 3589909"/>
              <a:gd name="connsiteX8" fmla="*/ 362046 w 3357955"/>
              <a:gd name="connsiteY8" fmla="*/ 3589909 h 3589909"/>
              <a:gd name="connsiteX9" fmla="*/ 362070 w 3357955"/>
              <a:gd name="connsiteY9" fmla="*/ 3589904 h 3589909"/>
              <a:gd name="connsiteX10" fmla="*/ 0 w 3357955"/>
              <a:gd name="connsiteY10" fmla="*/ 3589909 h 3589909"/>
              <a:gd name="connsiteX11" fmla="*/ 489229 w 3357955"/>
              <a:gd name="connsiteY11" fmla="*/ 1797494 h 3589909"/>
              <a:gd name="connsiteX12" fmla="*/ 0 w 3357955"/>
              <a:gd name="connsiteY12" fmla="*/ 5080 h 3589909"/>
              <a:gd name="connsiteX13" fmla="*/ 362046 w 3357955"/>
              <a:gd name="connsiteY13" fmla="*/ 5080 h 3589909"/>
              <a:gd name="connsiteX14" fmla="*/ 413539 w 3357955"/>
              <a:gd name="connsiteY14" fmla="*/ 5080 h 358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57955" h="3589909">
                <a:moveTo>
                  <a:pt x="386080" y="0"/>
                </a:moveTo>
                <a:lnTo>
                  <a:pt x="748126" y="0"/>
                </a:lnTo>
                <a:lnTo>
                  <a:pt x="2995909" y="0"/>
                </a:lnTo>
                <a:lnTo>
                  <a:pt x="3357955" y="0"/>
                </a:lnTo>
                <a:cubicBezTo>
                  <a:pt x="3087768" y="0"/>
                  <a:pt x="2868726" y="802451"/>
                  <a:pt x="2868726" y="1792383"/>
                </a:cubicBezTo>
                <a:cubicBezTo>
                  <a:pt x="2868726" y="2782315"/>
                  <a:pt x="3087768" y="3584797"/>
                  <a:pt x="3357955" y="3584797"/>
                </a:cubicBezTo>
                <a:lnTo>
                  <a:pt x="2944444" y="3584802"/>
                </a:lnTo>
                <a:lnTo>
                  <a:pt x="2971875" y="3589877"/>
                </a:lnTo>
                <a:lnTo>
                  <a:pt x="362046" y="3589909"/>
                </a:lnTo>
                <a:lnTo>
                  <a:pt x="362070" y="3589904"/>
                </a:lnTo>
                <a:lnTo>
                  <a:pt x="0" y="3589909"/>
                </a:lnTo>
                <a:cubicBezTo>
                  <a:pt x="270187" y="3589909"/>
                  <a:pt x="489229" y="2787426"/>
                  <a:pt x="489229" y="1797494"/>
                </a:cubicBezTo>
                <a:cubicBezTo>
                  <a:pt x="489229" y="807563"/>
                  <a:pt x="270187" y="5080"/>
                  <a:pt x="0" y="5080"/>
                </a:cubicBezTo>
                <a:lnTo>
                  <a:pt x="362046" y="5080"/>
                </a:lnTo>
                <a:lnTo>
                  <a:pt x="413539" y="5080"/>
                </a:lnTo>
                <a:close/>
              </a:path>
            </a:pathLst>
          </a:custGeom>
          <a:gradFill>
            <a:gsLst>
              <a:gs pos="0">
                <a:schemeClr val="accent2">
                  <a:alpha val="0"/>
                </a:schemeClr>
              </a:gs>
              <a:gs pos="38000">
                <a:schemeClr val="accent2">
                  <a:alpha val="40000"/>
                </a:schemeClr>
              </a:gs>
              <a:gs pos="72000">
                <a:schemeClr val="accent2">
                  <a:alpha val="40000"/>
                </a:schemeClr>
              </a:gs>
              <a:gs pos="100000">
                <a:schemeClr val="accent2">
                  <a:alpha val="0"/>
                </a:schemeClr>
              </a:gs>
            </a:gsLst>
            <a:lin ang="5400000" scaled="1"/>
          </a:gradFill>
          <a:ln w="9525" cap="flat">
            <a:gradFill>
              <a:gsLst>
                <a:gs pos="0">
                  <a:schemeClr val="accent2">
                    <a:alpha val="0"/>
                  </a:schemeClr>
                </a:gs>
                <a:gs pos="38000">
                  <a:schemeClr val="accent2"/>
                </a:gs>
                <a:gs pos="72000">
                  <a:schemeClr val="accent2"/>
                </a:gs>
                <a:gs pos="100000">
                  <a:schemeClr val="accent2">
                    <a:alpha val="0"/>
                  </a:schemeClr>
                </a:gs>
              </a:gsLst>
              <a:lin ang="5400000" scaled="1"/>
            </a:gradFill>
            <a:prstDash val="solid"/>
            <a:miter/>
          </a:ln>
        </p:spPr>
        <p:txBody>
          <a:bodyPr rtlCol="0" anchor="ctr"/>
          <a:lstStyle/>
          <a:p>
            <a:endParaRPr lang="zh-CN" altLang="en-US" dirty="0"/>
          </a:p>
        </p:txBody>
      </p:sp>
      <p:grpSp>
        <p:nvGrpSpPr>
          <p:cNvPr id="35" name="组合 34">
            <a:extLst>
              <a:ext uri="{FF2B5EF4-FFF2-40B4-BE49-F238E27FC236}">
                <a16:creationId xmlns:a16="http://schemas.microsoft.com/office/drawing/2014/main" id="{D09A3022-6710-360B-2285-7A6183EE63BD}"/>
              </a:ext>
            </a:extLst>
          </p:cNvPr>
          <p:cNvGrpSpPr/>
          <p:nvPr/>
        </p:nvGrpSpPr>
        <p:grpSpPr>
          <a:xfrm>
            <a:off x="660400" y="4826579"/>
            <a:ext cx="10858499" cy="1319468"/>
            <a:chOff x="1602739" y="5079999"/>
            <a:chExt cx="8986521" cy="915187"/>
          </a:xfrm>
        </p:grpSpPr>
        <p:sp>
          <p:nvSpPr>
            <p:cNvPr id="26" name="任意多边形: 形状 25">
              <a:extLst>
                <a:ext uri="{FF2B5EF4-FFF2-40B4-BE49-F238E27FC236}">
                  <a16:creationId xmlns:a16="http://schemas.microsoft.com/office/drawing/2014/main" id="{C6622609-9AE9-9C6F-9A17-D5C1E7738FA2}"/>
                </a:ext>
              </a:extLst>
            </p:cNvPr>
            <p:cNvSpPr/>
            <p:nvPr/>
          </p:nvSpPr>
          <p:spPr>
            <a:xfrm>
              <a:off x="1602739" y="5379368"/>
              <a:ext cx="8986521" cy="615818"/>
            </a:xfrm>
            <a:custGeom>
              <a:avLst/>
              <a:gdLst>
                <a:gd name="connsiteX0" fmla="*/ 8986521 w 8986521"/>
                <a:gd name="connsiteY0" fmla="*/ 0 h 828040"/>
                <a:gd name="connsiteX1" fmla="*/ 8986521 w 8986521"/>
                <a:gd name="connsiteY1" fmla="*/ 414021 h 828040"/>
                <a:gd name="connsiteX2" fmla="*/ 8444209 w 8986521"/>
                <a:gd name="connsiteY2" fmla="*/ 216674 h 828040"/>
                <a:gd name="connsiteX3" fmla="*/ 8383904 w 8986521"/>
                <a:gd name="connsiteY3" fmla="*/ 207011 h 828040"/>
                <a:gd name="connsiteX4" fmla="*/ 8444209 w 8986521"/>
                <a:gd name="connsiteY4" fmla="*/ 197347 h 828040"/>
                <a:gd name="connsiteX5" fmla="*/ 8986521 w 8986521"/>
                <a:gd name="connsiteY5" fmla="*/ 0 h 828040"/>
                <a:gd name="connsiteX6" fmla="*/ 1 w 8986521"/>
                <a:gd name="connsiteY6" fmla="*/ 0 h 828040"/>
                <a:gd name="connsiteX7" fmla="*/ 542313 w 8986521"/>
                <a:gd name="connsiteY7" fmla="*/ 197347 h 828040"/>
                <a:gd name="connsiteX8" fmla="*/ 602618 w 8986521"/>
                <a:gd name="connsiteY8" fmla="*/ 207011 h 828040"/>
                <a:gd name="connsiteX9" fmla="*/ 602618 w 8986521"/>
                <a:gd name="connsiteY9" fmla="*/ 207011 h 828040"/>
                <a:gd name="connsiteX10" fmla="*/ 650504 w 8986521"/>
                <a:gd name="connsiteY10" fmla="*/ 214684 h 828040"/>
                <a:gd name="connsiteX11" fmla="*/ 4493260 w 8986521"/>
                <a:gd name="connsiteY11" fmla="*/ 414020 h 828040"/>
                <a:gd name="connsiteX12" fmla="*/ 8336016 w 8986521"/>
                <a:gd name="connsiteY12" fmla="*/ 214684 h 828040"/>
                <a:gd name="connsiteX13" fmla="*/ 8383903 w 8986521"/>
                <a:gd name="connsiteY13" fmla="*/ 207011 h 828040"/>
                <a:gd name="connsiteX14" fmla="*/ 8444208 w 8986521"/>
                <a:gd name="connsiteY14" fmla="*/ 216674 h 828040"/>
                <a:gd name="connsiteX15" fmla="*/ 8986520 w 8986521"/>
                <a:gd name="connsiteY15" fmla="*/ 414021 h 828040"/>
                <a:gd name="connsiteX16" fmla="*/ 4952670 w 8986521"/>
                <a:gd name="connsiteY16" fmla="*/ 825903 h 828040"/>
                <a:gd name="connsiteX17" fmla="*/ 4493475 w 8986521"/>
                <a:gd name="connsiteY17" fmla="*/ 828040 h 828040"/>
                <a:gd name="connsiteX18" fmla="*/ 4493045 w 8986521"/>
                <a:gd name="connsiteY18" fmla="*/ 828040 h 828040"/>
                <a:gd name="connsiteX19" fmla="*/ 4033850 w 8986521"/>
                <a:gd name="connsiteY19" fmla="*/ 825903 h 828040"/>
                <a:gd name="connsiteX20" fmla="*/ 0 w 8986521"/>
                <a:gd name="connsiteY20" fmla="*/ 414021 h 828040"/>
                <a:gd name="connsiteX21" fmla="*/ 1 w 8986521"/>
                <a:gd name="connsiteY21" fmla="*/ 414020 h 828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986521" h="828040">
                  <a:moveTo>
                    <a:pt x="8986521" y="0"/>
                  </a:moveTo>
                  <a:lnTo>
                    <a:pt x="8986521" y="414021"/>
                  </a:lnTo>
                  <a:cubicBezTo>
                    <a:pt x="8986521" y="342566"/>
                    <a:pt x="8790066" y="275338"/>
                    <a:pt x="8444209" y="216674"/>
                  </a:cubicBezTo>
                  <a:lnTo>
                    <a:pt x="8383904" y="207011"/>
                  </a:lnTo>
                  <a:lnTo>
                    <a:pt x="8444209" y="197347"/>
                  </a:lnTo>
                  <a:cubicBezTo>
                    <a:pt x="8790066" y="138683"/>
                    <a:pt x="8986521" y="71455"/>
                    <a:pt x="8986521" y="0"/>
                  </a:cubicBezTo>
                  <a:close/>
                  <a:moveTo>
                    <a:pt x="1" y="0"/>
                  </a:moveTo>
                  <a:cubicBezTo>
                    <a:pt x="1" y="71455"/>
                    <a:pt x="196456" y="138683"/>
                    <a:pt x="542313" y="197347"/>
                  </a:cubicBezTo>
                  <a:lnTo>
                    <a:pt x="602618" y="207011"/>
                  </a:lnTo>
                  <a:lnTo>
                    <a:pt x="602618" y="207011"/>
                  </a:lnTo>
                  <a:lnTo>
                    <a:pt x="650504" y="214684"/>
                  </a:lnTo>
                  <a:cubicBezTo>
                    <a:pt x="1438565" y="334191"/>
                    <a:pt x="2864737" y="414020"/>
                    <a:pt x="4493260" y="414020"/>
                  </a:cubicBezTo>
                  <a:cubicBezTo>
                    <a:pt x="6121783" y="414020"/>
                    <a:pt x="7547955" y="334191"/>
                    <a:pt x="8336016" y="214684"/>
                  </a:cubicBezTo>
                  <a:lnTo>
                    <a:pt x="8383903" y="207011"/>
                  </a:lnTo>
                  <a:lnTo>
                    <a:pt x="8444208" y="216674"/>
                  </a:lnTo>
                  <a:cubicBezTo>
                    <a:pt x="8790065" y="275338"/>
                    <a:pt x="8986520" y="342566"/>
                    <a:pt x="8986520" y="414021"/>
                  </a:cubicBezTo>
                  <a:cubicBezTo>
                    <a:pt x="8986520" y="628387"/>
                    <a:pt x="7218423" y="804702"/>
                    <a:pt x="4952670" y="825903"/>
                  </a:cubicBezTo>
                  <a:lnTo>
                    <a:pt x="4493475" y="828040"/>
                  </a:lnTo>
                  <a:lnTo>
                    <a:pt x="4493045" y="828040"/>
                  </a:lnTo>
                  <a:lnTo>
                    <a:pt x="4033850" y="825903"/>
                  </a:lnTo>
                  <a:cubicBezTo>
                    <a:pt x="1768097" y="804702"/>
                    <a:pt x="0" y="628387"/>
                    <a:pt x="0" y="414021"/>
                  </a:cubicBezTo>
                  <a:lnTo>
                    <a:pt x="1" y="414020"/>
                  </a:lnTo>
                  <a:close/>
                </a:path>
              </a:pathLst>
            </a:custGeom>
            <a:gradFill>
              <a:gsLst>
                <a:gs pos="100000">
                  <a:schemeClr val="accent1">
                    <a:alpha val="0"/>
                  </a:schemeClr>
                </a:gs>
                <a:gs pos="0">
                  <a:schemeClr val="accent1">
                    <a:alpha val="0"/>
                  </a:schemeClr>
                </a:gs>
                <a:gs pos="50000">
                  <a:schemeClr val="accent1">
                    <a:alpha val="51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 name="椭圆 1">
              <a:extLst>
                <a:ext uri="{FF2B5EF4-FFF2-40B4-BE49-F238E27FC236}">
                  <a16:creationId xmlns:a16="http://schemas.microsoft.com/office/drawing/2014/main" id="{FA55E943-56F6-B795-0F32-62EB8460EA12}"/>
                </a:ext>
              </a:extLst>
            </p:cNvPr>
            <p:cNvSpPr/>
            <p:nvPr/>
          </p:nvSpPr>
          <p:spPr>
            <a:xfrm>
              <a:off x="1602739" y="5079999"/>
              <a:ext cx="8986520" cy="615818"/>
            </a:xfrm>
            <a:prstGeom prst="ellipse">
              <a:avLst/>
            </a:prstGeom>
            <a:gradFill flip="none" rotWithShape="1">
              <a:gsLst>
                <a:gs pos="18000">
                  <a:schemeClr val="accent1">
                    <a:alpha val="0"/>
                  </a:schemeClr>
                </a:gs>
                <a:gs pos="100000">
                  <a:schemeClr val="accent1">
                    <a:alpha val="63000"/>
                  </a:schemeClr>
                </a:gs>
              </a:gsLst>
              <a:path path="circle">
                <a:fillToRect l="50000" t="50000" r="50000" b="50000"/>
              </a:path>
              <a:tileRect/>
            </a:gradFill>
            <a:ln w="9525">
              <a:gradFill>
                <a:gsLst>
                  <a:gs pos="23000">
                    <a:schemeClr val="accent1">
                      <a:alpha val="0"/>
                    </a:schemeClr>
                  </a:gs>
                  <a:gs pos="100000">
                    <a:schemeClr val="accent1">
                      <a:alpha val="64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云财务管理平台</a:t>
            </a:r>
            <a:endParaRPr lang="en-US" altLang="zh-CN" dirty="0"/>
          </a:p>
        </p:txBody>
      </p:sp>
      <p:grpSp>
        <p:nvGrpSpPr>
          <p:cNvPr id="1047" name="组合 1046">
            <a:extLst>
              <a:ext uri="{FF2B5EF4-FFF2-40B4-BE49-F238E27FC236}">
                <a16:creationId xmlns:a16="http://schemas.microsoft.com/office/drawing/2014/main" id="{D14215F9-F2FD-6BAF-3365-AF49D47C6232}"/>
              </a:ext>
            </a:extLst>
          </p:cNvPr>
          <p:cNvGrpSpPr/>
          <p:nvPr/>
        </p:nvGrpSpPr>
        <p:grpSpPr>
          <a:xfrm>
            <a:off x="1879663" y="1435056"/>
            <a:ext cx="4242236" cy="2631011"/>
            <a:chOff x="2389281" y="1279566"/>
            <a:chExt cx="4242236" cy="2631011"/>
          </a:xfrm>
        </p:grpSpPr>
        <p:sp>
          <p:nvSpPr>
            <p:cNvPr id="1033" name="椭圆 1032">
              <a:extLst>
                <a:ext uri="{FF2B5EF4-FFF2-40B4-BE49-F238E27FC236}">
                  <a16:creationId xmlns:a16="http://schemas.microsoft.com/office/drawing/2014/main" id="{C5DF60A1-0BDC-B6B3-A6BD-9C2846D2F9E7}"/>
                </a:ext>
              </a:extLst>
            </p:cNvPr>
            <p:cNvSpPr/>
            <p:nvPr/>
          </p:nvSpPr>
          <p:spPr>
            <a:xfrm>
              <a:off x="3607198" y="1279566"/>
              <a:ext cx="1806402" cy="2631011"/>
            </a:xfrm>
            <a:prstGeom prst="ellipse">
              <a:avLst/>
            </a:prstGeom>
            <a:noFill/>
            <a:ln>
              <a:gradFill>
                <a:gsLst>
                  <a:gs pos="0">
                    <a:schemeClr val="tx1">
                      <a:alpha val="64000"/>
                    </a:schemeClr>
                  </a:gs>
                  <a:gs pos="32000">
                    <a:schemeClr val="tx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8" name="椭圆 1037">
              <a:extLst>
                <a:ext uri="{FF2B5EF4-FFF2-40B4-BE49-F238E27FC236}">
                  <a16:creationId xmlns:a16="http://schemas.microsoft.com/office/drawing/2014/main" id="{83CC502A-4D56-CAD7-D4E6-229AB6BDC375}"/>
                </a:ext>
              </a:extLst>
            </p:cNvPr>
            <p:cNvSpPr/>
            <p:nvPr/>
          </p:nvSpPr>
          <p:spPr>
            <a:xfrm>
              <a:off x="3904285" y="1279566"/>
              <a:ext cx="1212228" cy="2631011"/>
            </a:xfrm>
            <a:prstGeom prst="ellipse">
              <a:avLst/>
            </a:prstGeom>
            <a:noFill/>
            <a:ln>
              <a:gradFill>
                <a:gsLst>
                  <a:gs pos="0">
                    <a:schemeClr val="tx1">
                      <a:alpha val="64000"/>
                    </a:schemeClr>
                  </a:gs>
                  <a:gs pos="32000">
                    <a:schemeClr val="tx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9" name="椭圆 1038">
              <a:extLst>
                <a:ext uri="{FF2B5EF4-FFF2-40B4-BE49-F238E27FC236}">
                  <a16:creationId xmlns:a16="http://schemas.microsoft.com/office/drawing/2014/main" id="{A5837603-0C14-1BBE-AD8D-5B09224CC848}"/>
                </a:ext>
              </a:extLst>
            </p:cNvPr>
            <p:cNvSpPr/>
            <p:nvPr/>
          </p:nvSpPr>
          <p:spPr>
            <a:xfrm>
              <a:off x="4212260" y="1279566"/>
              <a:ext cx="596278" cy="2631011"/>
            </a:xfrm>
            <a:prstGeom prst="ellipse">
              <a:avLst/>
            </a:prstGeom>
            <a:noFill/>
            <a:ln>
              <a:gradFill>
                <a:gsLst>
                  <a:gs pos="0">
                    <a:schemeClr val="tx1">
                      <a:alpha val="64000"/>
                    </a:schemeClr>
                  </a:gs>
                  <a:gs pos="32000">
                    <a:schemeClr val="tx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5" name="椭圆 1034">
              <a:extLst>
                <a:ext uri="{FF2B5EF4-FFF2-40B4-BE49-F238E27FC236}">
                  <a16:creationId xmlns:a16="http://schemas.microsoft.com/office/drawing/2014/main" id="{09554379-5BA4-1026-FCC4-8D1AA4512194}"/>
                </a:ext>
              </a:extLst>
            </p:cNvPr>
            <p:cNvSpPr/>
            <p:nvPr/>
          </p:nvSpPr>
          <p:spPr>
            <a:xfrm>
              <a:off x="3235948" y="1279566"/>
              <a:ext cx="2548902" cy="2631011"/>
            </a:xfrm>
            <a:prstGeom prst="ellipse">
              <a:avLst/>
            </a:prstGeom>
            <a:noFill/>
            <a:ln>
              <a:gradFill>
                <a:gsLst>
                  <a:gs pos="0">
                    <a:schemeClr val="tx1">
                      <a:alpha val="64000"/>
                    </a:schemeClr>
                  </a:gs>
                  <a:gs pos="32000">
                    <a:schemeClr val="tx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6" name="椭圆 1035">
              <a:extLst>
                <a:ext uri="{FF2B5EF4-FFF2-40B4-BE49-F238E27FC236}">
                  <a16:creationId xmlns:a16="http://schemas.microsoft.com/office/drawing/2014/main" id="{3A56ADB0-E132-0725-74ED-2A9845AB0143}"/>
                </a:ext>
              </a:extLst>
            </p:cNvPr>
            <p:cNvSpPr/>
            <p:nvPr/>
          </p:nvSpPr>
          <p:spPr>
            <a:xfrm>
              <a:off x="2821081" y="1279566"/>
              <a:ext cx="3378636" cy="2631011"/>
            </a:xfrm>
            <a:prstGeom prst="ellipse">
              <a:avLst/>
            </a:prstGeom>
            <a:noFill/>
            <a:ln>
              <a:gradFill>
                <a:gsLst>
                  <a:gs pos="0">
                    <a:schemeClr val="tx1">
                      <a:alpha val="64000"/>
                    </a:schemeClr>
                  </a:gs>
                  <a:gs pos="32000">
                    <a:schemeClr val="tx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7" name="椭圆 1036">
              <a:extLst>
                <a:ext uri="{FF2B5EF4-FFF2-40B4-BE49-F238E27FC236}">
                  <a16:creationId xmlns:a16="http://schemas.microsoft.com/office/drawing/2014/main" id="{5ADA5482-8969-FFE6-1982-F58DE216C0E9}"/>
                </a:ext>
              </a:extLst>
            </p:cNvPr>
            <p:cNvSpPr/>
            <p:nvPr/>
          </p:nvSpPr>
          <p:spPr>
            <a:xfrm>
              <a:off x="2389281" y="1279566"/>
              <a:ext cx="4242236" cy="2631011"/>
            </a:xfrm>
            <a:prstGeom prst="ellipse">
              <a:avLst/>
            </a:prstGeom>
            <a:noFill/>
            <a:ln>
              <a:gradFill>
                <a:gsLst>
                  <a:gs pos="0">
                    <a:schemeClr val="tx1">
                      <a:alpha val="64000"/>
                    </a:schemeClr>
                  </a:gs>
                  <a:gs pos="32000">
                    <a:schemeClr val="tx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30" name="椭圆 1029">
            <a:extLst>
              <a:ext uri="{FF2B5EF4-FFF2-40B4-BE49-F238E27FC236}">
                <a16:creationId xmlns:a16="http://schemas.microsoft.com/office/drawing/2014/main" id="{CA48AE7C-AC2E-9369-0C7C-132A4D223F3F}"/>
              </a:ext>
            </a:extLst>
          </p:cNvPr>
          <p:cNvSpPr/>
          <p:nvPr/>
        </p:nvSpPr>
        <p:spPr>
          <a:xfrm>
            <a:off x="2024874" y="1285790"/>
            <a:ext cx="3902292" cy="723876"/>
          </a:xfrm>
          <a:prstGeom prst="ellipse">
            <a:avLst/>
          </a:prstGeom>
          <a:noFill/>
          <a:ln>
            <a:gradFill>
              <a:gsLst>
                <a:gs pos="68000">
                  <a:schemeClr val="tx1">
                    <a:alpha val="0"/>
                  </a:schemeClr>
                </a:gs>
                <a:gs pos="100000">
                  <a:schemeClr val="tx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41" name="直接连接符 1040">
            <a:extLst>
              <a:ext uri="{FF2B5EF4-FFF2-40B4-BE49-F238E27FC236}">
                <a16:creationId xmlns:a16="http://schemas.microsoft.com/office/drawing/2014/main" id="{F696C698-FA51-ED4B-3698-4A98D1F3FB08}"/>
              </a:ext>
            </a:extLst>
          </p:cNvPr>
          <p:cNvCxnSpPr>
            <a:cxnSpLocks/>
          </p:cNvCxnSpPr>
          <p:nvPr/>
        </p:nvCxnSpPr>
        <p:spPr>
          <a:xfrm>
            <a:off x="4003851" y="1425157"/>
            <a:ext cx="19260" cy="1010951"/>
          </a:xfrm>
          <a:prstGeom prst="line">
            <a:avLst/>
          </a:prstGeom>
          <a:noFill/>
          <a:ln w="15875">
            <a:gradFill>
              <a:gsLst>
                <a:gs pos="1000">
                  <a:schemeClr val="tx1"/>
                </a:gs>
                <a:gs pos="100000">
                  <a:schemeClr val="tx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sp>
        <p:nvSpPr>
          <p:cNvPr id="57" name="椭圆 56">
            <a:extLst>
              <a:ext uri="{FF2B5EF4-FFF2-40B4-BE49-F238E27FC236}">
                <a16:creationId xmlns:a16="http://schemas.microsoft.com/office/drawing/2014/main" id="{99E1DAFE-B1AF-0FF2-3686-6701DB61CDBA}"/>
              </a:ext>
            </a:extLst>
          </p:cNvPr>
          <p:cNvSpPr/>
          <p:nvPr/>
        </p:nvSpPr>
        <p:spPr>
          <a:xfrm>
            <a:off x="1657311" y="2771370"/>
            <a:ext cx="4602479" cy="520482"/>
          </a:xfrm>
          <a:prstGeom prst="ellipse">
            <a:avLst/>
          </a:prstGeom>
          <a:gradFill flip="none" rotWithShape="1">
            <a:gsLst>
              <a:gs pos="100000">
                <a:schemeClr val="accent1">
                  <a:alpha val="59000"/>
                </a:schemeClr>
              </a:gs>
              <a:gs pos="34000">
                <a:schemeClr val="accent1">
                  <a:alpha val="18000"/>
                </a:schemeClr>
              </a:gs>
            </a:gsLst>
            <a:lin ang="5400000" scaled="0"/>
            <a:tileRect/>
          </a:gradFill>
          <a:ln w="9525">
            <a:gradFill>
              <a:gsLst>
                <a:gs pos="29000">
                  <a:schemeClr val="accent1">
                    <a:alpha val="6000"/>
                  </a:schemeClr>
                </a:gs>
                <a:gs pos="100000">
                  <a:schemeClr val="accent1">
                    <a:alpha val="5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28" name="任意多边形: 形状 1027">
            <a:extLst>
              <a:ext uri="{FF2B5EF4-FFF2-40B4-BE49-F238E27FC236}">
                <a16:creationId xmlns:a16="http://schemas.microsoft.com/office/drawing/2014/main" id="{784131C1-01C2-24CD-1D10-C4199A05B560}"/>
              </a:ext>
            </a:extLst>
          </p:cNvPr>
          <p:cNvSpPr/>
          <p:nvPr/>
        </p:nvSpPr>
        <p:spPr>
          <a:xfrm>
            <a:off x="1657311" y="4087814"/>
            <a:ext cx="4602479" cy="713793"/>
          </a:xfrm>
          <a:custGeom>
            <a:avLst/>
            <a:gdLst>
              <a:gd name="connsiteX0" fmla="*/ 0 w 4602479"/>
              <a:gd name="connsiteY0" fmla="*/ 0 h 713793"/>
              <a:gd name="connsiteX1" fmla="*/ 4602479 w 4602479"/>
              <a:gd name="connsiteY1" fmla="*/ 0 h 713793"/>
              <a:gd name="connsiteX2" fmla="*/ 4602479 w 4602479"/>
              <a:gd name="connsiteY2" fmla="*/ 713793 h 713793"/>
              <a:gd name="connsiteX3" fmla="*/ 4594316 w 4602479"/>
              <a:gd name="connsiteY3" fmla="*/ 713793 h 713793"/>
              <a:gd name="connsiteX4" fmla="*/ 4555727 w 4602479"/>
              <a:gd name="connsiteY4" fmla="*/ 670505 h 713793"/>
              <a:gd name="connsiteX5" fmla="*/ 2301240 w 4602479"/>
              <a:gd name="connsiteY5" fmla="*/ 462711 h 713793"/>
              <a:gd name="connsiteX6" fmla="*/ 46753 w 4602479"/>
              <a:gd name="connsiteY6" fmla="*/ 670505 h 713793"/>
              <a:gd name="connsiteX7" fmla="*/ 8165 w 4602479"/>
              <a:gd name="connsiteY7" fmla="*/ 713793 h 713793"/>
              <a:gd name="connsiteX8" fmla="*/ 0 w 4602479"/>
              <a:gd name="connsiteY8" fmla="*/ 713793 h 71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2479" h="713793">
                <a:moveTo>
                  <a:pt x="0" y="0"/>
                </a:moveTo>
                <a:lnTo>
                  <a:pt x="4602479" y="0"/>
                </a:lnTo>
                <a:lnTo>
                  <a:pt x="4602479" y="713793"/>
                </a:lnTo>
                <a:lnTo>
                  <a:pt x="4594316" y="713793"/>
                </a:lnTo>
                <a:lnTo>
                  <a:pt x="4555727" y="670505"/>
                </a:lnTo>
                <a:cubicBezTo>
                  <a:pt x="4341145" y="551917"/>
                  <a:pt x="3413313" y="462711"/>
                  <a:pt x="2301240" y="462711"/>
                </a:cubicBezTo>
                <a:cubicBezTo>
                  <a:pt x="1189168" y="462711"/>
                  <a:pt x="261335" y="551917"/>
                  <a:pt x="46753" y="670505"/>
                </a:cubicBezTo>
                <a:lnTo>
                  <a:pt x="8165" y="713793"/>
                </a:lnTo>
                <a:lnTo>
                  <a:pt x="0" y="713793"/>
                </a:lnTo>
                <a:close/>
              </a:path>
            </a:pathLst>
          </a:custGeom>
          <a:gradFill>
            <a:gsLst>
              <a:gs pos="0">
                <a:schemeClr val="accent1">
                  <a:alpha val="0"/>
                </a:schemeClr>
              </a:gs>
              <a:gs pos="100000">
                <a:schemeClr val="accent1">
                  <a:alpha val="19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152" name="组合 1151">
            <a:extLst>
              <a:ext uri="{FF2B5EF4-FFF2-40B4-BE49-F238E27FC236}">
                <a16:creationId xmlns:a16="http://schemas.microsoft.com/office/drawing/2014/main" id="{B36E3BDF-FD37-3679-2529-818F751E379D}"/>
              </a:ext>
            </a:extLst>
          </p:cNvPr>
          <p:cNvGrpSpPr/>
          <p:nvPr/>
        </p:nvGrpSpPr>
        <p:grpSpPr>
          <a:xfrm>
            <a:off x="7566343" y="4541475"/>
            <a:ext cx="3411595" cy="779102"/>
            <a:chOff x="7752076" y="4427751"/>
            <a:chExt cx="2634828" cy="779102"/>
          </a:xfrm>
        </p:grpSpPr>
        <p:grpSp>
          <p:nvGrpSpPr>
            <p:cNvPr id="1149" name="组合 1148">
              <a:extLst>
                <a:ext uri="{FF2B5EF4-FFF2-40B4-BE49-F238E27FC236}">
                  <a16:creationId xmlns:a16="http://schemas.microsoft.com/office/drawing/2014/main" id="{0BABAD1A-49EC-9BFE-EE68-38ECE500CDD6}"/>
                </a:ext>
              </a:extLst>
            </p:cNvPr>
            <p:cNvGrpSpPr/>
            <p:nvPr/>
          </p:nvGrpSpPr>
          <p:grpSpPr>
            <a:xfrm>
              <a:off x="7752077" y="4427751"/>
              <a:ext cx="2634827" cy="779102"/>
              <a:chOff x="7465482" y="4685743"/>
              <a:chExt cx="2634827" cy="779102"/>
            </a:xfrm>
          </p:grpSpPr>
          <p:sp>
            <p:nvSpPr>
              <p:cNvPr id="1148" name="任意多边形: 形状 1147">
                <a:extLst>
                  <a:ext uri="{FF2B5EF4-FFF2-40B4-BE49-F238E27FC236}">
                    <a16:creationId xmlns:a16="http://schemas.microsoft.com/office/drawing/2014/main" id="{13A7ADEF-FF8E-9243-C39E-0B447CA0FD81}"/>
                  </a:ext>
                </a:extLst>
              </p:cNvPr>
              <p:cNvSpPr/>
              <p:nvPr/>
            </p:nvSpPr>
            <p:spPr>
              <a:xfrm flipV="1">
                <a:off x="7465482" y="4685743"/>
                <a:ext cx="2634827" cy="520482"/>
              </a:xfrm>
              <a:custGeom>
                <a:avLst/>
                <a:gdLst>
                  <a:gd name="connsiteX0" fmla="*/ 8986521 w 8986521"/>
                  <a:gd name="connsiteY0" fmla="*/ 0 h 828040"/>
                  <a:gd name="connsiteX1" fmla="*/ 8986521 w 8986521"/>
                  <a:gd name="connsiteY1" fmla="*/ 414021 h 828040"/>
                  <a:gd name="connsiteX2" fmla="*/ 8444209 w 8986521"/>
                  <a:gd name="connsiteY2" fmla="*/ 216674 h 828040"/>
                  <a:gd name="connsiteX3" fmla="*/ 8383904 w 8986521"/>
                  <a:gd name="connsiteY3" fmla="*/ 207011 h 828040"/>
                  <a:gd name="connsiteX4" fmla="*/ 8444209 w 8986521"/>
                  <a:gd name="connsiteY4" fmla="*/ 197347 h 828040"/>
                  <a:gd name="connsiteX5" fmla="*/ 8986521 w 8986521"/>
                  <a:gd name="connsiteY5" fmla="*/ 0 h 828040"/>
                  <a:gd name="connsiteX6" fmla="*/ 1 w 8986521"/>
                  <a:gd name="connsiteY6" fmla="*/ 0 h 828040"/>
                  <a:gd name="connsiteX7" fmla="*/ 542313 w 8986521"/>
                  <a:gd name="connsiteY7" fmla="*/ 197347 h 828040"/>
                  <a:gd name="connsiteX8" fmla="*/ 602618 w 8986521"/>
                  <a:gd name="connsiteY8" fmla="*/ 207011 h 828040"/>
                  <a:gd name="connsiteX9" fmla="*/ 602618 w 8986521"/>
                  <a:gd name="connsiteY9" fmla="*/ 207011 h 828040"/>
                  <a:gd name="connsiteX10" fmla="*/ 650504 w 8986521"/>
                  <a:gd name="connsiteY10" fmla="*/ 214684 h 828040"/>
                  <a:gd name="connsiteX11" fmla="*/ 4493260 w 8986521"/>
                  <a:gd name="connsiteY11" fmla="*/ 414020 h 828040"/>
                  <a:gd name="connsiteX12" fmla="*/ 8336016 w 8986521"/>
                  <a:gd name="connsiteY12" fmla="*/ 214684 h 828040"/>
                  <a:gd name="connsiteX13" fmla="*/ 8383903 w 8986521"/>
                  <a:gd name="connsiteY13" fmla="*/ 207011 h 828040"/>
                  <a:gd name="connsiteX14" fmla="*/ 8444208 w 8986521"/>
                  <a:gd name="connsiteY14" fmla="*/ 216674 h 828040"/>
                  <a:gd name="connsiteX15" fmla="*/ 8986520 w 8986521"/>
                  <a:gd name="connsiteY15" fmla="*/ 414021 h 828040"/>
                  <a:gd name="connsiteX16" fmla="*/ 4952670 w 8986521"/>
                  <a:gd name="connsiteY16" fmla="*/ 825903 h 828040"/>
                  <a:gd name="connsiteX17" fmla="*/ 4493475 w 8986521"/>
                  <a:gd name="connsiteY17" fmla="*/ 828040 h 828040"/>
                  <a:gd name="connsiteX18" fmla="*/ 4493045 w 8986521"/>
                  <a:gd name="connsiteY18" fmla="*/ 828040 h 828040"/>
                  <a:gd name="connsiteX19" fmla="*/ 4033850 w 8986521"/>
                  <a:gd name="connsiteY19" fmla="*/ 825903 h 828040"/>
                  <a:gd name="connsiteX20" fmla="*/ 0 w 8986521"/>
                  <a:gd name="connsiteY20" fmla="*/ 414021 h 828040"/>
                  <a:gd name="connsiteX21" fmla="*/ 1 w 8986521"/>
                  <a:gd name="connsiteY21" fmla="*/ 414020 h 828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986521" h="828040">
                    <a:moveTo>
                      <a:pt x="8986521" y="0"/>
                    </a:moveTo>
                    <a:lnTo>
                      <a:pt x="8986521" y="414021"/>
                    </a:lnTo>
                    <a:cubicBezTo>
                      <a:pt x="8986521" y="342566"/>
                      <a:pt x="8790066" y="275338"/>
                      <a:pt x="8444209" y="216674"/>
                    </a:cubicBezTo>
                    <a:lnTo>
                      <a:pt x="8383904" y="207011"/>
                    </a:lnTo>
                    <a:lnTo>
                      <a:pt x="8444209" y="197347"/>
                    </a:lnTo>
                    <a:cubicBezTo>
                      <a:pt x="8790066" y="138683"/>
                      <a:pt x="8986521" y="71455"/>
                      <a:pt x="8986521" y="0"/>
                    </a:cubicBezTo>
                    <a:close/>
                    <a:moveTo>
                      <a:pt x="1" y="0"/>
                    </a:moveTo>
                    <a:cubicBezTo>
                      <a:pt x="1" y="71455"/>
                      <a:pt x="196456" y="138683"/>
                      <a:pt x="542313" y="197347"/>
                    </a:cubicBezTo>
                    <a:lnTo>
                      <a:pt x="602618" y="207011"/>
                    </a:lnTo>
                    <a:lnTo>
                      <a:pt x="602618" y="207011"/>
                    </a:lnTo>
                    <a:lnTo>
                      <a:pt x="650504" y="214684"/>
                    </a:lnTo>
                    <a:cubicBezTo>
                      <a:pt x="1438565" y="334191"/>
                      <a:pt x="2864737" y="414020"/>
                      <a:pt x="4493260" y="414020"/>
                    </a:cubicBezTo>
                    <a:cubicBezTo>
                      <a:pt x="6121783" y="414020"/>
                      <a:pt x="7547955" y="334191"/>
                      <a:pt x="8336016" y="214684"/>
                    </a:cubicBezTo>
                    <a:lnTo>
                      <a:pt x="8383903" y="207011"/>
                    </a:lnTo>
                    <a:lnTo>
                      <a:pt x="8444208" y="216674"/>
                    </a:lnTo>
                    <a:cubicBezTo>
                      <a:pt x="8790065" y="275338"/>
                      <a:pt x="8986520" y="342566"/>
                      <a:pt x="8986520" y="414021"/>
                    </a:cubicBezTo>
                    <a:cubicBezTo>
                      <a:pt x="8986520" y="628387"/>
                      <a:pt x="7218423" y="804702"/>
                      <a:pt x="4952670" y="825903"/>
                    </a:cubicBezTo>
                    <a:lnTo>
                      <a:pt x="4493475" y="828040"/>
                    </a:lnTo>
                    <a:lnTo>
                      <a:pt x="4493045" y="828040"/>
                    </a:lnTo>
                    <a:lnTo>
                      <a:pt x="4033850" y="825903"/>
                    </a:lnTo>
                    <a:cubicBezTo>
                      <a:pt x="1768097" y="804702"/>
                      <a:pt x="0" y="628387"/>
                      <a:pt x="0" y="414021"/>
                    </a:cubicBezTo>
                    <a:lnTo>
                      <a:pt x="1" y="41402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47" name="椭圆 1146">
                <a:extLst>
                  <a:ext uri="{FF2B5EF4-FFF2-40B4-BE49-F238E27FC236}">
                    <a16:creationId xmlns:a16="http://schemas.microsoft.com/office/drawing/2014/main" id="{16323403-492B-FDAA-8198-F9BA61368552}"/>
                  </a:ext>
                </a:extLst>
              </p:cNvPr>
              <p:cNvSpPr/>
              <p:nvPr/>
            </p:nvSpPr>
            <p:spPr>
              <a:xfrm>
                <a:off x="7465482" y="4944363"/>
                <a:ext cx="2634827" cy="520482"/>
              </a:xfrm>
              <a:prstGeom prst="ellipse">
                <a:avLst/>
              </a:prstGeom>
              <a:solidFill>
                <a:schemeClr val="tx2"/>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50" name="组合 1149">
              <a:extLst>
                <a:ext uri="{FF2B5EF4-FFF2-40B4-BE49-F238E27FC236}">
                  <a16:creationId xmlns:a16="http://schemas.microsoft.com/office/drawing/2014/main" id="{608E2A1B-418A-6A34-91A6-E2232D287610}"/>
                </a:ext>
              </a:extLst>
            </p:cNvPr>
            <p:cNvGrpSpPr/>
            <p:nvPr/>
          </p:nvGrpSpPr>
          <p:grpSpPr>
            <a:xfrm>
              <a:off x="7752076" y="4430226"/>
              <a:ext cx="2634828" cy="775999"/>
              <a:chOff x="7465481" y="4430226"/>
              <a:chExt cx="2634828" cy="775999"/>
            </a:xfrm>
          </p:grpSpPr>
          <p:sp>
            <p:nvSpPr>
              <p:cNvPr id="38" name="任意多边形: 形状 37">
                <a:extLst>
                  <a:ext uri="{FF2B5EF4-FFF2-40B4-BE49-F238E27FC236}">
                    <a16:creationId xmlns:a16="http://schemas.microsoft.com/office/drawing/2014/main" id="{4DBD0FD7-FF8B-42E3-8D5B-DE590CB3B4F1}"/>
                  </a:ext>
                </a:extLst>
              </p:cNvPr>
              <p:cNvSpPr/>
              <p:nvPr/>
            </p:nvSpPr>
            <p:spPr>
              <a:xfrm>
                <a:off x="7465482" y="4685743"/>
                <a:ext cx="2634827" cy="520482"/>
              </a:xfrm>
              <a:custGeom>
                <a:avLst/>
                <a:gdLst>
                  <a:gd name="connsiteX0" fmla="*/ 8986521 w 8986521"/>
                  <a:gd name="connsiteY0" fmla="*/ 0 h 828040"/>
                  <a:gd name="connsiteX1" fmla="*/ 8986521 w 8986521"/>
                  <a:gd name="connsiteY1" fmla="*/ 414021 h 828040"/>
                  <a:gd name="connsiteX2" fmla="*/ 8444209 w 8986521"/>
                  <a:gd name="connsiteY2" fmla="*/ 216674 h 828040"/>
                  <a:gd name="connsiteX3" fmla="*/ 8383904 w 8986521"/>
                  <a:gd name="connsiteY3" fmla="*/ 207011 h 828040"/>
                  <a:gd name="connsiteX4" fmla="*/ 8444209 w 8986521"/>
                  <a:gd name="connsiteY4" fmla="*/ 197347 h 828040"/>
                  <a:gd name="connsiteX5" fmla="*/ 8986521 w 8986521"/>
                  <a:gd name="connsiteY5" fmla="*/ 0 h 828040"/>
                  <a:gd name="connsiteX6" fmla="*/ 1 w 8986521"/>
                  <a:gd name="connsiteY6" fmla="*/ 0 h 828040"/>
                  <a:gd name="connsiteX7" fmla="*/ 542313 w 8986521"/>
                  <a:gd name="connsiteY7" fmla="*/ 197347 h 828040"/>
                  <a:gd name="connsiteX8" fmla="*/ 602618 w 8986521"/>
                  <a:gd name="connsiteY8" fmla="*/ 207011 h 828040"/>
                  <a:gd name="connsiteX9" fmla="*/ 602618 w 8986521"/>
                  <a:gd name="connsiteY9" fmla="*/ 207011 h 828040"/>
                  <a:gd name="connsiteX10" fmla="*/ 650504 w 8986521"/>
                  <a:gd name="connsiteY10" fmla="*/ 214684 h 828040"/>
                  <a:gd name="connsiteX11" fmla="*/ 4493260 w 8986521"/>
                  <a:gd name="connsiteY11" fmla="*/ 414020 h 828040"/>
                  <a:gd name="connsiteX12" fmla="*/ 8336016 w 8986521"/>
                  <a:gd name="connsiteY12" fmla="*/ 214684 h 828040"/>
                  <a:gd name="connsiteX13" fmla="*/ 8383903 w 8986521"/>
                  <a:gd name="connsiteY13" fmla="*/ 207011 h 828040"/>
                  <a:gd name="connsiteX14" fmla="*/ 8444208 w 8986521"/>
                  <a:gd name="connsiteY14" fmla="*/ 216674 h 828040"/>
                  <a:gd name="connsiteX15" fmla="*/ 8986520 w 8986521"/>
                  <a:gd name="connsiteY15" fmla="*/ 414021 h 828040"/>
                  <a:gd name="connsiteX16" fmla="*/ 4952670 w 8986521"/>
                  <a:gd name="connsiteY16" fmla="*/ 825903 h 828040"/>
                  <a:gd name="connsiteX17" fmla="*/ 4493475 w 8986521"/>
                  <a:gd name="connsiteY17" fmla="*/ 828040 h 828040"/>
                  <a:gd name="connsiteX18" fmla="*/ 4493045 w 8986521"/>
                  <a:gd name="connsiteY18" fmla="*/ 828040 h 828040"/>
                  <a:gd name="connsiteX19" fmla="*/ 4033850 w 8986521"/>
                  <a:gd name="connsiteY19" fmla="*/ 825903 h 828040"/>
                  <a:gd name="connsiteX20" fmla="*/ 0 w 8986521"/>
                  <a:gd name="connsiteY20" fmla="*/ 414021 h 828040"/>
                  <a:gd name="connsiteX21" fmla="*/ 1 w 8986521"/>
                  <a:gd name="connsiteY21" fmla="*/ 414020 h 828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986521" h="828040">
                    <a:moveTo>
                      <a:pt x="8986521" y="0"/>
                    </a:moveTo>
                    <a:lnTo>
                      <a:pt x="8986521" y="414021"/>
                    </a:lnTo>
                    <a:cubicBezTo>
                      <a:pt x="8986521" y="342566"/>
                      <a:pt x="8790066" y="275338"/>
                      <a:pt x="8444209" y="216674"/>
                    </a:cubicBezTo>
                    <a:lnTo>
                      <a:pt x="8383904" y="207011"/>
                    </a:lnTo>
                    <a:lnTo>
                      <a:pt x="8444209" y="197347"/>
                    </a:lnTo>
                    <a:cubicBezTo>
                      <a:pt x="8790066" y="138683"/>
                      <a:pt x="8986521" y="71455"/>
                      <a:pt x="8986521" y="0"/>
                    </a:cubicBezTo>
                    <a:close/>
                    <a:moveTo>
                      <a:pt x="1" y="0"/>
                    </a:moveTo>
                    <a:cubicBezTo>
                      <a:pt x="1" y="71455"/>
                      <a:pt x="196456" y="138683"/>
                      <a:pt x="542313" y="197347"/>
                    </a:cubicBezTo>
                    <a:lnTo>
                      <a:pt x="602618" y="207011"/>
                    </a:lnTo>
                    <a:lnTo>
                      <a:pt x="602618" y="207011"/>
                    </a:lnTo>
                    <a:lnTo>
                      <a:pt x="650504" y="214684"/>
                    </a:lnTo>
                    <a:cubicBezTo>
                      <a:pt x="1438565" y="334191"/>
                      <a:pt x="2864737" y="414020"/>
                      <a:pt x="4493260" y="414020"/>
                    </a:cubicBezTo>
                    <a:cubicBezTo>
                      <a:pt x="6121783" y="414020"/>
                      <a:pt x="7547955" y="334191"/>
                      <a:pt x="8336016" y="214684"/>
                    </a:cubicBezTo>
                    <a:lnTo>
                      <a:pt x="8383903" y="207011"/>
                    </a:lnTo>
                    <a:lnTo>
                      <a:pt x="8444208" y="216674"/>
                    </a:lnTo>
                    <a:cubicBezTo>
                      <a:pt x="8790065" y="275338"/>
                      <a:pt x="8986520" y="342566"/>
                      <a:pt x="8986520" y="414021"/>
                    </a:cubicBezTo>
                    <a:cubicBezTo>
                      <a:pt x="8986520" y="628387"/>
                      <a:pt x="7218423" y="804702"/>
                      <a:pt x="4952670" y="825903"/>
                    </a:cubicBezTo>
                    <a:lnTo>
                      <a:pt x="4493475" y="828040"/>
                    </a:lnTo>
                    <a:lnTo>
                      <a:pt x="4493045" y="828040"/>
                    </a:lnTo>
                    <a:lnTo>
                      <a:pt x="4033850" y="825903"/>
                    </a:lnTo>
                    <a:cubicBezTo>
                      <a:pt x="1768097" y="804702"/>
                      <a:pt x="0" y="628387"/>
                      <a:pt x="0" y="414021"/>
                    </a:cubicBezTo>
                    <a:lnTo>
                      <a:pt x="1" y="414020"/>
                    </a:lnTo>
                    <a:close/>
                  </a:path>
                </a:pathLst>
              </a:custGeom>
              <a:gradFill>
                <a:gsLst>
                  <a:gs pos="100000">
                    <a:schemeClr val="accent2">
                      <a:alpha val="83000"/>
                    </a:schemeClr>
                  </a:gs>
                  <a:gs pos="64800">
                    <a:schemeClr val="accent2">
                      <a:alpha val="30000"/>
                    </a:schemeClr>
                  </a:gs>
                  <a:gs pos="0">
                    <a:schemeClr val="accent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9" name="椭圆 38">
                <a:extLst>
                  <a:ext uri="{FF2B5EF4-FFF2-40B4-BE49-F238E27FC236}">
                    <a16:creationId xmlns:a16="http://schemas.microsoft.com/office/drawing/2014/main" id="{4EE3016A-D229-C3A1-6AE3-A5B860DEB6B3}"/>
                  </a:ext>
                </a:extLst>
              </p:cNvPr>
              <p:cNvSpPr/>
              <p:nvPr/>
            </p:nvSpPr>
            <p:spPr>
              <a:xfrm>
                <a:off x="7465481" y="4430226"/>
                <a:ext cx="2634827" cy="520482"/>
              </a:xfrm>
              <a:prstGeom prst="ellipse">
                <a:avLst/>
              </a:prstGeom>
              <a:gradFill flip="none" rotWithShape="1">
                <a:gsLst>
                  <a:gs pos="18000">
                    <a:schemeClr val="accent2">
                      <a:alpha val="0"/>
                    </a:schemeClr>
                  </a:gs>
                  <a:gs pos="100000">
                    <a:schemeClr val="accent2">
                      <a:alpha val="51000"/>
                    </a:schemeClr>
                  </a:gs>
                </a:gsLst>
                <a:path path="circle">
                  <a:fillToRect l="50000" t="50000" r="50000" b="50000"/>
                </a:path>
                <a:tileRect/>
              </a:gradFill>
              <a:ln w="9525">
                <a:gradFill>
                  <a:gsLst>
                    <a:gs pos="23000">
                      <a:schemeClr val="accent2">
                        <a:alpha val="0"/>
                      </a:schemeClr>
                    </a:gs>
                    <a:gs pos="100000">
                      <a:schemeClr val="accent2">
                        <a:alpha val="58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椭圆 39">
                <a:extLst>
                  <a:ext uri="{FF2B5EF4-FFF2-40B4-BE49-F238E27FC236}">
                    <a16:creationId xmlns:a16="http://schemas.microsoft.com/office/drawing/2014/main" id="{39B85140-4306-ADB7-470E-61D24DD9C51D}"/>
                  </a:ext>
                </a:extLst>
              </p:cNvPr>
              <p:cNvSpPr/>
              <p:nvPr/>
            </p:nvSpPr>
            <p:spPr>
              <a:xfrm>
                <a:off x="7941941" y="4484403"/>
                <a:ext cx="1708324" cy="345460"/>
              </a:xfrm>
              <a:prstGeom prst="ellipse">
                <a:avLst/>
              </a:prstGeom>
              <a:gradFill flip="none" rotWithShape="1">
                <a:gsLst>
                  <a:gs pos="18000">
                    <a:schemeClr val="accent2">
                      <a:alpha val="0"/>
                    </a:schemeClr>
                  </a:gs>
                  <a:gs pos="100000">
                    <a:schemeClr val="accent2"/>
                  </a:gs>
                </a:gsLst>
                <a:path path="circle">
                  <a:fillToRect l="50000" t="50000" r="50000" b="50000"/>
                </a:path>
                <a:tileRect/>
              </a:gradFill>
              <a:ln w="9525">
                <a:gradFill>
                  <a:gsLst>
                    <a:gs pos="23000">
                      <a:schemeClr val="accent2">
                        <a:alpha val="0"/>
                      </a:schemeClr>
                    </a:gs>
                    <a:gs pos="100000">
                      <a:schemeClr val="accent2">
                        <a:alpha val="6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椭圆 40">
                <a:extLst>
                  <a:ext uri="{FF2B5EF4-FFF2-40B4-BE49-F238E27FC236}">
                    <a16:creationId xmlns:a16="http://schemas.microsoft.com/office/drawing/2014/main" id="{A5179441-CFB3-5144-881A-E94300DF3084}"/>
                  </a:ext>
                </a:extLst>
              </p:cNvPr>
              <p:cNvSpPr/>
              <p:nvPr/>
            </p:nvSpPr>
            <p:spPr>
              <a:xfrm>
                <a:off x="7964419" y="4523783"/>
                <a:ext cx="1647312" cy="306080"/>
              </a:xfrm>
              <a:prstGeom prst="ellipse">
                <a:avLst/>
              </a:prstGeom>
              <a:gradFill flip="none" rotWithShape="1">
                <a:gsLst>
                  <a:gs pos="18000">
                    <a:schemeClr val="accent2">
                      <a:alpha val="0"/>
                    </a:schemeClr>
                  </a:gs>
                  <a:gs pos="100000">
                    <a:schemeClr val="accent2">
                      <a:alpha val="58000"/>
                    </a:schemeClr>
                  </a:gs>
                </a:gsLst>
                <a:path path="circle">
                  <a:fillToRect l="50000" t="50000" r="50000" b="50000"/>
                </a:path>
                <a:tileRect/>
              </a:gradFill>
              <a:ln w="9525">
                <a:gradFill>
                  <a:gsLst>
                    <a:gs pos="23000">
                      <a:schemeClr val="accent2">
                        <a:alpha val="0"/>
                      </a:schemeClr>
                    </a:gs>
                    <a:gs pos="100000">
                      <a:schemeClr val="accent2">
                        <a:alpha val="24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43" name="椭圆 42">
            <a:extLst>
              <a:ext uri="{FF2B5EF4-FFF2-40B4-BE49-F238E27FC236}">
                <a16:creationId xmlns:a16="http://schemas.microsoft.com/office/drawing/2014/main" id="{04AF5B27-3B45-6645-3625-ED68DA64F184}"/>
              </a:ext>
            </a:extLst>
          </p:cNvPr>
          <p:cNvSpPr/>
          <p:nvPr/>
        </p:nvSpPr>
        <p:spPr>
          <a:xfrm>
            <a:off x="1657311" y="3821889"/>
            <a:ext cx="4602479" cy="520482"/>
          </a:xfrm>
          <a:prstGeom prst="ellipse">
            <a:avLst/>
          </a:prstGeom>
          <a:gradFill flip="none" rotWithShape="1">
            <a:gsLst>
              <a:gs pos="100000">
                <a:schemeClr val="accent1">
                  <a:alpha val="59000"/>
                </a:schemeClr>
              </a:gs>
              <a:gs pos="37000">
                <a:schemeClr val="accent1">
                  <a:alpha val="17000"/>
                </a:schemeClr>
              </a:gs>
            </a:gsLst>
            <a:lin ang="5400000" scaled="0"/>
            <a:tileRect/>
          </a:gradFill>
          <a:ln w="9525">
            <a:gradFill>
              <a:gsLst>
                <a:gs pos="0">
                  <a:schemeClr val="accent1">
                    <a:alpha val="6000"/>
                  </a:schemeClr>
                </a:gs>
                <a:gs pos="100000">
                  <a:schemeClr val="accent1">
                    <a:alpha val="5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任意多边形: 形状 47">
            <a:extLst>
              <a:ext uri="{FF2B5EF4-FFF2-40B4-BE49-F238E27FC236}">
                <a16:creationId xmlns:a16="http://schemas.microsoft.com/office/drawing/2014/main" id="{94B7104F-C30C-7E59-C774-E82857B371E8}"/>
              </a:ext>
            </a:extLst>
          </p:cNvPr>
          <p:cNvSpPr/>
          <p:nvPr/>
        </p:nvSpPr>
        <p:spPr>
          <a:xfrm>
            <a:off x="1657311" y="3359178"/>
            <a:ext cx="4602479" cy="713793"/>
          </a:xfrm>
          <a:custGeom>
            <a:avLst/>
            <a:gdLst>
              <a:gd name="connsiteX0" fmla="*/ 0 w 4602479"/>
              <a:gd name="connsiteY0" fmla="*/ 0 h 713793"/>
              <a:gd name="connsiteX1" fmla="*/ 4602479 w 4602479"/>
              <a:gd name="connsiteY1" fmla="*/ 0 h 713793"/>
              <a:gd name="connsiteX2" fmla="*/ 4602479 w 4602479"/>
              <a:gd name="connsiteY2" fmla="*/ 713793 h 713793"/>
              <a:gd name="connsiteX3" fmla="*/ 4594316 w 4602479"/>
              <a:gd name="connsiteY3" fmla="*/ 713793 h 713793"/>
              <a:gd name="connsiteX4" fmla="*/ 4555727 w 4602479"/>
              <a:gd name="connsiteY4" fmla="*/ 670505 h 713793"/>
              <a:gd name="connsiteX5" fmla="*/ 2301240 w 4602479"/>
              <a:gd name="connsiteY5" fmla="*/ 462711 h 713793"/>
              <a:gd name="connsiteX6" fmla="*/ 46753 w 4602479"/>
              <a:gd name="connsiteY6" fmla="*/ 670505 h 713793"/>
              <a:gd name="connsiteX7" fmla="*/ 8165 w 4602479"/>
              <a:gd name="connsiteY7" fmla="*/ 713793 h 713793"/>
              <a:gd name="connsiteX8" fmla="*/ 0 w 4602479"/>
              <a:gd name="connsiteY8" fmla="*/ 713793 h 71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2479" h="713793">
                <a:moveTo>
                  <a:pt x="0" y="0"/>
                </a:moveTo>
                <a:lnTo>
                  <a:pt x="4602479" y="0"/>
                </a:lnTo>
                <a:lnTo>
                  <a:pt x="4602479" y="713793"/>
                </a:lnTo>
                <a:lnTo>
                  <a:pt x="4594316" y="713793"/>
                </a:lnTo>
                <a:lnTo>
                  <a:pt x="4555727" y="670505"/>
                </a:lnTo>
                <a:cubicBezTo>
                  <a:pt x="4341145" y="551917"/>
                  <a:pt x="3413313" y="462711"/>
                  <a:pt x="2301240" y="462711"/>
                </a:cubicBezTo>
                <a:cubicBezTo>
                  <a:pt x="1189168" y="462711"/>
                  <a:pt x="261335" y="551917"/>
                  <a:pt x="46753" y="670505"/>
                </a:cubicBezTo>
                <a:lnTo>
                  <a:pt x="8165" y="713793"/>
                </a:lnTo>
                <a:lnTo>
                  <a:pt x="0" y="713793"/>
                </a:lnTo>
                <a:close/>
              </a:path>
            </a:pathLst>
          </a:custGeom>
          <a:gradFill>
            <a:gsLst>
              <a:gs pos="0">
                <a:schemeClr val="accent1">
                  <a:alpha val="0"/>
                </a:schemeClr>
              </a:gs>
              <a:gs pos="100000">
                <a:schemeClr val="accent1">
                  <a:alpha val="19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9" name="流程图: 磁盘 48">
            <a:extLst>
              <a:ext uri="{FF2B5EF4-FFF2-40B4-BE49-F238E27FC236}">
                <a16:creationId xmlns:a16="http://schemas.microsoft.com/office/drawing/2014/main" id="{BCE778D5-D556-4C03-94DC-011901FBF4FA}"/>
              </a:ext>
            </a:extLst>
          </p:cNvPr>
          <p:cNvSpPr/>
          <p:nvPr/>
        </p:nvSpPr>
        <p:spPr>
          <a:xfrm>
            <a:off x="1947551" y="3662818"/>
            <a:ext cx="846790" cy="516354"/>
          </a:xfrm>
          <a:prstGeom prst="flowChartMagneticDisk">
            <a:avLst/>
          </a:prstGeom>
          <a:gradFill>
            <a:gsLst>
              <a:gs pos="0">
                <a:schemeClr val="tx1"/>
              </a:gs>
              <a:gs pos="100000">
                <a:schemeClr val="accent1">
                  <a:alpha val="46000"/>
                </a:schemeClr>
              </a:gs>
            </a:gsLst>
            <a:lin ang="5400000" scaled="0"/>
          </a:gradFill>
          <a:ln w="9525">
            <a:gradFill>
              <a:gsLst>
                <a:gs pos="2299">
                  <a:schemeClr val="accent1">
                    <a:alpha val="0"/>
                  </a:schemeClr>
                </a:gs>
                <a:gs pos="27000">
                  <a:schemeClr val="accent1"/>
                </a:gs>
                <a:gs pos="93000">
                  <a:schemeClr val="accent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文本框 49">
            <a:extLst>
              <a:ext uri="{FF2B5EF4-FFF2-40B4-BE49-F238E27FC236}">
                <a16:creationId xmlns:a16="http://schemas.microsoft.com/office/drawing/2014/main" id="{52D2D191-AB11-3BFA-E3F9-D9DE8DD2176B}"/>
              </a:ext>
            </a:extLst>
          </p:cNvPr>
          <p:cNvSpPr txBox="1"/>
          <p:nvPr/>
        </p:nvSpPr>
        <p:spPr>
          <a:xfrm>
            <a:off x="2034315" y="3889345"/>
            <a:ext cx="673261" cy="177484"/>
          </a:xfrm>
          <a:prstGeom prst="rect">
            <a:avLst/>
          </a:prstGeom>
          <a:noFill/>
        </p:spPr>
        <p:txBody>
          <a:bodyPr wrap="none" lIns="0" tIns="0" rIns="0" bIns="0" rtlCol="0">
            <a:spAutoFit/>
          </a:bodyPr>
          <a:lstStyle/>
          <a:p>
            <a:pPr algn="ctr">
              <a:lnSpc>
                <a:spcPct val="120000"/>
              </a:lnSpc>
            </a:pPr>
            <a:r>
              <a:rPr lang="zh-CN" altLang="en-US" sz="1050" b="1" dirty="0">
                <a:solidFill>
                  <a:schemeClr val="accent1"/>
                </a:solidFill>
              </a:rPr>
              <a:t>云计算环境</a:t>
            </a:r>
          </a:p>
        </p:txBody>
      </p:sp>
      <p:sp>
        <p:nvSpPr>
          <p:cNvPr id="51" name="流程图: 磁盘 50">
            <a:extLst>
              <a:ext uri="{FF2B5EF4-FFF2-40B4-BE49-F238E27FC236}">
                <a16:creationId xmlns:a16="http://schemas.microsoft.com/office/drawing/2014/main" id="{0386B7C9-2138-3DEA-3946-89C5D6E3CE61}"/>
              </a:ext>
            </a:extLst>
          </p:cNvPr>
          <p:cNvSpPr/>
          <p:nvPr/>
        </p:nvSpPr>
        <p:spPr>
          <a:xfrm>
            <a:off x="3010894" y="3662818"/>
            <a:ext cx="846790" cy="516354"/>
          </a:xfrm>
          <a:prstGeom prst="flowChartMagneticDisk">
            <a:avLst/>
          </a:prstGeom>
          <a:gradFill>
            <a:gsLst>
              <a:gs pos="0">
                <a:schemeClr val="tx1"/>
              </a:gs>
              <a:gs pos="100000">
                <a:schemeClr val="accent1">
                  <a:alpha val="46000"/>
                </a:schemeClr>
              </a:gs>
            </a:gsLst>
            <a:lin ang="5400000" scaled="0"/>
          </a:gradFill>
          <a:ln>
            <a:gradFill>
              <a:gsLst>
                <a:gs pos="2299">
                  <a:schemeClr val="accent1">
                    <a:alpha val="0"/>
                  </a:schemeClr>
                </a:gs>
                <a:gs pos="27000">
                  <a:schemeClr val="accent1"/>
                </a:gs>
                <a:gs pos="93000">
                  <a:schemeClr val="accent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文本框 51">
            <a:extLst>
              <a:ext uri="{FF2B5EF4-FFF2-40B4-BE49-F238E27FC236}">
                <a16:creationId xmlns:a16="http://schemas.microsoft.com/office/drawing/2014/main" id="{518DBA79-4603-B170-0064-8608ADD89094}"/>
              </a:ext>
            </a:extLst>
          </p:cNvPr>
          <p:cNvSpPr txBox="1"/>
          <p:nvPr/>
        </p:nvSpPr>
        <p:spPr>
          <a:xfrm>
            <a:off x="3164984" y="3889345"/>
            <a:ext cx="538609" cy="177484"/>
          </a:xfrm>
          <a:prstGeom prst="rect">
            <a:avLst/>
          </a:prstGeom>
          <a:noFill/>
        </p:spPr>
        <p:txBody>
          <a:bodyPr wrap="none" lIns="0" tIns="0" rIns="0" bIns="0" rtlCol="0">
            <a:spAutoFit/>
          </a:bodyPr>
          <a:lstStyle/>
          <a:p>
            <a:pPr algn="ctr">
              <a:lnSpc>
                <a:spcPct val="120000"/>
              </a:lnSpc>
            </a:pPr>
            <a:r>
              <a:rPr lang="zh-CN" altLang="en-US" sz="1050" b="1" dirty="0">
                <a:solidFill>
                  <a:schemeClr val="accent1"/>
                </a:solidFill>
              </a:rPr>
              <a:t>数据备份</a:t>
            </a:r>
          </a:p>
        </p:txBody>
      </p:sp>
      <p:sp>
        <p:nvSpPr>
          <p:cNvPr id="53" name="流程图: 磁盘 52">
            <a:extLst>
              <a:ext uri="{FF2B5EF4-FFF2-40B4-BE49-F238E27FC236}">
                <a16:creationId xmlns:a16="http://schemas.microsoft.com/office/drawing/2014/main" id="{69A055D9-E727-F719-5B4C-AB4DB8FECD0F}"/>
              </a:ext>
            </a:extLst>
          </p:cNvPr>
          <p:cNvSpPr/>
          <p:nvPr/>
        </p:nvSpPr>
        <p:spPr>
          <a:xfrm>
            <a:off x="4074237" y="3662818"/>
            <a:ext cx="846790" cy="516354"/>
          </a:xfrm>
          <a:prstGeom prst="flowChartMagneticDisk">
            <a:avLst/>
          </a:prstGeom>
          <a:gradFill>
            <a:gsLst>
              <a:gs pos="0">
                <a:schemeClr val="tx1"/>
              </a:gs>
              <a:gs pos="100000">
                <a:schemeClr val="accent1">
                  <a:alpha val="46000"/>
                </a:schemeClr>
              </a:gs>
            </a:gsLst>
            <a:lin ang="5400000" scaled="0"/>
          </a:gradFill>
          <a:ln>
            <a:gradFill>
              <a:gsLst>
                <a:gs pos="2299">
                  <a:schemeClr val="accent1">
                    <a:alpha val="0"/>
                  </a:schemeClr>
                </a:gs>
                <a:gs pos="27000">
                  <a:schemeClr val="accent1"/>
                </a:gs>
                <a:gs pos="93000">
                  <a:schemeClr val="accent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E37BEB4F-8E3F-543A-A695-2E3720098332}"/>
              </a:ext>
            </a:extLst>
          </p:cNvPr>
          <p:cNvSpPr txBox="1"/>
          <p:nvPr/>
        </p:nvSpPr>
        <p:spPr>
          <a:xfrm>
            <a:off x="4228327" y="3889345"/>
            <a:ext cx="538609" cy="177484"/>
          </a:xfrm>
          <a:prstGeom prst="rect">
            <a:avLst/>
          </a:prstGeom>
          <a:noFill/>
        </p:spPr>
        <p:txBody>
          <a:bodyPr wrap="none" lIns="0" tIns="0" rIns="0" bIns="0" rtlCol="0">
            <a:spAutoFit/>
          </a:bodyPr>
          <a:lstStyle/>
          <a:p>
            <a:pPr algn="ctr">
              <a:lnSpc>
                <a:spcPct val="120000"/>
              </a:lnSpc>
            </a:pPr>
            <a:r>
              <a:rPr lang="zh-CN" altLang="en-US" sz="1050" b="1" dirty="0">
                <a:solidFill>
                  <a:schemeClr val="accent1"/>
                </a:solidFill>
              </a:rPr>
              <a:t>系统安全</a:t>
            </a:r>
          </a:p>
        </p:txBody>
      </p:sp>
      <p:sp>
        <p:nvSpPr>
          <p:cNvPr id="55" name="流程图: 磁盘 54">
            <a:extLst>
              <a:ext uri="{FF2B5EF4-FFF2-40B4-BE49-F238E27FC236}">
                <a16:creationId xmlns:a16="http://schemas.microsoft.com/office/drawing/2014/main" id="{B17F6268-04A4-D9B7-20F7-166879C8E300}"/>
              </a:ext>
            </a:extLst>
          </p:cNvPr>
          <p:cNvSpPr/>
          <p:nvPr/>
        </p:nvSpPr>
        <p:spPr>
          <a:xfrm>
            <a:off x="5137579" y="3662818"/>
            <a:ext cx="846790" cy="516354"/>
          </a:xfrm>
          <a:prstGeom prst="flowChartMagneticDisk">
            <a:avLst/>
          </a:prstGeom>
          <a:gradFill>
            <a:gsLst>
              <a:gs pos="0">
                <a:schemeClr val="tx1"/>
              </a:gs>
              <a:gs pos="100000">
                <a:schemeClr val="accent1">
                  <a:alpha val="46000"/>
                </a:schemeClr>
              </a:gs>
            </a:gsLst>
            <a:lin ang="5400000" scaled="0"/>
          </a:gradFill>
          <a:ln>
            <a:gradFill>
              <a:gsLst>
                <a:gs pos="2299">
                  <a:schemeClr val="accent1">
                    <a:alpha val="0"/>
                  </a:schemeClr>
                </a:gs>
                <a:gs pos="27000">
                  <a:schemeClr val="accent1"/>
                </a:gs>
                <a:gs pos="93000">
                  <a:schemeClr val="accent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文本框 55">
            <a:extLst>
              <a:ext uri="{FF2B5EF4-FFF2-40B4-BE49-F238E27FC236}">
                <a16:creationId xmlns:a16="http://schemas.microsoft.com/office/drawing/2014/main" id="{3C7D206C-02B3-52E9-2AF4-700E237AC012}"/>
              </a:ext>
            </a:extLst>
          </p:cNvPr>
          <p:cNvSpPr txBox="1"/>
          <p:nvPr/>
        </p:nvSpPr>
        <p:spPr>
          <a:xfrm>
            <a:off x="5291669" y="3889345"/>
            <a:ext cx="538609" cy="177484"/>
          </a:xfrm>
          <a:prstGeom prst="rect">
            <a:avLst/>
          </a:prstGeom>
          <a:noFill/>
        </p:spPr>
        <p:txBody>
          <a:bodyPr wrap="none" lIns="0" tIns="0" rIns="0" bIns="0" rtlCol="0">
            <a:spAutoFit/>
          </a:bodyPr>
          <a:lstStyle/>
          <a:p>
            <a:pPr algn="ctr">
              <a:lnSpc>
                <a:spcPct val="120000"/>
              </a:lnSpc>
            </a:pPr>
            <a:r>
              <a:rPr lang="zh-CN" altLang="en-US" sz="1050" b="1" dirty="0">
                <a:solidFill>
                  <a:schemeClr val="accent1"/>
                </a:solidFill>
              </a:rPr>
              <a:t>系统防护</a:t>
            </a:r>
          </a:p>
        </p:txBody>
      </p:sp>
      <p:sp>
        <p:nvSpPr>
          <p:cNvPr id="58" name="任意多边形: 形状 57">
            <a:extLst>
              <a:ext uri="{FF2B5EF4-FFF2-40B4-BE49-F238E27FC236}">
                <a16:creationId xmlns:a16="http://schemas.microsoft.com/office/drawing/2014/main" id="{DACDF2E8-686B-CD26-3F71-4898D4C2D387}"/>
              </a:ext>
            </a:extLst>
          </p:cNvPr>
          <p:cNvSpPr/>
          <p:nvPr/>
        </p:nvSpPr>
        <p:spPr>
          <a:xfrm>
            <a:off x="1657311" y="2312497"/>
            <a:ext cx="4602479" cy="713793"/>
          </a:xfrm>
          <a:custGeom>
            <a:avLst/>
            <a:gdLst>
              <a:gd name="connsiteX0" fmla="*/ 0 w 4602479"/>
              <a:gd name="connsiteY0" fmla="*/ 0 h 713793"/>
              <a:gd name="connsiteX1" fmla="*/ 4602479 w 4602479"/>
              <a:gd name="connsiteY1" fmla="*/ 0 h 713793"/>
              <a:gd name="connsiteX2" fmla="*/ 4602479 w 4602479"/>
              <a:gd name="connsiteY2" fmla="*/ 713793 h 713793"/>
              <a:gd name="connsiteX3" fmla="*/ 4594316 w 4602479"/>
              <a:gd name="connsiteY3" fmla="*/ 713793 h 713793"/>
              <a:gd name="connsiteX4" fmla="*/ 4555727 w 4602479"/>
              <a:gd name="connsiteY4" fmla="*/ 670505 h 713793"/>
              <a:gd name="connsiteX5" fmla="*/ 2301240 w 4602479"/>
              <a:gd name="connsiteY5" fmla="*/ 462711 h 713793"/>
              <a:gd name="connsiteX6" fmla="*/ 46753 w 4602479"/>
              <a:gd name="connsiteY6" fmla="*/ 670505 h 713793"/>
              <a:gd name="connsiteX7" fmla="*/ 8165 w 4602479"/>
              <a:gd name="connsiteY7" fmla="*/ 713793 h 713793"/>
              <a:gd name="connsiteX8" fmla="*/ 0 w 4602479"/>
              <a:gd name="connsiteY8" fmla="*/ 713793 h 71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2479" h="713793">
                <a:moveTo>
                  <a:pt x="0" y="0"/>
                </a:moveTo>
                <a:lnTo>
                  <a:pt x="4602479" y="0"/>
                </a:lnTo>
                <a:lnTo>
                  <a:pt x="4602479" y="713793"/>
                </a:lnTo>
                <a:lnTo>
                  <a:pt x="4594316" y="713793"/>
                </a:lnTo>
                <a:lnTo>
                  <a:pt x="4555727" y="670505"/>
                </a:lnTo>
                <a:cubicBezTo>
                  <a:pt x="4341145" y="551917"/>
                  <a:pt x="3413313" y="462711"/>
                  <a:pt x="2301240" y="462711"/>
                </a:cubicBezTo>
                <a:cubicBezTo>
                  <a:pt x="1189168" y="462711"/>
                  <a:pt x="261335" y="551917"/>
                  <a:pt x="46753" y="670505"/>
                </a:cubicBezTo>
                <a:lnTo>
                  <a:pt x="8165" y="713793"/>
                </a:lnTo>
                <a:lnTo>
                  <a:pt x="0" y="713793"/>
                </a:lnTo>
                <a:close/>
              </a:path>
            </a:pathLst>
          </a:custGeom>
          <a:gradFill>
            <a:gsLst>
              <a:gs pos="0">
                <a:schemeClr val="accent1">
                  <a:alpha val="0"/>
                </a:schemeClr>
              </a:gs>
              <a:gs pos="100000">
                <a:schemeClr val="accent1">
                  <a:alpha val="19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082" name="组合 1081">
            <a:extLst>
              <a:ext uri="{FF2B5EF4-FFF2-40B4-BE49-F238E27FC236}">
                <a16:creationId xmlns:a16="http://schemas.microsoft.com/office/drawing/2014/main" id="{C5B02FAD-D0A2-02AF-D5BC-3001B67B5651}"/>
              </a:ext>
            </a:extLst>
          </p:cNvPr>
          <p:cNvGrpSpPr/>
          <p:nvPr/>
        </p:nvGrpSpPr>
        <p:grpSpPr>
          <a:xfrm>
            <a:off x="1951066" y="2554343"/>
            <a:ext cx="839760" cy="520482"/>
            <a:chOff x="11108557" y="7790798"/>
            <a:chExt cx="5066347" cy="3037522"/>
          </a:xfrm>
        </p:grpSpPr>
        <p:sp>
          <p:nvSpPr>
            <p:cNvPr id="1078" name="任意多边形: 形状 1077">
              <a:extLst>
                <a:ext uri="{FF2B5EF4-FFF2-40B4-BE49-F238E27FC236}">
                  <a16:creationId xmlns:a16="http://schemas.microsoft.com/office/drawing/2014/main" id="{B03B6A67-E042-9E91-A0D9-6A78338A44BE}"/>
                </a:ext>
              </a:extLst>
            </p:cNvPr>
            <p:cNvSpPr/>
            <p:nvPr/>
          </p:nvSpPr>
          <p:spPr>
            <a:xfrm>
              <a:off x="11108557" y="9684461"/>
              <a:ext cx="5066347" cy="1143859"/>
            </a:xfrm>
            <a:custGeom>
              <a:avLst/>
              <a:gdLst>
                <a:gd name="connsiteX0" fmla="*/ 0 w 5066347"/>
                <a:gd name="connsiteY0" fmla="*/ 436912 h 1143857"/>
                <a:gd name="connsiteX1" fmla="*/ 2533174 w 5066347"/>
                <a:gd name="connsiteY1" fmla="*/ 0 h 1143857"/>
                <a:gd name="connsiteX2" fmla="*/ 5066348 w 5066347"/>
                <a:gd name="connsiteY2" fmla="*/ 436912 h 1143857"/>
                <a:gd name="connsiteX3" fmla="*/ 4098703 w 5066347"/>
                <a:gd name="connsiteY3" fmla="*/ 1143857 h 1143857"/>
                <a:gd name="connsiteX4" fmla="*/ 967550 w 5066347"/>
                <a:gd name="connsiteY4" fmla="*/ 1143857 h 1143857"/>
                <a:gd name="connsiteX5" fmla="*/ 0 w 5066347"/>
                <a:gd name="connsiteY5" fmla="*/ 436912 h 1143857"/>
                <a:gd name="connsiteX6" fmla="*/ 0 w 5066347"/>
                <a:gd name="connsiteY6" fmla="*/ 436912 h 1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66347" h="1143857">
                  <a:moveTo>
                    <a:pt x="0" y="436912"/>
                  </a:moveTo>
                  <a:lnTo>
                    <a:pt x="2533174" y="0"/>
                  </a:lnTo>
                  <a:lnTo>
                    <a:pt x="5066348" y="436912"/>
                  </a:lnTo>
                  <a:lnTo>
                    <a:pt x="4098703" y="1143857"/>
                  </a:lnTo>
                  <a:lnTo>
                    <a:pt x="967550" y="1143857"/>
                  </a:lnTo>
                  <a:lnTo>
                    <a:pt x="0" y="436912"/>
                  </a:lnTo>
                  <a:lnTo>
                    <a:pt x="0" y="436912"/>
                  </a:lnTo>
                  <a:close/>
                </a:path>
              </a:pathLst>
            </a:custGeom>
            <a:gradFill>
              <a:gsLst>
                <a:gs pos="11000">
                  <a:schemeClr val="accent1">
                    <a:alpha val="0"/>
                  </a:schemeClr>
                </a:gs>
                <a:gs pos="95000">
                  <a:schemeClr val="accent1"/>
                </a:gs>
              </a:gsLst>
              <a:lin ang="5400000" scaled="1"/>
            </a:gradFill>
            <a:ln w="0" cap="flat">
              <a:noFill/>
              <a:prstDash val="solid"/>
              <a:miter/>
            </a:ln>
          </p:spPr>
          <p:txBody>
            <a:bodyPr rtlCol="0" anchor="ctr"/>
            <a:lstStyle/>
            <a:p>
              <a:endParaRPr lang="zh-CN" altLang="en-US"/>
            </a:p>
          </p:txBody>
        </p:sp>
        <p:sp>
          <p:nvSpPr>
            <p:cNvPr id="1079" name="任意多边形: 形状 1078">
              <a:extLst>
                <a:ext uri="{FF2B5EF4-FFF2-40B4-BE49-F238E27FC236}">
                  <a16:creationId xmlns:a16="http://schemas.microsoft.com/office/drawing/2014/main" id="{14783F5B-15D9-4E0E-1607-C1B7FDE670F3}"/>
                </a:ext>
              </a:extLst>
            </p:cNvPr>
            <p:cNvSpPr/>
            <p:nvPr/>
          </p:nvSpPr>
          <p:spPr>
            <a:xfrm>
              <a:off x="11108557" y="8135603"/>
              <a:ext cx="975836" cy="2692717"/>
            </a:xfrm>
            <a:custGeom>
              <a:avLst/>
              <a:gdLst>
                <a:gd name="connsiteX0" fmla="*/ 975836 w 975836"/>
                <a:gd name="connsiteY0" fmla="*/ 557975 h 2692717"/>
                <a:gd name="connsiteX1" fmla="*/ 967550 w 975836"/>
                <a:gd name="connsiteY1" fmla="*/ 2692718 h 2692717"/>
                <a:gd name="connsiteX2" fmla="*/ 0 w 975836"/>
                <a:gd name="connsiteY2" fmla="*/ 1985772 h 2692717"/>
                <a:gd name="connsiteX3" fmla="*/ 10287 w 975836"/>
                <a:gd name="connsiteY3" fmla="*/ 0 h 2692717"/>
                <a:gd name="connsiteX4" fmla="*/ 975836 w 975836"/>
                <a:gd name="connsiteY4" fmla="*/ 557975 h 2692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836" h="2692717">
                  <a:moveTo>
                    <a:pt x="975836" y="557975"/>
                  </a:moveTo>
                  <a:lnTo>
                    <a:pt x="967550" y="2692718"/>
                  </a:lnTo>
                  <a:lnTo>
                    <a:pt x="0" y="1985772"/>
                  </a:lnTo>
                  <a:lnTo>
                    <a:pt x="10287" y="0"/>
                  </a:lnTo>
                  <a:lnTo>
                    <a:pt x="975836" y="557975"/>
                  </a:lnTo>
                  <a:close/>
                </a:path>
              </a:pathLst>
            </a:custGeom>
            <a:gradFill>
              <a:gsLst>
                <a:gs pos="0">
                  <a:schemeClr val="tx1"/>
                </a:gs>
                <a:gs pos="100000">
                  <a:schemeClr val="accent1">
                    <a:alpha val="61000"/>
                  </a:schemeClr>
                </a:gs>
              </a:gsLst>
              <a:lin ang="5400000" scaled="1"/>
            </a:gradFill>
            <a:ln w="9525" cap="flat">
              <a:gradFill>
                <a:gsLst>
                  <a:gs pos="0">
                    <a:schemeClr val="accent1">
                      <a:alpha val="0"/>
                    </a:schemeClr>
                  </a:gs>
                  <a:gs pos="100000">
                    <a:schemeClr val="accent1"/>
                  </a:gs>
                </a:gsLst>
                <a:lin ang="5400000" scaled="1"/>
              </a:gradFill>
              <a:prstDash val="solid"/>
              <a:miter/>
            </a:ln>
          </p:spPr>
          <p:txBody>
            <a:bodyPr rtlCol="0" anchor="ctr"/>
            <a:lstStyle/>
            <a:p>
              <a:endParaRPr lang="zh-CN" altLang="en-US" dirty="0"/>
            </a:p>
          </p:txBody>
        </p:sp>
        <p:sp>
          <p:nvSpPr>
            <p:cNvPr id="1080" name="任意多边形: 形状 1079">
              <a:extLst>
                <a:ext uri="{FF2B5EF4-FFF2-40B4-BE49-F238E27FC236}">
                  <a16:creationId xmlns:a16="http://schemas.microsoft.com/office/drawing/2014/main" id="{9151C983-53C8-3414-BA27-947D73018EAB}"/>
                </a:ext>
              </a:extLst>
            </p:cNvPr>
            <p:cNvSpPr/>
            <p:nvPr/>
          </p:nvSpPr>
          <p:spPr>
            <a:xfrm>
              <a:off x="15198973" y="8135603"/>
              <a:ext cx="975931" cy="2692717"/>
            </a:xfrm>
            <a:custGeom>
              <a:avLst/>
              <a:gdLst>
                <a:gd name="connsiteX0" fmla="*/ 0 w 975931"/>
                <a:gd name="connsiteY0" fmla="*/ 557975 h 2692717"/>
                <a:gd name="connsiteX1" fmla="*/ 8287 w 975931"/>
                <a:gd name="connsiteY1" fmla="*/ 2692718 h 2692717"/>
                <a:gd name="connsiteX2" fmla="*/ 975932 w 975931"/>
                <a:gd name="connsiteY2" fmla="*/ 1985772 h 2692717"/>
                <a:gd name="connsiteX3" fmla="*/ 965645 w 975931"/>
                <a:gd name="connsiteY3" fmla="*/ 0 h 2692717"/>
                <a:gd name="connsiteX4" fmla="*/ 0 w 975931"/>
                <a:gd name="connsiteY4" fmla="*/ 557975 h 2692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931" h="2692717">
                  <a:moveTo>
                    <a:pt x="0" y="557975"/>
                  </a:moveTo>
                  <a:lnTo>
                    <a:pt x="8287" y="2692718"/>
                  </a:lnTo>
                  <a:lnTo>
                    <a:pt x="975932" y="1985772"/>
                  </a:lnTo>
                  <a:lnTo>
                    <a:pt x="965645" y="0"/>
                  </a:lnTo>
                  <a:lnTo>
                    <a:pt x="0" y="557975"/>
                  </a:lnTo>
                  <a:close/>
                </a:path>
              </a:pathLst>
            </a:custGeom>
            <a:gradFill>
              <a:gsLst>
                <a:gs pos="0">
                  <a:schemeClr val="tx1"/>
                </a:gs>
                <a:gs pos="100000">
                  <a:schemeClr val="accent1">
                    <a:alpha val="61000"/>
                  </a:schemeClr>
                </a:gs>
              </a:gsLst>
              <a:lin ang="5400000" scaled="1"/>
            </a:gradFill>
            <a:ln w="9525" cap="flat">
              <a:gradFill>
                <a:gsLst>
                  <a:gs pos="0">
                    <a:schemeClr val="accent1">
                      <a:alpha val="0"/>
                    </a:schemeClr>
                  </a:gs>
                  <a:gs pos="100000">
                    <a:schemeClr val="accent1"/>
                  </a:gs>
                </a:gsLst>
                <a:lin ang="5400000" scaled="1"/>
              </a:gradFill>
              <a:prstDash val="solid"/>
              <a:miter/>
            </a:ln>
          </p:spPr>
          <p:txBody>
            <a:bodyPr rtlCol="0" anchor="ctr"/>
            <a:lstStyle/>
            <a:p>
              <a:endParaRPr lang="zh-CN" altLang="en-US"/>
            </a:p>
          </p:txBody>
        </p:sp>
        <p:sp>
          <p:nvSpPr>
            <p:cNvPr id="1081" name="任意多边形: 形状 1080">
              <a:extLst>
                <a:ext uri="{FF2B5EF4-FFF2-40B4-BE49-F238E27FC236}">
                  <a16:creationId xmlns:a16="http://schemas.microsoft.com/office/drawing/2014/main" id="{80D9DF90-D6E7-F815-A82D-F42415B74D79}"/>
                </a:ext>
              </a:extLst>
            </p:cNvPr>
            <p:cNvSpPr/>
            <p:nvPr/>
          </p:nvSpPr>
          <p:spPr>
            <a:xfrm>
              <a:off x="12080486" y="8693578"/>
              <a:ext cx="3118578" cy="2134742"/>
            </a:xfrm>
            <a:custGeom>
              <a:avLst/>
              <a:gdLst>
                <a:gd name="connsiteX0" fmla="*/ 0 w 3118580"/>
                <a:gd name="connsiteY0" fmla="*/ 0 h 2134743"/>
                <a:gd name="connsiteX1" fmla="*/ 3118580 w 3118580"/>
                <a:gd name="connsiteY1" fmla="*/ 0 h 2134743"/>
                <a:gd name="connsiteX2" fmla="*/ 3118580 w 3118580"/>
                <a:gd name="connsiteY2" fmla="*/ 2134743 h 2134743"/>
                <a:gd name="connsiteX3" fmla="*/ 0 w 3118580"/>
                <a:gd name="connsiteY3" fmla="*/ 2134743 h 2134743"/>
              </a:gdLst>
              <a:ahLst/>
              <a:cxnLst>
                <a:cxn ang="0">
                  <a:pos x="connsiteX0" y="connsiteY0"/>
                </a:cxn>
                <a:cxn ang="0">
                  <a:pos x="connsiteX1" y="connsiteY1"/>
                </a:cxn>
                <a:cxn ang="0">
                  <a:pos x="connsiteX2" y="connsiteY2"/>
                </a:cxn>
                <a:cxn ang="0">
                  <a:pos x="connsiteX3" y="connsiteY3"/>
                </a:cxn>
              </a:cxnLst>
              <a:rect l="l" t="t" r="r" b="b"/>
              <a:pathLst>
                <a:path w="3118580" h="2134743">
                  <a:moveTo>
                    <a:pt x="0" y="0"/>
                  </a:moveTo>
                  <a:lnTo>
                    <a:pt x="3118580" y="0"/>
                  </a:lnTo>
                  <a:lnTo>
                    <a:pt x="3118580" y="2134743"/>
                  </a:lnTo>
                  <a:lnTo>
                    <a:pt x="0" y="2134743"/>
                  </a:lnTo>
                  <a:close/>
                </a:path>
              </a:pathLst>
            </a:custGeom>
            <a:gradFill>
              <a:gsLst>
                <a:gs pos="0">
                  <a:schemeClr val="tx1"/>
                </a:gs>
                <a:gs pos="100000">
                  <a:schemeClr val="accent1">
                    <a:alpha val="61000"/>
                  </a:schemeClr>
                </a:gs>
              </a:gsLst>
              <a:lin ang="5400000" scaled="1"/>
            </a:gradFill>
            <a:ln w="9525" cap="flat">
              <a:gradFill>
                <a:gsLst>
                  <a:gs pos="0">
                    <a:schemeClr val="accent1">
                      <a:alpha val="0"/>
                    </a:schemeClr>
                  </a:gs>
                  <a:gs pos="100000">
                    <a:schemeClr val="accent1"/>
                  </a:gs>
                </a:gsLst>
                <a:lin ang="5400000" scaled="1"/>
              </a:gradFill>
              <a:prstDash val="solid"/>
              <a:miter/>
            </a:ln>
          </p:spPr>
          <p:txBody>
            <a:bodyPr rtlCol="0" anchor="ctr"/>
            <a:lstStyle/>
            <a:p>
              <a:endParaRPr lang="zh-CN" altLang="en-US"/>
            </a:p>
          </p:txBody>
        </p:sp>
        <p:sp>
          <p:nvSpPr>
            <p:cNvPr id="1077" name="任意多边形: 形状 1076">
              <a:extLst>
                <a:ext uri="{FF2B5EF4-FFF2-40B4-BE49-F238E27FC236}">
                  <a16:creationId xmlns:a16="http://schemas.microsoft.com/office/drawing/2014/main" id="{934C425A-ED5C-FD54-A99B-DD53D7BA6E2E}"/>
                </a:ext>
              </a:extLst>
            </p:cNvPr>
            <p:cNvSpPr/>
            <p:nvPr/>
          </p:nvSpPr>
          <p:spPr>
            <a:xfrm>
              <a:off x="11118844" y="7790798"/>
              <a:ext cx="5056060" cy="902779"/>
            </a:xfrm>
            <a:custGeom>
              <a:avLst/>
              <a:gdLst>
                <a:gd name="connsiteX0" fmla="*/ 0 w 5056060"/>
                <a:gd name="connsiteY0" fmla="*/ 344805 h 902779"/>
                <a:gd name="connsiteX1" fmla="*/ 2528030 w 5056060"/>
                <a:gd name="connsiteY1" fmla="*/ 0 h 902779"/>
                <a:gd name="connsiteX2" fmla="*/ 5056061 w 5056060"/>
                <a:gd name="connsiteY2" fmla="*/ 344805 h 902779"/>
                <a:gd name="connsiteX3" fmla="*/ 4090416 w 5056060"/>
                <a:gd name="connsiteY3" fmla="*/ 902780 h 902779"/>
                <a:gd name="connsiteX4" fmla="*/ 965549 w 5056060"/>
                <a:gd name="connsiteY4" fmla="*/ 902780 h 902779"/>
                <a:gd name="connsiteX5" fmla="*/ 0 w 5056060"/>
                <a:gd name="connsiteY5" fmla="*/ 344805 h 902779"/>
                <a:gd name="connsiteX6" fmla="*/ 0 w 5056060"/>
                <a:gd name="connsiteY6" fmla="*/ 344805 h 902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6060" h="902779">
                  <a:moveTo>
                    <a:pt x="0" y="344805"/>
                  </a:moveTo>
                  <a:lnTo>
                    <a:pt x="2528030" y="0"/>
                  </a:lnTo>
                  <a:lnTo>
                    <a:pt x="5056061" y="344805"/>
                  </a:lnTo>
                  <a:lnTo>
                    <a:pt x="4090416" y="902780"/>
                  </a:lnTo>
                  <a:lnTo>
                    <a:pt x="965549" y="902780"/>
                  </a:lnTo>
                  <a:lnTo>
                    <a:pt x="0" y="344805"/>
                  </a:lnTo>
                  <a:lnTo>
                    <a:pt x="0" y="344805"/>
                  </a:lnTo>
                  <a:close/>
                </a:path>
              </a:pathLst>
            </a:custGeom>
            <a:gradFill>
              <a:gsLst>
                <a:gs pos="0">
                  <a:schemeClr val="tx1">
                    <a:alpha val="45000"/>
                  </a:schemeClr>
                </a:gs>
                <a:gs pos="100000">
                  <a:schemeClr val="tx1"/>
                </a:gs>
              </a:gsLst>
              <a:lin ang="5400000" scaled="1"/>
            </a:gradFill>
            <a:ln w="9525" cap="flat">
              <a:gradFill>
                <a:gsLst>
                  <a:gs pos="0">
                    <a:schemeClr val="accent1">
                      <a:alpha val="0"/>
                    </a:schemeClr>
                  </a:gs>
                  <a:gs pos="100000">
                    <a:schemeClr val="accent1"/>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p>
          </p:txBody>
        </p:sp>
      </p:grpSp>
      <p:sp>
        <p:nvSpPr>
          <p:cNvPr id="60" name="文本框 59">
            <a:extLst>
              <a:ext uri="{FF2B5EF4-FFF2-40B4-BE49-F238E27FC236}">
                <a16:creationId xmlns:a16="http://schemas.microsoft.com/office/drawing/2014/main" id="{B5EE3F7B-914B-D53F-DC30-27AE3BF4331A}"/>
              </a:ext>
            </a:extLst>
          </p:cNvPr>
          <p:cNvSpPr txBox="1"/>
          <p:nvPr/>
        </p:nvSpPr>
        <p:spPr>
          <a:xfrm>
            <a:off x="2229360" y="2786087"/>
            <a:ext cx="269304" cy="177484"/>
          </a:xfrm>
          <a:prstGeom prst="rect">
            <a:avLst/>
          </a:prstGeom>
          <a:noFill/>
        </p:spPr>
        <p:txBody>
          <a:bodyPr wrap="none" lIns="0" tIns="0" rIns="0" bIns="0" rtlCol="0">
            <a:spAutoFit/>
          </a:bodyPr>
          <a:lstStyle/>
          <a:p>
            <a:pPr algn="ctr">
              <a:lnSpc>
                <a:spcPct val="120000"/>
              </a:lnSpc>
            </a:pPr>
            <a:r>
              <a:rPr lang="zh-CN" altLang="en-US" sz="1050" b="1" dirty="0">
                <a:solidFill>
                  <a:schemeClr val="accent1"/>
                </a:solidFill>
              </a:rPr>
              <a:t>校验</a:t>
            </a:r>
          </a:p>
        </p:txBody>
      </p:sp>
      <p:grpSp>
        <p:nvGrpSpPr>
          <p:cNvPr id="1085" name="组合 1084">
            <a:extLst>
              <a:ext uri="{FF2B5EF4-FFF2-40B4-BE49-F238E27FC236}">
                <a16:creationId xmlns:a16="http://schemas.microsoft.com/office/drawing/2014/main" id="{6D64CFE8-54D5-720C-8A5F-2B0A408E2BD6}"/>
              </a:ext>
            </a:extLst>
          </p:cNvPr>
          <p:cNvGrpSpPr/>
          <p:nvPr/>
        </p:nvGrpSpPr>
        <p:grpSpPr>
          <a:xfrm>
            <a:off x="3014409" y="2554343"/>
            <a:ext cx="839760" cy="520482"/>
            <a:chOff x="11108557" y="7790798"/>
            <a:chExt cx="5066347" cy="3037522"/>
          </a:xfrm>
        </p:grpSpPr>
        <p:sp>
          <p:nvSpPr>
            <p:cNvPr id="1088" name="任意多边形: 形状 1087">
              <a:extLst>
                <a:ext uri="{FF2B5EF4-FFF2-40B4-BE49-F238E27FC236}">
                  <a16:creationId xmlns:a16="http://schemas.microsoft.com/office/drawing/2014/main" id="{12287027-3006-1540-C191-149151BEA803}"/>
                </a:ext>
              </a:extLst>
            </p:cNvPr>
            <p:cNvSpPr/>
            <p:nvPr/>
          </p:nvSpPr>
          <p:spPr>
            <a:xfrm>
              <a:off x="11108557" y="9684461"/>
              <a:ext cx="5066347" cy="1143859"/>
            </a:xfrm>
            <a:custGeom>
              <a:avLst/>
              <a:gdLst>
                <a:gd name="connsiteX0" fmla="*/ 0 w 5066347"/>
                <a:gd name="connsiteY0" fmla="*/ 436912 h 1143857"/>
                <a:gd name="connsiteX1" fmla="*/ 2533174 w 5066347"/>
                <a:gd name="connsiteY1" fmla="*/ 0 h 1143857"/>
                <a:gd name="connsiteX2" fmla="*/ 5066348 w 5066347"/>
                <a:gd name="connsiteY2" fmla="*/ 436912 h 1143857"/>
                <a:gd name="connsiteX3" fmla="*/ 4098703 w 5066347"/>
                <a:gd name="connsiteY3" fmla="*/ 1143857 h 1143857"/>
                <a:gd name="connsiteX4" fmla="*/ 967550 w 5066347"/>
                <a:gd name="connsiteY4" fmla="*/ 1143857 h 1143857"/>
                <a:gd name="connsiteX5" fmla="*/ 0 w 5066347"/>
                <a:gd name="connsiteY5" fmla="*/ 436912 h 1143857"/>
                <a:gd name="connsiteX6" fmla="*/ 0 w 5066347"/>
                <a:gd name="connsiteY6" fmla="*/ 436912 h 1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66347" h="1143857">
                  <a:moveTo>
                    <a:pt x="0" y="436912"/>
                  </a:moveTo>
                  <a:lnTo>
                    <a:pt x="2533174" y="0"/>
                  </a:lnTo>
                  <a:lnTo>
                    <a:pt x="5066348" y="436912"/>
                  </a:lnTo>
                  <a:lnTo>
                    <a:pt x="4098703" y="1143857"/>
                  </a:lnTo>
                  <a:lnTo>
                    <a:pt x="967550" y="1143857"/>
                  </a:lnTo>
                  <a:lnTo>
                    <a:pt x="0" y="436912"/>
                  </a:lnTo>
                  <a:lnTo>
                    <a:pt x="0" y="436912"/>
                  </a:lnTo>
                  <a:close/>
                </a:path>
              </a:pathLst>
            </a:custGeom>
            <a:gradFill>
              <a:gsLst>
                <a:gs pos="11000">
                  <a:schemeClr val="accent1">
                    <a:alpha val="0"/>
                  </a:schemeClr>
                </a:gs>
                <a:gs pos="95000">
                  <a:schemeClr val="accent1"/>
                </a:gs>
              </a:gsLst>
              <a:lin ang="5400000" scaled="1"/>
            </a:gradFill>
            <a:ln w="0" cap="flat">
              <a:noFill/>
              <a:prstDash val="solid"/>
              <a:miter/>
            </a:ln>
          </p:spPr>
          <p:txBody>
            <a:bodyPr rtlCol="0" anchor="ctr"/>
            <a:lstStyle/>
            <a:p>
              <a:endParaRPr lang="zh-CN" altLang="en-US"/>
            </a:p>
          </p:txBody>
        </p:sp>
        <p:sp>
          <p:nvSpPr>
            <p:cNvPr id="1089" name="任意多边形: 形状 1088">
              <a:extLst>
                <a:ext uri="{FF2B5EF4-FFF2-40B4-BE49-F238E27FC236}">
                  <a16:creationId xmlns:a16="http://schemas.microsoft.com/office/drawing/2014/main" id="{F2193268-E21B-DE65-9386-59977CEBB3C9}"/>
                </a:ext>
              </a:extLst>
            </p:cNvPr>
            <p:cNvSpPr/>
            <p:nvPr/>
          </p:nvSpPr>
          <p:spPr>
            <a:xfrm>
              <a:off x="11108557" y="8135603"/>
              <a:ext cx="975836" cy="2692717"/>
            </a:xfrm>
            <a:custGeom>
              <a:avLst/>
              <a:gdLst>
                <a:gd name="connsiteX0" fmla="*/ 975836 w 975836"/>
                <a:gd name="connsiteY0" fmla="*/ 557975 h 2692717"/>
                <a:gd name="connsiteX1" fmla="*/ 967550 w 975836"/>
                <a:gd name="connsiteY1" fmla="*/ 2692718 h 2692717"/>
                <a:gd name="connsiteX2" fmla="*/ 0 w 975836"/>
                <a:gd name="connsiteY2" fmla="*/ 1985772 h 2692717"/>
                <a:gd name="connsiteX3" fmla="*/ 10287 w 975836"/>
                <a:gd name="connsiteY3" fmla="*/ 0 h 2692717"/>
                <a:gd name="connsiteX4" fmla="*/ 975836 w 975836"/>
                <a:gd name="connsiteY4" fmla="*/ 557975 h 2692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836" h="2692717">
                  <a:moveTo>
                    <a:pt x="975836" y="557975"/>
                  </a:moveTo>
                  <a:lnTo>
                    <a:pt x="967550" y="2692718"/>
                  </a:lnTo>
                  <a:lnTo>
                    <a:pt x="0" y="1985772"/>
                  </a:lnTo>
                  <a:lnTo>
                    <a:pt x="10287" y="0"/>
                  </a:lnTo>
                  <a:lnTo>
                    <a:pt x="975836" y="557975"/>
                  </a:lnTo>
                  <a:close/>
                </a:path>
              </a:pathLst>
            </a:custGeom>
            <a:gradFill>
              <a:gsLst>
                <a:gs pos="0">
                  <a:schemeClr val="tx1"/>
                </a:gs>
                <a:gs pos="100000">
                  <a:schemeClr val="accent1">
                    <a:alpha val="61000"/>
                  </a:schemeClr>
                </a:gs>
              </a:gsLst>
              <a:lin ang="5400000" scaled="1"/>
            </a:gradFill>
            <a:ln w="9525" cap="flat">
              <a:gradFill>
                <a:gsLst>
                  <a:gs pos="0">
                    <a:schemeClr val="accent1">
                      <a:alpha val="0"/>
                    </a:schemeClr>
                  </a:gs>
                  <a:gs pos="100000">
                    <a:schemeClr val="accent1"/>
                  </a:gs>
                </a:gsLst>
                <a:lin ang="5400000" scaled="1"/>
              </a:gradFill>
              <a:prstDash val="solid"/>
              <a:miter/>
            </a:ln>
          </p:spPr>
          <p:txBody>
            <a:bodyPr rtlCol="0" anchor="ctr"/>
            <a:lstStyle/>
            <a:p>
              <a:endParaRPr lang="zh-CN" altLang="en-US" dirty="0"/>
            </a:p>
          </p:txBody>
        </p:sp>
        <p:sp>
          <p:nvSpPr>
            <p:cNvPr id="1090" name="任意多边形: 形状 1089">
              <a:extLst>
                <a:ext uri="{FF2B5EF4-FFF2-40B4-BE49-F238E27FC236}">
                  <a16:creationId xmlns:a16="http://schemas.microsoft.com/office/drawing/2014/main" id="{4A5E2650-E297-9AD0-41CA-76F754B71BAC}"/>
                </a:ext>
              </a:extLst>
            </p:cNvPr>
            <p:cNvSpPr/>
            <p:nvPr/>
          </p:nvSpPr>
          <p:spPr>
            <a:xfrm>
              <a:off x="15198973" y="8135603"/>
              <a:ext cx="975931" cy="2692717"/>
            </a:xfrm>
            <a:custGeom>
              <a:avLst/>
              <a:gdLst>
                <a:gd name="connsiteX0" fmla="*/ 0 w 975931"/>
                <a:gd name="connsiteY0" fmla="*/ 557975 h 2692717"/>
                <a:gd name="connsiteX1" fmla="*/ 8287 w 975931"/>
                <a:gd name="connsiteY1" fmla="*/ 2692718 h 2692717"/>
                <a:gd name="connsiteX2" fmla="*/ 975932 w 975931"/>
                <a:gd name="connsiteY2" fmla="*/ 1985772 h 2692717"/>
                <a:gd name="connsiteX3" fmla="*/ 965645 w 975931"/>
                <a:gd name="connsiteY3" fmla="*/ 0 h 2692717"/>
                <a:gd name="connsiteX4" fmla="*/ 0 w 975931"/>
                <a:gd name="connsiteY4" fmla="*/ 557975 h 2692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931" h="2692717">
                  <a:moveTo>
                    <a:pt x="0" y="557975"/>
                  </a:moveTo>
                  <a:lnTo>
                    <a:pt x="8287" y="2692718"/>
                  </a:lnTo>
                  <a:lnTo>
                    <a:pt x="975932" y="1985772"/>
                  </a:lnTo>
                  <a:lnTo>
                    <a:pt x="965645" y="0"/>
                  </a:lnTo>
                  <a:lnTo>
                    <a:pt x="0" y="557975"/>
                  </a:lnTo>
                  <a:close/>
                </a:path>
              </a:pathLst>
            </a:custGeom>
            <a:gradFill>
              <a:gsLst>
                <a:gs pos="0">
                  <a:schemeClr val="tx1"/>
                </a:gs>
                <a:gs pos="100000">
                  <a:schemeClr val="accent1">
                    <a:alpha val="61000"/>
                  </a:schemeClr>
                </a:gs>
              </a:gsLst>
              <a:lin ang="5400000" scaled="1"/>
            </a:gradFill>
            <a:ln w="9525" cap="flat">
              <a:gradFill>
                <a:gsLst>
                  <a:gs pos="0">
                    <a:schemeClr val="accent1">
                      <a:alpha val="0"/>
                    </a:schemeClr>
                  </a:gs>
                  <a:gs pos="100000">
                    <a:schemeClr val="accent1"/>
                  </a:gs>
                </a:gsLst>
                <a:lin ang="5400000" scaled="1"/>
              </a:gradFill>
              <a:prstDash val="solid"/>
              <a:miter/>
            </a:ln>
          </p:spPr>
          <p:txBody>
            <a:bodyPr rtlCol="0" anchor="ctr"/>
            <a:lstStyle/>
            <a:p>
              <a:endParaRPr lang="zh-CN" altLang="en-US"/>
            </a:p>
          </p:txBody>
        </p:sp>
        <p:sp>
          <p:nvSpPr>
            <p:cNvPr id="1091" name="任意多边形: 形状 1090">
              <a:extLst>
                <a:ext uri="{FF2B5EF4-FFF2-40B4-BE49-F238E27FC236}">
                  <a16:creationId xmlns:a16="http://schemas.microsoft.com/office/drawing/2014/main" id="{C3A4E754-3499-630A-AAE1-8673F03BFD29}"/>
                </a:ext>
              </a:extLst>
            </p:cNvPr>
            <p:cNvSpPr/>
            <p:nvPr/>
          </p:nvSpPr>
          <p:spPr>
            <a:xfrm>
              <a:off x="12080486" y="8693578"/>
              <a:ext cx="3118578" cy="2134742"/>
            </a:xfrm>
            <a:custGeom>
              <a:avLst/>
              <a:gdLst>
                <a:gd name="connsiteX0" fmla="*/ 0 w 3118580"/>
                <a:gd name="connsiteY0" fmla="*/ 0 h 2134743"/>
                <a:gd name="connsiteX1" fmla="*/ 3118580 w 3118580"/>
                <a:gd name="connsiteY1" fmla="*/ 0 h 2134743"/>
                <a:gd name="connsiteX2" fmla="*/ 3118580 w 3118580"/>
                <a:gd name="connsiteY2" fmla="*/ 2134743 h 2134743"/>
                <a:gd name="connsiteX3" fmla="*/ 0 w 3118580"/>
                <a:gd name="connsiteY3" fmla="*/ 2134743 h 2134743"/>
              </a:gdLst>
              <a:ahLst/>
              <a:cxnLst>
                <a:cxn ang="0">
                  <a:pos x="connsiteX0" y="connsiteY0"/>
                </a:cxn>
                <a:cxn ang="0">
                  <a:pos x="connsiteX1" y="connsiteY1"/>
                </a:cxn>
                <a:cxn ang="0">
                  <a:pos x="connsiteX2" y="connsiteY2"/>
                </a:cxn>
                <a:cxn ang="0">
                  <a:pos x="connsiteX3" y="connsiteY3"/>
                </a:cxn>
              </a:cxnLst>
              <a:rect l="l" t="t" r="r" b="b"/>
              <a:pathLst>
                <a:path w="3118580" h="2134743">
                  <a:moveTo>
                    <a:pt x="0" y="0"/>
                  </a:moveTo>
                  <a:lnTo>
                    <a:pt x="3118580" y="0"/>
                  </a:lnTo>
                  <a:lnTo>
                    <a:pt x="3118580" y="2134743"/>
                  </a:lnTo>
                  <a:lnTo>
                    <a:pt x="0" y="2134743"/>
                  </a:lnTo>
                  <a:close/>
                </a:path>
              </a:pathLst>
            </a:custGeom>
            <a:gradFill>
              <a:gsLst>
                <a:gs pos="0">
                  <a:schemeClr val="tx1"/>
                </a:gs>
                <a:gs pos="100000">
                  <a:schemeClr val="accent1">
                    <a:alpha val="61000"/>
                  </a:schemeClr>
                </a:gs>
              </a:gsLst>
              <a:lin ang="5400000" scaled="1"/>
            </a:gradFill>
            <a:ln w="9525" cap="flat">
              <a:gradFill>
                <a:gsLst>
                  <a:gs pos="0">
                    <a:schemeClr val="accent1">
                      <a:alpha val="0"/>
                    </a:schemeClr>
                  </a:gs>
                  <a:gs pos="100000">
                    <a:schemeClr val="accent1"/>
                  </a:gs>
                </a:gsLst>
                <a:lin ang="5400000" scaled="1"/>
              </a:gradFill>
              <a:prstDash val="solid"/>
              <a:miter/>
            </a:ln>
          </p:spPr>
          <p:txBody>
            <a:bodyPr rtlCol="0" anchor="ctr"/>
            <a:lstStyle/>
            <a:p>
              <a:endParaRPr lang="zh-CN" altLang="en-US"/>
            </a:p>
          </p:txBody>
        </p:sp>
        <p:sp>
          <p:nvSpPr>
            <p:cNvPr id="1087" name="任意多边形: 形状 1086">
              <a:extLst>
                <a:ext uri="{FF2B5EF4-FFF2-40B4-BE49-F238E27FC236}">
                  <a16:creationId xmlns:a16="http://schemas.microsoft.com/office/drawing/2014/main" id="{AF671668-A89E-CDFA-4969-F73339B531B4}"/>
                </a:ext>
              </a:extLst>
            </p:cNvPr>
            <p:cNvSpPr/>
            <p:nvPr/>
          </p:nvSpPr>
          <p:spPr>
            <a:xfrm>
              <a:off x="11118844" y="7790798"/>
              <a:ext cx="5056060" cy="902779"/>
            </a:xfrm>
            <a:custGeom>
              <a:avLst/>
              <a:gdLst>
                <a:gd name="connsiteX0" fmla="*/ 0 w 5056060"/>
                <a:gd name="connsiteY0" fmla="*/ 344805 h 902779"/>
                <a:gd name="connsiteX1" fmla="*/ 2528030 w 5056060"/>
                <a:gd name="connsiteY1" fmla="*/ 0 h 902779"/>
                <a:gd name="connsiteX2" fmla="*/ 5056061 w 5056060"/>
                <a:gd name="connsiteY2" fmla="*/ 344805 h 902779"/>
                <a:gd name="connsiteX3" fmla="*/ 4090416 w 5056060"/>
                <a:gd name="connsiteY3" fmla="*/ 902780 h 902779"/>
                <a:gd name="connsiteX4" fmla="*/ 965549 w 5056060"/>
                <a:gd name="connsiteY4" fmla="*/ 902780 h 902779"/>
                <a:gd name="connsiteX5" fmla="*/ 0 w 5056060"/>
                <a:gd name="connsiteY5" fmla="*/ 344805 h 902779"/>
                <a:gd name="connsiteX6" fmla="*/ 0 w 5056060"/>
                <a:gd name="connsiteY6" fmla="*/ 344805 h 902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6060" h="902779">
                  <a:moveTo>
                    <a:pt x="0" y="344805"/>
                  </a:moveTo>
                  <a:lnTo>
                    <a:pt x="2528030" y="0"/>
                  </a:lnTo>
                  <a:lnTo>
                    <a:pt x="5056061" y="344805"/>
                  </a:lnTo>
                  <a:lnTo>
                    <a:pt x="4090416" y="902780"/>
                  </a:lnTo>
                  <a:lnTo>
                    <a:pt x="965549" y="902780"/>
                  </a:lnTo>
                  <a:lnTo>
                    <a:pt x="0" y="344805"/>
                  </a:lnTo>
                  <a:lnTo>
                    <a:pt x="0" y="344805"/>
                  </a:lnTo>
                  <a:close/>
                </a:path>
              </a:pathLst>
            </a:custGeom>
            <a:gradFill>
              <a:gsLst>
                <a:gs pos="0">
                  <a:schemeClr val="tx1">
                    <a:alpha val="45000"/>
                  </a:schemeClr>
                </a:gs>
                <a:gs pos="100000">
                  <a:schemeClr val="tx1"/>
                </a:gs>
              </a:gsLst>
              <a:lin ang="5400000" scaled="1"/>
            </a:gradFill>
            <a:ln w="9525" cap="flat">
              <a:gradFill>
                <a:gsLst>
                  <a:gs pos="0">
                    <a:schemeClr val="accent1">
                      <a:alpha val="0"/>
                    </a:schemeClr>
                  </a:gs>
                  <a:gs pos="100000">
                    <a:schemeClr val="accent1"/>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p>
          </p:txBody>
        </p:sp>
      </p:grpSp>
      <p:sp>
        <p:nvSpPr>
          <p:cNvPr id="1086" name="文本框 1085">
            <a:extLst>
              <a:ext uri="{FF2B5EF4-FFF2-40B4-BE49-F238E27FC236}">
                <a16:creationId xmlns:a16="http://schemas.microsoft.com/office/drawing/2014/main" id="{98936CFF-AAD9-DC33-9382-08F499366858}"/>
              </a:ext>
            </a:extLst>
          </p:cNvPr>
          <p:cNvSpPr txBox="1"/>
          <p:nvPr/>
        </p:nvSpPr>
        <p:spPr>
          <a:xfrm>
            <a:off x="3292704" y="2786087"/>
            <a:ext cx="269304" cy="177484"/>
          </a:xfrm>
          <a:prstGeom prst="rect">
            <a:avLst/>
          </a:prstGeom>
          <a:noFill/>
        </p:spPr>
        <p:txBody>
          <a:bodyPr wrap="none" lIns="0" tIns="0" rIns="0" bIns="0" rtlCol="0">
            <a:spAutoFit/>
          </a:bodyPr>
          <a:lstStyle/>
          <a:p>
            <a:pPr algn="ctr">
              <a:lnSpc>
                <a:spcPct val="120000"/>
              </a:lnSpc>
            </a:pPr>
            <a:r>
              <a:rPr lang="zh-CN" altLang="en-US" sz="1050" b="1" dirty="0">
                <a:solidFill>
                  <a:schemeClr val="accent1"/>
                </a:solidFill>
              </a:rPr>
              <a:t>清洗</a:t>
            </a:r>
          </a:p>
        </p:txBody>
      </p:sp>
      <p:grpSp>
        <p:nvGrpSpPr>
          <p:cNvPr id="1093" name="组合 1092">
            <a:extLst>
              <a:ext uri="{FF2B5EF4-FFF2-40B4-BE49-F238E27FC236}">
                <a16:creationId xmlns:a16="http://schemas.microsoft.com/office/drawing/2014/main" id="{4BB6AF65-9274-7304-53E8-AA98EF51E9CD}"/>
              </a:ext>
            </a:extLst>
          </p:cNvPr>
          <p:cNvGrpSpPr/>
          <p:nvPr/>
        </p:nvGrpSpPr>
        <p:grpSpPr>
          <a:xfrm>
            <a:off x="4077752" y="2554343"/>
            <a:ext cx="839760" cy="520482"/>
            <a:chOff x="11108557" y="7790798"/>
            <a:chExt cx="5066347" cy="3037522"/>
          </a:xfrm>
        </p:grpSpPr>
        <p:sp>
          <p:nvSpPr>
            <p:cNvPr id="1096" name="任意多边形: 形状 1095">
              <a:extLst>
                <a:ext uri="{FF2B5EF4-FFF2-40B4-BE49-F238E27FC236}">
                  <a16:creationId xmlns:a16="http://schemas.microsoft.com/office/drawing/2014/main" id="{A81DF925-D5F5-E9EA-AEC7-DCBD713DF261}"/>
                </a:ext>
              </a:extLst>
            </p:cNvPr>
            <p:cNvSpPr/>
            <p:nvPr/>
          </p:nvSpPr>
          <p:spPr>
            <a:xfrm>
              <a:off x="11108557" y="9684461"/>
              <a:ext cx="5066347" cy="1143859"/>
            </a:xfrm>
            <a:custGeom>
              <a:avLst/>
              <a:gdLst>
                <a:gd name="connsiteX0" fmla="*/ 0 w 5066347"/>
                <a:gd name="connsiteY0" fmla="*/ 436912 h 1143857"/>
                <a:gd name="connsiteX1" fmla="*/ 2533174 w 5066347"/>
                <a:gd name="connsiteY1" fmla="*/ 0 h 1143857"/>
                <a:gd name="connsiteX2" fmla="*/ 5066348 w 5066347"/>
                <a:gd name="connsiteY2" fmla="*/ 436912 h 1143857"/>
                <a:gd name="connsiteX3" fmla="*/ 4098703 w 5066347"/>
                <a:gd name="connsiteY3" fmla="*/ 1143857 h 1143857"/>
                <a:gd name="connsiteX4" fmla="*/ 967550 w 5066347"/>
                <a:gd name="connsiteY4" fmla="*/ 1143857 h 1143857"/>
                <a:gd name="connsiteX5" fmla="*/ 0 w 5066347"/>
                <a:gd name="connsiteY5" fmla="*/ 436912 h 1143857"/>
                <a:gd name="connsiteX6" fmla="*/ 0 w 5066347"/>
                <a:gd name="connsiteY6" fmla="*/ 436912 h 1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66347" h="1143857">
                  <a:moveTo>
                    <a:pt x="0" y="436912"/>
                  </a:moveTo>
                  <a:lnTo>
                    <a:pt x="2533174" y="0"/>
                  </a:lnTo>
                  <a:lnTo>
                    <a:pt x="5066348" y="436912"/>
                  </a:lnTo>
                  <a:lnTo>
                    <a:pt x="4098703" y="1143857"/>
                  </a:lnTo>
                  <a:lnTo>
                    <a:pt x="967550" y="1143857"/>
                  </a:lnTo>
                  <a:lnTo>
                    <a:pt x="0" y="436912"/>
                  </a:lnTo>
                  <a:lnTo>
                    <a:pt x="0" y="436912"/>
                  </a:lnTo>
                  <a:close/>
                </a:path>
              </a:pathLst>
            </a:custGeom>
            <a:gradFill>
              <a:gsLst>
                <a:gs pos="11000">
                  <a:schemeClr val="accent1">
                    <a:alpha val="0"/>
                  </a:schemeClr>
                </a:gs>
                <a:gs pos="95000">
                  <a:schemeClr val="accent1"/>
                </a:gs>
              </a:gsLst>
              <a:lin ang="5400000" scaled="1"/>
            </a:gradFill>
            <a:ln w="0" cap="flat">
              <a:noFill/>
              <a:prstDash val="solid"/>
              <a:miter/>
            </a:ln>
          </p:spPr>
          <p:txBody>
            <a:bodyPr rtlCol="0" anchor="ctr"/>
            <a:lstStyle/>
            <a:p>
              <a:endParaRPr lang="zh-CN" altLang="en-US"/>
            </a:p>
          </p:txBody>
        </p:sp>
        <p:sp>
          <p:nvSpPr>
            <p:cNvPr id="1097" name="任意多边形: 形状 1096">
              <a:extLst>
                <a:ext uri="{FF2B5EF4-FFF2-40B4-BE49-F238E27FC236}">
                  <a16:creationId xmlns:a16="http://schemas.microsoft.com/office/drawing/2014/main" id="{444B5659-D976-D395-73EA-78FB4629CF59}"/>
                </a:ext>
              </a:extLst>
            </p:cNvPr>
            <p:cNvSpPr/>
            <p:nvPr/>
          </p:nvSpPr>
          <p:spPr>
            <a:xfrm>
              <a:off x="11108557" y="8135603"/>
              <a:ext cx="975836" cy="2692717"/>
            </a:xfrm>
            <a:custGeom>
              <a:avLst/>
              <a:gdLst>
                <a:gd name="connsiteX0" fmla="*/ 975836 w 975836"/>
                <a:gd name="connsiteY0" fmla="*/ 557975 h 2692717"/>
                <a:gd name="connsiteX1" fmla="*/ 967550 w 975836"/>
                <a:gd name="connsiteY1" fmla="*/ 2692718 h 2692717"/>
                <a:gd name="connsiteX2" fmla="*/ 0 w 975836"/>
                <a:gd name="connsiteY2" fmla="*/ 1985772 h 2692717"/>
                <a:gd name="connsiteX3" fmla="*/ 10287 w 975836"/>
                <a:gd name="connsiteY3" fmla="*/ 0 h 2692717"/>
                <a:gd name="connsiteX4" fmla="*/ 975836 w 975836"/>
                <a:gd name="connsiteY4" fmla="*/ 557975 h 2692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836" h="2692717">
                  <a:moveTo>
                    <a:pt x="975836" y="557975"/>
                  </a:moveTo>
                  <a:lnTo>
                    <a:pt x="967550" y="2692718"/>
                  </a:lnTo>
                  <a:lnTo>
                    <a:pt x="0" y="1985772"/>
                  </a:lnTo>
                  <a:lnTo>
                    <a:pt x="10287" y="0"/>
                  </a:lnTo>
                  <a:lnTo>
                    <a:pt x="975836" y="557975"/>
                  </a:lnTo>
                  <a:close/>
                </a:path>
              </a:pathLst>
            </a:custGeom>
            <a:gradFill>
              <a:gsLst>
                <a:gs pos="0">
                  <a:schemeClr val="tx1"/>
                </a:gs>
                <a:gs pos="100000">
                  <a:schemeClr val="accent1">
                    <a:alpha val="61000"/>
                  </a:schemeClr>
                </a:gs>
              </a:gsLst>
              <a:lin ang="5400000" scaled="1"/>
            </a:gradFill>
            <a:ln w="9525" cap="flat">
              <a:gradFill>
                <a:gsLst>
                  <a:gs pos="0">
                    <a:schemeClr val="accent1">
                      <a:alpha val="0"/>
                    </a:schemeClr>
                  </a:gs>
                  <a:gs pos="100000">
                    <a:schemeClr val="accent1"/>
                  </a:gs>
                </a:gsLst>
                <a:lin ang="5400000" scaled="1"/>
              </a:gradFill>
              <a:prstDash val="solid"/>
              <a:miter/>
            </a:ln>
          </p:spPr>
          <p:txBody>
            <a:bodyPr rtlCol="0" anchor="ctr"/>
            <a:lstStyle/>
            <a:p>
              <a:endParaRPr lang="zh-CN" altLang="en-US" dirty="0"/>
            </a:p>
          </p:txBody>
        </p:sp>
        <p:sp>
          <p:nvSpPr>
            <p:cNvPr id="1098" name="任意多边形: 形状 1097">
              <a:extLst>
                <a:ext uri="{FF2B5EF4-FFF2-40B4-BE49-F238E27FC236}">
                  <a16:creationId xmlns:a16="http://schemas.microsoft.com/office/drawing/2014/main" id="{A0B10F47-FC91-2C17-DC24-58FBA40F9B0E}"/>
                </a:ext>
              </a:extLst>
            </p:cNvPr>
            <p:cNvSpPr/>
            <p:nvPr/>
          </p:nvSpPr>
          <p:spPr>
            <a:xfrm>
              <a:off x="15198973" y="8135603"/>
              <a:ext cx="975931" cy="2692717"/>
            </a:xfrm>
            <a:custGeom>
              <a:avLst/>
              <a:gdLst>
                <a:gd name="connsiteX0" fmla="*/ 0 w 975931"/>
                <a:gd name="connsiteY0" fmla="*/ 557975 h 2692717"/>
                <a:gd name="connsiteX1" fmla="*/ 8287 w 975931"/>
                <a:gd name="connsiteY1" fmla="*/ 2692718 h 2692717"/>
                <a:gd name="connsiteX2" fmla="*/ 975932 w 975931"/>
                <a:gd name="connsiteY2" fmla="*/ 1985772 h 2692717"/>
                <a:gd name="connsiteX3" fmla="*/ 965645 w 975931"/>
                <a:gd name="connsiteY3" fmla="*/ 0 h 2692717"/>
                <a:gd name="connsiteX4" fmla="*/ 0 w 975931"/>
                <a:gd name="connsiteY4" fmla="*/ 557975 h 2692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931" h="2692717">
                  <a:moveTo>
                    <a:pt x="0" y="557975"/>
                  </a:moveTo>
                  <a:lnTo>
                    <a:pt x="8287" y="2692718"/>
                  </a:lnTo>
                  <a:lnTo>
                    <a:pt x="975932" y="1985772"/>
                  </a:lnTo>
                  <a:lnTo>
                    <a:pt x="965645" y="0"/>
                  </a:lnTo>
                  <a:lnTo>
                    <a:pt x="0" y="557975"/>
                  </a:lnTo>
                  <a:close/>
                </a:path>
              </a:pathLst>
            </a:custGeom>
            <a:gradFill>
              <a:gsLst>
                <a:gs pos="0">
                  <a:schemeClr val="tx1"/>
                </a:gs>
                <a:gs pos="100000">
                  <a:schemeClr val="accent1">
                    <a:alpha val="61000"/>
                  </a:schemeClr>
                </a:gs>
              </a:gsLst>
              <a:lin ang="5400000" scaled="1"/>
            </a:gradFill>
            <a:ln w="9525" cap="flat">
              <a:gradFill>
                <a:gsLst>
                  <a:gs pos="0">
                    <a:schemeClr val="accent1">
                      <a:alpha val="0"/>
                    </a:schemeClr>
                  </a:gs>
                  <a:gs pos="100000">
                    <a:schemeClr val="accent1"/>
                  </a:gs>
                </a:gsLst>
                <a:lin ang="5400000" scaled="1"/>
              </a:gradFill>
              <a:prstDash val="solid"/>
              <a:miter/>
            </a:ln>
          </p:spPr>
          <p:txBody>
            <a:bodyPr rtlCol="0" anchor="ctr"/>
            <a:lstStyle/>
            <a:p>
              <a:endParaRPr lang="zh-CN" altLang="en-US"/>
            </a:p>
          </p:txBody>
        </p:sp>
        <p:sp>
          <p:nvSpPr>
            <p:cNvPr id="1099" name="任意多边形: 形状 1098">
              <a:extLst>
                <a:ext uri="{FF2B5EF4-FFF2-40B4-BE49-F238E27FC236}">
                  <a16:creationId xmlns:a16="http://schemas.microsoft.com/office/drawing/2014/main" id="{3455F592-8440-3339-55D0-BB15B7DA2053}"/>
                </a:ext>
              </a:extLst>
            </p:cNvPr>
            <p:cNvSpPr/>
            <p:nvPr/>
          </p:nvSpPr>
          <p:spPr>
            <a:xfrm>
              <a:off x="12080486" y="8693578"/>
              <a:ext cx="3118578" cy="2134742"/>
            </a:xfrm>
            <a:custGeom>
              <a:avLst/>
              <a:gdLst>
                <a:gd name="connsiteX0" fmla="*/ 0 w 3118580"/>
                <a:gd name="connsiteY0" fmla="*/ 0 h 2134743"/>
                <a:gd name="connsiteX1" fmla="*/ 3118580 w 3118580"/>
                <a:gd name="connsiteY1" fmla="*/ 0 h 2134743"/>
                <a:gd name="connsiteX2" fmla="*/ 3118580 w 3118580"/>
                <a:gd name="connsiteY2" fmla="*/ 2134743 h 2134743"/>
                <a:gd name="connsiteX3" fmla="*/ 0 w 3118580"/>
                <a:gd name="connsiteY3" fmla="*/ 2134743 h 2134743"/>
              </a:gdLst>
              <a:ahLst/>
              <a:cxnLst>
                <a:cxn ang="0">
                  <a:pos x="connsiteX0" y="connsiteY0"/>
                </a:cxn>
                <a:cxn ang="0">
                  <a:pos x="connsiteX1" y="connsiteY1"/>
                </a:cxn>
                <a:cxn ang="0">
                  <a:pos x="connsiteX2" y="connsiteY2"/>
                </a:cxn>
                <a:cxn ang="0">
                  <a:pos x="connsiteX3" y="connsiteY3"/>
                </a:cxn>
              </a:cxnLst>
              <a:rect l="l" t="t" r="r" b="b"/>
              <a:pathLst>
                <a:path w="3118580" h="2134743">
                  <a:moveTo>
                    <a:pt x="0" y="0"/>
                  </a:moveTo>
                  <a:lnTo>
                    <a:pt x="3118580" y="0"/>
                  </a:lnTo>
                  <a:lnTo>
                    <a:pt x="3118580" y="2134743"/>
                  </a:lnTo>
                  <a:lnTo>
                    <a:pt x="0" y="2134743"/>
                  </a:lnTo>
                  <a:close/>
                </a:path>
              </a:pathLst>
            </a:custGeom>
            <a:gradFill>
              <a:gsLst>
                <a:gs pos="0">
                  <a:schemeClr val="tx1"/>
                </a:gs>
                <a:gs pos="100000">
                  <a:schemeClr val="accent1">
                    <a:alpha val="61000"/>
                  </a:schemeClr>
                </a:gs>
              </a:gsLst>
              <a:lin ang="5400000" scaled="1"/>
            </a:gradFill>
            <a:ln w="9525" cap="flat">
              <a:gradFill>
                <a:gsLst>
                  <a:gs pos="0">
                    <a:schemeClr val="accent1">
                      <a:alpha val="0"/>
                    </a:schemeClr>
                  </a:gs>
                  <a:gs pos="100000">
                    <a:schemeClr val="accent1"/>
                  </a:gs>
                </a:gsLst>
                <a:lin ang="5400000" scaled="1"/>
              </a:gradFill>
              <a:prstDash val="solid"/>
              <a:miter/>
            </a:ln>
          </p:spPr>
          <p:txBody>
            <a:bodyPr rtlCol="0" anchor="ctr"/>
            <a:lstStyle/>
            <a:p>
              <a:endParaRPr lang="zh-CN" altLang="en-US"/>
            </a:p>
          </p:txBody>
        </p:sp>
        <p:sp>
          <p:nvSpPr>
            <p:cNvPr id="1095" name="任意多边形: 形状 1094">
              <a:extLst>
                <a:ext uri="{FF2B5EF4-FFF2-40B4-BE49-F238E27FC236}">
                  <a16:creationId xmlns:a16="http://schemas.microsoft.com/office/drawing/2014/main" id="{4295A562-DE15-1783-09EF-365B305C0BC4}"/>
                </a:ext>
              </a:extLst>
            </p:cNvPr>
            <p:cNvSpPr/>
            <p:nvPr/>
          </p:nvSpPr>
          <p:spPr>
            <a:xfrm>
              <a:off x="11118844" y="7790798"/>
              <a:ext cx="5056060" cy="902779"/>
            </a:xfrm>
            <a:custGeom>
              <a:avLst/>
              <a:gdLst>
                <a:gd name="connsiteX0" fmla="*/ 0 w 5056060"/>
                <a:gd name="connsiteY0" fmla="*/ 344805 h 902779"/>
                <a:gd name="connsiteX1" fmla="*/ 2528030 w 5056060"/>
                <a:gd name="connsiteY1" fmla="*/ 0 h 902779"/>
                <a:gd name="connsiteX2" fmla="*/ 5056061 w 5056060"/>
                <a:gd name="connsiteY2" fmla="*/ 344805 h 902779"/>
                <a:gd name="connsiteX3" fmla="*/ 4090416 w 5056060"/>
                <a:gd name="connsiteY3" fmla="*/ 902780 h 902779"/>
                <a:gd name="connsiteX4" fmla="*/ 965549 w 5056060"/>
                <a:gd name="connsiteY4" fmla="*/ 902780 h 902779"/>
                <a:gd name="connsiteX5" fmla="*/ 0 w 5056060"/>
                <a:gd name="connsiteY5" fmla="*/ 344805 h 902779"/>
                <a:gd name="connsiteX6" fmla="*/ 0 w 5056060"/>
                <a:gd name="connsiteY6" fmla="*/ 344805 h 902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6060" h="902779">
                  <a:moveTo>
                    <a:pt x="0" y="344805"/>
                  </a:moveTo>
                  <a:lnTo>
                    <a:pt x="2528030" y="0"/>
                  </a:lnTo>
                  <a:lnTo>
                    <a:pt x="5056061" y="344805"/>
                  </a:lnTo>
                  <a:lnTo>
                    <a:pt x="4090416" y="902780"/>
                  </a:lnTo>
                  <a:lnTo>
                    <a:pt x="965549" y="902780"/>
                  </a:lnTo>
                  <a:lnTo>
                    <a:pt x="0" y="344805"/>
                  </a:lnTo>
                  <a:lnTo>
                    <a:pt x="0" y="344805"/>
                  </a:lnTo>
                  <a:close/>
                </a:path>
              </a:pathLst>
            </a:custGeom>
            <a:gradFill>
              <a:gsLst>
                <a:gs pos="0">
                  <a:schemeClr val="tx1">
                    <a:alpha val="45000"/>
                  </a:schemeClr>
                </a:gs>
                <a:gs pos="100000">
                  <a:schemeClr val="tx1"/>
                </a:gs>
              </a:gsLst>
              <a:lin ang="5400000" scaled="1"/>
            </a:gradFill>
            <a:ln w="9525" cap="flat">
              <a:gradFill>
                <a:gsLst>
                  <a:gs pos="0">
                    <a:schemeClr val="accent1">
                      <a:alpha val="0"/>
                    </a:schemeClr>
                  </a:gs>
                  <a:gs pos="100000">
                    <a:schemeClr val="accent1"/>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sp>
        <p:nvSpPr>
          <p:cNvPr id="1094" name="文本框 1093">
            <a:extLst>
              <a:ext uri="{FF2B5EF4-FFF2-40B4-BE49-F238E27FC236}">
                <a16:creationId xmlns:a16="http://schemas.microsoft.com/office/drawing/2014/main" id="{EE613419-899C-4C8F-00DF-A3CFF49C636F}"/>
              </a:ext>
            </a:extLst>
          </p:cNvPr>
          <p:cNvSpPr txBox="1"/>
          <p:nvPr/>
        </p:nvSpPr>
        <p:spPr>
          <a:xfrm>
            <a:off x="4356047" y="2786087"/>
            <a:ext cx="269304" cy="177484"/>
          </a:xfrm>
          <a:prstGeom prst="rect">
            <a:avLst/>
          </a:prstGeom>
          <a:noFill/>
        </p:spPr>
        <p:txBody>
          <a:bodyPr wrap="none" lIns="0" tIns="0" rIns="0" bIns="0" rtlCol="0">
            <a:spAutoFit/>
          </a:bodyPr>
          <a:lstStyle/>
          <a:p>
            <a:pPr algn="ctr">
              <a:lnSpc>
                <a:spcPct val="120000"/>
              </a:lnSpc>
            </a:pPr>
            <a:r>
              <a:rPr lang="zh-CN" altLang="en-US" sz="1050" b="1" dirty="0">
                <a:solidFill>
                  <a:schemeClr val="accent1"/>
                </a:solidFill>
              </a:rPr>
              <a:t>处理</a:t>
            </a:r>
          </a:p>
        </p:txBody>
      </p:sp>
      <p:grpSp>
        <p:nvGrpSpPr>
          <p:cNvPr id="1101" name="组合 1100">
            <a:extLst>
              <a:ext uri="{FF2B5EF4-FFF2-40B4-BE49-F238E27FC236}">
                <a16:creationId xmlns:a16="http://schemas.microsoft.com/office/drawing/2014/main" id="{C2A13F0A-34A2-05D7-D471-C43D12AEB149}"/>
              </a:ext>
            </a:extLst>
          </p:cNvPr>
          <p:cNvGrpSpPr/>
          <p:nvPr/>
        </p:nvGrpSpPr>
        <p:grpSpPr>
          <a:xfrm>
            <a:off x="5141094" y="2554343"/>
            <a:ext cx="839760" cy="520482"/>
            <a:chOff x="11108557" y="7790798"/>
            <a:chExt cx="5066347" cy="3037522"/>
          </a:xfrm>
        </p:grpSpPr>
        <p:sp>
          <p:nvSpPr>
            <p:cNvPr id="1104" name="任意多边形: 形状 1103">
              <a:extLst>
                <a:ext uri="{FF2B5EF4-FFF2-40B4-BE49-F238E27FC236}">
                  <a16:creationId xmlns:a16="http://schemas.microsoft.com/office/drawing/2014/main" id="{379D5C0C-77DD-8B58-D90C-D1EA4F85EA3F}"/>
                </a:ext>
              </a:extLst>
            </p:cNvPr>
            <p:cNvSpPr/>
            <p:nvPr/>
          </p:nvSpPr>
          <p:spPr>
            <a:xfrm>
              <a:off x="11108557" y="9684461"/>
              <a:ext cx="5066347" cy="1143859"/>
            </a:xfrm>
            <a:custGeom>
              <a:avLst/>
              <a:gdLst>
                <a:gd name="connsiteX0" fmla="*/ 0 w 5066347"/>
                <a:gd name="connsiteY0" fmla="*/ 436912 h 1143857"/>
                <a:gd name="connsiteX1" fmla="*/ 2533174 w 5066347"/>
                <a:gd name="connsiteY1" fmla="*/ 0 h 1143857"/>
                <a:gd name="connsiteX2" fmla="*/ 5066348 w 5066347"/>
                <a:gd name="connsiteY2" fmla="*/ 436912 h 1143857"/>
                <a:gd name="connsiteX3" fmla="*/ 4098703 w 5066347"/>
                <a:gd name="connsiteY3" fmla="*/ 1143857 h 1143857"/>
                <a:gd name="connsiteX4" fmla="*/ 967550 w 5066347"/>
                <a:gd name="connsiteY4" fmla="*/ 1143857 h 1143857"/>
                <a:gd name="connsiteX5" fmla="*/ 0 w 5066347"/>
                <a:gd name="connsiteY5" fmla="*/ 436912 h 1143857"/>
                <a:gd name="connsiteX6" fmla="*/ 0 w 5066347"/>
                <a:gd name="connsiteY6" fmla="*/ 436912 h 1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66347" h="1143857">
                  <a:moveTo>
                    <a:pt x="0" y="436912"/>
                  </a:moveTo>
                  <a:lnTo>
                    <a:pt x="2533174" y="0"/>
                  </a:lnTo>
                  <a:lnTo>
                    <a:pt x="5066348" y="436912"/>
                  </a:lnTo>
                  <a:lnTo>
                    <a:pt x="4098703" y="1143857"/>
                  </a:lnTo>
                  <a:lnTo>
                    <a:pt x="967550" y="1143857"/>
                  </a:lnTo>
                  <a:lnTo>
                    <a:pt x="0" y="436912"/>
                  </a:lnTo>
                  <a:lnTo>
                    <a:pt x="0" y="436912"/>
                  </a:lnTo>
                  <a:close/>
                </a:path>
              </a:pathLst>
            </a:custGeom>
            <a:gradFill>
              <a:gsLst>
                <a:gs pos="11000">
                  <a:schemeClr val="accent1">
                    <a:alpha val="0"/>
                  </a:schemeClr>
                </a:gs>
                <a:gs pos="95000">
                  <a:schemeClr val="accent1"/>
                </a:gs>
              </a:gsLst>
              <a:lin ang="5400000" scaled="1"/>
            </a:gradFill>
            <a:ln w="0" cap="flat">
              <a:noFill/>
              <a:prstDash val="solid"/>
              <a:miter/>
            </a:ln>
          </p:spPr>
          <p:txBody>
            <a:bodyPr rtlCol="0" anchor="ctr"/>
            <a:lstStyle/>
            <a:p>
              <a:endParaRPr lang="zh-CN" altLang="en-US"/>
            </a:p>
          </p:txBody>
        </p:sp>
        <p:sp>
          <p:nvSpPr>
            <p:cNvPr id="1105" name="任意多边形: 形状 1104">
              <a:extLst>
                <a:ext uri="{FF2B5EF4-FFF2-40B4-BE49-F238E27FC236}">
                  <a16:creationId xmlns:a16="http://schemas.microsoft.com/office/drawing/2014/main" id="{F8FA5005-9F85-6BFF-AF7D-27B456ED5181}"/>
                </a:ext>
              </a:extLst>
            </p:cNvPr>
            <p:cNvSpPr/>
            <p:nvPr/>
          </p:nvSpPr>
          <p:spPr>
            <a:xfrm>
              <a:off x="11108557" y="8135603"/>
              <a:ext cx="975836" cy="2692717"/>
            </a:xfrm>
            <a:custGeom>
              <a:avLst/>
              <a:gdLst>
                <a:gd name="connsiteX0" fmla="*/ 975836 w 975836"/>
                <a:gd name="connsiteY0" fmla="*/ 557975 h 2692717"/>
                <a:gd name="connsiteX1" fmla="*/ 967550 w 975836"/>
                <a:gd name="connsiteY1" fmla="*/ 2692718 h 2692717"/>
                <a:gd name="connsiteX2" fmla="*/ 0 w 975836"/>
                <a:gd name="connsiteY2" fmla="*/ 1985772 h 2692717"/>
                <a:gd name="connsiteX3" fmla="*/ 10287 w 975836"/>
                <a:gd name="connsiteY3" fmla="*/ 0 h 2692717"/>
                <a:gd name="connsiteX4" fmla="*/ 975836 w 975836"/>
                <a:gd name="connsiteY4" fmla="*/ 557975 h 2692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836" h="2692717">
                  <a:moveTo>
                    <a:pt x="975836" y="557975"/>
                  </a:moveTo>
                  <a:lnTo>
                    <a:pt x="967550" y="2692718"/>
                  </a:lnTo>
                  <a:lnTo>
                    <a:pt x="0" y="1985772"/>
                  </a:lnTo>
                  <a:lnTo>
                    <a:pt x="10287" y="0"/>
                  </a:lnTo>
                  <a:lnTo>
                    <a:pt x="975836" y="557975"/>
                  </a:lnTo>
                  <a:close/>
                </a:path>
              </a:pathLst>
            </a:custGeom>
            <a:gradFill>
              <a:gsLst>
                <a:gs pos="0">
                  <a:schemeClr val="tx1"/>
                </a:gs>
                <a:gs pos="100000">
                  <a:schemeClr val="accent1">
                    <a:alpha val="61000"/>
                  </a:schemeClr>
                </a:gs>
              </a:gsLst>
              <a:lin ang="5400000" scaled="1"/>
            </a:gradFill>
            <a:ln w="9525" cap="flat">
              <a:gradFill>
                <a:gsLst>
                  <a:gs pos="0">
                    <a:schemeClr val="accent1">
                      <a:alpha val="0"/>
                    </a:schemeClr>
                  </a:gs>
                  <a:gs pos="100000">
                    <a:schemeClr val="accent1"/>
                  </a:gs>
                </a:gsLst>
                <a:lin ang="5400000" scaled="1"/>
              </a:gradFill>
              <a:prstDash val="solid"/>
              <a:miter/>
            </a:ln>
          </p:spPr>
          <p:txBody>
            <a:bodyPr rtlCol="0" anchor="ctr"/>
            <a:lstStyle/>
            <a:p>
              <a:endParaRPr lang="zh-CN" altLang="en-US" dirty="0"/>
            </a:p>
          </p:txBody>
        </p:sp>
        <p:sp>
          <p:nvSpPr>
            <p:cNvPr id="1106" name="任意多边形: 形状 1105">
              <a:extLst>
                <a:ext uri="{FF2B5EF4-FFF2-40B4-BE49-F238E27FC236}">
                  <a16:creationId xmlns:a16="http://schemas.microsoft.com/office/drawing/2014/main" id="{04DDF018-54A1-4F39-291A-6002C736EAE1}"/>
                </a:ext>
              </a:extLst>
            </p:cNvPr>
            <p:cNvSpPr/>
            <p:nvPr/>
          </p:nvSpPr>
          <p:spPr>
            <a:xfrm>
              <a:off x="15198973" y="8135603"/>
              <a:ext cx="975931" cy="2692717"/>
            </a:xfrm>
            <a:custGeom>
              <a:avLst/>
              <a:gdLst>
                <a:gd name="connsiteX0" fmla="*/ 0 w 975931"/>
                <a:gd name="connsiteY0" fmla="*/ 557975 h 2692717"/>
                <a:gd name="connsiteX1" fmla="*/ 8287 w 975931"/>
                <a:gd name="connsiteY1" fmla="*/ 2692718 h 2692717"/>
                <a:gd name="connsiteX2" fmla="*/ 975932 w 975931"/>
                <a:gd name="connsiteY2" fmla="*/ 1985772 h 2692717"/>
                <a:gd name="connsiteX3" fmla="*/ 965645 w 975931"/>
                <a:gd name="connsiteY3" fmla="*/ 0 h 2692717"/>
                <a:gd name="connsiteX4" fmla="*/ 0 w 975931"/>
                <a:gd name="connsiteY4" fmla="*/ 557975 h 2692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5931" h="2692717">
                  <a:moveTo>
                    <a:pt x="0" y="557975"/>
                  </a:moveTo>
                  <a:lnTo>
                    <a:pt x="8287" y="2692718"/>
                  </a:lnTo>
                  <a:lnTo>
                    <a:pt x="975932" y="1985772"/>
                  </a:lnTo>
                  <a:lnTo>
                    <a:pt x="965645" y="0"/>
                  </a:lnTo>
                  <a:lnTo>
                    <a:pt x="0" y="557975"/>
                  </a:lnTo>
                  <a:close/>
                </a:path>
              </a:pathLst>
            </a:custGeom>
            <a:gradFill>
              <a:gsLst>
                <a:gs pos="0">
                  <a:schemeClr val="tx1"/>
                </a:gs>
                <a:gs pos="100000">
                  <a:schemeClr val="accent1">
                    <a:alpha val="61000"/>
                  </a:schemeClr>
                </a:gs>
              </a:gsLst>
              <a:lin ang="5400000" scaled="1"/>
            </a:gradFill>
            <a:ln w="9525" cap="flat">
              <a:gradFill>
                <a:gsLst>
                  <a:gs pos="0">
                    <a:schemeClr val="accent1">
                      <a:alpha val="0"/>
                    </a:schemeClr>
                  </a:gs>
                  <a:gs pos="100000">
                    <a:schemeClr val="accent1"/>
                  </a:gs>
                </a:gsLst>
                <a:lin ang="5400000" scaled="1"/>
              </a:gradFill>
              <a:prstDash val="solid"/>
              <a:miter/>
            </a:ln>
          </p:spPr>
          <p:txBody>
            <a:bodyPr rtlCol="0" anchor="ctr"/>
            <a:lstStyle/>
            <a:p>
              <a:endParaRPr lang="zh-CN" altLang="en-US"/>
            </a:p>
          </p:txBody>
        </p:sp>
        <p:sp>
          <p:nvSpPr>
            <p:cNvPr id="1107" name="任意多边形: 形状 1106">
              <a:extLst>
                <a:ext uri="{FF2B5EF4-FFF2-40B4-BE49-F238E27FC236}">
                  <a16:creationId xmlns:a16="http://schemas.microsoft.com/office/drawing/2014/main" id="{844D1584-66AD-CFD7-31DD-DC1230FCD553}"/>
                </a:ext>
              </a:extLst>
            </p:cNvPr>
            <p:cNvSpPr/>
            <p:nvPr/>
          </p:nvSpPr>
          <p:spPr>
            <a:xfrm>
              <a:off x="12080486" y="8693578"/>
              <a:ext cx="3118578" cy="2134742"/>
            </a:xfrm>
            <a:custGeom>
              <a:avLst/>
              <a:gdLst>
                <a:gd name="connsiteX0" fmla="*/ 0 w 3118580"/>
                <a:gd name="connsiteY0" fmla="*/ 0 h 2134743"/>
                <a:gd name="connsiteX1" fmla="*/ 3118580 w 3118580"/>
                <a:gd name="connsiteY1" fmla="*/ 0 h 2134743"/>
                <a:gd name="connsiteX2" fmla="*/ 3118580 w 3118580"/>
                <a:gd name="connsiteY2" fmla="*/ 2134743 h 2134743"/>
                <a:gd name="connsiteX3" fmla="*/ 0 w 3118580"/>
                <a:gd name="connsiteY3" fmla="*/ 2134743 h 2134743"/>
              </a:gdLst>
              <a:ahLst/>
              <a:cxnLst>
                <a:cxn ang="0">
                  <a:pos x="connsiteX0" y="connsiteY0"/>
                </a:cxn>
                <a:cxn ang="0">
                  <a:pos x="connsiteX1" y="connsiteY1"/>
                </a:cxn>
                <a:cxn ang="0">
                  <a:pos x="connsiteX2" y="connsiteY2"/>
                </a:cxn>
                <a:cxn ang="0">
                  <a:pos x="connsiteX3" y="connsiteY3"/>
                </a:cxn>
              </a:cxnLst>
              <a:rect l="l" t="t" r="r" b="b"/>
              <a:pathLst>
                <a:path w="3118580" h="2134743">
                  <a:moveTo>
                    <a:pt x="0" y="0"/>
                  </a:moveTo>
                  <a:lnTo>
                    <a:pt x="3118580" y="0"/>
                  </a:lnTo>
                  <a:lnTo>
                    <a:pt x="3118580" y="2134743"/>
                  </a:lnTo>
                  <a:lnTo>
                    <a:pt x="0" y="2134743"/>
                  </a:lnTo>
                  <a:close/>
                </a:path>
              </a:pathLst>
            </a:custGeom>
            <a:gradFill>
              <a:gsLst>
                <a:gs pos="0">
                  <a:schemeClr val="tx1"/>
                </a:gs>
                <a:gs pos="100000">
                  <a:schemeClr val="accent1">
                    <a:alpha val="61000"/>
                  </a:schemeClr>
                </a:gs>
              </a:gsLst>
              <a:lin ang="5400000" scaled="1"/>
            </a:gradFill>
            <a:ln w="9525" cap="flat">
              <a:gradFill>
                <a:gsLst>
                  <a:gs pos="0">
                    <a:schemeClr val="accent1">
                      <a:alpha val="0"/>
                    </a:schemeClr>
                  </a:gs>
                  <a:gs pos="100000">
                    <a:schemeClr val="accent1"/>
                  </a:gs>
                </a:gsLst>
                <a:lin ang="5400000" scaled="1"/>
              </a:gradFill>
              <a:prstDash val="solid"/>
              <a:miter/>
            </a:ln>
          </p:spPr>
          <p:txBody>
            <a:bodyPr rtlCol="0" anchor="ctr"/>
            <a:lstStyle/>
            <a:p>
              <a:endParaRPr lang="zh-CN" altLang="en-US"/>
            </a:p>
          </p:txBody>
        </p:sp>
        <p:sp>
          <p:nvSpPr>
            <p:cNvPr id="1103" name="任意多边形: 形状 1102">
              <a:extLst>
                <a:ext uri="{FF2B5EF4-FFF2-40B4-BE49-F238E27FC236}">
                  <a16:creationId xmlns:a16="http://schemas.microsoft.com/office/drawing/2014/main" id="{33569DDD-C1AC-5BBF-4EA9-D83FB568DDDD}"/>
                </a:ext>
              </a:extLst>
            </p:cNvPr>
            <p:cNvSpPr/>
            <p:nvPr/>
          </p:nvSpPr>
          <p:spPr>
            <a:xfrm>
              <a:off x="11118844" y="7790798"/>
              <a:ext cx="5056060" cy="902779"/>
            </a:xfrm>
            <a:custGeom>
              <a:avLst/>
              <a:gdLst>
                <a:gd name="connsiteX0" fmla="*/ 0 w 5056060"/>
                <a:gd name="connsiteY0" fmla="*/ 344805 h 902779"/>
                <a:gd name="connsiteX1" fmla="*/ 2528030 w 5056060"/>
                <a:gd name="connsiteY1" fmla="*/ 0 h 902779"/>
                <a:gd name="connsiteX2" fmla="*/ 5056061 w 5056060"/>
                <a:gd name="connsiteY2" fmla="*/ 344805 h 902779"/>
                <a:gd name="connsiteX3" fmla="*/ 4090416 w 5056060"/>
                <a:gd name="connsiteY3" fmla="*/ 902780 h 902779"/>
                <a:gd name="connsiteX4" fmla="*/ 965549 w 5056060"/>
                <a:gd name="connsiteY4" fmla="*/ 902780 h 902779"/>
                <a:gd name="connsiteX5" fmla="*/ 0 w 5056060"/>
                <a:gd name="connsiteY5" fmla="*/ 344805 h 902779"/>
                <a:gd name="connsiteX6" fmla="*/ 0 w 5056060"/>
                <a:gd name="connsiteY6" fmla="*/ 344805 h 902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6060" h="902779">
                  <a:moveTo>
                    <a:pt x="0" y="344805"/>
                  </a:moveTo>
                  <a:lnTo>
                    <a:pt x="2528030" y="0"/>
                  </a:lnTo>
                  <a:lnTo>
                    <a:pt x="5056061" y="344805"/>
                  </a:lnTo>
                  <a:lnTo>
                    <a:pt x="4090416" y="902780"/>
                  </a:lnTo>
                  <a:lnTo>
                    <a:pt x="965549" y="902780"/>
                  </a:lnTo>
                  <a:lnTo>
                    <a:pt x="0" y="344805"/>
                  </a:lnTo>
                  <a:lnTo>
                    <a:pt x="0" y="344805"/>
                  </a:lnTo>
                  <a:close/>
                </a:path>
              </a:pathLst>
            </a:custGeom>
            <a:gradFill>
              <a:gsLst>
                <a:gs pos="0">
                  <a:schemeClr val="tx1">
                    <a:alpha val="45000"/>
                  </a:schemeClr>
                </a:gs>
                <a:gs pos="100000">
                  <a:schemeClr val="tx1"/>
                </a:gs>
              </a:gsLst>
              <a:lin ang="5400000" scaled="1"/>
            </a:gradFill>
            <a:ln w="9525" cap="flat">
              <a:gradFill>
                <a:gsLst>
                  <a:gs pos="0">
                    <a:schemeClr val="accent1">
                      <a:alpha val="0"/>
                    </a:schemeClr>
                  </a:gs>
                  <a:gs pos="100000">
                    <a:schemeClr val="accent1"/>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sp>
        <p:nvSpPr>
          <p:cNvPr id="1102" name="文本框 1101">
            <a:extLst>
              <a:ext uri="{FF2B5EF4-FFF2-40B4-BE49-F238E27FC236}">
                <a16:creationId xmlns:a16="http://schemas.microsoft.com/office/drawing/2014/main" id="{04FA91DC-70FD-72E4-E615-85FEE54A1B9A}"/>
              </a:ext>
            </a:extLst>
          </p:cNvPr>
          <p:cNvSpPr txBox="1"/>
          <p:nvPr/>
        </p:nvSpPr>
        <p:spPr>
          <a:xfrm>
            <a:off x="5419390" y="2786087"/>
            <a:ext cx="269304" cy="177484"/>
          </a:xfrm>
          <a:prstGeom prst="rect">
            <a:avLst/>
          </a:prstGeom>
          <a:noFill/>
        </p:spPr>
        <p:txBody>
          <a:bodyPr wrap="none" lIns="0" tIns="0" rIns="0" bIns="0" rtlCol="0">
            <a:spAutoFit/>
          </a:bodyPr>
          <a:lstStyle/>
          <a:p>
            <a:pPr algn="ctr">
              <a:lnSpc>
                <a:spcPct val="120000"/>
              </a:lnSpc>
            </a:pPr>
            <a:r>
              <a:rPr lang="zh-CN" altLang="en-US" sz="1050" b="1" dirty="0">
                <a:solidFill>
                  <a:schemeClr val="accent1"/>
                </a:solidFill>
              </a:rPr>
              <a:t>分析</a:t>
            </a:r>
          </a:p>
        </p:txBody>
      </p:sp>
      <p:sp>
        <p:nvSpPr>
          <p:cNvPr id="1031" name="椭圆 1030">
            <a:extLst>
              <a:ext uri="{FF2B5EF4-FFF2-40B4-BE49-F238E27FC236}">
                <a16:creationId xmlns:a16="http://schemas.microsoft.com/office/drawing/2014/main" id="{190166A5-24D5-2EA6-9A6C-6DDD44EA378C}"/>
              </a:ext>
            </a:extLst>
          </p:cNvPr>
          <p:cNvSpPr/>
          <p:nvPr/>
        </p:nvSpPr>
        <p:spPr>
          <a:xfrm>
            <a:off x="2410108" y="1136186"/>
            <a:ext cx="3157224" cy="634165"/>
          </a:xfrm>
          <a:prstGeom prst="ellipse">
            <a:avLst/>
          </a:prstGeom>
          <a:noFill/>
          <a:ln>
            <a:gradFill>
              <a:gsLst>
                <a:gs pos="73000">
                  <a:schemeClr val="tx1">
                    <a:alpha val="0"/>
                  </a:schemeClr>
                </a:gs>
                <a:gs pos="100000">
                  <a:schemeClr val="tx1">
                    <a:alpha val="68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2" name="椭圆 1031">
            <a:extLst>
              <a:ext uri="{FF2B5EF4-FFF2-40B4-BE49-F238E27FC236}">
                <a16:creationId xmlns:a16="http://schemas.microsoft.com/office/drawing/2014/main" id="{EC41B3C6-76E6-9F89-3CCE-E7743F4B9F62}"/>
              </a:ext>
            </a:extLst>
          </p:cNvPr>
          <p:cNvSpPr/>
          <p:nvPr/>
        </p:nvSpPr>
        <p:spPr>
          <a:xfrm>
            <a:off x="3318158" y="1218010"/>
            <a:ext cx="1341124" cy="301904"/>
          </a:xfrm>
          <a:prstGeom prst="ellipse">
            <a:avLst/>
          </a:prstGeom>
          <a:noFill/>
          <a:ln>
            <a:gradFill>
              <a:gsLst>
                <a:gs pos="81000">
                  <a:schemeClr val="tx1">
                    <a:alpha val="0"/>
                  </a:schemeClr>
                </a:gs>
                <a:gs pos="100000">
                  <a:schemeClr val="tx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5" name="任意多边形: 形状 1114">
            <a:extLst>
              <a:ext uri="{FF2B5EF4-FFF2-40B4-BE49-F238E27FC236}">
                <a16:creationId xmlns:a16="http://schemas.microsoft.com/office/drawing/2014/main" id="{3CE1034C-9D52-043B-920D-2B842ADD38C7}"/>
              </a:ext>
            </a:extLst>
          </p:cNvPr>
          <p:cNvSpPr/>
          <p:nvPr/>
        </p:nvSpPr>
        <p:spPr>
          <a:xfrm>
            <a:off x="6562094" y="1454688"/>
            <a:ext cx="489229" cy="3584797"/>
          </a:xfrm>
          <a:custGeom>
            <a:avLst/>
            <a:gdLst>
              <a:gd name="connsiteX0" fmla="*/ 935417 w 935416"/>
              <a:gd name="connsiteY0" fmla="*/ 6854214 h 6854213"/>
              <a:gd name="connsiteX1" fmla="*/ 0 w 935416"/>
              <a:gd name="connsiteY1" fmla="*/ 3427137 h 6854213"/>
              <a:gd name="connsiteX2" fmla="*/ 935417 w 935416"/>
              <a:gd name="connsiteY2" fmla="*/ 0 h 6854213"/>
            </a:gdLst>
            <a:ahLst/>
            <a:cxnLst>
              <a:cxn ang="0">
                <a:pos x="connsiteX0" y="connsiteY0"/>
              </a:cxn>
              <a:cxn ang="0">
                <a:pos x="connsiteX1" y="connsiteY1"/>
              </a:cxn>
              <a:cxn ang="0">
                <a:pos x="connsiteX2" y="connsiteY2"/>
              </a:cxn>
            </a:cxnLst>
            <a:rect l="l" t="t" r="r" b="b"/>
            <a:pathLst>
              <a:path w="935416" h="6854213">
                <a:moveTo>
                  <a:pt x="935417" y="6854214"/>
                </a:moveTo>
                <a:cubicBezTo>
                  <a:pt x="418813" y="6854214"/>
                  <a:pt x="0" y="5319849"/>
                  <a:pt x="0" y="3427137"/>
                </a:cubicBezTo>
                <a:cubicBezTo>
                  <a:pt x="0" y="1534425"/>
                  <a:pt x="418813" y="0"/>
                  <a:pt x="935417" y="0"/>
                </a:cubicBezTo>
              </a:path>
            </a:pathLst>
          </a:custGeom>
          <a:noFill/>
          <a:ln w="9525" cap="flat">
            <a:gradFill>
              <a:gsLst>
                <a:gs pos="0">
                  <a:schemeClr val="accent1">
                    <a:alpha val="0"/>
                  </a:schemeClr>
                </a:gs>
                <a:gs pos="38000">
                  <a:schemeClr val="accent1"/>
                </a:gs>
                <a:gs pos="72000">
                  <a:schemeClr val="accent1"/>
                </a:gs>
                <a:gs pos="100000">
                  <a:schemeClr val="accent1">
                    <a:alpha val="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nvGrpSpPr>
          <p:cNvPr id="1118" name="组合 1117">
            <a:extLst>
              <a:ext uri="{FF2B5EF4-FFF2-40B4-BE49-F238E27FC236}">
                <a16:creationId xmlns:a16="http://schemas.microsoft.com/office/drawing/2014/main" id="{03AE5DA6-2301-49F1-092C-122D9C966ED9}"/>
              </a:ext>
            </a:extLst>
          </p:cNvPr>
          <p:cNvGrpSpPr/>
          <p:nvPr/>
        </p:nvGrpSpPr>
        <p:grpSpPr>
          <a:xfrm>
            <a:off x="8207350" y="1766166"/>
            <a:ext cx="659152" cy="659145"/>
            <a:chOff x="7512792" y="2092661"/>
            <a:chExt cx="981394" cy="981386"/>
          </a:xfrm>
        </p:grpSpPr>
        <p:sp>
          <p:nvSpPr>
            <p:cNvPr id="1119" name="文本框 1118">
              <a:extLst>
                <a:ext uri="{FF2B5EF4-FFF2-40B4-BE49-F238E27FC236}">
                  <a16:creationId xmlns:a16="http://schemas.microsoft.com/office/drawing/2014/main" id="{A22099DB-1BCE-C85A-22E9-76EE1BE31FE1}"/>
                </a:ext>
              </a:extLst>
            </p:cNvPr>
            <p:cNvSpPr txBox="1">
              <a:spLocks/>
            </p:cNvSpPr>
            <p:nvPr/>
          </p:nvSpPr>
          <p:spPr>
            <a:xfrm>
              <a:off x="7512792"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120" name="文本框 1119">
              <a:extLst>
                <a:ext uri="{FF2B5EF4-FFF2-40B4-BE49-F238E27FC236}">
                  <a16:creationId xmlns:a16="http://schemas.microsoft.com/office/drawing/2014/main" id="{215BD2AF-2882-3244-C7A8-890E206DB4FA}"/>
                </a:ext>
              </a:extLst>
            </p:cNvPr>
            <p:cNvSpPr txBox="1">
              <a:spLocks/>
            </p:cNvSpPr>
            <p:nvPr/>
          </p:nvSpPr>
          <p:spPr>
            <a:xfrm>
              <a:off x="7512792"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000" dirty="0"/>
                <a:t>预算</a:t>
              </a:r>
              <a:endParaRPr lang="en-US" altLang="zh-CN" sz="1000" dirty="0"/>
            </a:p>
            <a:p>
              <a:r>
                <a:rPr lang="zh-CN" altLang="en-US" sz="1000" dirty="0"/>
                <a:t>管理</a:t>
              </a:r>
            </a:p>
          </p:txBody>
        </p:sp>
      </p:grpSp>
      <p:grpSp>
        <p:nvGrpSpPr>
          <p:cNvPr id="1121" name="组合 1120">
            <a:extLst>
              <a:ext uri="{FF2B5EF4-FFF2-40B4-BE49-F238E27FC236}">
                <a16:creationId xmlns:a16="http://schemas.microsoft.com/office/drawing/2014/main" id="{39C57E00-5CE5-1611-1250-33EB0D2D38A6}"/>
              </a:ext>
            </a:extLst>
          </p:cNvPr>
          <p:cNvGrpSpPr/>
          <p:nvPr/>
        </p:nvGrpSpPr>
        <p:grpSpPr>
          <a:xfrm>
            <a:off x="8828787" y="2485761"/>
            <a:ext cx="570966" cy="570960"/>
            <a:chOff x="7512792" y="2092661"/>
            <a:chExt cx="981394" cy="981386"/>
          </a:xfrm>
        </p:grpSpPr>
        <p:sp>
          <p:nvSpPr>
            <p:cNvPr id="1122" name="文本框 1121">
              <a:extLst>
                <a:ext uri="{FF2B5EF4-FFF2-40B4-BE49-F238E27FC236}">
                  <a16:creationId xmlns:a16="http://schemas.microsoft.com/office/drawing/2014/main" id="{6B45E67B-1964-BDD1-0EE5-82B4E0A468A5}"/>
                </a:ext>
              </a:extLst>
            </p:cNvPr>
            <p:cNvSpPr txBox="1">
              <a:spLocks/>
            </p:cNvSpPr>
            <p:nvPr/>
          </p:nvSpPr>
          <p:spPr>
            <a:xfrm>
              <a:off x="7512792"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123" name="文本框 1122">
              <a:extLst>
                <a:ext uri="{FF2B5EF4-FFF2-40B4-BE49-F238E27FC236}">
                  <a16:creationId xmlns:a16="http://schemas.microsoft.com/office/drawing/2014/main" id="{D224109E-E8D5-6A47-BFB4-3EF75B83CBCE}"/>
                </a:ext>
              </a:extLst>
            </p:cNvPr>
            <p:cNvSpPr txBox="1">
              <a:spLocks/>
            </p:cNvSpPr>
            <p:nvPr/>
          </p:nvSpPr>
          <p:spPr>
            <a:xfrm>
              <a:off x="7512792"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000" dirty="0"/>
                <a:t>成本</a:t>
              </a:r>
              <a:endParaRPr lang="en-US" altLang="zh-CN" sz="1000" dirty="0"/>
            </a:p>
            <a:p>
              <a:r>
                <a:rPr lang="zh-CN" altLang="en-US" sz="1000" dirty="0"/>
                <a:t>核算</a:t>
              </a:r>
            </a:p>
          </p:txBody>
        </p:sp>
      </p:grpSp>
      <p:grpSp>
        <p:nvGrpSpPr>
          <p:cNvPr id="1124" name="组合 1123">
            <a:extLst>
              <a:ext uri="{FF2B5EF4-FFF2-40B4-BE49-F238E27FC236}">
                <a16:creationId xmlns:a16="http://schemas.microsoft.com/office/drawing/2014/main" id="{0148B4D7-3CDA-6793-337A-3BBA5FABEC15}"/>
              </a:ext>
            </a:extLst>
          </p:cNvPr>
          <p:cNvGrpSpPr/>
          <p:nvPr/>
        </p:nvGrpSpPr>
        <p:grpSpPr>
          <a:xfrm>
            <a:off x="9622912" y="2119460"/>
            <a:ext cx="570966" cy="570960"/>
            <a:chOff x="7512792" y="2092661"/>
            <a:chExt cx="981394" cy="981386"/>
          </a:xfrm>
        </p:grpSpPr>
        <p:sp>
          <p:nvSpPr>
            <p:cNvPr id="1125" name="文本框 1124">
              <a:extLst>
                <a:ext uri="{FF2B5EF4-FFF2-40B4-BE49-F238E27FC236}">
                  <a16:creationId xmlns:a16="http://schemas.microsoft.com/office/drawing/2014/main" id="{F164CA8A-6996-7174-33F3-18BC52EA4C4A}"/>
                </a:ext>
              </a:extLst>
            </p:cNvPr>
            <p:cNvSpPr txBox="1">
              <a:spLocks/>
            </p:cNvSpPr>
            <p:nvPr/>
          </p:nvSpPr>
          <p:spPr>
            <a:xfrm>
              <a:off x="7512792"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126" name="文本框 1125">
              <a:extLst>
                <a:ext uri="{FF2B5EF4-FFF2-40B4-BE49-F238E27FC236}">
                  <a16:creationId xmlns:a16="http://schemas.microsoft.com/office/drawing/2014/main" id="{D256EB76-AC66-024C-5A18-ADB184A55CF0}"/>
                </a:ext>
              </a:extLst>
            </p:cNvPr>
            <p:cNvSpPr txBox="1">
              <a:spLocks/>
            </p:cNvSpPr>
            <p:nvPr/>
          </p:nvSpPr>
          <p:spPr>
            <a:xfrm>
              <a:off x="7512792"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000" dirty="0"/>
                <a:t>报表</a:t>
              </a:r>
              <a:endParaRPr lang="en-US" altLang="zh-CN" sz="1000" dirty="0"/>
            </a:p>
            <a:p>
              <a:r>
                <a:rPr lang="zh-CN" altLang="en-US" sz="1000" dirty="0"/>
                <a:t>生成</a:t>
              </a:r>
            </a:p>
          </p:txBody>
        </p:sp>
      </p:grpSp>
      <p:grpSp>
        <p:nvGrpSpPr>
          <p:cNvPr id="1127" name="组合 1126">
            <a:extLst>
              <a:ext uri="{FF2B5EF4-FFF2-40B4-BE49-F238E27FC236}">
                <a16:creationId xmlns:a16="http://schemas.microsoft.com/office/drawing/2014/main" id="{988A97DA-4128-7BF8-57C0-A9C4404B5E01}"/>
              </a:ext>
            </a:extLst>
          </p:cNvPr>
          <p:cNvGrpSpPr/>
          <p:nvPr/>
        </p:nvGrpSpPr>
        <p:grpSpPr>
          <a:xfrm>
            <a:off x="9399753" y="2993241"/>
            <a:ext cx="570966" cy="570960"/>
            <a:chOff x="7512792" y="2092661"/>
            <a:chExt cx="981394" cy="981386"/>
          </a:xfrm>
        </p:grpSpPr>
        <p:sp>
          <p:nvSpPr>
            <p:cNvPr id="1128" name="文本框 1127">
              <a:extLst>
                <a:ext uri="{FF2B5EF4-FFF2-40B4-BE49-F238E27FC236}">
                  <a16:creationId xmlns:a16="http://schemas.microsoft.com/office/drawing/2014/main" id="{62461624-ACFB-3688-B3C1-1271399BD2F4}"/>
                </a:ext>
              </a:extLst>
            </p:cNvPr>
            <p:cNvSpPr txBox="1">
              <a:spLocks/>
            </p:cNvSpPr>
            <p:nvPr/>
          </p:nvSpPr>
          <p:spPr>
            <a:xfrm>
              <a:off x="7512792"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129" name="文本框 1128">
              <a:extLst>
                <a:ext uri="{FF2B5EF4-FFF2-40B4-BE49-F238E27FC236}">
                  <a16:creationId xmlns:a16="http://schemas.microsoft.com/office/drawing/2014/main" id="{03A319E6-8E0D-DCBD-B6C3-81D52D8D1DB7}"/>
                </a:ext>
              </a:extLst>
            </p:cNvPr>
            <p:cNvSpPr txBox="1">
              <a:spLocks/>
            </p:cNvSpPr>
            <p:nvPr/>
          </p:nvSpPr>
          <p:spPr>
            <a:xfrm>
              <a:off x="7512792"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000" dirty="0"/>
                <a:t>税务</a:t>
              </a:r>
              <a:endParaRPr lang="en-US" altLang="zh-CN" sz="1000" dirty="0"/>
            </a:p>
            <a:p>
              <a:r>
                <a:rPr lang="zh-CN" altLang="en-US" sz="1000" dirty="0"/>
                <a:t>管理</a:t>
              </a:r>
            </a:p>
          </p:txBody>
        </p:sp>
      </p:grpSp>
      <p:grpSp>
        <p:nvGrpSpPr>
          <p:cNvPr id="1130" name="组合 1129">
            <a:extLst>
              <a:ext uri="{FF2B5EF4-FFF2-40B4-BE49-F238E27FC236}">
                <a16:creationId xmlns:a16="http://schemas.microsoft.com/office/drawing/2014/main" id="{75CD487E-F80D-4C81-BD05-27CFE2245041}"/>
              </a:ext>
            </a:extLst>
          </p:cNvPr>
          <p:cNvGrpSpPr/>
          <p:nvPr/>
        </p:nvGrpSpPr>
        <p:grpSpPr>
          <a:xfrm>
            <a:off x="8456443" y="3455405"/>
            <a:ext cx="570966" cy="570960"/>
            <a:chOff x="7512792" y="2092661"/>
            <a:chExt cx="981394" cy="981386"/>
          </a:xfrm>
        </p:grpSpPr>
        <p:sp>
          <p:nvSpPr>
            <p:cNvPr id="1131" name="文本框 1130">
              <a:extLst>
                <a:ext uri="{FF2B5EF4-FFF2-40B4-BE49-F238E27FC236}">
                  <a16:creationId xmlns:a16="http://schemas.microsoft.com/office/drawing/2014/main" id="{502D56A3-AA97-4A54-D034-A514CCB504C0}"/>
                </a:ext>
              </a:extLst>
            </p:cNvPr>
            <p:cNvSpPr txBox="1">
              <a:spLocks/>
            </p:cNvSpPr>
            <p:nvPr/>
          </p:nvSpPr>
          <p:spPr>
            <a:xfrm>
              <a:off x="7512792"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132" name="文本框 1131">
              <a:extLst>
                <a:ext uri="{FF2B5EF4-FFF2-40B4-BE49-F238E27FC236}">
                  <a16:creationId xmlns:a16="http://schemas.microsoft.com/office/drawing/2014/main" id="{FBC9350C-9BA2-4792-E445-1ED271A2CBB9}"/>
                </a:ext>
              </a:extLst>
            </p:cNvPr>
            <p:cNvSpPr txBox="1">
              <a:spLocks/>
            </p:cNvSpPr>
            <p:nvPr/>
          </p:nvSpPr>
          <p:spPr>
            <a:xfrm>
              <a:off x="7512792"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000" dirty="0"/>
                <a:t>资金</a:t>
              </a:r>
              <a:endParaRPr lang="en-US" altLang="zh-CN" sz="1000" dirty="0"/>
            </a:p>
            <a:p>
              <a:r>
                <a:rPr lang="zh-CN" altLang="en-US" sz="1000" dirty="0"/>
                <a:t>管理</a:t>
              </a:r>
            </a:p>
          </p:txBody>
        </p:sp>
      </p:grpSp>
      <p:grpSp>
        <p:nvGrpSpPr>
          <p:cNvPr id="1133" name="组合 1132">
            <a:extLst>
              <a:ext uri="{FF2B5EF4-FFF2-40B4-BE49-F238E27FC236}">
                <a16:creationId xmlns:a16="http://schemas.microsoft.com/office/drawing/2014/main" id="{260FB091-A781-CD40-E006-BD5194E3167A}"/>
              </a:ext>
            </a:extLst>
          </p:cNvPr>
          <p:cNvGrpSpPr/>
          <p:nvPr/>
        </p:nvGrpSpPr>
        <p:grpSpPr>
          <a:xfrm>
            <a:off x="9202959" y="3761377"/>
            <a:ext cx="570966" cy="570960"/>
            <a:chOff x="7512792" y="2092661"/>
            <a:chExt cx="981394" cy="981386"/>
          </a:xfrm>
        </p:grpSpPr>
        <p:sp>
          <p:nvSpPr>
            <p:cNvPr id="1134" name="文本框 1133">
              <a:extLst>
                <a:ext uri="{FF2B5EF4-FFF2-40B4-BE49-F238E27FC236}">
                  <a16:creationId xmlns:a16="http://schemas.microsoft.com/office/drawing/2014/main" id="{BDAA0363-314E-F983-9A6B-D0A6B390C2CF}"/>
                </a:ext>
              </a:extLst>
            </p:cNvPr>
            <p:cNvSpPr txBox="1">
              <a:spLocks/>
            </p:cNvSpPr>
            <p:nvPr/>
          </p:nvSpPr>
          <p:spPr>
            <a:xfrm>
              <a:off x="7512792"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135" name="文本框 1134">
              <a:extLst>
                <a:ext uri="{FF2B5EF4-FFF2-40B4-BE49-F238E27FC236}">
                  <a16:creationId xmlns:a16="http://schemas.microsoft.com/office/drawing/2014/main" id="{371E0CAE-7E59-102D-9FAA-67CBEDA377E5}"/>
                </a:ext>
              </a:extLst>
            </p:cNvPr>
            <p:cNvSpPr txBox="1">
              <a:spLocks/>
            </p:cNvSpPr>
            <p:nvPr/>
          </p:nvSpPr>
          <p:spPr>
            <a:xfrm>
              <a:off x="7512792"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000" dirty="0"/>
                <a:t>风险</a:t>
              </a:r>
              <a:endParaRPr lang="en-US" altLang="zh-CN" sz="1000" dirty="0"/>
            </a:p>
            <a:p>
              <a:r>
                <a:rPr lang="zh-CN" altLang="en-US" sz="1000" dirty="0"/>
                <a:t>控制</a:t>
              </a:r>
            </a:p>
          </p:txBody>
        </p:sp>
      </p:grpSp>
      <p:sp>
        <p:nvSpPr>
          <p:cNvPr id="1138" name="文本框 1137">
            <a:extLst>
              <a:ext uri="{FF2B5EF4-FFF2-40B4-BE49-F238E27FC236}">
                <a16:creationId xmlns:a16="http://schemas.microsoft.com/office/drawing/2014/main" id="{34E9E436-F31A-7D03-F968-9CA9BFFF56E7}"/>
              </a:ext>
            </a:extLst>
          </p:cNvPr>
          <p:cNvSpPr txBox="1">
            <a:spLocks/>
          </p:cNvSpPr>
          <p:nvPr/>
        </p:nvSpPr>
        <p:spPr>
          <a:xfrm>
            <a:off x="9858488" y="3884750"/>
            <a:ext cx="139639" cy="139637"/>
          </a:xfrm>
          <a:prstGeom prst="ellipse">
            <a:avLst/>
          </a:prstGeom>
          <a:gradFill flip="none" rotWithShape="1">
            <a:gsLst>
              <a:gs pos="0">
                <a:schemeClr val="accent2">
                  <a:alpha val="0"/>
                </a:schemeClr>
              </a:gs>
              <a:gs pos="100000">
                <a:schemeClr val="accent2"/>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139" name="文本框 1138">
            <a:extLst>
              <a:ext uri="{FF2B5EF4-FFF2-40B4-BE49-F238E27FC236}">
                <a16:creationId xmlns:a16="http://schemas.microsoft.com/office/drawing/2014/main" id="{74199BD4-F0A6-116E-D900-E241A2ACF3C6}"/>
              </a:ext>
            </a:extLst>
          </p:cNvPr>
          <p:cNvSpPr txBox="1">
            <a:spLocks/>
          </p:cNvSpPr>
          <p:nvPr/>
        </p:nvSpPr>
        <p:spPr>
          <a:xfrm>
            <a:off x="9002088" y="4241214"/>
            <a:ext cx="139639" cy="139637"/>
          </a:xfrm>
          <a:prstGeom prst="ellipse">
            <a:avLst/>
          </a:prstGeom>
          <a:gradFill flip="none" rotWithShape="1">
            <a:gsLst>
              <a:gs pos="0">
                <a:schemeClr val="accent2">
                  <a:alpha val="0"/>
                </a:schemeClr>
              </a:gs>
              <a:gs pos="100000">
                <a:schemeClr val="accent2"/>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140" name="文本框 1139">
            <a:extLst>
              <a:ext uri="{FF2B5EF4-FFF2-40B4-BE49-F238E27FC236}">
                <a16:creationId xmlns:a16="http://schemas.microsoft.com/office/drawing/2014/main" id="{49D26E1A-1012-000F-F7D6-60038A258629}"/>
              </a:ext>
            </a:extLst>
          </p:cNvPr>
          <p:cNvSpPr txBox="1">
            <a:spLocks/>
          </p:cNvSpPr>
          <p:nvPr/>
        </p:nvSpPr>
        <p:spPr>
          <a:xfrm>
            <a:off x="9050876" y="3365897"/>
            <a:ext cx="139639" cy="139637"/>
          </a:xfrm>
          <a:prstGeom prst="ellipse">
            <a:avLst/>
          </a:prstGeom>
          <a:gradFill flip="none" rotWithShape="1">
            <a:gsLst>
              <a:gs pos="0">
                <a:schemeClr val="accent2">
                  <a:alpha val="0"/>
                </a:schemeClr>
              </a:gs>
              <a:gs pos="100000">
                <a:schemeClr val="accent2"/>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141" name="文本框 1140">
            <a:extLst>
              <a:ext uri="{FF2B5EF4-FFF2-40B4-BE49-F238E27FC236}">
                <a16:creationId xmlns:a16="http://schemas.microsoft.com/office/drawing/2014/main" id="{C2C83299-82AC-BA04-FD5E-CF61E4A445D3}"/>
              </a:ext>
            </a:extLst>
          </p:cNvPr>
          <p:cNvSpPr txBox="1">
            <a:spLocks/>
          </p:cNvSpPr>
          <p:nvPr/>
        </p:nvSpPr>
        <p:spPr>
          <a:xfrm>
            <a:off x="8470402" y="3185734"/>
            <a:ext cx="86520" cy="86519"/>
          </a:xfrm>
          <a:prstGeom prst="ellipse">
            <a:avLst/>
          </a:prstGeom>
          <a:gradFill flip="none" rotWithShape="1">
            <a:gsLst>
              <a:gs pos="0">
                <a:schemeClr val="accent2">
                  <a:alpha val="0"/>
                </a:schemeClr>
              </a:gs>
              <a:gs pos="100000">
                <a:schemeClr val="accent2"/>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142" name="文本框 1141">
            <a:extLst>
              <a:ext uri="{FF2B5EF4-FFF2-40B4-BE49-F238E27FC236}">
                <a16:creationId xmlns:a16="http://schemas.microsoft.com/office/drawing/2014/main" id="{888D609B-7C0A-6BC6-3C66-BFAD8DDFE3A0}"/>
              </a:ext>
            </a:extLst>
          </p:cNvPr>
          <p:cNvSpPr txBox="1">
            <a:spLocks/>
          </p:cNvSpPr>
          <p:nvPr/>
        </p:nvSpPr>
        <p:spPr>
          <a:xfrm>
            <a:off x="9908743" y="2837453"/>
            <a:ext cx="210755" cy="210750"/>
          </a:xfrm>
          <a:prstGeom prst="ellipse">
            <a:avLst/>
          </a:prstGeom>
          <a:gradFill flip="none" rotWithShape="1">
            <a:gsLst>
              <a:gs pos="0">
                <a:schemeClr val="accent2">
                  <a:alpha val="0"/>
                </a:schemeClr>
              </a:gs>
              <a:gs pos="100000">
                <a:schemeClr val="accent2"/>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143" name="文本框 1142">
            <a:extLst>
              <a:ext uri="{FF2B5EF4-FFF2-40B4-BE49-F238E27FC236}">
                <a16:creationId xmlns:a16="http://schemas.microsoft.com/office/drawing/2014/main" id="{E0C28049-3341-262D-3258-50B927E01EA1}"/>
              </a:ext>
            </a:extLst>
          </p:cNvPr>
          <p:cNvSpPr txBox="1">
            <a:spLocks/>
          </p:cNvSpPr>
          <p:nvPr/>
        </p:nvSpPr>
        <p:spPr>
          <a:xfrm>
            <a:off x="8397321" y="2585045"/>
            <a:ext cx="210755" cy="210750"/>
          </a:xfrm>
          <a:prstGeom prst="ellipse">
            <a:avLst/>
          </a:prstGeom>
          <a:gradFill flip="none" rotWithShape="1">
            <a:gsLst>
              <a:gs pos="0">
                <a:schemeClr val="accent2">
                  <a:alpha val="0"/>
                </a:schemeClr>
              </a:gs>
              <a:gs pos="100000">
                <a:schemeClr val="accent2"/>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144" name="文本框 1143">
            <a:extLst>
              <a:ext uri="{FF2B5EF4-FFF2-40B4-BE49-F238E27FC236}">
                <a16:creationId xmlns:a16="http://schemas.microsoft.com/office/drawing/2014/main" id="{FB2710DD-1C5E-7CDA-D207-AC8CAC190631}"/>
              </a:ext>
            </a:extLst>
          </p:cNvPr>
          <p:cNvSpPr txBox="1">
            <a:spLocks/>
          </p:cNvSpPr>
          <p:nvPr/>
        </p:nvSpPr>
        <p:spPr>
          <a:xfrm>
            <a:off x="9287883" y="1791877"/>
            <a:ext cx="210755" cy="210750"/>
          </a:xfrm>
          <a:prstGeom prst="ellipse">
            <a:avLst/>
          </a:prstGeom>
          <a:gradFill flip="none" rotWithShape="1">
            <a:gsLst>
              <a:gs pos="0">
                <a:schemeClr val="accent2">
                  <a:alpha val="0"/>
                </a:schemeClr>
              </a:gs>
              <a:gs pos="100000">
                <a:schemeClr val="accent2"/>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145" name="文本框 1144">
            <a:extLst>
              <a:ext uri="{FF2B5EF4-FFF2-40B4-BE49-F238E27FC236}">
                <a16:creationId xmlns:a16="http://schemas.microsoft.com/office/drawing/2014/main" id="{59BD5E87-D236-0C3A-56DE-898636FCD789}"/>
              </a:ext>
            </a:extLst>
          </p:cNvPr>
          <p:cNvSpPr txBox="1">
            <a:spLocks/>
          </p:cNvSpPr>
          <p:nvPr/>
        </p:nvSpPr>
        <p:spPr>
          <a:xfrm>
            <a:off x="9279965" y="2332069"/>
            <a:ext cx="109157" cy="109154"/>
          </a:xfrm>
          <a:prstGeom prst="ellipse">
            <a:avLst/>
          </a:prstGeom>
          <a:gradFill flip="none" rotWithShape="1">
            <a:gsLst>
              <a:gs pos="0">
                <a:schemeClr val="accent2">
                  <a:alpha val="0"/>
                </a:schemeClr>
              </a:gs>
              <a:gs pos="100000">
                <a:schemeClr val="accent2"/>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151" name="任意多边形: 形状 1150">
            <a:extLst>
              <a:ext uri="{FF2B5EF4-FFF2-40B4-BE49-F238E27FC236}">
                <a16:creationId xmlns:a16="http://schemas.microsoft.com/office/drawing/2014/main" id="{E3FA2558-575A-9FB4-B8F4-19695087DF7E}"/>
              </a:ext>
            </a:extLst>
          </p:cNvPr>
          <p:cNvSpPr/>
          <p:nvPr/>
        </p:nvSpPr>
        <p:spPr>
          <a:xfrm flipH="1">
            <a:off x="894672" y="1454688"/>
            <a:ext cx="489229" cy="3584797"/>
          </a:xfrm>
          <a:custGeom>
            <a:avLst/>
            <a:gdLst>
              <a:gd name="connsiteX0" fmla="*/ 935417 w 935416"/>
              <a:gd name="connsiteY0" fmla="*/ 6854214 h 6854213"/>
              <a:gd name="connsiteX1" fmla="*/ 0 w 935416"/>
              <a:gd name="connsiteY1" fmla="*/ 3427137 h 6854213"/>
              <a:gd name="connsiteX2" fmla="*/ 935417 w 935416"/>
              <a:gd name="connsiteY2" fmla="*/ 0 h 6854213"/>
            </a:gdLst>
            <a:ahLst/>
            <a:cxnLst>
              <a:cxn ang="0">
                <a:pos x="connsiteX0" y="connsiteY0"/>
              </a:cxn>
              <a:cxn ang="0">
                <a:pos x="connsiteX1" y="connsiteY1"/>
              </a:cxn>
              <a:cxn ang="0">
                <a:pos x="connsiteX2" y="connsiteY2"/>
              </a:cxn>
            </a:cxnLst>
            <a:rect l="l" t="t" r="r" b="b"/>
            <a:pathLst>
              <a:path w="935416" h="6854213">
                <a:moveTo>
                  <a:pt x="935417" y="6854214"/>
                </a:moveTo>
                <a:cubicBezTo>
                  <a:pt x="418813" y="6854214"/>
                  <a:pt x="0" y="5319849"/>
                  <a:pt x="0" y="3427137"/>
                </a:cubicBezTo>
                <a:cubicBezTo>
                  <a:pt x="0" y="1534425"/>
                  <a:pt x="418813" y="0"/>
                  <a:pt x="935417" y="0"/>
                </a:cubicBezTo>
              </a:path>
            </a:pathLst>
          </a:custGeom>
          <a:gradFill>
            <a:gsLst>
              <a:gs pos="100000">
                <a:schemeClr val="accent1">
                  <a:alpha val="0"/>
                </a:schemeClr>
              </a:gs>
              <a:gs pos="0">
                <a:schemeClr val="accent1">
                  <a:alpha val="19000"/>
                </a:schemeClr>
              </a:gs>
            </a:gsLst>
            <a:lin ang="0" scaled="0"/>
          </a:gradFill>
          <a:ln w="9525" cap="flat">
            <a:gradFill>
              <a:gsLst>
                <a:gs pos="0">
                  <a:schemeClr val="accent1">
                    <a:alpha val="0"/>
                  </a:schemeClr>
                </a:gs>
                <a:gs pos="38000">
                  <a:schemeClr val="accent1"/>
                </a:gs>
                <a:gs pos="72000">
                  <a:schemeClr val="accent1"/>
                </a:gs>
                <a:gs pos="100000">
                  <a:schemeClr val="accent1">
                    <a:alpha val="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166" name="文本框 1165">
            <a:extLst>
              <a:ext uri="{FF2B5EF4-FFF2-40B4-BE49-F238E27FC236}">
                <a16:creationId xmlns:a16="http://schemas.microsoft.com/office/drawing/2014/main" id="{A09970DB-CA08-7523-6758-529C1CE2E077}"/>
              </a:ext>
            </a:extLst>
          </p:cNvPr>
          <p:cNvSpPr txBox="1"/>
          <p:nvPr/>
        </p:nvSpPr>
        <p:spPr>
          <a:xfrm>
            <a:off x="7914505" y="4471337"/>
            <a:ext cx="2715266" cy="276999"/>
          </a:xfrm>
          <a:prstGeom prst="rect">
            <a:avLst/>
          </a:prstGeom>
          <a:noFill/>
        </p:spPr>
        <p:txBody>
          <a:bodyPr wrap="square" lIns="0" tIns="0" rIns="0" bIns="0">
            <a:spAutoFit/>
          </a:bodyPr>
          <a:lstStyle/>
          <a:p>
            <a:pPr algn="ctr"/>
            <a:r>
              <a:rPr lang="zh-CN" altLang="en-US" b="1" dirty="0">
                <a:solidFill>
                  <a:schemeClr val="accent2"/>
                </a:solidFill>
                <a:latin typeface="+mj-ea"/>
                <a:ea typeface="+mj-ea"/>
              </a:rPr>
              <a:t>功能模块</a:t>
            </a:r>
            <a:endParaRPr lang="en-US" altLang="zh-CN" b="1" dirty="0">
              <a:solidFill>
                <a:schemeClr val="accent2"/>
              </a:solidFill>
              <a:latin typeface="+mj-ea"/>
              <a:ea typeface="+mj-ea"/>
            </a:endParaRPr>
          </a:p>
        </p:txBody>
      </p:sp>
      <p:sp>
        <p:nvSpPr>
          <p:cNvPr id="1167" name="文本框 1166">
            <a:extLst>
              <a:ext uri="{FF2B5EF4-FFF2-40B4-BE49-F238E27FC236}">
                <a16:creationId xmlns:a16="http://schemas.microsoft.com/office/drawing/2014/main" id="{67820BD8-88A8-6BFB-55D4-409D16479CCE}"/>
              </a:ext>
            </a:extLst>
          </p:cNvPr>
          <p:cNvSpPr txBox="1"/>
          <p:nvPr/>
        </p:nvSpPr>
        <p:spPr>
          <a:xfrm>
            <a:off x="6840649" y="2745602"/>
            <a:ext cx="987451" cy="185948"/>
          </a:xfrm>
          <a:prstGeom prst="rect">
            <a:avLst/>
          </a:prstGeom>
          <a:noFill/>
        </p:spPr>
        <p:txBody>
          <a:bodyPr wrap="none" lIns="0" tIns="0" rIns="0" bIns="0" rtlCol="0">
            <a:spAutoFit/>
          </a:bodyPr>
          <a:lstStyle/>
          <a:p>
            <a:pPr algn="ctr">
              <a:lnSpc>
                <a:spcPct val="120000"/>
              </a:lnSpc>
            </a:pPr>
            <a:r>
              <a:rPr lang="zh-CN" altLang="en-US" sz="1100" b="1" dirty="0">
                <a:solidFill>
                  <a:schemeClr val="bg1"/>
                </a:solidFill>
              </a:rPr>
              <a:t>自动化流程管理</a:t>
            </a:r>
          </a:p>
        </p:txBody>
      </p:sp>
      <p:sp>
        <p:nvSpPr>
          <p:cNvPr id="1168" name="文本框 1167">
            <a:extLst>
              <a:ext uri="{FF2B5EF4-FFF2-40B4-BE49-F238E27FC236}">
                <a16:creationId xmlns:a16="http://schemas.microsoft.com/office/drawing/2014/main" id="{62DA8852-9667-0C5F-545E-F58349DB55F1}"/>
              </a:ext>
            </a:extLst>
          </p:cNvPr>
          <p:cNvSpPr txBox="1"/>
          <p:nvPr/>
        </p:nvSpPr>
        <p:spPr>
          <a:xfrm>
            <a:off x="6699585" y="3069595"/>
            <a:ext cx="1269578" cy="185948"/>
          </a:xfrm>
          <a:prstGeom prst="rect">
            <a:avLst/>
          </a:prstGeom>
          <a:noFill/>
        </p:spPr>
        <p:txBody>
          <a:bodyPr wrap="none" lIns="0" tIns="0" rIns="0" bIns="0" rtlCol="0">
            <a:spAutoFit/>
          </a:bodyPr>
          <a:lstStyle/>
          <a:p>
            <a:pPr algn="ctr">
              <a:lnSpc>
                <a:spcPct val="120000"/>
              </a:lnSpc>
            </a:pPr>
            <a:r>
              <a:rPr lang="zh-CN" altLang="en-US" sz="1100" b="1" dirty="0">
                <a:solidFill>
                  <a:schemeClr val="bg1"/>
                </a:solidFill>
              </a:rPr>
              <a:t>智能预测与决策支持</a:t>
            </a:r>
          </a:p>
        </p:txBody>
      </p:sp>
      <p:sp>
        <p:nvSpPr>
          <p:cNvPr id="1170" name="文本框 1169">
            <a:extLst>
              <a:ext uri="{FF2B5EF4-FFF2-40B4-BE49-F238E27FC236}">
                <a16:creationId xmlns:a16="http://schemas.microsoft.com/office/drawing/2014/main" id="{71589AEE-0BD5-BD02-1293-7D46D7A16F38}"/>
              </a:ext>
            </a:extLst>
          </p:cNvPr>
          <p:cNvSpPr txBox="1"/>
          <p:nvPr/>
        </p:nvSpPr>
        <p:spPr>
          <a:xfrm>
            <a:off x="6840649" y="3417854"/>
            <a:ext cx="987451" cy="185948"/>
          </a:xfrm>
          <a:prstGeom prst="rect">
            <a:avLst/>
          </a:prstGeom>
          <a:noFill/>
        </p:spPr>
        <p:txBody>
          <a:bodyPr wrap="none" lIns="0" tIns="0" rIns="0" bIns="0" rtlCol="0">
            <a:spAutoFit/>
          </a:bodyPr>
          <a:lstStyle/>
          <a:p>
            <a:pPr algn="ctr">
              <a:lnSpc>
                <a:spcPct val="120000"/>
              </a:lnSpc>
            </a:pPr>
            <a:r>
              <a:rPr lang="zh-CN" altLang="en-US" sz="1100" b="1" dirty="0">
                <a:solidFill>
                  <a:schemeClr val="bg1"/>
                </a:solidFill>
              </a:rPr>
              <a:t>预警与提示系统</a:t>
            </a:r>
          </a:p>
        </p:txBody>
      </p:sp>
      <p:grpSp>
        <p:nvGrpSpPr>
          <p:cNvPr id="1184" name="组合 1183">
            <a:extLst>
              <a:ext uri="{FF2B5EF4-FFF2-40B4-BE49-F238E27FC236}">
                <a16:creationId xmlns:a16="http://schemas.microsoft.com/office/drawing/2014/main" id="{FBAADE18-34BA-FAA2-41B2-FC2BB3E2FB9A}"/>
              </a:ext>
            </a:extLst>
          </p:cNvPr>
          <p:cNvGrpSpPr/>
          <p:nvPr/>
        </p:nvGrpSpPr>
        <p:grpSpPr>
          <a:xfrm>
            <a:off x="7022298" y="1925642"/>
            <a:ext cx="624153" cy="368100"/>
            <a:chOff x="7359767" y="1921342"/>
            <a:chExt cx="809508" cy="368100"/>
          </a:xfrm>
        </p:grpSpPr>
        <p:cxnSp>
          <p:nvCxnSpPr>
            <p:cNvPr id="1172" name="直接连接符 1171">
              <a:extLst>
                <a:ext uri="{FF2B5EF4-FFF2-40B4-BE49-F238E27FC236}">
                  <a16:creationId xmlns:a16="http://schemas.microsoft.com/office/drawing/2014/main" id="{15007079-EC34-21F9-904D-D6AF3841A0E0}"/>
                </a:ext>
              </a:extLst>
            </p:cNvPr>
            <p:cNvCxnSpPr/>
            <p:nvPr/>
          </p:nvCxnSpPr>
          <p:spPr>
            <a:xfrm flipH="1">
              <a:off x="7505129" y="1921342"/>
              <a:ext cx="416866" cy="0"/>
            </a:xfrm>
            <a:prstGeom prst="line">
              <a:avLst/>
            </a:prstGeom>
            <a:ln w="9525">
              <a:prstDash val="solid"/>
              <a:tailEnd type="triangle" w="med" len="sm"/>
            </a:ln>
          </p:spPr>
          <p:style>
            <a:lnRef idx="1">
              <a:schemeClr val="accent1"/>
            </a:lnRef>
            <a:fillRef idx="0">
              <a:schemeClr val="accent1"/>
            </a:fillRef>
            <a:effectRef idx="0">
              <a:schemeClr val="accent1"/>
            </a:effectRef>
            <a:fontRef idx="minor">
              <a:schemeClr val="tx1"/>
            </a:fontRef>
          </p:style>
        </p:cxnSp>
        <p:cxnSp>
          <p:nvCxnSpPr>
            <p:cNvPr id="1173" name="直接连接符 1172">
              <a:extLst>
                <a:ext uri="{FF2B5EF4-FFF2-40B4-BE49-F238E27FC236}">
                  <a16:creationId xmlns:a16="http://schemas.microsoft.com/office/drawing/2014/main" id="{B5A344F0-23B6-2C36-8562-2949E9C1CB5B}"/>
                </a:ext>
              </a:extLst>
            </p:cNvPr>
            <p:cNvCxnSpPr>
              <a:cxnSpLocks/>
            </p:cNvCxnSpPr>
            <p:nvPr/>
          </p:nvCxnSpPr>
          <p:spPr>
            <a:xfrm flipH="1">
              <a:off x="7359767" y="2165222"/>
              <a:ext cx="809508" cy="0"/>
            </a:xfrm>
            <a:prstGeom prst="line">
              <a:avLst/>
            </a:prstGeom>
            <a:ln w="9525">
              <a:gradFill>
                <a:gsLst>
                  <a:gs pos="8000">
                    <a:schemeClr val="accent1"/>
                  </a:gs>
                  <a:gs pos="41000">
                    <a:schemeClr val="accent1">
                      <a:alpha val="0"/>
                    </a:schemeClr>
                  </a:gs>
                  <a:gs pos="59000">
                    <a:schemeClr val="accent1">
                      <a:alpha val="0"/>
                    </a:schemeClr>
                  </a:gs>
                  <a:gs pos="92000">
                    <a:schemeClr val="accent1"/>
                  </a:gs>
                </a:gsLst>
                <a:lin ang="0" scaled="0"/>
              </a:gradFill>
              <a:prstDash val="dash"/>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74" name="直接连接符 1173">
              <a:extLst>
                <a:ext uri="{FF2B5EF4-FFF2-40B4-BE49-F238E27FC236}">
                  <a16:creationId xmlns:a16="http://schemas.microsoft.com/office/drawing/2014/main" id="{0052E59E-B259-F2CE-86EE-31BDCDA91D8C}"/>
                </a:ext>
              </a:extLst>
            </p:cNvPr>
            <p:cNvCxnSpPr>
              <a:cxnSpLocks/>
            </p:cNvCxnSpPr>
            <p:nvPr/>
          </p:nvCxnSpPr>
          <p:spPr>
            <a:xfrm>
              <a:off x="7608120" y="1980561"/>
              <a:ext cx="420658" cy="0"/>
            </a:xfrm>
            <a:prstGeom prst="line">
              <a:avLst/>
            </a:prstGeom>
            <a:ln w="9525">
              <a:solidFill>
                <a:schemeClr val="accent2"/>
              </a:solidFill>
              <a:prstDash val="solid"/>
              <a:tailEnd type="triangle" w="med" len="sm"/>
            </a:ln>
          </p:spPr>
          <p:style>
            <a:lnRef idx="1">
              <a:schemeClr val="accent1"/>
            </a:lnRef>
            <a:fillRef idx="0">
              <a:schemeClr val="accent1"/>
            </a:fillRef>
            <a:effectRef idx="0">
              <a:schemeClr val="accent1"/>
            </a:effectRef>
            <a:fontRef idx="minor">
              <a:schemeClr val="tx1"/>
            </a:fontRef>
          </p:style>
        </p:cxnSp>
        <p:cxnSp>
          <p:nvCxnSpPr>
            <p:cNvPr id="1178" name="直接连接符 1177">
              <a:extLst>
                <a:ext uri="{FF2B5EF4-FFF2-40B4-BE49-F238E27FC236}">
                  <a16:creationId xmlns:a16="http://schemas.microsoft.com/office/drawing/2014/main" id="{96561C89-CF45-EDF4-1333-594FA36EC6FF}"/>
                </a:ext>
              </a:extLst>
            </p:cNvPr>
            <p:cNvCxnSpPr>
              <a:cxnSpLocks/>
            </p:cNvCxnSpPr>
            <p:nvPr/>
          </p:nvCxnSpPr>
          <p:spPr>
            <a:xfrm flipH="1">
              <a:off x="7473314" y="2289442"/>
              <a:ext cx="582415" cy="0"/>
            </a:xfrm>
            <a:prstGeom prst="line">
              <a:avLst/>
            </a:prstGeom>
            <a:ln w="6350">
              <a:gradFill>
                <a:gsLst>
                  <a:gs pos="8000">
                    <a:schemeClr val="accent1"/>
                  </a:gs>
                  <a:gs pos="41000">
                    <a:schemeClr val="accent1">
                      <a:alpha val="0"/>
                    </a:schemeClr>
                  </a:gs>
                  <a:gs pos="59000">
                    <a:schemeClr val="accent1">
                      <a:alpha val="0"/>
                    </a:schemeClr>
                  </a:gs>
                  <a:gs pos="92000">
                    <a:schemeClr val="accent1"/>
                  </a:gs>
                </a:gsLst>
                <a:lin ang="0" scaled="0"/>
              </a:gradFill>
              <a:prstDash val="dash"/>
              <a:headEnd type="triangle" w="med" len="sm"/>
              <a:tailEnd type="triangle" w="med" len="sm"/>
            </a:ln>
          </p:spPr>
          <p:style>
            <a:lnRef idx="1">
              <a:schemeClr val="accent1"/>
            </a:lnRef>
            <a:fillRef idx="0">
              <a:schemeClr val="accent1"/>
            </a:fillRef>
            <a:effectRef idx="0">
              <a:schemeClr val="accent1"/>
            </a:effectRef>
            <a:fontRef idx="minor">
              <a:schemeClr val="tx1"/>
            </a:fontRef>
          </p:style>
        </p:cxnSp>
      </p:grpSp>
      <p:grpSp>
        <p:nvGrpSpPr>
          <p:cNvPr id="1185" name="组合 1184">
            <a:extLst>
              <a:ext uri="{FF2B5EF4-FFF2-40B4-BE49-F238E27FC236}">
                <a16:creationId xmlns:a16="http://schemas.microsoft.com/office/drawing/2014/main" id="{CB4B151F-D5EB-E4C2-B2C6-6C138FEC5EFC}"/>
              </a:ext>
            </a:extLst>
          </p:cNvPr>
          <p:cNvGrpSpPr/>
          <p:nvPr/>
        </p:nvGrpSpPr>
        <p:grpSpPr>
          <a:xfrm flipV="1">
            <a:off x="7022298" y="3931266"/>
            <a:ext cx="624153" cy="368100"/>
            <a:chOff x="7359767" y="1921342"/>
            <a:chExt cx="809508" cy="368100"/>
          </a:xfrm>
        </p:grpSpPr>
        <p:cxnSp>
          <p:nvCxnSpPr>
            <p:cNvPr id="1186" name="直接连接符 1185">
              <a:extLst>
                <a:ext uri="{FF2B5EF4-FFF2-40B4-BE49-F238E27FC236}">
                  <a16:creationId xmlns:a16="http://schemas.microsoft.com/office/drawing/2014/main" id="{714F8AFA-8099-7A42-CDB9-0FF125DCC47D}"/>
                </a:ext>
              </a:extLst>
            </p:cNvPr>
            <p:cNvCxnSpPr/>
            <p:nvPr/>
          </p:nvCxnSpPr>
          <p:spPr>
            <a:xfrm flipH="1">
              <a:off x="7505129" y="1921342"/>
              <a:ext cx="416866" cy="0"/>
            </a:xfrm>
            <a:prstGeom prst="line">
              <a:avLst/>
            </a:prstGeom>
            <a:ln w="9525">
              <a:prstDash val="solid"/>
              <a:tailEnd type="triangle" w="med" len="sm"/>
            </a:ln>
          </p:spPr>
          <p:style>
            <a:lnRef idx="1">
              <a:schemeClr val="accent1"/>
            </a:lnRef>
            <a:fillRef idx="0">
              <a:schemeClr val="accent1"/>
            </a:fillRef>
            <a:effectRef idx="0">
              <a:schemeClr val="accent1"/>
            </a:effectRef>
            <a:fontRef idx="minor">
              <a:schemeClr val="tx1"/>
            </a:fontRef>
          </p:style>
        </p:cxnSp>
        <p:cxnSp>
          <p:nvCxnSpPr>
            <p:cNvPr id="1187" name="直接连接符 1186">
              <a:extLst>
                <a:ext uri="{FF2B5EF4-FFF2-40B4-BE49-F238E27FC236}">
                  <a16:creationId xmlns:a16="http://schemas.microsoft.com/office/drawing/2014/main" id="{FBBA53DC-4B1F-48C0-3A7D-604AB77D6065}"/>
                </a:ext>
              </a:extLst>
            </p:cNvPr>
            <p:cNvCxnSpPr>
              <a:cxnSpLocks/>
            </p:cNvCxnSpPr>
            <p:nvPr/>
          </p:nvCxnSpPr>
          <p:spPr>
            <a:xfrm flipH="1">
              <a:off x="7359767" y="2165222"/>
              <a:ext cx="809508" cy="0"/>
            </a:xfrm>
            <a:prstGeom prst="line">
              <a:avLst/>
            </a:prstGeom>
            <a:ln w="9525">
              <a:gradFill>
                <a:gsLst>
                  <a:gs pos="8000">
                    <a:schemeClr val="accent1"/>
                  </a:gs>
                  <a:gs pos="41000">
                    <a:schemeClr val="accent1">
                      <a:alpha val="0"/>
                    </a:schemeClr>
                  </a:gs>
                  <a:gs pos="59000">
                    <a:schemeClr val="accent1">
                      <a:alpha val="0"/>
                    </a:schemeClr>
                  </a:gs>
                  <a:gs pos="92000">
                    <a:schemeClr val="accent1"/>
                  </a:gs>
                </a:gsLst>
                <a:lin ang="0" scaled="0"/>
              </a:gradFill>
              <a:prstDash val="dash"/>
              <a:headEnd type="triangle"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1188" name="直接连接符 1187">
              <a:extLst>
                <a:ext uri="{FF2B5EF4-FFF2-40B4-BE49-F238E27FC236}">
                  <a16:creationId xmlns:a16="http://schemas.microsoft.com/office/drawing/2014/main" id="{EB1C7DEB-5545-522C-EC47-8946D4B1C878}"/>
                </a:ext>
              </a:extLst>
            </p:cNvPr>
            <p:cNvCxnSpPr>
              <a:cxnSpLocks/>
            </p:cNvCxnSpPr>
            <p:nvPr/>
          </p:nvCxnSpPr>
          <p:spPr>
            <a:xfrm>
              <a:off x="7608120" y="1980561"/>
              <a:ext cx="420658" cy="0"/>
            </a:xfrm>
            <a:prstGeom prst="line">
              <a:avLst/>
            </a:prstGeom>
            <a:ln w="9525">
              <a:solidFill>
                <a:schemeClr val="accent2"/>
              </a:solidFill>
              <a:prstDash val="solid"/>
              <a:tailEnd type="triangle" w="med" len="sm"/>
            </a:ln>
          </p:spPr>
          <p:style>
            <a:lnRef idx="1">
              <a:schemeClr val="accent1"/>
            </a:lnRef>
            <a:fillRef idx="0">
              <a:schemeClr val="accent1"/>
            </a:fillRef>
            <a:effectRef idx="0">
              <a:schemeClr val="accent1"/>
            </a:effectRef>
            <a:fontRef idx="minor">
              <a:schemeClr val="tx1"/>
            </a:fontRef>
          </p:style>
        </p:cxnSp>
        <p:cxnSp>
          <p:nvCxnSpPr>
            <p:cNvPr id="1189" name="直接连接符 1188">
              <a:extLst>
                <a:ext uri="{FF2B5EF4-FFF2-40B4-BE49-F238E27FC236}">
                  <a16:creationId xmlns:a16="http://schemas.microsoft.com/office/drawing/2014/main" id="{CB47B708-4155-DEA2-AA47-332DEF238BD2}"/>
                </a:ext>
              </a:extLst>
            </p:cNvPr>
            <p:cNvCxnSpPr>
              <a:cxnSpLocks/>
            </p:cNvCxnSpPr>
            <p:nvPr/>
          </p:nvCxnSpPr>
          <p:spPr>
            <a:xfrm flipH="1">
              <a:off x="7473314" y="2289442"/>
              <a:ext cx="582415" cy="0"/>
            </a:xfrm>
            <a:prstGeom prst="line">
              <a:avLst/>
            </a:prstGeom>
            <a:ln w="6350">
              <a:gradFill>
                <a:gsLst>
                  <a:gs pos="8000">
                    <a:schemeClr val="accent1"/>
                  </a:gs>
                  <a:gs pos="41000">
                    <a:schemeClr val="accent1">
                      <a:alpha val="0"/>
                    </a:schemeClr>
                  </a:gs>
                  <a:gs pos="59000">
                    <a:schemeClr val="accent1">
                      <a:alpha val="0"/>
                    </a:schemeClr>
                  </a:gs>
                  <a:gs pos="92000">
                    <a:schemeClr val="accent1"/>
                  </a:gs>
                </a:gsLst>
                <a:lin ang="0" scaled="0"/>
              </a:gradFill>
              <a:prstDash val="dash"/>
              <a:headEnd type="triangle" w="med" len="sm"/>
              <a:tailEnd type="triangle" w="med" len="sm"/>
            </a:ln>
          </p:spPr>
          <p:style>
            <a:lnRef idx="1">
              <a:schemeClr val="accent1"/>
            </a:lnRef>
            <a:fillRef idx="0">
              <a:schemeClr val="accent1"/>
            </a:fillRef>
            <a:effectRef idx="0">
              <a:schemeClr val="accent1"/>
            </a:effectRef>
            <a:fontRef idx="minor">
              <a:schemeClr val="tx1"/>
            </a:fontRef>
          </p:style>
        </p:cxnSp>
      </p:grpSp>
      <p:sp>
        <p:nvSpPr>
          <p:cNvPr id="1192" name="文本框 1191">
            <a:extLst>
              <a:ext uri="{FF2B5EF4-FFF2-40B4-BE49-F238E27FC236}">
                <a16:creationId xmlns:a16="http://schemas.microsoft.com/office/drawing/2014/main" id="{FA8A81D7-70CF-99DC-55EE-13A3C899AE03}"/>
              </a:ext>
            </a:extLst>
          </p:cNvPr>
          <p:cNvSpPr txBox="1"/>
          <p:nvPr/>
        </p:nvSpPr>
        <p:spPr>
          <a:xfrm>
            <a:off x="853168" y="2740986"/>
            <a:ext cx="224886" cy="1012200"/>
          </a:xfrm>
          <a:prstGeom prst="rect">
            <a:avLst/>
          </a:prstGeom>
          <a:noFill/>
        </p:spPr>
        <p:txBody>
          <a:bodyPr wrap="square" lIns="0" tIns="0" rIns="0" bIns="0" rtlCol="0">
            <a:spAutoFit/>
          </a:bodyPr>
          <a:lstStyle/>
          <a:p>
            <a:pPr algn="ctr">
              <a:lnSpc>
                <a:spcPct val="120000"/>
              </a:lnSpc>
            </a:pPr>
            <a:r>
              <a:rPr lang="zh-CN" altLang="en-US" sz="1400" b="1" dirty="0">
                <a:solidFill>
                  <a:schemeClr val="bg1"/>
                </a:solidFill>
              </a:rPr>
              <a:t>基础架构</a:t>
            </a:r>
          </a:p>
        </p:txBody>
      </p:sp>
      <p:grpSp>
        <p:nvGrpSpPr>
          <p:cNvPr id="1198" name="组合 1197">
            <a:extLst>
              <a:ext uri="{FF2B5EF4-FFF2-40B4-BE49-F238E27FC236}">
                <a16:creationId xmlns:a16="http://schemas.microsoft.com/office/drawing/2014/main" id="{11826CEE-0129-AF50-9ADC-0417518A5058}"/>
              </a:ext>
            </a:extLst>
          </p:cNvPr>
          <p:cNvGrpSpPr/>
          <p:nvPr/>
        </p:nvGrpSpPr>
        <p:grpSpPr>
          <a:xfrm>
            <a:off x="1894471" y="5717669"/>
            <a:ext cx="8395612" cy="302353"/>
            <a:chOff x="1663745" y="5492755"/>
            <a:chExt cx="8395612" cy="302353"/>
          </a:xfrm>
        </p:grpSpPr>
        <p:sp>
          <p:nvSpPr>
            <p:cNvPr id="1194" name="文本框 1193">
              <a:extLst>
                <a:ext uri="{FF2B5EF4-FFF2-40B4-BE49-F238E27FC236}">
                  <a16:creationId xmlns:a16="http://schemas.microsoft.com/office/drawing/2014/main" id="{D3D62D1F-E8D1-4FF1-4A3A-5ADECE1E69D3}"/>
                </a:ext>
              </a:extLst>
            </p:cNvPr>
            <p:cNvSpPr txBox="1"/>
            <p:nvPr/>
          </p:nvSpPr>
          <p:spPr>
            <a:xfrm rot="314974">
              <a:off x="1663745" y="5492755"/>
              <a:ext cx="987451" cy="185948"/>
            </a:xfrm>
            <a:prstGeom prst="rect">
              <a:avLst/>
            </a:prstGeom>
            <a:noFill/>
          </p:spPr>
          <p:txBody>
            <a:bodyPr wrap="none" lIns="0" tIns="0" rIns="0" bIns="0" rtlCol="0">
              <a:spAutoFit/>
            </a:bodyPr>
            <a:lstStyle/>
            <a:p>
              <a:pPr algn="ctr">
                <a:lnSpc>
                  <a:spcPct val="120000"/>
                </a:lnSpc>
              </a:pPr>
              <a:r>
                <a:rPr lang="zh-CN" altLang="en-US" sz="1100" b="1" dirty="0">
                  <a:solidFill>
                    <a:schemeClr val="bg1"/>
                  </a:solidFill>
                </a:rPr>
                <a:t>简洁直观的界面</a:t>
              </a:r>
            </a:p>
          </p:txBody>
        </p:sp>
        <p:sp>
          <p:nvSpPr>
            <p:cNvPr id="1195" name="文本框 1194">
              <a:extLst>
                <a:ext uri="{FF2B5EF4-FFF2-40B4-BE49-F238E27FC236}">
                  <a16:creationId xmlns:a16="http://schemas.microsoft.com/office/drawing/2014/main" id="{A9CBFA52-CEA5-AB66-C61A-1C80C46798B5}"/>
                </a:ext>
              </a:extLst>
            </p:cNvPr>
            <p:cNvSpPr txBox="1"/>
            <p:nvPr/>
          </p:nvSpPr>
          <p:spPr>
            <a:xfrm>
              <a:off x="4180155" y="5609160"/>
              <a:ext cx="987451" cy="185948"/>
            </a:xfrm>
            <a:prstGeom prst="rect">
              <a:avLst/>
            </a:prstGeom>
            <a:noFill/>
          </p:spPr>
          <p:txBody>
            <a:bodyPr wrap="none" lIns="0" tIns="0" rIns="0" bIns="0" rtlCol="0">
              <a:spAutoFit/>
            </a:bodyPr>
            <a:lstStyle/>
            <a:p>
              <a:pPr algn="ctr">
                <a:lnSpc>
                  <a:spcPct val="120000"/>
                </a:lnSpc>
              </a:pPr>
              <a:r>
                <a:rPr lang="zh-CN" altLang="en-US" sz="1100" b="1" dirty="0">
                  <a:solidFill>
                    <a:schemeClr val="bg1"/>
                  </a:solidFill>
                </a:rPr>
                <a:t>便捷的操作流程</a:t>
              </a:r>
            </a:p>
          </p:txBody>
        </p:sp>
        <p:sp>
          <p:nvSpPr>
            <p:cNvPr id="1196" name="文本框 1195">
              <a:extLst>
                <a:ext uri="{FF2B5EF4-FFF2-40B4-BE49-F238E27FC236}">
                  <a16:creationId xmlns:a16="http://schemas.microsoft.com/office/drawing/2014/main" id="{E6EE8763-5F00-7E38-2BE6-3890947C2298}"/>
                </a:ext>
              </a:extLst>
            </p:cNvPr>
            <p:cNvSpPr txBox="1"/>
            <p:nvPr/>
          </p:nvSpPr>
          <p:spPr>
            <a:xfrm rot="21353100">
              <a:off x="9071906" y="5492755"/>
              <a:ext cx="987451" cy="185948"/>
            </a:xfrm>
            <a:prstGeom prst="rect">
              <a:avLst/>
            </a:prstGeom>
            <a:noFill/>
          </p:spPr>
          <p:txBody>
            <a:bodyPr wrap="none" lIns="0" tIns="0" rIns="0" bIns="0" rtlCol="0">
              <a:spAutoFit/>
            </a:bodyPr>
            <a:lstStyle/>
            <a:p>
              <a:pPr algn="ctr">
                <a:lnSpc>
                  <a:spcPct val="120000"/>
                </a:lnSpc>
              </a:pPr>
              <a:r>
                <a:rPr lang="zh-CN" altLang="en-US" sz="1100" b="1" dirty="0">
                  <a:solidFill>
                    <a:schemeClr val="bg1"/>
                  </a:solidFill>
                </a:rPr>
                <a:t>个性化定制服务</a:t>
              </a:r>
            </a:p>
          </p:txBody>
        </p:sp>
        <p:sp>
          <p:nvSpPr>
            <p:cNvPr id="1197" name="文本框 1196">
              <a:extLst>
                <a:ext uri="{FF2B5EF4-FFF2-40B4-BE49-F238E27FC236}">
                  <a16:creationId xmlns:a16="http://schemas.microsoft.com/office/drawing/2014/main" id="{9AEC426E-5A09-7615-FA6D-8F6466C253E6}"/>
                </a:ext>
              </a:extLst>
            </p:cNvPr>
            <p:cNvSpPr txBox="1"/>
            <p:nvPr/>
          </p:nvSpPr>
          <p:spPr>
            <a:xfrm>
              <a:off x="6696564" y="5609160"/>
              <a:ext cx="846386" cy="185948"/>
            </a:xfrm>
            <a:prstGeom prst="rect">
              <a:avLst/>
            </a:prstGeom>
            <a:noFill/>
          </p:spPr>
          <p:txBody>
            <a:bodyPr wrap="none" lIns="0" tIns="0" rIns="0" bIns="0" rtlCol="0">
              <a:spAutoFit/>
            </a:bodyPr>
            <a:lstStyle/>
            <a:p>
              <a:pPr algn="ctr">
                <a:lnSpc>
                  <a:spcPct val="120000"/>
                </a:lnSpc>
              </a:pPr>
              <a:r>
                <a:rPr lang="zh-CN" altLang="en-US" sz="1100" b="1" dirty="0">
                  <a:solidFill>
                    <a:schemeClr val="bg1"/>
                  </a:solidFill>
                </a:rPr>
                <a:t>实时动态更新</a:t>
              </a:r>
            </a:p>
          </p:txBody>
        </p:sp>
      </p:grpSp>
      <p:sp>
        <p:nvSpPr>
          <p:cNvPr id="1199" name="任意多边形: 形状 1198">
            <a:extLst>
              <a:ext uri="{FF2B5EF4-FFF2-40B4-BE49-F238E27FC236}">
                <a16:creationId xmlns:a16="http://schemas.microsoft.com/office/drawing/2014/main" id="{05BDCC54-51B7-D1B6-7D0C-DB2B3893D702}"/>
              </a:ext>
            </a:extLst>
          </p:cNvPr>
          <p:cNvSpPr/>
          <p:nvPr/>
        </p:nvSpPr>
        <p:spPr>
          <a:xfrm>
            <a:off x="10851585" y="1454688"/>
            <a:ext cx="489229" cy="3584797"/>
          </a:xfrm>
          <a:custGeom>
            <a:avLst/>
            <a:gdLst>
              <a:gd name="connsiteX0" fmla="*/ 935417 w 935416"/>
              <a:gd name="connsiteY0" fmla="*/ 6854214 h 6854213"/>
              <a:gd name="connsiteX1" fmla="*/ 0 w 935416"/>
              <a:gd name="connsiteY1" fmla="*/ 3427137 h 6854213"/>
              <a:gd name="connsiteX2" fmla="*/ 935417 w 935416"/>
              <a:gd name="connsiteY2" fmla="*/ 0 h 6854213"/>
            </a:gdLst>
            <a:ahLst/>
            <a:cxnLst>
              <a:cxn ang="0">
                <a:pos x="connsiteX0" y="connsiteY0"/>
              </a:cxn>
              <a:cxn ang="0">
                <a:pos x="connsiteX1" y="connsiteY1"/>
              </a:cxn>
              <a:cxn ang="0">
                <a:pos x="connsiteX2" y="connsiteY2"/>
              </a:cxn>
            </a:cxnLst>
            <a:rect l="l" t="t" r="r" b="b"/>
            <a:pathLst>
              <a:path w="935416" h="6854213">
                <a:moveTo>
                  <a:pt x="935417" y="6854214"/>
                </a:moveTo>
                <a:cubicBezTo>
                  <a:pt x="418813" y="6854214"/>
                  <a:pt x="0" y="5319849"/>
                  <a:pt x="0" y="3427137"/>
                </a:cubicBezTo>
                <a:cubicBezTo>
                  <a:pt x="0" y="1534425"/>
                  <a:pt x="418813" y="0"/>
                  <a:pt x="935417" y="0"/>
                </a:cubicBezTo>
              </a:path>
            </a:pathLst>
          </a:custGeom>
          <a:gradFill>
            <a:gsLst>
              <a:gs pos="100000">
                <a:schemeClr val="accent2">
                  <a:alpha val="0"/>
                </a:schemeClr>
              </a:gs>
              <a:gs pos="0">
                <a:schemeClr val="accent2">
                  <a:alpha val="19000"/>
                </a:schemeClr>
              </a:gs>
            </a:gsLst>
            <a:lin ang="0" scaled="0"/>
          </a:gradFill>
          <a:ln w="9525" cap="flat">
            <a:gradFill>
              <a:gsLst>
                <a:gs pos="0">
                  <a:schemeClr val="accent2">
                    <a:alpha val="0"/>
                  </a:schemeClr>
                </a:gs>
                <a:gs pos="38000">
                  <a:schemeClr val="accent2"/>
                </a:gs>
                <a:gs pos="72000">
                  <a:schemeClr val="accent2"/>
                </a:gs>
                <a:gs pos="100000">
                  <a:schemeClr val="accent2">
                    <a:alpha val="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200" name="文本框 1199">
            <a:extLst>
              <a:ext uri="{FF2B5EF4-FFF2-40B4-BE49-F238E27FC236}">
                <a16:creationId xmlns:a16="http://schemas.microsoft.com/office/drawing/2014/main" id="{6F9F1C41-FEA3-1CF3-45E6-1BF5B82814A4}"/>
              </a:ext>
            </a:extLst>
          </p:cNvPr>
          <p:cNvSpPr txBox="1"/>
          <p:nvPr/>
        </p:nvSpPr>
        <p:spPr>
          <a:xfrm>
            <a:off x="11120960" y="2740986"/>
            <a:ext cx="224886" cy="1012200"/>
          </a:xfrm>
          <a:prstGeom prst="rect">
            <a:avLst/>
          </a:prstGeom>
          <a:noFill/>
        </p:spPr>
        <p:txBody>
          <a:bodyPr wrap="square" lIns="0" tIns="0" rIns="0" bIns="0" rtlCol="0">
            <a:spAutoFit/>
          </a:bodyPr>
          <a:lstStyle/>
          <a:p>
            <a:pPr algn="ctr">
              <a:lnSpc>
                <a:spcPct val="120000"/>
              </a:lnSpc>
            </a:pPr>
            <a:r>
              <a:rPr lang="zh-CN" altLang="en-US" sz="1400" b="1" dirty="0">
                <a:solidFill>
                  <a:schemeClr val="bg1"/>
                </a:solidFill>
              </a:rPr>
              <a:t>智能辅助</a:t>
            </a:r>
          </a:p>
        </p:txBody>
      </p:sp>
      <p:grpSp>
        <p:nvGrpSpPr>
          <p:cNvPr id="1207" name="组合 1206">
            <a:extLst>
              <a:ext uri="{FF2B5EF4-FFF2-40B4-BE49-F238E27FC236}">
                <a16:creationId xmlns:a16="http://schemas.microsoft.com/office/drawing/2014/main" id="{E7702144-E58F-EF5F-BEB4-44D6430F1028}"/>
              </a:ext>
            </a:extLst>
          </p:cNvPr>
          <p:cNvGrpSpPr/>
          <p:nvPr/>
        </p:nvGrpSpPr>
        <p:grpSpPr>
          <a:xfrm>
            <a:off x="3308533" y="3487086"/>
            <a:ext cx="228301" cy="249053"/>
            <a:chOff x="79375" y="0"/>
            <a:chExt cx="1746249" cy="1904999"/>
          </a:xfrm>
          <a:solidFill>
            <a:schemeClr val="accent1"/>
          </a:solidFill>
        </p:grpSpPr>
        <p:sp>
          <p:nvSpPr>
            <p:cNvPr id="1204" name="任意多边形: 形状 1203">
              <a:extLst>
                <a:ext uri="{FF2B5EF4-FFF2-40B4-BE49-F238E27FC236}">
                  <a16:creationId xmlns:a16="http://schemas.microsoft.com/office/drawing/2014/main" id="{3D0DBB55-43FC-4FCD-A7BB-A4A12EBE9F22}"/>
                </a:ext>
              </a:extLst>
            </p:cNvPr>
            <p:cNvSpPr/>
            <p:nvPr/>
          </p:nvSpPr>
          <p:spPr>
            <a:xfrm>
              <a:off x="79375" y="317499"/>
              <a:ext cx="1428750" cy="1587500"/>
            </a:xfrm>
            <a:custGeom>
              <a:avLst/>
              <a:gdLst>
                <a:gd name="connsiteX0" fmla="*/ 0 w 1428750"/>
                <a:gd name="connsiteY0" fmla="*/ 79375 h 1587500"/>
                <a:gd name="connsiteX1" fmla="*/ 79375 w 1428750"/>
                <a:gd name="connsiteY1" fmla="*/ 0 h 1587500"/>
                <a:gd name="connsiteX2" fmla="*/ 1349375 w 1428750"/>
                <a:gd name="connsiteY2" fmla="*/ 0 h 1587500"/>
                <a:gd name="connsiteX3" fmla="*/ 1428750 w 1428750"/>
                <a:gd name="connsiteY3" fmla="*/ 79375 h 1587500"/>
                <a:gd name="connsiteX4" fmla="*/ 1428750 w 1428750"/>
                <a:gd name="connsiteY4" fmla="*/ 1508125 h 1587500"/>
                <a:gd name="connsiteX5" fmla="*/ 1349375 w 1428750"/>
                <a:gd name="connsiteY5" fmla="*/ 1587500 h 1587500"/>
                <a:gd name="connsiteX6" fmla="*/ 79375 w 1428750"/>
                <a:gd name="connsiteY6" fmla="*/ 1587500 h 1587500"/>
                <a:gd name="connsiteX7" fmla="*/ 0 w 1428750"/>
                <a:gd name="connsiteY7" fmla="*/ 1508125 h 1587500"/>
                <a:gd name="connsiteX8" fmla="*/ 0 w 1428750"/>
                <a:gd name="connsiteY8" fmla="*/ 79375 h 1587500"/>
                <a:gd name="connsiteX9" fmla="*/ 158750 w 1428750"/>
                <a:gd name="connsiteY9" fmla="*/ 158750 h 1587500"/>
                <a:gd name="connsiteX10" fmla="*/ 158750 w 1428750"/>
                <a:gd name="connsiteY10" fmla="*/ 1428750 h 1587500"/>
                <a:gd name="connsiteX11" fmla="*/ 1270000 w 1428750"/>
                <a:gd name="connsiteY11" fmla="*/ 1428750 h 1587500"/>
                <a:gd name="connsiteX12" fmla="*/ 1270000 w 1428750"/>
                <a:gd name="connsiteY12" fmla="*/ 158750 h 1587500"/>
                <a:gd name="connsiteX13" fmla="*/ 158750 w 1428750"/>
                <a:gd name="connsiteY13" fmla="*/ 158750 h 158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28750" h="1587500">
                  <a:moveTo>
                    <a:pt x="0" y="79375"/>
                  </a:moveTo>
                  <a:cubicBezTo>
                    <a:pt x="0" y="35537"/>
                    <a:pt x="35537" y="0"/>
                    <a:pt x="79375" y="0"/>
                  </a:cubicBezTo>
                  <a:lnTo>
                    <a:pt x="1349375" y="0"/>
                  </a:lnTo>
                  <a:cubicBezTo>
                    <a:pt x="1393213" y="0"/>
                    <a:pt x="1428750" y="35537"/>
                    <a:pt x="1428750" y="79375"/>
                  </a:cubicBezTo>
                  <a:lnTo>
                    <a:pt x="1428750" y="1508125"/>
                  </a:lnTo>
                  <a:cubicBezTo>
                    <a:pt x="1428750" y="1551963"/>
                    <a:pt x="1393213" y="1587500"/>
                    <a:pt x="1349375" y="1587500"/>
                  </a:cubicBezTo>
                  <a:lnTo>
                    <a:pt x="79375" y="1587500"/>
                  </a:lnTo>
                  <a:cubicBezTo>
                    <a:pt x="35537" y="1587500"/>
                    <a:pt x="0" y="1551963"/>
                    <a:pt x="0" y="1508125"/>
                  </a:cubicBezTo>
                  <a:lnTo>
                    <a:pt x="0" y="79375"/>
                  </a:lnTo>
                  <a:close/>
                  <a:moveTo>
                    <a:pt x="158750" y="158750"/>
                  </a:moveTo>
                  <a:lnTo>
                    <a:pt x="158750" y="1428750"/>
                  </a:lnTo>
                  <a:lnTo>
                    <a:pt x="1270000" y="1428750"/>
                  </a:lnTo>
                  <a:lnTo>
                    <a:pt x="1270000" y="158750"/>
                  </a:lnTo>
                  <a:lnTo>
                    <a:pt x="158750" y="158750"/>
                  </a:lnTo>
                  <a:close/>
                </a:path>
              </a:pathLst>
            </a:custGeom>
            <a:grpFill/>
            <a:ln w="1860" cap="flat">
              <a:noFill/>
              <a:prstDash val="solid"/>
              <a:miter/>
            </a:ln>
          </p:spPr>
          <p:txBody>
            <a:bodyPr rtlCol="0" anchor="ctr"/>
            <a:lstStyle/>
            <a:p>
              <a:endParaRPr lang="zh-CN" altLang="en-US"/>
            </a:p>
          </p:txBody>
        </p:sp>
        <p:sp>
          <p:nvSpPr>
            <p:cNvPr id="1205" name="任意多边形: 形状 1204">
              <a:extLst>
                <a:ext uri="{FF2B5EF4-FFF2-40B4-BE49-F238E27FC236}">
                  <a16:creationId xmlns:a16="http://schemas.microsoft.com/office/drawing/2014/main" id="{B90C829C-A74F-080E-3357-B73CA696BCAA}"/>
                </a:ext>
              </a:extLst>
            </p:cNvPr>
            <p:cNvSpPr/>
            <p:nvPr/>
          </p:nvSpPr>
          <p:spPr>
            <a:xfrm>
              <a:off x="396862" y="714374"/>
              <a:ext cx="793762" cy="476250"/>
            </a:xfrm>
            <a:custGeom>
              <a:avLst/>
              <a:gdLst>
                <a:gd name="connsiteX0" fmla="*/ 793762 w 793762"/>
                <a:gd name="connsiteY0" fmla="*/ 79375 h 476250"/>
                <a:gd name="connsiteX1" fmla="*/ 714387 w 793762"/>
                <a:gd name="connsiteY1" fmla="*/ 0 h 476250"/>
                <a:gd name="connsiteX2" fmla="*/ 79387 w 793762"/>
                <a:gd name="connsiteY2" fmla="*/ 0 h 476250"/>
                <a:gd name="connsiteX3" fmla="*/ 0 w 793762"/>
                <a:gd name="connsiteY3" fmla="*/ 79363 h 476250"/>
                <a:gd name="connsiteX4" fmla="*/ 79363 w 793762"/>
                <a:gd name="connsiteY4" fmla="*/ 158750 h 476250"/>
                <a:gd name="connsiteX5" fmla="*/ 79387 w 793762"/>
                <a:gd name="connsiteY5" fmla="*/ 158750 h 476250"/>
                <a:gd name="connsiteX6" fmla="*/ 714387 w 793762"/>
                <a:gd name="connsiteY6" fmla="*/ 158750 h 476250"/>
                <a:gd name="connsiteX7" fmla="*/ 793762 w 793762"/>
                <a:gd name="connsiteY7" fmla="*/ 79375 h 476250"/>
                <a:gd name="connsiteX8" fmla="*/ 476262 w 793762"/>
                <a:gd name="connsiteY8" fmla="*/ 396875 h 476250"/>
                <a:gd name="connsiteX9" fmla="*/ 396887 w 793762"/>
                <a:gd name="connsiteY9" fmla="*/ 317500 h 476250"/>
                <a:gd name="connsiteX10" fmla="*/ 79387 w 793762"/>
                <a:gd name="connsiteY10" fmla="*/ 317500 h 476250"/>
                <a:gd name="connsiteX11" fmla="*/ 0 w 793762"/>
                <a:gd name="connsiteY11" fmla="*/ 396863 h 476250"/>
                <a:gd name="connsiteX12" fmla="*/ 79363 w 793762"/>
                <a:gd name="connsiteY12" fmla="*/ 476250 h 476250"/>
                <a:gd name="connsiteX13" fmla="*/ 79387 w 793762"/>
                <a:gd name="connsiteY13" fmla="*/ 476250 h 476250"/>
                <a:gd name="connsiteX14" fmla="*/ 396887 w 793762"/>
                <a:gd name="connsiteY14" fmla="*/ 476250 h 476250"/>
                <a:gd name="connsiteX15" fmla="*/ 476262 w 793762"/>
                <a:gd name="connsiteY15" fmla="*/ 396875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93762" h="476250">
                  <a:moveTo>
                    <a:pt x="793762" y="79375"/>
                  </a:moveTo>
                  <a:cubicBezTo>
                    <a:pt x="793762" y="35537"/>
                    <a:pt x="758225" y="0"/>
                    <a:pt x="714387" y="0"/>
                  </a:cubicBezTo>
                  <a:lnTo>
                    <a:pt x="79387" y="0"/>
                  </a:lnTo>
                  <a:cubicBezTo>
                    <a:pt x="35550" y="-7"/>
                    <a:pt x="7" y="35525"/>
                    <a:pt x="0" y="79363"/>
                  </a:cubicBezTo>
                  <a:cubicBezTo>
                    <a:pt x="-7" y="123200"/>
                    <a:pt x="35525" y="158743"/>
                    <a:pt x="79363" y="158750"/>
                  </a:cubicBezTo>
                  <a:cubicBezTo>
                    <a:pt x="79371" y="158750"/>
                    <a:pt x="79379" y="158750"/>
                    <a:pt x="79387" y="158750"/>
                  </a:cubicBezTo>
                  <a:lnTo>
                    <a:pt x="714387" y="158750"/>
                  </a:lnTo>
                  <a:cubicBezTo>
                    <a:pt x="758225" y="158750"/>
                    <a:pt x="793762" y="123213"/>
                    <a:pt x="793762" y="79375"/>
                  </a:cubicBezTo>
                  <a:close/>
                  <a:moveTo>
                    <a:pt x="476262" y="396875"/>
                  </a:moveTo>
                  <a:cubicBezTo>
                    <a:pt x="476262" y="353037"/>
                    <a:pt x="440725" y="317500"/>
                    <a:pt x="396887" y="317500"/>
                  </a:cubicBezTo>
                  <a:lnTo>
                    <a:pt x="79387" y="317500"/>
                  </a:lnTo>
                  <a:cubicBezTo>
                    <a:pt x="35550" y="317493"/>
                    <a:pt x="7" y="353025"/>
                    <a:pt x="0" y="396863"/>
                  </a:cubicBezTo>
                  <a:cubicBezTo>
                    <a:pt x="-7" y="440701"/>
                    <a:pt x="35525" y="476243"/>
                    <a:pt x="79363" y="476250"/>
                  </a:cubicBezTo>
                  <a:cubicBezTo>
                    <a:pt x="79371" y="476250"/>
                    <a:pt x="79379" y="476250"/>
                    <a:pt x="79387" y="476250"/>
                  </a:cubicBezTo>
                  <a:lnTo>
                    <a:pt x="396887" y="476250"/>
                  </a:lnTo>
                  <a:cubicBezTo>
                    <a:pt x="440725" y="476250"/>
                    <a:pt x="476262" y="440713"/>
                    <a:pt x="476262" y="396875"/>
                  </a:cubicBezTo>
                  <a:close/>
                </a:path>
              </a:pathLst>
            </a:custGeom>
            <a:grpFill/>
            <a:ln w="1860" cap="flat">
              <a:noFill/>
              <a:prstDash val="solid"/>
              <a:miter/>
            </a:ln>
          </p:spPr>
          <p:txBody>
            <a:bodyPr rtlCol="0" anchor="ctr"/>
            <a:lstStyle/>
            <a:p>
              <a:endParaRPr lang="zh-CN" altLang="en-US"/>
            </a:p>
          </p:txBody>
        </p:sp>
        <p:sp>
          <p:nvSpPr>
            <p:cNvPr id="1206" name="任意多边形: 形状 1205">
              <a:extLst>
                <a:ext uri="{FF2B5EF4-FFF2-40B4-BE49-F238E27FC236}">
                  <a16:creationId xmlns:a16="http://schemas.microsoft.com/office/drawing/2014/main" id="{BB20D7E1-0CAE-B2DB-674E-0A39F0C7219F}"/>
                </a:ext>
              </a:extLst>
            </p:cNvPr>
            <p:cNvSpPr/>
            <p:nvPr/>
          </p:nvSpPr>
          <p:spPr>
            <a:xfrm>
              <a:off x="396874" y="0"/>
              <a:ext cx="1428750" cy="1587500"/>
            </a:xfrm>
            <a:custGeom>
              <a:avLst/>
              <a:gdLst>
                <a:gd name="connsiteX0" fmla="*/ 0 w 1428750"/>
                <a:gd name="connsiteY0" fmla="*/ 79375 h 1587500"/>
                <a:gd name="connsiteX1" fmla="*/ 79375 w 1428750"/>
                <a:gd name="connsiteY1" fmla="*/ 0 h 1587500"/>
                <a:gd name="connsiteX2" fmla="*/ 1349375 w 1428750"/>
                <a:gd name="connsiteY2" fmla="*/ 0 h 1587500"/>
                <a:gd name="connsiteX3" fmla="*/ 1428750 w 1428750"/>
                <a:gd name="connsiteY3" fmla="*/ 79375 h 1587500"/>
                <a:gd name="connsiteX4" fmla="*/ 1428750 w 1428750"/>
                <a:gd name="connsiteY4" fmla="*/ 1508125 h 1587500"/>
                <a:gd name="connsiteX5" fmla="*/ 1349375 w 1428750"/>
                <a:gd name="connsiteY5" fmla="*/ 1587500 h 1587500"/>
                <a:gd name="connsiteX6" fmla="*/ 1031875 w 1428750"/>
                <a:gd name="connsiteY6" fmla="*/ 1587500 h 1587500"/>
                <a:gd name="connsiteX7" fmla="*/ 952488 w 1428750"/>
                <a:gd name="connsiteY7" fmla="*/ 1508137 h 1587500"/>
                <a:gd name="connsiteX8" fmla="*/ 1031851 w 1428750"/>
                <a:gd name="connsiteY8" fmla="*/ 1428750 h 1587500"/>
                <a:gd name="connsiteX9" fmla="*/ 1031875 w 1428750"/>
                <a:gd name="connsiteY9" fmla="*/ 1428750 h 1587500"/>
                <a:gd name="connsiteX10" fmla="*/ 1270000 w 1428750"/>
                <a:gd name="connsiteY10" fmla="*/ 1428750 h 1587500"/>
                <a:gd name="connsiteX11" fmla="*/ 1270000 w 1428750"/>
                <a:gd name="connsiteY11" fmla="*/ 158750 h 1587500"/>
                <a:gd name="connsiteX12" fmla="*/ 158750 w 1428750"/>
                <a:gd name="connsiteY12" fmla="*/ 158750 h 1587500"/>
                <a:gd name="connsiteX13" fmla="*/ 158750 w 1428750"/>
                <a:gd name="connsiteY13" fmla="*/ 396875 h 1587500"/>
                <a:gd name="connsiteX14" fmla="*/ 79375 w 1428750"/>
                <a:gd name="connsiteY14" fmla="*/ 476250 h 1587500"/>
                <a:gd name="connsiteX15" fmla="*/ 0 w 1428750"/>
                <a:gd name="connsiteY15" fmla="*/ 396875 h 1587500"/>
                <a:gd name="connsiteX16" fmla="*/ 0 w 1428750"/>
                <a:gd name="connsiteY16" fmla="*/ 79375 h 158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8750" h="1587500">
                  <a:moveTo>
                    <a:pt x="0" y="79375"/>
                  </a:moveTo>
                  <a:cubicBezTo>
                    <a:pt x="0" y="35537"/>
                    <a:pt x="35537" y="0"/>
                    <a:pt x="79375" y="0"/>
                  </a:cubicBezTo>
                  <a:lnTo>
                    <a:pt x="1349375" y="0"/>
                  </a:lnTo>
                  <a:cubicBezTo>
                    <a:pt x="1393213" y="0"/>
                    <a:pt x="1428750" y="35537"/>
                    <a:pt x="1428750" y="79375"/>
                  </a:cubicBezTo>
                  <a:lnTo>
                    <a:pt x="1428750" y="1508125"/>
                  </a:lnTo>
                  <a:cubicBezTo>
                    <a:pt x="1428750" y="1551963"/>
                    <a:pt x="1393213" y="1587500"/>
                    <a:pt x="1349375" y="1587500"/>
                  </a:cubicBezTo>
                  <a:lnTo>
                    <a:pt x="1031875" y="1587500"/>
                  </a:lnTo>
                  <a:cubicBezTo>
                    <a:pt x="988037" y="1587507"/>
                    <a:pt x="952495" y="1551975"/>
                    <a:pt x="952488" y="1508137"/>
                  </a:cubicBezTo>
                  <a:cubicBezTo>
                    <a:pt x="952481" y="1464300"/>
                    <a:pt x="988013" y="1428757"/>
                    <a:pt x="1031851" y="1428750"/>
                  </a:cubicBezTo>
                  <a:cubicBezTo>
                    <a:pt x="1031859" y="1428750"/>
                    <a:pt x="1031867" y="1428750"/>
                    <a:pt x="1031875" y="1428750"/>
                  </a:cubicBezTo>
                  <a:lnTo>
                    <a:pt x="1270000" y="1428750"/>
                  </a:lnTo>
                  <a:lnTo>
                    <a:pt x="1270000" y="158750"/>
                  </a:lnTo>
                  <a:lnTo>
                    <a:pt x="158750" y="158750"/>
                  </a:lnTo>
                  <a:lnTo>
                    <a:pt x="158750" y="396875"/>
                  </a:lnTo>
                  <a:cubicBezTo>
                    <a:pt x="158750" y="440713"/>
                    <a:pt x="123213" y="476250"/>
                    <a:pt x="79375" y="476250"/>
                  </a:cubicBezTo>
                  <a:cubicBezTo>
                    <a:pt x="35537" y="476250"/>
                    <a:pt x="0" y="440713"/>
                    <a:pt x="0" y="396875"/>
                  </a:cubicBezTo>
                  <a:lnTo>
                    <a:pt x="0" y="79375"/>
                  </a:lnTo>
                  <a:close/>
                </a:path>
              </a:pathLst>
            </a:custGeom>
            <a:grpFill/>
            <a:ln w="1860" cap="flat">
              <a:noFill/>
              <a:prstDash val="solid"/>
              <a:miter/>
            </a:ln>
          </p:spPr>
          <p:txBody>
            <a:bodyPr rtlCol="0" anchor="ctr"/>
            <a:lstStyle/>
            <a:p>
              <a:endParaRPr lang="zh-CN" altLang="en-US"/>
            </a:p>
          </p:txBody>
        </p:sp>
      </p:grpSp>
      <p:grpSp>
        <p:nvGrpSpPr>
          <p:cNvPr id="1211" name="组合 1210">
            <a:extLst>
              <a:ext uri="{FF2B5EF4-FFF2-40B4-BE49-F238E27FC236}">
                <a16:creationId xmlns:a16="http://schemas.microsoft.com/office/drawing/2014/main" id="{5C6677D0-CA47-7A53-95AE-782742D238C4}"/>
              </a:ext>
            </a:extLst>
          </p:cNvPr>
          <p:cNvGrpSpPr/>
          <p:nvPr/>
        </p:nvGrpSpPr>
        <p:grpSpPr>
          <a:xfrm>
            <a:off x="1657311" y="4547185"/>
            <a:ext cx="4602480" cy="775999"/>
            <a:chOff x="1657311" y="4572585"/>
            <a:chExt cx="4602480" cy="775999"/>
          </a:xfrm>
        </p:grpSpPr>
        <p:grpSp>
          <p:nvGrpSpPr>
            <p:cNvPr id="1210" name="组合 1209">
              <a:extLst>
                <a:ext uri="{FF2B5EF4-FFF2-40B4-BE49-F238E27FC236}">
                  <a16:creationId xmlns:a16="http://schemas.microsoft.com/office/drawing/2014/main" id="{A514A454-BC79-42C1-B917-FEAD7B5048F0}"/>
                </a:ext>
              </a:extLst>
            </p:cNvPr>
            <p:cNvGrpSpPr/>
            <p:nvPr/>
          </p:nvGrpSpPr>
          <p:grpSpPr>
            <a:xfrm flipH="1" flipV="1">
              <a:off x="1657311" y="4572585"/>
              <a:ext cx="4602480" cy="775999"/>
              <a:chOff x="1657311" y="4572585"/>
              <a:chExt cx="4602480" cy="775999"/>
            </a:xfrm>
          </p:grpSpPr>
          <p:sp>
            <p:nvSpPr>
              <p:cNvPr id="1209" name="任意多边形: 形状 1208">
                <a:extLst>
                  <a:ext uri="{FF2B5EF4-FFF2-40B4-BE49-F238E27FC236}">
                    <a16:creationId xmlns:a16="http://schemas.microsoft.com/office/drawing/2014/main" id="{446E3868-7965-9919-D422-DB532D6C79B6}"/>
                  </a:ext>
                </a:extLst>
              </p:cNvPr>
              <p:cNvSpPr/>
              <p:nvPr/>
            </p:nvSpPr>
            <p:spPr>
              <a:xfrm>
                <a:off x="1657311" y="4828102"/>
                <a:ext cx="4602480" cy="520482"/>
              </a:xfrm>
              <a:custGeom>
                <a:avLst/>
                <a:gdLst>
                  <a:gd name="connsiteX0" fmla="*/ 8986521 w 8986521"/>
                  <a:gd name="connsiteY0" fmla="*/ 0 h 828040"/>
                  <a:gd name="connsiteX1" fmla="*/ 8986521 w 8986521"/>
                  <a:gd name="connsiteY1" fmla="*/ 414021 h 828040"/>
                  <a:gd name="connsiteX2" fmla="*/ 8444209 w 8986521"/>
                  <a:gd name="connsiteY2" fmla="*/ 216674 h 828040"/>
                  <a:gd name="connsiteX3" fmla="*/ 8383904 w 8986521"/>
                  <a:gd name="connsiteY3" fmla="*/ 207011 h 828040"/>
                  <a:gd name="connsiteX4" fmla="*/ 8444209 w 8986521"/>
                  <a:gd name="connsiteY4" fmla="*/ 197347 h 828040"/>
                  <a:gd name="connsiteX5" fmla="*/ 8986521 w 8986521"/>
                  <a:gd name="connsiteY5" fmla="*/ 0 h 828040"/>
                  <a:gd name="connsiteX6" fmla="*/ 1 w 8986521"/>
                  <a:gd name="connsiteY6" fmla="*/ 0 h 828040"/>
                  <a:gd name="connsiteX7" fmla="*/ 542313 w 8986521"/>
                  <a:gd name="connsiteY7" fmla="*/ 197347 h 828040"/>
                  <a:gd name="connsiteX8" fmla="*/ 602618 w 8986521"/>
                  <a:gd name="connsiteY8" fmla="*/ 207011 h 828040"/>
                  <a:gd name="connsiteX9" fmla="*/ 602618 w 8986521"/>
                  <a:gd name="connsiteY9" fmla="*/ 207011 h 828040"/>
                  <a:gd name="connsiteX10" fmla="*/ 650504 w 8986521"/>
                  <a:gd name="connsiteY10" fmla="*/ 214684 h 828040"/>
                  <a:gd name="connsiteX11" fmla="*/ 4493260 w 8986521"/>
                  <a:gd name="connsiteY11" fmla="*/ 414020 h 828040"/>
                  <a:gd name="connsiteX12" fmla="*/ 8336016 w 8986521"/>
                  <a:gd name="connsiteY12" fmla="*/ 214684 h 828040"/>
                  <a:gd name="connsiteX13" fmla="*/ 8383903 w 8986521"/>
                  <a:gd name="connsiteY13" fmla="*/ 207011 h 828040"/>
                  <a:gd name="connsiteX14" fmla="*/ 8444208 w 8986521"/>
                  <a:gd name="connsiteY14" fmla="*/ 216674 h 828040"/>
                  <a:gd name="connsiteX15" fmla="*/ 8986520 w 8986521"/>
                  <a:gd name="connsiteY15" fmla="*/ 414021 h 828040"/>
                  <a:gd name="connsiteX16" fmla="*/ 4952670 w 8986521"/>
                  <a:gd name="connsiteY16" fmla="*/ 825903 h 828040"/>
                  <a:gd name="connsiteX17" fmla="*/ 4493475 w 8986521"/>
                  <a:gd name="connsiteY17" fmla="*/ 828040 h 828040"/>
                  <a:gd name="connsiteX18" fmla="*/ 4493045 w 8986521"/>
                  <a:gd name="connsiteY18" fmla="*/ 828040 h 828040"/>
                  <a:gd name="connsiteX19" fmla="*/ 4033850 w 8986521"/>
                  <a:gd name="connsiteY19" fmla="*/ 825903 h 828040"/>
                  <a:gd name="connsiteX20" fmla="*/ 0 w 8986521"/>
                  <a:gd name="connsiteY20" fmla="*/ 414021 h 828040"/>
                  <a:gd name="connsiteX21" fmla="*/ 1 w 8986521"/>
                  <a:gd name="connsiteY21" fmla="*/ 414020 h 828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986521" h="828040">
                    <a:moveTo>
                      <a:pt x="8986521" y="0"/>
                    </a:moveTo>
                    <a:lnTo>
                      <a:pt x="8986521" y="414021"/>
                    </a:lnTo>
                    <a:cubicBezTo>
                      <a:pt x="8986521" y="342566"/>
                      <a:pt x="8790066" y="275338"/>
                      <a:pt x="8444209" y="216674"/>
                    </a:cubicBezTo>
                    <a:lnTo>
                      <a:pt x="8383904" y="207011"/>
                    </a:lnTo>
                    <a:lnTo>
                      <a:pt x="8444209" y="197347"/>
                    </a:lnTo>
                    <a:cubicBezTo>
                      <a:pt x="8790066" y="138683"/>
                      <a:pt x="8986521" y="71455"/>
                      <a:pt x="8986521" y="0"/>
                    </a:cubicBezTo>
                    <a:close/>
                    <a:moveTo>
                      <a:pt x="1" y="0"/>
                    </a:moveTo>
                    <a:cubicBezTo>
                      <a:pt x="1" y="71455"/>
                      <a:pt x="196456" y="138683"/>
                      <a:pt x="542313" y="197347"/>
                    </a:cubicBezTo>
                    <a:lnTo>
                      <a:pt x="602618" y="207011"/>
                    </a:lnTo>
                    <a:lnTo>
                      <a:pt x="602618" y="207011"/>
                    </a:lnTo>
                    <a:lnTo>
                      <a:pt x="650504" y="214684"/>
                    </a:lnTo>
                    <a:cubicBezTo>
                      <a:pt x="1438565" y="334191"/>
                      <a:pt x="2864737" y="414020"/>
                      <a:pt x="4493260" y="414020"/>
                    </a:cubicBezTo>
                    <a:cubicBezTo>
                      <a:pt x="6121783" y="414020"/>
                      <a:pt x="7547955" y="334191"/>
                      <a:pt x="8336016" y="214684"/>
                    </a:cubicBezTo>
                    <a:lnTo>
                      <a:pt x="8383903" y="207011"/>
                    </a:lnTo>
                    <a:lnTo>
                      <a:pt x="8444208" y="216674"/>
                    </a:lnTo>
                    <a:cubicBezTo>
                      <a:pt x="8790065" y="275338"/>
                      <a:pt x="8986520" y="342566"/>
                      <a:pt x="8986520" y="414021"/>
                    </a:cubicBezTo>
                    <a:cubicBezTo>
                      <a:pt x="8986520" y="628387"/>
                      <a:pt x="7218423" y="804702"/>
                      <a:pt x="4952670" y="825903"/>
                    </a:cubicBezTo>
                    <a:lnTo>
                      <a:pt x="4493475" y="828040"/>
                    </a:lnTo>
                    <a:lnTo>
                      <a:pt x="4493045" y="828040"/>
                    </a:lnTo>
                    <a:lnTo>
                      <a:pt x="4033850" y="825903"/>
                    </a:lnTo>
                    <a:cubicBezTo>
                      <a:pt x="1768097" y="804702"/>
                      <a:pt x="0" y="628387"/>
                      <a:pt x="0" y="414021"/>
                    </a:cubicBezTo>
                    <a:lnTo>
                      <a:pt x="1" y="41402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08" name="椭圆 1207">
                <a:extLst>
                  <a:ext uri="{FF2B5EF4-FFF2-40B4-BE49-F238E27FC236}">
                    <a16:creationId xmlns:a16="http://schemas.microsoft.com/office/drawing/2014/main" id="{D0C45565-7C43-EF98-120D-C9243942D15F}"/>
                  </a:ext>
                </a:extLst>
              </p:cNvPr>
              <p:cNvSpPr/>
              <p:nvPr/>
            </p:nvSpPr>
            <p:spPr>
              <a:xfrm>
                <a:off x="1657311" y="4572585"/>
                <a:ext cx="4602479" cy="520482"/>
              </a:xfrm>
              <a:prstGeom prst="ellipse">
                <a:avLst/>
              </a:prstGeom>
              <a:solidFill>
                <a:schemeClr val="tx2"/>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0" name="任意多边形: 形状 29">
              <a:extLst>
                <a:ext uri="{FF2B5EF4-FFF2-40B4-BE49-F238E27FC236}">
                  <a16:creationId xmlns:a16="http://schemas.microsoft.com/office/drawing/2014/main" id="{1253DDF2-D2B4-9E6E-B862-B7515DF0821D}"/>
                </a:ext>
              </a:extLst>
            </p:cNvPr>
            <p:cNvSpPr/>
            <p:nvPr/>
          </p:nvSpPr>
          <p:spPr>
            <a:xfrm>
              <a:off x="1657311" y="4828102"/>
              <a:ext cx="4602480" cy="520482"/>
            </a:xfrm>
            <a:custGeom>
              <a:avLst/>
              <a:gdLst>
                <a:gd name="connsiteX0" fmla="*/ 8986521 w 8986521"/>
                <a:gd name="connsiteY0" fmla="*/ 0 h 828040"/>
                <a:gd name="connsiteX1" fmla="*/ 8986521 w 8986521"/>
                <a:gd name="connsiteY1" fmla="*/ 414021 h 828040"/>
                <a:gd name="connsiteX2" fmla="*/ 8444209 w 8986521"/>
                <a:gd name="connsiteY2" fmla="*/ 216674 h 828040"/>
                <a:gd name="connsiteX3" fmla="*/ 8383904 w 8986521"/>
                <a:gd name="connsiteY3" fmla="*/ 207011 h 828040"/>
                <a:gd name="connsiteX4" fmla="*/ 8444209 w 8986521"/>
                <a:gd name="connsiteY4" fmla="*/ 197347 h 828040"/>
                <a:gd name="connsiteX5" fmla="*/ 8986521 w 8986521"/>
                <a:gd name="connsiteY5" fmla="*/ 0 h 828040"/>
                <a:gd name="connsiteX6" fmla="*/ 1 w 8986521"/>
                <a:gd name="connsiteY6" fmla="*/ 0 h 828040"/>
                <a:gd name="connsiteX7" fmla="*/ 542313 w 8986521"/>
                <a:gd name="connsiteY7" fmla="*/ 197347 h 828040"/>
                <a:gd name="connsiteX8" fmla="*/ 602618 w 8986521"/>
                <a:gd name="connsiteY8" fmla="*/ 207011 h 828040"/>
                <a:gd name="connsiteX9" fmla="*/ 602618 w 8986521"/>
                <a:gd name="connsiteY9" fmla="*/ 207011 h 828040"/>
                <a:gd name="connsiteX10" fmla="*/ 650504 w 8986521"/>
                <a:gd name="connsiteY10" fmla="*/ 214684 h 828040"/>
                <a:gd name="connsiteX11" fmla="*/ 4493260 w 8986521"/>
                <a:gd name="connsiteY11" fmla="*/ 414020 h 828040"/>
                <a:gd name="connsiteX12" fmla="*/ 8336016 w 8986521"/>
                <a:gd name="connsiteY12" fmla="*/ 214684 h 828040"/>
                <a:gd name="connsiteX13" fmla="*/ 8383903 w 8986521"/>
                <a:gd name="connsiteY13" fmla="*/ 207011 h 828040"/>
                <a:gd name="connsiteX14" fmla="*/ 8444208 w 8986521"/>
                <a:gd name="connsiteY14" fmla="*/ 216674 h 828040"/>
                <a:gd name="connsiteX15" fmla="*/ 8986520 w 8986521"/>
                <a:gd name="connsiteY15" fmla="*/ 414021 h 828040"/>
                <a:gd name="connsiteX16" fmla="*/ 4952670 w 8986521"/>
                <a:gd name="connsiteY16" fmla="*/ 825903 h 828040"/>
                <a:gd name="connsiteX17" fmla="*/ 4493475 w 8986521"/>
                <a:gd name="connsiteY17" fmla="*/ 828040 h 828040"/>
                <a:gd name="connsiteX18" fmla="*/ 4493045 w 8986521"/>
                <a:gd name="connsiteY18" fmla="*/ 828040 h 828040"/>
                <a:gd name="connsiteX19" fmla="*/ 4033850 w 8986521"/>
                <a:gd name="connsiteY19" fmla="*/ 825903 h 828040"/>
                <a:gd name="connsiteX20" fmla="*/ 0 w 8986521"/>
                <a:gd name="connsiteY20" fmla="*/ 414021 h 828040"/>
                <a:gd name="connsiteX21" fmla="*/ 1 w 8986521"/>
                <a:gd name="connsiteY21" fmla="*/ 414020 h 828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986521" h="828040">
                  <a:moveTo>
                    <a:pt x="8986521" y="0"/>
                  </a:moveTo>
                  <a:lnTo>
                    <a:pt x="8986521" y="414021"/>
                  </a:lnTo>
                  <a:cubicBezTo>
                    <a:pt x="8986521" y="342566"/>
                    <a:pt x="8790066" y="275338"/>
                    <a:pt x="8444209" y="216674"/>
                  </a:cubicBezTo>
                  <a:lnTo>
                    <a:pt x="8383904" y="207011"/>
                  </a:lnTo>
                  <a:lnTo>
                    <a:pt x="8444209" y="197347"/>
                  </a:lnTo>
                  <a:cubicBezTo>
                    <a:pt x="8790066" y="138683"/>
                    <a:pt x="8986521" y="71455"/>
                    <a:pt x="8986521" y="0"/>
                  </a:cubicBezTo>
                  <a:close/>
                  <a:moveTo>
                    <a:pt x="1" y="0"/>
                  </a:moveTo>
                  <a:cubicBezTo>
                    <a:pt x="1" y="71455"/>
                    <a:pt x="196456" y="138683"/>
                    <a:pt x="542313" y="197347"/>
                  </a:cubicBezTo>
                  <a:lnTo>
                    <a:pt x="602618" y="207011"/>
                  </a:lnTo>
                  <a:lnTo>
                    <a:pt x="602618" y="207011"/>
                  </a:lnTo>
                  <a:lnTo>
                    <a:pt x="650504" y="214684"/>
                  </a:lnTo>
                  <a:cubicBezTo>
                    <a:pt x="1438565" y="334191"/>
                    <a:pt x="2864737" y="414020"/>
                    <a:pt x="4493260" y="414020"/>
                  </a:cubicBezTo>
                  <a:cubicBezTo>
                    <a:pt x="6121783" y="414020"/>
                    <a:pt x="7547955" y="334191"/>
                    <a:pt x="8336016" y="214684"/>
                  </a:cubicBezTo>
                  <a:lnTo>
                    <a:pt x="8383903" y="207011"/>
                  </a:lnTo>
                  <a:lnTo>
                    <a:pt x="8444208" y="216674"/>
                  </a:lnTo>
                  <a:cubicBezTo>
                    <a:pt x="8790065" y="275338"/>
                    <a:pt x="8986520" y="342566"/>
                    <a:pt x="8986520" y="414021"/>
                  </a:cubicBezTo>
                  <a:cubicBezTo>
                    <a:pt x="8986520" y="628387"/>
                    <a:pt x="7218423" y="804702"/>
                    <a:pt x="4952670" y="825903"/>
                  </a:cubicBezTo>
                  <a:lnTo>
                    <a:pt x="4493475" y="828040"/>
                  </a:lnTo>
                  <a:lnTo>
                    <a:pt x="4493045" y="828040"/>
                  </a:lnTo>
                  <a:lnTo>
                    <a:pt x="4033850" y="825903"/>
                  </a:lnTo>
                  <a:cubicBezTo>
                    <a:pt x="1768097" y="804702"/>
                    <a:pt x="0" y="628387"/>
                    <a:pt x="0" y="414021"/>
                  </a:cubicBezTo>
                  <a:lnTo>
                    <a:pt x="1" y="414020"/>
                  </a:lnTo>
                  <a:close/>
                </a:path>
              </a:pathLst>
            </a:custGeom>
            <a:gradFill>
              <a:gsLst>
                <a:gs pos="100000">
                  <a:schemeClr val="accent1">
                    <a:alpha val="81000"/>
                  </a:schemeClr>
                </a:gs>
                <a:gs pos="64800">
                  <a:schemeClr val="accent1">
                    <a:alpha val="29000"/>
                  </a:schemeClr>
                </a:gs>
                <a:gs pos="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1" name="椭圆 30">
              <a:extLst>
                <a:ext uri="{FF2B5EF4-FFF2-40B4-BE49-F238E27FC236}">
                  <a16:creationId xmlns:a16="http://schemas.microsoft.com/office/drawing/2014/main" id="{1C65CCEA-FBBD-AED0-F39D-CC2BC4F40FC8}"/>
                </a:ext>
              </a:extLst>
            </p:cNvPr>
            <p:cNvSpPr/>
            <p:nvPr/>
          </p:nvSpPr>
          <p:spPr>
            <a:xfrm>
              <a:off x="1657311" y="4572585"/>
              <a:ext cx="4602479" cy="520482"/>
            </a:xfrm>
            <a:prstGeom prst="ellipse">
              <a:avLst/>
            </a:prstGeom>
            <a:gradFill flip="none" rotWithShape="1">
              <a:gsLst>
                <a:gs pos="18000">
                  <a:schemeClr val="accent1">
                    <a:alpha val="0"/>
                  </a:schemeClr>
                </a:gs>
                <a:gs pos="100000">
                  <a:schemeClr val="accent1">
                    <a:alpha val="63000"/>
                  </a:schemeClr>
                </a:gs>
              </a:gsLst>
              <a:path path="circle">
                <a:fillToRect l="50000" t="50000" r="50000" b="50000"/>
              </a:path>
              <a:tileRect/>
            </a:gradFill>
            <a:ln w="9525">
              <a:gradFill>
                <a:gsLst>
                  <a:gs pos="23000">
                    <a:schemeClr val="accent1">
                      <a:alpha val="0"/>
                    </a:schemeClr>
                  </a:gs>
                  <a:gs pos="100000">
                    <a:schemeClr val="accent1">
                      <a:alpha val="64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椭圆 31">
              <a:extLst>
                <a:ext uri="{FF2B5EF4-FFF2-40B4-BE49-F238E27FC236}">
                  <a16:creationId xmlns:a16="http://schemas.microsoft.com/office/drawing/2014/main" id="{DE4D248C-1DD1-1BC5-6857-D37C49B3CBB7}"/>
                </a:ext>
              </a:extLst>
            </p:cNvPr>
            <p:cNvSpPr/>
            <p:nvPr/>
          </p:nvSpPr>
          <p:spPr>
            <a:xfrm>
              <a:off x="2489583" y="4626762"/>
              <a:ext cx="2984077" cy="345460"/>
            </a:xfrm>
            <a:prstGeom prst="ellipse">
              <a:avLst/>
            </a:prstGeom>
            <a:gradFill flip="none" rotWithShape="1">
              <a:gsLst>
                <a:gs pos="18000">
                  <a:schemeClr val="accent1">
                    <a:alpha val="0"/>
                  </a:schemeClr>
                </a:gs>
                <a:gs pos="100000">
                  <a:schemeClr val="accent1">
                    <a:alpha val="63000"/>
                  </a:schemeClr>
                </a:gs>
              </a:gsLst>
              <a:path path="circle">
                <a:fillToRect l="50000" t="50000" r="50000" b="50000"/>
              </a:path>
              <a:tileRect/>
            </a:gradFill>
            <a:ln w="9525">
              <a:gradFill>
                <a:gsLst>
                  <a:gs pos="23000">
                    <a:schemeClr val="accent1">
                      <a:alpha val="0"/>
                    </a:schemeClr>
                  </a:gs>
                  <a:gs pos="100000">
                    <a:schemeClr val="accent1">
                      <a:alpha val="64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椭圆 33">
              <a:extLst>
                <a:ext uri="{FF2B5EF4-FFF2-40B4-BE49-F238E27FC236}">
                  <a16:creationId xmlns:a16="http://schemas.microsoft.com/office/drawing/2014/main" id="{B2AFA82F-3F45-C9DC-31C5-E4A24A36E566}"/>
                </a:ext>
              </a:extLst>
            </p:cNvPr>
            <p:cNvSpPr/>
            <p:nvPr/>
          </p:nvSpPr>
          <p:spPr>
            <a:xfrm>
              <a:off x="2528848" y="4666142"/>
              <a:ext cx="2877501" cy="306080"/>
            </a:xfrm>
            <a:prstGeom prst="ellipse">
              <a:avLst/>
            </a:prstGeom>
            <a:gradFill flip="none" rotWithShape="1">
              <a:gsLst>
                <a:gs pos="18000">
                  <a:schemeClr val="accent1">
                    <a:alpha val="0"/>
                  </a:schemeClr>
                </a:gs>
                <a:gs pos="100000">
                  <a:schemeClr val="accent1">
                    <a:alpha val="63000"/>
                  </a:schemeClr>
                </a:gs>
              </a:gsLst>
              <a:path path="circle">
                <a:fillToRect l="50000" t="50000" r="50000" b="50000"/>
              </a:path>
              <a:tileRect/>
            </a:gradFill>
            <a:ln w="9525">
              <a:gradFill>
                <a:gsLst>
                  <a:gs pos="23000">
                    <a:schemeClr val="accent1">
                      <a:alpha val="0"/>
                    </a:schemeClr>
                  </a:gs>
                  <a:gs pos="100000">
                    <a:schemeClr val="accent1">
                      <a:alpha val="64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165" name="文本框 1164">
            <a:extLst>
              <a:ext uri="{FF2B5EF4-FFF2-40B4-BE49-F238E27FC236}">
                <a16:creationId xmlns:a16="http://schemas.microsoft.com/office/drawing/2014/main" id="{850D897C-C383-AF71-13C6-2F94610EB597}"/>
              </a:ext>
            </a:extLst>
          </p:cNvPr>
          <p:cNvSpPr txBox="1"/>
          <p:nvPr/>
        </p:nvSpPr>
        <p:spPr>
          <a:xfrm>
            <a:off x="2596533" y="4471337"/>
            <a:ext cx="2715266" cy="276999"/>
          </a:xfrm>
          <a:prstGeom prst="rect">
            <a:avLst/>
          </a:prstGeom>
          <a:noFill/>
        </p:spPr>
        <p:txBody>
          <a:bodyPr wrap="square" lIns="0" tIns="0" rIns="0" bIns="0">
            <a:spAutoFit/>
          </a:bodyPr>
          <a:lstStyle/>
          <a:p>
            <a:pPr algn="ctr"/>
            <a:r>
              <a:rPr lang="zh-CN" altLang="en-US" b="1" dirty="0">
                <a:solidFill>
                  <a:schemeClr val="accent1"/>
                </a:solidFill>
                <a:latin typeface="+mj-ea"/>
                <a:ea typeface="+mj-ea"/>
              </a:rPr>
              <a:t>财务数据处理</a:t>
            </a:r>
            <a:endParaRPr lang="en-US" altLang="zh-CN" b="1" dirty="0">
              <a:solidFill>
                <a:schemeClr val="accent1"/>
              </a:solidFill>
              <a:latin typeface="+mj-ea"/>
              <a:ea typeface="+mj-ea"/>
            </a:endParaRPr>
          </a:p>
        </p:txBody>
      </p:sp>
      <p:sp>
        <p:nvSpPr>
          <p:cNvPr id="1214" name="图形 1212">
            <a:extLst>
              <a:ext uri="{FF2B5EF4-FFF2-40B4-BE49-F238E27FC236}">
                <a16:creationId xmlns:a16="http://schemas.microsoft.com/office/drawing/2014/main" id="{EDA5572A-C43C-78DA-8F6E-3C9E77CDC0A5}"/>
              </a:ext>
            </a:extLst>
          </p:cNvPr>
          <p:cNvSpPr/>
          <p:nvPr/>
        </p:nvSpPr>
        <p:spPr>
          <a:xfrm>
            <a:off x="2242847" y="3477231"/>
            <a:ext cx="268729" cy="268762"/>
          </a:xfrm>
          <a:custGeom>
            <a:avLst/>
            <a:gdLst>
              <a:gd name="connsiteX0" fmla="*/ 239527 w 268729"/>
              <a:gd name="connsiteY0" fmla="*/ 163767 h 268762"/>
              <a:gd name="connsiteX1" fmla="*/ 212101 w 268729"/>
              <a:gd name="connsiteY1" fmla="*/ 182112 h 268762"/>
              <a:gd name="connsiteX2" fmla="*/ 208191 w 268729"/>
              <a:gd name="connsiteY2" fmla="*/ 184762 h 268762"/>
              <a:gd name="connsiteX3" fmla="*/ 201551 w 268729"/>
              <a:gd name="connsiteY3" fmla="*/ 184762 h 268762"/>
              <a:gd name="connsiteX4" fmla="*/ 184754 w 268729"/>
              <a:gd name="connsiteY4" fmla="*/ 167966 h 268762"/>
              <a:gd name="connsiteX5" fmla="*/ 184754 w 268729"/>
              <a:gd name="connsiteY5" fmla="*/ 151432 h 268762"/>
              <a:gd name="connsiteX6" fmla="*/ 238608 w 268729"/>
              <a:gd name="connsiteY6" fmla="*/ 91620 h 268762"/>
              <a:gd name="connsiteX7" fmla="*/ 180424 w 268729"/>
              <a:gd name="connsiteY7" fmla="*/ 31782 h 268762"/>
              <a:gd name="connsiteX8" fmla="*/ 127856 w 268729"/>
              <a:gd name="connsiteY8" fmla="*/ 0 h 268762"/>
              <a:gd name="connsiteX9" fmla="*/ 69435 w 268729"/>
              <a:gd name="connsiteY9" fmla="*/ 52726 h 268762"/>
              <a:gd name="connsiteX10" fmla="*/ 30121 w 268729"/>
              <a:gd name="connsiteY10" fmla="*/ 101094 h 268762"/>
              <a:gd name="connsiteX11" fmla="*/ 82243 w 268729"/>
              <a:gd name="connsiteY11" fmla="*/ 151642 h 268762"/>
              <a:gd name="connsiteX12" fmla="*/ 83975 w 268729"/>
              <a:gd name="connsiteY12" fmla="*/ 151642 h 268762"/>
              <a:gd name="connsiteX13" fmla="*/ 83975 w 268729"/>
              <a:gd name="connsiteY13" fmla="*/ 167966 h 268762"/>
              <a:gd name="connsiteX14" fmla="*/ 67178 w 268729"/>
              <a:gd name="connsiteY14" fmla="*/ 184762 h 268762"/>
              <a:gd name="connsiteX15" fmla="*/ 60538 w 268729"/>
              <a:gd name="connsiteY15" fmla="*/ 184762 h 268762"/>
              <a:gd name="connsiteX16" fmla="*/ 56628 w 268729"/>
              <a:gd name="connsiteY16" fmla="*/ 182112 h 268762"/>
              <a:gd name="connsiteX17" fmla="*/ 29202 w 268729"/>
              <a:gd name="connsiteY17" fmla="*/ 163767 h 268762"/>
              <a:gd name="connsiteX18" fmla="*/ 18 w 268729"/>
              <a:gd name="connsiteY18" fmla="*/ 194184 h 268762"/>
              <a:gd name="connsiteX19" fmla="*/ 29386 w 268729"/>
              <a:gd name="connsiteY19" fmla="*/ 222555 h 268762"/>
              <a:gd name="connsiteX20" fmla="*/ 56654 w 268729"/>
              <a:gd name="connsiteY20" fmla="*/ 204157 h 268762"/>
              <a:gd name="connsiteX21" fmla="*/ 60538 w 268729"/>
              <a:gd name="connsiteY21" fmla="*/ 201559 h 268762"/>
              <a:gd name="connsiteX22" fmla="*/ 67178 w 268729"/>
              <a:gd name="connsiteY22" fmla="*/ 201559 h 268762"/>
              <a:gd name="connsiteX23" fmla="*/ 100771 w 268729"/>
              <a:gd name="connsiteY23" fmla="*/ 167966 h 268762"/>
              <a:gd name="connsiteX24" fmla="*/ 100771 w 268729"/>
              <a:gd name="connsiteY24" fmla="*/ 153741 h 268762"/>
              <a:gd name="connsiteX25" fmla="*/ 102871 w 268729"/>
              <a:gd name="connsiteY25" fmla="*/ 151642 h 268762"/>
              <a:gd name="connsiteX26" fmla="*/ 123867 w 268729"/>
              <a:gd name="connsiteY26" fmla="*/ 151642 h 268762"/>
              <a:gd name="connsiteX27" fmla="*/ 125966 w 268729"/>
              <a:gd name="connsiteY27" fmla="*/ 153741 h 268762"/>
              <a:gd name="connsiteX28" fmla="*/ 125966 w 268729"/>
              <a:gd name="connsiteY28" fmla="*/ 208225 h 268762"/>
              <a:gd name="connsiteX29" fmla="*/ 123316 w 268729"/>
              <a:gd name="connsiteY29" fmla="*/ 212136 h 268762"/>
              <a:gd name="connsiteX30" fmla="*/ 104971 w 268729"/>
              <a:gd name="connsiteY30" fmla="*/ 239561 h 268762"/>
              <a:gd name="connsiteX31" fmla="*/ 135388 w 268729"/>
              <a:gd name="connsiteY31" fmla="*/ 268745 h 268762"/>
              <a:gd name="connsiteX32" fmla="*/ 163759 w 268729"/>
              <a:gd name="connsiteY32" fmla="*/ 239378 h 268762"/>
              <a:gd name="connsiteX33" fmla="*/ 145361 w 268729"/>
              <a:gd name="connsiteY33" fmla="*/ 212109 h 268762"/>
              <a:gd name="connsiteX34" fmla="*/ 142763 w 268729"/>
              <a:gd name="connsiteY34" fmla="*/ 208225 h 268762"/>
              <a:gd name="connsiteX35" fmla="*/ 142763 w 268729"/>
              <a:gd name="connsiteY35" fmla="*/ 153741 h 268762"/>
              <a:gd name="connsiteX36" fmla="*/ 144862 w 268729"/>
              <a:gd name="connsiteY36" fmla="*/ 151642 h 268762"/>
              <a:gd name="connsiteX37" fmla="*/ 165858 w 268729"/>
              <a:gd name="connsiteY37" fmla="*/ 151642 h 268762"/>
              <a:gd name="connsiteX38" fmla="*/ 167958 w 268729"/>
              <a:gd name="connsiteY38" fmla="*/ 153741 h 268762"/>
              <a:gd name="connsiteX39" fmla="*/ 167958 w 268729"/>
              <a:gd name="connsiteY39" fmla="*/ 167966 h 268762"/>
              <a:gd name="connsiteX40" fmla="*/ 201551 w 268729"/>
              <a:gd name="connsiteY40" fmla="*/ 201559 h 268762"/>
              <a:gd name="connsiteX41" fmla="*/ 208191 w 268729"/>
              <a:gd name="connsiteY41" fmla="*/ 201559 h 268762"/>
              <a:gd name="connsiteX42" fmla="*/ 212075 w 268729"/>
              <a:gd name="connsiteY42" fmla="*/ 204157 h 268762"/>
              <a:gd name="connsiteX43" fmla="*/ 239343 w 268729"/>
              <a:gd name="connsiteY43" fmla="*/ 222555 h 268762"/>
              <a:gd name="connsiteX44" fmla="*/ 268711 w 268729"/>
              <a:gd name="connsiteY44" fmla="*/ 194184 h 268762"/>
              <a:gd name="connsiteX45" fmla="*/ 239527 w 268729"/>
              <a:gd name="connsiteY45" fmla="*/ 163767 h 268762"/>
              <a:gd name="connsiteX46" fmla="*/ 29386 w 268729"/>
              <a:gd name="connsiteY46" fmla="*/ 205758 h 268762"/>
              <a:gd name="connsiteX47" fmla="*/ 16788 w 268729"/>
              <a:gd name="connsiteY47" fmla="*/ 193161 h 268762"/>
              <a:gd name="connsiteX48" fmla="*/ 29386 w 268729"/>
              <a:gd name="connsiteY48" fmla="*/ 180563 h 268762"/>
              <a:gd name="connsiteX49" fmla="*/ 41983 w 268729"/>
              <a:gd name="connsiteY49" fmla="*/ 193161 h 268762"/>
              <a:gd name="connsiteX50" fmla="*/ 29386 w 268729"/>
              <a:gd name="connsiteY50" fmla="*/ 205758 h 268762"/>
              <a:gd name="connsiteX51" fmla="*/ 146962 w 268729"/>
              <a:gd name="connsiteY51" fmla="*/ 239351 h 268762"/>
              <a:gd name="connsiteX52" fmla="*/ 134365 w 268729"/>
              <a:gd name="connsiteY52" fmla="*/ 251949 h 268762"/>
              <a:gd name="connsiteX53" fmla="*/ 121767 w 268729"/>
              <a:gd name="connsiteY53" fmla="*/ 239351 h 268762"/>
              <a:gd name="connsiteX54" fmla="*/ 134365 w 268729"/>
              <a:gd name="connsiteY54" fmla="*/ 226754 h 268762"/>
              <a:gd name="connsiteX55" fmla="*/ 146962 w 268729"/>
              <a:gd name="connsiteY55" fmla="*/ 239351 h 268762"/>
              <a:gd name="connsiteX56" fmla="*/ 82715 w 268729"/>
              <a:gd name="connsiteY56" fmla="*/ 134845 h 268762"/>
              <a:gd name="connsiteX57" fmla="*/ 56943 w 268729"/>
              <a:gd name="connsiteY57" fmla="*/ 123796 h 268762"/>
              <a:gd name="connsiteX58" fmla="*/ 46917 w 268729"/>
              <a:gd name="connsiteY58" fmla="*/ 101094 h 268762"/>
              <a:gd name="connsiteX59" fmla="*/ 54187 w 268729"/>
              <a:gd name="connsiteY59" fmla="*/ 81411 h 268762"/>
              <a:gd name="connsiteX60" fmla="*/ 73897 w 268729"/>
              <a:gd name="connsiteY60" fmla="*/ 68919 h 268762"/>
              <a:gd name="connsiteX61" fmla="*/ 85287 w 268729"/>
              <a:gd name="connsiteY61" fmla="*/ 65769 h 268762"/>
              <a:gd name="connsiteX62" fmla="*/ 86153 w 268729"/>
              <a:gd name="connsiteY62" fmla="*/ 53985 h 268762"/>
              <a:gd name="connsiteX63" fmla="*/ 99118 w 268729"/>
              <a:gd name="connsiteY63" fmla="*/ 27767 h 268762"/>
              <a:gd name="connsiteX64" fmla="*/ 127856 w 268729"/>
              <a:gd name="connsiteY64" fmla="*/ 16797 h 268762"/>
              <a:gd name="connsiteX65" fmla="*/ 150374 w 268729"/>
              <a:gd name="connsiteY65" fmla="*/ 23122 h 268762"/>
              <a:gd name="connsiteX66" fmla="*/ 165438 w 268729"/>
              <a:gd name="connsiteY66" fmla="*/ 39393 h 268762"/>
              <a:gd name="connsiteX67" fmla="*/ 169821 w 268729"/>
              <a:gd name="connsiteY67" fmla="*/ 47975 h 268762"/>
              <a:gd name="connsiteX68" fmla="*/ 179453 w 268729"/>
              <a:gd name="connsiteY68" fmla="*/ 48526 h 268762"/>
              <a:gd name="connsiteX69" fmla="*/ 209687 w 268729"/>
              <a:gd name="connsiteY69" fmla="*/ 62147 h 268762"/>
              <a:gd name="connsiteX70" fmla="*/ 221838 w 268729"/>
              <a:gd name="connsiteY70" fmla="*/ 91620 h 268762"/>
              <a:gd name="connsiteX71" fmla="*/ 180004 w 268729"/>
              <a:gd name="connsiteY71" fmla="*/ 134845 h 268762"/>
              <a:gd name="connsiteX72" fmla="*/ 82715 w 268729"/>
              <a:gd name="connsiteY72" fmla="*/ 134845 h 268762"/>
              <a:gd name="connsiteX73" fmla="*/ 239343 w 268729"/>
              <a:gd name="connsiteY73" fmla="*/ 205758 h 268762"/>
              <a:gd name="connsiteX74" fmla="*/ 226746 w 268729"/>
              <a:gd name="connsiteY74" fmla="*/ 193161 h 268762"/>
              <a:gd name="connsiteX75" fmla="*/ 239343 w 268729"/>
              <a:gd name="connsiteY75" fmla="*/ 180563 h 268762"/>
              <a:gd name="connsiteX76" fmla="*/ 251941 w 268729"/>
              <a:gd name="connsiteY76" fmla="*/ 193161 h 268762"/>
              <a:gd name="connsiteX77" fmla="*/ 239343 w 268729"/>
              <a:gd name="connsiteY77" fmla="*/ 205758 h 26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268729" h="268762">
                <a:moveTo>
                  <a:pt x="239527" y="163767"/>
                </a:moveTo>
                <a:cubicBezTo>
                  <a:pt x="227113" y="163688"/>
                  <a:pt x="216484" y="171299"/>
                  <a:pt x="212101" y="182112"/>
                </a:cubicBezTo>
                <a:cubicBezTo>
                  <a:pt x="211445" y="183713"/>
                  <a:pt x="209923" y="184762"/>
                  <a:pt x="208191" y="184762"/>
                </a:cubicBezTo>
                <a:lnTo>
                  <a:pt x="201551" y="184762"/>
                </a:lnTo>
                <a:cubicBezTo>
                  <a:pt x="192287" y="184762"/>
                  <a:pt x="184754" y="177230"/>
                  <a:pt x="184754" y="167966"/>
                </a:cubicBezTo>
                <a:lnTo>
                  <a:pt x="184754" y="151432"/>
                </a:lnTo>
                <a:cubicBezTo>
                  <a:pt x="214883" y="148939"/>
                  <a:pt x="238608" y="123114"/>
                  <a:pt x="238608" y="91620"/>
                </a:cubicBezTo>
                <a:cubicBezTo>
                  <a:pt x="238608" y="59680"/>
                  <a:pt x="212862" y="33646"/>
                  <a:pt x="180424" y="31782"/>
                </a:cubicBezTo>
                <a:cubicBezTo>
                  <a:pt x="170845" y="12965"/>
                  <a:pt x="150951" y="0"/>
                  <a:pt x="127856" y="0"/>
                </a:cubicBezTo>
                <a:cubicBezTo>
                  <a:pt x="96913" y="0"/>
                  <a:pt x="71640" y="23253"/>
                  <a:pt x="69435" y="52726"/>
                </a:cubicBezTo>
                <a:cubicBezTo>
                  <a:pt x="46681" y="59024"/>
                  <a:pt x="30121" y="78288"/>
                  <a:pt x="30121" y="101094"/>
                </a:cubicBezTo>
                <a:cubicBezTo>
                  <a:pt x="30121" y="127995"/>
                  <a:pt x="53164" y="150093"/>
                  <a:pt x="82243" y="151642"/>
                </a:cubicBezTo>
                <a:lnTo>
                  <a:pt x="83975" y="151642"/>
                </a:lnTo>
                <a:lnTo>
                  <a:pt x="83975" y="167966"/>
                </a:lnTo>
                <a:cubicBezTo>
                  <a:pt x="83975" y="177230"/>
                  <a:pt x="76443" y="184762"/>
                  <a:pt x="67178" y="184762"/>
                </a:cubicBezTo>
                <a:lnTo>
                  <a:pt x="60538" y="184762"/>
                </a:lnTo>
                <a:cubicBezTo>
                  <a:pt x="58806" y="184762"/>
                  <a:pt x="57284" y="183713"/>
                  <a:pt x="56628" y="182112"/>
                </a:cubicBezTo>
                <a:cubicBezTo>
                  <a:pt x="52245" y="171299"/>
                  <a:pt x="41590" y="163688"/>
                  <a:pt x="29202" y="163767"/>
                </a:cubicBezTo>
                <a:cubicBezTo>
                  <a:pt x="12721" y="163872"/>
                  <a:pt x="-559" y="177703"/>
                  <a:pt x="18" y="194184"/>
                </a:cubicBezTo>
                <a:cubicBezTo>
                  <a:pt x="543" y="209931"/>
                  <a:pt x="13482" y="222555"/>
                  <a:pt x="29386" y="222555"/>
                </a:cubicBezTo>
                <a:cubicBezTo>
                  <a:pt x="41747" y="222555"/>
                  <a:pt x="52298" y="214944"/>
                  <a:pt x="56654" y="204157"/>
                </a:cubicBezTo>
                <a:cubicBezTo>
                  <a:pt x="57284" y="202583"/>
                  <a:pt x="58832" y="201559"/>
                  <a:pt x="60538" y="201559"/>
                </a:cubicBezTo>
                <a:lnTo>
                  <a:pt x="67178" y="201559"/>
                </a:lnTo>
                <a:cubicBezTo>
                  <a:pt x="85733" y="201559"/>
                  <a:pt x="100771" y="186521"/>
                  <a:pt x="100771" y="167966"/>
                </a:cubicBezTo>
                <a:lnTo>
                  <a:pt x="100771" y="153741"/>
                </a:lnTo>
                <a:cubicBezTo>
                  <a:pt x="100771" y="152587"/>
                  <a:pt x="101716" y="151642"/>
                  <a:pt x="102871" y="151642"/>
                </a:cubicBezTo>
                <a:lnTo>
                  <a:pt x="123867" y="151642"/>
                </a:lnTo>
                <a:cubicBezTo>
                  <a:pt x="125022" y="151642"/>
                  <a:pt x="125966" y="152587"/>
                  <a:pt x="125966" y="153741"/>
                </a:cubicBezTo>
                <a:lnTo>
                  <a:pt x="125966" y="208225"/>
                </a:lnTo>
                <a:cubicBezTo>
                  <a:pt x="125966" y="209957"/>
                  <a:pt x="124917" y="211480"/>
                  <a:pt x="123316" y="212136"/>
                </a:cubicBezTo>
                <a:cubicBezTo>
                  <a:pt x="112503" y="216519"/>
                  <a:pt x="104892" y="227174"/>
                  <a:pt x="104971" y="239561"/>
                </a:cubicBezTo>
                <a:cubicBezTo>
                  <a:pt x="105076" y="256043"/>
                  <a:pt x="118906" y="269297"/>
                  <a:pt x="135388" y="268745"/>
                </a:cubicBezTo>
                <a:cubicBezTo>
                  <a:pt x="151161" y="268221"/>
                  <a:pt x="163759" y="255256"/>
                  <a:pt x="163759" y="239378"/>
                </a:cubicBezTo>
                <a:cubicBezTo>
                  <a:pt x="163759" y="227016"/>
                  <a:pt x="156148" y="216466"/>
                  <a:pt x="145361" y="212109"/>
                </a:cubicBezTo>
                <a:cubicBezTo>
                  <a:pt x="143786" y="211480"/>
                  <a:pt x="142763" y="209931"/>
                  <a:pt x="142763" y="208225"/>
                </a:cubicBezTo>
                <a:lnTo>
                  <a:pt x="142763" y="153741"/>
                </a:lnTo>
                <a:cubicBezTo>
                  <a:pt x="142763" y="152587"/>
                  <a:pt x="143708" y="151642"/>
                  <a:pt x="144862" y="151642"/>
                </a:cubicBezTo>
                <a:lnTo>
                  <a:pt x="165858" y="151642"/>
                </a:lnTo>
                <a:cubicBezTo>
                  <a:pt x="167013" y="151642"/>
                  <a:pt x="167958" y="152587"/>
                  <a:pt x="167958" y="153741"/>
                </a:cubicBezTo>
                <a:lnTo>
                  <a:pt x="167958" y="167966"/>
                </a:lnTo>
                <a:cubicBezTo>
                  <a:pt x="167958" y="186521"/>
                  <a:pt x="182996" y="201559"/>
                  <a:pt x="201551" y="201559"/>
                </a:cubicBezTo>
                <a:lnTo>
                  <a:pt x="208191" y="201559"/>
                </a:lnTo>
                <a:cubicBezTo>
                  <a:pt x="209897" y="201559"/>
                  <a:pt x="211445" y="202583"/>
                  <a:pt x="212075" y="204157"/>
                </a:cubicBezTo>
                <a:cubicBezTo>
                  <a:pt x="216432" y="214944"/>
                  <a:pt x="226982" y="222555"/>
                  <a:pt x="239343" y="222555"/>
                </a:cubicBezTo>
                <a:cubicBezTo>
                  <a:pt x="255248" y="222555"/>
                  <a:pt x="268186" y="209931"/>
                  <a:pt x="268711" y="194184"/>
                </a:cubicBezTo>
                <a:cubicBezTo>
                  <a:pt x="269288" y="177703"/>
                  <a:pt x="256009" y="163872"/>
                  <a:pt x="239527" y="163767"/>
                </a:cubicBezTo>
                <a:close/>
                <a:moveTo>
                  <a:pt x="29386" y="205758"/>
                </a:moveTo>
                <a:cubicBezTo>
                  <a:pt x="22431" y="205758"/>
                  <a:pt x="16788" y="200116"/>
                  <a:pt x="16788" y="193161"/>
                </a:cubicBezTo>
                <a:cubicBezTo>
                  <a:pt x="16788" y="186206"/>
                  <a:pt x="22431" y="180563"/>
                  <a:pt x="29386" y="180563"/>
                </a:cubicBezTo>
                <a:cubicBezTo>
                  <a:pt x="36341" y="180563"/>
                  <a:pt x="41983" y="186206"/>
                  <a:pt x="41983" y="193161"/>
                </a:cubicBezTo>
                <a:cubicBezTo>
                  <a:pt x="41983" y="200116"/>
                  <a:pt x="36341" y="205758"/>
                  <a:pt x="29386" y="205758"/>
                </a:cubicBezTo>
                <a:close/>
                <a:moveTo>
                  <a:pt x="146962" y="239351"/>
                </a:moveTo>
                <a:cubicBezTo>
                  <a:pt x="146962" y="246306"/>
                  <a:pt x="141319" y="251949"/>
                  <a:pt x="134365" y="251949"/>
                </a:cubicBezTo>
                <a:cubicBezTo>
                  <a:pt x="127410" y="251949"/>
                  <a:pt x="121767" y="246306"/>
                  <a:pt x="121767" y="239351"/>
                </a:cubicBezTo>
                <a:cubicBezTo>
                  <a:pt x="121767" y="232397"/>
                  <a:pt x="127410" y="226754"/>
                  <a:pt x="134365" y="226754"/>
                </a:cubicBezTo>
                <a:cubicBezTo>
                  <a:pt x="141319" y="226754"/>
                  <a:pt x="146962" y="232397"/>
                  <a:pt x="146962" y="239351"/>
                </a:cubicBezTo>
                <a:close/>
                <a:moveTo>
                  <a:pt x="82715" y="134845"/>
                </a:moveTo>
                <a:cubicBezTo>
                  <a:pt x="72821" y="134241"/>
                  <a:pt x="63688" y="130305"/>
                  <a:pt x="56943" y="123796"/>
                </a:cubicBezTo>
                <a:cubicBezTo>
                  <a:pt x="50460" y="117550"/>
                  <a:pt x="46917" y="109493"/>
                  <a:pt x="46917" y="101094"/>
                </a:cubicBezTo>
                <a:cubicBezTo>
                  <a:pt x="46917" y="93982"/>
                  <a:pt x="49437" y="87185"/>
                  <a:pt x="54187" y="81411"/>
                </a:cubicBezTo>
                <a:cubicBezTo>
                  <a:pt x="59042" y="75506"/>
                  <a:pt x="66050" y="71071"/>
                  <a:pt x="73897" y="68919"/>
                </a:cubicBezTo>
                <a:lnTo>
                  <a:pt x="85287" y="65769"/>
                </a:lnTo>
                <a:lnTo>
                  <a:pt x="86153" y="53985"/>
                </a:lnTo>
                <a:cubicBezTo>
                  <a:pt x="86888" y="43986"/>
                  <a:pt x="91507" y="34695"/>
                  <a:pt x="99118" y="27767"/>
                </a:cubicBezTo>
                <a:cubicBezTo>
                  <a:pt x="106939" y="20681"/>
                  <a:pt x="117122" y="16797"/>
                  <a:pt x="127856" y="16797"/>
                </a:cubicBezTo>
                <a:cubicBezTo>
                  <a:pt x="135887" y="16797"/>
                  <a:pt x="143681" y="18975"/>
                  <a:pt x="150374" y="23122"/>
                </a:cubicBezTo>
                <a:cubicBezTo>
                  <a:pt x="156856" y="27111"/>
                  <a:pt x="162053" y="32727"/>
                  <a:pt x="165438" y="39393"/>
                </a:cubicBezTo>
                <a:lnTo>
                  <a:pt x="169821" y="47975"/>
                </a:lnTo>
                <a:lnTo>
                  <a:pt x="179453" y="48526"/>
                </a:lnTo>
                <a:cubicBezTo>
                  <a:pt x="191001" y="49183"/>
                  <a:pt x="201735" y="54038"/>
                  <a:pt x="209687" y="62147"/>
                </a:cubicBezTo>
                <a:cubicBezTo>
                  <a:pt x="217508" y="70152"/>
                  <a:pt x="221838" y="80624"/>
                  <a:pt x="221838" y="91620"/>
                </a:cubicBezTo>
                <a:cubicBezTo>
                  <a:pt x="221838" y="115450"/>
                  <a:pt x="203073" y="134845"/>
                  <a:pt x="180004" y="134845"/>
                </a:cubicBezTo>
                <a:lnTo>
                  <a:pt x="82715" y="134845"/>
                </a:lnTo>
                <a:close/>
                <a:moveTo>
                  <a:pt x="239343" y="205758"/>
                </a:moveTo>
                <a:cubicBezTo>
                  <a:pt x="232388" y="205758"/>
                  <a:pt x="226746" y="200116"/>
                  <a:pt x="226746" y="193161"/>
                </a:cubicBezTo>
                <a:cubicBezTo>
                  <a:pt x="226746" y="186206"/>
                  <a:pt x="232388" y="180563"/>
                  <a:pt x="239343" y="180563"/>
                </a:cubicBezTo>
                <a:cubicBezTo>
                  <a:pt x="246298" y="180563"/>
                  <a:pt x="251941" y="186206"/>
                  <a:pt x="251941" y="193161"/>
                </a:cubicBezTo>
                <a:cubicBezTo>
                  <a:pt x="251941" y="200116"/>
                  <a:pt x="246298" y="205758"/>
                  <a:pt x="239343" y="205758"/>
                </a:cubicBezTo>
                <a:close/>
              </a:path>
            </a:pathLst>
          </a:custGeom>
          <a:solidFill>
            <a:schemeClr val="accent1"/>
          </a:solidFill>
          <a:ln w="260" cap="flat">
            <a:noFill/>
            <a:prstDash val="solid"/>
            <a:miter/>
          </a:ln>
        </p:spPr>
        <p:txBody>
          <a:bodyPr rtlCol="0" anchor="ctr"/>
          <a:lstStyle/>
          <a:p>
            <a:endParaRPr lang="zh-CN" altLang="en-US"/>
          </a:p>
        </p:txBody>
      </p:sp>
      <p:sp>
        <p:nvSpPr>
          <p:cNvPr id="1219" name="图形 1217">
            <a:extLst>
              <a:ext uri="{FF2B5EF4-FFF2-40B4-BE49-F238E27FC236}">
                <a16:creationId xmlns:a16="http://schemas.microsoft.com/office/drawing/2014/main" id="{BF230598-9A3A-7683-23E8-BBB2A389BE43}"/>
              </a:ext>
            </a:extLst>
          </p:cNvPr>
          <p:cNvSpPr/>
          <p:nvPr/>
        </p:nvSpPr>
        <p:spPr>
          <a:xfrm>
            <a:off x="4399385" y="3512199"/>
            <a:ext cx="184751" cy="223940"/>
          </a:xfrm>
          <a:custGeom>
            <a:avLst/>
            <a:gdLst>
              <a:gd name="connsiteX0" fmla="*/ 92376 w 184751"/>
              <a:gd name="connsiteY0" fmla="*/ 0 h 223940"/>
              <a:gd name="connsiteX1" fmla="*/ 144915 w 184751"/>
              <a:gd name="connsiteY1" fmla="*/ 5859 h 223940"/>
              <a:gd name="connsiteX2" fmla="*/ 159765 w 184751"/>
              <a:gd name="connsiteY2" fmla="*/ 9932 h 223940"/>
              <a:gd name="connsiteX3" fmla="*/ 165078 w 184751"/>
              <a:gd name="connsiteY3" fmla="*/ 11799 h 223940"/>
              <a:gd name="connsiteX4" fmla="*/ 184751 w 184751"/>
              <a:gd name="connsiteY4" fmla="*/ 40228 h 223940"/>
              <a:gd name="connsiteX5" fmla="*/ 184751 w 184751"/>
              <a:gd name="connsiteY5" fmla="*/ 141273 h 223940"/>
              <a:gd name="connsiteX6" fmla="*/ 169310 w 184751"/>
              <a:gd name="connsiteY6" fmla="*/ 173056 h 223940"/>
              <a:gd name="connsiteX7" fmla="*/ 109574 w 184751"/>
              <a:gd name="connsiteY7" fmla="*/ 218407 h 223940"/>
              <a:gd name="connsiteX8" fmla="*/ 75177 w 184751"/>
              <a:gd name="connsiteY8" fmla="*/ 218407 h 223940"/>
              <a:gd name="connsiteX9" fmla="*/ 15441 w 184751"/>
              <a:gd name="connsiteY9" fmla="*/ 173056 h 223940"/>
              <a:gd name="connsiteX10" fmla="*/ 0 w 184751"/>
              <a:gd name="connsiteY10" fmla="*/ 141273 h 223940"/>
              <a:gd name="connsiteX11" fmla="*/ 0 w 184751"/>
              <a:gd name="connsiteY11" fmla="*/ 40228 h 223940"/>
              <a:gd name="connsiteX12" fmla="*/ 19724 w 184751"/>
              <a:gd name="connsiteY12" fmla="*/ 11779 h 223940"/>
              <a:gd name="connsiteX13" fmla="*/ 24986 w 184751"/>
              <a:gd name="connsiteY13" fmla="*/ 9932 h 223940"/>
              <a:gd name="connsiteX14" fmla="*/ 39836 w 184751"/>
              <a:gd name="connsiteY14" fmla="*/ 5859 h 223940"/>
              <a:gd name="connsiteX15" fmla="*/ 92376 w 184751"/>
              <a:gd name="connsiteY15" fmla="*/ 0 h 223940"/>
              <a:gd name="connsiteX16" fmla="*/ 92376 w 184751"/>
              <a:gd name="connsiteY16" fmla="*/ 16796 h 223940"/>
              <a:gd name="connsiteX17" fmla="*/ 43621 w 184751"/>
              <a:gd name="connsiteY17" fmla="*/ 22223 h 223940"/>
              <a:gd name="connsiteX18" fmla="*/ 30165 w 184751"/>
              <a:gd name="connsiteY18" fmla="*/ 25910 h 223940"/>
              <a:gd name="connsiteX19" fmla="*/ 26739 w 184751"/>
              <a:gd name="connsiteY19" fmla="*/ 27086 h 223940"/>
              <a:gd name="connsiteX20" fmla="*/ 25731 w 184751"/>
              <a:gd name="connsiteY20" fmla="*/ 27466 h 223940"/>
              <a:gd name="connsiteX21" fmla="*/ 25079 w 184751"/>
              <a:gd name="connsiteY21" fmla="*/ 27699 h 223940"/>
              <a:gd name="connsiteX22" fmla="*/ 16796 w 184751"/>
              <a:gd name="connsiteY22" fmla="*/ 40228 h 223940"/>
              <a:gd name="connsiteX23" fmla="*/ 16796 w 184751"/>
              <a:gd name="connsiteY23" fmla="*/ 141273 h 223940"/>
              <a:gd name="connsiteX24" fmla="*/ 25596 w 184751"/>
              <a:gd name="connsiteY24" fmla="*/ 159678 h 223940"/>
              <a:gd name="connsiteX25" fmla="*/ 85333 w 184751"/>
              <a:gd name="connsiteY25" fmla="*/ 205029 h 223940"/>
              <a:gd name="connsiteX26" fmla="*/ 99419 w 184751"/>
              <a:gd name="connsiteY26" fmla="*/ 205029 h 223940"/>
              <a:gd name="connsiteX27" fmla="*/ 159155 w 184751"/>
              <a:gd name="connsiteY27" fmla="*/ 159678 h 223940"/>
              <a:gd name="connsiteX28" fmla="*/ 167956 w 184751"/>
              <a:gd name="connsiteY28" fmla="*/ 141273 h 223940"/>
              <a:gd name="connsiteX29" fmla="*/ 167956 w 184751"/>
              <a:gd name="connsiteY29" fmla="*/ 40228 h 223940"/>
              <a:gd name="connsiteX30" fmla="*/ 159558 w 184751"/>
              <a:gd name="connsiteY30" fmla="*/ 27662 h 223940"/>
              <a:gd name="connsiteX31" fmla="*/ 159020 w 184751"/>
              <a:gd name="connsiteY31" fmla="*/ 27466 h 223940"/>
              <a:gd name="connsiteX32" fmla="*/ 158013 w 184751"/>
              <a:gd name="connsiteY32" fmla="*/ 27086 h 223940"/>
              <a:gd name="connsiteX33" fmla="*/ 154586 w 184751"/>
              <a:gd name="connsiteY33" fmla="*/ 25910 h 223940"/>
              <a:gd name="connsiteX34" fmla="*/ 141130 w 184751"/>
              <a:gd name="connsiteY34" fmla="*/ 22223 h 223940"/>
              <a:gd name="connsiteX35" fmla="*/ 92376 w 184751"/>
              <a:gd name="connsiteY35" fmla="*/ 16796 h 223940"/>
              <a:gd name="connsiteX36" fmla="*/ 128422 w 184751"/>
              <a:gd name="connsiteY36" fmla="*/ 66846 h 223940"/>
              <a:gd name="connsiteX37" fmla="*/ 140299 w 184751"/>
              <a:gd name="connsiteY37" fmla="*/ 66838 h 223940"/>
              <a:gd name="connsiteX38" fmla="*/ 140307 w 184751"/>
              <a:gd name="connsiteY38" fmla="*/ 78715 h 223940"/>
              <a:gd name="connsiteX39" fmla="*/ 84406 w 184751"/>
              <a:gd name="connsiteY39" fmla="*/ 134700 h 223940"/>
              <a:gd name="connsiteX40" fmla="*/ 72537 w 184751"/>
              <a:gd name="connsiteY40" fmla="*/ 134717 h 223940"/>
              <a:gd name="connsiteX41" fmla="*/ 44461 w 184751"/>
              <a:gd name="connsiteY41" fmla="*/ 106755 h 223940"/>
              <a:gd name="connsiteX42" fmla="*/ 44343 w 184751"/>
              <a:gd name="connsiteY42" fmla="*/ 94880 h 223940"/>
              <a:gd name="connsiteX43" fmla="*/ 56219 w 184751"/>
              <a:gd name="connsiteY43" fmla="*/ 94762 h 223940"/>
              <a:gd name="connsiteX44" fmla="*/ 56313 w 184751"/>
              <a:gd name="connsiteY44" fmla="*/ 94856 h 223940"/>
              <a:gd name="connsiteX45" fmla="*/ 78446 w 184751"/>
              <a:gd name="connsiteY45" fmla="*/ 116897 h 22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84751" h="223940">
                <a:moveTo>
                  <a:pt x="92376" y="0"/>
                </a:moveTo>
                <a:cubicBezTo>
                  <a:pt x="111411" y="0"/>
                  <a:pt x="129065" y="2195"/>
                  <a:pt x="144915" y="5859"/>
                </a:cubicBezTo>
                <a:cubicBezTo>
                  <a:pt x="150494" y="7147"/>
                  <a:pt x="155463" y="8538"/>
                  <a:pt x="159765" y="9932"/>
                </a:cubicBezTo>
                <a:cubicBezTo>
                  <a:pt x="162206" y="10724"/>
                  <a:pt x="163992" y="11368"/>
                  <a:pt x="165078" y="11799"/>
                </a:cubicBezTo>
                <a:cubicBezTo>
                  <a:pt x="176283" y="15634"/>
                  <a:pt x="184751" y="28021"/>
                  <a:pt x="184751" y="40228"/>
                </a:cubicBezTo>
                <a:lnTo>
                  <a:pt x="184751" y="141273"/>
                </a:lnTo>
                <a:cubicBezTo>
                  <a:pt x="184751" y="152663"/>
                  <a:pt x="178156" y="166340"/>
                  <a:pt x="169310" y="173056"/>
                </a:cubicBezTo>
                <a:lnTo>
                  <a:pt x="109574" y="218407"/>
                </a:lnTo>
                <a:cubicBezTo>
                  <a:pt x="99866" y="225777"/>
                  <a:pt x="84904" y="225794"/>
                  <a:pt x="75177" y="218407"/>
                </a:cubicBezTo>
                <a:lnTo>
                  <a:pt x="15441" y="173056"/>
                </a:lnTo>
                <a:cubicBezTo>
                  <a:pt x="6634" y="166368"/>
                  <a:pt x="0" y="152624"/>
                  <a:pt x="0" y="141273"/>
                </a:cubicBezTo>
                <a:lnTo>
                  <a:pt x="0" y="40228"/>
                </a:lnTo>
                <a:cubicBezTo>
                  <a:pt x="0" y="27939"/>
                  <a:pt x="8443" y="15502"/>
                  <a:pt x="19724" y="11779"/>
                </a:cubicBezTo>
                <a:cubicBezTo>
                  <a:pt x="20815" y="11348"/>
                  <a:pt x="22584" y="10710"/>
                  <a:pt x="24986" y="9932"/>
                </a:cubicBezTo>
                <a:cubicBezTo>
                  <a:pt x="29876" y="8362"/>
                  <a:pt x="34830" y="7004"/>
                  <a:pt x="39836" y="5859"/>
                </a:cubicBezTo>
                <a:cubicBezTo>
                  <a:pt x="55686" y="2192"/>
                  <a:pt x="73341" y="0"/>
                  <a:pt x="92376" y="0"/>
                </a:cubicBezTo>
                <a:close/>
                <a:moveTo>
                  <a:pt x="92376" y="16796"/>
                </a:moveTo>
                <a:cubicBezTo>
                  <a:pt x="74673" y="16796"/>
                  <a:pt x="58278" y="18833"/>
                  <a:pt x="43621" y="22223"/>
                </a:cubicBezTo>
                <a:cubicBezTo>
                  <a:pt x="38523" y="23399"/>
                  <a:pt x="34019" y="24659"/>
                  <a:pt x="30165" y="25910"/>
                </a:cubicBezTo>
                <a:cubicBezTo>
                  <a:pt x="28838" y="26338"/>
                  <a:pt x="27693" y="26736"/>
                  <a:pt x="26739" y="27086"/>
                </a:cubicBezTo>
                <a:cubicBezTo>
                  <a:pt x="26198" y="27282"/>
                  <a:pt x="25860" y="27413"/>
                  <a:pt x="25731" y="27466"/>
                </a:cubicBezTo>
                <a:cubicBezTo>
                  <a:pt x="25517" y="27553"/>
                  <a:pt x="25299" y="27630"/>
                  <a:pt x="25079" y="27699"/>
                </a:cubicBezTo>
                <a:cubicBezTo>
                  <a:pt x="20860" y="29020"/>
                  <a:pt x="16796" y="34949"/>
                  <a:pt x="16796" y="40228"/>
                </a:cubicBezTo>
                <a:lnTo>
                  <a:pt x="16796" y="141273"/>
                </a:lnTo>
                <a:cubicBezTo>
                  <a:pt x="16796" y="147440"/>
                  <a:pt x="21028" y="156210"/>
                  <a:pt x="25596" y="159678"/>
                </a:cubicBezTo>
                <a:lnTo>
                  <a:pt x="85333" y="205029"/>
                </a:lnTo>
                <a:cubicBezTo>
                  <a:pt x="89053" y="207856"/>
                  <a:pt x="95707" y="207848"/>
                  <a:pt x="99419" y="205029"/>
                </a:cubicBezTo>
                <a:lnTo>
                  <a:pt x="159155" y="159678"/>
                </a:lnTo>
                <a:cubicBezTo>
                  <a:pt x="163757" y="156182"/>
                  <a:pt x="167956" y="147479"/>
                  <a:pt x="167956" y="141273"/>
                </a:cubicBezTo>
                <a:lnTo>
                  <a:pt x="167956" y="40228"/>
                </a:lnTo>
                <a:cubicBezTo>
                  <a:pt x="167956" y="35022"/>
                  <a:pt x="163855" y="29073"/>
                  <a:pt x="159558" y="27662"/>
                </a:cubicBezTo>
                <a:lnTo>
                  <a:pt x="159020" y="27466"/>
                </a:lnTo>
                <a:cubicBezTo>
                  <a:pt x="158686" y="27335"/>
                  <a:pt x="158350" y="27208"/>
                  <a:pt x="158013" y="27086"/>
                </a:cubicBezTo>
                <a:cubicBezTo>
                  <a:pt x="157058" y="26736"/>
                  <a:pt x="155913" y="26338"/>
                  <a:pt x="154586" y="25910"/>
                </a:cubicBezTo>
                <a:cubicBezTo>
                  <a:pt x="150156" y="24489"/>
                  <a:pt x="145666" y="23259"/>
                  <a:pt x="141130" y="22223"/>
                </a:cubicBezTo>
                <a:cubicBezTo>
                  <a:pt x="126473" y="18833"/>
                  <a:pt x="110078" y="16796"/>
                  <a:pt x="92376" y="16796"/>
                </a:cubicBezTo>
                <a:close/>
                <a:moveTo>
                  <a:pt x="128422" y="66846"/>
                </a:moveTo>
                <a:cubicBezTo>
                  <a:pt x="131699" y="63564"/>
                  <a:pt x="137017" y="63560"/>
                  <a:pt x="140299" y="66838"/>
                </a:cubicBezTo>
                <a:cubicBezTo>
                  <a:pt x="143581" y="70115"/>
                  <a:pt x="143585" y="75433"/>
                  <a:pt x="140307" y="78715"/>
                </a:cubicBezTo>
                <a:lnTo>
                  <a:pt x="84406" y="134700"/>
                </a:lnTo>
                <a:cubicBezTo>
                  <a:pt x="81132" y="137980"/>
                  <a:pt x="75821" y="137987"/>
                  <a:pt x="72537" y="134717"/>
                </a:cubicBezTo>
                <a:lnTo>
                  <a:pt x="44461" y="106755"/>
                </a:lnTo>
                <a:cubicBezTo>
                  <a:pt x="41149" y="103508"/>
                  <a:pt x="41096" y="98192"/>
                  <a:pt x="44343" y="94880"/>
                </a:cubicBezTo>
                <a:cubicBezTo>
                  <a:pt x="47590" y="91568"/>
                  <a:pt x="52907" y="91515"/>
                  <a:pt x="56219" y="94762"/>
                </a:cubicBezTo>
                <a:cubicBezTo>
                  <a:pt x="56250" y="94793"/>
                  <a:pt x="56282" y="94824"/>
                  <a:pt x="56313" y="94856"/>
                </a:cubicBezTo>
                <a:lnTo>
                  <a:pt x="78446" y="116897"/>
                </a:lnTo>
                <a:close/>
              </a:path>
            </a:pathLst>
          </a:custGeom>
          <a:solidFill>
            <a:schemeClr val="accent1"/>
          </a:solidFill>
          <a:ln w="260" cap="flat">
            <a:noFill/>
            <a:prstDash val="solid"/>
            <a:miter/>
          </a:ln>
        </p:spPr>
        <p:txBody>
          <a:bodyPr rtlCol="0" anchor="ctr"/>
          <a:lstStyle/>
          <a:p>
            <a:endParaRPr lang="zh-CN" altLang="en-US"/>
          </a:p>
        </p:txBody>
      </p:sp>
      <p:sp>
        <p:nvSpPr>
          <p:cNvPr id="1222" name="图形 1220">
            <a:extLst>
              <a:ext uri="{FF2B5EF4-FFF2-40B4-BE49-F238E27FC236}">
                <a16:creationId xmlns:a16="http://schemas.microsoft.com/office/drawing/2014/main" id="{5D4B89DE-1E0D-F0A9-10B6-C748E6C93191}"/>
              </a:ext>
            </a:extLst>
          </p:cNvPr>
          <p:cNvSpPr/>
          <p:nvPr/>
        </p:nvSpPr>
        <p:spPr>
          <a:xfrm>
            <a:off x="5443669" y="3536172"/>
            <a:ext cx="209944" cy="199967"/>
          </a:xfrm>
          <a:custGeom>
            <a:avLst/>
            <a:gdLst>
              <a:gd name="connsiteX0" fmla="*/ 184751 w 209944"/>
              <a:gd name="connsiteY0" fmla="*/ 37790 h 199967"/>
              <a:gd name="connsiteX1" fmla="*/ 184751 w 209944"/>
              <a:gd name="connsiteY1" fmla="*/ 86077 h 199967"/>
              <a:gd name="connsiteX2" fmla="*/ 201547 w 209944"/>
              <a:gd name="connsiteY2" fmla="*/ 86077 h 199967"/>
              <a:gd name="connsiteX3" fmla="*/ 201547 w 209944"/>
              <a:gd name="connsiteY3" fmla="*/ 29392 h 199967"/>
              <a:gd name="connsiteX4" fmla="*/ 193149 w 209944"/>
              <a:gd name="connsiteY4" fmla="*/ 20994 h 199967"/>
              <a:gd name="connsiteX5" fmla="*/ 79611 w 209944"/>
              <a:gd name="connsiteY5" fmla="*/ 20994 h 199967"/>
              <a:gd name="connsiteX6" fmla="*/ 65335 w 209944"/>
              <a:gd name="connsiteY6" fmla="*/ 3149 h 199967"/>
              <a:gd name="connsiteX7" fmla="*/ 58784 w 209944"/>
              <a:gd name="connsiteY7" fmla="*/ 0 h 199967"/>
              <a:gd name="connsiteX8" fmla="*/ 8398 w 209944"/>
              <a:gd name="connsiteY8" fmla="*/ 0 h 199967"/>
              <a:gd name="connsiteX9" fmla="*/ 0 w 209944"/>
              <a:gd name="connsiteY9" fmla="*/ 8398 h 199967"/>
              <a:gd name="connsiteX10" fmla="*/ 0 w 209944"/>
              <a:gd name="connsiteY10" fmla="*/ 184751 h 199967"/>
              <a:gd name="connsiteX11" fmla="*/ 8398 w 209944"/>
              <a:gd name="connsiteY11" fmla="*/ 193149 h 199967"/>
              <a:gd name="connsiteX12" fmla="*/ 100773 w 209944"/>
              <a:gd name="connsiteY12" fmla="*/ 193149 h 199967"/>
              <a:gd name="connsiteX13" fmla="*/ 100773 w 209944"/>
              <a:gd name="connsiteY13" fmla="*/ 176353 h 199967"/>
              <a:gd name="connsiteX14" fmla="*/ 16796 w 209944"/>
              <a:gd name="connsiteY14" fmla="*/ 176353 h 199967"/>
              <a:gd name="connsiteX15" fmla="*/ 16796 w 209944"/>
              <a:gd name="connsiteY15" fmla="*/ 16796 h 199967"/>
              <a:gd name="connsiteX16" fmla="*/ 54754 w 209944"/>
              <a:gd name="connsiteY16" fmla="*/ 16796 h 199967"/>
              <a:gd name="connsiteX17" fmla="*/ 69030 w 209944"/>
              <a:gd name="connsiteY17" fmla="*/ 34641 h 199967"/>
              <a:gd name="connsiteX18" fmla="*/ 75580 w 209944"/>
              <a:gd name="connsiteY18" fmla="*/ 37790 h 199967"/>
              <a:gd name="connsiteX19" fmla="*/ 184751 w 209944"/>
              <a:gd name="connsiteY19" fmla="*/ 37790 h 199967"/>
              <a:gd name="connsiteX20" fmla="*/ 29392 w 209944"/>
              <a:gd name="connsiteY20" fmla="*/ 58784 h 199967"/>
              <a:gd name="connsiteX21" fmla="*/ 151160 w 209944"/>
              <a:gd name="connsiteY21" fmla="*/ 58784 h 199967"/>
              <a:gd name="connsiteX22" fmla="*/ 151160 w 209944"/>
              <a:gd name="connsiteY22" fmla="*/ 75580 h 199967"/>
              <a:gd name="connsiteX23" fmla="*/ 29392 w 209944"/>
              <a:gd name="connsiteY23" fmla="*/ 75580 h 199967"/>
              <a:gd name="connsiteX24" fmla="*/ 29392 w 209944"/>
              <a:gd name="connsiteY24" fmla="*/ 58784 h 199967"/>
              <a:gd name="connsiteX25" fmla="*/ 125614 w 209944"/>
              <a:gd name="connsiteY25" fmla="*/ 101294 h 199967"/>
              <a:gd name="connsiteX26" fmla="*/ 109171 w 209944"/>
              <a:gd name="connsiteY26" fmla="*/ 103419 h 199967"/>
              <a:gd name="connsiteX27" fmla="*/ 109171 w 209944"/>
              <a:gd name="connsiteY27" fmla="*/ 152663 h 199967"/>
              <a:gd name="connsiteX28" fmla="*/ 109196 w 209944"/>
              <a:gd name="connsiteY28" fmla="*/ 152915 h 199967"/>
              <a:gd name="connsiteX29" fmla="*/ 123699 w 209944"/>
              <a:gd name="connsiteY29" fmla="*/ 180578 h 199967"/>
              <a:gd name="connsiteX30" fmla="*/ 152403 w 209944"/>
              <a:gd name="connsiteY30" fmla="*/ 197037 h 199967"/>
              <a:gd name="connsiteX31" fmla="*/ 159549 w 209944"/>
              <a:gd name="connsiteY31" fmla="*/ 199968 h 199967"/>
              <a:gd name="connsiteX32" fmla="*/ 166814 w 209944"/>
              <a:gd name="connsiteY32" fmla="*/ 196995 h 199967"/>
              <a:gd name="connsiteX33" fmla="*/ 195534 w 209944"/>
              <a:gd name="connsiteY33" fmla="*/ 180485 h 199967"/>
              <a:gd name="connsiteX34" fmla="*/ 209919 w 209944"/>
              <a:gd name="connsiteY34" fmla="*/ 152924 h 199967"/>
              <a:gd name="connsiteX35" fmla="*/ 209936 w 209944"/>
              <a:gd name="connsiteY35" fmla="*/ 152798 h 199967"/>
              <a:gd name="connsiteX36" fmla="*/ 209945 w 209944"/>
              <a:gd name="connsiteY36" fmla="*/ 152336 h 199967"/>
              <a:gd name="connsiteX37" fmla="*/ 209945 w 209944"/>
              <a:gd name="connsiteY37" fmla="*/ 103351 h 199967"/>
              <a:gd name="connsiteX38" fmla="*/ 193485 w 209944"/>
              <a:gd name="connsiteY38" fmla="*/ 101294 h 199967"/>
              <a:gd name="connsiteX39" fmla="*/ 168938 w 209944"/>
              <a:gd name="connsiteY39" fmla="*/ 93350 h 199967"/>
              <a:gd name="connsiteX40" fmla="*/ 159608 w 209944"/>
              <a:gd name="connsiteY40" fmla="*/ 88177 h 199967"/>
              <a:gd name="connsiteX41" fmla="*/ 150203 w 209944"/>
              <a:gd name="connsiteY41" fmla="*/ 93341 h 199967"/>
              <a:gd name="connsiteX42" fmla="*/ 125614 w 209944"/>
              <a:gd name="connsiteY42" fmla="*/ 101294 h 199967"/>
              <a:gd name="connsiteX43" fmla="*/ 133869 w 209944"/>
              <a:gd name="connsiteY43" fmla="*/ 167208 h 199967"/>
              <a:gd name="connsiteX44" fmla="*/ 125975 w 209944"/>
              <a:gd name="connsiteY44" fmla="*/ 152134 h 199967"/>
              <a:gd name="connsiteX45" fmla="*/ 125975 w 209944"/>
              <a:gd name="connsiteY45" fmla="*/ 118182 h 199967"/>
              <a:gd name="connsiteX46" fmla="*/ 127680 w 209944"/>
              <a:gd name="connsiteY46" fmla="*/ 117964 h 199967"/>
              <a:gd name="connsiteX47" fmla="*/ 158298 w 209944"/>
              <a:gd name="connsiteY47" fmla="*/ 108054 h 199967"/>
              <a:gd name="connsiteX48" fmla="*/ 159566 w 209944"/>
              <a:gd name="connsiteY48" fmla="*/ 107357 h 199967"/>
              <a:gd name="connsiteX49" fmla="*/ 160851 w 209944"/>
              <a:gd name="connsiteY49" fmla="*/ 108071 h 199967"/>
              <a:gd name="connsiteX50" fmla="*/ 191402 w 209944"/>
              <a:gd name="connsiteY50" fmla="*/ 117964 h 199967"/>
              <a:gd name="connsiteX51" fmla="*/ 193149 w 209944"/>
              <a:gd name="connsiteY51" fmla="*/ 118182 h 199967"/>
              <a:gd name="connsiteX52" fmla="*/ 193149 w 209944"/>
              <a:gd name="connsiteY52" fmla="*/ 152042 h 199967"/>
              <a:gd name="connsiteX53" fmla="*/ 185373 w 209944"/>
              <a:gd name="connsiteY53" fmla="*/ 167116 h 199967"/>
              <a:gd name="connsiteX54" fmla="*/ 185221 w 209944"/>
              <a:gd name="connsiteY54" fmla="*/ 167233 h 199967"/>
              <a:gd name="connsiteX55" fmla="*/ 185070 w 209944"/>
              <a:gd name="connsiteY55" fmla="*/ 167351 h 199967"/>
              <a:gd name="connsiteX56" fmla="*/ 160851 w 209944"/>
              <a:gd name="connsiteY56" fmla="*/ 181291 h 199967"/>
              <a:gd name="connsiteX57" fmla="*/ 160717 w 209944"/>
              <a:gd name="connsiteY57" fmla="*/ 181342 h 199967"/>
              <a:gd name="connsiteX58" fmla="*/ 159566 w 209944"/>
              <a:gd name="connsiteY58" fmla="*/ 181812 h 199967"/>
              <a:gd name="connsiteX59" fmla="*/ 158517 w 209944"/>
              <a:gd name="connsiteY59" fmla="*/ 181392 h 199967"/>
              <a:gd name="connsiteX60" fmla="*/ 158374 w 209944"/>
              <a:gd name="connsiteY60" fmla="*/ 181333 h 199967"/>
              <a:gd name="connsiteX61" fmla="*/ 134180 w 209944"/>
              <a:gd name="connsiteY61" fmla="*/ 167443 h 199967"/>
              <a:gd name="connsiteX62" fmla="*/ 134029 w 209944"/>
              <a:gd name="connsiteY62" fmla="*/ 167326 h 199967"/>
              <a:gd name="connsiteX63" fmla="*/ 133869 w 209944"/>
              <a:gd name="connsiteY63" fmla="*/ 167208 h 199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09944" h="199967">
                <a:moveTo>
                  <a:pt x="184751" y="37790"/>
                </a:moveTo>
                <a:lnTo>
                  <a:pt x="184751" y="86077"/>
                </a:lnTo>
                <a:lnTo>
                  <a:pt x="201547" y="86077"/>
                </a:lnTo>
                <a:lnTo>
                  <a:pt x="201547" y="29392"/>
                </a:lnTo>
                <a:cubicBezTo>
                  <a:pt x="201547" y="24754"/>
                  <a:pt x="197787" y="20994"/>
                  <a:pt x="193149" y="20994"/>
                </a:cubicBezTo>
                <a:lnTo>
                  <a:pt x="79611" y="20994"/>
                </a:lnTo>
                <a:lnTo>
                  <a:pt x="65335" y="3149"/>
                </a:lnTo>
                <a:cubicBezTo>
                  <a:pt x="63742" y="1160"/>
                  <a:pt x="61333" y="2"/>
                  <a:pt x="58784" y="0"/>
                </a:cubicBezTo>
                <a:lnTo>
                  <a:pt x="8398" y="0"/>
                </a:lnTo>
                <a:cubicBezTo>
                  <a:pt x="3760" y="0"/>
                  <a:pt x="0" y="3760"/>
                  <a:pt x="0" y="8398"/>
                </a:cubicBezTo>
                <a:lnTo>
                  <a:pt x="0" y="184751"/>
                </a:lnTo>
                <a:cubicBezTo>
                  <a:pt x="0" y="189389"/>
                  <a:pt x="3760" y="193149"/>
                  <a:pt x="8398" y="193149"/>
                </a:cubicBezTo>
                <a:lnTo>
                  <a:pt x="100773" y="193149"/>
                </a:lnTo>
                <a:lnTo>
                  <a:pt x="100773" y="176353"/>
                </a:lnTo>
                <a:lnTo>
                  <a:pt x="16796" y="176353"/>
                </a:lnTo>
                <a:lnTo>
                  <a:pt x="16796" y="16796"/>
                </a:lnTo>
                <a:lnTo>
                  <a:pt x="54754" y="16796"/>
                </a:lnTo>
                <a:lnTo>
                  <a:pt x="69030" y="34641"/>
                </a:lnTo>
                <a:cubicBezTo>
                  <a:pt x="70622" y="36630"/>
                  <a:pt x="73032" y="37788"/>
                  <a:pt x="75580" y="37790"/>
                </a:cubicBezTo>
                <a:lnTo>
                  <a:pt x="184751" y="37790"/>
                </a:lnTo>
                <a:close/>
                <a:moveTo>
                  <a:pt x="29392" y="58784"/>
                </a:moveTo>
                <a:lnTo>
                  <a:pt x="151160" y="58784"/>
                </a:lnTo>
                <a:lnTo>
                  <a:pt x="151160" y="75580"/>
                </a:lnTo>
                <a:lnTo>
                  <a:pt x="29392" y="75580"/>
                </a:lnTo>
                <a:lnTo>
                  <a:pt x="29392" y="58784"/>
                </a:lnTo>
                <a:close/>
                <a:moveTo>
                  <a:pt x="125614" y="101294"/>
                </a:moveTo>
                <a:lnTo>
                  <a:pt x="109171" y="103419"/>
                </a:lnTo>
                <a:lnTo>
                  <a:pt x="109171" y="152663"/>
                </a:lnTo>
                <a:lnTo>
                  <a:pt x="109196" y="152915"/>
                </a:lnTo>
                <a:cubicBezTo>
                  <a:pt x="109907" y="164644"/>
                  <a:pt x="114742" y="173865"/>
                  <a:pt x="123699" y="180578"/>
                </a:cubicBezTo>
                <a:cubicBezTo>
                  <a:pt x="132433" y="187682"/>
                  <a:pt x="142001" y="193169"/>
                  <a:pt x="152403" y="197037"/>
                </a:cubicBezTo>
                <a:lnTo>
                  <a:pt x="159549" y="199968"/>
                </a:lnTo>
                <a:lnTo>
                  <a:pt x="166814" y="196995"/>
                </a:lnTo>
                <a:cubicBezTo>
                  <a:pt x="177143" y="193160"/>
                  <a:pt x="186716" y="187657"/>
                  <a:pt x="195534" y="180485"/>
                </a:cubicBezTo>
                <a:cubicBezTo>
                  <a:pt x="204408" y="173834"/>
                  <a:pt x="209203" y="164647"/>
                  <a:pt x="209919" y="152924"/>
                </a:cubicBezTo>
                <a:lnTo>
                  <a:pt x="209936" y="152798"/>
                </a:lnTo>
                <a:lnTo>
                  <a:pt x="209945" y="152336"/>
                </a:lnTo>
                <a:lnTo>
                  <a:pt x="209945" y="103351"/>
                </a:lnTo>
                <a:lnTo>
                  <a:pt x="193485" y="101294"/>
                </a:lnTo>
                <a:cubicBezTo>
                  <a:pt x="184874" y="100258"/>
                  <a:pt x="176692" y="97610"/>
                  <a:pt x="168938" y="93350"/>
                </a:cubicBezTo>
                <a:lnTo>
                  <a:pt x="159608" y="88177"/>
                </a:lnTo>
                <a:lnTo>
                  <a:pt x="150203" y="93341"/>
                </a:lnTo>
                <a:cubicBezTo>
                  <a:pt x="142421" y="97574"/>
                  <a:pt x="134225" y="100225"/>
                  <a:pt x="125614" y="101294"/>
                </a:cubicBezTo>
                <a:close/>
                <a:moveTo>
                  <a:pt x="133869" y="167208"/>
                </a:moveTo>
                <a:cubicBezTo>
                  <a:pt x="129054" y="163636"/>
                  <a:pt x="126423" y="158612"/>
                  <a:pt x="125975" y="152134"/>
                </a:cubicBezTo>
                <a:lnTo>
                  <a:pt x="125975" y="118182"/>
                </a:lnTo>
                <a:lnTo>
                  <a:pt x="127680" y="117964"/>
                </a:lnTo>
                <a:cubicBezTo>
                  <a:pt x="138401" y="116631"/>
                  <a:pt x="148607" y="113328"/>
                  <a:pt x="158298" y="108054"/>
                </a:cubicBezTo>
                <a:lnTo>
                  <a:pt x="159566" y="107357"/>
                </a:lnTo>
                <a:lnTo>
                  <a:pt x="160851" y="108071"/>
                </a:lnTo>
                <a:cubicBezTo>
                  <a:pt x="170503" y="113378"/>
                  <a:pt x="180687" y="116676"/>
                  <a:pt x="191402" y="117964"/>
                </a:cubicBezTo>
                <a:lnTo>
                  <a:pt x="193149" y="118182"/>
                </a:lnTo>
                <a:lnTo>
                  <a:pt x="193149" y="152042"/>
                </a:lnTo>
                <a:cubicBezTo>
                  <a:pt x="192718" y="158564"/>
                  <a:pt x="190126" y="163589"/>
                  <a:pt x="185373" y="167116"/>
                </a:cubicBezTo>
                <a:lnTo>
                  <a:pt x="185221" y="167233"/>
                </a:lnTo>
                <a:lnTo>
                  <a:pt x="185070" y="167351"/>
                </a:lnTo>
                <a:cubicBezTo>
                  <a:pt x="177613" y="173437"/>
                  <a:pt x="169540" y="178083"/>
                  <a:pt x="160851" y="181291"/>
                </a:cubicBezTo>
                <a:lnTo>
                  <a:pt x="160717" y="181342"/>
                </a:lnTo>
                <a:lnTo>
                  <a:pt x="159566" y="181812"/>
                </a:lnTo>
                <a:lnTo>
                  <a:pt x="158517" y="181392"/>
                </a:lnTo>
                <a:lnTo>
                  <a:pt x="158374" y="181333"/>
                </a:lnTo>
                <a:cubicBezTo>
                  <a:pt x="149612" y="178086"/>
                  <a:pt x="141547" y="173456"/>
                  <a:pt x="134180" y="167443"/>
                </a:cubicBezTo>
                <a:lnTo>
                  <a:pt x="134029" y="167326"/>
                </a:lnTo>
                <a:lnTo>
                  <a:pt x="133869" y="167208"/>
                </a:lnTo>
                <a:close/>
              </a:path>
            </a:pathLst>
          </a:custGeom>
          <a:solidFill>
            <a:schemeClr val="accent1"/>
          </a:solidFill>
          <a:ln w="260" cap="flat">
            <a:noFill/>
            <a:prstDash val="solid"/>
            <a:miter/>
          </a:ln>
        </p:spPr>
        <p:txBody>
          <a:bodyPr rtlCol="0" anchor="ctr"/>
          <a:lstStyle/>
          <a:p>
            <a:endParaRPr lang="zh-CN" altLang="en-US"/>
          </a:p>
        </p:txBody>
      </p:sp>
      <p:sp>
        <p:nvSpPr>
          <p:cNvPr id="1225" name="图形 1223">
            <a:extLst>
              <a:ext uri="{FF2B5EF4-FFF2-40B4-BE49-F238E27FC236}">
                <a16:creationId xmlns:a16="http://schemas.microsoft.com/office/drawing/2014/main" id="{CCE826DE-2211-B3FA-31BB-F658DEBB456F}"/>
              </a:ext>
            </a:extLst>
          </p:cNvPr>
          <p:cNvSpPr/>
          <p:nvPr/>
        </p:nvSpPr>
        <p:spPr>
          <a:xfrm>
            <a:off x="2259776" y="2436294"/>
            <a:ext cx="233307" cy="198725"/>
          </a:xfrm>
          <a:custGeom>
            <a:avLst/>
            <a:gdLst>
              <a:gd name="connsiteX0" fmla="*/ 23245 w 233307"/>
              <a:gd name="connsiteY0" fmla="*/ 0 h 198725"/>
              <a:gd name="connsiteX1" fmla="*/ 0 w 233307"/>
              <a:gd name="connsiteY1" fmla="*/ 0 h 198725"/>
              <a:gd name="connsiteX2" fmla="*/ 0 w 233307"/>
              <a:gd name="connsiteY2" fmla="*/ 87068 h 198725"/>
              <a:gd name="connsiteX3" fmla="*/ 134902 w 233307"/>
              <a:gd name="connsiteY3" fmla="*/ 87068 h 198725"/>
              <a:gd name="connsiteX4" fmla="*/ 134902 w 233307"/>
              <a:gd name="connsiteY4" fmla="*/ 0 h 198725"/>
              <a:gd name="connsiteX5" fmla="*/ 23245 w 233307"/>
              <a:gd name="connsiteY5" fmla="*/ 0 h 198725"/>
              <a:gd name="connsiteX6" fmla="*/ 23245 w 233307"/>
              <a:gd name="connsiteY6" fmla="*/ 23245 h 198725"/>
              <a:gd name="connsiteX7" fmla="*/ 111657 w 233307"/>
              <a:gd name="connsiteY7" fmla="*/ 23245 h 198725"/>
              <a:gd name="connsiteX8" fmla="*/ 111657 w 233307"/>
              <a:gd name="connsiteY8" fmla="*/ 63823 h 198725"/>
              <a:gd name="connsiteX9" fmla="*/ 23245 w 233307"/>
              <a:gd name="connsiteY9" fmla="*/ 63823 h 198725"/>
              <a:gd name="connsiteX10" fmla="*/ 23245 w 233307"/>
              <a:gd name="connsiteY10" fmla="*/ 23245 h 198725"/>
              <a:gd name="connsiteX11" fmla="*/ 23245 w 233307"/>
              <a:gd name="connsiteY11" fmla="*/ 111657 h 198725"/>
              <a:gd name="connsiteX12" fmla="*/ 0 w 233307"/>
              <a:gd name="connsiteY12" fmla="*/ 111657 h 198725"/>
              <a:gd name="connsiteX13" fmla="*/ 0 w 233307"/>
              <a:gd name="connsiteY13" fmla="*/ 198725 h 198725"/>
              <a:gd name="connsiteX14" fmla="*/ 134902 w 233307"/>
              <a:gd name="connsiteY14" fmla="*/ 198725 h 198725"/>
              <a:gd name="connsiteX15" fmla="*/ 134902 w 233307"/>
              <a:gd name="connsiteY15" fmla="*/ 111657 h 198725"/>
              <a:gd name="connsiteX16" fmla="*/ 23245 w 233307"/>
              <a:gd name="connsiteY16" fmla="*/ 111657 h 198725"/>
              <a:gd name="connsiteX17" fmla="*/ 23245 w 233307"/>
              <a:gd name="connsiteY17" fmla="*/ 134902 h 198725"/>
              <a:gd name="connsiteX18" fmla="*/ 111657 w 233307"/>
              <a:gd name="connsiteY18" fmla="*/ 134902 h 198725"/>
              <a:gd name="connsiteX19" fmla="*/ 111657 w 233307"/>
              <a:gd name="connsiteY19" fmla="*/ 175480 h 198725"/>
              <a:gd name="connsiteX20" fmla="*/ 23245 w 233307"/>
              <a:gd name="connsiteY20" fmla="*/ 175480 h 198725"/>
              <a:gd name="connsiteX21" fmla="*/ 23245 w 233307"/>
              <a:gd name="connsiteY21" fmla="*/ 134902 h 198725"/>
              <a:gd name="connsiteX22" fmla="*/ 171046 w 233307"/>
              <a:gd name="connsiteY22" fmla="*/ 44072 h 198725"/>
              <a:gd name="connsiteX23" fmla="*/ 149682 w 233307"/>
              <a:gd name="connsiteY23" fmla="*/ 65570 h 198725"/>
              <a:gd name="connsiteX24" fmla="*/ 149548 w 233307"/>
              <a:gd name="connsiteY24" fmla="*/ 65704 h 198725"/>
              <a:gd name="connsiteX25" fmla="*/ 149682 w 233307"/>
              <a:gd name="connsiteY25" fmla="*/ 83306 h 198725"/>
              <a:gd name="connsiteX26" fmla="*/ 149816 w 233307"/>
              <a:gd name="connsiteY26" fmla="*/ 83440 h 198725"/>
              <a:gd name="connsiteX27" fmla="*/ 158550 w 233307"/>
              <a:gd name="connsiteY27" fmla="*/ 87068 h 198725"/>
              <a:gd name="connsiteX28" fmla="*/ 167418 w 233307"/>
              <a:gd name="connsiteY28" fmla="*/ 83306 h 198725"/>
              <a:gd name="connsiteX29" fmla="*/ 188782 w 233307"/>
              <a:gd name="connsiteY29" fmla="*/ 61942 h 198725"/>
              <a:gd name="connsiteX30" fmla="*/ 210146 w 233307"/>
              <a:gd name="connsiteY30" fmla="*/ 83306 h 198725"/>
              <a:gd name="connsiteX31" fmla="*/ 210415 w 233307"/>
              <a:gd name="connsiteY31" fmla="*/ 83575 h 198725"/>
              <a:gd name="connsiteX32" fmla="*/ 228151 w 233307"/>
              <a:gd name="connsiteY32" fmla="*/ 83440 h 198725"/>
              <a:gd name="connsiteX33" fmla="*/ 228285 w 233307"/>
              <a:gd name="connsiteY33" fmla="*/ 83306 h 198725"/>
              <a:gd name="connsiteX34" fmla="*/ 231913 w 233307"/>
              <a:gd name="connsiteY34" fmla="*/ 74438 h 198725"/>
              <a:gd name="connsiteX35" fmla="*/ 228151 w 233307"/>
              <a:gd name="connsiteY35" fmla="*/ 65704 h 198725"/>
              <a:gd name="connsiteX36" fmla="*/ 206787 w 233307"/>
              <a:gd name="connsiteY36" fmla="*/ 44340 h 198725"/>
              <a:gd name="connsiteX37" fmla="*/ 228151 w 233307"/>
              <a:gd name="connsiteY37" fmla="*/ 22976 h 198725"/>
              <a:gd name="connsiteX38" fmla="*/ 228420 w 233307"/>
              <a:gd name="connsiteY38" fmla="*/ 22708 h 198725"/>
              <a:gd name="connsiteX39" fmla="*/ 232048 w 233307"/>
              <a:gd name="connsiteY39" fmla="*/ 13840 h 198725"/>
              <a:gd name="connsiteX40" fmla="*/ 228420 w 233307"/>
              <a:gd name="connsiteY40" fmla="*/ 5106 h 198725"/>
              <a:gd name="connsiteX41" fmla="*/ 228285 w 233307"/>
              <a:gd name="connsiteY41" fmla="*/ 4971 h 198725"/>
              <a:gd name="connsiteX42" fmla="*/ 210684 w 233307"/>
              <a:gd name="connsiteY42" fmla="*/ 5106 h 198725"/>
              <a:gd name="connsiteX43" fmla="*/ 189320 w 233307"/>
              <a:gd name="connsiteY43" fmla="*/ 26470 h 198725"/>
              <a:gd name="connsiteX44" fmla="*/ 167956 w 233307"/>
              <a:gd name="connsiteY44" fmla="*/ 5106 h 198725"/>
              <a:gd name="connsiteX45" fmla="*/ 167821 w 233307"/>
              <a:gd name="connsiteY45" fmla="*/ 4971 h 198725"/>
              <a:gd name="connsiteX46" fmla="*/ 159088 w 233307"/>
              <a:gd name="connsiteY46" fmla="*/ 1344 h 198725"/>
              <a:gd name="connsiteX47" fmla="*/ 158953 w 233307"/>
              <a:gd name="connsiteY47" fmla="*/ 1344 h 198725"/>
              <a:gd name="connsiteX48" fmla="*/ 150220 w 233307"/>
              <a:gd name="connsiteY48" fmla="*/ 4971 h 198725"/>
              <a:gd name="connsiteX49" fmla="*/ 149951 w 233307"/>
              <a:gd name="connsiteY49" fmla="*/ 5240 h 198725"/>
              <a:gd name="connsiteX50" fmla="*/ 146323 w 233307"/>
              <a:gd name="connsiteY50" fmla="*/ 14108 h 198725"/>
              <a:gd name="connsiteX51" fmla="*/ 150085 w 233307"/>
              <a:gd name="connsiteY51" fmla="*/ 22842 h 198725"/>
              <a:gd name="connsiteX52" fmla="*/ 171046 w 233307"/>
              <a:gd name="connsiteY52" fmla="*/ 44072 h 198725"/>
              <a:gd name="connsiteX53" fmla="*/ 233257 w 233307"/>
              <a:gd name="connsiteY53" fmla="*/ 131408 h 198725"/>
              <a:gd name="connsiteX54" fmla="*/ 229226 w 233307"/>
              <a:gd name="connsiteY54" fmla="*/ 123212 h 198725"/>
              <a:gd name="connsiteX55" fmla="*/ 229091 w 233307"/>
              <a:gd name="connsiteY55" fmla="*/ 123078 h 198725"/>
              <a:gd name="connsiteX56" fmla="*/ 212296 w 233307"/>
              <a:gd name="connsiteY56" fmla="*/ 124287 h 198725"/>
              <a:gd name="connsiteX57" fmla="*/ 180317 w 233307"/>
              <a:gd name="connsiteY57" fmla="*/ 160700 h 198725"/>
              <a:gd name="connsiteX58" fmla="*/ 166343 w 233307"/>
              <a:gd name="connsiteY58" fmla="*/ 146726 h 198725"/>
              <a:gd name="connsiteX59" fmla="*/ 166209 w 233307"/>
              <a:gd name="connsiteY59" fmla="*/ 146592 h 198725"/>
              <a:gd name="connsiteX60" fmla="*/ 149413 w 233307"/>
              <a:gd name="connsiteY60" fmla="*/ 146726 h 198725"/>
              <a:gd name="connsiteX61" fmla="*/ 149279 w 233307"/>
              <a:gd name="connsiteY61" fmla="*/ 146860 h 198725"/>
              <a:gd name="connsiteX62" fmla="*/ 149413 w 233307"/>
              <a:gd name="connsiteY62" fmla="*/ 163656 h 198725"/>
              <a:gd name="connsiteX63" fmla="*/ 172390 w 233307"/>
              <a:gd name="connsiteY63" fmla="*/ 186632 h 198725"/>
              <a:gd name="connsiteX64" fmla="*/ 173061 w 233307"/>
              <a:gd name="connsiteY64" fmla="*/ 187304 h 198725"/>
              <a:gd name="connsiteX65" fmla="*/ 180720 w 233307"/>
              <a:gd name="connsiteY65" fmla="*/ 190260 h 198725"/>
              <a:gd name="connsiteX66" fmla="*/ 181661 w 233307"/>
              <a:gd name="connsiteY66" fmla="*/ 190260 h 198725"/>
              <a:gd name="connsiteX67" fmla="*/ 189991 w 233307"/>
              <a:gd name="connsiteY67" fmla="*/ 186229 h 198725"/>
              <a:gd name="connsiteX68" fmla="*/ 230301 w 233307"/>
              <a:gd name="connsiteY68" fmla="*/ 140142 h 198725"/>
              <a:gd name="connsiteX69" fmla="*/ 231241 w 233307"/>
              <a:gd name="connsiteY69" fmla="*/ 139067 h 198725"/>
              <a:gd name="connsiteX70" fmla="*/ 231241 w 233307"/>
              <a:gd name="connsiteY70" fmla="*/ 138933 h 198725"/>
              <a:gd name="connsiteX71" fmla="*/ 233257 w 233307"/>
              <a:gd name="connsiteY71" fmla="*/ 131408 h 198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33307" h="198725">
                <a:moveTo>
                  <a:pt x="23245" y="0"/>
                </a:moveTo>
                <a:lnTo>
                  <a:pt x="0" y="0"/>
                </a:lnTo>
                <a:lnTo>
                  <a:pt x="0" y="87068"/>
                </a:lnTo>
                <a:lnTo>
                  <a:pt x="134902" y="87068"/>
                </a:lnTo>
                <a:lnTo>
                  <a:pt x="134902" y="0"/>
                </a:lnTo>
                <a:lnTo>
                  <a:pt x="23245" y="0"/>
                </a:lnTo>
                <a:close/>
                <a:moveTo>
                  <a:pt x="23245" y="23245"/>
                </a:moveTo>
                <a:lnTo>
                  <a:pt x="111657" y="23245"/>
                </a:lnTo>
                <a:lnTo>
                  <a:pt x="111657" y="63823"/>
                </a:lnTo>
                <a:lnTo>
                  <a:pt x="23245" y="63823"/>
                </a:lnTo>
                <a:lnTo>
                  <a:pt x="23245" y="23245"/>
                </a:lnTo>
                <a:close/>
                <a:moveTo>
                  <a:pt x="23245" y="111657"/>
                </a:moveTo>
                <a:lnTo>
                  <a:pt x="0" y="111657"/>
                </a:lnTo>
                <a:lnTo>
                  <a:pt x="0" y="198725"/>
                </a:lnTo>
                <a:lnTo>
                  <a:pt x="134902" y="198725"/>
                </a:lnTo>
                <a:lnTo>
                  <a:pt x="134902" y="111657"/>
                </a:lnTo>
                <a:lnTo>
                  <a:pt x="23245" y="111657"/>
                </a:lnTo>
                <a:close/>
                <a:moveTo>
                  <a:pt x="23245" y="134902"/>
                </a:moveTo>
                <a:lnTo>
                  <a:pt x="111657" y="134902"/>
                </a:lnTo>
                <a:lnTo>
                  <a:pt x="111657" y="175480"/>
                </a:lnTo>
                <a:lnTo>
                  <a:pt x="23245" y="175480"/>
                </a:lnTo>
                <a:lnTo>
                  <a:pt x="23245" y="134902"/>
                </a:lnTo>
                <a:close/>
                <a:moveTo>
                  <a:pt x="171046" y="44072"/>
                </a:moveTo>
                <a:lnTo>
                  <a:pt x="149682" y="65570"/>
                </a:lnTo>
                <a:lnTo>
                  <a:pt x="149548" y="65704"/>
                </a:lnTo>
                <a:cubicBezTo>
                  <a:pt x="144711" y="70676"/>
                  <a:pt x="144845" y="78603"/>
                  <a:pt x="149682" y="83306"/>
                </a:cubicBezTo>
                <a:lnTo>
                  <a:pt x="149816" y="83440"/>
                </a:lnTo>
                <a:cubicBezTo>
                  <a:pt x="152235" y="85859"/>
                  <a:pt x="155460" y="87068"/>
                  <a:pt x="158550" y="87068"/>
                </a:cubicBezTo>
                <a:cubicBezTo>
                  <a:pt x="161775" y="87068"/>
                  <a:pt x="165000" y="85859"/>
                  <a:pt x="167418" y="83306"/>
                </a:cubicBezTo>
                <a:lnTo>
                  <a:pt x="188782" y="61942"/>
                </a:lnTo>
                <a:lnTo>
                  <a:pt x="210146" y="83306"/>
                </a:lnTo>
                <a:lnTo>
                  <a:pt x="210415" y="83575"/>
                </a:lnTo>
                <a:cubicBezTo>
                  <a:pt x="215386" y="88412"/>
                  <a:pt x="223314" y="88277"/>
                  <a:pt x="228151" y="83440"/>
                </a:cubicBezTo>
                <a:lnTo>
                  <a:pt x="228285" y="83306"/>
                </a:lnTo>
                <a:cubicBezTo>
                  <a:pt x="230569" y="80887"/>
                  <a:pt x="231913" y="77797"/>
                  <a:pt x="231913" y="74438"/>
                </a:cubicBezTo>
                <a:cubicBezTo>
                  <a:pt x="231913" y="71079"/>
                  <a:pt x="230569" y="67988"/>
                  <a:pt x="228151" y="65704"/>
                </a:cubicBezTo>
                <a:lnTo>
                  <a:pt x="206787" y="44340"/>
                </a:lnTo>
                <a:lnTo>
                  <a:pt x="228151" y="22976"/>
                </a:lnTo>
                <a:lnTo>
                  <a:pt x="228420" y="22708"/>
                </a:lnTo>
                <a:cubicBezTo>
                  <a:pt x="230704" y="20289"/>
                  <a:pt x="232048" y="17199"/>
                  <a:pt x="232048" y="13840"/>
                </a:cubicBezTo>
                <a:cubicBezTo>
                  <a:pt x="232048" y="10480"/>
                  <a:pt x="230704" y="7390"/>
                  <a:pt x="228420" y="5106"/>
                </a:cubicBezTo>
                <a:lnTo>
                  <a:pt x="228285" y="4971"/>
                </a:lnTo>
                <a:cubicBezTo>
                  <a:pt x="223314" y="134"/>
                  <a:pt x="215386" y="269"/>
                  <a:pt x="210684" y="5106"/>
                </a:cubicBezTo>
                <a:lnTo>
                  <a:pt x="189320" y="26470"/>
                </a:lnTo>
                <a:lnTo>
                  <a:pt x="167956" y="5106"/>
                </a:lnTo>
                <a:lnTo>
                  <a:pt x="167821" y="4971"/>
                </a:lnTo>
                <a:cubicBezTo>
                  <a:pt x="165403" y="2687"/>
                  <a:pt x="162312" y="1344"/>
                  <a:pt x="159088" y="1344"/>
                </a:cubicBezTo>
                <a:lnTo>
                  <a:pt x="158953" y="1344"/>
                </a:lnTo>
                <a:cubicBezTo>
                  <a:pt x="155594" y="1344"/>
                  <a:pt x="152504" y="2687"/>
                  <a:pt x="150220" y="4971"/>
                </a:cubicBezTo>
                <a:lnTo>
                  <a:pt x="149951" y="5240"/>
                </a:lnTo>
                <a:cubicBezTo>
                  <a:pt x="147667" y="7659"/>
                  <a:pt x="146323" y="10749"/>
                  <a:pt x="146323" y="14108"/>
                </a:cubicBezTo>
                <a:cubicBezTo>
                  <a:pt x="146323" y="17467"/>
                  <a:pt x="147667" y="20558"/>
                  <a:pt x="150085" y="22842"/>
                </a:cubicBezTo>
                <a:lnTo>
                  <a:pt x="171046" y="44072"/>
                </a:lnTo>
                <a:close/>
                <a:moveTo>
                  <a:pt x="233257" y="131408"/>
                </a:moveTo>
                <a:cubicBezTo>
                  <a:pt x="232988" y="128184"/>
                  <a:pt x="231644" y="125362"/>
                  <a:pt x="229226" y="123212"/>
                </a:cubicBezTo>
                <a:lnTo>
                  <a:pt x="229091" y="123078"/>
                </a:lnTo>
                <a:cubicBezTo>
                  <a:pt x="224120" y="118778"/>
                  <a:pt x="216596" y="119316"/>
                  <a:pt x="212296" y="124287"/>
                </a:cubicBezTo>
                <a:lnTo>
                  <a:pt x="180317" y="160700"/>
                </a:lnTo>
                <a:lnTo>
                  <a:pt x="166343" y="146726"/>
                </a:lnTo>
                <a:lnTo>
                  <a:pt x="166209" y="146592"/>
                </a:lnTo>
                <a:cubicBezTo>
                  <a:pt x="161506" y="142023"/>
                  <a:pt x="153982" y="142023"/>
                  <a:pt x="149413" y="146726"/>
                </a:cubicBezTo>
                <a:lnTo>
                  <a:pt x="149279" y="146860"/>
                </a:lnTo>
                <a:cubicBezTo>
                  <a:pt x="144711" y="151563"/>
                  <a:pt x="144711" y="159088"/>
                  <a:pt x="149413" y="163656"/>
                </a:cubicBezTo>
                <a:lnTo>
                  <a:pt x="172390" y="186632"/>
                </a:lnTo>
                <a:lnTo>
                  <a:pt x="173061" y="187304"/>
                </a:lnTo>
                <a:cubicBezTo>
                  <a:pt x="175211" y="189185"/>
                  <a:pt x="177899" y="190260"/>
                  <a:pt x="180720" y="190260"/>
                </a:cubicBezTo>
                <a:lnTo>
                  <a:pt x="181661" y="190260"/>
                </a:lnTo>
                <a:cubicBezTo>
                  <a:pt x="184886" y="190126"/>
                  <a:pt x="187842" y="188648"/>
                  <a:pt x="189991" y="186229"/>
                </a:cubicBezTo>
                <a:lnTo>
                  <a:pt x="230301" y="140142"/>
                </a:lnTo>
                <a:lnTo>
                  <a:pt x="231241" y="139067"/>
                </a:lnTo>
                <a:lnTo>
                  <a:pt x="231241" y="138933"/>
                </a:lnTo>
                <a:cubicBezTo>
                  <a:pt x="232719" y="136649"/>
                  <a:pt x="233526" y="133961"/>
                  <a:pt x="233257" y="131408"/>
                </a:cubicBezTo>
                <a:close/>
              </a:path>
            </a:pathLst>
          </a:custGeom>
          <a:solidFill>
            <a:schemeClr val="accent1"/>
          </a:solidFill>
          <a:ln w="260" cap="flat">
            <a:noFill/>
            <a:prstDash val="solid"/>
            <a:miter/>
          </a:ln>
        </p:spPr>
        <p:txBody>
          <a:bodyPr rtlCol="0" anchor="ctr"/>
          <a:lstStyle/>
          <a:p>
            <a:endParaRPr lang="zh-CN" altLang="en-US"/>
          </a:p>
        </p:txBody>
      </p:sp>
      <p:sp>
        <p:nvSpPr>
          <p:cNvPr id="1228" name="图形 1226">
            <a:extLst>
              <a:ext uri="{FF2B5EF4-FFF2-40B4-BE49-F238E27FC236}">
                <a16:creationId xmlns:a16="http://schemas.microsoft.com/office/drawing/2014/main" id="{65B717DB-AA07-DE76-9BFD-AB83ABF38838}"/>
              </a:ext>
            </a:extLst>
          </p:cNvPr>
          <p:cNvSpPr/>
          <p:nvPr/>
        </p:nvSpPr>
        <p:spPr>
          <a:xfrm>
            <a:off x="3338039" y="2428507"/>
            <a:ext cx="210615" cy="214299"/>
          </a:xfrm>
          <a:custGeom>
            <a:avLst/>
            <a:gdLst>
              <a:gd name="connsiteX0" fmla="*/ 194101 w 210615"/>
              <a:gd name="connsiteY0" fmla="*/ 115918 h 214299"/>
              <a:gd name="connsiteX1" fmla="*/ 185703 w 210615"/>
              <a:gd name="connsiteY1" fmla="*/ 115918 h 214299"/>
              <a:gd name="connsiteX2" fmla="*/ 202675 w 210615"/>
              <a:gd name="connsiteY2" fmla="*/ 194183 h 214299"/>
              <a:gd name="connsiteX3" fmla="*/ 192530 w 210615"/>
              <a:gd name="connsiteY3" fmla="*/ 214293 h 214299"/>
              <a:gd name="connsiteX4" fmla="*/ 24768 w 210615"/>
              <a:gd name="connsiteY4" fmla="*/ 214299 h 214299"/>
              <a:gd name="connsiteX5" fmla="*/ 11022 w 210615"/>
              <a:gd name="connsiteY5" fmla="*/ 194270 h 214299"/>
              <a:gd name="connsiteX6" fmla="*/ 27819 w 210615"/>
              <a:gd name="connsiteY6" fmla="*/ 116704 h 214299"/>
              <a:gd name="connsiteX7" fmla="*/ 20206 w 210615"/>
              <a:gd name="connsiteY7" fmla="*/ 116704 h 214299"/>
              <a:gd name="connsiteX8" fmla="*/ 25 w 210615"/>
              <a:gd name="connsiteY8" fmla="*/ 97571 h 214299"/>
              <a:gd name="connsiteX9" fmla="*/ 25 w 210615"/>
              <a:gd name="connsiteY9" fmla="*/ 82627 h 214299"/>
              <a:gd name="connsiteX10" fmla="*/ 20206 w 210615"/>
              <a:gd name="connsiteY10" fmla="*/ 61662 h 214299"/>
              <a:gd name="connsiteX11" fmla="*/ 76088 w 210615"/>
              <a:gd name="connsiteY11" fmla="*/ 61662 h 214299"/>
              <a:gd name="connsiteX12" fmla="*/ 76088 w 210615"/>
              <a:gd name="connsiteY12" fmla="*/ 20984 h 214299"/>
              <a:gd name="connsiteX13" fmla="*/ 104142 w 210615"/>
              <a:gd name="connsiteY13" fmla="*/ 0 h 214299"/>
              <a:gd name="connsiteX14" fmla="*/ 131934 w 210615"/>
              <a:gd name="connsiteY14" fmla="*/ 20984 h 214299"/>
              <a:gd name="connsiteX15" fmla="*/ 131934 w 210615"/>
              <a:gd name="connsiteY15" fmla="*/ 61924 h 214299"/>
              <a:gd name="connsiteX16" fmla="*/ 188079 w 210615"/>
              <a:gd name="connsiteY16" fmla="*/ 61924 h 214299"/>
              <a:gd name="connsiteX17" fmla="*/ 210616 w 210615"/>
              <a:gd name="connsiteY17" fmla="*/ 81057 h 214299"/>
              <a:gd name="connsiteX18" fmla="*/ 210616 w 210615"/>
              <a:gd name="connsiteY18" fmla="*/ 97047 h 214299"/>
              <a:gd name="connsiteX19" fmla="*/ 192530 w 210615"/>
              <a:gd name="connsiteY19" fmla="*/ 115918 h 214299"/>
              <a:gd name="connsiteX20" fmla="*/ 194101 w 210615"/>
              <a:gd name="connsiteY20" fmla="*/ 115918 h 214299"/>
              <a:gd name="connsiteX21" fmla="*/ 27120 w 210615"/>
              <a:gd name="connsiteY21" fmla="*/ 198286 h 214299"/>
              <a:gd name="connsiteX22" fmla="*/ 57419 w 210615"/>
              <a:gd name="connsiteY22" fmla="*/ 198286 h 214299"/>
              <a:gd name="connsiteX23" fmla="*/ 57917 w 210615"/>
              <a:gd name="connsiteY23" fmla="*/ 194575 h 214299"/>
              <a:gd name="connsiteX24" fmla="*/ 64935 w 210615"/>
              <a:gd name="connsiteY24" fmla="*/ 150546 h 214299"/>
              <a:gd name="connsiteX25" fmla="*/ 74620 w 210615"/>
              <a:gd name="connsiteY25" fmla="*/ 144811 h 214299"/>
              <a:gd name="connsiteX26" fmla="*/ 81122 w 210615"/>
              <a:gd name="connsiteY26" fmla="*/ 153339 h 214299"/>
              <a:gd name="connsiteX27" fmla="*/ 74320 w 210615"/>
              <a:gd name="connsiteY27" fmla="*/ 196345 h 214299"/>
              <a:gd name="connsiteX28" fmla="*/ 74058 w 210615"/>
              <a:gd name="connsiteY28" fmla="*/ 198286 h 214299"/>
              <a:gd name="connsiteX29" fmla="*/ 186286 w 210615"/>
              <a:gd name="connsiteY29" fmla="*/ 198286 h 214299"/>
              <a:gd name="connsiteX30" fmla="*/ 170026 w 210615"/>
              <a:gd name="connsiteY30" fmla="*/ 116599 h 214299"/>
              <a:gd name="connsiteX31" fmla="*/ 43118 w 210615"/>
              <a:gd name="connsiteY31" fmla="*/ 116599 h 214299"/>
              <a:gd name="connsiteX32" fmla="*/ 27120 w 210615"/>
              <a:gd name="connsiteY32" fmla="*/ 198286 h 214299"/>
              <a:gd name="connsiteX33" fmla="*/ 115785 w 210615"/>
              <a:gd name="connsiteY33" fmla="*/ 23770 h 214299"/>
              <a:gd name="connsiteX34" fmla="*/ 104142 w 210615"/>
              <a:gd name="connsiteY34" fmla="*/ 13672 h 214299"/>
              <a:gd name="connsiteX35" fmla="*/ 92499 w 210615"/>
              <a:gd name="connsiteY35" fmla="*/ 23770 h 214299"/>
              <a:gd name="connsiteX36" fmla="*/ 92499 w 210615"/>
              <a:gd name="connsiteY36" fmla="*/ 62366 h 214299"/>
              <a:gd name="connsiteX37" fmla="*/ 115785 w 210615"/>
              <a:gd name="connsiteY37" fmla="*/ 62366 h 214299"/>
              <a:gd name="connsiteX38" fmla="*/ 115785 w 210615"/>
              <a:gd name="connsiteY38" fmla="*/ 23770 h 214299"/>
              <a:gd name="connsiteX39" fmla="*/ 195942 w 210615"/>
              <a:gd name="connsiteY39" fmla="*/ 77430 h 214299"/>
              <a:gd name="connsiteX40" fmla="*/ 15594 w 210615"/>
              <a:gd name="connsiteY40" fmla="*/ 77430 h 214299"/>
              <a:gd name="connsiteX41" fmla="*/ 15594 w 210615"/>
              <a:gd name="connsiteY41" fmla="*/ 101545 h 214299"/>
              <a:gd name="connsiteX42" fmla="*/ 195942 w 210615"/>
              <a:gd name="connsiteY42" fmla="*/ 101545 h 214299"/>
              <a:gd name="connsiteX43" fmla="*/ 195942 w 210615"/>
              <a:gd name="connsiteY43" fmla="*/ 77430 h 2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10615" h="214299">
                <a:moveTo>
                  <a:pt x="194101" y="115918"/>
                </a:moveTo>
                <a:lnTo>
                  <a:pt x="185703" y="115918"/>
                </a:lnTo>
                <a:lnTo>
                  <a:pt x="202675" y="194183"/>
                </a:lnTo>
                <a:cubicBezTo>
                  <a:pt x="205991" y="207797"/>
                  <a:pt x="200056" y="213383"/>
                  <a:pt x="192530" y="214293"/>
                </a:cubicBezTo>
                <a:lnTo>
                  <a:pt x="24768" y="214299"/>
                </a:lnTo>
                <a:cubicBezTo>
                  <a:pt x="13510" y="214037"/>
                  <a:pt x="8142" y="207492"/>
                  <a:pt x="11022" y="194270"/>
                </a:cubicBezTo>
                <a:lnTo>
                  <a:pt x="27819" y="116704"/>
                </a:lnTo>
                <a:lnTo>
                  <a:pt x="20206" y="116704"/>
                </a:lnTo>
                <a:cubicBezTo>
                  <a:pt x="8666" y="115986"/>
                  <a:pt x="-20" y="112773"/>
                  <a:pt x="25" y="97571"/>
                </a:cubicBezTo>
                <a:lnTo>
                  <a:pt x="25" y="82627"/>
                </a:lnTo>
                <a:cubicBezTo>
                  <a:pt x="25" y="76826"/>
                  <a:pt x="-1555" y="61035"/>
                  <a:pt x="20206" y="61662"/>
                </a:cubicBezTo>
                <a:lnTo>
                  <a:pt x="76088" y="61662"/>
                </a:lnTo>
                <a:lnTo>
                  <a:pt x="76088" y="20984"/>
                </a:lnTo>
                <a:cubicBezTo>
                  <a:pt x="76543" y="6938"/>
                  <a:pt x="92566" y="0"/>
                  <a:pt x="104142" y="0"/>
                </a:cubicBezTo>
                <a:cubicBezTo>
                  <a:pt x="115719" y="0"/>
                  <a:pt x="132573" y="7593"/>
                  <a:pt x="131934" y="20984"/>
                </a:cubicBezTo>
                <a:lnTo>
                  <a:pt x="131934" y="61924"/>
                </a:lnTo>
                <a:lnTo>
                  <a:pt x="188079" y="61924"/>
                </a:lnTo>
                <a:cubicBezTo>
                  <a:pt x="211314" y="61255"/>
                  <a:pt x="210136" y="71739"/>
                  <a:pt x="210616" y="81057"/>
                </a:cubicBezTo>
                <a:lnTo>
                  <a:pt x="210616" y="97047"/>
                </a:lnTo>
                <a:cubicBezTo>
                  <a:pt x="210656" y="111019"/>
                  <a:pt x="203285" y="115288"/>
                  <a:pt x="192530" y="115918"/>
                </a:cubicBezTo>
                <a:lnTo>
                  <a:pt x="194101" y="115918"/>
                </a:lnTo>
                <a:close/>
                <a:moveTo>
                  <a:pt x="27120" y="198286"/>
                </a:moveTo>
                <a:lnTo>
                  <a:pt x="57419" y="198286"/>
                </a:lnTo>
                <a:cubicBezTo>
                  <a:pt x="57419" y="198286"/>
                  <a:pt x="57696" y="195926"/>
                  <a:pt x="57917" y="194575"/>
                </a:cubicBezTo>
                <a:lnTo>
                  <a:pt x="64935" y="150546"/>
                </a:lnTo>
                <a:cubicBezTo>
                  <a:pt x="66332" y="146183"/>
                  <a:pt x="69314" y="144317"/>
                  <a:pt x="74620" y="144811"/>
                </a:cubicBezTo>
                <a:cubicBezTo>
                  <a:pt x="78572" y="145179"/>
                  <a:pt x="81297" y="148801"/>
                  <a:pt x="81122" y="153339"/>
                </a:cubicBezTo>
                <a:lnTo>
                  <a:pt x="74320" y="196345"/>
                </a:lnTo>
                <a:cubicBezTo>
                  <a:pt x="74198" y="197058"/>
                  <a:pt x="74141" y="197378"/>
                  <a:pt x="74058" y="198286"/>
                </a:cubicBezTo>
                <a:lnTo>
                  <a:pt x="186286" y="198286"/>
                </a:lnTo>
                <a:lnTo>
                  <a:pt x="170026" y="116599"/>
                </a:lnTo>
                <a:lnTo>
                  <a:pt x="43118" y="116599"/>
                </a:lnTo>
                <a:lnTo>
                  <a:pt x="27120" y="198286"/>
                </a:lnTo>
                <a:close/>
                <a:moveTo>
                  <a:pt x="115785" y="23770"/>
                </a:moveTo>
                <a:cubicBezTo>
                  <a:pt x="115785" y="17762"/>
                  <a:pt x="110150" y="13672"/>
                  <a:pt x="104142" y="13672"/>
                </a:cubicBezTo>
                <a:cubicBezTo>
                  <a:pt x="98134" y="13672"/>
                  <a:pt x="92499" y="17762"/>
                  <a:pt x="92499" y="23770"/>
                </a:cubicBezTo>
                <a:lnTo>
                  <a:pt x="92499" y="62366"/>
                </a:lnTo>
                <a:lnTo>
                  <a:pt x="115785" y="62366"/>
                </a:lnTo>
                <a:lnTo>
                  <a:pt x="115785" y="23770"/>
                </a:lnTo>
                <a:close/>
                <a:moveTo>
                  <a:pt x="195942" y="77430"/>
                </a:moveTo>
                <a:lnTo>
                  <a:pt x="15594" y="77430"/>
                </a:lnTo>
                <a:lnTo>
                  <a:pt x="15594" y="101545"/>
                </a:lnTo>
                <a:lnTo>
                  <a:pt x="195942" y="101545"/>
                </a:lnTo>
                <a:lnTo>
                  <a:pt x="195942" y="77430"/>
                </a:lnTo>
                <a:close/>
              </a:path>
            </a:pathLst>
          </a:custGeom>
          <a:solidFill>
            <a:schemeClr val="accent1"/>
          </a:solidFill>
          <a:ln w="223" cap="flat">
            <a:noFill/>
            <a:prstDash val="solid"/>
            <a:miter/>
          </a:ln>
        </p:spPr>
        <p:txBody>
          <a:bodyPr rtlCol="0" anchor="ctr"/>
          <a:lstStyle/>
          <a:p>
            <a:endParaRPr lang="zh-CN" altLang="en-US"/>
          </a:p>
        </p:txBody>
      </p:sp>
      <p:grpSp>
        <p:nvGrpSpPr>
          <p:cNvPr id="1237" name="组合 1236">
            <a:extLst>
              <a:ext uri="{FF2B5EF4-FFF2-40B4-BE49-F238E27FC236}">
                <a16:creationId xmlns:a16="http://schemas.microsoft.com/office/drawing/2014/main" id="{1410B0C2-6B35-5CA5-0AE3-0E8C08A66971}"/>
              </a:ext>
            </a:extLst>
          </p:cNvPr>
          <p:cNvGrpSpPr/>
          <p:nvPr/>
        </p:nvGrpSpPr>
        <p:grpSpPr>
          <a:xfrm>
            <a:off x="4385338" y="2430349"/>
            <a:ext cx="210722" cy="210615"/>
            <a:chOff x="3338038" y="2241903"/>
            <a:chExt cx="210722" cy="210615"/>
          </a:xfrm>
        </p:grpSpPr>
        <p:sp>
          <p:nvSpPr>
            <p:cNvPr id="1232" name="任意多边形: 形状 1231">
              <a:extLst>
                <a:ext uri="{FF2B5EF4-FFF2-40B4-BE49-F238E27FC236}">
                  <a16:creationId xmlns:a16="http://schemas.microsoft.com/office/drawing/2014/main" id="{F7675449-2713-8640-2E92-9EC4C9929471}"/>
                </a:ext>
              </a:extLst>
            </p:cNvPr>
            <p:cNvSpPr/>
            <p:nvPr/>
          </p:nvSpPr>
          <p:spPr>
            <a:xfrm>
              <a:off x="3400073" y="2241903"/>
              <a:ext cx="85818" cy="93110"/>
            </a:xfrm>
            <a:custGeom>
              <a:avLst/>
              <a:gdLst>
                <a:gd name="connsiteX0" fmla="*/ 42909 w 85818"/>
                <a:gd name="connsiteY0" fmla="*/ 19952 h 93110"/>
                <a:gd name="connsiteX1" fmla="*/ 67429 w 85818"/>
                <a:gd name="connsiteY1" fmla="*/ 46555 h 93110"/>
                <a:gd name="connsiteX2" fmla="*/ 42909 w 85818"/>
                <a:gd name="connsiteY2" fmla="*/ 73158 h 93110"/>
                <a:gd name="connsiteX3" fmla="*/ 18390 w 85818"/>
                <a:gd name="connsiteY3" fmla="*/ 46555 h 93110"/>
                <a:gd name="connsiteX4" fmla="*/ 42909 w 85818"/>
                <a:gd name="connsiteY4" fmla="*/ 19952 h 93110"/>
                <a:gd name="connsiteX5" fmla="*/ 42909 w 85818"/>
                <a:gd name="connsiteY5" fmla="*/ 0 h 93110"/>
                <a:gd name="connsiteX6" fmla="*/ 0 w 85818"/>
                <a:gd name="connsiteY6" fmla="*/ 46555 h 93110"/>
                <a:gd name="connsiteX7" fmla="*/ 42909 w 85818"/>
                <a:gd name="connsiteY7" fmla="*/ 93110 h 93110"/>
                <a:gd name="connsiteX8" fmla="*/ 85819 w 85818"/>
                <a:gd name="connsiteY8" fmla="*/ 46555 h 93110"/>
                <a:gd name="connsiteX9" fmla="*/ 42909 w 85818"/>
                <a:gd name="connsiteY9" fmla="*/ 0 h 93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818" h="93110">
                  <a:moveTo>
                    <a:pt x="42909" y="19952"/>
                  </a:moveTo>
                  <a:cubicBezTo>
                    <a:pt x="56451" y="19952"/>
                    <a:pt x="67429" y="31863"/>
                    <a:pt x="67429" y="46555"/>
                  </a:cubicBezTo>
                  <a:cubicBezTo>
                    <a:pt x="67429" y="61247"/>
                    <a:pt x="56451" y="73158"/>
                    <a:pt x="42909" y="73158"/>
                  </a:cubicBezTo>
                  <a:cubicBezTo>
                    <a:pt x="29368" y="73158"/>
                    <a:pt x="18390" y="61247"/>
                    <a:pt x="18390" y="46555"/>
                  </a:cubicBezTo>
                  <a:cubicBezTo>
                    <a:pt x="18390" y="31863"/>
                    <a:pt x="29368" y="19952"/>
                    <a:pt x="42909" y="19952"/>
                  </a:cubicBezTo>
                  <a:moveTo>
                    <a:pt x="42909" y="0"/>
                  </a:moveTo>
                  <a:cubicBezTo>
                    <a:pt x="19211" y="0"/>
                    <a:pt x="0" y="20843"/>
                    <a:pt x="0" y="46555"/>
                  </a:cubicBezTo>
                  <a:cubicBezTo>
                    <a:pt x="0" y="72267"/>
                    <a:pt x="19211" y="93110"/>
                    <a:pt x="42909" y="93110"/>
                  </a:cubicBezTo>
                  <a:cubicBezTo>
                    <a:pt x="66608" y="93110"/>
                    <a:pt x="85819" y="72267"/>
                    <a:pt x="85819" y="46555"/>
                  </a:cubicBezTo>
                  <a:cubicBezTo>
                    <a:pt x="85819" y="20843"/>
                    <a:pt x="66608" y="0"/>
                    <a:pt x="42909" y="0"/>
                  </a:cubicBezTo>
                  <a:close/>
                </a:path>
              </a:pathLst>
            </a:custGeom>
            <a:solidFill>
              <a:schemeClr val="accent1"/>
            </a:solidFill>
            <a:ln w="189" cap="flat">
              <a:noFill/>
              <a:prstDash val="solid"/>
              <a:miter/>
            </a:ln>
          </p:spPr>
          <p:txBody>
            <a:bodyPr rtlCol="0" anchor="ctr"/>
            <a:lstStyle/>
            <a:p>
              <a:endParaRPr lang="zh-CN" altLang="en-US"/>
            </a:p>
          </p:txBody>
        </p:sp>
        <p:sp>
          <p:nvSpPr>
            <p:cNvPr id="1233" name="任意多边形: 形状 1232">
              <a:extLst>
                <a:ext uri="{FF2B5EF4-FFF2-40B4-BE49-F238E27FC236}">
                  <a16:creationId xmlns:a16="http://schemas.microsoft.com/office/drawing/2014/main" id="{BEF8C0E4-F73A-04B0-F668-214AB7EF56C8}"/>
                </a:ext>
              </a:extLst>
            </p:cNvPr>
            <p:cNvSpPr/>
            <p:nvPr/>
          </p:nvSpPr>
          <p:spPr>
            <a:xfrm>
              <a:off x="3338038" y="2359408"/>
              <a:ext cx="85818" cy="93110"/>
            </a:xfrm>
            <a:custGeom>
              <a:avLst/>
              <a:gdLst>
                <a:gd name="connsiteX0" fmla="*/ 42909 w 85818"/>
                <a:gd name="connsiteY0" fmla="*/ 19952 h 93110"/>
                <a:gd name="connsiteX1" fmla="*/ 67429 w 85818"/>
                <a:gd name="connsiteY1" fmla="*/ 46555 h 93110"/>
                <a:gd name="connsiteX2" fmla="*/ 42909 w 85818"/>
                <a:gd name="connsiteY2" fmla="*/ 73158 h 93110"/>
                <a:gd name="connsiteX3" fmla="*/ 18390 w 85818"/>
                <a:gd name="connsiteY3" fmla="*/ 46555 h 93110"/>
                <a:gd name="connsiteX4" fmla="*/ 42909 w 85818"/>
                <a:gd name="connsiteY4" fmla="*/ 19952 h 93110"/>
                <a:gd name="connsiteX5" fmla="*/ 42909 w 85818"/>
                <a:gd name="connsiteY5" fmla="*/ 0 h 93110"/>
                <a:gd name="connsiteX6" fmla="*/ 0 w 85818"/>
                <a:gd name="connsiteY6" fmla="*/ 46555 h 93110"/>
                <a:gd name="connsiteX7" fmla="*/ 42909 w 85818"/>
                <a:gd name="connsiteY7" fmla="*/ 93110 h 93110"/>
                <a:gd name="connsiteX8" fmla="*/ 85819 w 85818"/>
                <a:gd name="connsiteY8" fmla="*/ 46555 h 93110"/>
                <a:gd name="connsiteX9" fmla="*/ 42909 w 85818"/>
                <a:gd name="connsiteY9" fmla="*/ 0 h 93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818" h="93110">
                  <a:moveTo>
                    <a:pt x="42909" y="19952"/>
                  </a:moveTo>
                  <a:cubicBezTo>
                    <a:pt x="56451" y="19952"/>
                    <a:pt x="67429" y="31863"/>
                    <a:pt x="67429" y="46555"/>
                  </a:cubicBezTo>
                  <a:cubicBezTo>
                    <a:pt x="67429" y="61247"/>
                    <a:pt x="56451" y="73158"/>
                    <a:pt x="42909" y="73158"/>
                  </a:cubicBezTo>
                  <a:cubicBezTo>
                    <a:pt x="29368" y="73158"/>
                    <a:pt x="18390" y="61247"/>
                    <a:pt x="18390" y="46555"/>
                  </a:cubicBezTo>
                  <a:cubicBezTo>
                    <a:pt x="18390" y="31863"/>
                    <a:pt x="29368" y="19952"/>
                    <a:pt x="42909" y="19952"/>
                  </a:cubicBezTo>
                  <a:moveTo>
                    <a:pt x="42909" y="0"/>
                  </a:moveTo>
                  <a:cubicBezTo>
                    <a:pt x="19211" y="0"/>
                    <a:pt x="0" y="20843"/>
                    <a:pt x="0" y="46555"/>
                  </a:cubicBezTo>
                  <a:cubicBezTo>
                    <a:pt x="0" y="72267"/>
                    <a:pt x="19211" y="93110"/>
                    <a:pt x="42909" y="93110"/>
                  </a:cubicBezTo>
                  <a:cubicBezTo>
                    <a:pt x="66608" y="93110"/>
                    <a:pt x="85819" y="72267"/>
                    <a:pt x="85819" y="46555"/>
                  </a:cubicBezTo>
                  <a:cubicBezTo>
                    <a:pt x="85819" y="20843"/>
                    <a:pt x="66608" y="0"/>
                    <a:pt x="42909" y="0"/>
                  </a:cubicBezTo>
                  <a:close/>
                </a:path>
              </a:pathLst>
            </a:custGeom>
            <a:solidFill>
              <a:schemeClr val="accent1"/>
            </a:solidFill>
            <a:ln w="189" cap="flat">
              <a:noFill/>
              <a:prstDash val="solid"/>
              <a:miter/>
            </a:ln>
          </p:spPr>
          <p:txBody>
            <a:bodyPr rtlCol="0" anchor="ctr"/>
            <a:lstStyle/>
            <a:p>
              <a:endParaRPr lang="zh-CN" altLang="en-US"/>
            </a:p>
          </p:txBody>
        </p:sp>
        <p:sp>
          <p:nvSpPr>
            <p:cNvPr id="1234" name="任意多边形: 形状 1233">
              <a:extLst>
                <a:ext uri="{FF2B5EF4-FFF2-40B4-BE49-F238E27FC236}">
                  <a16:creationId xmlns:a16="http://schemas.microsoft.com/office/drawing/2014/main" id="{ECA4189A-13D4-A5FE-D27A-18665163456D}"/>
                </a:ext>
              </a:extLst>
            </p:cNvPr>
            <p:cNvSpPr/>
            <p:nvPr/>
          </p:nvSpPr>
          <p:spPr>
            <a:xfrm>
              <a:off x="3462942" y="2359408"/>
              <a:ext cx="85818" cy="93110"/>
            </a:xfrm>
            <a:custGeom>
              <a:avLst/>
              <a:gdLst>
                <a:gd name="connsiteX0" fmla="*/ 42909 w 85818"/>
                <a:gd name="connsiteY0" fmla="*/ 19952 h 93110"/>
                <a:gd name="connsiteX1" fmla="*/ 67429 w 85818"/>
                <a:gd name="connsiteY1" fmla="*/ 46555 h 93110"/>
                <a:gd name="connsiteX2" fmla="*/ 42909 w 85818"/>
                <a:gd name="connsiteY2" fmla="*/ 73158 h 93110"/>
                <a:gd name="connsiteX3" fmla="*/ 18390 w 85818"/>
                <a:gd name="connsiteY3" fmla="*/ 46555 h 93110"/>
                <a:gd name="connsiteX4" fmla="*/ 42909 w 85818"/>
                <a:gd name="connsiteY4" fmla="*/ 19952 h 93110"/>
                <a:gd name="connsiteX5" fmla="*/ 42909 w 85818"/>
                <a:gd name="connsiteY5" fmla="*/ 0 h 93110"/>
                <a:gd name="connsiteX6" fmla="*/ 0 w 85818"/>
                <a:gd name="connsiteY6" fmla="*/ 46555 h 93110"/>
                <a:gd name="connsiteX7" fmla="*/ 42909 w 85818"/>
                <a:gd name="connsiteY7" fmla="*/ 93110 h 93110"/>
                <a:gd name="connsiteX8" fmla="*/ 85819 w 85818"/>
                <a:gd name="connsiteY8" fmla="*/ 46555 h 93110"/>
                <a:gd name="connsiteX9" fmla="*/ 42909 w 85818"/>
                <a:gd name="connsiteY9" fmla="*/ 0 h 93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818" h="93110">
                  <a:moveTo>
                    <a:pt x="42909" y="19952"/>
                  </a:moveTo>
                  <a:cubicBezTo>
                    <a:pt x="56451" y="19952"/>
                    <a:pt x="67429" y="31863"/>
                    <a:pt x="67429" y="46555"/>
                  </a:cubicBezTo>
                  <a:cubicBezTo>
                    <a:pt x="67429" y="61247"/>
                    <a:pt x="56451" y="73158"/>
                    <a:pt x="42909" y="73158"/>
                  </a:cubicBezTo>
                  <a:cubicBezTo>
                    <a:pt x="29368" y="73158"/>
                    <a:pt x="18390" y="61247"/>
                    <a:pt x="18390" y="46555"/>
                  </a:cubicBezTo>
                  <a:cubicBezTo>
                    <a:pt x="18390" y="31863"/>
                    <a:pt x="29368" y="19952"/>
                    <a:pt x="42909" y="19952"/>
                  </a:cubicBezTo>
                  <a:moveTo>
                    <a:pt x="42909" y="0"/>
                  </a:moveTo>
                  <a:cubicBezTo>
                    <a:pt x="19211" y="0"/>
                    <a:pt x="0" y="20843"/>
                    <a:pt x="0" y="46555"/>
                  </a:cubicBezTo>
                  <a:cubicBezTo>
                    <a:pt x="0" y="72267"/>
                    <a:pt x="19211" y="93110"/>
                    <a:pt x="42909" y="93110"/>
                  </a:cubicBezTo>
                  <a:cubicBezTo>
                    <a:pt x="66608" y="93110"/>
                    <a:pt x="85819" y="72267"/>
                    <a:pt x="85819" y="46555"/>
                  </a:cubicBezTo>
                  <a:cubicBezTo>
                    <a:pt x="85819" y="20843"/>
                    <a:pt x="66608" y="0"/>
                    <a:pt x="42909" y="0"/>
                  </a:cubicBezTo>
                  <a:close/>
                </a:path>
              </a:pathLst>
            </a:custGeom>
            <a:solidFill>
              <a:schemeClr val="accent1"/>
            </a:solidFill>
            <a:ln w="189" cap="flat">
              <a:noFill/>
              <a:prstDash val="solid"/>
              <a:miter/>
            </a:ln>
          </p:spPr>
          <p:txBody>
            <a:bodyPr rtlCol="0" anchor="ctr"/>
            <a:lstStyle/>
            <a:p>
              <a:endParaRPr lang="zh-CN" altLang="en-US"/>
            </a:p>
          </p:txBody>
        </p:sp>
        <p:sp>
          <p:nvSpPr>
            <p:cNvPr id="1235" name="任意多边形: 形状 1234">
              <a:extLst>
                <a:ext uri="{FF2B5EF4-FFF2-40B4-BE49-F238E27FC236}">
                  <a16:creationId xmlns:a16="http://schemas.microsoft.com/office/drawing/2014/main" id="{ACEDEA16-69FE-3ECA-C811-6AD8B7A044D9}"/>
                </a:ext>
              </a:extLst>
            </p:cNvPr>
            <p:cNvSpPr/>
            <p:nvPr/>
          </p:nvSpPr>
          <p:spPr>
            <a:xfrm>
              <a:off x="3407000" y="2395934"/>
              <a:ext cx="72982" cy="19952"/>
            </a:xfrm>
            <a:custGeom>
              <a:avLst/>
              <a:gdLst>
                <a:gd name="connsiteX0" fmla="*/ 63788 w 72982"/>
                <a:gd name="connsiteY0" fmla="*/ 19952 h 19952"/>
                <a:gd name="connsiteX1" fmla="*/ 9195 w 72982"/>
                <a:gd name="connsiteY1" fmla="*/ 19952 h 19952"/>
                <a:gd name="connsiteX2" fmla="*/ 0 w 72982"/>
                <a:gd name="connsiteY2" fmla="*/ 9976 h 19952"/>
                <a:gd name="connsiteX3" fmla="*/ 9195 w 72982"/>
                <a:gd name="connsiteY3" fmla="*/ 0 h 19952"/>
                <a:gd name="connsiteX4" fmla="*/ 63788 w 72982"/>
                <a:gd name="connsiteY4" fmla="*/ 0 h 19952"/>
                <a:gd name="connsiteX5" fmla="*/ 72983 w 72982"/>
                <a:gd name="connsiteY5" fmla="*/ 9976 h 19952"/>
                <a:gd name="connsiteX6" fmla="*/ 63788 w 72982"/>
                <a:gd name="connsiteY6" fmla="*/ 19952 h 19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982" h="19952">
                  <a:moveTo>
                    <a:pt x="63788" y="19952"/>
                  </a:moveTo>
                  <a:lnTo>
                    <a:pt x="9195" y="19952"/>
                  </a:lnTo>
                  <a:cubicBezTo>
                    <a:pt x="4117" y="19952"/>
                    <a:pt x="0" y="15486"/>
                    <a:pt x="0" y="9976"/>
                  </a:cubicBezTo>
                  <a:cubicBezTo>
                    <a:pt x="0" y="4466"/>
                    <a:pt x="4117" y="0"/>
                    <a:pt x="9195" y="0"/>
                  </a:cubicBezTo>
                  <a:lnTo>
                    <a:pt x="63788" y="0"/>
                  </a:lnTo>
                  <a:cubicBezTo>
                    <a:pt x="68866" y="0"/>
                    <a:pt x="72983" y="4466"/>
                    <a:pt x="72983" y="9976"/>
                  </a:cubicBezTo>
                  <a:cubicBezTo>
                    <a:pt x="72983" y="15486"/>
                    <a:pt x="68866" y="19952"/>
                    <a:pt x="63788" y="19952"/>
                  </a:cubicBezTo>
                  <a:close/>
                </a:path>
              </a:pathLst>
            </a:custGeom>
            <a:solidFill>
              <a:schemeClr val="accent1"/>
            </a:solidFill>
            <a:ln w="189" cap="flat">
              <a:noFill/>
              <a:prstDash val="solid"/>
              <a:miter/>
            </a:ln>
          </p:spPr>
          <p:txBody>
            <a:bodyPr rtlCol="0" anchor="ctr"/>
            <a:lstStyle/>
            <a:p>
              <a:endParaRPr lang="zh-CN" altLang="en-US"/>
            </a:p>
          </p:txBody>
        </p:sp>
        <p:sp>
          <p:nvSpPr>
            <p:cNvPr id="1236" name="任意多边形: 形状 1235">
              <a:extLst>
                <a:ext uri="{FF2B5EF4-FFF2-40B4-BE49-F238E27FC236}">
                  <a16:creationId xmlns:a16="http://schemas.microsoft.com/office/drawing/2014/main" id="{FCFF1A85-9CFD-6326-752D-DAEEB06EE260}"/>
                </a:ext>
              </a:extLst>
            </p:cNvPr>
            <p:cNvSpPr/>
            <p:nvPr/>
          </p:nvSpPr>
          <p:spPr>
            <a:xfrm>
              <a:off x="3388988" y="2309627"/>
              <a:ext cx="45382" cy="70717"/>
            </a:xfrm>
            <a:custGeom>
              <a:avLst/>
              <a:gdLst>
                <a:gd name="connsiteX0" fmla="*/ 9185 w 45382"/>
                <a:gd name="connsiteY0" fmla="*/ 70718 h 70717"/>
                <a:gd name="connsiteX1" fmla="*/ 0 w 45382"/>
                <a:gd name="connsiteY1" fmla="*/ 60758 h 70717"/>
                <a:gd name="connsiteX2" fmla="*/ 1241 w 45382"/>
                <a:gd name="connsiteY2" fmla="*/ 55754 h 70717"/>
                <a:gd name="connsiteX3" fmla="*/ 28213 w 45382"/>
                <a:gd name="connsiteY3" fmla="*/ 4995 h 70717"/>
                <a:gd name="connsiteX4" fmla="*/ 40779 w 45382"/>
                <a:gd name="connsiteY4" fmla="*/ 1337 h 70717"/>
                <a:gd name="connsiteX5" fmla="*/ 44150 w 45382"/>
                <a:gd name="connsiteY5" fmla="*/ 14971 h 70717"/>
                <a:gd name="connsiteX6" fmla="*/ 17179 w 45382"/>
                <a:gd name="connsiteY6" fmla="*/ 65730 h 70717"/>
                <a:gd name="connsiteX7" fmla="*/ 9185 w 45382"/>
                <a:gd name="connsiteY7" fmla="*/ 70718 h 70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382" h="70717">
                  <a:moveTo>
                    <a:pt x="9185" y="70718"/>
                  </a:moveTo>
                  <a:cubicBezTo>
                    <a:pt x="4114" y="70719"/>
                    <a:pt x="1" y="66260"/>
                    <a:pt x="0" y="60758"/>
                  </a:cubicBezTo>
                  <a:cubicBezTo>
                    <a:pt x="0" y="59000"/>
                    <a:pt x="428" y="57274"/>
                    <a:pt x="1241" y="55754"/>
                  </a:cubicBezTo>
                  <a:lnTo>
                    <a:pt x="28213" y="4995"/>
                  </a:lnTo>
                  <a:cubicBezTo>
                    <a:pt x="30752" y="220"/>
                    <a:pt x="36378" y="-1417"/>
                    <a:pt x="40779" y="1337"/>
                  </a:cubicBezTo>
                  <a:cubicBezTo>
                    <a:pt x="45180" y="4092"/>
                    <a:pt x="46689" y="10196"/>
                    <a:pt x="44150" y="14971"/>
                  </a:cubicBezTo>
                  <a:lnTo>
                    <a:pt x="17179" y="65730"/>
                  </a:lnTo>
                  <a:cubicBezTo>
                    <a:pt x="15533" y="68829"/>
                    <a:pt x="12482" y="70732"/>
                    <a:pt x="9185" y="70718"/>
                  </a:cubicBezTo>
                  <a:close/>
                </a:path>
              </a:pathLst>
            </a:custGeom>
            <a:solidFill>
              <a:schemeClr val="accent1"/>
            </a:solidFill>
            <a:ln w="189" cap="flat">
              <a:noFill/>
              <a:prstDash val="solid"/>
              <a:miter/>
            </a:ln>
          </p:spPr>
          <p:txBody>
            <a:bodyPr rtlCol="0" anchor="ctr"/>
            <a:lstStyle/>
            <a:p>
              <a:endParaRPr lang="zh-CN" altLang="en-US"/>
            </a:p>
          </p:txBody>
        </p:sp>
      </p:grpSp>
      <p:grpSp>
        <p:nvGrpSpPr>
          <p:cNvPr id="1243" name="组合 1242">
            <a:extLst>
              <a:ext uri="{FF2B5EF4-FFF2-40B4-BE49-F238E27FC236}">
                <a16:creationId xmlns:a16="http://schemas.microsoft.com/office/drawing/2014/main" id="{6C059D1E-013E-93ED-570F-90F61A0F54B9}"/>
              </a:ext>
            </a:extLst>
          </p:cNvPr>
          <p:cNvGrpSpPr/>
          <p:nvPr/>
        </p:nvGrpSpPr>
        <p:grpSpPr>
          <a:xfrm>
            <a:off x="5433539" y="2436882"/>
            <a:ext cx="241006" cy="197549"/>
            <a:chOff x="4391289" y="2251290"/>
            <a:chExt cx="197113" cy="197549"/>
          </a:xfrm>
        </p:grpSpPr>
        <p:sp>
          <p:nvSpPr>
            <p:cNvPr id="1241" name="任意多边形: 形状 1240">
              <a:extLst>
                <a:ext uri="{FF2B5EF4-FFF2-40B4-BE49-F238E27FC236}">
                  <a16:creationId xmlns:a16="http://schemas.microsoft.com/office/drawing/2014/main" id="{988411F3-8F78-4487-3927-4AADF137BFAA}"/>
                </a:ext>
              </a:extLst>
            </p:cNvPr>
            <p:cNvSpPr/>
            <p:nvPr/>
          </p:nvSpPr>
          <p:spPr>
            <a:xfrm>
              <a:off x="4392648" y="2252859"/>
              <a:ext cx="194728" cy="194398"/>
            </a:xfrm>
            <a:custGeom>
              <a:avLst/>
              <a:gdLst>
                <a:gd name="connsiteX0" fmla="*/ 155618 w 194728"/>
                <a:gd name="connsiteY0" fmla="*/ 40662 h 194398"/>
                <a:gd name="connsiteX1" fmla="*/ 146696 w 194728"/>
                <a:gd name="connsiteY1" fmla="*/ 43752 h 194398"/>
                <a:gd name="connsiteX2" fmla="*/ 109103 w 194728"/>
                <a:gd name="connsiteY2" fmla="*/ 82903 h 194398"/>
                <a:gd name="connsiteX3" fmla="*/ 79391 w 194728"/>
                <a:gd name="connsiteY3" fmla="*/ 58749 h 194398"/>
                <a:gd name="connsiteX4" fmla="*/ 72024 w 194728"/>
                <a:gd name="connsiteY4" fmla="*/ 55724 h 194398"/>
                <a:gd name="connsiteX5" fmla="*/ 70490 w 194728"/>
                <a:gd name="connsiteY5" fmla="*/ 56219 h 194398"/>
                <a:gd name="connsiteX6" fmla="*/ 70153 w 194728"/>
                <a:gd name="connsiteY6" fmla="*/ 56335 h 194398"/>
                <a:gd name="connsiteX7" fmla="*/ 69896 w 194728"/>
                <a:gd name="connsiteY7" fmla="*/ 56557 h 194398"/>
                <a:gd name="connsiteX8" fmla="*/ 68702 w 194728"/>
                <a:gd name="connsiteY8" fmla="*/ 57586 h 194398"/>
                <a:gd name="connsiteX9" fmla="*/ 67783 w 194728"/>
                <a:gd name="connsiteY9" fmla="*/ 58767 h 194398"/>
                <a:gd name="connsiteX10" fmla="*/ 67581 w 194728"/>
                <a:gd name="connsiteY10" fmla="*/ 59029 h 194398"/>
                <a:gd name="connsiteX11" fmla="*/ 37165 w 194728"/>
                <a:gd name="connsiteY11" fmla="*/ 100534 h 194398"/>
                <a:gd name="connsiteX12" fmla="*/ 39392 w 194728"/>
                <a:gd name="connsiteY12" fmla="*/ 110074 h 194398"/>
                <a:gd name="connsiteX13" fmla="*/ 47700 w 194728"/>
                <a:gd name="connsiteY13" fmla="*/ 107513 h 194398"/>
                <a:gd name="connsiteX14" fmla="*/ 74535 w 194728"/>
                <a:gd name="connsiteY14" fmla="*/ 70933 h 194398"/>
                <a:gd name="connsiteX15" fmla="*/ 102691 w 194728"/>
                <a:gd name="connsiteY15" fmla="*/ 94100 h 194398"/>
                <a:gd name="connsiteX16" fmla="*/ 106575 w 194728"/>
                <a:gd name="connsiteY16" fmla="*/ 97410 h 194398"/>
                <a:gd name="connsiteX17" fmla="*/ 114643 w 194728"/>
                <a:gd name="connsiteY17" fmla="*/ 95054 h 194398"/>
                <a:gd name="connsiteX18" fmla="*/ 157229 w 194728"/>
                <a:gd name="connsiteY18" fmla="*/ 50694 h 194398"/>
                <a:gd name="connsiteX19" fmla="*/ 155622 w 194728"/>
                <a:gd name="connsiteY19" fmla="*/ 40662 h 194398"/>
                <a:gd name="connsiteX20" fmla="*/ 188475 w 194728"/>
                <a:gd name="connsiteY20" fmla="*/ 0 h 194398"/>
                <a:gd name="connsiteX21" fmla="*/ 5919 w 194728"/>
                <a:gd name="connsiteY21" fmla="*/ 0 h 194398"/>
                <a:gd name="connsiteX22" fmla="*/ 2 w 194728"/>
                <a:gd name="connsiteY22" fmla="*/ 7130 h 194398"/>
                <a:gd name="connsiteX23" fmla="*/ 5919 w 194728"/>
                <a:gd name="connsiteY23" fmla="*/ 13879 h 194398"/>
                <a:gd name="connsiteX24" fmla="*/ 12007 w 194728"/>
                <a:gd name="connsiteY24" fmla="*/ 13879 h 194398"/>
                <a:gd name="connsiteX25" fmla="*/ 12007 w 194728"/>
                <a:gd name="connsiteY25" fmla="*/ 138808 h 194398"/>
                <a:gd name="connsiteX26" fmla="*/ 24175 w 194728"/>
                <a:gd name="connsiteY26" fmla="*/ 152687 h 194398"/>
                <a:gd name="connsiteX27" fmla="*/ 76735 w 194728"/>
                <a:gd name="connsiteY27" fmla="*/ 152687 h 194398"/>
                <a:gd name="connsiteX28" fmla="*/ 61596 w 194728"/>
                <a:gd name="connsiteY28" fmla="*/ 184501 h 194398"/>
                <a:gd name="connsiteX29" fmla="*/ 64069 w 194728"/>
                <a:gd name="connsiteY29" fmla="*/ 193514 h 194398"/>
                <a:gd name="connsiteX30" fmla="*/ 73309 w 194728"/>
                <a:gd name="connsiteY30" fmla="*/ 191094 h 194398"/>
                <a:gd name="connsiteX31" fmla="*/ 90211 w 194728"/>
                <a:gd name="connsiteY31" fmla="*/ 155591 h 194398"/>
                <a:gd name="connsiteX32" fmla="*/ 91035 w 194728"/>
                <a:gd name="connsiteY32" fmla="*/ 152690 h 194398"/>
                <a:gd name="connsiteX33" fmla="*/ 103366 w 194728"/>
                <a:gd name="connsiteY33" fmla="*/ 152690 h 194398"/>
                <a:gd name="connsiteX34" fmla="*/ 104192 w 194728"/>
                <a:gd name="connsiteY34" fmla="*/ 155591 h 194398"/>
                <a:gd name="connsiteX35" fmla="*/ 121089 w 194728"/>
                <a:gd name="connsiteY35" fmla="*/ 191094 h 194398"/>
                <a:gd name="connsiteX36" fmla="*/ 130330 w 194728"/>
                <a:gd name="connsiteY36" fmla="*/ 193514 h 194398"/>
                <a:gd name="connsiteX37" fmla="*/ 132802 w 194728"/>
                <a:gd name="connsiteY37" fmla="*/ 184501 h 194398"/>
                <a:gd name="connsiteX38" fmla="*/ 117659 w 194728"/>
                <a:gd name="connsiteY38" fmla="*/ 152690 h 194398"/>
                <a:gd name="connsiteX39" fmla="*/ 170221 w 194728"/>
                <a:gd name="connsiteY39" fmla="*/ 152690 h 194398"/>
                <a:gd name="connsiteX40" fmla="*/ 182389 w 194728"/>
                <a:gd name="connsiteY40" fmla="*/ 138811 h 194398"/>
                <a:gd name="connsiteX41" fmla="*/ 182389 w 194728"/>
                <a:gd name="connsiteY41" fmla="*/ 13881 h 194398"/>
                <a:gd name="connsiteX42" fmla="*/ 188475 w 194728"/>
                <a:gd name="connsiteY42" fmla="*/ 13881 h 194398"/>
                <a:gd name="connsiteX43" fmla="*/ 194726 w 194728"/>
                <a:gd name="connsiteY43" fmla="*/ 7133 h 194398"/>
                <a:gd name="connsiteX44" fmla="*/ 188809 w 194728"/>
                <a:gd name="connsiteY44" fmla="*/ 3 h 194398"/>
                <a:gd name="connsiteX45" fmla="*/ 188475 w 194728"/>
                <a:gd name="connsiteY45" fmla="*/ 3 h 194398"/>
                <a:gd name="connsiteX46" fmla="*/ 170221 w 194728"/>
                <a:gd name="connsiteY46" fmla="*/ 131869 h 194398"/>
                <a:gd name="connsiteX47" fmla="*/ 164135 w 194728"/>
                <a:gd name="connsiteY47" fmla="*/ 138811 h 194398"/>
                <a:gd name="connsiteX48" fmla="*/ 30266 w 194728"/>
                <a:gd name="connsiteY48" fmla="*/ 138811 h 194398"/>
                <a:gd name="connsiteX49" fmla="*/ 24175 w 194728"/>
                <a:gd name="connsiteY49" fmla="*/ 131885 h 194398"/>
                <a:gd name="connsiteX50" fmla="*/ 24175 w 194728"/>
                <a:gd name="connsiteY50" fmla="*/ 131869 h 194398"/>
                <a:gd name="connsiteX51" fmla="*/ 24175 w 194728"/>
                <a:gd name="connsiteY51" fmla="*/ 13894 h 194398"/>
                <a:gd name="connsiteX52" fmla="*/ 30195 w 194728"/>
                <a:gd name="connsiteY52" fmla="*/ 13894 h 194398"/>
                <a:gd name="connsiteX53" fmla="*/ 30259 w 194728"/>
                <a:gd name="connsiteY53" fmla="*/ 13881 h 194398"/>
                <a:gd name="connsiteX54" fmla="*/ 164135 w 194728"/>
                <a:gd name="connsiteY54" fmla="*/ 13881 h 194398"/>
                <a:gd name="connsiteX55" fmla="*/ 164195 w 194728"/>
                <a:gd name="connsiteY55" fmla="*/ 13894 h 194398"/>
                <a:gd name="connsiteX56" fmla="*/ 170221 w 194728"/>
                <a:gd name="connsiteY56" fmla="*/ 13894 h 194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94728" h="194398">
                  <a:moveTo>
                    <a:pt x="155618" y="40662"/>
                  </a:moveTo>
                  <a:cubicBezTo>
                    <a:pt x="152707" y="38743"/>
                    <a:pt x="149259" y="40607"/>
                    <a:pt x="146696" y="43752"/>
                  </a:cubicBezTo>
                  <a:lnTo>
                    <a:pt x="109103" y="82903"/>
                  </a:lnTo>
                  <a:lnTo>
                    <a:pt x="79391" y="58749"/>
                  </a:lnTo>
                  <a:cubicBezTo>
                    <a:pt x="76122" y="56374"/>
                    <a:pt x="74845" y="55083"/>
                    <a:pt x="72024" y="55724"/>
                  </a:cubicBezTo>
                  <a:cubicBezTo>
                    <a:pt x="71496" y="55811"/>
                    <a:pt x="70980" y="55978"/>
                    <a:pt x="70490" y="56219"/>
                  </a:cubicBezTo>
                  <a:cubicBezTo>
                    <a:pt x="70385" y="56280"/>
                    <a:pt x="70261" y="56274"/>
                    <a:pt x="70153" y="56335"/>
                  </a:cubicBezTo>
                  <a:cubicBezTo>
                    <a:pt x="70045" y="56395"/>
                    <a:pt x="69997" y="56497"/>
                    <a:pt x="69896" y="56557"/>
                  </a:cubicBezTo>
                  <a:cubicBezTo>
                    <a:pt x="69461" y="56841"/>
                    <a:pt x="69060" y="57187"/>
                    <a:pt x="68702" y="57586"/>
                  </a:cubicBezTo>
                  <a:cubicBezTo>
                    <a:pt x="68355" y="57936"/>
                    <a:pt x="68047" y="58333"/>
                    <a:pt x="67783" y="58767"/>
                  </a:cubicBezTo>
                  <a:cubicBezTo>
                    <a:pt x="67724" y="58869"/>
                    <a:pt x="67634" y="58922"/>
                    <a:pt x="67581" y="59029"/>
                  </a:cubicBezTo>
                  <a:lnTo>
                    <a:pt x="37165" y="100534"/>
                  </a:lnTo>
                  <a:cubicBezTo>
                    <a:pt x="35488" y="103873"/>
                    <a:pt x="36481" y="108129"/>
                    <a:pt x="39392" y="110074"/>
                  </a:cubicBezTo>
                  <a:cubicBezTo>
                    <a:pt x="42298" y="111999"/>
                    <a:pt x="45273" y="110873"/>
                    <a:pt x="47700" y="107513"/>
                  </a:cubicBezTo>
                  <a:lnTo>
                    <a:pt x="74535" y="70933"/>
                  </a:lnTo>
                  <a:lnTo>
                    <a:pt x="102691" y="94100"/>
                  </a:lnTo>
                  <a:cubicBezTo>
                    <a:pt x="103929" y="95287"/>
                    <a:pt x="105226" y="96392"/>
                    <a:pt x="106575" y="97410"/>
                  </a:cubicBezTo>
                  <a:cubicBezTo>
                    <a:pt x="109101" y="99288"/>
                    <a:pt x="111837" y="98138"/>
                    <a:pt x="114643" y="95054"/>
                  </a:cubicBezTo>
                  <a:lnTo>
                    <a:pt x="157229" y="50694"/>
                  </a:lnTo>
                  <a:cubicBezTo>
                    <a:pt x="160483" y="46944"/>
                    <a:pt x="158522" y="42576"/>
                    <a:pt x="155622" y="40662"/>
                  </a:cubicBezTo>
                  <a:close/>
                  <a:moveTo>
                    <a:pt x="188475" y="0"/>
                  </a:moveTo>
                  <a:lnTo>
                    <a:pt x="5919" y="0"/>
                  </a:lnTo>
                  <a:cubicBezTo>
                    <a:pt x="2559" y="105"/>
                    <a:pt x="-90" y="3298"/>
                    <a:pt x="2" y="7130"/>
                  </a:cubicBezTo>
                  <a:cubicBezTo>
                    <a:pt x="91" y="10814"/>
                    <a:pt x="2689" y="13777"/>
                    <a:pt x="5919" y="13879"/>
                  </a:cubicBezTo>
                  <a:lnTo>
                    <a:pt x="12007" y="13879"/>
                  </a:lnTo>
                  <a:lnTo>
                    <a:pt x="12007" y="138808"/>
                  </a:lnTo>
                  <a:cubicBezTo>
                    <a:pt x="12007" y="146473"/>
                    <a:pt x="17455" y="152687"/>
                    <a:pt x="24175" y="152687"/>
                  </a:cubicBezTo>
                  <a:lnTo>
                    <a:pt x="76735" y="152687"/>
                  </a:lnTo>
                  <a:lnTo>
                    <a:pt x="61596" y="184501"/>
                  </a:lnTo>
                  <a:cubicBezTo>
                    <a:pt x="59730" y="187643"/>
                    <a:pt x="60836" y="191691"/>
                    <a:pt x="64069" y="193514"/>
                  </a:cubicBezTo>
                  <a:cubicBezTo>
                    <a:pt x="67301" y="195337"/>
                    <a:pt x="71436" y="194252"/>
                    <a:pt x="73309" y="191094"/>
                  </a:cubicBezTo>
                  <a:lnTo>
                    <a:pt x="90211" y="155591"/>
                  </a:lnTo>
                  <a:cubicBezTo>
                    <a:pt x="90710" y="154726"/>
                    <a:pt x="90995" y="153724"/>
                    <a:pt x="91035" y="152690"/>
                  </a:cubicBezTo>
                  <a:lnTo>
                    <a:pt x="103366" y="152690"/>
                  </a:lnTo>
                  <a:cubicBezTo>
                    <a:pt x="103409" y="153724"/>
                    <a:pt x="103694" y="154725"/>
                    <a:pt x="104192" y="155591"/>
                  </a:cubicBezTo>
                  <a:lnTo>
                    <a:pt x="121089" y="191094"/>
                  </a:lnTo>
                  <a:cubicBezTo>
                    <a:pt x="122960" y="194252"/>
                    <a:pt x="127097" y="195323"/>
                    <a:pt x="130330" y="193514"/>
                  </a:cubicBezTo>
                  <a:cubicBezTo>
                    <a:pt x="133562" y="191704"/>
                    <a:pt x="134669" y="187651"/>
                    <a:pt x="132802" y="184501"/>
                  </a:cubicBezTo>
                  <a:lnTo>
                    <a:pt x="117659" y="152690"/>
                  </a:lnTo>
                  <a:lnTo>
                    <a:pt x="170221" y="152690"/>
                  </a:lnTo>
                  <a:cubicBezTo>
                    <a:pt x="176941" y="152690"/>
                    <a:pt x="182389" y="146476"/>
                    <a:pt x="182389" y="138811"/>
                  </a:cubicBezTo>
                  <a:lnTo>
                    <a:pt x="182389" y="13881"/>
                  </a:lnTo>
                  <a:lnTo>
                    <a:pt x="188475" y="13881"/>
                  </a:lnTo>
                  <a:cubicBezTo>
                    <a:pt x="191835" y="13987"/>
                    <a:pt x="194634" y="10965"/>
                    <a:pt x="194726" y="7133"/>
                  </a:cubicBezTo>
                  <a:cubicBezTo>
                    <a:pt x="194818" y="3300"/>
                    <a:pt x="192169" y="108"/>
                    <a:pt x="188809" y="3"/>
                  </a:cubicBezTo>
                  <a:cubicBezTo>
                    <a:pt x="188698" y="-1"/>
                    <a:pt x="188586" y="-1"/>
                    <a:pt x="188475" y="3"/>
                  </a:cubicBezTo>
                  <a:close/>
                  <a:moveTo>
                    <a:pt x="170221" y="131869"/>
                  </a:moveTo>
                  <a:cubicBezTo>
                    <a:pt x="170221" y="135703"/>
                    <a:pt x="167496" y="138811"/>
                    <a:pt x="164135" y="138811"/>
                  </a:cubicBezTo>
                  <a:lnTo>
                    <a:pt x="30266" y="138811"/>
                  </a:lnTo>
                  <a:cubicBezTo>
                    <a:pt x="26907" y="138817"/>
                    <a:pt x="24180" y="135716"/>
                    <a:pt x="24175" y="131885"/>
                  </a:cubicBezTo>
                  <a:cubicBezTo>
                    <a:pt x="24175" y="131879"/>
                    <a:pt x="24175" y="131874"/>
                    <a:pt x="24175" y="131869"/>
                  </a:cubicBezTo>
                  <a:lnTo>
                    <a:pt x="24175" y="13894"/>
                  </a:lnTo>
                  <a:lnTo>
                    <a:pt x="30195" y="13894"/>
                  </a:lnTo>
                  <a:cubicBezTo>
                    <a:pt x="30213" y="13894"/>
                    <a:pt x="30236" y="13881"/>
                    <a:pt x="30259" y="13881"/>
                  </a:cubicBezTo>
                  <a:lnTo>
                    <a:pt x="164135" y="13881"/>
                  </a:lnTo>
                  <a:cubicBezTo>
                    <a:pt x="164151" y="13881"/>
                    <a:pt x="164177" y="13894"/>
                    <a:pt x="164195" y="13894"/>
                  </a:cubicBezTo>
                  <a:lnTo>
                    <a:pt x="170221" y="13894"/>
                  </a:lnTo>
                  <a:close/>
                </a:path>
              </a:pathLst>
            </a:custGeom>
            <a:solidFill>
              <a:schemeClr val="accent1"/>
            </a:solidFill>
            <a:ln w="179" cap="flat">
              <a:noFill/>
              <a:prstDash val="solid"/>
              <a:miter/>
            </a:ln>
          </p:spPr>
          <p:txBody>
            <a:bodyPr rtlCol="0" anchor="ctr"/>
            <a:lstStyle/>
            <a:p>
              <a:endParaRPr lang="zh-CN" altLang="en-US"/>
            </a:p>
          </p:txBody>
        </p:sp>
        <p:sp>
          <p:nvSpPr>
            <p:cNvPr id="1242" name="任意多边形: 形状 1241">
              <a:extLst>
                <a:ext uri="{FF2B5EF4-FFF2-40B4-BE49-F238E27FC236}">
                  <a16:creationId xmlns:a16="http://schemas.microsoft.com/office/drawing/2014/main" id="{0CA66737-7A54-C3EB-E573-46F6D8675821}"/>
                </a:ext>
              </a:extLst>
            </p:cNvPr>
            <p:cNvSpPr/>
            <p:nvPr/>
          </p:nvSpPr>
          <p:spPr>
            <a:xfrm>
              <a:off x="4391289" y="2251290"/>
              <a:ext cx="197113" cy="197549"/>
            </a:xfrm>
            <a:custGeom>
              <a:avLst/>
              <a:gdLst>
                <a:gd name="connsiteX0" fmla="*/ 128287 w 197113"/>
                <a:gd name="connsiteY0" fmla="*/ 197549 h 197549"/>
                <a:gd name="connsiteX1" fmla="*/ 121308 w 197113"/>
                <a:gd name="connsiteY1" fmla="*/ 193545 h 197549"/>
                <a:gd name="connsiteX2" fmla="*/ 121239 w 197113"/>
                <a:gd name="connsiteY2" fmla="*/ 193414 h 197549"/>
                <a:gd name="connsiteX3" fmla="*/ 104367 w 197113"/>
                <a:gd name="connsiteY3" fmla="*/ 157969 h 197549"/>
                <a:gd name="connsiteX4" fmla="*/ 103548 w 197113"/>
                <a:gd name="connsiteY4" fmla="*/ 155829 h 197549"/>
                <a:gd name="connsiteX5" fmla="*/ 93568 w 197113"/>
                <a:gd name="connsiteY5" fmla="*/ 155829 h 197549"/>
                <a:gd name="connsiteX6" fmla="*/ 92748 w 197113"/>
                <a:gd name="connsiteY6" fmla="*/ 157971 h 197549"/>
                <a:gd name="connsiteX7" fmla="*/ 75844 w 197113"/>
                <a:gd name="connsiteY7" fmla="*/ 193480 h 197549"/>
                <a:gd name="connsiteX8" fmla="*/ 75808 w 197113"/>
                <a:gd name="connsiteY8" fmla="*/ 193543 h 197549"/>
                <a:gd name="connsiteX9" fmla="*/ 64820 w 197113"/>
                <a:gd name="connsiteY9" fmla="*/ 196494 h 197549"/>
                <a:gd name="connsiteX10" fmla="*/ 60883 w 197113"/>
                <a:gd name="connsiteY10" fmla="*/ 191228 h 197549"/>
                <a:gd name="connsiteX11" fmla="*/ 61774 w 197113"/>
                <a:gd name="connsiteY11" fmla="*/ 185257 h 197549"/>
                <a:gd name="connsiteX12" fmla="*/ 75778 w 197113"/>
                <a:gd name="connsiteY12" fmla="*/ 155832 h 197549"/>
                <a:gd name="connsiteX13" fmla="*/ 25535 w 197113"/>
                <a:gd name="connsiteY13" fmla="*/ 155832 h 197549"/>
                <a:gd name="connsiteX14" fmla="*/ 11989 w 197113"/>
                <a:gd name="connsiteY14" fmla="*/ 140382 h 197549"/>
                <a:gd name="connsiteX15" fmla="*/ 11989 w 197113"/>
                <a:gd name="connsiteY15" fmla="*/ 17021 h 197549"/>
                <a:gd name="connsiteX16" fmla="*/ 7279 w 197113"/>
                <a:gd name="connsiteY16" fmla="*/ 17021 h 197549"/>
                <a:gd name="connsiteX17" fmla="*/ 2 w 197113"/>
                <a:gd name="connsiteY17" fmla="*/ 8299 h 197549"/>
                <a:gd name="connsiteX18" fmla="*/ 7279 w 197113"/>
                <a:gd name="connsiteY18" fmla="*/ 0 h 197549"/>
                <a:gd name="connsiteX19" fmla="*/ 189835 w 197113"/>
                <a:gd name="connsiteY19" fmla="*/ 0 h 197549"/>
                <a:gd name="connsiteX20" fmla="*/ 197111 w 197113"/>
                <a:gd name="connsiteY20" fmla="*/ 8722 h 197549"/>
                <a:gd name="connsiteX21" fmla="*/ 189835 w 197113"/>
                <a:gd name="connsiteY21" fmla="*/ 17021 h 197549"/>
                <a:gd name="connsiteX22" fmla="*/ 185128 w 197113"/>
                <a:gd name="connsiteY22" fmla="*/ 17021 h 197549"/>
                <a:gd name="connsiteX23" fmla="*/ 185128 w 197113"/>
                <a:gd name="connsiteY23" fmla="*/ 140377 h 197549"/>
                <a:gd name="connsiteX24" fmla="*/ 171583 w 197113"/>
                <a:gd name="connsiteY24" fmla="*/ 155827 h 197549"/>
                <a:gd name="connsiteX25" fmla="*/ 121335 w 197113"/>
                <a:gd name="connsiteY25" fmla="*/ 155827 h 197549"/>
                <a:gd name="connsiteX26" fmla="*/ 135340 w 197113"/>
                <a:gd name="connsiteY26" fmla="*/ 185252 h 197549"/>
                <a:gd name="connsiteX27" fmla="*/ 136230 w 197113"/>
                <a:gd name="connsiteY27" fmla="*/ 191225 h 197549"/>
                <a:gd name="connsiteX28" fmla="*/ 132298 w 197113"/>
                <a:gd name="connsiteY28" fmla="*/ 196489 h 197549"/>
                <a:gd name="connsiteX29" fmla="*/ 128287 w 197113"/>
                <a:gd name="connsiteY29" fmla="*/ 197549 h 197549"/>
                <a:gd name="connsiteX30" fmla="*/ 123624 w 197113"/>
                <a:gd name="connsiteY30" fmla="*/ 191843 h 197549"/>
                <a:gd name="connsiteX31" fmla="*/ 131081 w 197113"/>
                <a:gd name="connsiteY31" fmla="*/ 193676 h 197549"/>
                <a:gd name="connsiteX32" fmla="*/ 133567 w 197113"/>
                <a:gd name="connsiteY32" fmla="*/ 190427 h 197549"/>
                <a:gd name="connsiteX33" fmla="*/ 133019 w 197113"/>
                <a:gd name="connsiteY33" fmla="*/ 186952 h 197549"/>
                <a:gd name="connsiteX34" fmla="*/ 132950 w 197113"/>
                <a:gd name="connsiteY34" fmla="*/ 186821 h 197549"/>
                <a:gd name="connsiteX35" fmla="*/ 116705 w 197113"/>
                <a:gd name="connsiteY35" fmla="*/ 152687 h 197549"/>
                <a:gd name="connsiteX36" fmla="*/ 171574 w 197113"/>
                <a:gd name="connsiteY36" fmla="*/ 152687 h 197549"/>
                <a:gd name="connsiteX37" fmla="*/ 182364 w 197113"/>
                <a:gd name="connsiteY37" fmla="*/ 140379 h 197549"/>
                <a:gd name="connsiteX38" fmla="*/ 182364 w 197113"/>
                <a:gd name="connsiteY38" fmla="*/ 13879 h 197549"/>
                <a:gd name="connsiteX39" fmla="*/ 189828 w 197113"/>
                <a:gd name="connsiteY39" fmla="*/ 13879 h 197549"/>
                <a:gd name="connsiteX40" fmla="*/ 194387 w 197113"/>
                <a:gd name="connsiteY40" fmla="*/ 8343 h 197549"/>
                <a:gd name="connsiteX41" fmla="*/ 189828 w 197113"/>
                <a:gd name="connsiteY41" fmla="*/ 3142 h 197549"/>
                <a:gd name="connsiteX42" fmla="*/ 7279 w 197113"/>
                <a:gd name="connsiteY42" fmla="*/ 3142 h 197549"/>
                <a:gd name="connsiteX43" fmla="*/ 2719 w 197113"/>
                <a:gd name="connsiteY43" fmla="*/ 8678 h 197549"/>
                <a:gd name="connsiteX44" fmla="*/ 7279 w 197113"/>
                <a:gd name="connsiteY44" fmla="*/ 13879 h 197549"/>
                <a:gd name="connsiteX45" fmla="*/ 14744 w 197113"/>
                <a:gd name="connsiteY45" fmla="*/ 13879 h 197549"/>
                <a:gd name="connsiteX46" fmla="*/ 14744 w 197113"/>
                <a:gd name="connsiteY46" fmla="*/ 140377 h 197549"/>
                <a:gd name="connsiteX47" fmla="*/ 25535 w 197113"/>
                <a:gd name="connsiteY47" fmla="*/ 152684 h 197549"/>
                <a:gd name="connsiteX48" fmla="*/ 80404 w 197113"/>
                <a:gd name="connsiteY48" fmla="*/ 152684 h 197549"/>
                <a:gd name="connsiteX49" fmla="*/ 64104 w 197113"/>
                <a:gd name="connsiteY49" fmla="*/ 186949 h 197549"/>
                <a:gd name="connsiteX50" fmla="*/ 63555 w 197113"/>
                <a:gd name="connsiteY50" fmla="*/ 190424 h 197549"/>
                <a:gd name="connsiteX51" fmla="*/ 66046 w 197113"/>
                <a:gd name="connsiteY51" fmla="*/ 193676 h 197549"/>
                <a:gd name="connsiteX52" fmla="*/ 73498 w 197113"/>
                <a:gd name="connsiteY52" fmla="*/ 191843 h 197549"/>
                <a:gd name="connsiteX53" fmla="*/ 90388 w 197113"/>
                <a:gd name="connsiteY53" fmla="*/ 156343 h 197549"/>
                <a:gd name="connsiteX54" fmla="*/ 90425 w 197113"/>
                <a:gd name="connsiteY54" fmla="*/ 156280 h 197549"/>
                <a:gd name="connsiteX55" fmla="*/ 91017 w 197113"/>
                <a:gd name="connsiteY55" fmla="*/ 154151 h 197549"/>
                <a:gd name="connsiteX56" fmla="*/ 91104 w 197113"/>
                <a:gd name="connsiteY56" fmla="*/ 152687 h 197549"/>
                <a:gd name="connsiteX57" fmla="*/ 106009 w 197113"/>
                <a:gd name="connsiteY57" fmla="*/ 152687 h 197549"/>
                <a:gd name="connsiteX58" fmla="*/ 106096 w 197113"/>
                <a:gd name="connsiteY58" fmla="*/ 154151 h 197549"/>
                <a:gd name="connsiteX59" fmla="*/ 106693 w 197113"/>
                <a:gd name="connsiteY59" fmla="*/ 156285 h 197549"/>
                <a:gd name="connsiteX60" fmla="*/ 106759 w 197113"/>
                <a:gd name="connsiteY60" fmla="*/ 156408 h 197549"/>
                <a:gd name="connsiteX61" fmla="*/ 165495 w 197113"/>
                <a:gd name="connsiteY61" fmla="*/ 141948 h 197549"/>
                <a:gd name="connsiteX62" fmla="*/ 31625 w 197113"/>
                <a:gd name="connsiteY62" fmla="*/ 141948 h 197549"/>
                <a:gd name="connsiteX63" fmla="*/ 24157 w 197113"/>
                <a:gd name="connsiteY63" fmla="*/ 133437 h 197549"/>
                <a:gd name="connsiteX64" fmla="*/ 24157 w 197113"/>
                <a:gd name="connsiteY64" fmla="*/ 13892 h 197549"/>
                <a:gd name="connsiteX65" fmla="*/ 31437 w 197113"/>
                <a:gd name="connsiteY65" fmla="*/ 13892 h 197549"/>
                <a:gd name="connsiteX66" fmla="*/ 31618 w 197113"/>
                <a:gd name="connsiteY66" fmla="*/ 13879 h 197549"/>
                <a:gd name="connsiteX67" fmla="*/ 165495 w 197113"/>
                <a:gd name="connsiteY67" fmla="*/ 13879 h 197549"/>
                <a:gd name="connsiteX68" fmla="*/ 165674 w 197113"/>
                <a:gd name="connsiteY68" fmla="*/ 13892 h 197549"/>
                <a:gd name="connsiteX69" fmla="*/ 172956 w 197113"/>
                <a:gd name="connsiteY69" fmla="*/ 13892 h 197549"/>
                <a:gd name="connsiteX70" fmla="*/ 172956 w 197113"/>
                <a:gd name="connsiteY70" fmla="*/ 133437 h 197549"/>
                <a:gd name="connsiteX71" fmla="*/ 165495 w 197113"/>
                <a:gd name="connsiteY71" fmla="*/ 141948 h 197549"/>
                <a:gd name="connsiteX72" fmla="*/ 26912 w 197113"/>
                <a:gd name="connsiteY72" fmla="*/ 17034 h 197549"/>
                <a:gd name="connsiteX73" fmla="*/ 26912 w 197113"/>
                <a:gd name="connsiteY73" fmla="*/ 133437 h 197549"/>
                <a:gd name="connsiteX74" fmla="*/ 31621 w 197113"/>
                <a:gd name="connsiteY74" fmla="*/ 138806 h 197549"/>
                <a:gd name="connsiteX75" fmla="*/ 165495 w 197113"/>
                <a:gd name="connsiteY75" fmla="*/ 138806 h 197549"/>
                <a:gd name="connsiteX76" fmla="*/ 170203 w 197113"/>
                <a:gd name="connsiteY76" fmla="*/ 133437 h 197549"/>
                <a:gd name="connsiteX77" fmla="*/ 170203 w 197113"/>
                <a:gd name="connsiteY77" fmla="*/ 17034 h 197549"/>
                <a:gd name="connsiteX78" fmla="*/ 165554 w 197113"/>
                <a:gd name="connsiteY78" fmla="*/ 17034 h 197549"/>
                <a:gd name="connsiteX79" fmla="*/ 165373 w 197113"/>
                <a:gd name="connsiteY79" fmla="*/ 17021 h 197549"/>
                <a:gd name="connsiteX80" fmla="*/ 31733 w 197113"/>
                <a:gd name="connsiteY80" fmla="*/ 17021 h 197549"/>
                <a:gd name="connsiteX81" fmla="*/ 31552 w 197113"/>
                <a:gd name="connsiteY81" fmla="*/ 17034 h 197549"/>
                <a:gd name="connsiteX82" fmla="*/ 43646 w 197113"/>
                <a:gd name="connsiteY82" fmla="*/ 114185 h 197549"/>
                <a:gd name="connsiteX83" fmla="*/ 40055 w 197113"/>
                <a:gd name="connsiteY83" fmla="*/ 113017 h 197549"/>
                <a:gd name="connsiteX84" fmla="*/ 37323 w 197113"/>
                <a:gd name="connsiteY84" fmla="*/ 101328 h 197549"/>
                <a:gd name="connsiteX85" fmla="*/ 37383 w 197113"/>
                <a:gd name="connsiteY85" fmla="*/ 101207 h 197549"/>
                <a:gd name="connsiteX86" fmla="*/ 37461 w 197113"/>
                <a:gd name="connsiteY86" fmla="*/ 101100 h 197549"/>
                <a:gd name="connsiteX87" fmla="*/ 67834 w 197113"/>
                <a:gd name="connsiteY87" fmla="*/ 59681 h 197549"/>
                <a:gd name="connsiteX88" fmla="*/ 68064 w 197113"/>
                <a:gd name="connsiteY88" fmla="*/ 59380 h 197549"/>
                <a:gd name="connsiteX89" fmla="*/ 69118 w 197113"/>
                <a:gd name="connsiteY89" fmla="*/ 58026 h 197549"/>
                <a:gd name="connsiteX90" fmla="*/ 70479 w 197113"/>
                <a:gd name="connsiteY90" fmla="*/ 56840 h 197549"/>
                <a:gd name="connsiteX91" fmla="*/ 70925 w 197113"/>
                <a:gd name="connsiteY91" fmla="*/ 56500 h 197549"/>
                <a:gd name="connsiteX92" fmla="*/ 71356 w 197113"/>
                <a:gd name="connsiteY92" fmla="*/ 56337 h 197549"/>
                <a:gd name="connsiteX93" fmla="*/ 73151 w 197113"/>
                <a:gd name="connsiteY93" fmla="*/ 55764 h 197549"/>
                <a:gd name="connsiteX94" fmla="*/ 80461 w 197113"/>
                <a:gd name="connsiteY94" fmla="*/ 58257 h 197549"/>
                <a:gd name="connsiteX95" fmla="*/ 81487 w 197113"/>
                <a:gd name="connsiteY95" fmla="*/ 59011 h 197549"/>
                <a:gd name="connsiteX96" fmla="*/ 81547 w 197113"/>
                <a:gd name="connsiteY96" fmla="*/ 59055 h 197549"/>
                <a:gd name="connsiteX97" fmla="*/ 110352 w 197113"/>
                <a:gd name="connsiteY97" fmla="*/ 82463 h 197549"/>
                <a:gd name="connsiteX98" fmla="*/ 147085 w 197113"/>
                <a:gd name="connsiteY98" fmla="*/ 44210 h 197549"/>
                <a:gd name="connsiteX99" fmla="*/ 157666 w 197113"/>
                <a:gd name="connsiteY99" fmla="*/ 40877 h 197549"/>
                <a:gd name="connsiteX100" fmla="*/ 161601 w 197113"/>
                <a:gd name="connsiteY100" fmla="*/ 47130 h 197549"/>
                <a:gd name="connsiteX101" fmla="*/ 159572 w 197113"/>
                <a:gd name="connsiteY101" fmla="*/ 53375 h 197549"/>
                <a:gd name="connsiteX102" fmla="*/ 159521 w 197113"/>
                <a:gd name="connsiteY102" fmla="*/ 53430 h 197549"/>
                <a:gd name="connsiteX103" fmla="*/ 116937 w 197113"/>
                <a:gd name="connsiteY103" fmla="*/ 97764 h 197549"/>
                <a:gd name="connsiteX104" fmla="*/ 107175 w 197113"/>
                <a:gd name="connsiteY104" fmla="*/ 100293 h 197549"/>
                <a:gd name="connsiteX105" fmla="*/ 103201 w 197113"/>
                <a:gd name="connsiteY105" fmla="*/ 96926 h 197549"/>
                <a:gd name="connsiteX106" fmla="*/ 76129 w 197113"/>
                <a:gd name="connsiteY106" fmla="*/ 74631 h 197549"/>
                <a:gd name="connsiteX107" fmla="*/ 50116 w 197113"/>
                <a:gd name="connsiteY107" fmla="*/ 110098 h 197549"/>
                <a:gd name="connsiteX108" fmla="*/ 43651 w 197113"/>
                <a:gd name="connsiteY108" fmla="*/ 114177 h 197549"/>
                <a:gd name="connsiteX109" fmla="*/ 39663 w 197113"/>
                <a:gd name="connsiteY109" fmla="*/ 103001 h 197549"/>
                <a:gd name="connsiteX110" fmla="*/ 41444 w 197113"/>
                <a:gd name="connsiteY110" fmla="*/ 110299 h 197549"/>
                <a:gd name="connsiteX111" fmla="*/ 47997 w 197113"/>
                <a:gd name="connsiteY111" fmla="*/ 108097 h 197549"/>
                <a:gd name="connsiteX112" fmla="*/ 75663 w 197113"/>
                <a:gd name="connsiteY112" fmla="*/ 70389 h 197549"/>
                <a:gd name="connsiteX113" fmla="*/ 104920 w 197113"/>
                <a:gd name="connsiteY113" fmla="*/ 94480 h 197549"/>
                <a:gd name="connsiteX114" fmla="*/ 108679 w 197113"/>
                <a:gd name="connsiteY114" fmla="*/ 97683 h 197549"/>
                <a:gd name="connsiteX115" fmla="*/ 115038 w 197113"/>
                <a:gd name="connsiteY115" fmla="*/ 95509 h 197549"/>
                <a:gd name="connsiteX116" fmla="*/ 115066 w 197113"/>
                <a:gd name="connsiteY116" fmla="*/ 95480 h 197549"/>
                <a:gd name="connsiteX117" fmla="*/ 157634 w 197113"/>
                <a:gd name="connsiteY117" fmla="*/ 51131 h 197549"/>
                <a:gd name="connsiteX118" fmla="*/ 158869 w 197113"/>
                <a:gd name="connsiteY118" fmla="*/ 47541 h 197549"/>
                <a:gd name="connsiteX119" fmla="*/ 156289 w 197113"/>
                <a:gd name="connsiteY119" fmla="*/ 43592 h 197549"/>
                <a:gd name="connsiteX120" fmla="*/ 149064 w 197113"/>
                <a:gd name="connsiteY120" fmla="*/ 46392 h 197549"/>
                <a:gd name="connsiteX121" fmla="*/ 148983 w 197113"/>
                <a:gd name="connsiteY121" fmla="*/ 46483 h 197549"/>
                <a:gd name="connsiteX122" fmla="*/ 110570 w 197113"/>
                <a:gd name="connsiteY122" fmla="*/ 86488 h 197549"/>
                <a:gd name="connsiteX123" fmla="*/ 79979 w 197113"/>
                <a:gd name="connsiteY123" fmla="*/ 61627 h 197549"/>
                <a:gd name="connsiteX124" fmla="*/ 78964 w 197113"/>
                <a:gd name="connsiteY124" fmla="*/ 60880 h 197549"/>
                <a:gd name="connsiteX125" fmla="*/ 73652 w 197113"/>
                <a:gd name="connsiteY125" fmla="*/ 58841 h 197549"/>
                <a:gd name="connsiteX126" fmla="*/ 73562 w 197113"/>
                <a:gd name="connsiteY126" fmla="*/ 58856 h 197549"/>
                <a:gd name="connsiteX127" fmla="*/ 72414 w 197113"/>
                <a:gd name="connsiteY127" fmla="*/ 59231 h 197549"/>
                <a:gd name="connsiteX128" fmla="*/ 72157 w 197113"/>
                <a:gd name="connsiteY128" fmla="*/ 59338 h 197549"/>
                <a:gd name="connsiteX129" fmla="*/ 71928 w 197113"/>
                <a:gd name="connsiteY129" fmla="*/ 59503 h 197549"/>
                <a:gd name="connsiteX130" fmla="*/ 71009 w 197113"/>
                <a:gd name="connsiteY130" fmla="*/ 60289 h 197549"/>
                <a:gd name="connsiteX131" fmla="*/ 70970 w 197113"/>
                <a:gd name="connsiteY131" fmla="*/ 60331 h 197549"/>
                <a:gd name="connsiteX132" fmla="*/ 70282 w 197113"/>
                <a:gd name="connsiteY132" fmla="*/ 61226 h 197549"/>
                <a:gd name="connsiteX133" fmla="*/ 70052 w 197113"/>
                <a:gd name="connsiteY133" fmla="*/ 61540 h 197549"/>
                <a:gd name="connsiteX134" fmla="*/ 69999 w 197113"/>
                <a:gd name="connsiteY134" fmla="*/ 61611 h 197549"/>
                <a:gd name="connsiteX135" fmla="*/ 68020 w 197113"/>
                <a:gd name="connsiteY135" fmla="*/ 59453 h 197549"/>
                <a:gd name="connsiteX136" fmla="*/ 68002 w 197113"/>
                <a:gd name="connsiteY136" fmla="*/ 59482 h 19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197113" h="197549">
                  <a:moveTo>
                    <a:pt x="128287" y="197549"/>
                  </a:moveTo>
                  <a:cubicBezTo>
                    <a:pt x="125511" y="197549"/>
                    <a:pt x="122832" y="196119"/>
                    <a:pt x="121308" y="193545"/>
                  </a:cubicBezTo>
                  <a:lnTo>
                    <a:pt x="121239" y="193414"/>
                  </a:lnTo>
                  <a:lnTo>
                    <a:pt x="104367" y="157969"/>
                  </a:lnTo>
                  <a:cubicBezTo>
                    <a:pt x="103991" y="157313"/>
                    <a:pt x="103714" y="156590"/>
                    <a:pt x="103548" y="155829"/>
                  </a:cubicBezTo>
                  <a:lnTo>
                    <a:pt x="93568" y="155829"/>
                  </a:lnTo>
                  <a:cubicBezTo>
                    <a:pt x="93404" y="156591"/>
                    <a:pt x="93126" y="157316"/>
                    <a:pt x="92748" y="157971"/>
                  </a:cubicBezTo>
                  <a:lnTo>
                    <a:pt x="75844" y="193480"/>
                  </a:lnTo>
                  <a:lnTo>
                    <a:pt x="75808" y="193543"/>
                  </a:lnTo>
                  <a:cubicBezTo>
                    <a:pt x="73539" y="197374"/>
                    <a:pt x="68714" y="198670"/>
                    <a:pt x="64820" y="196494"/>
                  </a:cubicBezTo>
                  <a:cubicBezTo>
                    <a:pt x="62834" y="195373"/>
                    <a:pt x="61402" y="193456"/>
                    <a:pt x="60883" y="191228"/>
                  </a:cubicBezTo>
                  <a:cubicBezTo>
                    <a:pt x="60408" y="189184"/>
                    <a:pt x="60733" y="187007"/>
                    <a:pt x="61774" y="185257"/>
                  </a:cubicBezTo>
                  <a:lnTo>
                    <a:pt x="75778" y="155832"/>
                  </a:lnTo>
                  <a:lnTo>
                    <a:pt x="25535" y="155832"/>
                  </a:lnTo>
                  <a:cubicBezTo>
                    <a:pt x="18059" y="155819"/>
                    <a:pt x="12001" y="148909"/>
                    <a:pt x="11989" y="140382"/>
                  </a:cubicBezTo>
                  <a:lnTo>
                    <a:pt x="11989" y="17021"/>
                  </a:lnTo>
                  <a:lnTo>
                    <a:pt x="7279" y="17021"/>
                  </a:lnTo>
                  <a:cubicBezTo>
                    <a:pt x="3158" y="16904"/>
                    <a:pt x="-100" y="13000"/>
                    <a:pt x="2" y="8299"/>
                  </a:cubicBezTo>
                  <a:cubicBezTo>
                    <a:pt x="101" y="3763"/>
                    <a:pt x="3302" y="113"/>
                    <a:pt x="7279" y="0"/>
                  </a:cubicBezTo>
                  <a:lnTo>
                    <a:pt x="189835" y="0"/>
                  </a:lnTo>
                  <a:cubicBezTo>
                    <a:pt x="193955" y="117"/>
                    <a:pt x="197213" y="4021"/>
                    <a:pt x="197111" y="8722"/>
                  </a:cubicBezTo>
                  <a:cubicBezTo>
                    <a:pt x="197012" y="13258"/>
                    <a:pt x="193812" y="16909"/>
                    <a:pt x="189835" y="17021"/>
                  </a:cubicBezTo>
                  <a:lnTo>
                    <a:pt x="185128" y="17021"/>
                  </a:lnTo>
                  <a:lnTo>
                    <a:pt x="185128" y="140377"/>
                  </a:lnTo>
                  <a:cubicBezTo>
                    <a:pt x="185118" y="148905"/>
                    <a:pt x="179060" y="155815"/>
                    <a:pt x="171583" y="155827"/>
                  </a:cubicBezTo>
                  <a:lnTo>
                    <a:pt x="121335" y="155827"/>
                  </a:lnTo>
                  <a:lnTo>
                    <a:pt x="135340" y="185252"/>
                  </a:lnTo>
                  <a:cubicBezTo>
                    <a:pt x="136380" y="187002"/>
                    <a:pt x="136705" y="189181"/>
                    <a:pt x="136230" y="191225"/>
                  </a:cubicBezTo>
                  <a:cubicBezTo>
                    <a:pt x="135714" y="193454"/>
                    <a:pt x="134279" y="195371"/>
                    <a:pt x="132298" y="196489"/>
                  </a:cubicBezTo>
                  <a:cubicBezTo>
                    <a:pt x="131049" y="197187"/>
                    <a:pt x="129677" y="197550"/>
                    <a:pt x="128287" y="197549"/>
                  </a:cubicBezTo>
                  <a:close/>
                  <a:moveTo>
                    <a:pt x="123624" y="191843"/>
                  </a:moveTo>
                  <a:cubicBezTo>
                    <a:pt x="125135" y="194318"/>
                    <a:pt x="128464" y="195138"/>
                    <a:pt x="131081" y="193676"/>
                  </a:cubicBezTo>
                  <a:cubicBezTo>
                    <a:pt x="132346" y="192964"/>
                    <a:pt x="133253" y="191778"/>
                    <a:pt x="133567" y="190427"/>
                  </a:cubicBezTo>
                  <a:cubicBezTo>
                    <a:pt x="133839" y="189233"/>
                    <a:pt x="133639" y="187962"/>
                    <a:pt x="133019" y="186952"/>
                  </a:cubicBezTo>
                  <a:lnTo>
                    <a:pt x="132950" y="186821"/>
                  </a:lnTo>
                  <a:lnTo>
                    <a:pt x="116705" y="152687"/>
                  </a:lnTo>
                  <a:lnTo>
                    <a:pt x="171574" y="152687"/>
                  </a:lnTo>
                  <a:cubicBezTo>
                    <a:pt x="177530" y="152678"/>
                    <a:pt x="182357" y="147173"/>
                    <a:pt x="182364" y="140379"/>
                  </a:cubicBezTo>
                  <a:lnTo>
                    <a:pt x="182364" y="13879"/>
                  </a:lnTo>
                  <a:lnTo>
                    <a:pt x="189828" y="13879"/>
                  </a:lnTo>
                  <a:cubicBezTo>
                    <a:pt x="192427" y="13786"/>
                    <a:pt x="194468" y="11308"/>
                    <a:pt x="194387" y="8343"/>
                  </a:cubicBezTo>
                  <a:cubicBezTo>
                    <a:pt x="194309" y="5508"/>
                    <a:pt x="192313" y="3231"/>
                    <a:pt x="189828" y="3142"/>
                  </a:cubicBezTo>
                  <a:lnTo>
                    <a:pt x="7279" y="3142"/>
                  </a:lnTo>
                  <a:cubicBezTo>
                    <a:pt x="4679" y="3235"/>
                    <a:pt x="2638" y="5713"/>
                    <a:pt x="2719" y="8678"/>
                  </a:cubicBezTo>
                  <a:cubicBezTo>
                    <a:pt x="2797" y="11513"/>
                    <a:pt x="4793" y="13790"/>
                    <a:pt x="7279" y="13879"/>
                  </a:cubicBezTo>
                  <a:lnTo>
                    <a:pt x="14744" y="13879"/>
                  </a:lnTo>
                  <a:lnTo>
                    <a:pt x="14744" y="140377"/>
                  </a:lnTo>
                  <a:cubicBezTo>
                    <a:pt x="14755" y="147169"/>
                    <a:pt x="19580" y="152673"/>
                    <a:pt x="25535" y="152684"/>
                  </a:cubicBezTo>
                  <a:lnTo>
                    <a:pt x="80404" y="152684"/>
                  </a:lnTo>
                  <a:lnTo>
                    <a:pt x="64104" y="186949"/>
                  </a:lnTo>
                  <a:cubicBezTo>
                    <a:pt x="63484" y="187960"/>
                    <a:pt x="63283" y="189230"/>
                    <a:pt x="63555" y="190424"/>
                  </a:cubicBezTo>
                  <a:cubicBezTo>
                    <a:pt x="63870" y="191775"/>
                    <a:pt x="64776" y="192959"/>
                    <a:pt x="66046" y="193676"/>
                  </a:cubicBezTo>
                  <a:cubicBezTo>
                    <a:pt x="68661" y="195138"/>
                    <a:pt x="71990" y="194315"/>
                    <a:pt x="73498" y="191843"/>
                  </a:cubicBezTo>
                  <a:lnTo>
                    <a:pt x="90388" y="156343"/>
                  </a:lnTo>
                  <a:lnTo>
                    <a:pt x="90425" y="156280"/>
                  </a:lnTo>
                  <a:cubicBezTo>
                    <a:pt x="90789" y="155645"/>
                    <a:pt x="90994" y="154909"/>
                    <a:pt x="91017" y="154151"/>
                  </a:cubicBezTo>
                  <a:lnTo>
                    <a:pt x="91104" y="152687"/>
                  </a:lnTo>
                  <a:lnTo>
                    <a:pt x="106009" y="152687"/>
                  </a:lnTo>
                  <a:lnTo>
                    <a:pt x="106096" y="154151"/>
                  </a:lnTo>
                  <a:cubicBezTo>
                    <a:pt x="106121" y="154911"/>
                    <a:pt x="106328" y="155649"/>
                    <a:pt x="106693" y="156285"/>
                  </a:cubicBezTo>
                  <a:lnTo>
                    <a:pt x="106759" y="156408"/>
                  </a:lnTo>
                  <a:close/>
                  <a:moveTo>
                    <a:pt x="165495" y="141948"/>
                  </a:moveTo>
                  <a:lnTo>
                    <a:pt x="31625" y="141948"/>
                  </a:lnTo>
                  <a:cubicBezTo>
                    <a:pt x="27504" y="141947"/>
                    <a:pt x="24162" y="138138"/>
                    <a:pt x="24157" y="133437"/>
                  </a:cubicBezTo>
                  <a:lnTo>
                    <a:pt x="24157" y="13892"/>
                  </a:lnTo>
                  <a:lnTo>
                    <a:pt x="31437" y="13892"/>
                  </a:lnTo>
                  <a:cubicBezTo>
                    <a:pt x="31497" y="13883"/>
                    <a:pt x="31558" y="13879"/>
                    <a:pt x="31618" y="13879"/>
                  </a:cubicBezTo>
                  <a:lnTo>
                    <a:pt x="165495" y="13879"/>
                  </a:lnTo>
                  <a:cubicBezTo>
                    <a:pt x="165555" y="13879"/>
                    <a:pt x="165614" y="13883"/>
                    <a:pt x="165674" y="13892"/>
                  </a:cubicBezTo>
                  <a:lnTo>
                    <a:pt x="172956" y="13892"/>
                  </a:lnTo>
                  <a:lnTo>
                    <a:pt x="172956" y="133437"/>
                  </a:lnTo>
                  <a:cubicBezTo>
                    <a:pt x="172951" y="138135"/>
                    <a:pt x="169613" y="141942"/>
                    <a:pt x="165495" y="141948"/>
                  </a:cubicBezTo>
                  <a:close/>
                  <a:moveTo>
                    <a:pt x="26912" y="17034"/>
                  </a:moveTo>
                  <a:lnTo>
                    <a:pt x="26912" y="133437"/>
                  </a:lnTo>
                  <a:cubicBezTo>
                    <a:pt x="26916" y="136401"/>
                    <a:pt x="29022" y="138803"/>
                    <a:pt x="31621" y="138806"/>
                  </a:cubicBezTo>
                  <a:lnTo>
                    <a:pt x="165495" y="138806"/>
                  </a:lnTo>
                  <a:cubicBezTo>
                    <a:pt x="168093" y="138803"/>
                    <a:pt x="170200" y="136401"/>
                    <a:pt x="170203" y="133437"/>
                  </a:cubicBezTo>
                  <a:lnTo>
                    <a:pt x="170203" y="17034"/>
                  </a:lnTo>
                  <a:lnTo>
                    <a:pt x="165554" y="17034"/>
                  </a:lnTo>
                  <a:cubicBezTo>
                    <a:pt x="165494" y="17034"/>
                    <a:pt x="165433" y="17030"/>
                    <a:pt x="165373" y="17021"/>
                  </a:cubicBezTo>
                  <a:lnTo>
                    <a:pt x="31733" y="17021"/>
                  </a:lnTo>
                  <a:cubicBezTo>
                    <a:pt x="31673" y="17030"/>
                    <a:pt x="31612" y="17034"/>
                    <a:pt x="31552" y="17034"/>
                  </a:cubicBezTo>
                  <a:close/>
                  <a:moveTo>
                    <a:pt x="43646" y="114185"/>
                  </a:moveTo>
                  <a:cubicBezTo>
                    <a:pt x="42379" y="114167"/>
                    <a:pt x="41140" y="113764"/>
                    <a:pt x="40055" y="113017"/>
                  </a:cubicBezTo>
                  <a:cubicBezTo>
                    <a:pt x="36492" y="110632"/>
                    <a:pt x="35274" y="105420"/>
                    <a:pt x="37323" y="101328"/>
                  </a:cubicBezTo>
                  <a:lnTo>
                    <a:pt x="37383" y="101207"/>
                  </a:lnTo>
                  <a:lnTo>
                    <a:pt x="37461" y="101100"/>
                  </a:lnTo>
                  <a:lnTo>
                    <a:pt x="67834" y="59681"/>
                  </a:lnTo>
                  <a:cubicBezTo>
                    <a:pt x="67903" y="59573"/>
                    <a:pt x="67979" y="59472"/>
                    <a:pt x="68064" y="59380"/>
                  </a:cubicBezTo>
                  <a:cubicBezTo>
                    <a:pt x="68370" y="58885"/>
                    <a:pt x="68723" y="58431"/>
                    <a:pt x="69118" y="58026"/>
                  </a:cubicBezTo>
                  <a:cubicBezTo>
                    <a:pt x="69529" y="57571"/>
                    <a:pt x="69986" y="57173"/>
                    <a:pt x="70479" y="56840"/>
                  </a:cubicBezTo>
                  <a:cubicBezTo>
                    <a:pt x="70612" y="56702"/>
                    <a:pt x="70762" y="56587"/>
                    <a:pt x="70925" y="56500"/>
                  </a:cubicBezTo>
                  <a:cubicBezTo>
                    <a:pt x="71062" y="56426"/>
                    <a:pt x="71207" y="56372"/>
                    <a:pt x="71356" y="56337"/>
                  </a:cubicBezTo>
                  <a:cubicBezTo>
                    <a:pt x="71931" y="56059"/>
                    <a:pt x="72534" y="55867"/>
                    <a:pt x="73151" y="55764"/>
                  </a:cubicBezTo>
                  <a:cubicBezTo>
                    <a:pt x="76177" y="55088"/>
                    <a:pt x="77883" y="56350"/>
                    <a:pt x="80461" y="58257"/>
                  </a:cubicBezTo>
                  <a:cubicBezTo>
                    <a:pt x="80783" y="58495"/>
                    <a:pt x="81122" y="58746"/>
                    <a:pt x="81487" y="59011"/>
                  </a:cubicBezTo>
                  <a:lnTo>
                    <a:pt x="81547" y="59055"/>
                  </a:lnTo>
                  <a:lnTo>
                    <a:pt x="110352" y="82463"/>
                  </a:lnTo>
                  <a:lnTo>
                    <a:pt x="147085" y="44210"/>
                  </a:lnTo>
                  <a:cubicBezTo>
                    <a:pt x="150469" y="40083"/>
                    <a:pt x="154519" y="38803"/>
                    <a:pt x="157666" y="40877"/>
                  </a:cubicBezTo>
                  <a:cubicBezTo>
                    <a:pt x="159838" y="42304"/>
                    <a:pt x="161307" y="44642"/>
                    <a:pt x="161601" y="47130"/>
                  </a:cubicBezTo>
                  <a:cubicBezTo>
                    <a:pt x="161787" y="48701"/>
                    <a:pt x="161583" y="51058"/>
                    <a:pt x="159572" y="53375"/>
                  </a:cubicBezTo>
                  <a:lnTo>
                    <a:pt x="159521" y="53430"/>
                  </a:lnTo>
                  <a:lnTo>
                    <a:pt x="116937" y="97764"/>
                  </a:lnTo>
                  <a:cubicBezTo>
                    <a:pt x="114510" y="100430"/>
                    <a:pt x="110853" y="103025"/>
                    <a:pt x="107175" y="100293"/>
                  </a:cubicBezTo>
                  <a:cubicBezTo>
                    <a:pt x="105796" y="99257"/>
                    <a:pt x="104469" y="98133"/>
                    <a:pt x="103201" y="96926"/>
                  </a:cubicBezTo>
                  <a:lnTo>
                    <a:pt x="76129" y="74631"/>
                  </a:lnTo>
                  <a:lnTo>
                    <a:pt x="50116" y="110098"/>
                  </a:lnTo>
                  <a:cubicBezTo>
                    <a:pt x="48173" y="112792"/>
                    <a:pt x="45930" y="114177"/>
                    <a:pt x="43651" y="114177"/>
                  </a:cubicBezTo>
                  <a:close/>
                  <a:moveTo>
                    <a:pt x="39663" y="103001"/>
                  </a:moveTo>
                  <a:cubicBezTo>
                    <a:pt x="38437" y="105584"/>
                    <a:pt x="39225" y="108810"/>
                    <a:pt x="41444" y="110299"/>
                  </a:cubicBezTo>
                  <a:cubicBezTo>
                    <a:pt x="44220" y="112132"/>
                    <a:pt x="46539" y="110116"/>
                    <a:pt x="47997" y="108097"/>
                  </a:cubicBezTo>
                  <a:lnTo>
                    <a:pt x="75663" y="70389"/>
                  </a:lnTo>
                  <a:lnTo>
                    <a:pt x="104920" y="94480"/>
                  </a:lnTo>
                  <a:cubicBezTo>
                    <a:pt x="106119" y="95628"/>
                    <a:pt x="107374" y="96697"/>
                    <a:pt x="108679" y="97683"/>
                  </a:cubicBezTo>
                  <a:cubicBezTo>
                    <a:pt x="109804" y="98518"/>
                    <a:pt x="111686" y="99199"/>
                    <a:pt x="115038" y="95509"/>
                  </a:cubicBezTo>
                  <a:lnTo>
                    <a:pt x="115066" y="95480"/>
                  </a:lnTo>
                  <a:lnTo>
                    <a:pt x="157634" y="51131"/>
                  </a:lnTo>
                  <a:cubicBezTo>
                    <a:pt x="158600" y="50005"/>
                    <a:pt x="159011" y="48798"/>
                    <a:pt x="158869" y="47541"/>
                  </a:cubicBezTo>
                  <a:cubicBezTo>
                    <a:pt x="158692" y="46035"/>
                    <a:pt x="157703" y="44522"/>
                    <a:pt x="156289" y="43592"/>
                  </a:cubicBezTo>
                  <a:cubicBezTo>
                    <a:pt x="153917" y="42021"/>
                    <a:pt x="151008" y="44014"/>
                    <a:pt x="149064" y="46392"/>
                  </a:cubicBezTo>
                  <a:lnTo>
                    <a:pt x="148983" y="46483"/>
                  </a:lnTo>
                  <a:lnTo>
                    <a:pt x="110570" y="86488"/>
                  </a:lnTo>
                  <a:lnTo>
                    <a:pt x="79979" y="61627"/>
                  </a:lnTo>
                  <a:cubicBezTo>
                    <a:pt x="79619" y="61365"/>
                    <a:pt x="79290" y="61103"/>
                    <a:pt x="78964" y="60880"/>
                  </a:cubicBezTo>
                  <a:cubicBezTo>
                    <a:pt x="76522" y="59071"/>
                    <a:pt x="75606" y="58395"/>
                    <a:pt x="73652" y="58841"/>
                  </a:cubicBezTo>
                  <a:lnTo>
                    <a:pt x="73562" y="58856"/>
                  </a:lnTo>
                  <a:cubicBezTo>
                    <a:pt x="73167" y="58924"/>
                    <a:pt x="72781" y="59050"/>
                    <a:pt x="72414" y="59231"/>
                  </a:cubicBezTo>
                  <a:cubicBezTo>
                    <a:pt x="72331" y="59274"/>
                    <a:pt x="72245" y="59310"/>
                    <a:pt x="72157" y="59338"/>
                  </a:cubicBezTo>
                  <a:cubicBezTo>
                    <a:pt x="72085" y="59400"/>
                    <a:pt x="72008" y="59455"/>
                    <a:pt x="71928" y="59503"/>
                  </a:cubicBezTo>
                  <a:cubicBezTo>
                    <a:pt x="71593" y="59719"/>
                    <a:pt x="71285" y="59983"/>
                    <a:pt x="71009" y="60289"/>
                  </a:cubicBezTo>
                  <a:lnTo>
                    <a:pt x="70970" y="60331"/>
                  </a:lnTo>
                  <a:cubicBezTo>
                    <a:pt x="70710" y="60597"/>
                    <a:pt x="70479" y="60897"/>
                    <a:pt x="70282" y="61226"/>
                  </a:cubicBezTo>
                  <a:cubicBezTo>
                    <a:pt x="70215" y="61340"/>
                    <a:pt x="70138" y="61445"/>
                    <a:pt x="70052" y="61540"/>
                  </a:cubicBezTo>
                  <a:lnTo>
                    <a:pt x="69999" y="61611"/>
                  </a:lnTo>
                  <a:close/>
                  <a:moveTo>
                    <a:pt x="68020" y="59453"/>
                  </a:moveTo>
                  <a:lnTo>
                    <a:pt x="68002" y="59482"/>
                  </a:lnTo>
                  <a:close/>
                </a:path>
              </a:pathLst>
            </a:custGeom>
            <a:solidFill>
              <a:schemeClr val="accent1"/>
            </a:solidFill>
            <a:ln w="179" cap="flat">
              <a:noFill/>
              <a:prstDash val="solid"/>
              <a:miter/>
            </a:ln>
          </p:spPr>
          <p:txBody>
            <a:bodyPr rtlCol="0" anchor="ctr"/>
            <a:lstStyle/>
            <a:p>
              <a:endParaRPr lang="zh-CN" altLang="en-US"/>
            </a:p>
          </p:txBody>
        </p:sp>
      </p:grpSp>
    </p:spTree>
    <p:extLst>
      <p:ext uri="{BB962C8B-B14F-4D97-AF65-F5344CB8AC3E}">
        <p14:creationId xmlns:p14="http://schemas.microsoft.com/office/powerpoint/2010/main" val="7565113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14" name="椭圆 13">
            <a:extLst>
              <a:ext uri="{FF2B5EF4-FFF2-40B4-BE49-F238E27FC236}">
                <a16:creationId xmlns:a16="http://schemas.microsoft.com/office/drawing/2014/main" id="{8A78F19D-7B39-3D6B-BA62-10A769FCC72C}"/>
              </a:ext>
            </a:extLst>
          </p:cNvPr>
          <p:cNvSpPr/>
          <p:nvPr/>
        </p:nvSpPr>
        <p:spPr>
          <a:xfrm>
            <a:off x="1606883" y="4036056"/>
            <a:ext cx="9035928" cy="1868974"/>
          </a:xfrm>
          <a:prstGeom prst="ellipse">
            <a:avLst/>
          </a:prstGeom>
          <a:gradFill flip="none" rotWithShape="1">
            <a:gsLst>
              <a:gs pos="58000">
                <a:schemeClr val="accent1">
                  <a:alpha val="0"/>
                </a:schemeClr>
              </a:gs>
              <a:gs pos="100000">
                <a:schemeClr val="accent1">
                  <a:alpha val="18000"/>
                </a:schemeClr>
              </a:gs>
            </a:gsLst>
            <a:lin ang="5400000" scaled="0"/>
            <a:tileRect/>
          </a:gradFill>
          <a:ln w="9525">
            <a:gradFill>
              <a:gsLst>
                <a:gs pos="34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椭圆 11">
            <a:extLst>
              <a:ext uri="{FF2B5EF4-FFF2-40B4-BE49-F238E27FC236}">
                <a16:creationId xmlns:a16="http://schemas.microsoft.com/office/drawing/2014/main" id="{2B4D1696-9470-6820-2C09-338F93462BA8}"/>
              </a:ext>
            </a:extLst>
          </p:cNvPr>
          <p:cNvSpPr/>
          <p:nvPr/>
        </p:nvSpPr>
        <p:spPr>
          <a:xfrm>
            <a:off x="1572371" y="3102869"/>
            <a:ext cx="9035928" cy="2171564"/>
          </a:xfrm>
          <a:prstGeom prst="ellipse">
            <a:avLst/>
          </a:prstGeom>
          <a:gradFill flip="none" rotWithShape="1">
            <a:gsLst>
              <a:gs pos="7000">
                <a:schemeClr val="accent1">
                  <a:alpha val="0"/>
                </a:schemeClr>
              </a:gs>
              <a:gs pos="100000">
                <a:schemeClr val="accent1">
                  <a:alpha val="18000"/>
                </a:schemeClr>
              </a:gs>
            </a:gsLst>
            <a:lin ang="5400000" scaled="0"/>
            <a:tileRect/>
          </a:gradFill>
          <a:ln w="9525">
            <a:noFill/>
          </a:ln>
          <a:effectLst>
            <a:softEdge rad="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任意多边形: 形状 49">
            <a:extLst>
              <a:ext uri="{FF2B5EF4-FFF2-40B4-BE49-F238E27FC236}">
                <a16:creationId xmlns:a16="http://schemas.microsoft.com/office/drawing/2014/main" id="{8790463E-0064-DD8A-253B-B775526E5C05}"/>
              </a:ext>
            </a:extLst>
          </p:cNvPr>
          <p:cNvSpPr/>
          <p:nvPr/>
        </p:nvSpPr>
        <p:spPr>
          <a:xfrm flipV="1">
            <a:off x="2901285" y="2431312"/>
            <a:ext cx="6389430" cy="1882951"/>
          </a:xfrm>
          <a:custGeom>
            <a:avLst/>
            <a:gdLst>
              <a:gd name="connsiteX0" fmla="*/ 0 w 6389430"/>
              <a:gd name="connsiteY0" fmla="*/ 1882951 h 1882951"/>
              <a:gd name="connsiteX1" fmla="*/ 6389430 w 6389430"/>
              <a:gd name="connsiteY1" fmla="*/ 1882951 h 1882951"/>
              <a:gd name="connsiteX2" fmla="*/ 5773439 w 6389430"/>
              <a:gd name="connsiteY2" fmla="*/ 348879 h 1882951"/>
              <a:gd name="connsiteX3" fmla="*/ 5768960 w 6389430"/>
              <a:gd name="connsiteY3" fmla="*/ 348879 h 1882951"/>
              <a:gd name="connsiteX4" fmla="*/ 5760943 w 6389430"/>
              <a:gd name="connsiteY4" fmla="*/ 326495 h 1882951"/>
              <a:gd name="connsiteX5" fmla="*/ 3194716 w 6389430"/>
              <a:gd name="connsiteY5" fmla="*/ 0 h 1882951"/>
              <a:gd name="connsiteX6" fmla="*/ 628489 w 6389430"/>
              <a:gd name="connsiteY6" fmla="*/ 326495 h 1882951"/>
              <a:gd name="connsiteX7" fmla="*/ 620472 w 6389430"/>
              <a:gd name="connsiteY7" fmla="*/ 348879 h 1882951"/>
              <a:gd name="connsiteX8" fmla="*/ 615991 w 6389430"/>
              <a:gd name="connsiteY8" fmla="*/ 348879 h 188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89430" h="1882951">
                <a:moveTo>
                  <a:pt x="0" y="1882951"/>
                </a:moveTo>
                <a:lnTo>
                  <a:pt x="6389430" y="1882951"/>
                </a:lnTo>
                <a:lnTo>
                  <a:pt x="5773439" y="348879"/>
                </a:lnTo>
                <a:lnTo>
                  <a:pt x="5768960" y="348879"/>
                </a:lnTo>
                <a:lnTo>
                  <a:pt x="5760943" y="326495"/>
                </a:lnTo>
                <a:cubicBezTo>
                  <a:pt x="5628845" y="143108"/>
                  <a:pt x="4530319" y="0"/>
                  <a:pt x="3194716" y="0"/>
                </a:cubicBezTo>
                <a:cubicBezTo>
                  <a:pt x="1859114" y="0"/>
                  <a:pt x="760588" y="143108"/>
                  <a:pt x="628489" y="326495"/>
                </a:cubicBezTo>
                <a:lnTo>
                  <a:pt x="620472" y="348879"/>
                </a:lnTo>
                <a:lnTo>
                  <a:pt x="615991" y="348879"/>
                </a:lnTo>
                <a:close/>
              </a:path>
            </a:pathLst>
          </a:custGeom>
          <a:gradFill>
            <a:gsLst>
              <a:gs pos="72000">
                <a:schemeClr val="accent1">
                  <a:alpha val="6000"/>
                </a:schemeClr>
              </a:gs>
              <a:gs pos="1000">
                <a:schemeClr val="accent1">
                  <a:alpha val="14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智能制造产业链</a:t>
            </a:r>
            <a:endParaRPr lang="en-US" altLang="zh-CN" dirty="0"/>
          </a:p>
        </p:txBody>
      </p:sp>
      <p:sp>
        <p:nvSpPr>
          <p:cNvPr id="7" name="椭圆 6">
            <a:extLst>
              <a:ext uri="{FF2B5EF4-FFF2-40B4-BE49-F238E27FC236}">
                <a16:creationId xmlns:a16="http://schemas.microsoft.com/office/drawing/2014/main" id="{A0CC79E7-6124-4682-3D9D-D610670F5A52}"/>
              </a:ext>
            </a:extLst>
          </p:cNvPr>
          <p:cNvSpPr/>
          <p:nvPr/>
        </p:nvSpPr>
        <p:spPr>
          <a:xfrm>
            <a:off x="2177196" y="2378079"/>
            <a:ext cx="7851047" cy="1808678"/>
          </a:xfrm>
          <a:prstGeom prst="ellipse">
            <a:avLst/>
          </a:prstGeom>
          <a:gradFill flip="none" rotWithShape="1">
            <a:gsLst>
              <a:gs pos="80000">
                <a:schemeClr val="accent1">
                  <a:alpha val="0"/>
                </a:schemeClr>
              </a:gs>
              <a:gs pos="100000">
                <a:schemeClr val="accent1">
                  <a:alpha val="35000"/>
                </a:schemeClr>
              </a:gs>
            </a:gsLst>
            <a:path path="circle">
              <a:fillToRect l="50000" t="50000" r="50000" b="50000"/>
            </a:path>
            <a:tileRect/>
          </a:gradFill>
          <a:ln w="9525">
            <a:gradFill>
              <a:gsLst>
                <a:gs pos="2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a:extLst>
              <a:ext uri="{FF2B5EF4-FFF2-40B4-BE49-F238E27FC236}">
                <a16:creationId xmlns:a16="http://schemas.microsoft.com/office/drawing/2014/main" id="{004A487A-338D-F425-EC8E-36DC032AF0FC}"/>
              </a:ext>
            </a:extLst>
          </p:cNvPr>
          <p:cNvSpPr/>
          <p:nvPr/>
        </p:nvSpPr>
        <p:spPr>
          <a:xfrm>
            <a:off x="2281999" y="2066812"/>
            <a:ext cx="7641441" cy="1808678"/>
          </a:xfrm>
          <a:prstGeom prst="ellipse">
            <a:avLst/>
          </a:prstGeom>
          <a:noFill/>
          <a:ln w="12700">
            <a:gradFill>
              <a:gsLst>
                <a:gs pos="5800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椭圆 8">
            <a:extLst>
              <a:ext uri="{FF2B5EF4-FFF2-40B4-BE49-F238E27FC236}">
                <a16:creationId xmlns:a16="http://schemas.microsoft.com/office/drawing/2014/main" id="{CDC878AA-E5A0-DF52-C771-E7A6CA8508C4}"/>
              </a:ext>
            </a:extLst>
          </p:cNvPr>
          <p:cNvSpPr/>
          <p:nvPr/>
        </p:nvSpPr>
        <p:spPr>
          <a:xfrm>
            <a:off x="1578036" y="2977132"/>
            <a:ext cx="9014912" cy="2096684"/>
          </a:xfrm>
          <a:prstGeom prst="ellipse">
            <a:avLst/>
          </a:prstGeom>
          <a:noFill/>
          <a:ln w="9525">
            <a:gradFill>
              <a:gsLst>
                <a:gs pos="60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78" name="组合 77">
            <a:extLst>
              <a:ext uri="{FF2B5EF4-FFF2-40B4-BE49-F238E27FC236}">
                <a16:creationId xmlns:a16="http://schemas.microsoft.com/office/drawing/2014/main" id="{4CADD36C-BD5E-CAC9-2252-B543FF2E2BC1}"/>
              </a:ext>
            </a:extLst>
          </p:cNvPr>
          <p:cNvGrpSpPr/>
          <p:nvPr/>
        </p:nvGrpSpPr>
        <p:grpSpPr>
          <a:xfrm>
            <a:off x="1720667" y="4694552"/>
            <a:ext cx="1162347" cy="849940"/>
            <a:chOff x="1720667" y="4700903"/>
            <a:chExt cx="1162347" cy="849940"/>
          </a:xfrm>
        </p:grpSpPr>
        <p:sp>
          <p:nvSpPr>
            <p:cNvPr id="28" name="矩形 18">
              <a:extLst>
                <a:ext uri="{FF2B5EF4-FFF2-40B4-BE49-F238E27FC236}">
                  <a16:creationId xmlns:a16="http://schemas.microsoft.com/office/drawing/2014/main" id="{1C24741A-9695-C488-F391-9850A25352B6}"/>
                </a:ext>
              </a:extLst>
            </p:cNvPr>
            <p:cNvSpPr/>
            <p:nvPr/>
          </p:nvSpPr>
          <p:spPr>
            <a:xfrm rot="692940" flipH="1">
              <a:off x="1981030" y="5230735"/>
              <a:ext cx="901984" cy="320108"/>
            </a:xfrm>
            <a:custGeom>
              <a:avLst/>
              <a:gdLst>
                <a:gd name="connsiteX0" fmla="*/ 0 w 1282700"/>
                <a:gd name="connsiteY0" fmla="*/ 0 h 651933"/>
                <a:gd name="connsiteX1" fmla="*/ 1282700 w 1282700"/>
                <a:gd name="connsiteY1" fmla="*/ 0 h 651933"/>
                <a:gd name="connsiteX2" fmla="*/ 1282700 w 1282700"/>
                <a:gd name="connsiteY2" fmla="*/ 651933 h 651933"/>
                <a:gd name="connsiteX3" fmla="*/ 0 w 1282700"/>
                <a:gd name="connsiteY3" fmla="*/ 651933 h 651933"/>
                <a:gd name="connsiteX4" fmla="*/ 0 w 1282700"/>
                <a:gd name="connsiteY4" fmla="*/ 0 h 651933"/>
                <a:gd name="connsiteX0" fmla="*/ 1282700 w 1374140"/>
                <a:gd name="connsiteY0" fmla="*/ 651933 h 743373"/>
                <a:gd name="connsiteX1" fmla="*/ 0 w 1374140"/>
                <a:gd name="connsiteY1" fmla="*/ 651933 h 743373"/>
                <a:gd name="connsiteX2" fmla="*/ 0 w 1374140"/>
                <a:gd name="connsiteY2" fmla="*/ 0 h 743373"/>
                <a:gd name="connsiteX3" fmla="*/ 1282700 w 1374140"/>
                <a:gd name="connsiteY3" fmla="*/ 0 h 743373"/>
                <a:gd name="connsiteX4" fmla="*/ 1374140 w 1374140"/>
                <a:gd name="connsiteY4" fmla="*/ 743373 h 743373"/>
                <a:gd name="connsiteX0" fmla="*/ 1282700 w 1282700"/>
                <a:gd name="connsiteY0" fmla="*/ 651933 h 651933"/>
                <a:gd name="connsiteX1" fmla="*/ 0 w 1282700"/>
                <a:gd name="connsiteY1" fmla="*/ 651933 h 651933"/>
                <a:gd name="connsiteX2" fmla="*/ 0 w 1282700"/>
                <a:gd name="connsiteY2" fmla="*/ 0 h 651933"/>
                <a:gd name="connsiteX3" fmla="*/ 1282700 w 1282700"/>
                <a:gd name="connsiteY3" fmla="*/ 0 h 651933"/>
                <a:gd name="connsiteX0" fmla="*/ 0 w 1282700"/>
                <a:gd name="connsiteY0" fmla="*/ 651933 h 651933"/>
                <a:gd name="connsiteX1" fmla="*/ 0 w 1282700"/>
                <a:gd name="connsiteY1" fmla="*/ 0 h 651933"/>
                <a:gd name="connsiteX2" fmla="*/ 1282700 w 1282700"/>
                <a:gd name="connsiteY2" fmla="*/ 0 h 651933"/>
                <a:gd name="connsiteX0" fmla="*/ 0 w 1333642"/>
                <a:gd name="connsiteY0" fmla="*/ 251030 h 251030"/>
                <a:gd name="connsiteX1" fmla="*/ 50942 w 1333642"/>
                <a:gd name="connsiteY1" fmla="*/ 0 h 251030"/>
                <a:gd name="connsiteX2" fmla="*/ 1333642 w 1333642"/>
                <a:gd name="connsiteY2" fmla="*/ 0 h 251030"/>
                <a:gd name="connsiteX0" fmla="*/ 0 w 896970"/>
                <a:gd name="connsiteY0" fmla="*/ 358083 h 358083"/>
                <a:gd name="connsiteX1" fmla="*/ 50942 w 896970"/>
                <a:gd name="connsiteY1" fmla="*/ 107053 h 358083"/>
                <a:gd name="connsiteX2" fmla="*/ 896970 w 896970"/>
                <a:gd name="connsiteY2" fmla="*/ 0 h 358083"/>
                <a:gd name="connsiteX0" fmla="*/ 0 w 896970"/>
                <a:gd name="connsiteY0" fmla="*/ 358083 h 358083"/>
                <a:gd name="connsiteX1" fmla="*/ 43063 w 896970"/>
                <a:gd name="connsiteY1" fmla="*/ 129749 h 358083"/>
                <a:gd name="connsiteX2" fmla="*/ 896970 w 896970"/>
                <a:gd name="connsiteY2" fmla="*/ 0 h 358083"/>
                <a:gd name="connsiteX0" fmla="*/ 0 w 896970"/>
                <a:gd name="connsiteY0" fmla="*/ 358083 h 358083"/>
                <a:gd name="connsiteX1" fmla="*/ 48112 w 896970"/>
                <a:gd name="connsiteY1" fmla="*/ 112957 h 358083"/>
                <a:gd name="connsiteX2" fmla="*/ 896970 w 896970"/>
                <a:gd name="connsiteY2" fmla="*/ 0 h 358083"/>
                <a:gd name="connsiteX0" fmla="*/ 0 w 896970"/>
                <a:gd name="connsiteY0" fmla="*/ 358083 h 358083"/>
                <a:gd name="connsiteX1" fmla="*/ 28834 w 896970"/>
                <a:gd name="connsiteY1" fmla="*/ 131018 h 358083"/>
                <a:gd name="connsiteX2" fmla="*/ 896970 w 896970"/>
                <a:gd name="connsiteY2" fmla="*/ 0 h 358083"/>
                <a:gd name="connsiteX0" fmla="*/ 0 w 896970"/>
                <a:gd name="connsiteY0" fmla="*/ 358083 h 358083"/>
                <a:gd name="connsiteX1" fmla="*/ 48027 w 896970"/>
                <a:gd name="connsiteY1" fmla="*/ 135430 h 358083"/>
                <a:gd name="connsiteX2" fmla="*/ 896970 w 896970"/>
                <a:gd name="connsiteY2" fmla="*/ 0 h 358083"/>
              </a:gdLst>
              <a:ahLst/>
              <a:cxnLst>
                <a:cxn ang="0">
                  <a:pos x="connsiteX0" y="connsiteY0"/>
                </a:cxn>
                <a:cxn ang="0">
                  <a:pos x="connsiteX1" y="connsiteY1"/>
                </a:cxn>
                <a:cxn ang="0">
                  <a:pos x="connsiteX2" y="connsiteY2"/>
                </a:cxn>
              </a:cxnLst>
              <a:rect l="l" t="t" r="r" b="b"/>
              <a:pathLst>
                <a:path w="896970" h="358083">
                  <a:moveTo>
                    <a:pt x="0" y="358083"/>
                  </a:moveTo>
                  <a:lnTo>
                    <a:pt x="48027" y="135430"/>
                  </a:lnTo>
                  <a:lnTo>
                    <a:pt x="896970" y="0"/>
                  </a:lnTo>
                </a:path>
              </a:pathLst>
            </a:custGeom>
            <a:noFill/>
            <a:ln>
              <a:gradFill>
                <a:gsLst>
                  <a:gs pos="0">
                    <a:schemeClr val="accent1">
                      <a:alpha val="60000"/>
                    </a:schemeClr>
                  </a:gs>
                  <a:gs pos="100000">
                    <a:schemeClr val="accent1">
                      <a:alpha val="0"/>
                    </a:schemeClr>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18">
              <a:extLst>
                <a:ext uri="{FF2B5EF4-FFF2-40B4-BE49-F238E27FC236}">
                  <a16:creationId xmlns:a16="http://schemas.microsoft.com/office/drawing/2014/main" id="{9AC4E500-1E0B-9C36-56D5-10818FFE0F13}"/>
                </a:ext>
              </a:extLst>
            </p:cNvPr>
            <p:cNvSpPr/>
            <p:nvPr/>
          </p:nvSpPr>
          <p:spPr>
            <a:xfrm rot="20907060" flipH="1" flipV="1">
              <a:off x="1720667" y="4700903"/>
              <a:ext cx="949357" cy="512303"/>
            </a:xfrm>
            <a:custGeom>
              <a:avLst/>
              <a:gdLst>
                <a:gd name="connsiteX0" fmla="*/ 0 w 1282700"/>
                <a:gd name="connsiteY0" fmla="*/ 0 h 651933"/>
                <a:gd name="connsiteX1" fmla="*/ 1282700 w 1282700"/>
                <a:gd name="connsiteY1" fmla="*/ 0 h 651933"/>
                <a:gd name="connsiteX2" fmla="*/ 1282700 w 1282700"/>
                <a:gd name="connsiteY2" fmla="*/ 651933 h 651933"/>
                <a:gd name="connsiteX3" fmla="*/ 0 w 1282700"/>
                <a:gd name="connsiteY3" fmla="*/ 651933 h 651933"/>
                <a:gd name="connsiteX4" fmla="*/ 0 w 1282700"/>
                <a:gd name="connsiteY4" fmla="*/ 0 h 651933"/>
                <a:gd name="connsiteX0" fmla="*/ 1282700 w 1374140"/>
                <a:gd name="connsiteY0" fmla="*/ 651933 h 743373"/>
                <a:gd name="connsiteX1" fmla="*/ 0 w 1374140"/>
                <a:gd name="connsiteY1" fmla="*/ 651933 h 743373"/>
                <a:gd name="connsiteX2" fmla="*/ 0 w 1374140"/>
                <a:gd name="connsiteY2" fmla="*/ 0 h 743373"/>
                <a:gd name="connsiteX3" fmla="*/ 1282700 w 1374140"/>
                <a:gd name="connsiteY3" fmla="*/ 0 h 743373"/>
                <a:gd name="connsiteX4" fmla="*/ 1374140 w 1374140"/>
                <a:gd name="connsiteY4" fmla="*/ 743373 h 743373"/>
                <a:gd name="connsiteX0" fmla="*/ 1282700 w 1282700"/>
                <a:gd name="connsiteY0" fmla="*/ 651933 h 651933"/>
                <a:gd name="connsiteX1" fmla="*/ 0 w 1282700"/>
                <a:gd name="connsiteY1" fmla="*/ 651933 h 651933"/>
                <a:gd name="connsiteX2" fmla="*/ 0 w 1282700"/>
                <a:gd name="connsiteY2" fmla="*/ 0 h 651933"/>
                <a:gd name="connsiteX3" fmla="*/ 1282700 w 1282700"/>
                <a:gd name="connsiteY3" fmla="*/ 0 h 651933"/>
                <a:gd name="connsiteX0" fmla="*/ 0 w 1282700"/>
                <a:gd name="connsiteY0" fmla="*/ 651933 h 651933"/>
                <a:gd name="connsiteX1" fmla="*/ 0 w 1282700"/>
                <a:gd name="connsiteY1" fmla="*/ 0 h 651933"/>
                <a:gd name="connsiteX2" fmla="*/ 1282700 w 1282700"/>
                <a:gd name="connsiteY2" fmla="*/ 0 h 651933"/>
                <a:gd name="connsiteX0" fmla="*/ 0 w 1333642"/>
                <a:gd name="connsiteY0" fmla="*/ 251030 h 251030"/>
                <a:gd name="connsiteX1" fmla="*/ 50942 w 1333642"/>
                <a:gd name="connsiteY1" fmla="*/ 0 h 251030"/>
                <a:gd name="connsiteX2" fmla="*/ 1333642 w 1333642"/>
                <a:gd name="connsiteY2" fmla="*/ 0 h 251030"/>
                <a:gd name="connsiteX0" fmla="*/ 0 w 896970"/>
                <a:gd name="connsiteY0" fmla="*/ 358083 h 358083"/>
                <a:gd name="connsiteX1" fmla="*/ 50942 w 896970"/>
                <a:gd name="connsiteY1" fmla="*/ 107053 h 358083"/>
                <a:gd name="connsiteX2" fmla="*/ 896970 w 896970"/>
                <a:gd name="connsiteY2" fmla="*/ 0 h 358083"/>
                <a:gd name="connsiteX0" fmla="*/ 0 w 896970"/>
                <a:gd name="connsiteY0" fmla="*/ 358083 h 358083"/>
                <a:gd name="connsiteX1" fmla="*/ 43063 w 896970"/>
                <a:gd name="connsiteY1" fmla="*/ 129749 h 358083"/>
                <a:gd name="connsiteX2" fmla="*/ 896970 w 896970"/>
                <a:gd name="connsiteY2" fmla="*/ 0 h 358083"/>
                <a:gd name="connsiteX0" fmla="*/ 0 w 896970"/>
                <a:gd name="connsiteY0" fmla="*/ 358083 h 358083"/>
                <a:gd name="connsiteX1" fmla="*/ 48112 w 896970"/>
                <a:gd name="connsiteY1" fmla="*/ 112957 h 358083"/>
                <a:gd name="connsiteX2" fmla="*/ 896970 w 896970"/>
                <a:gd name="connsiteY2" fmla="*/ 0 h 358083"/>
                <a:gd name="connsiteX0" fmla="*/ 0 w 566624"/>
                <a:gd name="connsiteY0" fmla="*/ 245126 h 362689"/>
                <a:gd name="connsiteX1" fmla="*/ 48112 w 566624"/>
                <a:gd name="connsiteY1" fmla="*/ 0 h 362689"/>
                <a:gd name="connsiteX2" fmla="*/ 566624 w 566624"/>
                <a:gd name="connsiteY2" fmla="*/ 362689 h 362689"/>
                <a:gd name="connsiteX0" fmla="*/ 0 w 614972"/>
                <a:gd name="connsiteY0" fmla="*/ 245126 h 300527"/>
                <a:gd name="connsiteX1" fmla="*/ 48112 w 614972"/>
                <a:gd name="connsiteY1" fmla="*/ 0 h 300527"/>
                <a:gd name="connsiteX2" fmla="*/ 614972 w 614972"/>
                <a:gd name="connsiteY2" fmla="*/ 300527 h 300527"/>
                <a:gd name="connsiteX0" fmla="*/ 0 w 614972"/>
                <a:gd name="connsiteY0" fmla="*/ 235657 h 291058"/>
                <a:gd name="connsiteX1" fmla="*/ 56326 w 614972"/>
                <a:gd name="connsiteY1" fmla="*/ 0 h 291058"/>
                <a:gd name="connsiteX2" fmla="*/ 614972 w 614972"/>
                <a:gd name="connsiteY2" fmla="*/ 291058 h 291058"/>
              </a:gdLst>
              <a:ahLst/>
              <a:cxnLst>
                <a:cxn ang="0">
                  <a:pos x="connsiteX0" y="connsiteY0"/>
                </a:cxn>
                <a:cxn ang="0">
                  <a:pos x="connsiteX1" y="connsiteY1"/>
                </a:cxn>
                <a:cxn ang="0">
                  <a:pos x="connsiteX2" y="connsiteY2"/>
                </a:cxn>
              </a:cxnLst>
              <a:rect l="l" t="t" r="r" b="b"/>
              <a:pathLst>
                <a:path w="614972" h="291058">
                  <a:moveTo>
                    <a:pt x="0" y="235657"/>
                  </a:moveTo>
                  <a:lnTo>
                    <a:pt x="56326" y="0"/>
                  </a:lnTo>
                  <a:lnTo>
                    <a:pt x="614972" y="291058"/>
                  </a:lnTo>
                </a:path>
              </a:pathLst>
            </a:custGeom>
            <a:noFill/>
            <a:ln>
              <a:gradFill>
                <a:gsLst>
                  <a:gs pos="0">
                    <a:schemeClr val="accent1">
                      <a:alpha val="60000"/>
                    </a:schemeClr>
                  </a:gs>
                  <a:gs pos="100000">
                    <a:schemeClr val="accent1">
                      <a:alpha val="0"/>
                    </a:schemeClr>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矩形 18">
            <a:extLst>
              <a:ext uri="{FF2B5EF4-FFF2-40B4-BE49-F238E27FC236}">
                <a16:creationId xmlns:a16="http://schemas.microsoft.com/office/drawing/2014/main" id="{236FB3CB-E1C0-A213-2792-4CD8AB68C0CE}"/>
              </a:ext>
            </a:extLst>
          </p:cNvPr>
          <p:cNvSpPr/>
          <p:nvPr/>
        </p:nvSpPr>
        <p:spPr>
          <a:xfrm rot="20907060" flipH="1" flipV="1">
            <a:off x="1901850" y="4606462"/>
            <a:ext cx="593647" cy="331209"/>
          </a:xfrm>
          <a:custGeom>
            <a:avLst/>
            <a:gdLst>
              <a:gd name="connsiteX0" fmla="*/ 0 w 1282700"/>
              <a:gd name="connsiteY0" fmla="*/ 0 h 651933"/>
              <a:gd name="connsiteX1" fmla="*/ 1282700 w 1282700"/>
              <a:gd name="connsiteY1" fmla="*/ 0 h 651933"/>
              <a:gd name="connsiteX2" fmla="*/ 1282700 w 1282700"/>
              <a:gd name="connsiteY2" fmla="*/ 651933 h 651933"/>
              <a:gd name="connsiteX3" fmla="*/ 0 w 1282700"/>
              <a:gd name="connsiteY3" fmla="*/ 651933 h 651933"/>
              <a:gd name="connsiteX4" fmla="*/ 0 w 1282700"/>
              <a:gd name="connsiteY4" fmla="*/ 0 h 651933"/>
              <a:gd name="connsiteX0" fmla="*/ 1282700 w 1374140"/>
              <a:gd name="connsiteY0" fmla="*/ 651933 h 743373"/>
              <a:gd name="connsiteX1" fmla="*/ 0 w 1374140"/>
              <a:gd name="connsiteY1" fmla="*/ 651933 h 743373"/>
              <a:gd name="connsiteX2" fmla="*/ 0 w 1374140"/>
              <a:gd name="connsiteY2" fmla="*/ 0 h 743373"/>
              <a:gd name="connsiteX3" fmla="*/ 1282700 w 1374140"/>
              <a:gd name="connsiteY3" fmla="*/ 0 h 743373"/>
              <a:gd name="connsiteX4" fmla="*/ 1374140 w 1374140"/>
              <a:gd name="connsiteY4" fmla="*/ 743373 h 743373"/>
              <a:gd name="connsiteX0" fmla="*/ 1282700 w 1282700"/>
              <a:gd name="connsiteY0" fmla="*/ 651933 h 651933"/>
              <a:gd name="connsiteX1" fmla="*/ 0 w 1282700"/>
              <a:gd name="connsiteY1" fmla="*/ 651933 h 651933"/>
              <a:gd name="connsiteX2" fmla="*/ 0 w 1282700"/>
              <a:gd name="connsiteY2" fmla="*/ 0 h 651933"/>
              <a:gd name="connsiteX3" fmla="*/ 1282700 w 1282700"/>
              <a:gd name="connsiteY3" fmla="*/ 0 h 651933"/>
              <a:gd name="connsiteX0" fmla="*/ 0 w 1282700"/>
              <a:gd name="connsiteY0" fmla="*/ 651933 h 651933"/>
              <a:gd name="connsiteX1" fmla="*/ 0 w 1282700"/>
              <a:gd name="connsiteY1" fmla="*/ 0 h 651933"/>
              <a:gd name="connsiteX2" fmla="*/ 1282700 w 1282700"/>
              <a:gd name="connsiteY2" fmla="*/ 0 h 651933"/>
              <a:gd name="connsiteX0" fmla="*/ 0 w 1333642"/>
              <a:gd name="connsiteY0" fmla="*/ 251030 h 251030"/>
              <a:gd name="connsiteX1" fmla="*/ 50942 w 1333642"/>
              <a:gd name="connsiteY1" fmla="*/ 0 h 251030"/>
              <a:gd name="connsiteX2" fmla="*/ 1333642 w 1333642"/>
              <a:gd name="connsiteY2" fmla="*/ 0 h 251030"/>
              <a:gd name="connsiteX0" fmla="*/ 0 w 896970"/>
              <a:gd name="connsiteY0" fmla="*/ 358083 h 358083"/>
              <a:gd name="connsiteX1" fmla="*/ 50942 w 896970"/>
              <a:gd name="connsiteY1" fmla="*/ 107053 h 358083"/>
              <a:gd name="connsiteX2" fmla="*/ 896970 w 896970"/>
              <a:gd name="connsiteY2" fmla="*/ 0 h 358083"/>
              <a:gd name="connsiteX0" fmla="*/ 0 w 896970"/>
              <a:gd name="connsiteY0" fmla="*/ 358083 h 358083"/>
              <a:gd name="connsiteX1" fmla="*/ 43063 w 896970"/>
              <a:gd name="connsiteY1" fmla="*/ 129749 h 358083"/>
              <a:gd name="connsiteX2" fmla="*/ 896970 w 896970"/>
              <a:gd name="connsiteY2" fmla="*/ 0 h 358083"/>
              <a:gd name="connsiteX0" fmla="*/ 0 w 896970"/>
              <a:gd name="connsiteY0" fmla="*/ 358083 h 358083"/>
              <a:gd name="connsiteX1" fmla="*/ 48112 w 896970"/>
              <a:gd name="connsiteY1" fmla="*/ 112957 h 358083"/>
              <a:gd name="connsiteX2" fmla="*/ 896970 w 896970"/>
              <a:gd name="connsiteY2" fmla="*/ 0 h 358083"/>
              <a:gd name="connsiteX0" fmla="*/ 0 w 566624"/>
              <a:gd name="connsiteY0" fmla="*/ 245126 h 362689"/>
              <a:gd name="connsiteX1" fmla="*/ 48112 w 566624"/>
              <a:gd name="connsiteY1" fmla="*/ 0 h 362689"/>
              <a:gd name="connsiteX2" fmla="*/ 566624 w 566624"/>
              <a:gd name="connsiteY2" fmla="*/ 362689 h 362689"/>
              <a:gd name="connsiteX0" fmla="*/ 0 w 444087"/>
              <a:gd name="connsiteY0" fmla="*/ 245126 h 441789"/>
              <a:gd name="connsiteX1" fmla="*/ 48112 w 444087"/>
              <a:gd name="connsiteY1" fmla="*/ 0 h 441789"/>
              <a:gd name="connsiteX2" fmla="*/ 444087 w 444087"/>
              <a:gd name="connsiteY2" fmla="*/ 441789 h 441789"/>
              <a:gd name="connsiteX0" fmla="*/ 0 w 440850"/>
              <a:gd name="connsiteY0" fmla="*/ 245126 h 330950"/>
              <a:gd name="connsiteX1" fmla="*/ 48112 w 440850"/>
              <a:gd name="connsiteY1" fmla="*/ 0 h 330950"/>
              <a:gd name="connsiteX2" fmla="*/ 440850 w 440850"/>
              <a:gd name="connsiteY2" fmla="*/ 330950 h 330950"/>
              <a:gd name="connsiteX0" fmla="*/ 0 w 380799"/>
              <a:gd name="connsiteY0" fmla="*/ 245126 h 346143"/>
              <a:gd name="connsiteX1" fmla="*/ 48112 w 380799"/>
              <a:gd name="connsiteY1" fmla="*/ 0 h 346143"/>
              <a:gd name="connsiteX2" fmla="*/ 380799 w 380799"/>
              <a:gd name="connsiteY2" fmla="*/ 346143 h 346143"/>
              <a:gd name="connsiteX0" fmla="*/ 0 w 501055"/>
              <a:gd name="connsiteY0" fmla="*/ 245126 h 369661"/>
              <a:gd name="connsiteX1" fmla="*/ 48112 w 501055"/>
              <a:gd name="connsiteY1" fmla="*/ 0 h 369661"/>
              <a:gd name="connsiteX2" fmla="*/ 501055 w 501055"/>
              <a:gd name="connsiteY2" fmla="*/ 369661 h 369661"/>
            </a:gdLst>
            <a:ahLst/>
            <a:cxnLst>
              <a:cxn ang="0">
                <a:pos x="connsiteX0" y="connsiteY0"/>
              </a:cxn>
              <a:cxn ang="0">
                <a:pos x="connsiteX1" y="connsiteY1"/>
              </a:cxn>
              <a:cxn ang="0">
                <a:pos x="connsiteX2" y="connsiteY2"/>
              </a:cxn>
            </a:cxnLst>
            <a:rect l="l" t="t" r="r" b="b"/>
            <a:pathLst>
              <a:path w="501055" h="369661">
                <a:moveTo>
                  <a:pt x="0" y="245126"/>
                </a:moveTo>
                <a:lnTo>
                  <a:pt x="48112" y="0"/>
                </a:lnTo>
                <a:lnTo>
                  <a:pt x="501055" y="369661"/>
                </a:lnTo>
              </a:path>
            </a:pathLst>
          </a:custGeom>
          <a:noFill/>
          <a:ln>
            <a:gradFill>
              <a:gsLst>
                <a:gs pos="0">
                  <a:schemeClr val="accent1">
                    <a:alpha val="60000"/>
                  </a:schemeClr>
                </a:gs>
                <a:gs pos="100000">
                  <a:schemeClr val="accent1">
                    <a:alpha val="0"/>
                  </a:schemeClr>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a:extLst>
              <a:ext uri="{FF2B5EF4-FFF2-40B4-BE49-F238E27FC236}">
                <a16:creationId xmlns:a16="http://schemas.microsoft.com/office/drawing/2014/main" id="{CC90B61C-607E-B0A5-297D-8C8F2B657F02}"/>
              </a:ext>
            </a:extLst>
          </p:cNvPr>
          <p:cNvGrpSpPr/>
          <p:nvPr/>
        </p:nvGrpSpPr>
        <p:grpSpPr>
          <a:xfrm>
            <a:off x="9303414" y="4650652"/>
            <a:ext cx="1113114" cy="882032"/>
            <a:chOff x="8761926" y="4420506"/>
            <a:chExt cx="896970" cy="710759"/>
          </a:xfrm>
        </p:grpSpPr>
        <p:sp>
          <p:nvSpPr>
            <p:cNvPr id="19" name="矩形 18">
              <a:extLst>
                <a:ext uri="{FF2B5EF4-FFF2-40B4-BE49-F238E27FC236}">
                  <a16:creationId xmlns:a16="http://schemas.microsoft.com/office/drawing/2014/main" id="{3775E001-9314-3F68-A77A-711A36EF8F88}"/>
                </a:ext>
              </a:extLst>
            </p:cNvPr>
            <p:cNvSpPr/>
            <p:nvPr/>
          </p:nvSpPr>
          <p:spPr>
            <a:xfrm rot="20907060">
              <a:off x="8761926" y="4773182"/>
              <a:ext cx="896970" cy="358083"/>
            </a:xfrm>
            <a:custGeom>
              <a:avLst/>
              <a:gdLst>
                <a:gd name="connsiteX0" fmla="*/ 0 w 1282700"/>
                <a:gd name="connsiteY0" fmla="*/ 0 h 651933"/>
                <a:gd name="connsiteX1" fmla="*/ 1282700 w 1282700"/>
                <a:gd name="connsiteY1" fmla="*/ 0 h 651933"/>
                <a:gd name="connsiteX2" fmla="*/ 1282700 w 1282700"/>
                <a:gd name="connsiteY2" fmla="*/ 651933 h 651933"/>
                <a:gd name="connsiteX3" fmla="*/ 0 w 1282700"/>
                <a:gd name="connsiteY3" fmla="*/ 651933 h 651933"/>
                <a:gd name="connsiteX4" fmla="*/ 0 w 1282700"/>
                <a:gd name="connsiteY4" fmla="*/ 0 h 651933"/>
                <a:gd name="connsiteX0" fmla="*/ 1282700 w 1374140"/>
                <a:gd name="connsiteY0" fmla="*/ 651933 h 743373"/>
                <a:gd name="connsiteX1" fmla="*/ 0 w 1374140"/>
                <a:gd name="connsiteY1" fmla="*/ 651933 h 743373"/>
                <a:gd name="connsiteX2" fmla="*/ 0 w 1374140"/>
                <a:gd name="connsiteY2" fmla="*/ 0 h 743373"/>
                <a:gd name="connsiteX3" fmla="*/ 1282700 w 1374140"/>
                <a:gd name="connsiteY3" fmla="*/ 0 h 743373"/>
                <a:gd name="connsiteX4" fmla="*/ 1374140 w 1374140"/>
                <a:gd name="connsiteY4" fmla="*/ 743373 h 743373"/>
                <a:gd name="connsiteX0" fmla="*/ 1282700 w 1282700"/>
                <a:gd name="connsiteY0" fmla="*/ 651933 h 651933"/>
                <a:gd name="connsiteX1" fmla="*/ 0 w 1282700"/>
                <a:gd name="connsiteY1" fmla="*/ 651933 h 651933"/>
                <a:gd name="connsiteX2" fmla="*/ 0 w 1282700"/>
                <a:gd name="connsiteY2" fmla="*/ 0 h 651933"/>
                <a:gd name="connsiteX3" fmla="*/ 1282700 w 1282700"/>
                <a:gd name="connsiteY3" fmla="*/ 0 h 651933"/>
                <a:gd name="connsiteX0" fmla="*/ 0 w 1282700"/>
                <a:gd name="connsiteY0" fmla="*/ 651933 h 651933"/>
                <a:gd name="connsiteX1" fmla="*/ 0 w 1282700"/>
                <a:gd name="connsiteY1" fmla="*/ 0 h 651933"/>
                <a:gd name="connsiteX2" fmla="*/ 1282700 w 1282700"/>
                <a:gd name="connsiteY2" fmla="*/ 0 h 651933"/>
                <a:gd name="connsiteX0" fmla="*/ 0 w 1333642"/>
                <a:gd name="connsiteY0" fmla="*/ 251030 h 251030"/>
                <a:gd name="connsiteX1" fmla="*/ 50942 w 1333642"/>
                <a:gd name="connsiteY1" fmla="*/ 0 h 251030"/>
                <a:gd name="connsiteX2" fmla="*/ 1333642 w 1333642"/>
                <a:gd name="connsiteY2" fmla="*/ 0 h 251030"/>
                <a:gd name="connsiteX0" fmla="*/ 0 w 896970"/>
                <a:gd name="connsiteY0" fmla="*/ 358083 h 358083"/>
                <a:gd name="connsiteX1" fmla="*/ 50942 w 896970"/>
                <a:gd name="connsiteY1" fmla="*/ 107053 h 358083"/>
                <a:gd name="connsiteX2" fmla="*/ 896970 w 896970"/>
                <a:gd name="connsiteY2" fmla="*/ 0 h 358083"/>
                <a:gd name="connsiteX0" fmla="*/ 0 w 896970"/>
                <a:gd name="connsiteY0" fmla="*/ 358083 h 358083"/>
                <a:gd name="connsiteX1" fmla="*/ 43063 w 896970"/>
                <a:gd name="connsiteY1" fmla="*/ 129749 h 358083"/>
                <a:gd name="connsiteX2" fmla="*/ 896970 w 896970"/>
                <a:gd name="connsiteY2" fmla="*/ 0 h 358083"/>
                <a:gd name="connsiteX0" fmla="*/ 0 w 896970"/>
                <a:gd name="connsiteY0" fmla="*/ 358083 h 358083"/>
                <a:gd name="connsiteX1" fmla="*/ 48112 w 896970"/>
                <a:gd name="connsiteY1" fmla="*/ 112957 h 358083"/>
                <a:gd name="connsiteX2" fmla="*/ 896970 w 896970"/>
                <a:gd name="connsiteY2" fmla="*/ 0 h 358083"/>
              </a:gdLst>
              <a:ahLst/>
              <a:cxnLst>
                <a:cxn ang="0">
                  <a:pos x="connsiteX0" y="connsiteY0"/>
                </a:cxn>
                <a:cxn ang="0">
                  <a:pos x="connsiteX1" y="connsiteY1"/>
                </a:cxn>
                <a:cxn ang="0">
                  <a:pos x="connsiteX2" y="connsiteY2"/>
                </a:cxn>
              </a:cxnLst>
              <a:rect l="l" t="t" r="r" b="b"/>
              <a:pathLst>
                <a:path w="896970" h="358083">
                  <a:moveTo>
                    <a:pt x="0" y="358083"/>
                  </a:moveTo>
                  <a:lnTo>
                    <a:pt x="48112" y="112957"/>
                  </a:lnTo>
                  <a:lnTo>
                    <a:pt x="896970" y="0"/>
                  </a:lnTo>
                </a:path>
              </a:pathLst>
            </a:custGeom>
            <a:noFill/>
            <a:ln>
              <a:gradFill>
                <a:gsLst>
                  <a:gs pos="0">
                    <a:schemeClr val="accent1">
                      <a:alpha val="60000"/>
                    </a:schemeClr>
                  </a:gs>
                  <a:gs pos="100000">
                    <a:schemeClr val="accent1">
                      <a:alpha val="0"/>
                    </a:schemeClr>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18">
              <a:extLst>
                <a:ext uri="{FF2B5EF4-FFF2-40B4-BE49-F238E27FC236}">
                  <a16:creationId xmlns:a16="http://schemas.microsoft.com/office/drawing/2014/main" id="{62E802EB-6242-2341-D631-5A73522D5C43}"/>
                </a:ext>
              </a:extLst>
            </p:cNvPr>
            <p:cNvSpPr/>
            <p:nvPr/>
          </p:nvSpPr>
          <p:spPr>
            <a:xfrm rot="692940" flipV="1">
              <a:off x="8875792" y="4445080"/>
              <a:ext cx="718713" cy="403869"/>
            </a:xfrm>
            <a:custGeom>
              <a:avLst/>
              <a:gdLst>
                <a:gd name="connsiteX0" fmla="*/ 0 w 1282700"/>
                <a:gd name="connsiteY0" fmla="*/ 0 h 651933"/>
                <a:gd name="connsiteX1" fmla="*/ 1282700 w 1282700"/>
                <a:gd name="connsiteY1" fmla="*/ 0 h 651933"/>
                <a:gd name="connsiteX2" fmla="*/ 1282700 w 1282700"/>
                <a:gd name="connsiteY2" fmla="*/ 651933 h 651933"/>
                <a:gd name="connsiteX3" fmla="*/ 0 w 1282700"/>
                <a:gd name="connsiteY3" fmla="*/ 651933 h 651933"/>
                <a:gd name="connsiteX4" fmla="*/ 0 w 1282700"/>
                <a:gd name="connsiteY4" fmla="*/ 0 h 651933"/>
                <a:gd name="connsiteX0" fmla="*/ 1282700 w 1374140"/>
                <a:gd name="connsiteY0" fmla="*/ 651933 h 743373"/>
                <a:gd name="connsiteX1" fmla="*/ 0 w 1374140"/>
                <a:gd name="connsiteY1" fmla="*/ 651933 h 743373"/>
                <a:gd name="connsiteX2" fmla="*/ 0 w 1374140"/>
                <a:gd name="connsiteY2" fmla="*/ 0 h 743373"/>
                <a:gd name="connsiteX3" fmla="*/ 1282700 w 1374140"/>
                <a:gd name="connsiteY3" fmla="*/ 0 h 743373"/>
                <a:gd name="connsiteX4" fmla="*/ 1374140 w 1374140"/>
                <a:gd name="connsiteY4" fmla="*/ 743373 h 743373"/>
                <a:gd name="connsiteX0" fmla="*/ 1282700 w 1282700"/>
                <a:gd name="connsiteY0" fmla="*/ 651933 h 651933"/>
                <a:gd name="connsiteX1" fmla="*/ 0 w 1282700"/>
                <a:gd name="connsiteY1" fmla="*/ 651933 h 651933"/>
                <a:gd name="connsiteX2" fmla="*/ 0 w 1282700"/>
                <a:gd name="connsiteY2" fmla="*/ 0 h 651933"/>
                <a:gd name="connsiteX3" fmla="*/ 1282700 w 1282700"/>
                <a:gd name="connsiteY3" fmla="*/ 0 h 651933"/>
                <a:gd name="connsiteX0" fmla="*/ 0 w 1282700"/>
                <a:gd name="connsiteY0" fmla="*/ 651933 h 651933"/>
                <a:gd name="connsiteX1" fmla="*/ 0 w 1282700"/>
                <a:gd name="connsiteY1" fmla="*/ 0 h 651933"/>
                <a:gd name="connsiteX2" fmla="*/ 1282700 w 1282700"/>
                <a:gd name="connsiteY2" fmla="*/ 0 h 651933"/>
                <a:gd name="connsiteX0" fmla="*/ 0 w 1333642"/>
                <a:gd name="connsiteY0" fmla="*/ 251030 h 251030"/>
                <a:gd name="connsiteX1" fmla="*/ 50942 w 1333642"/>
                <a:gd name="connsiteY1" fmla="*/ 0 h 251030"/>
                <a:gd name="connsiteX2" fmla="*/ 1333642 w 1333642"/>
                <a:gd name="connsiteY2" fmla="*/ 0 h 251030"/>
                <a:gd name="connsiteX0" fmla="*/ 0 w 896970"/>
                <a:gd name="connsiteY0" fmla="*/ 358083 h 358083"/>
                <a:gd name="connsiteX1" fmla="*/ 50942 w 896970"/>
                <a:gd name="connsiteY1" fmla="*/ 107053 h 358083"/>
                <a:gd name="connsiteX2" fmla="*/ 896970 w 896970"/>
                <a:gd name="connsiteY2" fmla="*/ 0 h 358083"/>
                <a:gd name="connsiteX0" fmla="*/ 0 w 896970"/>
                <a:gd name="connsiteY0" fmla="*/ 358083 h 358083"/>
                <a:gd name="connsiteX1" fmla="*/ 43063 w 896970"/>
                <a:gd name="connsiteY1" fmla="*/ 129749 h 358083"/>
                <a:gd name="connsiteX2" fmla="*/ 896970 w 896970"/>
                <a:gd name="connsiteY2" fmla="*/ 0 h 358083"/>
                <a:gd name="connsiteX0" fmla="*/ 0 w 896970"/>
                <a:gd name="connsiteY0" fmla="*/ 358083 h 358083"/>
                <a:gd name="connsiteX1" fmla="*/ 48112 w 896970"/>
                <a:gd name="connsiteY1" fmla="*/ 112957 h 358083"/>
                <a:gd name="connsiteX2" fmla="*/ 896970 w 896970"/>
                <a:gd name="connsiteY2" fmla="*/ 0 h 358083"/>
                <a:gd name="connsiteX0" fmla="*/ 0 w 566624"/>
                <a:gd name="connsiteY0" fmla="*/ 245126 h 362689"/>
                <a:gd name="connsiteX1" fmla="*/ 48112 w 566624"/>
                <a:gd name="connsiteY1" fmla="*/ 0 h 362689"/>
                <a:gd name="connsiteX2" fmla="*/ 566624 w 566624"/>
                <a:gd name="connsiteY2" fmla="*/ 362689 h 362689"/>
                <a:gd name="connsiteX0" fmla="*/ 0 w 577754"/>
                <a:gd name="connsiteY0" fmla="*/ 245126 h 324659"/>
                <a:gd name="connsiteX1" fmla="*/ 48112 w 577754"/>
                <a:gd name="connsiteY1" fmla="*/ 0 h 324659"/>
                <a:gd name="connsiteX2" fmla="*/ 577754 w 577754"/>
                <a:gd name="connsiteY2" fmla="*/ 324659 h 324659"/>
              </a:gdLst>
              <a:ahLst/>
              <a:cxnLst>
                <a:cxn ang="0">
                  <a:pos x="connsiteX0" y="connsiteY0"/>
                </a:cxn>
                <a:cxn ang="0">
                  <a:pos x="connsiteX1" y="connsiteY1"/>
                </a:cxn>
                <a:cxn ang="0">
                  <a:pos x="connsiteX2" y="connsiteY2"/>
                </a:cxn>
              </a:cxnLst>
              <a:rect l="l" t="t" r="r" b="b"/>
              <a:pathLst>
                <a:path w="577754" h="324659">
                  <a:moveTo>
                    <a:pt x="0" y="245126"/>
                  </a:moveTo>
                  <a:lnTo>
                    <a:pt x="48112" y="0"/>
                  </a:lnTo>
                  <a:lnTo>
                    <a:pt x="577754" y="324659"/>
                  </a:lnTo>
                </a:path>
              </a:pathLst>
            </a:custGeom>
            <a:noFill/>
            <a:ln>
              <a:gradFill>
                <a:gsLst>
                  <a:gs pos="0">
                    <a:schemeClr val="accent1">
                      <a:alpha val="60000"/>
                    </a:schemeClr>
                  </a:gs>
                  <a:gs pos="100000">
                    <a:schemeClr val="accent1">
                      <a:alpha val="0"/>
                    </a:schemeClr>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18">
              <a:extLst>
                <a:ext uri="{FF2B5EF4-FFF2-40B4-BE49-F238E27FC236}">
                  <a16:creationId xmlns:a16="http://schemas.microsoft.com/office/drawing/2014/main" id="{DD177D10-2EEB-A36D-6BE7-AAE98C99DA02}"/>
                </a:ext>
              </a:extLst>
            </p:cNvPr>
            <p:cNvSpPr/>
            <p:nvPr/>
          </p:nvSpPr>
          <p:spPr>
            <a:xfrm rot="692940" flipV="1">
              <a:off x="9113242" y="4420506"/>
              <a:ext cx="383833" cy="201830"/>
            </a:xfrm>
            <a:custGeom>
              <a:avLst/>
              <a:gdLst>
                <a:gd name="connsiteX0" fmla="*/ 0 w 1282700"/>
                <a:gd name="connsiteY0" fmla="*/ 0 h 651933"/>
                <a:gd name="connsiteX1" fmla="*/ 1282700 w 1282700"/>
                <a:gd name="connsiteY1" fmla="*/ 0 h 651933"/>
                <a:gd name="connsiteX2" fmla="*/ 1282700 w 1282700"/>
                <a:gd name="connsiteY2" fmla="*/ 651933 h 651933"/>
                <a:gd name="connsiteX3" fmla="*/ 0 w 1282700"/>
                <a:gd name="connsiteY3" fmla="*/ 651933 h 651933"/>
                <a:gd name="connsiteX4" fmla="*/ 0 w 1282700"/>
                <a:gd name="connsiteY4" fmla="*/ 0 h 651933"/>
                <a:gd name="connsiteX0" fmla="*/ 1282700 w 1374140"/>
                <a:gd name="connsiteY0" fmla="*/ 651933 h 743373"/>
                <a:gd name="connsiteX1" fmla="*/ 0 w 1374140"/>
                <a:gd name="connsiteY1" fmla="*/ 651933 h 743373"/>
                <a:gd name="connsiteX2" fmla="*/ 0 w 1374140"/>
                <a:gd name="connsiteY2" fmla="*/ 0 h 743373"/>
                <a:gd name="connsiteX3" fmla="*/ 1282700 w 1374140"/>
                <a:gd name="connsiteY3" fmla="*/ 0 h 743373"/>
                <a:gd name="connsiteX4" fmla="*/ 1374140 w 1374140"/>
                <a:gd name="connsiteY4" fmla="*/ 743373 h 743373"/>
                <a:gd name="connsiteX0" fmla="*/ 1282700 w 1282700"/>
                <a:gd name="connsiteY0" fmla="*/ 651933 h 651933"/>
                <a:gd name="connsiteX1" fmla="*/ 0 w 1282700"/>
                <a:gd name="connsiteY1" fmla="*/ 651933 h 651933"/>
                <a:gd name="connsiteX2" fmla="*/ 0 w 1282700"/>
                <a:gd name="connsiteY2" fmla="*/ 0 h 651933"/>
                <a:gd name="connsiteX3" fmla="*/ 1282700 w 1282700"/>
                <a:gd name="connsiteY3" fmla="*/ 0 h 651933"/>
                <a:gd name="connsiteX0" fmla="*/ 0 w 1282700"/>
                <a:gd name="connsiteY0" fmla="*/ 651933 h 651933"/>
                <a:gd name="connsiteX1" fmla="*/ 0 w 1282700"/>
                <a:gd name="connsiteY1" fmla="*/ 0 h 651933"/>
                <a:gd name="connsiteX2" fmla="*/ 1282700 w 1282700"/>
                <a:gd name="connsiteY2" fmla="*/ 0 h 651933"/>
                <a:gd name="connsiteX0" fmla="*/ 0 w 1333642"/>
                <a:gd name="connsiteY0" fmla="*/ 251030 h 251030"/>
                <a:gd name="connsiteX1" fmla="*/ 50942 w 1333642"/>
                <a:gd name="connsiteY1" fmla="*/ 0 h 251030"/>
                <a:gd name="connsiteX2" fmla="*/ 1333642 w 1333642"/>
                <a:gd name="connsiteY2" fmla="*/ 0 h 251030"/>
                <a:gd name="connsiteX0" fmla="*/ 0 w 896970"/>
                <a:gd name="connsiteY0" fmla="*/ 358083 h 358083"/>
                <a:gd name="connsiteX1" fmla="*/ 50942 w 896970"/>
                <a:gd name="connsiteY1" fmla="*/ 107053 h 358083"/>
                <a:gd name="connsiteX2" fmla="*/ 896970 w 896970"/>
                <a:gd name="connsiteY2" fmla="*/ 0 h 358083"/>
                <a:gd name="connsiteX0" fmla="*/ 0 w 896970"/>
                <a:gd name="connsiteY0" fmla="*/ 358083 h 358083"/>
                <a:gd name="connsiteX1" fmla="*/ 43063 w 896970"/>
                <a:gd name="connsiteY1" fmla="*/ 129749 h 358083"/>
                <a:gd name="connsiteX2" fmla="*/ 896970 w 896970"/>
                <a:gd name="connsiteY2" fmla="*/ 0 h 358083"/>
                <a:gd name="connsiteX0" fmla="*/ 0 w 896970"/>
                <a:gd name="connsiteY0" fmla="*/ 358083 h 358083"/>
                <a:gd name="connsiteX1" fmla="*/ 48112 w 896970"/>
                <a:gd name="connsiteY1" fmla="*/ 112957 h 358083"/>
                <a:gd name="connsiteX2" fmla="*/ 896970 w 896970"/>
                <a:gd name="connsiteY2" fmla="*/ 0 h 358083"/>
                <a:gd name="connsiteX0" fmla="*/ 0 w 566624"/>
                <a:gd name="connsiteY0" fmla="*/ 245126 h 362689"/>
                <a:gd name="connsiteX1" fmla="*/ 48112 w 566624"/>
                <a:gd name="connsiteY1" fmla="*/ 0 h 362689"/>
                <a:gd name="connsiteX2" fmla="*/ 566624 w 566624"/>
                <a:gd name="connsiteY2" fmla="*/ 362689 h 362689"/>
                <a:gd name="connsiteX0" fmla="*/ 0 w 444087"/>
                <a:gd name="connsiteY0" fmla="*/ 245126 h 441789"/>
                <a:gd name="connsiteX1" fmla="*/ 48112 w 444087"/>
                <a:gd name="connsiteY1" fmla="*/ 0 h 441789"/>
                <a:gd name="connsiteX2" fmla="*/ 444087 w 444087"/>
                <a:gd name="connsiteY2" fmla="*/ 441789 h 441789"/>
                <a:gd name="connsiteX0" fmla="*/ 0 w 440850"/>
                <a:gd name="connsiteY0" fmla="*/ 245126 h 330950"/>
                <a:gd name="connsiteX1" fmla="*/ 48112 w 440850"/>
                <a:gd name="connsiteY1" fmla="*/ 0 h 330950"/>
                <a:gd name="connsiteX2" fmla="*/ 440850 w 440850"/>
                <a:gd name="connsiteY2" fmla="*/ 330950 h 330950"/>
                <a:gd name="connsiteX0" fmla="*/ 0 w 380799"/>
                <a:gd name="connsiteY0" fmla="*/ 245126 h 346143"/>
                <a:gd name="connsiteX1" fmla="*/ 48112 w 380799"/>
                <a:gd name="connsiteY1" fmla="*/ 0 h 346143"/>
                <a:gd name="connsiteX2" fmla="*/ 380799 w 380799"/>
                <a:gd name="connsiteY2" fmla="*/ 346143 h 346143"/>
                <a:gd name="connsiteX0" fmla="*/ 0 w 402032"/>
                <a:gd name="connsiteY0" fmla="*/ 245126 h 279543"/>
                <a:gd name="connsiteX1" fmla="*/ 48112 w 402032"/>
                <a:gd name="connsiteY1" fmla="*/ 0 h 279543"/>
                <a:gd name="connsiteX2" fmla="*/ 402032 w 402032"/>
                <a:gd name="connsiteY2" fmla="*/ 279544 h 279543"/>
              </a:gdLst>
              <a:ahLst/>
              <a:cxnLst>
                <a:cxn ang="0">
                  <a:pos x="connsiteX0" y="connsiteY0"/>
                </a:cxn>
                <a:cxn ang="0">
                  <a:pos x="connsiteX1" y="connsiteY1"/>
                </a:cxn>
                <a:cxn ang="0">
                  <a:pos x="connsiteX2" y="connsiteY2"/>
                </a:cxn>
              </a:cxnLst>
              <a:rect l="l" t="t" r="r" b="b"/>
              <a:pathLst>
                <a:path w="402032" h="279543">
                  <a:moveTo>
                    <a:pt x="0" y="245126"/>
                  </a:moveTo>
                  <a:lnTo>
                    <a:pt x="48112" y="0"/>
                  </a:lnTo>
                  <a:lnTo>
                    <a:pt x="402032" y="279544"/>
                  </a:lnTo>
                </a:path>
              </a:pathLst>
            </a:custGeom>
            <a:noFill/>
            <a:ln>
              <a:gradFill>
                <a:gsLst>
                  <a:gs pos="0">
                    <a:schemeClr val="accent1">
                      <a:alpha val="60000"/>
                    </a:schemeClr>
                  </a:gs>
                  <a:gs pos="100000">
                    <a:schemeClr val="accent1">
                      <a:alpha val="0"/>
                    </a:schemeClr>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椭圆 30">
            <a:extLst>
              <a:ext uri="{FF2B5EF4-FFF2-40B4-BE49-F238E27FC236}">
                <a16:creationId xmlns:a16="http://schemas.microsoft.com/office/drawing/2014/main" id="{605BA99D-A93A-A6C6-310F-9EF8B2DE63B7}"/>
              </a:ext>
            </a:extLst>
          </p:cNvPr>
          <p:cNvSpPr/>
          <p:nvPr/>
        </p:nvSpPr>
        <p:spPr>
          <a:xfrm>
            <a:off x="2568575" y="1301751"/>
            <a:ext cx="7066672" cy="1808678"/>
          </a:xfrm>
          <a:prstGeom prst="ellipse">
            <a:avLst/>
          </a:prstGeom>
          <a:gradFill flip="none" rotWithShape="1">
            <a:gsLst>
              <a:gs pos="58000">
                <a:schemeClr val="accent1">
                  <a:alpha val="0"/>
                </a:schemeClr>
              </a:gs>
              <a:gs pos="100000">
                <a:schemeClr val="accent1">
                  <a:alpha val="18000"/>
                </a:schemeClr>
              </a:gs>
            </a:gsLst>
            <a:path path="circle">
              <a:fillToRect l="50000" t="50000" r="50000" b="50000"/>
            </a:path>
            <a:tileRect/>
          </a:gradFill>
          <a:ln w="9525">
            <a:gradFill>
              <a:gsLst>
                <a:gs pos="23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00" name="组合 99">
            <a:extLst>
              <a:ext uri="{FF2B5EF4-FFF2-40B4-BE49-F238E27FC236}">
                <a16:creationId xmlns:a16="http://schemas.microsoft.com/office/drawing/2014/main" id="{84765D9F-F38B-1677-5699-E63213A28DD1}"/>
              </a:ext>
            </a:extLst>
          </p:cNvPr>
          <p:cNvGrpSpPr/>
          <p:nvPr/>
        </p:nvGrpSpPr>
        <p:grpSpPr>
          <a:xfrm>
            <a:off x="2172537" y="1878613"/>
            <a:ext cx="7771407" cy="1520366"/>
            <a:chOff x="2172537" y="1878613"/>
            <a:chExt cx="7771407" cy="1520366"/>
          </a:xfrm>
          <a:solidFill>
            <a:schemeClr val="tx2"/>
          </a:solidFill>
        </p:grpSpPr>
        <p:sp>
          <p:nvSpPr>
            <p:cNvPr id="33" name="椭圆 32">
              <a:extLst>
                <a:ext uri="{FF2B5EF4-FFF2-40B4-BE49-F238E27FC236}">
                  <a16:creationId xmlns:a16="http://schemas.microsoft.com/office/drawing/2014/main" id="{D8996E76-B475-EE48-E4F9-9A595E47A048}"/>
                </a:ext>
              </a:extLst>
            </p:cNvPr>
            <p:cNvSpPr/>
            <p:nvPr/>
          </p:nvSpPr>
          <p:spPr>
            <a:xfrm>
              <a:off x="2172537" y="1878613"/>
              <a:ext cx="511751" cy="5117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34" name="椭圆 33">
              <a:extLst>
                <a:ext uri="{FF2B5EF4-FFF2-40B4-BE49-F238E27FC236}">
                  <a16:creationId xmlns:a16="http://schemas.microsoft.com/office/drawing/2014/main" id="{9AA6C398-27D9-849E-2819-8B1ACACE2A64}"/>
                </a:ext>
              </a:extLst>
            </p:cNvPr>
            <p:cNvSpPr/>
            <p:nvPr/>
          </p:nvSpPr>
          <p:spPr>
            <a:xfrm>
              <a:off x="2888146" y="2384545"/>
              <a:ext cx="511751" cy="5117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35" name="椭圆 34">
              <a:extLst>
                <a:ext uri="{FF2B5EF4-FFF2-40B4-BE49-F238E27FC236}">
                  <a16:creationId xmlns:a16="http://schemas.microsoft.com/office/drawing/2014/main" id="{FD6C806D-690E-A078-CBF3-1A84013238C8}"/>
                </a:ext>
              </a:extLst>
            </p:cNvPr>
            <p:cNvSpPr/>
            <p:nvPr/>
          </p:nvSpPr>
          <p:spPr>
            <a:xfrm>
              <a:off x="3762536" y="2667570"/>
              <a:ext cx="511751" cy="5117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36" name="椭圆 35">
              <a:extLst>
                <a:ext uri="{FF2B5EF4-FFF2-40B4-BE49-F238E27FC236}">
                  <a16:creationId xmlns:a16="http://schemas.microsoft.com/office/drawing/2014/main" id="{B9434B7F-6059-AB3D-050C-7B55028A211F}"/>
                </a:ext>
              </a:extLst>
            </p:cNvPr>
            <p:cNvSpPr/>
            <p:nvPr/>
          </p:nvSpPr>
          <p:spPr>
            <a:xfrm>
              <a:off x="4778520" y="2834236"/>
              <a:ext cx="511751" cy="5117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37" name="椭圆 36">
              <a:extLst>
                <a:ext uri="{FF2B5EF4-FFF2-40B4-BE49-F238E27FC236}">
                  <a16:creationId xmlns:a16="http://schemas.microsoft.com/office/drawing/2014/main" id="{EC35DB3F-5E7A-7817-4C70-EBC21F795E6C}"/>
                </a:ext>
              </a:extLst>
            </p:cNvPr>
            <p:cNvSpPr/>
            <p:nvPr/>
          </p:nvSpPr>
          <p:spPr>
            <a:xfrm>
              <a:off x="5840124" y="2887232"/>
              <a:ext cx="511751" cy="5117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38" name="椭圆 37">
              <a:extLst>
                <a:ext uri="{FF2B5EF4-FFF2-40B4-BE49-F238E27FC236}">
                  <a16:creationId xmlns:a16="http://schemas.microsoft.com/office/drawing/2014/main" id="{725CBF05-DDA0-72C9-358A-A1C940446177}"/>
                </a:ext>
              </a:extLst>
            </p:cNvPr>
            <p:cNvSpPr/>
            <p:nvPr/>
          </p:nvSpPr>
          <p:spPr>
            <a:xfrm>
              <a:off x="6901728" y="2834236"/>
              <a:ext cx="511751" cy="5117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39" name="椭圆 38">
              <a:extLst>
                <a:ext uri="{FF2B5EF4-FFF2-40B4-BE49-F238E27FC236}">
                  <a16:creationId xmlns:a16="http://schemas.microsoft.com/office/drawing/2014/main" id="{41FDB36C-52A9-2329-8962-58E74540526B}"/>
                </a:ext>
              </a:extLst>
            </p:cNvPr>
            <p:cNvSpPr/>
            <p:nvPr/>
          </p:nvSpPr>
          <p:spPr>
            <a:xfrm>
              <a:off x="7860047" y="2667570"/>
              <a:ext cx="511751" cy="5117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40" name="椭圆 39">
              <a:extLst>
                <a:ext uri="{FF2B5EF4-FFF2-40B4-BE49-F238E27FC236}">
                  <a16:creationId xmlns:a16="http://schemas.microsoft.com/office/drawing/2014/main" id="{352EE7C2-6CA0-E809-9C14-F09830B01492}"/>
                </a:ext>
              </a:extLst>
            </p:cNvPr>
            <p:cNvSpPr/>
            <p:nvPr/>
          </p:nvSpPr>
          <p:spPr>
            <a:xfrm>
              <a:off x="8780235" y="2384545"/>
              <a:ext cx="511751" cy="5117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41" name="椭圆 40">
              <a:extLst>
                <a:ext uri="{FF2B5EF4-FFF2-40B4-BE49-F238E27FC236}">
                  <a16:creationId xmlns:a16="http://schemas.microsoft.com/office/drawing/2014/main" id="{2F9DF5E2-C5E0-2E79-F0BA-86AB1DEA5D55}"/>
                </a:ext>
              </a:extLst>
            </p:cNvPr>
            <p:cNvSpPr/>
            <p:nvPr/>
          </p:nvSpPr>
          <p:spPr>
            <a:xfrm>
              <a:off x="9432193" y="1878613"/>
              <a:ext cx="511751" cy="511747"/>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sp>
        <p:nvSpPr>
          <p:cNvPr id="98" name="椭圆 97">
            <a:extLst>
              <a:ext uri="{FF2B5EF4-FFF2-40B4-BE49-F238E27FC236}">
                <a16:creationId xmlns:a16="http://schemas.microsoft.com/office/drawing/2014/main" id="{F79A4B01-17D7-019B-32DA-0F4966F1CAED}"/>
              </a:ext>
            </a:extLst>
          </p:cNvPr>
          <p:cNvSpPr/>
          <p:nvPr/>
        </p:nvSpPr>
        <p:spPr>
          <a:xfrm>
            <a:off x="2172537" y="1878613"/>
            <a:ext cx="511751" cy="511747"/>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97" name="椭圆 96">
            <a:extLst>
              <a:ext uri="{FF2B5EF4-FFF2-40B4-BE49-F238E27FC236}">
                <a16:creationId xmlns:a16="http://schemas.microsoft.com/office/drawing/2014/main" id="{03418F08-C6EE-0A7F-C882-ECA7338BB337}"/>
              </a:ext>
            </a:extLst>
          </p:cNvPr>
          <p:cNvSpPr/>
          <p:nvPr/>
        </p:nvSpPr>
        <p:spPr>
          <a:xfrm>
            <a:off x="2888146" y="2384545"/>
            <a:ext cx="511751" cy="511747"/>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96" name="椭圆 95">
            <a:extLst>
              <a:ext uri="{FF2B5EF4-FFF2-40B4-BE49-F238E27FC236}">
                <a16:creationId xmlns:a16="http://schemas.microsoft.com/office/drawing/2014/main" id="{ACE3FB70-FFF8-14DD-8C47-B6159E2BA83B}"/>
              </a:ext>
            </a:extLst>
          </p:cNvPr>
          <p:cNvSpPr/>
          <p:nvPr/>
        </p:nvSpPr>
        <p:spPr>
          <a:xfrm>
            <a:off x="3762536" y="2667570"/>
            <a:ext cx="511751" cy="511747"/>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95" name="椭圆 94">
            <a:extLst>
              <a:ext uri="{FF2B5EF4-FFF2-40B4-BE49-F238E27FC236}">
                <a16:creationId xmlns:a16="http://schemas.microsoft.com/office/drawing/2014/main" id="{BC161F06-9060-2316-1936-9A780EB2F4DC}"/>
              </a:ext>
            </a:extLst>
          </p:cNvPr>
          <p:cNvSpPr/>
          <p:nvPr/>
        </p:nvSpPr>
        <p:spPr>
          <a:xfrm>
            <a:off x="4778520" y="2834236"/>
            <a:ext cx="511751" cy="511747"/>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94" name="椭圆 93">
            <a:extLst>
              <a:ext uri="{FF2B5EF4-FFF2-40B4-BE49-F238E27FC236}">
                <a16:creationId xmlns:a16="http://schemas.microsoft.com/office/drawing/2014/main" id="{DE29D0A2-F695-E65E-7F00-ED6E86AE3E3D}"/>
              </a:ext>
            </a:extLst>
          </p:cNvPr>
          <p:cNvSpPr/>
          <p:nvPr/>
        </p:nvSpPr>
        <p:spPr>
          <a:xfrm>
            <a:off x="5840124" y="2887232"/>
            <a:ext cx="511751" cy="511747"/>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93" name="椭圆 92">
            <a:extLst>
              <a:ext uri="{FF2B5EF4-FFF2-40B4-BE49-F238E27FC236}">
                <a16:creationId xmlns:a16="http://schemas.microsoft.com/office/drawing/2014/main" id="{D57B45C0-8324-67B6-7B2D-A1E2C593587C}"/>
              </a:ext>
            </a:extLst>
          </p:cNvPr>
          <p:cNvSpPr/>
          <p:nvPr/>
        </p:nvSpPr>
        <p:spPr>
          <a:xfrm>
            <a:off x="6901728" y="2834236"/>
            <a:ext cx="511751" cy="511747"/>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92" name="椭圆 91">
            <a:extLst>
              <a:ext uri="{FF2B5EF4-FFF2-40B4-BE49-F238E27FC236}">
                <a16:creationId xmlns:a16="http://schemas.microsoft.com/office/drawing/2014/main" id="{6EFE3845-2A81-1E17-9DB5-F79A5C89FEF7}"/>
              </a:ext>
            </a:extLst>
          </p:cNvPr>
          <p:cNvSpPr/>
          <p:nvPr/>
        </p:nvSpPr>
        <p:spPr>
          <a:xfrm>
            <a:off x="7860047" y="2667570"/>
            <a:ext cx="511751" cy="511747"/>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90" name="椭圆 89">
            <a:extLst>
              <a:ext uri="{FF2B5EF4-FFF2-40B4-BE49-F238E27FC236}">
                <a16:creationId xmlns:a16="http://schemas.microsoft.com/office/drawing/2014/main" id="{31326BC7-EBDA-DAF6-46D8-B357855D9904}"/>
              </a:ext>
            </a:extLst>
          </p:cNvPr>
          <p:cNvSpPr/>
          <p:nvPr/>
        </p:nvSpPr>
        <p:spPr>
          <a:xfrm>
            <a:off x="8780235" y="2384545"/>
            <a:ext cx="511751" cy="511747"/>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91" name="椭圆 90">
            <a:extLst>
              <a:ext uri="{FF2B5EF4-FFF2-40B4-BE49-F238E27FC236}">
                <a16:creationId xmlns:a16="http://schemas.microsoft.com/office/drawing/2014/main" id="{BBC3D435-1F45-174F-C3D2-5D5FCF906773}"/>
              </a:ext>
            </a:extLst>
          </p:cNvPr>
          <p:cNvSpPr/>
          <p:nvPr/>
        </p:nvSpPr>
        <p:spPr>
          <a:xfrm>
            <a:off x="9447664" y="1878613"/>
            <a:ext cx="511751" cy="511747"/>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62" name="任意多边形: 形状 61">
            <a:extLst>
              <a:ext uri="{FF2B5EF4-FFF2-40B4-BE49-F238E27FC236}">
                <a16:creationId xmlns:a16="http://schemas.microsoft.com/office/drawing/2014/main" id="{EA5F9E29-E550-3BDA-056B-059DF03A6034}"/>
              </a:ext>
            </a:extLst>
          </p:cNvPr>
          <p:cNvSpPr/>
          <p:nvPr/>
        </p:nvSpPr>
        <p:spPr>
          <a:xfrm>
            <a:off x="3404492" y="3972031"/>
            <a:ext cx="5383016" cy="583185"/>
          </a:xfrm>
          <a:custGeom>
            <a:avLst/>
            <a:gdLst>
              <a:gd name="connsiteX0" fmla="*/ 17382 w 5383016"/>
              <a:gd name="connsiteY0" fmla="*/ 29822 h 583185"/>
              <a:gd name="connsiteX1" fmla="*/ 54682 w 5383016"/>
              <a:gd name="connsiteY1" fmla="*/ 98310 h 583185"/>
              <a:gd name="connsiteX2" fmla="*/ 2691508 w 5383016"/>
              <a:gd name="connsiteY2" fmla="*/ 496104 h 583185"/>
              <a:gd name="connsiteX3" fmla="*/ 5328334 w 5383016"/>
              <a:gd name="connsiteY3" fmla="*/ 98310 h 583185"/>
              <a:gd name="connsiteX4" fmla="*/ 5365634 w 5383016"/>
              <a:gd name="connsiteY4" fmla="*/ 29822 h 583185"/>
              <a:gd name="connsiteX5" fmla="*/ 5369120 w 5383016"/>
              <a:gd name="connsiteY5" fmla="*/ 34049 h 583185"/>
              <a:gd name="connsiteX6" fmla="*/ 5383016 w 5383016"/>
              <a:gd name="connsiteY6" fmla="*/ 84987 h 583185"/>
              <a:gd name="connsiteX7" fmla="*/ 2691508 w 5383016"/>
              <a:gd name="connsiteY7" fmla="*/ 583185 h 583185"/>
              <a:gd name="connsiteX8" fmla="*/ 0 w 5383016"/>
              <a:gd name="connsiteY8" fmla="*/ 84987 h 583185"/>
              <a:gd name="connsiteX9" fmla="*/ 13896 w 5383016"/>
              <a:gd name="connsiteY9" fmla="*/ 34049 h 583185"/>
              <a:gd name="connsiteX10" fmla="*/ 5381875 w 5383016"/>
              <a:gd name="connsiteY10" fmla="*/ 0 h 583185"/>
              <a:gd name="connsiteX11" fmla="*/ 5383016 w 5383016"/>
              <a:gd name="connsiteY11" fmla="*/ 0 h 583185"/>
              <a:gd name="connsiteX12" fmla="*/ 5383016 w 5383016"/>
              <a:gd name="connsiteY12" fmla="*/ 84986 h 583185"/>
              <a:gd name="connsiteX13" fmla="*/ 5369120 w 5383016"/>
              <a:gd name="connsiteY13" fmla="*/ 34048 h 583185"/>
              <a:gd name="connsiteX14" fmla="*/ 5365634 w 5383016"/>
              <a:gd name="connsiteY14" fmla="*/ 29821 h 583185"/>
              <a:gd name="connsiteX15" fmla="*/ 0 w 5383016"/>
              <a:gd name="connsiteY15" fmla="*/ 0 h 583185"/>
              <a:gd name="connsiteX16" fmla="*/ 1141 w 5383016"/>
              <a:gd name="connsiteY16" fmla="*/ 0 h 583185"/>
              <a:gd name="connsiteX17" fmla="*/ 17382 w 5383016"/>
              <a:gd name="connsiteY17" fmla="*/ 29821 h 583185"/>
              <a:gd name="connsiteX18" fmla="*/ 13896 w 5383016"/>
              <a:gd name="connsiteY18" fmla="*/ 34048 h 583185"/>
              <a:gd name="connsiteX19" fmla="*/ 0 w 5383016"/>
              <a:gd name="connsiteY19" fmla="*/ 84986 h 583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383016" h="583185">
                <a:moveTo>
                  <a:pt x="17382" y="29822"/>
                </a:moveTo>
                <a:lnTo>
                  <a:pt x="54682" y="98310"/>
                </a:lnTo>
                <a:cubicBezTo>
                  <a:pt x="305655" y="325331"/>
                  <a:pt x="1390839" y="496104"/>
                  <a:pt x="2691508" y="496104"/>
                </a:cubicBezTo>
                <a:cubicBezTo>
                  <a:pt x="3992177" y="496104"/>
                  <a:pt x="5077361" y="325331"/>
                  <a:pt x="5328334" y="98310"/>
                </a:cubicBezTo>
                <a:lnTo>
                  <a:pt x="5365634" y="29822"/>
                </a:lnTo>
                <a:lnTo>
                  <a:pt x="5369120" y="34049"/>
                </a:lnTo>
                <a:cubicBezTo>
                  <a:pt x="5378309" y="50797"/>
                  <a:pt x="5383016" y="67791"/>
                  <a:pt x="5383016" y="84987"/>
                </a:cubicBezTo>
                <a:cubicBezTo>
                  <a:pt x="5383016" y="360134"/>
                  <a:pt x="4177987" y="583185"/>
                  <a:pt x="2691508" y="583185"/>
                </a:cubicBezTo>
                <a:cubicBezTo>
                  <a:pt x="1205029" y="583185"/>
                  <a:pt x="0" y="360134"/>
                  <a:pt x="0" y="84987"/>
                </a:cubicBezTo>
                <a:cubicBezTo>
                  <a:pt x="0" y="67791"/>
                  <a:pt x="4707" y="50797"/>
                  <a:pt x="13896" y="34049"/>
                </a:cubicBezTo>
                <a:close/>
                <a:moveTo>
                  <a:pt x="5381875" y="0"/>
                </a:moveTo>
                <a:lnTo>
                  <a:pt x="5383016" y="0"/>
                </a:lnTo>
                <a:lnTo>
                  <a:pt x="5383016" y="84986"/>
                </a:lnTo>
                <a:cubicBezTo>
                  <a:pt x="5383016" y="67790"/>
                  <a:pt x="5378309" y="50796"/>
                  <a:pt x="5369120" y="34048"/>
                </a:cubicBezTo>
                <a:lnTo>
                  <a:pt x="5365634" y="29821"/>
                </a:lnTo>
                <a:close/>
                <a:moveTo>
                  <a:pt x="0" y="0"/>
                </a:moveTo>
                <a:lnTo>
                  <a:pt x="1141" y="0"/>
                </a:lnTo>
                <a:lnTo>
                  <a:pt x="17382" y="29821"/>
                </a:lnTo>
                <a:lnTo>
                  <a:pt x="13896" y="34048"/>
                </a:lnTo>
                <a:cubicBezTo>
                  <a:pt x="4707" y="50796"/>
                  <a:pt x="0" y="67790"/>
                  <a:pt x="0" y="84986"/>
                </a:cubicBezTo>
                <a:close/>
              </a:path>
            </a:pathLst>
          </a:custGeom>
          <a:gradFill>
            <a:gsLst>
              <a:gs pos="1000">
                <a:schemeClr val="accent1">
                  <a:alpha val="14000"/>
                </a:schemeClr>
              </a:gs>
              <a:gs pos="100000">
                <a:schemeClr val="accent1">
                  <a:alpha val="3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4" name="文本框 63">
            <a:extLst>
              <a:ext uri="{FF2B5EF4-FFF2-40B4-BE49-F238E27FC236}">
                <a16:creationId xmlns:a16="http://schemas.microsoft.com/office/drawing/2014/main" id="{0B9AE12A-0D7A-714A-51F5-5EFFF0E6E000}"/>
              </a:ext>
            </a:extLst>
          </p:cNvPr>
          <p:cNvSpPr txBox="1">
            <a:spLocks/>
          </p:cNvSpPr>
          <p:nvPr/>
        </p:nvSpPr>
        <p:spPr>
          <a:xfrm rot="1117355">
            <a:off x="1656715" y="3742624"/>
            <a:ext cx="1973863" cy="635732"/>
          </a:xfrm>
          <a:prstGeom prst="rect">
            <a:avLst/>
          </a:prstGeom>
          <a:noFill/>
        </p:spPr>
        <p:txBody>
          <a:bodyPr wrap="none" lIns="0" tIns="0" rIns="0" bIns="0" rtlCol="0">
            <a:prstTxWarp prst="textArchDown">
              <a:avLst>
                <a:gd name="adj" fmla="val 1026175"/>
              </a:avLst>
            </a:prstTxWarp>
            <a:spAutoFit/>
          </a:bodyPr>
          <a:lstStyle/>
          <a:p>
            <a:pPr algn="ctr">
              <a:lnSpc>
                <a:spcPct val="120000"/>
              </a:lnSpc>
            </a:pPr>
            <a:r>
              <a:rPr lang="zh-CN" altLang="en-US" sz="1400" b="1" dirty="0">
                <a:solidFill>
                  <a:schemeClr val="accent1"/>
                </a:solidFill>
              </a:rPr>
              <a:t>智能装备生产</a:t>
            </a:r>
          </a:p>
        </p:txBody>
      </p:sp>
      <p:sp>
        <p:nvSpPr>
          <p:cNvPr id="69" name="文本框 68">
            <a:extLst>
              <a:ext uri="{FF2B5EF4-FFF2-40B4-BE49-F238E27FC236}">
                <a16:creationId xmlns:a16="http://schemas.microsoft.com/office/drawing/2014/main" id="{80F1B8E1-20C5-A9FE-E53D-A288FC992F68}"/>
              </a:ext>
            </a:extLst>
          </p:cNvPr>
          <p:cNvSpPr txBox="1">
            <a:spLocks/>
          </p:cNvSpPr>
          <p:nvPr/>
        </p:nvSpPr>
        <p:spPr>
          <a:xfrm rot="200891">
            <a:off x="3732540" y="4573583"/>
            <a:ext cx="2072770" cy="236603"/>
          </a:xfrm>
          <a:prstGeom prst="rect">
            <a:avLst/>
          </a:prstGeom>
          <a:noFill/>
        </p:spPr>
        <p:txBody>
          <a:bodyPr wrap="none" lIns="0" tIns="0" rIns="0" bIns="0" rtlCol="0">
            <a:prstTxWarp prst="textArchDown">
              <a:avLst/>
            </a:prstTxWarp>
            <a:spAutoFit/>
          </a:bodyPr>
          <a:lstStyle/>
          <a:p>
            <a:pPr algn="ctr">
              <a:lnSpc>
                <a:spcPct val="120000"/>
              </a:lnSpc>
            </a:pPr>
            <a:r>
              <a:rPr lang="zh-CN" altLang="en-US" sz="1400" b="1" dirty="0">
                <a:solidFill>
                  <a:schemeClr val="accent1"/>
                </a:solidFill>
              </a:rPr>
              <a:t>产品制造与加工</a:t>
            </a:r>
          </a:p>
        </p:txBody>
      </p:sp>
      <p:sp>
        <p:nvSpPr>
          <p:cNvPr id="70" name="文本框 69">
            <a:extLst>
              <a:ext uri="{FF2B5EF4-FFF2-40B4-BE49-F238E27FC236}">
                <a16:creationId xmlns:a16="http://schemas.microsoft.com/office/drawing/2014/main" id="{BB0417F6-3C95-9B64-71B8-605A3555B83F}"/>
              </a:ext>
            </a:extLst>
          </p:cNvPr>
          <p:cNvSpPr txBox="1">
            <a:spLocks/>
          </p:cNvSpPr>
          <p:nvPr/>
        </p:nvSpPr>
        <p:spPr>
          <a:xfrm rot="21277059">
            <a:off x="6386689" y="4537217"/>
            <a:ext cx="2072770" cy="236603"/>
          </a:xfrm>
          <a:prstGeom prst="rect">
            <a:avLst/>
          </a:prstGeom>
          <a:noFill/>
        </p:spPr>
        <p:txBody>
          <a:bodyPr wrap="none" lIns="0" tIns="0" rIns="0" bIns="0" rtlCol="0">
            <a:prstTxWarp prst="textArchDown">
              <a:avLst/>
            </a:prstTxWarp>
            <a:spAutoFit/>
          </a:bodyPr>
          <a:lstStyle/>
          <a:p>
            <a:pPr algn="ctr">
              <a:lnSpc>
                <a:spcPct val="120000"/>
              </a:lnSpc>
            </a:pPr>
            <a:r>
              <a:rPr lang="zh-CN" altLang="en-US" sz="1400" b="1" dirty="0">
                <a:solidFill>
                  <a:schemeClr val="accent1"/>
                </a:solidFill>
              </a:rPr>
              <a:t>系统集成与调试</a:t>
            </a:r>
          </a:p>
        </p:txBody>
      </p:sp>
      <p:sp>
        <p:nvSpPr>
          <p:cNvPr id="71" name="文本框 70">
            <a:extLst>
              <a:ext uri="{FF2B5EF4-FFF2-40B4-BE49-F238E27FC236}">
                <a16:creationId xmlns:a16="http://schemas.microsoft.com/office/drawing/2014/main" id="{458740C1-9828-FBE0-B843-4F19ECA00496}"/>
              </a:ext>
            </a:extLst>
          </p:cNvPr>
          <p:cNvSpPr txBox="1">
            <a:spLocks/>
          </p:cNvSpPr>
          <p:nvPr/>
        </p:nvSpPr>
        <p:spPr>
          <a:xfrm rot="20509909">
            <a:off x="8337322" y="3758151"/>
            <a:ext cx="2076812" cy="635732"/>
          </a:xfrm>
          <a:prstGeom prst="rect">
            <a:avLst/>
          </a:prstGeom>
          <a:noFill/>
        </p:spPr>
        <p:txBody>
          <a:bodyPr wrap="none" lIns="0" tIns="0" rIns="0" bIns="0" rtlCol="0">
            <a:prstTxWarp prst="textArchDown">
              <a:avLst>
                <a:gd name="adj" fmla="val 581021"/>
              </a:avLst>
            </a:prstTxWarp>
            <a:spAutoFit/>
          </a:bodyPr>
          <a:lstStyle/>
          <a:p>
            <a:pPr algn="ctr">
              <a:lnSpc>
                <a:spcPct val="120000"/>
              </a:lnSpc>
            </a:pPr>
            <a:r>
              <a:rPr lang="zh-CN" altLang="en-US" sz="1400" b="1" dirty="0">
                <a:solidFill>
                  <a:schemeClr val="accent1"/>
                </a:solidFill>
              </a:rPr>
              <a:t>定制化解决方案</a:t>
            </a:r>
          </a:p>
        </p:txBody>
      </p:sp>
      <p:sp>
        <p:nvSpPr>
          <p:cNvPr id="73" name="文本框 72">
            <a:extLst>
              <a:ext uri="{FF2B5EF4-FFF2-40B4-BE49-F238E27FC236}">
                <a16:creationId xmlns:a16="http://schemas.microsoft.com/office/drawing/2014/main" id="{E455000B-668C-AEAF-F357-FFC105FB1D3F}"/>
              </a:ext>
            </a:extLst>
          </p:cNvPr>
          <p:cNvSpPr txBox="1"/>
          <p:nvPr/>
        </p:nvSpPr>
        <p:spPr>
          <a:xfrm rot="493330">
            <a:off x="3164915" y="5352277"/>
            <a:ext cx="1025923" cy="270459"/>
          </a:xfrm>
          <a:prstGeom prst="rect">
            <a:avLst/>
          </a:prstGeom>
          <a:noFill/>
        </p:spPr>
        <p:txBody>
          <a:bodyPr wrap="none" lIns="0" tIns="0" rIns="0" bIns="0" rtlCol="0">
            <a:spAutoFit/>
          </a:bodyPr>
          <a:lstStyle/>
          <a:p>
            <a:pPr algn="ctr">
              <a:lnSpc>
                <a:spcPct val="120000"/>
              </a:lnSpc>
            </a:pPr>
            <a:r>
              <a:rPr lang="zh-CN" altLang="en-US" sz="1600" b="1" dirty="0">
                <a:solidFill>
                  <a:schemeClr val="accent1"/>
                </a:solidFill>
              </a:rPr>
              <a:t>研发与创新</a:t>
            </a:r>
          </a:p>
        </p:txBody>
      </p:sp>
      <p:sp>
        <p:nvSpPr>
          <p:cNvPr id="74" name="文本框 73">
            <a:extLst>
              <a:ext uri="{FF2B5EF4-FFF2-40B4-BE49-F238E27FC236}">
                <a16:creationId xmlns:a16="http://schemas.microsoft.com/office/drawing/2014/main" id="{7DF67F6F-95EA-5E92-9130-12345DFCA431}"/>
              </a:ext>
            </a:extLst>
          </p:cNvPr>
          <p:cNvSpPr txBox="1"/>
          <p:nvPr/>
        </p:nvSpPr>
        <p:spPr>
          <a:xfrm>
            <a:off x="4831080" y="5418961"/>
            <a:ext cx="2529840" cy="327460"/>
          </a:xfrm>
          <a:prstGeom prst="rect">
            <a:avLst/>
          </a:prstGeom>
          <a:noFill/>
        </p:spPr>
        <p:txBody>
          <a:bodyPr wrap="none" lIns="0" tIns="0" rIns="0" bIns="0" rtlCol="0">
            <a:prstTxWarp prst="textArchDown">
              <a:avLst>
                <a:gd name="adj" fmla="val 643578"/>
              </a:avLst>
            </a:prstTxWarp>
            <a:spAutoFit/>
          </a:bodyPr>
          <a:lstStyle/>
          <a:p>
            <a:pPr algn="ctr">
              <a:lnSpc>
                <a:spcPct val="120000"/>
              </a:lnSpc>
            </a:pPr>
            <a:r>
              <a:rPr lang="zh-CN" altLang="en-US" sz="1600" b="1" dirty="0">
                <a:solidFill>
                  <a:schemeClr val="accent1"/>
                </a:solidFill>
              </a:rPr>
              <a:t>标准与认证</a:t>
            </a:r>
          </a:p>
        </p:txBody>
      </p:sp>
      <p:sp>
        <p:nvSpPr>
          <p:cNvPr id="76" name="文本框 75">
            <a:extLst>
              <a:ext uri="{FF2B5EF4-FFF2-40B4-BE49-F238E27FC236}">
                <a16:creationId xmlns:a16="http://schemas.microsoft.com/office/drawing/2014/main" id="{C918C9AD-290D-C175-967C-E1D504A277FA}"/>
              </a:ext>
            </a:extLst>
          </p:cNvPr>
          <p:cNvSpPr txBox="1"/>
          <p:nvPr/>
        </p:nvSpPr>
        <p:spPr>
          <a:xfrm rot="21172928">
            <a:off x="7650839" y="5336303"/>
            <a:ext cx="1436291" cy="270459"/>
          </a:xfrm>
          <a:prstGeom prst="rect">
            <a:avLst/>
          </a:prstGeom>
          <a:noFill/>
        </p:spPr>
        <p:txBody>
          <a:bodyPr wrap="none" lIns="0" tIns="0" rIns="0" bIns="0" rtlCol="0">
            <a:spAutoFit/>
          </a:bodyPr>
          <a:lstStyle/>
          <a:p>
            <a:pPr algn="ctr">
              <a:lnSpc>
                <a:spcPct val="120000"/>
              </a:lnSpc>
            </a:pPr>
            <a:r>
              <a:rPr lang="zh-CN" altLang="en-US" sz="1600" b="1" dirty="0">
                <a:solidFill>
                  <a:schemeClr val="accent1"/>
                </a:solidFill>
              </a:rPr>
              <a:t>政策与法规支持</a:t>
            </a:r>
          </a:p>
        </p:txBody>
      </p:sp>
      <p:sp>
        <p:nvSpPr>
          <p:cNvPr id="77" name="文本框 76">
            <a:extLst>
              <a:ext uri="{FF2B5EF4-FFF2-40B4-BE49-F238E27FC236}">
                <a16:creationId xmlns:a16="http://schemas.microsoft.com/office/drawing/2014/main" id="{0BE1F78A-1BD2-E095-FFD6-8347EE15987E}"/>
              </a:ext>
            </a:extLst>
          </p:cNvPr>
          <p:cNvSpPr txBox="1"/>
          <p:nvPr/>
        </p:nvSpPr>
        <p:spPr>
          <a:xfrm>
            <a:off x="2091782" y="2451731"/>
            <a:ext cx="673261"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供应原材料</a:t>
            </a:r>
          </a:p>
        </p:txBody>
      </p:sp>
      <p:sp>
        <p:nvSpPr>
          <p:cNvPr id="81" name="文本框 80">
            <a:extLst>
              <a:ext uri="{FF2B5EF4-FFF2-40B4-BE49-F238E27FC236}">
                <a16:creationId xmlns:a16="http://schemas.microsoft.com/office/drawing/2014/main" id="{8FD70DD7-BBD4-B1C4-B4E7-B6AC455889DA}"/>
              </a:ext>
            </a:extLst>
          </p:cNvPr>
          <p:cNvSpPr txBox="1"/>
          <p:nvPr/>
        </p:nvSpPr>
        <p:spPr>
          <a:xfrm>
            <a:off x="2874717" y="2958422"/>
            <a:ext cx="538609"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设备制造</a:t>
            </a:r>
          </a:p>
        </p:txBody>
      </p:sp>
      <p:sp>
        <p:nvSpPr>
          <p:cNvPr id="82" name="文本框 81">
            <a:extLst>
              <a:ext uri="{FF2B5EF4-FFF2-40B4-BE49-F238E27FC236}">
                <a16:creationId xmlns:a16="http://schemas.microsoft.com/office/drawing/2014/main" id="{DFC48ADC-33D3-762E-4630-CFDB6F5042C5}"/>
              </a:ext>
            </a:extLst>
          </p:cNvPr>
          <p:cNvSpPr txBox="1"/>
          <p:nvPr/>
        </p:nvSpPr>
        <p:spPr>
          <a:xfrm>
            <a:off x="3749106" y="3246242"/>
            <a:ext cx="538609"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智能生产</a:t>
            </a:r>
          </a:p>
        </p:txBody>
      </p:sp>
      <p:sp>
        <p:nvSpPr>
          <p:cNvPr id="83" name="文本框 82">
            <a:extLst>
              <a:ext uri="{FF2B5EF4-FFF2-40B4-BE49-F238E27FC236}">
                <a16:creationId xmlns:a16="http://schemas.microsoft.com/office/drawing/2014/main" id="{83FCB91C-2066-EA44-CD67-892DA51CFB69}"/>
              </a:ext>
            </a:extLst>
          </p:cNvPr>
          <p:cNvSpPr txBox="1"/>
          <p:nvPr/>
        </p:nvSpPr>
        <p:spPr>
          <a:xfrm>
            <a:off x="4759993" y="3421696"/>
            <a:ext cx="538609"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系统集成</a:t>
            </a:r>
          </a:p>
        </p:txBody>
      </p:sp>
      <p:sp>
        <p:nvSpPr>
          <p:cNvPr id="84" name="文本框 83">
            <a:extLst>
              <a:ext uri="{FF2B5EF4-FFF2-40B4-BE49-F238E27FC236}">
                <a16:creationId xmlns:a16="http://schemas.microsoft.com/office/drawing/2014/main" id="{903D0D90-5CE1-6254-6C40-68945A628986}"/>
              </a:ext>
            </a:extLst>
          </p:cNvPr>
          <p:cNvSpPr txBox="1"/>
          <p:nvPr/>
        </p:nvSpPr>
        <p:spPr>
          <a:xfrm>
            <a:off x="5828152" y="3473107"/>
            <a:ext cx="538609"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工业应用</a:t>
            </a:r>
          </a:p>
        </p:txBody>
      </p:sp>
      <p:sp>
        <p:nvSpPr>
          <p:cNvPr id="86" name="文本框 85">
            <a:extLst>
              <a:ext uri="{FF2B5EF4-FFF2-40B4-BE49-F238E27FC236}">
                <a16:creationId xmlns:a16="http://schemas.microsoft.com/office/drawing/2014/main" id="{90DC3253-909C-1BE4-A0F1-808DAE188176}"/>
              </a:ext>
            </a:extLst>
          </p:cNvPr>
          <p:cNvSpPr txBox="1"/>
          <p:nvPr/>
        </p:nvSpPr>
        <p:spPr>
          <a:xfrm>
            <a:off x="6888005" y="3421696"/>
            <a:ext cx="538609"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数据分析</a:t>
            </a:r>
          </a:p>
        </p:txBody>
      </p:sp>
      <p:sp>
        <p:nvSpPr>
          <p:cNvPr id="87" name="文本框 86">
            <a:extLst>
              <a:ext uri="{FF2B5EF4-FFF2-40B4-BE49-F238E27FC236}">
                <a16:creationId xmlns:a16="http://schemas.microsoft.com/office/drawing/2014/main" id="{12DB97CD-D16F-F31C-4465-7088B37708DB}"/>
              </a:ext>
            </a:extLst>
          </p:cNvPr>
          <p:cNvSpPr txBox="1"/>
          <p:nvPr/>
        </p:nvSpPr>
        <p:spPr>
          <a:xfrm>
            <a:off x="7846617" y="3246242"/>
            <a:ext cx="538609"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研发创新</a:t>
            </a:r>
          </a:p>
        </p:txBody>
      </p:sp>
      <p:sp>
        <p:nvSpPr>
          <p:cNvPr id="88" name="文本框 87">
            <a:extLst>
              <a:ext uri="{FF2B5EF4-FFF2-40B4-BE49-F238E27FC236}">
                <a16:creationId xmlns:a16="http://schemas.microsoft.com/office/drawing/2014/main" id="{071F1108-D715-D4AF-B322-05772FDB2AB7}"/>
              </a:ext>
            </a:extLst>
          </p:cNvPr>
          <p:cNvSpPr txBox="1"/>
          <p:nvPr/>
        </p:nvSpPr>
        <p:spPr>
          <a:xfrm>
            <a:off x="8771418" y="2958422"/>
            <a:ext cx="538609"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人才培育</a:t>
            </a:r>
          </a:p>
        </p:txBody>
      </p:sp>
      <p:sp>
        <p:nvSpPr>
          <p:cNvPr id="89" name="文本框 88">
            <a:extLst>
              <a:ext uri="{FF2B5EF4-FFF2-40B4-BE49-F238E27FC236}">
                <a16:creationId xmlns:a16="http://schemas.microsoft.com/office/drawing/2014/main" id="{AC1B4B05-FAAE-16F5-7D3E-C100BCBE011E}"/>
              </a:ext>
            </a:extLst>
          </p:cNvPr>
          <p:cNvSpPr txBox="1"/>
          <p:nvPr/>
        </p:nvSpPr>
        <p:spPr>
          <a:xfrm>
            <a:off x="9434235" y="2451731"/>
            <a:ext cx="538609"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政策支撑</a:t>
            </a:r>
          </a:p>
        </p:txBody>
      </p:sp>
      <p:sp>
        <p:nvSpPr>
          <p:cNvPr id="101" name="文本框 100">
            <a:extLst>
              <a:ext uri="{FF2B5EF4-FFF2-40B4-BE49-F238E27FC236}">
                <a16:creationId xmlns:a16="http://schemas.microsoft.com/office/drawing/2014/main" id="{DEF735AD-54CF-837B-E90A-4B5D3830AACB}"/>
              </a:ext>
            </a:extLst>
          </p:cNvPr>
          <p:cNvSpPr txBox="1"/>
          <p:nvPr/>
        </p:nvSpPr>
        <p:spPr>
          <a:xfrm>
            <a:off x="4485637" y="2043343"/>
            <a:ext cx="3220726" cy="369332"/>
          </a:xfrm>
          <a:prstGeom prst="rect">
            <a:avLst/>
          </a:prstGeom>
          <a:noFill/>
        </p:spPr>
        <p:txBody>
          <a:bodyPr wrap="square" lIns="0" tIns="0" rIns="0" bIns="0">
            <a:spAutoFit/>
          </a:bodyPr>
          <a:lstStyle/>
          <a:p>
            <a:pPr algn="ctr"/>
            <a:r>
              <a:rPr lang="zh-CN" altLang="en-US" sz="2400" b="1" dirty="0">
                <a:solidFill>
                  <a:schemeClr val="accent1"/>
                </a:solidFill>
                <a:latin typeface="+mj-ea"/>
                <a:ea typeface="+mj-ea"/>
              </a:rPr>
              <a:t>智能制造产业链</a:t>
            </a:r>
            <a:endParaRPr lang="en-US" altLang="zh-CN" sz="2400" b="1" dirty="0">
              <a:solidFill>
                <a:schemeClr val="accent1"/>
              </a:solidFill>
              <a:latin typeface="+mj-ea"/>
              <a:ea typeface="+mj-ea"/>
            </a:endParaRPr>
          </a:p>
        </p:txBody>
      </p:sp>
      <p:sp>
        <p:nvSpPr>
          <p:cNvPr id="104" name="图形 102">
            <a:extLst>
              <a:ext uri="{FF2B5EF4-FFF2-40B4-BE49-F238E27FC236}">
                <a16:creationId xmlns:a16="http://schemas.microsoft.com/office/drawing/2014/main" id="{55F70C4A-9D54-190E-3AE2-01D35E8001D3}"/>
              </a:ext>
            </a:extLst>
          </p:cNvPr>
          <p:cNvSpPr/>
          <p:nvPr/>
        </p:nvSpPr>
        <p:spPr>
          <a:xfrm>
            <a:off x="5816600" y="1655708"/>
            <a:ext cx="558800" cy="419216"/>
          </a:xfrm>
          <a:custGeom>
            <a:avLst/>
            <a:gdLst>
              <a:gd name="connsiteX0" fmla="*/ 666750 w 1905000"/>
              <a:gd name="connsiteY0" fmla="*/ 1071761 h 1429145"/>
              <a:gd name="connsiteX1" fmla="*/ 476250 w 1905000"/>
              <a:gd name="connsiteY1" fmla="*/ 1262261 h 1429145"/>
              <a:gd name="connsiteX2" fmla="*/ 465344 w 1905000"/>
              <a:gd name="connsiteY2" fmla="*/ 1262261 h 1429145"/>
              <a:gd name="connsiteX3" fmla="*/ 166362 w 1905000"/>
              <a:gd name="connsiteY3" fmla="*/ 1417527 h 1429145"/>
              <a:gd name="connsiteX4" fmla="*/ 0 w 1905000"/>
              <a:gd name="connsiteY4" fmla="*/ 1190823 h 1429145"/>
              <a:gd name="connsiteX5" fmla="*/ 237927 w 1905000"/>
              <a:gd name="connsiteY5" fmla="*/ 952500 h 1429145"/>
              <a:gd name="connsiteX6" fmla="*/ 465344 w 1905000"/>
              <a:gd name="connsiteY6" fmla="*/ 1119386 h 1429145"/>
              <a:gd name="connsiteX7" fmla="*/ 476250 w 1905000"/>
              <a:gd name="connsiteY7" fmla="*/ 1119386 h 1429145"/>
              <a:gd name="connsiteX8" fmla="*/ 523875 w 1905000"/>
              <a:gd name="connsiteY8" fmla="*/ 1071761 h 1429145"/>
              <a:gd name="connsiteX9" fmla="*/ 523875 w 1905000"/>
              <a:gd name="connsiteY9" fmla="*/ 357386 h 1429145"/>
              <a:gd name="connsiteX10" fmla="*/ 476250 w 1905000"/>
              <a:gd name="connsiteY10" fmla="*/ 309761 h 1429145"/>
              <a:gd name="connsiteX11" fmla="*/ 465344 w 1905000"/>
              <a:gd name="connsiteY11" fmla="*/ 309761 h 1429145"/>
              <a:gd name="connsiteX12" fmla="*/ 166362 w 1905000"/>
              <a:gd name="connsiteY12" fmla="*/ 465027 h 1429145"/>
              <a:gd name="connsiteX13" fmla="*/ 0 w 1905000"/>
              <a:gd name="connsiteY13" fmla="*/ 238323 h 1429145"/>
              <a:gd name="connsiteX14" fmla="*/ 237927 w 1905000"/>
              <a:gd name="connsiteY14" fmla="*/ 0 h 1429145"/>
              <a:gd name="connsiteX15" fmla="*/ 465344 w 1905000"/>
              <a:gd name="connsiteY15" fmla="*/ 166886 h 1429145"/>
              <a:gd name="connsiteX16" fmla="*/ 476250 w 1905000"/>
              <a:gd name="connsiteY16" fmla="*/ 166886 h 1429145"/>
              <a:gd name="connsiteX17" fmla="*/ 666750 w 1905000"/>
              <a:gd name="connsiteY17" fmla="*/ 357386 h 1429145"/>
              <a:gd name="connsiteX18" fmla="*/ 666750 w 1905000"/>
              <a:gd name="connsiteY18" fmla="*/ 643136 h 1429145"/>
              <a:gd name="connsiteX19" fmla="*/ 714375 w 1905000"/>
              <a:gd name="connsiteY19" fmla="*/ 643136 h 1429145"/>
              <a:gd name="connsiteX20" fmla="*/ 714375 w 1905000"/>
              <a:gd name="connsiteY20" fmla="*/ 595511 h 1429145"/>
              <a:gd name="connsiteX21" fmla="*/ 833438 w 1905000"/>
              <a:gd name="connsiteY21" fmla="*/ 476448 h 1429145"/>
              <a:gd name="connsiteX22" fmla="*/ 1071563 w 1905000"/>
              <a:gd name="connsiteY22" fmla="*/ 476448 h 1429145"/>
              <a:gd name="connsiteX23" fmla="*/ 1190625 w 1905000"/>
              <a:gd name="connsiteY23" fmla="*/ 595511 h 1429145"/>
              <a:gd name="connsiteX24" fmla="*/ 1190625 w 1905000"/>
              <a:gd name="connsiteY24" fmla="*/ 643136 h 1429145"/>
              <a:gd name="connsiteX25" fmla="*/ 1238250 w 1905000"/>
              <a:gd name="connsiteY25" fmla="*/ 643136 h 1429145"/>
              <a:gd name="connsiteX26" fmla="*/ 1238250 w 1905000"/>
              <a:gd name="connsiteY26" fmla="*/ 357386 h 1429145"/>
              <a:gd name="connsiteX27" fmla="*/ 1428750 w 1905000"/>
              <a:gd name="connsiteY27" fmla="*/ 166886 h 1429145"/>
              <a:gd name="connsiteX28" fmla="*/ 1439656 w 1905000"/>
              <a:gd name="connsiteY28" fmla="*/ 166886 h 1429145"/>
              <a:gd name="connsiteX29" fmla="*/ 1738638 w 1905000"/>
              <a:gd name="connsiteY29" fmla="*/ 11620 h 1429145"/>
              <a:gd name="connsiteX30" fmla="*/ 1905000 w 1905000"/>
              <a:gd name="connsiteY30" fmla="*/ 238323 h 1429145"/>
              <a:gd name="connsiteX31" fmla="*/ 1667073 w 1905000"/>
              <a:gd name="connsiteY31" fmla="*/ 476646 h 1429145"/>
              <a:gd name="connsiteX32" fmla="*/ 1439656 w 1905000"/>
              <a:gd name="connsiteY32" fmla="*/ 309761 h 1429145"/>
              <a:gd name="connsiteX33" fmla="*/ 1428750 w 1905000"/>
              <a:gd name="connsiteY33" fmla="*/ 309761 h 1429145"/>
              <a:gd name="connsiteX34" fmla="*/ 1381125 w 1905000"/>
              <a:gd name="connsiteY34" fmla="*/ 357386 h 1429145"/>
              <a:gd name="connsiteX35" fmla="*/ 1381125 w 1905000"/>
              <a:gd name="connsiteY35" fmla="*/ 1071761 h 1429145"/>
              <a:gd name="connsiteX36" fmla="*/ 1428750 w 1905000"/>
              <a:gd name="connsiteY36" fmla="*/ 1119386 h 1429145"/>
              <a:gd name="connsiteX37" fmla="*/ 1439656 w 1905000"/>
              <a:gd name="connsiteY37" fmla="*/ 1119386 h 1429145"/>
              <a:gd name="connsiteX38" fmla="*/ 1738638 w 1905000"/>
              <a:gd name="connsiteY38" fmla="*/ 964120 h 1429145"/>
              <a:gd name="connsiteX39" fmla="*/ 1905000 w 1905000"/>
              <a:gd name="connsiteY39" fmla="*/ 1190823 h 1429145"/>
              <a:gd name="connsiteX40" fmla="*/ 1667073 w 1905000"/>
              <a:gd name="connsiteY40" fmla="*/ 1429146 h 1429145"/>
              <a:gd name="connsiteX41" fmla="*/ 1439656 w 1905000"/>
              <a:gd name="connsiteY41" fmla="*/ 1262260 h 1429145"/>
              <a:gd name="connsiteX42" fmla="*/ 1428750 w 1905000"/>
              <a:gd name="connsiteY42" fmla="*/ 1262261 h 1429145"/>
              <a:gd name="connsiteX43" fmla="*/ 1238250 w 1905000"/>
              <a:gd name="connsiteY43" fmla="*/ 1071761 h 1429145"/>
              <a:gd name="connsiteX44" fmla="*/ 1238250 w 1905000"/>
              <a:gd name="connsiteY44" fmla="*/ 786011 h 1429145"/>
              <a:gd name="connsiteX45" fmla="*/ 1190625 w 1905000"/>
              <a:gd name="connsiteY45" fmla="*/ 786011 h 1429145"/>
              <a:gd name="connsiteX46" fmla="*/ 1190625 w 1905000"/>
              <a:gd name="connsiteY46" fmla="*/ 833636 h 1429145"/>
              <a:gd name="connsiteX47" fmla="*/ 1071563 w 1905000"/>
              <a:gd name="connsiteY47" fmla="*/ 952698 h 1429145"/>
              <a:gd name="connsiteX48" fmla="*/ 833438 w 1905000"/>
              <a:gd name="connsiteY48" fmla="*/ 952698 h 1429145"/>
              <a:gd name="connsiteX49" fmla="*/ 714375 w 1905000"/>
              <a:gd name="connsiteY49" fmla="*/ 833636 h 1429145"/>
              <a:gd name="connsiteX50" fmla="*/ 714375 w 1905000"/>
              <a:gd name="connsiteY50" fmla="*/ 786011 h 1429145"/>
              <a:gd name="connsiteX51" fmla="*/ 666750 w 1905000"/>
              <a:gd name="connsiteY51" fmla="*/ 786011 h 1429145"/>
              <a:gd name="connsiteX52" fmla="*/ 666750 w 1905000"/>
              <a:gd name="connsiteY52" fmla="*/ 1071761 h 1429145"/>
              <a:gd name="connsiteX53" fmla="*/ 1666875 w 1905000"/>
              <a:gd name="connsiteY53" fmla="*/ 1095573 h 1429145"/>
              <a:gd name="connsiteX54" fmla="*/ 1571625 w 1905000"/>
              <a:gd name="connsiteY54" fmla="*/ 1190823 h 1429145"/>
              <a:gd name="connsiteX55" fmla="*/ 1666875 w 1905000"/>
              <a:gd name="connsiteY55" fmla="*/ 1286073 h 1429145"/>
              <a:gd name="connsiteX56" fmla="*/ 1762125 w 1905000"/>
              <a:gd name="connsiteY56" fmla="*/ 1190823 h 1429145"/>
              <a:gd name="connsiteX57" fmla="*/ 1666875 w 1905000"/>
              <a:gd name="connsiteY57" fmla="*/ 1095573 h 1429145"/>
              <a:gd name="connsiteX58" fmla="*/ 238125 w 1905000"/>
              <a:gd name="connsiteY58" fmla="*/ 1095573 h 1429145"/>
              <a:gd name="connsiteX59" fmla="*/ 142875 w 1905000"/>
              <a:gd name="connsiteY59" fmla="*/ 1190823 h 1429145"/>
              <a:gd name="connsiteX60" fmla="*/ 238125 w 1905000"/>
              <a:gd name="connsiteY60" fmla="*/ 1286073 h 1429145"/>
              <a:gd name="connsiteX61" fmla="*/ 333375 w 1905000"/>
              <a:gd name="connsiteY61" fmla="*/ 1190823 h 1429145"/>
              <a:gd name="connsiteX62" fmla="*/ 238125 w 1905000"/>
              <a:gd name="connsiteY62" fmla="*/ 1095573 h 1429145"/>
              <a:gd name="connsiteX63" fmla="*/ 1047750 w 1905000"/>
              <a:gd name="connsiteY63" fmla="*/ 619323 h 1429145"/>
              <a:gd name="connsiteX64" fmla="*/ 857250 w 1905000"/>
              <a:gd name="connsiteY64" fmla="*/ 619323 h 1429145"/>
              <a:gd name="connsiteX65" fmla="*/ 857250 w 1905000"/>
              <a:gd name="connsiteY65" fmla="*/ 809823 h 1429145"/>
              <a:gd name="connsiteX66" fmla="*/ 1047750 w 1905000"/>
              <a:gd name="connsiteY66" fmla="*/ 809823 h 1429145"/>
              <a:gd name="connsiteX67" fmla="*/ 1047750 w 1905000"/>
              <a:gd name="connsiteY67" fmla="*/ 619323 h 1429145"/>
              <a:gd name="connsiteX68" fmla="*/ 1666875 w 1905000"/>
              <a:gd name="connsiteY68" fmla="*/ 143073 h 1429145"/>
              <a:gd name="connsiteX69" fmla="*/ 1571625 w 1905000"/>
              <a:gd name="connsiteY69" fmla="*/ 238323 h 1429145"/>
              <a:gd name="connsiteX70" fmla="*/ 1666875 w 1905000"/>
              <a:gd name="connsiteY70" fmla="*/ 333573 h 1429145"/>
              <a:gd name="connsiteX71" fmla="*/ 1762125 w 1905000"/>
              <a:gd name="connsiteY71" fmla="*/ 238323 h 1429145"/>
              <a:gd name="connsiteX72" fmla="*/ 1666875 w 1905000"/>
              <a:gd name="connsiteY72" fmla="*/ 143073 h 1429145"/>
              <a:gd name="connsiteX73" fmla="*/ 238125 w 1905000"/>
              <a:gd name="connsiteY73" fmla="*/ 143073 h 1429145"/>
              <a:gd name="connsiteX74" fmla="*/ 142875 w 1905000"/>
              <a:gd name="connsiteY74" fmla="*/ 238323 h 1429145"/>
              <a:gd name="connsiteX75" fmla="*/ 238125 w 1905000"/>
              <a:gd name="connsiteY75" fmla="*/ 333573 h 1429145"/>
              <a:gd name="connsiteX76" fmla="*/ 333375 w 1905000"/>
              <a:gd name="connsiteY76" fmla="*/ 238323 h 1429145"/>
              <a:gd name="connsiteX77" fmla="*/ 238125 w 1905000"/>
              <a:gd name="connsiteY77" fmla="*/ 143073 h 1429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905000" h="1429145">
                <a:moveTo>
                  <a:pt x="666750" y="1071761"/>
                </a:moveTo>
                <a:cubicBezTo>
                  <a:pt x="666750" y="1176971"/>
                  <a:pt x="581460" y="1262261"/>
                  <a:pt x="476250" y="1262261"/>
                </a:cubicBezTo>
                <a:lnTo>
                  <a:pt x="465344" y="1262261"/>
                </a:lnTo>
                <a:cubicBezTo>
                  <a:pt x="425658" y="1387698"/>
                  <a:pt x="291799" y="1457213"/>
                  <a:pt x="166362" y="1417527"/>
                </a:cubicBezTo>
                <a:cubicBezTo>
                  <a:pt x="67465" y="1386238"/>
                  <a:pt x="183" y="1294551"/>
                  <a:pt x="0" y="1190823"/>
                </a:cubicBezTo>
                <a:cubicBezTo>
                  <a:pt x="-109" y="1059310"/>
                  <a:pt x="106414" y="952610"/>
                  <a:pt x="237927" y="952500"/>
                </a:cubicBezTo>
                <a:cubicBezTo>
                  <a:pt x="342070" y="952414"/>
                  <a:pt x="434188" y="1020012"/>
                  <a:pt x="465344" y="1119386"/>
                </a:cubicBezTo>
                <a:lnTo>
                  <a:pt x="476250" y="1119386"/>
                </a:lnTo>
                <a:cubicBezTo>
                  <a:pt x="502553" y="1119386"/>
                  <a:pt x="523875" y="1098063"/>
                  <a:pt x="523875" y="1071761"/>
                </a:cubicBezTo>
                <a:lnTo>
                  <a:pt x="523875" y="357386"/>
                </a:lnTo>
                <a:cubicBezTo>
                  <a:pt x="523875" y="331083"/>
                  <a:pt x="502553" y="309761"/>
                  <a:pt x="476250" y="309761"/>
                </a:cubicBezTo>
                <a:lnTo>
                  <a:pt x="465344" y="309761"/>
                </a:lnTo>
                <a:cubicBezTo>
                  <a:pt x="425658" y="435198"/>
                  <a:pt x="291799" y="504713"/>
                  <a:pt x="166362" y="465027"/>
                </a:cubicBezTo>
                <a:cubicBezTo>
                  <a:pt x="67465" y="433737"/>
                  <a:pt x="183" y="342051"/>
                  <a:pt x="0" y="238323"/>
                </a:cubicBezTo>
                <a:cubicBezTo>
                  <a:pt x="-109" y="106810"/>
                  <a:pt x="106414" y="109"/>
                  <a:pt x="237927" y="0"/>
                </a:cubicBezTo>
                <a:cubicBezTo>
                  <a:pt x="342070" y="-87"/>
                  <a:pt x="434188" y="67512"/>
                  <a:pt x="465344" y="166886"/>
                </a:cubicBezTo>
                <a:lnTo>
                  <a:pt x="476250" y="166886"/>
                </a:lnTo>
                <a:cubicBezTo>
                  <a:pt x="581460" y="166886"/>
                  <a:pt x="666750" y="252175"/>
                  <a:pt x="666750" y="357386"/>
                </a:cubicBezTo>
                <a:lnTo>
                  <a:pt x="666750" y="643136"/>
                </a:lnTo>
                <a:lnTo>
                  <a:pt x="714375" y="643136"/>
                </a:lnTo>
                <a:lnTo>
                  <a:pt x="714375" y="595511"/>
                </a:lnTo>
                <a:cubicBezTo>
                  <a:pt x="714375" y="529754"/>
                  <a:pt x="767681" y="476448"/>
                  <a:pt x="833438" y="476448"/>
                </a:cubicBezTo>
                <a:lnTo>
                  <a:pt x="1071563" y="476448"/>
                </a:lnTo>
                <a:cubicBezTo>
                  <a:pt x="1137319" y="476448"/>
                  <a:pt x="1190625" y="529754"/>
                  <a:pt x="1190625" y="595511"/>
                </a:cubicBezTo>
                <a:lnTo>
                  <a:pt x="1190625" y="643136"/>
                </a:lnTo>
                <a:lnTo>
                  <a:pt x="1238250" y="643136"/>
                </a:lnTo>
                <a:lnTo>
                  <a:pt x="1238250" y="357386"/>
                </a:lnTo>
                <a:cubicBezTo>
                  <a:pt x="1238250" y="252175"/>
                  <a:pt x="1323540" y="166886"/>
                  <a:pt x="1428750" y="166886"/>
                </a:cubicBezTo>
                <a:lnTo>
                  <a:pt x="1439656" y="166886"/>
                </a:lnTo>
                <a:cubicBezTo>
                  <a:pt x="1479342" y="41448"/>
                  <a:pt x="1613201" y="-28066"/>
                  <a:pt x="1738638" y="11620"/>
                </a:cubicBezTo>
                <a:cubicBezTo>
                  <a:pt x="1837535" y="42909"/>
                  <a:pt x="1904817" y="134595"/>
                  <a:pt x="1905000" y="238323"/>
                </a:cubicBezTo>
                <a:cubicBezTo>
                  <a:pt x="1905110" y="369836"/>
                  <a:pt x="1798586" y="476537"/>
                  <a:pt x="1667073" y="476646"/>
                </a:cubicBezTo>
                <a:cubicBezTo>
                  <a:pt x="1562930" y="476733"/>
                  <a:pt x="1470813" y="409134"/>
                  <a:pt x="1439656" y="309761"/>
                </a:cubicBezTo>
                <a:lnTo>
                  <a:pt x="1428750" y="309761"/>
                </a:lnTo>
                <a:cubicBezTo>
                  <a:pt x="1402448" y="309761"/>
                  <a:pt x="1381125" y="331083"/>
                  <a:pt x="1381125" y="357386"/>
                </a:cubicBezTo>
                <a:lnTo>
                  <a:pt x="1381125" y="1071761"/>
                </a:lnTo>
                <a:cubicBezTo>
                  <a:pt x="1381125" y="1098063"/>
                  <a:pt x="1402448" y="1119386"/>
                  <a:pt x="1428750" y="1119386"/>
                </a:cubicBezTo>
                <a:lnTo>
                  <a:pt x="1439656" y="1119386"/>
                </a:lnTo>
                <a:cubicBezTo>
                  <a:pt x="1479342" y="993948"/>
                  <a:pt x="1613201" y="924433"/>
                  <a:pt x="1738638" y="964120"/>
                </a:cubicBezTo>
                <a:cubicBezTo>
                  <a:pt x="1837535" y="995409"/>
                  <a:pt x="1904817" y="1087095"/>
                  <a:pt x="1905000" y="1190823"/>
                </a:cubicBezTo>
                <a:cubicBezTo>
                  <a:pt x="1905110" y="1322336"/>
                  <a:pt x="1798586" y="1429037"/>
                  <a:pt x="1667073" y="1429146"/>
                </a:cubicBezTo>
                <a:cubicBezTo>
                  <a:pt x="1562930" y="1429233"/>
                  <a:pt x="1470813" y="1361634"/>
                  <a:pt x="1439656" y="1262260"/>
                </a:cubicBezTo>
                <a:lnTo>
                  <a:pt x="1428750" y="1262261"/>
                </a:lnTo>
                <a:cubicBezTo>
                  <a:pt x="1323540" y="1262261"/>
                  <a:pt x="1238250" y="1176971"/>
                  <a:pt x="1238250" y="1071761"/>
                </a:cubicBezTo>
                <a:lnTo>
                  <a:pt x="1238250" y="786011"/>
                </a:lnTo>
                <a:lnTo>
                  <a:pt x="1190625" y="786011"/>
                </a:lnTo>
                <a:lnTo>
                  <a:pt x="1190625" y="833636"/>
                </a:lnTo>
                <a:cubicBezTo>
                  <a:pt x="1190625" y="899392"/>
                  <a:pt x="1137319" y="952698"/>
                  <a:pt x="1071563" y="952698"/>
                </a:cubicBezTo>
                <a:lnTo>
                  <a:pt x="833438" y="952698"/>
                </a:lnTo>
                <a:cubicBezTo>
                  <a:pt x="767681" y="952698"/>
                  <a:pt x="714375" y="899392"/>
                  <a:pt x="714375" y="833636"/>
                </a:cubicBezTo>
                <a:lnTo>
                  <a:pt x="714375" y="786011"/>
                </a:lnTo>
                <a:lnTo>
                  <a:pt x="666750" y="786011"/>
                </a:lnTo>
                <a:lnTo>
                  <a:pt x="666750" y="1071761"/>
                </a:lnTo>
                <a:close/>
                <a:moveTo>
                  <a:pt x="1666875" y="1095573"/>
                </a:moveTo>
                <a:cubicBezTo>
                  <a:pt x="1614270" y="1095573"/>
                  <a:pt x="1571625" y="1138218"/>
                  <a:pt x="1571625" y="1190823"/>
                </a:cubicBezTo>
                <a:cubicBezTo>
                  <a:pt x="1571625" y="1243428"/>
                  <a:pt x="1614270" y="1286073"/>
                  <a:pt x="1666875" y="1286073"/>
                </a:cubicBezTo>
                <a:cubicBezTo>
                  <a:pt x="1719480" y="1286073"/>
                  <a:pt x="1762125" y="1243428"/>
                  <a:pt x="1762125" y="1190823"/>
                </a:cubicBezTo>
                <a:cubicBezTo>
                  <a:pt x="1762125" y="1138218"/>
                  <a:pt x="1719480" y="1095573"/>
                  <a:pt x="1666875" y="1095573"/>
                </a:cubicBezTo>
                <a:close/>
                <a:moveTo>
                  <a:pt x="238125" y="1095573"/>
                </a:moveTo>
                <a:cubicBezTo>
                  <a:pt x="185520" y="1095573"/>
                  <a:pt x="142875" y="1138218"/>
                  <a:pt x="142875" y="1190823"/>
                </a:cubicBezTo>
                <a:cubicBezTo>
                  <a:pt x="142875" y="1243428"/>
                  <a:pt x="185520" y="1286073"/>
                  <a:pt x="238125" y="1286073"/>
                </a:cubicBezTo>
                <a:cubicBezTo>
                  <a:pt x="290730" y="1286073"/>
                  <a:pt x="333375" y="1243428"/>
                  <a:pt x="333375" y="1190823"/>
                </a:cubicBezTo>
                <a:cubicBezTo>
                  <a:pt x="333375" y="1138218"/>
                  <a:pt x="290730" y="1095573"/>
                  <a:pt x="238125" y="1095573"/>
                </a:cubicBezTo>
                <a:close/>
                <a:moveTo>
                  <a:pt x="1047750" y="619323"/>
                </a:moveTo>
                <a:lnTo>
                  <a:pt x="857250" y="619323"/>
                </a:lnTo>
                <a:lnTo>
                  <a:pt x="857250" y="809823"/>
                </a:lnTo>
                <a:lnTo>
                  <a:pt x="1047750" y="809823"/>
                </a:lnTo>
                <a:lnTo>
                  <a:pt x="1047750" y="619323"/>
                </a:lnTo>
                <a:close/>
                <a:moveTo>
                  <a:pt x="1666875" y="143073"/>
                </a:moveTo>
                <a:cubicBezTo>
                  <a:pt x="1614270" y="143073"/>
                  <a:pt x="1571625" y="185718"/>
                  <a:pt x="1571625" y="238323"/>
                </a:cubicBezTo>
                <a:cubicBezTo>
                  <a:pt x="1571625" y="290928"/>
                  <a:pt x="1614270" y="333573"/>
                  <a:pt x="1666875" y="333573"/>
                </a:cubicBezTo>
                <a:cubicBezTo>
                  <a:pt x="1719480" y="333573"/>
                  <a:pt x="1762125" y="290928"/>
                  <a:pt x="1762125" y="238323"/>
                </a:cubicBezTo>
                <a:cubicBezTo>
                  <a:pt x="1762125" y="185718"/>
                  <a:pt x="1719480" y="143073"/>
                  <a:pt x="1666875" y="143073"/>
                </a:cubicBezTo>
                <a:close/>
                <a:moveTo>
                  <a:pt x="238125" y="143073"/>
                </a:moveTo>
                <a:cubicBezTo>
                  <a:pt x="185520" y="143073"/>
                  <a:pt x="142875" y="185718"/>
                  <a:pt x="142875" y="238323"/>
                </a:cubicBezTo>
                <a:cubicBezTo>
                  <a:pt x="142875" y="290928"/>
                  <a:pt x="185520" y="333573"/>
                  <a:pt x="238125" y="333573"/>
                </a:cubicBezTo>
                <a:cubicBezTo>
                  <a:pt x="290730" y="333573"/>
                  <a:pt x="333375" y="290928"/>
                  <a:pt x="333375" y="238323"/>
                </a:cubicBezTo>
                <a:cubicBezTo>
                  <a:pt x="333375" y="185718"/>
                  <a:pt x="290730" y="143073"/>
                  <a:pt x="238125" y="143073"/>
                </a:cubicBezTo>
                <a:close/>
              </a:path>
            </a:pathLst>
          </a:custGeom>
          <a:gradFill>
            <a:gsLst>
              <a:gs pos="0">
                <a:schemeClr val="accent1"/>
              </a:gs>
              <a:gs pos="100000">
                <a:schemeClr val="accent1">
                  <a:alpha val="0"/>
                </a:schemeClr>
              </a:gs>
            </a:gsLst>
            <a:lin ang="5400000" scaled="1"/>
          </a:gradFill>
          <a:ln w="1860" cap="flat">
            <a:noFill/>
            <a:prstDash val="solid"/>
            <a:miter/>
          </a:ln>
        </p:spPr>
        <p:txBody>
          <a:bodyPr rtlCol="0" anchor="ctr"/>
          <a:lstStyle/>
          <a:p>
            <a:endParaRPr lang="zh-CN" altLang="en-US"/>
          </a:p>
        </p:txBody>
      </p:sp>
      <p:sp>
        <p:nvSpPr>
          <p:cNvPr id="5" name="图形 3">
            <a:extLst>
              <a:ext uri="{FF2B5EF4-FFF2-40B4-BE49-F238E27FC236}">
                <a16:creationId xmlns:a16="http://schemas.microsoft.com/office/drawing/2014/main" id="{05E8D018-5455-560D-DFB9-A52B6DA441D6}"/>
              </a:ext>
            </a:extLst>
          </p:cNvPr>
          <p:cNvSpPr/>
          <p:nvPr/>
        </p:nvSpPr>
        <p:spPr>
          <a:xfrm>
            <a:off x="2309781" y="2009594"/>
            <a:ext cx="237263" cy="223307"/>
          </a:xfrm>
          <a:custGeom>
            <a:avLst/>
            <a:gdLst>
              <a:gd name="connsiteX0" fmla="*/ 73107 w 414274"/>
              <a:gd name="connsiteY0" fmla="*/ 243691 h 389905"/>
              <a:gd name="connsiteX1" fmla="*/ 146215 w 414274"/>
              <a:gd name="connsiteY1" fmla="*/ 316798 h 389905"/>
              <a:gd name="connsiteX2" fmla="*/ 73107 w 414274"/>
              <a:gd name="connsiteY2" fmla="*/ 389906 h 389905"/>
              <a:gd name="connsiteX3" fmla="*/ 0 w 414274"/>
              <a:gd name="connsiteY3" fmla="*/ 316798 h 389905"/>
              <a:gd name="connsiteX4" fmla="*/ 73107 w 414274"/>
              <a:gd name="connsiteY4" fmla="*/ 243691 h 389905"/>
              <a:gd name="connsiteX5" fmla="*/ 341167 w 414274"/>
              <a:gd name="connsiteY5" fmla="*/ 243691 h 389905"/>
              <a:gd name="connsiteX6" fmla="*/ 414275 w 414274"/>
              <a:gd name="connsiteY6" fmla="*/ 316798 h 389905"/>
              <a:gd name="connsiteX7" fmla="*/ 341167 w 414274"/>
              <a:gd name="connsiteY7" fmla="*/ 389906 h 389905"/>
              <a:gd name="connsiteX8" fmla="*/ 268060 w 414274"/>
              <a:gd name="connsiteY8" fmla="*/ 316798 h 389905"/>
              <a:gd name="connsiteX9" fmla="*/ 341167 w 414274"/>
              <a:gd name="connsiteY9" fmla="*/ 243691 h 389905"/>
              <a:gd name="connsiteX10" fmla="*/ 168878 w 414274"/>
              <a:gd name="connsiteY10" fmla="*/ 335026 h 389905"/>
              <a:gd name="connsiteX11" fmla="*/ 207137 w 414274"/>
              <a:gd name="connsiteY11" fmla="*/ 341167 h 389905"/>
              <a:gd name="connsiteX12" fmla="*/ 245397 w 414274"/>
              <a:gd name="connsiteY12" fmla="*/ 335039 h 389905"/>
              <a:gd name="connsiteX13" fmla="*/ 258873 w 414274"/>
              <a:gd name="connsiteY13" fmla="*/ 369070 h 389905"/>
              <a:gd name="connsiteX14" fmla="*/ 257204 w 414274"/>
              <a:gd name="connsiteY14" fmla="*/ 369643 h 389905"/>
              <a:gd name="connsiteX15" fmla="*/ 207137 w 414274"/>
              <a:gd name="connsiteY15" fmla="*/ 377721 h 389905"/>
              <a:gd name="connsiteX16" fmla="*/ 155390 w 414274"/>
              <a:gd name="connsiteY16" fmla="*/ 369070 h 389905"/>
              <a:gd name="connsiteX17" fmla="*/ 168878 w 414274"/>
              <a:gd name="connsiteY17" fmla="*/ 335026 h 389905"/>
              <a:gd name="connsiteX18" fmla="*/ 73107 w 414274"/>
              <a:gd name="connsiteY18" fmla="*/ 280245 h 389905"/>
              <a:gd name="connsiteX19" fmla="*/ 36554 w 414274"/>
              <a:gd name="connsiteY19" fmla="*/ 316798 h 389905"/>
              <a:gd name="connsiteX20" fmla="*/ 73107 w 414274"/>
              <a:gd name="connsiteY20" fmla="*/ 353352 h 389905"/>
              <a:gd name="connsiteX21" fmla="*/ 109661 w 414274"/>
              <a:gd name="connsiteY21" fmla="*/ 316798 h 389905"/>
              <a:gd name="connsiteX22" fmla="*/ 73107 w 414274"/>
              <a:gd name="connsiteY22" fmla="*/ 280245 h 389905"/>
              <a:gd name="connsiteX23" fmla="*/ 341167 w 414274"/>
              <a:gd name="connsiteY23" fmla="*/ 280245 h 389905"/>
              <a:gd name="connsiteX24" fmla="*/ 304614 w 414274"/>
              <a:gd name="connsiteY24" fmla="*/ 316798 h 389905"/>
              <a:gd name="connsiteX25" fmla="*/ 341167 w 414274"/>
              <a:gd name="connsiteY25" fmla="*/ 353352 h 389905"/>
              <a:gd name="connsiteX26" fmla="*/ 377721 w 414274"/>
              <a:gd name="connsiteY26" fmla="*/ 316798 h 389905"/>
              <a:gd name="connsiteX27" fmla="*/ 341167 w 414274"/>
              <a:gd name="connsiteY27" fmla="*/ 280245 h 389905"/>
              <a:gd name="connsiteX28" fmla="*/ 111684 w 414274"/>
              <a:gd name="connsiteY28" fmla="*/ 92895 h 389905"/>
              <a:gd name="connsiteX29" fmla="*/ 126549 w 414274"/>
              <a:gd name="connsiteY29" fmla="*/ 127950 h 389905"/>
              <a:gd name="connsiteX30" fmla="*/ 124404 w 414274"/>
              <a:gd name="connsiteY30" fmla="*/ 129863 h 389905"/>
              <a:gd name="connsiteX31" fmla="*/ 85292 w 414274"/>
              <a:gd name="connsiteY31" fmla="*/ 219322 h 389905"/>
              <a:gd name="connsiteX32" fmla="*/ 85316 w 414274"/>
              <a:gd name="connsiteY32" fmla="*/ 220077 h 389905"/>
              <a:gd name="connsiteX33" fmla="*/ 48763 w 414274"/>
              <a:gd name="connsiteY33" fmla="*/ 222392 h 389905"/>
              <a:gd name="connsiteX34" fmla="*/ 111684 w 414274"/>
              <a:gd name="connsiteY34" fmla="*/ 92907 h 389905"/>
              <a:gd name="connsiteX35" fmla="*/ 302603 w 414274"/>
              <a:gd name="connsiteY35" fmla="*/ 92919 h 389905"/>
              <a:gd name="connsiteX36" fmla="*/ 365536 w 414274"/>
              <a:gd name="connsiteY36" fmla="*/ 219322 h 389905"/>
              <a:gd name="connsiteX37" fmla="*/ 365500 w 414274"/>
              <a:gd name="connsiteY37" fmla="*/ 222380 h 389905"/>
              <a:gd name="connsiteX38" fmla="*/ 328983 w 414274"/>
              <a:gd name="connsiteY38" fmla="*/ 220077 h 389905"/>
              <a:gd name="connsiteX39" fmla="*/ 328983 w 414274"/>
              <a:gd name="connsiteY39" fmla="*/ 219322 h 389905"/>
              <a:gd name="connsiteX40" fmla="*/ 287738 w 414274"/>
              <a:gd name="connsiteY40" fmla="*/ 127938 h 389905"/>
              <a:gd name="connsiteX41" fmla="*/ 302603 w 414274"/>
              <a:gd name="connsiteY41" fmla="*/ 92919 h 389905"/>
              <a:gd name="connsiteX42" fmla="*/ 207137 w 414274"/>
              <a:gd name="connsiteY42" fmla="*/ 0 h 389905"/>
              <a:gd name="connsiteX43" fmla="*/ 280245 w 414274"/>
              <a:gd name="connsiteY43" fmla="*/ 73107 h 389905"/>
              <a:gd name="connsiteX44" fmla="*/ 207137 w 414274"/>
              <a:gd name="connsiteY44" fmla="*/ 146215 h 389905"/>
              <a:gd name="connsiteX45" fmla="*/ 134030 w 414274"/>
              <a:gd name="connsiteY45" fmla="*/ 73107 h 389905"/>
              <a:gd name="connsiteX46" fmla="*/ 207137 w 414274"/>
              <a:gd name="connsiteY46" fmla="*/ 0 h 389905"/>
              <a:gd name="connsiteX47" fmla="*/ 207137 w 414274"/>
              <a:gd name="connsiteY47" fmla="*/ 36554 h 389905"/>
              <a:gd name="connsiteX48" fmla="*/ 170584 w 414274"/>
              <a:gd name="connsiteY48" fmla="*/ 73107 h 389905"/>
              <a:gd name="connsiteX49" fmla="*/ 207137 w 414274"/>
              <a:gd name="connsiteY49" fmla="*/ 109661 h 389905"/>
              <a:gd name="connsiteX50" fmla="*/ 243691 w 414274"/>
              <a:gd name="connsiteY50" fmla="*/ 73107 h 389905"/>
              <a:gd name="connsiteX51" fmla="*/ 207137 w 414274"/>
              <a:gd name="connsiteY51" fmla="*/ 36554 h 389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14274" h="389905">
                <a:moveTo>
                  <a:pt x="73107" y="243691"/>
                </a:moveTo>
                <a:cubicBezTo>
                  <a:pt x="113483" y="243691"/>
                  <a:pt x="146215" y="276422"/>
                  <a:pt x="146215" y="316798"/>
                </a:cubicBezTo>
                <a:cubicBezTo>
                  <a:pt x="146215" y="357174"/>
                  <a:pt x="113483" y="389906"/>
                  <a:pt x="73107" y="389906"/>
                </a:cubicBezTo>
                <a:cubicBezTo>
                  <a:pt x="32731" y="389906"/>
                  <a:pt x="0" y="357174"/>
                  <a:pt x="0" y="316798"/>
                </a:cubicBezTo>
                <a:cubicBezTo>
                  <a:pt x="0" y="276422"/>
                  <a:pt x="32731" y="243691"/>
                  <a:pt x="73107" y="243691"/>
                </a:cubicBezTo>
                <a:close/>
                <a:moveTo>
                  <a:pt x="341167" y="243691"/>
                </a:moveTo>
                <a:cubicBezTo>
                  <a:pt x="381543" y="243691"/>
                  <a:pt x="414275" y="276422"/>
                  <a:pt x="414275" y="316798"/>
                </a:cubicBezTo>
                <a:cubicBezTo>
                  <a:pt x="414275" y="357174"/>
                  <a:pt x="381543" y="389906"/>
                  <a:pt x="341167" y="389906"/>
                </a:cubicBezTo>
                <a:cubicBezTo>
                  <a:pt x="300791" y="389906"/>
                  <a:pt x="268060" y="357174"/>
                  <a:pt x="268060" y="316798"/>
                </a:cubicBezTo>
                <a:cubicBezTo>
                  <a:pt x="268060" y="276422"/>
                  <a:pt x="300791" y="243691"/>
                  <a:pt x="341167" y="243691"/>
                </a:cubicBezTo>
                <a:close/>
                <a:moveTo>
                  <a:pt x="168878" y="335026"/>
                </a:moveTo>
                <a:cubicBezTo>
                  <a:pt x="181220" y="339107"/>
                  <a:pt x="194138" y="341181"/>
                  <a:pt x="207137" y="341167"/>
                </a:cubicBezTo>
                <a:cubicBezTo>
                  <a:pt x="220136" y="341180"/>
                  <a:pt x="233053" y="339111"/>
                  <a:pt x="245397" y="335039"/>
                </a:cubicBezTo>
                <a:cubicBezTo>
                  <a:pt x="247687" y="347135"/>
                  <a:pt x="252260" y="358685"/>
                  <a:pt x="258873" y="369070"/>
                </a:cubicBezTo>
                <a:lnTo>
                  <a:pt x="257204" y="369643"/>
                </a:lnTo>
                <a:cubicBezTo>
                  <a:pt x="241473" y="374882"/>
                  <a:pt x="224634" y="377721"/>
                  <a:pt x="207137" y="377721"/>
                </a:cubicBezTo>
                <a:cubicBezTo>
                  <a:pt x="189019" y="377721"/>
                  <a:pt x="171607" y="374675"/>
                  <a:pt x="155390" y="369070"/>
                </a:cubicBezTo>
                <a:cubicBezTo>
                  <a:pt x="162008" y="358682"/>
                  <a:pt x="166585" y="347128"/>
                  <a:pt x="168878" y="335026"/>
                </a:cubicBezTo>
                <a:close/>
                <a:moveTo>
                  <a:pt x="73107" y="280245"/>
                </a:moveTo>
                <a:cubicBezTo>
                  <a:pt x="52919" y="280245"/>
                  <a:pt x="36554" y="296610"/>
                  <a:pt x="36554" y="316798"/>
                </a:cubicBezTo>
                <a:cubicBezTo>
                  <a:pt x="36554" y="336986"/>
                  <a:pt x="52919" y="353352"/>
                  <a:pt x="73107" y="353352"/>
                </a:cubicBezTo>
                <a:cubicBezTo>
                  <a:pt x="93295" y="353352"/>
                  <a:pt x="109661" y="336986"/>
                  <a:pt x="109661" y="316798"/>
                </a:cubicBezTo>
                <a:cubicBezTo>
                  <a:pt x="109661" y="296610"/>
                  <a:pt x="93295" y="280245"/>
                  <a:pt x="73107" y="280245"/>
                </a:cubicBezTo>
                <a:close/>
                <a:moveTo>
                  <a:pt x="341167" y="280245"/>
                </a:moveTo>
                <a:cubicBezTo>
                  <a:pt x="320979" y="280245"/>
                  <a:pt x="304614" y="296610"/>
                  <a:pt x="304614" y="316798"/>
                </a:cubicBezTo>
                <a:cubicBezTo>
                  <a:pt x="304614" y="336986"/>
                  <a:pt x="320979" y="353352"/>
                  <a:pt x="341167" y="353352"/>
                </a:cubicBezTo>
                <a:cubicBezTo>
                  <a:pt x="361355" y="353352"/>
                  <a:pt x="377721" y="336986"/>
                  <a:pt x="377721" y="316798"/>
                </a:cubicBezTo>
                <a:cubicBezTo>
                  <a:pt x="377721" y="296610"/>
                  <a:pt x="361355" y="280245"/>
                  <a:pt x="341167" y="280245"/>
                </a:cubicBezTo>
                <a:close/>
                <a:moveTo>
                  <a:pt x="111684" y="92895"/>
                </a:moveTo>
                <a:cubicBezTo>
                  <a:pt x="114266" y="105450"/>
                  <a:pt x="119319" y="117366"/>
                  <a:pt x="126549" y="127950"/>
                </a:cubicBezTo>
                <a:lnTo>
                  <a:pt x="124404" y="129863"/>
                </a:lnTo>
                <a:cubicBezTo>
                  <a:pt x="99434" y="152903"/>
                  <a:pt x="85250" y="185346"/>
                  <a:pt x="85292" y="219322"/>
                </a:cubicBezTo>
                <a:lnTo>
                  <a:pt x="85316" y="220077"/>
                </a:lnTo>
                <a:cubicBezTo>
                  <a:pt x="73094" y="218555"/>
                  <a:pt x="60695" y="219341"/>
                  <a:pt x="48763" y="222392"/>
                </a:cubicBezTo>
                <a:cubicBezTo>
                  <a:pt x="47738" y="171633"/>
                  <a:pt x="71143" y="123468"/>
                  <a:pt x="111684" y="92907"/>
                </a:cubicBezTo>
                <a:close/>
                <a:moveTo>
                  <a:pt x="302603" y="92919"/>
                </a:moveTo>
                <a:cubicBezTo>
                  <a:pt x="342274" y="122827"/>
                  <a:pt x="365582" y="169641"/>
                  <a:pt x="365536" y="219322"/>
                </a:cubicBezTo>
                <a:lnTo>
                  <a:pt x="365500" y="222380"/>
                </a:lnTo>
                <a:cubicBezTo>
                  <a:pt x="353581" y="219319"/>
                  <a:pt x="341192" y="218537"/>
                  <a:pt x="328983" y="220077"/>
                </a:cubicBezTo>
                <a:lnTo>
                  <a:pt x="328983" y="219322"/>
                </a:lnTo>
                <a:cubicBezTo>
                  <a:pt x="329023" y="184345"/>
                  <a:pt x="313994" y="151046"/>
                  <a:pt x="287738" y="127938"/>
                </a:cubicBezTo>
                <a:cubicBezTo>
                  <a:pt x="294961" y="117363"/>
                  <a:pt x="300013" y="105460"/>
                  <a:pt x="302603" y="92919"/>
                </a:cubicBezTo>
                <a:close/>
                <a:moveTo>
                  <a:pt x="207137" y="0"/>
                </a:moveTo>
                <a:cubicBezTo>
                  <a:pt x="247513" y="0"/>
                  <a:pt x="280245" y="32731"/>
                  <a:pt x="280245" y="73107"/>
                </a:cubicBezTo>
                <a:cubicBezTo>
                  <a:pt x="280245" y="113483"/>
                  <a:pt x="247513" y="146215"/>
                  <a:pt x="207137" y="146215"/>
                </a:cubicBezTo>
                <a:cubicBezTo>
                  <a:pt x="166761" y="146215"/>
                  <a:pt x="134030" y="113483"/>
                  <a:pt x="134030" y="73107"/>
                </a:cubicBezTo>
                <a:cubicBezTo>
                  <a:pt x="134030" y="32731"/>
                  <a:pt x="166761" y="0"/>
                  <a:pt x="207137" y="0"/>
                </a:cubicBezTo>
                <a:close/>
                <a:moveTo>
                  <a:pt x="207137" y="36554"/>
                </a:moveTo>
                <a:cubicBezTo>
                  <a:pt x="186949" y="36554"/>
                  <a:pt x="170584" y="52919"/>
                  <a:pt x="170584" y="73107"/>
                </a:cubicBezTo>
                <a:cubicBezTo>
                  <a:pt x="170584" y="93295"/>
                  <a:pt x="186949" y="109661"/>
                  <a:pt x="207137" y="109661"/>
                </a:cubicBezTo>
                <a:cubicBezTo>
                  <a:pt x="227325" y="109661"/>
                  <a:pt x="243691" y="93295"/>
                  <a:pt x="243691" y="73107"/>
                </a:cubicBezTo>
                <a:cubicBezTo>
                  <a:pt x="243691" y="52919"/>
                  <a:pt x="227325" y="36554"/>
                  <a:pt x="207137" y="36554"/>
                </a:cubicBezTo>
                <a:close/>
              </a:path>
            </a:pathLst>
          </a:custGeom>
          <a:solidFill>
            <a:schemeClr val="tx1"/>
          </a:solidFill>
          <a:ln w="493" cap="flat">
            <a:noFill/>
            <a:prstDash val="solid"/>
            <a:miter/>
          </a:ln>
        </p:spPr>
        <p:txBody>
          <a:bodyPr rtlCol="0" anchor="ctr"/>
          <a:lstStyle/>
          <a:p>
            <a:endParaRPr lang="zh-CN" altLang="en-US"/>
          </a:p>
        </p:txBody>
      </p:sp>
      <p:sp>
        <p:nvSpPr>
          <p:cNvPr id="11" name="图形 9">
            <a:extLst>
              <a:ext uri="{FF2B5EF4-FFF2-40B4-BE49-F238E27FC236}">
                <a16:creationId xmlns:a16="http://schemas.microsoft.com/office/drawing/2014/main" id="{7ABE3DBC-4BEB-FA96-8728-85D37847564B}"/>
              </a:ext>
            </a:extLst>
          </p:cNvPr>
          <p:cNvSpPr/>
          <p:nvPr/>
        </p:nvSpPr>
        <p:spPr>
          <a:xfrm>
            <a:off x="3042965" y="2531589"/>
            <a:ext cx="202112" cy="217659"/>
          </a:xfrm>
          <a:custGeom>
            <a:avLst/>
            <a:gdLst>
              <a:gd name="connsiteX0" fmla="*/ 169495 w 192776"/>
              <a:gd name="connsiteY0" fmla="*/ 80521 h 207605"/>
              <a:gd name="connsiteX1" fmla="*/ 147400 w 192776"/>
              <a:gd name="connsiteY1" fmla="*/ 96388 h 207605"/>
              <a:gd name="connsiteX2" fmla="*/ 132422 w 192776"/>
              <a:gd name="connsiteY2" fmla="*/ 96388 h 207605"/>
              <a:gd name="connsiteX3" fmla="*/ 128863 w 192776"/>
              <a:gd name="connsiteY3" fmla="*/ 88084 h 207605"/>
              <a:gd name="connsiteX4" fmla="*/ 140875 w 192776"/>
              <a:gd name="connsiteY4" fmla="*/ 74441 h 207605"/>
              <a:gd name="connsiteX5" fmla="*/ 140875 w 192776"/>
              <a:gd name="connsiteY5" fmla="*/ 39890 h 207605"/>
              <a:gd name="connsiteX6" fmla="*/ 135388 w 192776"/>
              <a:gd name="connsiteY6" fmla="*/ 32772 h 207605"/>
              <a:gd name="connsiteX7" fmla="*/ 135388 w 192776"/>
              <a:gd name="connsiteY7" fmla="*/ 31437 h 207605"/>
              <a:gd name="connsiteX8" fmla="*/ 134498 w 192776"/>
              <a:gd name="connsiteY8" fmla="*/ 30103 h 207605"/>
              <a:gd name="connsiteX9" fmla="*/ 127084 w 192776"/>
              <a:gd name="connsiteY9" fmla="*/ 27434 h 207605"/>
              <a:gd name="connsiteX10" fmla="*/ 126046 w 192776"/>
              <a:gd name="connsiteY10" fmla="*/ 25951 h 207605"/>
              <a:gd name="connsiteX11" fmla="*/ 126046 w 192776"/>
              <a:gd name="connsiteY11" fmla="*/ 7414 h 207605"/>
              <a:gd name="connsiteX12" fmla="*/ 118632 w 192776"/>
              <a:gd name="connsiteY12" fmla="*/ 0 h 207605"/>
              <a:gd name="connsiteX13" fmla="*/ 88974 w 192776"/>
              <a:gd name="connsiteY13" fmla="*/ 0 h 207605"/>
              <a:gd name="connsiteX14" fmla="*/ 81559 w 192776"/>
              <a:gd name="connsiteY14" fmla="*/ 7414 h 207605"/>
              <a:gd name="connsiteX15" fmla="*/ 81559 w 192776"/>
              <a:gd name="connsiteY15" fmla="*/ 25802 h 207605"/>
              <a:gd name="connsiteX16" fmla="*/ 80521 w 192776"/>
              <a:gd name="connsiteY16" fmla="*/ 27285 h 207605"/>
              <a:gd name="connsiteX17" fmla="*/ 68806 w 192776"/>
              <a:gd name="connsiteY17" fmla="*/ 31882 h 207605"/>
              <a:gd name="connsiteX18" fmla="*/ 67027 w 192776"/>
              <a:gd name="connsiteY18" fmla="*/ 31586 h 207605"/>
              <a:gd name="connsiteX19" fmla="*/ 52643 w 192776"/>
              <a:gd name="connsiteY19" fmla="*/ 17202 h 207605"/>
              <a:gd name="connsiteX20" fmla="*/ 42114 w 192776"/>
              <a:gd name="connsiteY20" fmla="*/ 17202 h 207605"/>
              <a:gd name="connsiteX21" fmla="*/ 20019 w 192776"/>
              <a:gd name="connsiteY21" fmla="*/ 39297 h 207605"/>
              <a:gd name="connsiteX22" fmla="*/ 20019 w 192776"/>
              <a:gd name="connsiteY22" fmla="*/ 49677 h 207605"/>
              <a:gd name="connsiteX23" fmla="*/ 33513 w 192776"/>
              <a:gd name="connsiteY23" fmla="*/ 63171 h 207605"/>
              <a:gd name="connsiteX24" fmla="*/ 33810 w 192776"/>
              <a:gd name="connsiteY24" fmla="*/ 64951 h 207605"/>
              <a:gd name="connsiteX25" fmla="*/ 27285 w 192776"/>
              <a:gd name="connsiteY25" fmla="*/ 80521 h 207605"/>
              <a:gd name="connsiteX26" fmla="*/ 25802 w 192776"/>
              <a:gd name="connsiteY26" fmla="*/ 81559 h 207605"/>
              <a:gd name="connsiteX27" fmla="*/ 7414 w 192776"/>
              <a:gd name="connsiteY27" fmla="*/ 81559 h 207605"/>
              <a:gd name="connsiteX28" fmla="*/ 0 w 192776"/>
              <a:gd name="connsiteY28" fmla="*/ 88974 h 207605"/>
              <a:gd name="connsiteX29" fmla="*/ 0 w 192776"/>
              <a:gd name="connsiteY29" fmla="*/ 119966 h 207605"/>
              <a:gd name="connsiteX30" fmla="*/ 7414 w 192776"/>
              <a:gd name="connsiteY30" fmla="*/ 127381 h 207605"/>
              <a:gd name="connsiteX31" fmla="*/ 26396 w 192776"/>
              <a:gd name="connsiteY31" fmla="*/ 127381 h 207605"/>
              <a:gd name="connsiteX32" fmla="*/ 27878 w 192776"/>
              <a:gd name="connsiteY32" fmla="*/ 128419 h 207605"/>
              <a:gd name="connsiteX33" fmla="*/ 31882 w 192776"/>
              <a:gd name="connsiteY33" fmla="*/ 138354 h 207605"/>
              <a:gd name="connsiteX34" fmla="*/ 31586 w 192776"/>
              <a:gd name="connsiteY34" fmla="*/ 139985 h 207605"/>
              <a:gd name="connsiteX35" fmla="*/ 16905 w 192776"/>
              <a:gd name="connsiteY35" fmla="*/ 154666 h 207605"/>
              <a:gd name="connsiteX36" fmla="*/ 16905 w 192776"/>
              <a:gd name="connsiteY36" fmla="*/ 165194 h 207605"/>
              <a:gd name="connsiteX37" fmla="*/ 39297 w 192776"/>
              <a:gd name="connsiteY37" fmla="*/ 187586 h 207605"/>
              <a:gd name="connsiteX38" fmla="*/ 49677 w 192776"/>
              <a:gd name="connsiteY38" fmla="*/ 187586 h 207605"/>
              <a:gd name="connsiteX39" fmla="*/ 63616 w 192776"/>
              <a:gd name="connsiteY39" fmla="*/ 173647 h 207605"/>
              <a:gd name="connsiteX40" fmla="*/ 65396 w 192776"/>
              <a:gd name="connsiteY40" fmla="*/ 173499 h 207605"/>
              <a:gd name="connsiteX41" fmla="*/ 80521 w 192776"/>
              <a:gd name="connsiteY41" fmla="*/ 179727 h 207605"/>
              <a:gd name="connsiteX42" fmla="*/ 81559 w 192776"/>
              <a:gd name="connsiteY42" fmla="*/ 181210 h 207605"/>
              <a:gd name="connsiteX43" fmla="*/ 81559 w 192776"/>
              <a:gd name="connsiteY43" fmla="*/ 200191 h 207605"/>
              <a:gd name="connsiteX44" fmla="*/ 88974 w 192776"/>
              <a:gd name="connsiteY44" fmla="*/ 207605 h 207605"/>
              <a:gd name="connsiteX45" fmla="*/ 118632 w 192776"/>
              <a:gd name="connsiteY45" fmla="*/ 207605 h 207605"/>
              <a:gd name="connsiteX46" fmla="*/ 126046 w 192776"/>
              <a:gd name="connsiteY46" fmla="*/ 200191 h 207605"/>
              <a:gd name="connsiteX47" fmla="*/ 126046 w 192776"/>
              <a:gd name="connsiteY47" fmla="*/ 181061 h 207605"/>
              <a:gd name="connsiteX48" fmla="*/ 127084 w 192776"/>
              <a:gd name="connsiteY48" fmla="*/ 179578 h 207605"/>
              <a:gd name="connsiteX49" fmla="*/ 134498 w 192776"/>
              <a:gd name="connsiteY49" fmla="*/ 176909 h 207605"/>
              <a:gd name="connsiteX50" fmla="*/ 135388 w 192776"/>
              <a:gd name="connsiteY50" fmla="*/ 175575 h 207605"/>
              <a:gd name="connsiteX51" fmla="*/ 135388 w 192776"/>
              <a:gd name="connsiteY51" fmla="*/ 174388 h 207605"/>
              <a:gd name="connsiteX52" fmla="*/ 140875 w 192776"/>
              <a:gd name="connsiteY52" fmla="*/ 167270 h 207605"/>
              <a:gd name="connsiteX53" fmla="*/ 140875 w 192776"/>
              <a:gd name="connsiteY53" fmla="*/ 132571 h 207605"/>
              <a:gd name="connsiteX54" fmla="*/ 129160 w 192776"/>
              <a:gd name="connsiteY54" fmla="*/ 119225 h 207605"/>
              <a:gd name="connsiteX55" fmla="*/ 132422 w 192776"/>
              <a:gd name="connsiteY55" fmla="*/ 111217 h 207605"/>
              <a:gd name="connsiteX56" fmla="*/ 147400 w 192776"/>
              <a:gd name="connsiteY56" fmla="*/ 111217 h 207605"/>
              <a:gd name="connsiteX57" fmla="*/ 169495 w 192776"/>
              <a:gd name="connsiteY57" fmla="*/ 127084 h 207605"/>
              <a:gd name="connsiteX58" fmla="*/ 192776 w 192776"/>
              <a:gd name="connsiteY58" fmla="*/ 103803 h 207605"/>
              <a:gd name="connsiteX59" fmla="*/ 169495 w 192776"/>
              <a:gd name="connsiteY59" fmla="*/ 80521 h 207605"/>
              <a:gd name="connsiteX60" fmla="*/ 126046 w 192776"/>
              <a:gd name="connsiteY60" fmla="*/ 68806 h 207605"/>
              <a:gd name="connsiteX61" fmla="*/ 118187 w 192776"/>
              <a:gd name="connsiteY61" fmla="*/ 77852 h 207605"/>
              <a:gd name="connsiteX62" fmla="*/ 77878 w 192776"/>
              <a:gd name="connsiteY62" fmla="*/ 89445 h 207605"/>
              <a:gd name="connsiteX63" fmla="*/ 89471 w 192776"/>
              <a:gd name="connsiteY63" fmla="*/ 129753 h 207605"/>
              <a:gd name="connsiteX64" fmla="*/ 103803 w 192776"/>
              <a:gd name="connsiteY64" fmla="*/ 133460 h 207605"/>
              <a:gd name="connsiteX65" fmla="*/ 118483 w 192776"/>
              <a:gd name="connsiteY65" fmla="*/ 129605 h 207605"/>
              <a:gd name="connsiteX66" fmla="*/ 126046 w 192776"/>
              <a:gd name="connsiteY66" fmla="*/ 138206 h 207605"/>
              <a:gd name="connsiteX67" fmla="*/ 126046 w 192776"/>
              <a:gd name="connsiteY67" fmla="*/ 164305 h 207605"/>
              <a:gd name="connsiteX68" fmla="*/ 121894 w 192776"/>
              <a:gd name="connsiteY68" fmla="*/ 165639 h 207605"/>
              <a:gd name="connsiteX69" fmla="*/ 112255 w 192776"/>
              <a:gd name="connsiteY69" fmla="*/ 168457 h 207605"/>
              <a:gd name="connsiteX70" fmla="*/ 111217 w 192776"/>
              <a:gd name="connsiteY70" fmla="*/ 169940 h 207605"/>
              <a:gd name="connsiteX71" fmla="*/ 111217 w 192776"/>
              <a:gd name="connsiteY71" fmla="*/ 191293 h 207605"/>
              <a:gd name="connsiteX72" fmla="*/ 109734 w 192776"/>
              <a:gd name="connsiteY72" fmla="*/ 192776 h 207605"/>
              <a:gd name="connsiteX73" fmla="*/ 97871 w 192776"/>
              <a:gd name="connsiteY73" fmla="*/ 192776 h 207605"/>
              <a:gd name="connsiteX74" fmla="*/ 96388 w 192776"/>
              <a:gd name="connsiteY74" fmla="*/ 191293 h 207605"/>
              <a:gd name="connsiteX75" fmla="*/ 96388 w 192776"/>
              <a:gd name="connsiteY75" fmla="*/ 170088 h 207605"/>
              <a:gd name="connsiteX76" fmla="*/ 95350 w 192776"/>
              <a:gd name="connsiteY76" fmla="*/ 168605 h 207605"/>
              <a:gd name="connsiteX77" fmla="*/ 85711 w 192776"/>
              <a:gd name="connsiteY77" fmla="*/ 165788 h 207605"/>
              <a:gd name="connsiteX78" fmla="*/ 71624 w 192776"/>
              <a:gd name="connsiteY78" fmla="*/ 160004 h 207605"/>
              <a:gd name="connsiteX79" fmla="*/ 62875 w 192776"/>
              <a:gd name="connsiteY79" fmla="*/ 154962 h 207605"/>
              <a:gd name="connsiteX80" fmla="*/ 61095 w 192776"/>
              <a:gd name="connsiteY80" fmla="*/ 155259 h 207605"/>
              <a:gd name="connsiteX81" fmla="*/ 45525 w 192776"/>
              <a:gd name="connsiteY81" fmla="*/ 170829 h 207605"/>
              <a:gd name="connsiteX82" fmla="*/ 43449 w 192776"/>
              <a:gd name="connsiteY82" fmla="*/ 170829 h 207605"/>
              <a:gd name="connsiteX83" fmla="*/ 33662 w 192776"/>
              <a:gd name="connsiteY83" fmla="*/ 161042 h 207605"/>
              <a:gd name="connsiteX84" fmla="*/ 33662 w 192776"/>
              <a:gd name="connsiteY84" fmla="*/ 158818 h 207605"/>
              <a:gd name="connsiteX85" fmla="*/ 49677 w 192776"/>
              <a:gd name="connsiteY85" fmla="*/ 142951 h 207605"/>
              <a:gd name="connsiteX86" fmla="*/ 49974 w 192776"/>
              <a:gd name="connsiteY86" fmla="*/ 141171 h 207605"/>
              <a:gd name="connsiteX87" fmla="*/ 45525 w 192776"/>
              <a:gd name="connsiteY87" fmla="*/ 132571 h 207605"/>
              <a:gd name="connsiteX88" fmla="*/ 41669 w 192776"/>
              <a:gd name="connsiteY88" fmla="*/ 122932 h 207605"/>
              <a:gd name="connsiteX89" fmla="*/ 38704 w 192776"/>
              <a:gd name="connsiteY89" fmla="*/ 113590 h 207605"/>
              <a:gd name="connsiteX90" fmla="*/ 37369 w 192776"/>
              <a:gd name="connsiteY90" fmla="*/ 112552 h 207605"/>
              <a:gd name="connsiteX91" fmla="*/ 16312 w 192776"/>
              <a:gd name="connsiteY91" fmla="*/ 112552 h 207605"/>
              <a:gd name="connsiteX92" fmla="*/ 14829 w 192776"/>
              <a:gd name="connsiteY92" fmla="*/ 111069 h 207605"/>
              <a:gd name="connsiteX93" fmla="*/ 14829 w 192776"/>
              <a:gd name="connsiteY93" fmla="*/ 97871 h 207605"/>
              <a:gd name="connsiteX94" fmla="*/ 16312 w 192776"/>
              <a:gd name="connsiteY94" fmla="*/ 96388 h 207605"/>
              <a:gd name="connsiteX95" fmla="*/ 37072 w 192776"/>
              <a:gd name="connsiteY95" fmla="*/ 96388 h 207605"/>
              <a:gd name="connsiteX96" fmla="*/ 38407 w 192776"/>
              <a:gd name="connsiteY96" fmla="*/ 95350 h 207605"/>
              <a:gd name="connsiteX97" fmla="*/ 41224 w 192776"/>
              <a:gd name="connsiteY97" fmla="*/ 85711 h 207605"/>
              <a:gd name="connsiteX98" fmla="*/ 47304 w 192776"/>
              <a:gd name="connsiteY98" fmla="*/ 71327 h 207605"/>
              <a:gd name="connsiteX99" fmla="*/ 52346 w 192776"/>
              <a:gd name="connsiteY99" fmla="*/ 62578 h 207605"/>
              <a:gd name="connsiteX100" fmla="*/ 52050 w 192776"/>
              <a:gd name="connsiteY100" fmla="*/ 60799 h 207605"/>
              <a:gd name="connsiteX101" fmla="*/ 36776 w 192776"/>
              <a:gd name="connsiteY101" fmla="*/ 45525 h 207605"/>
              <a:gd name="connsiteX102" fmla="*/ 36776 w 192776"/>
              <a:gd name="connsiteY102" fmla="*/ 43449 h 207605"/>
              <a:gd name="connsiteX103" fmla="*/ 46415 w 192776"/>
              <a:gd name="connsiteY103" fmla="*/ 33958 h 207605"/>
              <a:gd name="connsiteX104" fmla="*/ 48491 w 192776"/>
              <a:gd name="connsiteY104" fmla="*/ 33958 h 207605"/>
              <a:gd name="connsiteX105" fmla="*/ 64061 w 192776"/>
              <a:gd name="connsiteY105" fmla="*/ 49677 h 207605"/>
              <a:gd name="connsiteX106" fmla="*/ 65840 w 192776"/>
              <a:gd name="connsiteY106" fmla="*/ 49974 h 207605"/>
              <a:gd name="connsiteX107" fmla="*/ 74441 w 192776"/>
              <a:gd name="connsiteY107" fmla="*/ 45525 h 207605"/>
              <a:gd name="connsiteX108" fmla="*/ 85711 w 192776"/>
              <a:gd name="connsiteY108" fmla="*/ 41224 h 207605"/>
              <a:gd name="connsiteX109" fmla="*/ 95350 w 192776"/>
              <a:gd name="connsiteY109" fmla="*/ 38407 h 207605"/>
              <a:gd name="connsiteX110" fmla="*/ 96388 w 192776"/>
              <a:gd name="connsiteY110" fmla="*/ 37072 h 207605"/>
              <a:gd name="connsiteX111" fmla="*/ 96388 w 192776"/>
              <a:gd name="connsiteY111" fmla="*/ 16312 h 207605"/>
              <a:gd name="connsiteX112" fmla="*/ 97871 w 192776"/>
              <a:gd name="connsiteY112" fmla="*/ 14829 h 207605"/>
              <a:gd name="connsiteX113" fmla="*/ 109734 w 192776"/>
              <a:gd name="connsiteY113" fmla="*/ 14829 h 207605"/>
              <a:gd name="connsiteX114" fmla="*/ 111217 w 192776"/>
              <a:gd name="connsiteY114" fmla="*/ 16312 h 207605"/>
              <a:gd name="connsiteX115" fmla="*/ 111217 w 192776"/>
              <a:gd name="connsiteY115" fmla="*/ 37072 h 207605"/>
              <a:gd name="connsiteX116" fmla="*/ 112255 w 192776"/>
              <a:gd name="connsiteY116" fmla="*/ 38555 h 207605"/>
              <a:gd name="connsiteX117" fmla="*/ 121894 w 192776"/>
              <a:gd name="connsiteY117" fmla="*/ 41373 h 207605"/>
              <a:gd name="connsiteX118" fmla="*/ 126046 w 192776"/>
              <a:gd name="connsiteY118" fmla="*/ 42707 h 207605"/>
              <a:gd name="connsiteX119" fmla="*/ 126046 w 192776"/>
              <a:gd name="connsiteY119" fmla="*/ 68806 h 207605"/>
              <a:gd name="connsiteX120" fmla="*/ 118632 w 192776"/>
              <a:gd name="connsiteY120" fmla="*/ 103803 h 207605"/>
              <a:gd name="connsiteX121" fmla="*/ 114776 w 192776"/>
              <a:gd name="connsiteY121" fmla="*/ 113886 h 207605"/>
              <a:gd name="connsiteX122" fmla="*/ 114035 w 192776"/>
              <a:gd name="connsiteY122" fmla="*/ 114628 h 207605"/>
              <a:gd name="connsiteX123" fmla="*/ 93010 w 192776"/>
              <a:gd name="connsiteY123" fmla="*/ 113978 h 207605"/>
              <a:gd name="connsiteX124" fmla="*/ 88974 w 192776"/>
              <a:gd name="connsiteY124" fmla="*/ 103803 h 207605"/>
              <a:gd name="connsiteX125" fmla="*/ 103803 w 192776"/>
              <a:gd name="connsiteY125" fmla="*/ 88974 h 207605"/>
              <a:gd name="connsiteX126" fmla="*/ 118632 w 192776"/>
              <a:gd name="connsiteY126" fmla="*/ 103803 h 207605"/>
              <a:gd name="connsiteX127" fmla="*/ 169495 w 192776"/>
              <a:gd name="connsiteY127" fmla="*/ 112255 h 207605"/>
              <a:gd name="connsiteX128" fmla="*/ 160894 w 192776"/>
              <a:gd name="connsiteY128" fmla="*/ 103803 h 207605"/>
              <a:gd name="connsiteX129" fmla="*/ 169495 w 192776"/>
              <a:gd name="connsiteY129" fmla="*/ 95350 h 207605"/>
              <a:gd name="connsiteX130" fmla="*/ 177947 w 192776"/>
              <a:gd name="connsiteY130" fmla="*/ 103803 h 207605"/>
              <a:gd name="connsiteX131" fmla="*/ 169495 w 192776"/>
              <a:gd name="connsiteY131" fmla="*/ 112255 h 207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92776" h="207605">
                <a:moveTo>
                  <a:pt x="169495" y="80521"/>
                </a:moveTo>
                <a:cubicBezTo>
                  <a:pt x="159263" y="80521"/>
                  <a:pt x="150365" y="87194"/>
                  <a:pt x="147400" y="96388"/>
                </a:cubicBezTo>
                <a:lnTo>
                  <a:pt x="132422" y="96388"/>
                </a:lnTo>
                <a:cubicBezTo>
                  <a:pt x="131681" y="93422"/>
                  <a:pt x="130495" y="90605"/>
                  <a:pt x="128863" y="88084"/>
                </a:cubicBezTo>
                <a:lnTo>
                  <a:pt x="140875" y="74441"/>
                </a:lnTo>
                <a:lnTo>
                  <a:pt x="140875" y="39890"/>
                </a:lnTo>
                <a:cubicBezTo>
                  <a:pt x="140875" y="36479"/>
                  <a:pt x="138651" y="33513"/>
                  <a:pt x="135388" y="32772"/>
                </a:cubicBezTo>
                <a:lnTo>
                  <a:pt x="135388" y="31437"/>
                </a:lnTo>
                <a:cubicBezTo>
                  <a:pt x="135388" y="31437"/>
                  <a:pt x="135092" y="30399"/>
                  <a:pt x="134498" y="30103"/>
                </a:cubicBezTo>
                <a:cubicBezTo>
                  <a:pt x="132126" y="29065"/>
                  <a:pt x="129605" y="28175"/>
                  <a:pt x="127084" y="27434"/>
                </a:cubicBezTo>
                <a:cubicBezTo>
                  <a:pt x="126491" y="27434"/>
                  <a:pt x="126046" y="26692"/>
                  <a:pt x="126046" y="25951"/>
                </a:cubicBezTo>
                <a:lnTo>
                  <a:pt x="126046" y="7414"/>
                </a:lnTo>
                <a:cubicBezTo>
                  <a:pt x="126046" y="3262"/>
                  <a:pt x="122784" y="0"/>
                  <a:pt x="118632" y="0"/>
                </a:cubicBezTo>
                <a:lnTo>
                  <a:pt x="88974" y="0"/>
                </a:lnTo>
                <a:cubicBezTo>
                  <a:pt x="84822" y="0"/>
                  <a:pt x="81559" y="3262"/>
                  <a:pt x="81559" y="7414"/>
                </a:cubicBezTo>
                <a:lnTo>
                  <a:pt x="81559" y="25802"/>
                </a:lnTo>
                <a:cubicBezTo>
                  <a:pt x="81559" y="25802"/>
                  <a:pt x="81114" y="27137"/>
                  <a:pt x="80521" y="27285"/>
                </a:cubicBezTo>
                <a:cubicBezTo>
                  <a:pt x="76369" y="28472"/>
                  <a:pt x="72514" y="30103"/>
                  <a:pt x="68806" y="31882"/>
                </a:cubicBezTo>
                <a:cubicBezTo>
                  <a:pt x="68213" y="32179"/>
                  <a:pt x="67472" y="31882"/>
                  <a:pt x="67027" y="31586"/>
                </a:cubicBezTo>
                <a:lnTo>
                  <a:pt x="52643" y="17202"/>
                </a:lnTo>
                <a:cubicBezTo>
                  <a:pt x="49677" y="14236"/>
                  <a:pt x="45080" y="14236"/>
                  <a:pt x="42114" y="17202"/>
                </a:cubicBezTo>
                <a:lnTo>
                  <a:pt x="20019" y="39297"/>
                </a:lnTo>
                <a:cubicBezTo>
                  <a:pt x="17202" y="42114"/>
                  <a:pt x="17202" y="46859"/>
                  <a:pt x="20019" y="49677"/>
                </a:cubicBezTo>
                <a:lnTo>
                  <a:pt x="33513" y="63171"/>
                </a:lnTo>
                <a:cubicBezTo>
                  <a:pt x="33513" y="63171"/>
                  <a:pt x="34107" y="64358"/>
                  <a:pt x="33810" y="64951"/>
                </a:cubicBezTo>
                <a:cubicBezTo>
                  <a:pt x="31141" y="69844"/>
                  <a:pt x="28916" y="75034"/>
                  <a:pt x="27285" y="80521"/>
                </a:cubicBezTo>
                <a:cubicBezTo>
                  <a:pt x="27137" y="81114"/>
                  <a:pt x="26544" y="81559"/>
                  <a:pt x="25802" y="81559"/>
                </a:cubicBezTo>
                <a:lnTo>
                  <a:pt x="7414" y="81559"/>
                </a:lnTo>
                <a:cubicBezTo>
                  <a:pt x="3262" y="81559"/>
                  <a:pt x="0" y="84822"/>
                  <a:pt x="0" y="88974"/>
                </a:cubicBezTo>
                <a:lnTo>
                  <a:pt x="0" y="119966"/>
                </a:lnTo>
                <a:cubicBezTo>
                  <a:pt x="0" y="124118"/>
                  <a:pt x="3262" y="127381"/>
                  <a:pt x="7414" y="127381"/>
                </a:cubicBezTo>
                <a:lnTo>
                  <a:pt x="26396" y="127381"/>
                </a:lnTo>
                <a:cubicBezTo>
                  <a:pt x="26396" y="127381"/>
                  <a:pt x="27730" y="127825"/>
                  <a:pt x="27878" y="128419"/>
                </a:cubicBezTo>
                <a:cubicBezTo>
                  <a:pt x="28916" y="131829"/>
                  <a:pt x="30251" y="135092"/>
                  <a:pt x="31882" y="138354"/>
                </a:cubicBezTo>
                <a:cubicBezTo>
                  <a:pt x="32179" y="138799"/>
                  <a:pt x="31882" y="139540"/>
                  <a:pt x="31586" y="139985"/>
                </a:cubicBezTo>
                <a:lnTo>
                  <a:pt x="16905" y="154666"/>
                </a:lnTo>
                <a:cubicBezTo>
                  <a:pt x="13939" y="157632"/>
                  <a:pt x="13939" y="162229"/>
                  <a:pt x="16905" y="165194"/>
                </a:cubicBezTo>
                <a:lnTo>
                  <a:pt x="39297" y="187586"/>
                </a:lnTo>
                <a:cubicBezTo>
                  <a:pt x="42114" y="190404"/>
                  <a:pt x="46859" y="190404"/>
                  <a:pt x="49677" y="187586"/>
                </a:cubicBezTo>
                <a:lnTo>
                  <a:pt x="63616" y="173647"/>
                </a:lnTo>
                <a:cubicBezTo>
                  <a:pt x="63616" y="173647"/>
                  <a:pt x="64802" y="173054"/>
                  <a:pt x="65396" y="173499"/>
                </a:cubicBezTo>
                <a:cubicBezTo>
                  <a:pt x="70141" y="176019"/>
                  <a:pt x="75183" y="178244"/>
                  <a:pt x="80521" y="179727"/>
                </a:cubicBezTo>
                <a:cubicBezTo>
                  <a:pt x="81114" y="180023"/>
                  <a:pt x="81559" y="180616"/>
                  <a:pt x="81559" y="181210"/>
                </a:cubicBezTo>
                <a:lnTo>
                  <a:pt x="81559" y="200191"/>
                </a:lnTo>
                <a:cubicBezTo>
                  <a:pt x="81559" y="204343"/>
                  <a:pt x="84822" y="207605"/>
                  <a:pt x="88974" y="207605"/>
                </a:cubicBezTo>
                <a:lnTo>
                  <a:pt x="118632" y="207605"/>
                </a:lnTo>
                <a:cubicBezTo>
                  <a:pt x="122784" y="207605"/>
                  <a:pt x="126046" y="204343"/>
                  <a:pt x="126046" y="200191"/>
                </a:cubicBezTo>
                <a:lnTo>
                  <a:pt x="126046" y="181061"/>
                </a:lnTo>
                <a:cubicBezTo>
                  <a:pt x="126046" y="180320"/>
                  <a:pt x="126491" y="179875"/>
                  <a:pt x="127084" y="179578"/>
                </a:cubicBezTo>
                <a:cubicBezTo>
                  <a:pt x="129605" y="178837"/>
                  <a:pt x="132126" y="177947"/>
                  <a:pt x="134498" y="176909"/>
                </a:cubicBezTo>
                <a:cubicBezTo>
                  <a:pt x="135092" y="176761"/>
                  <a:pt x="135388" y="176168"/>
                  <a:pt x="135388" y="175575"/>
                </a:cubicBezTo>
                <a:lnTo>
                  <a:pt x="135388" y="174388"/>
                </a:lnTo>
                <a:cubicBezTo>
                  <a:pt x="138651" y="173499"/>
                  <a:pt x="140875" y="170681"/>
                  <a:pt x="140875" y="167270"/>
                </a:cubicBezTo>
                <a:lnTo>
                  <a:pt x="140875" y="132571"/>
                </a:lnTo>
                <a:lnTo>
                  <a:pt x="129160" y="119225"/>
                </a:lnTo>
                <a:cubicBezTo>
                  <a:pt x="130643" y="116704"/>
                  <a:pt x="131829" y="114035"/>
                  <a:pt x="132422" y="111217"/>
                </a:cubicBezTo>
                <a:lnTo>
                  <a:pt x="147400" y="111217"/>
                </a:lnTo>
                <a:cubicBezTo>
                  <a:pt x="150365" y="120411"/>
                  <a:pt x="159263" y="127084"/>
                  <a:pt x="169495" y="127084"/>
                </a:cubicBezTo>
                <a:cubicBezTo>
                  <a:pt x="182396" y="127084"/>
                  <a:pt x="192776" y="116704"/>
                  <a:pt x="192776" y="103803"/>
                </a:cubicBezTo>
                <a:cubicBezTo>
                  <a:pt x="192776" y="90901"/>
                  <a:pt x="182396" y="80521"/>
                  <a:pt x="169495" y="80521"/>
                </a:cubicBezTo>
                <a:close/>
                <a:moveTo>
                  <a:pt x="126046" y="68806"/>
                </a:moveTo>
                <a:lnTo>
                  <a:pt x="118187" y="77852"/>
                </a:lnTo>
                <a:cubicBezTo>
                  <a:pt x="103854" y="69922"/>
                  <a:pt x="85808" y="75112"/>
                  <a:pt x="77878" y="89445"/>
                </a:cubicBezTo>
                <a:cubicBezTo>
                  <a:pt x="69948" y="103777"/>
                  <a:pt x="75138" y="121824"/>
                  <a:pt x="89471" y="129753"/>
                </a:cubicBezTo>
                <a:cubicBezTo>
                  <a:pt x="93858" y="132181"/>
                  <a:pt x="98789" y="133456"/>
                  <a:pt x="103803" y="133460"/>
                </a:cubicBezTo>
                <a:cubicBezTo>
                  <a:pt x="109141" y="133460"/>
                  <a:pt x="114183" y="132126"/>
                  <a:pt x="118483" y="129605"/>
                </a:cubicBezTo>
                <a:lnTo>
                  <a:pt x="126046" y="138206"/>
                </a:lnTo>
                <a:lnTo>
                  <a:pt x="126046" y="164305"/>
                </a:lnTo>
                <a:cubicBezTo>
                  <a:pt x="124711" y="164749"/>
                  <a:pt x="123228" y="165194"/>
                  <a:pt x="121894" y="165639"/>
                </a:cubicBezTo>
                <a:lnTo>
                  <a:pt x="112255" y="168457"/>
                </a:lnTo>
                <a:cubicBezTo>
                  <a:pt x="112255" y="168457"/>
                  <a:pt x="111217" y="169346"/>
                  <a:pt x="111217" y="169940"/>
                </a:cubicBezTo>
                <a:lnTo>
                  <a:pt x="111217" y="191293"/>
                </a:lnTo>
                <a:cubicBezTo>
                  <a:pt x="111217" y="192183"/>
                  <a:pt x="110624" y="192776"/>
                  <a:pt x="109734" y="192776"/>
                </a:cubicBezTo>
                <a:lnTo>
                  <a:pt x="97871" y="192776"/>
                </a:lnTo>
                <a:cubicBezTo>
                  <a:pt x="96981" y="192776"/>
                  <a:pt x="96388" y="192183"/>
                  <a:pt x="96388" y="191293"/>
                </a:cubicBezTo>
                <a:lnTo>
                  <a:pt x="96388" y="170088"/>
                </a:lnTo>
                <a:cubicBezTo>
                  <a:pt x="96388" y="170088"/>
                  <a:pt x="95943" y="168753"/>
                  <a:pt x="95350" y="168605"/>
                </a:cubicBezTo>
                <a:lnTo>
                  <a:pt x="85711" y="165788"/>
                </a:lnTo>
                <a:cubicBezTo>
                  <a:pt x="80669" y="164453"/>
                  <a:pt x="76072" y="162525"/>
                  <a:pt x="71624" y="160004"/>
                </a:cubicBezTo>
                <a:lnTo>
                  <a:pt x="62875" y="154962"/>
                </a:lnTo>
                <a:cubicBezTo>
                  <a:pt x="62875" y="154962"/>
                  <a:pt x="61540" y="154814"/>
                  <a:pt x="61095" y="155259"/>
                </a:cubicBezTo>
                <a:lnTo>
                  <a:pt x="45525" y="170829"/>
                </a:lnTo>
                <a:cubicBezTo>
                  <a:pt x="45525" y="170829"/>
                  <a:pt x="44042" y="171274"/>
                  <a:pt x="43449" y="170829"/>
                </a:cubicBezTo>
                <a:lnTo>
                  <a:pt x="33662" y="161042"/>
                </a:lnTo>
                <a:cubicBezTo>
                  <a:pt x="33662" y="161042"/>
                  <a:pt x="33069" y="159411"/>
                  <a:pt x="33662" y="158818"/>
                </a:cubicBezTo>
                <a:lnTo>
                  <a:pt x="49677" y="142951"/>
                </a:lnTo>
                <a:cubicBezTo>
                  <a:pt x="49677" y="142951"/>
                  <a:pt x="50270" y="141765"/>
                  <a:pt x="49974" y="141171"/>
                </a:cubicBezTo>
                <a:lnTo>
                  <a:pt x="45525" y="132571"/>
                </a:lnTo>
                <a:cubicBezTo>
                  <a:pt x="44042" y="129457"/>
                  <a:pt x="42707" y="126343"/>
                  <a:pt x="41669" y="122932"/>
                </a:cubicBezTo>
                <a:lnTo>
                  <a:pt x="38704" y="113590"/>
                </a:lnTo>
                <a:cubicBezTo>
                  <a:pt x="38704" y="113590"/>
                  <a:pt x="37962" y="112552"/>
                  <a:pt x="37369" y="112552"/>
                </a:cubicBezTo>
                <a:lnTo>
                  <a:pt x="16312" y="112552"/>
                </a:lnTo>
                <a:cubicBezTo>
                  <a:pt x="15422" y="112552"/>
                  <a:pt x="14829" y="111958"/>
                  <a:pt x="14829" y="111069"/>
                </a:cubicBezTo>
                <a:lnTo>
                  <a:pt x="14829" y="97871"/>
                </a:lnTo>
                <a:cubicBezTo>
                  <a:pt x="14829" y="96981"/>
                  <a:pt x="15422" y="96388"/>
                  <a:pt x="16312" y="96388"/>
                </a:cubicBezTo>
                <a:lnTo>
                  <a:pt x="37072" y="96388"/>
                </a:lnTo>
                <a:cubicBezTo>
                  <a:pt x="37072" y="96388"/>
                  <a:pt x="38259" y="95943"/>
                  <a:pt x="38407" y="95350"/>
                </a:cubicBezTo>
                <a:lnTo>
                  <a:pt x="41224" y="85711"/>
                </a:lnTo>
                <a:cubicBezTo>
                  <a:pt x="42707" y="80669"/>
                  <a:pt x="44635" y="75776"/>
                  <a:pt x="47304" y="71327"/>
                </a:cubicBezTo>
                <a:lnTo>
                  <a:pt x="52346" y="62578"/>
                </a:lnTo>
                <a:cubicBezTo>
                  <a:pt x="52346" y="62578"/>
                  <a:pt x="52346" y="61244"/>
                  <a:pt x="52050" y="60799"/>
                </a:cubicBezTo>
                <a:lnTo>
                  <a:pt x="36776" y="45525"/>
                </a:lnTo>
                <a:cubicBezTo>
                  <a:pt x="36776" y="45525"/>
                  <a:pt x="36331" y="44042"/>
                  <a:pt x="36776" y="43449"/>
                </a:cubicBezTo>
                <a:lnTo>
                  <a:pt x="46415" y="33958"/>
                </a:lnTo>
                <a:cubicBezTo>
                  <a:pt x="46415" y="33958"/>
                  <a:pt x="47897" y="33365"/>
                  <a:pt x="48491" y="33958"/>
                </a:cubicBezTo>
                <a:lnTo>
                  <a:pt x="64061" y="49677"/>
                </a:lnTo>
                <a:cubicBezTo>
                  <a:pt x="64061" y="49677"/>
                  <a:pt x="65247" y="50270"/>
                  <a:pt x="65840" y="49974"/>
                </a:cubicBezTo>
                <a:lnTo>
                  <a:pt x="74441" y="45525"/>
                </a:lnTo>
                <a:cubicBezTo>
                  <a:pt x="78000" y="43745"/>
                  <a:pt x="81707" y="42262"/>
                  <a:pt x="85711" y="41224"/>
                </a:cubicBezTo>
                <a:lnTo>
                  <a:pt x="95350" y="38407"/>
                </a:lnTo>
                <a:cubicBezTo>
                  <a:pt x="95350" y="38407"/>
                  <a:pt x="96388" y="37666"/>
                  <a:pt x="96388" y="37072"/>
                </a:cubicBezTo>
                <a:lnTo>
                  <a:pt x="96388" y="16312"/>
                </a:lnTo>
                <a:cubicBezTo>
                  <a:pt x="96388" y="15422"/>
                  <a:pt x="96981" y="14829"/>
                  <a:pt x="97871" y="14829"/>
                </a:cubicBezTo>
                <a:lnTo>
                  <a:pt x="109734" y="14829"/>
                </a:lnTo>
                <a:cubicBezTo>
                  <a:pt x="110624" y="14829"/>
                  <a:pt x="111217" y="15422"/>
                  <a:pt x="111217" y="16312"/>
                </a:cubicBezTo>
                <a:lnTo>
                  <a:pt x="111217" y="37072"/>
                </a:lnTo>
                <a:cubicBezTo>
                  <a:pt x="111217" y="37072"/>
                  <a:pt x="111662" y="38407"/>
                  <a:pt x="112255" y="38555"/>
                </a:cubicBezTo>
                <a:lnTo>
                  <a:pt x="121894" y="41373"/>
                </a:lnTo>
                <a:cubicBezTo>
                  <a:pt x="123228" y="41818"/>
                  <a:pt x="124711" y="42262"/>
                  <a:pt x="126046" y="42707"/>
                </a:cubicBezTo>
                <a:lnTo>
                  <a:pt x="126046" y="68806"/>
                </a:lnTo>
                <a:close/>
                <a:moveTo>
                  <a:pt x="118632" y="103803"/>
                </a:moveTo>
                <a:cubicBezTo>
                  <a:pt x="118632" y="107658"/>
                  <a:pt x="117149" y="111217"/>
                  <a:pt x="114776" y="113886"/>
                </a:cubicBezTo>
                <a:cubicBezTo>
                  <a:pt x="114460" y="114053"/>
                  <a:pt x="114202" y="114312"/>
                  <a:pt x="114035" y="114628"/>
                </a:cubicBezTo>
                <a:cubicBezTo>
                  <a:pt x="108050" y="120254"/>
                  <a:pt x="98637" y="119963"/>
                  <a:pt x="93010" y="113978"/>
                </a:cubicBezTo>
                <a:cubicBezTo>
                  <a:pt x="90420" y="111223"/>
                  <a:pt x="88977" y="107584"/>
                  <a:pt x="88974" y="103803"/>
                </a:cubicBezTo>
                <a:cubicBezTo>
                  <a:pt x="88974" y="95647"/>
                  <a:pt x="95647" y="88974"/>
                  <a:pt x="103803" y="88974"/>
                </a:cubicBezTo>
                <a:cubicBezTo>
                  <a:pt x="111958" y="88974"/>
                  <a:pt x="118632" y="95647"/>
                  <a:pt x="118632" y="103803"/>
                </a:cubicBezTo>
                <a:close/>
                <a:moveTo>
                  <a:pt x="169495" y="112255"/>
                </a:moveTo>
                <a:cubicBezTo>
                  <a:pt x="164749" y="112255"/>
                  <a:pt x="160894" y="108548"/>
                  <a:pt x="160894" y="103803"/>
                </a:cubicBezTo>
                <a:cubicBezTo>
                  <a:pt x="160894" y="99057"/>
                  <a:pt x="164749" y="95350"/>
                  <a:pt x="169495" y="95350"/>
                </a:cubicBezTo>
                <a:cubicBezTo>
                  <a:pt x="174240" y="95350"/>
                  <a:pt x="177947" y="99057"/>
                  <a:pt x="177947" y="103803"/>
                </a:cubicBezTo>
                <a:cubicBezTo>
                  <a:pt x="177947" y="108548"/>
                  <a:pt x="174092" y="112255"/>
                  <a:pt x="169495" y="112255"/>
                </a:cubicBezTo>
                <a:close/>
              </a:path>
            </a:pathLst>
          </a:custGeom>
          <a:solidFill>
            <a:schemeClr val="tx1"/>
          </a:solidFill>
          <a:ln w="223" cap="flat">
            <a:noFill/>
            <a:prstDash val="solid"/>
            <a:miter/>
          </a:ln>
        </p:spPr>
        <p:txBody>
          <a:bodyPr rtlCol="0" anchor="ctr"/>
          <a:lstStyle/>
          <a:p>
            <a:endParaRPr lang="zh-CN" altLang="en-US"/>
          </a:p>
        </p:txBody>
      </p:sp>
      <p:grpSp>
        <p:nvGrpSpPr>
          <p:cNvPr id="22" name="组合 21">
            <a:extLst>
              <a:ext uri="{FF2B5EF4-FFF2-40B4-BE49-F238E27FC236}">
                <a16:creationId xmlns:a16="http://schemas.microsoft.com/office/drawing/2014/main" id="{767D1F63-8FC4-4755-A892-8C7758040BF0}"/>
              </a:ext>
            </a:extLst>
          </p:cNvPr>
          <p:cNvGrpSpPr/>
          <p:nvPr/>
        </p:nvGrpSpPr>
        <p:grpSpPr>
          <a:xfrm>
            <a:off x="3927525" y="2828770"/>
            <a:ext cx="181772" cy="189347"/>
            <a:chOff x="2317195" y="1775111"/>
            <a:chExt cx="222433" cy="231702"/>
          </a:xfrm>
        </p:grpSpPr>
        <p:sp>
          <p:nvSpPr>
            <p:cNvPr id="17" name="任意多边形: 形状 16">
              <a:extLst>
                <a:ext uri="{FF2B5EF4-FFF2-40B4-BE49-F238E27FC236}">
                  <a16:creationId xmlns:a16="http://schemas.microsoft.com/office/drawing/2014/main" id="{084ABFDD-B6BB-5294-AED2-0C71FD85B8D1}"/>
                </a:ext>
              </a:extLst>
            </p:cNvPr>
            <p:cNvSpPr/>
            <p:nvPr/>
          </p:nvSpPr>
          <p:spPr>
            <a:xfrm>
              <a:off x="2484021" y="1914132"/>
              <a:ext cx="18536" cy="92680"/>
            </a:xfrm>
            <a:custGeom>
              <a:avLst/>
              <a:gdLst>
                <a:gd name="connsiteX0" fmla="*/ 0 w 18536"/>
                <a:gd name="connsiteY0" fmla="*/ 0 h 92680"/>
                <a:gd name="connsiteX1" fmla="*/ 18536 w 18536"/>
                <a:gd name="connsiteY1" fmla="*/ 0 h 92680"/>
                <a:gd name="connsiteX2" fmla="*/ 18536 w 18536"/>
                <a:gd name="connsiteY2" fmla="*/ 92681 h 92680"/>
                <a:gd name="connsiteX3" fmla="*/ 0 w 18536"/>
                <a:gd name="connsiteY3" fmla="*/ 92681 h 92680"/>
              </a:gdLst>
              <a:ahLst/>
              <a:cxnLst>
                <a:cxn ang="0">
                  <a:pos x="connsiteX0" y="connsiteY0"/>
                </a:cxn>
                <a:cxn ang="0">
                  <a:pos x="connsiteX1" y="connsiteY1"/>
                </a:cxn>
                <a:cxn ang="0">
                  <a:pos x="connsiteX2" y="connsiteY2"/>
                </a:cxn>
                <a:cxn ang="0">
                  <a:pos x="connsiteX3" y="connsiteY3"/>
                </a:cxn>
              </a:cxnLst>
              <a:rect l="l" t="t" r="r" b="b"/>
              <a:pathLst>
                <a:path w="18536" h="92680">
                  <a:moveTo>
                    <a:pt x="0" y="0"/>
                  </a:moveTo>
                  <a:lnTo>
                    <a:pt x="18536" y="0"/>
                  </a:lnTo>
                  <a:lnTo>
                    <a:pt x="18536" y="92681"/>
                  </a:lnTo>
                  <a:lnTo>
                    <a:pt x="0" y="92681"/>
                  </a:lnTo>
                  <a:close/>
                </a:path>
              </a:pathLst>
            </a:custGeom>
            <a:solidFill>
              <a:schemeClr val="tx1"/>
            </a:solidFill>
            <a:ln w="223" cap="flat">
              <a:no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A4644860-7722-A5C2-712E-FADC6F21241F}"/>
                </a:ext>
              </a:extLst>
            </p:cNvPr>
            <p:cNvSpPr/>
            <p:nvPr/>
          </p:nvSpPr>
          <p:spPr>
            <a:xfrm>
              <a:off x="2442314" y="1798281"/>
              <a:ext cx="97314" cy="125119"/>
            </a:xfrm>
            <a:custGeom>
              <a:avLst/>
              <a:gdLst>
                <a:gd name="connsiteX0" fmla="*/ 97315 w 97314"/>
                <a:gd name="connsiteY0" fmla="*/ 125119 h 125119"/>
                <a:gd name="connsiteX1" fmla="*/ 0 w 97314"/>
                <a:gd name="connsiteY1" fmla="*/ 125119 h 125119"/>
                <a:gd name="connsiteX2" fmla="*/ 0 w 97314"/>
                <a:gd name="connsiteY2" fmla="*/ 0 h 125119"/>
                <a:gd name="connsiteX3" fmla="*/ 97315 w 97314"/>
                <a:gd name="connsiteY3" fmla="*/ 0 h 125119"/>
                <a:gd name="connsiteX4" fmla="*/ 97315 w 97314"/>
                <a:gd name="connsiteY4" fmla="*/ 125119 h 125119"/>
                <a:gd name="connsiteX5" fmla="*/ 18536 w 97314"/>
                <a:gd name="connsiteY5" fmla="*/ 106583 h 125119"/>
                <a:gd name="connsiteX6" fmla="*/ 78779 w 97314"/>
                <a:gd name="connsiteY6" fmla="*/ 106583 h 125119"/>
                <a:gd name="connsiteX7" fmla="*/ 78779 w 97314"/>
                <a:gd name="connsiteY7" fmla="*/ 18536 h 125119"/>
                <a:gd name="connsiteX8" fmla="*/ 18536 w 97314"/>
                <a:gd name="connsiteY8" fmla="*/ 18536 h 125119"/>
                <a:gd name="connsiteX9" fmla="*/ 18536 w 97314"/>
                <a:gd name="connsiteY9" fmla="*/ 106583 h 1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14" h="125119">
                  <a:moveTo>
                    <a:pt x="97315" y="125119"/>
                  </a:moveTo>
                  <a:lnTo>
                    <a:pt x="0" y="125119"/>
                  </a:lnTo>
                  <a:lnTo>
                    <a:pt x="0" y="0"/>
                  </a:lnTo>
                  <a:lnTo>
                    <a:pt x="97315" y="0"/>
                  </a:lnTo>
                  <a:lnTo>
                    <a:pt x="97315" y="125119"/>
                  </a:lnTo>
                  <a:close/>
                  <a:moveTo>
                    <a:pt x="18536" y="106583"/>
                  </a:moveTo>
                  <a:lnTo>
                    <a:pt x="78779" y="106583"/>
                  </a:lnTo>
                  <a:lnTo>
                    <a:pt x="78779" y="18536"/>
                  </a:lnTo>
                  <a:lnTo>
                    <a:pt x="18536" y="18536"/>
                  </a:lnTo>
                  <a:lnTo>
                    <a:pt x="18536" y="106583"/>
                  </a:lnTo>
                  <a:close/>
                </a:path>
              </a:pathLst>
            </a:custGeom>
            <a:solidFill>
              <a:schemeClr val="tx1"/>
            </a:solidFill>
            <a:ln w="223"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9925BBDC-867D-2654-3665-E093085F9C6F}"/>
                </a:ext>
              </a:extLst>
            </p:cNvPr>
            <p:cNvSpPr/>
            <p:nvPr/>
          </p:nvSpPr>
          <p:spPr>
            <a:xfrm>
              <a:off x="2354267" y="1775111"/>
              <a:ext cx="148289" cy="231702"/>
            </a:xfrm>
            <a:custGeom>
              <a:avLst/>
              <a:gdLst>
                <a:gd name="connsiteX0" fmla="*/ 0 w 148289"/>
                <a:gd name="connsiteY0" fmla="*/ 0 h 231702"/>
                <a:gd name="connsiteX1" fmla="*/ 18536 w 148289"/>
                <a:gd name="connsiteY1" fmla="*/ 0 h 231702"/>
                <a:gd name="connsiteX2" fmla="*/ 18536 w 148289"/>
                <a:gd name="connsiteY2" fmla="*/ 69511 h 231702"/>
                <a:gd name="connsiteX3" fmla="*/ 0 w 148289"/>
                <a:gd name="connsiteY3" fmla="*/ 69511 h 231702"/>
                <a:gd name="connsiteX4" fmla="*/ 129753 w 148289"/>
                <a:gd name="connsiteY4" fmla="*/ 0 h 231702"/>
                <a:gd name="connsiteX5" fmla="*/ 148289 w 148289"/>
                <a:gd name="connsiteY5" fmla="*/ 0 h 231702"/>
                <a:gd name="connsiteX6" fmla="*/ 148289 w 148289"/>
                <a:gd name="connsiteY6" fmla="*/ 23170 h 231702"/>
                <a:gd name="connsiteX7" fmla="*/ 129753 w 148289"/>
                <a:gd name="connsiteY7" fmla="*/ 23170 h 231702"/>
                <a:gd name="connsiteX8" fmla="*/ 0 w 148289"/>
                <a:gd name="connsiteY8" fmla="*/ 176094 h 231702"/>
                <a:gd name="connsiteX9" fmla="*/ 18536 w 148289"/>
                <a:gd name="connsiteY9" fmla="*/ 176094 h 231702"/>
                <a:gd name="connsiteX10" fmla="*/ 18536 w 148289"/>
                <a:gd name="connsiteY10" fmla="*/ 231702 h 231702"/>
                <a:gd name="connsiteX11" fmla="*/ 0 w 148289"/>
                <a:gd name="connsiteY11" fmla="*/ 231702 h 231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8289" h="231702">
                  <a:moveTo>
                    <a:pt x="0" y="0"/>
                  </a:moveTo>
                  <a:lnTo>
                    <a:pt x="18536" y="0"/>
                  </a:lnTo>
                  <a:lnTo>
                    <a:pt x="18536" y="69511"/>
                  </a:lnTo>
                  <a:lnTo>
                    <a:pt x="0" y="69511"/>
                  </a:lnTo>
                  <a:close/>
                  <a:moveTo>
                    <a:pt x="129753" y="0"/>
                  </a:moveTo>
                  <a:lnTo>
                    <a:pt x="148289" y="0"/>
                  </a:lnTo>
                  <a:lnTo>
                    <a:pt x="148289" y="23170"/>
                  </a:lnTo>
                  <a:lnTo>
                    <a:pt x="129753" y="23170"/>
                  </a:lnTo>
                  <a:close/>
                  <a:moveTo>
                    <a:pt x="0" y="176094"/>
                  </a:moveTo>
                  <a:lnTo>
                    <a:pt x="18536" y="176094"/>
                  </a:lnTo>
                  <a:lnTo>
                    <a:pt x="18536" y="231702"/>
                  </a:lnTo>
                  <a:lnTo>
                    <a:pt x="0" y="231702"/>
                  </a:lnTo>
                  <a:close/>
                </a:path>
              </a:pathLst>
            </a:custGeom>
            <a:solidFill>
              <a:schemeClr val="tx1"/>
            </a:solidFill>
            <a:ln w="223" cap="flat">
              <a:no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2A2101FE-EFE5-4576-F09A-0B4A94B0343E}"/>
                </a:ext>
              </a:extLst>
            </p:cNvPr>
            <p:cNvSpPr/>
            <p:nvPr/>
          </p:nvSpPr>
          <p:spPr>
            <a:xfrm>
              <a:off x="2317195" y="1839988"/>
              <a:ext cx="97314" cy="125119"/>
            </a:xfrm>
            <a:custGeom>
              <a:avLst/>
              <a:gdLst>
                <a:gd name="connsiteX0" fmla="*/ 97315 w 97314"/>
                <a:gd name="connsiteY0" fmla="*/ 125119 h 125119"/>
                <a:gd name="connsiteX1" fmla="*/ 0 w 97314"/>
                <a:gd name="connsiteY1" fmla="*/ 125119 h 125119"/>
                <a:gd name="connsiteX2" fmla="*/ 0 w 97314"/>
                <a:gd name="connsiteY2" fmla="*/ 0 h 125119"/>
                <a:gd name="connsiteX3" fmla="*/ 97315 w 97314"/>
                <a:gd name="connsiteY3" fmla="*/ 0 h 125119"/>
                <a:gd name="connsiteX4" fmla="*/ 97315 w 97314"/>
                <a:gd name="connsiteY4" fmla="*/ 125119 h 125119"/>
                <a:gd name="connsiteX5" fmla="*/ 18536 w 97314"/>
                <a:gd name="connsiteY5" fmla="*/ 106583 h 125119"/>
                <a:gd name="connsiteX6" fmla="*/ 78779 w 97314"/>
                <a:gd name="connsiteY6" fmla="*/ 106583 h 125119"/>
                <a:gd name="connsiteX7" fmla="*/ 78779 w 97314"/>
                <a:gd name="connsiteY7" fmla="*/ 18536 h 125119"/>
                <a:gd name="connsiteX8" fmla="*/ 18536 w 97314"/>
                <a:gd name="connsiteY8" fmla="*/ 18536 h 125119"/>
                <a:gd name="connsiteX9" fmla="*/ 18536 w 97314"/>
                <a:gd name="connsiteY9" fmla="*/ 106583 h 1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14" h="125119">
                  <a:moveTo>
                    <a:pt x="97315" y="125119"/>
                  </a:moveTo>
                  <a:lnTo>
                    <a:pt x="0" y="125119"/>
                  </a:lnTo>
                  <a:lnTo>
                    <a:pt x="0" y="0"/>
                  </a:lnTo>
                  <a:lnTo>
                    <a:pt x="97315" y="0"/>
                  </a:lnTo>
                  <a:lnTo>
                    <a:pt x="97315" y="125119"/>
                  </a:lnTo>
                  <a:close/>
                  <a:moveTo>
                    <a:pt x="18536" y="106583"/>
                  </a:moveTo>
                  <a:lnTo>
                    <a:pt x="78779" y="106583"/>
                  </a:lnTo>
                  <a:lnTo>
                    <a:pt x="78779" y="18536"/>
                  </a:lnTo>
                  <a:lnTo>
                    <a:pt x="18536" y="18536"/>
                  </a:lnTo>
                  <a:lnTo>
                    <a:pt x="18536" y="106583"/>
                  </a:lnTo>
                  <a:close/>
                </a:path>
              </a:pathLst>
            </a:custGeom>
            <a:solidFill>
              <a:schemeClr val="tx1"/>
            </a:solidFill>
            <a:ln w="223" cap="flat">
              <a:noFill/>
              <a:prstDash val="solid"/>
              <a:miter/>
            </a:ln>
          </p:spPr>
          <p:txBody>
            <a:bodyPr rtlCol="0" anchor="ctr"/>
            <a:lstStyle/>
            <a:p>
              <a:endParaRPr lang="zh-CN" altLang="en-US"/>
            </a:p>
          </p:txBody>
        </p:sp>
      </p:grpSp>
      <p:grpSp>
        <p:nvGrpSpPr>
          <p:cNvPr id="45" name="组合 44">
            <a:extLst>
              <a:ext uri="{FF2B5EF4-FFF2-40B4-BE49-F238E27FC236}">
                <a16:creationId xmlns:a16="http://schemas.microsoft.com/office/drawing/2014/main" id="{58BE0F8D-24B0-B323-16DA-9C5DBE68E1FB}"/>
              </a:ext>
            </a:extLst>
          </p:cNvPr>
          <p:cNvGrpSpPr/>
          <p:nvPr/>
        </p:nvGrpSpPr>
        <p:grpSpPr>
          <a:xfrm>
            <a:off x="4933904" y="2990904"/>
            <a:ext cx="200982" cy="198411"/>
            <a:chOff x="2327921" y="1791608"/>
            <a:chExt cx="200982" cy="198411"/>
          </a:xfrm>
        </p:grpSpPr>
        <p:sp>
          <p:nvSpPr>
            <p:cNvPr id="42" name="任意多边形: 形状 41">
              <a:extLst>
                <a:ext uri="{FF2B5EF4-FFF2-40B4-BE49-F238E27FC236}">
                  <a16:creationId xmlns:a16="http://schemas.microsoft.com/office/drawing/2014/main" id="{0BEFEC92-A5FC-8E34-7E1F-7E616CBC0D26}"/>
                </a:ext>
              </a:extLst>
            </p:cNvPr>
            <p:cNvSpPr/>
            <p:nvPr/>
          </p:nvSpPr>
          <p:spPr>
            <a:xfrm>
              <a:off x="2327921" y="1791608"/>
              <a:ext cx="198856" cy="198411"/>
            </a:xfrm>
            <a:custGeom>
              <a:avLst/>
              <a:gdLst>
                <a:gd name="connsiteX0" fmla="*/ 99403 w 198856"/>
                <a:gd name="connsiteY0" fmla="*/ 154320 h 198411"/>
                <a:gd name="connsiteX1" fmla="*/ 14829 w 198856"/>
                <a:gd name="connsiteY1" fmla="*/ 154320 h 198411"/>
                <a:gd name="connsiteX2" fmla="*/ 14829 w 198856"/>
                <a:gd name="connsiteY2" fmla="*/ 14829 h 198411"/>
                <a:gd name="connsiteX3" fmla="*/ 184027 w 198856"/>
                <a:gd name="connsiteY3" fmla="*/ 14829 h 198411"/>
                <a:gd name="connsiteX4" fmla="*/ 184027 w 198856"/>
                <a:gd name="connsiteY4" fmla="*/ 113540 h 198411"/>
                <a:gd name="connsiteX5" fmla="*/ 198856 w 198856"/>
                <a:gd name="connsiteY5" fmla="*/ 113540 h 198411"/>
                <a:gd name="connsiteX6" fmla="*/ 198856 w 198856"/>
                <a:gd name="connsiteY6" fmla="*/ 12259 h 198411"/>
                <a:gd name="connsiteX7" fmla="*/ 186597 w 198856"/>
                <a:gd name="connsiteY7" fmla="*/ 0 h 198411"/>
                <a:gd name="connsiteX8" fmla="*/ 12259 w 198856"/>
                <a:gd name="connsiteY8" fmla="*/ 0 h 198411"/>
                <a:gd name="connsiteX9" fmla="*/ 0 w 198856"/>
                <a:gd name="connsiteY9" fmla="*/ 12259 h 198411"/>
                <a:gd name="connsiteX10" fmla="*/ 0 w 198856"/>
                <a:gd name="connsiteY10" fmla="*/ 156890 h 198411"/>
                <a:gd name="connsiteX11" fmla="*/ 12259 w 198856"/>
                <a:gd name="connsiteY11" fmla="*/ 169149 h 198411"/>
                <a:gd name="connsiteX12" fmla="*/ 99453 w 198856"/>
                <a:gd name="connsiteY12" fmla="*/ 169149 h 198411"/>
                <a:gd name="connsiteX13" fmla="*/ 99453 w 198856"/>
                <a:gd name="connsiteY13" fmla="*/ 154320 h 198411"/>
                <a:gd name="connsiteX14" fmla="*/ 99206 w 198856"/>
                <a:gd name="connsiteY14" fmla="*/ 183582 h 198411"/>
                <a:gd name="connsiteX15" fmla="*/ 26989 w 198856"/>
                <a:gd name="connsiteY15" fmla="*/ 183582 h 198411"/>
                <a:gd name="connsiteX16" fmla="*/ 19574 w 198856"/>
                <a:gd name="connsiteY16" fmla="*/ 190997 h 198411"/>
                <a:gd name="connsiteX17" fmla="*/ 26989 w 198856"/>
                <a:gd name="connsiteY17" fmla="*/ 198411 h 198411"/>
                <a:gd name="connsiteX18" fmla="*/ 99206 w 198856"/>
                <a:gd name="connsiteY18" fmla="*/ 198411 h 198411"/>
                <a:gd name="connsiteX19" fmla="*/ 106620 w 198856"/>
                <a:gd name="connsiteY19" fmla="*/ 190997 h 198411"/>
                <a:gd name="connsiteX20" fmla="*/ 99206 w 198856"/>
                <a:gd name="connsiteY20" fmla="*/ 183582 h 198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856" h="198411">
                  <a:moveTo>
                    <a:pt x="99403" y="154320"/>
                  </a:moveTo>
                  <a:lnTo>
                    <a:pt x="14829" y="154320"/>
                  </a:lnTo>
                  <a:lnTo>
                    <a:pt x="14829" y="14829"/>
                  </a:lnTo>
                  <a:lnTo>
                    <a:pt x="184027" y="14829"/>
                  </a:lnTo>
                  <a:lnTo>
                    <a:pt x="184027" y="113540"/>
                  </a:lnTo>
                  <a:lnTo>
                    <a:pt x="198856" y="113540"/>
                  </a:lnTo>
                  <a:lnTo>
                    <a:pt x="198856" y="12259"/>
                  </a:lnTo>
                  <a:cubicBezTo>
                    <a:pt x="198856" y="5488"/>
                    <a:pt x="193368" y="0"/>
                    <a:pt x="186597" y="0"/>
                  </a:cubicBezTo>
                  <a:lnTo>
                    <a:pt x="12259" y="0"/>
                  </a:lnTo>
                  <a:cubicBezTo>
                    <a:pt x="5488" y="0"/>
                    <a:pt x="0" y="5488"/>
                    <a:pt x="0" y="12259"/>
                  </a:cubicBezTo>
                  <a:lnTo>
                    <a:pt x="0" y="156890"/>
                  </a:lnTo>
                  <a:cubicBezTo>
                    <a:pt x="0" y="163660"/>
                    <a:pt x="5488" y="169149"/>
                    <a:pt x="12259" y="169149"/>
                  </a:cubicBezTo>
                  <a:lnTo>
                    <a:pt x="99453" y="169149"/>
                  </a:lnTo>
                  <a:lnTo>
                    <a:pt x="99453" y="154320"/>
                  </a:lnTo>
                  <a:close/>
                  <a:moveTo>
                    <a:pt x="99206" y="183582"/>
                  </a:moveTo>
                  <a:lnTo>
                    <a:pt x="26989" y="183582"/>
                  </a:lnTo>
                  <a:cubicBezTo>
                    <a:pt x="22886" y="183582"/>
                    <a:pt x="19574" y="186894"/>
                    <a:pt x="19574" y="190997"/>
                  </a:cubicBezTo>
                  <a:cubicBezTo>
                    <a:pt x="19574" y="195099"/>
                    <a:pt x="22886" y="198411"/>
                    <a:pt x="26989" y="198411"/>
                  </a:cubicBezTo>
                  <a:lnTo>
                    <a:pt x="99206" y="198411"/>
                  </a:lnTo>
                  <a:cubicBezTo>
                    <a:pt x="103308" y="198411"/>
                    <a:pt x="106620" y="195099"/>
                    <a:pt x="106620" y="190997"/>
                  </a:cubicBezTo>
                  <a:cubicBezTo>
                    <a:pt x="106620" y="186894"/>
                    <a:pt x="103308" y="183582"/>
                    <a:pt x="99206" y="183582"/>
                  </a:cubicBezTo>
                  <a:close/>
                </a:path>
              </a:pathLst>
            </a:custGeom>
            <a:solidFill>
              <a:schemeClr val="tx1"/>
            </a:solidFill>
            <a:ln w="223" cap="flat">
              <a:noFill/>
              <a:prstDash val="solid"/>
              <a:miter/>
            </a:ln>
          </p:spPr>
          <p:txBody>
            <a:bodyPr rtlCol="0" anchor="ctr"/>
            <a:lstStyle/>
            <a:p>
              <a:endParaRPr lang="zh-CN" altLang="en-US"/>
            </a:p>
          </p:txBody>
        </p:sp>
        <p:sp>
          <p:nvSpPr>
            <p:cNvPr id="43" name="任意多边形: 形状 42">
              <a:extLst>
                <a:ext uri="{FF2B5EF4-FFF2-40B4-BE49-F238E27FC236}">
                  <a16:creationId xmlns:a16="http://schemas.microsoft.com/office/drawing/2014/main" id="{298D7A14-634A-B5D7-2C2F-7F334F71C0D0}"/>
                </a:ext>
              </a:extLst>
            </p:cNvPr>
            <p:cNvSpPr/>
            <p:nvPr/>
          </p:nvSpPr>
          <p:spPr>
            <a:xfrm>
              <a:off x="2432515" y="1895500"/>
              <a:ext cx="96388" cy="94469"/>
            </a:xfrm>
            <a:custGeom>
              <a:avLst/>
              <a:gdLst>
                <a:gd name="connsiteX0" fmla="*/ 94658 w 96388"/>
                <a:gd name="connsiteY0" fmla="*/ 34363 h 94469"/>
                <a:gd name="connsiteX1" fmla="*/ 85593 w 96388"/>
                <a:gd name="connsiteY1" fmla="*/ 29149 h 94469"/>
                <a:gd name="connsiteX2" fmla="*/ 84130 w 96388"/>
                <a:gd name="connsiteY2" fmla="*/ 29717 h 94469"/>
                <a:gd name="connsiteX3" fmla="*/ 81114 w 96388"/>
                <a:gd name="connsiteY3" fmla="*/ 28876 h 94469"/>
                <a:gd name="connsiteX4" fmla="*/ 81942 w 96388"/>
                <a:gd name="connsiteY4" fmla="*/ 25769 h 94469"/>
                <a:gd name="connsiteX5" fmla="*/ 81955 w 96388"/>
                <a:gd name="connsiteY5" fmla="*/ 25762 h 94469"/>
                <a:gd name="connsiteX6" fmla="*/ 85514 w 96388"/>
                <a:gd name="connsiteY6" fmla="*/ 20473 h 94469"/>
                <a:gd name="connsiteX7" fmla="*/ 83635 w 96388"/>
                <a:gd name="connsiteY7" fmla="*/ 14393 h 94469"/>
                <a:gd name="connsiteX8" fmla="*/ 59513 w 96388"/>
                <a:gd name="connsiteY8" fmla="*/ 207 h 94469"/>
                <a:gd name="connsiteX9" fmla="*/ 53532 w 96388"/>
                <a:gd name="connsiteY9" fmla="*/ 1344 h 94469"/>
                <a:gd name="connsiteX10" fmla="*/ 50418 w 96388"/>
                <a:gd name="connsiteY10" fmla="*/ 6534 h 94469"/>
                <a:gd name="connsiteX11" fmla="*/ 48194 w 96388"/>
                <a:gd name="connsiteY11" fmla="*/ 8561 h 94469"/>
                <a:gd name="connsiteX12" fmla="*/ 45970 w 96388"/>
                <a:gd name="connsiteY12" fmla="*/ 6534 h 94469"/>
                <a:gd name="connsiteX13" fmla="*/ 42856 w 96388"/>
                <a:gd name="connsiteY13" fmla="*/ 1344 h 94469"/>
                <a:gd name="connsiteX14" fmla="*/ 36875 w 96388"/>
                <a:gd name="connsiteY14" fmla="*/ 207 h 94469"/>
                <a:gd name="connsiteX15" fmla="*/ 13494 w 96388"/>
                <a:gd name="connsiteY15" fmla="*/ 13603 h 94469"/>
                <a:gd name="connsiteX16" fmla="*/ 13692 w 96388"/>
                <a:gd name="connsiteY16" fmla="*/ 24082 h 94469"/>
                <a:gd name="connsiteX17" fmla="*/ 14087 w 96388"/>
                <a:gd name="connsiteY17" fmla="*/ 26850 h 94469"/>
                <a:gd name="connsiteX18" fmla="*/ 11418 w 96388"/>
                <a:gd name="connsiteY18" fmla="*/ 27888 h 94469"/>
                <a:gd name="connsiteX19" fmla="*/ 5783 w 96388"/>
                <a:gd name="connsiteY19" fmla="*/ 28382 h 94469"/>
                <a:gd name="connsiteX20" fmla="*/ 2125 w 96388"/>
                <a:gd name="connsiteY20" fmla="*/ 32732 h 94469"/>
                <a:gd name="connsiteX21" fmla="*/ 0 w 96388"/>
                <a:gd name="connsiteY21" fmla="*/ 46968 h 94469"/>
                <a:gd name="connsiteX22" fmla="*/ 1582 w 96388"/>
                <a:gd name="connsiteY22" fmla="*/ 59127 h 94469"/>
                <a:gd name="connsiteX23" fmla="*/ 10380 w 96388"/>
                <a:gd name="connsiteY23" fmla="*/ 64466 h 94469"/>
                <a:gd name="connsiteX24" fmla="*/ 12901 w 96388"/>
                <a:gd name="connsiteY24" fmla="*/ 65504 h 94469"/>
                <a:gd name="connsiteX25" fmla="*/ 12456 w 96388"/>
                <a:gd name="connsiteY25" fmla="*/ 68321 h 94469"/>
                <a:gd name="connsiteX26" fmla="*/ 11913 w 96388"/>
                <a:gd name="connsiteY26" fmla="*/ 78652 h 94469"/>
                <a:gd name="connsiteX27" fmla="*/ 34255 w 96388"/>
                <a:gd name="connsiteY27" fmla="*/ 93086 h 94469"/>
                <a:gd name="connsiteX28" fmla="*/ 40137 w 96388"/>
                <a:gd name="connsiteY28" fmla="*/ 92394 h 94469"/>
                <a:gd name="connsiteX29" fmla="*/ 43647 w 96388"/>
                <a:gd name="connsiteY29" fmla="*/ 87648 h 94469"/>
                <a:gd name="connsiteX30" fmla="*/ 45871 w 96388"/>
                <a:gd name="connsiteY30" fmla="*/ 85869 h 94469"/>
                <a:gd name="connsiteX31" fmla="*/ 48095 w 96388"/>
                <a:gd name="connsiteY31" fmla="*/ 87895 h 94469"/>
                <a:gd name="connsiteX32" fmla="*/ 55460 w 96388"/>
                <a:gd name="connsiteY32" fmla="*/ 94470 h 94469"/>
                <a:gd name="connsiteX33" fmla="*/ 56795 w 96388"/>
                <a:gd name="connsiteY33" fmla="*/ 94371 h 94469"/>
                <a:gd name="connsiteX34" fmla="*/ 81411 w 96388"/>
                <a:gd name="connsiteY34" fmla="*/ 81865 h 94469"/>
                <a:gd name="connsiteX35" fmla="*/ 81613 w 96388"/>
                <a:gd name="connsiteY35" fmla="*/ 71311 h 94469"/>
                <a:gd name="connsiteX36" fmla="*/ 80620 w 96388"/>
                <a:gd name="connsiteY36" fmla="*/ 70447 h 94469"/>
                <a:gd name="connsiteX37" fmla="*/ 79928 w 96388"/>
                <a:gd name="connsiteY37" fmla="*/ 67481 h 94469"/>
                <a:gd name="connsiteX38" fmla="*/ 83042 w 96388"/>
                <a:gd name="connsiteY38" fmla="*/ 66641 h 94469"/>
                <a:gd name="connsiteX39" fmla="*/ 89320 w 96388"/>
                <a:gd name="connsiteY39" fmla="*/ 67135 h 94469"/>
                <a:gd name="connsiteX40" fmla="*/ 93719 w 96388"/>
                <a:gd name="connsiteY40" fmla="*/ 62637 h 94469"/>
                <a:gd name="connsiteX41" fmla="*/ 96388 w 96388"/>
                <a:gd name="connsiteY41" fmla="*/ 46918 h 94469"/>
                <a:gd name="connsiteX42" fmla="*/ 94658 w 96388"/>
                <a:gd name="connsiteY42" fmla="*/ 34363 h 94469"/>
                <a:gd name="connsiteX43" fmla="*/ 81213 w 96388"/>
                <a:gd name="connsiteY43" fmla="*/ 51614 h 94469"/>
                <a:gd name="connsiteX44" fmla="*/ 67076 w 96388"/>
                <a:gd name="connsiteY44" fmla="*/ 60165 h 94469"/>
                <a:gd name="connsiteX45" fmla="*/ 66038 w 96388"/>
                <a:gd name="connsiteY45" fmla="*/ 75143 h 94469"/>
                <a:gd name="connsiteX46" fmla="*/ 59711 w 96388"/>
                <a:gd name="connsiteY46" fmla="*/ 78257 h 94469"/>
                <a:gd name="connsiteX47" fmla="*/ 45772 w 96388"/>
                <a:gd name="connsiteY47" fmla="*/ 71040 h 94469"/>
                <a:gd name="connsiteX48" fmla="*/ 33019 w 96388"/>
                <a:gd name="connsiteY48" fmla="*/ 76724 h 94469"/>
                <a:gd name="connsiteX49" fmla="*/ 26890 w 96388"/>
                <a:gd name="connsiteY49" fmla="*/ 72671 h 94469"/>
                <a:gd name="connsiteX50" fmla="*/ 25654 w 96388"/>
                <a:gd name="connsiteY50" fmla="*/ 58089 h 94469"/>
                <a:gd name="connsiteX51" fmla="*/ 14878 w 96388"/>
                <a:gd name="connsiteY51" fmla="*/ 50032 h 94469"/>
                <a:gd name="connsiteX52" fmla="*/ 15027 w 96388"/>
                <a:gd name="connsiteY52" fmla="*/ 42519 h 94469"/>
                <a:gd name="connsiteX53" fmla="*/ 28859 w 96388"/>
                <a:gd name="connsiteY53" fmla="*/ 22644 h 94469"/>
                <a:gd name="connsiteX54" fmla="*/ 28224 w 96388"/>
                <a:gd name="connsiteY54" fmla="*/ 20177 h 94469"/>
                <a:gd name="connsiteX55" fmla="*/ 34502 w 96388"/>
                <a:gd name="connsiteY55" fmla="*/ 16519 h 94469"/>
                <a:gd name="connsiteX56" fmla="*/ 48095 w 96388"/>
                <a:gd name="connsiteY56" fmla="*/ 23291 h 94469"/>
                <a:gd name="connsiteX57" fmla="*/ 61688 w 96388"/>
                <a:gd name="connsiteY57" fmla="*/ 16519 h 94469"/>
                <a:gd name="connsiteX58" fmla="*/ 67719 w 96388"/>
                <a:gd name="connsiteY58" fmla="*/ 20028 h 94469"/>
                <a:gd name="connsiteX59" fmla="*/ 68164 w 96388"/>
                <a:gd name="connsiteY59" fmla="*/ 36291 h 94469"/>
                <a:gd name="connsiteX60" fmla="*/ 81361 w 96388"/>
                <a:gd name="connsiteY60" fmla="*/ 44743 h 94469"/>
                <a:gd name="connsiteX61" fmla="*/ 81460 w 96388"/>
                <a:gd name="connsiteY61" fmla="*/ 46968 h 94469"/>
                <a:gd name="connsiteX62" fmla="*/ 81213 w 96388"/>
                <a:gd name="connsiteY62" fmla="*/ 51614 h 9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96388" h="94469">
                  <a:moveTo>
                    <a:pt x="94658" y="34363"/>
                  </a:moveTo>
                  <a:cubicBezTo>
                    <a:pt x="93594" y="30420"/>
                    <a:pt x="89536" y="28086"/>
                    <a:pt x="85593" y="29149"/>
                  </a:cubicBezTo>
                  <a:cubicBezTo>
                    <a:pt x="85086" y="29286"/>
                    <a:pt x="84596" y="29476"/>
                    <a:pt x="84130" y="29717"/>
                  </a:cubicBezTo>
                  <a:cubicBezTo>
                    <a:pt x="83042" y="30260"/>
                    <a:pt x="81707" y="29914"/>
                    <a:pt x="81114" y="28876"/>
                  </a:cubicBezTo>
                  <a:cubicBezTo>
                    <a:pt x="80485" y="27790"/>
                    <a:pt x="80856" y="26399"/>
                    <a:pt x="81942" y="25769"/>
                  </a:cubicBezTo>
                  <a:cubicBezTo>
                    <a:pt x="81947" y="25767"/>
                    <a:pt x="81951" y="25765"/>
                    <a:pt x="81955" y="25762"/>
                  </a:cubicBezTo>
                  <a:cubicBezTo>
                    <a:pt x="83882" y="24625"/>
                    <a:pt x="85168" y="22648"/>
                    <a:pt x="85514" y="20473"/>
                  </a:cubicBezTo>
                  <a:cubicBezTo>
                    <a:pt x="85860" y="18298"/>
                    <a:pt x="85118" y="16025"/>
                    <a:pt x="83635" y="14393"/>
                  </a:cubicBezTo>
                  <a:cubicBezTo>
                    <a:pt x="77160" y="7325"/>
                    <a:pt x="68806" y="2431"/>
                    <a:pt x="59513" y="207"/>
                  </a:cubicBezTo>
                  <a:cubicBezTo>
                    <a:pt x="57437" y="-287"/>
                    <a:pt x="55263" y="108"/>
                    <a:pt x="53532" y="1344"/>
                  </a:cubicBezTo>
                  <a:cubicBezTo>
                    <a:pt x="51802" y="2530"/>
                    <a:pt x="50666" y="4409"/>
                    <a:pt x="50418" y="6534"/>
                  </a:cubicBezTo>
                  <a:cubicBezTo>
                    <a:pt x="50270" y="7671"/>
                    <a:pt x="49331" y="8561"/>
                    <a:pt x="48194" y="8561"/>
                  </a:cubicBezTo>
                  <a:cubicBezTo>
                    <a:pt x="47057" y="8561"/>
                    <a:pt x="46118" y="7671"/>
                    <a:pt x="45970" y="6534"/>
                  </a:cubicBezTo>
                  <a:cubicBezTo>
                    <a:pt x="45723" y="4458"/>
                    <a:pt x="44586" y="2530"/>
                    <a:pt x="42856" y="1344"/>
                  </a:cubicBezTo>
                  <a:cubicBezTo>
                    <a:pt x="41126" y="158"/>
                    <a:pt x="38951" y="-287"/>
                    <a:pt x="36875" y="207"/>
                  </a:cubicBezTo>
                  <a:cubicBezTo>
                    <a:pt x="27964" y="2352"/>
                    <a:pt x="19851" y="7000"/>
                    <a:pt x="13494" y="13603"/>
                  </a:cubicBezTo>
                  <a:cubicBezTo>
                    <a:pt x="10657" y="16552"/>
                    <a:pt x="10746" y="21242"/>
                    <a:pt x="13692" y="24082"/>
                  </a:cubicBezTo>
                  <a:cubicBezTo>
                    <a:pt x="14335" y="24675"/>
                    <a:pt x="14730" y="25812"/>
                    <a:pt x="14087" y="26850"/>
                  </a:cubicBezTo>
                  <a:cubicBezTo>
                    <a:pt x="13494" y="27888"/>
                    <a:pt x="12259" y="28135"/>
                    <a:pt x="11418" y="27888"/>
                  </a:cubicBezTo>
                  <a:cubicBezTo>
                    <a:pt x="9540" y="27295"/>
                    <a:pt x="7513" y="27492"/>
                    <a:pt x="5783" y="28382"/>
                  </a:cubicBezTo>
                  <a:cubicBezTo>
                    <a:pt x="4053" y="29321"/>
                    <a:pt x="2719" y="30853"/>
                    <a:pt x="2125" y="32732"/>
                  </a:cubicBezTo>
                  <a:cubicBezTo>
                    <a:pt x="692" y="37329"/>
                    <a:pt x="0" y="42123"/>
                    <a:pt x="0" y="46968"/>
                  </a:cubicBezTo>
                  <a:cubicBezTo>
                    <a:pt x="0" y="50971"/>
                    <a:pt x="544" y="55025"/>
                    <a:pt x="1582" y="59127"/>
                  </a:cubicBezTo>
                  <a:cubicBezTo>
                    <a:pt x="2570" y="62983"/>
                    <a:pt x="6525" y="65355"/>
                    <a:pt x="10380" y="64466"/>
                  </a:cubicBezTo>
                  <a:cubicBezTo>
                    <a:pt x="11221" y="64268"/>
                    <a:pt x="12308" y="64515"/>
                    <a:pt x="12901" y="65504"/>
                  </a:cubicBezTo>
                  <a:cubicBezTo>
                    <a:pt x="13544" y="66591"/>
                    <a:pt x="13099" y="67728"/>
                    <a:pt x="12456" y="68321"/>
                  </a:cubicBezTo>
                  <a:cubicBezTo>
                    <a:pt x="9491" y="71040"/>
                    <a:pt x="9293" y="75637"/>
                    <a:pt x="11913" y="78652"/>
                  </a:cubicBezTo>
                  <a:cubicBezTo>
                    <a:pt x="17835" y="85491"/>
                    <a:pt x="25586" y="90498"/>
                    <a:pt x="34255" y="93086"/>
                  </a:cubicBezTo>
                  <a:cubicBezTo>
                    <a:pt x="36232" y="93679"/>
                    <a:pt x="38358" y="93432"/>
                    <a:pt x="40137" y="92394"/>
                  </a:cubicBezTo>
                  <a:cubicBezTo>
                    <a:pt x="41916" y="91356"/>
                    <a:pt x="43202" y="89626"/>
                    <a:pt x="43647" y="87648"/>
                  </a:cubicBezTo>
                  <a:cubicBezTo>
                    <a:pt x="43844" y="86808"/>
                    <a:pt x="44635" y="85869"/>
                    <a:pt x="45871" y="85869"/>
                  </a:cubicBezTo>
                  <a:cubicBezTo>
                    <a:pt x="47008" y="85869"/>
                    <a:pt x="47947" y="86759"/>
                    <a:pt x="48095" y="87895"/>
                  </a:cubicBezTo>
                  <a:cubicBezTo>
                    <a:pt x="48514" y="91645"/>
                    <a:pt x="51688" y="94478"/>
                    <a:pt x="55460" y="94470"/>
                  </a:cubicBezTo>
                  <a:cubicBezTo>
                    <a:pt x="55905" y="94470"/>
                    <a:pt x="56350" y="94420"/>
                    <a:pt x="56795" y="94371"/>
                  </a:cubicBezTo>
                  <a:cubicBezTo>
                    <a:pt x="66038" y="92690"/>
                    <a:pt x="74590" y="88390"/>
                    <a:pt x="81411" y="81865"/>
                  </a:cubicBezTo>
                  <a:cubicBezTo>
                    <a:pt x="84381" y="79007"/>
                    <a:pt x="84472" y="74282"/>
                    <a:pt x="81613" y="71311"/>
                  </a:cubicBezTo>
                  <a:cubicBezTo>
                    <a:pt x="81308" y="70995"/>
                    <a:pt x="80976" y="70705"/>
                    <a:pt x="80620" y="70447"/>
                  </a:cubicBezTo>
                  <a:cubicBezTo>
                    <a:pt x="79685" y="69767"/>
                    <a:pt x="79390" y="68504"/>
                    <a:pt x="79928" y="67481"/>
                  </a:cubicBezTo>
                  <a:cubicBezTo>
                    <a:pt x="80571" y="66409"/>
                    <a:pt x="81947" y="66037"/>
                    <a:pt x="83042" y="66641"/>
                  </a:cubicBezTo>
                  <a:cubicBezTo>
                    <a:pt x="84970" y="67728"/>
                    <a:pt x="87244" y="67926"/>
                    <a:pt x="89320" y="67135"/>
                  </a:cubicBezTo>
                  <a:cubicBezTo>
                    <a:pt x="91396" y="66344"/>
                    <a:pt x="92977" y="64713"/>
                    <a:pt x="93719" y="62637"/>
                  </a:cubicBezTo>
                  <a:cubicBezTo>
                    <a:pt x="95498" y="57496"/>
                    <a:pt x="96388" y="52207"/>
                    <a:pt x="96388" y="46918"/>
                  </a:cubicBezTo>
                  <a:cubicBezTo>
                    <a:pt x="96388" y="42766"/>
                    <a:pt x="95795" y="38565"/>
                    <a:pt x="94658" y="34363"/>
                  </a:cubicBezTo>
                  <a:close/>
                  <a:moveTo>
                    <a:pt x="81213" y="51614"/>
                  </a:moveTo>
                  <a:cubicBezTo>
                    <a:pt x="75529" y="51861"/>
                    <a:pt x="70091" y="54876"/>
                    <a:pt x="67076" y="60165"/>
                  </a:cubicBezTo>
                  <a:cubicBezTo>
                    <a:pt x="64358" y="64911"/>
                    <a:pt x="64110" y="70397"/>
                    <a:pt x="66038" y="75143"/>
                  </a:cubicBezTo>
                  <a:cubicBezTo>
                    <a:pt x="64061" y="76428"/>
                    <a:pt x="61936" y="77466"/>
                    <a:pt x="59711" y="78257"/>
                  </a:cubicBezTo>
                  <a:cubicBezTo>
                    <a:pt x="56517" y="73725"/>
                    <a:pt x="51316" y="71032"/>
                    <a:pt x="45772" y="71040"/>
                  </a:cubicBezTo>
                  <a:cubicBezTo>
                    <a:pt x="40730" y="71040"/>
                    <a:pt x="36183" y="73165"/>
                    <a:pt x="33019" y="76724"/>
                  </a:cubicBezTo>
                  <a:cubicBezTo>
                    <a:pt x="30844" y="75587"/>
                    <a:pt x="28768" y="74253"/>
                    <a:pt x="26890" y="72671"/>
                  </a:cubicBezTo>
                  <a:cubicBezTo>
                    <a:pt x="28669" y="68025"/>
                    <a:pt x="28323" y="62686"/>
                    <a:pt x="25654" y="58089"/>
                  </a:cubicBezTo>
                  <a:cubicBezTo>
                    <a:pt x="23326" y="54034"/>
                    <a:pt x="19427" y="51118"/>
                    <a:pt x="14878" y="50032"/>
                  </a:cubicBezTo>
                  <a:cubicBezTo>
                    <a:pt x="14638" y="47530"/>
                    <a:pt x="14688" y="45009"/>
                    <a:pt x="15027" y="42519"/>
                  </a:cubicBezTo>
                  <a:cubicBezTo>
                    <a:pt x="24335" y="40850"/>
                    <a:pt x="30528" y="31952"/>
                    <a:pt x="28859" y="22644"/>
                  </a:cubicBezTo>
                  <a:cubicBezTo>
                    <a:pt x="28709" y="21807"/>
                    <a:pt x="28497" y="20982"/>
                    <a:pt x="28224" y="20177"/>
                  </a:cubicBezTo>
                  <a:cubicBezTo>
                    <a:pt x="30202" y="18743"/>
                    <a:pt x="32278" y="17507"/>
                    <a:pt x="34502" y="16519"/>
                  </a:cubicBezTo>
                  <a:cubicBezTo>
                    <a:pt x="37666" y="20671"/>
                    <a:pt x="42608" y="23291"/>
                    <a:pt x="48095" y="23291"/>
                  </a:cubicBezTo>
                  <a:cubicBezTo>
                    <a:pt x="53582" y="23291"/>
                    <a:pt x="58574" y="20671"/>
                    <a:pt x="61688" y="16519"/>
                  </a:cubicBezTo>
                  <a:cubicBezTo>
                    <a:pt x="63814" y="17458"/>
                    <a:pt x="65840" y="18644"/>
                    <a:pt x="67719" y="20028"/>
                  </a:cubicBezTo>
                  <a:cubicBezTo>
                    <a:pt x="65247" y="25021"/>
                    <a:pt x="65198" y="31150"/>
                    <a:pt x="68164" y="36291"/>
                  </a:cubicBezTo>
                  <a:cubicBezTo>
                    <a:pt x="70917" y="41096"/>
                    <a:pt x="75845" y="44252"/>
                    <a:pt x="81361" y="44743"/>
                  </a:cubicBezTo>
                  <a:cubicBezTo>
                    <a:pt x="81411" y="45485"/>
                    <a:pt x="81460" y="46226"/>
                    <a:pt x="81460" y="46968"/>
                  </a:cubicBezTo>
                  <a:cubicBezTo>
                    <a:pt x="81559" y="48500"/>
                    <a:pt x="81460" y="50032"/>
                    <a:pt x="81213" y="51614"/>
                  </a:cubicBezTo>
                  <a:close/>
                </a:path>
              </a:pathLst>
            </a:custGeom>
            <a:solidFill>
              <a:schemeClr val="tx1"/>
            </a:solidFill>
            <a:ln w="223" cap="flat">
              <a:noFill/>
              <a:prstDash val="solid"/>
              <a:miter/>
            </a:ln>
          </p:spPr>
          <p:txBody>
            <a:bodyPr rtlCol="0" anchor="ctr"/>
            <a:lstStyle/>
            <a:p>
              <a:endParaRPr lang="zh-CN" altLang="en-US"/>
            </a:p>
          </p:txBody>
        </p:sp>
        <p:sp>
          <p:nvSpPr>
            <p:cNvPr id="44" name="任意多边形: 形状 43">
              <a:extLst>
                <a:ext uri="{FF2B5EF4-FFF2-40B4-BE49-F238E27FC236}">
                  <a16:creationId xmlns:a16="http://schemas.microsoft.com/office/drawing/2014/main" id="{2324EBCC-1FC5-B69D-3228-A2B66CAC611E}"/>
                </a:ext>
              </a:extLst>
            </p:cNvPr>
            <p:cNvSpPr/>
            <p:nvPr/>
          </p:nvSpPr>
          <p:spPr>
            <a:xfrm>
              <a:off x="2363511" y="1817707"/>
              <a:ext cx="138205" cy="145719"/>
            </a:xfrm>
            <a:custGeom>
              <a:avLst/>
              <a:gdLst>
                <a:gd name="connsiteX0" fmla="*/ 117198 w 138205"/>
                <a:gd name="connsiteY0" fmla="*/ 103704 h 145719"/>
                <a:gd name="connsiteX1" fmla="*/ 96190 w 138205"/>
                <a:gd name="connsiteY1" fmla="*/ 124711 h 145719"/>
                <a:gd name="connsiteX2" fmla="*/ 117198 w 138205"/>
                <a:gd name="connsiteY2" fmla="*/ 145719 h 145719"/>
                <a:gd name="connsiteX3" fmla="*/ 138206 w 138205"/>
                <a:gd name="connsiteY3" fmla="*/ 124711 h 145719"/>
                <a:gd name="connsiteX4" fmla="*/ 117198 w 138205"/>
                <a:gd name="connsiteY4" fmla="*/ 103704 h 145719"/>
                <a:gd name="connsiteX5" fmla="*/ 117198 w 138205"/>
                <a:gd name="connsiteY5" fmla="*/ 130940 h 145719"/>
                <a:gd name="connsiteX6" fmla="*/ 111018 w 138205"/>
                <a:gd name="connsiteY6" fmla="*/ 124762 h 145719"/>
                <a:gd name="connsiteX7" fmla="*/ 117196 w 138205"/>
                <a:gd name="connsiteY7" fmla="*/ 118582 h 145719"/>
                <a:gd name="connsiteX8" fmla="*/ 117198 w 138205"/>
                <a:gd name="connsiteY8" fmla="*/ 118582 h 145719"/>
                <a:gd name="connsiteX9" fmla="*/ 123376 w 138205"/>
                <a:gd name="connsiteY9" fmla="*/ 124762 h 145719"/>
                <a:gd name="connsiteX10" fmla="*/ 117198 w 138205"/>
                <a:gd name="connsiteY10" fmla="*/ 130940 h 145719"/>
                <a:gd name="connsiteX11" fmla="*/ 0 w 138205"/>
                <a:gd name="connsiteY11" fmla="*/ 7414 h 145719"/>
                <a:gd name="connsiteX12" fmla="*/ 0 w 138205"/>
                <a:gd name="connsiteY12" fmla="*/ 95004 h 145719"/>
                <a:gd name="connsiteX13" fmla="*/ 7414 w 138205"/>
                <a:gd name="connsiteY13" fmla="*/ 102419 h 145719"/>
                <a:gd name="connsiteX14" fmla="*/ 14829 w 138205"/>
                <a:gd name="connsiteY14" fmla="*/ 95004 h 145719"/>
                <a:gd name="connsiteX15" fmla="*/ 14829 w 138205"/>
                <a:gd name="connsiteY15" fmla="*/ 7414 h 145719"/>
                <a:gd name="connsiteX16" fmla="*/ 7414 w 138205"/>
                <a:gd name="connsiteY16" fmla="*/ 0 h 145719"/>
                <a:gd name="connsiteX17" fmla="*/ 0 w 138205"/>
                <a:gd name="connsiteY17" fmla="*/ 7414 h 145719"/>
                <a:gd name="connsiteX18" fmla="*/ 30646 w 138205"/>
                <a:gd name="connsiteY18" fmla="*/ 7414 h 145719"/>
                <a:gd name="connsiteX19" fmla="*/ 30646 w 138205"/>
                <a:gd name="connsiteY19" fmla="*/ 58426 h 145719"/>
                <a:gd name="connsiteX20" fmla="*/ 38061 w 138205"/>
                <a:gd name="connsiteY20" fmla="*/ 65840 h 145719"/>
                <a:gd name="connsiteX21" fmla="*/ 45475 w 138205"/>
                <a:gd name="connsiteY21" fmla="*/ 58426 h 145719"/>
                <a:gd name="connsiteX22" fmla="*/ 45475 w 138205"/>
                <a:gd name="connsiteY22" fmla="*/ 7414 h 145719"/>
                <a:gd name="connsiteX23" fmla="*/ 38061 w 138205"/>
                <a:gd name="connsiteY23" fmla="*/ 0 h 145719"/>
                <a:gd name="connsiteX24" fmla="*/ 30646 w 138205"/>
                <a:gd name="connsiteY24" fmla="*/ 7414 h 145719"/>
                <a:gd name="connsiteX25" fmla="*/ 61244 w 138205"/>
                <a:gd name="connsiteY25" fmla="*/ 7414 h 145719"/>
                <a:gd name="connsiteX26" fmla="*/ 61244 w 138205"/>
                <a:gd name="connsiteY26" fmla="*/ 58426 h 145719"/>
                <a:gd name="connsiteX27" fmla="*/ 68658 w 138205"/>
                <a:gd name="connsiteY27" fmla="*/ 65840 h 145719"/>
                <a:gd name="connsiteX28" fmla="*/ 76072 w 138205"/>
                <a:gd name="connsiteY28" fmla="*/ 58426 h 145719"/>
                <a:gd name="connsiteX29" fmla="*/ 76072 w 138205"/>
                <a:gd name="connsiteY29" fmla="*/ 7414 h 145719"/>
                <a:gd name="connsiteX30" fmla="*/ 68658 w 138205"/>
                <a:gd name="connsiteY30" fmla="*/ 0 h 145719"/>
                <a:gd name="connsiteX31" fmla="*/ 61244 w 138205"/>
                <a:gd name="connsiteY31" fmla="*/ 7414 h 1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8205" h="145719">
                  <a:moveTo>
                    <a:pt x="117198" y="103704"/>
                  </a:moveTo>
                  <a:cubicBezTo>
                    <a:pt x="105631" y="103704"/>
                    <a:pt x="96190" y="113145"/>
                    <a:pt x="96190" y="124711"/>
                  </a:cubicBezTo>
                  <a:cubicBezTo>
                    <a:pt x="96190" y="136278"/>
                    <a:pt x="105631" y="145719"/>
                    <a:pt x="117198" y="145719"/>
                  </a:cubicBezTo>
                  <a:cubicBezTo>
                    <a:pt x="128765" y="145719"/>
                    <a:pt x="138206" y="136278"/>
                    <a:pt x="138206" y="124711"/>
                  </a:cubicBezTo>
                  <a:cubicBezTo>
                    <a:pt x="138206" y="113145"/>
                    <a:pt x="128765" y="103704"/>
                    <a:pt x="117198" y="103704"/>
                  </a:cubicBezTo>
                  <a:close/>
                  <a:moveTo>
                    <a:pt x="117198" y="130940"/>
                  </a:moveTo>
                  <a:cubicBezTo>
                    <a:pt x="113786" y="130940"/>
                    <a:pt x="111019" y="128174"/>
                    <a:pt x="111018" y="124762"/>
                  </a:cubicBezTo>
                  <a:cubicBezTo>
                    <a:pt x="111017" y="121350"/>
                    <a:pt x="113783" y="118583"/>
                    <a:pt x="117196" y="118582"/>
                  </a:cubicBezTo>
                  <a:cubicBezTo>
                    <a:pt x="117196" y="118582"/>
                    <a:pt x="117197" y="118582"/>
                    <a:pt x="117198" y="118582"/>
                  </a:cubicBezTo>
                  <a:cubicBezTo>
                    <a:pt x="120610" y="118583"/>
                    <a:pt x="123376" y="121350"/>
                    <a:pt x="123376" y="124762"/>
                  </a:cubicBezTo>
                  <a:cubicBezTo>
                    <a:pt x="123375" y="128173"/>
                    <a:pt x="120610" y="130939"/>
                    <a:pt x="117198" y="130940"/>
                  </a:cubicBezTo>
                  <a:close/>
                  <a:moveTo>
                    <a:pt x="0" y="7414"/>
                  </a:moveTo>
                  <a:lnTo>
                    <a:pt x="0" y="95004"/>
                  </a:lnTo>
                  <a:cubicBezTo>
                    <a:pt x="0" y="99107"/>
                    <a:pt x="3312" y="102419"/>
                    <a:pt x="7414" y="102419"/>
                  </a:cubicBezTo>
                  <a:cubicBezTo>
                    <a:pt x="11517" y="102419"/>
                    <a:pt x="14829" y="99107"/>
                    <a:pt x="14829" y="95004"/>
                  </a:cubicBezTo>
                  <a:lnTo>
                    <a:pt x="14829" y="7414"/>
                  </a:lnTo>
                  <a:cubicBezTo>
                    <a:pt x="14829" y="3312"/>
                    <a:pt x="11517" y="0"/>
                    <a:pt x="7414" y="0"/>
                  </a:cubicBezTo>
                  <a:cubicBezTo>
                    <a:pt x="3312" y="0"/>
                    <a:pt x="0" y="3312"/>
                    <a:pt x="0" y="7414"/>
                  </a:cubicBezTo>
                  <a:close/>
                  <a:moveTo>
                    <a:pt x="30646" y="7414"/>
                  </a:moveTo>
                  <a:lnTo>
                    <a:pt x="30646" y="58426"/>
                  </a:lnTo>
                  <a:cubicBezTo>
                    <a:pt x="30646" y="62529"/>
                    <a:pt x="33958" y="65840"/>
                    <a:pt x="38061" y="65840"/>
                  </a:cubicBezTo>
                  <a:cubicBezTo>
                    <a:pt x="42164" y="65840"/>
                    <a:pt x="45475" y="62529"/>
                    <a:pt x="45475" y="58426"/>
                  </a:cubicBezTo>
                  <a:lnTo>
                    <a:pt x="45475" y="7414"/>
                  </a:lnTo>
                  <a:cubicBezTo>
                    <a:pt x="45475" y="3312"/>
                    <a:pt x="42164" y="0"/>
                    <a:pt x="38061" y="0"/>
                  </a:cubicBezTo>
                  <a:cubicBezTo>
                    <a:pt x="33958" y="0"/>
                    <a:pt x="30646" y="3312"/>
                    <a:pt x="30646" y="7414"/>
                  </a:cubicBezTo>
                  <a:close/>
                  <a:moveTo>
                    <a:pt x="61244" y="7414"/>
                  </a:moveTo>
                  <a:lnTo>
                    <a:pt x="61244" y="58426"/>
                  </a:lnTo>
                  <a:cubicBezTo>
                    <a:pt x="61244" y="62529"/>
                    <a:pt x="64555" y="65840"/>
                    <a:pt x="68658" y="65840"/>
                  </a:cubicBezTo>
                  <a:cubicBezTo>
                    <a:pt x="72761" y="65840"/>
                    <a:pt x="76072" y="62529"/>
                    <a:pt x="76072" y="58426"/>
                  </a:cubicBezTo>
                  <a:lnTo>
                    <a:pt x="76072" y="7414"/>
                  </a:lnTo>
                  <a:cubicBezTo>
                    <a:pt x="76072" y="3312"/>
                    <a:pt x="72761" y="0"/>
                    <a:pt x="68658" y="0"/>
                  </a:cubicBezTo>
                  <a:cubicBezTo>
                    <a:pt x="64555" y="0"/>
                    <a:pt x="61244" y="3312"/>
                    <a:pt x="61244" y="7414"/>
                  </a:cubicBezTo>
                  <a:close/>
                </a:path>
              </a:pathLst>
            </a:custGeom>
            <a:solidFill>
              <a:schemeClr val="tx1"/>
            </a:solidFill>
            <a:ln w="223" cap="flat">
              <a:noFill/>
              <a:prstDash val="solid"/>
              <a:miter/>
            </a:ln>
          </p:spPr>
          <p:txBody>
            <a:bodyPr rtlCol="0" anchor="ctr"/>
            <a:lstStyle/>
            <a:p>
              <a:endParaRPr lang="zh-CN" altLang="en-US"/>
            </a:p>
          </p:txBody>
        </p:sp>
      </p:grpSp>
      <p:grpSp>
        <p:nvGrpSpPr>
          <p:cNvPr id="53" name="组合 52">
            <a:extLst>
              <a:ext uri="{FF2B5EF4-FFF2-40B4-BE49-F238E27FC236}">
                <a16:creationId xmlns:a16="http://schemas.microsoft.com/office/drawing/2014/main" id="{2DC9B92C-EA29-3B6A-7BEF-A8E6A0A1EE26}"/>
              </a:ext>
            </a:extLst>
          </p:cNvPr>
          <p:cNvGrpSpPr/>
          <p:nvPr/>
        </p:nvGrpSpPr>
        <p:grpSpPr>
          <a:xfrm>
            <a:off x="5995652" y="3046843"/>
            <a:ext cx="200694" cy="192524"/>
            <a:chOff x="2331520" y="1793758"/>
            <a:chExt cx="200694" cy="192524"/>
          </a:xfrm>
        </p:grpSpPr>
        <p:sp>
          <p:nvSpPr>
            <p:cNvPr id="51" name="任意多边形: 形状 50">
              <a:extLst>
                <a:ext uri="{FF2B5EF4-FFF2-40B4-BE49-F238E27FC236}">
                  <a16:creationId xmlns:a16="http://schemas.microsoft.com/office/drawing/2014/main" id="{F875531B-413D-CEE9-4670-1D0067E1B924}"/>
                </a:ext>
              </a:extLst>
            </p:cNvPr>
            <p:cNvSpPr/>
            <p:nvPr/>
          </p:nvSpPr>
          <p:spPr>
            <a:xfrm>
              <a:off x="2331520" y="1793758"/>
              <a:ext cx="200694" cy="192524"/>
            </a:xfrm>
            <a:custGeom>
              <a:avLst/>
              <a:gdLst>
                <a:gd name="connsiteX0" fmla="*/ 0 w 200694"/>
                <a:gd name="connsiteY0" fmla="*/ 14829 h 192524"/>
                <a:gd name="connsiteX1" fmla="*/ 14829 w 200694"/>
                <a:gd name="connsiteY1" fmla="*/ 0 h 192524"/>
                <a:gd name="connsiteX2" fmla="*/ 185866 w 200694"/>
                <a:gd name="connsiteY2" fmla="*/ 0 h 192524"/>
                <a:gd name="connsiteX3" fmla="*/ 200695 w 200694"/>
                <a:gd name="connsiteY3" fmla="*/ 14829 h 192524"/>
                <a:gd name="connsiteX4" fmla="*/ 200695 w 200694"/>
                <a:gd name="connsiteY4" fmla="*/ 177695 h 192524"/>
                <a:gd name="connsiteX5" fmla="*/ 185866 w 200694"/>
                <a:gd name="connsiteY5" fmla="*/ 192524 h 192524"/>
                <a:gd name="connsiteX6" fmla="*/ 14829 w 200694"/>
                <a:gd name="connsiteY6" fmla="*/ 192524 h 192524"/>
                <a:gd name="connsiteX7" fmla="*/ 0 w 200694"/>
                <a:gd name="connsiteY7" fmla="*/ 177695 h 192524"/>
                <a:gd name="connsiteX8" fmla="*/ 0 w 200694"/>
                <a:gd name="connsiteY8" fmla="*/ 14829 h 192524"/>
                <a:gd name="connsiteX9" fmla="*/ 14829 w 200694"/>
                <a:gd name="connsiteY9" fmla="*/ 14829 h 192524"/>
                <a:gd name="connsiteX10" fmla="*/ 14829 w 200694"/>
                <a:gd name="connsiteY10" fmla="*/ 41425 h 192524"/>
                <a:gd name="connsiteX11" fmla="*/ 185866 w 200694"/>
                <a:gd name="connsiteY11" fmla="*/ 41425 h 192524"/>
                <a:gd name="connsiteX12" fmla="*/ 185866 w 200694"/>
                <a:gd name="connsiteY12" fmla="*/ 14836 h 192524"/>
                <a:gd name="connsiteX13" fmla="*/ 14829 w 200694"/>
                <a:gd name="connsiteY13" fmla="*/ 14836 h 192524"/>
                <a:gd name="connsiteX14" fmla="*/ 185866 w 200694"/>
                <a:gd name="connsiteY14" fmla="*/ 56261 h 192524"/>
                <a:gd name="connsiteX15" fmla="*/ 14829 w 200694"/>
                <a:gd name="connsiteY15" fmla="*/ 56261 h 192524"/>
                <a:gd name="connsiteX16" fmla="*/ 14829 w 200694"/>
                <a:gd name="connsiteY16" fmla="*/ 177703 h 192524"/>
                <a:gd name="connsiteX17" fmla="*/ 185866 w 200694"/>
                <a:gd name="connsiteY17" fmla="*/ 177703 h 192524"/>
                <a:gd name="connsiteX18" fmla="*/ 185866 w 200694"/>
                <a:gd name="connsiteY18" fmla="*/ 56254 h 192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0694" h="192524">
                  <a:moveTo>
                    <a:pt x="0" y="14829"/>
                  </a:moveTo>
                  <a:cubicBezTo>
                    <a:pt x="0" y="6639"/>
                    <a:pt x="6639" y="0"/>
                    <a:pt x="14829" y="0"/>
                  </a:cubicBezTo>
                  <a:lnTo>
                    <a:pt x="185866" y="0"/>
                  </a:lnTo>
                  <a:cubicBezTo>
                    <a:pt x="194056" y="0"/>
                    <a:pt x="200695" y="6639"/>
                    <a:pt x="200695" y="14829"/>
                  </a:cubicBezTo>
                  <a:lnTo>
                    <a:pt x="200695" y="177695"/>
                  </a:lnTo>
                  <a:cubicBezTo>
                    <a:pt x="200695" y="185885"/>
                    <a:pt x="194056" y="192524"/>
                    <a:pt x="185866" y="192524"/>
                  </a:cubicBezTo>
                  <a:lnTo>
                    <a:pt x="14829" y="192524"/>
                  </a:lnTo>
                  <a:cubicBezTo>
                    <a:pt x="6639" y="192524"/>
                    <a:pt x="0" y="185885"/>
                    <a:pt x="0" y="177695"/>
                  </a:cubicBezTo>
                  <a:lnTo>
                    <a:pt x="0" y="14829"/>
                  </a:lnTo>
                  <a:close/>
                  <a:moveTo>
                    <a:pt x="14829" y="14829"/>
                  </a:moveTo>
                  <a:lnTo>
                    <a:pt x="14829" y="41425"/>
                  </a:lnTo>
                  <a:lnTo>
                    <a:pt x="185866" y="41425"/>
                  </a:lnTo>
                  <a:lnTo>
                    <a:pt x="185866" y="14836"/>
                  </a:lnTo>
                  <a:lnTo>
                    <a:pt x="14829" y="14836"/>
                  </a:lnTo>
                  <a:close/>
                  <a:moveTo>
                    <a:pt x="185866" y="56261"/>
                  </a:moveTo>
                  <a:lnTo>
                    <a:pt x="14829" y="56261"/>
                  </a:lnTo>
                  <a:lnTo>
                    <a:pt x="14829" y="177703"/>
                  </a:lnTo>
                  <a:lnTo>
                    <a:pt x="185866" y="177703"/>
                  </a:lnTo>
                  <a:lnTo>
                    <a:pt x="185866" y="56254"/>
                  </a:lnTo>
                  <a:close/>
                </a:path>
              </a:pathLst>
            </a:custGeom>
            <a:solidFill>
              <a:schemeClr val="tx1"/>
            </a:solidFill>
            <a:ln w="223" cap="flat">
              <a:noFill/>
              <a:prstDash val="solid"/>
              <a:miter/>
            </a:ln>
          </p:spPr>
          <p:txBody>
            <a:bodyPr rtlCol="0" anchor="ctr"/>
            <a:lstStyle/>
            <a:p>
              <a:endParaRPr lang="zh-CN" altLang="en-US"/>
            </a:p>
          </p:txBody>
        </p:sp>
        <p:sp>
          <p:nvSpPr>
            <p:cNvPr id="52" name="任意多边形: 形状 51">
              <a:extLst>
                <a:ext uri="{FF2B5EF4-FFF2-40B4-BE49-F238E27FC236}">
                  <a16:creationId xmlns:a16="http://schemas.microsoft.com/office/drawing/2014/main" id="{4E086871-67BA-CD15-A323-F8EBA7073239}"/>
                </a:ext>
              </a:extLst>
            </p:cNvPr>
            <p:cNvSpPr/>
            <p:nvPr/>
          </p:nvSpPr>
          <p:spPr>
            <a:xfrm>
              <a:off x="2359116" y="1868096"/>
              <a:ext cx="145502" cy="80114"/>
            </a:xfrm>
            <a:custGeom>
              <a:avLst/>
              <a:gdLst>
                <a:gd name="connsiteX0" fmla="*/ 99488 w 145502"/>
                <a:gd name="connsiteY0" fmla="*/ 13376 h 80114"/>
                <a:gd name="connsiteX1" fmla="*/ 100971 w 145502"/>
                <a:gd name="connsiteY1" fmla="*/ 23756 h 80114"/>
                <a:gd name="connsiteX2" fmla="*/ 125735 w 145502"/>
                <a:gd name="connsiteY2" fmla="*/ 42329 h 80114"/>
                <a:gd name="connsiteX3" fmla="*/ 100971 w 145502"/>
                <a:gd name="connsiteY3" fmla="*/ 60902 h 80114"/>
                <a:gd name="connsiteX4" fmla="*/ 99488 w 145502"/>
                <a:gd name="connsiteY4" fmla="*/ 71283 h 80114"/>
                <a:gd name="connsiteX5" fmla="*/ 109868 w 145502"/>
                <a:gd name="connsiteY5" fmla="*/ 72765 h 80114"/>
                <a:gd name="connsiteX6" fmla="*/ 142536 w 145502"/>
                <a:gd name="connsiteY6" fmla="*/ 48261 h 80114"/>
                <a:gd name="connsiteX7" fmla="*/ 144019 w 145502"/>
                <a:gd name="connsiteY7" fmla="*/ 37880 h 80114"/>
                <a:gd name="connsiteX8" fmla="*/ 142536 w 145502"/>
                <a:gd name="connsiteY8" fmla="*/ 36397 h 80114"/>
                <a:gd name="connsiteX9" fmla="*/ 109868 w 145502"/>
                <a:gd name="connsiteY9" fmla="*/ 11893 h 80114"/>
                <a:gd name="connsiteX10" fmla="*/ 99488 w 145502"/>
                <a:gd name="connsiteY10" fmla="*/ 13376 h 80114"/>
                <a:gd name="connsiteX11" fmla="*/ 92400 w 145502"/>
                <a:gd name="connsiteY11" fmla="*/ 778 h 80114"/>
                <a:gd name="connsiteX12" fmla="*/ 95715 w 145502"/>
                <a:gd name="connsiteY12" fmla="*/ 10726 h 80114"/>
                <a:gd name="connsiteX13" fmla="*/ 95714 w 145502"/>
                <a:gd name="connsiteY13" fmla="*/ 10729 h 80114"/>
                <a:gd name="connsiteX14" fmla="*/ 63046 w 145502"/>
                <a:gd name="connsiteY14" fmla="*/ 76065 h 80114"/>
                <a:gd name="connsiteX15" fmla="*/ 53073 w 145502"/>
                <a:gd name="connsiteY15" fmla="*/ 79305 h 80114"/>
                <a:gd name="connsiteX16" fmla="*/ 49781 w 145502"/>
                <a:gd name="connsiteY16" fmla="*/ 69436 h 80114"/>
                <a:gd name="connsiteX17" fmla="*/ 82449 w 145502"/>
                <a:gd name="connsiteY17" fmla="*/ 4100 h 80114"/>
                <a:gd name="connsiteX18" fmla="*/ 92397 w 145502"/>
                <a:gd name="connsiteY18" fmla="*/ 784 h 80114"/>
                <a:gd name="connsiteX19" fmla="*/ 92400 w 145502"/>
                <a:gd name="connsiteY19" fmla="*/ 786 h 80114"/>
                <a:gd name="connsiteX20" fmla="*/ 46015 w 145502"/>
                <a:gd name="connsiteY20" fmla="*/ 13376 h 80114"/>
                <a:gd name="connsiteX21" fmla="*/ 35634 w 145502"/>
                <a:gd name="connsiteY21" fmla="*/ 11893 h 80114"/>
                <a:gd name="connsiteX22" fmla="*/ 2966 w 145502"/>
                <a:gd name="connsiteY22" fmla="*/ 36397 h 80114"/>
                <a:gd name="connsiteX23" fmla="*/ 1483 w 145502"/>
                <a:gd name="connsiteY23" fmla="*/ 46778 h 80114"/>
                <a:gd name="connsiteX24" fmla="*/ 2966 w 145502"/>
                <a:gd name="connsiteY24" fmla="*/ 48261 h 80114"/>
                <a:gd name="connsiteX25" fmla="*/ 35634 w 145502"/>
                <a:gd name="connsiteY25" fmla="*/ 72765 h 80114"/>
                <a:gd name="connsiteX26" fmla="*/ 46015 w 145502"/>
                <a:gd name="connsiteY26" fmla="*/ 71283 h 80114"/>
                <a:gd name="connsiteX27" fmla="*/ 44532 w 145502"/>
                <a:gd name="connsiteY27" fmla="*/ 60902 h 80114"/>
                <a:gd name="connsiteX28" fmla="*/ 19767 w 145502"/>
                <a:gd name="connsiteY28" fmla="*/ 42329 h 80114"/>
                <a:gd name="connsiteX29" fmla="*/ 44532 w 145502"/>
                <a:gd name="connsiteY29" fmla="*/ 23756 h 80114"/>
                <a:gd name="connsiteX30" fmla="*/ 46015 w 145502"/>
                <a:gd name="connsiteY30" fmla="*/ 13376 h 8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5502" h="80114">
                  <a:moveTo>
                    <a:pt x="99488" y="13376"/>
                  </a:moveTo>
                  <a:cubicBezTo>
                    <a:pt x="97031" y="16651"/>
                    <a:pt x="97695" y="21299"/>
                    <a:pt x="100971" y="23756"/>
                  </a:cubicBezTo>
                  <a:lnTo>
                    <a:pt x="125735" y="42329"/>
                  </a:lnTo>
                  <a:lnTo>
                    <a:pt x="100971" y="60902"/>
                  </a:lnTo>
                  <a:cubicBezTo>
                    <a:pt x="97695" y="63359"/>
                    <a:pt x="97031" y="68007"/>
                    <a:pt x="99488" y="71283"/>
                  </a:cubicBezTo>
                  <a:cubicBezTo>
                    <a:pt x="101945" y="74558"/>
                    <a:pt x="106592" y="75222"/>
                    <a:pt x="109868" y="72765"/>
                  </a:cubicBezTo>
                  <a:lnTo>
                    <a:pt x="142536" y="48261"/>
                  </a:lnTo>
                  <a:cubicBezTo>
                    <a:pt x="145812" y="45804"/>
                    <a:pt x="146476" y="41156"/>
                    <a:pt x="144019" y="37880"/>
                  </a:cubicBezTo>
                  <a:cubicBezTo>
                    <a:pt x="143598" y="37318"/>
                    <a:pt x="143098" y="36819"/>
                    <a:pt x="142536" y="36397"/>
                  </a:cubicBezTo>
                  <a:lnTo>
                    <a:pt x="109868" y="11893"/>
                  </a:lnTo>
                  <a:cubicBezTo>
                    <a:pt x="106592" y="9436"/>
                    <a:pt x="101945" y="10100"/>
                    <a:pt x="99488" y="13376"/>
                  </a:cubicBezTo>
                  <a:close/>
                  <a:moveTo>
                    <a:pt x="92400" y="778"/>
                  </a:moveTo>
                  <a:cubicBezTo>
                    <a:pt x="96062" y="2610"/>
                    <a:pt x="97547" y="7063"/>
                    <a:pt x="95715" y="10726"/>
                  </a:cubicBezTo>
                  <a:cubicBezTo>
                    <a:pt x="95715" y="10727"/>
                    <a:pt x="95714" y="10728"/>
                    <a:pt x="95714" y="10729"/>
                  </a:cubicBezTo>
                  <a:lnTo>
                    <a:pt x="63046" y="76065"/>
                  </a:lnTo>
                  <a:cubicBezTo>
                    <a:pt x="61187" y="79713"/>
                    <a:pt x="56722" y="81164"/>
                    <a:pt x="53073" y="79305"/>
                  </a:cubicBezTo>
                  <a:cubicBezTo>
                    <a:pt x="49465" y="77467"/>
                    <a:pt x="47999" y="73073"/>
                    <a:pt x="49781" y="69436"/>
                  </a:cubicBezTo>
                  <a:lnTo>
                    <a:pt x="82449" y="4100"/>
                  </a:lnTo>
                  <a:cubicBezTo>
                    <a:pt x="84281" y="438"/>
                    <a:pt x="88734" y="-1047"/>
                    <a:pt x="92397" y="784"/>
                  </a:cubicBezTo>
                  <a:cubicBezTo>
                    <a:pt x="92398" y="785"/>
                    <a:pt x="92399" y="785"/>
                    <a:pt x="92400" y="786"/>
                  </a:cubicBezTo>
                  <a:close/>
                  <a:moveTo>
                    <a:pt x="46015" y="13376"/>
                  </a:moveTo>
                  <a:cubicBezTo>
                    <a:pt x="43558" y="10100"/>
                    <a:pt x="38910" y="9436"/>
                    <a:pt x="35634" y="11893"/>
                  </a:cubicBezTo>
                  <a:lnTo>
                    <a:pt x="2966" y="36397"/>
                  </a:lnTo>
                  <a:cubicBezTo>
                    <a:pt x="-310" y="38854"/>
                    <a:pt x="-974" y="43502"/>
                    <a:pt x="1483" y="46778"/>
                  </a:cubicBezTo>
                  <a:cubicBezTo>
                    <a:pt x="1905" y="47340"/>
                    <a:pt x="2404" y="47839"/>
                    <a:pt x="2966" y="48261"/>
                  </a:cubicBezTo>
                  <a:lnTo>
                    <a:pt x="35634" y="72765"/>
                  </a:lnTo>
                  <a:cubicBezTo>
                    <a:pt x="38910" y="75222"/>
                    <a:pt x="43558" y="74558"/>
                    <a:pt x="46015" y="71283"/>
                  </a:cubicBezTo>
                  <a:cubicBezTo>
                    <a:pt x="48472" y="68007"/>
                    <a:pt x="47808" y="63359"/>
                    <a:pt x="44532" y="60902"/>
                  </a:cubicBezTo>
                  <a:lnTo>
                    <a:pt x="19767" y="42329"/>
                  </a:lnTo>
                  <a:lnTo>
                    <a:pt x="44532" y="23756"/>
                  </a:lnTo>
                  <a:cubicBezTo>
                    <a:pt x="47808" y="21299"/>
                    <a:pt x="48472" y="16651"/>
                    <a:pt x="46015" y="13376"/>
                  </a:cubicBezTo>
                  <a:close/>
                </a:path>
              </a:pathLst>
            </a:custGeom>
            <a:solidFill>
              <a:schemeClr val="tx1"/>
            </a:solidFill>
            <a:ln w="223" cap="flat">
              <a:noFill/>
              <a:prstDash val="solid"/>
              <a:miter/>
            </a:ln>
          </p:spPr>
          <p:txBody>
            <a:bodyPr rtlCol="0" anchor="ctr"/>
            <a:lstStyle/>
            <a:p>
              <a:endParaRPr lang="zh-CN" altLang="en-US"/>
            </a:p>
          </p:txBody>
        </p:sp>
      </p:grpSp>
      <p:sp>
        <p:nvSpPr>
          <p:cNvPr id="57" name="任意多边形: 形状 56">
            <a:extLst>
              <a:ext uri="{FF2B5EF4-FFF2-40B4-BE49-F238E27FC236}">
                <a16:creationId xmlns:a16="http://schemas.microsoft.com/office/drawing/2014/main" id="{549D7113-AECD-46CB-A021-B3E944CD3CFB}"/>
              </a:ext>
            </a:extLst>
          </p:cNvPr>
          <p:cNvSpPr/>
          <p:nvPr/>
        </p:nvSpPr>
        <p:spPr>
          <a:xfrm>
            <a:off x="7047976" y="2980668"/>
            <a:ext cx="219254" cy="218883"/>
          </a:xfrm>
          <a:custGeom>
            <a:avLst/>
            <a:gdLst>
              <a:gd name="connsiteX0" fmla="*/ 175218 w 219254"/>
              <a:gd name="connsiteY0" fmla="*/ 45784 h 218883"/>
              <a:gd name="connsiteX1" fmla="*/ 165173 w 219254"/>
              <a:gd name="connsiteY1" fmla="*/ 49263 h 218883"/>
              <a:gd name="connsiteX2" fmla="*/ 122845 w 219254"/>
              <a:gd name="connsiteY2" fmla="*/ 93345 h 218883"/>
              <a:gd name="connsiteX3" fmla="*/ 89390 w 219254"/>
              <a:gd name="connsiteY3" fmla="*/ 66148 h 218883"/>
              <a:gd name="connsiteX4" fmla="*/ 81095 w 219254"/>
              <a:gd name="connsiteY4" fmla="*/ 62743 h 218883"/>
              <a:gd name="connsiteX5" fmla="*/ 79369 w 219254"/>
              <a:gd name="connsiteY5" fmla="*/ 63300 h 218883"/>
              <a:gd name="connsiteX6" fmla="*/ 78989 w 219254"/>
              <a:gd name="connsiteY6" fmla="*/ 63430 h 218883"/>
              <a:gd name="connsiteX7" fmla="*/ 78699 w 219254"/>
              <a:gd name="connsiteY7" fmla="*/ 63681 h 218883"/>
              <a:gd name="connsiteX8" fmla="*/ 77355 w 219254"/>
              <a:gd name="connsiteY8" fmla="*/ 64839 h 218883"/>
              <a:gd name="connsiteX9" fmla="*/ 76321 w 219254"/>
              <a:gd name="connsiteY9" fmla="*/ 66169 h 218883"/>
              <a:gd name="connsiteX10" fmla="*/ 76094 w 219254"/>
              <a:gd name="connsiteY10" fmla="*/ 66464 h 218883"/>
              <a:gd name="connsiteX11" fmla="*/ 41846 w 219254"/>
              <a:gd name="connsiteY11" fmla="*/ 113197 h 218883"/>
              <a:gd name="connsiteX12" fmla="*/ 44353 w 219254"/>
              <a:gd name="connsiteY12" fmla="*/ 123938 h 218883"/>
              <a:gd name="connsiteX13" fmla="*/ 53708 w 219254"/>
              <a:gd name="connsiteY13" fmla="*/ 121055 h 218883"/>
              <a:gd name="connsiteX14" fmla="*/ 83923 w 219254"/>
              <a:gd name="connsiteY14" fmla="*/ 79868 h 218883"/>
              <a:gd name="connsiteX15" fmla="*/ 115625 w 219254"/>
              <a:gd name="connsiteY15" fmla="*/ 105953 h 218883"/>
              <a:gd name="connsiteX16" fmla="*/ 119999 w 219254"/>
              <a:gd name="connsiteY16" fmla="*/ 109679 h 218883"/>
              <a:gd name="connsiteX17" fmla="*/ 129082 w 219254"/>
              <a:gd name="connsiteY17" fmla="*/ 107026 h 218883"/>
              <a:gd name="connsiteX18" fmla="*/ 177033 w 219254"/>
              <a:gd name="connsiteY18" fmla="*/ 57079 h 218883"/>
              <a:gd name="connsiteX19" fmla="*/ 175223 w 219254"/>
              <a:gd name="connsiteY19" fmla="*/ 45784 h 218883"/>
              <a:gd name="connsiteX20" fmla="*/ 212214 w 219254"/>
              <a:gd name="connsiteY20" fmla="*/ 0 h 218883"/>
              <a:gd name="connsiteX21" fmla="*/ 6665 w 219254"/>
              <a:gd name="connsiteY21" fmla="*/ 0 h 218883"/>
              <a:gd name="connsiteX22" fmla="*/ 3 w 219254"/>
              <a:gd name="connsiteY22" fmla="*/ 8028 h 218883"/>
              <a:gd name="connsiteX23" fmla="*/ 6665 w 219254"/>
              <a:gd name="connsiteY23" fmla="*/ 15627 h 218883"/>
              <a:gd name="connsiteX24" fmla="*/ 13520 w 219254"/>
              <a:gd name="connsiteY24" fmla="*/ 15627 h 218883"/>
              <a:gd name="connsiteX25" fmla="*/ 13520 w 219254"/>
              <a:gd name="connsiteY25" fmla="*/ 156291 h 218883"/>
              <a:gd name="connsiteX26" fmla="*/ 27220 w 219254"/>
              <a:gd name="connsiteY26" fmla="*/ 171918 h 218883"/>
              <a:gd name="connsiteX27" fmla="*/ 86400 w 219254"/>
              <a:gd name="connsiteY27" fmla="*/ 171918 h 218883"/>
              <a:gd name="connsiteX28" fmla="*/ 69355 w 219254"/>
              <a:gd name="connsiteY28" fmla="*/ 207739 h 218883"/>
              <a:gd name="connsiteX29" fmla="*/ 72139 w 219254"/>
              <a:gd name="connsiteY29" fmla="*/ 217888 h 218883"/>
              <a:gd name="connsiteX30" fmla="*/ 82543 w 219254"/>
              <a:gd name="connsiteY30" fmla="*/ 215163 h 218883"/>
              <a:gd name="connsiteX31" fmla="*/ 101573 w 219254"/>
              <a:gd name="connsiteY31" fmla="*/ 175188 h 218883"/>
              <a:gd name="connsiteX32" fmla="*/ 102501 w 219254"/>
              <a:gd name="connsiteY32" fmla="*/ 171921 h 218883"/>
              <a:gd name="connsiteX33" fmla="*/ 116385 w 219254"/>
              <a:gd name="connsiteY33" fmla="*/ 171921 h 218883"/>
              <a:gd name="connsiteX34" fmla="*/ 117316 w 219254"/>
              <a:gd name="connsiteY34" fmla="*/ 175188 h 218883"/>
              <a:gd name="connsiteX35" fmla="*/ 136341 w 219254"/>
              <a:gd name="connsiteY35" fmla="*/ 215163 h 218883"/>
              <a:gd name="connsiteX36" fmla="*/ 146745 w 219254"/>
              <a:gd name="connsiteY36" fmla="*/ 217888 h 218883"/>
              <a:gd name="connsiteX37" fmla="*/ 149529 w 219254"/>
              <a:gd name="connsiteY37" fmla="*/ 207739 h 218883"/>
              <a:gd name="connsiteX38" fmla="*/ 132479 w 219254"/>
              <a:gd name="connsiteY38" fmla="*/ 171921 h 218883"/>
              <a:gd name="connsiteX39" fmla="*/ 191661 w 219254"/>
              <a:gd name="connsiteY39" fmla="*/ 171921 h 218883"/>
              <a:gd name="connsiteX40" fmla="*/ 205361 w 219254"/>
              <a:gd name="connsiteY40" fmla="*/ 156294 h 218883"/>
              <a:gd name="connsiteX41" fmla="*/ 205361 w 219254"/>
              <a:gd name="connsiteY41" fmla="*/ 15630 h 218883"/>
              <a:gd name="connsiteX42" fmla="*/ 212214 w 219254"/>
              <a:gd name="connsiteY42" fmla="*/ 15630 h 218883"/>
              <a:gd name="connsiteX43" fmla="*/ 219252 w 219254"/>
              <a:gd name="connsiteY43" fmla="*/ 8031 h 218883"/>
              <a:gd name="connsiteX44" fmla="*/ 212590 w 219254"/>
              <a:gd name="connsiteY44" fmla="*/ 3 h 218883"/>
              <a:gd name="connsiteX45" fmla="*/ 212214 w 219254"/>
              <a:gd name="connsiteY45" fmla="*/ 3 h 218883"/>
              <a:gd name="connsiteX46" fmla="*/ 191661 w 219254"/>
              <a:gd name="connsiteY46" fmla="*/ 148478 h 218883"/>
              <a:gd name="connsiteX47" fmla="*/ 184808 w 219254"/>
              <a:gd name="connsiteY47" fmla="*/ 156294 h 218883"/>
              <a:gd name="connsiteX48" fmla="*/ 34078 w 219254"/>
              <a:gd name="connsiteY48" fmla="*/ 156294 h 218883"/>
              <a:gd name="connsiteX49" fmla="*/ 27220 w 219254"/>
              <a:gd name="connsiteY49" fmla="*/ 148496 h 218883"/>
              <a:gd name="connsiteX50" fmla="*/ 27220 w 219254"/>
              <a:gd name="connsiteY50" fmla="*/ 148478 h 218883"/>
              <a:gd name="connsiteX51" fmla="*/ 27220 w 219254"/>
              <a:gd name="connsiteY51" fmla="*/ 15644 h 218883"/>
              <a:gd name="connsiteX52" fmla="*/ 33998 w 219254"/>
              <a:gd name="connsiteY52" fmla="*/ 15644 h 218883"/>
              <a:gd name="connsiteX53" fmla="*/ 34070 w 219254"/>
              <a:gd name="connsiteY53" fmla="*/ 15630 h 218883"/>
              <a:gd name="connsiteX54" fmla="*/ 184808 w 219254"/>
              <a:gd name="connsiteY54" fmla="*/ 15630 h 218883"/>
              <a:gd name="connsiteX55" fmla="*/ 184876 w 219254"/>
              <a:gd name="connsiteY55" fmla="*/ 15644 h 218883"/>
              <a:gd name="connsiteX56" fmla="*/ 191661 w 219254"/>
              <a:gd name="connsiteY56" fmla="*/ 15644 h 21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19254" h="218883">
                <a:moveTo>
                  <a:pt x="175218" y="45784"/>
                </a:moveTo>
                <a:cubicBezTo>
                  <a:pt x="171941" y="43622"/>
                  <a:pt x="168058" y="45722"/>
                  <a:pt x="165173" y="49263"/>
                </a:cubicBezTo>
                <a:lnTo>
                  <a:pt x="122845" y="93345"/>
                </a:lnTo>
                <a:lnTo>
                  <a:pt x="89390" y="66148"/>
                </a:lnTo>
                <a:cubicBezTo>
                  <a:pt x="85710" y="63474"/>
                  <a:pt x="84272" y="62021"/>
                  <a:pt x="81095" y="62743"/>
                </a:cubicBezTo>
                <a:cubicBezTo>
                  <a:pt x="80501" y="62841"/>
                  <a:pt x="79920" y="63028"/>
                  <a:pt x="79369" y="63300"/>
                </a:cubicBezTo>
                <a:cubicBezTo>
                  <a:pt x="79250" y="63368"/>
                  <a:pt x="79110" y="63362"/>
                  <a:pt x="78989" y="63430"/>
                </a:cubicBezTo>
                <a:cubicBezTo>
                  <a:pt x="78867" y="63498"/>
                  <a:pt x="78813" y="63613"/>
                  <a:pt x="78699" y="63681"/>
                </a:cubicBezTo>
                <a:cubicBezTo>
                  <a:pt x="78210" y="64000"/>
                  <a:pt x="77758" y="64390"/>
                  <a:pt x="77355" y="64839"/>
                </a:cubicBezTo>
                <a:cubicBezTo>
                  <a:pt x="76964" y="65233"/>
                  <a:pt x="76617" y="65680"/>
                  <a:pt x="76321" y="66169"/>
                </a:cubicBezTo>
                <a:cubicBezTo>
                  <a:pt x="76254" y="66284"/>
                  <a:pt x="76153" y="66343"/>
                  <a:pt x="76094" y="66464"/>
                </a:cubicBezTo>
                <a:lnTo>
                  <a:pt x="41846" y="113197"/>
                </a:lnTo>
                <a:cubicBezTo>
                  <a:pt x="39958" y="116956"/>
                  <a:pt x="41076" y="121748"/>
                  <a:pt x="44353" y="123938"/>
                </a:cubicBezTo>
                <a:cubicBezTo>
                  <a:pt x="47626" y="126105"/>
                  <a:pt x="50976" y="124837"/>
                  <a:pt x="53708" y="121055"/>
                </a:cubicBezTo>
                <a:lnTo>
                  <a:pt x="83923" y="79868"/>
                </a:lnTo>
                <a:lnTo>
                  <a:pt x="115625" y="105953"/>
                </a:lnTo>
                <a:cubicBezTo>
                  <a:pt x="117019" y="107289"/>
                  <a:pt x="118480" y="108533"/>
                  <a:pt x="119999" y="109679"/>
                </a:cubicBezTo>
                <a:cubicBezTo>
                  <a:pt x="122842" y="111793"/>
                  <a:pt x="125923" y="110499"/>
                  <a:pt x="129082" y="107026"/>
                </a:cubicBezTo>
                <a:lnTo>
                  <a:pt x="177033" y="57079"/>
                </a:lnTo>
                <a:cubicBezTo>
                  <a:pt x="180696" y="52857"/>
                  <a:pt x="178488" y="47939"/>
                  <a:pt x="175223" y="45784"/>
                </a:cubicBezTo>
                <a:close/>
                <a:moveTo>
                  <a:pt x="212214" y="0"/>
                </a:moveTo>
                <a:lnTo>
                  <a:pt x="6665" y="0"/>
                </a:lnTo>
                <a:cubicBezTo>
                  <a:pt x="2881" y="119"/>
                  <a:pt x="-101" y="3713"/>
                  <a:pt x="3" y="8028"/>
                </a:cubicBezTo>
                <a:cubicBezTo>
                  <a:pt x="103" y="12177"/>
                  <a:pt x="3027" y="15513"/>
                  <a:pt x="6665" y="15627"/>
                </a:cubicBezTo>
                <a:lnTo>
                  <a:pt x="13520" y="15627"/>
                </a:lnTo>
                <a:lnTo>
                  <a:pt x="13520" y="156291"/>
                </a:lnTo>
                <a:cubicBezTo>
                  <a:pt x="13520" y="164922"/>
                  <a:pt x="19654" y="171918"/>
                  <a:pt x="27220" y="171918"/>
                </a:cubicBezTo>
                <a:lnTo>
                  <a:pt x="86400" y="171918"/>
                </a:lnTo>
                <a:lnTo>
                  <a:pt x="69355" y="207739"/>
                </a:lnTo>
                <a:cubicBezTo>
                  <a:pt x="67253" y="211277"/>
                  <a:pt x="68499" y="215835"/>
                  <a:pt x="72139" y="217888"/>
                </a:cubicBezTo>
                <a:cubicBezTo>
                  <a:pt x="75778" y="219940"/>
                  <a:pt x="80434" y="218719"/>
                  <a:pt x="82543" y="215163"/>
                </a:cubicBezTo>
                <a:lnTo>
                  <a:pt x="101573" y="175188"/>
                </a:lnTo>
                <a:cubicBezTo>
                  <a:pt x="102136" y="174215"/>
                  <a:pt x="102456" y="173086"/>
                  <a:pt x="102501" y="171921"/>
                </a:cubicBezTo>
                <a:lnTo>
                  <a:pt x="116385" y="171921"/>
                </a:lnTo>
                <a:cubicBezTo>
                  <a:pt x="116434" y="173085"/>
                  <a:pt x="116755" y="174214"/>
                  <a:pt x="117316" y="175188"/>
                </a:cubicBezTo>
                <a:lnTo>
                  <a:pt x="136341" y="215163"/>
                </a:lnTo>
                <a:cubicBezTo>
                  <a:pt x="138448" y="218719"/>
                  <a:pt x="143106" y="219925"/>
                  <a:pt x="146745" y="217888"/>
                </a:cubicBezTo>
                <a:cubicBezTo>
                  <a:pt x="150385" y="215850"/>
                  <a:pt x="151631" y="211286"/>
                  <a:pt x="149529" y="207739"/>
                </a:cubicBezTo>
                <a:lnTo>
                  <a:pt x="132479" y="171921"/>
                </a:lnTo>
                <a:lnTo>
                  <a:pt x="191661" y="171921"/>
                </a:lnTo>
                <a:cubicBezTo>
                  <a:pt x="199228" y="171921"/>
                  <a:pt x="205361" y="164925"/>
                  <a:pt x="205361" y="156294"/>
                </a:cubicBezTo>
                <a:lnTo>
                  <a:pt x="205361" y="15630"/>
                </a:lnTo>
                <a:lnTo>
                  <a:pt x="212214" y="15630"/>
                </a:lnTo>
                <a:cubicBezTo>
                  <a:pt x="215997" y="15748"/>
                  <a:pt x="219148" y="12346"/>
                  <a:pt x="219252" y="8031"/>
                </a:cubicBezTo>
                <a:cubicBezTo>
                  <a:pt x="219356" y="3716"/>
                  <a:pt x="216374" y="122"/>
                  <a:pt x="212590" y="3"/>
                </a:cubicBezTo>
                <a:cubicBezTo>
                  <a:pt x="212465" y="-1"/>
                  <a:pt x="212339" y="-1"/>
                  <a:pt x="212214" y="3"/>
                </a:cubicBezTo>
                <a:close/>
                <a:moveTo>
                  <a:pt x="191661" y="148478"/>
                </a:moveTo>
                <a:cubicBezTo>
                  <a:pt x="191661" y="152795"/>
                  <a:pt x="188593" y="156294"/>
                  <a:pt x="184808" y="156294"/>
                </a:cubicBezTo>
                <a:lnTo>
                  <a:pt x="34078" y="156294"/>
                </a:lnTo>
                <a:cubicBezTo>
                  <a:pt x="30296" y="156301"/>
                  <a:pt x="27226" y="152809"/>
                  <a:pt x="27220" y="148496"/>
                </a:cubicBezTo>
                <a:cubicBezTo>
                  <a:pt x="27220" y="148490"/>
                  <a:pt x="27220" y="148484"/>
                  <a:pt x="27220" y="148478"/>
                </a:cubicBezTo>
                <a:lnTo>
                  <a:pt x="27220" y="15644"/>
                </a:lnTo>
                <a:lnTo>
                  <a:pt x="33998" y="15644"/>
                </a:lnTo>
                <a:cubicBezTo>
                  <a:pt x="34018" y="15644"/>
                  <a:pt x="34044" y="15630"/>
                  <a:pt x="34070" y="15630"/>
                </a:cubicBezTo>
                <a:lnTo>
                  <a:pt x="184808" y="15630"/>
                </a:lnTo>
                <a:cubicBezTo>
                  <a:pt x="184827" y="15630"/>
                  <a:pt x="184855" y="15644"/>
                  <a:pt x="184876" y="15644"/>
                </a:cubicBezTo>
                <a:lnTo>
                  <a:pt x="191661" y="15644"/>
                </a:lnTo>
                <a:close/>
              </a:path>
            </a:pathLst>
          </a:custGeom>
          <a:solidFill>
            <a:schemeClr val="tx1"/>
          </a:solidFill>
          <a:ln w="196" cap="flat">
            <a:noFill/>
            <a:prstDash val="solid"/>
            <a:miter/>
          </a:ln>
        </p:spPr>
        <p:txBody>
          <a:bodyPr rtlCol="0" anchor="ctr"/>
          <a:lstStyle/>
          <a:p>
            <a:endParaRPr lang="zh-CN" altLang="en-US"/>
          </a:p>
        </p:txBody>
      </p:sp>
      <p:sp>
        <p:nvSpPr>
          <p:cNvPr id="58" name="任意多边形: 形状 57">
            <a:extLst>
              <a:ext uri="{FF2B5EF4-FFF2-40B4-BE49-F238E27FC236}">
                <a16:creationId xmlns:a16="http://schemas.microsoft.com/office/drawing/2014/main" id="{15E188BE-A337-B194-1708-A99835D2C645}"/>
              </a:ext>
            </a:extLst>
          </p:cNvPr>
          <p:cNvSpPr/>
          <p:nvPr/>
        </p:nvSpPr>
        <p:spPr>
          <a:xfrm>
            <a:off x="7046633" y="2978894"/>
            <a:ext cx="221940" cy="222431"/>
          </a:xfrm>
          <a:custGeom>
            <a:avLst/>
            <a:gdLst>
              <a:gd name="connsiteX0" fmla="*/ 144445 w 221940"/>
              <a:gd name="connsiteY0" fmla="*/ 222431 h 222431"/>
              <a:gd name="connsiteX1" fmla="*/ 136587 w 221940"/>
              <a:gd name="connsiteY1" fmla="*/ 217923 h 222431"/>
              <a:gd name="connsiteX2" fmla="*/ 136509 w 221940"/>
              <a:gd name="connsiteY2" fmla="*/ 217776 h 222431"/>
              <a:gd name="connsiteX3" fmla="*/ 117513 w 221940"/>
              <a:gd name="connsiteY3" fmla="*/ 177865 h 222431"/>
              <a:gd name="connsiteX4" fmla="*/ 116590 w 221940"/>
              <a:gd name="connsiteY4" fmla="*/ 175456 h 222431"/>
              <a:gd name="connsiteX5" fmla="*/ 105353 w 221940"/>
              <a:gd name="connsiteY5" fmla="*/ 175456 h 222431"/>
              <a:gd name="connsiteX6" fmla="*/ 104430 w 221940"/>
              <a:gd name="connsiteY6" fmla="*/ 177868 h 222431"/>
              <a:gd name="connsiteX7" fmla="*/ 85397 w 221940"/>
              <a:gd name="connsiteY7" fmla="*/ 217849 h 222431"/>
              <a:gd name="connsiteX8" fmla="*/ 85356 w 221940"/>
              <a:gd name="connsiteY8" fmla="*/ 217920 h 222431"/>
              <a:gd name="connsiteX9" fmla="*/ 72984 w 221940"/>
              <a:gd name="connsiteY9" fmla="*/ 221243 h 222431"/>
              <a:gd name="connsiteX10" fmla="*/ 68551 w 221940"/>
              <a:gd name="connsiteY10" fmla="*/ 215314 h 222431"/>
              <a:gd name="connsiteX11" fmla="*/ 69554 w 221940"/>
              <a:gd name="connsiteY11" fmla="*/ 208591 h 222431"/>
              <a:gd name="connsiteX12" fmla="*/ 85322 w 221940"/>
              <a:gd name="connsiteY12" fmla="*/ 175459 h 222431"/>
              <a:gd name="connsiteX13" fmla="*/ 28751 w 221940"/>
              <a:gd name="connsiteY13" fmla="*/ 175459 h 222431"/>
              <a:gd name="connsiteX14" fmla="*/ 13500 w 221940"/>
              <a:gd name="connsiteY14" fmla="*/ 158063 h 222431"/>
              <a:gd name="connsiteX15" fmla="*/ 13500 w 221940"/>
              <a:gd name="connsiteY15" fmla="*/ 19165 h 222431"/>
              <a:gd name="connsiteX16" fmla="*/ 8195 w 221940"/>
              <a:gd name="connsiteY16" fmla="*/ 19165 h 222431"/>
              <a:gd name="connsiteX17" fmla="*/ 3 w 221940"/>
              <a:gd name="connsiteY17" fmla="*/ 9345 h 222431"/>
              <a:gd name="connsiteX18" fmla="*/ 8195 w 221940"/>
              <a:gd name="connsiteY18" fmla="*/ 0 h 222431"/>
              <a:gd name="connsiteX19" fmla="*/ 213745 w 221940"/>
              <a:gd name="connsiteY19" fmla="*/ 0 h 222431"/>
              <a:gd name="connsiteX20" fmla="*/ 221937 w 221940"/>
              <a:gd name="connsiteY20" fmla="*/ 9820 h 222431"/>
              <a:gd name="connsiteX21" fmla="*/ 213745 w 221940"/>
              <a:gd name="connsiteY21" fmla="*/ 19165 h 222431"/>
              <a:gd name="connsiteX22" fmla="*/ 208446 w 221940"/>
              <a:gd name="connsiteY22" fmla="*/ 19165 h 222431"/>
              <a:gd name="connsiteX23" fmla="*/ 208446 w 221940"/>
              <a:gd name="connsiteY23" fmla="*/ 158058 h 222431"/>
              <a:gd name="connsiteX24" fmla="*/ 193194 w 221940"/>
              <a:gd name="connsiteY24" fmla="*/ 175453 h 222431"/>
              <a:gd name="connsiteX25" fmla="*/ 136618 w 221940"/>
              <a:gd name="connsiteY25" fmla="*/ 175453 h 222431"/>
              <a:gd name="connsiteX26" fmla="*/ 152386 w 221940"/>
              <a:gd name="connsiteY26" fmla="*/ 208585 h 222431"/>
              <a:gd name="connsiteX27" fmla="*/ 153389 w 221940"/>
              <a:gd name="connsiteY27" fmla="*/ 215311 h 222431"/>
              <a:gd name="connsiteX28" fmla="*/ 148961 w 221940"/>
              <a:gd name="connsiteY28" fmla="*/ 221237 h 222431"/>
              <a:gd name="connsiteX29" fmla="*/ 144445 w 221940"/>
              <a:gd name="connsiteY29" fmla="*/ 222431 h 222431"/>
              <a:gd name="connsiteX30" fmla="*/ 139195 w 221940"/>
              <a:gd name="connsiteY30" fmla="*/ 216006 h 222431"/>
              <a:gd name="connsiteX31" fmla="*/ 147591 w 221940"/>
              <a:gd name="connsiteY31" fmla="*/ 218070 h 222431"/>
              <a:gd name="connsiteX32" fmla="*/ 150390 w 221940"/>
              <a:gd name="connsiteY32" fmla="*/ 214411 h 222431"/>
              <a:gd name="connsiteX33" fmla="*/ 149773 w 221940"/>
              <a:gd name="connsiteY33" fmla="*/ 210499 h 222431"/>
              <a:gd name="connsiteX34" fmla="*/ 149695 w 221940"/>
              <a:gd name="connsiteY34" fmla="*/ 210351 h 222431"/>
              <a:gd name="connsiteX35" fmla="*/ 131404 w 221940"/>
              <a:gd name="connsiteY35" fmla="*/ 171918 h 222431"/>
              <a:gd name="connsiteX36" fmla="*/ 193184 w 221940"/>
              <a:gd name="connsiteY36" fmla="*/ 171918 h 222431"/>
              <a:gd name="connsiteX37" fmla="*/ 205333 w 221940"/>
              <a:gd name="connsiteY37" fmla="*/ 158061 h 222431"/>
              <a:gd name="connsiteX38" fmla="*/ 205333 w 221940"/>
              <a:gd name="connsiteY38" fmla="*/ 15627 h 222431"/>
              <a:gd name="connsiteX39" fmla="*/ 213737 w 221940"/>
              <a:gd name="connsiteY39" fmla="*/ 15627 h 222431"/>
              <a:gd name="connsiteX40" fmla="*/ 218871 w 221940"/>
              <a:gd name="connsiteY40" fmla="*/ 9394 h 222431"/>
              <a:gd name="connsiteX41" fmla="*/ 213737 w 221940"/>
              <a:gd name="connsiteY41" fmla="*/ 3538 h 222431"/>
              <a:gd name="connsiteX42" fmla="*/ 8195 w 221940"/>
              <a:gd name="connsiteY42" fmla="*/ 3538 h 222431"/>
              <a:gd name="connsiteX43" fmla="*/ 3062 w 221940"/>
              <a:gd name="connsiteY43" fmla="*/ 9771 h 222431"/>
              <a:gd name="connsiteX44" fmla="*/ 8195 w 221940"/>
              <a:gd name="connsiteY44" fmla="*/ 15627 h 222431"/>
              <a:gd name="connsiteX45" fmla="*/ 16602 w 221940"/>
              <a:gd name="connsiteY45" fmla="*/ 15627 h 222431"/>
              <a:gd name="connsiteX46" fmla="*/ 16602 w 221940"/>
              <a:gd name="connsiteY46" fmla="*/ 158058 h 222431"/>
              <a:gd name="connsiteX47" fmla="*/ 28751 w 221940"/>
              <a:gd name="connsiteY47" fmla="*/ 171915 h 222431"/>
              <a:gd name="connsiteX48" fmla="*/ 90531 w 221940"/>
              <a:gd name="connsiteY48" fmla="*/ 171915 h 222431"/>
              <a:gd name="connsiteX49" fmla="*/ 72178 w 221940"/>
              <a:gd name="connsiteY49" fmla="*/ 210496 h 222431"/>
              <a:gd name="connsiteX50" fmla="*/ 71560 w 221940"/>
              <a:gd name="connsiteY50" fmla="*/ 214408 h 222431"/>
              <a:gd name="connsiteX51" fmla="*/ 74365 w 221940"/>
              <a:gd name="connsiteY51" fmla="*/ 218070 h 222431"/>
              <a:gd name="connsiteX52" fmla="*/ 82755 w 221940"/>
              <a:gd name="connsiteY52" fmla="*/ 216006 h 222431"/>
              <a:gd name="connsiteX53" fmla="*/ 101773 w 221940"/>
              <a:gd name="connsiteY53" fmla="*/ 176034 h 222431"/>
              <a:gd name="connsiteX54" fmla="*/ 101814 w 221940"/>
              <a:gd name="connsiteY54" fmla="*/ 175964 h 222431"/>
              <a:gd name="connsiteX55" fmla="*/ 102481 w 221940"/>
              <a:gd name="connsiteY55" fmla="*/ 173566 h 222431"/>
              <a:gd name="connsiteX56" fmla="*/ 102579 w 221940"/>
              <a:gd name="connsiteY56" fmla="*/ 171918 h 222431"/>
              <a:gd name="connsiteX57" fmla="*/ 119361 w 221940"/>
              <a:gd name="connsiteY57" fmla="*/ 171918 h 222431"/>
              <a:gd name="connsiteX58" fmla="*/ 119459 w 221940"/>
              <a:gd name="connsiteY58" fmla="*/ 173566 h 222431"/>
              <a:gd name="connsiteX59" fmla="*/ 120131 w 221940"/>
              <a:gd name="connsiteY59" fmla="*/ 175969 h 222431"/>
              <a:gd name="connsiteX60" fmla="*/ 120206 w 221940"/>
              <a:gd name="connsiteY60" fmla="*/ 176108 h 222431"/>
              <a:gd name="connsiteX61" fmla="*/ 186339 w 221940"/>
              <a:gd name="connsiteY61" fmla="*/ 159827 h 222431"/>
              <a:gd name="connsiteX62" fmla="*/ 35609 w 221940"/>
              <a:gd name="connsiteY62" fmla="*/ 159827 h 222431"/>
              <a:gd name="connsiteX63" fmla="*/ 27200 w 221940"/>
              <a:gd name="connsiteY63" fmla="*/ 150244 h 222431"/>
              <a:gd name="connsiteX64" fmla="*/ 27200 w 221940"/>
              <a:gd name="connsiteY64" fmla="*/ 15642 h 222431"/>
              <a:gd name="connsiteX65" fmla="*/ 35397 w 221940"/>
              <a:gd name="connsiteY65" fmla="*/ 15642 h 222431"/>
              <a:gd name="connsiteX66" fmla="*/ 35601 w 221940"/>
              <a:gd name="connsiteY66" fmla="*/ 15627 h 222431"/>
              <a:gd name="connsiteX67" fmla="*/ 186339 w 221940"/>
              <a:gd name="connsiteY67" fmla="*/ 15627 h 222431"/>
              <a:gd name="connsiteX68" fmla="*/ 186541 w 221940"/>
              <a:gd name="connsiteY68" fmla="*/ 15642 h 222431"/>
              <a:gd name="connsiteX69" fmla="*/ 194740 w 221940"/>
              <a:gd name="connsiteY69" fmla="*/ 15642 h 222431"/>
              <a:gd name="connsiteX70" fmla="*/ 194740 w 221940"/>
              <a:gd name="connsiteY70" fmla="*/ 150244 h 222431"/>
              <a:gd name="connsiteX71" fmla="*/ 186339 w 221940"/>
              <a:gd name="connsiteY71" fmla="*/ 159827 h 222431"/>
              <a:gd name="connsiteX72" fmla="*/ 30302 w 221940"/>
              <a:gd name="connsiteY72" fmla="*/ 19180 h 222431"/>
              <a:gd name="connsiteX73" fmla="*/ 30302 w 221940"/>
              <a:gd name="connsiteY73" fmla="*/ 150244 h 222431"/>
              <a:gd name="connsiteX74" fmla="*/ 35603 w 221940"/>
              <a:gd name="connsiteY74" fmla="*/ 156289 h 222431"/>
              <a:gd name="connsiteX75" fmla="*/ 186339 w 221940"/>
              <a:gd name="connsiteY75" fmla="*/ 156289 h 222431"/>
              <a:gd name="connsiteX76" fmla="*/ 191641 w 221940"/>
              <a:gd name="connsiteY76" fmla="*/ 150244 h 222431"/>
              <a:gd name="connsiteX77" fmla="*/ 191641 w 221940"/>
              <a:gd name="connsiteY77" fmla="*/ 19180 h 222431"/>
              <a:gd name="connsiteX78" fmla="*/ 186406 w 221940"/>
              <a:gd name="connsiteY78" fmla="*/ 19180 h 222431"/>
              <a:gd name="connsiteX79" fmla="*/ 186202 w 221940"/>
              <a:gd name="connsiteY79" fmla="*/ 19165 h 222431"/>
              <a:gd name="connsiteX80" fmla="*/ 35730 w 221940"/>
              <a:gd name="connsiteY80" fmla="*/ 19165 h 222431"/>
              <a:gd name="connsiteX81" fmla="*/ 35526 w 221940"/>
              <a:gd name="connsiteY81" fmla="*/ 19180 h 222431"/>
              <a:gd name="connsiteX82" fmla="*/ 49143 w 221940"/>
              <a:gd name="connsiteY82" fmla="*/ 128567 h 222431"/>
              <a:gd name="connsiteX83" fmla="*/ 45101 w 221940"/>
              <a:gd name="connsiteY83" fmla="*/ 127252 h 222431"/>
              <a:gd name="connsiteX84" fmla="*/ 42024 w 221940"/>
              <a:gd name="connsiteY84" fmla="*/ 114090 h 222431"/>
              <a:gd name="connsiteX85" fmla="*/ 42092 w 221940"/>
              <a:gd name="connsiteY85" fmla="*/ 113955 h 222431"/>
              <a:gd name="connsiteX86" fmla="*/ 42180 w 221940"/>
              <a:gd name="connsiteY86" fmla="*/ 113834 h 222431"/>
              <a:gd name="connsiteX87" fmla="*/ 76378 w 221940"/>
              <a:gd name="connsiteY87" fmla="*/ 67198 h 222431"/>
              <a:gd name="connsiteX88" fmla="*/ 76637 w 221940"/>
              <a:gd name="connsiteY88" fmla="*/ 66859 h 222431"/>
              <a:gd name="connsiteX89" fmla="*/ 77823 w 221940"/>
              <a:gd name="connsiteY89" fmla="*/ 65335 h 222431"/>
              <a:gd name="connsiteX90" fmla="*/ 79356 w 221940"/>
              <a:gd name="connsiteY90" fmla="*/ 63999 h 222431"/>
              <a:gd name="connsiteX91" fmla="*/ 79858 w 221940"/>
              <a:gd name="connsiteY91" fmla="*/ 63616 h 222431"/>
              <a:gd name="connsiteX92" fmla="*/ 80344 w 221940"/>
              <a:gd name="connsiteY92" fmla="*/ 63433 h 222431"/>
              <a:gd name="connsiteX93" fmla="*/ 82365 w 221940"/>
              <a:gd name="connsiteY93" fmla="*/ 62787 h 222431"/>
              <a:gd name="connsiteX94" fmla="*/ 90596 w 221940"/>
              <a:gd name="connsiteY94" fmla="*/ 65594 h 222431"/>
              <a:gd name="connsiteX95" fmla="*/ 91751 w 221940"/>
              <a:gd name="connsiteY95" fmla="*/ 66443 h 222431"/>
              <a:gd name="connsiteX96" fmla="*/ 91818 w 221940"/>
              <a:gd name="connsiteY96" fmla="*/ 66493 h 222431"/>
              <a:gd name="connsiteX97" fmla="*/ 124251 w 221940"/>
              <a:gd name="connsiteY97" fmla="*/ 92850 h 222431"/>
              <a:gd name="connsiteX98" fmla="*/ 165611 w 221940"/>
              <a:gd name="connsiteY98" fmla="*/ 49779 h 222431"/>
              <a:gd name="connsiteX99" fmla="*/ 177525 w 221940"/>
              <a:gd name="connsiteY99" fmla="*/ 46025 h 222431"/>
              <a:gd name="connsiteX100" fmla="*/ 181955 w 221940"/>
              <a:gd name="connsiteY100" fmla="*/ 53066 h 222431"/>
              <a:gd name="connsiteX101" fmla="*/ 179670 w 221940"/>
              <a:gd name="connsiteY101" fmla="*/ 60098 h 222431"/>
              <a:gd name="connsiteX102" fmla="*/ 179613 w 221940"/>
              <a:gd name="connsiteY102" fmla="*/ 60160 h 222431"/>
              <a:gd name="connsiteX103" fmla="*/ 131665 w 221940"/>
              <a:gd name="connsiteY103" fmla="*/ 110077 h 222431"/>
              <a:gd name="connsiteX104" fmla="*/ 120674 w 221940"/>
              <a:gd name="connsiteY104" fmla="*/ 112926 h 222431"/>
              <a:gd name="connsiteX105" fmla="*/ 116199 w 221940"/>
              <a:gd name="connsiteY105" fmla="*/ 109134 h 222431"/>
              <a:gd name="connsiteX106" fmla="*/ 85718 w 221940"/>
              <a:gd name="connsiteY106" fmla="*/ 84031 h 222431"/>
              <a:gd name="connsiteX107" fmla="*/ 56428 w 221940"/>
              <a:gd name="connsiteY107" fmla="*/ 123965 h 222431"/>
              <a:gd name="connsiteX108" fmla="*/ 49149 w 221940"/>
              <a:gd name="connsiteY108" fmla="*/ 128558 h 222431"/>
              <a:gd name="connsiteX109" fmla="*/ 44658 w 221940"/>
              <a:gd name="connsiteY109" fmla="*/ 115974 h 222431"/>
              <a:gd name="connsiteX110" fmla="*/ 46664 w 221940"/>
              <a:gd name="connsiteY110" fmla="*/ 124192 h 222431"/>
              <a:gd name="connsiteX111" fmla="*/ 54042 w 221940"/>
              <a:gd name="connsiteY111" fmla="*/ 121712 h 222431"/>
              <a:gd name="connsiteX112" fmla="*/ 85193 w 221940"/>
              <a:gd name="connsiteY112" fmla="*/ 79254 h 222431"/>
              <a:gd name="connsiteX113" fmla="*/ 118135 w 221940"/>
              <a:gd name="connsiteY113" fmla="*/ 106380 h 222431"/>
              <a:gd name="connsiteX114" fmla="*/ 122367 w 221940"/>
              <a:gd name="connsiteY114" fmla="*/ 109986 h 222431"/>
              <a:gd name="connsiteX115" fmla="*/ 129527 w 221940"/>
              <a:gd name="connsiteY115" fmla="*/ 107539 h 222431"/>
              <a:gd name="connsiteX116" fmla="*/ 129558 w 221940"/>
              <a:gd name="connsiteY116" fmla="*/ 107506 h 222431"/>
              <a:gd name="connsiteX117" fmla="*/ 177488 w 221940"/>
              <a:gd name="connsiteY117" fmla="*/ 57571 h 222431"/>
              <a:gd name="connsiteX118" fmla="*/ 178879 w 221940"/>
              <a:gd name="connsiteY118" fmla="*/ 53529 h 222431"/>
              <a:gd name="connsiteX119" fmla="*/ 175974 w 221940"/>
              <a:gd name="connsiteY119" fmla="*/ 49083 h 222431"/>
              <a:gd name="connsiteX120" fmla="*/ 167839 w 221940"/>
              <a:gd name="connsiteY120" fmla="*/ 52235 h 222431"/>
              <a:gd name="connsiteX121" fmla="*/ 167748 w 221940"/>
              <a:gd name="connsiteY121" fmla="*/ 52338 h 222431"/>
              <a:gd name="connsiteX122" fmla="*/ 124497 w 221940"/>
              <a:gd name="connsiteY122" fmla="*/ 97381 h 222431"/>
              <a:gd name="connsiteX123" fmla="*/ 90053 w 221940"/>
              <a:gd name="connsiteY123" fmla="*/ 69389 h 222431"/>
              <a:gd name="connsiteX124" fmla="*/ 88910 w 221940"/>
              <a:gd name="connsiteY124" fmla="*/ 68549 h 222431"/>
              <a:gd name="connsiteX125" fmla="*/ 82929 w 221940"/>
              <a:gd name="connsiteY125" fmla="*/ 66252 h 222431"/>
              <a:gd name="connsiteX126" fmla="*/ 82828 w 221940"/>
              <a:gd name="connsiteY126" fmla="*/ 66269 h 222431"/>
              <a:gd name="connsiteX127" fmla="*/ 81535 w 221940"/>
              <a:gd name="connsiteY127" fmla="*/ 66691 h 222431"/>
              <a:gd name="connsiteX128" fmla="*/ 81246 w 221940"/>
              <a:gd name="connsiteY128" fmla="*/ 66812 h 222431"/>
              <a:gd name="connsiteX129" fmla="*/ 80987 w 221940"/>
              <a:gd name="connsiteY129" fmla="*/ 66998 h 222431"/>
              <a:gd name="connsiteX130" fmla="*/ 79953 w 221940"/>
              <a:gd name="connsiteY130" fmla="*/ 67882 h 222431"/>
              <a:gd name="connsiteX131" fmla="*/ 79909 w 221940"/>
              <a:gd name="connsiteY131" fmla="*/ 67929 h 222431"/>
              <a:gd name="connsiteX132" fmla="*/ 79134 w 221940"/>
              <a:gd name="connsiteY132" fmla="*/ 68938 h 222431"/>
              <a:gd name="connsiteX133" fmla="*/ 78875 w 221940"/>
              <a:gd name="connsiteY133" fmla="*/ 69292 h 222431"/>
              <a:gd name="connsiteX134" fmla="*/ 78816 w 221940"/>
              <a:gd name="connsiteY134" fmla="*/ 69371 h 222431"/>
              <a:gd name="connsiteX135" fmla="*/ 76588 w 221940"/>
              <a:gd name="connsiteY135" fmla="*/ 66942 h 222431"/>
              <a:gd name="connsiteX136" fmla="*/ 76567 w 221940"/>
              <a:gd name="connsiteY136" fmla="*/ 66974 h 22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221940" h="222431">
                <a:moveTo>
                  <a:pt x="144445" y="222431"/>
                </a:moveTo>
                <a:cubicBezTo>
                  <a:pt x="141320" y="222431"/>
                  <a:pt x="138303" y="220821"/>
                  <a:pt x="136587" y="217923"/>
                </a:cubicBezTo>
                <a:lnTo>
                  <a:pt x="136509" y="217776"/>
                </a:lnTo>
                <a:lnTo>
                  <a:pt x="117513" y="177865"/>
                </a:lnTo>
                <a:cubicBezTo>
                  <a:pt x="117089" y="177127"/>
                  <a:pt x="116777" y="176313"/>
                  <a:pt x="116590" y="175456"/>
                </a:cubicBezTo>
                <a:lnTo>
                  <a:pt x="105353" y="175456"/>
                </a:lnTo>
                <a:cubicBezTo>
                  <a:pt x="105168" y="176314"/>
                  <a:pt x="104856" y="177130"/>
                  <a:pt x="104430" y="177868"/>
                </a:cubicBezTo>
                <a:lnTo>
                  <a:pt x="85397" y="217849"/>
                </a:lnTo>
                <a:lnTo>
                  <a:pt x="85356" y="217920"/>
                </a:lnTo>
                <a:cubicBezTo>
                  <a:pt x="82802" y="222234"/>
                  <a:pt x="77368" y="223693"/>
                  <a:pt x="72984" y="221243"/>
                </a:cubicBezTo>
                <a:cubicBezTo>
                  <a:pt x="70748" y="219981"/>
                  <a:pt x="69135" y="217823"/>
                  <a:pt x="68551" y="215314"/>
                </a:cubicBezTo>
                <a:cubicBezTo>
                  <a:pt x="68017" y="213013"/>
                  <a:pt x="68383" y="210561"/>
                  <a:pt x="69554" y="208591"/>
                </a:cubicBezTo>
                <a:lnTo>
                  <a:pt x="85322" y="175459"/>
                </a:lnTo>
                <a:lnTo>
                  <a:pt x="28751" y="175459"/>
                </a:lnTo>
                <a:cubicBezTo>
                  <a:pt x="20333" y="175445"/>
                  <a:pt x="13512" y="167665"/>
                  <a:pt x="13500" y="158063"/>
                </a:cubicBezTo>
                <a:lnTo>
                  <a:pt x="13500" y="19165"/>
                </a:lnTo>
                <a:lnTo>
                  <a:pt x="8195" y="19165"/>
                </a:lnTo>
                <a:cubicBezTo>
                  <a:pt x="3555" y="19034"/>
                  <a:pt x="-112" y="14637"/>
                  <a:pt x="3" y="9345"/>
                </a:cubicBezTo>
                <a:cubicBezTo>
                  <a:pt x="114" y="4237"/>
                  <a:pt x="3717" y="127"/>
                  <a:pt x="8195" y="0"/>
                </a:cubicBezTo>
                <a:lnTo>
                  <a:pt x="213745" y="0"/>
                </a:lnTo>
                <a:cubicBezTo>
                  <a:pt x="218385" y="131"/>
                  <a:pt x="222053" y="4528"/>
                  <a:pt x="221937" y="9820"/>
                </a:cubicBezTo>
                <a:cubicBezTo>
                  <a:pt x="221826" y="14928"/>
                  <a:pt x="218223" y="19038"/>
                  <a:pt x="213745" y="19165"/>
                </a:cubicBezTo>
                <a:lnTo>
                  <a:pt x="208446" y="19165"/>
                </a:lnTo>
                <a:lnTo>
                  <a:pt x="208446" y="158058"/>
                </a:lnTo>
                <a:cubicBezTo>
                  <a:pt x="208434" y="167660"/>
                  <a:pt x="201613" y="175440"/>
                  <a:pt x="193194" y="175453"/>
                </a:cubicBezTo>
                <a:lnTo>
                  <a:pt x="136618" y="175453"/>
                </a:lnTo>
                <a:lnTo>
                  <a:pt x="152386" y="208585"/>
                </a:lnTo>
                <a:cubicBezTo>
                  <a:pt x="153558" y="210556"/>
                  <a:pt x="153923" y="213009"/>
                  <a:pt x="153389" y="215311"/>
                </a:cubicBezTo>
                <a:cubicBezTo>
                  <a:pt x="152807" y="217820"/>
                  <a:pt x="151192" y="219978"/>
                  <a:pt x="148961" y="221237"/>
                </a:cubicBezTo>
                <a:cubicBezTo>
                  <a:pt x="147555" y="222023"/>
                  <a:pt x="146011" y="222432"/>
                  <a:pt x="144445" y="222431"/>
                </a:cubicBezTo>
                <a:close/>
                <a:moveTo>
                  <a:pt x="139195" y="216006"/>
                </a:moveTo>
                <a:cubicBezTo>
                  <a:pt x="140896" y="218793"/>
                  <a:pt x="144644" y="219716"/>
                  <a:pt x="147591" y="218070"/>
                </a:cubicBezTo>
                <a:cubicBezTo>
                  <a:pt x="149015" y="217268"/>
                  <a:pt x="150036" y="215933"/>
                  <a:pt x="150390" y="214411"/>
                </a:cubicBezTo>
                <a:cubicBezTo>
                  <a:pt x="150697" y="213067"/>
                  <a:pt x="150471" y="211637"/>
                  <a:pt x="149773" y="210499"/>
                </a:cubicBezTo>
                <a:lnTo>
                  <a:pt x="149695" y="210351"/>
                </a:lnTo>
                <a:lnTo>
                  <a:pt x="131404" y="171918"/>
                </a:lnTo>
                <a:lnTo>
                  <a:pt x="193184" y="171918"/>
                </a:lnTo>
                <a:cubicBezTo>
                  <a:pt x="199890" y="171909"/>
                  <a:pt x="205325" y="165710"/>
                  <a:pt x="205333" y="158061"/>
                </a:cubicBezTo>
                <a:lnTo>
                  <a:pt x="205333" y="15627"/>
                </a:lnTo>
                <a:lnTo>
                  <a:pt x="213737" y="15627"/>
                </a:lnTo>
                <a:cubicBezTo>
                  <a:pt x="216664" y="15523"/>
                  <a:pt x="218962" y="12732"/>
                  <a:pt x="218871" y="9394"/>
                </a:cubicBezTo>
                <a:cubicBezTo>
                  <a:pt x="218783" y="6202"/>
                  <a:pt x="216535" y="3638"/>
                  <a:pt x="213737" y="3538"/>
                </a:cubicBezTo>
                <a:lnTo>
                  <a:pt x="8195" y="3538"/>
                </a:lnTo>
                <a:cubicBezTo>
                  <a:pt x="5269" y="3642"/>
                  <a:pt x="2970" y="6433"/>
                  <a:pt x="3062" y="9771"/>
                </a:cubicBezTo>
                <a:cubicBezTo>
                  <a:pt x="3149" y="12963"/>
                  <a:pt x="5397" y="15527"/>
                  <a:pt x="8195" y="15627"/>
                </a:cubicBezTo>
                <a:lnTo>
                  <a:pt x="16602" y="15627"/>
                </a:lnTo>
                <a:lnTo>
                  <a:pt x="16602" y="158058"/>
                </a:lnTo>
                <a:cubicBezTo>
                  <a:pt x="16613" y="165706"/>
                  <a:pt x="22046" y="171902"/>
                  <a:pt x="28751" y="171915"/>
                </a:cubicBezTo>
                <a:lnTo>
                  <a:pt x="90531" y="171915"/>
                </a:lnTo>
                <a:lnTo>
                  <a:pt x="72178" y="210496"/>
                </a:lnTo>
                <a:cubicBezTo>
                  <a:pt x="71480" y="211634"/>
                  <a:pt x="71254" y="213064"/>
                  <a:pt x="71560" y="214408"/>
                </a:cubicBezTo>
                <a:cubicBezTo>
                  <a:pt x="71914" y="215930"/>
                  <a:pt x="72935" y="217262"/>
                  <a:pt x="74365" y="218070"/>
                </a:cubicBezTo>
                <a:cubicBezTo>
                  <a:pt x="77309" y="219716"/>
                  <a:pt x="81057" y="218790"/>
                  <a:pt x="82755" y="216006"/>
                </a:cubicBezTo>
                <a:lnTo>
                  <a:pt x="101773" y="176034"/>
                </a:lnTo>
                <a:lnTo>
                  <a:pt x="101814" y="175964"/>
                </a:lnTo>
                <a:cubicBezTo>
                  <a:pt x="102224" y="175249"/>
                  <a:pt x="102455" y="174420"/>
                  <a:pt x="102481" y="173566"/>
                </a:cubicBezTo>
                <a:lnTo>
                  <a:pt x="102579" y="171918"/>
                </a:lnTo>
                <a:lnTo>
                  <a:pt x="119361" y="171918"/>
                </a:lnTo>
                <a:lnTo>
                  <a:pt x="119459" y="173566"/>
                </a:lnTo>
                <a:cubicBezTo>
                  <a:pt x="119488" y="174422"/>
                  <a:pt x="119720" y="175253"/>
                  <a:pt x="120131" y="175969"/>
                </a:cubicBezTo>
                <a:lnTo>
                  <a:pt x="120206" y="176108"/>
                </a:lnTo>
                <a:close/>
                <a:moveTo>
                  <a:pt x="186339" y="159827"/>
                </a:moveTo>
                <a:lnTo>
                  <a:pt x="35609" y="159827"/>
                </a:lnTo>
                <a:cubicBezTo>
                  <a:pt x="30968" y="159825"/>
                  <a:pt x="27205" y="155537"/>
                  <a:pt x="27200" y="150244"/>
                </a:cubicBezTo>
                <a:lnTo>
                  <a:pt x="27200" y="15642"/>
                </a:lnTo>
                <a:lnTo>
                  <a:pt x="35397" y="15642"/>
                </a:lnTo>
                <a:cubicBezTo>
                  <a:pt x="35464" y="15632"/>
                  <a:pt x="35533" y="15627"/>
                  <a:pt x="35601" y="15627"/>
                </a:cubicBezTo>
                <a:lnTo>
                  <a:pt x="186339" y="15627"/>
                </a:lnTo>
                <a:cubicBezTo>
                  <a:pt x="186407" y="15627"/>
                  <a:pt x="186474" y="15632"/>
                  <a:pt x="186541" y="15642"/>
                </a:cubicBezTo>
                <a:lnTo>
                  <a:pt x="194740" y="15642"/>
                </a:lnTo>
                <a:lnTo>
                  <a:pt x="194740" y="150244"/>
                </a:lnTo>
                <a:cubicBezTo>
                  <a:pt x="194735" y="155534"/>
                  <a:pt x="190977" y="159820"/>
                  <a:pt x="186339" y="159827"/>
                </a:cubicBezTo>
                <a:close/>
                <a:moveTo>
                  <a:pt x="30302" y="19180"/>
                </a:moveTo>
                <a:lnTo>
                  <a:pt x="30302" y="150244"/>
                </a:lnTo>
                <a:cubicBezTo>
                  <a:pt x="30306" y="153582"/>
                  <a:pt x="32678" y="156285"/>
                  <a:pt x="35603" y="156289"/>
                </a:cubicBezTo>
                <a:lnTo>
                  <a:pt x="186339" y="156289"/>
                </a:lnTo>
                <a:cubicBezTo>
                  <a:pt x="189265" y="156285"/>
                  <a:pt x="191637" y="153582"/>
                  <a:pt x="191641" y="150244"/>
                </a:cubicBezTo>
                <a:lnTo>
                  <a:pt x="191641" y="19180"/>
                </a:lnTo>
                <a:lnTo>
                  <a:pt x="186406" y="19180"/>
                </a:lnTo>
                <a:cubicBezTo>
                  <a:pt x="186338" y="19180"/>
                  <a:pt x="186270" y="19175"/>
                  <a:pt x="186202" y="19165"/>
                </a:cubicBezTo>
                <a:lnTo>
                  <a:pt x="35730" y="19165"/>
                </a:lnTo>
                <a:cubicBezTo>
                  <a:pt x="35662" y="19175"/>
                  <a:pt x="35594" y="19180"/>
                  <a:pt x="35526" y="19180"/>
                </a:cubicBezTo>
                <a:close/>
                <a:moveTo>
                  <a:pt x="49143" y="128567"/>
                </a:moveTo>
                <a:cubicBezTo>
                  <a:pt x="47717" y="128547"/>
                  <a:pt x="46322" y="128093"/>
                  <a:pt x="45101" y="127252"/>
                </a:cubicBezTo>
                <a:cubicBezTo>
                  <a:pt x="41088" y="124566"/>
                  <a:pt x="39717" y="118698"/>
                  <a:pt x="42024" y="114090"/>
                </a:cubicBezTo>
                <a:lnTo>
                  <a:pt x="42092" y="113955"/>
                </a:lnTo>
                <a:lnTo>
                  <a:pt x="42180" y="113834"/>
                </a:lnTo>
                <a:lnTo>
                  <a:pt x="76378" y="67198"/>
                </a:lnTo>
                <a:cubicBezTo>
                  <a:pt x="76455" y="67076"/>
                  <a:pt x="76542" y="66963"/>
                  <a:pt x="76637" y="66859"/>
                </a:cubicBezTo>
                <a:cubicBezTo>
                  <a:pt x="76981" y="66302"/>
                  <a:pt x="77379" y="65791"/>
                  <a:pt x="77823" y="65335"/>
                </a:cubicBezTo>
                <a:cubicBezTo>
                  <a:pt x="78286" y="64822"/>
                  <a:pt x="78801" y="64374"/>
                  <a:pt x="79356" y="63999"/>
                </a:cubicBezTo>
                <a:cubicBezTo>
                  <a:pt x="79505" y="63843"/>
                  <a:pt x="79675" y="63714"/>
                  <a:pt x="79858" y="63616"/>
                </a:cubicBezTo>
                <a:cubicBezTo>
                  <a:pt x="80013" y="63533"/>
                  <a:pt x="80176" y="63472"/>
                  <a:pt x="80344" y="63433"/>
                </a:cubicBezTo>
                <a:cubicBezTo>
                  <a:pt x="80991" y="63120"/>
                  <a:pt x="81670" y="62903"/>
                  <a:pt x="82365" y="62787"/>
                </a:cubicBezTo>
                <a:cubicBezTo>
                  <a:pt x="85772" y="62027"/>
                  <a:pt x="87693" y="63448"/>
                  <a:pt x="90596" y="65594"/>
                </a:cubicBezTo>
                <a:cubicBezTo>
                  <a:pt x="90957" y="65862"/>
                  <a:pt x="91340" y="66146"/>
                  <a:pt x="91751" y="66443"/>
                </a:cubicBezTo>
                <a:lnTo>
                  <a:pt x="91818" y="66493"/>
                </a:lnTo>
                <a:lnTo>
                  <a:pt x="124251" y="92850"/>
                </a:lnTo>
                <a:lnTo>
                  <a:pt x="165611" y="49779"/>
                </a:lnTo>
                <a:cubicBezTo>
                  <a:pt x="169421" y="45132"/>
                  <a:pt x="173981" y="43690"/>
                  <a:pt x="177525" y="46025"/>
                </a:cubicBezTo>
                <a:cubicBezTo>
                  <a:pt x="179970" y="47632"/>
                  <a:pt x="181624" y="50265"/>
                  <a:pt x="181955" y="53066"/>
                </a:cubicBezTo>
                <a:cubicBezTo>
                  <a:pt x="182165" y="54835"/>
                  <a:pt x="181934" y="57489"/>
                  <a:pt x="179670" y="60098"/>
                </a:cubicBezTo>
                <a:lnTo>
                  <a:pt x="179613" y="60160"/>
                </a:lnTo>
                <a:lnTo>
                  <a:pt x="131665" y="110077"/>
                </a:lnTo>
                <a:cubicBezTo>
                  <a:pt x="128933" y="113079"/>
                  <a:pt x="124815" y="116001"/>
                  <a:pt x="120674" y="112926"/>
                </a:cubicBezTo>
                <a:cubicBezTo>
                  <a:pt x="119121" y="111759"/>
                  <a:pt x="117627" y="110493"/>
                  <a:pt x="116199" y="109134"/>
                </a:cubicBezTo>
                <a:lnTo>
                  <a:pt x="85718" y="84031"/>
                </a:lnTo>
                <a:lnTo>
                  <a:pt x="56428" y="123965"/>
                </a:lnTo>
                <a:cubicBezTo>
                  <a:pt x="54241" y="126999"/>
                  <a:pt x="51715" y="128558"/>
                  <a:pt x="49149" y="128558"/>
                </a:cubicBezTo>
                <a:close/>
                <a:moveTo>
                  <a:pt x="44658" y="115974"/>
                </a:moveTo>
                <a:cubicBezTo>
                  <a:pt x="43278" y="118883"/>
                  <a:pt x="44165" y="122515"/>
                  <a:pt x="46664" y="124192"/>
                </a:cubicBezTo>
                <a:cubicBezTo>
                  <a:pt x="49790" y="126256"/>
                  <a:pt x="52400" y="123985"/>
                  <a:pt x="54042" y="121712"/>
                </a:cubicBezTo>
                <a:lnTo>
                  <a:pt x="85193" y="79254"/>
                </a:lnTo>
                <a:lnTo>
                  <a:pt x="118135" y="106380"/>
                </a:lnTo>
                <a:cubicBezTo>
                  <a:pt x="119485" y="107673"/>
                  <a:pt x="120898" y="108877"/>
                  <a:pt x="122367" y="109986"/>
                </a:cubicBezTo>
                <a:cubicBezTo>
                  <a:pt x="123634" y="110927"/>
                  <a:pt x="125753" y="111693"/>
                  <a:pt x="129527" y="107539"/>
                </a:cubicBezTo>
                <a:lnTo>
                  <a:pt x="129558" y="107506"/>
                </a:lnTo>
                <a:lnTo>
                  <a:pt x="177488" y="57571"/>
                </a:lnTo>
                <a:cubicBezTo>
                  <a:pt x="178577" y="56304"/>
                  <a:pt x="179039" y="54944"/>
                  <a:pt x="178879" y="53529"/>
                </a:cubicBezTo>
                <a:cubicBezTo>
                  <a:pt x="178680" y="51834"/>
                  <a:pt x="177566" y="50130"/>
                  <a:pt x="175974" y="49083"/>
                </a:cubicBezTo>
                <a:cubicBezTo>
                  <a:pt x="173303" y="47314"/>
                  <a:pt x="170028" y="49558"/>
                  <a:pt x="167839" y="52235"/>
                </a:cubicBezTo>
                <a:lnTo>
                  <a:pt x="167748" y="52338"/>
                </a:lnTo>
                <a:lnTo>
                  <a:pt x="124497" y="97381"/>
                </a:lnTo>
                <a:lnTo>
                  <a:pt x="90053" y="69389"/>
                </a:lnTo>
                <a:cubicBezTo>
                  <a:pt x="89647" y="69094"/>
                  <a:pt x="89277" y="68799"/>
                  <a:pt x="88910" y="68549"/>
                </a:cubicBezTo>
                <a:cubicBezTo>
                  <a:pt x="86160" y="66511"/>
                  <a:pt x="85128" y="65750"/>
                  <a:pt x="82929" y="66252"/>
                </a:cubicBezTo>
                <a:lnTo>
                  <a:pt x="82828" y="66269"/>
                </a:lnTo>
                <a:cubicBezTo>
                  <a:pt x="82383" y="66346"/>
                  <a:pt x="81948" y="66487"/>
                  <a:pt x="81535" y="66691"/>
                </a:cubicBezTo>
                <a:cubicBezTo>
                  <a:pt x="81442" y="66739"/>
                  <a:pt x="81345" y="66780"/>
                  <a:pt x="81246" y="66812"/>
                </a:cubicBezTo>
                <a:cubicBezTo>
                  <a:pt x="81164" y="66881"/>
                  <a:pt x="81077" y="66943"/>
                  <a:pt x="80987" y="66998"/>
                </a:cubicBezTo>
                <a:cubicBezTo>
                  <a:pt x="80611" y="67241"/>
                  <a:pt x="80263" y="67538"/>
                  <a:pt x="79953" y="67882"/>
                </a:cubicBezTo>
                <a:lnTo>
                  <a:pt x="79909" y="67929"/>
                </a:lnTo>
                <a:cubicBezTo>
                  <a:pt x="79616" y="68229"/>
                  <a:pt x="79356" y="68567"/>
                  <a:pt x="79134" y="68938"/>
                </a:cubicBezTo>
                <a:cubicBezTo>
                  <a:pt x="79059" y="69065"/>
                  <a:pt x="78972" y="69184"/>
                  <a:pt x="78875" y="69292"/>
                </a:cubicBezTo>
                <a:lnTo>
                  <a:pt x="78816" y="69371"/>
                </a:lnTo>
                <a:close/>
                <a:moveTo>
                  <a:pt x="76588" y="66942"/>
                </a:moveTo>
                <a:lnTo>
                  <a:pt x="76567" y="66974"/>
                </a:lnTo>
                <a:close/>
              </a:path>
            </a:pathLst>
          </a:custGeom>
          <a:solidFill>
            <a:schemeClr val="tx1"/>
          </a:solidFill>
          <a:ln w="196" cap="flat">
            <a:noFill/>
            <a:prstDash val="solid"/>
            <a:miter/>
          </a:ln>
        </p:spPr>
        <p:txBody>
          <a:bodyPr rtlCol="0" anchor="ctr"/>
          <a:lstStyle/>
          <a:p>
            <a:endParaRPr lang="zh-CN" altLang="en-US"/>
          </a:p>
        </p:txBody>
      </p:sp>
      <p:sp>
        <p:nvSpPr>
          <p:cNvPr id="61" name="图形 59">
            <a:extLst>
              <a:ext uri="{FF2B5EF4-FFF2-40B4-BE49-F238E27FC236}">
                <a16:creationId xmlns:a16="http://schemas.microsoft.com/office/drawing/2014/main" id="{E02E720D-21D0-A6E8-1626-1FFE1223866A}"/>
              </a:ext>
            </a:extLst>
          </p:cNvPr>
          <p:cNvSpPr/>
          <p:nvPr/>
        </p:nvSpPr>
        <p:spPr>
          <a:xfrm>
            <a:off x="8018805" y="2808289"/>
            <a:ext cx="194234" cy="230310"/>
          </a:xfrm>
          <a:custGeom>
            <a:avLst/>
            <a:gdLst>
              <a:gd name="connsiteX0" fmla="*/ 91916 w 183832"/>
              <a:gd name="connsiteY0" fmla="*/ 0 h 217977"/>
              <a:gd name="connsiteX1" fmla="*/ 93104 w 183832"/>
              <a:gd name="connsiteY1" fmla="*/ 119 h 217977"/>
              <a:gd name="connsiteX2" fmla="*/ 93213 w 183832"/>
              <a:gd name="connsiteY2" fmla="*/ 147 h 217977"/>
              <a:gd name="connsiteX3" fmla="*/ 93700 w 183832"/>
              <a:gd name="connsiteY3" fmla="*/ 281 h 217977"/>
              <a:gd name="connsiteX4" fmla="*/ 93805 w 183832"/>
              <a:gd name="connsiteY4" fmla="*/ 321 h 217977"/>
              <a:gd name="connsiteX5" fmla="*/ 94880 w 183832"/>
              <a:gd name="connsiteY5" fmla="*/ 820 h 217977"/>
              <a:gd name="connsiteX6" fmla="*/ 94389 w 183832"/>
              <a:gd name="connsiteY6" fmla="*/ 555 h 217977"/>
              <a:gd name="connsiteX7" fmla="*/ 94814 w 183832"/>
              <a:gd name="connsiteY7" fmla="*/ 781 h 217977"/>
              <a:gd name="connsiteX8" fmla="*/ 94880 w 183832"/>
              <a:gd name="connsiteY8" fmla="*/ 820 h 217977"/>
              <a:gd name="connsiteX9" fmla="*/ 180954 w 183832"/>
              <a:gd name="connsiteY9" fmla="*/ 52342 h 217977"/>
              <a:gd name="connsiteX10" fmla="*/ 181449 w 183832"/>
              <a:gd name="connsiteY10" fmla="*/ 52675 h 217977"/>
              <a:gd name="connsiteX11" fmla="*/ 183809 w 183832"/>
              <a:gd name="connsiteY11" fmla="*/ 56928 h 217977"/>
              <a:gd name="connsiteX12" fmla="*/ 183832 w 183832"/>
              <a:gd name="connsiteY12" fmla="*/ 57467 h 217977"/>
              <a:gd name="connsiteX13" fmla="*/ 183832 w 183832"/>
              <a:gd name="connsiteY13" fmla="*/ 160510 h 217977"/>
              <a:gd name="connsiteX14" fmla="*/ 183735 w 183832"/>
              <a:gd name="connsiteY14" fmla="*/ 161592 h 217977"/>
              <a:gd name="connsiteX15" fmla="*/ 183715 w 183832"/>
              <a:gd name="connsiteY15" fmla="*/ 161691 h 217977"/>
              <a:gd name="connsiteX16" fmla="*/ 183610 w 183832"/>
              <a:gd name="connsiteY16" fmla="*/ 162135 h 217977"/>
              <a:gd name="connsiteX17" fmla="*/ 183571 w 183832"/>
              <a:gd name="connsiteY17" fmla="*/ 162266 h 217977"/>
              <a:gd name="connsiteX18" fmla="*/ 183116 w 183832"/>
              <a:gd name="connsiteY18" fmla="*/ 163364 h 217977"/>
              <a:gd name="connsiteX19" fmla="*/ 183026 w 183832"/>
              <a:gd name="connsiteY19" fmla="*/ 163522 h 217977"/>
              <a:gd name="connsiteX20" fmla="*/ 182975 w 183832"/>
              <a:gd name="connsiteY20" fmla="*/ 163609 h 217977"/>
              <a:gd name="connsiteX21" fmla="*/ 182796 w 183832"/>
              <a:gd name="connsiteY21" fmla="*/ 163891 h 217977"/>
              <a:gd name="connsiteX22" fmla="*/ 183026 w 183832"/>
              <a:gd name="connsiteY22" fmla="*/ 163522 h 217977"/>
              <a:gd name="connsiteX23" fmla="*/ 181897 w 183832"/>
              <a:gd name="connsiteY23" fmla="*/ 164929 h 217977"/>
              <a:gd name="connsiteX24" fmla="*/ 180950 w 183832"/>
              <a:gd name="connsiteY24" fmla="*/ 165631 h 217977"/>
              <a:gd name="connsiteX25" fmla="*/ 181293 w 183832"/>
              <a:gd name="connsiteY25" fmla="*/ 165413 h 217977"/>
              <a:gd name="connsiteX26" fmla="*/ 181020 w 183832"/>
              <a:gd name="connsiteY26" fmla="*/ 165591 h 217977"/>
              <a:gd name="connsiteX27" fmla="*/ 180954 w 183832"/>
              <a:gd name="connsiteY27" fmla="*/ 165631 h 217977"/>
              <a:gd name="connsiteX28" fmla="*/ 94880 w 183832"/>
              <a:gd name="connsiteY28" fmla="*/ 217152 h 217977"/>
              <a:gd name="connsiteX29" fmla="*/ 94389 w 183832"/>
              <a:gd name="connsiteY29" fmla="*/ 217418 h 217977"/>
              <a:gd name="connsiteX30" fmla="*/ 94249 w 183832"/>
              <a:gd name="connsiteY30" fmla="*/ 217481 h 217977"/>
              <a:gd name="connsiteX31" fmla="*/ 93809 w 183832"/>
              <a:gd name="connsiteY31" fmla="*/ 217656 h 217977"/>
              <a:gd name="connsiteX32" fmla="*/ 93696 w 183832"/>
              <a:gd name="connsiteY32" fmla="*/ 217695 h 217977"/>
              <a:gd name="connsiteX33" fmla="*/ 93213 w 183832"/>
              <a:gd name="connsiteY33" fmla="*/ 217830 h 217977"/>
              <a:gd name="connsiteX34" fmla="*/ 93108 w 183832"/>
              <a:gd name="connsiteY34" fmla="*/ 217850 h 217977"/>
              <a:gd name="connsiteX35" fmla="*/ 90732 w 183832"/>
              <a:gd name="connsiteY35" fmla="*/ 217854 h 217977"/>
              <a:gd name="connsiteX36" fmla="*/ 90596 w 183832"/>
              <a:gd name="connsiteY36" fmla="*/ 217822 h 217977"/>
              <a:gd name="connsiteX37" fmla="*/ 90136 w 183832"/>
              <a:gd name="connsiteY37" fmla="*/ 217695 h 217977"/>
              <a:gd name="connsiteX38" fmla="*/ 90019 w 183832"/>
              <a:gd name="connsiteY38" fmla="*/ 217656 h 217977"/>
              <a:gd name="connsiteX39" fmla="*/ 88952 w 183832"/>
              <a:gd name="connsiteY39" fmla="*/ 217156 h 217977"/>
              <a:gd name="connsiteX40" fmla="*/ 89412 w 183832"/>
              <a:gd name="connsiteY40" fmla="*/ 217402 h 217977"/>
              <a:gd name="connsiteX41" fmla="*/ 89069 w 183832"/>
              <a:gd name="connsiteY41" fmla="*/ 217224 h 217977"/>
              <a:gd name="connsiteX42" fmla="*/ 88952 w 183832"/>
              <a:gd name="connsiteY42" fmla="*/ 217156 h 217977"/>
              <a:gd name="connsiteX43" fmla="*/ 2878 w 183832"/>
              <a:gd name="connsiteY43" fmla="*/ 165635 h 217977"/>
              <a:gd name="connsiteX44" fmla="*/ 2508 w 183832"/>
              <a:gd name="connsiteY44" fmla="*/ 165393 h 217977"/>
              <a:gd name="connsiteX45" fmla="*/ 2352 w 183832"/>
              <a:gd name="connsiteY45" fmla="*/ 165278 h 217977"/>
              <a:gd name="connsiteX46" fmla="*/ 2045 w 183832"/>
              <a:gd name="connsiteY46" fmla="*/ 165032 h 217977"/>
              <a:gd name="connsiteX47" fmla="*/ 1940 w 183832"/>
              <a:gd name="connsiteY47" fmla="*/ 164933 h 217977"/>
              <a:gd name="connsiteX48" fmla="*/ 1324 w 183832"/>
              <a:gd name="connsiteY48" fmla="*/ 164279 h 217977"/>
              <a:gd name="connsiteX49" fmla="*/ 857 w 183832"/>
              <a:gd name="connsiteY49" fmla="*/ 163605 h 217977"/>
              <a:gd name="connsiteX50" fmla="*/ 806 w 183832"/>
              <a:gd name="connsiteY50" fmla="*/ 163526 h 217977"/>
              <a:gd name="connsiteX51" fmla="*/ 744 w 183832"/>
              <a:gd name="connsiteY51" fmla="*/ 163415 h 217977"/>
              <a:gd name="connsiteX52" fmla="*/ 569 w 183832"/>
              <a:gd name="connsiteY52" fmla="*/ 163070 h 217977"/>
              <a:gd name="connsiteX53" fmla="*/ 806 w 183832"/>
              <a:gd name="connsiteY53" fmla="*/ 163522 h 217977"/>
              <a:gd name="connsiteX54" fmla="*/ 125 w 183832"/>
              <a:gd name="connsiteY54" fmla="*/ 161743 h 217977"/>
              <a:gd name="connsiteX55" fmla="*/ 97 w 183832"/>
              <a:gd name="connsiteY55" fmla="*/ 161584 h 217977"/>
              <a:gd name="connsiteX56" fmla="*/ 0 w 183832"/>
              <a:gd name="connsiteY56" fmla="*/ 160582 h 217977"/>
              <a:gd name="connsiteX57" fmla="*/ 0 w 183832"/>
              <a:gd name="connsiteY57" fmla="*/ 57467 h 217977"/>
              <a:gd name="connsiteX58" fmla="*/ 23 w 183832"/>
              <a:gd name="connsiteY58" fmla="*/ 56928 h 217977"/>
              <a:gd name="connsiteX59" fmla="*/ 1063 w 183832"/>
              <a:gd name="connsiteY59" fmla="*/ 54042 h 217977"/>
              <a:gd name="connsiteX60" fmla="*/ 888 w 183832"/>
              <a:gd name="connsiteY60" fmla="*/ 54316 h 217977"/>
              <a:gd name="connsiteX61" fmla="*/ 2878 w 183832"/>
              <a:gd name="connsiteY61" fmla="*/ 52342 h 217977"/>
              <a:gd name="connsiteX62" fmla="*/ 2489 w 183832"/>
              <a:gd name="connsiteY62" fmla="*/ 52596 h 217977"/>
              <a:gd name="connsiteX63" fmla="*/ 2867 w 183832"/>
              <a:gd name="connsiteY63" fmla="*/ 52346 h 217977"/>
              <a:gd name="connsiteX64" fmla="*/ 88956 w 183832"/>
              <a:gd name="connsiteY64" fmla="*/ 820 h 217977"/>
              <a:gd name="connsiteX65" fmla="*/ 90023 w 183832"/>
              <a:gd name="connsiteY65" fmla="*/ 321 h 217977"/>
              <a:gd name="connsiteX66" fmla="*/ 90140 w 183832"/>
              <a:gd name="connsiteY66" fmla="*/ 281 h 217977"/>
              <a:gd name="connsiteX67" fmla="*/ 90596 w 183832"/>
              <a:gd name="connsiteY67" fmla="*/ 151 h 217977"/>
              <a:gd name="connsiteX68" fmla="*/ 90740 w 183832"/>
              <a:gd name="connsiteY68" fmla="*/ 123 h 217977"/>
              <a:gd name="connsiteX69" fmla="*/ 91920 w 183832"/>
              <a:gd name="connsiteY69" fmla="*/ 0 h 217977"/>
              <a:gd name="connsiteX70" fmla="*/ 91916 w 183832"/>
              <a:gd name="connsiteY70" fmla="*/ 115880 h 217977"/>
              <a:gd name="connsiteX71" fmla="*/ 17359 w 183832"/>
              <a:gd name="connsiteY71" fmla="*/ 160506 h 217977"/>
              <a:gd name="connsiteX72" fmla="*/ 86074 w 183832"/>
              <a:gd name="connsiteY72" fmla="*/ 201644 h 217977"/>
              <a:gd name="connsiteX73" fmla="*/ 86074 w 183832"/>
              <a:gd name="connsiteY73" fmla="*/ 160510 h 217977"/>
              <a:gd name="connsiteX74" fmla="*/ 91916 w 183832"/>
              <a:gd name="connsiteY74" fmla="*/ 154565 h 217977"/>
              <a:gd name="connsiteX75" fmla="*/ 97758 w 183832"/>
              <a:gd name="connsiteY75" fmla="*/ 160510 h 217977"/>
              <a:gd name="connsiteX76" fmla="*/ 97758 w 183832"/>
              <a:gd name="connsiteY76" fmla="*/ 201636 h 217977"/>
              <a:gd name="connsiteX77" fmla="*/ 166469 w 183832"/>
              <a:gd name="connsiteY77" fmla="*/ 160506 h 217977"/>
              <a:gd name="connsiteX78" fmla="*/ 91916 w 183832"/>
              <a:gd name="connsiteY78" fmla="*/ 115880 h 217977"/>
              <a:gd name="connsiteX79" fmla="*/ 86074 w 183832"/>
              <a:gd name="connsiteY79" fmla="*/ 16332 h 217977"/>
              <a:gd name="connsiteX80" fmla="*/ 17098 w 183832"/>
              <a:gd name="connsiteY80" fmla="*/ 57617 h 217977"/>
              <a:gd name="connsiteX81" fmla="*/ 49444 w 183832"/>
              <a:gd name="connsiteY81" fmla="*/ 78186 h 217977"/>
              <a:gd name="connsiteX82" fmla="*/ 51302 w 183832"/>
              <a:gd name="connsiteY82" fmla="*/ 86378 h 217977"/>
              <a:gd name="connsiteX83" fmla="*/ 43251 w 183832"/>
              <a:gd name="connsiteY83" fmla="*/ 88269 h 217977"/>
              <a:gd name="connsiteX84" fmla="*/ 11680 w 183832"/>
              <a:gd name="connsiteY84" fmla="*/ 68187 h 217977"/>
              <a:gd name="connsiteX85" fmla="*/ 11680 w 183832"/>
              <a:gd name="connsiteY85" fmla="*/ 150119 h 217977"/>
              <a:gd name="connsiteX86" fmla="*/ 86070 w 183832"/>
              <a:gd name="connsiteY86" fmla="*/ 105588 h 217977"/>
              <a:gd name="connsiteX87" fmla="*/ 86070 w 183832"/>
              <a:gd name="connsiteY87" fmla="*/ 16332 h 217977"/>
              <a:gd name="connsiteX88" fmla="*/ 97758 w 183832"/>
              <a:gd name="connsiteY88" fmla="*/ 16332 h 217977"/>
              <a:gd name="connsiteX89" fmla="*/ 97758 w 183832"/>
              <a:gd name="connsiteY89" fmla="*/ 105584 h 217977"/>
              <a:gd name="connsiteX90" fmla="*/ 172144 w 183832"/>
              <a:gd name="connsiteY90" fmla="*/ 150115 h 217977"/>
              <a:gd name="connsiteX91" fmla="*/ 172144 w 183832"/>
              <a:gd name="connsiteY91" fmla="*/ 68191 h 217977"/>
              <a:gd name="connsiteX92" fmla="*/ 140581 w 183832"/>
              <a:gd name="connsiteY92" fmla="*/ 88269 h 217977"/>
              <a:gd name="connsiteX93" fmla="*/ 132531 w 183832"/>
              <a:gd name="connsiteY93" fmla="*/ 86378 h 217977"/>
              <a:gd name="connsiteX94" fmla="*/ 134388 w 183832"/>
              <a:gd name="connsiteY94" fmla="*/ 78186 h 217977"/>
              <a:gd name="connsiteX95" fmla="*/ 166727 w 183832"/>
              <a:gd name="connsiteY95" fmla="*/ 57617 h 217977"/>
              <a:gd name="connsiteX96" fmla="*/ 97758 w 183832"/>
              <a:gd name="connsiteY96" fmla="*/ 16336 h 217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83832" h="217977">
                <a:moveTo>
                  <a:pt x="91916" y="0"/>
                </a:moveTo>
                <a:cubicBezTo>
                  <a:pt x="92325" y="0"/>
                  <a:pt x="92722" y="40"/>
                  <a:pt x="93104" y="119"/>
                </a:cubicBezTo>
                <a:lnTo>
                  <a:pt x="93213" y="147"/>
                </a:lnTo>
                <a:cubicBezTo>
                  <a:pt x="93377" y="186"/>
                  <a:pt x="93540" y="226"/>
                  <a:pt x="93700" y="281"/>
                </a:cubicBezTo>
                <a:lnTo>
                  <a:pt x="93805" y="321"/>
                </a:lnTo>
                <a:cubicBezTo>
                  <a:pt x="94181" y="446"/>
                  <a:pt x="94541" y="613"/>
                  <a:pt x="94880" y="820"/>
                </a:cubicBezTo>
                <a:lnTo>
                  <a:pt x="94389" y="555"/>
                </a:lnTo>
                <a:cubicBezTo>
                  <a:pt x="94533" y="626"/>
                  <a:pt x="94674" y="701"/>
                  <a:pt x="94814" y="781"/>
                </a:cubicBezTo>
                <a:lnTo>
                  <a:pt x="94880" y="820"/>
                </a:lnTo>
                <a:lnTo>
                  <a:pt x="180954" y="52342"/>
                </a:lnTo>
                <a:cubicBezTo>
                  <a:pt x="181125" y="52443"/>
                  <a:pt x="181290" y="52554"/>
                  <a:pt x="181449" y="52675"/>
                </a:cubicBezTo>
                <a:cubicBezTo>
                  <a:pt x="182795" y="53686"/>
                  <a:pt x="183654" y="55233"/>
                  <a:pt x="183809" y="56928"/>
                </a:cubicBezTo>
                <a:lnTo>
                  <a:pt x="183832" y="57467"/>
                </a:lnTo>
                <a:lnTo>
                  <a:pt x="183832" y="160510"/>
                </a:lnTo>
                <a:cubicBezTo>
                  <a:pt x="183832" y="160873"/>
                  <a:pt x="183800" y="161235"/>
                  <a:pt x="183735" y="161592"/>
                </a:cubicBezTo>
                <a:lnTo>
                  <a:pt x="183715" y="161691"/>
                </a:lnTo>
                <a:cubicBezTo>
                  <a:pt x="183687" y="161841"/>
                  <a:pt x="183652" y="161989"/>
                  <a:pt x="183610" y="162135"/>
                </a:cubicBezTo>
                <a:lnTo>
                  <a:pt x="183571" y="162266"/>
                </a:lnTo>
                <a:cubicBezTo>
                  <a:pt x="183462" y="162648"/>
                  <a:pt x="183309" y="163017"/>
                  <a:pt x="183116" y="163364"/>
                </a:cubicBezTo>
                <a:cubicBezTo>
                  <a:pt x="183087" y="163417"/>
                  <a:pt x="183057" y="163470"/>
                  <a:pt x="183026" y="163522"/>
                </a:cubicBezTo>
                <a:lnTo>
                  <a:pt x="182975" y="163609"/>
                </a:lnTo>
                <a:lnTo>
                  <a:pt x="182796" y="163891"/>
                </a:lnTo>
                <a:lnTo>
                  <a:pt x="183026" y="163522"/>
                </a:lnTo>
                <a:cubicBezTo>
                  <a:pt x="182722" y="164047"/>
                  <a:pt x="182341" y="164521"/>
                  <a:pt x="181897" y="164929"/>
                </a:cubicBezTo>
                <a:cubicBezTo>
                  <a:pt x="181611" y="165202"/>
                  <a:pt x="181293" y="165437"/>
                  <a:pt x="180950" y="165631"/>
                </a:cubicBezTo>
                <a:lnTo>
                  <a:pt x="181293" y="165413"/>
                </a:lnTo>
                <a:cubicBezTo>
                  <a:pt x="181203" y="165476"/>
                  <a:pt x="181114" y="165536"/>
                  <a:pt x="181020" y="165591"/>
                </a:cubicBezTo>
                <a:lnTo>
                  <a:pt x="180954" y="165631"/>
                </a:lnTo>
                <a:lnTo>
                  <a:pt x="94880" y="217152"/>
                </a:lnTo>
                <a:cubicBezTo>
                  <a:pt x="94721" y="217249"/>
                  <a:pt x="94557" y="217337"/>
                  <a:pt x="94389" y="217418"/>
                </a:cubicBezTo>
                <a:lnTo>
                  <a:pt x="94249" y="217481"/>
                </a:lnTo>
                <a:cubicBezTo>
                  <a:pt x="94105" y="217546"/>
                  <a:pt x="93958" y="217604"/>
                  <a:pt x="93809" y="217656"/>
                </a:cubicBezTo>
                <a:lnTo>
                  <a:pt x="93696" y="217695"/>
                </a:lnTo>
                <a:cubicBezTo>
                  <a:pt x="93540" y="217747"/>
                  <a:pt x="93377" y="217791"/>
                  <a:pt x="93213" y="217830"/>
                </a:cubicBezTo>
                <a:lnTo>
                  <a:pt x="93108" y="217850"/>
                </a:lnTo>
                <a:cubicBezTo>
                  <a:pt x="92325" y="218018"/>
                  <a:pt x="91516" y="218020"/>
                  <a:pt x="90732" y="217854"/>
                </a:cubicBezTo>
                <a:lnTo>
                  <a:pt x="90596" y="217822"/>
                </a:lnTo>
                <a:cubicBezTo>
                  <a:pt x="90441" y="217787"/>
                  <a:pt x="90288" y="217745"/>
                  <a:pt x="90136" y="217695"/>
                </a:cubicBezTo>
                <a:lnTo>
                  <a:pt x="90019" y="217656"/>
                </a:lnTo>
                <a:cubicBezTo>
                  <a:pt x="89646" y="217531"/>
                  <a:pt x="89288" y="217364"/>
                  <a:pt x="88952" y="217156"/>
                </a:cubicBezTo>
                <a:lnTo>
                  <a:pt x="89412" y="217402"/>
                </a:lnTo>
                <a:cubicBezTo>
                  <a:pt x="89295" y="217347"/>
                  <a:pt x="89178" y="217287"/>
                  <a:pt x="89069" y="217224"/>
                </a:cubicBezTo>
                <a:lnTo>
                  <a:pt x="88952" y="217156"/>
                </a:lnTo>
                <a:lnTo>
                  <a:pt x="2878" y="165635"/>
                </a:lnTo>
                <a:cubicBezTo>
                  <a:pt x="2752" y="165559"/>
                  <a:pt x="2629" y="165478"/>
                  <a:pt x="2508" y="165393"/>
                </a:cubicBezTo>
                <a:lnTo>
                  <a:pt x="2352" y="165278"/>
                </a:lnTo>
                <a:cubicBezTo>
                  <a:pt x="2247" y="165200"/>
                  <a:pt x="2144" y="165118"/>
                  <a:pt x="2045" y="165032"/>
                </a:cubicBezTo>
                <a:lnTo>
                  <a:pt x="1940" y="164933"/>
                </a:lnTo>
                <a:cubicBezTo>
                  <a:pt x="1715" y="164735"/>
                  <a:pt x="1509" y="164516"/>
                  <a:pt x="1324" y="164279"/>
                </a:cubicBezTo>
                <a:cubicBezTo>
                  <a:pt x="1157" y="164063"/>
                  <a:pt x="1001" y="163838"/>
                  <a:pt x="857" y="163605"/>
                </a:cubicBezTo>
                <a:cubicBezTo>
                  <a:pt x="840" y="163579"/>
                  <a:pt x="823" y="163553"/>
                  <a:pt x="806" y="163526"/>
                </a:cubicBezTo>
                <a:lnTo>
                  <a:pt x="744" y="163415"/>
                </a:lnTo>
                <a:cubicBezTo>
                  <a:pt x="682" y="163302"/>
                  <a:pt x="623" y="163187"/>
                  <a:pt x="569" y="163070"/>
                </a:cubicBezTo>
                <a:lnTo>
                  <a:pt x="806" y="163522"/>
                </a:lnTo>
                <a:cubicBezTo>
                  <a:pt x="487" y="162970"/>
                  <a:pt x="257" y="162369"/>
                  <a:pt x="125" y="161743"/>
                </a:cubicBezTo>
                <a:lnTo>
                  <a:pt x="97" y="161584"/>
                </a:lnTo>
                <a:cubicBezTo>
                  <a:pt x="36" y="161254"/>
                  <a:pt x="4" y="160918"/>
                  <a:pt x="0" y="160582"/>
                </a:cubicBezTo>
                <a:lnTo>
                  <a:pt x="0" y="57467"/>
                </a:lnTo>
                <a:lnTo>
                  <a:pt x="23" y="56928"/>
                </a:lnTo>
                <a:cubicBezTo>
                  <a:pt x="114" y="55889"/>
                  <a:pt x="472" y="54894"/>
                  <a:pt x="1063" y="54042"/>
                </a:cubicBezTo>
                <a:lnTo>
                  <a:pt x="888" y="54316"/>
                </a:lnTo>
                <a:cubicBezTo>
                  <a:pt x="1385" y="53504"/>
                  <a:pt x="2068" y="52827"/>
                  <a:pt x="2878" y="52342"/>
                </a:cubicBezTo>
                <a:lnTo>
                  <a:pt x="2489" y="52596"/>
                </a:lnTo>
                <a:cubicBezTo>
                  <a:pt x="2613" y="52509"/>
                  <a:pt x="2738" y="52425"/>
                  <a:pt x="2867" y="52346"/>
                </a:cubicBezTo>
                <a:lnTo>
                  <a:pt x="88956" y="820"/>
                </a:lnTo>
                <a:cubicBezTo>
                  <a:pt x="89295" y="618"/>
                  <a:pt x="89652" y="451"/>
                  <a:pt x="90023" y="321"/>
                </a:cubicBezTo>
                <a:lnTo>
                  <a:pt x="90140" y="281"/>
                </a:lnTo>
                <a:cubicBezTo>
                  <a:pt x="90292" y="230"/>
                  <a:pt x="90444" y="190"/>
                  <a:pt x="90596" y="151"/>
                </a:cubicBezTo>
                <a:lnTo>
                  <a:pt x="90740" y="123"/>
                </a:lnTo>
                <a:cubicBezTo>
                  <a:pt x="91122" y="44"/>
                  <a:pt x="91519" y="0"/>
                  <a:pt x="91920" y="0"/>
                </a:cubicBezTo>
                <a:close/>
                <a:moveTo>
                  <a:pt x="91916" y="115880"/>
                </a:moveTo>
                <a:lnTo>
                  <a:pt x="17359" y="160506"/>
                </a:lnTo>
                <a:lnTo>
                  <a:pt x="86074" y="201644"/>
                </a:lnTo>
                <a:lnTo>
                  <a:pt x="86074" y="160510"/>
                </a:lnTo>
                <a:cubicBezTo>
                  <a:pt x="86074" y="157227"/>
                  <a:pt x="88690" y="154565"/>
                  <a:pt x="91916" y="154565"/>
                </a:cubicBezTo>
                <a:cubicBezTo>
                  <a:pt x="95143" y="154565"/>
                  <a:pt x="97758" y="157227"/>
                  <a:pt x="97758" y="160510"/>
                </a:cubicBezTo>
                <a:lnTo>
                  <a:pt x="97758" y="201636"/>
                </a:lnTo>
                <a:lnTo>
                  <a:pt x="166469" y="160506"/>
                </a:lnTo>
                <a:lnTo>
                  <a:pt x="91916" y="115880"/>
                </a:lnTo>
                <a:close/>
                <a:moveTo>
                  <a:pt x="86074" y="16332"/>
                </a:moveTo>
                <a:lnTo>
                  <a:pt x="17098" y="57617"/>
                </a:lnTo>
                <a:lnTo>
                  <a:pt x="49444" y="78186"/>
                </a:lnTo>
                <a:cubicBezTo>
                  <a:pt x="52180" y="79926"/>
                  <a:pt x="53012" y="83594"/>
                  <a:pt x="51302" y="86378"/>
                </a:cubicBezTo>
                <a:cubicBezTo>
                  <a:pt x="49592" y="89162"/>
                  <a:pt x="45987" y="90009"/>
                  <a:pt x="43251" y="88269"/>
                </a:cubicBezTo>
                <a:lnTo>
                  <a:pt x="11680" y="68187"/>
                </a:lnTo>
                <a:lnTo>
                  <a:pt x="11680" y="150119"/>
                </a:lnTo>
                <a:lnTo>
                  <a:pt x="86070" y="105588"/>
                </a:lnTo>
                <a:lnTo>
                  <a:pt x="86070" y="16332"/>
                </a:lnTo>
                <a:close/>
                <a:moveTo>
                  <a:pt x="97758" y="16332"/>
                </a:moveTo>
                <a:lnTo>
                  <a:pt x="97758" y="105584"/>
                </a:lnTo>
                <a:lnTo>
                  <a:pt x="172144" y="150115"/>
                </a:lnTo>
                <a:lnTo>
                  <a:pt x="172144" y="68191"/>
                </a:lnTo>
                <a:lnTo>
                  <a:pt x="140581" y="88269"/>
                </a:lnTo>
                <a:cubicBezTo>
                  <a:pt x="137845" y="90009"/>
                  <a:pt x="134241" y="89162"/>
                  <a:pt x="132531" y="86378"/>
                </a:cubicBezTo>
                <a:cubicBezTo>
                  <a:pt x="130821" y="83594"/>
                  <a:pt x="131652" y="79926"/>
                  <a:pt x="134388" y="78186"/>
                </a:cubicBezTo>
                <a:lnTo>
                  <a:pt x="166727" y="57617"/>
                </a:lnTo>
                <a:lnTo>
                  <a:pt x="97758" y="16336"/>
                </a:lnTo>
                <a:close/>
              </a:path>
            </a:pathLst>
          </a:custGeom>
          <a:solidFill>
            <a:schemeClr val="tx1"/>
          </a:solidFill>
          <a:ln w="3175" cap="flat">
            <a:solidFill>
              <a:schemeClr val="tx1"/>
            </a:solidFill>
            <a:prstDash val="solid"/>
            <a:miter/>
          </a:ln>
        </p:spPr>
        <p:txBody>
          <a:bodyPr rtlCol="0" anchor="ctr"/>
          <a:lstStyle/>
          <a:p>
            <a:endParaRPr lang="zh-CN" altLang="en-US"/>
          </a:p>
        </p:txBody>
      </p:sp>
      <p:grpSp>
        <p:nvGrpSpPr>
          <p:cNvPr id="80" name="组合 79">
            <a:extLst>
              <a:ext uri="{FF2B5EF4-FFF2-40B4-BE49-F238E27FC236}">
                <a16:creationId xmlns:a16="http://schemas.microsoft.com/office/drawing/2014/main" id="{1991598D-90C7-46FC-2B8E-4DB1F932E202}"/>
              </a:ext>
            </a:extLst>
          </p:cNvPr>
          <p:cNvGrpSpPr/>
          <p:nvPr/>
        </p:nvGrpSpPr>
        <p:grpSpPr>
          <a:xfrm>
            <a:off x="8925444" y="2522960"/>
            <a:ext cx="241840" cy="193238"/>
            <a:chOff x="8954463" y="2546146"/>
            <a:chExt cx="183801" cy="146865"/>
          </a:xfrm>
        </p:grpSpPr>
        <p:sp>
          <p:nvSpPr>
            <p:cNvPr id="75" name="任意多边形: 形状 74">
              <a:extLst>
                <a:ext uri="{FF2B5EF4-FFF2-40B4-BE49-F238E27FC236}">
                  <a16:creationId xmlns:a16="http://schemas.microsoft.com/office/drawing/2014/main" id="{688C5962-4D81-CA65-B7AE-AD271BCA0FC5}"/>
                </a:ext>
              </a:extLst>
            </p:cNvPr>
            <p:cNvSpPr/>
            <p:nvPr/>
          </p:nvSpPr>
          <p:spPr>
            <a:xfrm>
              <a:off x="9008451" y="2548087"/>
              <a:ext cx="129813" cy="143830"/>
            </a:xfrm>
            <a:custGeom>
              <a:avLst/>
              <a:gdLst>
                <a:gd name="connsiteX0" fmla="*/ 89851 w 129813"/>
                <a:gd name="connsiteY0" fmla="*/ 79080 h 143830"/>
                <a:gd name="connsiteX1" fmla="*/ 99456 w 129813"/>
                <a:gd name="connsiteY1" fmla="*/ 83293 h 143830"/>
                <a:gd name="connsiteX2" fmla="*/ 125070 w 129813"/>
                <a:gd name="connsiteY2" fmla="*/ 111473 h 143830"/>
                <a:gd name="connsiteX3" fmla="*/ 129720 w 129813"/>
                <a:gd name="connsiteY3" fmla="*/ 138151 h 143830"/>
                <a:gd name="connsiteX4" fmla="*/ 125637 w 129813"/>
                <a:gd name="connsiteY4" fmla="*/ 143681 h 143830"/>
                <a:gd name="connsiteX5" fmla="*/ 119149 w 129813"/>
                <a:gd name="connsiteY5" fmla="*/ 137975 h 143830"/>
                <a:gd name="connsiteX6" fmla="*/ 112072 w 129813"/>
                <a:gd name="connsiteY6" fmla="*/ 109335 h 143830"/>
                <a:gd name="connsiteX7" fmla="*/ 80744 w 129813"/>
                <a:gd name="connsiteY7" fmla="*/ 87574 h 143830"/>
                <a:gd name="connsiteX8" fmla="*/ 74432 w 129813"/>
                <a:gd name="connsiteY8" fmla="*/ 86655 h 143830"/>
                <a:gd name="connsiteX9" fmla="*/ 70028 w 129813"/>
                <a:gd name="connsiteY9" fmla="*/ 82059 h 143830"/>
                <a:gd name="connsiteX10" fmla="*/ 73605 w 129813"/>
                <a:gd name="connsiteY10" fmla="*/ 76514 h 143830"/>
                <a:gd name="connsiteX11" fmla="*/ 89009 w 129813"/>
                <a:gd name="connsiteY11" fmla="*/ 65614 h 143830"/>
                <a:gd name="connsiteX12" fmla="*/ 96308 w 129813"/>
                <a:gd name="connsiteY12" fmla="*/ 47315 h 143830"/>
                <a:gd name="connsiteX13" fmla="*/ 87852 w 129813"/>
                <a:gd name="connsiteY13" fmla="*/ 21732 h 143830"/>
                <a:gd name="connsiteX14" fmla="*/ 69545 w 129813"/>
                <a:gd name="connsiteY14" fmla="*/ 10932 h 143830"/>
                <a:gd name="connsiteX15" fmla="*/ 60354 w 129813"/>
                <a:gd name="connsiteY15" fmla="*/ 10120 h 143830"/>
                <a:gd name="connsiteX16" fmla="*/ 55329 w 129813"/>
                <a:gd name="connsiteY16" fmla="*/ 6106 h 143830"/>
                <a:gd name="connsiteX17" fmla="*/ 60369 w 129813"/>
                <a:gd name="connsiteY17" fmla="*/ 55 h 143830"/>
                <a:gd name="connsiteX18" fmla="*/ 79327 w 129813"/>
                <a:gd name="connsiteY18" fmla="*/ 3494 h 143830"/>
                <a:gd name="connsiteX19" fmla="*/ 105324 w 129813"/>
                <a:gd name="connsiteY19" fmla="*/ 34240 h 143830"/>
                <a:gd name="connsiteX20" fmla="*/ 94432 w 129813"/>
                <a:gd name="connsiteY20" fmla="*/ 74806 h 143830"/>
                <a:gd name="connsiteX21" fmla="*/ 92256 w 129813"/>
                <a:gd name="connsiteY21" fmla="*/ 76950 h 143830"/>
                <a:gd name="connsiteX22" fmla="*/ 89851 w 129813"/>
                <a:gd name="connsiteY22" fmla="*/ 79087 h 143830"/>
                <a:gd name="connsiteX23" fmla="*/ 17598 w 129813"/>
                <a:gd name="connsiteY23" fmla="*/ 96421 h 143830"/>
                <a:gd name="connsiteX24" fmla="*/ 24928 w 129813"/>
                <a:gd name="connsiteY24" fmla="*/ 108891 h 143830"/>
                <a:gd name="connsiteX25" fmla="*/ 34901 w 129813"/>
                <a:gd name="connsiteY25" fmla="*/ 125804 h 143830"/>
                <a:gd name="connsiteX26" fmla="*/ 34732 w 129813"/>
                <a:gd name="connsiteY26" fmla="*/ 127152 h 143830"/>
                <a:gd name="connsiteX27" fmla="*/ 18218 w 129813"/>
                <a:gd name="connsiteY27" fmla="*/ 143413 h 143830"/>
                <a:gd name="connsiteX28" fmla="*/ 16946 w 129813"/>
                <a:gd name="connsiteY28" fmla="*/ 143452 h 143830"/>
                <a:gd name="connsiteX29" fmla="*/ 379 w 129813"/>
                <a:gd name="connsiteY29" fmla="*/ 127106 h 143830"/>
                <a:gd name="connsiteX30" fmla="*/ 179 w 129813"/>
                <a:gd name="connsiteY30" fmla="*/ 125926 h 143830"/>
                <a:gd name="connsiteX31" fmla="*/ 17207 w 129813"/>
                <a:gd name="connsiteY31" fmla="*/ 97011 h 143830"/>
                <a:gd name="connsiteX32" fmla="*/ 17590 w 129813"/>
                <a:gd name="connsiteY32" fmla="*/ 96421 h 143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9813" h="143830">
                  <a:moveTo>
                    <a:pt x="89851" y="79080"/>
                  </a:moveTo>
                  <a:cubicBezTo>
                    <a:pt x="93260" y="80259"/>
                    <a:pt x="96438" y="81607"/>
                    <a:pt x="99456" y="83293"/>
                  </a:cubicBezTo>
                  <a:cubicBezTo>
                    <a:pt x="111130" y="89826"/>
                    <a:pt x="119693" y="99209"/>
                    <a:pt x="125070" y="111473"/>
                  </a:cubicBezTo>
                  <a:cubicBezTo>
                    <a:pt x="128793" y="119975"/>
                    <a:pt x="130210" y="128898"/>
                    <a:pt x="129720" y="138151"/>
                  </a:cubicBezTo>
                  <a:cubicBezTo>
                    <a:pt x="129567" y="141077"/>
                    <a:pt x="128081" y="143107"/>
                    <a:pt x="125637" y="143681"/>
                  </a:cubicBezTo>
                  <a:cubicBezTo>
                    <a:pt x="122083" y="144516"/>
                    <a:pt x="118897" y="141728"/>
                    <a:pt x="119149" y="137975"/>
                  </a:cubicBezTo>
                  <a:cubicBezTo>
                    <a:pt x="119839" y="127673"/>
                    <a:pt x="117587" y="118060"/>
                    <a:pt x="112072" y="109335"/>
                  </a:cubicBezTo>
                  <a:cubicBezTo>
                    <a:pt x="104719" y="97700"/>
                    <a:pt x="94263" y="90401"/>
                    <a:pt x="80744" y="87574"/>
                  </a:cubicBezTo>
                  <a:cubicBezTo>
                    <a:pt x="78653" y="87138"/>
                    <a:pt x="76531" y="86992"/>
                    <a:pt x="74432" y="86655"/>
                  </a:cubicBezTo>
                  <a:cubicBezTo>
                    <a:pt x="72086" y="86311"/>
                    <a:pt x="70272" y="84418"/>
                    <a:pt x="70028" y="82059"/>
                  </a:cubicBezTo>
                  <a:cubicBezTo>
                    <a:pt x="69829" y="79486"/>
                    <a:pt x="71223" y="77295"/>
                    <a:pt x="73605" y="76514"/>
                  </a:cubicBezTo>
                  <a:cubicBezTo>
                    <a:pt x="79871" y="74476"/>
                    <a:pt x="84926" y="70700"/>
                    <a:pt x="89009" y="65614"/>
                  </a:cubicBezTo>
                  <a:cubicBezTo>
                    <a:pt x="93306" y="60275"/>
                    <a:pt x="95795" y="54140"/>
                    <a:pt x="96308" y="47315"/>
                  </a:cubicBezTo>
                  <a:cubicBezTo>
                    <a:pt x="97044" y="37649"/>
                    <a:pt x="94278" y="29054"/>
                    <a:pt x="87852" y="21732"/>
                  </a:cubicBezTo>
                  <a:cubicBezTo>
                    <a:pt x="83076" y="16250"/>
                    <a:pt x="76653" y="12461"/>
                    <a:pt x="69545" y="10932"/>
                  </a:cubicBezTo>
                  <a:cubicBezTo>
                    <a:pt x="66520" y="10242"/>
                    <a:pt x="63441" y="10127"/>
                    <a:pt x="60354" y="10120"/>
                  </a:cubicBezTo>
                  <a:cubicBezTo>
                    <a:pt x="57935" y="10154"/>
                    <a:pt x="55830" y="8473"/>
                    <a:pt x="55329" y="6106"/>
                  </a:cubicBezTo>
                  <a:cubicBezTo>
                    <a:pt x="54655" y="2966"/>
                    <a:pt x="56938" y="193"/>
                    <a:pt x="60369" y="55"/>
                  </a:cubicBezTo>
                  <a:cubicBezTo>
                    <a:pt x="66869" y="-277"/>
                    <a:pt x="73358" y="900"/>
                    <a:pt x="79327" y="3494"/>
                  </a:cubicBezTo>
                  <a:cubicBezTo>
                    <a:pt x="92961" y="9515"/>
                    <a:pt x="101938" y="19710"/>
                    <a:pt x="105324" y="34240"/>
                  </a:cubicBezTo>
                  <a:cubicBezTo>
                    <a:pt x="108885" y="49552"/>
                    <a:pt x="105017" y="63148"/>
                    <a:pt x="94432" y="74806"/>
                  </a:cubicBezTo>
                  <a:cubicBezTo>
                    <a:pt x="93742" y="75556"/>
                    <a:pt x="92999" y="76253"/>
                    <a:pt x="92256" y="76950"/>
                  </a:cubicBezTo>
                  <a:cubicBezTo>
                    <a:pt x="91521" y="77640"/>
                    <a:pt x="90747" y="78291"/>
                    <a:pt x="89851" y="79087"/>
                  </a:cubicBezTo>
                  <a:close/>
                  <a:moveTo>
                    <a:pt x="17598" y="96421"/>
                  </a:moveTo>
                  <a:lnTo>
                    <a:pt x="24928" y="108891"/>
                  </a:lnTo>
                  <a:cubicBezTo>
                    <a:pt x="28244" y="114529"/>
                    <a:pt x="31553" y="120174"/>
                    <a:pt x="34901" y="125804"/>
                  </a:cubicBezTo>
                  <a:cubicBezTo>
                    <a:pt x="35230" y="126371"/>
                    <a:pt x="35222" y="126677"/>
                    <a:pt x="34732" y="127152"/>
                  </a:cubicBezTo>
                  <a:cubicBezTo>
                    <a:pt x="29210" y="132552"/>
                    <a:pt x="23702" y="137975"/>
                    <a:pt x="18218" y="143413"/>
                  </a:cubicBezTo>
                  <a:cubicBezTo>
                    <a:pt x="17735" y="143896"/>
                    <a:pt x="17483" y="143972"/>
                    <a:pt x="16946" y="143452"/>
                  </a:cubicBezTo>
                  <a:cubicBezTo>
                    <a:pt x="11447" y="137983"/>
                    <a:pt x="5917" y="132544"/>
                    <a:pt x="379" y="127106"/>
                  </a:cubicBezTo>
                  <a:cubicBezTo>
                    <a:pt x="-4" y="126723"/>
                    <a:pt x="-142" y="126462"/>
                    <a:pt x="179" y="125926"/>
                  </a:cubicBezTo>
                  <a:cubicBezTo>
                    <a:pt x="5871" y="116298"/>
                    <a:pt x="11531" y="106655"/>
                    <a:pt x="17207" y="97011"/>
                  </a:cubicBezTo>
                  <a:lnTo>
                    <a:pt x="17590" y="96421"/>
                  </a:lnTo>
                  <a:close/>
                </a:path>
              </a:pathLst>
            </a:custGeom>
            <a:solidFill>
              <a:schemeClr val="tx1"/>
            </a:solidFill>
            <a:ln w="3175" cap="flat">
              <a:solidFill>
                <a:schemeClr val="tx1"/>
              </a:solidFill>
              <a:prstDash val="solid"/>
              <a:miter/>
            </a:ln>
          </p:spPr>
          <p:txBody>
            <a:bodyPr rtlCol="0" anchor="ctr"/>
            <a:lstStyle/>
            <a:p>
              <a:endParaRPr lang="zh-CN" altLang="en-US"/>
            </a:p>
          </p:txBody>
        </p:sp>
        <p:sp>
          <p:nvSpPr>
            <p:cNvPr id="79" name="任意多边形: 形状 78">
              <a:extLst>
                <a:ext uri="{FF2B5EF4-FFF2-40B4-BE49-F238E27FC236}">
                  <a16:creationId xmlns:a16="http://schemas.microsoft.com/office/drawing/2014/main" id="{D16716A2-7E19-6A64-FFDD-598FF466D3E3}"/>
                </a:ext>
              </a:extLst>
            </p:cNvPr>
            <p:cNvSpPr/>
            <p:nvPr/>
          </p:nvSpPr>
          <p:spPr>
            <a:xfrm>
              <a:off x="8954463" y="2546146"/>
              <a:ext cx="141424" cy="146865"/>
            </a:xfrm>
            <a:custGeom>
              <a:avLst/>
              <a:gdLst>
                <a:gd name="connsiteX0" fmla="*/ 141358 w 141424"/>
                <a:gd name="connsiteY0" fmla="*/ 140459 h 146865"/>
                <a:gd name="connsiteX1" fmla="*/ 138110 w 141424"/>
                <a:gd name="connsiteY1" fmla="*/ 127851 h 146865"/>
                <a:gd name="connsiteX2" fmla="*/ 99689 w 141424"/>
                <a:gd name="connsiteY2" fmla="*/ 86489 h 146865"/>
                <a:gd name="connsiteX3" fmla="*/ 93883 w 141424"/>
                <a:gd name="connsiteY3" fmla="*/ 84191 h 146865"/>
                <a:gd name="connsiteX4" fmla="*/ 115422 w 141424"/>
                <a:gd name="connsiteY4" fmla="*/ 51730 h 146865"/>
                <a:gd name="connsiteX5" fmla="*/ 103856 w 141424"/>
                <a:gd name="connsiteY5" fmla="*/ 14642 h 146865"/>
                <a:gd name="connsiteX6" fmla="*/ 40335 w 141424"/>
                <a:gd name="connsiteY6" fmla="*/ 11763 h 146865"/>
                <a:gd name="connsiteX7" fmla="*/ 37247 w 141424"/>
                <a:gd name="connsiteY7" fmla="*/ 14871 h 146865"/>
                <a:gd name="connsiteX8" fmla="*/ 25834 w 141424"/>
                <a:gd name="connsiteY8" fmla="*/ 50565 h 146865"/>
                <a:gd name="connsiteX9" fmla="*/ 47481 w 141424"/>
                <a:gd name="connsiteY9" fmla="*/ 84115 h 146865"/>
                <a:gd name="connsiteX10" fmla="*/ 46638 w 141424"/>
                <a:gd name="connsiteY10" fmla="*/ 84521 h 146865"/>
                <a:gd name="connsiteX11" fmla="*/ 8876 w 141424"/>
                <a:gd name="connsiteY11" fmla="*/ 115910 h 146865"/>
                <a:gd name="connsiteX12" fmla="*/ 106 w 141424"/>
                <a:gd name="connsiteY12" fmla="*/ 140214 h 146865"/>
                <a:gd name="connsiteX13" fmla="*/ 2955 w 141424"/>
                <a:gd name="connsiteY13" fmla="*/ 146265 h 146865"/>
                <a:gd name="connsiteX14" fmla="*/ 10071 w 141424"/>
                <a:gd name="connsiteY14" fmla="*/ 144672 h 146865"/>
                <a:gd name="connsiteX15" fmla="*/ 11457 w 141424"/>
                <a:gd name="connsiteY15" fmla="*/ 140873 h 146865"/>
                <a:gd name="connsiteX16" fmla="*/ 29289 w 141424"/>
                <a:gd name="connsiteY16" fmla="*/ 108243 h 146865"/>
                <a:gd name="connsiteX17" fmla="*/ 85028 w 141424"/>
                <a:gd name="connsiteY17" fmla="*/ 93460 h 146865"/>
                <a:gd name="connsiteX18" fmla="*/ 123442 w 141424"/>
                <a:gd name="connsiteY18" fmla="*/ 122735 h 146865"/>
                <a:gd name="connsiteX19" fmla="*/ 130335 w 141424"/>
                <a:gd name="connsiteY19" fmla="*/ 142497 h 146865"/>
                <a:gd name="connsiteX20" fmla="*/ 136923 w 141424"/>
                <a:gd name="connsiteY20" fmla="*/ 146740 h 146865"/>
                <a:gd name="connsiteX21" fmla="*/ 141365 w 141424"/>
                <a:gd name="connsiteY21" fmla="*/ 140459 h 146865"/>
                <a:gd name="connsiteX22" fmla="*/ 70728 w 141424"/>
                <a:gd name="connsiteY22" fmla="*/ 80162 h 146865"/>
                <a:gd name="connsiteX23" fmla="*/ 35838 w 141424"/>
                <a:gd name="connsiteY23" fmla="*/ 45426 h 146865"/>
                <a:gd name="connsiteX24" fmla="*/ 35838 w 141424"/>
                <a:gd name="connsiteY24" fmla="*/ 45219 h 146865"/>
                <a:gd name="connsiteX25" fmla="*/ 70735 w 141424"/>
                <a:gd name="connsiteY25" fmla="*/ 10367 h 146865"/>
                <a:gd name="connsiteX26" fmla="*/ 105587 w 141424"/>
                <a:gd name="connsiteY26" fmla="*/ 45273 h 146865"/>
                <a:gd name="connsiteX27" fmla="*/ 70728 w 141424"/>
                <a:gd name="connsiteY27" fmla="*/ 80162 h 146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41424" h="146865">
                  <a:moveTo>
                    <a:pt x="141358" y="140459"/>
                  </a:moveTo>
                  <a:cubicBezTo>
                    <a:pt x="140681" y="136162"/>
                    <a:pt x="139594" y="131940"/>
                    <a:pt x="138110" y="127851"/>
                  </a:cubicBezTo>
                  <a:cubicBezTo>
                    <a:pt x="131002" y="108779"/>
                    <a:pt x="118187" y="94991"/>
                    <a:pt x="99689" y="86489"/>
                  </a:cubicBezTo>
                  <a:cubicBezTo>
                    <a:pt x="97790" y="85635"/>
                    <a:pt x="95852" y="84868"/>
                    <a:pt x="93883" y="84191"/>
                  </a:cubicBezTo>
                  <a:cubicBezTo>
                    <a:pt x="105909" y="76501"/>
                    <a:pt x="113415" y="65846"/>
                    <a:pt x="115422" y="51730"/>
                  </a:cubicBezTo>
                  <a:cubicBezTo>
                    <a:pt x="117429" y="37605"/>
                    <a:pt x="113484" y="25120"/>
                    <a:pt x="103856" y="14642"/>
                  </a:cubicBezTo>
                  <a:cubicBezTo>
                    <a:pt x="87110" y="-3694"/>
                    <a:pt x="58671" y="-4983"/>
                    <a:pt x="40335" y="11763"/>
                  </a:cubicBezTo>
                  <a:cubicBezTo>
                    <a:pt x="39256" y="12748"/>
                    <a:pt x="38225" y="13786"/>
                    <a:pt x="37247" y="14871"/>
                  </a:cubicBezTo>
                  <a:cubicBezTo>
                    <a:pt x="28086" y="24974"/>
                    <a:pt x="24211" y="37008"/>
                    <a:pt x="25834" y="50565"/>
                  </a:cubicBezTo>
                  <a:cubicBezTo>
                    <a:pt x="27581" y="65172"/>
                    <a:pt x="35172" y="76210"/>
                    <a:pt x="47481" y="84115"/>
                  </a:cubicBezTo>
                  <a:cubicBezTo>
                    <a:pt x="47274" y="84398"/>
                    <a:pt x="46929" y="84421"/>
                    <a:pt x="46638" y="84521"/>
                  </a:cubicBezTo>
                  <a:cubicBezTo>
                    <a:pt x="30731" y="90182"/>
                    <a:pt x="17349" y="101305"/>
                    <a:pt x="8876" y="115910"/>
                  </a:cubicBezTo>
                  <a:cubicBezTo>
                    <a:pt x="4477" y="123401"/>
                    <a:pt x="1504" y="131641"/>
                    <a:pt x="106" y="140214"/>
                  </a:cubicBezTo>
                  <a:cubicBezTo>
                    <a:pt x="-354" y="142895"/>
                    <a:pt x="703" y="145247"/>
                    <a:pt x="2955" y="146265"/>
                  </a:cubicBezTo>
                  <a:cubicBezTo>
                    <a:pt x="5621" y="147468"/>
                    <a:pt x="8363" y="146824"/>
                    <a:pt x="10071" y="144672"/>
                  </a:cubicBezTo>
                  <a:cubicBezTo>
                    <a:pt x="10967" y="143546"/>
                    <a:pt x="11197" y="142206"/>
                    <a:pt x="11457" y="140873"/>
                  </a:cubicBezTo>
                  <a:cubicBezTo>
                    <a:pt x="13947" y="128104"/>
                    <a:pt x="19730" y="117067"/>
                    <a:pt x="29289" y="108243"/>
                  </a:cubicBezTo>
                  <a:cubicBezTo>
                    <a:pt x="45221" y="93559"/>
                    <a:pt x="63972" y="88519"/>
                    <a:pt x="85028" y="93460"/>
                  </a:cubicBezTo>
                  <a:cubicBezTo>
                    <a:pt x="102048" y="97443"/>
                    <a:pt x="114778" y="107553"/>
                    <a:pt x="123442" y="122735"/>
                  </a:cubicBezTo>
                  <a:cubicBezTo>
                    <a:pt x="126965" y="128885"/>
                    <a:pt x="129033" y="135557"/>
                    <a:pt x="130335" y="142497"/>
                  </a:cubicBezTo>
                  <a:cubicBezTo>
                    <a:pt x="130879" y="145423"/>
                    <a:pt x="133859" y="147292"/>
                    <a:pt x="136923" y="146740"/>
                  </a:cubicBezTo>
                  <a:cubicBezTo>
                    <a:pt x="139842" y="146167"/>
                    <a:pt x="141797" y="143403"/>
                    <a:pt x="141365" y="140459"/>
                  </a:cubicBezTo>
                  <a:close/>
                  <a:moveTo>
                    <a:pt x="70728" y="80162"/>
                  </a:moveTo>
                  <a:cubicBezTo>
                    <a:pt x="51501" y="80205"/>
                    <a:pt x="35880" y="64653"/>
                    <a:pt x="35838" y="45426"/>
                  </a:cubicBezTo>
                  <a:cubicBezTo>
                    <a:pt x="35838" y="45357"/>
                    <a:pt x="35838" y="45288"/>
                    <a:pt x="35838" y="45219"/>
                  </a:cubicBezTo>
                  <a:cubicBezTo>
                    <a:pt x="35899" y="25894"/>
                    <a:pt x="51540" y="10314"/>
                    <a:pt x="70735" y="10367"/>
                  </a:cubicBezTo>
                  <a:cubicBezTo>
                    <a:pt x="89978" y="10431"/>
                    <a:pt x="105553" y="26030"/>
                    <a:pt x="105587" y="45273"/>
                  </a:cubicBezTo>
                  <a:cubicBezTo>
                    <a:pt x="105572" y="64498"/>
                    <a:pt x="89961" y="80201"/>
                    <a:pt x="70728" y="80162"/>
                  </a:cubicBezTo>
                  <a:close/>
                </a:path>
              </a:pathLst>
            </a:custGeom>
            <a:solidFill>
              <a:schemeClr val="tx1"/>
            </a:solidFill>
            <a:ln w="3175" cap="flat">
              <a:solidFill>
                <a:schemeClr val="tx1"/>
              </a:solidFill>
              <a:prstDash val="solid"/>
              <a:miter/>
            </a:ln>
          </p:spPr>
          <p:txBody>
            <a:bodyPr rtlCol="0" anchor="ctr"/>
            <a:lstStyle/>
            <a:p>
              <a:endParaRPr lang="zh-CN" altLang="en-US" dirty="0"/>
            </a:p>
          </p:txBody>
        </p:sp>
      </p:grpSp>
      <p:grpSp>
        <p:nvGrpSpPr>
          <p:cNvPr id="107" name="组合 106">
            <a:extLst>
              <a:ext uri="{FF2B5EF4-FFF2-40B4-BE49-F238E27FC236}">
                <a16:creationId xmlns:a16="http://schemas.microsoft.com/office/drawing/2014/main" id="{08C90D3C-73C5-C2F0-D3A6-8B9198CF257B}"/>
              </a:ext>
            </a:extLst>
          </p:cNvPr>
          <p:cNvGrpSpPr/>
          <p:nvPr/>
        </p:nvGrpSpPr>
        <p:grpSpPr>
          <a:xfrm>
            <a:off x="9591019" y="2029884"/>
            <a:ext cx="225040" cy="209206"/>
            <a:chOff x="9467340" y="1410130"/>
            <a:chExt cx="468635" cy="435666"/>
          </a:xfrm>
          <a:solidFill>
            <a:schemeClr val="tx1"/>
          </a:solidFill>
        </p:grpSpPr>
        <p:sp>
          <p:nvSpPr>
            <p:cNvPr id="105" name="任意多边形: 形状 104">
              <a:extLst>
                <a:ext uri="{FF2B5EF4-FFF2-40B4-BE49-F238E27FC236}">
                  <a16:creationId xmlns:a16="http://schemas.microsoft.com/office/drawing/2014/main" id="{3EEC2233-3482-CC2D-6D89-07BF9D2F7237}"/>
                </a:ext>
              </a:extLst>
            </p:cNvPr>
            <p:cNvSpPr/>
            <p:nvPr/>
          </p:nvSpPr>
          <p:spPr>
            <a:xfrm>
              <a:off x="9520956" y="1519193"/>
              <a:ext cx="354177" cy="200648"/>
            </a:xfrm>
            <a:custGeom>
              <a:avLst/>
              <a:gdLst>
                <a:gd name="connsiteX0" fmla="*/ 123258 w 354177"/>
                <a:gd name="connsiteY0" fmla="*/ 181138 h 200648"/>
                <a:gd name="connsiteX1" fmla="*/ 116708 w 354177"/>
                <a:gd name="connsiteY1" fmla="*/ 179526 h 200648"/>
                <a:gd name="connsiteX2" fmla="*/ 81550 w 354177"/>
                <a:gd name="connsiteY2" fmla="*/ 161039 h 200648"/>
                <a:gd name="connsiteX3" fmla="*/ 46393 w 354177"/>
                <a:gd name="connsiteY3" fmla="*/ 179526 h 200648"/>
                <a:gd name="connsiteX4" fmla="*/ 31578 w 354177"/>
                <a:gd name="connsiteY4" fmla="*/ 178452 h 200648"/>
                <a:gd name="connsiteX5" fmla="*/ 25974 w 354177"/>
                <a:gd name="connsiteY5" fmla="*/ 164685 h 200648"/>
                <a:gd name="connsiteX6" fmla="*/ 32691 w 354177"/>
                <a:gd name="connsiteY6" fmla="*/ 125537 h 200648"/>
                <a:gd name="connsiteX7" fmla="*/ 4251 w 354177"/>
                <a:gd name="connsiteY7" fmla="*/ 97812 h 200648"/>
                <a:gd name="connsiteX8" fmla="*/ 694 w 354177"/>
                <a:gd name="connsiteY8" fmla="*/ 83381 h 200648"/>
                <a:gd name="connsiteX9" fmla="*/ 12055 w 354177"/>
                <a:gd name="connsiteY9" fmla="*/ 73798 h 200648"/>
                <a:gd name="connsiteX10" fmla="*/ 51357 w 354177"/>
                <a:gd name="connsiteY10" fmla="*/ 68092 h 200648"/>
                <a:gd name="connsiteX11" fmla="*/ 68936 w 354177"/>
                <a:gd name="connsiteY11" fmla="*/ 32475 h 200648"/>
                <a:gd name="connsiteX12" fmla="*/ 81550 w 354177"/>
                <a:gd name="connsiteY12" fmla="*/ 24632 h 200648"/>
                <a:gd name="connsiteX13" fmla="*/ 94165 w 354177"/>
                <a:gd name="connsiteY13" fmla="*/ 32475 h 200648"/>
                <a:gd name="connsiteX14" fmla="*/ 111744 w 354177"/>
                <a:gd name="connsiteY14" fmla="*/ 68092 h 200648"/>
                <a:gd name="connsiteX15" fmla="*/ 151046 w 354177"/>
                <a:gd name="connsiteY15" fmla="*/ 73798 h 200648"/>
                <a:gd name="connsiteX16" fmla="*/ 162407 w 354177"/>
                <a:gd name="connsiteY16" fmla="*/ 83381 h 200648"/>
                <a:gd name="connsiteX17" fmla="*/ 158850 w 354177"/>
                <a:gd name="connsiteY17" fmla="*/ 97812 h 200648"/>
                <a:gd name="connsiteX18" fmla="*/ 130410 w 354177"/>
                <a:gd name="connsiteY18" fmla="*/ 125537 h 200648"/>
                <a:gd name="connsiteX19" fmla="*/ 137127 w 354177"/>
                <a:gd name="connsiteY19" fmla="*/ 164685 h 200648"/>
                <a:gd name="connsiteX20" fmla="*/ 131523 w 354177"/>
                <a:gd name="connsiteY20" fmla="*/ 178452 h 200648"/>
                <a:gd name="connsiteX21" fmla="*/ 123258 w 354177"/>
                <a:gd name="connsiteY21" fmla="*/ 181138 h 200648"/>
                <a:gd name="connsiteX22" fmla="*/ 81550 w 354177"/>
                <a:gd name="connsiteY22" fmla="*/ 131063 h 200648"/>
                <a:gd name="connsiteX23" fmla="*/ 88101 w 354177"/>
                <a:gd name="connsiteY23" fmla="*/ 132675 h 200648"/>
                <a:gd name="connsiteX24" fmla="*/ 104567 w 354177"/>
                <a:gd name="connsiteY24" fmla="*/ 141337 h 200648"/>
                <a:gd name="connsiteX25" fmla="*/ 101419 w 354177"/>
                <a:gd name="connsiteY25" fmla="*/ 123003 h 200648"/>
                <a:gd name="connsiteX26" fmla="*/ 105462 w 354177"/>
                <a:gd name="connsiteY26" fmla="*/ 110542 h 200648"/>
                <a:gd name="connsiteX27" fmla="*/ 118780 w 354177"/>
                <a:gd name="connsiteY27" fmla="*/ 97557 h 200648"/>
                <a:gd name="connsiteX28" fmla="*/ 100370 w 354177"/>
                <a:gd name="connsiteY28" fmla="*/ 94883 h 200648"/>
                <a:gd name="connsiteX29" fmla="*/ 89777 w 354177"/>
                <a:gd name="connsiteY29" fmla="*/ 87181 h 200648"/>
                <a:gd name="connsiteX30" fmla="*/ 81550 w 354177"/>
                <a:gd name="connsiteY30" fmla="*/ 70498 h 200648"/>
                <a:gd name="connsiteX31" fmla="*/ 73324 w 354177"/>
                <a:gd name="connsiteY31" fmla="*/ 87181 h 200648"/>
                <a:gd name="connsiteX32" fmla="*/ 62731 w 354177"/>
                <a:gd name="connsiteY32" fmla="*/ 94883 h 200648"/>
                <a:gd name="connsiteX33" fmla="*/ 44321 w 354177"/>
                <a:gd name="connsiteY33" fmla="*/ 97557 h 200648"/>
                <a:gd name="connsiteX34" fmla="*/ 57639 w 354177"/>
                <a:gd name="connsiteY34" fmla="*/ 110542 h 200648"/>
                <a:gd name="connsiteX35" fmla="*/ 61682 w 354177"/>
                <a:gd name="connsiteY35" fmla="*/ 123003 h 200648"/>
                <a:gd name="connsiteX36" fmla="*/ 58535 w 354177"/>
                <a:gd name="connsiteY36" fmla="*/ 141337 h 200648"/>
                <a:gd name="connsiteX37" fmla="*/ 75000 w 354177"/>
                <a:gd name="connsiteY37" fmla="*/ 132675 h 200648"/>
                <a:gd name="connsiteX38" fmla="*/ 81550 w 354177"/>
                <a:gd name="connsiteY38" fmla="*/ 131063 h 200648"/>
                <a:gd name="connsiteX39" fmla="*/ 219084 w 354177"/>
                <a:gd name="connsiteY39" fmla="*/ 72097 h 200648"/>
                <a:gd name="connsiteX40" fmla="*/ 204601 w 354177"/>
                <a:gd name="connsiteY40" fmla="*/ 61823 h 200648"/>
                <a:gd name="connsiteX41" fmla="*/ 213992 w 354177"/>
                <a:gd name="connsiteY41" fmla="*/ 42249 h 200648"/>
                <a:gd name="connsiteX42" fmla="*/ 331746 w 354177"/>
                <a:gd name="connsiteY42" fmla="*/ 874 h 200648"/>
                <a:gd name="connsiteX43" fmla="*/ 351320 w 354177"/>
                <a:gd name="connsiteY43" fmla="*/ 10265 h 200648"/>
                <a:gd name="connsiteX44" fmla="*/ 341929 w 354177"/>
                <a:gd name="connsiteY44" fmla="*/ 29839 h 200648"/>
                <a:gd name="connsiteX45" fmla="*/ 224176 w 354177"/>
                <a:gd name="connsiteY45" fmla="*/ 71214 h 200648"/>
                <a:gd name="connsiteX46" fmla="*/ 219084 w 354177"/>
                <a:gd name="connsiteY46" fmla="*/ 72097 h 200648"/>
                <a:gd name="connsiteX47" fmla="*/ 220414 w 354177"/>
                <a:gd name="connsiteY47" fmla="*/ 136693 h 200648"/>
                <a:gd name="connsiteX48" fmla="*/ 205932 w 354177"/>
                <a:gd name="connsiteY48" fmla="*/ 126419 h 200648"/>
                <a:gd name="connsiteX49" fmla="*/ 215322 w 354177"/>
                <a:gd name="connsiteY49" fmla="*/ 106845 h 200648"/>
                <a:gd name="connsiteX50" fmla="*/ 333076 w 354177"/>
                <a:gd name="connsiteY50" fmla="*/ 65470 h 200648"/>
                <a:gd name="connsiteX51" fmla="*/ 352651 w 354177"/>
                <a:gd name="connsiteY51" fmla="*/ 74860 h 200648"/>
                <a:gd name="connsiteX52" fmla="*/ 343260 w 354177"/>
                <a:gd name="connsiteY52" fmla="*/ 94435 h 200648"/>
                <a:gd name="connsiteX53" fmla="*/ 225506 w 354177"/>
                <a:gd name="connsiteY53" fmla="*/ 135810 h 200648"/>
                <a:gd name="connsiteX54" fmla="*/ 220414 w 354177"/>
                <a:gd name="connsiteY54" fmla="*/ 136693 h 200648"/>
                <a:gd name="connsiteX55" fmla="*/ 221067 w 354177"/>
                <a:gd name="connsiteY55" fmla="*/ 200649 h 200648"/>
                <a:gd name="connsiteX56" fmla="*/ 206584 w 354177"/>
                <a:gd name="connsiteY56" fmla="*/ 190375 h 200648"/>
                <a:gd name="connsiteX57" fmla="*/ 215975 w 354177"/>
                <a:gd name="connsiteY57" fmla="*/ 170801 h 200648"/>
                <a:gd name="connsiteX58" fmla="*/ 333729 w 354177"/>
                <a:gd name="connsiteY58" fmla="*/ 129426 h 200648"/>
                <a:gd name="connsiteX59" fmla="*/ 353303 w 354177"/>
                <a:gd name="connsiteY59" fmla="*/ 138816 h 200648"/>
                <a:gd name="connsiteX60" fmla="*/ 343912 w 354177"/>
                <a:gd name="connsiteY60" fmla="*/ 158391 h 200648"/>
                <a:gd name="connsiteX61" fmla="*/ 226159 w 354177"/>
                <a:gd name="connsiteY61" fmla="*/ 199766 h 200648"/>
                <a:gd name="connsiteX62" fmla="*/ 221067 w 354177"/>
                <a:gd name="connsiteY62" fmla="*/ 200649 h 200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54177" h="200648">
                  <a:moveTo>
                    <a:pt x="123258" y="181138"/>
                  </a:moveTo>
                  <a:cubicBezTo>
                    <a:pt x="121019" y="181138"/>
                    <a:pt x="118768" y="180601"/>
                    <a:pt x="116708" y="179526"/>
                  </a:cubicBezTo>
                  <a:lnTo>
                    <a:pt x="81550" y="161039"/>
                  </a:lnTo>
                  <a:lnTo>
                    <a:pt x="46393" y="179526"/>
                  </a:lnTo>
                  <a:cubicBezTo>
                    <a:pt x="41647" y="182021"/>
                    <a:pt x="35902" y="181612"/>
                    <a:pt x="31578" y="178452"/>
                  </a:cubicBezTo>
                  <a:cubicBezTo>
                    <a:pt x="27245" y="175302"/>
                    <a:pt x="25073" y="169966"/>
                    <a:pt x="25974" y="164685"/>
                  </a:cubicBezTo>
                  <a:lnTo>
                    <a:pt x="32691" y="125537"/>
                  </a:lnTo>
                  <a:lnTo>
                    <a:pt x="4251" y="97812"/>
                  </a:lnTo>
                  <a:cubicBezTo>
                    <a:pt x="412" y="94077"/>
                    <a:pt x="-969" y="88486"/>
                    <a:pt x="694" y="83381"/>
                  </a:cubicBezTo>
                  <a:cubicBezTo>
                    <a:pt x="2353" y="78288"/>
                    <a:pt x="6755" y="74575"/>
                    <a:pt x="12055" y="73798"/>
                  </a:cubicBezTo>
                  <a:lnTo>
                    <a:pt x="51357" y="68092"/>
                  </a:lnTo>
                  <a:lnTo>
                    <a:pt x="68936" y="32475"/>
                  </a:lnTo>
                  <a:cubicBezTo>
                    <a:pt x="71303" y="27677"/>
                    <a:pt x="76203" y="24632"/>
                    <a:pt x="81550" y="24632"/>
                  </a:cubicBezTo>
                  <a:cubicBezTo>
                    <a:pt x="86898" y="24632"/>
                    <a:pt x="91798" y="27677"/>
                    <a:pt x="94165" y="32475"/>
                  </a:cubicBezTo>
                  <a:lnTo>
                    <a:pt x="111744" y="68092"/>
                  </a:lnTo>
                  <a:lnTo>
                    <a:pt x="151046" y="73798"/>
                  </a:lnTo>
                  <a:cubicBezTo>
                    <a:pt x="156343" y="74566"/>
                    <a:pt x="160757" y="78276"/>
                    <a:pt x="162407" y="83381"/>
                  </a:cubicBezTo>
                  <a:cubicBezTo>
                    <a:pt x="164058" y="88473"/>
                    <a:pt x="162676" y="94064"/>
                    <a:pt x="158850" y="97812"/>
                  </a:cubicBezTo>
                  <a:lnTo>
                    <a:pt x="130410" y="125537"/>
                  </a:lnTo>
                  <a:lnTo>
                    <a:pt x="137127" y="164685"/>
                  </a:lnTo>
                  <a:cubicBezTo>
                    <a:pt x="138035" y="169969"/>
                    <a:pt x="135860" y="175304"/>
                    <a:pt x="131523" y="178452"/>
                  </a:cubicBezTo>
                  <a:cubicBezTo>
                    <a:pt x="129079" y="180230"/>
                    <a:pt x="126175" y="181138"/>
                    <a:pt x="123258" y="181138"/>
                  </a:cubicBezTo>
                  <a:close/>
                  <a:moveTo>
                    <a:pt x="81550" y="131063"/>
                  </a:moveTo>
                  <a:cubicBezTo>
                    <a:pt x="83802" y="131063"/>
                    <a:pt x="86054" y="131601"/>
                    <a:pt x="88101" y="132675"/>
                  </a:cubicBezTo>
                  <a:lnTo>
                    <a:pt x="104567" y="141337"/>
                  </a:lnTo>
                  <a:lnTo>
                    <a:pt x="101419" y="123003"/>
                  </a:lnTo>
                  <a:cubicBezTo>
                    <a:pt x="100639" y="118436"/>
                    <a:pt x="102148" y="113779"/>
                    <a:pt x="105462" y="110542"/>
                  </a:cubicBezTo>
                  <a:lnTo>
                    <a:pt x="118780" y="97557"/>
                  </a:lnTo>
                  <a:lnTo>
                    <a:pt x="100370" y="94883"/>
                  </a:lnTo>
                  <a:cubicBezTo>
                    <a:pt x="95786" y="94217"/>
                    <a:pt x="91824" y="91336"/>
                    <a:pt x="89777" y="87181"/>
                  </a:cubicBezTo>
                  <a:lnTo>
                    <a:pt x="81550" y="70498"/>
                  </a:lnTo>
                  <a:lnTo>
                    <a:pt x="73324" y="87181"/>
                  </a:lnTo>
                  <a:cubicBezTo>
                    <a:pt x="71277" y="91339"/>
                    <a:pt x="67311" y="94217"/>
                    <a:pt x="62731" y="94883"/>
                  </a:cubicBezTo>
                  <a:lnTo>
                    <a:pt x="44321" y="97557"/>
                  </a:lnTo>
                  <a:lnTo>
                    <a:pt x="57639" y="110542"/>
                  </a:lnTo>
                  <a:cubicBezTo>
                    <a:pt x="60958" y="113776"/>
                    <a:pt x="62470" y="118437"/>
                    <a:pt x="61682" y="123003"/>
                  </a:cubicBezTo>
                  <a:lnTo>
                    <a:pt x="58535" y="141337"/>
                  </a:lnTo>
                  <a:lnTo>
                    <a:pt x="75000" y="132675"/>
                  </a:lnTo>
                  <a:cubicBezTo>
                    <a:pt x="77060" y="131614"/>
                    <a:pt x="79312" y="131063"/>
                    <a:pt x="81550" y="131063"/>
                  </a:cubicBezTo>
                  <a:close/>
                  <a:moveTo>
                    <a:pt x="219084" y="72097"/>
                  </a:moveTo>
                  <a:cubicBezTo>
                    <a:pt x="212751" y="72097"/>
                    <a:pt x="206814" y="68144"/>
                    <a:pt x="204601" y="61823"/>
                  </a:cubicBezTo>
                  <a:cubicBezTo>
                    <a:pt x="201786" y="53827"/>
                    <a:pt x="205996" y="45064"/>
                    <a:pt x="213992" y="42249"/>
                  </a:cubicBezTo>
                  <a:lnTo>
                    <a:pt x="331746" y="874"/>
                  </a:lnTo>
                  <a:cubicBezTo>
                    <a:pt x="339742" y="-1941"/>
                    <a:pt x="348505" y="2268"/>
                    <a:pt x="351320" y="10265"/>
                  </a:cubicBezTo>
                  <a:cubicBezTo>
                    <a:pt x="354135" y="18261"/>
                    <a:pt x="349926" y="27024"/>
                    <a:pt x="341929" y="29839"/>
                  </a:cubicBezTo>
                  <a:lnTo>
                    <a:pt x="224176" y="71214"/>
                  </a:lnTo>
                  <a:cubicBezTo>
                    <a:pt x="222487" y="71815"/>
                    <a:pt x="220772" y="72097"/>
                    <a:pt x="219084" y="72097"/>
                  </a:cubicBezTo>
                  <a:close/>
                  <a:moveTo>
                    <a:pt x="220414" y="136693"/>
                  </a:moveTo>
                  <a:cubicBezTo>
                    <a:pt x="214081" y="136693"/>
                    <a:pt x="208145" y="132739"/>
                    <a:pt x="205932" y="126419"/>
                  </a:cubicBezTo>
                  <a:cubicBezTo>
                    <a:pt x="203117" y="118423"/>
                    <a:pt x="207326" y="109659"/>
                    <a:pt x="215322" y="106845"/>
                  </a:cubicBezTo>
                  <a:lnTo>
                    <a:pt x="333076" y="65470"/>
                  </a:lnTo>
                  <a:cubicBezTo>
                    <a:pt x="341072" y="62655"/>
                    <a:pt x="349836" y="66864"/>
                    <a:pt x="352651" y="74860"/>
                  </a:cubicBezTo>
                  <a:cubicBezTo>
                    <a:pt x="355465" y="82856"/>
                    <a:pt x="351256" y="91620"/>
                    <a:pt x="343260" y="94435"/>
                  </a:cubicBezTo>
                  <a:lnTo>
                    <a:pt x="225506" y="135810"/>
                  </a:lnTo>
                  <a:cubicBezTo>
                    <a:pt x="223830" y="136411"/>
                    <a:pt x="222103" y="136693"/>
                    <a:pt x="220414" y="136693"/>
                  </a:cubicBezTo>
                  <a:close/>
                  <a:moveTo>
                    <a:pt x="221067" y="200649"/>
                  </a:moveTo>
                  <a:cubicBezTo>
                    <a:pt x="214734" y="200649"/>
                    <a:pt x="208797" y="196695"/>
                    <a:pt x="206584" y="190375"/>
                  </a:cubicBezTo>
                  <a:cubicBezTo>
                    <a:pt x="203769" y="182379"/>
                    <a:pt x="207979" y="173616"/>
                    <a:pt x="215975" y="170801"/>
                  </a:cubicBezTo>
                  <a:lnTo>
                    <a:pt x="333729" y="129426"/>
                  </a:lnTo>
                  <a:cubicBezTo>
                    <a:pt x="341725" y="126611"/>
                    <a:pt x="350488" y="130820"/>
                    <a:pt x="353303" y="138816"/>
                  </a:cubicBezTo>
                  <a:cubicBezTo>
                    <a:pt x="356118" y="146813"/>
                    <a:pt x="351909" y="155576"/>
                    <a:pt x="343912" y="158391"/>
                  </a:cubicBezTo>
                  <a:lnTo>
                    <a:pt x="226159" y="199766"/>
                  </a:lnTo>
                  <a:cubicBezTo>
                    <a:pt x="224483" y="200367"/>
                    <a:pt x="222755" y="200649"/>
                    <a:pt x="221067" y="200649"/>
                  </a:cubicBezTo>
                  <a:close/>
                </a:path>
              </a:pathLst>
            </a:custGeom>
            <a:grpFill/>
            <a:ln w="493" cap="flat">
              <a:noFill/>
              <a:prstDash val="solid"/>
              <a:miter/>
            </a:ln>
          </p:spPr>
          <p:txBody>
            <a:bodyPr rtlCol="0" anchor="ctr"/>
            <a:lstStyle/>
            <a:p>
              <a:endParaRPr lang="zh-CN" altLang="en-US"/>
            </a:p>
          </p:txBody>
        </p:sp>
        <p:sp>
          <p:nvSpPr>
            <p:cNvPr id="106" name="任意多边形: 形状 105">
              <a:extLst>
                <a:ext uri="{FF2B5EF4-FFF2-40B4-BE49-F238E27FC236}">
                  <a16:creationId xmlns:a16="http://schemas.microsoft.com/office/drawing/2014/main" id="{9D4D1AE0-B924-16F3-20E1-E0E47F428215}"/>
                </a:ext>
              </a:extLst>
            </p:cNvPr>
            <p:cNvSpPr/>
            <p:nvPr/>
          </p:nvSpPr>
          <p:spPr>
            <a:xfrm>
              <a:off x="9467340" y="1410130"/>
              <a:ext cx="468635" cy="435666"/>
            </a:xfrm>
            <a:custGeom>
              <a:avLst/>
              <a:gdLst>
                <a:gd name="connsiteX0" fmla="*/ 233026 w 468635"/>
                <a:gd name="connsiteY0" fmla="*/ 435666 h 435666"/>
                <a:gd name="connsiteX1" fmla="*/ 228305 w 468635"/>
                <a:gd name="connsiteY1" fmla="*/ 434924 h 435666"/>
                <a:gd name="connsiteX2" fmla="*/ 46429 w 468635"/>
                <a:gd name="connsiteY2" fmla="*/ 376227 h 435666"/>
                <a:gd name="connsiteX3" fmla="*/ 0 w 468635"/>
                <a:gd name="connsiteY3" fmla="*/ 326152 h 435666"/>
                <a:gd name="connsiteX4" fmla="*/ 0 w 468635"/>
                <a:gd name="connsiteY4" fmla="*/ 53171 h 435666"/>
                <a:gd name="connsiteX5" fmla="*/ 53171 w 468635"/>
                <a:gd name="connsiteY5" fmla="*/ 0 h 435666"/>
                <a:gd name="connsiteX6" fmla="*/ 57943 w 468635"/>
                <a:gd name="connsiteY6" fmla="*/ 755 h 435666"/>
                <a:gd name="connsiteX7" fmla="*/ 233371 w 468635"/>
                <a:gd name="connsiteY7" fmla="*/ 58058 h 435666"/>
                <a:gd name="connsiteX8" fmla="*/ 410744 w 468635"/>
                <a:gd name="connsiteY8" fmla="*/ 742 h 435666"/>
                <a:gd name="connsiteX9" fmla="*/ 415465 w 468635"/>
                <a:gd name="connsiteY9" fmla="*/ 0 h 435666"/>
                <a:gd name="connsiteX10" fmla="*/ 468636 w 468635"/>
                <a:gd name="connsiteY10" fmla="*/ 53171 h 435666"/>
                <a:gd name="connsiteX11" fmla="*/ 468636 w 468635"/>
                <a:gd name="connsiteY11" fmla="*/ 326165 h 435666"/>
                <a:gd name="connsiteX12" fmla="*/ 422694 w 468635"/>
                <a:gd name="connsiteY12" fmla="*/ 376086 h 435666"/>
                <a:gd name="connsiteX13" fmla="*/ 422642 w 468635"/>
                <a:gd name="connsiteY13" fmla="*/ 376099 h 435666"/>
                <a:gd name="connsiteX14" fmla="*/ 237696 w 468635"/>
                <a:gd name="connsiteY14" fmla="*/ 434950 h 435666"/>
                <a:gd name="connsiteX15" fmla="*/ 233026 w 468635"/>
                <a:gd name="connsiteY15" fmla="*/ 435666 h 435666"/>
                <a:gd name="connsiteX16" fmla="*/ 51034 w 468635"/>
                <a:gd name="connsiteY16" fmla="*/ 30807 h 435666"/>
                <a:gd name="connsiteX17" fmla="*/ 30705 w 468635"/>
                <a:gd name="connsiteY17" fmla="*/ 53171 h 435666"/>
                <a:gd name="connsiteX18" fmla="*/ 30705 w 468635"/>
                <a:gd name="connsiteY18" fmla="*/ 326165 h 435666"/>
                <a:gd name="connsiteX19" fmla="*/ 54361 w 468635"/>
                <a:gd name="connsiteY19" fmla="*/ 346571 h 435666"/>
                <a:gd name="connsiteX20" fmla="*/ 55371 w 468635"/>
                <a:gd name="connsiteY20" fmla="*/ 346865 h 435666"/>
                <a:gd name="connsiteX21" fmla="*/ 233051 w 468635"/>
                <a:gd name="connsiteY21" fmla="*/ 404207 h 435666"/>
                <a:gd name="connsiteX22" fmla="*/ 413290 w 468635"/>
                <a:gd name="connsiteY22" fmla="*/ 346852 h 435666"/>
                <a:gd name="connsiteX23" fmla="*/ 437918 w 468635"/>
                <a:gd name="connsiteY23" fmla="*/ 326165 h 435666"/>
                <a:gd name="connsiteX24" fmla="*/ 437918 w 468635"/>
                <a:gd name="connsiteY24" fmla="*/ 53171 h 435666"/>
                <a:gd name="connsiteX25" fmla="*/ 417563 w 468635"/>
                <a:gd name="connsiteY25" fmla="*/ 30807 h 435666"/>
                <a:gd name="connsiteX26" fmla="*/ 238054 w 468635"/>
                <a:gd name="connsiteY26" fmla="*/ 88814 h 435666"/>
                <a:gd name="connsiteX27" fmla="*/ 228561 w 468635"/>
                <a:gd name="connsiteY27" fmla="*/ 88802 h 435666"/>
                <a:gd name="connsiteX28" fmla="*/ 51034 w 468635"/>
                <a:gd name="connsiteY28" fmla="*/ 30807 h 435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68635" h="435666">
                  <a:moveTo>
                    <a:pt x="233026" y="435666"/>
                  </a:moveTo>
                  <a:cubicBezTo>
                    <a:pt x="231439" y="435666"/>
                    <a:pt x="229840" y="435423"/>
                    <a:pt x="228305" y="434924"/>
                  </a:cubicBezTo>
                  <a:lnTo>
                    <a:pt x="46429" y="376227"/>
                  </a:lnTo>
                  <a:cubicBezTo>
                    <a:pt x="8073" y="366503"/>
                    <a:pt x="0" y="343654"/>
                    <a:pt x="0" y="326152"/>
                  </a:cubicBezTo>
                  <a:lnTo>
                    <a:pt x="0" y="53171"/>
                  </a:lnTo>
                  <a:cubicBezTo>
                    <a:pt x="0" y="23848"/>
                    <a:pt x="23848" y="0"/>
                    <a:pt x="53171" y="0"/>
                  </a:cubicBezTo>
                  <a:cubicBezTo>
                    <a:pt x="54796" y="0"/>
                    <a:pt x="56395" y="256"/>
                    <a:pt x="57943" y="755"/>
                  </a:cubicBezTo>
                  <a:lnTo>
                    <a:pt x="233371" y="58058"/>
                  </a:lnTo>
                  <a:lnTo>
                    <a:pt x="410744" y="742"/>
                  </a:lnTo>
                  <a:cubicBezTo>
                    <a:pt x="412267" y="243"/>
                    <a:pt x="413866" y="0"/>
                    <a:pt x="415465" y="0"/>
                  </a:cubicBezTo>
                  <a:cubicBezTo>
                    <a:pt x="444788" y="0"/>
                    <a:pt x="468636" y="23848"/>
                    <a:pt x="468636" y="53171"/>
                  </a:cubicBezTo>
                  <a:lnTo>
                    <a:pt x="468636" y="326165"/>
                  </a:lnTo>
                  <a:cubicBezTo>
                    <a:pt x="468636" y="361271"/>
                    <a:pt x="437598" y="371275"/>
                    <a:pt x="422694" y="376086"/>
                  </a:cubicBezTo>
                  <a:cubicBezTo>
                    <a:pt x="422681" y="376086"/>
                    <a:pt x="422655" y="376099"/>
                    <a:pt x="422642" y="376099"/>
                  </a:cubicBezTo>
                  <a:lnTo>
                    <a:pt x="237696" y="434950"/>
                  </a:lnTo>
                  <a:cubicBezTo>
                    <a:pt x="236160" y="435423"/>
                    <a:pt x="234587" y="435666"/>
                    <a:pt x="233026" y="435666"/>
                  </a:cubicBezTo>
                  <a:close/>
                  <a:moveTo>
                    <a:pt x="51034" y="30807"/>
                  </a:moveTo>
                  <a:cubicBezTo>
                    <a:pt x="39648" y="31882"/>
                    <a:pt x="30705" y="41503"/>
                    <a:pt x="30705" y="53171"/>
                  </a:cubicBezTo>
                  <a:lnTo>
                    <a:pt x="30705" y="326165"/>
                  </a:lnTo>
                  <a:cubicBezTo>
                    <a:pt x="30705" y="331244"/>
                    <a:pt x="30705" y="340685"/>
                    <a:pt x="54361" y="346571"/>
                  </a:cubicBezTo>
                  <a:cubicBezTo>
                    <a:pt x="54706" y="346660"/>
                    <a:pt x="55039" y="346750"/>
                    <a:pt x="55371" y="346865"/>
                  </a:cubicBezTo>
                  <a:lnTo>
                    <a:pt x="233051" y="404207"/>
                  </a:lnTo>
                  <a:lnTo>
                    <a:pt x="413290" y="346852"/>
                  </a:lnTo>
                  <a:cubicBezTo>
                    <a:pt x="436204" y="339457"/>
                    <a:pt x="437918" y="333866"/>
                    <a:pt x="437918" y="326165"/>
                  </a:cubicBezTo>
                  <a:lnTo>
                    <a:pt x="437918" y="53171"/>
                  </a:lnTo>
                  <a:cubicBezTo>
                    <a:pt x="437918" y="41503"/>
                    <a:pt x="428963" y="31869"/>
                    <a:pt x="417563" y="30807"/>
                  </a:cubicBezTo>
                  <a:lnTo>
                    <a:pt x="238054" y="88814"/>
                  </a:lnTo>
                  <a:cubicBezTo>
                    <a:pt x="234970" y="89812"/>
                    <a:pt x="231644" y="89800"/>
                    <a:pt x="228561" y="88802"/>
                  </a:cubicBezTo>
                  <a:lnTo>
                    <a:pt x="51034" y="30807"/>
                  </a:lnTo>
                  <a:close/>
                </a:path>
              </a:pathLst>
            </a:custGeom>
            <a:grpFill/>
            <a:ln w="493" cap="flat">
              <a:noFill/>
              <a:prstDash val="solid"/>
              <a:miter/>
            </a:ln>
          </p:spPr>
          <p:txBody>
            <a:bodyPr rtlCol="0" anchor="ctr"/>
            <a:lstStyle/>
            <a:p>
              <a:endParaRPr lang="zh-CN" altLang="en-US"/>
            </a:p>
          </p:txBody>
        </p:sp>
      </p:grpSp>
    </p:spTree>
    <p:extLst>
      <p:ext uri="{BB962C8B-B14F-4D97-AF65-F5344CB8AC3E}">
        <p14:creationId xmlns:p14="http://schemas.microsoft.com/office/powerpoint/2010/main" val="6737707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53843" y="523557"/>
            <a:ext cx="7001329" cy="430887"/>
          </a:xfrm>
          <a:prstGeom prst="rect">
            <a:avLst/>
          </a:prstGeom>
          <a:noFill/>
        </p:spPr>
        <p:txBody>
          <a:bodyPr wrap="square" lIns="0" tIns="0" rIns="0" bIns="0">
            <a:spAutoFit/>
          </a:bodyPr>
          <a:lstStyle/>
          <a:p>
            <a:r>
              <a:rPr lang="zh-CN" altLang="en-US" sz="2800" b="1" dirty="0">
                <a:solidFill>
                  <a:schemeClr val="bg1"/>
                </a:solidFill>
                <a:latin typeface="+mj-ea"/>
                <a:ea typeface="+mj-ea"/>
              </a:rPr>
              <a:t>数据安全能力模型</a:t>
            </a:r>
            <a:endParaRPr lang="en-US" altLang="zh-CN" sz="2800" b="1" dirty="0">
              <a:solidFill>
                <a:schemeClr val="bg1"/>
              </a:solidFill>
              <a:latin typeface="+mj-ea"/>
              <a:ea typeface="+mj-ea"/>
            </a:endParaRPr>
          </a:p>
        </p:txBody>
      </p:sp>
      <p:sp>
        <p:nvSpPr>
          <p:cNvPr id="21" name="椭圆 20">
            <a:extLst>
              <a:ext uri="{FF2B5EF4-FFF2-40B4-BE49-F238E27FC236}">
                <a16:creationId xmlns:a16="http://schemas.microsoft.com/office/drawing/2014/main" id="{70C79FFB-285D-D0E9-4E0C-C30AB166FCFC}"/>
              </a:ext>
            </a:extLst>
          </p:cNvPr>
          <p:cNvSpPr/>
          <p:nvPr/>
        </p:nvSpPr>
        <p:spPr>
          <a:xfrm>
            <a:off x="498254" y="0"/>
            <a:ext cx="2590038" cy="7610688"/>
          </a:xfrm>
          <a:custGeom>
            <a:avLst/>
            <a:gdLst>
              <a:gd name="connsiteX0" fmla="*/ 0 w 5180076"/>
              <a:gd name="connsiteY0" fmla="*/ 3805344 h 7610687"/>
              <a:gd name="connsiteX1" fmla="*/ 2590038 w 5180076"/>
              <a:gd name="connsiteY1" fmla="*/ 0 h 7610687"/>
              <a:gd name="connsiteX2" fmla="*/ 5180076 w 5180076"/>
              <a:gd name="connsiteY2" fmla="*/ 3805344 h 7610687"/>
              <a:gd name="connsiteX3" fmla="*/ 2590038 w 5180076"/>
              <a:gd name="connsiteY3" fmla="*/ 7610688 h 7610687"/>
              <a:gd name="connsiteX4" fmla="*/ 0 w 5180076"/>
              <a:gd name="connsiteY4" fmla="*/ 3805344 h 7610687"/>
              <a:gd name="connsiteX0" fmla="*/ 0 w 5180076"/>
              <a:gd name="connsiteY0" fmla="*/ 3805344 h 7610688"/>
              <a:gd name="connsiteX1" fmla="*/ 2590038 w 5180076"/>
              <a:gd name="connsiteY1" fmla="*/ 0 h 7610688"/>
              <a:gd name="connsiteX2" fmla="*/ 5180076 w 5180076"/>
              <a:gd name="connsiteY2" fmla="*/ 3805344 h 7610688"/>
              <a:gd name="connsiteX3" fmla="*/ 2590038 w 5180076"/>
              <a:gd name="connsiteY3" fmla="*/ 7610688 h 7610688"/>
              <a:gd name="connsiteX4" fmla="*/ 91440 w 5180076"/>
              <a:gd name="connsiteY4" fmla="*/ 3896784 h 7610688"/>
              <a:gd name="connsiteX0" fmla="*/ 0 w 5180076"/>
              <a:gd name="connsiteY0" fmla="*/ 3805344 h 7610688"/>
              <a:gd name="connsiteX1" fmla="*/ 2590038 w 5180076"/>
              <a:gd name="connsiteY1" fmla="*/ 0 h 7610688"/>
              <a:gd name="connsiteX2" fmla="*/ 5180076 w 5180076"/>
              <a:gd name="connsiteY2" fmla="*/ 3805344 h 7610688"/>
              <a:gd name="connsiteX3" fmla="*/ 2590038 w 5180076"/>
              <a:gd name="connsiteY3" fmla="*/ 7610688 h 7610688"/>
              <a:gd name="connsiteX0" fmla="*/ 0 w 2590038"/>
              <a:gd name="connsiteY0" fmla="*/ 0 h 7610688"/>
              <a:gd name="connsiteX1" fmla="*/ 2590038 w 2590038"/>
              <a:gd name="connsiteY1" fmla="*/ 3805344 h 7610688"/>
              <a:gd name="connsiteX2" fmla="*/ 0 w 2590038"/>
              <a:gd name="connsiteY2" fmla="*/ 7610688 h 7610688"/>
            </a:gdLst>
            <a:ahLst/>
            <a:cxnLst>
              <a:cxn ang="0">
                <a:pos x="connsiteX0" y="connsiteY0"/>
              </a:cxn>
              <a:cxn ang="0">
                <a:pos x="connsiteX1" y="connsiteY1"/>
              </a:cxn>
              <a:cxn ang="0">
                <a:pos x="connsiteX2" y="connsiteY2"/>
              </a:cxn>
            </a:cxnLst>
            <a:rect l="l" t="t" r="r" b="b"/>
            <a:pathLst>
              <a:path w="2590038" h="7610688">
                <a:moveTo>
                  <a:pt x="0" y="0"/>
                </a:moveTo>
                <a:cubicBezTo>
                  <a:pt x="1430438" y="0"/>
                  <a:pt x="2590038" y="1703711"/>
                  <a:pt x="2590038" y="3805344"/>
                </a:cubicBezTo>
                <a:cubicBezTo>
                  <a:pt x="2590038" y="5906977"/>
                  <a:pt x="1430438" y="7610688"/>
                  <a:pt x="0" y="7610688"/>
                </a:cubicBezTo>
              </a:path>
            </a:pathLst>
          </a:custGeom>
          <a:gradFill>
            <a:gsLst>
              <a:gs pos="29000">
                <a:schemeClr val="accent2">
                  <a:alpha val="0"/>
                </a:schemeClr>
              </a:gs>
              <a:gs pos="0">
                <a:schemeClr val="accent2">
                  <a:alpha val="19000"/>
                </a:schemeClr>
              </a:gs>
            </a:gsLst>
            <a:lin ang="10800000" scaled="0"/>
          </a:gradFill>
          <a:ln w="9525" cap="flat">
            <a:gradFill>
              <a:gsLst>
                <a:gs pos="15000">
                  <a:schemeClr val="accent2">
                    <a:alpha val="0"/>
                  </a:schemeClr>
                </a:gs>
                <a:gs pos="38000">
                  <a:schemeClr val="accent2"/>
                </a:gs>
                <a:gs pos="72000">
                  <a:schemeClr val="accent2"/>
                </a:gs>
                <a:gs pos="85000">
                  <a:schemeClr val="accent2">
                    <a:alpha val="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solidFill>
                <a:schemeClr val="tx1"/>
              </a:solidFill>
            </a:endParaRPr>
          </a:p>
        </p:txBody>
      </p:sp>
      <p:sp>
        <p:nvSpPr>
          <p:cNvPr id="22" name="椭圆 21">
            <a:extLst>
              <a:ext uri="{FF2B5EF4-FFF2-40B4-BE49-F238E27FC236}">
                <a16:creationId xmlns:a16="http://schemas.microsoft.com/office/drawing/2014/main" id="{FA8E982F-C9A9-BC30-BDD1-D802935EF939}"/>
              </a:ext>
            </a:extLst>
          </p:cNvPr>
          <p:cNvSpPr/>
          <p:nvPr/>
        </p:nvSpPr>
        <p:spPr>
          <a:xfrm>
            <a:off x="9155061" y="0"/>
            <a:ext cx="2590038" cy="7610688"/>
          </a:xfrm>
          <a:custGeom>
            <a:avLst/>
            <a:gdLst>
              <a:gd name="connsiteX0" fmla="*/ 0 w 5180076"/>
              <a:gd name="connsiteY0" fmla="*/ 3805344 h 7610687"/>
              <a:gd name="connsiteX1" fmla="*/ 2590038 w 5180076"/>
              <a:gd name="connsiteY1" fmla="*/ 0 h 7610687"/>
              <a:gd name="connsiteX2" fmla="*/ 5180076 w 5180076"/>
              <a:gd name="connsiteY2" fmla="*/ 3805344 h 7610687"/>
              <a:gd name="connsiteX3" fmla="*/ 2590038 w 5180076"/>
              <a:gd name="connsiteY3" fmla="*/ 7610688 h 7610687"/>
              <a:gd name="connsiteX4" fmla="*/ 0 w 5180076"/>
              <a:gd name="connsiteY4" fmla="*/ 3805344 h 7610687"/>
              <a:gd name="connsiteX0" fmla="*/ 5180076 w 5271516"/>
              <a:gd name="connsiteY0" fmla="*/ 3805344 h 7610688"/>
              <a:gd name="connsiteX1" fmla="*/ 2590038 w 5271516"/>
              <a:gd name="connsiteY1" fmla="*/ 7610688 h 7610688"/>
              <a:gd name="connsiteX2" fmla="*/ 0 w 5271516"/>
              <a:gd name="connsiteY2" fmla="*/ 3805344 h 7610688"/>
              <a:gd name="connsiteX3" fmla="*/ 2590038 w 5271516"/>
              <a:gd name="connsiteY3" fmla="*/ 0 h 7610688"/>
              <a:gd name="connsiteX4" fmla="*/ 5271516 w 5271516"/>
              <a:gd name="connsiteY4" fmla="*/ 3896784 h 7610688"/>
              <a:gd name="connsiteX0" fmla="*/ 5180076 w 5180076"/>
              <a:gd name="connsiteY0" fmla="*/ 3805344 h 7610688"/>
              <a:gd name="connsiteX1" fmla="*/ 2590038 w 5180076"/>
              <a:gd name="connsiteY1" fmla="*/ 7610688 h 7610688"/>
              <a:gd name="connsiteX2" fmla="*/ 0 w 5180076"/>
              <a:gd name="connsiteY2" fmla="*/ 3805344 h 7610688"/>
              <a:gd name="connsiteX3" fmla="*/ 2590038 w 5180076"/>
              <a:gd name="connsiteY3" fmla="*/ 0 h 7610688"/>
              <a:gd name="connsiteX0" fmla="*/ 2590038 w 2590038"/>
              <a:gd name="connsiteY0" fmla="*/ 7610688 h 7610688"/>
              <a:gd name="connsiteX1" fmla="*/ 0 w 2590038"/>
              <a:gd name="connsiteY1" fmla="*/ 3805344 h 7610688"/>
              <a:gd name="connsiteX2" fmla="*/ 2590038 w 2590038"/>
              <a:gd name="connsiteY2" fmla="*/ 0 h 7610688"/>
            </a:gdLst>
            <a:ahLst/>
            <a:cxnLst>
              <a:cxn ang="0">
                <a:pos x="connsiteX0" y="connsiteY0"/>
              </a:cxn>
              <a:cxn ang="0">
                <a:pos x="connsiteX1" y="connsiteY1"/>
              </a:cxn>
              <a:cxn ang="0">
                <a:pos x="connsiteX2" y="connsiteY2"/>
              </a:cxn>
            </a:cxnLst>
            <a:rect l="l" t="t" r="r" b="b"/>
            <a:pathLst>
              <a:path w="2590038" h="7610688">
                <a:moveTo>
                  <a:pt x="2590038" y="7610688"/>
                </a:moveTo>
                <a:cubicBezTo>
                  <a:pt x="1159600" y="7610688"/>
                  <a:pt x="0" y="5906977"/>
                  <a:pt x="0" y="3805344"/>
                </a:cubicBezTo>
                <a:cubicBezTo>
                  <a:pt x="0" y="1703711"/>
                  <a:pt x="1159600" y="0"/>
                  <a:pt x="2590038" y="0"/>
                </a:cubicBezTo>
              </a:path>
            </a:pathLst>
          </a:custGeom>
          <a:gradFill>
            <a:gsLst>
              <a:gs pos="29000">
                <a:schemeClr val="accent2">
                  <a:alpha val="0"/>
                </a:schemeClr>
              </a:gs>
              <a:gs pos="0">
                <a:schemeClr val="accent2">
                  <a:alpha val="19000"/>
                </a:schemeClr>
              </a:gs>
            </a:gsLst>
            <a:lin ang="0" scaled="0"/>
          </a:gradFill>
          <a:ln w="9525" cap="flat">
            <a:gradFill>
              <a:gsLst>
                <a:gs pos="15000">
                  <a:schemeClr val="accent2">
                    <a:alpha val="0"/>
                  </a:schemeClr>
                </a:gs>
                <a:gs pos="38000">
                  <a:schemeClr val="accent2"/>
                </a:gs>
                <a:gs pos="72000">
                  <a:schemeClr val="accent2"/>
                </a:gs>
                <a:gs pos="85000">
                  <a:schemeClr val="accent2">
                    <a:alpha val="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9" name="椭圆 48">
            <a:extLst>
              <a:ext uri="{FF2B5EF4-FFF2-40B4-BE49-F238E27FC236}">
                <a16:creationId xmlns:a16="http://schemas.microsoft.com/office/drawing/2014/main" id="{B5BCDF8F-717B-8AF0-9219-F72D6088FD29}"/>
              </a:ext>
            </a:extLst>
          </p:cNvPr>
          <p:cNvSpPr/>
          <p:nvPr/>
        </p:nvSpPr>
        <p:spPr>
          <a:xfrm>
            <a:off x="3160523" y="1651949"/>
            <a:ext cx="5872628" cy="762000"/>
          </a:xfrm>
          <a:prstGeom prst="ellipse">
            <a:avLst/>
          </a:prstGeom>
          <a:gradFill>
            <a:gsLst>
              <a:gs pos="36000">
                <a:schemeClr val="accent2">
                  <a:alpha val="0"/>
                </a:schemeClr>
              </a:gs>
              <a:gs pos="99000">
                <a:schemeClr val="accent2">
                  <a:alpha val="40000"/>
                </a:schemeClr>
              </a:gs>
            </a:gsLst>
            <a:lin ang="5400000" scaled="1"/>
          </a:gradFill>
          <a:ln>
            <a:gradFill>
              <a:gsLst>
                <a:gs pos="0">
                  <a:schemeClr val="accent2">
                    <a:alpha val="4800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椭圆 5">
            <a:extLst>
              <a:ext uri="{FF2B5EF4-FFF2-40B4-BE49-F238E27FC236}">
                <a16:creationId xmlns:a16="http://schemas.microsoft.com/office/drawing/2014/main" id="{C08702F6-1AA8-C8E0-30B3-E13804C0AD0E}"/>
              </a:ext>
            </a:extLst>
          </p:cNvPr>
          <p:cNvSpPr/>
          <p:nvPr/>
        </p:nvSpPr>
        <p:spPr>
          <a:xfrm>
            <a:off x="3445069" y="4195336"/>
            <a:ext cx="5303535" cy="796193"/>
          </a:xfrm>
          <a:prstGeom prst="ellipse">
            <a:avLst/>
          </a:prstGeom>
          <a:gradFill>
            <a:gsLst>
              <a:gs pos="36000">
                <a:schemeClr val="accent1">
                  <a:alpha val="0"/>
                </a:schemeClr>
              </a:gs>
              <a:gs pos="100000">
                <a:schemeClr val="accent1">
                  <a:alpha val="38000"/>
                </a:schemeClr>
              </a:gs>
            </a:gsLst>
            <a:lin ang="5400000" scaled="1"/>
          </a:grad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F82505C9-391C-35D5-06A2-A5E2FEE0CB96}"/>
              </a:ext>
            </a:extLst>
          </p:cNvPr>
          <p:cNvSpPr/>
          <p:nvPr/>
        </p:nvSpPr>
        <p:spPr>
          <a:xfrm>
            <a:off x="4224751" y="3924742"/>
            <a:ext cx="3744169" cy="485823"/>
          </a:xfrm>
          <a:prstGeom prst="ellipse">
            <a:avLst/>
          </a:prstGeom>
          <a:gradFill>
            <a:gsLst>
              <a:gs pos="36000">
                <a:schemeClr val="accent1">
                  <a:alpha val="0"/>
                </a:schemeClr>
              </a:gs>
              <a:gs pos="100000">
                <a:schemeClr val="accent1">
                  <a:alpha val="38000"/>
                </a:schemeClr>
              </a:gs>
            </a:gsLst>
            <a:lin ang="5400000" scaled="1"/>
          </a:gra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椭圆 10">
            <a:extLst>
              <a:ext uri="{FF2B5EF4-FFF2-40B4-BE49-F238E27FC236}">
                <a16:creationId xmlns:a16="http://schemas.microsoft.com/office/drawing/2014/main" id="{1BAA386C-E455-7917-493B-6B43C8413C14}"/>
              </a:ext>
            </a:extLst>
          </p:cNvPr>
          <p:cNvSpPr/>
          <p:nvPr/>
        </p:nvSpPr>
        <p:spPr>
          <a:xfrm>
            <a:off x="3936444" y="2477297"/>
            <a:ext cx="4335799" cy="562589"/>
          </a:xfrm>
          <a:prstGeom prst="ellipse">
            <a:avLst/>
          </a:prstGeom>
          <a:gradFill>
            <a:gsLst>
              <a:gs pos="36000">
                <a:schemeClr val="accent1">
                  <a:alpha val="0"/>
                </a:schemeClr>
              </a:gs>
              <a:gs pos="100000">
                <a:schemeClr val="accent1">
                  <a:alpha val="38000"/>
                </a:schemeClr>
              </a:gs>
            </a:gsLst>
            <a:lin ang="5400000" scaled="1"/>
          </a:gradFill>
          <a:ln>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椭圆 16">
            <a:extLst>
              <a:ext uri="{FF2B5EF4-FFF2-40B4-BE49-F238E27FC236}">
                <a16:creationId xmlns:a16="http://schemas.microsoft.com/office/drawing/2014/main" id="{EA3098BD-BA6A-2CB5-C73D-EF14163FC7D7}"/>
              </a:ext>
            </a:extLst>
          </p:cNvPr>
          <p:cNvSpPr/>
          <p:nvPr/>
        </p:nvSpPr>
        <p:spPr>
          <a:xfrm>
            <a:off x="4224751" y="4120452"/>
            <a:ext cx="3744169" cy="485823"/>
          </a:xfrm>
          <a:prstGeom prst="ellipse">
            <a:avLst/>
          </a:prstGeom>
          <a:gradFill>
            <a:gsLst>
              <a:gs pos="36000">
                <a:schemeClr val="accent1">
                  <a:alpha val="0"/>
                </a:schemeClr>
              </a:gs>
              <a:gs pos="100000">
                <a:schemeClr val="accent1">
                  <a:alpha val="38000"/>
                </a:schemeClr>
              </a:gs>
            </a:gsLst>
            <a:lin ang="5400000" scaled="1"/>
          </a:gradFill>
          <a:ln>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椭圆 17">
            <a:extLst>
              <a:ext uri="{FF2B5EF4-FFF2-40B4-BE49-F238E27FC236}">
                <a16:creationId xmlns:a16="http://schemas.microsoft.com/office/drawing/2014/main" id="{A0DF83A2-EFA1-AB46-5439-64F903E2219F}"/>
              </a:ext>
            </a:extLst>
          </p:cNvPr>
          <p:cNvSpPr/>
          <p:nvPr/>
        </p:nvSpPr>
        <p:spPr>
          <a:xfrm>
            <a:off x="4288140" y="5271246"/>
            <a:ext cx="3617392" cy="764038"/>
          </a:xfrm>
          <a:prstGeom prst="ellipse">
            <a:avLst/>
          </a:prstGeom>
          <a:gradFill flip="none" rotWithShape="1">
            <a:gsLst>
              <a:gs pos="64000">
                <a:schemeClr val="accent1">
                  <a:alpha val="0"/>
                </a:schemeClr>
              </a:gs>
              <a:gs pos="100000">
                <a:schemeClr val="accent1">
                  <a:alpha val="38000"/>
                </a:schemeClr>
              </a:gs>
            </a:gsLst>
            <a:path path="circle">
              <a:fillToRect l="50000" t="50000" r="50000" b="50000"/>
            </a:path>
            <a:tileRect/>
          </a:gra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19">
            <a:extLst>
              <a:ext uri="{FF2B5EF4-FFF2-40B4-BE49-F238E27FC236}">
                <a16:creationId xmlns:a16="http://schemas.microsoft.com/office/drawing/2014/main" id="{37EF179E-C266-803E-03A0-E16D9740834D}"/>
              </a:ext>
            </a:extLst>
          </p:cNvPr>
          <p:cNvSpPr/>
          <p:nvPr/>
        </p:nvSpPr>
        <p:spPr>
          <a:xfrm flipV="1">
            <a:off x="4534934" y="4870515"/>
            <a:ext cx="3123804" cy="819421"/>
          </a:xfrm>
          <a:custGeom>
            <a:avLst/>
            <a:gdLst>
              <a:gd name="connsiteX0" fmla="*/ 0 w 6389430"/>
              <a:gd name="connsiteY0" fmla="*/ 1882951 h 1882951"/>
              <a:gd name="connsiteX1" fmla="*/ 6389430 w 6389430"/>
              <a:gd name="connsiteY1" fmla="*/ 1882951 h 1882951"/>
              <a:gd name="connsiteX2" fmla="*/ 5773439 w 6389430"/>
              <a:gd name="connsiteY2" fmla="*/ 348879 h 1882951"/>
              <a:gd name="connsiteX3" fmla="*/ 5768960 w 6389430"/>
              <a:gd name="connsiteY3" fmla="*/ 348879 h 1882951"/>
              <a:gd name="connsiteX4" fmla="*/ 5760943 w 6389430"/>
              <a:gd name="connsiteY4" fmla="*/ 326495 h 1882951"/>
              <a:gd name="connsiteX5" fmla="*/ 3194716 w 6389430"/>
              <a:gd name="connsiteY5" fmla="*/ 0 h 1882951"/>
              <a:gd name="connsiteX6" fmla="*/ 628489 w 6389430"/>
              <a:gd name="connsiteY6" fmla="*/ 326495 h 1882951"/>
              <a:gd name="connsiteX7" fmla="*/ 620472 w 6389430"/>
              <a:gd name="connsiteY7" fmla="*/ 348879 h 1882951"/>
              <a:gd name="connsiteX8" fmla="*/ 615991 w 6389430"/>
              <a:gd name="connsiteY8" fmla="*/ 348879 h 188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89430" h="1882951">
                <a:moveTo>
                  <a:pt x="0" y="1882951"/>
                </a:moveTo>
                <a:lnTo>
                  <a:pt x="6389430" y="1882951"/>
                </a:lnTo>
                <a:lnTo>
                  <a:pt x="5773439" y="348879"/>
                </a:lnTo>
                <a:lnTo>
                  <a:pt x="5768960" y="348879"/>
                </a:lnTo>
                <a:lnTo>
                  <a:pt x="5760943" y="326495"/>
                </a:lnTo>
                <a:cubicBezTo>
                  <a:pt x="5628845" y="143108"/>
                  <a:pt x="4530319" y="0"/>
                  <a:pt x="3194716" y="0"/>
                </a:cubicBezTo>
                <a:cubicBezTo>
                  <a:pt x="1859114" y="0"/>
                  <a:pt x="760588" y="143108"/>
                  <a:pt x="628489" y="326495"/>
                </a:cubicBezTo>
                <a:lnTo>
                  <a:pt x="620472" y="348879"/>
                </a:lnTo>
                <a:lnTo>
                  <a:pt x="615991" y="348879"/>
                </a:lnTo>
                <a:close/>
              </a:path>
            </a:pathLst>
          </a:custGeom>
          <a:gradFill>
            <a:gsLst>
              <a:gs pos="86000">
                <a:schemeClr val="accent1">
                  <a:alpha val="25000"/>
                </a:schemeClr>
              </a:gs>
              <a:gs pos="60000">
                <a:schemeClr val="accent1">
                  <a:alpha val="0"/>
                </a:schemeClr>
              </a:gs>
              <a:gs pos="100000">
                <a:schemeClr val="accent1">
                  <a:alpha val="56000"/>
                </a:schemeClr>
              </a:gs>
            </a:gsLst>
            <a:lin ang="16200000" scaled="0"/>
          </a:gradFill>
          <a:ln>
            <a:gradFill>
              <a:gsLst>
                <a:gs pos="100000">
                  <a:schemeClr val="accent1">
                    <a:alpha val="0"/>
                  </a:schemeClr>
                </a:gs>
                <a:gs pos="2000">
                  <a:schemeClr val="accent1">
                    <a:alpha val="41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48" name="组合 47">
            <a:extLst>
              <a:ext uri="{FF2B5EF4-FFF2-40B4-BE49-F238E27FC236}">
                <a16:creationId xmlns:a16="http://schemas.microsoft.com/office/drawing/2014/main" id="{4474A64D-7F4F-A196-3DDD-1D9F082175C6}"/>
              </a:ext>
            </a:extLst>
          </p:cNvPr>
          <p:cNvGrpSpPr/>
          <p:nvPr/>
        </p:nvGrpSpPr>
        <p:grpSpPr>
          <a:xfrm>
            <a:off x="8131131" y="1535152"/>
            <a:ext cx="855589" cy="3536261"/>
            <a:chOff x="7624396" y="1672790"/>
            <a:chExt cx="642817" cy="3536261"/>
          </a:xfrm>
        </p:grpSpPr>
        <p:sp>
          <p:nvSpPr>
            <p:cNvPr id="46" name="图形 43">
              <a:extLst>
                <a:ext uri="{FF2B5EF4-FFF2-40B4-BE49-F238E27FC236}">
                  <a16:creationId xmlns:a16="http://schemas.microsoft.com/office/drawing/2014/main" id="{34162B57-9BCA-DA4A-B59B-1F0D76D472BB}"/>
                </a:ext>
              </a:extLst>
            </p:cNvPr>
            <p:cNvSpPr/>
            <p:nvPr/>
          </p:nvSpPr>
          <p:spPr>
            <a:xfrm>
              <a:off x="7624396" y="1722481"/>
              <a:ext cx="574656" cy="3486570"/>
            </a:xfrm>
            <a:custGeom>
              <a:avLst/>
              <a:gdLst>
                <a:gd name="connsiteX0" fmla="*/ 430997 w 574656"/>
                <a:gd name="connsiteY0" fmla="*/ 3486570 h 3486570"/>
                <a:gd name="connsiteX1" fmla="*/ 3664 w 574656"/>
                <a:gd name="connsiteY1" fmla="*/ 1726544 h 3486570"/>
                <a:gd name="connsiteX2" fmla="*/ 314191 w 574656"/>
                <a:gd name="connsiteY2" fmla="*/ 392580 h 3486570"/>
                <a:gd name="connsiteX3" fmla="*/ 519276 w 574656"/>
                <a:gd name="connsiteY3" fmla="*/ 14115 h 3486570"/>
                <a:gd name="connsiteX4" fmla="*/ 558450 w 574656"/>
                <a:gd name="connsiteY4" fmla="*/ 4023 h 3486570"/>
                <a:gd name="connsiteX5" fmla="*/ 560834 w 574656"/>
                <a:gd name="connsiteY5" fmla="*/ 5454 h 3486570"/>
                <a:gd name="connsiteX6" fmla="*/ 570528 w 574656"/>
                <a:gd name="connsiteY6" fmla="*/ 44548 h 3486570"/>
                <a:gd name="connsiteX7" fmla="*/ 186818 w 574656"/>
                <a:gd name="connsiteY7" fmla="*/ 833738 h 3486570"/>
                <a:gd name="connsiteX8" fmla="*/ 52134 w 574656"/>
                <a:gd name="connsiteY8" fmla="*/ 1558011 h 3486570"/>
                <a:gd name="connsiteX9" fmla="*/ 115463 w 574656"/>
                <a:gd name="connsiteY9" fmla="*/ 2631826 h 3486570"/>
                <a:gd name="connsiteX10" fmla="*/ 453245 w 574656"/>
                <a:gd name="connsiteY10" fmla="*/ 3470996 h 3486570"/>
                <a:gd name="connsiteX11" fmla="*/ 430997 w 574656"/>
                <a:gd name="connsiteY11" fmla="*/ 3486570 h 3486570"/>
                <a:gd name="connsiteX12" fmla="*/ 430997 w 574656"/>
                <a:gd name="connsiteY12" fmla="*/ 3486570 h 348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4656" h="3486570">
                  <a:moveTo>
                    <a:pt x="430997" y="3486570"/>
                  </a:moveTo>
                  <a:cubicBezTo>
                    <a:pt x="106882" y="2965873"/>
                    <a:pt x="-24306" y="2335363"/>
                    <a:pt x="3664" y="1726544"/>
                  </a:cubicBezTo>
                  <a:cubicBezTo>
                    <a:pt x="22257" y="1267825"/>
                    <a:pt x="101320" y="803862"/>
                    <a:pt x="314191" y="392580"/>
                  </a:cubicBezTo>
                  <a:cubicBezTo>
                    <a:pt x="377362" y="263379"/>
                    <a:pt x="447286" y="137992"/>
                    <a:pt x="519276" y="14115"/>
                  </a:cubicBezTo>
                  <a:cubicBezTo>
                    <a:pt x="527222" y="448"/>
                    <a:pt x="544862" y="-4082"/>
                    <a:pt x="558450" y="4023"/>
                  </a:cubicBezTo>
                  <a:lnTo>
                    <a:pt x="560834" y="5454"/>
                  </a:lnTo>
                  <a:cubicBezTo>
                    <a:pt x="574342" y="13558"/>
                    <a:pt x="578712" y="31119"/>
                    <a:pt x="570528" y="44548"/>
                  </a:cubicBezTo>
                  <a:cubicBezTo>
                    <a:pt x="418601" y="295401"/>
                    <a:pt x="275415" y="553565"/>
                    <a:pt x="186818" y="833738"/>
                  </a:cubicBezTo>
                  <a:cubicBezTo>
                    <a:pt x="111331" y="1067667"/>
                    <a:pt x="74303" y="1313355"/>
                    <a:pt x="52134" y="1558011"/>
                  </a:cubicBezTo>
                  <a:cubicBezTo>
                    <a:pt x="16934" y="1916373"/>
                    <a:pt x="33620" y="2280615"/>
                    <a:pt x="115463" y="2631826"/>
                  </a:cubicBezTo>
                  <a:cubicBezTo>
                    <a:pt x="184275" y="2925667"/>
                    <a:pt x="290195" y="3216091"/>
                    <a:pt x="453245" y="3470996"/>
                  </a:cubicBezTo>
                  <a:lnTo>
                    <a:pt x="430997" y="3486570"/>
                  </a:lnTo>
                  <a:lnTo>
                    <a:pt x="430997" y="3486570"/>
                  </a:lnTo>
                  <a:close/>
                </a:path>
              </a:pathLst>
            </a:custGeom>
            <a:gradFill>
              <a:gsLst>
                <a:gs pos="0">
                  <a:schemeClr val="accent1"/>
                </a:gs>
                <a:gs pos="100000">
                  <a:schemeClr val="accent1">
                    <a:alpha val="0"/>
                  </a:schemeClr>
                </a:gs>
              </a:gsLst>
              <a:lin ang="5400000" scaled="1"/>
            </a:gradFill>
            <a:ln w="7938" cap="flat">
              <a:noFill/>
              <a:prstDash val="solid"/>
              <a:miter/>
            </a:ln>
          </p:spPr>
          <p:txBody>
            <a:bodyPr rtlCol="0" anchor="ctr"/>
            <a:lstStyle/>
            <a:p>
              <a:endParaRPr lang="zh-CN" altLang="en-US"/>
            </a:p>
          </p:txBody>
        </p:sp>
        <p:sp>
          <p:nvSpPr>
            <p:cNvPr id="45" name="等腰三角形 44">
              <a:extLst>
                <a:ext uri="{FF2B5EF4-FFF2-40B4-BE49-F238E27FC236}">
                  <a16:creationId xmlns:a16="http://schemas.microsoft.com/office/drawing/2014/main" id="{CD55153D-ECB0-D899-4184-857C50A183F7}"/>
                </a:ext>
              </a:extLst>
            </p:cNvPr>
            <p:cNvSpPr/>
            <p:nvPr/>
          </p:nvSpPr>
          <p:spPr>
            <a:xfrm rot="1892881">
              <a:off x="8070785" y="1672790"/>
              <a:ext cx="196428" cy="167168"/>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50">
            <a:extLst>
              <a:ext uri="{FF2B5EF4-FFF2-40B4-BE49-F238E27FC236}">
                <a16:creationId xmlns:a16="http://schemas.microsoft.com/office/drawing/2014/main" id="{9AABF439-5009-C35B-8C08-6F40AA621046}"/>
              </a:ext>
            </a:extLst>
          </p:cNvPr>
          <p:cNvGrpSpPr/>
          <p:nvPr/>
        </p:nvGrpSpPr>
        <p:grpSpPr>
          <a:xfrm flipH="1">
            <a:off x="3153793" y="1535152"/>
            <a:ext cx="855589" cy="3536261"/>
            <a:chOff x="7624396" y="1672790"/>
            <a:chExt cx="642817" cy="3536261"/>
          </a:xfrm>
        </p:grpSpPr>
        <p:sp>
          <p:nvSpPr>
            <p:cNvPr id="52" name="图形 43">
              <a:extLst>
                <a:ext uri="{FF2B5EF4-FFF2-40B4-BE49-F238E27FC236}">
                  <a16:creationId xmlns:a16="http://schemas.microsoft.com/office/drawing/2014/main" id="{A02232EC-804C-7AC7-35CE-61F9020F2100}"/>
                </a:ext>
              </a:extLst>
            </p:cNvPr>
            <p:cNvSpPr/>
            <p:nvPr/>
          </p:nvSpPr>
          <p:spPr>
            <a:xfrm>
              <a:off x="7624396" y="1722481"/>
              <a:ext cx="574656" cy="3486570"/>
            </a:xfrm>
            <a:custGeom>
              <a:avLst/>
              <a:gdLst>
                <a:gd name="connsiteX0" fmla="*/ 430997 w 574656"/>
                <a:gd name="connsiteY0" fmla="*/ 3486570 h 3486570"/>
                <a:gd name="connsiteX1" fmla="*/ 3664 w 574656"/>
                <a:gd name="connsiteY1" fmla="*/ 1726544 h 3486570"/>
                <a:gd name="connsiteX2" fmla="*/ 314191 w 574656"/>
                <a:gd name="connsiteY2" fmla="*/ 392580 h 3486570"/>
                <a:gd name="connsiteX3" fmla="*/ 519276 w 574656"/>
                <a:gd name="connsiteY3" fmla="*/ 14115 h 3486570"/>
                <a:gd name="connsiteX4" fmla="*/ 558450 w 574656"/>
                <a:gd name="connsiteY4" fmla="*/ 4023 h 3486570"/>
                <a:gd name="connsiteX5" fmla="*/ 560834 w 574656"/>
                <a:gd name="connsiteY5" fmla="*/ 5454 h 3486570"/>
                <a:gd name="connsiteX6" fmla="*/ 570528 w 574656"/>
                <a:gd name="connsiteY6" fmla="*/ 44548 h 3486570"/>
                <a:gd name="connsiteX7" fmla="*/ 186818 w 574656"/>
                <a:gd name="connsiteY7" fmla="*/ 833738 h 3486570"/>
                <a:gd name="connsiteX8" fmla="*/ 52134 w 574656"/>
                <a:gd name="connsiteY8" fmla="*/ 1558011 h 3486570"/>
                <a:gd name="connsiteX9" fmla="*/ 115463 w 574656"/>
                <a:gd name="connsiteY9" fmla="*/ 2631826 h 3486570"/>
                <a:gd name="connsiteX10" fmla="*/ 453245 w 574656"/>
                <a:gd name="connsiteY10" fmla="*/ 3470996 h 3486570"/>
                <a:gd name="connsiteX11" fmla="*/ 430997 w 574656"/>
                <a:gd name="connsiteY11" fmla="*/ 3486570 h 3486570"/>
                <a:gd name="connsiteX12" fmla="*/ 430997 w 574656"/>
                <a:gd name="connsiteY12" fmla="*/ 3486570 h 3486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74656" h="3486570">
                  <a:moveTo>
                    <a:pt x="430997" y="3486570"/>
                  </a:moveTo>
                  <a:cubicBezTo>
                    <a:pt x="106882" y="2965873"/>
                    <a:pt x="-24306" y="2335363"/>
                    <a:pt x="3664" y="1726544"/>
                  </a:cubicBezTo>
                  <a:cubicBezTo>
                    <a:pt x="22257" y="1267825"/>
                    <a:pt x="101320" y="803862"/>
                    <a:pt x="314191" y="392580"/>
                  </a:cubicBezTo>
                  <a:cubicBezTo>
                    <a:pt x="377362" y="263379"/>
                    <a:pt x="447286" y="137992"/>
                    <a:pt x="519276" y="14115"/>
                  </a:cubicBezTo>
                  <a:cubicBezTo>
                    <a:pt x="527222" y="448"/>
                    <a:pt x="544862" y="-4082"/>
                    <a:pt x="558450" y="4023"/>
                  </a:cubicBezTo>
                  <a:lnTo>
                    <a:pt x="560834" y="5454"/>
                  </a:lnTo>
                  <a:cubicBezTo>
                    <a:pt x="574342" y="13558"/>
                    <a:pt x="578712" y="31119"/>
                    <a:pt x="570528" y="44548"/>
                  </a:cubicBezTo>
                  <a:cubicBezTo>
                    <a:pt x="418601" y="295401"/>
                    <a:pt x="275415" y="553565"/>
                    <a:pt x="186818" y="833738"/>
                  </a:cubicBezTo>
                  <a:cubicBezTo>
                    <a:pt x="111331" y="1067667"/>
                    <a:pt x="74303" y="1313355"/>
                    <a:pt x="52134" y="1558011"/>
                  </a:cubicBezTo>
                  <a:cubicBezTo>
                    <a:pt x="16934" y="1916373"/>
                    <a:pt x="33620" y="2280615"/>
                    <a:pt x="115463" y="2631826"/>
                  </a:cubicBezTo>
                  <a:cubicBezTo>
                    <a:pt x="184275" y="2925667"/>
                    <a:pt x="290195" y="3216091"/>
                    <a:pt x="453245" y="3470996"/>
                  </a:cubicBezTo>
                  <a:lnTo>
                    <a:pt x="430997" y="3486570"/>
                  </a:lnTo>
                  <a:lnTo>
                    <a:pt x="430997" y="3486570"/>
                  </a:lnTo>
                  <a:close/>
                </a:path>
              </a:pathLst>
            </a:custGeom>
            <a:gradFill>
              <a:gsLst>
                <a:gs pos="0">
                  <a:schemeClr val="accent1"/>
                </a:gs>
                <a:gs pos="100000">
                  <a:schemeClr val="accent1">
                    <a:alpha val="0"/>
                  </a:schemeClr>
                </a:gs>
              </a:gsLst>
              <a:lin ang="5400000" scaled="1"/>
            </a:gradFill>
            <a:ln w="7938" cap="flat">
              <a:noFill/>
              <a:prstDash val="solid"/>
              <a:miter/>
            </a:ln>
          </p:spPr>
          <p:txBody>
            <a:bodyPr rtlCol="0" anchor="ctr"/>
            <a:lstStyle/>
            <a:p>
              <a:endParaRPr lang="zh-CN" altLang="en-US"/>
            </a:p>
          </p:txBody>
        </p:sp>
        <p:sp>
          <p:nvSpPr>
            <p:cNvPr id="53" name="等腰三角形 52">
              <a:extLst>
                <a:ext uri="{FF2B5EF4-FFF2-40B4-BE49-F238E27FC236}">
                  <a16:creationId xmlns:a16="http://schemas.microsoft.com/office/drawing/2014/main" id="{B54F8B61-5208-5989-8B11-B56EA2A64B2A}"/>
                </a:ext>
              </a:extLst>
            </p:cNvPr>
            <p:cNvSpPr/>
            <p:nvPr/>
          </p:nvSpPr>
          <p:spPr>
            <a:xfrm rot="1892881">
              <a:off x="8070785" y="1672790"/>
              <a:ext cx="196428" cy="167168"/>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4" name="椭圆 53">
            <a:extLst>
              <a:ext uri="{FF2B5EF4-FFF2-40B4-BE49-F238E27FC236}">
                <a16:creationId xmlns:a16="http://schemas.microsoft.com/office/drawing/2014/main" id="{87CD3641-3159-2387-F705-094DF7F30DA7}"/>
              </a:ext>
            </a:extLst>
          </p:cNvPr>
          <p:cNvSpPr/>
          <p:nvPr/>
        </p:nvSpPr>
        <p:spPr>
          <a:xfrm>
            <a:off x="4850188" y="5440964"/>
            <a:ext cx="2493296" cy="301166"/>
          </a:xfrm>
          <a:prstGeom prst="ellipse">
            <a:avLst/>
          </a:prstGeom>
          <a:noFill/>
          <a:ln>
            <a:gradFill>
              <a:gsLst>
                <a:gs pos="0">
                  <a:schemeClr val="accent1">
                    <a:alpha val="1600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椭圆 12">
            <a:extLst>
              <a:ext uri="{FF2B5EF4-FFF2-40B4-BE49-F238E27FC236}">
                <a16:creationId xmlns:a16="http://schemas.microsoft.com/office/drawing/2014/main" id="{28EA2ABD-DCB2-5DE5-9A05-05911CD362EF}"/>
              </a:ext>
            </a:extLst>
          </p:cNvPr>
          <p:cNvSpPr/>
          <p:nvPr/>
        </p:nvSpPr>
        <p:spPr>
          <a:xfrm>
            <a:off x="4237359" y="2477047"/>
            <a:ext cx="3717282" cy="641986"/>
          </a:xfrm>
          <a:prstGeom prst="ellipse">
            <a:avLst/>
          </a:prstGeom>
          <a:noFill/>
          <a:ln>
            <a:gradFill>
              <a:gsLst>
                <a:gs pos="49000">
                  <a:schemeClr val="accent1">
                    <a:alpha val="0"/>
                  </a:schemeClr>
                </a:gs>
                <a:gs pos="100000">
                  <a:schemeClr val="accent1">
                    <a:alpha val="21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 name="组合 7">
            <a:extLst>
              <a:ext uri="{FF2B5EF4-FFF2-40B4-BE49-F238E27FC236}">
                <a16:creationId xmlns:a16="http://schemas.microsoft.com/office/drawing/2014/main" id="{81884B49-1B1B-4198-2C92-768B14B51BBB}"/>
              </a:ext>
            </a:extLst>
          </p:cNvPr>
          <p:cNvGrpSpPr/>
          <p:nvPr/>
        </p:nvGrpSpPr>
        <p:grpSpPr>
          <a:xfrm>
            <a:off x="3763621" y="2605952"/>
            <a:ext cx="477984" cy="412054"/>
            <a:chOff x="4318230" y="2541267"/>
            <a:chExt cx="418870" cy="361094"/>
          </a:xfrm>
        </p:grpSpPr>
        <p:sp>
          <p:nvSpPr>
            <p:cNvPr id="56" name="六边形 55">
              <a:extLst>
                <a:ext uri="{FF2B5EF4-FFF2-40B4-BE49-F238E27FC236}">
                  <a16:creationId xmlns:a16="http://schemas.microsoft.com/office/drawing/2014/main" id="{20030B2D-E58B-330C-86CB-B0C52D032946}"/>
                </a:ext>
              </a:extLst>
            </p:cNvPr>
            <p:cNvSpPr/>
            <p:nvPr/>
          </p:nvSpPr>
          <p:spPr>
            <a:xfrm>
              <a:off x="4318230" y="2541267"/>
              <a:ext cx="418870" cy="361094"/>
            </a:xfrm>
            <a:prstGeom prst="hexagon">
              <a:avLst/>
            </a:prstGeom>
            <a:noFill/>
            <a:ln>
              <a:solidFill>
                <a:schemeClr val="accent1">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六边形 54">
              <a:extLst>
                <a:ext uri="{FF2B5EF4-FFF2-40B4-BE49-F238E27FC236}">
                  <a16:creationId xmlns:a16="http://schemas.microsoft.com/office/drawing/2014/main" id="{547F6F12-3D35-22DD-7793-EBB9B55ED64E}"/>
                </a:ext>
              </a:extLst>
            </p:cNvPr>
            <p:cNvSpPr/>
            <p:nvPr/>
          </p:nvSpPr>
          <p:spPr>
            <a:xfrm>
              <a:off x="4348903" y="2567709"/>
              <a:ext cx="357524" cy="30821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a:extLst>
              <a:ext uri="{FF2B5EF4-FFF2-40B4-BE49-F238E27FC236}">
                <a16:creationId xmlns:a16="http://schemas.microsoft.com/office/drawing/2014/main" id="{9241D449-04E4-DB33-3C32-190FAF888621}"/>
              </a:ext>
            </a:extLst>
          </p:cNvPr>
          <p:cNvGrpSpPr/>
          <p:nvPr/>
        </p:nvGrpSpPr>
        <p:grpSpPr>
          <a:xfrm>
            <a:off x="7950394" y="2605952"/>
            <a:ext cx="477984" cy="412054"/>
            <a:chOff x="7472910" y="2541267"/>
            <a:chExt cx="418870" cy="361094"/>
          </a:xfrm>
        </p:grpSpPr>
        <p:sp>
          <p:nvSpPr>
            <p:cNvPr id="2" name="六边形 1">
              <a:extLst>
                <a:ext uri="{FF2B5EF4-FFF2-40B4-BE49-F238E27FC236}">
                  <a16:creationId xmlns:a16="http://schemas.microsoft.com/office/drawing/2014/main" id="{7D38AF8A-CEC8-4B35-01FD-1BA0B9D006F4}"/>
                </a:ext>
              </a:extLst>
            </p:cNvPr>
            <p:cNvSpPr/>
            <p:nvPr/>
          </p:nvSpPr>
          <p:spPr>
            <a:xfrm>
              <a:off x="7472910" y="2541267"/>
              <a:ext cx="418870" cy="361094"/>
            </a:xfrm>
            <a:prstGeom prst="hexagon">
              <a:avLst/>
            </a:prstGeom>
            <a:noFill/>
            <a:ln>
              <a:solidFill>
                <a:schemeClr val="accent1">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六边形 3">
              <a:extLst>
                <a:ext uri="{FF2B5EF4-FFF2-40B4-BE49-F238E27FC236}">
                  <a16:creationId xmlns:a16="http://schemas.microsoft.com/office/drawing/2014/main" id="{111FAF75-DA4A-1366-AE56-D957D7201B7A}"/>
                </a:ext>
              </a:extLst>
            </p:cNvPr>
            <p:cNvSpPr/>
            <p:nvPr/>
          </p:nvSpPr>
          <p:spPr>
            <a:xfrm>
              <a:off x="7503583" y="2567709"/>
              <a:ext cx="357524" cy="30821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a:extLst>
              <a:ext uri="{FF2B5EF4-FFF2-40B4-BE49-F238E27FC236}">
                <a16:creationId xmlns:a16="http://schemas.microsoft.com/office/drawing/2014/main" id="{E6C029D8-100A-E772-42A5-57EB7AB983F3}"/>
              </a:ext>
            </a:extLst>
          </p:cNvPr>
          <p:cNvGrpSpPr/>
          <p:nvPr/>
        </p:nvGrpSpPr>
        <p:grpSpPr>
          <a:xfrm>
            <a:off x="4559533" y="2721627"/>
            <a:ext cx="477984" cy="412054"/>
            <a:chOff x="4318230" y="2541267"/>
            <a:chExt cx="418870" cy="361094"/>
          </a:xfrm>
        </p:grpSpPr>
        <p:sp>
          <p:nvSpPr>
            <p:cNvPr id="14" name="六边形 13">
              <a:extLst>
                <a:ext uri="{FF2B5EF4-FFF2-40B4-BE49-F238E27FC236}">
                  <a16:creationId xmlns:a16="http://schemas.microsoft.com/office/drawing/2014/main" id="{39E38D41-A76F-1135-B75A-AC6FDBAFFF5C}"/>
                </a:ext>
              </a:extLst>
            </p:cNvPr>
            <p:cNvSpPr/>
            <p:nvPr/>
          </p:nvSpPr>
          <p:spPr>
            <a:xfrm>
              <a:off x="4318230" y="2541267"/>
              <a:ext cx="418870" cy="361094"/>
            </a:xfrm>
            <a:prstGeom prst="hexagon">
              <a:avLst/>
            </a:prstGeom>
            <a:noFill/>
            <a:ln>
              <a:solidFill>
                <a:schemeClr val="accent1">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六边形 18">
              <a:extLst>
                <a:ext uri="{FF2B5EF4-FFF2-40B4-BE49-F238E27FC236}">
                  <a16:creationId xmlns:a16="http://schemas.microsoft.com/office/drawing/2014/main" id="{FC633594-AE3D-3043-2D51-5C7D5D19EAAC}"/>
                </a:ext>
              </a:extLst>
            </p:cNvPr>
            <p:cNvSpPr/>
            <p:nvPr/>
          </p:nvSpPr>
          <p:spPr>
            <a:xfrm>
              <a:off x="4348903" y="2567709"/>
              <a:ext cx="357524" cy="30821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a:extLst>
              <a:ext uri="{FF2B5EF4-FFF2-40B4-BE49-F238E27FC236}">
                <a16:creationId xmlns:a16="http://schemas.microsoft.com/office/drawing/2014/main" id="{3DF63140-9BB5-4CFC-3616-D0C2B6C8539A}"/>
              </a:ext>
            </a:extLst>
          </p:cNvPr>
          <p:cNvGrpSpPr/>
          <p:nvPr/>
        </p:nvGrpSpPr>
        <p:grpSpPr>
          <a:xfrm>
            <a:off x="7136159" y="2721627"/>
            <a:ext cx="477984" cy="412054"/>
            <a:chOff x="4318230" y="2541267"/>
            <a:chExt cx="418870" cy="361094"/>
          </a:xfrm>
        </p:grpSpPr>
        <p:sp>
          <p:nvSpPr>
            <p:cNvPr id="25" name="六边形 24">
              <a:extLst>
                <a:ext uri="{FF2B5EF4-FFF2-40B4-BE49-F238E27FC236}">
                  <a16:creationId xmlns:a16="http://schemas.microsoft.com/office/drawing/2014/main" id="{D8FC9FB7-2778-1B46-92E3-3C389F085156}"/>
                </a:ext>
              </a:extLst>
            </p:cNvPr>
            <p:cNvSpPr/>
            <p:nvPr/>
          </p:nvSpPr>
          <p:spPr>
            <a:xfrm>
              <a:off x="4318230" y="2541267"/>
              <a:ext cx="418870" cy="361094"/>
            </a:xfrm>
            <a:prstGeom prst="hexagon">
              <a:avLst/>
            </a:prstGeom>
            <a:noFill/>
            <a:ln>
              <a:solidFill>
                <a:schemeClr val="accent1">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六边形 25">
              <a:extLst>
                <a:ext uri="{FF2B5EF4-FFF2-40B4-BE49-F238E27FC236}">
                  <a16:creationId xmlns:a16="http://schemas.microsoft.com/office/drawing/2014/main" id="{EFBC9757-0972-098C-848B-A148C4D9A58E}"/>
                </a:ext>
              </a:extLst>
            </p:cNvPr>
            <p:cNvSpPr/>
            <p:nvPr/>
          </p:nvSpPr>
          <p:spPr>
            <a:xfrm>
              <a:off x="4348903" y="2567709"/>
              <a:ext cx="357524" cy="30821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a:extLst>
              <a:ext uri="{FF2B5EF4-FFF2-40B4-BE49-F238E27FC236}">
                <a16:creationId xmlns:a16="http://schemas.microsoft.com/office/drawing/2014/main" id="{75AF4494-AA59-BC07-7D9E-06586FB37931}"/>
              </a:ext>
            </a:extLst>
          </p:cNvPr>
          <p:cNvGrpSpPr/>
          <p:nvPr/>
        </p:nvGrpSpPr>
        <p:grpSpPr>
          <a:xfrm>
            <a:off x="5408563" y="2831282"/>
            <a:ext cx="477984" cy="412054"/>
            <a:chOff x="4318230" y="2541267"/>
            <a:chExt cx="418870" cy="361094"/>
          </a:xfrm>
        </p:grpSpPr>
        <p:sp>
          <p:nvSpPr>
            <p:cNvPr id="28" name="六边形 27">
              <a:extLst>
                <a:ext uri="{FF2B5EF4-FFF2-40B4-BE49-F238E27FC236}">
                  <a16:creationId xmlns:a16="http://schemas.microsoft.com/office/drawing/2014/main" id="{EEE0F7F1-F4BC-CF32-1266-3A934D7A2D5E}"/>
                </a:ext>
              </a:extLst>
            </p:cNvPr>
            <p:cNvSpPr/>
            <p:nvPr/>
          </p:nvSpPr>
          <p:spPr>
            <a:xfrm>
              <a:off x="4318230" y="2541267"/>
              <a:ext cx="418870" cy="361094"/>
            </a:xfrm>
            <a:prstGeom prst="hexagon">
              <a:avLst/>
            </a:prstGeom>
            <a:noFill/>
            <a:ln>
              <a:solidFill>
                <a:schemeClr val="accent1">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六边形 28">
              <a:extLst>
                <a:ext uri="{FF2B5EF4-FFF2-40B4-BE49-F238E27FC236}">
                  <a16:creationId xmlns:a16="http://schemas.microsoft.com/office/drawing/2014/main" id="{BBB3D9DD-BEF9-12B8-9903-1DE33EF88F64}"/>
                </a:ext>
              </a:extLst>
            </p:cNvPr>
            <p:cNvSpPr/>
            <p:nvPr/>
          </p:nvSpPr>
          <p:spPr>
            <a:xfrm>
              <a:off x="4348903" y="2567709"/>
              <a:ext cx="357524" cy="30821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a:extLst>
              <a:ext uri="{FF2B5EF4-FFF2-40B4-BE49-F238E27FC236}">
                <a16:creationId xmlns:a16="http://schemas.microsoft.com/office/drawing/2014/main" id="{2E9FC71D-7D86-F980-0D13-BE167756B740}"/>
              </a:ext>
            </a:extLst>
          </p:cNvPr>
          <p:cNvGrpSpPr/>
          <p:nvPr/>
        </p:nvGrpSpPr>
        <p:grpSpPr>
          <a:xfrm>
            <a:off x="6234300" y="2831282"/>
            <a:ext cx="477984" cy="412054"/>
            <a:chOff x="4318230" y="2541267"/>
            <a:chExt cx="418870" cy="361094"/>
          </a:xfrm>
        </p:grpSpPr>
        <p:sp>
          <p:nvSpPr>
            <p:cNvPr id="33" name="六边形 32">
              <a:extLst>
                <a:ext uri="{FF2B5EF4-FFF2-40B4-BE49-F238E27FC236}">
                  <a16:creationId xmlns:a16="http://schemas.microsoft.com/office/drawing/2014/main" id="{9A6FAE3C-8607-57C8-D138-563F913D500E}"/>
                </a:ext>
              </a:extLst>
            </p:cNvPr>
            <p:cNvSpPr/>
            <p:nvPr/>
          </p:nvSpPr>
          <p:spPr>
            <a:xfrm>
              <a:off x="4318230" y="2541267"/>
              <a:ext cx="418870" cy="361094"/>
            </a:xfrm>
            <a:prstGeom prst="hexagon">
              <a:avLst/>
            </a:prstGeom>
            <a:noFill/>
            <a:ln>
              <a:solidFill>
                <a:schemeClr val="accent1">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六边形 33">
              <a:extLst>
                <a:ext uri="{FF2B5EF4-FFF2-40B4-BE49-F238E27FC236}">
                  <a16:creationId xmlns:a16="http://schemas.microsoft.com/office/drawing/2014/main" id="{27E9203A-ECD7-7814-945A-4306216005F6}"/>
                </a:ext>
              </a:extLst>
            </p:cNvPr>
            <p:cNvSpPr/>
            <p:nvPr/>
          </p:nvSpPr>
          <p:spPr>
            <a:xfrm>
              <a:off x="4348903" y="2567709"/>
              <a:ext cx="357524" cy="308210"/>
            </a:xfrm>
            <a:prstGeom prst="hex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26" name="组合 1025">
            <a:extLst>
              <a:ext uri="{FF2B5EF4-FFF2-40B4-BE49-F238E27FC236}">
                <a16:creationId xmlns:a16="http://schemas.microsoft.com/office/drawing/2014/main" id="{2B6F2B2C-ECF8-F992-0E99-CAF0C2DD14E4}"/>
              </a:ext>
            </a:extLst>
          </p:cNvPr>
          <p:cNvGrpSpPr/>
          <p:nvPr/>
        </p:nvGrpSpPr>
        <p:grpSpPr>
          <a:xfrm>
            <a:off x="4030240" y="1374004"/>
            <a:ext cx="727720" cy="730421"/>
            <a:chOff x="7512792" y="2092661"/>
            <a:chExt cx="981394" cy="981386"/>
          </a:xfrm>
        </p:grpSpPr>
        <p:sp>
          <p:nvSpPr>
            <p:cNvPr id="1027" name="文本框 1026">
              <a:extLst>
                <a:ext uri="{FF2B5EF4-FFF2-40B4-BE49-F238E27FC236}">
                  <a16:creationId xmlns:a16="http://schemas.microsoft.com/office/drawing/2014/main" id="{C247BD81-4E34-4059-476E-57A25D8793E9}"/>
                </a:ext>
              </a:extLst>
            </p:cNvPr>
            <p:cNvSpPr txBox="1">
              <a:spLocks/>
            </p:cNvSpPr>
            <p:nvPr/>
          </p:nvSpPr>
          <p:spPr>
            <a:xfrm>
              <a:off x="7512792"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029" name="文本框 1028">
              <a:extLst>
                <a:ext uri="{FF2B5EF4-FFF2-40B4-BE49-F238E27FC236}">
                  <a16:creationId xmlns:a16="http://schemas.microsoft.com/office/drawing/2014/main" id="{BE2AF5F8-79AF-D12A-B988-04BA3EAC802B}"/>
                </a:ext>
              </a:extLst>
            </p:cNvPr>
            <p:cNvSpPr txBox="1">
              <a:spLocks/>
            </p:cNvSpPr>
            <p:nvPr/>
          </p:nvSpPr>
          <p:spPr>
            <a:xfrm>
              <a:off x="7512792"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000" dirty="0"/>
                <a:t>识别分类能力</a:t>
              </a:r>
            </a:p>
          </p:txBody>
        </p:sp>
      </p:grpSp>
      <p:grpSp>
        <p:nvGrpSpPr>
          <p:cNvPr id="1030" name="组合 1029">
            <a:extLst>
              <a:ext uri="{FF2B5EF4-FFF2-40B4-BE49-F238E27FC236}">
                <a16:creationId xmlns:a16="http://schemas.microsoft.com/office/drawing/2014/main" id="{48F4F31D-EC0F-B3A4-674B-4BBD198F559D}"/>
              </a:ext>
            </a:extLst>
          </p:cNvPr>
          <p:cNvGrpSpPr/>
          <p:nvPr/>
        </p:nvGrpSpPr>
        <p:grpSpPr>
          <a:xfrm>
            <a:off x="5088358" y="1615180"/>
            <a:ext cx="727720" cy="730421"/>
            <a:chOff x="7512792" y="2092661"/>
            <a:chExt cx="981394" cy="981386"/>
          </a:xfrm>
        </p:grpSpPr>
        <p:sp>
          <p:nvSpPr>
            <p:cNvPr id="1031" name="文本框 1030">
              <a:extLst>
                <a:ext uri="{FF2B5EF4-FFF2-40B4-BE49-F238E27FC236}">
                  <a16:creationId xmlns:a16="http://schemas.microsoft.com/office/drawing/2014/main" id="{7F7555E3-A9B4-4292-EFE6-D116889C254A}"/>
                </a:ext>
              </a:extLst>
            </p:cNvPr>
            <p:cNvSpPr txBox="1">
              <a:spLocks/>
            </p:cNvSpPr>
            <p:nvPr/>
          </p:nvSpPr>
          <p:spPr>
            <a:xfrm>
              <a:off x="7512792"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032" name="文本框 1031">
              <a:extLst>
                <a:ext uri="{FF2B5EF4-FFF2-40B4-BE49-F238E27FC236}">
                  <a16:creationId xmlns:a16="http://schemas.microsoft.com/office/drawing/2014/main" id="{2FEDC9C8-048C-8CF8-4A7A-95C927EF6CE6}"/>
                </a:ext>
              </a:extLst>
            </p:cNvPr>
            <p:cNvSpPr txBox="1">
              <a:spLocks/>
            </p:cNvSpPr>
            <p:nvPr/>
          </p:nvSpPr>
          <p:spPr>
            <a:xfrm>
              <a:off x="7512792"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000" dirty="0"/>
                <a:t>风险检测能力</a:t>
              </a:r>
            </a:p>
          </p:txBody>
        </p:sp>
      </p:grpSp>
      <p:grpSp>
        <p:nvGrpSpPr>
          <p:cNvPr id="1033" name="组合 1032">
            <a:extLst>
              <a:ext uri="{FF2B5EF4-FFF2-40B4-BE49-F238E27FC236}">
                <a16:creationId xmlns:a16="http://schemas.microsoft.com/office/drawing/2014/main" id="{6656BD31-7D07-9BDE-5BA8-6E2E9B5FE671}"/>
              </a:ext>
            </a:extLst>
          </p:cNvPr>
          <p:cNvGrpSpPr/>
          <p:nvPr/>
        </p:nvGrpSpPr>
        <p:grpSpPr>
          <a:xfrm>
            <a:off x="6257849" y="1615180"/>
            <a:ext cx="727720" cy="730421"/>
            <a:chOff x="7512792" y="2092661"/>
            <a:chExt cx="981394" cy="981386"/>
          </a:xfrm>
        </p:grpSpPr>
        <p:sp>
          <p:nvSpPr>
            <p:cNvPr id="1034" name="文本框 1033">
              <a:extLst>
                <a:ext uri="{FF2B5EF4-FFF2-40B4-BE49-F238E27FC236}">
                  <a16:creationId xmlns:a16="http://schemas.microsoft.com/office/drawing/2014/main" id="{BC0E2FA8-E4CC-EA35-A5AE-1A7B8C3CA8D6}"/>
                </a:ext>
              </a:extLst>
            </p:cNvPr>
            <p:cNvSpPr txBox="1">
              <a:spLocks/>
            </p:cNvSpPr>
            <p:nvPr/>
          </p:nvSpPr>
          <p:spPr>
            <a:xfrm>
              <a:off x="7512792"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035" name="文本框 1034">
              <a:extLst>
                <a:ext uri="{FF2B5EF4-FFF2-40B4-BE49-F238E27FC236}">
                  <a16:creationId xmlns:a16="http://schemas.microsoft.com/office/drawing/2014/main" id="{53B101DE-00BD-1E9D-34D7-677E04D7490F}"/>
                </a:ext>
              </a:extLst>
            </p:cNvPr>
            <p:cNvSpPr txBox="1">
              <a:spLocks/>
            </p:cNvSpPr>
            <p:nvPr/>
          </p:nvSpPr>
          <p:spPr>
            <a:xfrm>
              <a:off x="7512792"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000" dirty="0"/>
                <a:t>安全防护能力</a:t>
              </a:r>
            </a:p>
          </p:txBody>
        </p:sp>
      </p:grpSp>
      <p:grpSp>
        <p:nvGrpSpPr>
          <p:cNvPr id="1036" name="组合 1035">
            <a:extLst>
              <a:ext uri="{FF2B5EF4-FFF2-40B4-BE49-F238E27FC236}">
                <a16:creationId xmlns:a16="http://schemas.microsoft.com/office/drawing/2014/main" id="{D20F5805-234B-0E3F-EA03-B1802B3DBA58}"/>
              </a:ext>
            </a:extLst>
          </p:cNvPr>
          <p:cNvGrpSpPr/>
          <p:nvPr/>
        </p:nvGrpSpPr>
        <p:grpSpPr>
          <a:xfrm>
            <a:off x="7427340" y="1374004"/>
            <a:ext cx="727720" cy="730421"/>
            <a:chOff x="7512792" y="2092661"/>
            <a:chExt cx="981394" cy="981386"/>
          </a:xfrm>
        </p:grpSpPr>
        <p:sp>
          <p:nvSpPr>
            <p:cNvPr id="1037" name="文本框 1036">
              <a:extLst>
                <a:ext uri="{FF2B5EF4-FFF2-40B4-BE49-F238E27FC236}">
                  <a16:creationId xmlns:a16="http://schemas.microsoft.com/office/drawing/2014/main" id="{68F47F7C-F72A-31BB-7A46-6D1B2487C307}"/>
                </a:ext>
              </a:extLst>
            </p:cNvPr>
            <p:cNvSpPr txBox="1">
              <a:spLocks/>
            </p:cNvSpPr>
            <p:nvPr/>
          </p:nvSpPr>
          <p:spPr>
            <a:xfrm>
              <a:off x="7512792"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00" dirty="0"/>
            </a:p>
          </p:txBody>
        </p:sp>
        <p:sp>
          <p:nvSpPr>
            <p:cNvPr id="1038" name="文本框 1037">
              <a:extLst>
                <a:ext uri="{FF2B5EF4-FFF2-40B4-BE49-F238E27FC236}">
                  <a16:creationId xmlns:a16="http://schemas.microsoft.com/office/drawing/2014/main" id="{F207BEA4-C1C8-A515-6BD5-8B221CE0FD8D}"/>
                </a:ext>
              </a:extLst>
            </p:cNvPr>
            <p:cNvSpPr txBox="1">
              <a:spLocks/>
            </p:cNvSpPr>
            <p:nvPr/>
          </p:nvSpPr>
          <p:spPr>
            <a:xfrm>
              <a:off x="7512792"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000" dirty="0"/>
                <a:t>运营监管能力</a:t>
              </a:r>
            </a:p>
          </p:txBody>
        </p:sp>
      </p:grpSp>
      <p:sp>
        <p:nvSpPr>
          <p:cNvPr id="5" name="文本框 4">
            <a:extLst>
              <a:ext uri="{FF2B5EF4-FFF2-40B4-BE49-F238E27FC236}">
                <a16:creationId xmlns:a16="http://schemas.microsoft.com/office/drawing/2014/main" id="{1870BF53-921D-8555-C8E1-610D1C631008}"/>
              </a:ext>
            </a:extLst>
          </p:cNvPr>
          <p:cNvSpPr txBox="1"/>
          <p:nvPr/>
        </p:nvSpPr>
        <p:spPr>
          <a:xfrm>
            <a:off x="3866153" y="2714116"/>
            <a:ext cx="269304" cy="177484"/>
          </a:xfrm>
          <a:prstGeom prst="rect">
            <a:avLst/>
          </a:prstGeom>
          <a:noFill/>
        </p:spPr>
        <p:txBody>
          <a:bodyPr wrap="none" lIns="0" tIns="0" rIns="0" bIns="0" rtlCol="0">
            <a:spAutoFit/>
          </a:bodyPr>
          <a:lstStyle/>
          <a:p>
            <a:pPr algn="ctr">
              <a:lnSpc>
                <a:spcPct val="120000"/>
              </a:lnSpc>
            </a:pPr>
            <a:r>
              <a:rPr lang="zh-CN" altLang="en-US" sz="1050" dirty="0"/>
              <a:t>存储</a:t>
            </a:r>
          </a:p>
        </p:txBody>
      </p:sp>
      <p:sp>
        <p:nvSpPr>
          <p:cNvPr id="7" name="文本框 6">
            <a:extLst>
              <a:ext uri="{FF2B5EF4-FFF2-40B4-BE49-F238E27FC236}">
                <a16:creationId xmlns:a16="http://schemas.microsoft.com/office/drawing/2014/main" id="{2A40FBFB-A761-1624-EEFB-8BC1FAD602B8}"/>
              </a:ext>
            </a:extLst>
          </p:cNvPr>
          <p:cNvSpPr txBox="1"/>
          <p:nvPr/>
        </p:nvSpPr>
        <p:spPr>
          <a:xfrm>
            <a:off x="4662226" y="2838912"/>
            <a:ext cx="269304" cy="177484"/>
          </a:xfrm>
          <a:prstGeom prst="rect">
            <a:avLst/>
          </a:prstGeom>
          <a:noFill/>
        </p:spPr>
        <p:txBody>
          <a:bodyPr wrap="none" lIns="0" tIns="0" rIns="0" bIns="0" rtlCol="0">
            <a:spAutoFit/>
          </a:bodyPr>
          <a:lstStyle/>
          <a:p>
            <a:pPr algn="ctr">
              <a:lnSpc>
                <a:spcPct val="120000"/>
              </a:lnSpc>
            </a:pPr>
            <a:r>
              <a:rPr lang="zh-CN" altLang="en-US" sz="1050" dirty="0"/>
              <a:t>采集</a:t>
            </a:r>
          </a:p>
        </p:txBody>
      </p:sp>
      <p:sp>
        <p:nvSpPr>
          <p:cNvPr id="35" name="文本框 34">
            <a:extLst>
              <a:ext uri="{FF2B5EF4-FFF2-40B4-BE49-F238E27FC236}">
                <a16:creationId xmlns:a16="http://schemas.microsoft.com/office/drawing/2014/main" id="{D376BD6F-A406-1158-3B62-7ECFB97837BD}"/>
              </a:ext>
            </a:extLst>
          </p:cNvPr>
          <p:cNvSpPr txBox="1"/>
          <p:nvPr/>
        </p:nvSpPr>
        <p:spPr>
          <a:xfrm>
            <a:off x="5512903" y="2931635"/>
            <a:ext cx="269304" cy="177484"/>
          </a:xfrm>
          <a:prstGeom prst="rect">
            <a:avLst/>
          </a:prstGeom>
          <a:noFill/>
        </p:spPr>
        <p:txBody>
          <a:bodyPr wrap="none" lIns="0" tIns="0" rIns="0" bIns="0" rtlCol="0">
            <a:spAutoFit/>
          </a:bodyPr>
          <a:lstStyle/>
          <a:p>
            <a:pPr algn="ctr">
              <a:lnSpc>
                <a:spcPct val="120000"/>
              </a:lnSpc>
            </a:pPr>
            <a:r>
              <a:rPr lang="zh-CN" altLang="en-US" sz="1050" dirty="0"/>
              <a:t>处理</a:t>
            </a:r>
          </a:p>
        </p:txBody>
      </p:sp>
      <p:sp>
        <p:nvSpPr>
          <p:cNvPr id="37" name="文本框 36">
            <a:extLst>
              <a:ext uri="{FF2B5EF4-FFF2-40B4-BE49-F238E27FC236}">
                <a16:creationId xmlns:a16="http://schemas.microsoft.com/office/drawing/2014/main" id="{C5EFE71C-C498-DEFC-3808-3C85C6C97905}"/>
              </a:ext>
            </a:extLst>
          </p:cNvPr>
          <p:cNvSpPr txBox="1"/>
          <p:nvPr/>
        </p:nvSpPr>
        <p:spPr>
          <a:xfrm>
            <a:off x="6338640" y="2931635"/>
            <a:ext cx="269304" cy="177484"/>
          </a:xfrm>
          <a:prstGeom prst="rect">
            <a:avLst/>
          </a:prstGeom>
          <a:noFill/>
        </p:spPr>
        <p:txBody>
          <a:bodyPr wrap="none" lIns="0" tIns="0" rIns="0" bIns="0" rtlCol="0">
            <a:spAutoFit/>
          </a:bodyPr>
          <a:lstStyle/>
          <a:p>
            <a:pPr algn="ctr">
              <a:lnSpc>
                <a:spcPct val="120000"/>
              </a:lnSpc>
            </a:pPr>
            <a:r>
              <a:rPr lang="zh-CN" altLang="en-US" sz="1050" dirty="0"/>
              <a:t>传输</a:t>
            </a:r>
          </a:p>
        </p:txBody>
      </p:sp>
      <p:sp>
        <p:nvSpPr>
          <p:cNvPr id="43" name="文本框 42">
            <a:extLst>
              <a:ext uri="{FF2B5EF4-FFF2-40B4-BE49-F238E27FC236}">
                <a16:creationId xmlns:a16="http://schemas.microsoft.com/office/drawing/2014/main" id="{B5AEE882-39C9-3FC0-FFF3-9B8594D3C3CC}"/>
              </a:ext>
            </a:extLst>
          </p:cNvPr>
          <p:cNvSpPr txBox="1"/>
          <p:nvPr/>
        </p:nvSpPr>
        <p:spPr>
          <a:xfrm>
            <a:off x="7242961" y="2838912"/>
            <a:ext cx="269304" cy="177484"/>
          </a:xfrm>
          <a:prstGeom prst="rect">
            <a:avLst/>
          </a:prstGeom>
          <a:noFill/>
        </p:spPr>
        <p:txBody>
          <a:bodyPr wrap="none" lIns="0" tIns="0" rIns="0" bIns="0" rtlCol="0">
            <a:spAutoFit/>
          </a:bodyPr>
          <a:lstStyle/>
          <a:p>
            <a:pPr algn="ctr">
              <a:lnSpc>
                <a:spcPct val="120000"/>
              </a:lnSpc>
            </a:pPr>
            <a:r>
              <a:rPr lang="zh-CN" altLang="en-US" sz="1050" dirty="0"/>
              <a:t>销毁</a:t>
            </a:r>
          </a:p>
        </p:txBody>
      </p:sp>
      <p:sp>
        <p:nvSpPr>
          <p:cNvPr id="44" name="文本框 43">
            <a:extLst>
              <a:ext uri="{FF2B5EF4-FFF2-40B4-BE49-F238E27FC236}">
                <a16:creationId xmlns:a16="http://schemas.microsoft.com/office/drawing/2014/main" id="{D6744C71-9B98-7BE6-AC2B-6168076E3C46}"/>
              </a:ext>
            </a:extLst>
          </p:cNvPr>
          <p:cNvSpPr txBox="1"/>
          <p:nvPr/>
        </p:nvSpPr>
        <p:spPr>
          <a:xfrm>
            <a:off x="8058179" y="2714116"/>
            <a:ext cx="269304" cy="177484"/>
          </a:xfrm>
          <a:prstGeom prst="rect">
            <a:avLst/>
          </a:prstGeom>
          <a:noFill/>
        </p:spPr>
        <p:txBody>
          <a:bodyPr wrap="none" lIns="0" tIns="0" rIns="0" bIns="0" rtlCol="0">
            <a:spAutoFit/>
          </a:bodyPr>
          <a:lstStyle/>
          <a:p>
            <a:pPr algn="ctr">
              <a:lnSpc>
                <a:spcPct val="120000"/>
              </a:lnSpc>
            </a:pPr>
            <a:r>
              <a:rPr lang="zh-CN" altLang="en-US" sz="1050" dirty="0"/>
              <a:t>交换</a:t>
            </a:r>
          </a:p>
        </p:txBody>
      </p:sp>
      <p:sp>
        <p:nvSpPr>
          <p:cNvPr id="47" name="文本框 46">
            <a:extLst>
              <a:ext uri="{FF2B5EF4-FFF2-40B4-BE49-F238E27FC236}">
                <a16:creationId xmlns:a16="http://schemas.microsoft.com/office/drawing/2014/main" id="{C91BB5E3-9E25-5BA8-D8AA-67B820983693}"/>
              </a:ext>
            </a:extLst>
          </p:cNvPr>
          <p:cNvSpPr txBox="1"/>
          <p:nvPr/>
        </p:nvSpPr>
        <p:spPr>
          <a:xfrm>
            <a:off x="1023880" y="3505372"/>
            <a:ext cx="620634" cy="227752"/>
          </a:xfrm>
          <a:prstGeom prst="roundRect">
            <a:avLst>
              <a:gd name="adj" fmla="val 50000"/>
            </a:avLst>
          </a:prstGeom>
          <a:noFill/>
          <a:ln>
            <a:solidFill>
              <a:schemeClr val="accent2"/>
            </a:solidFill>
          </a:ln>
        </p:spPr>
        <p:txBody>
          <a:bodyPr wrap="square" lIns="0" tIns="0" rIns="0" bIns="0" rtlCol="0" anchor="ctr" anchorCtr="0">
            <a:noAutofit/>
          </a:bodyPr>
          <a:lstStyle/>
          <a:p>
            <a:pPr algn="ctr"/>
            <a:r>
              <a:rPr lang="zh-CN" altLang="en-US" sz="1100" dirty="0">
                <a:solidFill>
                  <a:schemeClr val="bg1"/>
                </a:solidFill>
              </a:rPr>
              <a:t>管理</a:t>
            </a:r>
          </a:p>
        </p:txBody>
      </p:sp>
      <p:sp>
        <p:nvSpPr>
          <p:cNvPr id="1039" name="文本框 1038">
            <a:extLst>
              <a:ext uri="{FF2B5EF4-FFF2-40B4-BE49-F238E27FC236}">
                <a16:creationId xmlns:a16="http://schemas.microsoft.com/office/drawing/2014/main" id="{8DED4C82-394C-43A7-EAE8-E502B57CF1AC}"/>
              </a:ext>
            </a:extLst>
          </p:cNvPr>
          <p:cNvSpPr txBox="1"/>
          <p:nvPr/>
        </p:nvSpPr>
        <p:spPr>
          <a:xfrm>
            <a:off x="1752358" y="3496739"/>
            <a:ext cx="620634" cy="227752"/>
          </a:xfrm>
          <a:prstGeom prst="roundRect">
            <a:avLst>
              <a:gd name="adj" fmla="val 50000"/>
            </a:avLst>
          </a:prstGeom>
          <a:noFill/>
          <a:ln>
            <a:solidFill>
              <a:schemeClr val="accent2"/>
            </a:solidFill>
          </a:ln>
        </p:spPr>
        <p:txBody>
          <a:bodyPr wrap="square" lIns="0" tIns="0" rIns="0" bIns="0" rtlCol="0" anchor="ctr" anchorCtr="0">
            <a:noAutofit/>
          </a:bodyPr>
          <a:lstStyle/>
          <a:p>
            <a:pPr algn="ctr"/>
            <a:r>
              <a:rPr lang="zh-CN" altLang="en-US" sz="1100" dirty="0">
                <a:solidFill>
                  <a:schemeClr val="bg1"/>
                </a:solidFill>
              </a:rPr>
              <a:t>决策</a:t>
            </a:r>
          </a:p>
        </p:txBody>
      </p:sp>
      <p:sp>
        <p:nvSpPr>
          <p:cNvPr id="1040" name="文本框 1039">
            <a:extLst>
              <a:ext uri="{FF2B5EF4-FFF2-40B4-BE49-F238E27FC236}">
                <a16:creationId xmlns:a16="http://schemas.microsoft.com/office/drawing/2014/main" id="{1098D9C6-5639-743D-1AC7-5F00A4373B5F}"/>
              </a:ext>
            </a:extLst>
          </p:cNvPr>
          <p:cNvSpPr txBox="1"/>
          <p:nvPr/>
        </p:nvSpPr>
        <p:spPr>
          <a:xfrm>
            <a:off x="659641" y="3859794"/>
            <a:ext cx="620634" cy="227752"/>
          </a:xfrm>
          <a:prstGeom prst="roundRect">
            <a:avLst>
              <a:gd name="adj" fmla="val 50000"/>
            </a:avLst>
          </a:prstGeom>
          <a:noFill/>
          <a:ln>
            <a:solidFill>
              <a:schemeClr val="accent2"/>
            </a:solidFill>
          </a:ln>
        </p:spPr>
        <p:txBody>
          <a:bodyPr wrap="square" lIns="0" tIns="0" rIns="0" bIns="0" rtlCol="0" anchor="ctr" anchorCtr="0">
            <a:noAutofit/>
          </a:bodyPr>
          <a:lstStyle/>
          <a:p>
            <a:pPr algn="ctr"/>
            <a:r>
              <a:rPr lang="zh-CN" altLang="en-US" sz="1100" dirty="0">
                <a:solidFill>
                  <a:schemeClr val="bg1"/>
                </a:solidFill>
              </a:rPr>
              <a:t>服务</a:t>
            </a:r>
          </a:p>
        </p:txBody>
      </p:sp>
      <p:sp>
        <p:nvSpPr>
          <p:cNvPr id="1041" name="文本框 1040">
            <a:extLst>
              <a:ext uri="{FF2B5EF4-FFF2-40B4-BE49-F238E27FC236}">
                <a16:creationId xmlns:a16="http://schemas.microsoft.com/office/drawing/2014/main" id="{817EFDB2-473E-A46E-055A-5D562C7DA672}"/>
              </a:ext>
            </a:extLst>
          </p:cNvPr>
          <p:cNvSpPr txBox="1"/>
          <p:nvPr/>
        </p:nvSpPr>
        <p:spPr>
          <a:xfrm>
            <a:off x="1388119" y="3873403"/>
            <a:ext cx="620634" cy="227752"/>
          </a:xfrm>
          <a:prstGeom prst="roundRect">
            <a:avLst>
              <a:gd name="adj" fmla="val 50000"/>
            </a:avLst>
          </a:prstGeom>
          <a:noFill/>
          <a:ln>
            <a:solidFill>
              <a:schemeClr val="accent2"/>
            </a:solidFill>
          </a:ln>
        </p:spPr>
        <p:txBody>
          <a:bodyPr wrap="square" lIns="0" tIns="0" rIns="0" bIns="0" rtlCol="0" anchor="ctr" anchorCtr="0">
            <a:noAutofit/>
          </a:bodyPr>
          <a:lstStyle/>
          <a:p>
            <a:pPr algn="ctr"/>
            <a:r>
              <a:rPr lang="zh-CN" altLang="en-US" sz="1100" dirty="0">
                <a:solidFill>
                  <a:schemeClr val="bg1"/>
                </a:solidFill>
              </a:rPr>
              <a:t>运营</a:t>
            </a:r>
          </a:p>
        </p:txBody>
      </p:sp>
      <p:sp>
        <p:nvSpPr>
          <p:cNvPr id="1042" name="文本框 1041">
            <a:extLst>
              <a:ext uri="{FF2B5EF4-FFF2-40B4-BE49-F238E27FC236}">
                <a16:creationId xmlns:a16="http://schemas.microsoft.com/office/drawing/2014/main" id="{8773170B-0453-44BA-A494-685DED239694}"/>
              </a:ext>
            </a:extLst>
          </p:cNvPr>
          <p:cNvSpPr txBox="1"/>
          <p:nvPr/>
        </p:nvSpPr>
        <p:spPr>
          <a:xfrm>
            <a:off x="2116596" y="3859794"/>
            <a:ext cx="620634" cy="227752"/>
          </a:xfrm>
          <a:prstGeom prst="roundRect">
            <a:avLst>
              <a:gd name="adj" fmla="val 50000"/>
            </a:avLst>
          </a:prstGeom>
          <a:noFill/>
          <a:ln>
            <a:solidFill>
              <a:schemeClr val="accent2"/>
            </a:solidFill>
          </a:ln>
        </p:spPr>
        <p:txBody>
          <a:bodyPr wrap="square" lIns="0" tIns="0" rIns="0" bIns="0" rtlCol="0" anchor="ctr" anchorCtr="0">
            <a:noAutofit/>
          </a:bodyPr>
          <a:lstStyle/>
          <a:p>
            <a:pPr algn="ctr"/>
            <a:r>
              <a:rPr lang="zh-CN" altLang="en-US" sz="1100" dirty="0">
                <a:solidFill>
                  <a:schemeClr val="bg1"/>
                </a:solidFill>
              </a:rPr>
              <a:t>合作</a:t>
            </a:r>
          </a:p>
        </p:txBody>
      </p:sp>
      <p:grpSp>
        <p:nvGrpSpPr>
          <p:cNvPr id="1065" name="组合 1064">
            <a:extLst>
              <a:ext uri="{FF2B5EF4-FFF2-40B4-BE49-F238E27FC236}">
                <a16:creationId xmlns:a16="http://schemas.microsoft.com/office/drawing/2014/main" id="{85C534F4-254A-43B5-A7E2-D9C145FEFBC9}"/>
              </a:ext>
            </a:extLst>
          </p:cNvPr>
          <p:cNvGrpSpPr/>
          <p:nvPr/>
        </p:nvGrpSpPr>
        <p:grpSpPr>
          <a:xfrm>
            <a:off x="3906509" y="5190647"/>
            <a:ext cx="814148" cy="607486"/>
            <a:chOff x="3154702" y="5438574"/>
            <a:chExt cx="1239398" cy="924790"/>
          </a:xfrm>
        </p:grpSpPr>
        <p:sp>
          <p:nvSpPr>
            <p:cNvPr id="1048" name="六边形 1047">
              <a:extLst>
                <a:ext uri="{FF2B5EF4-FFF2-40B4-BE49-F238E27FC236}">
                  <a16:creationId xmlns:a16="http://schemas.microsoft.com/office/drawing/2014/main" id="{0F9892A8-1A5D-95D0-D5F4-BE62FB0D69C0}"/>
                </a:ext>
              </a:extLst>
            </p:cNvPr>
            <p:cNvSpPr/>
            <p:nvPr/>
          </p:nvSpPr>
          <p:spPr>
            <a:xfrm rot="5400000">
              <a:off x="3367307" y="5336252"/>
              <a:ext cx="814191" cy="1018836"/>
            </a:xfrm>
            <a:prstGeom prst="hexagon">
              <a:avLst>
                <a:gd name="adj" fmla="val 18962"/>
                <a:gd name="vf" fmla="val 115470"/>
              </a:avLst>
            </a:prstGeom>
            <a:gradFill flip="none" rotWithShape="1">
              <a:gsLst>
                <a:gs pos="18000">
                  <a:schemeClr val="accent1">
                    <a:alpha val="0"/>
                  </a:schemeClr>
                </a:gs>
                <a:gs pos="100000">
                  <a:schemeClr val="accent1">
                    <a:alpha val="1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sp>
          <p:nvSpPr>
            <p:cNvPr id="1049" name="任意形状 103">
              <a:extLst>
                <a:ext uri="{FF2B5EF4-FFF2-40B4-BE49-F238E27FC236}">
                  <a16:creationId xmlns:a16="http://schemas.microsoft.com/office/drawing/2014/main" id="{874E965C-F8CC-0C21-B4CD-1E2E4EB4FCA8}"/>
                </a:ext>
              </a:extLst>
            </p:cNvPr>
            <p:cNvSpPr/>
            <p:nvPr/>
          </p:nvSpPr>
          <p:spPr>
            <a:xfrm>
              <a:off x="3154702" y="5969496"/>
              <a:ext cx="1239398" cy="393868"/>
            </a:xfrm>
            <a:custGeom>
              <a:avLst/>
              <a:gdLst>
                <a:gd name="connsiteX0" fmla="*/ 1030248 w 2060900"/>
                <a:gd name="connsiteY0" fmla="*/ 504801 h 504801"/>
                <a:gd name="connsiteX1" fmla="*/ 0 w 2060900"/>
                <a:gd name="connsiteY1" fmla="*/ 246126 h 504801"/>
                <a:gd name="connsiteX2" fmla="*/ 1030248 w 2060900"/>
                <a:gd name="connsiteY2" fmla="*/ 0 h 504801"/>
                <a:gd name="connsiteX3" fmla="*/ 2060901 w 2060900"/>
                <a:gd name="connsiteY3" fmla="*/ 246126 h 504801"/>
              </a:gdLst>
              <a:ahLst/>
              <a:cxnLst>
                <a:cxn ang="0">
                  <a:pos x="connsiteX0" y="connsiteY0"/>
                </a:cxn>
                <a:cxn ang="0">
                  <a:pos x="connsiteX1" y="connsiteY1"/>
                </a:cxn>
                <a:cxn ang="0">
                  <a:pos x="connsiteX2" y="connsiteY2"/>
                </a:cxn>
                <a:cxn ang="0">
                  <a:pos x="connsiteX3" y="connsiteY3"/>
                </a:cxn>
              </a:cxnLst>
              <a:rect l="l" t="t" r="r" b="b"/>
              <a:pathLst>
                <a:path w="2060900" h="504801">
                  <a:moveTo>
                    <a:pt x="1030248" y="504801"/>
                  </a:moveTo>
                  <a:lnTo>
                    <a:pt x="0" y="246126"/>
                  </a:lnTo>
                  <a:lnTo>
                    <a:pt x="1030248" y="0"/>
                  </a:lnTo>
                  <a:lnTo>
                    <a:pt x="2060901" y="246126"/>
                  </a:lnTo>
                  <a:close/>
                </a:path>
              </a:pathLst>
            </a:custGeom>
            <a:gradFill>
              <a:gsLst>
                <a:gs pos="100000">
                  <a:schemeClr val="accent1">
                    <a:alpha val="37000"/>
                  </a:schemeClr>
                </a:gs>
                <a:gs pos="2800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50" name="任意形状 106">
              <a:extLst>
                <a:ext uri="{FF2B5EF4-FFF2-40B4-BE49-F238E27FC236}">
                  <a16:creationId xmlns:a16="http://schemas.microsoft.com/office/drawing/2014/main" id="{BA0F09A9-DD00-67FF-3172-11F230FE557B}"/>
                </a:ext>
              </a:extLst>
            </p:cNvPr>
            <p:cNvSpPr/>
            <p:nvPr/>
          </p:nvSpPr>
          <p:spPr>
            <a:xfrm>
              <a:off x="3264984" y="5912009"/>
              <a:ext cx="1018834" cy="32374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accent1">
                    <a:alpha val="77000"/>
                  </a:schemeClr>
                </a:gs>
                <a:gs pos="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51" name="任意形状 107">
              <a:extLst>
                <a:ext uri="{FF2B5EF4-FFF2-40B4-BE49-F238E27FC236}">
                  <a16:creationId xmlns:a16="http://schemas.microsoft.com/office/drawing/2014/main" id="{6C171F6B-94FB-7619-3737-98F1D6ACEE02}"/>
                </a:ext>
              </a:extLst>
            </p:cNvPr>
            <p:cNvSpPr/>
            <p:nvPr/>
          </p:nvSpPr>
          <p:spPr>
            <a:xfrm>
              <a:off x="3264984" y="6069934"/>
              <a:ext cx="509295" cy="20309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accent1">
                    <a:alpha val="44000"/>
                  </a:schemeClr>
                </a:gs>
                <a:gs pos="100000">
                  <a:schemeClr val="accent1">
                    <a:alpha val="81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52" name="任意形状 108">
              <a:extLst>
                <a:ext uri="{FF2B5EF4-FFF2-40B4-BE49-F238E27FC236}">
                  <a16:creationId xmlns:a16="http://schemas.microsoft.com/office/drawing/2014/main" id="{D96C22F7-220E-D48B-01D6-DB1B2F603EB6}"/>
                </a:ext>
              </a:extLst>
            </p:cNvPr>
            <p:cNvSpPr/>
            <p:nvPr/>
          </p:nvSpPr>
          <p:spPr>
            <a:xfrm>
              <a:off x="3774280" y="6069936"/>
              <a:ext cx="509538" cy="20309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accent1"/>
                </a:gs>
                <a:gs pos="0">
                  <a:schemeClr val="accent1">
                    <a:lumMod val="60000"/>
                    <a:lumOff val="40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nvGrpSpPr>
            <p:cNvPr id="1058" name="组合 1057">
              <a:extLst>
                <a:ext uri="{FF2B5EF4-FFF2-40B4-BE49-F238E27FC236}">
                  <a16:creationId xmlns:a16="http://schemas.microsoft.com/office/drawing/2014/main" id="{AE0B05C6-B99A-6C37-0B57-34E259EC5107}"/>
                </a:ext>
              </a:extLst>
            </p:cNvPr>
            <p:cNvGrpSpPr/>
            <p:nvPr/>
          </p:nvGrpSpPr>
          <p:grpSpPr>
            <a:xfrm>
              <a:off x="3264981" y="5815173"/>
              <a:ext cx="1018837" cy="359431"/>
              <a:chOff x="3264981" y="5815173"/>
              <a:chExt cx="1018837" cy="359431"/>
            </a:xfrm>
          </p:grpSpPr>
          <p:sp>
            <p:nvSpPr>
              <p:cNvPr id="1055" name="任意形状 106">
                <a:extLst>
                  <a:ext uri="{FF2B5EF4-FFF2-40B4-BE49-F238E27FC236}">
                    <a16:creationId xmlns:a16="http://schemas.microsoft.com/office/drawing/2014/main" id="{C57AE370-388C-DE22-8AD0-5402A3D0E574}"/>
                  </a:ext>
                </a:extLst>
              </p:cNvPr>
              <p:cNvSpPr/>
              <p:nvPr/>
            </p:nvSpPr>
            <p:spPr>
              <a:xfrm>
                <a:off x="3264981" y="5815173"/>
                <a:ext cx="1018834" cy="32374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tx1">
                      <a:lumMod val="85000"/>
                    </a:schemeClr>
                  </a:gs>
                  <a:gs pos="0">
                    <a:schemeClr val="tx1">
                      <a:lumMod val="85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56" name="任意形状 107">
                <a:extLst>
                  <a:ext uri="{FF2B5EF4-FFF2-40B4-BE49-F238E27FC236}">
                    <a16:creationId xmlns:a16="http://schemas.microsoft.com/office/drawing/2014/main" id="{D8F0A731-4025-8188-AB73-3A6F30AA9574}"/>
                  </a:ext>
                </a:extLst>
              </p:cNvPr>
              <p:cNvSpPr/>
              <p:nvPr/>
            </p:nvSpPr>
            <p:spPr>
              <a:xfrm>
                <a:off x="3264984" y="5971509"/>
                <a:ext cx="509295" cy="20309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tx1"/>
                  </a:gs>
                  <a:gs pos="100000">
                    <a:schemeClr val="tx1">
                      <a:lumMod val="75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57" name="任意形状 108">
                <a:extLst>
                  <a:ext uri="{FF2B5EF4-FFF2-40B4-BE49-F238E27FC236}">
                    <a16:creationId xmlns:a16="http://schemas.microsoft.com/office/drawing/2014/main" id="{BD48B5BA-0008-20D0-D445-DFA6B58C37A9}"/>
                  </a:ext>
                </a:extLst>
              </p:cNvPr>
              <p:cNvSpPr/>
              <p:nvPr/>
            </p:nvSpPr>
            <p:spPr>
              <a:xfrm>
                <a:off x="3774280" y="5971511"/>
                <a:ext cx="509538" cy="20309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tx1">
                      <a:lumMod val="65000"/>
                    </a:schemeClr>
                  </a:gs>
                  <a:gs pos="0">
                    <a:schemeClr val="tx1">
                      <a:lumMod val="95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grpSp>
      <p:grpSp>
        <p:nvGrpSpPr>
          <p:cNvPr id="1066" name="组合 1065">
            <a:extLst>
              <a:ext uri="{FF2B5EF4-FFF2-40B4-BE49-F238E27FC236}">
                <a16:creationId xmlns:a16="http://schemas.microsoft.com/office/drawing/2014/main" id="{7C3F912E-62E7-63CB-338A-74D14EE747B3}"/>
              </a:ext>
            </a:extLst>
          </p:cNvPr>
          <p:cNvGrpSpPr/>
          <p:nvPr/>
        </p:nvGrpSpPr>
        <p:grpSpPr>
          <a:xfrm>
            <a:off x="4634664" y="5539761"/>
            <a:ext cx="814148" cy="607486"/>
            <a:chOff x="3154702" y="5438574"/>
            <a:chExt cx="1239398" cy="924790"/>
          </a:xfrm>
        </p:grpSpPr>
        <p:sp>
          <p:nvSpPr>
            <p:cNvPr id="1067" name="六边形 1066">
              <a:extLst>
                <a:ext uri="{FF2B5EF4-FFF2-40B4-BE49-F238E27FC236}">
                  <a16:creationId xmlns:a16="http://schemas.microsoft.com/office/drawing/2014/main" id="{71F2B65E-D33D-0A8D-8621-9D39E93DF031}"/>
                </a:ext>
              </a:extLst>
            </p:cNvPr>
            <p:cNvSpPr/>
            <p:nvPr/>
          </p:nvSpPr>
          <p:spPr>
            <a:xfrm rot="5400000">
              <a:off x="3367307" y="5336252"/>
              <a:ext cx="814191" cy="1018836"/>
            </a:xfrm>
            <a:prstGeom prst="hexagon">
              <a:avLst>
                <a:gd name="adj" fmla="val 18962"/>
                <a:gd name="vf" fmla="val 115470"/>
              </a:avLst>
            </a:prstGeom>
            <a:gradFill flip="none" rotWithShape="1">
              <a:gsLst>
                <a:gs pos="18000">
                  <a:schemeClr val="accent1">
                    <a:alpha val="0"/>
                  </a:schemeClr>
                </a:gs>
                <a:gs pos="100000">
                  <a:schemeClr val="accent1">
                    <a:alpha val="1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sp>
          <p:nvSpPr>
            <p:cNvPr id="1068" name="任意形状 103">
              <a:extLst>
                <a:ext uri="{FF2B5EF4-FFF2-40B4-BE49-F238E27FC236}">
                  <a16:creationId xmlns:a16="http://schemas.microsoft.com/office/drawing/2014/main" id="{F43BD818-A49B-7A7D-D174-99053BAB15D7}"/>
                </a:ext>
              </a:extLst>
            </p:cNvPr>
            <p:cNvSpPr/>
            <p:nvPr/>
          </p:nvSpPr>
          <p:spPr>
            <a:xfrm>
              <a:off x="3154702" y="5969496"/>
              <a:ext cx="1239398" cy="393868"/>
            </a:xfrm>
            <a:custGeom>
              <a:avLst/>
              <a:gdLst>
                <a:gd name="connsiteX0" fmla="*/ 1030248 w 2060900"/>
                <a:gd name="connsiteY0" fmla="*/ 504801 h 504801"/>
                <a:gd name="connsiteX1" fmla="*/ 0 w 2060900"/>
                <a:gd name="connsiteY1" fmla="*/ 246126 h 504801"/>
                <a:gd name="connsiteX2" fmla="*/ 1030248 w 2060900"/>
                <a:gd name="connsiteY2" fmla="*/ 0 h 504801"/>
                <a:gd name="connsiteX3" fmla="*/ 2060901 w 2060900"/>
                <a:gd name="connsiteY3" fmla="*/ 246126 h 504801"/>
              </a:gdLst>
              <a:ahLst/>
              <a:cxnLst>
                <a:cxn ang="0">
                  <a:pos x="connsiteX0" y="connsiteY0"/>
                </a:cxn>
                <a:cxn ang="0">
                  <a:pos x="connsiteX1" y="connsiteY1"/>
                </a:cxn>
                <a:cxn ang="0">
                  <a:pos x="connsiteX2" y="connsiteY2"/>
                </a:cxn>
                <a:cxn ang="0">
                  <a:pos x="connsiteX3" y="connsiteY3"/>
                </a:cxn>
              </a:cxnLst>
              <a:rect l="l" t="t" r="r" b="b"/>
              <a:pathLst>
                <a:path w="2060900" h="504801">
                  <a:moveTo>
                    <a:pt x="1030248" y="504801"/>
                  </a:moveTo>
                  <a:lnTo>
                    <a:pt x="0" y="246126"/>
                  </a:lnTo>
                  <a:lnTo>
                    <a:pt x="1030248" y="0"/>
                  </a:lnTo>
                  <a:lnTo>
                    <a:pt x="2060901" y="246126"/>
                  </a:lnTo>
                  <a:close/>
                </a:path>
              </a:pathLst>
            </a:custGeom>
            <a:gradFill>
              <a:gsLst>
                <a:gs pos="100000">
                  <a:schemeClr val="accent1">
                    <a:alpha val="37000"/>
                  </a:schemeClr>
                </a:gs>
                <a:gs pos="2800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69" name="任意形状 106">
              <a:extLst>
                <a:ext uri="{FF2B5EF4-FFF2-40B4-BE49-F238E27FC236}">
                  <a16:creationId xmlns:a16="http://schemas.microsoft.com/office/drawing/2014/main" id="{E57F049D-F7CA-9AE9-D27B-B3B0B6E5A516}"/>
                </a:ext>
              </a:extLst>
            </p:cNvPr>
            <p:cNvSpPr/>
            <p:nvPr/>
          </p:nvSpPr>
          <p:spPr>
            <a:xfrm>
              <a:off x="3264984" y="5912009"/>
              <a:ext cx="1018834" cy="32374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accent1">
                    <a:alpha val="77000"/>
                  </a:schemeClr>
                </a:gs>
                <a:gs pos="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70" name="任意形状 107">
              <a:extLst>
                <a:ext uri="{FF2B5EF4-FFF2-40B4-BE49-F238E27FC236}">
                  <a16:creationId xmlns:a16="http://schemas.microsoft.com/office/drawing/2014/main" id="{7D3B2861-9386-A8DC-06E5-2627BF76E96D}"/>
                </a:ext>
              </a:extLst>
            </p:cNvPr>
            <p:cNvSpPr/>
            <p:nvPr/>
          </p:nvSpPr>
          <p:spPr>
            <a:xfrm>
              <a:off x="3264984" y="6069934"/>
              <a:ext cx="509295" cy="20309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accent1">
                    <a:alpha val="44000"/>
                  </a:schemeClr>
                </a:gs>
                <a:gs pos="100000">
                  <a:schemeClr val="accent1">
                    <a:alpha val="81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71" name="任意形状 108">
              <a:extLst>
                <a:ext uri="{FF2B5EF4-FFF2-40B4-BE49-F238E27FC236}">
                  <a16:creationId xmlns:a16="http://schemas.microsoft.com/office/drawing/2014/main" id="{8D45A9B1-04D7-796A-D876-B6AE53A7B79E}"/>
                </a:ext>
              </a:extLst>
            </p:cNvPr>
            <p:cNvSpPr/>
            <p:nvPr/>
          </p:nvSpPr>
          <p:spPr>
            <a:xfrm>
              <a:off x="3774280" y="6069936"/>
              <a:ext cx="509538" cy="20309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accent1"/>
                </a:gs>
                <a:gs pos="0">
                  <a:schemeClr val="accent1">
                    <a:lumMod val="60000"/>
                    <a:lumOff val="40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nvGrpSpPr>
            <p:cNvPr id="1072" name="组合 1071">
              <a:extLst>
                <a:ext uri="{FF2B5EF4-FFF2-40B4-BE49-F238E27FC236}">
                  <a16:creationId xmlns:a16="http://schemas.microsoft.com/office/drawing/2014/main" id="{DCA8A4AD-7DB4-30A0-A535-BCDAB85B8BB6}"/>
                </a:ext>
              </a:extLst>
            </p:cNvPr>
            <p:cNvGrpSpPr/>
            <p:nvPr/>
          </p:nvGrpSpPr>
          <p:grpSpPr>
            <a:xfrm>
              <a:off x="3264984" y="5815172"/>
              <a:ext cx="1018834" cy="359432"/>
              <a:chOff x="3264984" y="5815172"/>
              <a:chExt cx="1018834" cy="359432"/>
            </a:xfrm>
          </p:grpSpPr>
          <p:sp>
            <p:nvSpPr>
              <p:cNvPr id="1073" name="任意形状 106">
                <a:extLst>
                  <a:ext uri="{FF2B5EF4-FFF2-40B4-BE49-F238E27FC236}">
                    <a16:creationId xmlns:a16="http://schemas.microsoft.com/office/drawing/2014/main" id="{3FCE6199-C7F0-A4F8-9620-859CBFE19EE4}"/>
                  </a:ext>
                </a:extLst>
              </p:cNvPr>
              <p:cNvSpPr/>
              <p:nvPr/>
            </p:nvSpPr>
            <p:spPr>
              <a:xfrm>
                <a:off x="3264984" y="5815172"/>
                <a:ext cx="1018834" cy="32374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tx1">
                      <a:lumMod val="85000"/>
                    </a:schemeClr>
                  </a:gs>
                  <a:gs pos="0">
                    <a:schemeClr val="tx1">
                      <a:lumMod val="85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74" name="任意形状 107">
                <a:extLst>
                  <a:ext uri="{FF2B5EF4-FFF2-40B4-BE49-F238E27FC236}">
                    <a16:creationId xmlns:a16="http://schemas.microsoft.com/office/drawing/2014/main" id="{DD6A1776-4900-9C99-34C5-F49315BAB0AA}"/>
                  </a:ext>
                </a:extLst>
              </p:cNvPr>
              <p:cNvSpPr/>
              <p:nvPr/>
            </p:nvSpPr>
            <p:spPr>
              <a:xfrm>
                <a:off x="3264984" y="5971509"/>
                <a:ext cx="509295" cy="20309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tx1"/>
                  </a:gs>
                  <a:gs pos="100000">
                    <a:schemeClr val="tx1">
                      <a:lumMod val="75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75" name="任意形状 108">
                <a:extLst>
                  <a:ext uri="{FF2B5EF4-FFF2-40B4-BE49-F238E27FC236}">
                    <a16:creationId xmlns:a16="http://schemas.microsoft.com/office/drawing/2014/main" id="{AE27B329-1394-CB8E-F8F0-7CE54E72E4F9}"/>
                  </a:ext>
                </a:extLst>
              </p:cNvPr>
              <p:cNvSpPr/>
              <p:nvPr/>
            </p:nvSpPr>
            <p:spPr>
              <a:xfrm>
                <a:off x="3774280" y="5971511"/>
                <a:ext cx="509538" cy="20309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tx1">
                      <a:lumMod val="65000"/>
                    </a:schemeClr>
                  </a:gs>
                  <a:gs pos="0">
                    <a:schemeClr val="tx1">
                      <a:lumMod val="95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grpSp>
      <p:grpSp>
        <p:nvGrpSpPr>
          <p:cNvPr id="1076" name="组合 1075">
            <a:extLst>
              <a:ext uri="{FF2B5EF4-FFF2-40B4-BE49-F238E27FC236}">
                <a16:creationId xmlns:a16="http://schemas.microsoft.com/office/drawing/2014/main" id="{DF0B215B-2129-63E0-E275-4F2CE013FCE3}"/>
              </a:ext>
            </a:extLst>
          </p:cNvPr>
          <p:cNvGrpSpPr/>
          <p:nvPr/>
        </p:nvGrpSpPr>
        <p:grpSpPr>
          <a:xfrm>
            <a:off x="5689762" y="5693863"/>
            <a:ext cx="814148" cy="607486"/>
            <a:chOff x="3154702" y="5438574"/>
            <a:chExt cx="1239398" cy="924790"/>
          </a:xfrm>
        </p:grpSpPr>
        <p:sp>
          <p:nvSpPr>
            <p:cNvPr id="1077" name="六边形 1076">
              <a:extLst>
                <a:ext uri="{FF2B5EF4-FFF2-40B4-BE49-F238E27FC236}">
                  <a16:creationId xmlns:a16="http://schemas.microsoft.com/office/drawing/2014/main" id="{52FE7CD2-A427-8250-8347-F20995DB745C}"/>
                </a:ext>
              </a:extLst>
            </p:cNvPr>
            <p:cNvSpPr/>
            <p:nvPr/>
          </p:nvSpPr>
          <p:spPr>
            <a:xfrm rot="5400000">
              <a:off x="3367307" y="5336252"/>
              <a:ext cx="814191" cy="1018836"/>
            </a:xfrm>
            <a:prstGeom prst="hexagon">
              <a:avLst>
                <a:gd name="adj" fmla="val 18962"/>
                <a:gd name="vf" fmla="val 115470"/>
              </a:avLst>
            </a:prstGeom>
            <a:gradFill flip="none" rotWithShape="1">
              <a:gsLst>
                <a:gs pos="18000">
                  <a:schemeClr val="accent1">
                    <a:alpha val="0"/>
                  </a:schemeClr>
                </a:gs>
                <a:gs pos="100000">
                  <a:schemeClr val="accent1">
                    <a:alpha val="1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sp>
          <p:nvSpPr>
            <p:cNvPr id="1078" name="任意形状 103">
              <a:extLst>
                <a:ext uri="{FF2B5EF4-FFF2-40B4-BE49-F238E27FC236}">
                  <a16:creationId xmlns:a16="http://schemas.microsoft.com/office/drawing/2014/main" id="{DDC9DA93-C0B7-98AD-5E89-E95FE635409D}"/>
                </a:ext>
              </a:extLst>
            </p:cNvPr>
            <p:cNvSpPr/>
            <p:nvPr/>
          </p:nvSpPr>
          <p:spPr>
            <a:xfrm>
              <a:off x="3154702" y="5969496"/>
              <a:ext cx="1239398" cy="393868"/>
            </a:xfrm>
            <a:custGeom>
              <a:avLst/>
              <a:gdLst>
                <a:gd name="connsiteX0" fmla="*/ 1030248 w 2060900"/>
                <a:gd name="connsiteY0" fmla="*/ 504801 h 504801"/>
                <a:gd name="connsiteX1" fmla="*/ 0 w 2060900"/>
                <a:gd name="connsiteY1" fmla="*/ 246126 h 504801"/>
                <a:gd name="connsiteX2" fmla="*/ 1030248 w 2060900"/>
                <a:gd name="connsiteY2" fmla="*/ 0 h 504801"/>
                <a:gd name="connsiteX3" fmla="*/ 2060901 w 2060900"/>
                <a:gd name="connsiteY3" fmla="*/ 246126 h 504801"/>
              </a:gdLst>
              <a:ahLst/>
              <a:cxnLst>
                <a:cxn ang="0">
                  <a:pos x="connsiteX0" y="connsiteY0"/>
                </a:cxn>
                <a:cxn ang="0">
                  <a:pos x="connsiteX1" y="connsiteY1"/>
                </a:cxn>
                <a:cxn ang="0">
                  <a:pos x="connsiteX2" y="connsiteY2"/>
                </a:cxn>
                <a:cxn ang="0">
                  <a:pos x="connsiteX3" y="connsiteY3"/>
                </a:cxn>
              </a:cxnLst>
              <a:rect l="l" t="t" r="r" b="b"/>
              <a:pathLst>
                <a:path w="2060900" h="504801">
                  <a:moveTo>
                    <a:pt x="1030248" y="504801"/>
                  </a:moveTo>
                  <a:lnTo>
                    <a:pt x="0" y="246126"/>
                  </a:lnTo>
                  <a:lnTo>
                    <a:pt x="1030248" y="0"/>
                  </a:lnTo>
                  <a:lnTo>
                    <a:pt x="2060901" y="246126"/>
                  </a:lnTo>
                  <a:close/>
                </a:path>
              </a:pathLst>
            </a:custGeom>
            <a:gradFill>
              <a:gsLst>
                <a:gs pos="100000">
                  <a:schemeClr val="accent1">
                    <a:alpha val="37000"/>
                  </a:schemeClr>
                </a:gs>
                <a:gs pos="2800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79" name="任意形状 106">
              <a:extLst>
                <a:ext uri="{FF2B5EF4-FFF2-40B4-BE49-F238E27FC236}">
                  <a16:creationId xmlns:a16="http://schemas.microsoft.com/office/drawing/2014/main" id="{402448C9-48E9-3542-E849-E3FA82794616}"/>
                </a:ext>
              </a:extLst>
            </p:cNvPr>
            <p:cNvSpPr/>
            <p:nvPr/>
          </p:nvSpPr>
          <p:spPr>
            <a:xfrm>
              <a:off x="3264984" y="5912009"/>
              <a:ext cx="1018834" cy="32374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accent1">
                    <a:alpha val="77000"/>
                  </a:schemeClr>
                </a:gs>
                <a:gs pos="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80" name="任意形状 107">
              <a:extLst>
                <a:ext uri="{FF2B5EF4-FFF2-40B4-BE49-F238E27FC236}">
                  <a16:creationId xmlns:a16="http://schemas.microsoft.com/office/drawing/2014/main" id="{CFBF8FBB-DC38-A6E5-6CBF-F3F6077CE324}"/>
                </a:ext>
              </a:extLst>
            </p:cNvPr>
            <p:cNvSpPr/>
            <p:nvPr/>
          </p:nvSpPr>
          <p:spPr>
            <a:xfrm>
              <a:off x="3264984" y="6069934"/>
              <a:ext cx="509295" cy="20309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accent1">
                    <a:alpha val="44000"/>
                  </a:schemeClr>
                </a:gs>
                <a:gs pos="100000">
                  <a:schemeClr val="accent1">
                    <a:alpha val="81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81" name="任意形状 108">
              <a:extLst>
                <a:ext uri="{FF2B5EF4-FFF2-40B4-BE49-F238E27FC236}">
                  <a16:creationId xmlns:a16="http://schemas.microsoft.com/office/drawing/2014/main" id="{02210695-2262-1F28-F12E-1CB2D3EDD885}"/>
                </a:ext>
              </a:extLst>
            </p:cNvPr>
            <p:cNvSpPr/>
            <p:nvPr/>
          </p:nvSpPr>
          <p:spPr>
            <a:xfrm>
              <a:off x="3774280" y="6069936"/>
              <a:ext cx="509538" cy="20309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accent1"/>
                </a:gs>
                <a:gs pos="0">
                  <a:schemeClr val="accent1">
                    <a:lumMod val="60000"/>
                    <a:lumOff val="40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nvGrpSpPr>
            <p:cNvPr id="1082" name="组合 1081">
              <a:extLst>
                <a:ext uri="{FF2B5EF4-FFF2-40B4-BE49-F238E27FC236}">
                  <a16:creationId xmlns:a16="http://schemas.microsoft.com/office/drawing/2014/main" id="{2F1A4904-7301-B165-3676-951D722A6915}"/>
                </a:ext>
              </a:extLst>
            </p:cNvPr>
            <p:cNvGrpSpPr/>
            <p:nvPr/>
          </p:nvGrpSpPr>
          <p:grpSpPr>
            <a:xfrm>
              <a:off x="3264984" y="5815172"/>
              <a:ext cx="1018834" cy="359432"/>
              <a:chOff x="3264984" y="5815172"/>
              <a:chExt cx="1018834" cy="359432"/>
            </a:xfrm>
          </p:grpSpPr>
          <p:sp>
            <p:nvSpPr>
              <p:cNvPr id="1083" name="任意形状 106">
                <a:extLst>
                  <a:ext uri="{FF2B5EF4-FFF2-40B4-BE49-F238E27FC236}">
                    <a16:creationId xmlns:a16="http://schemas.microsoft.com/office/drawing/2014/main" id="{591A88F4-98E0-542D-CF0A-88B02930A399}"/>
                  </a:ext>
                </a:extLst>
              </p:cNvPr>
              <p:cNvSpPr/>
              <p:nvPr/>
            </p:nvSpPr>
            <p:spPr>
              <a:xfrm>
                <a:off x="3264984" y="5815172"/>
                <a:ext cx="1018834" cy="32374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tx1">
                      <a:lumMod val="85000"/>
                    </a:schemeClr>
                  </a:gs>
                  <a:gs pos="0">
                    <a:schemeClr val="tx1">
                      <a:lumMod val="85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84" name="任意形状 107">
                <a:extLst>
                  <a:ext uri="{FF2B5EF4-FFF2-40B4-BE49-F238E27FC236}">
                    <a16:creationId xmlns:a16="http://schemas.microsoft.com/office/drawing/2014/main" id="{67CDDBC3-485E-E707-75C1-80492976D963}"/>
                  </a:ext>
                </a:extLst>
              </p:cNvPr>
              <p:cNvSpPr/>
              <p:nvPr/>
            </p:nvSpPr>
            <p:spPr>
              <a:xfrm>
                <a:off x="3264984" y="5971509"/>
                <a:ext cx="509295" cy="20309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tx1"/>
                  </a:gs>
                  <a:gs pos="100000">
                    <a:schemeClr val="tx1">
                      <a:lumMod val="75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85" name="任意形状 108">
                <a:extLst>
                  <a:ext uri="{FF2B5EF4-FFF2-40B4-BE49-F238E27FC236}">
                    <a16:creationId xmlns:a16="http://schemas.microsoft.com/office/drawing/2014/main" id="{D3E1631B-900D-63EB-ED21-935AE857C8E5}"/>
                  </a:ext>
                </a:extLst>
              </p:cNvPr>
              <p:cNvSpPr/>
              <p:nvPr/>
            </p:nvSpPr>
            <p:spPr>
              <a:xfrm>
                <a:off x="3774280" y="5971511"/>
                <a:ext cx="509538" cy="20309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tx1">
                      <a:lumMod val="65000"/>
                    </a:schemeClr>
                  </a:gs>
                  <a:gs pos="0">
                    <a:schemeClr val="tx1">
                      <a:lumMod val="95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grpSp>
      <p:grpSp>
        <p:nvGrpSpPr>
          <p:cNvPr id="1086" name="组合 1085">
            <a:extLst>
              <a:ext uri="{FF2B5EF4-FFF2-40B4-BE49-F238E27FC236}">
                <a16:creationId xmlns:a16="http://schemas.microsoft.com/office/drawing/2014/main" id="{884D447A-667A-06C3-39D1-E79D0F65D841}"/>
              </a:ext>
            </a:extLst>
          </p:cNvPr>
          <p:cNvGrpSpPr/>
          <p:nvPr/>
        </p:nvGrpSpPr>
        <p:grpSpPr>
          <a:xfrm>
            <a:off x="6775895" y="5539761"/>
            <a:ext cx="814148" cy="607486"/>
            <a:chOff x="3154702" y="5438574"/>
            <a:chExt cx="1239398" cy="924790"/>
          </a:xfrm>
        </p:grpSpPr>
        <p:sp>
          <p:nvSpPr>
            <p:cNvPr id="1087" name="六边形 1086">
              <a:extLst>
                <a:ext uri="{FF2B5EF4-FFF2-40B4-BE49-F238E27FC236}">
                  <a16:creationId xmlns:a16="http://schemas.microsoft.com/office/drawing/2014/main" id="{622802FA-C707-B7DB-C93E-6F1C5DC8ED91}"/>
                </a:ext>
              </a:extLst>
            </p:cNvPr>
            <p:cNvSpPr/>
            <p:nvPr/>
          </p:nvSpPr>
          <p:spPr>
            <a:xfrm rot="5400000">
              <a:off x="3367307" y="5336252"/>
              <a:ext cx="814191" cy="1018836"/>
            </a:xfrm>
            <a:prstGeom prst="hexagon">
              <a:avLst>
                <a:gd name="adj" fmla="val 18962"/>
                <a:gd name="vf" fmla="val 115470"/>
              </a:avLst>
            </a:prstGeom>
            <a:gradFill flip="none" rotWithShape="1">
              <a:gsLst>
                <a:gs pos="18000">
                  <a:schemeClr val="accent1">
                    <a:alpha val="0"/>
                  </a:schemeClr>
                </a:gs>
                <a:gs pos="100000">
                  <a:schemeClr val="accent1">
                    <a:alpha val="1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sp>
          <p:nvSpPr>
            <p:cNvPr id="1088" name="任意形状 103">
              <a:extLst>
                <a:ext uri="{FF2B5EF4-FFF2-40B4-BE49-F238E27FC236}">
                  <a16:creationId xmlns:a16="http://schemas.microsoft.com/office/drawing/2014/main" id="{E73C33B7-9E85-C9E3-3C73-DFFCB2A5B9F1}"/>
                </a:ext>
              </a:extLst>
            </p:cNvPr>
            <p:cNvSpPr/>
            <p:nvPr/>
          </p:nvSpPr>
          <p:spPr>
            <a:xfrm>
              <a:off x="3154702" y="5969496"/>
              <a:ext cx="1239398" cy="393868"/>
            </a:xfrm>
            <a:custGeom>
              <a:avLst/>
              <a:gdLst>
                <a:gd name="connsiteX0" fmla="*/ 1030248 w 2060900"/>
                <a:gd name="connsiteY0" fmla="*/ 504801 h 504801"/>
                <a:gd name="connsiteX1" fmla="*/ 0 w 2060900"/>
                <a:gd name="connsiteY1" fmla="*/ 246126 h 504801"/>
                <a:gd name="connsiteX2" fmla="*/ 1030248 w 2060900"/>
                <a:gd name="connsiteY2" fmla="*/ 0 h 504801"/>
                <a:gd name="connsiteX3" fmla="*/ 2060901 w 2060900"/>
                <a:gd name="connsiteY3" fmla="*/ 246126 h 504801"/>
              </a:gdLst>
              <a:ahLst/>
              <a:cxnLst>
                <a:cxn ang="0">
                  <a:pos x="connsiteX0" y="connsiteY0"/>
                </a:cxn>
                <a:cxn ang="0">
                  <a:pos x="connsiteX1" y="connsiteY1"/>
                </a:cxn>
                <a:cxn ang="0">
                  <a:pos x="connsiteX2" y="connsiteY2"/>
                </a:cxn>
                <a:cxn ang="0">
                  <a:pos x="connsiteX3" y="connsiteY3"/>
                </a:cxn>
              </a:cxnLst>
              <a:rect l="l" t="t" r="r" b="b"/>
              <a:pathLst>
                <a:path w="2060900" h="504801">
                  <a:moveTo>
                    <a:pt x="1030248" y="504801"/>
                  </a:moveTo>
                  <a:lnTo>
                    <a:pt x="0" y="246126"/>
                  </a:lnTo>
                  <a:lnTo>
                    <a:pt x="1030248" y="0"/>
                  </a:lnTo>
                  <a:lnTo>
                    <a:pt x="2060901" y="246126"/>
                  </a:lnTo>
                  <a:close/>
                </a:path>
              </a:pathLst>
            </a:custGeom>
            <a:gradFill>
              <a:gsLst>
                <a:gs pos="100000">
                  <a:schemeClr val="accent1">
                    <a:alpha val="37000"/>
                  </a:schemeClr>
                </a:gs>
                <a:gs pos="2800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89" name="任意形状 106">
              <a:extLst>
                <a:ext uri="{FF2B5EF4-FFF2-40B4-BE49-F238E27FC236}">
                  <a16:creationId xmlns:a16="http://schemas.microsoft.com/office/drawing/2014/main" id="{D9895C2F-8147-E4E3-1749-D44C0A3114A2}"/>
                </a:ext>
              </a:extLst>
            </p:cNvPr>
            <p:cNvSpPr/>
            <p:nvPr/>
          </p:nvSpPr>
          <p:spPr>
            <a:xfrm>
              <a:off x="3264984" y="5912009"/>
              <a:ext cx="1018834" cy="32374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accent1">
                    <a:alpha val="77000"/>
                  </a:schemeClr>
                </a:gs>
                <a:gs pos="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90" name="任意形状 107">
              <a:extLst>
                <a:ext uri="{FF2B5EF4-FFF2-40B4-BE49-F238E27FC236}">
                  <a16:creationId xmlns:a16="http://schemas.microsoft.com/office/drawing/2014/main" id="{502E4E0F-1C54-4503-2D02-F96579AD51A8}"/>
                </a:ext>
              </a:extLst>
            </p:cNvPr>
            <p:cNvSpPr/>
            <p:nvPr/>
          </p:nvSpPr>
          <p:spPr>
            <a:xfrm>
              <a:off x="3264984" y="6069934"/>
              <a:ext cx="509295" cy="20309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accent1">
                    <a:alpha val="44000"/>
                  </a:schemeClr>
                </a:gs>
                <a:gs pos="100000">
                  <a:schemeClr val="accent1">
                    <a:alpha val="81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91" name="任意形状 108">
              <a:extLst>
                <a:ext uri="{FF2B5EF4-FFF2-40B4-BE49-F238E27FC236}">
                  <a16:creationId xmlns:a16="http://schemas.microsoft.com/office/drawing/2014/main" id="{B10C9991-1C0A-6DC9-E1FE-1FB9A381A85A}"/>
                </a:ext>
              </a:extLst>
            </p:cNvPr>
            <p:cNvSpPr/>
            <p:nvPr/>
          </p:nvSpPr>
          <p:spPr>
            <a:xfrm>
              <a:off x="3774280" y="6069936"/>
              <a:ext cx="509538" cy="20309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accent1"/>
                </a:gs>
                <a:gs pos="0">
                  <a:schemeClr val="accent1">
                    <a:lumMod val="60000"/>
                    <a:lumOff val="40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nvGrpSpPr>
            <p:cNvPr id="1092" name="组合 1091">
              <a:extLst>
                <a:ext uri="{FF2B5EF4-FFF2-40B4-BE49-F238E27FC236}">
                  <a16:creationId xmlns:a16="http://schemas.microsoft.com/office/drawing/2014/main" id="{1CF04D13-FB95-8AD3-F10F-7D8A28ECD7D9}"/>
                </a:ext>
              </a:extLst>
            </p:cNvPr>
            <p:cNvGrpSpPr/>
            <p:nvPr/>
          </p:nvGrpSpPr>
          <p:grpSpPr>
            <a:xfrm>
              <a:off x="3264984" y="5815172"/>
              <a:ext cx="1018834" cy="359432"/>
              <a:chOff x="3264984" y="5815172"/>
              <a:chExt cx="1018834" cy="359432"/>
            </a:xfrm>
          </p:grpSpPr>
          <p:sp>
            <p:nvSpPr>
              <p:cNvPr id="1093" name="任意形状 106">
                <a:extLst>
                  <a:ext uri="{FF2B5EF4-FFF2-40B4-BE49-F238E27FC236}">
                    <a16:creationId xmlns:a16="http://schemas.microsoft.com/office/drawing/2014/main" id="{00EFE7DB-1B76-3B62-F37D-E259A1B467D3}"/>
                  </a:ext>
                </a:extLst>
              </p:cNvPr>
              <p:cNvSpPr/>
              <p:nvPr/>
            </p:nvSpPr>
            <p:spPr>
              <a:xfrm>
                <a:off x="3264984" y="5815172"/>
                <a:ext cx="1018834" cy="32374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tx1">
                      <a:lumMod val="85000"/>
                    </a:schemeClr>
                  </a:gs>
                  <a:gs pos="0">
                    <a:schemeClr val="tx1">
                      <a:lumMod val="85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94" name="任意形状 107">
                <a:extLst>
                  <a:ext uri="{FF2B5EF4-FFF2-40B4-BE49-F238E27FC236}">
                    <a16:creationId xmlns:a16="http://schemas.microsoft.com/office/drawing/2014/main" id="{E3C01E3C-2EEB-BD4C-055E-7337CF78F7C3}"/>
                  </a:ext>
                </a:extLst>
              </p:cNvPr>
              <p:cNvSpPr/>
              <p:nvPr/>
            </p:nvSpPr>
            <p:spPr>
              <a:xfrm>
                <a:off x="3264984" y="5971509"/>
                <a:ext cx="509295" cy="20309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tx1"/>
                  </a:gs>
                  <a:gs pos="100000">
                    <a:schemeClr val="tx1">
                      <a:lumMod val="75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95" name="任意形状 108">
                <a:extLst>
                  <a:ext uri="{FF2B5EF4-FFF2-40B4-BE49-F238E27FC236}">
                    <a16:creationId xmlns:a16="http://schemas.microsoft.com/office/drawing/2014/main" id="{A4C07D43-E230-43B7-812C-481A293774B7}"/>
                  </a:ext>
                </a:extLst>
              </p:cNvPr>
              <p:cNvSpPr/>
              <p:nvPr/>
            </p:nvSpPr>
            <p:spPr>
              <a:xfrm>
                <a:off x="3774280" y="5971511"/>
                <a:ext cx="509538" cy="20309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tx1">
                      <a:lumMod val="65000"/>
                    </a:schemeClr>
                  </a:gs>
                  <a:gs pos="0">
                    <a:schemeClr val="tx1">
                      <a:lumMod val="95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grpSp>
      <p:grpSp>
        <p:nvGrpSpPr>
          <p:cNvPr id="1096" name="组合 1095">
            <a:extLst>
              <a:ext uri="{FF2B5EF4-FFF2-40B4-BE49-F238E27FC236}">
                <a16:creationId xmlns:a16="http://schemas.microsoft.com/office/drawing/2014/main" id="{9DCF9A74-1221-47A1-3CD9-3AF80D7A3A49}"/>
              </a:ext>
            </a:extLst>
          </p:cNvPr>
          <p:cNvGrpSpPr/>
          <p:nvPr/>
        </p:nvGrpSpPr>
        <p:grpSpPr>
          <a:xfrm>
            <a:off x="7521633" y="5190647"/>
            <a:ext cx="814148" cy="607486"/>
            <a:chOff x="3154702" y="5438574"/>
            <a:chExt cx="1239398" cy="924790"/>
          </a:xfrm>
        </p:grpSpPr>
        <p:sp>
          <p:nvSpPr>
            <p:cNvPr id="1097" name="六边形 1096">
              <a:extLst>
                <a:ext uri="{FF2B5EF4-FFF2-40B4-BE49-F238E27FC236}">
                  <a16:creationId xmlns:a16="http://schemas.microsoft.com/office/drawing/2014/main" id="{3C735C31-8CCF-8C30-1515-A40147E6EA95}"/>
                </a:ext>
              </a:extLst>
            </p:cNvPr>
            <p:cNvSpPr/>
            <p:nvPr/>
          </p:nvSpPr>
          <p:spPr>
            <a:xfrm rot="5400000">
              <a:off x="3367307" y="5336252"/>
              <a:ext cx="814191" cy="1018836"/>
            </a:xfrm>
            <a:prstGeom prst="hexagon">
              <a:avLst>
                <a:gd name="adj" fmla="val 18962"/>
                <a:gd name="vf" fmla="val 115470"/>
              </a:avLst>
            </a:prstGeom>
            <a:gradFill flip="none" rotWithShape="1">
              <a:gsLst>
                <a:gs pos="18000">
                  <a:schemeClr val="accent1">
                    <a:alpha val="0"/>
                  </a:schemeClr>
                </a:gs>
                <a:gs pos="100000">
                  <a:schemeClr val="accent1">
                    <a:alpha val="16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19966">
                <a:defRPr/>
              </a:pPr>
              <a:endParaRPr lang="zh-CN" altLang="en-US" sz="3779">
                <a:solidFill>
                  <a:prstClr val="white"/>
                </a:solidFill>
                <a:latin typeface="Arial"/>
                <a:ea typeface="微软雅黑 Light"/>
              </a:endParaRPr>
            </a:p>
          </p:txBody>
        </p:sp>
        <p:sp>
          <p:nvSpPr>
            <p:cNvPr id="1098" name="任意形状 103">
              <a:extLst>
                <a:ext uri="{FF2B5EF4-FFF2-40B4-BE49-F238E27FC236}">
                  <a16:creationId xmlns:a16="http://schemas.microsoft.com/office/drawing/2014/main" id="{481D1BEF-E4DE-7881-09EB-95C22871A178}"/>
                </a:ext>
              </a:extLst>
            </p:cNvPr>
            <p:cNvSpPr/>
            <p:nvPr/>
          </p:nvSpPr>
          <p:spPr>
            <a:xfrm>
              <a:off x="3154702" y="5969496"/>
              <a:ext cx="1239398" cy="393868"/>
            </a:xfrm>
            <a:custGeom>
              <a:avLst/>
              <a:gdLst>
                <a:gd name="connsiteX0" fmla="*/ 1030248 w 2060900"/>
                <a:gd name="connsiteY0" fmla="*/ 504801 h 504801"/>
                <a:gd name="connsiteX1" fmla="*/ 0 w 2060900"/>
                <a:gd name="connsiteY1" fmla="*/ 246126 h 504801"/>
                <a:gd name="connsiteX2" fmla="*/ 1030248 w 2060900"/>
                <a:gd name="connsiteY2" fmla="*/ 0 h 504801"/>
                <a:gd name="connsiteX3" fmla="*/ 2060901 w 2060900"/>
                <a:gd name="connsiteY3" fmla="*/ 246126 h 504801"/>
              </a:gdLst>
              <a:ahLst/>
              <a:cxnLst>
                <a:cxn ang="0">
                  <a:pos x="connsiteX0" y="connsiteY0"/>
                </a:cxn>
                <a:cxn ang="0">
                  <a:pos x="connsiteX1" y="connsiteY1"/>
                </a:cxn>
                <a:cxn ang="0">
                  <a:pos x="connsiteX2" y="connsiteY2"/>
                </a:cxn>
                <a:cxn ang="0">
                  <a:pos x="connsiteX3" y="connsiteY3"/>
                </a:cxn>
              </a:cxnLst>
              <a:rect l="l" t="t" r="r" b="b"/>
              <a:pathLst>
                <a:path w="2060900" h="504801">
                  <a:moveTo>
                    <a:pt x="1030248" y="504801"/>
                  </a:moveTo>
                  <a:lnTo>
                    <a:pt x="0" y="246126"/>
                  </a:lnTo>
                  <a:lnTo>
                    <a:pt x="1030248" y="0"/>
                  </a:lnTo>
                  <a:lnTo>
                    <a:pt x="2060901" y="246126"/>
                  </a:lnTo>
                  <a:close/>
                </a:path>
              </a:pathLst>
            </a:custGeom>
            <a:gradFill>
              <a:gsLst>
                <a:gs pos="100000">
                  <a:schemeClr val="accent1">
                    <a:alpha val="37000"/>
                  </a:schemeClr>
                </a:gs>
                <a:gs pos="2800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099" name="任意形状 106">
              <a:extLst>
                <a:ext uri="{FF2B5EF4-FFF2-40B4-BE49-F238E27FC236}">
                  <a16:creationId xmlns:a16="http://schemas.microsoft.com/office/drawing/2014/main" id="{4D8416E4-C052-9B1E-0785-BE2F72AB64AD}"/>
                </a:ext>
              </a:extLst>
            </p:cNvPr>
            <p:cNvSpPr/>
            <p:nvPr/>
          </p:nvSpPr>
          <p:spPr>
            <a:xfrm>
              <a:off x="3264984" y="5912009"/>
              <a:ext cx="1018834" cy="32374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accent1">
                    <a:alpha val="77000"/>
                  </a:schemeClr>
                </a:gs>
                <a:gs pos="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100" name="任意形状 107">
              <a:extLst>
                <a:ext uri="{FF2B5EF4-FFF2-40B4-BE49-F238E27FC236}">
                  <a16:creationId xmlns:a16="http://schemas.microsoft.com/office/drawing/2014/main" id="{F15B8C95-A6A2-1E96-51E6-F3BBADB514B6}"/>
                </a:ext>
              </a:extLst>
            </p:cNvPr>
            <p:cNvSpPr/>
            <p:nvPr/>
          </p:nvSpPr>
          <p:spPr>
            <a:xfrm>
              <a:off x="3264984" y="6069934"/>
              <a:ext cx="509295" cy="20309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accent1">
                    <a:alpha val="44000"/>
                  </a:schemeClr>
                </a:gs>
                <a:gs pos="100000">
                  <a:schemeClr val="accent1">
                    <a:alpha val="81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101" name="任意形状 108">
              <a:extLst>
                <a:ext uri="{FF2B5EF4-FFF2-40B4-BE49-F238E27FC236}">
                  <a16:creationId xmlns:a16="http://schemas.microsoft.com/office/drawing/2014/main" id="{6FCDF10B-58AC-07A3-06AF-2DA905F9251E}"/>
                </a:ext>
              </a:extLst>
            </p:cNvPr>
            <p:cNvSpPr/>
            <p:nvPr/>
          </p:nvSpPr>
          <p:spPr>
            <a:xfrm>
              <a:off x="3774280" y="6069936"/>
              <a:ext cx="509538" cy="20309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accent1"/>
                </a:gs>
                <a:gs pos="0">
                  <a:schemeClr val="accent1">
                    <a:lumMod val="60000"/>
                    <a:lumOff val="40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nvGrpSpPr>
            <p:cNvPr id="1102" name="组合 1101">
              <a:extLst>
                <a:ext uri="{FF2B5EF4-FFF2-40B4-BE49-F238E27FC236}">
                  <a16:creationId xmlns:a16="http://schemas.microsoft.com/office/drawing/2014/main" id="{CCC333ED-4548-69BA-8416-3AF54FE85A90}"/>
                </a:ext>
              </a:extLst>
            </p:cNvPr>
            <p:cNvGrpSpPr/>
            <p:nvPr/>
          </p:nvGrpSpPr>
          <p:grpSpPr>
            <a:xfrm>
              <a:off x="3264984" y="5815172"/>
              <a:ext cx="1018834" cy="359432"/>
              <a:chOff x="3264984" y="5815172"/>
              <a:chExt cx="1018834" cy="359432"/>
            </a:xfrm>
          </p:grpSpPr>
          <p:sp>
            <p:nvSpPr>
              <p:cNvPr id="1103" name="任意形状 106">
                <a:extLst>
                  <a:ext uri="{FF2B5EF4-FFF2-40B4-BE49-F238E27FC236}">
                    <a16:creationId xmlns:a16="http://schemas.microsoft.com/office/drawing/2014/main" id="{4AC4AC91-928D-CE0E-CFB0-15EBFCAA9268}"/>
                  </a:ext>
                </a:extLst>
              </p:cNvPr>
              <p:cNvSpPr/>
              <p:nvPr/>
            </p:nvSpPr>
            <p:spPr>
              <a:xfrm>
                <a:off x="3264984" y="5815172"/>
                <a:ext cx="1018834" cy="323749"/>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tx1">
                      <a:lumMod val="85000"/>
                    </a:schemeClr>
                  </a:gs>
                  <a:gs pos="0">
                    <a:schemeClr val="tx1">
                      <a:lumMod val="85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104" name="任意形状 107">
                <a:extLst>
                  <a:ext uri="{FF2B5EF4-FFF2-40B4-BE49-F238E27FC236}">
                    <a16:creationId xmlns:a16="http://schemas.microsoft.com/office/drawing/2014/main" id="{9DFF135C-76BB-5A20-6EE7-429B1355799E}"/>
                  </a:ext>
                </a:extLst>
              </p:cNvPr>
              <p:cNvSpPr/>
              <p:nvPr/>
            </p:nvSpPr>
            <p:spPr>
              <a:xfrm>
                <a:off x="3264984" y="5971509"/>
                <a:ext cx="509295" cy="203093"/>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tx1"/>
                  </a:gs>
                  <a:gs pos="100000">
                    <a:schemeClr val="tx1">
                      <a:lumMod val="75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1105" name="任意形状 108">
                <a:extLst>
                  <a:ext uri="{FF2B5EF4-FFF2-40B4-BE49-F238E27FC236}">
                    <a16:creationId xmlns:a16="http://schemas.microsoft.com/office/drawing/2014/main" id="{EAE8EC79-DBCB-B222-630F-3E2C7ACB98C6}"/>
                  </a:ext>
                </a:extLst>
              </p:cNvPr>
              <p:cNvSpPr/>
              <p:nvPr/>
            </p:nvSpPr>
            <p:spPr>
              <a:xfrm>
                <a:off x="3774280" y="5971511"/>
                <a:ext cx="509538" cy="203093"/>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tx1">
                      <a:lumMod val="65000"/>
                    </a:schemeClr>
                  </a:gs>
                  <a:gs pos="0">
                    <a:schemeClr val="tx1">
                      <a:lumMod val="95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grpSp>
      <p:grpSp>
        <p:nvGrpSpPr>
          <p:cNvPr id="1125" name="组合 1124">
            <a:extLst>
              <a:ext uri="{FF2B5EF4-FFF2-40B4-BE49-F238E27FC236}">
                <a16:creationId xmlns:a16="http://schemas.microsoft.com/office/drawing/2014/main" id="{EEE66A4C-ABCE-ECC2-CB7D-2D07677A68B7}"/>
              </a:ext>
            </a:extLst>
          </p:cNvPr>
          <p:cNvGrpSpPr/>
          <p:nvPr/>
        </p:nvGrpSpPr>
        <p:grpSpPr>
          <a:xfrm>
            <a:off x="5882620" y="5138006"/>
            <a:ext cx="428433" cy="413485"/>
            <a:chOff x="5949905" y="5170145"/>
            <a:chExt cx="428433" cy="413485"/>
          </a:xfrm>
        </p:grpSpPr>
        <p:grpSp>
          <p:nvGrpSpPr>
            <p:cNvPr id="1115" name="组合 1114">
              <a:extLst>
                <a:ext uri="{FF2B5EF4-FFF2-40B4-BE49-F238E27FC236}">
                  <a16:creationId xmlns:a16="http://schemas.microsoft.com/office/drawing/2014/main" id="{3ADBE0D9-4721-45EC-A1B5-7B57DB05983A}"/>
                </a:ext>
              </a:extLst>
            </p:cNvPr>
            <p:cNvGrpSpPr/>
            <p:nvPr/>
          </p:nvGrpSpPr>
          <p:grpSpPr>
            <a:xfrm>
              <a:off x="6049365" y="5170145"/>
              <a:ext cx="103030" cy="413485"/>
              <a:chOff x="6016605" y="5181315"/>
              <a:chExt cx="103030" cy="413485"/>
            </a:xfrm>
          </p:grpSpPr>
          <p:sp>
            <p:nvSpPr>
              <p:cNvPr id="1113" name="任意多边形: 形状 1112">
                <a:extLst>
                  <a:ext uri="{FF2B5EF4-FFF2-40B4-BE49-F238E27FC236}">
                    <a16:creationId xmlns:a16="http://schemas.microsoft.com/office/drawing/2014/main" id="{8966EF62-8423-E300-9B62-7611BD03CB9A}"/>
                  </a:ext>
                </a:extLst>
              </p:cNvPr>
              <p:cNvSpPr/>
              <p:nvPr/>
            </p:nvSpPr>
            <p:spPr>
              <a:xfrm flipV="1">
                <a:off x="6016605" y="5181315"/>
                <a:ext cx="103030" cy="413485"/>
              </a:xfrm>
              <a:custGeom>
                <a:avLst/>
                <a:gdLst>
                  <a:gd name="connsiteX0" fmla="*/ 77258 w 154515"/>
                  <a:gd name="connsiteY0" fmla="*/ 620105 h 620105"/>
                  <a:gd name="connsiteX1" fmla="*/ 154515 w 154515"/>
                  <a:gd name="connsiteY1" fmla="*/ 537555 h 620105"/>
                  <a:gd name="connsiteX2" fmla="*/ 121406 w 154515"/>
                  <a:gd name="connsiteY2" fmla="*/ 537555 h 620105"/>
                  <a:gd name="connsiteX3" fmla="*/ 77257 w 154515"/>
                  <a:gd name="connsiteY3" fmla="*/ 0 h 620105"/>
                  <a:gd name="connsiteX4" fmla="*/ 33108 w 154515"/>
                  <a:gd name="connsiteY4" fmla="*/ 537555 h 620105"/>
                  <a:gd name="connsiteX5" fmla="*/ 0 w 154515"/>
                  <a:gd name="connsiteY5" fmla="*/ 537555 h 620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515" h="620105">
                    <a:moveTo>
                      <a:pt x="77258" y="620105"/>
                    </a:moveTo>
                    <a:lnTo>
                      <a:pt x="154515" y="537555"/>
                    </a:lnTo>
                    <a:lnTo>
                      <a:pt x="121406" y="537555"/>
                    </a:lnTo>
                    <a:lnTo>
                      <a:pt x="77257" y="0"/>
                    </a:lnTo>
                    <a:lnTo>
                      <a:pt x="33108" y="537555"/>
                    </a:lnTo>
                    <a:lnTo>
                      <a:pt x="0" y="537555"/>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14" name="任意多边形: 形状 1113">
                <a:extLst>
                  <a:ext uri="{FF2B5EF4-FFF2-40B4-BE49-F238E27FC236}">
                    <a16:creationId xmlns:a16="http://schemas.microsoft.com/office/drawing/2014/main" id="{F625F72B-ECD8-DED1-5B5F-28A79F7AD51A}"/>
                  </a:ext>
                </a:extLst>
              </p:cNvPr>
              <p:cNvSpPr/>
              <p:nvPr/>
            </p:nvSpPr>
            <p:spPr>
              <a:xfrm flipV="1">
                <a:off x="6016605" y="5181315"/>
                <a:ext cx="103030" cy="413485"/>
              </a:xfrm>
              <a:custGeom>
                <a:avLst/>
                <a:gdLst>
                  <a:gd name="connsiteX0" fmla="*/ 77258 w 154515"/>
                  <a:gd name="connsiteY0" fmla="*/ 620105 h 620105"/>
                  <a:gd name="connsiteX1" fmla="*/ 154515 w 154515"/>
                  <a:gd name="connsiteY1" fmla="*/ 537555 h 620105"/>
                  <a:gd name="connsiteX2" fmla="*/ 121406 w 154515"/>
                  <a:gd name="connsiteY2" fmla="*/ 537555 h 620105"/>
                  <a:gd name="connsiteX3" fmla="*/ 77257 w 154515"/>
                  <a:gd name="connsiteY3" fmla="*/ 0 h 620105"/>
                  <a:gd name="connsiteX4" fmla="*/ 33108 w 154515"/>
                  <a:gd name="connsiteY4" fmla="*/ 537555 h 620105"/>
                  <a:gd name="connsiteX5" fmla="*/ 0 w 154515"/>
                  <a:gd name="connsiteY5" fmla="*/ 537555 h 620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515" h="620105">
                    <a:moveTo>
                      <a:pt x="77258" y="620105"/>
                    </a:moveTo>
                    <a:lnTo>
                      <a:pt x="154515" y="537555"/>
                    </a:lnTo>
                    <a:lnTo>
                      <a:pt x="121406" y="537555"/>
                    </a:lnTo>
                    <a:lnTo>
                      <a:pt x="77257" y="0"/>
                    </a:lnTo>
                    <a:lnTo>
                      <a:pt x="33108" y="537555"/>
                    </a:lnTo>
                    <a:lnTo>
                      <a:pt x="0" y="537555"/>
                    </a:lnTo>
                    <a:close/>
                  </a:path>
                </a:pathLst>
              </a:custGeom>
              <a:gradFill>
                <a:gsLst>
                  <a:gs pos="100000">
                    <a:schemeClr val="accent1">
                      <a:alpha val="99000"/>
                    </a:schemeClr>
                  </a:gs>
                  <a:gs pos="33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116" name="组合 1115">
              <a:extLst>
                <a:ext uri="{FF2B5EF4-FFF2-40B4-BE49-F238E27FC236}">
                  <a16:creationId xmlns:a16="http://schemas.microsoft.com/office/drawing/2014/main" id="{BDE0DBBF-1C80-E208-3A68-850775A2BAEF}"/>
                </a:ext>
              </a:extLst>
            </p:cNvPr>
            <p:cNvGrpSpPr/>
            <p:nvPr/>
          </p:nvGrpSpPr>
          <p:grpSpPr>
            <a:xfrm>
              <a:off x="6175847" y="5170145"/>
              <a:ext cx="103030" cy="413485"/>
              <a:chOff x="6016605" y="5181315"/>
              <a:chExt cx="103030" cy="413485"/>
            </a:xfrm>
          </p:grpSpPr>
          <p:sp>
            <p:nvSpPr>
              <p:cNvPr id="1117" name="任意多边形: 形状 1116">
                <a:extLst>
                  <a:ext uri="{FF2B5EF4-FFF2-40B4-BE49-F238E27FC236}">
                    <a16:creationId xmlns:a16="http://schemas.microsoft.com/office/drawing/2014/main" id="{6DE490B6-8CE2-596A-F52C-1160BFF74492}"/>
                  </a:ext>
                </a:extLst>
              </p:cNvPr>
              <p:cNvSpPr/>
              <p:nvPr/>
            </p:nvSpPr>
            <p:spPr>
              <a:xfrm flipV="1">
                <a:off x="6016605" y="5181315"/>
                <a:ext cx="103030" cy="413485"/>
              </a:xfrm>
              <a:custGeom>
                <a:avLst/>
                <a:gdLst>
                  <a:gd name="connsiteX0" fmla="*/ 77258 w 154515"/>
                  <a:gd name="connsiteY0" fmla="*/ 620105 h 620105"/>
                  <a:gd name="connsiteX1" fmla="*/ 154515 w 154515"/>
                  <a:gd name="connsiteY1" fmla="*/ 537555 h 620105"/>
                  <a:gd name="connsiteX2" fmla="*/ 121406 w 154515"/>
                  <a:gd name="connsiteY2" fmla="*/ 537555 h 620105"/>
                  <a:gd name="connsiteX3" fmla="*/ 77257 w 154515"/>
                  <a:gd name="connsiteY3" fmla="*/ 0 h 620105"/>
                  <a:gd name="connsiteX4" fmla="*/ 33108 w 154515"/>
                  <a:gd name="connsiteY4" fmla="*/ 537555 h 620105"/>
                  <a:gd name="connsiteX5" fmla="*/ 0 w 154515"/>
                  <a:gd name="connsiteY5" fmla="*/ 537555 h 620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515" h="620105">
                    <a:moveTo>
                      <a:pt x="77258" y="620105"/>
                    </a:moveTo>
                    <a:lnTo>
                      <a:pt x="154515" y="537555"/>
                    </a:lnTo>
                    <a:lnTo>
                      <a:pt x="121406" y="537555"/>
                    </a:lnTo>
                    <a:lnTo>
                      <a:pt x="77257" y="0"/>
                    </a:lnTo>
                    <a:lnTo>
                      <a:pt x="33108" y="537555"/>
                    </a:lnTo>
                    <a:lnTo>
                      <a:pt x="0" y="537555"/>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18" name="任意多边形: 形状 1117">
                <a:extLst>
                  <a:ext uri="{FF2B5EF4-FFF2-40B4-BE49-F238E27FC236}">
                    <a16:creationId xmlns:a16="http://schemas.microsoft.com/office/drawing/2014/main" id="{08CB211F-EF73-D928-DAEC-05740E7C06ED}"/>
                  </a:ext>
                </a:extLst>
              </p:cNvPr>
              <p:cNvSpPr/>
              <p:nvPr/>
            </p:nvSpPr>
            <p:spPr>
              <a:xfrm flipV="1">
                <a:off x="6016605" y="5181315"/>
                <a:ext cx="103030" cy="413485"/>
              </a:xfrm>
              <a:custGeom>
                <a:avLst/>
                <a:gdLst>
                  <a:gd name="connsiteX0" fmla="*/ 77258 w 154515"/>
                  <a:gd name="connsiteY0" fmla="*/ 620105 h 620105"/>
                  <a:gd name="connsiteX1" fmla="*/ 154515 w 154515"/>
                  <a:gd name="connsiteY1" fmla="*/ 537555 h 620105"/>
                  <a:gd name="connsiteX2" fmla="*/ 121406 w 154515"/>
                  <a:gd name="connsiteY2" fmla="*/ 537555 h 620105"/>
                  <a:gd name="connsiteX3" fmla="*/ 77257 w 154515"/>
                  <a:gd name="connsiteY3" fmla="*/ 0 h 620105"/>
                  <a:gd name="connsiteX4" fmla="*/ 33108 w 154515"/>
                  <a:gd name="connsiteY4" fmla="*/ 537555 h 620105"/>
                  <a:gd name="connsiteX5" fmla="*/ 0 w 154515"/>
                  <a:gd name="connsiteY5" fmla="*/ 537555 h 620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515" h="620105">
                    <a:moveTo>
                      <a:pt x="77258" y="620105"/>
                    </a:moveTo>
                    <a:lnTo>
                      <a:pt x="154515" y="537555"/>
                    </a:lnTo>
                    <a:lnTo>
                      <a:pt x="121406" y="537555"/>
                    </a:lnTo>
                    <a:lnTo>
                      <a:pt x="77257" y="0"/>
                    </a:lnTo>
                    <a:lnTo>
                      <a:pt x="33108" y="537555"/>
                    </a:lnTo>
                    <a:lnTo>
                      <a:pt x="0" y="537555"/>
                    </a:lnTo>
                    <a:close/>
                  </a:path>
                </a:pathLst>
              </a:custGeom>
              <a:gradFill>
                <a:gsLst>
                  <a:gs pos="100000">
                    <a:schemeClr val="accent1">
                      <a:alpha val="99000"/>
                    </a:schemeClr>
                  </a:gs>
                  <a:gs pos="33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119" name="组合 1118">
              <a:extLst>
                <a:ext uri="{FF2B5EF4-FFF2-40B4-BE49-F238E27FC236}">
                  <a16:creationId xmlns:a16="http://schemas.microsoft.com/office/drawing/2014/main" id="{2049B7B7-0358-7E06-981A-5A2E560CA7A0}"/>
                </a:ext>
              </a:extLst>
            </p:cNvPr>
            <p:cNvGrpSpPr/>
            <p:nvPr/>
          </p:nvGrpSpPr>
          <p:grpSpPr>
            <a:xfrm>
              <a:off x="6302330" y="5278590"/>
              <a:ext cx="76008" cy="305040"/>
              <a:chOff x="6016605" y="5181315"/>
              <a:chExt cx="103030" cy="413485"/>
            </a:xfrm>
          </p:grpSpPr>
          <p:sp>
            <p:nvSpPr>
              <p:cNvPr id="1120" name="任意多边形: 形状 1119">
                <a:extLst>
                  <a:ext uri="{FF2B5EF4-FFF2-40B4-BE49-F238E27FC236}">
                    <a16:creationId xmlns:a16="http://schemas.microsoft.com/office/drawing/2014/main" id="{E677E774-8B29-0660-3684-C90CD9F48174}"/>
                  </a:ext>
                </a:extLst>
              </p:cNvPr>
              <p:cNvSpPr/>
              <p:nvPr/>
            </p:nvSpPr>
            <p:spPr>
              <a:xfrm flipV="1">
                <a:off x="6016605" y="5181315"/>
                <a:ext cx="103030" cy="413485"/>
              </a:xfrm>
              <a:custGeom>
                <a:avLst/>
                <a:gdLst>
                  <a:gd name="connsiteX0" fmla="*/ 77258 w 154515"/>
                  <a:gd name="connsiteY0" fmla="*/ 620105 h 620105"/>
                  <a:gd name="connsiteX1" fmla="*/ 154515 w 154515"/>
                  <a:gd name="connsiteY1" fmla="*/ 537555 h 620105"/>
                  <a:gd name="connsiteX2" fmla="*/ 121406 w 154515"/>
                  <a:gd name="connsiteY2" fmla="*/ 537555 h 620105"/>
                  <a:gd name="connsiteX3" fmla="*/ 77257 w 154515"/>
                  <a:gd name="connsiteY3" fmla="*/ 0 h 620105"/>
                  <a:gd name="connsiteX4" fmla="*/ 33108 w 154515"/>
                  <a:gd name="connsiteY4" fmla="*/ 537555 h 620105"/>
                  <a:gd name="connsiteX5" fmla="*/ 0 w 154515"/>
                  <a:gd name="connsiteY5" fmla="*/ 537555 h 620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515" h="620105">
                    <a:moveTo>
                      <a:pt x="77258" y="620105"/>
                    </a:moveTo>
                    <a:lnTo>
                      <a:pt x="154515" y="537555"/>
                    </a:lnTo>
                    <a:lnTo>
                      <a:pt x="121406" y="537555"/>
                    </a:lnTo>
                    <a:lnTo>
                      <a:pt x="77257" y="0"/>
                    </a:lnTo>
                    <a:lnTo>
                      <a:pt x="33108" y="537555"/>
                    </a:lnTo>
                    <a:lnTo>
                      <a:pt x="0" y="537555"/>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21" name="任意多边形: 形状 1120">
                <a:extLst>
                  <a:ext uri="{FF2B5EF4-FFF2-40B4-BE49-F238E27FC236}">
                    <a16:creationId xmlns:a16="http://schemas.microsoft.com/office/drawing/2014/main" id="{C897CBBC-6C01-F000-0DED-5046E0203499}"/>
                  </a:ext>
                </a:extLst>
              </p:cNvPr>
              <p:cNvSpPr/>
              <p:nvPr/>
            </p:nvSpPr>
            <p:spPr>
              <a:xfrm flipV="1">
                <a:off x="6016605" y="5181315"/>
                <a:ext cx="103030" cy="413485"/>
              </a:xfrm>
              <a:custGeom>
                <a:avLst/>
                <a:gdLst>
                  <a:gd name="connsiteX0" fmla="*/ 77258 w 154515"/>
                  <a:gd name="connsiteY0" fmla="*/ 620105 h 620105"/>
                  <a:gd name="connsiteX1" fmla="*/ 154515 w 154515"/>
                  <a:gd name="connsiteY1" fmla="*/ 537555 h 620105"/>
                  <a:gd name="connsiteX2" fmla="*/ 121406 w 154515"/>
                  <a:gd name="connsiteY2" fmla="*/ 537555 h 620105"/>
                  <a:gd name="connsiteX3" fmla="*/ 77257 w 154515"/>
                  <a:gd name="connsiteY3" fmla="*/ 0 h 620105"/>
                  <a:gd name="connsiteX4" fmla="*/ 33108 w 154515"/>
                  <a:gd name="connsiteY4" fmla="*/ 537555 h 620105"/>
                  <a:gd name="connsiteX5" fmla="*/ 0 w 154515"/>
                  <a:gd name="connsiteY5" fmla="*/ 537555 h 620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515" h="620105">
                    <a:moveTo>
                      <a:pt x="77258" y="620105"/>
                    </a:moveTo>
                    <a:lnTo>
                      <a:pt x="154515" y="537555"/>
                    </a:lnTo>
                    <a:lnTo>
                      <a:pt x="121406" y="537555"/>
                    </a:lnTo>
                    <a:lnTo>
                      <a:pt x="77257" y="0"/>
                    </a:lnTo>
                    <a:lnTo>
                      <a:pt x="33108" y="537555"/>
                    </a:lnTo>
                    <a:lnTo>
                      <a:pt x="0" y="537555"/>
                    </a:lnTo>
                    <a:close/>
                  </a:path>
                </a:pathLst>
              </a:custGeom>
              <a:gradFill>
                <a:gsLst>
                  <a:gs pos="100000">
                    <a:schemeClr val="accent1">
                      <a:alpha val="99000"/>
                    </a:schemeClr>
                  </a:gs>
                  <a:gs pos="33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122" name="组合 1121">
              <a:extLst>
                <a:ext uri="{FF2B5EF4-FFF2-40B4-BE49-F238E27FC236}">
                  <a16:creationId xmlns:a16="http://schemas.microsoft.com/office/drawing/2014/main" id="{D6EB6202-85EF-7D75-3BFB-9F68E2E19822}"/>
                </a:ext>
              </a:extLst>
            </p:cNvPr>
            <p:cNvGrpSpPr/>
            <p:nvPr/>
          </p:nvGrpSpPr>
          <p:grpSpPr>
            <a:xfrm>
              <a:off x="5949905" y="5278590"/>
              <a:ext cx="76008" cy="305040"/>
              <a:chOff x="6016605" y="5181315"/>
              <a:chExt cx="103030" cy="413485"/>
            </a:xfrm>
          </p:grpSpPr>
          <p:sp>
            <p:nvSpPr>
              <p:cNvPr id="1123" name="任意多边形: 形状 1122">
                <a:extLst>
                  <a:ext uri="{FF2B5EF4-FFF2-40B4-BE49-F238E27FC236}">
                    <a16:creationId xmlns:a16="http://schemas.microsoft.com/office/drawing/2014/main" id="{D973AE76-AA70-5DC4-A48D-C6C3DA015CC0}"/>
                  </a:ext>
                </a:extLst>
              </p:cNvPr>
              <p:cNvSpPr/>
              <p:nvPr/>
            </p:nvSpPr>
            <p:spPr>
              <a:xfrm flipV="1">
                <a:off x="6016605" y="5181315"/>
                <a:ext cx="103030" cy="413485"/>
              </a:xfrm>
              <a:custGeom>
                <a:avLst/>
                <a:gdLst>
                  <a:gd name="connsiteX0" fmla="*/ 77258 w 154515"/>
                  <a:gd name="connsiteY0" fmla="*/ 620105 h 620105"/>
                  <a:gd name="connsiteX1" fmla="*/ 154515 w 154515"/>
                  <a:gd name="connsiteY1" fmla="*/ 537555 h 620105"/>
                  <a:gd name="connsiteX2" fmla="*/ 121406 w 154515"/>
                  <a:gd name="connsiteY2" fmla="*/ 537555 h 620105"/>
                  <a:gd name="connsiteX3" fmla="*/ 77257 w 154515"/>
                  <a:gd name="connsiteY3" fmla="*/ 0 h 620105"/>
                  <a:gd name="connsiteX4" fmla="*/ 33108 w 154515"/>
                  <a:gd name="connsiteY4" fmla="*/ 537555 h 620105"/>
                  <a:gd name="connsiteX5" fmla="*/ 0 w 154515"/>
                  <a:gd name="connsiteY5" fmla="*/ 537555 h 620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515" h="620105">
                    <a:moveTo>
                      <a:pt x="77258" y="620105"/>
                    </a:moveTo>
                    <a:lnTo>
                      <a:pt x="154515" y="537555"/>
                    </a:lnTo>
                    <a:lnTo>
                      <a:pt x="121406" y="537555"/>
                    </a:lnTo>
                    <a:lnTo>
                      <a:pt x="77257" y="0"/>
                    </a:lnTo>
                    <a:lnTo>
                      <a:pt x="33108" y="537555"/>
                    </a:lnTo>
                    <a:lnTo>
                      <a:pt x="0" y="537555"/>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24" name="任意多边形: 形状 1123">
                <a:extLst>
                  <a:ext uri="{FF2B5EF4-FFF2-40B4-BE49-F238E27FC236}">
                    <a16:creationId xmlns:a16="http://schemas.microsoft.com/office/drawing/2014/main" id="{C9458DCD-3173-6F77-4837-02CF3EA15815}"/>
                  </a:ext>
                </a:extLst>
              </p:cNvPr>
              <p:cNvSpPr/>
              <p:nvPr/>
            </p:nvSpPr>
            <p:spPr>
              <a:xfrm flipV="1">
                <a:off x="6016605" y="5181315"/>
                <a:ext cx="103030" cy="413485"/>
              </a:xfrm>
              <a:custGeom>
                <a:avLst/>
                <a:gdLst>
                  <a:gd name="connsiteX0" fmla="*/ 77258 w 154515"/>
                  <a:gd name="connsiteY0" fmla="*/ 620105 h 620105"/>
                  <a:gd name="connsiteX1" fmla="*/ 154515 w 154515"/>
                  <a:gd name="connsiteY1" fmla="*/ 537555 h 620105"/>
                  <a:gd name="connsiteX2" fmla="*/ 121406 w 154515"/>
                  <a:gd name="connsiteY2" fmla="*/ 537555 h 620105"/>
                  <a:gd name="connsiteX3" fmla="*/ 77257 w 154515"/>
                  <a:gd name="connsiteY3" fmla="*/ 0 h 620105"/>
                  <a:gd name="connsiteX4" fmla="*/ 33108 w 154515"/>
                  <a:gd name="connsiteY4" fmla="*/ 537555 h 620105"/>
                  <a:gd name="connsiteX5" fmla="*/ 0 w 154515"/>
                  <a:gd name="connsiteY5" fmla="*/ 537555 h 620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515" h="620105">
                    <a:moveTo>
                      <a:pt x="77258" y="620105"/>
                    </a:moveTo>
                    <a:lnTo>
                      <a:pt x="154515" y="537555"/>
                    </a:lnTo>
                    <a:lnTo>
                      <a:pt x="121406" y="537555"/>
                    </a:lnTo>
                    <a:lnTo>
                      <a:pt x="77257" y="0"/>
                    </a:lnTo>
                    <a:lnTo>
                      <a:pt x="33108" y="537555"/>
                    </a:lnTo>
                    <a:lnTo>
                      <a:pt x="0" y="537555"/>
                    </a:lnTo>
                    <a:close/>
                  </a:path>
                </a:pathLst>
              </a:custGeom>
              <a:gradFill>
                <a:gsLst>
                  <a:gs pos="100000">
                    <a:schemeClr val="accent1">
                      <a:alpha val="99000"/>
                    </a:schemeClr>
                  </a:gs>
                  <a:gs pos="33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grpSp>
      <p:sp>
        <p:nvSpPr>
          <p:cNvPr id="1106" name="文本框 1105">
            <a:extLst>
              <a:ext uri="{FF2B5EF4-FFF2-40B4-BE49-F238E27FC236}">
                <a16:creationId xmlns:a16="http://schemas.microsoft.com/office/drawing/2014/main" id="{06921C5C-2774-F0F7-CEA6-C1612F6BE142}"/>
              </a:ext>
            </a:extLst>
          </p:cNvPr>
          <p:cNvSpPr txBox="1"/>
          <p:nvPr/>
        </p:nvSpPr>
        <p:spPr>
          <a:xfrm>
            <a:off x="5745271" y="5317423"/>
            <a:ext cx="718145" cy="236603"/>
          </a:xfrm>
          <a:prstGeom prst="rect">
            <a:avLst/>
          </a:prstGeom>
          <a:noFill/>
        </p:spPr>
        <p:txBody>
          <a:bodyPr wrap="none" lIns="0" tIns="0" rIns="0" bIns="0" rtlCol="0">
            <a:spAutoFit/>
          </a:bodyPr>
          <a:lstStyle/>
          <a:p>
            <a:pPr algn="ctr">
              <a:lnSpc>
                <a:spcPct val="120000"/>
              </a:lnSpc>
            </a:pPr>
            <a:r>
              <a:rPr lang="zh-CN" altLang="en-US" sz="1400" b="1" dirty="0">
                <a:solidFill>
                  <a:schemeClr val="accent1"/>
                </a:solidFill>
              </a:rPr>
              <a:t>保密安全</a:t>
            </a:r>
          </a:p>
        </p:txBody>
      </p:sp>
      <p:grpSp>
        <p:nvGrpSpPr>
          <p:cNvPr id="1131" name="组合 1130">
            <a:extLst>
              <a:ext uri="{FF2B5EF4-FFF2-40B4-BE49-F238E27FC236}">
                <a16:creationId xmlns:a16="http://schemas.microsoft.com/office/drawing/2014/main" id="{36E5130C-40F1-CE31-491F-603F7ECFBE19}"/>
              </a:ext>
            </a:extLst>
          </p:cNvPr>
          <p:cNvGrpSpPr/>
          <p:nvPr/>
        </p:nvGrpSpPr>
        <p:grpSpPr>
          <a:xfrm>
            <a:off x="4222983" y="5339143"/>
            <a:ext cx="181200" cy="195072"/>
            <a:chOff x="3183384" y="5313980"/>
            <a:chExt cx="1099343" cy="1183502"/>
          </a:xfrm>
        </p:grpSpPr>
        <p:sp>
          <p:nvSpPr>
            <p:cNvPr id="1129" name="任意多边形: 形状 1128">
              <a:extLst>
                <a:ext uri="{FF2B5EF4-FFF2-40B4-BE49-F238E27FC236}">
                  <a16:creationId xmlns:a16="http://schemas.microsoft.com/office/drawing/2014/main" id="{2E9FEE89-EF59-4B52-3397-63B835F66D37}"/>
                </a:ext>
              </a:extLst>
            </p:cNvPr>
            <p:cNvSpPr/>
            <p:nvPr/>
          </p:nvSpPr>
          <p:spPr>
            <a:xfrm>
              <a:off x="3774684" y="6034803"/>
              <a:ext cx="508043" cy="441886"/>
            </a:xfrm>
            <a:custGeom>
              <a:avLst/>
              <a:gdLst>
                <a:gd name="connsiteX0" fmla="*/ 181654 w 508043"/>
                <a:gd name="connsiteY0" fmla="*/ 16275 h 441886"/>
                <a:gd name="connsiteX1" fmla="*/ 260235 w 508043"/>
                <a:gd name="connsiteY1" fmla="*/ 16275 h 441886"/>
                <a:gd name="connsiteX2" fmla="*/ 260235 w 508043"/>
                <a:gd name="connsiteY2" fmla="*/ 94856 h 441886"/>
                <a:gd name="connsiteX3" fmla="*/ 189750 w 508043"/>
                <a:gd name="connsiteY3" fmla="*/ 165420 h 441886"/>
                <a:gd name="connsiteX4" fmla="*/ 452481 w 508043"/>
                <a:gd name="connsiteY4" fmla="*/ 165420 h 441886"/>
                <a:gd name="connsiteX5" fmla="*/ 508044 w 508043"/>
                <a:gd name="connsiteY5" fmla="*/ 220983 h 441886"/>
                <a:gd name="connsiteX6" fmla="*/ 452481 w 508043"/>
                <a:gd name="connsiteY6" fmla="*/ 276545 h 441886"/>
                <a:gd name="connsiteX7" fmla="*/ 189750 w 508043"/>
                <a:gd name="connsiteY7" fmla="*/ 276545 h 441886"/>
                <a:gd name="connsiteX8" fmla="*/ 260235 w 508043"/>
                <a:gd name="connsiteY8" fmla="*/ 347030 h 441886"/>
                <a:gd name="connsiteX9" fmla="*/ 260235 w 508043"/>
                <a:gd name="connsiteY9" fmla="*/ 425612 h 441886"/>
                <a:gd name="connsiteX10" fmla="*/ 181654 w 508043"/>
                <a:gd name="connsiteY10" fmla="*/ 425612 h 441886"/>
                <a:gd name="connsiteX11" fmla="*/ 17268 w 508043"/>
                <a:gd name="connsiteY11" fmla="*/ 261147 h 441886"/>
                <a:gd name="connsiteX12" fmla="*/ 15214 w 508043"/>
                <a:gd name="connsiteY12" fmla="*/ 182821 h 441886"/>
                <a:gd name="connsiteX13" fmla="*/ 16316 w 508043"/>
                <a:gd name="connsiteY13" fmla="*/ 181692 h 441886"/>
                <a:gd name="connsiteX14" fmla="*/ 181654 w 508043"/>
                <a:gd name="connsiteY14" fmla="*/ 16275 h 441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8043" h="441886">
                  <a:moveTo>
                    <a:pt x="181654" y="16275"/>
                  </a:moveTo>
                  <a:cubicBezTo>
                    <a:pt x="203353" y="-5425"/>
                    <a:pt x="238535" y="-5425"/>
                    <a:pt x="260235" y="16275"/>
                  </a:cubicBezTo>
                  <a:cubicBezTo>
                    <a:pt x="281935" y="37974"/>
                    <a:pt x="281935" y="73156"/>
                    <a:pt x="260235" y="94856"/>
                  </a:cubicBezTo>
                  <a:lnTo>
                    <a:pt x="189750" y="165420"/>
                  </a:lnTo>
                  <a:lnTo>
                    <a:pt x="452481" y="165420"/>
                  </a:lnTo>
                  <a:cubicBezTo>
                    <a:pt x="483168" y="165420"/>
                    <a:pt x="508044" y="190296"/>
                    <a:pt x="508044" y="220983"/>
                  </a:cubicBezTo>
                  <a:cubicBezTo>
                    <a:pt x="508044" y="251669"/>
                    <a:pt x="483168" y="276545"/>
                    <a:pt x="452481" y="276545"/>
                  </a:cubicBezTo>
                  <a:lnTo>
                    <a:pt x="189750" y="276545"/>
                  </a:lnTo>
                  <a:lnTo>
                    <a:pt x="260235" y="347030"/>
                  </a:lnTo>
                  <a:cubicBezTo>
                    <a:pt x="281935" y="368730"/>
                    <a:pt x="281935" y="403912"/>
                    <a:pt x="260235" y="425612"/>
                  </a:cubicBezTo>
                  <a:cubicBezTo>
                    <a:pt x="238535" y="447311"/>
                    <a:pt x="203353" y="447311"/>
                    <a:pt x="181654" y="425612"/>
                  </a:cubicBezTo>
                  <a:lnTo>
                    <a:pt x="17268" y="261147"/>
                  </a:lnTo>
                  <a:cubicBezTo>
                    <a:pt x="-4928" y="240085"/>
                    <a:pt x="-5848" y="205017"/>
                    <a:pt x="15214" y="182821"/>
                  </a:cubicBezTo>
                  <a:cubicBezTo>
                    <a:pt x="15576" y="182440"/>
                    <a:pt x="15943" y="182063"/>
                    <a:pt x="16316" y="181692"/>
                  </a:cubicBezTo>
                  <a:lnTo>
                    <a:pt x="181654" y="16275"/>
                  </a:lnTo>
                  <a:close/>
                </a:path>
              </a:pathLst>
            </a:custGeom>
            <a:solidFill>
              <a:schemeClr val="accent1"/>
            </a:solidFill>
            <a:ln w="1860" cap="flat">
              <a:noFill/>
              <a:prstDash val="solid"/>
              <a:miter/>
            </a:ln>
          </p:spPr>
          <p:txBody>
            <a:bodyPr rtlCol="0" anchor="ctr"/>
            <a:lstStyle/>
            <a:p>
              <a:endParaRPr lang="zh-CN" altLang="en-US"/>
            </a:p>
          </p:txBody>
        </p:sp>
        <p:sp>
          <p:nvSpPr>
            <p:cNvPr id="1130" name="任意多边形: 形状 1129">
              <a:extLst>
                <a:ext uri="{FF2B5EF4-FFF2-40B4-BE49-F238E27FC236}">
                  <a16:creationId xmlns:a16="http://schemas.microsoft.com/office/drawing/2014/main" id="{BE0BEA04-73A9-3531-73D9-E98AB2B42F9D}"/>
                </a:ext>
              </a:extLst>
            </p:cNvPr>
            <p:cNvSpPr/>
            <p:nvPr/>
          </p:nvSpPr>
          <p:spPr>
            <a:xfrm>
              <a:off x="3183384" y="5313980"/>
              <a:ext cx="1095375" cy="1183502"/>
            </a:xfrm>
            <a:custGeom>
              <a:avLst/>
              <a:gdLst>
                <a:gd name="connsiteX0" fmla="*/ 527050 w 1095375"/>
                <a:gd name="connsiteY0" fmla="*/ 4307 h 1183502"/>
                <a:gd name="connsiteX1" fmla="*/ 568325 w 1095375"/>
                <a:gd name="connsiteY1" fmla="*/ 4307 h 1183502"/>
                <a:gd name="connsiteX2" fmla="*/ 1064419 w 1095375"/>
                <a:gd name="connsiteY2" fmla="*/ 221319 h 1183502"/>
                <a:gd name="connsiteX3" fmla="*/ 1095375 w 1095375"/>
                <a:gd name="connsiteY3" fmla="*/ 268626 h 1183502"/>
                <a:gd name="connsiteX4" fmla="*/ 1095375 w 1095375"/>
                <a:gd name="connsiteY4" fmla="*/ 522785 h 1183502"/>
                <a:gd name="connsiteX5" fmla="*/ 1043781 w 1095375"/>
                <a:gd name="connsiteY5" fmla="*/ 574379 h 1183502"/>
                <a:gd name="connsiteX6" fmla="*/ 992188 w 1095375"/>
                <a:gd name="connsiteY6" fmla="*/ 522785 h 1183502"/>
                <a:gd name="connsiteX7" fmla="*/ 992188 w 1095375"/>
                <a:gd name="connsiteY7" fmla="*/ 302360 h 1183502"/>
                <a:gd name="connsiteX8" fmla="*/ 547688 w 1095375"/>
                <a:gd name="connsiteY8" fmla="*/ 107892 h 1183502"/>
                <a:gd name="connsiteX9" fmla="*/ 103188 w 1095375"/>
                <a:gd name="connsiteY9" fmla="*/ 302360 h 1183502"/>
                <a:gd name="connsiteX10" fmla="*/ 103188 w 1095375"/>
                <a:gd name="connsiteY10" fmla="*/ 1080235 h 1183502"/>
                <a:gd name="connsiteX11" fmla="*/ 317976 w 1095375"/>
                <a:gd name="connsiteY11" fmla="*/ 1080235 h 1183502"/>
                <a:gd name="connsiteX12" fmla="*/ 317976 w 1095375"/>
                <a:gd name="connsiteY12" fmla="*/ 579617 h 1183502"/>
                <a:gd name="connsiteX13" fmla="*/ 280591 w 1095375"/>
                <a:gd name="connsiteY13" fmla="*/ 579617 h 1183502"/>
                <a:gd name="connsiteX14" fmla="*/ 228997 w 1095375"/>
                <a:gd name="connsiteY14" fmla="*/ 528024 h 1183502"/>
                <a:gd name="connsiteX15" fmla="*/ 280591 w 1095375"/>
                <a:gd name="connsiteY15" fmla="*/ 476430 h 1183502"/>
                <a:gd name="connsiteX16" fmla="*/ 735409 w 1095375"/>
                <a:gd name="connsiteY16" fmla="*/ 476430 h 1183502"/>
                <a:gd name="connsiteX17" fmla="*/ 787003 w 1095375"/>
                <a:gd name="connsiteY17" fmla="*/ 528024 h 1183502"/>
                <a:gd name="connsiteX18" fmla="*/ 735409 w 1095375"/>
                <a:gd name="connsiteY18" fmla="*/ 579617 h 1183502"/>
                <a:gd name="connsiteX19" fmla="*/ 421164 w 1095375"/>
                <a:gd name="connsiteY19" fmla="*/ 579617 h 1183502"/>
                <a:gd name="connsiteX20" fmla="*/ 421164 w 1095375"/>
                <a:gd name="connsiteY20" fmla="*/ 1080315 h 1183502"/>
                <a:gd name="connsiteX21" fmla="*/ 470773 w 1095375"/>
                <a:gd name="connsiteY21" fmla="*/ 1080315 h 1183502"/>
                <a:gd name="connsiteX22" fmla="*/ 522367 w 1095375"/>
                <a:gd name="connsiteY22" fmla="*/ 1131909 h 1183502"/>
                <a:gd name="connsiteX23" fmla="*/ 470773 w 1095375"/>
                <a:gd name="connsiteY23" fmla="*/ 1183502 h 1183502"/>
                <a:gd name="connsiteX24" fmla="*/ 51594 w 1095375"/>
                <a:gd name="connsiteY24" fmla="*/ 1183502 h 1183502"/>
                <a:gd name="connsiteX25" fmla="*/ 0 w 1095375"/>
                <a:gd name="connsiteY25" fmla="*/ 1131909 h 1183502"/>
                <a:gd name="connsiteX26" fmla="*/ 0 w 1095375"/>
                <a:gd name="connsiteY26" fmla="*/ 268626 h 1183502"/>
                <a:gd name="connsiteX27" fmla="*/ 30956 w 1095375"/>
                <a:gd name="connsiteY27" fmla="*/ 221319 h 1183502"/>
                <a:gd name="connsiteX28" fmla="*/ 527050 w 1095375"/>
                <a:gd name="connsiteY28" fmla="*/ 4307 h 118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95375" h="1183502">
                  <a:moveTo>
                    <a:pt x="527050" y="4307"/>
                  </a:moveTo>
                  <a:cubicBezTo>
                    <a:pt x="540209" y="-1436"/>
                    <a:pt x="555166" y="-1436"/>
                    <a:pt x="568325" y="4307"/>
                  </a:cubicBezTo>
                  <a:lnTo>
                    <a:pt x="1064419" y="221319"/>
                  </a:lnTo>
                  <a:cubicBezTo>
                    <a:pt x="1083228" y="229528"/>
                    <a:pt x="1095383" y="248104"/>
                    <a:pt x="1095375" y="268626"/>
                  </a:cubicBezTo>
                  <a:lnTo>
                    <a:pt x="1095375" y="522785"/>
                  </a:lnTo>
                  <a:cubicBezTo>
                    <a:pt x="1095375" y="551279"/>
                    <a:pt x="1072276" y="574379"/>
                    <a:pt x="1043781" y="574379"/>
                  </a:cubicBezTo>
                  <a:cubicBezTo>
                    <a:pt x="1015287" y="574379"/>
                    <a:pt x="992188" y="551279"/>
                    <a:pt x="992188" y="522785"/>
                  </a:cubicBezTo>
                  <a:lnTo>
                    <a:pt x="992188" y="302360"/>
                  </a:lnTo>
                  <a:lnTo>
                    <a:pt x="547688" y="107892"/>
                  </a:lnTo>
                  <a:lnTo>
                    <a:pt x="103188" y="302360"/>
                  </a:lnTo>
                  <a:lnTo>
                    <a:pt x="103188" y="1080235"/>
                  </a:lnTo>
                  <a:lnTo>
                    <a:pt x="317976" y="1080235"/>
                  </a:lnTo>
                  <a:lnTo>
                    <a:pt x="317976" y="579617"/>
                  </a:lnTo>
                  <a:lnTo>
                    <a:pt x="280591" y="579617"/>
                  </a:lnTo>
                  <a:cubicBezTo>
                    <a:pt x="252096" y="579617"/>
                    <a:pt x="228997" y="556518"/>
                    <a:pt x="228997" y="528024"/>
                  </a:cubicBezTo>
                  <a:cubicBezTo>
                    <a:pt x="228997" y="499529"/>
                    <a:pt x="252096" y="476430"/>
                    <a:pt x="280591" y="476430"/>
                  </a:cubicBezTo>
                  <a:lnTo>
                    <a:pt x="735409" y="476430"/>
                  </a:lnTo>
                  <a:cubicBezTo>
                    <a:pt x="763904" y="476430"/>
                    <a:pt x="787003" y="499529"/>
                    <a:pt x="787003" y="528024"/>
                  </a:cubicBezTo>
                  <a:cubicBezTo>
                    <a:pt x="787003" y="556518"/>
                    <a:pt x="763904" y="579617"/>
                    <a:pt x="735409" y="579617"/>
                  </a:cubicBezTo>
                  <a:lnTo>
                    <a:pt x="421164" y="579617"/>
                  </a:lnTo>
                  <a:lnTo>
                    <a:pt x="421164" y="1080315"/>
                  </a:lnTo>
                  <a:lnTo>
                    <a:pt x="470773" y="1080315"/>
                  </a:lnTo>
                  <a:cubicBezTo>
                    <a:pt x="499268" y="1080315"/>
                    <a:pt x="522367" y="1103414"/>
                    <a:pt x="522367" y="1131909"/>
                  </a:cubicBezTo>
                  <a:cubicBezTo>
                    <a:pt x="522367" y="1160403"/>
                    <a:pt x="499268" y="1183502"/>
                    <a:pt x="470773" y="1183502"/>
                  </a:cubicBezTo>
                  <a:lnTo>
                    <a:pt x="51594" y="1183502"/>
                  </a:lnTo>
                  <a:cubicBezTo>
                    <a:pt x="23099" y="1183502"/>
                    <a:pt x="0" y="1160403"/>
                    <a:pt x="0" y="1131909"/>
                  </a:cubicBezTo>
                  <a:lnTo>
                    <a:pt x="0" y="268626"/>
                  </a:lnTo>
                  <a:cubicBezTo>
                    <a:pt x="-8" y="248104"/>
                    <a:pt x="12147" y="229528"/>
                    <a:pt x="30956" y="221319"/>
                  </a:cubicBezTo>
                  <a:lnTo>
                    <a:pt x="527050" y="4307"/>
                  </a:lnTo>
                  <a:close/>
                </a:path>
              </a:pathLst>
            </a:custGeom>
            <a:solidFill>
              <a:schemeClr val="accent1"/>
            </a:solidFill>
            <a:ln w="1860" cap="flat">
              <a:noFill/>
              <a:prstDash val="solid"/>
              <a:miter/>
            </a:ln>
          </p:spPr>
          <p:txBody>
            <a:bodyPr rtlCol="0" anchor="ctr"/>
            <a:lstStyle/>
            <a:p>
              <a:endParaRPr lang="zh-CN" altLang="en-US"/>
            </a:p>
          </p:txBody>
        </p:sp>
      </p:grpSp>
      <p:grpSp>
        <p:nvGrpSpPr>
          <p:cNvPr id="1138" name="组合 1137">
            <a:extLst>
              <a:ext uri="{FF2B5EF4-FFF2-40B4-BE49-F238E27FC236}">
                <a16:creationId xmlns:a16="http://schemas.microsoft.com/office/drawing/2014/main" id="{0663366F-A48B-462C-3AB8-E4ED37D96D17}"/>
              </a:ext>
            </a:extLst>
          </p:cNvPr>
          <p:cNvGrpSpPr/>
          <p:nvPr/>
        </p:nvGrpSpPr>
        <p:grpSpPr>
          <a:xfrm>
            <a:off x="4952676" y="5701990"/>
            <a:ext cx="178124" cy="205362"/>
            <a:chOff x="4953692" y="5648262"/>
            <a:chExt cx="147344" cy="169875"/>
          </a:xfrm>
          <a:solidFill>
            <a:schemeClr val="accent1"/>
          </a:solidFill>
        </p:grpSpPr>
        <p:sp>
          <p:nvSpPr>
            <p:cNvPr id="1135" name="任意多边形: 形状 1134">
              <a:extLst>
                <a:ext uri="{FF2B5EF4-FFF2-40B4-BE49-F238E27FC236}">
                  <a16:creationId xmlns:a16="http://schemas.microsoft.com/office/drawing/2014/main" id="{CC19CDF8-A847-B373-1716-C1FCF1498A76}"/>
                </a:ext>
              </a:extLst>
            </p:cNvPr>
            <p:cNvSpPr/>
            <p:nvPr/>
          </p:nvSpPr>
          <p:spPr>
            <a:xfrm>
              <a:off x="4982005" y="5687900"/>
              <a:ext cx="90600" cy="90600"/>
            </a:xfrm>
            <a:custGeom>
              <a:avLst/>
              <a:gdLst>
                <a:gd name="connsiteX0" fmla="*/ 5663 w 90600"/>
                <a:gd name="connsiteY0" fmla="*/ 11325 h 90600"/>
                <a:gd name="connsiteX1" fmla="*/ 0 w 90600"/>
                <a:gd name="connsiteY1" fmla="*/ 5663 h 90600"/>
                <a:gd name="connsiteX2" fmla="*/ 5663 w 90600"/>
                <a:gd name="connsiteY2" fmla="*/ 0 h 90600"/>
                <a:gd name="connsiteX3" fmla="*/ 84938 w 90600"/>
                <a:gd name="connsiteY3" fmla="*/ 0 h 90600"/>
                <a:gd name="connsiteX4" fmla="*/ 90600 w 90600"/>
                <a:gd name="connsiteY4" fmla="*/ 5663 h 90600"/>
                <a:gd name="connsiteX5" fmla="*/ 84938 w 90600"/>
                <a:gd name="connsiteY5" fmla="*/ 11325 h 90600"/>
                <a:gd name="connsiteX6" fmla="*/ 5663 w 90600"/>
                <a:gd name="connsiteY6" fmla="*/ 11325 h 90600"/>
                <a:gd name="connsiteX7" fmla="*/ 5663 w 90600"/>
                <a:gd name="connsiteY7" fmla="*/ 50963 h 90600"/>
                <a:gd name="connsiteX8" fmla="*/ 0 w 90600"/>
                <a:gd name="connsiteY8" fmla="*/ 45300 h 90600"/>
                <a:gd name="connsiteX9" fmla="*/ 5663 w 90600"/>
                <a:gd name="connsiteY9" fmla="*/ 39638 h 90600"/>
                <a:gd name="connsiteX10" fmla="*/ 84938 w 90600"/>
                <a:gd name="connsiteY10" fmla="*/ 39638 h 90600"/>
                <a:gd name="connsiteX11" fmla="*/ 90600 w 90600"/>
                <a:gd name="connsiteY11" fmla="*/ 45300 h 90600"/>
                <a:gd name="connsiteX12" fmla="*/ 84938 w 90600"/>
                <a:gd name="connsiteY12" fmla="*/ 50963 h 90600"/>
                <a:gd name="connsiteX13" fmla="*/ 5663 w 90600"/>
                <a:gd name="connsiteY13" fmla="*/ 50963 h 90600"/>
                <a:gd name="connsiteX14" fmla="*/ 5663 w 90600"/>
                <a:gd name="connsiteY14" fmla="*/ 90600 h 90600"/>
                <a:gd name="connsiteX15" fmla="*/ 0 w 90600"/>
                <a:gd name="connsiteY15" fmla="*/ 84938 h 90600"/>
                <a:gd name="connsiteX16" fmla="*/ 5663 w 90600"/>
                <a:gd name="connsiteY16" fmla="*/ 79275 h 90600"/>
                <a:gd name="connsiteX17" fmla="*/ 28313 w 90600"/>
                <a:gd name="connsiteY17" fmla="*/ 79275 h 90600"/>
                <a:gd name="connsiteX18" fmla="*/ 33975 w 90600"/>
                <a:gd name="connsiteY18" fmla="*/ 84938 h 90600"/>
                <a:gd name="connsiteX19" fmla="*/ 28313 w 90600"/>
                <a:gd name="connsiteY19" fmla="*/ 90600 h 90600"/>
                <a:gd name="connsiteX20" fmla="*/ 5663 w 90600"/>
                <a:gd name="connsiteY20" fmla="*/ 90600 h 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0600" h="90600">
                  <a:moveTo>
                    <a:pt x="5663" y="11325"/>
                  </a:moveTo>
                  <a:cubicBezTo>
                    <a:pt x="2535" y="11325"/>
                    <a:pt x="0" y="8790"/>
                    <a:pt x="0" y="5663"/>
                  </a:cubicBezTo>
                  <a:cubicBezTo>
                    <a:pt x="0" y="2535"/>
                    <a:pt x="2535" y="0"/>
                    <a:pt x="5663" y="0"/>
                  </a:cubicBezTo>
                  <a:lnTo>
                    <a:pt x="84938" y="0"/>
                  </a:lnTo>
                  <a:cubicBezTo>
                    <a:pt x="88065" y="0"/>
                    <a:pt x="90600" y="2535"/>
                    <a:pt x="90600" y="5663"/>
                  </a:cubicBezTo>
                  <a:cubicBezTo>
                    <a:pt x="90600" y="8790"/>
                    <a:pt x="88065" y="11325"/>
                    <a:pt x="84938" y="11325"/>
                  </a:cubicBezTo>
                  <a:lnTo>
                    <a:pt x="5663" y="11325"/>
                  </a:lnTo>
                  <a:close/>
                  <a:moveTo>
                    <a:pt x="5663" y="50963"/>
                  </a:moveTo>
                  <a:cubicBezTo>
                    <a:pt x="2535" y="50963"/>
                    <a:pt x="0" y="48427"/>
                    <a:pt x="0" y="45300"/>
                  </a:cubicBezTo>
                  <a:cubicBezTo>
                    <a:pt x="0" y="42173"/>
                    <a:pt x="2535" y="39638"/>
                    <a:pt x="5663" y="39638"/>
                  </a:cubicBezTo>
                  <a:lnTo>
                    <a:pt x="84938" y="39638"/>
                  </a:lnTo>
                  <a:cubicBezTo>
                    <a:pt x="88065" y="39638"/>
                    <a:pt x="90600" y="42173"/>
                    <a:pt x="90600" y="45300"/>
                  </a:cubicBezTo>
                  <a:cubicBezTo>
                    <a:pt x="90600" y="48427"/>
                    <a:pt x="88065" y="50963"/>
                    <a:pt x="84938" y="50963"/>
                  </a:cubicBezTo>
                  <a:lnTo>
                    <a:pt x="5663" y="50963"/>
                  </a:lnTo>
                  <a:close/>
                  <a:moveTo>
                    <a:pt x="5663" y="90600"/>
                  </a:moveTo>
                  <a:cubicBezTo>
                    <a:pt x="2535" y="90600"/>
                    <a:pt x="0" y="88065"/>
                    <a:pt x="0" y="84938"/>
                  </a:cubicBezTo>
                  <a:cubicBezTo>
                    <a:pt x="0" y="81810"/>
                    <a:pt x="2535" y="79275"/>
                    <a:pt x="5663" y="79275"/>
                  </a:cubicBezTo>
                  <a:lnTo>
                    <a:pt x="28313" y="79275"/>
                  </a:lnTo>
                  <a:cubicBezTo>
                    <a:pt x="31440" y="79275"/>
                    <a:pt x="33975" y="81810"/>
                    <a:pt x="33975" y="84938"/>
                  </a:cubicBezTo>
                  <a:cubicBezTo>
                    <a:pt x="33975" y="88065"/>
                    <a:pt x="31440" y="90600"/>
                    <a:pt x="28313" y="90600"/>
                  </a:cubicBezTo>
                  <a:lnTo>
                    <a:pt x="5663" y="90600"/>
                  </a:lnTo>
                  <a:close/>
                </a:path>
              </a:pathLst>
            </a:custGeom>
            <a:grpFill/>
            <a:ln w="0" cap="flat">
              <a:solidFill>
                <a:schemeClr val="accent1"/>
              </a:solidFill>
              <a:prstDash val="solid"/>
              <a:miter/>
            </a:ln>
          </p:spPr>
          <p:txBody>
            <a:bodyPr rtlCol="0" anchor="ctr"/>
            <a:lstStyle/>
            <a:p>
              <a:endParaRPr lang="zh-CN" altLang="en-US"/>
            </a:p>
          </p:txBody>
        </p:sp>
        <p:sp>
          <p:nvSpPr>
            <p:cNvPr id="1136" name="任意多边形: 形状 1135">
              <a:extLst>
                <a:ext uri="{FF2B5EF4-FFF2-40B4-BE49-F238E27FC236}">
                  <a16:creationId xmlns:a16="http://schemas.microsoft.com/office/drawing/2014/main" id="{F8D071B4-E745-3A4B-EAAB-292959B03E2C}"/>
                </a:ext>
              </a:extLst>
            </p:cNvPr>
            <p:cNvSpPr/>
            <p:nvPr/>
          </p:nvSpPr>
          <p:spPr>
            <a:xfrm>
              <a:off x="4953692" y="5648262"/>
              <a:ext cx="147225" cy="169875"/>
            </a:xfrm>
            <a:custGeom>
              <a:avLst/>
              <a:gdLst>
                <a:gd name="connsiteX0" fmla="*/ 125985 w 147225"/>
                <a:gd name="connsiteY0" fmla="*/ 136296 h 169875"/>
                <a:gd name="connsiteX1" fmla="*/ 133975 w 147225"/>
                <a:gd name="connsiteY1" fmla="*/ 136857 h 169875"/>
                <a:gd name="connsiteX2" fmla="*/ 133414 w 147225"/>
                <a:gd name="connsiteY2" fmla="*/ 144847 h 169875"/>
                <a:gd name="connsiteX3" fmla="*/ 106189 w 147225"/>
                <a:gd name="connsiteY3" fmla="*/ 168488 h 169875"/>
                <a:gd name="connsiteX4" fmla="*/ 102474 w 147225"/>
                <a:gd name="connsiteY4" fmla="*/ 169875 h 169875"/>
                <a:gd name="connsiteX5" fmla="*/ 17525 w 147225"/>
                <a:gd name="connsiteY5" fmla="*/ 169875 h 169875"/>
                <a:gd name="connsiteX6" fmla="*/ 0 w 147225"/>
                <a:gd name="connsiteY6" fmla="*/ 152015 h 169875"/>
                <a:gd name="connsiteX7" fmla="*/ 0 w 147225"/>
                <a:gd name="connsiteY7" fmla="*/ 17860 h 169875"/>
                <a:gd name="connsiteX8" fmla="*/ 17525 w 147225"/>
                <a:gd name="connsiteY8" fmla="*/ 0 h 169875"/>
                <a:gd name="connsiteX9" fmla="*/ 129700 w 147225"/>
                <a:gd name="connsiteY9" fmla="*/ 0 h 169875"/>
                <a:gd name="connsiteX10" fmla="*/ 147225 w 147225"/>
                <a:gd name="connsiteY10" fmla="*/ 17860 h 169875"/>
                <a:gd name="connsiteX11" fmla="*/ 147225 w 147225"/>
                <a:gd name="connsiteY11" fmla="*/ 117718 h 169875"/>
                <a:gd name="connsiteX12" fmla="*/ 141563 w 147225"/>
                <a:gd name="connsiteY12" fmla="*/ 123380 h 169875"/>
                <a:gd name="connsiteX13" fmla="*/ 135900 w 147225"/>
                <a:gd name="connsiteY13" fmla="*/ 117718 h 169875"/>
                <a:gd name="connsiteX14" fmla="*/ 135900 w 147225"/>
                <a:gd name="connsiteY14" fmla="*/ 17860 h 169875"/>
                <a:gd name="connsiteX15" fmla="*/ 129700 w 147225"/>
                <a:gd name="connsiteY15" fmla="*/ 11325 h 169875"/>
                <a:gd name="connsiteX16" fmla="*/ 17525 w 147225"/>
                <a:gd name="connsiteY16" fmla="*/ 11325 h 169875"/>
                <a:gd name="connsiteX17" fmla="*/ 11325 w 147225"/>
                <a:gd name="connsiteY17" fmla="*/ 17860 h 169875"/>
                <a:gd name="connsiteX18" fmla="*/ 11325 w 147225"/>
                <a:gd name="connsiteY18" fmla="*/ 152015 h 169875"/>
                <a:gd name="connsiteX19" fmla="*/ 17525 w 147225"/>
                <a:gd name="connsiteY19" fmla="*/ 158550 h 169875"/>
                <a:gd name="connsiteX20" fmla="*/ 100356 w 147225"/>
                <a:gd name="connsiteY20" fmla="*/ 158550 h 169875"/>
                <a:gd name="connsiteX21" fmla="*/ 125985 w 147225"/>
                <a:gd name="connsiteY21" fmla="*/ 136296 h 169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225" h="169875">
                  <a:moveTo>
                    <a:pt x="125985" y="136296"/>
                  </a:moveTo>
                  <a:cubicBezTo>
                    <a:pt x="128346" y="134245"/>
                    <a:pt x="131923" y="134496"/>
                    <a:pt x="133975" y="136857"/>
                  </a:cubicBezTo>
                  <a:cubicBezTo>
                    <a:pt x="136026" y="139218"/>
                    <a:pt x="135775" y="142795"/>
                    <a:pt x="133414" y="144847"/>
                  </a:cubicBezTo>
                  <a:lnTo>
                    <a:pt x="106189" y="168488"/>
                  </a:lnTo>
                  <a:cubicBezTo>
                    <a:pt x="105158" y="169383"/>
                    <a:pt x="103839" y="169875"/>
                    <a:pt x="102474" y="169875"/>
                  </a:cubicBezTo>
                  <a:lnTo>
                    <a:pt x="17525" y="169875"/>
                  </a:lnTo>
                  <a:cubicBezTo>
                    <a:pt x="7814" y="169875"/>
                    <a:pt x="0" y="161846"/>
                    <a:pt x="0" y="152015"/>
                  </a:cubicBezTo>
                  <a:lnTo>
                    <a:pt x="0" y="17860"/>
                  </a:lnTo>
                  <a:cubicBezTo>
                    <a:pt x="0" y="8029"/>
                    <a:pt x="7814" y="0"/>
                    <a:pt x="17525" y="0"/>
                  </a:cubicBezTo>
                  <a:lnTo>
                    <a:pt x="129700" y="0"/>
                  </a:lnTo>
                  <a:cubicBezTo>
                    <a:pt x="139411" y="0"/>
                    <a:pt x="147225" y="8029"/>
                    <a:pt x="147225" y="17860"/>
                  </a:cubicBezTo>
                  <a:lnTo>
                    <a:pt x="147225" y="117718"/>
                  </a:lnTo>
                  <a:cubicBezTo>
                    <a:pt x="147225" y="120845"/>
                    <a:pt x="144690" y="123380"/>
                    <a:pt x="141563" y="123380"/>
                  </a:cubicBezTo>
                  <a:cubicBezTo>
                    <a:pt x="138435" y="123380"/>
                    <a:pt x="135900" y="120845"/>
                    <a:pt x="135900" y="117718"/>
                  </a:cubicBezTo>
                  <a:lnTo>
                    <a:pt x="135900" y="17860"/>
                  </a:lnTo>
                  <a:cubicBezTo>
                    <a:pt x="135900" y="14213"/>
                    <a:pt x="133086" y="11325"/>
                    <a:pt x="129700" y="11325"/>
                  </a:cubicBezTo>
                  <a:lnTo>
                    <a:pt x="17525" y="11325"/>
                  </a:lnTo>
                  <a:cubicBezTo>
                    <a:pt x="14139" y="11325"/>
                    <a:pt x="11325" y="14213"/>
                    <a:pt x="11325" y="17860"/>
                  </a:cubicBezTo>
                  <a:lnTo>
                    <a:pt x="11325" y="152015"/>
                  </a:lnTo>
                  <a:cubicBezTo>
                    <a:pt x="11325" y="155662"/>
                    <a:pt x="14139" y="158550"/>
                    <a:pt x="17525" y="158550"/>
                  </a:cubicBezTo>
                  <a:lnTo>
                    <a:pt x="100356" y="158550"/>
                  </a:lnTo>
                  <a:lnTo>
                    <a:pt x="125985" y="136296"/>
                  </a:lnTo>
                  <a:close/>
                </a:path>
              </a:pathLst>
            </a:custGeom>
            <a:grpFill/>
            <a:ln w="0" cap="flat">
              <a:solidFill>
                <a:schemeClr val="accent1"/>
              </a:solidFill>
              <a:prstDash val="solid"/>
              <a:miter/>
            </a:ln>
          </p:spPr>
          <p:txBody>
            <a:bodyPr rtlCol="0" anchor="ctr"/>
            <a:lstStyle/>
            <a:p>
              <a:endParaRPr lang="zh-CN" altLang="en-US"/>
            </a:p>
          </p:txBody>
        </p:sp>
        <p:sp>
          <p:nvSpPr>
            <p:cNvPr id="1137" name="任意多边形: 形状 1136">
              <a:extLst>
                <a:ext uri="{FF2B5EF4-FFF2-40B4-BE49-F238E27FC236}">
                  <a16:creationId xmlns:a16="http://schemas.microsoft.com/office/drawing/2014/main" id="{B7DA9953-5E57-7753-04DD-4F3BBED0CF39}"/>
                </a:ext>
              </a:extLst>
            </p:cNvPr>
            <p:cNvSpPr/>
            <p:nvPr/>
          </p:nvSpPr>
          <p:spPr>
            <a:xfrm>
              <a:off x="5049955" y="5761512"/>
              <a:ext cx="51081" cy="56472"/>
            </a:xfrm>
            <a:custGeom>
              <a:avLst/>
              <a:gdLst>
                <a:gd name="connsiteX0" fmla="*/ 11325 w 51081"/>
                <a:gd name="connsiteY0" fmla="*/ 50810 h 56472"/>
                <a:gd name="connsiteX1" fmla="*/ 5663 w 51081"/>
                <a:gd name="connsiteY1" fmla="*/ 56472 h 56472"/>
                <a:gd name="connsiteX2" fmla="*/ 0 w 51081"/>
                <a:gd name="connsiteY2" fmla="*/ 50810 h 56472"/>
                <a:gd name="connsiteX3" fmla="*/ 0 w 51081"/>
                <a:gd name="connsiteY3" fmla="*/ 17854 h 56472"/>
                <a:gd name="connsiteX4" fmla="*/ 17525 w 51081"/>
                <a:gd name="connsiteY4" fmla="*/ 0 h 56472"/>
                <a:gd name="connsiteX5" fmla="*/ 45419 w 51081"/>
                <a:gd name="connsiteY5" fmla="*/ 0 h 56472"/>
                <a:gd name="connsiteX6" fmla="*/ 51081 w 51081"/>
                <a:gd name="connsiteY6" fmla="*/ 5663 h 56472"/>
                <a:gd name="connsiteX7" fmla="*/ 45419 w 51081"/>
                <a:gd name="connsiteY7" fmla="*/ 11325 h 56472"/>
                <a:gd name="connsiteX8" fmla="*/ 17525 w 51081"/>
                <a:gd name="connsiteY8" fmla="*/ 11325 h 56472"/>
                <a:gd name="connsiteX9" fmla="*/ 11325 w 51081"/>
                <a:gd name="connsiteY9" fmla="*/ 17860 h 56472"/>
                <a:gd name="connsiteX10" fmla="*/ 11325 w 51081"/>
                <a:gd name="connsiteY10" fmla="*/ 50815 h 56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081" h="56472">
                  <a:moveTo>
                    <a:pt x="11325" y="50810"/>
                  </a:moveTo>
                  <a:cubicBezTo>
                    <a:pt x="11325" y="53937"/>
                    <a:pt x="8790" y="56472"/>
                    <a:pt x="5663" y="56472"/>
                  </a:cubicBezTo>
                  <a:cubicBezTo>
                    <a:pt x="2535" y="56472"/>
                    <a:pt x="0" y="53937"/>
                    <a:pt x="0" y="50810"/>
                  </a:cubicBezTo>
                  <a:lnTo>
                    <a:pt x="0" y="17854"/>
                  </a:lnTo>
                  <a:cubicBezTo>
                    <a:pt x="0" y="8035"/>
                    <a:pt x="7814" y="0"/>
                    <a:pt x="17525" y="0"/>
                  </a:cubicBezTo>
                  <a:lnTo>
                    <a:pt x="45419" y="0"/>
                  </a:lnTo>
                  <a:cubicBezTo>
                    <a:pt x="48546" y="0"/>
                    <a:pt x="51081" y="2535"/>
                    <a:pt x="51081" y="5663"/>
                  </a:cubicBezTo>
                  <a:cubicBezTo>
                    <a:pt x="51081" y="8790"/>
                    <a:pt x="48546" y="11325"/>
                    <a:pt x="45419" y="11325"/>
                  </a:cubicBezTo>
                  <a:lnTo>
                    <a:pt x="17525" y="11325"/>
                  </a:lnTo>
                  <a:cubicBezTo>
                    <a:pt x="14139" y="11325"/>
                    <a:pt x="11325" y="14213"/>
                    <a:pt x="11325" y="17860"/>
                  </a:cubicBezTo>
                  <a:lnTo>
                    <a:pt x="11325" y="50815"/>
                  </a:lnTo>
                  <a:close/>
                </a:path>
              </a:pathLst>
            </a:custGeom>
            <a:grpFill/>
            <a:ln w="0" cap="flat">
              <a:solidFill>
                <a:schemeClr val="accent1"/>
              </a:solidFill>
              <a:prstDash val="solid"/>
              <a:miter/>
            </a:ln>
          </p:spPr>
          <p:txBody>
            <a:bodyPr rtlCol="0" anchor="ctr"/>
            <a:lstStyle/>
            <a:p>
              <a:endParaRPr lang="zh-CN" altLang="en-US"/>
            </a:p>
          </p:txBody>
        </p:sp>
      </p:grpSp>
      <p:grpSp>
        <p:nvGrpSpPr>
          <p:cNvPr id="1144" name="组合 1143">
            <a:extLst>
              <a:ext uri="{FF2B5EF4-FFF2-40B4-BE49-F238E27FC236}">
                <a16:creationId xmlns:a16="http://schemas.microsoft.com/office/drawing/2014/main" id="{59E0B5C4-5327-4B22-2F2A-0A388ED91F46}"/>
              </a:ext>
            </a:extLst>
          </p:cNvPr>
          <p:cNvGrpSpPr/>
          <p:nvPr/>
        </p:nvGrpSpPr>
        <p:grpSpPr>
          <a:xfrm>
            <a:off x="6001914" y="5850242"/>
            <a:ext cx="189844" cy="189844"/>
            <a:chOff x="4969807" y="5517033"/>
            <a:chExt cx="115112" cy="115112"/>
          </a:xfrm>
        </p:grpSpPr>
        <p:sp>
          <p:nvSpPr>
            <p:cNvPr id="1142" name="任意多边形: 形状 1141">
              <a:extLst>
                <a:ext uri="{FF2B5EF4-FFF2-40B4-BE49-F238E27FC236}">
                  <a16:creationId xmlns:a16="http://schemas.microsoft.com/office/drawing/2014/main" id="{8F64F3FF-3E32-DB2F-53F1-138CE383DE84}"/>
                </a:ext>
              </a:extLst>
            </p:cNvPr>
            <p:cNvSpPr/>
            <p:nvPr/>
          </p:nvSpPr>
          <p:spPr>
            <a:xfrm>
              <a:off x="4997146" y="5534300"/>
              <a:ext cx="60434" cy="65901"/>
            </a:xfrm>
            <a:custGeom>
              <a:avLst/>
              <a:gdLst>
                <a:gd name="connsiteX0" fmla="*/ 55398 w 60434"/>
                <a:gd name="connsiteY0" fmla="*/ 55830 h 65901"/>
                <a:gd name="connsiteX1" fmla="*/ 5036 w 60434"/>
                <a:gd name="connsiteY1" fmla="*/ 55830 h 65901"/>
                <a:gd name="connsiteX2" fmla="*/ 0 w 60434"/>
                <a:gd name="connsiteY2" fmla="*/ 60866 h 65901"/>
                <a:gd name="connsiteX3" fmla="*/ 5036 w 60434"/>
                <a:gd name="connsiteY3" fmla="*/ 65902 h 65901"/>
                <a:gd name="connsiteX4" fmla="*/ 55398 w 60434"/>
                <a:gd name="connsiteY4" fmla="*/ 65902 h 65901"/>
                <a:gd name="connsiteX5" fmla="*/ 60434 w 60434"/>
                <a:gd name="connsiteY5" fmla="*/ 60866 h 65901"/>
                <a:gd name="connsiteX6" fmla="*/ 55398 w 60434"/>
                <a:gd name="connsiteY6" fmla="*/ 55830 h 65901"/>
                <a:gd name="connsiteX7" fmla="*/ 44318 w 60434"/>
                <a:gd name="connsiteY7" fmla="*/ 24461 h 65901"/>
                <a:gd name="connsiteX8" fmla="*/ 48635 w 60434"/>
                <a:gd name="connsiteY8" fmla="*/ 20145 h 65901"/>
                <a:gd name="connsiteX9" fmla="*/ 48635 w 60434"/>
                <a:gd name="connsiteY9" fmla="*/ 4317 h 65901"/>
                <a:gd name="connsiteX10" fmla="*/ 44318 w 60434"/>
                <a:gd name="connsiteY10" fmla="*/ 0 h 65901"/>
                <a:gd name="connsiteX11" fmla="*/ 40002 w 60434"/>
                <a:gd name="connsiteY11" fmla="*/ 4317 h 65901"/>
                <a:gd name="connsiteX12" fmla="*/ 40002 w 60434"/>
                <a:gd name="connsiteY12" fmla="*/ 20145 h 65901"/>
                <a:gd name="connsiteX13" fmla="*/ 44318 w 60434"/>
                <a:gd name="connsiteY13" fmla="*/ 24461 h 65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434" h="65901">
                  <a:moveTo>
                    <a:pt x="55398" y="55830"/>
                  </a:moveTo>
                  <a:lnTo>
                    <a:pt x="5036" y="55830"/>
                  </a:lnTo>
                  <a:cubicBezTo>
                    <a:pt x="2259" y="55830"/>
                    <a:pt x="0" y="58089"/>
                    <a:pt x="0" y="60866"/>
                  </a:cubicBezTo>
                  <a:cubicBezTo>
                    <a:pt x="0" y="63643"/>
                    <a:pt x="2259" y="65902"/>
                    <a:pt x="5036" y="65902"/>
                  </a:cubicBezTo>
                  <a:lnTo>
                    <a:pt x="55398" y="65902"/>
                  </a:lnTo>
                  <a:cubicBezTo>
                    <a:pt x="58175" y="65902"/>
                    <a:pt x="60434" y="63643"/>
                    <a:pt x="60434" y="60866"/>
                  </a:cubicBezTo>
                  <a:cubicBezTo>
                    <a:pt x="60434" y="58089"/>
                    <a:pt x="58175" y="55830"/>
                    <a:pt x="55398" y="55830"/>
                  </a:cubicBezTo>
                  <a:close/>
                  <a:moveTo>
                    <a:pt x="44318" y="24461"/>
                  </a:moveTo>
                  <a:cubicBezTo>
                    <a:pt x="46707" y="24461"/>
                    <a:pt x="48635" y="22533"/>
                    <a:pt x="48635" y="20145"/>
                  </a:cubicBezTo>
                  <a:lnTo>
                    <a:pt x="48635" y="4317"/>
                  </a:lnTo>
                  <a:cubicBezTo>
                    <a:pt x="48635" y="1928"/>
                    <a:pt x="46707" y="0"/>
                    <a:pt x="44318" y="0"/>
                  </a:cubicBezTo>
                  <a:cubicBezTo>
                    <a:pt x="41930" y="0"/>
                    <a:pt x="40002" y="1928"/>
                    <a:pt x="40002" y="4317"/>
                  </a:cubicBezTo>
                  <a:lnTo>
                    <a:pt x="40002" y="20145"/>
                  </a:lnTo>
                  <a:cubicBezTo>
                    <a:pt x="40002" y="22533"/>
                    <a:pt x="41930" y="24461"/>
                    <a:pt x="44318" y="24461"/>
                  </a:cubicBezTo>
                  <a:close/>
                </a:path>
              </a:pathLst>
            </a:custGeom>
            <a:solidFill>
              <a:schemeClr val="accent1"/>
            </a:solidFill>
            <a:ln w="140" cap="flat">
              <a:noFill/>
              <a:prstDash val="solid"/>
              <a:miter/>
            </a:ln>
          </p:spPr>
          <p:txBody>
            <a:bodyPr rtlCol="0" anchor="ctr"/>
            <a:lstStyle/>
            <a:p>
              <a:endParaRPr lang="zh-CN" altLang="en-US"/>
            </a:p>
          </p:txBody>
        </p:sp>
        <p:sp>
          <p:nvSpPr>
            <p:cNvPr id="1143" name="任意多边形: 形状 1142">
              <a:extLst>
                <a:ext uri="{FF2B5EF4-FFF2-40B4-BE49-F238E27FC236}">
                  <a16:creationId xmlns:a16="http://schemas.microsoft.com/office/drawing/2014/main" id="{DDC4747E-028C-9F61-53B2-8FA69C1EFAFC}"/>
                </a:ext>
              </a:extLst>
            </p:cNvPr>
            <p:cNvSpPr/>
            <p:nvPr/>
          </p:nvSpPr>
          <p:spPr>
            <a:xfrm>
              <a:off x="4969807" y="5517033"/>
              <a:ext cx="115112" cy="115112"/>
            </a:xfrm>
            <a:custGeom>
              <a:avLst/>
              <a:gdLst>
                <a:gd name="connsiteX0" fmla="*/ 106479 w 115112"/>
                <a:gd name="connsiteY0" fmla="*/ 0 h 115112"/>
                <a:gd name="connsiteX1" fmla="*/ 8633 w 115112"/>
                <a:gd name="connsiteY1" fmla="*/ 0 h 115112"/>
                <a:gd name="connsiteX2" fmla="*/ 0 w 115112"/>
                <a:gd name="connsiteY2" fmla="*/ 8633 h 115112"/>
                <a:gd name="connsiteX3" fmla="*/ 0 w 115112"/>
                <a:gd name="connsiteY3" fmla="*/ 106479 h 115112"/>
                <a:gd name="connsiteX4" fmla="*/ 8633 w 115112"/>
                <a:gd name="connsiteY4" fmla="*/ 115113 h 115112"/>
                <a:gd name="connsiteX5" fmla="*/ 106479 w 115112"/>
                <a:gd name="connsiteY5" fmla="*/ 115113 h 115112"/>
                <a:gd name="connsiteX6" fmla="*/ 115113 w 115112"/>
                <a:gd name="connsiteY6" fmla="*/ 106479 h 115112"/>
                <a:gd name="connsiteX7" fmla="*/ 115113 w 115112"/>
                <a:gd name="connsiteY7" fmla="*/ 8633 h 115112"/>
                <a:gd name="connsiteX8" fmla="*/ 106479 w 115112"/>
                <a:gd name="connsiteY8" fmla="*/ 0 h 115112"/>
                <a:gd name="connsiteX9" fmla="*/ 31656 w 115112"/>
                <a:gd name="connsiteY9" fmla="*/ 10072 h 115112"/>
                <a:gd name="connsiteX10" fmla="*/ 83457 w 115112"/>
                <a:gd name="connsiteY10" fmla="*/ 10072 h 115112"/>
                <a:gd name="connsiteX11" fmla="*/ 83457 w 115112"/>
                <a:gd name="connsiteY11" fmla="*/ 46908 h 115112"/>
                <a:gd name="connsiteX12" fmla="*/ 81442 w 115112"/>
                <a:gd name="connsiteY12" fmla="*/ 48923 h 115112"/>
                <a:gd name="connsiteX13" fmla="*/ 33670 w 115112"/>
                <a:gd name="connsiteY13" fmla="*/ 48923 h 115112"/>
                <a:gd name="connsiteX14" fmla="*/ 31656 w 115112"/>
                <a:gd name="connsiteY14" fmla="*/ 46908 h 115112"/>
                <a:gd name="connsiteX15" fmla="*/ 31656 w 115112"/>
                <a:gd name="connsiteY15" fmla="*/ 10072 h 115112"/>
                <a:gd name="connsiteX16" fmla="*/ 105040 w 115112"/>
                <a:gd name="connsiteY16" fmla="*/ 100723 h 115112"/>
                <a:gd name="connsiteX17" fmla="*/ 100723 w 115112"/>
                <a:gd name="connsiteY17" fmla="*/ 105040 h 115112"/>
                <a:gd name="connsiteX18" fmla="*/ 14389 w 115112"/>
                <a:gd name="connsiteY18" fmla="*/ 105040 h 115112"/>
                <a:gd name="connsiteX19" fmla="*/ 10072 w 115112"/>
                <a:gd name="connsiteY19" fmla="*/ 100723 h 115112"/>
                <a:gd name="connsiteX20" fmla="*/ 10072 w 115112"/>
                <a:gd name="connsiteY20" fmla="*/ 14389 h 115112"/>
                <a:gd name="connsiteX21" fmla="*/ 14389 w 115112"/>
                <a:gd name="connsiteY21" fmla="*/ 10072 h 115112"/>
                <a:gd name="connsiteX22" fmla="*/ 21584 w 115112"/>
                <a:gd name="connsiteY22" fmla="*/ 10072 h 115112"/>
                <a:gd name="connsiteX23" fmla="*/ 21584 w 115112"/>
                <a:gd name="connsiteY23" fmla="*/ 53240 h 115112"/>
                <a:gd name="connsiteX24" fmla="*/ 25900 w 115112"/>
                <a:gd name="connsiteY24" fmla="*/ 57556 h 115112"/>
                <a:gd name="connsiteX25" fmla="*/ 89212 w 115112"/>
                <a:gd name="connsiteY25" fmla="*/ 57556 h 115112"/>
                <a:gd name="connsiteX26" fmla="*/ 93529 w 115112"/>
                <a:gd name="connsiteY26" fmla="*/ 53240 h 115112"/>
                <a:gd name="connsiteX27" fmla="*/ 93529 w 115112"/>
                <a:gd name="connsiteY27" fmla="*/ 10072 h 115112"/>
                <a:gd name="connsiteX28" fmla="*/ 100723 w 115112"/>
                <a:gd name="connsiteY28" fmla="*/ 10072 h 115112"/>
                <a:gd name="connsiteX29" fmla="*/ 105040 w 115112"/>
                <a:gd name="connsiteY29" fmla="*/ 14389 h 115112"/>
                <a:gd name="connsiteX30" fmla="*/ 105040 w 115112"/>
                <a:gd name="connsiteY30" fmla="*/ 100723 h 115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5112" h="115112">
                  <a:moveTo>
                    <a:pt x="106479" y="0"/>
                  </a:moveTo>
                  <a:lnTo>
                    <a:pt x="8633" y="0"/>
                  </a:lnTo>
                  <a:cubicBezTo>
                    <a:pt x="3871" y="0"/>
                    <a:pt x="0" y="3871"/>
                    <a:pt x="0" y="8633"/>
                  </a:cubicBezTo>
                  <a:lnTo>
                    <a:pt x="0" y="106479"/>
                  </a:lnTo>
                  <a:cubicBezTo>
                    <a:pt x="0" y="111242"/>
                    <a:pt x="3871" y="115113"/>
                    <a:pt x="8633" y="115113"/>
                  </a:cubicBezTo>
                  <a:lnTo>
                    <a:pt x="106479" y="115113"/>
                  </a:lnTo>
                  <a:cubicBezTo>
                    <a:pt x="111242" y="115113"/>
                    <a:pt x="115113" y="111242"/>
                    <a:pt x="115113" y="106479"/>
                  </a:cubicBezTo>
                  <a:lnTo>
                    <a:pt x="115113" y="8633"/>
                  </a:lnTo>
                  <a:cubicBezTo>
                    <a:pt x="115113" y="3871"/>
                    <a:pt x="111242" y="0"/>
                    <a:pt x="106479" y="0"/>
                  </a:cubicBezTo>
                  <a:close/>
                  <a:moveTo>
                    <a:pt x="31656" y="10072"/>
                  </a:moveTo>
                  <a:lnTo>
                    <a:pt x="83457" y="10072"/>
                  </a:lnTo>
                  <a:lnTo>
                    <a:pt x="83457" y="46908"/>
                  </a:lnTo>
                  <a:cubicBezTo>
                    <a:pt x="83457" y="48016"/>
                    <a:pt x="82550" y="48923"/>
                    <a:pt x="81442" y="48923"/>
                  </a:cubicBezTo>
                  <a:lnTo>
                    <a:pt x="33670" y="48923"/>
                  </a:lnTo>
                  <a:cubicBezTo>
                    <a:pt x="32562" y="48923"/>
                    <a:pt x="31656" y="48016"/>
                    <a:pt x="31656" y="46908"/>
                  </a:cubicBezTo>
                  <a:lnTo>
                    <a:pt x="31656" y="10072"/>
                  </a:lnTo>
                  <a:close/>
                  <a:moveTo>
                    <a:pt x="105040" y="100723"/>
                  </a:moveTo>
                  <a:cubicBezTo>
                    <a:pt x="105040" y="103112"/>
                    <a:pt x="103112" y="105040"/>
                    <a:pt x="100723" y="105040"/>
                  </a:cubicBezTo>
                  <a:lnTo>
                    <a:pt x="14389" y="105040"/>
                  </a:lnTo>
                  <a:cubicBezTo>
                    <a:pt x="12000" y="105040"/>
                    <a:pt x="10072" y="103112"/>
                    <a:pt x="10072" y="100723"/>
                  </a:cubicBezTo>
                  <a:lnTo>
                    <a:pt x="10072" y="14389"/>
                  </a:lnTo>
                  <a:cubicBezTo>
                    <a:pt x="10072" y="12000"/>
                    <a:pt x="12000" y="10072"/>
                    <a:pt x="14389" y="10072"/>
                  </a:cubicBezTo>
                  <a:lnTo>
                    <a:pt x="21584" y="10072"/>
                  </a:lnTo>
                  <a:lnTo>
                    <a:pt x="21584" y="53240"/>
                  </a:lnTo>
                  <a:cubicBezTo>
                    <a:pt x="21584" y="55628"/>
                    <a:pt x="23512" y="57556"/>
                    <a:pt x="25900" y="57556"/>
                  </a:cubicBezTo>
                  <a:lnTo>
                    <a:pt x="89212" y="57556"/>
                  </a:lnTo>
                  <a:cubicBezTo>
                    <a:pt x="91601" y="57556"/>
                    <a:pt x="93529" y="55628"/>
                    <a:pt x="93529" y="53240"/>
                  </a:cubicBezTo>
                  <a:lnTo>
                    <a:pt x="93529" y="10072"/>
                  </a:lnTo>
                  <a:lnTo>
                    <a:pt x="100723" y="10072"/>
                  </a:lnTo>
                  <a:cubicBezTo>
                    <a:pt x="103112" y="10072"/>
                    <a:pt x="105040" y="12000"/>
                    <a:pt x="105040" y="14389"/>
                  </a:cubicBezTo>
                  <a:lnTo>
                    <a:pt x="105040" y="100723"/>
                  </a:lnTo>
                  <a:close/>
                </a:path>
              </a:pathLst>
            </a:custGeom>
            <a:solidFill>
              <a:schemeClr val="accent1"/>
            </a:solidFill>
            <a:ln w="140" cap="flat">
              <a:noFill/>
              <a:prstDash val="solid"/>
              <a:miter/>
            </a:ln>
          </p:spPr>
          <p:txBody>
            <a:bodyPr rtlCol="0" anchor="ctr"/>
            <a:lstStyle/>
            <a:p>
              <a:endParaRPr lang="zh-CN" altLang="en-US"/>
            </a:p>
          </p:txBody>
        </p:sp>
      </p:grpSp>
      <p:sp>
        <p:nvSpPr>
          <p:cNvPr id="1147" name="图形 1145">
            <a:extLst>
              <a:ext uri="{FF2B5EF4-FFF2-40B4-BE49-F238E27FC236}">
                <a16:creationId xmlns:a16="http://schemas.microsoft.com/office/drawing/2014/main" id="{6DBF1A1B-43C7-E6AF-29BF-F19F1A2C2E50}"/>
              </a:ext>
            </a:extLst>
          </p:cNvPr>
          <p:cNvSpPr/>
          <p:nvPr/>
        </p:nvSpPr>
        <p:spPr>
          <a:xfrm>
            <a:off x="7049831" y="5699194"/>
            <a:ext cx="172655" cy="180262"/>
          </a:xfrm>
          <a:custGeom>
            <a:avLst/>
            <a:gdLst>
              <a:gd name="connsiteX0" fmla="*/ 90691 w 107216"/>
              <a:gd name="connsiteY0" fmla="*/ 78928 h 111940"/>
              <a:gd name="connsiteX1" fmla="*/ 76253 w 107216"/>
              <a:gd name="connsiteY1" fmla="*/ 87428 h 111940"/>
              <a:gd name="connsiteX2" fmla="*/ 32178 w 107216"/>
              <a:gd name="connsiteY2" fmla="*/ 63256 h 111940"/>
              <a:gd name="connsiteX3" fmla="*/ 33013 w 107216"/>
              <a:gd name="connsiteY3" fmla="*/ 58057 h 111940"/>
              <a:gd name="connsiteX4" fmla="*/ 32672 w 107216"/>
              <a:gd name="connsiteY4" fmla="*/ 54699 h 111940"/>
              <a:gd name="connsiteX5" fmla="*/ 79763 w 107216"/>
              <a:gd name="connsiteY5" fmla="*/ 28877 h 111940"/>
              <a:gd name="connsiteX6" fmla="*/ 90691 w 107216"/>
              <a:gd name="connsiteY6" fmla="*/ 33013 h 111940"/>
              <a:gd name="connsiteX7" fmla="*/ 107198 w 107216"/>
              <a:gd name="connsiteY7" fmla="*/ 16507 h 111940"/>
              <a:gd name="connsiteX8" fmla="*/ 90691 w 107216"/>
              <a:gd name="connsiteY8" fmla="*/ 0 h 111940"/>
              <a:gd name="connsiteX9" fmla="*/ 74185 w 107216"/>
              <a:gd name="connsiteY9" fmla="*/ 16507 h 111940"/>
              <a:gd name="connsiteX10" fmla="*/ 75095 w 107216"/>
              <a:gd name="connsiteY10" fmla="*/ 21914 h 111940"/>
              <a:gd name="connsiteX11" fmla="*/ 28934 w 107216"/>
              <a:gd name="connsiteY11" fmla="*/ 47205 h 111940"/>
              <a:gd name="connsiteX12" fmla="*/ 16507 w 107216"/>
              <a:gd name="connsiteY12" fmla="*/ 41551 h 111940"/>
              <a:gd name="connsiteX13" fmla="*/ 0 w 107216"/>
              <a:gd name="connsiteY13" fmla="*/ 58057 h 111940"/>
              <a:gd name="connsiteX14" fmla="*/ 16507 w 107216"/>
              <a:gd name="connsiteY14" fmla="*/ 74564 h 111940"/>
              <a:gd name="connsiteX15" fmla="*/ 27606 w 107216"/>
              <a:gd name="connsiteY15" fmla="*/ 70276 h 111940"/>
              <a:gd name="connsiteX16" fmla="*/ 74203 w 107216"/>
              <a:gd name="connsiteY16" fmla="*/ 95814 h 111940"/>
              <a:gd name="connsiteX17" fmla="*/ 90710 w 107216"/>
              <a:gd name="connsiteY17" fmla="*/ 111941 h 111940"/>
              <a:gd name="connsiteX18" fmla="*/ 107217 w 107216"/>
              <a:gd name="connsiteY18" fmla="*/ 95434 h 111940"/>
              <a:gd name="connsiteX19" fmla="*/ 90691 w 107216"/>
              <a:gd name="connsiteY19" fmla="*/ 78928 h 111940"/>
              <a:gd name="connsiteX20" fmla="*/ 90691 w 107216"/>
              <a:gd name="connsiteY20" fmla="*/ 8348 h 111940"/>
              <a:gd name="connsiteX21" fmla="*/ 98849 w 107216"/>
              <a:gd name="connsiteY21" fmla="*/ 16507 h 111940"/>
              <a:gd name="connsiteX22" fmla="*/ 90691 w 107216"/>
              <a:gd name="connsiteY22" fmla="*/ 24665 h 111940"/>
              <a:gd name="connsiteX23" fmla="*/ 82533 w 107216"/>
              <a:gd name="connsiteY23" fmla="*/ 16507 h 111940"/>
              <a:gd name="connsiteX24" fmla="*/ 90691 w 107216"/>
              <a:gd name="connsiteY24" fmla="*/ 8348 h 111940"/>
              <a:gd name="connsiteX25" fmla="*/ 16507 w 107216"/>
              <a:gd name="connsiteY25" fmla="*/ 66216 h 111940"/>
              <a:gd name="connsiteX26" fmla="*/ 8348 w 107216"/>
              <a:gd name="connsiteY26" fmla="*/ 58057 h 111940"/>
              <a:gd name="connsiteX27" fmla="*/ 16507 w 107216"/>
              <a:gd name="connsiteY27" fmla="*/ 49899 h 111940"/>
              <a:gd name="connsiteX28" fmla="*/ 24665 w 107216"/>
              <a:gd name="connsiteY28" fmla="*/ 58057 h 111940"/>
              <a:gd name="connsiteX29" fmla="*/ 16507 w 107216"/>
              <a:gd name="connsiteY29" fmla="*/ 66216 h 111940"/>
              <a:gd name="connsiteX30" fmla="*/ 90691 w 107216"/>
              <a:gd name="connsiteY30" fmla="*/ 103593 h 111940"/>
              <a:gd name="connsiteX31" fmla="*/ 82533 w 107216"/>
              <a:gd name="connsiteY31" fmla="*/ 95434 h 111940"/>
              <a:gd name="connsiteX32" fmla="*/ 90691 w 107216"/>
              <a:gd name="connsiteY32" fmla="*/ 87276 h 111940"/>
              <a:gd name="connsiteX33" fmla="*/ 98849 w 107216"/>
              <a:gd name="connsiteY33" fmla="*/ 95434 h 111940"/>
              <a:gd name="connsiteX34" fmla="*/ 90691 w 107216"/>
              <a:gd name="connsiteY34" fmla="*/ 103593 h 111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7216" h="111940">
                <a:moveTo>
                  <a:pt x="90691" y="78928"/>
                </a:moveTo>
                <a:cubicBezTo>
                  <a:pt x="84487" y="78928"/>
                  <a:pt x="79080" y="82362"/>
                  <a:pt x="76253" y="87428"/>
                </a:cubicBezTo>
                <a:lnTo>
                  <a:pt x="32178" y="63256"/>
                </a:lnTo>
                <a:cubicBezTo>
                  <a:pt x="32728" y="61624"/>
                  <a:pt x="33013" y="59879"/>
                  <a:pt x="33013" y="58057"/>
                </a:cubicBezTo>
                <a:cubicBezTo>
                  <a:pt x="33013" y="56900"/>
                  <a:pt x="32899" y="55781"/>
                  <a:pt x="32672" y="54699"/>
                </a:cubicBezTo>
                <a:lnTo>
                  <a:pt x="79763" y="28877"/>
                </a:lnTo>
                <a:cubicBezTo>
                  <a:pt x="82684" y="31457"/>
                  <a:pt x="86498" y="33013"/>
                  <a:pt x="90691" y="33013"/>
                </a:cubicBezTo>
                <a:cubicBezTo>
                  <a:pt x="99798" y="33013"/>
                  <a:pt x="107198" y="25614"/>
                  <a:pt x="107198" y="16507"/>
                </a:cubicBezTo>
                <a:cubicBezTo>
                  <a:pt x="107198" y="7399"/>
                  <a:pt x="99798" y="0"/>
                  <a:pt x="90691" y="0"/>
                </a:cubicBezTo>
                <a:cubicBezTo>
                  <a:pt x="81584" y="0"/>
                  <a:pt x="74185" y="7399"/>
                  <a:pt x="74185" y="16507"/>
                </a:cubicBezTo>
                <a:cubicBezTo>
                  <a:pt x="74185" y="18404"/>
                  <a:pt x="74507" y="20225"/>
                  <a:pt x="75095" y="21914"/>
                </a:cubicBezTo>
                <a:lnTo>
                  <a:pt x="28934" y="47205"/>
                </a:lnTo>
                <a:cubicBezTo>
                  <a:pt x="25898" y="43733"/>
                  <a:pt x="21458" y="41551"/>
                  <a:pt x="16507" y="41551"/>
                </a:cubicBezTo>
                <a:cubicBezTo>
                  <a:pt x="7399" y="41551"/>
                  <a:pt x="0" y="48950"/>
                  <a:pt x="0" y="58057"/>
                </a:cubicBezTo>
                <a:cubicBezTo>
                  <a:pt x="0" y="67164"/>
                  <a:pt x="7399" y="74564"/>
                  <a:pt x="16507" y="74564"/>
                </a:cubicBezTo>
                <a:cubicBezTo>
                  <a:pt x="20775" y="74564"/>
                  <a:pt x="24665" y="72932"/>
                  <a:pt x="27606" y="70276"/>
                </a:cubicBezTo>
                <a:lnTo>
                  <a:pt x="74203" y="95814"/>
                </a:lnTo>
                <a:cubicBezTo>
                  <a:pt x="74412" y="104750"/>
                  <a:pt x="81736" y="111941"/>
                  <a:pt x="90710" y="111941"/>
                </a:cubicBezTo>
                <a:cubicBezTo>
                  <a:pt x="99817" y="111941"/>
                  <a:pt x="107217" y="104541"/>
                  <a:pt x="107217" y="95434"/>
                </a:cubicBezTo>
                <a:cubicBezTo>
                  <a:pt x="107217" y="86327"/>
                  <a:pt x="99798" y="78928"/>
                  <a:pt x="90691" y="78928"/>
                </a:cubicBezTo>
                <a:close/>
                <a:moveTo>
                  <a:pt x="90691" y="8348"/>
                </a:moveTo>
                <a:cubicBezTo>
                  <a:pt x="95188" y="8348"/>
                  <a:pt x="98849" y="12010"/>
                  <a:pt x="98849" y="16507"/>
                </a:cubicBezTo>
                <a:cubicBezTo>
                  <a:pt x="98849" y="21003"/>
                  <a:pt x="95188" y="24665"/>
                  <a:pt x="90691" y="24665"/>
                </a:cubicBezTo>
                <a:cubicBezTo>
                  <a:pt x="86194" y="24665"/>
                  <a:pt x="82533" y="21003"/>
                  <a:pt x="82533" y="16507"/>
                </a:cubicBezTo>
                <a:cubicBezTo>
                  <a:pt x="82533" y="12010"/>
                  <a:pt x="86194" y="8348"/>
                  <a:pt x="90691" y="8348"/>
                </a:cubicBezTo>
                <a:close/>
                <a:moveTo>
                  <a:pt x="16507" y="66216"/>
                </a:moveTo>
                <a:cubicBezTo>
                  <a:pt x="12010" y="66216"/>
                  <a:pt x="8348" y="62554"/>
                  <a:pt x="8348" y="58057"/>
                </a:cubicBezTo>
                <a:cubicBezTo>
                  <a:pt x="8348" y="53561"/>
                  <a:pt x="12010" y="49899"/>
                  <a:pt x="16507" y="49899"/>
                </a:cubicBezTo>
                <a:cubicBezTo>
                  <a:pt x="21003" y="49899"/>
                  <a:pt x="24665" y="53561"/>
                  <a:pt x="24665" y="58057"/>
                </a:cubicBezTo>
                <a:cubicBezTo>
                  <a:pt x="24665" y="62554"/>
                  <a:pt x="21003" y="66216"/>
                  <a:pt x="16507" y="66216"/>
                </a:cubicBezTo>
                <a:close/>
                <a:moveTo>
                  <a:pt x="90691" y="103593"/>
                </a:moveTo>
                <a:cubicBezTo>
                  <a:pt x="86194" y="103593"/>
                  <a:pt x="82533" y="99931"/>
                  <a:pt x="82533" y="95434"/>
                </a:cubicBezTo>
                <a:cubicBezTo>
                  <a:pt x="82533" y="90938"/>
                  <a:pt x="86194" y="87276"/>
                  <a:pt x="90691" y="87276"/>
                </a:cubicBezTo>
                <a:cubicBezTo>
                  <a:pt x="95188" y="87276"/>
                  <a:pt x="98849" y="90938"/>
                  <a:pt x="98849" y="95434"/>
                </a:cubicBezTo>
                <a:cubicBezTo>
                  <a:pt x="98849" y="99931"/>
                  <a:pt x="95188" y="103593"/>
                  <a:pt x="90691" y="103593"/>
                </a:cubicBezTo>
                <a:close/>
              </a:path>
            </a:pathLst>
          </a:custGeom>
          <a:solidFill>
            <a:schemeClr val="accent1"/>
          </a:solidFill>
          <a:ln w="2540" cap="flat">
            <a:solidFill>
              <a:schemeClr val="accent1"/>
            </a:solidFill>
            <a:prstDash val="solid"/>
            <a:miter/>
          </a:ln>
        </p:spPr>
        <p:txBody>
          <a:bodyPr rtlCol="0" anchor="ctr"/>
          <a:lstStyle/>
          <a:p>
            <a:endParaRPr lang="zh-CN" altLang="en-US"/>
          </a:p>
        </p:txBody>
      </p:sp>
      <p:grpSp>
        <p:nvGrpSpPr>
          <p:cNvPr id="1155" name="组合 1154">
            <a:extLst>
              <a:ext uri="{FF2B5EF4-FFF2-40B4-BE49-F238E27FC236}">
                <a16:creationId xmlns:a16="http://schemas.microsoft.com/office/drawing/2014/main" id="{DC3FBD91-9B72-8AE6-4FC6-0F3F79870CDD}"/>
              </a:ext>
            </a:extLst>
          </p:cNvPr>
          <p:cNvGrpSpPr/>
          <p:nvPr/>
        </p:nvGrpSpPr>
        <p:grpSpPr>
          <a:xfrm>
            <a:off x="7852070" y="5339143"/>
            <a:ext cx="153275" cy="201472"/>
            <a:chOff x="7874167" y="5462440"/>
            <a:chExt cx="114754" cy="150838"/>
          </a:xfrm>
        </p:grpSpPr>
        <p:sp>
          <p:nvSpPr>
            <p:cNvPr id="1151" name="任意多边形: 形状 1150">
              <a:extLst>
                <a:ext uri="{FF2B5EF4-FFF2-40B4-BE49-F238E27FC236}">
                  <a16:creationId xmlns:a16="http://schemas.microsoft.com/office/drawing/2014/main" id="{A3D2B5B4-86DC-DBD0-2361-10CEBCF6854D}"/>
                </a:ext>
              </a:extLst>
            </p:cNvPr>
            <p:cNvSpPr/>
            <p:nvPr/>
          </p:nvSpPr>
          <p:spPr>
            <a:xfrm>
              <a:off x="7874167" y="5486181"/>
              <a:ext cx="114754" cy="127097"/>
            </a:xfrm>
            <a:custGeom>
              <a:avLst/>
              <a:gdLst>
                <a:gd name="connsiteX0" fmla="*/ 108365 w 114754"/>
                <a:gd name="connsiteY0" fmla="*/ 127097 h 127097"/>
                <a:gd name="connsiteX1" fmla="*/ 6390 w 114754"/>
                <a:gd name="connsiteY1" fmla="*/ 127097 h 127097"/>
                <a:gd name="connsiteX2" fmla="*/ 0 w 114754"/>
                <a:gd name="connsiteY2" fmla="*/ 121162 h 127097"/>
                <a:gd name="connsiteX3" fmla="*/ 0 w 114754"/>
                <a:gd name="connsiteY3" fmla="*/ 5935 h 127097"/>
                <a:gd name="connsiteX4" fmla="*/ 6390 w 114754"/>
                <a:gd name="connsiteY4" fmla="*/ 0 h 127097"/>
                <a:gd name="connsiteX5" fmla="*/ 108365 w 114754"/>
                <a:gd name="connsiteY5" fmla="*/ 0 h 127097"/>
                <a:gd name="connsiteX6" fmla="*/ 114755 w 114754"/>
                <a:gd name="connsiteY6" fmla="*/ 5935 h 127097"/>
                <a:gd name="connsiteX7" fmla="*/ 114755 w 114754"/>
                <a:gd name="connsiteY7" fmla="*/ 121162 h 127097"/>
                <a:gd name="connsiteX8" fmla="*/ 108365 w 114754"/>
                <a:gd name="connsiteY8" fmla="*/ 127097 h 127097"/>
                <a:gd name="connsiteX9" fmla="*/ 12797 w 114754"/>
                <a:gd name="connsiteY9" fmla="*/ 115227 h 127097"/>
                <a:gd name="connsiteX10" fmla="*/ 101974 w 114754"/>
                <a:gd name="connsiteY10" fmla="*/ 115227 h 127097"/>
                <a:gd name="connsiteX11" fmla="*/ 101974 w 114754"/>
                <a:gd name="connsiteY11" fmla="*/ 11870 h 127097"/>
                <a:gd name="connsiteX12" fmla="*/ 12797 w 114754"/>
                <a:gd name="connsiteY12" fmla="*/ 11870 h 127097"/>
                <a:gd name="connsiteX13" fmla="*/ 12797 w 114754"/>
                <a:gd name="connsiteY13" fmla="*/ 115227 h 12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754" h="127097">
                  <a:moveTo>
                    <a:pt x="108365" y="127097"/>
                  </a:moveTo>
                  <a:lnTo>
                    <a:pt x="6390" y="127097"/>
                  </a:lnTo>
                  <a:cubicBezTo>
                    <a:pt x="2866" y="127097"/>
                    <a:pt x="0" y="124433"/>
                    <a:pt x="0" y="121162"/>
                  </a:cubicBezTo>
                  <a:lnTo>
                    <a:pt x="0" y="5935"/>
                  </a:lnTo>
                  <a:cubicBezTo>
                    <a:pt x="0" y="2647"/>
                    <a:pt x="2866" y="0"/>
                    <a:pt x="6390" y="0"/>
                  </a:cubicBezTo>
                  <a:lnTo>
                    <a:pt x="108365" y="0"/>
                  </a:lnTo>
                  <a:cubicBezTo>
                    <a:pt x="111889" y="0"/>
                    <a:pt x="114755" y="2664"/>
                    <a:pt x="114755" y="5935"/>
                  </a:cubicBezTo>
                  <a:lnTo>
                    <a:pt x="114755" y="121162"/>
                  </a:lnTo>
                  <a:cubicBezTo>
                    <a:pt x="114755" y="124433"/>
                    <a:pt x="111889" y="127097"/>
                    <a:pt x="108365" y="127097"/>
                  </a:cubicBezTo>
                  <a:close/>
                  <a:moveTo>
                    <a:pt x="12797" y="115227"/>
                  </a:moveTo>
                  <a:lnTo>
                    <a:pt x="101974" y="115227"/>
                  </a:lnTo>
                  <a:lnTo>
                    <a:pt x="101974" y="11870"/>
                  </a:lnTo>
                  <a:lnTo>
                    <a:pt x="12797" y="11870"/>
                  </a:lnTo>
                  <a:lnTo>
                    <a:pt x="12797" y="115227"/>
                  </a:lnTo>
                  <a:close/>
                </a:path>
              </a:pathLst>
            </a:custGeom>
            <a:solidFill>
              <a:schemeClr val="accent1"/>
            </a:solidFill>
            <a:ln w="167" cap="flat">
              <a:noFill/>
              <a:prstDash val="solid"/>
              <a:miter/>
            </a:ln>
          </p:spPr>
          <p:txBody>
            <a:bodyPr rtlCol="0" anchor="ctr"/>
            <a:lstStyle/>
            <a:p>
              <a:endParaRPr lang="zh-CN" altLang="en-US"/>
            </a:p>
          </p:txBody>
        </p:sp>
        <p:sp>
          <p:nvSpPr>
            <p:cNvPr id="1152" name="任意多边形: 形状 1151">
              <a:extLst>
                <a:ext uri="{FF2B5EF4-FFF2-40B4-BE49-F238E27FC236}">
                  <a16:creationId xmlns:a16="http://schemas.microsoft.com/office/drawing/2014/main" id="{C7B126F7-4BBF-3AD8-7169-EE12E93813F4}"/>
                </a:ext>
              </a:extLst>
            </p:cNvPr>
            <p:cNvSpPr/>
            <p:nvPr/>
          </p:nvSpPr>
          <p:spPr>
            <a:xfrm>
              <a:off x="7910139" y="5528094"/>
              <a:ext cx="42809" cy="42794"/>
            </a:xfrm>
            <a:custGeom>
              <a:avLst/>
              <a:gdLst>
                <a:gd name="connsiteX0" fmla="*/ 5943 w 42809"/>
                <a:gd name="connsiteY0" fmla="*/ 42795 h 42794"/>
                <a:gd name="connsiteX1" fmla="*/ 1745 w 42809"/>
                <a:gd name="connsiteY1" fmla="*/ 41058 h 42794"/>
                <a:gd name="connsiteX2" fmla="*/ 1745 w 42809"/>
                <a:gd name="connsiteY2" fmla="*/ 32662 h 42794"/>
                <a:gd name="connsiteX3" fmla="*/ 32668 w 42809"/>
                <a:gd name="connsiteY3" fmla="*/ 1739 h 42794"/>
                <a:gd name="connsiteX4" fmla="*/ 41065 w 42809"/>
                <a:gd name="connsiteY4" fmla="*/ 1739 h 42794"/>
                <a:gd name="connsiteX5" fmla="*/ 41065 w 42809"/>
                <a:gd name="connsiteY5" fmla="*/ 10135 h 42794"/>
                <a:gd name="connsiteX6" fmla="*/ 10142 w 42809"/>
                <a:gd name="connsiteY6" fmla="*/ 41058 h 42794"/>
                <a:gd name="connsiteX7" fmla="*/ 5943 w 42809"/>
                <a:gd name="connsiteY7" fmla="*/ 42795 h 42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809" h="42794">
                  <a:moveTo>
                    <a:pt x="5943" y="42795"/>
                  </a:moveTo>
                  <a:cubicBezTo>
                    <a:pt x="4426" y="42795"/>
                    <a:pt x="2908" y="42222"/>
                    <a:pt x="1745" y="41058"/>
                  </a:cubicBezTo>
                  <a:cubicBezTo>
                    <a:pt x="-582" y="38731"/>
                    <a:pt x="-582" y="34971"/>
                    <a:pt x="1745" y="32662"/>
                  </a:cubicBezTo>
                  <a:lnTo>
                    <a:pt x="32668" y="1739"/>
                  </a:lnTo>
                  <a:cubicBezTo>
                    <a:pt x="34995" y="-588"/>
                    <a:pt x="38738" y="-571"/>
                    <a:pt x="41065" y="1739"/>
                  </a:cubicBezTo>
                  <a:cubicBezTo>
                    <a:pt x="43391" y="4066"/>
                    <a:pt x="43391" y="7826"/>
                    <a:pt x="41065" y="10135"/>
                  </a:cubicBezTo>
                  <a:lnTo>
                    <a:pt x="10142" y="41058"/>
                  </a:lnTo>
                  <a:cubicBezTo>
                    <a:pt x="8978" y="42222"/>
                    <a:pt x="7461" y="42795"/>
                    <a:pt x="5943" y="42795"/>
                  </a:cubicBezTo>
                  <a:close/>
                </a:path>
              </a:pathLst>
            </a:custGeom>
            <a:solidFill>
              <a:schemeClr val="accent1"/>
            </a:solidFill>
            <a:ln w="167" cap="flat">
              <a:noFill/>
              <a:prstDash val="solid"/>
              <a:miter/>
            </a:ln>
          </p:spPr>
          <p:txBody>
            <a:bodyPr rtlCol="0" anchor="ctr"/>
            <a:lstStyle/>
            <a:p>
              <a:endParaRPr lang="zh-CN" altLang="en-US"/>
            </a:p>
          </p:txBody>
        </p:sp>
        <p:sp>
          <p:nvSpPr>
            <p:cNvPr id="1153" name="任意多边形: 形状 1152">
              <a:extLst>
                <a:ext uri="{FF2B5EF4-FFF2-40B4-BE49-F238E27FC236}">
                  <a16:creationId xmlns:a16="http://schemas.microsoft.com/office/drawing/2014/main" id="{193E773B-20CB-744C-88B0-30917DC596CE}"/>
                </a:ext>
              </a:extLst>
            </p:cNvPr>
            <p:cNvSpPr/>
            <p:nvPr/>
          </p:nvSpPr>
          <p:spPr>
            <a:xfrm>
              <a:off x="7910139" y="5528101"/>
              <a:ext cx="42809" cy="42788"/>
            </a:xfrm>
            <a:custGeom>
              <a:avLst/>
              <a:gdLst>
                <a:gd name="connsiteX0" fmla="*/ 36866 w 42809"/>
                <a:gd name="connsiteY0" fmla="*/ 42789 h 42788"/>
                <a:gd name="connsiteX1" fmla="*/ 32668 w 42809"/>
                <a:gd name="connsiteY1" fmla="*/ 41052 h 42788"/>
                <a:gd name="connsiteX2" fmla="*/ 1745 w 42809"/>
                <a:gd name="connsiteY2" fmla="*/ 10129 h 42788"/>
                <a:gd name="connsiteX3" fmla="*/ 1745 w 42809"/>
                <a:gd name="connsiteY3" fmla="*/ 1732 h 42788"/>
                <a:gd name="connsiteX4" fmla="*/ 10142 w 42809"/>
                <a:gd name="connsiteY4" fmla="*/ 1732 h 42788"/>
                <a:gd name="connsiteX5" fmla="*/ 41065 w 42809"/>
                <a:gd name="connsiteY5" fmla="*/ 32655 h 42788"/>
                <a:gd name="connsiteX6" fmla="*/ 41065 w 42809"/>
                <a:gd name="connsiteY6" fmla="*/ 41052 h 42788"/>
                <a:gd name="connsiteX7" fmla="*/ 36866 w 42809"/>
                <a:gd name="connsiteY7" fmla="*/ 42789 h 42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809" h="42788">
                  <a:moveTo>
                    <a:pt x="36866" y="42789"/>
                  </a:moveTo>
                  <a:cubicBezTo>
                    <a:pt x="35349" y="42789"/>
                    <a:pt x="33831" y="42215"/>
                    <a:pt x="32668" y="41052"/>
                  </a:cubicBezTo>
                  <a:lnTo>
                    <a:pt x="1745" y="10129"/>
                  </a:lnTo>
                  <a:cubicBezTo>
                    <a:pt x="-582" y="7819"/>
                    <a:pt x="-582" y="4042"/>
                    <a:pt x="1745" y="1732"/>
                  </a:cubicBezTo>
                  <a:cubicBezTo>
                    <a:pt x="4072" y="-577"/>
                    <a:pt x="7815" y="-577"/>
                    <a:pt x="10142" y="1732"/>
                  </a:cubicBezTo>
                  <a:lnTo>
                    <a:pt x="41065" y="32655"/>
                  </a:lnTo>
                  <a:cubicBezTo>
                    <a:pt x="43391" y="34965"/>
                    <a:pt x="43391" y="38742"/>
                    <a:pt x="41065" y="41052"/>
                  </a:cubicBezTo>
                  <a:cubicBezTo>
                    <a:pt x="39901" y="42215"/>
                    <a:pt x="38384" y="42789"/>
                    <a:pt x="36866" y="42789"/>
                  </a:cubicBezTo>
                  <a:close/>
                </a:path>
              </a:pathLst>
            </a:custGeom>
            <a:solidFill>
              <a:schemeClr val="accent1"/>
            </a:solidFill>
            <a:ln w="167" cap="flat">
              <a:noFill/>
              <a:prstDash val="solid"/>
              <a:miter/>
            </a:ln>
          </p:spPr>
          <p:txBody>
            <a:bodyPr rtlCol="0" anchor="ctr"/>
            <a:lstStyle/>
            <a:p>
              <a:endParaRPr lang="zh-CN" altLang="en-US"/>
            </a:p>
          </p:txBody>
        </p:sp>
        <p:sp>
          <p:nvSpPr>
            <p:cNvPr id="1154" name="任意多边形: 形状 1153">
              <a:extLst>
                <a:ext uri="{FF2B5EF4-FFF2-40B4-BE49-F238E27FC236}">
                  <a16:creationId xmlns:a16="http://schemas.microsoft.com/office/drawing/2014/main" id="{5534D598-CEB2-873E-9BD2-1B27676133D1}"/>
                </a:ext>
              </a:extLst>
            </p:cNvPr>
            <p:cNvSpPr/>
            <p:nvPr/>
          </p:nvSpPr>
          <p:spPr>
            <a:xfrm>
              <a:off x="7914464" y="5462440"/>
              <a:ext cx="34160" cy="34143"/>
            </a:xfrm>
            <a:custGeom>
              <a:avLst/>
              <a:gdLst>
                <a:gd name="connsiteX0" fmla="*/ 17080 w 34160"/>
                <a:gd name="connsiteY0" fmla="*/ 34143 h 34143"/>
                <a:gd name="connsiteX1" fmla="*/ 0 w 34160"/>
                <a:gd name="connsiteY1" fmla="*/ 17063 h 34143"/>
                <a:gd name="connsiteX2" fmla="*/ 17080 w 34160"/>
                <a:gd name="connsiteY2" fmla="*/ 0 h 34143"/>
                <a:gd name="connsiteX3" fmla="*/ 34160 w 34160"/>
                <a:gd name="connsiteY3" fmla="*/ 17080 h 34143"/>
                <a:gd name="connsiteX4" fmla="*/ 17080 w 34160"/>
                <a:gd name="connsiteY4" fmla="*/ 34143 h 34143"/>
                <a:gd name="connsiteX5" fmla="*/ 17080 w 34160"/>
                <a:gd name="connsiteY5" fmla="*/ 11870 h 34143"/>
                <a:gd name="connsiteX6" fmla="*/ 11887 w 34160"/>
                <a:gd name="connsiteY6" fmla="*/ 17063 h 34143"/>
                <a:gd name="connsiteX7" fmla="*/ 17080 w 34160"/>
                <a:gd name="connsiteY7" fmla="*/ 22256 h 34143"/>
                <a:gd name="connsiteX8" fmla="*/ 22273 w 34160"/>
                <a:gd name="connsiteY8" fmla="*/ 17063 h 34143"/>
                <a:gd name="connsiteX9" fmla="*/ 17080 w 34160"/>
                <a:gd name="connsiteY9" fmla="*/ 11870 h 34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160" h="34143">
                  <a:moveTo>
                    <a:pt x="17080" y="34143"/>
                  </a:moveTo>
                  <a:cubicBezTo>
                    <a:pt x="7655" y="34143"/>
                    <a:pt x="0" y="26488"/>
                    <a:pt x="0" y="17063"/>
                  </a:cubicBezTo>
                  <a:cubicBezTo>
                    <a:pt x="0" y="7638"/>
                    <a:pt x="7655" y="0"/>
                    <a:pt x="17080" y="0"/>
                  </a:cubicBezTo>
                  <a:cubicBezTo>
                    <a:pt x="26505" y="0"/>
                    <a:pt x="34160" y="7655"/>
                    <a:pt x="34160" y="17080"/>
                  </a:cubicBezTo>
                  <a:cubicBezTo>
                    <a:pt x="34160" y="26505"/>
                    <a:pt x="26505" y="34143"/>
                    <a:pt x="17080" y="34143"/>
                  </a:cubicBezTo>
                  <a:close/>
                  <a:moveTo>
                    <a:pt x="17080" y="11870"/>
                  </a:moveTo>
                  <a:cubicBezTo>
                    <a:pt x="14214" y="11870"/>
                    <a:pt x="11887" y="14197"/>
                    <a:pt x="11887" y="17063"/>
                  </a:cubicBezTo>
                  <a:cubicBezTo>
                    <a:pt x="11887" y="19930"/>
                    <a:pt x="14214" y="22256"/>
                    <a:pt x="17080" y="22256"/>
                  </a:cubicBezTo>
                  <a:cubicBezTo>
                    <a:pt x="19946" y="22256"/>
                    <a:pt x="22273" y="19930"/>
                    <a:pt x="22273" y="17063"/>
                  </a:cubicBezTo>
                  <a:cubicBezTo>
                    <a:pt x="22273" y="14197"/>
                    <a:pt x="19946" y="11870"/>
                    <a:pt x="17080" y="11870"/>
                  </a:cubicBezTo>
                  <a:close/>
                </a:path>
              </a:pathLst>
            </a:custGeom>
            <a:solidFill>
              <a:schemeClr val="accent1"/>
            </a:solidFill>
            <a:ln w="167" cap="flat">
              <a:noFill/>
              <a:prstDash val="solid"/>
              <a:miter/>
            </a:ln>
          </p:spPr>
          <p:txBody>
            <a:bodyPr rtlCol="0" anchor="ctr"/>
            <a:lstStyle/>
            <a:p>
              <a:endParaRPr lang="zh-CN" altLang="en-US"/>
            </a:p>
          </p:txBody>
        </p:sp>
      </p:grpSp>
      <p:sp>
        <p:nvSpPr>
          <p:cNvPr id="1163" name="文本框 1162">
            <a:extLst>
              <a:ext uri="{FF2B5EF4-FFF2-40B4-BE49-F238E27FC236}">
                <a16:creationId xmlns:a16="http://schemas.microsoft.com/office/drawing/2014/main" id="{AAD65074-D991-8069-2F33-EE543CE374E1}"/>
              </a:ext>
            </a:extLst>
          </p:cNvPr>
          <p:cNvSpPr txBox="1"/>
          <p:nvPr/>
        </p:nvSpPr>
        <p:spPr>
          <a:xfrm>
            <a:off x="5467622" y="2539425"/>
            <a:ext cx="1256755" cy="236603"/>
          </a:xfrm>
          <a:prstGeom prst="rect">
            <a:avLst/>
          </a:prstGeom>
          <a:noFill/>
        </p:spPr>
        <p:txBody>
          <a:bodyPr wrap="none" lIns="0" tIns="0" rIns="0" bIns="0" rtlCol="0">
            <a:spAutoFit/>
          </a:bodyPr>
          <a:lstStyle/>
          <a:p>
            <a:pPr algn="ctr">
              <a:lnSpc>
                <a:spcPct val="120000"/>
              </a:lnSpc>
            </a:pPr>
            <a:r>
              <a:rPr lang="zh-CN" altLang="en-US" sz="1400" b="1" dirty="0">
                <a:solidFill>
                  <a:schemeClr val="accent1"/>
                </a:solidFill>
              </a:rPr>
              <a:t>数据全生命周期</a:t>
            </a:r>
          </a:p>
        </p:txBody>
      </p:sp>
      <p:sp>
        <p:nvSpPr>
          <p:cNvPr id="1165" name="文本框 1164">
            <a:extLst>
              <a:ext uri="{FF2B5EF4-FFF2-40B4-BE49-F238E27FC236}">
                <a16:creationId xmlns:a16="http://schemas.microsoft.com/office/drawing/2014/main" id="{8797E65B-2883-38ED-3869-061C83D8E9BF}"/>
              </a:ext>
            </a:extLst>
          </p:cNvPr>
          <p:cNvSpPr txBox="1"/>
          <p:nvPr/>
        </p:nvSpPr>
        <p:spPr>
          <a:xfrm>
            <a:off x="5736927" y="3333917"/>
            <a:ext cx="718145" cy="236603"/>
          </a:xfrm>
          <a:prstGeom prst="rect">
            <a:avLst/>
          </a:prstGeom>
          <a:noFill/>
        </p:spPr>
        <p:txBody>
          <a:bodyPr wrap="none" lIns="0" tIns="0" rIns="0" bIns="0" rtlCol="0">
            <a:spAutoFit/>
          </a:bodyPr>
          <a:lstStyle/>
          <a:p>
            <a:pPr algn="ctr">
              <a:lnSpc>
                <a:spcPct val="120000"/>
              </a:lnSpc>
            </a:pPr>
            <a:r>
              <a:rPr lang="zh-CN" altLang="en-US" sz="1400" b="1" dirty="0">
                <a:solidFill>
                  <a:schemeClr val="accent1"/>
                </a:solidFill>
              </a:rPr>
              <a:t>数字安全</a:t>
            </a:r>
          </a:p>
        </p:txBody>
      </p:sp>
      <p:sp>
        <p:nvSpPr>
          <p:cNvPr id="1045" name="文本框 1044">
            <a:extLst>
              <a:ext uri="{FF2B5EF4-FFF2-40B4-BE49-F238E27FC236}">
                <a16:creationId xmlns:a16="http://schemas.microsoft.com/office/drawing/2014/main" id="{DCED5107-D96C-998B-071B-0AAC3F3F494A}"/>
              </a:ext>
            </a:extLst>
          </p:cNvPr>
          <p:cNvSpPr txBox="1"/>
          <p:nvPr/>
        </p:nvSpPr>
        <p:spPr>
          <a:xfrm>
            <a:off x="7183872" y="4609148"/>
            <a:ext cx="743796" cy="196366"/>
          </a:xfrm>
          <a:prstGeom prst="roundRect">
            <a:avLst/>
          </a:prstGeom>
          <a:solidFill>
            <a:schemeClr val="tx1"/>
          </a:solidFill>
        </p:spPr>
        <p:txBody>
          <a:bodyPr wrap="square" lIns="0" tIns="0" rIns="0" bIns="0" rtlCol="0">
            <a:spAutoFit/>
          </a:bodyPr>
          <a:lstStyle/>
          <a:p>
            <a:pPr algn="ctr">
              <a:lnSpc>
                <a:spcPct val="120000"/>
              </a:lnSpc>
            </a:pPr>
            <a:r>
              <a:rPr lang="zh-CN" altLang="en-US" sz="1050" b="1" dirty="0">
                <a:solidFill>
                  <a:schemeClr val="accent1"/>
                </a:solidFill>
              </a:rPr>
              <a:t>数字产业化</a:t>
            </a:r>
          </a:p>
        </p:txBody>
      </p:sp>
      <p:sp>
        <p:nvSpPr>
          <p:cNvPr id="1043" name="文本框 1042">
            <a:extLst>
              <a:ext uri="{FF2B5EF4-FFF2-40B4-BE49-F238E27FC236}">
                <a16:creationId xmlns:a16="http://schemas.microsoft.com/office/drawing/2014/main" id="{2BF6A485-A2F5-8015-3DAB-F08B45081315}"/>
              </a:ext>
            </a:extLst>
          </p:cNvPr>
          <p:cNvSpPr txBox="1"/>
          <p:nvPr/>
        </p:nvSpPr>
        <p:spPr>
          <a:xfrm>
            <a:off x="4264086" y="4609148"/>
            <a:ext cx="743796" cy="196366"/>
          </a:xfrm>
          <a:prstGeom prst="roundRect">
            <a:avLst/>
          </a:prstGeom>
          <a:solidFill>
            <a:schemeClr val="tx1"/>
          </a:solidFill>
        </p:spPr>
        <p:txBody>
          <a:bodyPr wrap="square" lIns="0" tIns="0" rIns="0" bIns="0" rtlCol="0">
            <a:spAutoFit/>
          </a:bodyPr>
          <a:lstStyle/>
          <a:p>
            <a:pPr algn="ctr">
              <a:lnSpc>
                <a:spcPct val="120000"/>
              </a:lnSpc>
            </a:pPr>
            <a:r>
              <a:rPr lang="zh-CN" altLang="en-US" sz="1050" b="1" dirty="0">
                <a:solidFill>
                  <a:schemeClr val="accent1"/>
                </a:solidFill>
              </a:rPr>
              <a:t>政务数字化</a:t>
            </a:r>
          </a:p>
        </p:txBody>
      </p:sp>
      <p:sp>
        <p:nvSpPr>
          <p:cNvPr id="1044" name="文本框 1043">
            <a:extLst>
              <a:ext uri="{FF2B5EF4-FFF2-40B4-BE49-F238E27FC236}">
                <a16:creationId xmlns:a16="http://schemas.microsoft.com/office/drawing/2014/main" id="{84029877-6519-3737-AEF9-A31A3D45C3FC}"/>
              </a:ext>
            </a:extLst>
          </p:cNvPr>
          <p:cNvSpPr txBox="1"/>
          <p:nvPr/>
        </p:nvSpPr>
        <p:spPr>
          <a:xfrm>
            <a:off x="5724938" y="4708051"/>
            <a:ext cx="743796" cy="196366"/>
          </a:xfrm>
          <a:prstGeom prst="roundRect">
            <a:avLst/>
          </a:prstGeom>
          <a:solidFill>
            <a:schemeClr val="tx1"/>
          </a:solidFill>
        </p:spPr>
        <p:txBody>
          <a:bodyPr wrap="square" lIns="0" tIns="0" rIns="0" bIns="0" rtlCol="0">
            <a:spAutoFit/>
          </a:bodyPr>
          <a:lstStyle/>
          <a:p>
            <a:pPr algn="ctr">
              <a:lnSpc>
                <a:spcPct val="120000"/>
              </a:lnSpc>
            </a:pPr>
            <a:r>
              <a:rPr lang="zh-CN" altLang="en-US" sz="1050" b="1" dirty="0">
                <a:solidFill>
                  <a:schemeClr val="accent1"/>
                </a:solidFill>
              </a:rPr>
              <a:t>产业数字化</a:t>
            </a:r>
          </a:p>
        </p:txBody>
      </p:sp>
      <p:grpSp>
        <p:nvGrpSpPr>
          <p:cNvPr id="1186" name="组合 1185">
            <a:extLst>
              <a:ext uri="{FF2B5EF4-FFF2-40B4-BE49-F238E27FC236}">
                <a16:creationId xmlns:a16="http://schemas.microsoft.com/office/drawing/2014/main" id="{E27B1367-F101-35FB-585C-4C7C8BC24927}"/>
              </a:ext>
            </a:extLst>
          </p:cNvPr>
          <p:cNvGrpSpPr/>
          <p:nvPr/>
        </p:nvGrpSpPr>
        <p:grpSpPr>
          <a:xfrm>
            <a:off x="3468058" y="3959583"/>
            <a:ext cx="688399" cy="614994"/>
            <a:chOff x="3468058" y="4128724"/>
            <a:chExt cx="688399" cy="614994"/>
          </a:xfrm>
        </p:grpSpPr>
        <p:sp>
          <p:nvSpPr>
            <p:cNvPr id="1170" name="矩形 1169">
              <a:extLst>
                <a:ext uri="{FF2B5EF4-FFF2-40B4-BE49-F238E27FC236}">
                  <a16:creationId xmlns:a16="http://schemas.microsoft.com/office/drawing/2014/main" id="{BE705A94-7EF5-D4C5-1EE5-8BD279F65EA2}"/>
                </a:ext>
              </a:extLst>
            </p:cNvPr>
            <p:cNvSpPr/>
            <p:nvPr/>
          </p:nvSpPr>
          <p:spPr>
            <a:xfrm>
              <a:off x="3470447" y="4128724"/>
              <a:ext cx="686010" cy="241664"/>
            </a:xfrm>
            <a:prstGeom prst="rect">
              <a:avLst/>
            </a:prstGeom>
            <a:solidFill>
              <a:schemeClr val="accent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9" name="文本框 1058">
              <a:extLst>
                <a:ext uri="{FF2B5EF4-FFF2-40B4-BE49-F238E27FC236}">
                  <a16:creationId xmlns:a16="http://schemas.microsoft.com/office/drawing/2014/main" id="{67281780-FBAC-F808-0F8C-BEAE5EB414E5}"/>
                </a:ext>
              </a:extLst>
            </p:cNvPr>
            <p:cNvSpPr txBox="1"/>
            <p:nvPr/>
          </p:nvSpPr>
          <p:spPr>
            <a:xfrm>
              <a:off x="3544148" y="4160814"/>
              <a:ext cx="538609" cy="177484"/>
            </a:xfrm>
            <a:prstGeom prst="rect">
              <a:avLst/>
            </a:prstGeom>
            <a:noFill/>
          </p:spPr>
          <p:txBody>
            <a:bodyPr wrap="none" lIns="0" tIns="0" rIns="0" bIns="0" rtlCol="0">
              <a:spAutoFit/>
            </a:bodyPr>
            <a:lstStyle/>
            <a:p>
              <a:pPr algn="ctr">
                <a:lnSpc>
                  <a:spcPct val="120000"/>
                </a:lnSpc>
              </a:pPr>
              <a:r>
                <a:rPr lang="zh-CN" altLang="en-US" sz="1050" dirty="0">
                  <a:solidFill>
                    <a:schemeClr val="bg1"/>
                  </a:solidFill>
                </a:rPr>
                <a:t>等级保护</a:t>
              </a:r>
            </a:p>
          </p:txBody>
        </p:sp>
        <p:cxnSp>
          <p:nvCxnSpPr>
            <p:cNvPr id="1175" name="直接连接符 1174">
              <a:extLst>
                <a:ext uri="{FF2B5EF4-FFF2-40B4-BE49-F238E27FC236}">
                  <a16:creationId xmlns:a16="http://schemas.microsoft.com/office/drawing/2014/main" id="{B2BBA812-C401-E055-740E-F0F313BE3CB1}"/>
                </a:ext>
              </a:extLst>
            </p:cNvPr>
            <p:cNvCxnSpPr>
              <a:cxnSpLocks/>
            </p:cNvCxnSpPr>
            <p:nvPr/>
          </p:nvCxnSpPr>
          <p:spPr>
            <a:xfrm>
              <a:off x="3813452" y="4370388"/>
              <a:ext cx="0" cy="373330"/>
            </a:xfrm>
            <a:prstGeom prst="line">
              <a:avLst/>
            </a:prstGeom>
            <a:ln>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1185" name="组合 1184">
              <a:extLst>
                <a:ext uri="{FF2B5EF4-FFF2-40B4-BE49-F238E27FC236}">
                  <a16:creationId xmlns:a16="http://schemas.microsoft.com/office/drawing/2014/main" id="{03713C63-3134-AA22-0CBE-2686A6FD9204}"/>
                </a:ext>
              </a:extLst>
            </p:cNvPr>
            <p:cNvGrpSpPr/>
            <p:nvPr/>
          </p:nvGrpSpPr>
          <p:grpSpPr>
            <a:xfrm>
              <a:off x="3468058" y="4128933"/>
              <a:ext cx="688399" cy="241455"/>
              <a:chOff x="3468058" y="4128933"/>
              <a:chExt cx="688399" cy="241455"/>
            </a:xfrm>
          </p:grpSpPr>
          <p:grpSp>
            <p:nvGrpSpPr>
              <p:cNvPr id="1179" name="组合 1178">
                <a:extLst>
                  <a:ext uri="{FF2B5EF4-FFF2-40B4-BE49-F238E27FC236}">
                    <a16:creationId xmlns:a16="http://schemas.microsoft.com/office/drawing/2014/main" id="{79B05A1F-48FF-AC5B-0BFA-AE8F23E62D45}"/>
                  </a:ext>
                </a:extLst>
              </p:cNvPr>
              <p:cNvGrpSpPr/>
              <p:nvPr/>
            </p:nvGrpSpPr>
            <p:grpSpPr>
              <a:xfrm>
                <a:off x="3468058" y="4128933"/>
                <a:ext cx="60453" cy="241455"/>
                <a:chOff x="3468058" y="4128933"/>
                <a:chExt cx="60453" cy="241455"/>
              </a:xfrm>
            </p:grpSpPr>
            <p:sp>
              <p:nvSpPr>
                <p:cNvPr id="1180" name="矩形 1175">
                  <a:extLst>
                    <a:ext uri="{FF2B5EF4-FFF2-40B4-BE49-F238E27FC236}">
                      <a16:creationId xmlns:a16="http://schemas.microsoft.com/office/drawing/2014/main" id="{5DF3074E-12B6-832F-A6D6-8E544F8E467C}"/>
                    </a:ext>
                  </a:extLst>
                </p:cNvPr>
                <p:cNvSpPr/>
                <p:nvPr/>
              </p:nvSpPr>
              <p:spPr>
                <a:xfrm>
                  <a:off x="3468058" y="4128933"/>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1" name="矩形 1175">
                  <a:extLst>
                    <a:ext uri="{FF2B5EF4-FFF2-40B4-BE49-F238E27FC236}">
                      <a16:creationId xmlns:a16="http://schemas.microsoft.com/office/drawing/2014/main" id="{1C4A28CB-3FE3-3BD7-263F-51FCBE2DF77F}"/>
                    </a:ext>
                  </a:extLst>
                </p:cNvPr>
                <p:cNvSpPr/>
                <p:nvPr/>
              </p:nvSpPr>
              <p:spPr>
                <a:xfrm flipV="1">
                  <a:off x="3468058" y="4309935"/>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78" name="组合 1177">
                <a:extLst>
                  <a:ext uri="{FF2B5EF4-FFF2-40B4-BE49-F238E27FC236}">
                    <a16:creationId xmlns:a16="http://schemas.microsoft.com/office/drawing/2014/main" id="{64192C6C-86AA-1BF0-7B31-CF203687A3FA}"/>
                  </a:ext>
                </a:extLst>
              </p:cNvPr>
              <p:cNvGrpSpPr/>
              <p:nvPr/>
            </p:nvGrpSpPr>
            <p:grpSpPr>
              <a:xfrm>
                <a:off x="3468058" y="4128933"/>
                <a:ext cx="60453" cy="241455"/>
                <a:chOff x="3468058" y="4128933"/>
                <a:chExt cx="60453" cy="241455"/>
              </a:xfrm>
            </p:grpSpPr>
            <p:sp>
              <p:nvSpPr>
                <p:cNvPr id="1176" name="矩形 1175">
                  <a:extLst>
                    <a:ext uri="{FF2B5EF4-FFF2-40B4-BE49-F238E27FC236}">
                      <a16:creationId xmlns:a16="http://schemas.microsoft.com/office/drawing/2014/main" id="{63942E1A-C438-EE0E-F3A4-6A1E05A5D9EF}"/>
                    </a:ext>
                  </a:extLst>
                </p:cNvPr>
                <p:cNvSpPr/>
                <p:nvPr/>
              </p:nvSpPr>
              <p:spPr>
                <a:xfrm>
                  <a:off x="3468058" y="4128933"/>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7" name="矩形 1175">
                  <a:extLst>
                    <a:ext uri="{FF2B5EF4-FFF2-40B4-BE49-F238E27FC236}">
                      <a16:creationId xmlns:a16="http://schemas.microsoft.com/office/drawing/2014/main" id="{9D6C3543-0606-8F40-8D3A-E75B5E4CA411}"/>
                    </a:ext>
                  </a:extLst>
                </p:cNvPr>
                <p:cNvSpPr/>
                <p:nvPr/>
              </p:nvSpPr>
              <p:spPr>
                <a:xfrm flipV="1">
                  <a:off x="3468058" y="4309935"/>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82" name="组合 1181">
                <a:extLst>
                  <a:ext uri="{FF2B5EF4-FFF2-40B4-BE49-F238E27FC236}">
                    <a16:creationId xmlns:a16="http://schemas.microsoft.com/office/drawing/2014/main" id="{CD3F43D5-A18C-063F-F29E-B3E16F653FEB}"/>
                  </a:ext>
                </a:extLst>
              </p:cNvPr>
              <p:cNvGrpSpPr/>
              <p:nvPr/>
            </p:nvGrpSpPr>
            <p:grpSpPr>
              <a:xfrm flipH="1">
                <a:off x="4096004" y="4128933"/>
                <a:ext cx="60453" cy="241455"/>
                <a:chOff x="3468058" y="4128933"/>
                <a:chExt cx="60453" cy="241455"/>
              </a:xfrm>
            </p:grpSpPr>
            <p:sp>
              <p:nvSpPr>
                <p:cNvPr id="1183" name="矩形 1175">
                  <a:extLst>
                    <a:ext uri="{FF2B5EF4-FFF2-40B4-BE49-F238E27FC236}">
                      <a16:creationId xmlns:a16="http://schemas.microsoft.com/office/drawing/2014/main" id="{760CFFC3-5FEF-D76F-D085-E96360CAFEF9}"/>
                    </a:ext>
                  </a:extLst>
                </p:cNvPr>
                <p:cNvSpPr/>
                <p:nvPr/>
              </p:nvSpPr>
              <p:spPr>
                <a:xfrm>
                  <a:off x="3468058" y="4128933"/>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4" name="矩形 1175">
                  <a:extLst>
                    <a:ext uri="{FF2B5EF4-FFF2-40B4-BE49-F238E27FC236}">
                      <a16:creationId xmlns:a16="http://schemas.microsoft.com/office/drawing/2014/main" id="{66C9847D-7907-4330-07B5-D2B20568BEB5}"/>
                    </a:ext>
                  </a:extLst>
                </p:cNvPr>
                <p:cNvSpPr/>
                <p:nvPr/>
              </p:nvSpPr>
              <p:spPr>
                <a:xfrm flipV="1">
                  <a:off x="3468058" y="4309935"/>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1187" name="组合 1186">
            <a:extLst>
              <a:ext uri="{FF2B5EF4-FFF2-40B4-BE49-F238E27FC236}">
                <a16:creationId xmlns:a16="http://schemas.microsoft.com/office/drawing/2014/main" id="{B73EA83A-5818-AC4B-39FF-6608A20EB098}"/>
              </a:ext>
            </a:extLst>
          </p:cNvPr>
          <p:cNvGrpSpPr/>
          <p:nvPr/>
        </p:nvGrpSpPr>
        <p:grpSpPr>
          <a:xfrm>
            <a:off x="4887754" y="3637059"/>
            <a:ext cx="688399" cy="614994"/>
            <a:chOff x="3468058" y="4128724"/>
            <a:chExt cx="688399" cy="614994"/>
          </a:xfrm>
        </p:grpSpPr>
        <p:sp>
          <p:nvSpPr>
            <p:cNvPr id="1188" name="矩形 1187">
              <a:extLst>
                <a:ext uri="{FF2B5EF4-FFF2-40B4-BE49-F238E27FC236}">
                  <a16:creationId xmlns:a16="http://schemas.microsoft.com/office/drawing/2014/main" id="{0888E2CA-DB8F-D675-88FD-ACECD7B3D067}"/>
                </a:ext>
              </a:extLst>
            </p:cNvPr>
            <p:cNvSpPr/>
            <p:nvPr/>
          </p:nvSpPr>
          <p:spPr>
            <a:xfrm>
              <a:off x="3470447" y="4128724"/>
              <a:ext cx="686010" cy="241664"/>
            </a:xfrm>
            <a:prstGeom prst="rect">
              <a:avLst/>
            </a:prstGeom>
            <a:solidFill>
              <a:schemeClr val="accent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9" name="文本框 1188">
              <a:extLst>
                <a:ext uri="{FF2B5EF4-FFF2-40B4-BE49-F238E27FC236}">
                  <a16:creationId xmlns:a16="http://schemas.microsoft.com/office/drawing/2014/main" id="{DBA49BBE-4A49-DB1D-46D9-712334D74426}"/>
                </a:ext>
              </a:extLst>
            </p:cNvPr>
            <p:cNvSpPr txBox="1"/>
            <p:nvPr/>
          </p:nvSpPr>
          <p:spPr>
            <a:xfrm>
              <a:off x="3544148" y="4160814"/>
              <a:ext cx="538609" cy="177484"/>
            </a:xfrm>
            <a:prstGeom prst="rect">
              <a:avLst/>
            </a:prstGeom>
            <a:noFill/>
          </p:spPr>
          <p:txBody>
            <a:bodyPr wrap="none" lIns="0" tIns="0" rIns="0" bIns="0" rtlCol="0">
              <a:spAutoFit/>
            </a:bodyPr>
            <a:lstStyle/>
            <a:p>
              <a:pPr algn="ctr">
                <a:lnSpc>
                  <a:spcPct val="120000"/>
                </a:lnSpc>
              </a:pPr>
              <a:r>
                <a:rPr lang="zh-CN" altLang="en-US" sz="1050" dirty="0">
                  <a:solidFill>
                    <a:schemeClr val="bg1"/>
                  </a:solidFill>
                </a:rPr>
                <a:t>分级保护</a:t>
              </a:r>
            </a:p>
          </p:txBody>
        </p:sp>
        <p:cxnSp>
          <p:nvCxnSpPr>
            <p:cNvPr id="1190" name="直接连接符 1189">
              <a:extLst>
                <a:ext uri="{FF2B5EF4-FFF2-40B4-BE49-F238E27FC236}">
                  <a16:creationId xmlns:a16="http://schemas.microsoft.com/office/drawing/2014/main" id="{FA979A14-AB19-C6BA-BDB3-76A60709F24E}"/>
                </a:ext>
              </a:extLst>
            </p:cNvPr>
            <p:cNvCxnSpPr>
              <a:cxnSpLocks/>
            </p:cNvCxnSpPr>
            <p:nvPr/>
          </p:nvCxnSpPr>
          <p:spPr>
            <a:xfrm>
              <a:off x="3813452" y="4370388"/>
              <a:ext cx="0" cy="373330"/>
            </a:xfrm>
            <a:prstGeom prst="line">
              <a:avLst/>
            </a:prstGeom>
            <a:ln>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1191" name="组合 1190">
              <a:extLst>
                <a:ext uri="{FF2B5EF4-FFF2-40B4-BE49-F238E27FC236}">
                  <a16:creationId xmlns:a16="http://schemas.microsoft.com/office/drawing/2014/main" id="{98D83146-237D-E392-6D54-5FF02933793F}"/>
                </a:ext>
              </a:extLst>
            </p:cNvPr>
            <p:cNvGrpSpPr/>
            <p:nvPr/>
          </p:nvGrpSpPr>
          <p:grpSpPr>
            <a:xfrm>
              <a:off x="3468058" y="4128933"/>
              <a:ext cx="688399" cy="241455"/>
              <a:chOff x="3468058" y="4128933"/>
              <a:chExt cx="688399" cy="241455"/>
            </a:xfrm>
          </p:grpSpPr>
          <p:grpSp>
            <p:nvGrpSpPr>
              <p:cNvPr id="1192" name="组合 1191">
                <a:extLst>
                  <a:ext uri="{FF2B5EF4-FFF2-40B4-BE49-F238E27FC236}">
                    <a16:creationId xmlns:a16="http://schemas.microsoft.com/office/drawing/2014/main" id="{A609378C-F1C0-828C-7A5C-83A2C03AAFB0}"/>
                  </a:ext>
                </a:extLst>
              </p:cNvPr>
              <p:cNvGrpSpPr/>
              <p:nvPr/>
            </p:nvGrpSpPr>
            <p:grpSpPr>
              <a:xfrm>
                <a:off x="3468058" y="4128933"/>
                <a:ext cx="60453" cy="241455"/>
                <a:chOff x="3468058" y="4128933"/>
                <a:chExt cx="60453" cy="241455"/>
              </a:xfrm>
            </p:grpSpPr>
            <p:sp>
              <p:nvSpPr>
                <p:cNvPr id="1199" name="矩形 1175">
                  <a:extLst>
                    <a:ext uri="{FF2B5EF4-FFF2-40B4-BE49-F238E27FC236}">
                      <a16:creationId xmlns:a16="http://schemas.microsoft.com/office/drawing/2014/main" id="{89CF1883-35E6-FBFE-C631-2B120F031CA7}"/>
                    </a:ext>
                  </a:extLst>
                </p:cNvPr>
                <p:cNvSpPr/>
                <p:nvPr/>
              </p:nvSpPr>
              <p:spPr>
                <a:xfrm>
                  <a:off x="3468058" y="4128933"/>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0" name="矩形 1175">
                  <a:extLst>
                    <a:ext uri="{FF2B5EF4-FFF2-40B4-BE49-F238E27FC236}">
                      <a16:creationId xmlns:a16="http://schemas.microsoft.com/office/drawing/2014/main" id="{75E40A4F-1EDA-863A-85AC-0D9198F95FBB}"/>
                    </a:ext>
                  </a:extLst>
                </p:cNvPr>
                <p:cNvSpPr/>
                <p:nvPr/>
              </p:nvSpPr>
              <p:spPr>
                <a:xfrm flipV="1">
                  <a:off x="3468058" y="4309935"/>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93" name="组合 1192">
                <a:extLst>
                  <a:ext uri="{FF2B5EF4-FFF2-40B4-BE49-F238E27FC236}">
                    <a16:creationId xmlns:a16="http://schemas.microsoft.com/office/drawing/2014/main" id="{631470B5-3E3B-6F1C-2902-31FD9B45EB85}"/>
                  </a:ext>
                </a:extLst>
              </p:cNvPr>
              <p:cNvGrpSpPr/>
              <p:nvPr/>
            </p:nvGrpSpPr>
            <p:grpSpPr>
              <a:xfrm>
                <a:off x="3468058" y="4128933"/>
                <a:ext cx="60453" cy="241455"/>
                <a:chOff x="3468058" y="4128933"/>
                <a:chExt cx="60453" cy="241455"/>
              </a:xfrm>
            </p:grpSpPr>
            <p:sp>
              <p:nvSpPr>
                <p:cNvPr id="1197" name="矩形 1175">
                  <a:extLst>
                    <a:ext uri="{FF2B5EF4-FFF2-40B4-BE49-F238E27FC236}">
                      <a16:creationId xmlns:a16="http://schemas.microsoft.com/office/drawing/2014/main" id="{A31E78AF-4B6C-C044-F79C-5D09DEFCD59A}"/>
                    </a:ext>
                  </a:extLst>
                </p:cNvPr>
                <p:cNvSpPr/>
                <p:nvPr/>
              </p:nvSpPr>
              <p:spPr>
                <a:xfrm>
                  <a:off x="3468058" y="4128933"/>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8" name="矩形 1175">
                  <a:extLst>
                    <a:ext uri="{FF2B5EF4-FFF2-40B4-BE49-F238E27FC236}">
                      <a16:creationId xmlns:a16="http://schemas.microsoft.com/office/drawing/2014/main" id="{E929A484-69D4-E605-2240-D2558AFF2FB9}"/>
                    </a:ext>
                  </a:extLst>
                </p:cNvPr>
                <p:cNvSpPr/>
                <p:nvPr/>
              </p:nvSpPr>
              <p:spPr>
                <a:xfrm flipV="1">
                  <a:off x="3468058" y="4309935"/>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94" name="组合 1193">
                <a:extLst>
                  <a:ext uri="{FF2B5EF4-FFF2-40B4-BE49-F238E27FC236}">
                    <a16:creationId xmlns:a16="http://schemas.microsoft.com/office/drawing/2014/main" id="{337FCE9C-C5B2-5A49-CA31-98696B7158B8}"/>
                  </a:ext>
                </a:extLst>
              </p:cNvPr>
              <p:cNvGrpSpPr/>
              <p:nvPr/>
            </p:nvGrpSpPr>
            <p:grpSpPr>
              <a:xfrm flipH="1">
                <a:off x="4096004" y="4128933"/>
                <a:ext cx="60453" cy="241455"/>
                <a:chOff x="3468058" y="4128933"/>
                <a:chExt cx="60453" cy="241455"/>
              </a:xfrm>
            </p:grpSpPr>
            <p:sp>
              <p:nvSpPr>
                <p:cNvPr id="1195" name="矩形 1175">
                  <a:extLst>
                    <a:ext uri="{FF2B5EF4-FFF2-40B4-BE49-F238E27FC236}">
                      <a16:creationId xmlns:a16="http://schemas.microsoft.com/office/drawing/2014/main" id="{3238862C-195A-86FA-CB88-462D9D30C685}"/>
                    </a:ext>
                  </a:extLst>
                </p:cNvPr>
                <p:cNvSpPr/>
                <p:nvPr/>
              </p:nvSpPr>
              <p:spPr>
                <a:xfrm>
                  <a:off x="3468058" y="4128933"/>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6" name="矩形 1175">
                  <a:extLst>
                    <a:ext uri="{FF2B5EF4-FFF2-40B4-BE49-F238E27FC236}">
                      <a16:creationId xmlns:a16="http://schemas.microsoft.com/office/drawing/2014/main" id="{2D730757-C114-2913-F260-3E4373818092}"/>
                    </a:ext>
                  </a:extLst>
                </p:cNvPr>
                <p:cNvSpPr/>
                <p:nvPr/>
              </p:nvSpPr>
              <p:spPr>
                <a:xfrm flipV="1">
                  <a:off x="3468058" y="4309935"/>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1201" name="组合 1200">
            <a:extLst>
              <a:ext uri="{FF2B5EF4-FFF2-40B4-BE49-F238E27FC236}">
                <a16:creationId xmlns:a16="http://schemas.microsoft.com/office/drawing/2014/main" id="{0E7FE5D7-E401-76AA-44C0-9ECD1A786323}"/>
              </a:ext>
            </a:extLst>
          </p:cNvPr>
          <p:cNvGrpSpPr/>
          <p:nvPr/>
        </p:nvGrpSpPr>
        <p:grpSpPr>
          <a:xfrm>
            <a:off x="6414997" y="3637059"/>
            <a:ext cx="688399" cy="614994"/>
            <a:chOff x="3468058" y="4128724"/>
            <a:chExt cx="688399" cy="614994"/>
          </a:xfrm>
        </p:grpSpPr>
        <p:sp>
          <p:nvSpPr>
            <p:cNvPr id="1202" name="矩形 1201">
              <a:extLst>
                <a:ext uri="{FF2B5EF4-FFF2-40B4-BE49-F238E27FC236}">
                  <a16:creationId xmlns:a16="http://schemas.microsoft.com/office/drawing/2014/main" id="{27E296D9-D6BE-CDC8-40F4-BB700677E109}"/>
                </a:ext>
              </a:extLst>
            </p:cNvPr>
            <p:cNvSpPr/>
            <p:nvPr/>
          </p:nvSpPr>
          <p:spPr>
            <a:xfrm>
              <a:off x="3470447" y="4128724"/>
              <a:ext cx="686010" cy="241664"/>
            </a:xfrm>
            <a:prstGeom prst="rect">
              <a:avLst/>
            </a:prstGeom>
            <a:solidFill>
              <a:schemeClr val="accent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3" name="文本框 1202">
              <a:extLst>
                <a:ext uri="{FF2B5EF4-FFF2-40B4-BE49-F238E27FC236}">
                  <a16:creationId xmlns:a16="http://schemas.microsoft.com/office/drawing/2014/main" id="{360A8661-0B3C-C010-D157-7F9AB01F1358}"/>
                </a:ext>
              </a:extLst>
            </p:cNvPr>
            <p:cNvSpPr txBox="1"/>
            <p:nvPr/>
          </p:nvSpPr>
          <p:spPr>
            <a:xfrm>
              <a:off x="3544148" y="4160814"/>
              <a:ext cx="538609" cy="177484"/>
            </a:xfrm>
            <a:prstGeom prst="rect">
              <a:avLst/>
            </a:prstGeom>
            <a:noFill/>
          </p:spPr>
          <p:txBody>
            <a:bodyPr wrap="none" lIns="0" tIns="0" rIns="0" bIns="0" rtlCol="0">
              <a:spAutoFit/>
            </a:bodyPr>
            <a:lstStyle/>
            <a:p>
              <a:pPr algn="ctr">
                <a:lnSpc>
                  <a:spcPct val="120000"/>
                </a:lnSpc>
              </a:pPr>
              <a:r>
                <a:rPr lang="zh-CN" altLang="en-US" sz="1050" dirty="0">
                  <a:solidFill>
                    <a:schemeClr val="bg1"/>
                  </a:solidFill>
                </a:rPr>
                <a:t>数据保护</a:t>
              </a:r>
            </a:p>
          </p:txBody>
        </p:sp>
        <p:cxnSp>
          <p:nvCxnSpPr>
            <p:cNvPr id="1204" name="直接连接符 1203">
              <a:extLst>
                <a:ext uri="{FF2B5EF4-FFF2-40B4-BE49-F238E27FC236}">
                  <a16:creationId xmlns:a16="http://schemas.microsoft.com/office/drawing/2014/main" id="{39E5B84D-85E5-3619-0AF4-F49CB095CDDB}"/>
                </a:ext>
              </a:extLst>
            </p:cNvPr>
            <p:cNvCxnSpPr>
              <a:cxnSpLocks/>
            </p:cNvCxnSpPr>
            <p:nvPr/>
          </p:nvCxnSpPr>
          <p:spPr>
            <a:xfrm>
              <a:off x="3813452" y="4370388"/>
              <a:ext cx="0" cy="373330"/>
            </a:xfrm>
            <a:prstGeom prst="line">
              <a:avLst/>
            </a:prstGeom>
            <a:ln>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1205" name="组合 1204">
              <a:extLst>
                <a:ext uri="{FF2B5EF4-FFF2-40B4-BE49-F238E27FC236}">
                  <a16:creationId xmlns:a16="http://schemas.microsoft.com/office/drawing/2014/main" id="{C621B91F-3DA2-1F7A-0194-08F89C3D5013}"/>
                </a:ext>
              </a:extLst>
            </p:cNvPr>
            <p:cNvGrpSpPr/>
            <p:nvPr/>
          </p:nvGrpSpPr>
          <p:grpSpPr>
            <a:xfrm>
              <a:off x="3468058" y="4128933"/>
              <a:ext cx="688399" cy="241455"/>
              <a:chOff x="3468058" y="4128933"/>
              <a:chExt cx="688399" cy="241455"/>
            </a:xfrm>
          </p:grpSpPr>
          <p:grpSp>
            <p:nvGrpSpPr>
              <p:cNvPr id="1206" name="组合 1205">
                <a:extLst>
                  <a:ext uri="{FF2B5EF4-FFF2-40B4-BE49-F238E27FC236}">
                    <a16:creationId xmlns:a16="http://schemas.microsoft.com/office/drawing/2014/main" id="{936D4236-C513-6003-B8F2-8B492E963CD4}"/>
                  </a:ext>
                </a:extLst>
              </p:cNvPr>
              <p:cNvGrpSpPr/>
              <p:nvPr/>
            </p:nvGrpSpPr>
            <p:grpSpPr>
              <a:xfrm>
                <a:off x="3468058" y="4128933"/>
                <a:ext cx="60453" cy="241455"/>
                <a:chOff x="3468058" y="4128933"/>
                <a:chExt cx="60453" cy="241455"/>
              </a:xfrm>
            </p:grpSpPr>
            <p:sp>
              <p:nvSpPr>
                <p:cNvPr id="1213" name="矩形 1175">
                  <a:extLst>
                    <a:ext uri="{FF2B5EF4-FFF2-40B4-BE49-F238E27FC236}">
                      <a16:creationId xmlns:a16="http://schemas.microsoft.com/office/drawing/2014/main" id="{43D7E0AD-FEAE-0972-9B49-07E20AD9711A}"/>
                    </a:ext>
                  </a:extLst>
                </p:cNvPr>
                <p:cNvSpPr/>
                <p:nvPr/>
              </p:nvSpPr>
              <p:spPr>
                <a:xfrm>
                  <a:off x="3468058" y="4128933"/>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4" name="矩形 1175">
                  <a:extLst>
                    <a:ext uri="{FF2B5EF4-FFF2-40B4-BE49-F238E27FC236}">
                      <a16:creationId xmlns:a16="http://schemas.microsoft.com/office/drawing/2014/main" id="{49DF3FA9-3666-872E-D2A8-F098FA8BCFBD}"/>
                    </a:ext>
                  </a:extLst>
                </p:cNvPr>
                <p:cNvSpPr/>
                <p:nvPr/>
              </p:nvSpPr>
              <p:spPr>
                <a:xfrm flipV="1">
                  <a:off x="3468058" y="4309935"/>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07" name="组合 1206">
                <a:extLst>
                  <a:ext uri="{FF2B5EF4-FFF2-40B4-BE49-F238E27FC236}">
                    <a16:creationId xmlns:a16="http://schemas.microsoft.com/office/drawing/2014/main" id="{438F5295-7D31-4139-654E-D696A9D2F1B0}"/>
                  </a:ext>
                </a:extLst>
              </p:cNvPr>
              <p:cNvGrpSpPr/>
              <p:nvPr/>
            </p:nvGrpSpPr>
            <p:grpSpPr>
              <a:xfrm>
                <a:off x="3468058" y="4128933"/>
                <a:ext cx="60453" cy="241455"/>
                <a:chOff x="3468058" y="4128933"/>
                <a:chExt cx="60453" cy="241455"/>
              </a:xfrm>
            </p:grpSpPr>
            <p:sp>
              <p:nvSpPr>
                <p:cNvPr id="1211" name="矩形 1175">
                  <a:extLst>
                    <a:ext uri="{FF2B5EF4-FFF2-40B4-BE49-F238E27FC236}">
                      <a16:creationId xmlns:a16="http://schemas.microsoft.com/office/drawing/2014/main" id="{BB106343-D45B-ACE6-53B3-5FBB5B5076C3}"/>
                    </a:ext>
                  </a:extLst>
                </p:cNvPr>
                <p:cNvSpPr/>
                <p:nvPr/>
              </p:nvSpPr>
              <p:spPr>
                <a:xfrm>
                  <a:off x="3468058" y="4128933"/>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2" name="矩形 1175">
                  <a:extLst>
                    <a:ext uri="{FF2B5EF4-FFF2-40B4-BE49-F238E27FC236}">
                      <a16:creationId xmlns:a16="http://schemas.microsoft.com/office/drawing/2014/main" id="{ED9427F9-4234-11EC-DCF8-7407BDFE73C3}"/>
                    </a:ext>
                  </a:extLst>
                </p:cNvPr>
                <p:cNvSpPr/>
                <p:nvPr/>
              </p:nvSpPr>
              <p:spPr>
                <a:xfrm flipV="1">
                  <a:off x="3468058" y="4309935"/>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08" name="组合 1207">
                <a:extLst>
                  <a:ext uri="{FF2B5EF4-FFF2-40B4-BE49-F238E27FC236}">
                    <a16:creationId xmlns:a16="http://schemas.microsoft.com/office/drawing/2014/main" id="{FED2E22A-DB65-98F7-0EAE-5A57D695C02C}"/>
                  </a:ext>
                </a:extLst>
              </p:cNvPr>
              <p:cNvGrpSpPr/>
              <p:nvPr/>
            </p:nvGrpSpPr>
            <p:grpSpPr>
              <a:xfrm flipH="1">
                <a:off x="4096004" y="4128933"/>
                <a:ext cx="60453" cy="241455"/>
                <a:chOff x="3468058" y="4128933"/>
                <a:chExt cx="60453" cy="241455"/>
              </a:xfrm>
            </p:grpSpPr>
            <p:sp>
              <p:nvSpPr>
                <p:cNvPr id="1209" name="矩形 1175">
                  <a:extLst>
                    <a:ext uri="{FF2B5EF4-FFF2-40B4-BE49-F238E27FC236}">
                      <a16:creationId xmlns:a16="http://schemas.microsoft.com/office/drawing/2014/main" id="{5A89AD94-69DC-3F38-F501-C236B303FFD6}"/>
                    </a:ext>
                  </a:extLst>
                </p:cNvPr>
                <p:cNvSpPr/>
                <p:nvPr/>
              </p:nvSpPr>
              <p:spPr>
                <a:xfrm>
                  <a:off x="3468058" y="4128933"/>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0" name="矩形 1175">
                  <a:extLst>
                    <a:ext uri="{FF2B5EF4-FFF2-40B4-BE49-F238E27FC236}">
                      <a16:creationId xmlns:a16="http://schemas.microsoft.com/office/drawing/2014/main" id="{BAD592A8-33F3-0D59-836C-3D6C846EB6C1}"/>
                    </a:ext>
                  </a:extLst>
                </p:cNvPr>
                <p:cNvSpPr/>
                <p:nvPr/>
              </p:nvSpPr>
              <p:spPr>
                <a:xfrm flipV="1">
                  <a:off x="3468058" y="4309935"/>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1215" name="组合 1214">
            <a:extLst>
              <a:ext uri="{FF2B5EF4-FFF2-40B4-BE49-F238E27FC236}">
                <a16:creationId xmlns:a16="http://schemas.microsoft.com/office/drawing/2014/main" id="{D2684628-B866-8FFC-FC06-118B87E8F2F5}"/>
              </a:ext>
            </a:extLst>
          </p:cNvPr>
          <p:cNvGrpSpPr/>
          <p:nvPr/>
        </p:nvGrpSpPr>
        <p:grpSpPr>
          <a:xfrm>
            <a:off x="8008725" y="3959583"/>
            <a:ext cx="688399" cy="614994"/>
            <a:chOff x="3468058" y="4128724"/>
            <a:chExt cx="688399" cy="614994"/>
          </a:xfrm>
        </p:grpSpPr>
        <p:sp>
          <p:nvSpPr>
            <p:cNvPr id="1216" name="矩形 1215">
              <a:extLst>
                <a:ext uri="{FF2B5EF4-FFF2-40B4-BE49-F238E27FC236}">
                  <a16:creationId xmlns:a16="http://schemas.microsoft.com/office/drawing/2014/main" id="{7EE90E31-30F9-13BA-6ED5-3C53FE2B5AFF}"/>
                </a:ext>
              </a:extLst>
            </p:cNvPr>
            <p:cNvSpPr/>
            <p:nvPr/>
          </p:nvSpPr>
          <p:spPr>
            <a:xfrm>
              <a:off x="3470447" y="4128724"/>
              <a:ext cx="686010" cy="241664"/>
            </a:xfrm>
            <a:prstGeom prst="rect">
              <a:avLst/>
            </a:prstGeom>
            <a:solidFill>
              <a:schemeClr val="accent1">
                <a:alpha val="3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7" name="文本框 1216">
              <a:extLst>
                <a:ext uri="{FF2B5EF4-FFF2-40B4-BE49-F238E27FC236}">
                  <a16:creationId xmlns:a16="http://schemas.microsoft.com/office/drawing/2014/main" id="{81EABC60-CFA3-AC2B-C192-9B492F65879B}"/>
                </a:ext>
              </a:extLst>
            </p:cNvPr>
            <p:cNvSpPr txBox="1"/>
            <p:nvPr/>
          </p:nvSpPr>
          <p:spPr>
            <a:xfrm>
              <a:off x="3544147" y="4160814"/>
              <a:ext cx="538609" cy="177484"/>
            </a:xfrm>
            <a:prstGeom prst="rect">
              <a:avLst/>
            </a:prstGeom>
            <a:noFill/>
          </p:spPr>
          <p:txBody>
            <a:bodyPr wrap="none" lIns="0" tIns="0" rIns="0" bIns="0" rtlCol="0">
              <a:spAutoFit/>
            </a:bodyPr>
            <a:lstStyle/>
            <a:p>
              <a:pPr algn="ctr">
                <a:lnSpc>
                  <a:spcPct val="120000"/>
                </a:lnSpc>
              </a:pPr>
              <a:r>
                <a:rPr lang="zh-CN" altLang="en-US" sz="1050" dirty="0">
                  <a:solidFill>
                    <a:schemeClr val="bg1"/>
                  </a:solidFill>
                </a:rPr>
                <a:t>密码保护</a:t>
              </a:r>
            </a:p>
          </p:txBody>
        </p:sp>
        <p:cxnSp>
          <p:nvCxnSpPr>
            <p:cNvPr id="1218" name="直接连接符 1217">
              <a:extLst>
                <a:ext uri="{FF2B5EF4-FFF2-40B4-BE49-F238E27FC236}">
                  <a16:creationId xmlns:a16="http://schemas.microsoft.com/office/drawing/2014/main" id="{5D7369F1-F0DC-43C8-5A7F-6F0320C7EE56}"/>
                </a:ext>
              </a:extLst>
            </p:cNvPr>
            <p:cNvCxnSpPr>
              <a:cxnSpLocks/>
            </p:cNvCxnSpPr>
            <p:nvPr/>
          </p:nvCxnSpPr>
          <p:spPr>
            <a:xfrm>
              <a:off x="3813452" y="4370388"/>
              <a:ext cx="0" cy="373330"/>
            </a:xfrm>
            <a:prstGeom prst="line">
              <a:avLst/>
            </a:prstGeom>
            <a:ln>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1219" name="组合 1218">
              <a:extLst>
                <a:ext uri="{FF2B5EF4-FFF2-40B4-BE49-F238E27FC236}">
                  <a16:creationId xmlns:a16="http://schemas.microsoft.com/office/drawing/2014/main" id="{70C63CA0-6CB9-D277-46F2-EE085B1F0032}"/>
                </a:ext>
              </a:extLst>
            </p:cNvPr>
            <p:cNvGrpSpPr/>
            <p:nvPr/>
          </p:nvGrpSpPr>
          <p:grpSpPr>
            <a:xfrm>
              <a:off x="3468058" y="4128933"/>
              <a:ext cx="688399" cy="241455"/>
              <a:chOff x="3468058" y="4128933"/>
              <a:chExt cx="688399" cy="241455"/>
            </a:xfrm>
          </p:grpSpPr>
          <p:grpSp>
            <p:nvGrpSpPr>
              <p:cNvPr id="1220" name="组合 1219">
                <a:extLst>
                  <a:ext uri="{FF2B5EF4-FFF2-40B4-BE49-F238E27FC236}">
                    <a16:creationId xmlns:a16="http://schemas.microsoft.com/office/drawing/2014/main" id="{C0289FBC-6C1B-FD85-4C64-AAB930221FDE}"/>
                  </a:ext>
                </a:extLst>
              </p:cNvPr>
              <p:cNvGrpSpPr/>
              <p:nvPr/>
            </p:nvGrpSpPr>
            <p:grpSpPr>
              <a:xfrm>
                <a:off x="3468058" y="4128933"/>
                <a:ext cx="60453" cy="241455"/>
                <a:chOff x="3468058" y="4128933"/>
                <a:chExt cx="60453" cy="241455"/>
              </a:xfrm>
            </p:grpSpPr>
            <p:sp>
              <p:nvSpPr>
                <p:cNvPr id="1227" name="矩形 1175">
                  <a:extLst>
                    <a:ext uri="{FF2B5EF4-FFF2-40B4-BE49-F238E27FC236}">
                      <a16:creationId xmlns:a16="http://schemas.microsoft.com/office/drawing/2014/main" id="{B7BC10E4-CC69-8119-5C68-17DD4F4B3CF0}"/>
                    </a:ext>
                  </a:extLst>
                </p:cNvPr>
                <p:cNvSpPr/>
                <p:nvPr/>
              </p:nvSpPr>
              <p:spPr>
                <a:xfrm>
                  <a:off x="3468058" y="4128933"/>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8" name="矩形 1175">
                  <a:extLst>
                    <a:ext uri="{FF2B5EF4-FFF2-40B4-BE49-F238E27FC236}">
                      <a16:creationId xmlns:a16="http://schemas.microsoft.com/office/drawing/2014/main" id="{C33A052F-EAF6-F073-79AC-AA0D9D19E2D5}"/>
                    </a:ext>
                  </a:extLst>
                </p:cNvPr>
                <p:cNvSpPr/>
                <p:nvPr/>
              </p:nvSpPr>
              <p:spPr>
                <a:xfrm flipV="1">
                  <a:off x="3468058" y="4309935"/>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21" name="组合 1220">
                <a:extLst>
                  <a:ext uri="{FF2B5EF4-FFF2-40B4-BE49-F238E27FC236}">
                    <a16:creationId xmlns:a16="http://schemas.microsoft.com/office/drawing/2014/main" id="{C0ED02D4-A346-BE10-DD24-BC6E9DAEF09E}"/>
                  </a:ext>
                </a:extLst>
              </p:cNvPr>
              <p:cNvGrpSpPr/>
              <p:nvPr/>
            </p:nvGrpSpPr>
            <p:grpSpPr>
              <a:xfrm>
                <a:off x="3468058" y="4128933"/>
                <a:ext cx="60453" cy="241455"/>
                <a:chOff x="3468058" y="4128933"/>
                <a:chExt cx="60453" cy="241455"/>
              </a:xfrm>
            </p:grpSpPr>
            <p:sp>
              <p:nvSpPr>
                <p:cNvPr id="1225" name="矩形 1175">
                  <a:extLst>
                    <a:ext uri="{FF2B5EF4-FFF2-40B4-BE49-F238E27FC236}">
                      <a16:creationId xmlns:a16="http://schemas.microsoft.com/office/drawing/2014/main" id="{C7B9A099-19B1-6FAD-E13F-A2791DCB9E48}"/>
                    </a:ext>
                  </a:extLst>
                </p:cNvPr>
                <p:cNvSpPr/>
                <p:nvPr/>
              </p:nvSpPr>
              <p:spPr>
                <a:xfrm>
                  <a:off x="3468058" y="4128933"/>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6" name="矩形 1175">
                  <a:extLst>
                    <a:ext uri="{FF2B5EF4-FFF2-40B4-BE49-F238E27FC236}">
                      <a16:creationId xmlns:a16="http://schemas.microsoft.com/office/drawing/2014/main" id="{0273A137-FE95-1D32-4534-499A2793D8A4}"/>
                    </a:ext>
                  </a:extLst>
                </p:cNvPr>
                <p:cNvSpPr/>
                <p:nvPr/>
              </p:nvSpPr>
              <p:spPr>
                <a:xfrm flipV="1">
                  <a:off x="3468058" y="4309935"/>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22" name="组合 1221">
                <a:extLst>
                  <a:ext uri="{FF2B5EF4-FFF2-40B4-BE49-F238E27FC236}">
                    <a16:creationId xmlns:a16="http://schemas.microsoft.com/office/drawing/2014/main" id="{1FE9B9B7-3AB3-D4F4-FAC0-A1EE31504340}"/>
                  </a:ext>
                </a:extLst>
              </p:cNvPr>
              <p:cNvGrpSpPr/>
              <p:nvPr/>
            </p:nvGrpSpPr>
            <p:grpSpPr>
              <a:xfrm flipH="1">
                <a:off x="4096004" y="4128933"/>
                <a:ext cx="60453" cy="241455"/>
                <a:chOff x="3468058" y="4128933"/>
                <a:chExt cx="60453" cy="241455"/>
              </a:xfrm>
            </p:grpSpPr>
            <p:sp>
              <p:nvSpPr>
                <p:cNvPr id="1223" name="矩形 1175">
                  <a:extLst>
                    <a:ext uri="{FF2B5EF4-FFF2-40B4-BE49-F238E27FC236}">
                      <a16:creationId xmlns:a16="http://schemas.microsoft.com/office/drawing/2014/main" id="{CE4FB82F-3FB2-0837-A1E3-47D8F46F07B8}"/>
                    </a:ext>
                  </a:extLst>
                </p:cNvPr>
                <p:cNvSpPr/>
                <p:nvPr/>
              </p:nvSpPr>
              <p:spPr>
                <a:xfrm>
                  <a:off x="3468058" y="4128933"/>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4" name="矩形 1175">
                  <a:extLst>
                    <a:ext uri="{FF2B5EF4-FFF2-40B4-BE49-F238E27FC236}">
                      <a16:creationId xmlns:a16="http://schemas.microsoft.com/office/drawing/2014/main" id="{40B632A4-C97C-C86F-DD7B-09989BB880BB}"/>
                    </a:ext>
                  </a:extLst>
                </p:cNvPr>
                <p:cNvSpPr/>
                <p:nvPr/>
              </p:nvSpPr>
              <p:spPr>
                <a:xfrm flipV="1">
                  <a:off x="3468058" y="4309935"/>
                  <a:ext cx="60453" cy="60453"/>
                </a:xfrm>
                <a:custGeom>
                  <a:avLst/>
                  <a:gdLst>
                    <a:gd name="connsiteX0" fmla="*/ 0 w 71891"/>
                    <a:gd name="connsiteY0" fmla="*/ 0 h 71891"/>
                    <a:gd name="connsiteX1" fmla="*/ 71891 w 71891"/>
                    <a:gd name="connsiteY1" fmla="*/ 0 h 71891"/>
                    <a:gd name="connsiteX2" fmla="*/ 71891 w 71891"/>
                    <a:gd name="connsiteY2" fmla="*/ 71891 h 71891"/>
                    <a:gd name="connsiteX3" fmla="*/ 0 w 71891"/>
                    <a:gd name="connsiteY3" fmla="*/ 71891 h 71891"/>
                    <a:gd name="connsiteX4" fmla="*/ 0 w 71891"/>
                    <a:gd name="connsiteY4" fmla="*/ 0 h 71891"/>
                    <a:gd name="connsiteX0" fmla="*/ 71891 w 163331"/>
                    <a:gd name="connsiteY0" fmla="*/ 71891 h 163331"/>
                    <a:gd name="connsiteX1" fmla="*/ 0 w 163331"/>
                    <a:gd name="connsiteY1" fmla="*/ 71891 h 163331"/>
                    <a:gd name="connsiteX2" fmla="*/ 0 w 163331"/>
                    <a:gd name="connsiteY2" fmla="*/ 0 h 163331"/>
                    <a:gd name="connsiteX3" fmla="*/ 71891 w 163331"/>
                    <a:gd name="connsiteY3" fmla="*/ 0 h 163331"/>
                    <a:gd name="connsiteX4" fmla="*/ 163331 w 163331"/>
                    <a:gd name="connsiteY4" fmla="*/ 163331 h 163331"/>
                    <a:gd name="connsiteX0" fmla="*/ 71891 w 71891"/>
                    <a:gd name="connsiteY0" fmla="*/ 71891 h 71891"/>
                    <a:gd name="connsiteX1" fmla="*/ 0 w 71891"/>
                    <a:gd name="connsiteY1" fmla="*/ 71891 h 71891"/>
                    <a:gd name="connsiteX2" fmla="*/ 0 w 71891"/>
                    <a:gd name="connsiteY2" fmla="*/ 0 h 71891"/>
                    <a:gd name="connsiteX3" fmla="*/ 71891 w 71891"/>
                    <a:gd name="connsiteY3" fmla="*/ 0 h 71891"/>
                    <a:gd name="connsiteX0" fmla="*/ 0 w 71891"/>
                    <a:gd name="connsiteY0" fmla="*/ 71891 h 71891"/>
                    <a:gd name="connsiteX1" fmla="*/ 0 w 71891"/>
                    <a:gd name="connsiteY1" fmla="*/ 0 h 71891"/>
                    <a:gd name="connsiteX2" fmla="*/ 71891 w 71891"/>
                    <a:gd name="connsiteY2" fmla="*/ 0 h 71891"/>
                  </a:gdLst>
                  <a:ahLst/>
                  <a:cxnLst>
                    <a:cxn ang="0">
                      <a:pos x="connsiteX0" y="connsiteY0"/>
                    </a:cxn>
                    <a:cxn ang="0">
                      <a:pos x="connsiteX1" y="connsiteY1"/>
                    </a:cxn>
                    <a:cxn ang="0">
                      <a:pos x="connsiteX2" y="connsiteY2"/>
                    </a:cxn>
                  </a:cxnLst>
                  <a:rect l="l" t="t" r="r" b="b"/>
                  <a:pathLst>
                    <a:path w="71891" h="71891">
                      <a:moveTo>
                        <a:pt x="0" y="71891"/>
                      </a:moveTo>
                      <a:lnTo>
                        <a:pt x="0" y="0"/>
                      </a:lnTo>
                      <a:lnTo>
                        <a:pt x="71891"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1249" name="组合 1248">
            <a:extLst>
              <a:ext uri="{FF2B5EF4-FFF2-40B4-BE49-F238E27FC236}">
                <a16:creationId xmlns:a16="http://schemas.microsoft.com/office/drawing/2014/main" id="{EB95A951-AAA1-0413-5C1E-C54599A8E7AC}"/>
              </a:ext>
            </a:extLst>
          </p:cNvPr>
          <p:cNvGrpSpPr/>
          <p:nvPr/>
        </p:nvGrpSpPr>
        <p:grpSpPr>
          <a:xfrm>
            <a:off x="4445278" y="4142052"/>
            <a:ext cx="379937" cy="379935"/>
            <a:chOff x="4445278" y="4069930"/>
            <a:chExt cx="379937" cy="379935"/>
          </a:xfrm>
        </p:grpSpPr>
        <p:grpSp>
          <p:nvGrpSpPr>
            <p:cNvPr id="1160" name="组合 1159">
              <a:extLst>
                <a:ext uri="{FF2B5EF4-FFF2-40B4-BE49-F238E27FC236}">
                  <a16:creationId xmlns:a16="http://schemas.microsoft.com/office/drawing/2014/main" id="{CC1FD5D4-EA3A-9185-FF6C-AF9340D9A5E0}"/>
                </a:ext>
              </a:extLst>
            </p:cNvPr>
            <p:cNvGrpSpPr/>
            <p:nvPr/>
          </p:nvGrpSpPr>
          <p:grpSpPr>
            <a:xfrm>
              <a:off x="4445278" y="4069930"/>
              <a:ext cx="379937" cy="379935"/>
              <a:chOff x="2492898" y="4172276"/>
              <a:chExt cx="932728" cy="932729"/>
            </a:xfrm>
          </p:grpSpPr>
          <p:sp>
            <p:nvSpPr>
              <p:cNvPr id="1161" name="椭圆 1160">
                <a:extLst>
                  <a:ext uri="{FF2B5EF4-FFF2-40B4-BE49-F238E27FC236}">
                    <a16:creationId xmlns:a16="http://schemas.microsoft.com/office/drawing/2014/main" id="{4141AE38-AD4C-2AA3-CC8C-0E11ECE4288B}"/>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162" name="椭圆 1161">
                <a:extLst>
                  <a:ext uri="{FF2B5EF4-FFF2-40B4-BE49-F238E27FC236}">
                    <a16:creationId xmlns:a16="http://schemas.microsoft.com/office/drawing/2014/main" id="{EF5B6655-F2CD-DD6B-4C1B-8A2CA01C273B}"/>
                  </a:ext>
                </a:extLst>
              </p:cNvPr>
              <p:cNvSpPr/>
              <p:nvPr/>
            </p:nvSpPr>
            <p:spPr>
              <a:xfrm>
                <a:off x="2492898" y="4172277"/>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600" b="1" dirty="0">
                  <a:solidFill>
                    <a:schemeClr val="tx1"/>
                  </a:solidFill>
                  <a:latin typeface="+mj-ea"/>
                  <a:ea typeface="+mj-ea"/>
                </a:endParaRPr>
              </a:p>
            </p:txBody>
          </p:sp>
        </p:grpSp>
        <p:grpSp>
          <p:nvGrpSpPr>
            <p:cNvPr id="1234" name="组合 1233">
              <a:extLst>
                <a:ext uri="{FF2B5EF4-FFF2-40B4-BE49-F238E27FC236}">
                  <a16:creationId xmlns:a16="http://schemas.microsoft.com/office/drawing/2014/main" id="{5EDB8186-C6E4-6AC8-7AFF-EEAD329448B2}"/>
                </a:ext>
              </a:extLst>
            </p:cNvPr>
            <p:cNvGrpSpPr/>
            <p:nvPr/>
          </p:nvGrpSpPr>
          <p:grpSpPr>
            <a:xfrm>
              <a:off x="4557641" y="4182292"/>
              <a:ext cx="155211" cy="155211"/>
              <a:chOff x="4336197" y="4136997"/>
              <a:chExt cx="599573" cy="599573"/>
            </a:xfrm>
            <a:solidFill>
              <a:schemeClr val="tx2"/>
            </a:solidFill>
          </p:grpSpPr>
          <p:sp>
            <p:nvSpPr>
              <p:cNvPr id="1232" name="任意多边形: 形状 1231">
                <a:extLst>
                  <a:ext uri="{FF2B5EF4-FFF2-40B4-BE49-F238E27FC236}">
                    <a16:creationId xmlns:a16="http://schemas.microsoft.com/office/drawing/2014/main" id="{A1CF1BFF-79CC-1341-B8B9-33C181640AB7}"/>
                  </a:ext>
                </a:extLst>
              </p:cNvPr>
              <p:cNvSpPr/>
              <p:nvPr/>
            </p:nvSpPr>
            <p:spPr>
              <a:xfrm>
                <a:off x="4336197" y="4136997"/>
                <a:ext cx="599573" cy="599573"/>
              </a:xfrm>
              <a:custGeom>
                <a:avLst/>
                <a:gdLst>
                  <a:gd name="connsiteX0" fmla="*/ 482203 w 599573"/>
                  <a:gd name="connsiteY0" fmla="*/ 599574 h 599573"/>
                  <a:gd name="connsiteX1" fmla="*/ 117371 w 599573"/>
                  <a:gd name="connsiteY1" fmla="*/ 599574 h 599573"/>
                  <a:gd name="connsiteX2" fmla="*/ 0 w 599573"/>
                  <a:gd name="connsiteY2" fmla="*/ 482203 h 599573"/>
                  <a:gd name="connsiteX3" fmla="*/ 0 w 599573"/>
                  <a:gd name="connsiteY3" fmla="*/ 117371 h 599573"/>
                  <a:gd name="connsiteX4" fmla="*/ 117371 w 599573"/>
                  <a:gd name="connsiteY4" fmla="*/ 0 h 599573"/>
                  <a:gd name="connsiteX5" fmla="*/ 482203 w 599573"/>
                  <a:gd name="connsiteY5" fmla="*/ 0 h 599573"/>
                  <a:gd name="connsiteX6" fmla="*/ 599574 w 599573"/>
                  <a:gd name="connsiteY6" fmla="*/ 117371 h 599573"/>
                  <a:gd name="connsiteX7" fmla="*/ 599574 w 599573"/>
                  <a:gd name="connsiteY7" fmla="*/ 158949 h 599573"/>
                  <a:gd name="connsiteX8" fmla="*/ 577260 w 599573"/>
                  <a:gd name="connsiteY8" fmla="*/ 181263 h 599573"/>
                  <a:gd name="connsiteX9" fmla="*/ 554946 w 599573"/>
                  <a:gd name="connsiteY9" fmla="*/ 158949 h 599573"/>
                  <a:gd name="connsiteX10" fmla="*/ 554946 w 599573"/>
                  <a:gd name="connsiteY10" fmla="*/ 117371 h 599573"/>
                  <a:gd name="connsiteX11" fmla="*/ 482203 w 599573"/>
                  <a:gd name="connsiteY11" fmla="*/ 44628 h 599573"/>
                  <a:gd name="connsiteX12" fmla="*/ 117371 w 599573"/>
                  <a:gd name="connsiteY12" fmla="*/ 44628 h 599573"/>
                  <a:gd name="connsiteX13" fmla="*/ 44628 w 599573"/>
                  <a:gd name="connsiteY13" fmla="*/ 117371 h 599573"/>
                  <a:gd name="connsiteX14" fmla="*/ 44628 w 599573"/>
                  <a:gd name="connsiteY14" fmla="*/ 482203 h 599573"/>
                  <a:gd name="connsiteX15" fmla="*/ 117371 w 599573"/>
                  <a:gd name="connsiteY15" fmla="*/ 554946 h 599573"/>
                  <a:gd name="connsiteX16" fmla="*/ 482203 w 599573"/>
                  <a:gd name="connsiteY16" fmla="*/ 554946 h 599573"/>
                  <a:gd name="connsiteX17" fmla="*/ 554946 w 599573"/>
                  <a:gd name="connsiteY17" fmla="*/ 482203 h 599573"/>
                  <a:gd name="connsiteX18" fmla="*/ 554946 w 599573"/>
                  <a:gd name="connsiteY18" fmla="*/ 289076 h 599573"/>
                  <a:gd name="connsiteX19" fmla="*/ 577260 w 599573"/>
                  <a:gd name="connsiteY19" fmla="*/ 266762 h 599573"/>
                  <a:gd name="connsiteX20" fmla="*/ 599574 w 599573"/>
                  <a:gd name="connsiteY20" fmla="*/ 289076 h 599573"/>
                  <a:gd name="connsiteX21" fmla="*/ 599574 w 599573"/>
                  <a:gd name="connsiteY21" fmla="*/ 482203 h 599573"/>
                  <a:gd name="connsiteX22" fmla="*/ 482203 w 599573"/>
                  <a:gd name="connsiteY22" fmla="*/ 599574 h 599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99573" h="599573">
                    <a:moveTo>
                      <a:pt x="482203" y="599574"/>
                    </a:moveTo>
                    <a:lnTo>
                      <a:pt x="117371" y="599574"/>
                    </a:lnTo>
                    <a:cubicBezTo>
                      <a:pt x="52661" y="599574"/>
                      <a:pt x="0" y="546913"/>
                      <a:pt x="0" y="482203"/>
                    </a:cubicBezTo>
                    <a:lnTo>
                      <a:pt x="0" y="117371"/>
                    </a:lnTo>
                    <a:cubicBezTo>
                      <a:pt x="0" y="52661"/>
                      <a:pt x="52661" y="0"/>
                      <a:pt x="117371" y="0"/>
                    </a:cubicBezTo>
                    <a:lnTo>
                      <a:pt x="482203" y="0"/>
                    </a:lnTo>
                    <a:cubicBezTo>
                      <a:pt x="546913" y="0"/>
                      <a:pt x="599574" y="52661"/>
                      <a:pt x="599574" y="117371"/>
                    </a:cubicBezTo>
                    <a:lnTo>
                      <a:pt x="599574" y="158949"/>
                    </a:lnTo>
                    <a:cubicBezTo>
                      <a:pt x="599574" y="171259"/>
                      <a:pt x="589570" y="181263"/>
                      <a:pt x="577260" y="181263"/>
                    </a:cubicBezTo>
                    <a:cubicBezTo>
                      <a:pt x="564950" y="181263"/>
                      <a:pt x="554946" y="171259"/>
                      <a:pt x="554946" y="158949"/>
                    </a:cubicBezTo>
                    <a:lnTo>
                      <a:pt x="554946" y="117371"/>
                    </a:lnTo>
                    <a:cubicBezTo>
                      <a:pt x="554946" y="77243"/>
                      <a:pt x="522294" y="44628"/>
                      <a:pt x="482203" y="44628"/>
                    </a:cubicBezTo>
                    <a:lnTo>
                      <a:pt x="117371" y="44628"/>
                    </a:lnTo>
                    <a:cubicBezTo>
                      <a:pt x="77243" y="44628"/>
                      <a:pt x="44628" y="77280"/>
                      <a:pt x="44628" y="117371"/>
                    </a:cubicBezTo>
                    <a:lnTo>
                      <a:pt x="44628" y="482203"/>
                    </a:lnTo>
                    <a:cubicBezTo>
                      <a:pt x="44628" y="522331"/>
                      <a:pt x="77280" y="554946"/>
                      <a:pt x="117371" y="554946"/>
                    </a:cubicBezTo>
                    <a:lnTo>
                      <a:pt x="482203" y="554946"/>
                    </a:lnTo>
                    <a:cubicBezTo>
                      <a:pt x="522331" y="554946"/>
                      <a:pt x="554946" y="522294"/>
                      <a:pt x="554946" y="482203"/>
                    </a:cubicBezTo>
                    <a:lnTo>
                      <a:pt x="554946" y="289076"/>
                    </a:lnTo>
                    <a:cubicBezTo>
                      <a:pt x="554946" y="276767"/>
                      <a:pt x="564950" y="266762"/>
                      <a:pt x="577260" y="266762"/>
                    </a:cubicBezTo>
                    <a:cubicBezTo>
                      <a:pt x="589570" y="266762"/>
                      <a:pt x="599574" y="276767"/>
                      <a:pt x="599574" y="289076"/>
                    </a:cubicBezTo>
                    <a:lnTo>
                      <a:pt x="599574" y="482203"/>
                    </a:lnTo>
                    <a:cubicBezTo>
                      <a:pt x="599574" y="546913"/>
                      <a:pt x="546913" y="599574"/>
                      <a:pt x="482203" y="599574"/>
                    </a:cubicBezTo>
                    <a:close/>
                  </a:path>
                </a:pathLst>
              </a:custGeom>
              <a:grpFill/>
              <a:ln w="726" cap="flat">
                <a:noFill/>
                <a:prstDash val="solid"/>
                <a:miter/>
              </a:ln>
            </p:spPr>
            <p:txBody>
              <a:bodyPr rtlCol="0" anchor="ctr"/>
              <a:lstStyle/>
              <a:p>
                <a:endParaRPr lang="zh-CN" altLang="en-US"/>
              </a:p>
            </p:txBody>
          </p:sp>
          <p:sp>
            <p:nvSpPr>
              <p:cNvPr id="1233" name="任意多边形: 形状 1232">
                <a:extLst>
                  <a:ext uri="{FF2B5EF4-FFF2-40B4-BE49-F238E27FC236}">
                    <a16:creationId xmlns:a16="http://schemas.microsoft.com/office/drawing/2014/main" id="{5F305D86-948B-A7D2-04D2-08A48B5E05CC}"/>
                  </a:ext>
                </a:extLst>
              </p:cNvPr>
              <p:cNvSpPr/>
              <p:nvPr/>
            </p:nvSpPr>
            <p:spPr>
              <a:xfrm>
                <a:off x="4475510" y="4273632"/>
                <a:ext cx="326043" cy="325708"/>
              </a:xfrm>
              <a:custGeom>
                <a:avLst/>
                <a:gdLst>
                  <a:gd name="connsiteX0" fmla="*/ 276283 w 326043"/>
                  <a:gd name="connsiteY0" fmla="*/ 0 h 325708"/>
                  <a:gd name="connsiteX1" fmla="*/ 138160 w 326043"/>
                  <a:gd name="connsiteY1" fmla="*/ 0 h 325708"/>
                  <a:gd name="connsiteX2" fmla="*/ 88363 w 326043"/>
                  <a:gd name="connsiteY2" fmla="*/ 49797 h 325708"/>
                  <a:gd name="connsiteX3" fmla="*/ 88363 w 326043"/>
                  <a:gd name="connsiteY3" fmla="*/ 87991 h 325708"/>
                  <a:gd name="connsiteX4" fmla="*/ 49797 w 326043"/>
                  <a:gd name="connsiteY4" fmla="*/ 87991 h 325708"/>
                  <a:gd name="connsiteX5" fmla="*/ 0 w 326043"/>
                  <a:gd name="connsiteY5" fmla="*/ 137788 h 325708"/>
                  <a:gd name="connsiteX6" fmla="*/ 0 w 326043"/>
                  <a:gd name="connsiteY6" fmla="*/ 275911 h 325708"/>
                  <a:gd name="connsiteX7" fmla="*/ 49797 w 326043"/>
                  <a:gd name="connsiteY7" fmla="*/ 325708 h 325708"/>
                  <a:gd name="connsiteX8" fmla="*/ 187920 w 326043"/>
                  <a:gd name="connsiteY8" fmla="*/ 325708 h 325708"/>
                  <a:gd name="connsiteX9" fmla="*/ 237717 w 326043"/>
                  <a:gd name="connsiteY9" fmla="*/ 275911 h 325708"/>
                  <a:gd name="connsiteX10" fmla="*/ 237717 w 326043"/>
                  <a:gd name="connsiteY10" fmla="*/ 237717 h 325708"/>
                  <a:gd name="connsiteX11" fmla="*/ 276246 w 326043"/>
                  <a:gd name="connsiteY11" fmla="*/ 237717 h 325708"/>
                  <a:gd name="connsiteX12" fmla="*/ 326043 w 326043"/>
                  <a:gd name="connsiteY12" fmla="*/ 187920 h 325708"/>
                  <a:gd name="connsiteX13" fmla="*/ 326043 w 326043"/>
                  <a:gd name="connsiteY13" fmla="*/ 49797 h 325708"/>
                  <a:gd name="connsiteX14" fmla="*/ 276283 w 326043"/>
                  <a:gd name="connsiteY14" fmla="*/ 0 h 325708"/>
                  <a:gd name="connsiteX15" fmla="*/ 193127 w 326043"/>
                  <a:gd name="connsiteY15" fmla="*/ 275948 h 325708"/>
                  <a:gd name="connsiteX16" fmla="*/ 187957 w 326043"/>
                  <a:gd name="connsiteY16" fmla="*/ 281118 h 325708"/>
                  <a:gd name="connsiteX17" fmla="*/ 49797 w 326043"/>
                  <a:gd name="connsiteY17" fmla="*/ 281118 h 325708"/>
                  <a:gd name="connsiteX18" fmla="*/ 44628 w 326043"/>
                  <a:gd name="connsiteY18" fmla="*/ 275948 h 325708"/>
                  <a:gd name="connsiteX19" fmla="*/ 44628 w 326043"/>
                  <a:gd name="connsiteY19" fmla="*/ 137788 h 325708"/>
                  <a:gd name="connsiteX20" fmla="*/ 49797 w 326043"/>
                  <a:gd name="connsiteY20" fmla="*/ 132619 h 325708"/>
                  <a:gd name="connsiteX21" fmla="*/ 88326 w 326043"/>
                  <a:gd name="connsiteY21" fmla="*/ 132619 h 325708"/>
                  <a:gd name="connsiteX22" fmla="*/ 88326 w 326043"/>
                  <a:gd name="connsiteY22" fmla="*/ 187957 h 325708"/>
                  <a:gd name="connsiteX23" fmla="*/ 138123 w 326043"/>
                  <a:gd name="connsiteY23" fmla="*/ 237754 h 325708"/>
                  <a:gd name="connsiteX24" fmla="*/ 193127 w 326043"/>
                  <a:gd name="connsiteY24" fmla="*/ 237754 h 325708"/>
                  <a:gd name="connsiteX25" fmla="*/ 193127 w 326043"/>
                  <a:gd name="connsiteY25" fmla="*/ 275948 h 325708"/>
                  <a:gd name="connsiteX26" fmla="*/ 193127 w 326043"/>
                  <a:gd name="connsiteY26" fmla="*/ 193127 h 325708"/>
                  <a:gd name="connsiteX27" fmla="*/ 138160 w 326043"/>
                  <a:gd name="connsiteY27" fmla="*/ 193127 h 325708"/>
                  <a:gd name="connsiteX28" fmla="*/ 132991 w 326043"/>
                  <a:gd name="connsiteY28" fmla="*/ 187957 h 325708"/>
                  <a:gd name="connsiteX29" fmla="*/ 132991 w 326043"/>
                  <a:gd name="connsiteY29" fmla="*/ 132619 h 325708"/>
                  <a:gd name="connsiteX30" fmla="*/ 187994 w 326043"/>
                  <a:gd name="connsiteY30" fmla="*/ 132619 h 325708"/>
                  <a:gd name="connsiteX31" fmla="*/ 193164 w 326043"/>
                  <a:gd name="connsiteY31" fmla="*/ 137788 h 325708"/>
                  <a:gd name="connsiteX32" fmla="*/ 193164 w 326043"/>
                  <a:gd name="connsiteY32" fmla="*/ 193127 h 325708"/>
                  <a:gd name="connsiteX33" fmla="*/ 281452 w 326043"/>
                  <a:gd name="connsiteY33" fmla="*/ 187957 h 325708"/>
                  <a:gd name="connsiteX34" fmla="*/ 276283 w 326043"/>
                  <a:gd name="connsiteY34" fmla="*/ 193127 h 325708"/>
                  <a:gd name="connsiteX35" fmla="*/ 237754 w 326043"/>
                  <a:gd name="connsiteY35" fmla="*/ 193127 h 325708"/>
                  <a:gd name="connsiteX36" fmla="*/ 237754 w 326043"/>
                  <a:gd name="connsiteY36" fmla="*/ 137788 h 325708"/>
                  <a:gd name="connsiteX37" fmla="*/ 187957 w 326043"/>
                  <a:gd name="connsiteY37" fmla="*/ 87991 h 325708"/>
                  <a:gd name="connsiteX38" fmla="*/ 132954 w 326043"/>
                  <a:gd name="connsiteY38" fmla="*/ 87991 h 325708"/>
                  <a:gd name="connsiteX39" fmla="*/ 132954 w 326043"/>
                  <a:gd name="connsiteY39" fmla="*/ 49797 h 325708"/>
                  <a:gd name="connsiteX40" fmla="*/ 138123 w 326043"/>
                  <a:gd name="connsiteY40" fmla="*/ 44628 h 325708"/>
                  <a:gd name="connsiteX41" fmla="*/ 276246 w 326043"/>
                  <a:gd name="connsiteY41" fmla="*/ 44628 h 325708"/>
                  <a:gd name="connsiteX42" fmla="*/ 281415 w 326043"/>
                  <a:gd name="connsiteY42" fmla="*/ 49797 h 325708"/>
                  <a:gd name="connsiteX43" fmla="*/ 281415 w 326043"/>
                  <a:gd name="connsiteY43" fmla="*/ 187957 h 325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043" h="325708">
                    <a:moveTo>
                      <a:pt x="276283" y="0"/>
                    </a:moveTo>
                    <a:lnTo>
                      <a:pt x="138160" y="0"/>
                    </a:lnTo>
                    <a:cubicBezTo>
                      <a:pt x="110677" y="0"/>
                      <a:pt x="88363" y="22351"/>
                      <a:pt x="88363" y="49797"/>
                    </a:cubicBezTo>
                    <a:lnTo>
                      <a:pt x="88363" y="87991"/>
                    </a:lnTo>
                    <a:lnTo>
                      <a:pt x="49797" y="87991"/>
                    </a:lnTo>
                    <a:cubicBezTo>
                      <a:pt x="22314" y="87991"/>
                      <a:pt x="0" y="110342"/>
                      <a:pt x="0" y="137788"/>
                    </a:cubicBezTo>
                    <a:lnTo>
                      <a:pt x="0" y="275911"/>
                    </a:lnTo>
                    <a:cubicBezTo>
                      <a:pt x="0" y="303394"/>
                      <a:pt x="22351" y="325708"/>
                      <a:pt x="49797" y="325708"/>
                    </a:cubicBezTo>
                    <a:lnTo>
                      <a:pt x="187920" y="325708"/>
                    </a:lnTo>
                    <a:cubicBezTo>
                      <a:pt x="215403" y="325708"/>
                      <a:pt x="237717" y="303357"/>
                      <a:pt x="237717" y="275911"/>
                    </a:cubicBezTo>
                    <a:lnTo>
                      <a:pt x="237717" y="237717"/>
                    </a:lnTo>
                    <a:lnTo>
                      <a:pt x="276246" y="237717"/>
                    </a:lnTo>
                    <a:cubicBezTo>
                      <a:pt x="303729" y="237717"/>
                      <a:pt x="326043" y="215366"/>
                      <a:pt x="326043" y="187920"/>
                    </a:cubicBezTo>
                    <a:lnTo>
                      <a:pt x="326043" y="49797"/>
                    </a:lnTo>
                    <a:cubicBezTo>
                      <a:pt x="326080" y="22351"/>
                      <a:pt x="303729" y="0"/>
                      <a:pt x="276283" y="0"/>
                    </a:cubicBezTo>
                    <a:close/>
                    <a:moveTo>
                      <a:pt x="193127" y="275948"/>
                    </a:moveTo>
                    <a:cubicBezTo>
                      <a:pt x="193127" y="278812"/>
                      <a:pt x="190784" y="281118"/>
                      <a:pt x="187957" y="281118"/>
                    </a:cubicBezTo>
                    <a:lnTo>
                      <a:pt x="49797" y="281118"/>
                    </a:lnTo>
                    <a:cubicBezTo>
                      <a:pt x="46934" y="281118"/>
                      <a:pt x="44628" y="278775"/>
                      <a:pt x="44628" y="275948"/>
                    </a:cubicBezTo>
                    <a:lnTo>
                      <a:pt x="44628" y="137788"/>
                    </a:lnTo>
                    <a:cubicBezTo>
                      <a:pt x="44628" y="134925"/>
                      <a:pt x="46971" y="132619"/>
                      <a:pt x="49797" y="132619"/>
                    </a:cubicBezTo>
                    <a:lnTo>
                      <a:pt x="88326" y="132619"/>
                    </a:lnTo>
                    <a:lnTo>
                      <a:pt x="88326" y="187957"/>
                    </a:lnTo>
                    <a:cubicBezTo>
                      <a:pt x="88326" y="215441"/>
                      <a:pt x="110677" y="237754"/>
                      <a:pt x="138123" y="237754"/>
                    </a:cubicBezTo>
                    <a:lnTo>
                      <a:pt x="193127" y="237754"/>
                    </a:lnTo>
                    <a:lnTo>
                      <a:pt x="193127" y="275948"/>
                    </a:lnTo>
                    <a:close/>
                    <a:moveTo>
                      <a:pt x="193127" y="193127"/>
                    </a:moveTo>
                    <a:lnTo>
                      <a:pt x="138160" y="193127"/>
                    </a:lnTo>
                    <a:cubicBezTo>
                      <a:pt x="135296" y="193127"/>
                      <a:pt x="132991" y="190784"/>
                      <a:pt x="132991" y="187957"/>
                    </a:cubicBezTo>
                    <a:lnTo>
                      <a:pt x="132991" y="132619"/>
                    </a:lnTo>
                    <a:lnTo>
                      <a:pt x="187994" y="132619"/>
                    </a:lnTo>
                    <a:cubicBezTo>
                      <a:pt x="190858" y="132619"/>
                      <a:pt x="193164" y="134962"/>
                      <a:pt x="193164" y="137788"/>
                    </a:cubicBezTo>
                    <a:lnTo>
                      <a:pt x="193164" y="193127"/>
                    </a:lnTo>
                    <a:close/>
                    <a:moveTo>
                      <a:pt x="281452" y="187957"/>
                    </a:moveTo>
                    <a:cubicBezTo>
                      <a:pt x="281452" y="190821"/>
                      <a:pt x="279109" y="193127"/>
                      <a:pt x="276283" y="193127"/>
                    </a:cubicBezTo>
                    <a:lnTo>
                      <a:pt x="237754" y="193127"/>
                    </a:lnTo>
                    <a:lnTo>
                      <a:pt x="237754" y="137788"/>
                    </a:lnTo>
                    <a:cubicBezTo>
                      <a:pt x="237754" y="110305"/>
                      <a:pt x="215403" y="87991"/>
                      <a:pt x="187957" y="87991"/>
                    </a:cubicBezTo>
                    <a:lnTo>
                      <a:pt x="132954" y="87991"/>
                    </a:lnTo>
                    <a:lnTo>
                      <a:pt x="132954" y="49797"/>
                    </a:lnTo>
                    <a:cubicBezTo>
                      <a:pt x="132954" y="46934"/>
                      <a:pt x="135296" y="44628"/>
                      <a:pt x="138123" y="44628"/>
                    </a:cubicBezTo>
                    <a:lnTo>
                      <a:pt x="276246" y="44628"/>
                    </a:lnTo>
                    <a:cubicBezTo>
                      <a:pt x="279109" y="44628"/>
                      <a:pt x="281415" y="46971"/>
                      <a:pt x="281415" y="49797"/>
                    </a:cubicBezTo>
                    <a:lnTo>
                      <a:pt x="281415" y="187957"/>
                    </a:lnTo>
                    <a:close/>
                  </a:path>
                </a:pathLst>
              </a:custGeom>
              <a:grpFill/>
              <a:ln w="726" cap="flat">
                <a:noFill/>
                <a:prstDash val="solid"/>
                <a:miter/>
              </a:ln>
            </p:spPr>
            <p:txBody>
              <a:bodyPr rtlCol="0" anchor="ctr"/>
              <a:lstStyle/>
              <a:p>
                <a:endParaRPr lang="zh-CN" altLang="en-US"/>
              </a:p>
            </p:txBody>
          </p:sp>
        </p:grpSp>
      </p:grpSp>
      <p:grpSp>
        <p:nvGrpSpPr>
          <p:cNvPr id="1248" name="组合 1247">
            <a:extLst>
              <a:ext uri="{FF2B5EF4-FFF2-40B4-BE49-F238E27FC236}">
                <a16:creationId xmlns:a16="http://schemas.microsoft.com/office/drawing/2014/main" id="{16AA4F62-76D4-BC8F-387D-E68CD50DB59B}"/>
              </a:ext>
            </a:extLst>
          </p:cNvPr>
          <p:cNvGrpSpPr/>
          <p:nvPr/>
        </p:nvGrpSpPr>
        <p:grpSpPr>
          <a:xfrm>
            <a:off x="5906867" y="4226833"/>
            <a:ext cx="379937" cy="379935"/>
            <a:chOff x="5906867" y="4154711"/>
            <a:chExt cx="379937" cy="379935"/>
          </a:xfrm>
        </p:grpSpPr>
        <p:grpSp>
          <p:nvGrpSpPr>
            <p:cNvPr id="1171" name="组合 1170">
              <a:extLst>
                <a:ext uri="{FF2B5EF4-FFF2-40B4-BE49-F238E27FC236}">
                  <a16:creationId xmlns:a16="http://schemas.microsoft.com/office/drawing/2014/main" id="{3B76E141-2D94-00DE-591A-4D9F6EF0D1B0}"/>
                </a:ext>
              </a:extLst>
            </p:cNvPr>
            <p:cNvGrpSpPr/>
            <p:nvPr/>
          </p:nvGrpSpPr>
          <p:grpSpPr>
            <a:xfrm>
              <a:off x="5906867" y="4154711"/>
              <a:ext cx="379937" cy="379935"/>
              <a:chOff x="2492898" y="4172276"/>
              <a:chExt cx="932728" cy="932729"/>
            </a:xfrm>
          </p:grpSpPr>
          <p:sp>
            <p:nvSpPr>
              <p:cNvPr id="1172" name="椭圆 1171">
                <a:extLst>
                  <a:ext uri="{FF2B5EF4-FFF2-40B4-BE49-F238E27FC236}">
                    <a16:creationId xmlns:a16="http://schemas.microsoft.com/office/drawing/2014/main" id="{B5E9773E-6564-7517-04AD-1F44C1A4AA9F}"/>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173" name="椭圆 1172">
                <a:extLst>
                  <a:ext uri="{FF2B5EF4-FFF2-40B4-BE49-F238E27FC236}">
                    <a16:creationId xmlns:a16="http://schemas.microsoft.com/office/drawing/2014/main" id="{CD71763D-06BC-6CD1-A7DB-E89C406C081D}"/>
                  </a:ext>
                </a:extLst>
              </p:cNvPr>
              <p:cNvSpPr/>
              <p:nvPr/>
            </p:nvSpPr>
            <p:spPr>
              <a:xfrm>
                <a:off x="2492898" y="4172277"/>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600" b="1" dirty="0">
                  <a:solidFill>
                    <a:schemeClr val="tx1"/>
                  </a:solidFill>
                  <a:latin typeface="+mj-ea"/>
                  <a:ea typeface="+mj-ea"/>
                </a:endParaRPr>
              </a:p>
            </p:txBody>
          </p:sp>
        </p:grpSp>
        <p:grpSp>
          <p:nvGrpSpPr>
            <p:cNvPr id="1240" name="组合 1239">
              <a:extLst>
                <a:ext uri="{FF2B5EF4-FFF2-40B4-BE49-F238E27FC236}">
                  <a16:creationId xmlns:a16="http://schemas.microsoft.com/office/drawing/2014/main" id="{620847BF-102F-7C56-4310-D3EE218D378A}"/>
                </a:ext>
              </a:extLst>
            </p:cNvPr>
            <p:cNvGrpSpPr/>
            <p:nvPr/>
          </p:nvGrpSpPr>
          <p:grpSpPr>
            <a:xfrm>
              <a:off x="6013533" y="4265581"/>
              <a:ext cx="166606" cy="158196"/>
              <a:chOff x="4569054" y="4316128"/>
              <a:chExt cx="132459" cy="125775"/>
            </a:xfrm>
            <a:solidFill>
              <a:schemeClr val="tx1"/>
            </a:solidFill>
          </p:grpSpPr>
          <p:sp>
            <p:nvSpPr>
              <p:cNvPr id="1238" name="任意多边形: 形状 1237">
                <a:extLst>
                  <a:ext uri="{FF2B5EF4-FFF2-40B4-BE49-F238E27FC236}">
                    <a16:creationId xmlns:a16="http://schemas.microsoft.com/office/drawing/2014/main" id="{908D0180-937D-2104-82A0-60EE9C737D03}"/>
                  </a:ext>
                </a:extLst>
              </p:cNvPr>
              <p:cNvSpPr/>
              <p:nvPr/>
            </p:nvSpPr>
            <p:spPr>
              <a:xfrm>
                <a:off x="4569069" y="4316128"/>
                <a:ext cx="132444" cy="125775"/>
              </a:xfrm>
              <a:custGeom>
                <a:avLst/>
                <a:gdLst>
                  <a:gd name="connsiteX0" fmla="*/ 128458 w 132444"/>
                  <a:gd name="connsiteY0" fmla="*/ 15551 h 125775"/>
                  <a:gd name="connsiteX1" fmla="*/ 62206 w 132444"/>
                  <a:gd name="connsiteY1" fmla="*/ 15551 h 125775"/>
                  <a:gd name="connsiteX2" fmla="*/ 62206 w 132444"/>
                  <a:gd name="connsiteY2" fmla="*/ 11974 h 125775"/>
                  <a:gd name="connsiteX3" fmla="*/ 50231 w 132444"/>
                  <a:gd name="connsiteY3" fmla="*/ 0 h 125775"/>
                  <a:gd name="connsiteX4" fmla="*/ 37484 w 132444"/>
                  <a:gd name="connsiteY4" fmla="*/ 0 h 125775"/>
                  <a:gd name="connsiteX5" fmla="*/ 25510 w 132444"/>
                  <a:gd name="connsiteY5" fmla="*/ 11974 h 125775"/>
                  <a:gd name="connsiteX6" fmla="*/ 25510 w 132444"/>
                  <a:gd name="connsiteY6" fmla="*/ 15551 h 125775"/>
                  <a:gd name="connsiteX7" fmla="*/ 3986 w 132444"/>
                  <a:gd name="connsiteY7" fmla="*/ 15551 h 125775"/>
                  <a:gd name="connsiteX8" fmla="*/ 0 w 132444"/>
                  <a:gd name="connsiteY8" fmla="*/ 19538 h 125775"/>
                  <a:gd name="connsiteX9" fmla="*/ 3986 w 132444"/>
                  <a:gd name="connsiteY9" fmla="*/ 23524 h 125775"/>
                  <a:gd name="connsiteX10" fmla="*/ 25510 w 132444"/>
                  <a:gd name="connsiteY10" fmla="*/ 23524 h 125775"/>
                  <a:gd name="connsiteX11" fmla="*/ 25510 w 132444"/>
                  <a:gd name="connsiteY11" fmla="*/ 24706 h 125775"/>
                  <a:gd name="connsiteX12" fmla="*/ 37484 w 132444"/>
                  <a:gd name="connsiteY12" fmla="*/ 36681 h 125775"/>
                  <a:gd name="connsiteX13" fmla="*/ 50231 w 132444"/>
                  <a:gd name="connsiteY13" fmla="*/ 36681 h 125775"/>
                  <a:gd name="connsiteX14" fmla="*/ 62206 w 132444"/>
                  <a:gd name="connsiteY14" fmla="*/ 24706 h 125775"/>
                  <a:gd name="connsiteX15" fmla="*/ 62206 w 132444"/>
                  <a:gd name="connsiteY15" fmla="*/ 23524 h 125775"/>
                  <a:gd name="connsiteX16" fmla="*/ 128458 w 132444"/>
                  <a:gd name="connsiteY16" fmla="*/ 23524 h 125775"/>
                  <a:gd name="connsiteX17" fmla="*/ 132445 w 132444"/>
                  <a:gd name="connsiteY17" fmla="*/ 19538 h 125775"/>
                  <a:gd name="connsiteX18" fmla="*/ 128458 w 132444"/>
                  <a:gd name="connsiteY18" fmla="*/ 15551 h 125775"/>
                  <a:gd name="connsiteX19" fmla="*/ 54218 w 132444"/>
                  <a:gd name="connsiteY19" fmla="*/ 24706 h 125775"/>
                  <a:gd name="connsiteX20" fmla="*/ 50231 w 132444"/>
                  <a:gd name="connsiteY20" fmla="*/ 28693 h 125775"/>
                  <a:gd name="connsiteX21" fmla="*/ 37484 w 132444"/>
                  <a:gd name="connsiteY21" fmla="*/ 28693 h 125775"/>
                  <a:gd name="connsiteX22" fmla="*/ 33498 w 132444"/>
                  <a:gd name="connsiteY22" fmla="*/ 24706 h 125775"/>
                  <a:gd name="connsiteX23" fmla="*/ 33498 w 132444"/>
                  <a:gd name="connsiteY23" fmla="*/ 11959 h 125775"/>
                  <a:gd name="connsiteX24" fmla="*/ 37484 w 132444"/>
                  <a:gd name="connsiteY24" fmla="*/ 7973 h 125775"/>
                  <a:gd name="connsiteX25" fmla="*/ 50231 w 132444"/>
                  <a:gd name="connsiteY25" fmla="*/ 7973 h 125775"/>
                  <a:gd name="connsiteX26" fmla="*/ 54218 w 132444"/>
                  <a:gd name="connsiteY26" fmla="*/ 11959 h 125775"/>
                  <a:gd name="connsiteX27" fmla="*/ 54218 w 132444"/>
                  <a:gd name="connsiteY27" fmla="*/ 24706 h 125775"/>
                  <a:gd name="connsiteX28" fmla="*/ 128458 w 132444"/>
                  <a:gd name="connsiteY28" fmla="*/ 103449 h 125775"/>
                  <a:gd name="connsiteX29" fmla="*/ 62206 w 132444"/>
                  <a:gd name="connsiteY29" fmla="*/ 103449 h 125775"/>
                  <a:gd name="connsiteX30" fmla="*/ 62206 w 132444"/>
                  <a:gd name="connsiteY30" fmla="*/ 101069 h 125775"/>
                  <a:gd name="connsiteX31" fmla="*/ 50231 w 132444"/>
                  <a:gd name="connsiteY31" fmla="*/ 89095 h 125775"/>
                  <a:gd name="connsiteX32" fmla="*/ 37484 w 132444"/>
                  <a:gd name="connsiteY32" fmla="*/ 89095 h 125775"/>
                  <a:gd name="connsiteX33" fmla="*/ 25510 w 132444"/>
                  <a:gd name="connsiteY33" fmla="*/ 101069 h 125775"/>
                  <a:gd name="connsiteX34" fmla="*/ 25510 w 132444"/>
                  <a:gd name="connsiteY34" fmla="*/ 103449 h 125775"/>
                  <a:gd name="connsiteX35" fmla="*/ 3986 w 132444"/>
                  <a:gd name="connsiteY35" fmla="*/ 103449 h 125775"/>
                  <a:gd name="connsiteX36" fmla="*/ 0 w 132444"/>
                  <a:gd name="connsiteY36" fmla="*/ 107435 h 125775"/>
                  <a:gd name="connsiteX37" fmla="*/ 3986 w 132444"/>
                  <a:gd name="connsiteY37" fmla="*/ 111421 h 125775"/>
                  <a:gd name="connsiteX38" fmla="*/ 25510 w 132444"/>
                  <a:gd name="connsiteY38" fmla="*/ 111421 h 125775"/>
                  <a:gd name="connsiteX39" fmla="*/ 25510 w 132444"/>
                  <a:gd name="connsiteY39" fmla="*/ 113801 h 125775"/>
                  <a:gd name="connsiteX40" fmla="*/ 37484 w 132444"/>
                  <a:gd name="connsiteY40" fmla="*/ 125775 h 125775"/>
                  <a:gd name="connsiteX41" fmla="*/ 50231 w 132444"/>
                  <a:gd name="connsiteY41" fmla="*/ 125775 h 125775"/>
                  <a:gd name="connsiteX42" fmla="*/ 62206 w 132444"/>
                  <a:gd name="connsiteY42" fmla="*/ 113801 h 125775"/>
                  <a:gd name="connsiteX43" fmla="*/ 62206 w 132444"/>
                  <a:gd name="connsiteY43" fmla="*/ 111421 h 125775"/>
                  <a:gd name="connsiteX44" fmla="*/ 128458 w 132444"/>
                  <a:gd name="connsiteY44" fmla="*/ 111421 h 125775"/>
                  <a:gd name="connsiteX45" fmla="*/ 132445 w 132444"/>
                  <a:gd name="connsiteY45" fmla="*/ 107435 h 125775"/>
                  <a:gd name="connsiteX46" fmla="*/ 128458 w 132444"/>
                  <a:gd name="connsiteY46" fmla="*/ 103449 h 125775"/>
                  <a:gd name="connsiteX47" fmla="*/ 54218 w 132444"/>
                  <a:gd name="connsiteY47" fmla="*/ 113816 h 125775"/>
                  <a:gd name="connsiteX48" fmla="*/ 50231 w 132444"/>
                  <a:gd name="connsiteY48" fmla="*/ 117803 h 125775"/>
                  <a:gd name="connsiteX49" fmla="*/ 37484 w 132444"/>
                  <a:gd name="connsiteY49" fmla="*/ 117803 h 125775"/>
                  <a:gd name="connsiteX50" fmla="*/ 33498 w 132444"/>
                  <a:gd name="connsiteY50" fmla="*/ 113816 h 125775"/>
                  <a:gd name="connsiteX51" fmla="*/ 33498 w 132444"/>
                  <a:gd name="connsiteY51" fmla="*/ 101069 h 125775"/>
                  <a:gd name="connsiteX52" fmla="*/ 37484 w 132444"/>
                  <a:gd name="connsiteY52" fmla="*/ 97083 h 125775"/>
                  <a:gd name="connsiteX53" fmla="*/ 50231 w 132444"/>
                  <a:gd name="connsiteY53" fmla="*/ 97083 h 125775"/>
                  <a:gd name="connsiteX54" fmla="*/ 54218 w 132444"/>
                  <a:gd name="connsiteY54" fmla="*/ 101069 h 125775"/>
                  <a:gd name="connsiteX55" fmla="*/ 54218 w 132444"/>
                  <a:gd name="connsiteY55" fmla="*/ 113816 h 12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32444" h="125775">
                    <a:moveTo>
                      <a:pt x="128458" y="15551"/>
                    </a:moveTo>
                    <a:lnTo>
                      <a:pt x="62206" y="15551"/>
                    </a:lnTo>
                    <a:lnTo>
                      <a:pt x="62206" y="11974"/>
                    </a:lnTo>
                    <a:cubicBezTo>
                      <a:pt x="62206" y="5366"/>
                      <a:pt x="56840" y="0"/>
                      <a:pt x="50231" y="0"/>
                    </a:cubicBezTo>
                    <a:lnTo>
                      <a:pt x="37484" y="0"/>
                    </a:lnTo>
                    <a:cubicBezTo>
                      <a:pt x="30875" y="0"/>
                      <a:pt x="25510" y="5366"/>
                      <a:pt x="25510" y="11974"/>
                    </a:cubicBezTo>
                    <a:lnTo>
                      <a:pt x="25510" y="15551"/>
                    </a:lnTo>
                    <a:lnTo>
                      <a:pt x="3986" y="15551"/>
                    </a:lnTo>
                    <a:cubicBezTo>
                      <a:pt x="1789" y="15551"/>
                      <a:pt x="0" y="17340"/>
                      <a:pt x="0" y="19538"/>
                    </a:cubicBezTo>
                    <a:cubicBezTo>
                      <a:pt x="0" y="21736"/>
                      <a:pt x="1789" y="23524"/>
                      <a:pt x="3986" y="23524"/>
                    </a:cubicBezTo>
                    <a:lnTo>
                      <a:pt x="25510" y="23524"/>
                    </a:lnTo>
                    <a:lnTo>
                      <a:pt x="25510" y="24706"/>
                    </a:lnTo>
                    <a:cubicBezTo>
                      <a:pt x="25510" y="31315"/>
                      <a:pt x="30875" y="36681"/>
                      <a:pt x="37484" y="36681"/>
                    </a:cubicBezTo>
                    <a:lnTo>
                      <a:pt x="50231" y="36681"/>
                    </a:lnTo>
                    <a:cubicBezTo>
                      <a:pt x="56840" y="36681"/>
                      <a:pt x="62206" y="31315"/>
                      <a:pt x="62206" y="24706"/>
                    </a:cubicBezTo>
                    <a:lnTo>
                      <a:pt x="62206" y="23524"/>
                    </a:lnTo>
                    <a:lnTo>
                      <a:pt x="128458" y="23524"/>
                    </a:lnTo>
                    <a:cubicBezTo>
                      <a:pt x="130656" y="23524"/>
                      <a:pt x="132445" y="21736"/>
                      <a:pt x="132445" y="19538"/>
                    </a:cubicBezTo>
                    <a:cubicBezTo>
                      <a:pt x="132445" y="17340"/>
                      <a:pt x="130656" y="15551"/>
                      <a:pt x="128458" y="15551"/>
                    </a:cubicBezTo>
                    <a:close/>
                    <a:moveTo>
                      <a:pt x="54218" y="24706"/>
                    </a:moveTo>
                    <a:cubicBezTo>
                      <a:pt x="54218" y="26904"/>
                      <a:pt x="52429" y="28693"/>
                      <a:pt x="50231" y="28693"/>
                    </a:cubicBezTo>
                    <a:lnTo>
                      <a:pt x="37484" y="28693"/>
                    </a:lnTo>
                    <a:cubicBezTo>
                      <a:pt x="35286" y="28693"/>
                      <a:pt x="33498" y="26904"/>
                      <a:pt x="33498" y="24706"/>
                    </a:cubicBezTo>
                    <a:lnTo>
                      <a:pt x="33498" y="11959"/>
                    </a:lnTo>
                    <a:cubicBezTo>
                      <a:pt x="33498" y="9761"/>
                      <a:pt x="35286" y="7973"/>
                      <a:pt x="37484" y="7973"/>
                    </a:cubicBezTo>
                    <a:lnTo>
                      <a:pt x="50231" y="7973"/>
                    </a:lnTo>
                    <a:cubicBezTo>
                      <a:pt x="52429" y="7973"/>
                      <a:pt x="54218" y="9761"/>
                      <a:pt x="54218" y="11959"/>
                    </a:cubicBezTo>
                    <a:lnTo>
                      <a:pt x="54218" y="24706"/>
                    </a:lnTo>
                    <a:close/>
                    <a:moveTo>
                      <a:pt x="128458" y="103449"/>
                    </a:moveTo>
                    <a:lnTo>
                      <a:pt x="62206" y="103449"/>
                    </a:lnTo>
                    <a:lnTo>
                      <a:pt x="62206" y="101069"/>
                    </a:lnTo>
                    <a:cubicBezTo>
                      <a:pt x="62206" y="94460"/>
                      <a:pt x="56840" y="89095"/>
                      <a:pt x="50231" y="89095"/>
                    </a:cubicBezTo>
                    <a:lnTo>
                      <a:pt x="37484" y="89095"/>
                    </a:lnTo>
                    <a:cubicBezTo>
                      <a:pt x="30875" y="89095"/>
                      <a:pt x="25510" y="94460"/>
                      <a:pt x="25510" y="101069"/>
                    </a:cubicBezTo>
                    <a:lnTo>
                      <a:pt x="25510" y="103449"/>
                    </a:lnTo>
                    <a:lnTo>
                      <a:pt x="3986" y="103449"/>
                    </a:lnTo>
                    <a:cubicBezTo>
                      <a:pt x="1789" y="103449"/>
                      <a:pt x="0" y="105237"/>
                      <a:pt x="0" y="107435"/>
                    </a:cubicBezTo>
                    <a:cubicBezTo>
                      <a:pt x="0" y="109633"/>
                      <a:pt x="1789" y="111421"/>
                      <a:pt x="3986" y="111421"/>
                    </a:cubicBezTo>
                    <a:lnTo>
                      <a:pt x="25510" y="111421"/>
                    </a:lnTo>
                    <a:lnTo>
                      <a:pt x="25510" y="113801"/>
                    </a:lnTo>
                    <a:cubicBezTo>
                      <a:pt x="25510" y="120410"/>
                      <a:pt x="30875" y="125775"/>
                      <a:pt x="37484" y="125775"/>
                    </a:cubicBezTo>
                    <a:lnTo>
                      <a:pt x="50231" y="125775"/>
                    </a:lnTo>
                    <a:cubicBezTo>
                      <a:pt x="56840" y="125775"/>
                      <a:pt x="62206" y="120410"/>
                      <a:pt x="62206" y="113801"/>
                    </a:cubicBezTo>
                    <a:lnTo>
                      <a:pt x="62206" y="111421"/>
                    </a:lnTo>
                    <a:lnTo>
                      <a:pt x="128458" y="111421"/>
                    </a:lnTo>
                    <a:cubicBezTo>
                      <a:pt x="130656" y="111421"/>
                      <a:pt x="132445" y="109633"/>
                      <a:pt x="132445" y="107435"/>
                    </a:cubicBezTo>
                    <a:cubicBezTo>
                      <a:pt x="132445" y="105237"/>
                      <a:pt x="130656" y="103449"/>
                      <a:pt x="128458" y="103449"/>
                    </a:cubicBezTo>
                    <a:close/>
                    <a:moveTo>
                      <a:pt x="54218" y="113816"/>
                    </a:moveTo>
                    <a:cubicBezTo>
                      <a:pt x="54218" y="116014"/>
                      <a:pt x="52429" y="117803"/>
                      <a:pt x="50231" y="117803"/>
                    </a:cubicBezTo>
                    <a:lnTo>
                      <a:pt x="37484" y="117803"/>
                    </a:lnTo>
                    <a:cubicBezTo>
                      <a:pt x="35286" y="117803"/>
                      <a:pt x="33498" y="116014"/>
                      <a:pt x="33498" y="113816"/>
                    </a:cubicBezTo>
                    <a:lnTo>
                      <a:pt x="33498" y="101069"/>
                    </a:lnTo>
                    <a:cubicBezTo>
                      <a:pt x="33498" y="98871"/>
                      <a:pt x="35286" y="97083"/>
                      <a:pt x="37484" y="97083"/>
                    </a:cubicBezTo>
                    <a:lnTo>
                      <a:pt x="50231" y="97083"/>
                    </a:lnTo>
                    <a:cubicBezTo>
                      <a:pt x="52429" y="97083"/>
                      <a:pt x="54218" y="98871"/>
                      <a:pt x="54218" y="101069"/>
                    </a:cubicBezTo>
                    <a:lnTo>
                      <a:pt x="54218" y="113816"/>
                    </a:lnTo>
                    <a:close/>
                  </a:path>
                </a:pathLst>
              </a:custGeom>
              <a:grpFill/>
              <a:ln w="149" cap="flat">
                <a:noFill/>
                <a:prstDash val="solid"/>
                <a:miter/>
              </a:ln>
            </p:spPr>
            <p:txBody>
              <a:bodyPr rtlCol="0" anchor="ctr"/>
              <a:lstStyle/>
              <a:p>
                <a:endParaRPr lang="zh-CN" altLang="en-US"/>
              </a:p>
            </p:txBody>
          </p:sp>
          <p:sp>
            <p:nvSpPr>
              <p:cNvPr id="1239" name="任意多边形: 形状 1238">
                <a:extLst>
                  <a:ext uri="{FF2B5EF4-FFF2-40B4-BE49-F238E27FC236}">
                    <a16:creationId xmlns:a16="http://schemas.microsoft.com/office/drawing/2014/main" id="{A73704B9-4BF9-2698-B13F-261B62D86AE0}"/>
                  </a:ext>
                </a:extLst>
              </p:cNvPr>
              <p:cNvSpPr/>
              <p:nvPr/>
            </p:nvSpPr>
            <p:spPr>
              <a:xfrm>
                <a:off x="4569054" y="4360039"/>
                <a:ext cx="132459" cy="36680"/>
              </a:xfrm>
              <a:custGeom>
                <a:avLst/>
                <a:gdLst>
                  <a:gd name="connsiteX0" fmla="*/ 128473 w 132459"/>
                  <a:gd name="connsiteY0" fmla="*/ 14354 h 36680"/>
                  <a:gd name="connsiteX1" fmla="*/ 108208 w 132459"/>
                  <a:gd name="connsiteY1" fmla="*/ 14354 h 36680"/>
                  <a:gd name="connsiteX2" fmla="*/ 108208 w 132459"/>
                  <a:gd name="connsiteY2" fmla="*/ 11974 h 36680"/>
                  <a:gd name="connsiteX3" fmla="*/ 96234 w 132459"/>
                  <a:gd name="connsiteY3" fmla="*/ 0 h 36680"/>
                  <a:gd name="connsiteX4" fmla="*/ 83487 w 132459"/>
                  <a:gd name="connsiteY4" fmla="*/ 0 h 36680"/>
                  <a:gd name="connsiteX5" fmla="*/ 71512 w 132459"/>
                  <a:gd name="connsiteY5" fmla="*/ 11974 h 36680"/>
                  <a:gd name="connsiteX6" fmla="*/ 71512 w 132459"/>
                  <a:gd name="connsiteY6" fmla="*/ 14354 h 36680"/>
                  <a:gd name="connsiteX7" fmla="*/ 3986 w 132459"/>
                  <a:gd name="connsiteY7" fmla="*/ 14354 h 36680"/>
                  <a:gd name="connsiteX8" fmla="*/ 0 w 132459"/>
                  <a:gd name="connsiteY8" fmla="*/ 18340 h 36680"/>
                  <a:gd name="connsiteX9" fmla="*/ 3986 w 132459"/>
                  <a:gd name="connsiteY9" fmla="*/ 22327 h 36680"/>
                  <a:gd name="connsiteX10" fmla="*/ 71512 w 132459"/>
                  <a:gd name="connsiteY10" fmla="*/ 22327 h 36680"/>
                  <a:gd name="connsiteX11" fmla="*/ 71512 w 132459"/>
                  <a:gd name="connsiteY11" fmla="*/ 24706 h 36680"/>
                  <a:gd name="connsiteX12" fmla="*/ 83487 w 132459"/>
                  <a:gd name="connsiteY12" fmla="*/ 36681 h 36680"/>
                  <a:gd name="connsiteX13" fmla="*/ 96234 w 132459"/>
                  <a:gd name="connsiteY13" fmla="*/ 36681 h 36680"/>
                  <a:gd name="connsiteX14" fmla="*/ 108208 w 132459"/>
                  <a:gd name="connsiteY14" fmla="*/ 24706 h 36680"/>
                  <a:gd name="connsiteX15" fmla="*/ 108208 w 132459"/>
                  <a:gd name="connsiteY15" fmla="*/ 22327 h 36680"/>
                  <a:gd name="connsiteX16" fmla="*/ 128473 w 132459"/>
                  <a:gd name="connsiteY16" fmla="*/ 22327 h 36680"/>
                  <a:gd name="connsiteX17" fmla="*/ 132460 w 132459"/>
                  <a:gd name="connsiteY17" fmla="*/ 18340 h 36680"/>
                  <a:gd name="connsiteX18" fmla="*/ 128473 w 132459"/>
                  <a:gd name="connsiteY18" fmla="*/ 14354 h 36680"/>
                  <a:gd name="connsiteX19" fmla="*/ 100220 w 132459"/>
                  <a:gd name="connsiteY19" fmla="*/ 24722 h 36680"/>
                  <a:gd name="connsiteX20" fmla="*/ 96234 w 132459"/>
                  <a:gd name="connsiteY20" fmla="*/ 28708 h 36680"/>
                  <a:gd name="connsiteX21" fmla="*/ 83487 w 132459"/>
                  <a:gd name="connsiteY21" fmla="*/ 28708 h 36680"/>
                  <a:gd name="connsiteX22" fmla="*/ 79500 w 132459"/>
                  <a:gd name="connsiteY22" fmla="*/ 24722 h 36680"/>
                  <a:gd name="connsiteX23" fmla="*/ 79500 w 132459"/>
                  <a:gd name="connsiteY23" fmla="*/ 11974 h 36680"/>
                  <a:gd name="connsiteX24" fmla="*/ 83487 w 132459"/>
                  <a:gd name="connsiteY24" fmla="*/ 7988 h 36680"/>
                  <a:gd name="connsiteX25" fmla="*/ 96234 w 132459"/>
                  <a:gd name="connsiteY25" fmla="*/ 7988 h 36680"/>
                  <a:gd name="connsiteX26" fmla="*/ 100220 w 132459"/>
                  <a:gd name="connsiteY26" fmla="*/ 11974 h 36680"/>
                  <a:gd name="connsiteX27" fmla="*/ 100220 w 132459"/>
                  <a:gd name="connsiteY27" fmla="*/ 24722 h 36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2459" h="36680">
                    <a:moveTo>
                      <a:pt x="128473" y="14354"/>
                    </a:moveTo>
                    <a:lnTo>
                      <a:pt x="108208" y="14354"/>
                    </a:lnTo>
                    <a:lnTo>
                      <a:pt x="108208" y="11974"/>
                    </a:lnTo>
                    <a:cubicBezTo>
                      <a:pt x="108208" y="5366"/>
                      <a:pt x="102842" y="0"/>
                      <a:pt x="96234" y="0"/>
                    </a:cubicBezTo>
                    <a:lnTo>
                      <a:pt x="83487" y="0"/>
                    </a:lnTo>
                    <a:cubicBezTo>
                      <a:pt x="76878" y="0"/>
                      <a:pt x="71512" y="5366"/>
                      <a:pt x="71512" y="11974"/>
                    </a:cubicBezTo>
                    <a:lnTo>
                      <a:pt x="71512" y="14354"/>
                    </a:lnTo>
                    <a:lnTo>
                      <a:pt x="3986" y="14354"/>
                    </a:lnTo>
                    <a:cubicBezTo>
                      <a:pt x="1789" y="14354"/>
                      <a:pt x="0" y="16143"/>
                      <a:pt x="0" y="18340"/>
                    </a:cubicBezTo>
                    <a:cubicBezTo>
                      <a:pt x="0" y="20538"/>
                      <a:pt x="1789" y="22327"/>
                      <a:pt x="3986" y="22327"/>
                    </a:cubicBezTo>
                    <a:lnTo>
                      <a:pt x="71512" y="22327"/>
                    </a:lnTo>
                    <a:lnTo>
                      <a:pt x="71512" y="24706"/>
                    </a:lnTo>
                    <a:cubicBezTo>
                      <a:pt x="71512" y="31315"/>
                      <a:pt x="76878" y="36681"/>
                      <a:pt x="83487" y="36681"/>
                    </a:cubicBezTo>
                    <a:lnTo>
                      <a:pt x="96234" y="36681"/>
                    </a:lnTo>
                    <a:cubicBezTo>
                      <a:pt x="102842" y="36681"/>
                      <a:pt x="108208" y="31315"/>
                      <a:pt x="108208" y="24706"/>
                    </a:cubicBezTo>
                    <a:lnTo>
                      <a:pt x="108208" y="22327"/>
                    </a:lnTo>
                    <a:lnTo>
                      <a:pt x="128473" y="22327"/>
                    </a:lnTo>
                    <a:cubicBezTo>
                      <a:pt x="130671" y="22327"/>
                      <a:pt x="132460" y="20538"/>
                      <a:pt x="132460" y="18340"/>
                    </a:cubicBezTo>
                    <a:cubicBezTo>
                      <a:pt x="132460" y="16143"/>
                      <a:pt x="130671" y="14354"/>
                      <a:pt x="128473" y="14354"/>
                    </a:cubicBezTo>
                    <a:close/>
                    <a:moveTo>
                      <a:pt x="100220" y="24722"/>
                    </a:moveTo>
                    <a:cubicBezTo>
                      <a:pt x="100220" y="26919"/>
                      <a:pt x="98432" y="28708"/>
                      <a:pt x="96234" y="28708"/>
                    </a:cubicBezTo>
                    <a:lnTo>
                      <a:pt x="83487" y="28708"/>
                    </a:lnTo>
                    <a:cubicBezTo>
                      <a:pt x="81289" y="28708"/>
                      <a:pt x="79500" y="26919"/>
                      <a:pt x="79500" y="24722"/>
                    </a:cubicBezTo>
                    <a:lnTo>
                      <a:pt x="79500" y="11974"/>
                    </a:lnTo>
                    <a:cubicBezTo>
                      <a:pt x="79500" y="9776"/>
                      <a:pt x="81289" y="7988"/>
                      <a:pt x="83487" y="7988"/>
                    </a:cubicBezTo>
                    <a:lnTo>
                      <a:pt x="96234" y="7988"/>
                    </a:lnTo>
                    <a:cubicBezTo>
                      <a:pt x="98432" y="7988"/>
                      <a:pt x="100220" y="9776"/>
                      <a:pt x="100220" y="11974"/>
                    </a:cubicBezTo>
                    <a:lnTo>
                      <a:pt x="100220" y="24722"/>
                    </a:lnTo>
                    <a:close/>
                  </a:path>
                </a:pathLst>
              </a:custGeom>
              <a:grpFill/>
              <a:ln w="149" cap="flat">
                <a:noFill/>
                <a:prstDash val="solid"/>
                <a:miter/>
              </a:ln>
            </p:spPr>
            <p:txBody>
              <a:bodyPr rtlCol="0" anchor="ctr"/>
              <a:lstStyle/>
              <a:p>
                <a:endParaRPr lang="zh-CN" altLang="en-US"/>
              </a:p>
            </p:txBody>
          </p:sp>
        </p:grpSp>
      </p:grpSp>
      <p:grpSp>
        <p:nvGrpSpPr>
          <p:cNvPr id="1247" name="组合 1246">
            <a:extLst>
              <a:ext uri="{FF2B5EF4-FFF2-40B4-BE49-F238E27FC236}">
                <a16:creationId xmlns:a16="http://schemas.microsoft.com/office/drawing/2014/main" id="{D6EBAAD8-B338-3EDD-D48C-8B18DF0697AC}"/>
              </a:ext>
            </a:extLst>
          </p:cNvPr>
          <p:cNvGrpSpPr/>
          <p:nvPr/>
        </p:nvGrpSpPr>
        <p:grpSpPr>
          <a:xfrm>
            <a:off x="7366786" y="4142052"/>
            <a:ext cx="379937" cy="379935"/>
            <a:chOff x="7366786" y="4069930"/>
            <a:chExt cx="379937" cy="379935"/>
          </a:xfrm>
        </p:grpSpPr>
        <p:grpSp>
          <p:nvGrpSpPr>
            <p:cNvPr id="1166" name="组合 1165">
              <a:extLst>
                <a:ext uri="{FF2B5EF4-FFF2-40B4-BE49-F238E27FC236}">
                  <a16:creationId xmlns:a16="http://schemas.microsoft.com/office/drawing/2014/main" id="{153A7317-2EF1-38FF-BCF2-A566BC85A82F}"/>
                </a:ext>
              </a:extLst>
            </p:cNvPr>
            <p:cNvGrpSpPr/>
            <p:nvPr/>
          </p:nvGrpSpPr>
          <p:grpSpPr>
            <a:xfrm>
              <a:off x="7366786" y="4069930"/>
              <a:ext cx="379937" cy="379935"/>
              <a:chOff x="2492898" y="4172276"/>
              <a:chExt cx="932728" cy="932729"/>
            </a:xfrm>
          </p:grpSpPr>
          <p:sp>
            <p:nvSpPr>
              <p:cNvPr id="1167" name="椭圆 1166">
                <a:extLst>
                  <a:ext uri="{FF2B5EF4-FFF2-40B4-BE49-F238E27FC236}">
                    <a16:creationId xmlns:a16="http://schemas.microsoft.com/office/drawing/2014/main" id="{56B5684D-176C-1EDA-92F8-AB40687950C3}"/>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168" name="椭圆 1167">
                <a:extLst>
                  <a:ext uri="{FF2B5EF4-FFF2-40B4-BE49-F238E27FC236}">
                    <a16:creationId xmlns:a16="http://schemas.microsoft.com/office/drawing/2014/main" id="{FE55FC1D-6A93-D6ED-C377-A439CD81E40B}"/>
                  </a:ext>
                </a:extLst>
              </p:cNvPr>
              <p:cNvSpPr/>
              <p:nvPr/>
            </p:nvSpPr>
            <p:spPr>
              <a:xfrm>
                <a:off x="2492898" y="4172277"/>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600" b="1" dirty="0">
                  <a:solidFill>
                    <a:schemeClr val="tx1"/>
                  </a:solidFill>
                  <a:latin typeface="+mj-ea"/>
                  <a:ea typeface="+mj-ea"/>
                </a:endParaRPr>
              </a:p>
            </p:txBody>
          </p:sp>
        </p:grpSp>
        <p:sp>
          <p:nvSpPr>
            <p:cNvPr id="1246" name="图形 1244">
              <a:extLst>
                <a:ext uri="{FF2B5EF4-FFF2-40B4-BE49-F238E27FC236}">
                  <a16:creationId xmlns:a16="http://schemas.microsoft.com/office/drawing/2014/main" id="{340136F6-3A07-3BA6-1201-B6049421CC25}"/>
                </a:ext>
              </a:extLst>
            </p:cNvPr>
            <p:cNvSpPr/>
            <p:nvPr/>
          </p:nvSpPr>
          <p:spPr>
            <a:xfrm>
              <a:off x="7477727" y="4180870"/>
              <a:ext cx="158054" cy="158054"/>
            </a:xfrm>
            <a:custGeom>
              <a:avLst/>
              <a:gdLst>
                <a:gd name="connsiteX0" fmla="*/ 357675 w 379937"/>
                <a:gd name="connsiteY0" fmla="*/ 0 h 379937"/>
                <a:gd name="connsiteX1" fmla="*/ 22262 w 379937"/>
                <a:gd name="connsiteY1" fmla="*/ 0 h 379937"/>
                <a:gd name="connsiteX2" fmla="*/ 0 w 379937"/>
                <a:gd name="connsiteY2" fmla="*/ 22262 h 379937"/>
                <a:gd name="connsiteX3" fmla="*/ 0 w 379937"/>
                <a:gd name="connsiteY3" fmla="*/ 271225 h 379937"/>
                <a:gd name="connsiteX4" fmla="*/ 22262 w 379937"/>
                <a:gd name="connsiteY4" fmla="*/ 293487 h 379937"/>
                <a:gd name="connsiteX5" fmla="*/ 357675 w 379937"/>
                <a:gd name="connsiteY5" fmla="*/ 293487 h 379937"/>
                <a:gd name="connsiteX6" fmla="*/ 379937 w 379937"/>
                <a:gd name="connsiteY6" fmla="*/ 271225 h 379937"/>
                <a:gd name="connsiteX7" fmla="*/ 379937 w 379937"/>
                <a:gd name="connsiteY7" fmla="*/ 22262 h 379937"/>
                <a:gd name="connsiteX8" fmla="*/ 357675 w 379937"/>
                <a:gd name="connsiteY8" fmla="*/ 0 h 379937"/>
                <a:gd name="connsiteX9" fmla="*/ 350997 w 379937"/>
                <a:gd name="connsiteY9" fmla="*/ 244288 h 379937"/>
                <a:gd name="connsiteX10" fmla="*/ 334875 w 379937"/>
                <a:gd name="connsiteY10" fmla="*/ 262320 h 379937"/>
                <a:gd name="connsiteX11" fmla="*/ 107403 w 379937"/>
                <a:gd name="connsiteY11" fmla="*/ 262320 h 379937"/>
                <a:gd name="connsiteX12" fmla="*/ 147222 w 379937"/>
                <a:gd name="connsiteY12" fmla="*/ 195415 h 379937"/>
                <a:gd name="connsiteX13" fmla="*/ 198487 w 379937"/>
                <a:gd name="connsiteY13" fmla="*/ 220122 h 379937"/>
                <a:gd name="connsiteX14" fmla="*/ 216868 w 379937"/>
                <a:gd name="connsiteY14" fmla="*/ 215614 h 379937"/>
                <a:gd name="connsiteX15" fmla="*/ 270390 w 379937"/>
                <a:gd name="connsiteY15" fmla="*/ 149070 h 379937"/>
                <a:gd name="connsiteX16" fmla="*/ 305360 w 379937"/>
                <a:gd name="connsiteY16" fmla="*/ 148042 h 379937"/>
                <a:gd name="connsiteX17" fmla="*/ 332445 w 379937"/>
                <a:gd name="connsiteY17" fmla="*/ 122812 h 379937"/>
                <a:gd name="connsiteX18" fmla="*/ 319830 w 379937"/>
                <a:gd name="connsiteY18" fmla="*/ 62704 h 379937"/>
                <a:gd name="connsiteX19" fmla="*/ 251560 w 379937"/>
                <a:gd name="connsiteY19" fmla="*/ 66415 h 379937"/>
                <a:gd name="connsiteX20" fmla="*/ 245078 w 379937"/>
                <a:gd name="connsiteY20" fmla="*/ 125984 h 379937"/>
                <a:gd name="connsiteX21" fmla="*/ 200101 w 379937"/>
                <a:gd name="connsiteY21" fmla="*/ 181887 h 379937"/>
                <a:gd name="connsiteX22" fmla="*/ 147708 w 379937"/>
                <a:gd name="connsiteY22" fmla="*/ 156282 h 379937"/>
                <a:gd name="connsiteX23" fmla="*/ 127880 w 379937"/>
                <a:gd name="connsiteY23" fmla="*/ 162776 h 379937"/>
                <a:gd name="connsiteX24" fmla="*/ 68711 w 379937"/>
                <a:gd name="connsiteY24" fmla="*/ 262320 h 379937"/>
                <a:gd name="connsiteX25" fmla="*/ 44691 w 379937"/>
                <a:gd name="connsiteY25" fmla="*/ 262320 h 379937"/>
                <a:gd name="connsiteX26" fmla="*/ 28569 w 379937"/>
                <a:gd name="connsiteY26" fmla="*/ 244288 h 379937"/>
                <a:gd name="connsiteX27" fmla="*/ 28569 w 379937"/>
                <a:gd name="connsiteY27" fmla="*/ 45912 h 379937"/>
                <a:gd name="connsiteX28" fmla="*/ 33293 w 379937"/>
                <a:gd name="connsiteY28" fmla="*/ 33163 h 379937"/>
                <a:gd name="connsiteX29" fmla="*/ 44691 w 379937"/>
                <a:gd name="connsiteY29" fmla="*/ 27879 h 379937"/>
                <a:gd name="connsiteX30" fmla="*/ 334875 w 379937"/>
                <a:gd name="connsiteY30" fmla="*/ 27879 h 379937"/>
                <a:gd name="connsiteX31" fmla="*/ 350997 w 379937"/>
                <a:gd name="connsiteY31" fmla="*/ 45912 h 379937"/>
                <a:gd name="connsiteX32" fmla="*/ 350997 w 379937"/>
                <a:gd name="connsiteY32" fmla="*/ 244288 h 379937"/>
                <a:gd name="connsiteX33" fmla="*/ 262691 w 379937"/>
                <a:gd name="connsiteY33" fmla="*/ 100364 h 379937"/>
                <a:gd name="connsiteX34" fmla="*/ 287364 w 379937"/>
                <a:gd name="connsiteY34" fmla="*/ 75691 h 379937"/>
                <a:gd name="connsiteX35" fmla="*/ 312038 w 379937"/>
                <a:gd name="connsiteY35" fmla="*/ 100364 h 379937"/>
                <a:gd name="connsiteX36" fmla="*/ 287364 w 379937"/>
                <a:gd name="connsiteY36" fmla="*/ 125038 h 379937"/>
                <a:gd name="connsiteX37" fmla="*/ 262691 w 379937"/>
                <a:gd name="connsiteY37" fmla="*/ 100364 h 379937"/>
                <a:gd name="connsiteX38" fmla="*/ 356191 w 379937"/>
                <a:gd name="connsiteY38" fmla="*/ 361942 h 379937"/>
                <a:gd name="connsiteX39" fmla="*/ 338196 w 379937"/>
                <a:gd name="connsiteY39" fmla="*/ 379937 h 379937"/>
                <a:gd name="connsiteX40" fmla="*/ 41927 w 379937"/>
                <a:gd name="connsiteY40" fmla="*/ 379937 h 379937"/>
                <a:gd name="connsiteX41" fmla="*/ 23932 w 379937"/>
                <a:gd name="connsiteY41" fmla="*/ 361942 h 379937"/>
                <a:gd name="connsiteX42" fmla="*/ 41927 w 379937"/>
                <a:gd name="connsiteY42" fmla="*/ 343947 h 379937"/>
                <a:gd name="connsiteX43" fmla="*/ 338196 w 379937"/>
                <a:gd name="connsiteY43" fmla="*/ 343947 h 379937"/>
                <a:gd name="connsiteX44" fmla="*/ 356191 w 379937"/>
                <a:gd name="connsiteY44" fmla="*/ 361942 h 379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79937" h="379937">
                  <a:moveTo>
                    <a:pt x="357675" y="0"/>
                  </a:moveTo>
                  <a:lnTo>
                    <a:pt x="22262" y="0"/>
                  </a:lnTo>
                  <a:cubicBezTo>
                    <a:pt x="10018" y="0"/>
                    <a:pt x="0" y="10018"/>
                    <a:pt x="0" y="22262"/>
                  </a:cubicBezTo>
                  <a:lnTo>
                    <a:pt x="0" y="271225"/>
                  </a:lnTo>
                  <a:cubicBezTo>
                    <a:pt x="0" y="283469"/>
                    <a:pt x="10018" y="293487"/>
                    <a:pt x="22262" y="293487"/>
                  </a:cubicBezTo>
                  <a:lnTo>
                    <a:pt x="357675" y="293487"/>
                  </a:lnTo>
                  <a:cubicBezTo>
                    <a:pt x="369919" y="293487"/>
                    <a:pt x="379937" y="283469"/>
                    <a:pt x="379937" y="271225"/>
                  </a:cubicBezTo>
                  <a:lnTo>
                    <a:pt x="379937" y="22262"/>
                  </a:lnTo>
                  <a:cubicBezTo>
                    <a:pt x="379937" y="10018"/>
                    <a:pt x="369919" y="0"/>
                    <a:pt x="357675" y="0"/>
                  </a:cubicBezTo>
                  <a:close/>
                  <a:moveTo>
                    <a:pt x="350997" y="244288"/>
                  </a:moveTo>
                  <a:cubicBezTo>
                    <a:pt x="350997" y="254246"/>
                    <a:pt x="343780" y="262320"/>
                    <a:pt x="334875" y="262320"/>
                  </a:cubicBezTo>
                  <a:lnTo>
                    <a:pt x="107403" y="262320"/>
                  </a:lnTo>
                  <a:lnTo>
                    <a:pt x="147222" y="195415"/>
                  </a:lnTo>
                  <a:lnTo>
                    <a:pt x="198487" y="220122"/>
                  </a:lnTo>
                  <a:cubicBezTo>
                    <a:pt x="204843" y="223191"/>
                    <a:pt x="212242" y="221373"/>
                    <a:pt x="216868" y="215614"/>
                  </a:cubicBezTo>
                  <a:lnTo>
                    <a:pt x="270390" y="149070"/>
                  </a:lnTo>
                  <a:cubicBezTo>
                    <a:pt x="275555" y="151188"/>
                    <a:pt x="297278" y="150999"/>
                    <a:pt x="305360" y="148042"/>
                  </a:cubicBezTo>
                  <a:cubicBezTo>
                    <a:pt x="320572" y="142476"/>
                    <a:pt x="323540" y="137282"/>
                    <a:pt x="332445" y="122812"/>
                  </a:cubicBezTo>
                  <a:cubicBezTo>
                    <a:pt x="338248" y="113384"/>
                    <a:pt x="340979" y="81256"/>
                    <a:pt x="319830" y="62704"/>
                  </a:cubicBezTo>
                  <a:cubicBezTo>
                    <a:pt x="302818" y="47782"/>
                    <a:pt x="266917" y="48846"/>
                    <a:pt x="251560" y="66415"/>
                  </a:cubicBezTo>
                  <a:cubicBezTo>
                    <a:pt x="236203" y="83983"/>
                    <a:pt x="233802" y="104895"/>
                    <a:pt x="245078" y="125984"/>
                  </a:cubicBezTo>
                  <a:lnTo>
                    <a:pt x="200101" y="181887"/>
                  </a:lnTo>
                  <a:lnTo>
                    <a:pt x="147708" y="156282"/>
                  </a:lnTo>
                  <a:cubicBezTo>
                    <a:pt x="140566" y="152802"/>
                    <a:pt x="132217" y="155533"/>
                    <a:pt x="127880" y="162776"/>
                  </a:cubicBezTo>
                  <a:lnTo>
                    <a:pt x="68711" y="262320"/>
                  </a:lnTo>
                  <a:lnTo>
                    <a:pt x="44691" y="262320"/>
                  </a:lnTo>
                  <a:cubicBezTo>
                    <a:pt x="35786" y="262320"/>
                    <a:pt x="28569" y="254246"/>
                    <a:pt x="28569" y="244288"/>
                  </a:cubicBezTo>
                  <a:lnTo>
                    <a:pt x="28569" y="45912"/>
                  </a:lnTo>
                  <a:cubicBezTo>
                    <a:pt x="28569" y="41129"/>
                    <a:pt x="30269" y="36543"/>
                    <a:pt x="33293" y="33163"/>
                  </a:cubicBezTo>
                  <a:cubicBezTo>
                    <a:pt x="36313" y="29779"/>
                    <a:pt x="40417" y="27879"/>
                    <a:pt x="44691" y="27879"/>
                  </a:cubicBezTo>
                  <a:lnTo>
                    <a:pt x="334875" y="27879"/>
                  </a:lnTo>
                  <a:cubicBezTo>
                    <a:pt x="343780" y="27879"/>
                    <a:pt x="350997" y="35953"/>
                    <a:pt x="350997" y="45912"/>
                  </a:cubicBezTo>
                  <a:lnTo>
                    <a:pt x="350997" y="244288"/>
                  </a:lnTo>
                  <a:close/>
                  <a:moveTo>
                    <a:pt x="262691" y="100364"/>
                  </a:moveTo>
                  <a:cubicBezTo>
                    <a:pt x="262691" y="86736"/>
                    <a:pt x="273736" y="75691"/>
                    <a:pt x="287364" y="75691"/>
                  </a:cubicBezTo>
                  <a:cubicBezTo>
                    <a:pt x="300992" y="75691"/>
                    <a:pt x="312038" y="86736"/>
                    <a:pt x="312038" y="100364"/>
                  </a:cubicBezTo>
                  <a:cubicBezTo>
                    <a:pt x="312038" y="113992"/>
                    <a:pt x="300992" y="125038"/>
                    <a:pt x="287364" y="125038"/>
                  </a:cubicBezTo>
                  <a:cubicBezTo>
                    <a:pt x="273736" y="125038"/>
                    <a:pt x="262691" y="113992"/>
                    <a:pt x="262691" y="100364"/>
                  </a:cubicBezTo>
                  <a:close/>
                  <a:moveTo>
                    <a:pt x="356191" y="361942"/>
                  </a:moveTo>
                  <a:cubicBezTo>
                    <a:pt x="356191" y="371841"/>
                    <a:pt x="348095" y="379937"/>
                    <a:pt x="338196" y="379937"/>
                  </a:cubicBezTo>
                  <a:lnTo>
                    <a:pt x="41927" y="379937"/>
                  </a:lnTo>
                  <a:cubicBezTo>
                    <a:pt x="32031" y="379937"/>
                    <a:pt x="23932" y="371837"/>
                    <a:pt x="23932" y="361942"/>
                  </a:cubicBezTo>
                  <a:cubicBezTo>
                    <a:pt x="23932" y="352047"/>
                    <a:pt x="32028" y="343947"/>
                    <a:pt x="41927" y="343947"/>
                  </a:cubicBezTo>
                  <a:lnTo>
                    <a:pt x="338196" y="343947"/>
                  </a:lnTo>
                  <a:cubicBezTo>
                    <a:pt x="348095" y="343947"/>
                    <a:pt x="356191" y="352043"/>
                    <a:pt x="356191" y="361942"/>
                  </a:cubicBezTo>
                  <a:close/>
                </a:path>
              </a:pathLst>
            </a:custGeom>
            <a:solidFill>
              <a:schemeClr val="tx1"/>
            </a:solidFill>
            <a:ln w="363" cap="flat">
              <a:noFill/>
              <a:prstDash val="solid"/>
              <a:miter/>
            </a:ln>
          </p:spPr>
          <p:txBody>
            <a:bodyPr rtlCol="0" anchor="ctr"/>
            <a:lstStyle/>
            <a:p>
              <a:endParaRPr lang="zh-CN" altLang="en-US"/>
            </a:p>
          </p:txBody>
        </p:sp>
      </p:grpSp>
      <p:sp>
        <p:nvSpPr>
          <p:cNvPr id="1250" name="文本框 1249">
            <a:extLst>
              <a:ext uri="{FF2B5EF4-FFF2-40B4-BE49-F238E27FC236}">
                <a16:creationId xmlns:a16="http://schemas.microsoft.com/office/drawing/2014/main" id="{C8FE82FB-F145-1B2E-6F7B-6B2A3EF86F71}"/>
              </a:ext>
            </a:extLst>
          </p:cNvPr>
          <p:cNvSpPr txBox="1"/>
          <p:nvPr/>
        </p:nvSpPr>
        <p:spPr>
          <a:xfrm>
            <a:off x="5117371" y="1246006"/>
            <a:ext cx="1957267" cy="236603"/>
          </a:xfrm>
          <a:prstGeom prst="rect">
            <a:avLst/>
          </a:prstGeom>
          <a:noFill/>
        </p:spPr>
        <p:txBody>
          <a:bodyPr wrap="none" lIns="0" tIns="0" rIns="0" bIns="0" rtlCol="0">
            <a:spAutoFit/>
          </a:bodyPr>
          <a:lstStyle/>
          <a:p>
            <a:pPr algn="ctr">
              <a:lnSpc>
                <a:spcPct val="120000"/>
              </a:lnSpc>
            </a:pPr>
            <a:r>
              <a:rPr lang="zh-CN" altLang="en-US" sz="1400" b="1" dirty="0">
                <a:solidFill>
                  <a:schemeClr val="accent2"/>
                </a:solidFill>
              </a:rPr>
              <a:t>以数据为核心的安全体系</a:t>
            </a:r>
          </a:p>
        </p:txBody>
      </p:sp>
      <p:sp>
        <p:nvSpPr>
          <p:cNvPr id="1251" name="文本框 1250">
            <a:extLst>
              <a:ext uri="{FF2B5EF4-FFF2-40B4-BE49-F238E27FC236}">
                <a16:creationId xmlns:a16="http://schemas.microsoft.com/office/drawing/2014/main" id="{10E8F303-988C-1329-2E7F-5CC7D4AF1C66}"/>
              </a:ext>
            </a:extLst>
          </p:cNvPr>
          <p:cNvSpPr txBox="1"/>
          <p:nvPr/>
        </p:nvSpPr>
        <p:spPr>
          <a:xfrm>
            <a:off x="980290" y="3074058"/>
            <a:ext cx="1436291" cy="236603"/>
          </a:xfrm>
          <a:prstGeom prst="rect">
            <a:avLst/>
          </a:prstGeom>
          <a:noFill/>
        </p:spPr>
        <p:txBody>
          <a:bodyPr wrap="none" lIns="0" tIns="0" rIns="0" bIns="0" rtlCol="0">
            <a:spAutoFit/>
          </a:bodyPr>
          <a:lstStyle/>
          <a:p>
            <a:pPr algn="ctr">
              <a:lnSpc>
                <a:spcPct val="120000"/>
              </a:lnSpc>
            </a:pPr>
            <a:r>
              <a:rPr lang="zh-CN" altLang="en-US" sz="1400" b="1" dirty="0">
                <a:solidFill>
                  <a:schemeClr val="accent2"/>
                </a:solidFill>
              </a:rPr>
              <a:t>数据转型五大环节</a:t>
            </a:r>
          </a:p>
        </p:txBody>
      </p:sp>
      <p:sp>
        <p:nvSpPr>
          <p:cNvPr id="1253" name="文本框 1252">
            <a:extLst>
              <a:ext uri="{FF2B5EF4-FFF2-40B4-BE49-F238E27FC236}">
                <a16:creationId xmlns:a16="http://schemas.microsoft.com/office/drawing/2014/main" id="{EC6D1559-262B-4091-59FC-5275CEF40599}"/>
              </a:ext>
            </a:extLst>
          </p:cNvPr>
          <p:cNvSpPr txBox="1"/>
          <p:nvPr/>
        </p:nvSpPr>
        <p:spPr>
          <a:xfrm>
            <a:off x="9734422" y="3505372"/>
            <a:ext cx="1280554" cy="227752"/>
          </a:xfrm>
          <a:prstGeom prst="roundRect">
            <a:avLst>
              <a:gd name="adj" fmla="val 50000"/>
            </a:avLst>
          </a:prstGeom>
          <a:noFill/>
          <a:ln>
            <a:solidFill>
              <a:schemeClr val="accent2"/>
            </a:solidFill>
          </a:ln>
        </p:spPr>
        <p:txBody>
          <a:bodyPr wrap="square" lIns="0" tIns="0" rIns="0" bIns="0" rtlCol="0" anchor="ctr" anchorCtr="0">
            <a:noAutofit/>
          </a:bodyPr>
          <a:lstStyle/>
          <a:p>
            <a:pPr algn="ctr"/>
            <a:r>
              <a:rPr lang="zh-CN" altLang="en-US" sz="1100" dirty="0">
                <a:solidFill>
                  <a:schemeClr val="bg1"/>
                </a:solidFill>
              </a:rPr>
              <a:t>商业秘密安全</a:t>
            </a:r>
          </a:p>
        </p:txBody>
      </p:sp>
      <p:sp>
        <p:nvSpPr>
          <p:cNvPr id="1255" name="文本框 1254">
            <a:extLst>
              <a:ext uri="{FF2B5EF4-FFF2-40B4-BE49-F238E27FC236}">
                <a16:creationId xmlns:a16="http://schemas.microsoft.com/office/drawing/2014/main" id="{1250C584-6ACC-3716-8864-D06C096B4F4B}"/>
              </a:ext>
            </a:extLst>
          </p:cNvPr>
          <p:cNvSpPr txBox="1"/>
          <p:nvPr/>
        </p:nvSpPr>
        <p:spPr>
          <a:xfrm>
            <a:off x="9734422" y="3859794"/>
            <a:ext cx="1280554" cy="227752"/>
          </a:xfrm>
          <a:prstGeom prst="roundRect">
            <a:avLst>
              <a:gd name="adj" fmla="val 50000"/>
            </a:avLst>
          </a:prstGeom>
          <a:noFill/>
          <a:ln>
            <a:solidFill>
              <a:schemeClr val="accent2"/>
            </a:solidFill>
          </a:ln>
        </p:spPr>
        <p:txBody>
          <a:bodyPr wrap="square" lIns="0" tIns="0" rIns="0" bIns="0" rtlCol="0" anchor="ctr" anchorCtr="0">
            <a:noAutofit/>
          </a:bodyPr>
          <a:lstStyle/>
          <a:p>
            <a:pPr algn="ctr"/>
            <a:r>
              <a:rPr lang="zh-CN" altLang="en-US" sz="1100" dirty="0">
                <a:solidFill>
                  <a:schemeClr val="bg1"/>
                </a:solidFill>
              </a:rPr>
              <a:t>工作秘密安全</a:t>
            </a:r>
          </a:p>
        </p:txBody>
      </p:sp>
      <p:sp>
        <p:nvSpPr>
          <p:cNvPr id="1258" name="文本框 1257">
            <a:extLst>
              <a:ext uri="{FF2B5EF4-FFF2-40B4-BE49-F238E27FC236}">
                <a16:creationId xmlns:a16="http://schemas.microsoft.com/office/drawing/2014/main" id="{922C1E32-B50F-F5B4-AA64-B9AF0573535B}"/>
              </a:ext>
            </a:extLst>
          </p:cNvPr>
          <p:cNvSpPr txBox="1"/>
          <p:nvPr/>
        </p:nvSpPr>
        <p:spPr>
          <a:xfrm>
            <a:off x="10015627" y="3074058"/>
            <a:ext cx="718145" cy="236603"/>
          </a:xfrm>
          <a:prstGeom prst="rect">
            <a:avLst/>
          </a:prstGeom>
          <a:noFill/>
        </p:spPr>
        <p:txBody>
          <a:bodyPr wrap="none" lIns="0" tIns="0" rIns="0" bIns="0" rtlCol="0">
            <a:spAutoFit/>
          </a:bodyPr>
          <a:lstStyle/>
          <a:p>
            <a:pPr algn="ctr">
              <a:lnSpc>
                <a:spcPct val="120000"/>
              </a:lnSpc>
            </a:pPr>
            <a:r>
              <a:rPr lang="zh-CN" altLang="en-US" sz="1400" b="1" dirty="0">
                <a:solidFill>
                  <a:schemeClr val="accent2"/>
                </a:solidFill>
              </a:rPr>
              <a:t>数字安全</a:t>
            </a:r>
          </a:p>
        </p:txBody>
      </p:sp>
    </p:spTree>
    <p:extLst>
      <p:ext uri="{BB962C8B-B14F-4D97-AF65-F5344CB8AC3E}">
        <p14:creationId xmlns:p14="http://schemas.microsoft.com/office/powerpoint/2010/main" val="11616391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7" name="椭圆 6">
            <a:extLst>
              <a:ext uri="{FF2B5EF4-FFF2-40B4-BE49-F238E27FC236}">
                <a16:creationId xmlns:a16="http://schemas.microsoft.com/office/drawing/2014/main" id="{A0CC79E7-6124-4682-3D9D-D610670F5A52}"/>
              </a:ext>
            </a:extLst>
          </p:cNvPr>
          <p:cNvSpPr>
            <a:spLocks/>
          </p:cNvSpPr>
          <p:nvPr/>
        </p:nvSpPr>
        <p:spPr>
          <a:xfrm>
            <a:off x="1726023" y="3722784"/>
            <a:ext cx="9792877" cy="1278784"/>
          </a:xfrm>
          <a:prstGeom prst="ellipse">
            <a:avLst/>
          </a:prstGeom>
          <a:gradFill flip="none" rotWithShape="1">
            <a:gsLst>
              <a:gs pos="7000">
                <a:schemeClr val="accent1">
                  <a:alpha val="0"/>
                </a:schemeClr>
              </a:gs>
              <a:gs pos="100000">
                <a:schemeClr val="accent1">
                  <a:alpha val="18000"/>
                </a:schemeClr>
              </a:gs>
            </a:gsLst>
            <a:lin ang="5400000" scaled="0"/>
            <a:tileRect/>
          </a:gradFill>
          <a:ln w="9525">
            <a:noFill/>
          </a:ln>
          <a:effectLst>
            <a:softEdge rad="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3" name="椭圆 172">
            <a:extLst>
              <a:ext uri="{FF2B5EF4-FFF2-40B4-BE49-F238E27FC236}">
                <a16:creationId xmlns:a16="http://schemas.microsoft.com/office/drawing/2014/main" id="{7FC924C4-1DCA-F372-EEB8-D45A0C22E7BC}"/>
              </a:ext>
            </a:extLst>
          </p:cNvPr>
          <p:cNvSpPr/>
          <p:nvPr/>
        </p:nvSpPr>
        <p:spPr>
          <a:xfrm>
            <a:off x="5982384" y="4047549"/>
            <a:ext cx="1280155" cy="221351"/>
          </a:xfrm>
          <a:prstGeom prst="ellipse">
            <a:avLst/>
          </a:prstGeom>
          <a:solidFill>
            <a:schemeClr val="accent1">
              <a:alpha val="37000"/>
            </a:schemeClr>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4" name="椭圆 173">
            <a:extLst>
              <a:ext uri="{FF2B5EF4-FFF2-40B4-BE49-F238E27FC236}">
                <a16:creationId xmlns:a16="http://schemas.microsoft.com/office/drawing/2014/main" id="{B8BD48F9-DAF1-B86B-5F5B-FF3A41DA91E9}"/>
              </a:ext>
            </a:extLst>
          </p:cNvPr>
          <p:cNvSpPr/>
          <p:nvPr/>
        </p:nvSpPr>
        <p:spPr>
          <a:xfrm>
            <a:off x="9094516" y="4047549"/>
            <a:ext cx="1280155" cy="221351"/>
          </a:xfrm>
          <a:prstGeom prst="ellipse">
            <a:avLst/>
          </a:prstGeom>
          <a:solidFill>
            <a:schemeClr val="accent1">
              <a:alpha val="37000"/>
            </a:schemeClr>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5" name="椭圆 164">
            <a:extLst>
              <a:ext uri="{FF2B5EF4-FFF2-40B4-BE49-F238E27FC236}">
                <a16:creationId xmlns:a16="http://schemas.microsoft.com/office/drawing/2014/main" id="{1CFB9026-F26F-9811-1D94-6EDE7BF7CBE2}"/>
              </a:ext>
            </a:extLst>
          </p:cNvPr>
          <p:cNvSpPr/>
          <p:nvPr/>
        </p:nvSpPr>
        <p:spPr>
          <a:xfrm>
            <a:off x="2839997" y="4047549"/>
            <a:ext cx="1280155" cy="221351"/>
          </a:xfrm>
          <a:prstGeom prst="ellipse">
            <a:avLst/>
          </a:prstGeom>
          <a:solidFill>
            <a:schemeClr val="accent1">
              <a:alpha val="37000"/>
            </a:schemeClr>
          </a:solid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椭圆 3">
            <a:extLst>
              <a:ext uri="{FF2B5EF4-FFF2-40B4-BE49-F238E27FC236}">
                <a16:creationId xmlns:a16="http://schemas.microsoft.com/office/drawing/2014/main" id="{8BD5C2DA-CF91-47A1-DEE2-FC47D1BB6901}"/>
              </a:ext>
            </a:extLst>
          </p:cNvPr>
          <p:cNvSpPr>
            <a:spLocks/>
          </p:cNvSpPr>
          <p:nvPr/>
        </p:nvSpPr>
        <p:spPr>
          <a:xfrm>
            <a:off x="1726023" y="5197230"/>
            <a:ext cx="9792877" cy="1171566"/>
          </a:xfrm>
          <a:prstGeom prst="ellipse">
            <a:avLst/>
          </a:prstGeom>
          <a:gradFill flip="none" rotWithShape="1">
            <a:gsLst>
              <a:gs pos="58000">
                <a:schemeClr val="accent1">
                  <a:alpha val="0"/>
                </a:schemeClr>
              </a:gs>
              <a:gs pos="100000">
                <a:schemeClr val="accent1">
                  <a:alpha val="18000"/>
                </a:schemeClr>
              </a:gs>
            </a:gsLst>
            <a:lin ang="5400000" scaled="0"/>
            <a:tileRect/>
          </a:gradFill>
          <a:ln w="9525">
            <a:gradFill>
              <a:gsLst>
                <a:gs pos="34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智能制造产业链</a:t>
            </a:r>
            <a:endParaRPr lang="en-US" altLang="zh-CN" dirty="0"/>
          </a:p>
        </p:txBody>
      </p:sp>
      <p:sp>
        <p:nvSpPr>
          <p:cNvPr id="6" name="椭圆 5">
            <a:extLst>
              <a:ext uri="{FF2B5EF4-FFF2-40B4-BE49-F238E27FC236}">
                <a16:creationId xmlns:a16="http://schemas.microsoft.com/office/drawing/2014/main" id="{628E6DFC-D64C-E48A-2422-012ADE0BBD18}"/>
              </a:ext>
            </a:extLst>
          </p:cNvPr>
          <p:cNvSpPr/>
          <p:nvPr/>
        </p:nvSpPr>
        <p:spPr>
          <a:xfrm>
            <a:off x="1726023" y="2286749"/>
            <a:ext cx="9792877" cy="1122661"/>
          </a:xfrm>
          <a:prstGeom prst="ellipse">
            <a:avLst/>
          </a:prstGeom>
          <a:gradFill flip="none" rotWithShape="1">
            <a:gsLst>
              <a:gs pos="0">
                <a:schemeClr val="accent2">
                  <a:alpha val="0"/>
                </a:schemeClr>
              </a:gs>
              <a:gs pos="100000">
                <a:schemeClr val="accent2">
                  <a:alpha val="30000"/>
                </a:schemeClr>
              </a:gs>
            </a:gsLst>
            <a:lin ang="5400000" scaled="0"/>
            <a:tileRect/>
          </a:gradFill>
          <a:ln w="9525">
            <a:gradFill>
              <a:gsLst>
                <a:gs pos="23000">
                  <a:schemeClr val="tx1">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椭圆 12">
            <a:extLst>
              <a:ext uri="{FF2B5EF4-FFF2-40B4-BE49-F238E27FC236}">
                <a16:creationId xmlns:a16="http://schemas.microsoft.com/office/drawing/2014/main" id="{5E52C6E2-A8E0-6CEF-854D-3AFB67041374}"/>
              </a:ext>
            </a:extLst>
          </p:cNvPr>
          <p:cNvSpPr/>
          <p:nvPr/>
        </p:nvSpPr>
        <p:spPr>
          <a:xfrm>
            <a:off x="2819951" y="5585626"/>
            <a:ext cx="1089432" cy="274687"/>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accent1"/>
                </a:solidFill>
              </a:ln>
            </a:endParaRPr>
          </a:p>
        </p:txBody>
      </p:sp>
      <p:sp>
        <p:nvSpPr>
          <p:cNvPr id="15" name="椭圆 14">
            <a:extLst>
              <a:ext uri="{FF2B5EF4-FFF2-40B4-BE49-F238E27FC236}">
                <a16:creationId xmlns:a16="http://schemas.microsoft.com/office/drawing/2014/main" id="{4B1B9DB0-0600-1CA6-7078-509CB164C61E}"/>
              </a:ext>
            </a:extLst>
          </p:cNvPr>
          <p:cNvSpPr>
            <a:spLocks/>
          </p:cNvSpPr>
          <p:nvPr/>
        </p:nvSpPr>
        <p:spPr>
          <a:xfrm>
            <a:off x="1988888" y="4174484"/>
            <a:ext cx="755583" cy="178027"/>
          </a:xfrm>
          <a:prstGeom prst="ellipse">
            <a:avLst/>
          </a:pr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a:extLst>
              <a:ext uri="{FF2B5EF4-FFF2-40B4-BE49-F238E27FC236}">
                <a16:creationId xmlns:a16="http://schemas.microsoft.com/office/drawing/2014/main" id="{79A045D7-62B4-7444-C848-CA98914B1141}"/>
              </a:ext>
            </a:extLst>
          </p:cNvPr>
          <p:cNvSpPr/>
          <p:nvPr/>
        </p:nvSpPr>
        <p:spPr>
          <a:xfrm>
            <a:off x="3269946" y="4444673"/>
            <a:ext cx="810519" cy="181715"/>
          </a:xfrm>
          <a:prstGeom prst="ellipse">
            <a:avLst/>
          </a:pr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椭圆 23">
            <a:extLst>
              <a:ext uri="{FF2B5EF4-FFF2-40B4-BE49-F238E27FC236}">
                <a16:creationId xmlns:a16="http://schemas.microsoft.com/office/drawing/2014/main" id="{73935751-FDBE-019D-0D8A-49B3B9E5CBB7}"/>
              </a:ext>
            </a:extLst>
          </p:cNvPr>
          <p:cNvSpPr/>
          <p:nvPr/>
        </p:nvSpPr>
        <p:spPr>
          <a:xfrm>
            <a:off x="4082695" y="3847983"/>
            <a:ext cx="797844" cy="178027"/>
          </a:xfrm>
          <a:prstGeom prst="ellipse">
            <a:avLst/>
          </a:pr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椭圆 26">
            <a:extLst>
              <a:ext uri="{FF2B5EF4-FFF2-40B4-BE49-F238E27FC236}">
                <a16:creationId xmlns:a16="http://schemas.microsoft.com/office/drawing/2014/main" id="{19274B63-C740-A28D-ACBF-F5A47EEBDD7E}"/>
              </a:ext>
            </a:extLst>
          </p:cNvPr>
          <p:cNvSpPr/>
          <p:nvPr/>
        </p:nvSpPr>
        <p:spPr>
          <a:xfrm>
            <a:off x="5190319" y="4269239"/>
            <a:ext cx="755583" cy="178027"/>
          </a:xfrm>
          <a:prstGeom prst="ellipse">
            <a:avLst/>
          </a:pr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椭圆 31">
            <a:extLst>
              <a:ext uri="{FF2B5EF4-FFF2-40B4-BE49-F238E27FC236}">
                <a16:creationId xmlns:a16="http://schemas.microsoft.com/office/drawing/2014/main" id="{CECD6930-DFB9-8ABC-5F74-CE3478A883F8}"/>
              </a:ext>
            </a:extLst>
          </p:cNvPr>
          <p:cNvSpPr/>
          <p:nvPr/>
        </p:nvSpPr>
        <p:spPr>
          <a:xfrm>
            <a:off x="5085924" y="3921562"/>
            <a:ext cx="703773" cy="178027"/>
          </a:xfrm>
          <a:prstGeom prst="ellipse">
            <a:avLst/>
          </a:pr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椭圆 45">
            <a:extLst>
              <a:ext uri="{FF2B5EF4-FFF2-40B4-BE49-F238E27FC236}">
                <a16:creationId xmlns:a16="http://schemas.microsoft.com/office/drawing/2014/main" id="{D1F0E171-8B52-0A35-9919-1BF474DD92F9}"/>
              </a:ext>
            </a:extLst>
          </p:cNvPr>
          <p:cNvSpPr/>
          <p:nvPr/>
        </p:nvSpPr>
        <p:spPr>
          <a:xfrm>
            <a:off x="7474781" y="3903332"/>
            <a:ext cx="757299" cy="196257"/>
          </a:xfrm>
          <a:prstGeom prst="ellipse">
            <a:avLst/>
          </a:pr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椭圆 46">
            <a:extLst>
              <a:ext uri="{FF2B5EF4-FFF2-40B4-BE49-F238E27FC236}">
                <a16:creationId xmlns:a16="http://schemas.microsoft.com/office/drawing/2014/main" id="{2F25A7E7-A4A7-BBDC-E848-D1F9F7C3F25F}"/>
              </a:ext>
            </a:extLst>
          </p:cNvPr>
          <p:cNvSpPr/>
          <p:nvPr/>
        </p:nvSpPr>
        <p:spPr>
          <a:xfrm>
            <a:off x="7162062" y="4233486"/>
            <a:ext cx="850269" cy="213780"/>
          </a:xfrm>
          <a:prstGeom prst="ellipse">
            <a:avLst/>
          </a:pr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椭圆 47">
            <a:extLst>
              <a:ext uri="{FF2B5EF4-FFF2-40B4-BE49-F238E27FC236}">
                <a16:creationId xmlns:a16="http://schemas.microsoft.com/office/drawing/2014/main" id="{0F2059B8-8DF3-8FD1-1310-0BCE123C375D}"/>
              </a:ext>
            </a:extLst>
          </p:cNvPr>
          <p:cNvSpPr/>
          <p:nvPr/>
        </p:nvSpPr>
        <p:spPr>
          <a:xfrm>
            <a:off x="6161928" y="4387253"/>
            <a:ext cx="889555" cy="239135"/>
          </a:xfrm>
          <a:prstGeom prst="ellipse">
            <a:avLst/>
          </a:pr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5" name="组合 54">
            <a:extLst>
              <a:ext uri="{FF2B5EF4-FFF2-40B4-BE49-F238E27FC236}">
                <a16:creationId xmlns:a16="http://schemas.microsoft.com/office/drawing/2014/main" id="{832EF569-803B-6BE5-A069-59F1F25F1E22}"/>
              </a:ext>
            </a:extLst>
          </p:cNvPr>
          <p:cNvGrpSpPr/>
          <p:nvPr/>
        </p:nvGrpSpPr>
        <p:grpSpPr>
          <a:xfrm>
            <a:off x="5882924" y="3668790"/>
            <a:ext cx="1479074" cy="579492"/>
            <a:chOff x="3363913" y="4398962"/>
            <a:chExt cx="1111250" cy="435381"/>
          </a:xfrm>
        </p:grpSpPr>
        <p:sp>
          <p:nvSpPr>
            <p:cNvPr id="56" name="任意多边形: 形状 55">
              <a:extLst>
                <a:ext uri="{FF2B5EF4-FFF2-40B4-BE49-F238E27FC236}">
                  <a16:creationId xmlns:a16="http://schemas.microsoft.com/office/drawing/2014/main" id="{2AD3BDC1-44E6-3311-80E6-D8A5D8231835}"/>
                </a:ext>
              </a:extLst>
            </p:cNvPr>
            <p:cNvSpPr/>
            <p:nvPr/>
          </p:nvSpPr>
          <p:spPr>
            <a:xfrm flipV="1">
              <a:off x="3363913" y="4398962"/>
              <a:ext cx="1111250" cy="435381"/>
            </a:xfrm>
            <a:custGeom>
              <a:avLst/>
              <a:gdLst>
                <a:gd name="connsiteX0" fmla="*/ 0 w 6389430"/>
                <a:gd name="connsiteY0" fmla="*/ 1882951 h 1882951"/>
                <a:gd name="connsiteX1" fmla="*/ 6389430 w 6389430"/>
                <a:gd name="connsiteY1" fmla="*/ 1882951 h 1882951"/>
                <a:gd name="connsiteX2" fmla="*/ 5773439 w 6389430"/>
                <a:gd name="connsiteY2" fmla="*/ 348879 h 1882951"/>
                <a:gd name="connsiteX3" fmla="*/ 5768960 w 6389430"/>
                <a:gd name="connsiteY3" fmla="*/ 348879 h 1882951"/>
                <a:gd name="connsiteX4" fmla="*/ 5760943 w 6389430"/>
                <a:gd name="connsiteY4" fmla="*/ 326495 h 1882951"/>
                <a:gd name="connsiteX5" fmla="*/ 3194716 w 6389430"/>
                <a:gd name="connsiteY5" fmla="*/ 0 h 1882951"/>
                <a:gd name="connsiteX6" fmla="*/ 628489 w 6389430"/>
                <a:gd name="connsiteY6" fmla="*/ 326495 h 1882951"/>
                <a:gd name="connsiteX7" fmla="*/ 620472 w 6389430"/>
                <a:gd name="connsiteY7" fmla="*/ 348879 h 1882951"/>
                <a:gd name="connsiteX8" fmla="*/ 615991 w 6389430"/>
                <a:gd name="connsiteY8" fmla="*/ 348879 h 188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89430" h="1882951">
                  <a:moveTo>
                    <a:pt x="0" y="1882951"/>
                  </a:moveTo>
                  <a:lnTo>
                    <a:pt x="6389430" y="1882951"/>
                  </a:lnTo>
                  <a:lnTo>
                    <a:pt x="5773439" y="348879"/>
                  </a:lnTo>
                  <a:lnTo>
                    <a:pt x="5768960" y="348879"/>
                  </a:lnTo>
                  <a:lnTo>
                    <a:pt x="5760943" y="326495"/>
                  </a:lnTo>
                  <a:cubicBezTo>
                    <a:pt x="5628845" y="143108"/>
                    <a:pt x="4530319" y="0"/>
                    <a:pt x="3194716" y="0"/>
                  </a:cubicBezTo>
                  <a:cubicBezTo>
                    <a:pt x="1859114" y="0"/>
                    <a:pt x="760588" y="143108"/>
                    <a:pt x="628489" y="326495"/>
                  </a:cubicBezTo>
                  <a:lnTo>
                    <a:pt x="620472" y="348879"/>
                  </a:lnTo>
                  <a:lnTo>
                    <a:pt x="615991" y="348879"/>
                  </a:lnTo>
                  <a:close/>
                </a:path>
              </a:pathLst>
            </a:custGeom>
            <a:gradFill>
              <a:gsLst>
                <a:gs pos="72000">
                  <a:schemeClr val="accent1">
                    <a:alpha val="6000"/>
                  </a:schemeClr>
                </a:gs>
                <a:gs pos="1000">
                  <a:schemeClr val="tx1">
                    <a:alpha val="50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9" name="任意多边形: 形状 58">
              <a:extLst>
                <a:ext uri="{FF2B5EF4-FFF2-40B4-BE49-F238E27FC236}">
                  <a16:creationId xmlns:a16="http://schemas.microsoft.com/office/drawing/2014/main" id="{EE5F9AE6-F61B-3DAD-5EDB-5EC8266D97EF}"/>
                </a:ext>
              </a:extLst>
            </p:cNvPr>
            <p:cNvSpPr/>
            <p:nvPr/>
          </p:nvSpPr>
          <p:spPr>
            <a:xfrm flipV="1">
              <a:off x="3448050" y="4449393"/>
              <a:ext cx="911225" cy="357014"/>
            </a:xfrm>
            <a:custGeom>
              <a:avLst/>
              <a:gdLst>
                <a:gd name="connsiteX0" fmla="*/ 0 w 6389430"/>
                <a:gd name="connsiteY0" fmla="*/ 1882951 h 1882951"/>
                <a:gd name="connsiteX1" fmla="*/ 6389430 w 6389430"/>
                <a:gd name="connsiteY1" fmla="*/ 1882951 h 1882951"/>
                <a:gd name="connsiteX2" fmla="*/ 5773439 w 6389430"/>
                <a:gd name="connsiteY2" fmla="*/ 348879 h 1882951"/>
                <a:gd name="connsiteX3" fmla="*/ 5768960 w 6389430"/>
                <a:gd name="connsiteY3" fmla="*/ 348879 h 1882951"/>
                <a:gd name="connsiteX4" fmla="*/ 5760943 w 6389430"/>
                <a:gd name="connsiteY4" fmla="*/ 326495 h 1882951"/>
                <a:gd name="connsiteX5" fmla="*/ 3194716 w 6389430"/>
                <a:gd name="connsiteY5" fmla="*/ 0 h 1882951"/>
                <a:gd name="connsiteX6" fmla="*/ 628489 w 6389430"/>
                <a:gd name="connsiteY6" fmla="*/ 326495 h 1882951"/>
                <a:gd name="connsiteX7" fmla="*/ 620472 w 6389430"/>
                <a:gd name="connsiteY7" fmla="*/ 348879 h 1882951"/>
                <a:gd name="connsiteX8" fmla="*/ 615991 w 6389430"/>
                <a:gd name="connsiteY8" fmla="*/ 348879 h 188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89430" h="1882951">
                  <a:moveTo>
                    <a:pt x="0" y="1882951"/>
                  </a:moveTo>
                  <a:lnTo>
                    <a:pt x="6389430" y="1882951"/>
                  </a:lnTo>
                  <a:lnTo>
                    <a:pt x="5773439" y="348879"/>
                  </a:lnTo>
                  <a:lnTo>
                    <a:pt x="5768960" y="348879"/>
                  </a:lnTo>
                  <a:lnTo>
                    <a:pt x="5760943" y="326495"/>
                  </a:lnTo>
                  <a:cubicBezTo>
                    <a:pt x="5628845" y="143108"/>
                    <a:pt x="4530319" y="0"/>
                    <a:pt x="3194716" y="0"/>
                  </a:cubicBezTo>
                  <a:cubicBezTo>
                    <a:pt x="1859114" y="0"/>
                    <a:pt x="760588" y="143108"/>
                    <a:pt x="628489" y="326495"/>
                  </a:cubicBezTo>
                  <a:lnTo>
                    <a:pt x="620472" y="348879"/>
                  </a:lnTo>
                  <a:lnTo>
                    <a:pt x="615991" y="348879"/>
                  </a:lnTo>
                  <a:close/>
                </a:path>
              </a:pathLst>
            </a:custGeom>
            <a:gradFill>
              <a:gsLst>
                <a:gs pos="72000">
                  <a:schemeClr val="accent1">
                    <a:alpha val="6000"/>
                  </a:schemeClr>
                </a:gs>
                <a:gs pos="1000">
                  <a:schemeClr val="tx1">
                    <a:alpha val="50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grpSp>
        <p:nvGrpSpPr>
          <p:cNvPr id="60" name="组合 59">
            <a:extLst>
              <a:ext uri="{FF2B5EF4-FFF2-40B4-BE49-F238E27FC236}">
                <a16:creationId xmlns:a16="http://schemas.microsoft.com/office/drawing/2014/main" id="{9E395071-DCD2-7E41-99C2-3E2774694623}"/>
              </a:ext>
            </a:extLst>
          </p:cNvPr>
          <p:cNvGrpSpPr/>
          <p:nvPr/>
        </p:nvGrpSpPr>
        <p:grpSpPr>
          <a:xfrm>
            <a:off x="8995056" y="3668790"/>
            <a:ext cx="1479074" cy="579492"/>
            <a:chOff x="3363913" y="4398962"/>
            <a:chExt cx="1111250" cy="435381"/>
          </a:xfrm>
        </p:grpSpPr>
        <p:sp>
          <p:nvSpPr>
            <p:cNvPr id="63" name="任意多边形: 形状 62">
              <a:extLst>
                <a:ext uri="{FF2B5EF4-FFF2-40B4-BE49-F238E27FC236}">
                  <a16:creationId xmlns:a16="http://schemas.microsoft.com/office/drawing/2014/main" id="{B09B3DD8-28D7-45EA-CC03-57302F2EB3E3}"/>
                </a:ext>
              </a:extLst>
            </p:cNvPr>
            <p:cNvSpPr/>
            <p:nvPr/>
          </p:nvSpPr>
          <p:spPr>
            <a:xfrm flipV="1">
              <a:off x="3363913" y="4398962"/>
              <a:ext cx="1111250" cy="435381"/>
            </a:xfrm>
            <a:custGeom>
              <a:avLst/>
              <a:gdLst>
                <a:gd name="connsiteX0" fmla="*/ 0 w 6389430"/>
                <a:gd name="connsiteY0" fmla="*/ 1882951 h 1882951"/>
                <a:gd name="connsiteX1" fmla="*/ 6389430 w 6389430"/>
                <a:gd name="connsiteY1" fmla="*/ 1882951 h 1882951"/>
                <a:gd name="connsiteX2" fmla="*/ 5773439 w 6389430"/>
                <a:gd name="connsiteY2" fmla="*/ 348879 h 1882951"/>
                <a:gd name="connsiteX3" fmla="*/ 5768960 w 6389430"/>
                <a:gd name="connsiteY3" fmla="*/ 348879 h 1882951"/>
                <a:gd name="connsiteX4" fmla="*/ 5760943 w 6389430"/>
                <a:gd name="connsiteY4" fmla="*/ 326495 h 1882951"/>
                <a:gd name="connsiteX5" fmla="*/ 3194716 w 6389430"/>
                <a:gd name="connsiteY5" fmla="*/ 0 h 1882951"/>
                <a:gd name="connsiteX6" fmla="*/ 628489 w 6389430"/>
                <a:gd name="connsiteY6" fmla="*/ 326495 h 1882951"/>
                <a:gd name="connsiteX7" fmla="*/ 620472 w 6389430"/>
                <a:gd name="connsiteY7" fmla="*/ 348879 h 1882951"/>
                <a:gd name="connsiteX8" fmla="*/ 615991 w 6389430"/>
                <a:gd name="connsiteY8" fmla="*/ 348879 h 188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89430" h="1882951">
                  <a:moveTo>
                    <a:pt x="0" y="1882951"/>
                  </a:moveTo>
                  <a:lnTo>
                    <a:pt x="6389430" y="1882951"/>
                  </a:lnTo>
                  <a:lnTo>
                    <a:pt x="5773439" y="348879"/>
                  </a:lnTo>
                  <a:lnTo>
                    <a:pt x="5768960" y="348879"/>
                  </a:lnTo>
                  <a:lnTo>
                    <a:pt x="5760943" y="326495"/>
                  </a:lnTo>
                  <a:cubicBezTo>
                    <a:pt x="5628845" y="143108"/>
                    <a:pt x="4530319" y="0"/>
                    <a:pt x="3194716" y="0"/>
                  </a:cubicBezTo>
                  <a:cubicBezTo>
                    <a:pt x="1859114" y="0"/>
                    <a:pt x="760588" y="143108"/>
                    <a:pt x="628489" y="326495"/>
                  </a:cubicBezTo>
                  <a:lnTo>
                    <a:pt x="620472" y="348879"/>
                  </a:lnTo>
                  <a:lnTo>
                    <a:pt x="615991" y="348879"/>
                  </a:lnTo>
                  <a:close/>
                </a:path>
              </a:pathLst>
            </a:custGeom>
            <a:gradFill>
              <a:gsLst>
                <a:gs pos="72000">
                  <a:schemeClr val="accent1">
                    <a:alpha val="6000"/>
                  </a:schemeClr>
                </a:gs>
                <a:gs pos="1000">
                  <a:schemeClr val="tx1">
                    <a:alpha val="50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65" name="任意多边形: 形状 64">
              <a:extLst>
                <a:ext uri="{FF2B5EF4-FFF2-40B4-BE49-F238E27FC236}">
                  <a16:creationId xmlns:a16="http://schemas.microsoft.com/office/drawing/2014/main" id="{FC140902-9949-BB64-2DD8-279FF6A925E2}"/>
                </a:ext>
              </a:extLst>
            </p:cNvPr>
            <p:cNvSpPr/>
            <p:nvPr/>
          </p:nvSpPr>
          <p:spPr>
            <a:xfrm flipV="1">
              <a:off x="3448050" y="4449393"/>
              <a:ext cx="911225" cy="357014"/>
            </a:xfrm>
            <a:custGeom>
              <a:avLst/>
              <a:gdLst>
                <a:gd name="connsiteX0" fmla="*/ 0 w 6389430"/>
                <a:gd name="connsiteY0" fmla="*/ 1882951 h 1882951"/>
                <a:gd name="connsiteX1" fmla="*/ 6389430 w 6389430"/>
                <a:gd name="connsiteY1" fmla="*/ 1882951 h 1882951"/>
                <a:gd name="connsiteX2" fmla="*/ 5773439 w 6389430"/>
                <a:gd name="connsiteY2" fmla="*/ 348879 h 1882951"/>
                <a:gd name="connsiteX3" fmla="*/ 5768960 w 6389430"/>
                <a:gd name="connsiteY3" fmla="*/ 348879 h 1882951"/>
                <a:gd name="connsiteX4" fmla="*/ 5760943 w 6389430"/>
                <a:gd name="connsiteY4" fmla="*/ 326495 h 1882951"/>
                <a:gd name="connsiteX5" fmla="*/ 3194716 w 6389430"/>
                <a:gd name="connsiteY5" fmla="*/ 0 h 1882951"/>
                <a:gd name="connsiteX6" fmla="*/ 628489 w 6389430"/>
                <a:gd name="connsiteY6" fmla="*/ 326495 h 1882951"/>
                <a:gd name="connsiteX7" fmla="*/ 620472 w 6389430"/>
                <a:gd name="connsiteY7" fmla="*/ 348879 h 1882951"/>
                <a:gd name="connsiteX8" fmla="*/ 615991 w 6389430"/>
                <a:gd name="connsiteY8" fmla="*/ 348879 h 188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89430" h="1882951">
                  <a:moveTo>
                    <a:pt x="0" y="1882951"/>
                  </a:moveTo>
                  <a:lnTo>
                    <a:pt x="6389430" y="1882951"/>
                  </a:lnTo>
                  <a:lnTo>
                    <a:pt x="5773439" y="348879"/>
                  </a:lnTo>
                  <a:lnTo>
                    <a:pt x="5768960" y="348879"/>
                  </a:lnTo>
                  <a:lnTo>
                    <a:pt x="5760943" y="326495"/>
                  </a:lnTo>
                  <a:cubicBezTo>
                    <a:pt x="5628845" y="143108"/>
                    <a:pt x="4530319" y="0"/>
                    <a:pt x="3194716" y="0"/>
                  </a:cubicBezTo>
                  <a:cubicBezTo>
                    <a:pt x="1859114" y="0"/>
                    <a:pt x="760588" y="143108"/>
                    <a:pt x="628489" y="326495"/>
                  </a:cubicBezTo>
                  <a:lnTo>
                    <a:pt x="620472" y="348879"/>
                  </a:lnTo>
                  <a:lnTo>
                    <a:pt x="615991" y="348879"/>
                  </a:lnTo>
                  <a:close/>
                </a:path>
              </a:pathLst>
            </a:custGeom>
            <a:gradFill>
              <a:gsLst>
                <a:gs pos="72000">
                  <a:schemeClr val="accent1">
                    <a:alpha val="6000"/>
                  </a:schemeClr>
                </a:gs>
                <a:gs pos="1000">
                  <a:schemeClr val="tx1">
                    <a:alpha val="50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66" name="椭圆 65">
            <a:extLst>
              <a:ext uri="{FF2B5EF4-FFF2-40B4-BE49-F238E27FC236}">
                <a16:creationId xmlns:a16="http://schemas.microsoft.com/office/drawing/2014/main" id="{5D0AE821-7190-EC31-ABDF-64166657B615}"/>
              </a:ext>
            </a:extLst>
          </p:cNvPr>
          <p:cNvSpPr>
            <a:spLocks/>
          </p:cNvSpPr>
          <p:nvPr/>
        </p:nvSpPr>
        <p:spPr>
          <a:xfrm>
            <a:off x="8274180" y="4104062"/>
            <a:ext cx="755583" cy="178027"/>
          </a:xfrm>
          <a:prstGeom prst="ellipse">
            <a:avLst/>
          </a:pr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7" name="椭圆 66">
            <a:extLst>
              <a:ext uri="{FF2B5EF4-FFF2-40B4-BE49-F238E27FC236}">
                <a16:creationId xmlns:a16="http://schemas.microsoft.com/office/drawing/2014/main" id="{F94C3331-6B10-5253-B5B2-F3C5ED0F756C}"/>
              </a:ext>
            </a:extLst>
          </p:cNvPr>
          <p:cNvSpPr>
            <a:spLocks/>
          </p:cNvSpPr>
          <p:nvPr/>
        </p:nvSpPr>
        <p:spPr>
          <a:xfrm>
            <a:off x="8972010" y="4354258"/>
            <a:ext cx="755583" cy="178027"/>
          </a:xfrm>
          <a:prstGeom prst="ellipse">
            <a:avLst/>
          </a:pr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椭圆 67">
            <a:extLst>
              <a:ext uri="{FF2B5EF4-FFF2-40B4-BE49-F238E27FC236}">
                <a16:creationId xmlns:a16="http://schemas.microsoft.com/office/drawing/2014/main" id="{49FCDE64-CFA6-CC7A-65B1-C1F2FDD85B9D}"/>
              </a:ext>
            </a:extLst>
          </p:cNvPr>
          <p:cNvSpPr>
            <a:spLocks/>
          </p:cNvSpPr>
          <p:nvPr/>
        </p:nvSpPr>
        <p:spPr>
          <a:xfrm>
            <a:off x="9848262" y="4354258"/>
            <a:ext cx="755583" cy="178027"/>
          </a:xfrm>
          <a:prstGeom prst="ellipse">
            <a:avLst/>
          </a:pr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椭圆 71">
            <a:extLst>
              <a:ext uri="{FF2B5EF4-FFF2-40B4-BE49-F238E27FC236}">
                <a16:creationId xmlns:a16="http://schemas.microsoft.com/office/drawing/2014/main" id="{3BF3BADF-2FA4-79E5-7182-B95780E0C99A}"/>
              </a:ext>
            </a:extLst>
          </p:cNvPr>
          <p:cNvSpPr>
            <a:spLocks/>
          </p:cNvSpPr>
          <p:nvPr/>
        </p:nvSpPr>
        <p:spPr>
          <a:xfrm>
            <a:off x="10454097" y="4104062"/>
            <a:ext cx="755583" cy="178027"/>
          </a:xfrm>
          <a:prstGeom prst="ellipse">
            <a:avLst/>
          </a:pr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8" name="椭圆 107">
            <a:extLst>
              <a:ext uri="{FF2B5EF4-FFF2-40B4-BE49-F238E27FC236}">
                <a16:creationId xmlns:a16="http://schemas.microsoft.com/office/drawing/2014/main" id="{72188400-9965-D355-A58D-208DFE7305F9}"/>
              </a:ext>
            </a:extLst>
          </p:cNvPr>
          <p:cNvSpPr/>
          <p:nvPr/>
        </p:nvSpPr>
        <p:spPr>
          <a:xfrm>
            <a:off x="4108895" y="5764310"/>
            <a:ext cx="765135" cy="216077"/>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bg1"/>
                </a:solidFill>
              </a:rPr>
              <a:t>存储</a:t>
            </a:r>
          </a:p>
        </p:txBody>
      </p:sp>
      <p:sp>
        <p:nvSpPr>
          <p:cNvPr id="109" name="椭圆 108">
            <a:extLst>
              <a:ext uri="{FF2B5EF4-FFF2-40B4-BE49-F238E27FC236}">
                <a16:creationId xmlns:a16="http://schemas.microsoft.com/office/drawing/2014/main" id="{072257A0-1132-FCB7-375E-A06B6B194973}"/>
              </a:ext>
            </a:extLst>
          </p:cNvPr>
          <p:cNvSpPr/>
          <p:nvPr/>
        </p:nvSpPr>
        <p:spPr>
          <a:xfrm>
            <a:off x="7474781" y="5445004"/>
            <a:ext cx="624077" cy="212929"/>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dirty="0">
                <a:solidFill>
                  <a:schemeClr val="bg1"/>
                </a:solidFill>
              </a:rPr>
              <a:t>Docker</a:t>
            </a:r>
            <a:endParaRPr lang="zh-CN" altLang="en-US" sz="1000" dirty="0">
              <a:solidFill>
                <a:schemeClr val="bg1"/>
              </a:solidFill>
            </a:endParaRPr>
          </a:p>
        </p:txBody>
      </p:sp>
      <p:sp>
        <p:nvSpPr>
          <p:cNvPr id="110" name="椭圆 109">
            <a:extLst>
              <a:ext uri="{FF2B5EF4-FFF2-40B4-BE49-F238E27FC236}">
                <a16:creationId xmlns:a16="http://schemas.microsoft.com/office/drawing/2014/main" id="{99F85725-C079-B257-8609-FC3FE0F5BD7B}"/>
              </a:ext>
            </a:extLst>
          </p:cNvPr>
          <p:cNvSpPr/>
          <p:nvPr/>
        </p:nvSpPr>
        <p:spPr>
          <a:xfrm>
            <a:off x="8200679" y="5476087"/>
            <a:ext cx="948720" cy="239580"/>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dirty="0">
                <a:solidFill>
                  <a:schemeClr val="bg1"/>
                </a:solidFill>
              </a:rPr>
              <a:t>分布式缓存</a:t>
            </a:r>
          </a:p>
        </p:txBody>
      </p:sp>
      <p:sp>
        <p:nvSpPr>
          <p:cNvPr id="113" name="椭圆 112">
            <a:extLst>
              <a:ext uri="{FF2B5EF4-FFF2-40B4-BE49-F238E27FC236}">
                <a16:creationId xmlns:a16="http://schemas.microsoft.com/office/drawing/2014/main" id="{245A1C3A-BE9F-8045-4445-BA56D9038F35}"/>
              </a:ext>
            </a:extLst>
          </p:cNvPr>
          <p:cNvSpPr/>
          <p:nvPr/>
        </p:nvSpPr>
        <p:spPr>
          <a:xfrm>
            <a:off x="8394661" y="5783203"/>
            <a:ext cx="624742" cy="211269"/>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dirty="0">
                <a:solidFill>
                  <a:schemeClr val="bg1"/>
                </a:solidFill>
              </a:rPr>
              <a:t>ELK</a:t>
            </a:r>
            <a:endParaRPr lang="zh-CN" altLang="en-US" sz="1000" dirty="0">
              <a:solidFill>
                <a:schemeClr val="bg1"/>
              </a:solidFill>
            </a:endParaRPr>
          </a:p>
        </p:txBody>
      </p:sp>
      <p:sp>
        <p:nvSpPr>
          <p:cNvPr id="114" name="椭圆 113">
            <a:extLst>
              <a:ext uri="{FF2B5EF4-FFF2-40B4-BE49-F238E27FC236}">
                <a16:creationId xmlns:a16="http://schemas.microsoft.com/office/drawing/2014/main" id="{964CC5B4-6867-A9CD-CEDE-93FEEFFF797A}"/>
              </a:ext>
            </a:extLst>
          </p:cNvPr>
          <p:cNvSpPr/>
          <p:nvPr/>
        </p:nvSpPr>
        <p:spPr>
          <a:xfrm>
            <a:off x="7311093" y="5773401"/>
            <a:ext cx="898008" cy="239580"/>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900" dirty="0">
                <a:solidFill>
                  <a:schemeClr val="bg1"/>
                </a:solidFill>
              </a:rPr>
              <a:t>分布式搜索</a:t>
            </a:r>
          </a:p>
        </p:txBody>
      </p:sp>
      <p:sp>
        <p:nvSpPr>
          <p:cNvPr id="119" name="椭圆 118">
            <a:extLst>
              <a:ext uri="{FF2B5EF4-FFF2-40B4-BE49-F238E27FC236}">
                <a16:creationId xmlns:a16="http://schemas.microsoft.com/office/drawing/2014/main" id="{D67426AF-6F49-CC53-FA00-BF6A82E7B026}"/>
              </a:ext>
            </a:extLst>
          </p:cNvPr>
          <p:cNvSpPr/>
          <p:nvPr/>
        </p:nvSpPr>
        <p:spPr>
          <a:xfrm>
            <a:off x="2422138" y="2710737"/>
            <a:ext cx="1030267" cy="274687"/>
          </a:xfrm>
          <a:prstGeom prst="ellipse">
            <a:avLst/>
          </a:prstGeom>
          <a:gradFill>
            <a:gsLst>
              <a:gs pos="0">
                <a:schemeClr val="accent2">
                  <a:alpha val="0"/>
                </a:schemeClr>
              </a:gs>
              <a:gs pos="100000">
                <a:schemeClr val="accent2">
                  <a:alpha val="41000"/>
                </a:schemeClr>
              </a:gs>
            </a:gsLst>
            <a:lin ang="5400000" scaled="1"/>
          </a:gradFill>
          <a:ln w="9525">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4" name="椭圆 123">
            <a:extLst>
              <a:ext uri="{FF2B5EF4-FFF2-40B4-BE49-F238E27FC236}">
                <a16:creationId xmlns:a16="http://schemas.microsoft.com/office/drawing/2014/main" id="{8FEF0B0B-E8DD-B203-7F53-AA1C39BB4F1A}"/>
              </a:ext>
            </a:extLst>
          </p:cNvPr>
          <p:cNvSpPr>
            <a:spLocks/>
          </p:cNvSpPr>
          <p:nvPr/>
        </p:nvSpPr>
        <p:spPr>
          <a:xfrm>
            <a:off x="4941852" y="3009843"/>
            <a:ext cx="1030267" cy="250228"/>
          </a:xfrm>
          <a:prstGeom prst="ellipse">
            <a:avLst/>
          </a:prstGeom>
          <a:gradFill>
            <a:gsLst>
              <a:gs pos="0">
                <a:schemeClr val="accent2">
                  <a:alpha val="0"/>
                </a:schemeClr>
              </a:gs>
              <a:gs pos="100000">
                <a:schemeClr val="accent2">
                  <a:alpha val="41000"/>
                </a:schemeClr>
              </a:gs>
            </a:gsLst>
            <a:lin ang="5400000" scaled="1"/>
          </a:gradFill>
          <a:ln w="9525">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椭圆 122">
            <a:extLst>
              <a:ext uri="{FF2B5EF4-FFF2-40B4-BE49-F238E27FC236}">
                <a16:creationId xmlns:a16="http://schemas.microsoft.com/office/drawing/2014/main" id="{0C52E579-99EB-12D2-B960-B692CDE42F96}"/>
              </a:ext>
            </a:extLst>
          </p:cNvPr>
          <p:cNvSpPr>
            <a:spLocks/>
          </p:cNvSpPr>
          <p:nvPr/>
        </p:nvSpPr>
        <p:spPr>
          <a:xfrm>
            <a:off x="3774928" y="2343446"/>
            <a:ext cx="1030267" cy="250228"/>
          </a:xfrm>
          <a:prstGeom prst="ellipse">
            <a:avLst/>
          </a:prstGeom>
          <a:gradFill>
            <a:gsLst>
              <a:gs pos="0">
                <a:schemeClr val="accent2">
                  <a:alpha val="0"/>
                </a:schemeClr>
              </a:gs>
              <a:gs pos="100000">
                <a:schemeClr val="accent2">
                  <a:alpha val="41000"/>
                </a:schemeClr>
              </a:gs>
            </a:gsLst>
            <a:lin ang="5400000" scaled="1"/>
          </a:gradFill>
          <a:ln w="9525">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5" name="椭圆 124">
            <a:extLst>
              <a:ext uri="{FF2B5EF4-FFF2-40B4-BE49-F238E27FC236}">
                <a16:creationId xmlns:a16="http://schemas.microsoft.com/office/drawing/2014/main" id="{DFC66F60-433A-5FB8-F332-E4E75EF28917}"/>
              </a:ext>
            </a:extLst>
          </p:cNvPr>
          <p:cNvSpPr>
            <a:spLocks/>
          </p:cNvSpPr>
          <p:nvPr/>
        </p:nvSpPr>
        <p:spPr>
          <a:xfrm>
            <a:off x="6107327" y="2242585"/>
            <a:ext cx="1030267" cy="250228"/>
          </a:xfrm>
          <a:prstGeom prst="ellipse">
            <a:avLst/>
          </a:prstGeom>
          <a:gradFill>
            <a:gsLst>
              <a:gs pos="0">
                <a:schemeClr val="accent2">
                  <a:alpha val="0"/>
                </a:schemeClr>
              </a:gs>
              <a:gs pos="100000">
                <a:schemeClr val="accent2">
                  <a:alpha val="41000"/>
                </a:schemeClr>
              </a:gs>
            </a:gsLst>
            <a:lin ang="5400000" scaled="1"/>
          </a:gradFill>
          <a:ln w="9525">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 name="椭圆 127">
            <a:extLst>
              <a:ext uri="{FF2B5EF4-FFF2-40B4-BE49-F238E27FC236}">
                <a16:creationId xmlns:a16="http://schemas.microsoft.com/office/drawing/2014/main" id="{3487C38C-3359-185C-569E-323D8CE0880D}"/>
              </a:ext>
            </a:extLst>
          </p:cNvPr>
          <p:cNvSpPr/>
          <p:nvPr/>
        </p:nvSpPr>
        <p:spPr>
          <a:xfrm>
            <a:off x="8360802" y="2343446"/>
            <a:ext cx="1030267" cy="250228"/>
          </a:xfrm>
          <a:prstGeom prst="ellipse">
            <a:avLst/>
          </a:prstGeom>
          <a:gradFill>
            <a:gsLst>
              <a:gs pos="0">
                <a:schemeClr val="accent2">
                  <a:alpha val="0"/>
                </a:schemeClr>
              </a:gs>
              <a:gs pos="100000">
                <a:schemeClr val="accent2">
                  <a:alpha val="41000"/>
                </a:schemeClr>
              </a:gs>
            </a:gsLst>
            <a:lin ang="5400000" scaled="1"/>
          </a:gradFill>
          <a:ln w="9525">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a:extLst>
              <a:ext uri="{FF2B5EF4-FFF2-40B4-BE49-F238E27FC236}">
                <a16:creationId xmlns:a16="http://schemas.microsoft.com/office/drawing/2014/main" id="{126B6E99-D255-3A2D-2B41-0A5EDCD48D60}"/>
              </a:ext>
            </a:extLst>
          </p:cNvPr>
          <p:cNvSpPr/>
          <p:nvPr/>
        </p:nvSpPr>
        <p:spPr>
          <a:xfrm>
            <a:off x="6034639" y="5808681"/>
            <a:ext cx="1175644" cy="215622"/>
          </a:xfrm>
          <a:prstGeom prst="ellipse">
            <a:avLst/>
          </a:prstGeom>
          <a:solidFill>
            <a:schemeClr val="tx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任意多边形: 形状 143">
            <a:extLst>
              <a:ext uri="{FF2B5EF4-FFF2-40B4-BE49-F238E27FC236}">
                <a16:creationId xmlns:a16="http://schemas.microsoft.com/office/drawing/2014/main" id="{1FEE8589-24EB-9E15-CE91-C88A93F940BB}"/>
              </a:ext>
            </a:extLst>
          </p:cNvPr>
          <p:cNvSpPr/>
          <p:nvPr/>
        </p:nvSpPr>
        <p:spPr>
          <a:xfrm>
            <a:off x="6013928" y="5286885"/>
            <a:ext cx="1217066" cy="633665"/>
          </a:xfrm>
          <a:custGeom>
            <a:avLst/>
            <a:gdLst>
              <a:gd name="connsiteX0" fmla="*/ 914400 w 914400"/>
              <a:gd name="connsiteY0" fmla="*/ 471107 h 476082"/>
              <a:gd name="connsiteX1" fmla="*/ 914400 w 914400"/>
              <a:gd name="connsiteY1" fmla="*/ 476082 h 476082"/>
              <a:gd name="connsiteX2" fmla="*/ 911853 w 914400"/>
              <a:gd name="connsiteY2" fmla="*/ 476082 h 476082"/>
              <a:gd name="connsiteX3" fmla="*/ 0 w 914400"/>
              <a:gd name="connsiteY3" fmla="*/ 0 h 476082"/>
              <a:gd name="connsiteX4" fmla="*/ 914400 w 914400"/>
              <a:gd name="connsiteY4" fmla="*/ 0 h 476082"/>
              <a:gd name="connsiteX5" fmla="*/ 914400 w 914400"/>
              <a:gd name="connsiteY5" fmla="*/ 471103 h 476082"/>
              <a:gd name="connsiteX6" fmla="*/ 905113 w 914400"/>
              <a:gd name="connsiteY6" fmla="*/ 452967 h 476082"/>
              <a:gd name="connsiteX7" fmla="*/ 457201 w 914400"/>
              <a:gd name="connsiteY7" fmla="*/ 381105 h 476082"/>
              <a:gd name="connsiteX8" fmla="*/ 1 w 914400"/>
              <a:gd name="connsiteY8" fmla="*/ 471105 h 476082"/>
              <a:gd name="connsiteX9" fmla="*/ 2550 w 914400"/>
              <a:gd name="connsiteY9" fmla="*/ 476082 h 476082"/>
              <a:gd name="connsiteX10" fmla="*/ 0 w 914400"/>
              <a:gd name="connsiteY10" fmla="*/ 476082 h 47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400" h="476082">
                <a:moveTo>
                  <a:pt x="914400" y="471107"/>
                </a:moveTo>
                <a:lnTo>
                  <a:pt x="914400" y="476082"/>
                </a:lnTo>
                <a:lnTo>
                  <a:pt x="911853" y="476082"/>
                </a:lnTo>
                <a:close/>
                <a:moveTo>
                  <a:pt x="0" y="0"/>
                </a:moveTo>
                <a:lnTo>
                  <a:pt x="914400" y="0"/>
                </a:lnTo>
                <a:lnTo>
                  <a:pt x="914400" y="471103"/>
                </a:lnTo>
                <a:lnTo>
                  <a:pt x="905113" y="452967"/>
                </a:lnTo>
                <a:cubicBezTo>
                  <a:pt x="862480" y="411955"/>
                  <a:pt x="678143" y="381105"/>
                  <a:pt x="457201" y="381105"/>
                </a:cubicBezTo>
                <a:cubicBezTo>
                  <a:pt x="204696" y="381105"/>
                  <a:pt x="1" y="421399"/>
                  <a:pt x="1" y="471105"/>
                </a:cubicBezTo>
                <a:lnTo>
                  <a:pt x="2550" y="476082"/>
                </a:lnTo>
                <a:lnTo>
                  <a:pt x="0" y="476082"/>
                </a:lnTo>
                <a:close/>
              </a:path>
            </a:pathLst>
          </a:custGeom>
          <a:gradFill>
            <a:gsLst>
              <a:gs pos="0">
                <a:schemeClr val="accent1">
                  <a:alpha val="0"/>
                </a:schemeClr>
              </a:gs>
              <a:gs pos="99000">
                <a:schemeClr val="accent1">
                  <a:alpha val="5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6" name="任意多边形: 形状 145">
            <a:extLst>
              <a:ext uri="{FF2B5EF4-FFF2-40B4-BE49-F238E27FC236}">
                <a16:creationId xmlns:a16="http://schemas.microsoft.com/office/drawing/2014/main" id="{B268098D-22F7-2384-C711-C50648541F35}"/>
              </a:ext>
            </a:extLst>
          </p:cNvPr>
          <p:cNvSpPr/>
          <p:nvPr/>
        </p:nvSpPr>
        <p:spPr>
          <a:xfrm>
            <a:off x="6145741" y="5353385"/>
            <a:ext cx="953440" cy="544177"/>
          </a:xfrm>
          <a:custGeom>
            <a:avLst/>
            <a:gdLst>
              <a:gd name="connsiteX0" fmla="*/ 0 w 793750"/>
              <a:gd name="connsiteY0" fmla="*/ 0 h 427225"/>
              <a:gd name="connsiteX1" fmla="*/ 793750 w 793750"/>
              <a:gd name="connsiteY1" fmla="*/ 0 h 427225"/>
              <a:gd name="connsiteX2" fmla="*/ 793750 w 793750"/>
              <a:gd name="connsiteY2" fmla="*/ 427225 h 427225"/>
              <a:gd name="connsiteX3" fmla="*/ 775993 w 793750"/>
              <a:gd name="connsiteY3" fmla="*/ 420785 h 427225"/>
              <a:gd name="connsiteX4" fmla="*/ 396875 w 793750"/>
              <a:gd name="connsiteY4" fmla="*/ 381105 h 427225"/>
              <a:gd name="connsiteX5" fmla="*/ 17758 w 793750"/>
              <a:gd name="connsiteY5" fmla="*/ 420785 h 427225"/>
              <a:gd name="connsiteX6" fmla="*/ 0 w 793750"/>
              <a:gd name="connsiteY6" fmla="*/ 427225 h 42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3750" h="427225">
                <a:moveTo>
                  <a:pt x="0" y="0"/>
                </a:moveTo>
                <a:lnTo>
                  <a:pt x="793750" y="0"/>
                </a:lnTo>
                <a:lnTo>
                  <a:pt x="793750" y="427225"/>
                </a:lnTo>
                <a:lnTo>
                  <a:pt x="775993" y="420785"/>
                </a:lnTo>
                <a:cubicBezTo>
                  <a:pt x="693831" y="396845"/>
                  <a:pt x="554691" y="381105"/>
                  <a:pt x="396875" y="381105"/>
                </a:cubicBezTo>
                <a:cubicBezTo>
                  <a:pt x="239060" y="381105"/>
                  <a:pt x="99920" y="396845"/>
                  <a:pt x="17758" y="420785"/>
                </a:cubicBezTo>
                <a:lnTo>
                  <a:pt x="0" y="427225"/>
                </a:lnTo>
                <a:close/>
              </a:path>
            </a:pathLst>
          </a:custGeom>
          <a:gradFill>
            <a:gsLst>
              <a:gs pos="0">
                <a:schemeClr val="accent1">
                  <a:alpha val="0"/>
                </a:schemeClr>
              </a:gs>
              <a:gs pos="98000">
                <a:schemeClr val="accent1">
                  <a:alpha val="23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8" name="椭圆 137">
            <a:extLst>
              <a:ext uri="{FF2B5EF4-FFF2-40B4-BE49-F238E27FC236}">
                <a16:creationId xmlns:a16="http://schemas.microsoft.com/office/drawing/2014/main" id="{4AF19BCC-2D70-542C-8F67-0B8AFF5E5DEA}"/>
              </a:ext>
            </a:extLst>
          </p:cNvPr>
          <p:cNvSpPr/>
          <p:nvPr/>
        </p:nvSpPr>
        <p:spPr>
          <a:xfrm>
            <a:off x="6013928" y="5794136"/>
            <a:ext cx="1217066" cy="239580"/>
          </a:xfrm>
          <a:prstGeom prst="ellipse">
            <a:avLst/>
          </a:prstGeom>
          <a:solidFill>
            <a:schemeClr val="accent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7" name="椭圆 366">
            <a:extLst>
              <a:ext uri="{FF2B5EF4-FFF2-40B4-BE49-F238E27FC236}">
                <a16:creationId xmlns:a16="http://schemas.microsoft.com/office/drawing/2014/main" id="{9A8DD10F-0E3A-5E52-6404-6B995B57BEE9}"/>
              </a:ext>
            </a:extLst>
          </p:cNvPr>
          <p:cNvSpPr/>
          <p:nvPr/>
        </p:nvSpPr>
        <p:spPr>
          <a:xfrm>
            <a:off x="6133113" y="5837238"/>
            <a:ext cx="978696" cy="153920"/>
          </a:xfrm>
          <a:prstGeom prst="ellipse">
            <a:avLst/>
          </a:prstGeom>
          <a:solidFill>
            <a:schemeClr val="accent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7" name="文本框 146">
            <a:extLst>
              <a:ext uri="{FF2B5EF4-FFF2-40B4-BE49-F238E27FC236}">
                <a16:creationId xmlns:a16="http://schemas.microsoft.com/office/drawing/2014/main" id="{BC459D45-C95C-84E0-D9AB-97626D1F28DD}"/>
              </a:ext>
            </a:extLst>
          </p:cNvPr>
          <p:cNvSpPr txBox="1"/>
          <p:nvPr/>
        </p:nvSpPr>
        <p:spPr>
          <a:xfrm>
            <a:off x="6212811" y="5493921"/>
            <a:ext cx="819301" cy="269943"/>
          </a:xfrm>
          <a:prstGeom prst="rect">
            <a:avLst/>
          </a:prstGeom>
          <a:noFill/>
        </p:spPr>
        <p:txBody>
          <a:bodyPr wrap="none" lIns="0" tIns="0" rIns="0" bIns="0" rtlCol="0">
            <a:spAutoFit/>
          </a:bodyPr>
          <a:lstStyle/>
          <a:p>
            <a:pPr algn="ctr">
              <a:lnSpc>
                <a:spcPct val="120000"/>
              </a:lnSpc>
            </a:pPr>
            <a:r>
              <a:rPr lang="zh-CN" altLang="en-US" sz="1200" b="1" dirty="0">
                <a:solidFill>
                  <a:schemeClr val="accent1"/>
                </a:solidFill>
              </a:rPr>
              <a:t>部署方式</a:t>
            </a:r>
          </a:p>
        </p:txBody>
      </p:sp>
      <p:sp>
        <p:nvSpPr>
          <p:cNvPr id="148" name="文本框 147">
            <a:extLst>
              <a:ext uri="{FF2B5EF4-FFF2-40B4-BE49-F238E27FC236}">
                <a16:creationId xmlns:a16="http://schemas.microsoft.com/office/drawing/2014/main" id="{CA35265E-39C1-8911-0FD5-779404E8C571}"/>
              </a:ext>
            </a:extLst>
          </p:cNvPr>
          <p:cNvSpPr txBox="1"/>
          <p:nvPr/>
        </p:nvSpPr>
        <p:spPr>
          <a:xfrm>
            <a:off x="2917506" y="5621332"/>
            <a:ext cx="897682"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分布式服务框架</a:t>
            </a:r>
          </a:p>
        </p:txBody>
      </p:sp>
      <p:grpSp>
        <p:nvGrpSpPr>
          <p:cNvPr id="155" name="组合 154">
            <a:extLst>
              <a:ext uri="{FF2B5EF4-FFF2-40B4-BE49-F238E27FC236}">
                <a16:creationId xmlns:a16="http://schemas.microsoft.com/office/drawing/2014/main" id="{78EB2CA3-3C6D-8B7B-5C89-EABEF0D40499}"/>
              </a:ext>
            </a:extLst>
          </p:cNvPr>
          <p:cNvGrpSpPr/>
          <p:nvPr/>
        </p:nvGrpSpPr>
        <p:grpSpPr>
          <a:xfrm>
            <a:off x="5056942" y="5783203"/>
            <a:ext cx="786602" cy="194499"/>
            <a:chOff x="3797022" y="5610557"/>
            <a:chExt cx="660928" cy="169021"/>
          </a:xfrm>
        </p:grpSpPr>
        <p:sp>
          <p:nvSpPr>
            <p:cNvPr id="99" name="椭圆 98">
              <a:extLst>
                <a:ext uri="{FF2B5EF4-FFF2-40B4-BE49-F238E27FC236}">
                  <a16:creationId xmlns:a16="http://schemas.microsoft.com/office/drawing/2014/main" id="{DD94890E-B44F-E3C9-B948-4CC1D66CA621}"/>
                </a:ext>
              </a:extLst>
            </p:cNvPr>
            <p:cNvSpPr/>
            <p:nvPr/>
          </p:nvSpPr>
          <p:spPr>
            <a:xfrm>
              <a:off x="3797022" y="5612520"/>
              <a:ext cx="660928" cy="165096"/>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chemeClr val="accent1"/>
                  </a:solidFill>
                </a:ln>
              </a:endParaRPr>
            </a:p>
          </p:txBody>
        </p:sp>
        <p:sp>
          <p:nvSpPr>
            <p:cNvPr id="150" name="文本框 149">
              <a:extLst>
                <a:ext uri="{FF2B5EF4-FFF2-40B4-BE49-F238E27FC236}">
                  <a16:creationId xmlns:a16="http://schemas.microsoft.com/office/drawing/2014/main" id="{4C9DFB7F-C2EE-3F01-6CDF-EC54C5718F10}"/>
                </a:ext>
              </a:extLst>
            </p:cNvPr>
            <p:cNvSpPr txBox="1"/>
            <p:nvPr/>
          </p:nvSpPr>
          <p:spPr>
            <a:xfrm>
              <a:off x="4017680" y="5610557"/>
              <a:ext cx="219612" cy="169021"/>
            </a:xfrm>
            <a:prstGeom prst="rect">
              <a:avLst/>
            </a:prstGeom>
            <a:noFill/>
          </p:spPr>
          <p:txBody>
            <a:bodyPr wrap="none" lIns="0" tIns="0" rIns="0" bIns="0" rtlCol="0">
              <a:spAutoFit/>
            </a:bodyPr>
            <a:lstStyle/>
            <a:p>
              <a:pPr algn="ctr">
                <a:lnSpc>
                  <a:spcPct val="120000"/>
                </a:lnSpc>
              </a:pPr>
              <a:r>
                <a:rPr lang="en-US" altLang="zh-CN" sz="1000" dirty="0">
                  <a:solidFill>
                    <a:schemeClr val="bg1"/>
                  </a:solidFill>
                </a:rPr>
                <a:t>SLB</a:t>
              </a:r>
              <a:endParaRPr lang="zh-CN" altLang="en-US" sz="1000" dirty="0">
                <a:solidFill>
                  <a:schemeClr val="bg1"/>
                </a:solidFill>
              </a:endParaRPr>
            </a:p>
          </p:txBody>
        </p:sp>
      </p:grpSp>
      <p:grpSp>
        <p:nvGrpSpPr>
          <p:cNvPr id="156" name="组合 155">
            <a:extLst>
              <a:ext uri="{FF2B5EF4-FFF2-40B4-BE49-F238E27FC236}">
                <a16:creationId xmlns:a16="http://schemas.microsoft.com/office/drawing/2014/main" id="{DFED4B3E-CCE3-C4F5-BF23-18BAF9D9471E}"/>
              </a:ext>
            </a:extLst>
          </p:cNvPr>
          <p:cNvGrpSpPr/>
          <p:nvPr/>
        </p:nvGrpSpPr>
        <p:grpSpPr>
          <a:xfrm>
            <a:off x="3973381" y="5475112"/>
            <a:ext cx="786602" cy="194499"/>
            <a:chOff x="3729060" y="5234766"/>
            <a:chExt cx="660928" cy="169021"/>
          </a:xfrm>
        </p:grpSpPr>
        <p:sp>
          <p:nvSpPr>
            <p:cNvPr id="85" name="椭圆 84">
              <a:extLst>
                <a:ext uri="{FF2B5EF4-FFF2-40B4-BE49-F238E27FC236}">
                  <a16:creationId xmlns:a16="http://schemas.microsoft.com/office/drawing/2014/main" id="{02EE8040-656F-5FA8-BCDF-76FD51782D6E}"/>
                </a:ext>
              </a:extLst>
            </p:cNvPr>
            <p:cNvSpPr/>
            <p:nvPr/>
          </p:nvSpPr>
          <p:spPr>
            <a:xfrm>
              <a:off x="3729060" y="5236728"/>
              <a:ext cx="660928" cy="165096"/>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accent1"/>
                  </a:solidFill>
                </a:ln>
              </a:endParaRPr>
            </a:p>
          </p:txBody>
        </p:sp>
        <p:sp>
          <p:nvSpPr>
            <p:cNvPr id="151" name="文本框 150">
              <a:extLst>
                <a:ext uri="{FF2B5EF4-FFF2-40B4-BE49-F238E27FC236}">
                  <a16:creationId xmlns:a16="http://schemas.microsoft.com/office/drawing/2014/main" id="{9EB133E2-928C-E49B-D0FF-891810D192C9}"/>
                </a:ext>
              </a:extLst>
            </p:cNvPr>
            <p:cNvSpPr txBox="1"/>
            <p:nvPr/>
          </p:nvSpPr>
          <p:spPr>
            <a:xfrm>
              <a:off x="3920864" y="5234766"/>
              <a:ext cx="277320" cy="169021"/>
            </a:xfrm>
            <a:prstGeom prst="rect">
              <a:avLst/>
            </a:prstGeom>
            <a:noFill/>
          </p:spPr>
          <p:txBody>
            <a:bodyPr wrap="none" lIns="0" tIns="0" rIns="0" bIns="0" rtlCol="0">
              <a:spAutoFit/>
            </a:bodyPr>
            <a:lstStyle/>
            <a:p>
              <a:pPr algn="ctr">
                <a:lnSpc>
                  <a:spcPct val="120000"/>
                </a:lnSpc>
              </a:pPr>
              <a:r>
                <a:rPr lang="en-US" altLang="zh-CN" sz="1000" dirty="0">
                  <a:solidFill>
                    <a:schemeClr val="bg1"/>
                  </a:solidFill>
                </a:rPr>
                <a:t>CCN</a:t>
              </a:r>
              <a:endParaRPr lang="zh-CN" altLang="en-US" sz="1000" dirty="0">
                <a:solidFill>
                  <a:schemeClr val="bg1"/>
                </a:solidFill>
              </a:endParaRPr>
            </a:p>
          </p:txBody>
        </p:sp>
      </p:grpSp>
      <p:grpSp>
        <p:nvGrpSpPr>
          <p:cNvPr id="154" name="组合 153">
            <a:extLst>
              <a:ext uri="{FF2B5EF4-FFF2-40B4-BE49-F238E27FC236}">
                <a16:creationId xmlns:a16="http://schemas.microsoft.com/office/drawing/2014/main" id="{F55887A5-9B2C-35A7-C7BD-FA145588D920}"/>
              </a:ext>
            </a:extLst>
          </p:cNvPr>
          <p:cNvGrpSpPr/>
          <p:nvPr/>
        </p:nvGrpSpPr>
        <p:grpSpPr>
          <a:xfrm>
            <a:off x="4879633" y="5447363"/>
            <a:ext cx="998022" cy="237227"/>
            <a:chOff x="4435322" y="5292085"/>
            <a:chExt cx="998022" cy="237227"/>
          </a:xfrm>
        </p:grpSpPr>
        <p:sp>
          <p:nvSpPr>
            <p:cNvPr id="102" name="椭圆 101">
              <a:extLst>
                <a:ext uri="{FF2B5EF4-FFF2-40B4-BE49-F238E27FC236}">
                  <a16:creationId xmlns:a16="http://schemas.microsoft.com/office/drawing/2014/main" id="{F0B4064E-D648-9B93-52E4-E1969157E498}"/>
                </a:ext>
              </a:extLst>
            </p:cNvPr>
            <p:cNvSpPr>
              <a:spLocks/>
            </p:cNvSpPr>
            <p:nvPr/>
          </p:nvSpPr>
          <p:spPr>
            <a:xfrm>
              <a:off x="4435322" y="5292085"/>
              <a:ext cx="998022" cy="237227"/>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accent1"/>
                  </a:solidFill>
                </a:ln>
              </a:endParaRPr>
            </a:p>
          </p:txBody>
        </p:sp>
        <p:sp>
          <p:nvSpPr>
            <p:cNvPr id="153" name="文本框 152">
              <a:extLst>
                <a:ext uri="{FF2B5EF4-FFF2-40B4-BE49-F238E27FC236}">
                  <a16:creationId xmlns:a16="http://schemas.microsoft.com/office/drawing/2014/main" id="{76BB072C-B408-29AB-F5F1-4AF5F0659E62}"/>
                </a:ext>
              </a:extLst>
            </p:cNvPr>
            <p:cNvSpPr txBox="1">
              <a:spLocks/>
            </p:cNvSpPr>
            <p:nvPr/>
          </p:nvSpPr>
          <p:spPr>
            <a:xfrm>
              <a:off x="4477514" y="5326188"/>
              <a:ext cx="913638" cy="169021"/>
            </a:xfrm>
            <a:prstGeom prst="rect">
              <a:avLst/>
            </a:prstGeom>
            <a:noFill/>
          </p:spPr>
          <p:txBody>
            <a:bodyPr wrap="square" lIns="0" tIns="0" rIns="0" bIns="0" rtlCol="0">
              <a:spAutoFit/>
            </a:bodyPr>
            <a:lstStyle/>
            <a:p>
              <a:pPr algn="ctr">
                <a:lnSpc>
                  <a:spcPct val="120000"/>
                </a:lnSpc>
              </a:pPr>
              <a:r>
                <a:rPr lang="zh-CN" altLang="en-US" sz="1000" dirty="0">
                  <a:solidFill>
                    <a:schemeClr val="bg1"/>
                  </a:solidFill>
                </a:rPr>
                <a:t>分布式数据库</a:t>
              </a:r>
            </a:p>
          </p:txBody>
        </p:sp>
      </p:grpSp>
      <p:sp>
        <p:nvSpPr>
          <p:cNvPr id="159" name="任意多边形: 形状 158">
            <a:extLst>
              <a:ext uri="{FF2B5EF4-FFF2-40B4-BE49-F238E27FC236}">
                <a16:creationId xmlns:a16="http://schemas.microsoft.com/office/drawing/2014/main" id="{8625F455-BF8A-069B-197F-78CEB183D2F6}"/>
              </a:ext>
            </a:extLst>
          </p:cNvPr>
          <p:cNvSpPr>
            <a:spLocks/>
          </p:cNvSpPr>
          <p:nvPr/>
        </p:nvSpPr>
        <p:spPr>
          <a:xfrm>
            <a:off x="2145606" y="5290826"/>
            <a:ext cx="8953710" cy="944873"/>
          </a:xfrm>
          <a:custGeom>
            <a:avLst/>
            <a:gdLst>
              <a:gd name="connsiteX0" fmla="*/ 4476856 w 8953710"/>
              <a:gd name="connsiteY0" fmla="*/ 49603 h 840760"/>
              <a:gd name="connsiteX1" fmla="*/ 358404 w 8953710"/>
              <a:gd name="connsiteY1" fmla="*/ 394345 h 840760"/>
              <a:gd name="connsiteX2" fmla="*/ 4476856 w 8953710"/>
              <a:gd name="connsiteY2" fmla="*/ 739087 h 840760"/>
              <a:gd name="connsiteX3" fmla="*/ 8595308 w 8953710"/>
              <a:gd name="connsiteY3" fmla="*/ 394345 h 840760"/>
              <a:gd name="connsiteX4" fmla="*/ 4476856 w 8953710"/>
              <a:gd name="connsiteY4" fmla="*/ 49603 h 840760"/>
              <a:gd name="connsiteX5" fmla="*/ 4476855 w 8953710"/>
              <a:gd name="connsiteY5" fmla="*/ 0 h 840760"/>
              <a:gd name="connsiteX6" fmla="*/ 8953710 w 8953710"/>
              <a:gd name="connsiteY6" fmla="*/ 420380 h 840760"/>
              <a:gd name="connsiteX7" fmla="*/ 4476855 w 8953710"/>
              <a:gd name="connsiteY7" fmla="*/ 840760 h 840760"/>
              <a:gd name="connsiteX8" fmla="*/ 0 w 8953710"/>
              <a:gd name="connsiteY8" fmla="*/ 420380 h 840760"/>
              <a:gd name="connsiteX9" fmla="*/ 4476855 w 8953710"/>
              <a:gd name="connsiteY9" fmla="*/ 0 h 840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53710" h="840760">
                <a:moveTo>
                  <a:pt x="4476856" y="49603"/>
                </a:moveTo>
                <a:cubicBezTo>
                  <a:pt x="2202298" y="49603"/>
                  <a:pt x="358404" y="203949"/>
                  <a:pt x="358404" y="394345"/>
                </a:cubicBezTo>
                <a:cubicBezTo>
                  <a:pt x="358404" y="584741"/>
                  <a:pt x="2202298" y="739087"/>
                  <a:pt x="4476856" y="739087"/>
                </a:cubicBezTo>
                <a:cubicBezTo>
                  <a:pt x="6751414" y="739087"/>
                  <a:pt x="8595308" y="584741"/>
                  <a:pt x="8595308" y="394345"/>
                </a:cubicBezTo>
                <a:cubicBezTo>
                  <a:pt x="8595308" y="203949"/>
                  <a:pt x="6751414" y="49603"/>
                  <a:pt x="4476856" y="49603"/>
                </a:cubicBezTo>
                <a:close/>
                <a:moveTo>
                  <a:pt x="4476855" y="0"/>
                </a:moveTo>
                <a:cubicBezTo>
                  <a:pt x="6949354" y="0"/>
                  <a:pt x="8953710" y="188211"/>
                  <a:pt x="8953710" y="420380"/>
                </a:cubicBezTo>
                <a:cubicBezTo>
                  <a:pt x="8953710" y="652549"/>
                  <a:pt x="6949354" y="840760"/>
                  <a:pt x="4476855" y="840760"/>
                </a:cubicBezTo>
                <a:cubicBezTo>
                  <a:pt x="2004356" y="840760"/>
                  <a:pt x="0" y="652549"/>
                  <a:pt x="0" y="420380"/>
                </a:cubicBezTo>
                <a:cubicBezTo>
                  <a:pt x="0" y="188211"/>
                  <a:pt x="2004356" y="0"/>
                  <a:pt x="4476855" y="0"/>
                </a:cubicBezTo>
                <a:close/>
              </a:path>
            </a:pathLst>
          </a:custGeom>
          <a:gradFill flip="none" rotWithShape="1">
            <a:gsLst>
              <a:gs pos="2000">
                <a:schemeClr val="accent1">
                  <a:alpha val="0"/>
                </a:schemeClr>
              </a:gs>
              <a:gs pos="100000">
                <a:schemeClr val="accent1">
                  <a:alpha val="35000"/>
                </a:schemeClr>
              </a:gs>
            </a:gsLst>
            <a:lin ang="5400000" scaled="0"/>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0" name="椭圆 159">
            <a:extLst>
              <a:ext uri="{FF2B5EF4-FFF2-40B4-BE49-F238E27FC236}">
                <a16:creationId xmlns:a16="http://schemas.microsoft.com/office/drawing/2014/main" id="{2B85D0AE-B4D9-01CB-E64C-EC147B496383}"/>
              </a:ext>
            </a:extLst>
          </p:cNvPr>
          <p:cNvSpPr/>
          <p:nvPr/>
        </p:nvSpPr>
        <p:spPr>
          <a:xfrm>
            <a:off x="9171116" y="5621332"/>
            <a:ext cx="1294823" cy="239580"/>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dirty="0">
                <a:solidFill>
                  <a:schemeClr val="bg1"/>
                </a:solidFill>
              </a:rPr>
              <a:t>分布式消息队列</a:t>
            </a:r>
          </a:p>
        </p:txBody>
      </p:sp>
      <p:sp>
        <p:nvSpPr>
          <p:cNvPr id="161" name="文本框 160">
            <a:extLst>
              <a:ext uri="{FF2B5EF4-FFF2-40B4-BE49-F238E27FC236}">
                <a16:creationId xmlns:a16="http://schemas.microsoft.com/office/drawing/2014/main" id="{16C210A3-22B5-4A64-4F97-AC6C4F0CCED0}"/>
              </a:ext>
            </a:extLst>
          </p:cNvPr>
          <p:cNvSpPr txBox="1"/>
          <p:nvPr/>
        </p:nvSpPr>
        <p:spPr>
          <a:xfrm>
            <a:off x="2050796" y="3983958"/>
            <a:ext cx="641201" cy="307777"/>
          </a:xfrm>
          <a:prstGeom prst="rect">
            <a:avLst/>
          </a:prstGeom>
          <a:noFill/>
        </p:spPr>
        <p:txBody>
          <a:bodyPr wrap="square" lIns="0" tIns="0" rIns="0" bIns="0" rtlCol="0">
            <a:spAutoFit/>
          </a:bodyPr>
          <a:lstStyle/>
          <a:p>
            <a:pPr algn="ctr"/>
            <a:r>
              <a:rPr lang="en-US" altLang="zh-CN" sz="1000" dirty="0">
                <a:solidFill>
                  <a:schemeClr val="bg1"/>
                </a:solidFill>
              </a:rPr>
              <a:t>No Code</a:t>
            </a:r>
          </a:p>
          <a:p>
            <a:pPr algn="ctr"/>
            <a:r>
              <a:rPr lang="zh-CN" altLang="en-US" sz="1000" dirty="0">
                <a:solidFill>
                  <a:schemeClr val="bg1"/>
                </a:solidFill>
              </a:rPr>
              <a:t>无代码搭建</a:t>
            </a:r>
          </a:p>
        </p:txBody>
      </p:sp>
      <p:grpSp>
        <p:nvGrpSpPr>
          <p:cNvPr id="54" name="组合 53">
            <a:extLst>
              <a:ext uri="{FF2B5EF4-FFF2-40B4-BE49-F238E27FC236}">
                <a16:creationId xmlns:a16="http://schemas.microsoft.com/office/drawing/2014/main" id="{B10C9668-0D56-8BEB-09DB-ECDD3D682994}"/>
              </a:ext>
            </a:extLst>
          </p:cNvPr>
          <p:cNvGrpSpPr/>
          <p:nvPr/>
        </p:nvGrpSpPr>
        <p:grpSpPr>
          <a:xfrm>
            <a:off x="2739280" y="3668790"/>
            <a:ext cx="1479074" cy="579492"/>
            <a:chOff x="3363913" y="4398962"/>
            <a:chExt cx="1111250" cy="435381"/>
          </a:xfrm>
        </p:grpSpPr>
        <p:sp>
          <p:nvSpPr>
            <p:cNvPr id="50" name="任意多边形: 形状 49">
              <a:extLst>
                <a:ext uri="{FF2B5EF4-FFF2-40B4-BE49-F238E27FC236}">
                  <a16:creationId xmlns:a16="http://schemas.microsoft.com/office/drawing/2014/main" id="{8790463E-0064-DD8A-253B-B775526E5C05}"/>
                </a:ext>
              </a:extLst>
            </p:cNvPr>
            <p:cNvSpPr/>
            <p:nvPr/>
          </p:nvSpPr>
          <p:spPr>
            <a:xfrm flipV="1">
              <a:off x="3363913" y="4398962"/>
              <a:ext cx="1111250" cy="435381"/>
            </a:xfrm>
            <a:custGeom>
              <a:avLst/>
              <a:gdLst>
                <a:gd name="connsiteX0" fmla="*/ 0 w 6389430"/>
                <a:gd name="connsiteY0" fmla="*/ 1882951 h 1882951"/>
                <a:gd name="connsiteX1" fmla="*/ 6389430 w 6389430"/>
                <a:gd name="connsiteY1" fmla="*/ 1882951 h 1882951"/>
                <a:gd name="connsiteX2" fmla="*/ 5773439 w 6389430"/>
                <a:gd name="connsiteY2" fmla="*/ 348879 h 1882951"/>
                <a:gd name="connsiteX3" fmla="*/ 5768960 w 6389430"/>
                <a:gd name="connsiteY3" fmla="*/ 348879 h 1882951"/>
                <a:gd name="connsiteX4" fmla="*/ 5760943 w 6389430"/>
                <a:gd name="connsiteY4" fmla="*/ 326495 h 1882951"/>
                <a:gd name="connsiteX5" fmla="*/ 3194716 w 6389430"/>
                <a:gd name="connsiteY5" fmla="*/ 0 h 1882951"/>
                <a:gd name="connsiteX6" fmla="*/ 628489 w 6389430"/>
                <a:gd name="connsiteY6" fmla="*/ 326495 h 1882951"/>
                <a:gd name="connsiteX7" fmla="*/ 620472 w 6389430"/>
                <a:gd name="connsiteY7" fmla="*/ 348879 h 1882951"/>
                <a:gd name="connsiteX8" fmla="*/ 615991 w 6389430"/>
                <a:gd name="connsiteY8" fmla="*/ 348879 h 188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89430" h="1882951">
                  <a:moveTo>
                    <a:pt x="0" y="1882951"/>
                  </a:moveTo>
                  <a:lnTo>
                    <a:pt x="6389430" y="1882951"/>
                  </a:lnTo>
                  <a:lnTo>
                    <a:pt x="5773439" y="348879"/>
                  </a:lnTo>
                  <a:lnTo>
                    <a:pt x="5768960" y="348879"/>
                  </a:lnTo>
                  <a:lnTo>
                    <a:pt x="5760943" y="326495"/>
                  </a:lnTo>
                  <a:cubicBezTo>
                    <a:pt x="5628845" y="143108"/>
                    <a:pt x="4530319" y="0"/>
                    <a:pt x="3194716" y="0"/>
                  </a:cubicBezTo>
                  <a:cubicBezTo>
                    <a:pt x="1859114" y="0"/>
                    <a:pt x="760588" y="143108"/>
                    <a:pt x="628489" y="326495"/>
                  </a:cubicBezTo>
                  <a:lnTo>
                    <a:pt x="620472" y="348879"/>
                  </a:lnTo>
                  <a:lnTo>
                    <a:pt x="615991" y="348879"/>
                  </a:lnTo>
                  <a:close/>
                </a:path>
              </a:pathLst>
            </a:custGeom>
            <a:gradFill>
              <a:gsLst>
                <a:gs pos="72000">
                  <a:schemeClr val="accent1">
                    <a:alpha val="6000"/>
                  </a:schemeClr>
                </a:gs>
                <a:gs pos="1000">
                  <a:schemeClr val="tx1">
                    <a:alpha val="50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0" name="任意多边形: 形状 9">
              <a:extLst>
                <a:ext uri="{FF2B5EF4-FFF2-40B4-BE49-F238E27FC236}">
                  <a16:creationId xmlns:a16="http://schemas.microsoft.com/office/drawing/2014/main" id="{02CC9811-F95B-07A9-4B4A-205004E1495D}"/>
                </a:ext>
              </a:extLst>
            </p:cNvPr>
            <p:cNvSpPr/>
            <p:nvPr/>
          </p:nvSpPr>
          <p:spPr>
            <a:xfrm flipV="1">
              <a:off x="3448050" y="4449393"/>
              <a:ext cx="911225" cy="357014"/>
            </a:xfrm>
            <a:custGeom>
              <a:avLst/>
              <a:gdLst>
                <a:gd name="connsiteX0" fmla="*/ 0 w 6389430"/>
                <a:gd name="connsiteY0" fmla="*/ 1882951 h 1882951"/>
                <a:gd name="connsiteX1" fmla="*/ 6389430 w 6389430"/>
                <a:gd name="connsiteY1" fmla="*/ 1882951 h 1882951"/>
                <a:gd name="connsiteX2" fmla="*/ 5773439 w 6389430"/>
                <a:gd name="connsiteY2" fmla="*/ 348879 h 1882951"/>
                <a:gd name="connsiteX3" fmla="*/ 5768960 w 6389430"/>
                <a:gd name="connsiteY3" fmla="*/ 348879 h 1882951"/>
                <a:gd name="connsiteX4" fmla="*/ 5760943 w 6389430"/>
                <a:gd name="connsiteY4" fmla="*/ 326495 h 1882951"/>
                <a:gd name="connsiteX5" fmla="*/ 3194716 w 6389430"/>
                <a:gd name="connsiteY5" fmla="*/ 0 h 1882951"/>
                <a:gd name="connsiteX6" fmla="*/ 628489 w 6389430"/>
                <a:gd name="connsiteY6" fmla="*/ 326495 h 1882951"/>
                <a:gd name="connsiteX7" fmla="*/ 620472 w 6389430"/>
                <a:gd name="connsiteY7" fmla="*/ 348879 h 1882951"/>
                <a:gd name="connsiteX8" fmla="*/ 615991 w 6389430"/>
                <a:gd name="connsiteY8" fmla="*/ 348879 h 188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89430" h="1882951">
                  <a:moveTo>
                    <a:pt x="0" y="1882951"/>
                  </a:moveTo>
                  <a:lnTo>
                    <a:pt x="6389430" y="1882951"/>
                  </a:lnTo>
                  <a:lnTo>
                    <a:pt x="5773439" y="348879"/>
                  </a:lnTo>
                  <a:lnTo>
                    <a:pt x="5768960" y="348879"/>
                  </a:lnTo>
                  <a:lnTo>
                    <a:pt x="5760943" y="326495"/>
                  </a:lnTo>
                  <a:cubicBezTo>
                    <a:pt x="5628845" y="143108"/>
                    <a:pt x="4530319" y="0"/>
                    <a:pt x="3194716" y="0"/>
                  </a:cubicBezTo>
                  <a:cubicBezTo>
                    <a:pt x="1859114" y="0"/>
                    <a:pt x="760588" y="143108"/>
                    <a:pt x="628489" y="326495"/>
                  </a:cubicBezTo>
                  <a:lnTo>
                    <a:pt x="620472" y="348879"/>
                  </a:lnTo>
                  <a:lnTo>
                    <a:pt x="615991" y="348879"/>
                  </a:lnTo>
                  <a:close/>
                </a:path>
              </a:pathLst>
            </a:custGeom>
            <a:gradFill>
              <a:gsLst>
                <a:gs pos="72000">
                  <a:schemeClr val="accent1">
                    <a:alpha val="6000"/>
                  </a:schemeClr>
                </a:gs>
                <a:gs pos="1000">
                  <a:schemeClr val="tx1">
                    <a:alpha val="50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166" name="文本框 165">
            <a:extLst>
              <a:ext uri="{FF2B5EF4-FFF2-40B4-BE49-F238E27FC236}">
                <a16:creationId xmlns:a16="http://schemas.microsoft.com/office/drawing/2014/main" id="{F4890E3D-33FE-37F8-7233-5372461313C4}"/>
              </a:ext>
            </a:extLst>
          </p:cNvPr>
          <p:cNvSpPr txBox="1"/>
          <p:nvPr/>
        </p:nvSpPr>
        <p:spPr>
          <a:xfrm>
            <a:off x="3399240" y="4257682"/>
            <a:ext cx="641201" cy="307777"/>
          </a:xfrm>
          <a:prstGeom prst="rect">
            <a:avLst/>
          </a:prstGeom>
          <a:noFill/>
        </p:spPr>
        <p:txBody>
          <a:bodyPr wrap="none" lIns="0" tIns="0" rIns="0" bIns="0" rtlCol="0">
            <a:spAutoFit/>
          </a:bodyPr>
          <a:lstStyle/>
          <a:p>
            <a:pPr algn="ctr"/>
            <a:r>
              <a:rPr lang="en-US" altLang="zh-CN" sz="1000" dirty="0">
                <a:solidFill>
                  <a:schemeClr val="bg1"/>
                </a:solidFill>
              </a:rPr>
              <a:t>Low Code</a:t>
            </a:r>
          </a:p>
          <a:p>
            <a:pPr algn="ctr"/>
            <a:r>
              <a:rPr lang="zh-CN" altLang="en-US" sz="1000" dirty="0">
                <a:solidFill>
                  <a:schemeClr val="bg1"/>
                </a:solidFill>
              </a:rPr>
              <a:t>低代码开发</a:t>
            </a:r>
          </a:p>
        </p:txBody>
      </p:sp>
      <p:sp>
        <p:nvSpPr>
          <p:cNvPr id="167" name="文本框 166">
            <a:extLst>
              <a:ext uri="{FF2B5EF4-FFF2-40B4-BE49-F238E27FC236}">
                <a16:creationId xmlns:a16="http://schemas.microsoft.com/office/drawing/2014/main" id="{D09028D4-60C0-FFD4-E226-DFCA9BBE7D2D}"/>
              </a:ext>
            </a:extLst>
          </p:cNvPr>
          <p:cNvSpPr txBox="1"/>
          <p:nvPr/>
        </p:nvSpPr>
        <p:spPr>
          <a:xfrm>
            <a:off x="4223071" y="3667416"/>
            <a:ext cx="512961" cy="307777"/>
          </a:xfrm>
          <a:prstGeom prst="rect">
            <a:avLst/>
          </a:prstGeom>
          <a:noFill/>
        </p:spPr>
        <p:txBody>
          <a:bodyPr wrap="none" lIns="0" tIns="0" rIns="0" bIns="0" rtlCol="0">
            <a:spAutoFit/>
          </a:bodyPr>
          <a:lstStyle/>
          <a:p>
            <a:pPr algn="ctr"/>
            <a:r>
              <a:rPr lang="en-US" altLang="zh-CN" sz="1000" dirty="0">
                <a:solidFill>
                  <a:schemeClr val="bg1"/>
                </a:solidFill>
              </a:rPr>
              <a:t>BPM</a:t>
            </a:r>
          </a:p>
          <a:p>
            <a:pPr algn="ctr"/>
            <a:r>
              <a:rPr lang="zh-CN" altLang="en-US" sz="1000" dirty="0">
                <a:solidFill>
                  <a:schemeClr val="bg1"/>
                </a:solidFill>
              </a:rPr>
              <a:t>流程引擎</a:t>
            </a:r>
          </a:p>
        </p:txBody>
      </p:sp>
      <p:sp>
        <p:nvSpPr>
          <p:cNvPr id="168" name="文本框 167">
            <a:extLst>
              <a:ext uri="{FF2B5EF4-FFF2-40B4-BE49-F238E27FC236}">
                <a16:creationId xmlns:a16="http://schemas.microsoft.com/office/drawing/2014/main" id="{08046875-9BC9-5E6A-8F74-361AEB7615AB}"/>
              </a:ext>
            </a:extLst>
          </p:cNvPr>
          <p:cNvSpPr txBox="1"/>
          <p:nvPr/>
        </p:nvSpPr>
        <p:spPr>
          <a:xfrm>
            <a:off x="5199610" y="3838367"/>
            <a:ext cx="512962" cy="153888"/>
          </a:xfrm>
          <a:prstGeom prst="rect">
            <a:avLst/>
          </a:prstGeom>
          <a:noFill/>
        </p:spPr>
        <p:txBody>
          <a:bodyPr wrap="none" lIns="0" tIns="0" rIns="0" bIns="0" rtlCol="0">
            <a:spAutoFit/>
          </a:bodyPr>
          <a:lstStyle/>
          <a:p>
            <a:pPr algn="ctr"/>
            <a:r>
              <a:rPr lang="zh-CN" altLang="en-US" sz="1000" dirty="0">
                <a:solidFill>
                  <a:schemeClr val="bg1"/>
                </a:solidFill>
              </a:rPr>
              <a:t>数据回流</a:t>
            </a:r>
          </a:p>
        </p:txBody>
      </p:sp>
      <p:sp>
        <p:nvSpPr>
          <p:cNvPr id="169" name="文本框 168">
            <a:extLst>
              <a:ext uri="{FF2B5EF4-FFF2-40B4-BE49-F238E27FC236}">
                <a16:creationId xmlns:a16="http://schemas.microsoft.com/office/drawing/2014/main" id="{0A12B1AD-9DEE-730E-723B-2219EE4F9CDA}"/>
              </a:ext>
            </a:extLst>
          </p:cNvPr>
          <p:cNvSpPr txBox="1"/>
          <p:nvPr/>
        </p:nvSpPr>
        <p:spPr>
          <a:xfrm>
            <a:off x="7330714" y="4214973"/>
            <a:ext cx="512962" cy="153888"/>
          </a:xfrm>
          <a:prstGeom prst="rect">
            <a:avLst/>
          </a:prstGeom>
          <a:noFill/>
        </p:spPr>
        <p:txBody>
          <a:bodyPr wrap="none" lIns="0" tIns="0" rIns="0" bIns="0" rtlCol="0">
            <a:spAutoFit/>
          </a:bodyPr>
          <a:lstStyle/>
          <a:p>
            <a:pPr algn="ctr"/>
            <a:r>
              <a:rPr lang="zh-CN" altLang="en-US" sz="1000" dirty="0">
                <a:solidFill>
                  <a:schemeClr val="bg1"/>
                </a:solidFill>
              </a:rPr>
              <a:t>数据大屏</a:t>
            </a:r>
          </a:p>
        </p:txBody>
      </p:sp>
      <p:sp>
        <p:nvSpPr>
          <p:cNvPr id="170" name="文本框 169">
            <a:extLst>
              <a:ext uri="{FF2B5EF4-FFF2-40B4-BE49-F238E27FC236}">
                <a16:creationId xmlns:a16="http://schemas.microsoft.com/office/drawing/2014/main" id="{9DD05A9D-96C3-02F9-94F5-51099F42D796}"/>
              </a:ext>
            </a:extLst>
          </p:cNvPr>
          <p:cNvSpPr txBox="1"/>
          <p:nvPr/>
        </p:nvSpPr>
        <p:spPr>
          <a:xfrm>
            <a:off x="6286104" y="4344050"/>
            <a:ext cx="641201" cy="153888"/>
          </a:xfrm>
          <a:prstGeom prst="rect">
            <a:avLst/>
          </a:prstGeom>
          <a:noFill/>
        </p:spPr>
        <p:txBody>
          <a:bodyPr wrap="none" lIns="0" tIns="0" rIns="0" bIns="0" rtlCol="0">
            <a:spAutoFit/>
          </a:bodyPr>
          <a:lstStyle/>
          <a:p>
            <a:pPr algn="ctr"/>
            <a:r>
              <a:rPr lang="zh-CN" altLang="en-US" sz="1000" dirty="0">
                <a:solidFill>
                  <a:schemeClr val="bg1"/>
                </a:solidFill>
              </a:rPr>
              <a:t>数据仪表板</a:t>
            </a:r>
          </a:p>
        </p:txBody>
      </p:sp>
      <p:sp>
        <p:nvSpPr>
          <p:cNvPr id="171" name="文本框 170">
            <a:extLst>
              <a:ext uri="{FF2B5EF4-FFF2-40B4-BE49-F238E27FC236}">
                <a16:creationId xmlns:a16="http://schemas.microsoft.com/office/drawing/2014/main" id="{CE366A93-EF9C-F6E6-E6EA-0141939232AF}"/>
              </a:ext>
            </a:extLst>
          </p:cNvPr>
          <p:cNvSpPr txBox="1"/>
          <p:nvPr/>
        </p:nvSpPr>
        <p:spPr>
          <a:xfrm>
            <a:off x="5311629" y="4214973"/>
            <a:ext cx="512962" cy="153888"/>
          </a:xfrm>
          <a:prstGeom prst="rect">
            <a:avLst/>
          </a:prstGeom>
          <a:noFill/>
        </p:spPr>
        <p:txBody>
          <a:bodyPr wrap="none" lIns="0" tIns="0" rIns="0" bIns="0" rtlCol="0">
            <a:spAutoFit/>
          </a:bodyPr>
          <a:lstStyle/>
          <a:p>
            <a:pPr algn="ctr"/>
            <a:r>
              <a:rPr lang="zh-CN" altLang="en-US" sz="1000" dirty="0">
                <a:solidFill>
                  <a:schemeClr val="bg1"/>
                </a:solidFill>
              </a:rPr>
              <a:t>多维报表</a:t>
            </a:r>
          </a:p>
        </p:txBody>
      </p:sp>
      <p:sp>
        <p:nvSpPr>
          <p:cNvPr id="172" name="文本框 171">
            <a:extLst>
              <a:ext uri="{FF2B5EF4-FFF2-40B4-BE49-F238E27FC236}">
                <a16:creationId xmlns:a16="http://schemas.microsoft.com/office/drawing/2014/main" id="{7153D848-C49B-2E3E-91A8-654A23BD8F61}"/>
              </a:ext>
            </a:extLst>
          </p:cNvPr>
          <p:cNvSpPr txBox="1"/>
          <p:nvPr/>
        </p:nvSpPr>
        <p:spPr>
          <a:xfrm>
            <a:off x="7668713" y="3838367"/>
            <a:ext cx="384721" cy="153888"/>
          </a:xfrm>
          <a:prstGeom prst="rect">
            <a:avLst/>
          </a:prstGeom>
          <a:noFill/>
        </p:spPr>
        <p:txBody>
          <a:bodyPr wrap="none" lIns="0" tIns="0" rIns="0" bIns="0" rtlCol="0">
            <a:spAutoFit/>
          </a:bodyPr>
          <a:lstStyle/>
          <a:p>
            <a:pPr algn="ctr"/>
            <a:r>
              <a:rPr lang="en-US" altLang="zh-CN" sz="1000" dirty="0">
                <a:solidFill>
                  <a:schemeClr val="bg1"/>
                </a:solidFill>
              </a:rPr>
              <a:t>AI</a:t>
            </a:r>
            <a:r>
              <a:rPr lang="zh-CN" altLang="en-US" sz="1000" dirty="0">
                <a:solidFill>
                  <a:schemeClr val="bg1"/>
                </a:solidFill>
              </a:rPr>
              <a:t>智能</a:t>
            </a:r>
          </a:p>
        </p:txBody>
      </p:sp>
      <p:sp>
        <p:nvSpPr>
          <p:cNvPr id="175" name="文本框 174">
            <a:extLst>
              <a:ext uri="{FF2B5EF4-FFF2-40B4-BE49-F238E27FC236}">
                <a16:creationId xmlns:a16="http://schemas.microsoft.com/office/drawing/2014/main" id="{94D605D8-553A-754A-BBC2-718EBFB7FA3F}"/>
              </a:ext>
            </a:extLst>
          </p:cNvPr>
          <p:cNvSpPr txBox="1"/>
          <p:nvPr/>
        </p:nvSpPr>
        <p:spPr>
          <a:xfrm>
            <a:off x="8331370" y="4012134"/>
            <a:ext cx="641202" cy="153888"/>
          </a:xfrm>
          <a:prstGeom prst="rect">
            <a:avLst/>
          </a:prstGeom>
          <a:noFill/>
        </p:spPr>
        <p:txBody>
          <a:bodyPr wrap="none" lIns="0" tIns="0" rIns="0" bIns="0" rtlCol="0">
            <a:spAutoFit/>
          </a:bodyPr>
          <a:lstStyle/>
          <a:p>
            <a:pPr algn="ctr"/>
            <a:r>
              <a:rPr lang="zh-CN" altLang="en-US" sz="1000" dirty="0">
                <a:solidFill>
                  <a:schemeClr val="bg1"/>
                </a:solidFill>
              </a:rPr>
              <a:t>治理控制台</a:t>
            </a:r>
          </a:p>
        </p:txBody>
      </p:sp>
      <p:sp>
        <p:nvSpPr>
          <p:cNvPr id="176" name="文本框 175">
            <a:extLst>
              <a:ext uri="{FF2B5EF4-FFF2-40B4-BE49-F238E27FC236}">
                <a16:creationId xmlns:a16="http://schemas.microsoft.com/office/drawing/2014/main" id="{FD08B70D-FBDB-2A69-6FE8-C046865242C3}"/>
              </a:ext>
            </a:extLst>
          </p:cNvPr>
          <p:cNvSpPr txBox="1"/>
          <p:nvPr/>
        </p:nvSpPr>
        <p:spPr>
          <a:xfrm>
            <a:off x="10575407" y="4012134"/>
            <a:ext cx="512962" cy="153888"/>
          </a:xfrm>
          <a:prstGeom prst="rect">
            <a:avLst/>
          </a:prstGeom>
          <a:noFill/>
        </p:spPr>
        <p:txBody>
          <a:bodyPr wrap="none" lIns="0" tIns="0" rIns="0" bIns="0" rtlCol="0">
            <a:spAutoFit/>
          </a:bodyPr>
          <a:lstStyle/>
          <a:p>
            <a:pPr algn="ctr"/>
            <a:r>
              <a:rPr lang="zh-CN" altLang="en-US" sz="1000" dirty="0">
                <a:solidFill>
                  <a:schemeClr val="bg1"/>
                </a:solidFill>
              </a:rPr>
              <a:t>安全网关</a:t>
            </a:r>
          </a:p>
        </p:txBody>
      </p:sp>
      <p:cxnSp>
        <p:nvCxnSpPr>
          <p:cNvPr id="180" name="直接连接符 179">
            <a:extLst>
              <a:ext uri="{FF2B5EF4-FFF2-40B4-BE49-F238E27FC236}">
                <a16:creationId xmlns:a16="http://schemas.microsoft.com/office/drawing/2014/main" id="{1DD72A5F-8DFE-6C75-1CF5-A0AE669D2B00}"/>
              </a:ext>
            </a:extLst>
          </p:cNvPr>
          <p:cNvCxnSpPr>
            <a:cxnSpLocks/>
            <a:stCxn id="32" idx="6"/>
            <a:endCxn id="173" idx="1"/>
          </p:cNvCxnSpPr>
          <p:nvPr/>
        </p:nvCxnSpPr>
        <p:spPr>
          <a:xfrm>
            <a:off x="5789697" y="4010576"/>
            <a:ext cx="380161" cy="6938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BB6CFF8C-6E5D-E16F-78AE-19F6FA5D3846}"/>
              </a:ext>
            </a:extLst>
          </p:cNvPr>
          <p:cNvCxnSpPr>
            <a:stCxn id="27" idx="6"/>
            <a:endCxn id="173" idx="3"/>
          </p:cNvCxnSpPr>
          <p:nvPr/>
        </p:nvCxnSpPr>
        <p:spPr>
          <a:xfrm flipV="1">
            <a:off x="5945902" y="4236484"/>
            <a:ext cx="223956" cy="12176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9" name="直接连接符 188">
            <a:extLst>
              <a:ext uri="{FF2B5EF4-FFF2-40B4-BE49-F238E27FC236}">
                <a16:creationId xmlns:a16="http://schemas.microsoft.com/office/drawing/2014/main" id="{6D93DE94-32E7-C4AE-C102-1E0388EC418E}"/>
              </a:ext>
            </a:extLst>
          </p:cNvPr>
          <p:cNvCxnSpPr>
            <a:cxnSpLocks/>
            <a:stCxn id="173" idx="4"/>
            <a:endCxn id="48" idx="0"/>
          </p:cNvCxnSpPr>
          <p:nvPr/>
        </p:nvCxnSpPr>
        <p:spPr>
          <a:xfrm flipH="1">
            <a:off x="6606706" y="4268900"/>
            <a:ext cx="15756" cy="11835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EBE09063-8C33-FFE0-17D3-4837B3F3A60F}"/>
              </a:ext>
            </a:extLst>
          </p:cNvPr>
          <p:cNvCxnSpPr>
            <a:cxnSpLocks/>
            <a:stCxn id="173" idx="5"/>
            <a:endCxn id="47" idx="1"/>
          </p:cNvCxnSpPr>
          <p:nvPr/>
        </p:nvCxnSpPr>
        <p:spPr>
          <a:xfrm>
            <a:off x="7075065" y="4236484"/>
            <a:ext cx="211516" cy="2830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6" name="直接连接符 195">
            <a:extLst>
              <a:ext uri="{FF2B5EF4-FFF2-40B4-BE49-F238E27FC236}">
                <a16:creationId xmlns:a16="http://schemas.microsoft.com/office/drawing/2014/main" id="{9F308BC8-2A61-2A91-DC23-7A877D8D1B5E}"/>
              </a:ext>
            </a:extLst>
          </p:cNvPr>
          <p:cNvCxnSpPr>
            <a:stCxn id="173" idx="7"/>
            <a:endCxn id="46" idx="2"/>
          </p:cNvCxnSpPr>
          <p:nvPr/>
        </p:nvCxnSpPr>
        <p:spPr>
          <a:xfrm flipV="1">
            <a:off x="7075065" y="4001461"/>
            <a:ext cx="399716" cy="7850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928CA822-F7EC-A9B1-09C2-49057C6F10F0}"/>
              </a:ext>
            </a:extLst>
          </p:cNvPr>
          <p:cNvCxnSpPr>
            <a:cxnSpLocks/>
            <a:stCxn id="66" idx="6"/>
            <a:endCxn id="174" idx="2"/>
          </p:cNvCxnSpPr>
          <p:nvPr/>
        </p:nvCxnSpPr>
        <p:spPr>
          <a:xfrm flipV="1">
            <a:off x="9029763" y="4158225"/>
            <a:ext cx="64753" cy="3485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FBD8BE59-0946-8119-AA4C-092E89A5ACF9}"/>
              </a:ext>
            </a:extLst>
          </p:cNvPr>
          <p:cNvCxnSpPr>
            <a:cxnSpLocks/>
            <a:stCxn id="72" idx="2"/>
            <a:endCxn id="174" idx="6"/>
          </p:cNvCxnSpPr>
          <p:nvPr/>
        </p:nvCxnSpPr>
        <p:spPr>
          <a:xfrm flipH="1" flipV="1">
            <a:off x="10374671" y="4158225"/>
            <a:ext cx="79426" cy="3485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2" name="直接连接符 201">
            <a:extLst>
              <a:ext uri="{FF2B5EF4-FFF2-40B4-BE49-F238E27FC236}">
                <a16:creationId xmlns:a16="http://schemas.microsoft.com/office/drawing/2014/main" id="{698CD575-583D-5504-F428-0ECA18CBBBBE}"/>
              </a:ext>
            </a:extLst>
          </p:cNvPr>
          <p:cNvCxnSpPr>
            <a:cxnSpLocks/>
            <a:stCxn id="174" idx="5"/>
            <a:endCxn id="68" idx="0"/>
          </p:cNvCxnSpPr>
          <p:nvPr/>
        </p:nvCxnSpPr>
        <p:spPr>
          <a:xfrm>
            <a:off x="10187197" y="4236484"/>
            <a:ext cx="38857" cy="11777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6" name="直接连接符 205">
            <a:extLst>
              <a:ext uri="{FF2B5EF4-FFF2-40B4-BE49-F238E27FC236}">
                <a16:creationId xmlns:a16="http://schemas.microsoft.com/office/drawing/2014/main" id="{F5FFD022-F90E-12C2-DD8C-BE0FFAEA4434}"/>
              </a:ext>
            </a:extLst>
          </p:cNvPr>
          <p:cNvCxnSpPr>
            <a:cxnSpLocks/>
            <a:endCxn id="67" idx="0"/>
          </p:cNvCxnSpPr>
          <p:nvPr/>
        </p:nvCxnSpPr>
        <p:spPr>
          <a:xfrm flipH="1">
            <a:off x="9349802" y="4238710"/>
            <a:ext cx="59525" cy="11554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77" name="文本框 176">
            <a:extLst>
              <a:ext uri="{FF2B5EF4-FFF2-40B4-BE49-F238E27FC236}">
                <a16:creationId xmlns:a16="http://schemas.microsoft.com/office/drawing/2014/main" id="{35B3C80F-3A02-31D4-EC9E-15E843346767}"/>
              </a:ext>
            </a:extLst>
          </p:cNvPr>
          <p:cNvSpPr txBox="1"/>
          <p:nvPr/>
        </p:nvSpPr>
        <p:spPr>
          <a:xfrm>
            <a:off x="9118167" y="4290503"/>
            <a:ext cx="463268" cy="153888"/>
          </a:xfrm>
          <a:prstGeom prst="rect">
            <a:avLst/>
          </a:prstGeom>
          <a:noFill/>
        </p:spPr>
        <p:txBody>
          <a:bodyPr wrap="none" lIns="0" tIns="0" rIns="0" bIns="0" rtlCol="0">
            <a:spAutoFit/>
          </a:bodyPr>
          <a:lstStyle/>
          <a:p>
            <a:pPr algn="ctr"/>
            <a:r>
              <a:rPr lang="en-US" altLang="zh-CN" sz="1000" dirty="0">
                <a:solidFill>
                  <a:schemeClr val="bg1"/>
                </a:solidFill>
              </a:rPr>
              <a:t>API</a:t>
            </a:r>
            <a:r>
              <a:rPr lang="zh-CN" altLang="en-US" sz="1000" dirty="0">
                <a:solidFill>
                  <a:schemeClr val="bg1"/>
                </a:solidFill>
              </a:rPr>
              <a:t>编排</a:t>
            </a:r>
          </a:p>
        </p:txBody>
      </p:sp>
      <p:sp>
        <p:nvSpPr>
          <p:cNvPr id="178" name="文本框 177">
            <a:extLst>
              <a:ext uri="{FF2B5EF4-FFF2-40B4-BE49-F238E27FC236}">
                <a16:creationId xmlns:a16="http://schemas.microsoft.com/office/drawing/2014/main" id="{118827E4-8BD5-3B23-AE92-592A3BB50614}"/>
              </a:ext>
            </a:extLst>
          </p:cNvPr>
          <p:cNvSpPr txBox="1"/>
          <p:nvPr/>
        </p:nvSpPr>
        <p:spPr>
          <a:xfrm>
            <a:off x="9905452" y="4290503"/>
            <a:ext cx="641202" cy="153888"/>
          </a:xfrm>
          <a:prstGeom prst="rect">
            <a:avLst/>
          </a:prstGeom>
          <a:noFill/>
        </p:spPr>
        <p:txBody>
          <a:bodyPr wrap="none" lIns="0" tIns="0" rIns="0" bIns="0" rtlCol="0">
            <a:spAutoFit/>
          </a:bodyPr>
          <a:lstStyle/>
          <a:p>
            <a:pPr algn="ctr"/>
            <a:r>
              <a:rPr lang="zh-CN" altLang="en-US" sz="1000" dirty="0">
                <a:solidFill>
                  <a:schemeClr val="bg1"/>
                </a:solidFill>
              </a:rPr>
              <a:t>集成连接器</a:t>
            </a:r>
          </a:p>
        </p:txBody>
      </p:sp>
      <p:cxnSp>
        <p:nvCxnSpPr>
          <p:cNvPr id="211" name="直接连接符 210">
            <a:extLst>
              <a:ext uri="{FF2B5EF4-FFF2-40B4-BE49-F238E27FC236}">
                <a16:creationId xmlns:a16="http://schemas.microsoft.com/office/drawing/2014/main" id="{6216323A-2478-8890-B7CA-E05C53D8B02C}"/>
              </a:ext>
            </a:extLst>
          </p:cNvPr>
          <p:cNvCxnSpPr>
            <a:cxnSpLocks/>
            <a:stCxn id="165" idx="3"/>
            <a:endCxn id="15" idx="6"/>
          </p:cNvCxnSpPr>
          <p:nvPr/>
        </p:nvCxnSpPr>
        <p:spPr>
          <a:xfrm flipH="1">
            <a:off x="2744471" y="4236484"/>
            <a:ext cx="283000" cy="2701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13" name="直接连接符 212">
            <a:extLst>
              <a:ext uri="{FF2B5EF4-FFF2-40B4-BE49-F238E27FC236}">
                <a16:creationId xmlns:a16="http://schemas.microsoft.com/office/drawing/2014/main" id="{57404D81-446E-78A2-4E41-D88B47E35886}"/>
              </a:ext>
            </a:extLst>
          </p:cNvPr>
          <p:cNvCxnSpPr>
            <a:cxnSpLocks/>
            <a:endCxn id="16" idx="0"/>
          </p:cNvCxnSpPr>
          <p:nvPr/>
        </p:nvCxnSpPr>
        <p:spPr>
          <a:xfrm>
            <a:off x="3641404" y="4257682"/>
            <a:ext cx="33802" cy="18699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17" name="直接连接符 216">
            <a:extLst>
              <a:ext uri="{FF2B5EF4-FFF2-40B4-BE49-F238E27FC236}">
                <a16:creationId xmlns:a16="http://schemas.microsoft.com/office/drawing/2014/main" id="{62928909-373D-3D1D-AB91-49D87AD3928D}"/>
              </a:ext>
            </a:extLst>
          </p:cNvPr>
          <p:cNvCxnSpPr>
            <a:cxnSpLocks/>
            <a:endCxn id="24" idx="3"/>
          </p:cNvCxnSpPr>
          <p:nvPr/>
        </p:nvCxnSpPr>
        <p:spPr>
          <a:xfrm flipV="1">
            <a:off x="3860313" y="3999939"/>
            <a:ext cx="339224" cy="5989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29" name="文本框 228">
            <a:extLst>
              <a:ext uri="{FF2B5EF4-FFF2-40B4-BE49-F238E27FC236}">
                <a16:creationId xmlns:a16="http://schemas.microsoft.com/office/drawing/2014/main" id="{36721D43-4469-5DD7-F722-B970A9947603}"/>
              </a:ext>
            </a:extLst>
          </p:cNvPr>
          <p:cNvSpPr txBox="1"/>
          <p:nvPr/>
        </p:nvSpPr>
        <p:spPr>
          <a:xfrm>
            <a:off x="3169217" y="3907470"/>
            <a:ext cx="656142" cy="202812"/>
          </a:xfrm>
          <a:prstGeom prst="rect">
            <a:avLst/>
          </a:prstGeom>
          <a:noFill/>
        </p:spPr>
        <p:txBody>
          <a:bodyPr wrap="none" lIns="0" tIns="0" rIns="0" bIns="0" rtlCol="0">
            <a:spAutoFit/>
          </a:bodyPr>
          <a:lstStyle/>
          <a:p>
            <a:pPr algn="ctr">
              <a:lnSpc>
                <a:spcPct val="120000"/>
              </a:lnSpc>
            </a:pPr>
            <a:r>
              <a:rPr lang="en-US" altLang="zh-CN" sz="1200" b="1" dirty="0" err="1">
                <a:solidFill>
                  <a:schemeClr val="accent1"/>
                </a:solidFill>
              </a:rPr>
              <a:t>Paas</a:t>
            </a:r>
            <a:r>
              <a:rPr lang="zh-CN" altLang="en-US" sz="1200" b="1" dirty="0">
                <a:solidFill>
                  <a:schemeClr val="accent1"/>
                </a:solidFill>
              </a:rPr>
              <a:t>平台</a:t>
            </a:r>
          </a:p>
        </p:txBody>
      </p:sp>
      <p:sp>
        <p:nvSpPr>
          <p:cNvPr id="230" name="文本框 229">
            <a:extLst>
              <a:ext uri="{FF2B5EF4-FFF2-40B4-BE49-F238E27FC236}">
                <a16:creationId xmlns:a16="http://schemas.microsoft.com/office/drawing/2014/main" id="{8A3EE0F0-853A-8C5D-C083-DC58B72942E9}"/>
              </a:ext>
            </a:extLst>
          </p:cNvPr>
          <p:cNvSpPr txBox="1"/>
          <p:nvPr/>
        </p:nvSpPr>
        <p:spPr>
          <a:xfrm>
            <a:off x="6312187" y="3907470"/>
            <a:ext cx="615553" cy="202812"/>
          </a:xfrm>
          <a:prstGeom prst="rect">
            <a:avLst/>
          </a:prstGeom>
          <a:noFill/>
        </p:spPr>
        <p:txBody>
          <a:bodyPr wrap="none" lIns="0" tIns="0" rIns="0" bIns="0" rtlCol="0">
            <a:spAutoFit/>
          </a:bodyPr>
          <a:lstStyle/>
          <a:p>
            <a:pPr algn="ctr">
              <a:lnSpc>
                <a:spcPct val="120000"/>
              </a:lnSpc>
            </a:pPr>
            <a:r>
              <a:rPr lang="zh-CN" altLang="en-US" sz="1200" b="1" dirty="0">
                <a:solidFill>
                  <a:schemeClr val="accent1"/>
                </a:solidFill>
              </a:rPr>
              <a:t>采购大脑</a:t>
            </a:r>
          </a:p>
        </p:txBody>
      </p:sp>
      <p:sp>
        <p:nvSpPr>
          <p:cNvPr id="231" name="文本框 230">
            <a:extLst>
              <a:ext uri="{FF2B5EF4-FFF2-40B4-BE49-F238E27FC236}">
                <a16:creationId xmlns:a16="http://schemas.microsoft.com/office/drawing/2014/main" id="{6DDE41C1-4853-8FC7-18C1-F8E82FA7167A}"/>
              </a:ext>
            </a:extLst>
          </p:cNvPr>
          <p:cNvSpPr txBox="1"/>
          <p:nvPr/>
        </p:nvSpPr>
        <p:spPr>
          <a:xfrm>
            <a:off x="9434863" y="3907470"/>
            <a:ext cx="615553" cy="202812"/>
          </a:xfrm>
          <a:prstGeom prst="rect">
            <a:avLst/>
          </a:prstGeom>
          <a:noFill/>
        </p:spPr>
        <p:txBody>
          <a:bodyPr wrap="none" lIns="0" tIns="0" rIns="0" bIns="0" rtlCol="0">
            <a:spAutoFit/>
          </a:bodyPr>
          <a:lstStyle/>
          <a:p>
            <a:pPr algn="ctr">
              <a:lnSpc>
                <a:spcPct val="120000"/>
              </a:lnSpc>
            </a:pPr>
            <a:r>
              <a:rPr lang="zh-CN" altLang="en-US" sz="1200" b="1" dirty="0">
                <a:solidFill>
                  <a:schemeClr val="accent1"/>
                </a:solidFill>
              </a:rPr>
              <a:t>集成平台</a:t>
            </a:r>
          </a:p>
        </p:txBody>
      </p:sp>
      <p:sp>
        <p:nvSpPr>
          <p:cNvPr id="232" name="文本框 231">
            <a:extLst>
              <a:ext uri="{FF2B5EF4-FFF2-40B4-BE49-F238E27FC236}">
                <a16:creationId xmlns:a16="http://schemas.microsoft.com/office/drawing/2014/main" id="{343BF000-DAA5-7A03-F310-7E9A0926FE73}"/>
              </a:ext>
            </a:extLst>
          </p:cNvPr>
          <p:cNvSpPr txBox="1"/>
          <p:nvPr/>
        </p:nvSpPr>
        <p:spPr>
          <a:xfrm>
            <a:off x="646101" y="5353386"/>
            <a:ext cx="1108082" cy="565924"/>
          </a:xfrm>
          <a:prstGeom prst="rect">
            <a:avLst/>
          </a:prstGeom>
          <a:noFill/>
        </p:spPr>
        <p:txBody>
          <a:bodyPr wrap="square" lIns="0" tIns="0" rIns="0" bIns="0" rtlCol="0">
            <a:spAutoFit/>
          </a:bodyPr>
          <a:lstStyle/>
          <a:p>
            <a:pPr>
              <a:lnSpc>
                <a:spcPct val="120000"/>
              </a:lnSpc>
            </a:pPr>
            <a:r>
              <a:rPr lang="zh-CN" altLang="en-US" sz="1600" b="1" dirty="0">
                <a:solidFill>
                  <a:schemeClr val="accent1"/>
                </a:solidFill>
              </a:rPr>
              <a:t>云原生</a:t>
            </a:r>
            <a:endParaRPr lang="en-US" altLang="zh-CN" sz="1600" b="1" dirty="0">
              <a:solidFill>
                <a:schemeClr val="accent1"/>
              </a:solidFill>
            </a:endParaRPr>
          </a:p>
          <a:p>
            <a:pPr>
              <a:lnSpc>
                <a:spcPct val="120000"/>
              </a:lnSpc>
            </a:pPr>
            <a:r>
              <a:rPr lang="zh-CN" altLang="en-US" sz="1600" b="1" dirty="0">
                <a:solidFill>
                  <a:schemeClr val="accent1"/>
                </a:solidFill>
              </a:rPr>
              <a:t>基础能力</a:t>
            </a:r>
          </a:p>
        </p:txBody>
      </p:sp>
      <p:sp>
        <p:nvSpPr>
          <p:cNvPr id="233" name="文本框 232">
            <a:extLst>
              <a:ext uri="{FF2B5EF4-FFF2-40B4-BE49-F238E27FC236}">
                <a16:creationId xmlns:a16="http://schemas.microsoft.com/office/drawing/2014/main" id="{49433F13-B73F-DB9B-F5AF-6E81D42C1CF0}"/>
              </a:ext>
            </a:extLst>
          </p:cNvPr>
          <p:cNvSpPr txBox="1"/>
          <p:nvPr/>
        </p:nvSpPr>
        <p:spPr>
          <a:xfrm>
            <a:off x="646101" y="4077540"/>
            <a:ext cx="694806" cy="270459"/>
          </a:xfrm>
          <a:prstGeom prst="rect">
            <a:avLst/>
          </a:prstGeom>
          <a:noFill/>
        </p:spPr>
        <p:txBody>
          <a:bodyPr wrap="none" lIns="0" tIns="0" rIns="0" bIns="0" rtlCol="0">
            <a:spAutoFit/>
          </a:bodyPr>
          <a:lstStyle/>
          <a:p>
            <a:pPr>
              <a:lnSpc>
                <a:spcPct val="120000"/>
              </a:lnSpc>
            </a:pPr>
            <a:r>
              <a:rPr lang="en-US" altLang="zh-CN" sz="1600" b="1" dirty="0">
                <a:solidFill>
                  <a:schemeClr val="accent1"/>
                </a:solidFill>
              </a:rPr>
              <a:t>PaaS</a:t>
            </a:r>
            <a:r>
              <a:rPr lang="zh-CN" altLang="en-US" sz="1600" b="1" dirty="0">
                <a:solidFill>
                  <a:schemeClr val="accent1"/>
                </a:solidFill>
              </a:rPr>
              <a:t>层</a:t>
            </a:r>
          </a:p>
        </p:txBody>
      </p:sp>
      <p:sp>
        <p:nvSpPr>
          <p:cNvPr id="234" name="文本框 233">
            <a:extLst>
              <a:ext uri="{FF2B5EF4-FFF2-40B4-BE49-F238E27FC236}">
                <a16:creationId xmlns:a16="http://schemas.microsoft.com/office/drawing/2014/main" id="{1C3E2689-A774-EB26-90D3-170F35B8466C}"/>
              </a:ext>
            </a:extLst>
          </p:cNvPr>
          <p:cNvSpPr txBox="1"/>
          <p:nvPr/>
        </p:nvSpPr>
        <p:spPr>
          <a:xfrm>
            <a:off x="646101" y="2640451"/>
            <a:ext cx="689291" cy="270459"/>
          </a:xfrm>
          <a:prstGeom prst="rect">
            <a:avLst/>
          </a:prstGeom>
          <a:noFill/>
        </p:spPr>
        <p:txBody>
          <a:bodyPr wrap="none" lIns="0" tIns="0" rIns="0" bIns="0" rtlCol="0">
            <a:spAutoFit/>
          </a:bodyPr>
          <a:lstStyle/>
          <a:p>
            <a:pPr>
              <a:lnSpc>
                <a:spcPct val="120000"/>
              </a:lnSpc>
            </a:pPr>
            <a:r>
              <a:rPr lang="en-US" altLang="zh-CN" sz="1600" b="1" dirty="0">
                <a:solidFill>
                  <a:schemeClr val="accent2"/>
                </a:solidFill>
              </a:rPr>
              <a:t>SaaS</a:t>
            </a:r>
            <a:r>
              <a:rPr lang="zh-CN" altLang="en-US" sz="1600" b="1" dirty="0">
                <a:solidFill>
                  <a:schemeClr val="accent2"/>
                </a:solidFill>
              </a:rPr>
              <a:t>层</a:t>
            </a:r>
          </a:p>
        </p:txBody>
      </p:sp>
      <p:grpSp>
        <p:nvGrpSpPr>
          <p:cNvPr id="242" name="组合 241">
            <a:extLst>
              <a:ext uri="{FF2B5EF4-FFF2-40B4-BE49-F238E27FC236}">
                <a16:creationId xmlns:a16="http://schemas.microsoft.com/office/drawing/2014/main" id="{6078D8FD-CCF8-A1F0-9F68-0C218CD561D1}"/>
              </a:ext>
            </a:extLst>
          </p:cNvPr>
          <p:cNvGrpSpPr/>
          <p:nvPr/>
        </p:nvGrpSpPr>
        <p:grpSpPr>
          <a:xfrm>
            <a:off x="2408403" y="2044092"/>
            <a:ext cx="1057736" cy="798951"/>
            <a:chOff x="2408403" y="2369427"/>
            <a:chExt cx="1057736" cy="798951"/>
          </a:xfrm>
        </p:grpSpPr>
        <p:sp>
          <p:nvSpPr>
            <p:cNvPr id="239" name="任意多边形: 形状 238">
              <a:extLst>
                <a:ext uri="{FF2B5EF4-FFF2-40B4-BE49-F238E27FC236}">
                  <a16:creationId xmlns:a16="http://schemas.microsoft.com/office/drawing/2014/main" id="{B07FF738-ADE8-AEF4-32F6-7D1DAA85E616}"/>
                </a:ext>
              </a:extLst>
            </p:cNvPr>
            <p:cNvSpPr/>
            <p:nvPr/>
          </p:nvSpPr>
          <p:spPr>
            <a:xfrm>
              <a:off x="2408403" y="2499813"/>
              <a:ext cx="1057736" cy="668565"/>
            </a:xfrm>
            <a:custGeom>
              <a:avLst/>
              <a:gdLst>
                <a:gd name="connsiteX0" fmla="*/ 0 w 1057736"/>
                <a:gd name="connsiteY0" fmla="*/ 0 h 668565"/>
                <a:gd name="connsiteX1" fmla="*/ 911 w 1057736"/>
                <a:gd name="connsiteY1" fmla="*/ 0 h 668565"/>
                <a:gd name="connsiteX2" fmla="*/ 10745 w 1057736"/>
                <a:gd name="connsiteY2" fmla="*/ 23646 h 668565"/>
                <a:gd name="connsiteX3" fmla="*/ 528868 w 1057736"/>
                <a:gd name="connsiteY3" fmla="*/ 126006 h 668565"/>
                <a:gd name="connsiteX4" fmla="*/ 1046991 w 1057736"/>
                <a:gd name="connsiteY4" fmla="*/ 23646 h 668565"/>
                <a:gd name="connsiteX5" fmla="*/ 1056825 w 1057736"/>
                <a:gd name="connsiteY5" fmla="*/ 0 h 668565"/>
                <a:gd name="connsiteX6" fmla="*/ 1057736 w 1057736"/>
                <a:gd name="connsiteY6" fmla="*/ 0 h 668565"/>
                <a:gd name="connsiteX7" fmla="*/ 1057736 w 1057736"/>
                <a:gd name="connsiteY7" fmla="*/ 668565 h 668565"/>
                <a:gd name="connsiteX8" fmla="*/ 0 w 1057736"/>
                <a:gd name="connsiteY8" fmla="*/ 668565 h 66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736" h="668565">
                  <a:moveTo>
                    <a:pt x="0" y="0"/>
                  </a:moveTo>
                  <a:lnTo>
                    <a:pt x="911" y="0"/>
                  </a:lnTo>
                  <a:lnTo>
                    <a:pt x="10745" y="23646"/>
                  </a:lnTo>
                  <a:cubicBezTo>
                    <a:pt x="60060" y="82063"/>
                    <a:pt x="273293" y="126006"/>
                    <a:pt x="528868" y="126006"/>
                  </a:cubicBezTo>
                  <a:cubicBezTo>
                    <a:pt x="784443" y="126006"/>
                    <a:pt x="997677" y="82063"/>
                    <a:pt x="1046991" y="23646"/>
                  </a:cubicBezTo>
                  <a:lnTo>
                    <a:pt x="1056825" y="0"/>
                  </a:lnTo>
                  <a:lnTo>
                    <a:pt x="1057736" y="0"/>
                  </a:lnTo>
                  <a:lnTo>
                    <a:pt x="1057736" y="668565"/>
                  </a:lnTo>
                  <a:lnTo>
                    <a:pt x="0" y="668565"/>
                  </a:lnTo>
                  <a:close/>
                </a:path>
              </a:pathLst>
            </a:custGeom>
            <a:gradFill>
              <a:gsLst>
                <a:gs pos="0">
                  <a:schemeClr val="accent2">
                    <a:alpha val="0"/>
                  </a:schemeClr>
                </a:gs>
                <a:gs pos="99000">
                  <a:schemeClr val="accent2">
                    <a:alpha val="46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41" name="任意多边形: 形状 240">
              <a:extLst>
                <a:ext uri="{FF2B5EF4-FFF2-40B4-BE49-F238E27FC236}">
                  <a16:creationId xmlns:a16="http://schemas.microsoft.com/office/drawing/2014/main" id="{1C525C83-ACD0-E1CE-4AF7-B887B70FDBF9}"/>
                </a:ext>
              </a:extLst>
            </p:cNvPr>
            <p:cNvSpPr/>
            <p:nvPr/>
          </p:nvSpPr>
          <p:spPr>
            <a:xfrm>
              <a:off x="2478131" y="2499813"/>
              <a:ext cx="918281" cy="668565"/>
            </a:xfrm>
            <a:custGeom>
              <a:avLst/>
              <a:gdLst>
                <a:gd name="connsiteX0" fmla="*/ 918281 w 918281"/>
                <a:gd name="connsiteY0" fmla="*/ 4719 h 668565"/>
                <a:gd name="connsiteX1" fmla="*/ 918281 w 918281"/>
                <a:gd name="connsiteY1" fmla="*/ 668565 h 668565"/>
                <a:gd name="connsiteX2" fmla="*/ 0 w 918281"/>
                <a:gd name="connsiteY2" fmla="*/ 668565 h 668565"/>
                <a:gd name="connsiteX3" fmla="*/ 0 w 918281"/>
                <a:gd name="connsiteY3" fmla="*/ 4721 h 668565"/>
                <a:gd name="connsiteX4" fmla="*/ 9327 w 918281"/>
                <a:gd name="connsiteY4" fmla="*/ 23609 h 668565"/>
                <a:gd name="connsiteX5" fmla="*/ 459140 w 918281"/>
                <a:gd name="connsiteY5" fmla="*/ 98451 h 668565"/>
                <a:gd name="connsiteX6" fmla="*/ 918281 w 918281"/>
                <a:gd name="connsiteY6" fmla="*/ 4719 h 668565"/>
                <a:gd name="connsiteX7" fmla="*/ 915951 w 918281"/>
                <a:gd name="connsiteY7" fmla="*/ 0 h 668565"/>
                <a:gd name="connsiteX8" fmla="*/ 918281 w 918281"/>
                <a:gd name="connsiteY8" fmla="*/ 0 h 668565"/>
                <a:gd name="connsiteX9" fmla="*/ 918281 w 918281"/>
                <a:gd name="connsiteY9" fmla="*/ 4719 h 668565"/>
                <a:gd name="connsiteX10" fmla="*/ 0 w 918281"/>
                <a:gd name="connsiteY10" fmla="*/ 0 h 668565"/>
                <a:gd name="connsiteX11" fmla="*/ 2329 w 918281"/>
                <a:gd name="connsiteY11" fmla="*/ 0 h 668565"/>
                <a:gd name="connsiteX12" fmla="*/ 0 w 918281"/>
                <a:gd name="connsiteY12" fmla="*/ 4717 h 66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8281" h="668565">
                  <a:moveTo>
                    <a:pt x="918281" y="4719"/>
                  </a:moveTo>
                  <a:lnTo>
                    <a:pt x="918281" y="668565"/>
                  </a:lnTo>
                  <a:lnTo>
                    <a:pt x="0" y="668565"/>
                  </a:lnTo>
                  <a:lnTo>
                    <a:pt x="0" y="4721"/>
                  </a:lnTo>
                  <a:lnTo>
                    <a:pt x="9327" y="23609"/>
                  </a:lnTo>
                  <a:cubicBezTo>
                    <a:pt x="52140" y="66322"/>
                    <a:pt x="237260" y="98451"/>
                    <a:pt x="459140" y="98451"/>
                  </a:cubicBezTo>
                  <a:cubicBezTo>
                    <a:pt x="712717" y="98451"/>
                    <a:pt x="918281" y="56486"/>
                    <a:pt x="918281" y="4719"/>
                  </a:cubicBezTo>
                  <a:close/>
                  <a:moveTo>
                    <a:pt x="915951" y="0"/>
                  </a:moveTo>
                  <a:lnTo>
                    <a:pt x="918281" y="0"/>
                  </a:lnTo>
                  <a:lnTo>
                    <a:pt x="918281" y="4719"/>
                  </a:lnTo>
                  <a:close/>
                  <a:moveTo>
                    <a:pt x="0" y="0"/>
                  </a:moveTo>
                  <a:lnTo>
                    <a:pt x="2329" y="0"/>
                  </a:lnTo>
                  <a:lnTo>
                    <a:pt x="0" y="4717"/>
                  </a:lnTo>
                  <a:close/>
                </a:path>
              </a:pathLst>
            </a:custGeom>
            <a:gradFill>
              <a:gsLst>
                <a:gs pos="0">
                  <a:schemeClr val="accent2">
                    <a:alpha val="0"/>
                  </a:schemeClr>
                </a:gs>
                <a:gs pos="100000">
                  <a:schemeClr val="tx1">
                    <a:alpha val="2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20" name="椭圆 119">
              <a:extLst>
                <a:ext uri="{FF2B5EF4-FFF2-40B4-BE49-F238E27FC236}">
                  <a16:creationId xmlns:a16="http://schemas.microsoft.com/office/drawing/2014/main" id="{9A4C2F63-B422-2B74-A8B4-B9C67763E846}"/>
                </a:ext>
              </a:extLst>
            </p:cNvPr>
            <p:cNvSpPr/>
            <p:nvPr/>
          </p:nvSpPr>
          <p:spPr>
            <a:xfrm>
              <a:off x="2408403" y="2369427"/>
              <a:ext cx="1057736" cy="256391"/>
            </a:xfrm>
            <a:prstGeom prst="ellipse">
              <a:avLst/>
            </a:prstGeom>
            <a:solidFill>
              <a:schemeClr val="accent2">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5" name="椭圆 234">
              <a:extLst>
                <a:ext uri="{FF2B5EF4-FFF2-40B4-BE49-F238E27FC236}">
                  <a16:creationId xmlns:a16="http://schemas.microsoft.com/office/drawing/2014/main" id="{6CD0CF12-C11F-221E-D6B9-704E84F9D671}"/>
                </a:ext>
              </a:extLst>
            </p:cNvPr>
            <p:cNvSpPr/>
            <p:nvPr/>
          </p:nvSpPr>
          <p:spPr>
            <a:xfrm>
              <a:off x="2478131" y="2410800"/>
              <a:ext cx="918281" cy="187464"/>
            </a:xfrm>
            <a:prstGeom prst="ellipse">
              <a:avLst/>
            </a:prstGeom>
            <a:solidFill>
              <a:schemeClr val="accent2">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2" name="组合 251">
            <a:extLst>
              <a:ext uri="{FF2B5EF4-FFF2-40B4-BE49-F238E27FC236}">
                <a16:creationId xmlns:a16="http://schemas.microsoft.com/office/drawing/2014/main" id="{FA0CFF60-60F6-3894-60CE-B18C1E3A98B7}"/>
              </a:ext>
            </a:extLst>
          </p:cNvPr>
          <p:cNvGrpSpPr/>
          <p:nvPr/>
        </p:nvGrpSpPr>
        <p:grpSpPr>
          <a:xfrm>
            <a:off x="3800713" y="1233523"/>
            <a:ext cx="978696" cy="1214383"/>
            <a:chOff x="3995241" y="1732626"/>
            <a:chExt cx="978696" cy="1214383"/>
          </a:xfrm>
        </p:grpSpPr>
        <p:sp>
          <p:nvSpPr>
            <p:cNvPr id="250" name="任意多边形: 形状 249">
              <a:extLst>
                <a:ext uri="{FF2B5EF4-FFF2-40B4-BE49-F238E27FC236}">
                  <a16:creationId xmlns:a16="http://schemas.microsoft.com/office/drawing/2014/main" id="{60E06001-43AB-9CF9-6D7B-EE1FB833C67F}"/>
                </a:ext>
              </a:extLst>
            </p:cNvPr>
            <p:cNvSpPr/>
            <p:nvPr/>
          </p:nvSpPr>
          <p:spPr>
            <a:xfrm>
              <a:off x="3995241" y="1863011"/>
              <a:ext cx="978696" cy="1083998"/>
            </a:xfrm>
            <a:custGeom>
              <a:avLst/>
              <a:gdLst>
                <a:gd name="connsiteX0" fmla="*/ 0 w 978696"/>
                <a:gd name="connsiteY0" fmla="*/ 0 h 1083998"/>
                <a:gd name="connsiteX1" fmla="*/ 843 w 978696"/>
                <a:gd name="connsiteY1" fmla="*/ 0 h 1083998"/>
                <a:gd name="connsiteX2" fmla="*/ 9942 w 978696"/>
                <a:gd name="connsiteY2" fmla="*/ 23646 h 1083998"/>
                <a:gd name="connsiteX3" fmla="*/ 489348 w 978696"/>
                <a:gd name="connsiteY3" fmla="*/ 126006 h 1083998"/>
                <a:gd name="connsiteX4" fmla="*/ 968754 w 978696"/>
                <a:gd name="connsiteY4" fmla="*/ 23646 h 1083998"/>
                <a:gd name="connsiteX5" fmla="*/ 977853 w 978696"/>
                <a:gd name="connsiteY5" fmla="*/ 0 h 1083998"/>
                <a:gd name="connsiteX6" fmla="*/ 978696 w 978696"/>
                <a:gd name="connsiteY6" fmla="*/ 0 h 1083998"/>
                <a:gd name="connsiteX7" fmla="*/ 978696 w 978696"/>
                <a:gd name="connsiteY7" fmla="*/ 415433 h 1083998"/>
                <a:gd name="connsiteX8" fmla="*/ 978696 w 978696"/>
                <a:gd name="connsiteY8" fmla="*/ 668565 h 1083998"/>
                <a:gd name="connsiteX9" fmla="*/ 978696 w 978696"/>
                <a:gd name="connsiteY9" fmla="*/ 1083998 h 1083998"/>
                <a:gd name="connsiteX10" fmla="*/ 0 w 978696"/>
                <a:gd name="connsiteY10" fmla="*/ 1083998 h 1083998"/>
                <a:gd name="connsiteX11" fmla="*/ 0 w 978696"/>
                <a:gd name="connsiteY11" fmla="*/ 668565 h 1083998"/>
                <a:gd name="connsiteX12" fmla="*/ 0 w 978696"/>
                <a:gd name="connsiteY12" fmla="*/ 415433 h 108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8696" h="1083998">
                  <a:moveTo>
                    <a:pt x="0" y="0"/>
                  </a:moveTo>
                  <a:lnTo>
                    <a:pt x="843" y="0"/>
                  </a:lnTo>
                  <a:lnTo>
                    <a:pt x="9942" y="23646"/>
                  </a:lnTo>
                  <a:cubicBezTo>
                    <a:pt x="55572" y="82063"/>
                    <a:pt x="252871" y="126006"/>
                    <a:pt x="489348" y="126006"/>
                  </a:cubicBezTo>
                  <a:cubicBezTo>
                    <a:pt x="725825" y="126006"/>
                    <a:pt x="923125" y="82063"/>
                    <a:pt x="968754" y="23646"/>
                  </a:cubicBezTo>
                  <a:lnTo>
                    <a:pt x="977853" y="0"/>
                  </a:lnTo>
                  <a:lnTo>
                    <a:pt x="978696" y="0"/>
                  </a:lnTo>
                  <a:lnTo>
                    <a:pt x="978696" y="415433"/>
                  </a:lnTo>
                  <a:lnTo>
                    <a:pt x="978696" y="668565"/>
                  </a:lnTo>
                  <a:lnTo>
                    <a:pt x="978696" y="1083998"/>
                  </a:lnTo>
                  <a:lnTo>
                    <a:pt x="0" y="1083998"/>
                  </a:lnTo>
                  <a:lnTo>
                    <a:pt x="0" y="668565"/>
                  </a:lnTo>
                  <a:lnTo>
                    <a:pt x="0" y="415433"/>
                  </a:lnTo>
                  <a:close/>
                </a:path>
              </a:pathLst>
            </a:custGeom>
            <a:gradFill>
              <a:gsLst>
                <a:gs pos="0">
                  <a:schemeClr val="accent2">
                    <a:alpha val="0"/>
                  </a:schemeClr>
                </a:gs>
                <a:gs pos="99000">
                  <a:schemeClr val="accent2">
                    <a:alpha val="5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51" name="任意多边形: 形状 250">
              <a:extLst>
                <a:ext uri="{FF2B5EF4-FFF2-40B4-BE49-F238E27FC236}">
                  <a16:creationId xmlns:a16="http://schemas.microsoft.com/office/drawing/2014/main" id="{147EBAE9-88E4-13E3-794F-AA0F869251DD}"/>
                </a:ext>
              </a:extLst>
            </p:cNvPr>
            <p:cNvSpPr/>
            <p:nvPr/>
          </p:nvSpPr>
          <p:spPr>
            <a:xfrm>
              <a:off x="4059759" y="1863011"/>
              <a:ext cx="849662" cy="1083998"/>
            </a:xfrm>
            <a:custGeom>
              <a:avLst/>
              <a:gdLst>
                <a:gd name="connsiteX0" fmla="*/ 849662 w 849662"/>
                <a:gd name="connsiteY0" fmla="*/ 4719 h 1083998"/>
                <a:gd name="connsiteX1" fmla="*/ 849662 w 849662"/>
                <a:gd name="connsiteY1" fmla="*/ 415433 h 1083998"/>
                <a:gd name="connsiteX2" fmla="*/ 849662 w 849662"/>
                <a:gd name="connsiteY2" fmla="*/ 420152 h 1083998"/>
                <a:gd name="connsiteX3" fmla="*/ 849662 w 849662"/>
                <a:gd name="connsiteY3" fmla="*/ 668565 h 1083998"/>
                <a:gd name="connsiteX4" fmla="*/ 849662 w 849662"/>
                <a:gd name="connsiteY4" fmla="*/ 1083998 h 1083998"/>
                <a:gd name="connsiteX5" fmla="*/ 0 w 849662"/>
                <a:gd name="connsiteY5" fmla="*/ 1083998 h 1083998"/>
                <a:gd name="connsiteX6" fmla="*/ 0 w 849662"/>
                <a:gd name="connsiteY6" fmla="*/ 668565 h 1083998"/>
                <a:gd name="connsiteX7" fmla="*/ 0 w 849662"/>
                <a:gd name="connsiteY7" fmla="*/ 420154 h 1083998"/>
                <a:gd name="connsiteX8" fmla="*/ 0 w 849662"/>
                <a:gd name="connsiteY8" fmla="*/ 420150 h 1083998"/>
                <a:gd name="connsiteX9" fmla="*/ 0 w 849662"/>
                <a:gd name="connsiteY9" fmla="*/ 415433 h 1083998"/>
                <a:gd name="connsiteX10" fmla="*/ 0 w 849662"/>
                <a:gd name="connsiteY10" fmla="*/ 4721 h 1083998"/>
                <a:gd name="connsiteX11" fmla="*/ 8630 w 849662"/>
                <a:gd name="connsiteY11" fmla="*/ 23609 h 1083998"/>
                <a:gd name="connsiteX12" fmla="*/ 424831 w 849662"/>
                <a:gd name="connsiteY12" fmla="*/ 98451 h 1083998"/>
                <a:gd name="connsiteX13" fmla="*/ 849662 w 849662"/>
                <a:gd name="connsiteY13" fmla="*/ 4719 h 1083998"/>
                <a:gd name="connsiteX14" fmla="*/ 847506 w 849662"/>
                <a:gd name="connsiteY14" fmla="*/ 0 h 1083998"/>
                <a:gd name="connsiteX15" fmla="*/ 849662 w 849662"/>
                <a:gd name="connsiteY15" fmla="*/ 0 h 1083998"/>
                <a:gd name="connsiteX16" fmla="*/ 849662 w 849662"/>
                <a:gd name="connsiteY16" fmla="*/ 4719 h 1083998"/>
                <a:gd name="connsiteX17" fmla="*/ 0 w 849662"/>
                <a:gd name="connsiteY17" fmla="*/ 0 h 1083998"/>
                <a:gd name="connsiteX18" fmla="*/ 2155 w 849662"/>
                <a:gd name="connsiteY18" fmla="*/ 0 h 1083998"/>
                <a:gd name="connsiteX19" fmla="*/ 0 w 849662"/>
                <a:gd name="connsiteY19" fmla="*/ 4717 h 108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49662" h="1083998">
                  <a:moveTo>
                    <a:pt x="849662" y="4719"/>
                  </a:moveTo>
                  <a:lnTo>
                    <a:pt x="849662" y="415433"/>
                  </a:lnTo>
                  <a:lnTo>
                    <a:pt x="849662" y="420152"/>
                  </a:lnTo>
                  <a:lnTo>
                    <a:pt x="849662" y="668565"/>
                  </a:lnTo>
                  <a:lnTo>
                    <a:pt x="849662" y="1083998"/>
                  </a:lnTo>
                  <a:lnTo>
                    <a:pt x="0" y="1083998"/>
                  </a:lnTo>
                  <a:lnTo>
                    <a:pt x="0" y="668565"/>
                  </a:lnTo>
                  <a:lnTo>
                    <a:pt x="0" y="420154"/>
                  </a:lnTo>
                  <a:lnTo>
                    <a:pt x="0" y="420150"/>
                  </a:lnTo>
                  <a:lnTo>
                    <a:pt x="0" y="415433"/>
                  </a:lnTo>
                  <a:lnTo>
                    <a:pt x="0" y="4721"/>
                  </a:lnTo>
                  <a:lnTo>
                    <a:pt x="8630" y="23609"/>
                  </a:lnTo>
                  <a:cubicBezTo>
                    <a:pt x="48244" y="66322"/>
                    <a:pt x="219531" y="98451"/>
                    <a:pt x="424831" y="98451"/>
                  </a:cubicBezTo>
                  <a:cubicBezTo>
                    <a:pt x="659459" y="98451"/>
                    <a:pt x="849662" y="56486"/>
                    <a:pt x="849662" y="4719"/>
                  </a:cubicBezTo>
                  <a:close/>
                  <a:moveTo>
                    <a:pt x="847506" y="0"/>
                  </a:moveTo>
                  <a:lnTo>
                    <a:pt x="849662" y="0"/>
                  </a:lnTo>
                  <a:lnTo>
                    <a:pt x="849662" y="4719"/>
                  </a:lnTo>
                  <a:close/>
                  <a:moveTo>
                    <a:pt x="0" y="0"/>
                  </a:moveTo>
                  <a:lnTo>
                    <a:pt x="2155" y="0"/>
                  </a:lnTo>
                  <a:lnTo>
                    <a:pt x="0" y="4717"/>
                  </a:lnTo>
                  <a:close/>
                </a:path>
              </a:pathLst>
            </a:custGeom>
            <a:gradFill>
              <a:gsLst>
                <a:gs pos="0">
                  <a:schemeClr val="accent2">
                    <a:alpha val="0"/>
                  </a:schemeClr>
                </a:gs>
                <a:gs pos="100000">
                  <a:schemeClr val="tx1">
                    <a:alpha val="2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46" name="椭圆 245">
              <a:extLst>
                <a:ext uri="{FF2B5EF4-FFF2-40B4-BE49-F238E27FC236}">
                  <a16:creationId xmlns:a16="http://schemas.microsoft.com/office/drawing/2014/main" id="{397FC5F8-38A4-DA71-2743-25A60EAB08EE}"/>
                </a:ext>
              </a:extLst>
            </p:cNvPr>
            <p:cNvSpPr/>
            <p:nvPr/>
          </p:nvSpPr>
          <p:spPr>
            <a:xfrm>
              <a:off x="3995241" y="1732626"/>
              <a:ext cx="978696" cy="256391"/>
            </a:xfrm>
            <a:prstGeom prst="ellipse">
              <a:avLst/>
            </a:prstGeom>
            <a:solidFill>
              <a:schemeClr val="accent2">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7" name="椭圆 246">
              <a:extLst>
                <a:ext uri="{FF2B5EF4-FFF2-40B4-BE49-F238E27FC236}">
                  <a16:creationId xmlns:a16="http://schemas.microsoft.com/office/drawing/2014/main" id="{FC7CA143-9088-041D-6384-079F3B9CE48A}"/>
                </a:ext>
              </a:extLst>
            </p:cNvPr>
            <p:cNvSpPr/>
            <p:nvPr/>
          </p:nvSpPr>
          <p:spPr>
            <a:xfrm>
              <a:off x="4059759" y="1773999"/>
              <a:ext cx="849662" cy="187464"/>
            </a:xfrm>
            <a:prstGeom prst="ellipse">
              <a:avLst/>
            </a:prstGeom>
            <a:solidFill>
              <a:schemeClr val="accent2">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3" name="组合 252">
            <a:extLst>
              <a:ext uri="{FF2B5EF4-FFF2-40B4-BE49-F238E27FC236}">
                <a16:creationId xmlns:a16="http://schemas.microsoft.com/office/drawing/2014/main" id="{9AC2F9DA-6C90-2506-BE1A-2BD0CDF75429}"/>
              </a:ext>
            </a:extLst>
          </p:cNvPr>
          <p:cNvGrpSpPr/>
          <p:nvPr/>
        </p:nvGrpSpPr>
        <p:grpSpPr>
          <a:xfrm>
            <a:off x="8412373" y="1233523"/>
            <a:ext cx="978696" cy="1214383"/>
            <a:chOff x="3995241" y="1732626"/>
            <a:chExt cx="978696" cy="1214383"/>
          </a:xfrm>
        </p:grpSpPr>
        <p:sp>
          <p:nvSpPr>
            <p:cNvPr id="254" name="任意多边形: 形状 253">
              <a:extLst>
                <a:ext uri="{FF2B5EF4-FFF2-40B4-BE49-F238E27FC236}">
                  <a16:creationId xmlns:a16="http://schemas.microsoft.com/office/drawing/2014/main" id="{A921BE20-0168-DEEB-05A5-FCCEE7C65BEF}"/>
                </a:ext>
              </a:extLst>
            </p:cNvPr>
            <p:cNvSpPr/>
            <p:nvPr/>
          </p:nvSpPr>
          <p:spPr>
            <a:xfrm>
              <a:off x="3995241" y="1863011"/>
              <a:ext cx="978696" cy="1083998"/>
            </a:xfrm>
            <a:custGeom>
              <a:avLst/>
              <a:gdLst>
                <a:gd name="connsiteX0" fmla="*/ 0 w 978696"/>
                <a:gd name="connsiteY0" fmla="*/ 0 h 1083998"/>
                <a:gd name="connsiteX1" fmla="*/ 843 w 978696"/>
                <a:gd name="connsiteY1" fmla="*/ 0 h 1083998"/>
                <a:gd name="connsiteX2" fmla="*/ 9942 w 978696"/>
                <a:gd name="connsiteY2" fmla="*/ 23646 h 1083998"/>
                <a:gd name="connsiteX3" fmla="*/ 489348 w 978696"/>
                <a:gd name="connsiteY3" fmla="*/ 126006 h 1083998"/>
                <a:gd name="connsiteX4" fmla="*/ 968754 w 978696"/>
                <a:gd name="connsiteY4" fmla="*/ 23646 h 1083998"/>
                <a:gd name="connsiteX5" fmla="*/ 977853 w 978696"/>
                <a:gd name="connsiteY5" fmla="*/ 0 h 1083998"/>
                <a:gd name="connsiteX6" fmla="*/ 978696 w 978696"/>
                <a:gd name="connsiteY6" fmla="*/ 0 h 1083998"/>
                <a:gd name="connsiteX7" fmla="*/ 978696 w 978696"/>
                <a:gd name="connsiteY7" fmla="*/ 415433 h 1083998"/>
                <a:gd name="connsiteX8" fmla="*/ 978696 w 978696"/>
                <a:gd name="connsiteY8" fmla="*/ 668565 h 1083998"/>
                <a:gd name="connsiteX9" fmla="*/ 978696 w 978696"/>
                <a:gd name="connsiteY9" fmla="*/ 1083998 h 1083998"/>
                <a:gd name="connsiteX10" fmla="*/ 0 w 978696"/>
                <a:gd name="connsiteY10" fmla="*/ 1083998 h 1083998"/>
                <a:gd name="connsiteX11" fmla="*/ 0 w 978696"/>
                <a:gd name="connsiteY11" fmla="*/ 668565 h 1083998"/>
                <a:gd name="connsiteX12" fmla="*/ 0 w 978696"/>
                <a:gd name="connsiteY12" fmla="*/ 415433 h 108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8696" h="1083998">
                  <a:moveTo>
                    <a:pt x="0" y="0"/>
                  </a:moveTo>
                  <a:lnTo>
                    <a:pt x="843" y="0"/>
                  </a:lnTo>
                  <a:lnTo>
                    <a:pt x="9942" y="23646"/>
                  </a:lnTo>
                  <a:cubicBezTo>
                    <a:pt x="55572" y="82063"/>
                    <a:pt x="252871" y="126006"/>
                    <a:pt x="489348" y="126006"/>
                  </a:cubicBezTo>
                  <a:cubicBezTo>
                    <a:pt x="725825" y="126006"/>
                    <a:pt x="923125" y="82063"/>
                    <a:pt x="968754" y="23646"/>
                  </a:cubicBezTo>
                  <a:lnTo>
                    <a:pt x="977853" y="0"/>
                  </a:lnTo>
                  <a:lnTo>
                    <a:pt x="978696" y="0"/>
                  </a:lnTo>
                  <a:lnTo>
                    <a:pt x="978696" y="415433"/>
                  </a:lnTo>
                  <a:lnTo>
                    <a:pt x="978696" y="668565"/>
                  </a:lnTo>
                  <a:lnTo>
                    <a:pt x="978696" y="1083998"/>
                  </a:lnTo>
                  <a:lnTo>
                    <a:pt x="0" y="1083998"/>
                  </a:lnTo>
                  <a:lnTo>
                    <a:pt x="0" y="668565"/>
                  </a:lnTo>
                  <a:lnTo>
                    <a:pt x="0" y="415433"/>
                  </a:lnTo>
                  <a:close/>
                </a:path>
              </a:pathLst>
            </a:custGeom>
            <a:gradFill>
              <a:gsLst>
                <a:gs pos="0">
                  <a:schemeClr val="accent2">
                    <a:alpha val="0"/>
                  </a:schemeClr>
                </a:gs>
                <a:gs pos="99000">
                  <a:schemeClr val="accent2">
                    <a:alpha val="5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55" name="任意多边形: 形状 254">
              <a:extLst>
                <a:ext uri="{FF2B5EF4-FFF2-40B4-BE49-F238E27FC236}">
                  <a16:creationId xmlns:a16="http://schemas.microsoft.com/office/drawing/2014/main" id="{A19A5602-C33F-9140-CD4B-F7ACA0DCADE9}"/>
                </a:ext>
              </a:extLst>
            </p:cNvPr>
            <p:cNvSpPr/>
            <p:nvPr/>
          </p:nvSpPr>
          <p:spPr>
            <a:xfrm>
              <a:off x="4059759" y="1863011"/>
              <a:ext cx="849662" cy="1083998"/>
            </a:xfrm>
            <a:custGeom>
              <a:avLst/>
              <a:gdLst>
                <a:gd name="connsiteX0" fmla="*/ 849662 w 849662"/>
                <a:gd name="connsiteY0" fmla="*/ 4719 h 1083998"/>
                <a:gd name="connsiteX1" fmla="*/ 849662 w 849662"/>
                <a:gd name="connsiteY1" fmla="*/ 415433 h 1083998"/>
                <a:gd name="connsiteX2" fmla="*/ 849662 w 849662"/>
                <a:gd name="connsiteY2" fmla="*/ 420152 h 1083998"/>
                <a:gd name="connsiteX3" fmla="*/ 849662 w 849662"/>
                <a:gd name="connsiteY3" fmla="*/ 668565 h 1083998"/>
                <a:gd name="connsiteX4" fmla="*/ 849662 w 849662"/>
                <a:gd name="connsiteY4" fmla="*/ 1083998 h 1083998"/>
                <a:gd name="connsiteX5" fmla="*/ 0 w 849662"/>
                <a:gd name="connsiteY5" fmla="*/ 1083998 h 1083998"/>
                <a:gd name="connsiteX6" fmla="*/ 0 w 849662"/>
                <a:gd name="connsiteY6" fmla="*/ 668565 h 1083998"/>
                <a:gd name="connsiteX7" fmla="*/ 0 w 849662"/>
                <a:gd name="connsiteY7" fmla="*/ 420154 h 1083998"/>
                <a:gd name="connsiteX8" fmla="*/ 0 w 849662"/>
                <a:gd name="connsiteY8" fmla="*/ 420150 h 1083998"/>
                <a:gd name="connsiteX9" fmla="*/ 0 w 849662"/>
                <a:gd name="connsiteY9" fmla="*/ 415433 h 1083998"/>
                <a:gd name="connsiteX10" fmla="*/ 0 w 849662"/>
                <a:gd name="connsiteY10" fmla="*/ 4721 h 1083998"/>
                <a:gd name="connsiteX11" fmla="*/ 8630 w 849662"/>
                <a:gd name="connsiteY11" fmla="*/ 23609 h 1083998"/>
                <a:gd name="connsiteX12" fmla="*/ 424831 w 849662"/>
                <a:gd name="connsiteY12" fmla="*/ 98451 h 1083998"/>
                <a:gd name="connsiteX13" fmla="*/ 849662 w 849662"/>
                <a:gd name="connsiteY13" fmla="*/ 4719 h 1083998"/>
                <a:gd name="connsiteX14" fmla="*/ 847506 w 849662"/>
                <a:gd name="connsiteY14" fmla="*/ 0 h 1083998"/>
                <a:gd name="connsiteX15" fmla="*/ 849662 w 849662"/>
                <a:gd name="connsiteY15" fmla="*/ 0 h 1083998"/>
                <a:gd name="connsiteX16" fmla="*/ 849662 w 849662"/>
                <a:gd name="connsiteY16" fmla="*/ 4719 h 1083998"/>
                <a:gd name="connsiteX17" fmla="*/ 0 w 849662"/>
                <a:gd name="connsiteY17" fmla="*/ 0 h 1083998"/>
                <a:gd name="connsiteX18" fmla="*/ 2155 w 849662"/>
                <a:gd name="connsiteY18" fmla="*/ 0 h 1083998"/>
                <a:gd name="connsiteX19" fmla="*/ 0 w 849662"/>
                <a:gd name="connsiteY19" fmla="*/ 4717 h 108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49662" h="1083998">
                  <a:moveTo>
                    <a:pt x="849662" y="4719"/>
                  </a:moveTo>
                  <a:lnTo>
                    <a:pt x="849662" y="415433"/>
                  </a:lnTo>
                  <a:lnTo>
                    <a:pt x="849662" y="420152"/>
                  </a:lnTo>
                  <a:lnTo>
                    <a:pt x="849662" y="668565"/>
                  </a:lnTo>
                  <a:lnTo>
                    <a:pt x="849662" y="1083998"/>
                  </a:lnTo>
                  <a:lnTo>
                    <a:pt x="0" y="1083998"/>
                  </a:lnTo>
                  <a:lnTo>
                    <a:pt x="0" y="668565"/>
                  </a:lnTo>
                  <a:lnTo>
                    <a:pt x="0" y="420154"/>
                  </a:lnTo>
                  <a:lnTo>
                    <a:pt x="0" y="420150"/>
                  </a:lnTo>
                  <a:lnTo>
                    <a:pt x="0" y="415433"/>
                  </a:lnTo>
                  <a:lnTo>
                    <a:pt x="0" y="4721"/>
                  </a:lnTo>
                  <a:lnTo>
                    <a:pt x="8630" y="23609"/>
                  </a:lnTo>
                  <a:cubicBezTo>
                    <a:pt x="48244" y="66322"/>
                    <a:pt x="219531" y="98451"/>
                    <a:pt x="424831" y="98451"/>
                  </a:cubicBezTo>
                  <a:cubicBezTo>
                    <a:pt x="659459" y="98451"/>
                    <a:pt x="849662" y="56486"/>
                    <a:pt x="849662" y="4719"/>
                  </a:cubicBezTo>
                  <a:close/>
                  <a:moveTo>
                    <a:pt x="847506" y="0"/>
                  </a:moveTo>
                  <a:lnTo>
                    <a:pt x="849662" y="0"/>
                  </a:lnTo>
                  <a:lnTo>
                    <a:pt x="849662" y="4719"/>
                  </a:lnTo>
                  <a:close/>
                  <a:moveTo>
                    <a:pt x="0" y="0"/>
                  </a:moveTo>
                  <a:lnTo>
                    <a:pt x="2155" y="0"/>
                  </a:lnTo>
                  <a:lnTo>
                    <a:pt x="0" y="4717"/>
                  </a:lnTo>
                  <a:close/>
                </a:path>
              </a:pathLst>
            </a:custGeom>
            <a:gradFill>
              <a:gsLst>
                <a:gs pos="0">
                  <a:schemeClr val="accent2">
                    <a:alpha val="0"/>
                  </a:schemeClr>
                </a:gs>
                <a:gs pos="100000">
                  <a:schemeClr val="tx1">
                    <a:alpha val="2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56" name="椭圆 255">
              <a:extLst>
                <a:ext uri="{FF2B5EF4-FFF2-40B4-BE49-F238E27FC236}">
                  <a16:creationId xmlns:a16="http://schemas.microsoft.com/office/drawing/2014/main" id="{CD322954-14ED-5E3D-F675-3C4ABD13CA8B}"/>
                </a:ext>
              </a:extLst>
            </p:cNvPr>
            <p:cNvSpPr/>
            <p:nvPr/>
          </p:nvSpPr>
          <p:spPr>
            <a:xfrm>
              <a:off x="3995241" y="1732626"/>
              <a:ext cx="978696" cy="256391"/>
            </a:xfrm>
            <a:prstGeom prst="ellipse">
              <a:avLst/>
            </a:prstGeom>
            <a:solidFill>
              <a:schemeClr val="accent2">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7" name="椭圆 256">
              <a:extLst>
                <a:ext uri="{FF2B5EF4-FFF2-40B4-BE49-F238E27FC236}">
                  <a16:creationId xmlns:a16="http://schemas.microsoft.com/office/drawing/2014/main" id="{A3B56B1A-9BEE-3D04-EAC9-376FEFAE60BB}"/>
                </a:ext>
              </a:extLst>
            </p:cNvPr>
            <p:cNvSpPr/>
            <p:nvPr/>
          </p:nvSpPr>
          <p:spPr>
            <a:xfrm>
              <a:off x="4059759" y="1773999"/>
              <a:ext cx="849662" cy="187464"/>
            </a:xfrm>
            <a:prstGeom prst="ellipse">
              <a:avLst/>
            </a:prstGeom>
            <a:solidFill>
              <a:schemeClr val="accent2">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8" name="组合 257">
            <a:extLst>
              <a:ext uri="{FF2B5EF4-FFF2-40B4-BE49-F238E27FC236}">
                <a16:creationId xmlns:a16="http://schemas.microsoft.com/office/drawing/2014/main" id="{F5623297-0F55-687B-B0A4-FE3726388DFF}"/>
              </a:ext>
            </a:extLst>
          </p:cNvPr>
          <p:cNvGrpSpPr/>
          <p:nvPr/>
        </p:nvGrpSpPr>
        <p:grpSpPr>
          <a:xfrm>
            <a:off x="6114287" y="1159768"/>
            <a:ext cx="978696" cy="1214383"/>
            <a:chOff x="3995241" y="1732626"/>
            <a:chExt cx="978696" cy="1214383"/>
          </a:xfrm>
        </p:grpSpPr>
        <p:sp>
          <p:nvSpPr>
            <p:cNvPr id="259" name="任意多边形: 形状 258">
              <a:extLst>
                <a:ext uri="{FF2B5EF4-FFF2-40B4-BE49-F238E27FC236}">
                  <a16:creationId xmlns:a16="http://schemas.microsoft.com/office/drawing/2014/main" id="{EB9300E8-5DDD-A870-78A6-CD58C3AAD7DC}"/>
                </a:ext>
              </a:extLst>
            </p:cNvPr>
            <p:cNvSpPr/>
            <p:nvPr/>
          </p:nvSpPr>
          <p:spPr>
            <a:xfrm>
              <a:off x="3995241" y="1863011"/>
              <a:ext cx="978696" cy="1083998"/>
            </a:xfrm>
            <a:custGeom>
              <a:avLst/>
              <a:gdLst>
                <a:gd name="connsiteX0" fmla="*/ 0 w 978696"/>
                <a:gd name="connsiteY0" fmla="*/ 0 h 1083998"/>
                <a:gd name="connsiteX1" fmla="*/ 843 w 978696"/>
                <a:gd name="connsiteY1" fmla="*/ 0 h 1083998"/>
                <a:gd name="connsiteX2" fmla="*/ 9942 w 978696"/>
                <a:gd name="connsiteY2" fmla="*/ 23646 h 1083998"/>
                <a:gd name="connsiteX3" fmla="*/ 489348 w 978696"/>
                <a:gd name="connsiteY3" fmla="*/ 126006 h 1083998"/>
                <a:gd name="connsiteX4" fmla="*/ 968754 w 978696"/>
                <a:gd name="connsiteY4" fmla="*/ 23646 h 1083998"/>
                <a:gd name="connsiteX5" fmla="*/ 977853 w 978696"/>
                <a:gd name="connsiteY5" fmla="*/ 0 h 1083998"/>
                <a:gd name="connsiteX6" fmla="*/ 978696 w 978696"/>
                <a:gd name="connsiteY6" fmla="*/ 0 h 1083998"/>
                <a:gd name="connsiteX7" fmla="*/ 978696 w 978696"/>
                <a:gd name="connsiteY7" fmla="*/ 415433 h 1083998"/>
                <a:gd name="connsiteX8" fmla="*/ 978696 w 978696"/>
                <a:gd name="connsiteY8" fmla="*/ 668565 h 1083998"/>
                <a:gd name="connsiteX9" fmla="*/ 978696 w 978696"/>
                <a:gd name="connsiteY9" fmla="*/ 1083998 h 1083998"/>
                <a:gd name="connsiteX10" fmla="*/ 0 w 978696"/>
                <a:gd name="connsiteY10" fmla="*/ 1083998 h 1083998"/>
                <a:gd name="connsiteX11" fmla="*/ 0 w 978696"/>
                <a:gd name="connsiteY11" fmla="*/ 668565 h 1083998"/>
                <a:gd name="connsiteX12" fmla="*/ 0 w 978696"/>
                <a:gd name="connsiteY12" fmla="*/ 415433 h 108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8696" h="1083998">
                  <a:moveTo>
                    <a:pt x="0" y="0"/>
                  </a:moveTo>
                  <a:lnTo>
                    <a:pt x="843" y="0"/>
                  </a:lnTo>
                  <a:lnTo>
                    <a:pt x="9942" y="23646"/>
                  </a:lnTo>
                  <a:cubicBezTo>
                    <a:pt x="55572" y="82063"/>
                    <a:pt x="252871" y="126006"/>
                    <a:pt x="489348" y="126006"/>
                  </a:cubicBezTo>
                  <a:cubicBezTo>
                    <a:pt x="725825" y="126006"/>
                    <a:pt x="923125" y="82063"/>
                    <a:pt x="968754" y="23646"/>
                  </a:cubicBezTo>
                  <a:lnTo>
                    <a:pt x="977853" y="0"/>
                  </a:lnTo>
                  <a:lnTo>
                    <a:pt x="978696" y="0"/>
                  </a:lnTo>
                  <a:lnTo>
                    <a:pt x="978696" y="415433"/>
                  </a:lnTo>
                  <a:lnTo>
                    <a:pt x="978696" y="668565"/>
                  </a:lnTo>
                  <a:lnTo>
                    <a:pt x="978696" y="1083998"/>
                  </a:lnTo>
                  <a:lnTo>
                    <a:pt x="0" y="1083998"/>
                  </a:lnTo>
                  <a:lnTo>
                    <a:pt x="0" y="668565"/>
                  </a:lnTo>
                  <a:lnTo>
                    <a:pt x="0" y="415433"/>
                  </a:lnTo>
                  <a:close/>
                </a:path>
              </a:pathLst>
            </a:custGeom>
            <a:gradFill>
              <a:gsLst>
                <a:gs pos="0">
                  <a:schemeClr val="accent2">
                    <a:alpha val="0"/>
                  </a:schemeClr>
                </a:gs>
                <a:gs pos="99000">
                  <a:schemeClr val="accent2">
                    <a:alpha val="5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0" name="任意多边形: 形状 259">
              <a:extLst>
                <a:ext uri="{FF2B5EF4-FFF2-40B4-BE49-F238E27FC236}">
                  <a16:creationId xmlns:a16="http://schemas.microsoft.com/office/drawing/2014/main" id="{416ECE08-2710-329E-B1C1-D8A96E9487E8}"/>
                </a:ext>
              </a:extLst>
            </p:cNvPr>
            <p:cNvSpPr/>
            <p:nvPr/>
          </p:nvSpPr>
          <p:spPr>
            <a:xfrm>
              <a:off x="4059759" y="1863011"/>
              <a:ext cx="849662" cy="1083998"/>
            </a:xfrm>
            <a:custGeom>
              <a:avLst/>
              <a:gdLst>
                <a:gd name="connsiteX0" fmla="*/ 849662 w 849662"/>
                <a:gd name="connsiteY0" fmla="*/ 4719 h 1083998"/>
                <a:gd name="connsiteX1" fmla="*/ 849662 w 849662"/>
                <a:gd name="connsiteY1" fmla="*/ 415433 h 1083998"/>
                <a:gd name="connsiteX2" fmla="*/ 849662 w 849662"/>
                <a:gd name="connsiteY2" fmla="*/ 420152 h 1083998"/>
                <a:gd name="connsiteX3" fmla="*/ 849662 w 849662"/>
                <a:gd name="connsiteY3" fmla="*/ 668565 h 1083998"/>
                <a:gd name="connsiteX4" fmla="*/ 849662 w 849662"/>
                <a:gd name="connsiteY4" fmla="*/ 1083998 h 1083998"/>
                <a:gd name="connsiteX5" fmla="*/ 0 w 849662"/>
                <a:gd name="connsiteY5" fmla="*/ 1083998 h 1083998"/>
                <a:gd name="connsiteX6" fmla="*/ 0 w 849662"/>
                <a:gd name="connsiteY6" fmla="*/ 668565 h 1083998"/>
                <a:gd name="connsiteX7" fmla="*/ 0 w 849662"/>
                <a:gd name="connsiteY7" fmla="*/ 420154 h 1083998"/>
                <a:gd name="connsiteX8" fmla="*/ 0 w 849662"/>
                <a:gd name="connsiteY8" fmla="*/ 420150 h 1083998"/>
                <a:gd name="connsiteX9" fmla="*/ 0 w 849662"/>
                <a:gd name="connsiteY9" fmla="*/ 415433 h 1083998"/>
                <a:gd name="connsiteX10" fmla="*/ 0 w 849662"/>
                <a:gd name="connsiteY10" fmla="*/ 4721 h 1083998"/>
                <a:gd name="connsiteX11" fmla="*/ 8630 w 849662"/>
                <a:gd name="connsiteY11" fmla="*/ 23609 h 1083998"/>
                <a:gd name="connsiteX12" fmla="*/ 424831 w 849662"/>
                <a:gd name="connsiteY12" fmla="*/ 98451 h 1083998"/>
                <a:gd name="connsiteX13" fmla="*/ 849662 w 849662"/>
                <a:gd name="connsiteY13" fmla="*/ 4719 h 1083998"/>
                <a:gd name="connsiteX14" fmla="*/ 847506 w 849662"/>
                <a:gd name="connsiteY14" fmla="*/ 0 h 1083998"/>
                <a:gd name="connsiteX15" fmla="*/ 849662 w 849662"/>
                <a:gd name="connsiteY15" fmla="*/ 0 h 1083998"/>
                <a:gd name="connsiteX16" fmla="*/ 849662 w 849662"/>
                <a:gd name="connsiteY16" fmla="*/ 4719 h 1083998"/>
                <a:gd name="connsiteX17" fmla="*/ 0 w 849662"/>
                <a:gd name="connsiteY17" fmla="*/ 0 h 1083998"/>
                <a:gd name="connsiteX18" fmla="*/ 2155 w 849662"/>
                <a:gd name="connsiteY18" fmla="*/ 0 h 1083998"/>
                <a:gd name="connsiteX19" fmla="*/ 0 w 849662"/>
                <a:gd name="connsiteY19" fmla="*/ 4717 h 108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49662" h="1083998">
                  <a:moveTo>
                    <a:pt x="849662" y="4719"/>
                  </a:moveTo>
                  <a:lnTo>
                    <a:pt x="849662" y="415433"/>
                  </a:lnTo>
                  <a:lnTo>
                    <a:pt x="849662" y="420152"/>
                  </a:lnTo>
                  <a:lnTo>
                    <a:pt x="849662" y="668565"/>
                  </a:lnTo>
                  <a:lnTo>
                    <a:pt x="849662" y="1083998"/>
                  </a:lnTo>
                  <a:lnTo>
                    <a:pt x="0" y="1083998"/>
                  </a:lnTo>
                  <a:lnTo>
                    <a:pt x="0" y="668565"/>
                  </a:lnTo>
                  <a:lnTo>
                    <a:pt x="0" y="420154"/>
                  </a:lnTo>
                  <a:lnTo>
                    <a:pt x="0" y="420150"/>
                  </a:lnTo>
                  <a:lnTo>
                    <a:pt x="0" y="415433"/>
                  </a:lnTo>
                  <a:lnTo>
                    <a:pt x="0" y="4721"/>
                  </a:lnTo>
                  <a:lnTo>
                    <a:pt x="8630" y="23609"/>
                  </a:lnTo>
                  <a:cubicBezTo>
                    <a:pt x="48244" y="66322"/>
                    <a:pt x="219531" y="98451"/>
                    <a:pt x="424831" y="98451"/>
                  </a:cubicBezTo>
                  <a:cubicBezTo>
                    <a:pt x="659459" y="98451"/>
                    <a:pt x="849662" y="56486"/>
                    <a:pt x="849662" y="4719"/>
                  </a:cubicBezTo>
                  <a:close/>
                  <a:moveTo>
                    <a:pt x="847506" y="0"/>
                  </a:moveTo>
                  <a:lnTo>
                    <a:pt x="849662" y="0"/>
                  </a:lnTo>
                  <a:lnTo>
                    <a:pt x="849662" y="4719"/>
                  </a:lnTo>
                  <a:close/>
                  <a:moveTo>
                    <a:pt x="0" y="0"/>
                  </a:moveTo>
                  <a:lnTo>
                    <a:pt x="2155" y="0"/>
                  </a:lnTo>
                  <a:lnTo>
                    <a:pt x="0" y="4717"/>
                  </a:lnTo>
                  <a:close/>
                </a:path>
              </a:pathLst>
            </a:custGeom>
            <a:gradFill>
              <a:gsLst>
                <a:gs pos="0">
                  <a:schemeClr val="accent2">
                    <a:alpha val="0"/>
                  </a:schemeClr>
                </a:gs>
                <a:gs pos="100000">
                  <a:schemeClr val="tx1">
                    <a:alpha val="2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61" name="椭圆 260">
              <a:extLst>
                <a:ext uri="{FF2B5EF4-FFF2-40B4-BE49-F238E27FC236}">
                  <a16:creationId xmlns:a16="http://schemas.microsoft.com/office/drawing/2014/main" id="{88E8EF01-3D36-CEF5-AA57-EA36BB6B4EE8}"/>
                </a:ext>
              </a:extLst>
            </p:cNvPr>
            <p:cNvSpPr/>
            <p:nvPr/>
          </p:nvSpPr>
          <p:spPr>
            <a:xfrm>
              <a:off x="3995241" y="1732626"/>
              <a:ext cx="978696" cy="256391"/>
            </a:xfrm>
            <a:prstGeom prst="ellipse">
              <a:avLst/>
            </a:prstGeom>
            <a:solidFill>
              <a:schemeClr val="accent2">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2" name="椭圆 261">
              <a:extLst>
                <a:ext uri="{FF2B5EF4-FFF2-40B4-BE49-F238E27FC236}">
                  <a16:creationId xmlns:a16="http://schemas.microsoft.com/office/drawing/2014/main" id="{3A8600FC-464B-CA47-C47E-4C1B175F82B5}"/>
                </a:ext>
              </a:extLst>
            </p:cNvPr>
            <p:cNvSpPr/>
            <p:nvPr/>
          </p:nvSpPr>
          <p:spPr>
            <a:xfrm>
              <a:off x="4059759" y="1773999"/>
              <a:ext cx="849662" cy="187464"/>
            </a:xfrm>
            <a:prstGeom prst="ellipse">
              <a:avLst/>
            </a:prstGeom>
            <a:solidFill>
              <a:schemeClr val="accent2">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4" name="椭圆 263">
            <a:extLst>
              <a:ext uri="{FF2B5EF4-FFF2-40B4-BE49-F238E27FC236}">
                <a16:creationId xmlns:a16="http://schemas.microsoft.com/office/drawing/2014/main" id="{608FBE61-BFF1-3659-5168-E97A2DD90CA7}"/>
              </a:ext>
            </a:extLst>
          </p:cNvPr>
          <p:cNvSpPr/>
          <p:nvPr/>
        </p:nvSpPr>
        <p:spPr>
          <a:xfrm>
            <a:off x="9759338" y="2710737"/>
            <a:ext cx="1030267" cy="274687"/>
          </a:xfrm>
          <a:prstGeom prst="ellipse">
            <a:avLst/>
          </a:prstGeom>
          <a:gradFill>
            <a:gsLst>
              <a:gs pos="0">
                <a:schemeClr val="accent2">
                  <a:alpha val="0"/>
                </a:schemeClr>
              </a:gs>
              <a:gs pos="100000">
                <a:schemeClr val="accent2">
                  <a:alpha val="41000"/>
                </a:schemeClr>
              </a:gs>
            </a:gsLst>
            <a:lin ang="5400000" scaled="1"/>
          </a:gradFill>
          <a:ln w="9525">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65" name="组合 264">
            <a:extLst>
              <a:ext uri="{FF2B5EF4-FFF2-40B4-BE49-F238E27FC236}">
                <a16:creationId xmlns:a16="http://schemas.microsoft.com/office/drawing/2014/main" id="{FD3478D6-1AFC-10B6-679D-A7435A861E4C}"/>
              </a:ext>
            </a:extLst>
          </p:cNvPr>
          <p:cNvGrpSpPr/>
          <p:nvPr/>
        </p:nvGrpSpPr>
        <p:grpSpPr>
          <a:xfrm>
            <a:off x="9745603" y="2044092"/>
            <a:ext cx="1057736" cy="798951"/>
            <a:chOff x="2408403" y="2369427"/>
            <a:chExt cx="1057736" cy="798951"/>
          </a:xfrm>
        </p:grpSpPr>
        <p:sp>
          <p:nvSpPr>
            <p:cNvPr id="266" name="任意多边形: 形状 265">
              <a:extLst>
                <a:ext uri="{FF2B5EF4-FFF2-40B4-BE49-F238E27FC236}">
                  <a16:creationId xmlns:a16="http://schemas.microsoft.com/office/drawing/2014/main" id="{DF9C67F4-EB7C-E08A-D3F3-7B0F38DAE47D}"/>
                </a:ext>
              </a:extLst>
            </p:cNvPr>
            <p:cNvSpPr/>
            <p:nvPr/>
          </p:nvSpPr>
          <p:spPr>
            <a:xfrm>
              <a:off x="2408403" y="2499813"/>
              <a:ext cx="1057736" cy="668565"/>
            </a:xfrm>
            <a:custGeom>
              <a:avLst/>
              <a:gdLst>
                <a:gd name="connsiteX0" fmla="*/ 0 w 1057736"/>
                <a:gd name="connsiteY0" fmla="*/ 0 h 668565"/>
                <a:gd name="connsiteX1" fmla="*/ 911 w 1057736"/>
                <a:gd name="connsiteY1" fmla="*/ 0 h 668565"/>
                <a:gd name="connsiteX2" fmla="*/ 10745 w 1057736"/>
                <a:gd name="connsiteY2" fmla="*/ 23646 h 668565"/>
                <a:gd name="connsiteX3" fmla="*/ 528868 w 1057736"/>
                <a:gd name="connsiteY3" fmla="*/ 126006 h 668565"/>
                <a:gd name="connsiteX4" fmla="*/ 1046991 w 1057736"/>
                <a:gd name="connsiteY4" fmla="*/ 23646 h 668565"/>
                <a:gd name="connsiteX5" fmla="*/ 1056825 w 1057736"/>
                <a:gd name="connsiteY5" fmla="*/ 0 h 668565"/>
                <a:gd name="connsiteX6" fmla="*/ 1057736 w 1057736"/>
                <a:gd name="connsiteY6" fmla="*/ 0 h 668565"/>
                <a:gd name="connsiteX7" fmla="*/ 1057736 w 1057736"/>
                <a:gd name="connsiteY7" fmla="*/ 668565 h 668565"/>
                <a:gd name="connsiteX8" fmla="*/ 0 w 1057736"/>
                <a:gd name="connsiteY8" fmla="*/ 668565 h 66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736" h="668565">
                  <a:moveTo>
                    <a:pt x="0" y="0"/>
                  </a:moveTo>
                  <a:lnTo>
                    <a:pt x="911" y="0"/>
                  </a:lnTo>
                  <a:lnTo>
                    <a:pt x="10745" y="23646"/>
                  </a:lnTo>
                  <a:cubicBezTo>
                    <a:pt x="60060" y="82063"/>
                    <a:pt x="273293" y="126006"/>
                    <a:pt x="528868" y="126006"/>
                  </a:cubicBezTo>
                  <a:cubicBezTo>
                    <a:pt x="784443" y="126006"/>
                    <a:pt x="997677" y="82063"/>
                    <a:pt x="1046991" y="23646"/>
                  </a:cubicBezTo>
                  <a:lnTo>
                    <a:pt x="1056825" y="0"/>
                  </a:lnTo>
                  <a:lnTo>
                    <a:pt x="1057736" y="0"/>
                  </a:lnTo>
                  <a:lnTo>
                    <a:pt x="1057736" y="668565"/>
                  </a:lnTo>
                  <a:lnTo>
                    <a:pt x="0" y="668565"/>
                  </a:lnTo>
                  <a:close/>
                </a:path>
              </a:pathLst>
            </a:custGeom>
            <a:gradFill>
              <a:gsLst>
                <a:gs pos="0">
                  <a:schemeClr val="accent2">
                    <a:alpha val="0"/>
                  </a:schemeClr>
                </a:gs>
                <a:gs pos="99000">
                  <a:schemeClr val="accent2">
                    <a:alpha val="46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67" name="任意多边形: 形状 266">
              <a:extLst>
                <a:ext uri="{FF2B5EF4-FFF2-40B4-BE49-F238E27FC236}">
                  <a16:creationId xmlns:a16="http://schemas.microsoft.com/office/drawing/2014/main" id="{C27A00E2-7215-455D-B134-778F25B60001}"/>
                </a:ext>
              </a:extLst>
            </p:cNvPr>
            <p:cNvSpPr/>
            <p:nvPr/>
          </p:nvSpPr>
          <p:spPr>
            <a:xfrm>
              <a:off x="2478131" y="2499813"/>
              <a:ext cx="918281" cy="668565"/>
            </a:xfrm>
            <a:custGeom>
              <a:avLst/>
              <a:gdLst>
                <a:gd name="connsiteX0" fmla="*/ 918281 w 918281"/>
                <a:gd name="connsiteY0" fmla="*/ 4719 h 668565"/>
                <a:gd name="connsiteX1" fmla="*/ 918281 w 918281"/>
                <a:gd name="connsiteY1" fmla="*/ 668565 h 668565"/>
                <a:gd name="connsiteX2" fmla="*/ 0 w 918281"/>
                <a:gd name="connsiteY2" fmla="*/ 668565 h 668565"/>
                <a:gd name="connsiteX3" fmla="*/ 0 w 918281"/>
                <a:gd name="connsiteY3" fmla="*/ 4721 h 668565"/>
                <a:gd name="connsiteX4" fmla="*/ 9327 w 918281"/>
                <a:gd name="connsiteY4" fmla="*/ 23609 h 668565"/>
                <a:gd name="connsiteX5" fmla="*/ 459140 w 918281"/>
                <a:gd name="connsiteY5" fmla="*/ 98451 h 668565"/>
                <a:gd name="connsiteX6" fmla="*/ 918281 w 918281"/>
                <a:gd name="connsiteY6" fmla="*/ 4719 h 668565"/>
                <a:gd name="connsiteX7" fmla="*/ 915951 w 918281"/>
                <a:gd name="connsiteY7" fmla="*/ 0 h 668565"/>
                <a:gd name="connsiteX8" fmla="*/ 918281 w 918281"/>
                <a:gd name="connsiteY8" fmla="*/ 0 h 668565"/>
                <a:gd name="connsiteX9" fmla="*/ 918281 w 918281"/>
                <a:gd name="connsiteY9" fmla="*/ 4719 h 668565"/>
                <a:gd name="connsiteX10" fmla="*/ 0 w 918281"/>
                <a:gd name="connsiteY10" fmla="*/ 0 h 668565"/>
                <a:gd name="connsiteX11" fmla="*/ 2329 w 918281"/>
                <a:gd name="connsiteY11" fmla="*/ 0 h 668565"/>
                <a:gd name="connsiteX12" fmla="*/ 0 w 918281"/>
                <a:gd name="connsiteY12" fmla="*/ 4717 h 668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8281" h="668565">
                  <a:moveTo>
                    <a:pt x="918281" y="4719"/>
                  </a:moveTo>
                  <a:lnTo>
                    <a:pt x="918281" y="668565"/>
                  </a:lnTo>
                  <a:lnTo>
                    <a:pt x="0" y="668565"/>
                  </a:lnTo>
                  <a:lnTo>
                    <a:pt x="0" y="4721"/>
                  </a:lnTo>
                  <a:lnTo>
                    <a:pt x="9327" y="23609"/>
                  </a:lnTo>
                  <a:cubicBezTo>
                    <a:pt x="52140" y="66322"/>
                    <a:pt x="237260" y="98451"/>
                    <a:pt x="459140" y="98451"/>
                  </a:cubicBezTo>
                  <a:cubicBezTo>
                    <a:pt x="712717" y="98451"/>
                    <a:pt x="918281" y="56486"/>
                    <a:pt x="918281" y="4719"/>
                  </a:cubicBezTo>
                  <a:close/>
                  <a:moveTo>
                    <a:pt x="915951" y="0"/>
                  </a:moveTo>
                  <a:lnTo>
                    <a:pt x="918281" y="0"/>
                  </a:lnTo>
                  <a:lnTo>
                    <a:pt x="918281" y="4719"/>
                  </a:lnTo>
                  <a:close/>
                  <a:moveTo>
                    <a:pt x="0" y="0"/>
                  </a:moveTo>
                  <a:lnTo>
                    <a:pt x="2329" y="0"/>
                  </a:lnTo>
                  <a:lnTo>
                    <a:pt x="0" y="4717"/>
                  </a:lnTo>
                  <a:close/>
                </a:path>
              </a:pathLst>
            </a:custGeom>
            <a:gradFill>
              <a:gsLst>
                <a:gs pos="0">
                  <a:schemeClr val="accent2">
                    <a:alpha val="0"/>
                  </a:schemeClr>
                </a:gs>
                <a:gs pos="100000">
                  <a:schemeClr val="tx1">
                    <a:alpha val="2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68" name="椭圆 267">
              <a:extLst>
                <a:ext uri="{FF2B5EF4-FFF2-40B4-BE49-F238E27FC236}">
                  <a16:creationId xmlns:a16="http://schemas.microsoft.com/office/drawing/2014/main" id="{4D3FC699-19FC-9395-4A20-F45E7583DCEA}"/>
                </a:ext>
              </a:extLst>
            </p:cNvPr>
            <p:cNvSpPr/>
            <p:nvPr/>
          </p:nvSpPr>
          <p:spPr>
            <a:xfrm>
              <a:off x="2408403" y="2369427"/>
              <a:ext cx="1057736" cy="256391"/>
            </a:xfrm>
            <a:prstGeom prst="ellipse">
              <a:avLst/>
            </a:prstGeom>
            <a:solidFill>
              <a:schemeClr val="accent2">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9" name="椭圆 268">
              <a:extLst>
                <a:ext uri="{FF2B5EF4-FFF2-40B4-BE49-F238E27FC236}">
                  <a16:creationId xmlns:a16="http://schemas.microsoft.com/office/drawing/2014/main" id="{F3232C2C-80CF-2E96-E34E-9CC0784AE40A}"/>
                </a:ext>
              </a:extLst>
            </p:cNvPr>
            <p:cNvSpPr/>
            <p:nvPr/>
          </p:nvSpPr>
          <p:spPr>
            <a:xfrm>
              <a:off x="2478131" y="2410800"/>
              <a:ext cx="918281" cy="187464"/>
            </a:xfrm>
            <a:prstGeom prst="ellipse">
              <a:avLst/>
            </a:prstGeom>
            <a:solidFill>
              <a:schemeClr val="accent2">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5" name="组合 274">
            <a:extLst>
              <a:ext uri="{FF2B5EF4-FFF2-40B4-BE49-F238E27FC236}">
                <a16:creationId xmlns:a16="http://schemas.microsoft.com/office/drawing/2014/main" id="{AD34DF98-5E90-A6D9-0039-1259D00F0973}"/>
              </a:ext>
            </a:extLst>
          </p:cNvPr>
          <p:cNvGrpSpPr/>
          <p:nvPr/>
        </p:nvGrpSpPr>
        <p:grpSpPr>
          <a:xfrm>
            <a:off x="4967637" y="1904243"/>
            <a:ext cx="978696" cy="1214383"/>
            <a:chOff x="3995241" y="1732626"/>
            <a:chExt cx="978696" cy="1214383"/>
          </a:xfrm>
        </p:grpSpPr>
        <p:sp>
          <p:nvSpPr>
            <p:cNvPr id="276" name="任意多边形: 形状 275">
              <a:extLst>
                <a:ext uri="{FF2B5EF4-FFF2-40B4-BE49-F238E27FC236}">
                  <a16:creationId xmlns:a16="http://schemas.microsoft.com/office/drawing/2014/main" id="{3EF2FD53-DB91-D756-6327-6BF04CF6D576}"/>
                </a:ext>
              </a:extLst>
            </p:cNvPr>
            <p:cNvSpPr/>
            <p:nvPr/>
          </p:nvSpPr>
          <p:spPr>
            <a:xfrm>
              <a:off x="3995241" y="1863011"/>
              <a:ext cx="978696" cy="1083998"/>
            </a:xfrm>
            <a:custGeom>
              <a:avLst/>
              <a:gdLst>
                <a:gd name="connsiteX0" fmla="*/ 0 w 978696"/>
                <a:gd name="connsiteY0" fmla="*/ 0 h 1083998"/>
                <a:gd name="connsiteX1" fmla="*/ 843 w 978696"/>
                <a:gd name="connsiteY1" fmla="*/ 0 h 1083998"/>
                <a:gd name="connsiteX2" fmla="*/ 9942 w 978696"/>
                <a:gd name="connsiteY2" fmla="*/ 23646 h 1083998"/>
                <a:gd name="connsiteX3" fmla="*/ 489348 w 978696"/>
                <a:gd name="connsiteY3" fmla="*/ 126006 h 1083998"/>
                <a:gd name="connsiteX4" fmla="*/ 968754 w 978696"/>
                <a:gd name="connsiteY4" fmla="*/ 23646 h 1083998"/>
                <a:gd name="connsiteX5" fmla="*/ 977853 w 978696"/>
                <a:gd name="connsiteY5" fmla="*/ 0 h 1083998"/>
                <a:gd name="connsiteX6" fmla="*/ 978696 w 978696"/>
                <a:gd name="connsiteY6" fmla="*/ 0 h 1083998"/>
                <a:gd name="connsiteX7" fmla="*/ 978696 w 978696"/>
                <a:gd name="connsiteY7" fmla="*/ 415433 h 1083998"/>
                <a:gd name="connsiteX8" fmla="*/ 978696 w 978696"/>
                <a:gd name="connsiteY8" fmla="*/ 668565 h 1083998"/>
                <a:gd name="connsiteX9" fmla="*/ 978696 w 978696"/>
                <a:gd name="connsiteY9" fmla="*/ 1083998 h 1083998"/>
                <a:gd name="connsiteX10" fmla="*/ 0 w 978696"/>
                <a:gd name="connsiteY10" fmla="*/ 1083998 h 1083998"/>
                <a:gd name="connsiteX11" fmla="*/ 0 w 978696"/>
                <a:gd name="connsiteY11" fmla="*/ 668565 h 1083998"/>
                <a:gd name="connsiteX12" fmla="*/ 0 w 978696"/>
                <a:gd name="connsiteY12" fmla="*/ 415433 h 108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8696" h="1083998">
                  <a:moveTo>
                    <a:pt x="0" y="0"/>
                  </a:moveTo>
                  <a:lnTo>
                    <a:pt x="843" y="0"/>
                  </a:lnTo>
                  <a:lnTo>
                    <a:pt x="9942" y="23646"/>
                  </a:lnTo>
                  <a:cubicBezTo>
                    <a:pt x="55572" y="82063"/>
                    <a:pt x="252871" y="126006"/>
                    <a:pt x="489348" y="126006"/>
                  </a:cubicBezTo>
                  <a:cubicBezTo>
                    <a:pt x="725825" y="126006"/>
                    <a:pt x="923125" y="82063"/>
                    <a:pt x="968754" y="23646"/>
                  </a:cubicBezTo>
                  <a:lnTo>
                    <a:pt x="977853" y="0"/>
                  </a:lnTo>
                  <a:lnTo>
                    <a:pt x="978696" y="0"/>
                  </a:lnTo>
                  <a:lnTo>
                    <a:pt x="978696" y="415433"/>
                  </a:lnTo>
                  <a:lnTo>
                    <a:pt x="978696" y="668565"/>
                  </a:lnTo>
                  <a:lnTo>
                    <a:pt x="978696" y="1083998"/>
                  </a:lnTo>
                  <a:lnTo>
                    <a:pt x="0" y="1083998"/>
                  </a:lnTo>
                  <a:lnTo>
                    <a:pt x="0" y="668565"/>
                  </a:lnTo>
                  <a:lnTo>
                    <a:pt x="0" y="415433"/>
                  </a:lnTo>
                  <a:close/>
                </a:path>
              </a:pathLst>
            </a:custGeom>
            <a:gradFill>
              <a:gsLst>
                <a:gs pos="0">
                  <a:schemeClr val="accent2">
                    <a:alpha val="0"/>
                  </a:schemeClr>
                </a:gs>
                <a:gs pos="99000">
                  <a:schemeClr val="accent2">
                    <a:alpha val="5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77" name="任意多边形: 形状 276">
              <a:extLst>
                <a:ext uri="{FF2B5EF4-FFF2-40B4-BE49-F238E27FC236}">
                  <a16:creationId xmlns:a16="http://schemas.microsoft.com/office/drawing/2014/main" id="{E4D6E6BE-86CC-5544-FEAD-F7ED9AE0EBCE}"/>
                </a:ext>
              </a:extLst>
            </p:cNvPr>
            <p:cNvSpPr/>
            <p:nvPr/>
          </p:nvSpPr>
          <p:spPr>
            <a:xfrm>
              <a:off x="4059759" y="1863011"/>
              <a:ext cx="849662" cy="1083998"/>
            </a:xfrm>
            <a:custGeom>
              <a:avLst/>
              <a:gdLst>
                <a:gd name="connsiteX0" fmla="*/ 849662 w 849662"/>
                <a:gd name="connsiteY0" fmla="*/ 4719 h 1083998"/>
                <a:gd name="connsiteX1" fmla="*/ 849662 w 849662"/>
                <a:gd name="connsiteY1" fmla="*/ 415433 h 1083998"/>
                <a:gd name="connsiteX2" fmla="*/ 849662 w 849662"/>
                <a:gd name="connsiteY2" fmla="*/ 420152 h 1083998"/>
                <a:gd name="connsiteX3" fmla="*/ 849662 w 849662"/>
                <a:gd name="connsiteY3" fmla="*/ 668565 h 1083998"/>
                <a:gd name="connsiteX4" fmla="*/ 849662 w 849662"/>
                <a:gd name="connsiteY4" fmla="*/ 1083998 h 1083998"/>
                <a:gd name="connsiteX5" fmla="*/ 0 w 849662"/>
                <a:gd name="connsiteY5" fmla="*/ 1083998 h 1083998"/>
                <a:gd name="connsiteX6" fmla="*/ 0 w 849662"/>
                <a:gd name="connsiteY6" fmla="*/ 668565 h 1083998"/>
                <a:gd name="connsiteX7" fmla="*/ 0 w 849662"/>
                <a:gd name="connsiteY7" fmla="*/ 420154 h 1083998"/>
                <a:gd name="connsiteX8" fmla="*/ 0 w 849662"/>
                <a:gd name="connsiteY8" fmla="*/ 420150 h 1083998"/>
                <a:gd name="connsiteX9" fmla="*/ 0 w 849662"/>
                <a:gd name="connsiteY9" fmla="*/ 415433 h 1083998"/>
                <a:gd name="connsiteX10" fmla="*/ 0 w 849662"/>
                <a:gd name="connsiteY10" fmla="*/ 4721 h 1083998"/>
                <a:gd name="connsiteX11" fmla="*/ 8630 w 849662"/>
                <a:gd name="connsiteY11" fmla="*/ 23609 h 1083998"/>
                <a:gd name="connsiteX12" fmla="*/ 424831 w 849662"/>
                <a:gd name="connsiteY12" fmla="*/ 98451 h 1083998"/>
                <a:gd name="connsiteX13" fmla="*/ 849662 w 849662"/>
                <a:gd name="connsiteY13" fmla="*/ 4719 h 1083998"/>
                <a:gd name="connsiteX14" fmla="*/ 847506 w 849662"/>
                <a:gd name="connsiteY14" fmla="*/ 0 h 1083998"/>
                <a:gd name="connsiteX15" fmla="*/ 849662 w 849662"/>
                <a:gd name="connsiteY15" fmla="*/ 0 h 1083998"/>
                <a:gd name="connsiteX16" fmla="*/ 849662 w 849662"/>
                <a:gd name="connsiteY16" fmla="*/ 4719 h 1083998"/>
                <a:gd name="connsiteX17" fmla="*/ 0 w 849662"/>
                <a:gd name="connsiteY17" fmla="*/ 0 h 1083998"/>
                <a:gd name="connsiteX18" fmla="*/ 2155 w 849662"/>
                <a:gd name="connsiteY18" fmla="*/ 0 h 1083998"/>
                <a:gd name="connsiteX19" fmla="*/ 0 w 849662"/>
                <a:gd name="connsiteY19" fmla="*/ 4717 h 108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49662" h="1083998">
                  <a:moveTo>
                    <a:pt x="849662" y="4719"/>
                  </a:moveTo>
                  <a:lnTo>
                    <a:pt x="849662" y="415433"/>
                  </a:lnTo>
                  <a:lnTo>
                    <a:pt x="849662" y="420152"/>
                  </a:lnTo>
                  <a:lnTo>
                    <a:pt x="849662" y="668565"/>
                  </a:lnTo>
                  <a:lnTo>
                    <a:pt x="849662" y="1083998"/>
                  </a:lnTo>
                  <a:lnTo>
                    <a:pt x="0" y="1083998"/>
                  </a:lnTo>
                  <a:lnTo>
                    <a:pt x="0" y="668565"/>
                  </a:lnTo>
                  <a:lnTo>
                    <a:pt x="0" y="420154"/>
                  </a:lnTo>
                  <a:lnTo>
                    <a:pt x="0" y="420150"/>
                  </a:lnTo>
                  <a:lnTo>
                    <a:pt x="0" y="415433"/>
                  </a:lnTo>
                  <a:lnTo>
                    <a:pt x="0" y="4721"/>
                  </a:lnTo>
                  <a:lnTo>
                    <a:pt x="8630" y="23609"/>
                  </a:lnTo>
                  <a:cubicBezTo>
                    <a:pt x="48244" y="66322"/>
                    <a:pt x="219531" y="98451"/>
                    <a:pt x="424831" y="98451"/>
                  </a:cubicBezTo>
                  <a:cubicBezTo>
                    <a:pt x="659459" y="98451"/>
                    <a:pt x="849662" y="56486"/>
                    <a:pt x="849662" y="4719"/>
                  </a:cubicBezTo>
                  <a:close/>
                  <a:moveTo>
                    <a:pt x="847506" y="0"/>
                  </a:moveTo>
                  <a:lnTo>
                    <a:pt x="849662" y="0"/>
                  </a:lnTo>
                  <a:lnTo>
                    <a:pt x="849662" y="4719"/>
                  </a:lnTo>
                  <a:close/>
                  <a:moveTo>
                    <a:pt x="0" y="0"/>
                  </a:moveTo>
                  <a:lnTo>
                    <a:pt x="2155" y="0"/>
                  </a:lnTo>
                  <a:lnTo>
                    <a:pt x="0" y="4717"/>
                  </a:lnTo>
                  <a:close/>
                </a:path>
              </a:pathLst>
            </a:custGeom>
            <a:gradFill>
              <a:gsLst>
                <a:gs pos="0">
                  <a:schemeClr val="accent2">
                    <a:alpha val="0"/>
                  </a:schemeClr>
                </a:gs>
                <a:gs pos="100000">
                  <a:schemeClr val="tx1">
                    <a:alpha val="2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78" name="椭圆 277">
              <a:extLst>
                <a:ext uri="{FF2B5EF4-FFF2-40B4-BE49-F238E27FC236}">
                  <a16:creationId xmlns:a16="http://schemas.microsoft.com/office/drawing/2014/main" id="{41C86606-86A0-1032-3EFB-BEFB72C3D5B8}"/>
                </a:ext>
              </a:extLst>
            </p:cNvPr>
            <p:cNvSpPr/>
            <p:nvPr/>
          </p:nvSpPr>
          <p:spPr>
            <a:xfrm>
              <a:off x="3995241" y="1732626"/>
              <a:ext cx="978696" cy="256391"/>
            </a:xfrm>
            <a:prstGeom prst="ellipse">
              <a:avLst/>
            </a:prstGeom>
            <a:solidFill>
              <a:schemeClr val="accent2">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9" name="椭圆 278">
              <a:extLst>
                <a:ext uri="{FF2B5EF4-FFF2-40B4-BE49-F238E27FC236}">
                  <a16:creationId xmlns:a16="http://schemas.microsoft.com/office/drawing/2014/main" id="{842B6D61-27B5-F18E-A01A-731276E08B24}"/>
                </a:ext>
              </a:extLst>
            </p:cNvPr>
            <p:cNvSpPr/>
            <p:nvPr/>
          </p:nvSpPr>
          <p:spPr>
            <a:xfrm>
              <a:off x="4059759" y="1773999"/>
              <a:ext cx="849662" cy="187464"/>
            </a:xfrm>
            <a:prstGeom prst="ellipse">
              <a:avLst/>
            </a:prstGeom>
            <a:solidFill>
              <a:schemeClr val="accent2">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0" name="椭圆 279">
            <a:extLst>
              <a:ext uri="{FF2B5EF4-FFF2-40B4-BE49-F238E27FC236}">
                <a16:creationId xmlns:a16="http://schemas.microsoft.com/office/drawing/2014/main" id="{A82A269D-2F7F-B877-DF9E-0825AF1CB0B3}"/>
              </a:ext>
            </a:extLst>
          </p:cNvPr>
          <p:cNvSpPr>
            <a:spLocks/>
          </p:cNvSpPr>
          <p:nvPr/>
        </p:nvSpPr>
        <p:spPr>
          <a:xfrm>
            <a:off x="7227852" y="3009843"/>
            <a:ext cx="1030267" cy="250228"/>
          </a:xfrm>
          <a:prstGeom prst="ellipse">
            <a:avLst/>
          </a:prstGeom>
          <a:gradFill>
            <a:gsLst>
              <a:gs pos="0">
                <a:schemeClr val="accent2">
                  <a:alpha val="0"/>
                </a:schemeClr>
              </a:gs>
              <a:gs pos="100000">
                <a:schemeClr val="accent2">
                  <a:alpha val="41000"/>
                </a:schemeClr>
              </a:gs>
            </a:gsLst>
            <a:lin ang="5400000" scaled="1"/>
          </a:gradFill>
          <a:ln w="9525">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1" name="组合 280">
            <a:extLst>
              <a:ext uri="{FF2B5EF4-FFF2-40B4-BE49-F238E27FC236}">
                <a16:creationId xmlns:a16="http://schemas.microsoft.com/office/drawing/2014/main" id="{C8631C5F-8362-C24C-664F-273937D5E1AC}"/>
              </a:ext>
            </a:extLst>
          </p:cNvPr>
          <p:cNvGrpSpPr/>
          <p:nvPr/>
        </p:nvGrpSpPr>
        <p:grpSpPr>
          <a:xfrm>
            <a:off x="7253637" y="1904243"/>
            <a:ext cx="978696" cy="1214383"/>
            <a:chOff x="3995241" y="1732626"/>
            <a:chExt cx="978696" cy="1214383"/>
          </a:xfrm>
        </p:grpSpPr>
        <p:sp>
          <p:nvSpPr>
            <p:cNvPr id="282" name="任意多边形: 形状 281">
              <a:extLst>
                <a:ext uri="{FF2B5EF4-FFF2-40B4-BE49-F238E27FC236}">
                  <a16:creationId xmlns:a16="http://schemas.microsoft.com/office/drawing/2014/main" id="{2B08C03E-7CEC-3364-6CD5-D214FB2AE663}"/>
                </a:ext>
              </a:extLst>
            </p:cNvPr>
            <p:cNvSpPr/>
            <p:nvPr/>
          </p:nvSpPr>
          <p:spPr>
            <a:xfrm>
              <a:off x="3995241" y="1863011"/>
              <a:ext cx="978696" cy="1083998"/>
            </a:xfrm>
            <a:custGeom>
              <a:avLst/>
              <a:gdLst>
                <a:gd name="connsiteX0" fmla="*/ 0 w 978696"/>
                <a:gd name="connsiteY0" fmla="*/ 0 h 1083998"/>
                <a:gd name="connsiteX1" fmla="*/ 843 w 978696"/>
                <a:gd name="connsiteY1" fmla="*/ 0 h 1083998"/>
                <a:gd name="connsiteX2" fmla="*/ 9942 w 978696"/>
                <a:gd name="connsiteY2" fmla="*/ 23646 h 1083998"/>
                <a:gd name="connsiteX3" fmla="*/ 489348 w 978696"/>
                <a:gd name="connsiteY3" fmla="*/ 126006 h 1083998"/>
                <a:gd name="connsiteX4" fmla="*/ 968754 w 978696"/>
                <a:gd name="connsiteY4" fmla="*/ 23646 h 1083998"/>
                <a:gd name="connsiteX5" fmla="*/ 977853 w 978696"/>
                <a:gd name="connsiteY5" fmla="*/ 0 h 1083998"/>
                <a:gd name="connsiteX6" fmla="*/ 978696 w 978696"/>
                <a:gd name="connsiteY6" fmla="*/ 0 h 1083998"/>
                <a:gd name="connsiteX7" fmla="*/ 978696 w 978696"/>
                <a:gd name="connsiteY7" fmla="*/ 415433 h 1083998"/>
                <a:gd name="connsiteX8" fmla="*/ 978696 w 978696"/>
                <a:gd name="connsiteY8" fmla="*/ 668565 h 1083998"/>
                <a:gd name="connsiteX9" fmla="*/ 978696 w 978696"/>
                <a:gd name="connsiteY9" fmla="*/ 1083998 h 1083998"/>
                <a:gd name="connsiteX10" fmla="*/ 0 w 978696"/>
                <a:gd name="connsiteY10" fmla="*/ 1083998 h 1083998"/>
                <a:gd name="connsiteX11" fmla="*/ 0 w 978696"/>
                <a:gd name="connsiteY11" fmla="*/ 668565 h 1083998"/>
                <a:gd name="connsiteX12" fmla="*/ 0 w 978696"/>
                <a:gd name="connsiteY12" fmla="*/ 415433 h 108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8696" h="1083998">
                  <a:moveTo>
                    <a:pt x="0" y="0"/>
                  </a:moveTo>
                  <a:lnTo>
                    <a:pt x="843" y="0"/>
                  </a:lnTo>
                  <a:lnTo>
                    <a:pt x="9942" y="23646"/>
                  </a:lnTo>
                  <a:cubicBezTo>
                    <a:pt x="55572" y="82063"/>
                    <a:pt x="252871" y="126006"/>
                    <a:pt x="489348" y="126006"/>
                  </a:cubicBezTo>
                  <a:cubicBezTo>
                    <a:pt x="725825" y="126006"/>
                    <a:pt x="923125" y="82063"/>
                    <a:pt x="968754" y="23646"/>
                  </a:cubicBezTo>
                  <a:lnTo>
                    <a:pt x="977853" y="0"/>
                  </a:lnTo>
                  <a:lnTo>
                    <a:pt x="978696" y="0"/>
                  </a:lnTo>
                  <a:lnTo>
                    <a:pt x="978696" y="415433"/>
                  </a:lnTo>
                  <a:lnTo>
                    <a:pt x="978696" y="668565"/>
                  </a:lnTo>
                  <a:lnTo>
                    <a:pt x="978696" y="1083998"/>
                  </a:lnTo>
                  <a:lnTo>
                    <a:pt x="0" y="1083998"/>
                  </a:lnTo>
                  <a:lnTo>
                    <a:pt x="0" y="668565"/>
                  </a:lnTo>
                  <a:lnTo>
                    <a:pt x="0" y="415433"/>
                  </a:lnTo>
                  <a:close/>
                </a:path>
              </a:pathLst>
            </a:custGeom>
            <a:gradFill>
              <a:gsLst>
                <a:gs pos="0">
                  <a:schemeClr val="accent2">
                    <a:alpha val="0"/>
                  </a:schemeClr>
                </a:gs>
                <a:gs pos="99000">
                  <a:schemeClr val="accent2">
                    <a:alpha val="5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83" name="任意多边形: 形状 282">
              <a:extLst>
                <a:ext uri="{FF2B5EF4-FFF2-40B4-BE49-F238E27FC236}">
                  <a16:creationId xmlns:a16="http://schemas.microsoft.com/office/drawing/2014/main" id="{041F61E0-8291-F101-AF6D-0C568116CC30}"/>
                </a:ext>
              </a:extLst>
            </p:cNvPr>
            <p:cNvSpPr/>
            <p:nvPr/>
          </p:nvSpPr>
          <p:spPr>
            <a:xfrm>
              <a:off x="4059759" y="1863011"/>
              <a:ext cx="849662" cy="1083998"/>
            </a:xfrm>
            <a:custGeom>
              <a:avLst/>
              <a:gdLst>
                <a:gd name="connsiteX0" fmla="*/ 849662 w 849662"/>
                <a:gd name="connsiteY0" fmla="*/ 4719 h 1083998"/>
                <a:gd name="connsiteX1" fmla="*/ 849662 w 849662"/>
                <a:gd name="connsiteY1" fmla="*/ 415433 h 1083998"/>
                <a:gd name="connsiteX2" fmla="*/ 849662 w 849662"/>
                <a:gd name="connsiteY2" fmla="*/ 420152 h 1083998"/>
                <a:gd name="connsiteX3" fmla="*/ 849662 w 849662"/>
                <a:gd name="connsiteY3" fmla="*/ 668565 h 1083998"/>
                <a:gd name="connsiteX4" fmla="*/ 849662 w 849662"/>
                <a:gd name="connsiteY4" fmla="*/ 1083998 h 1083998"/>
                <a:gd name="connsiteX5" fmla="*/ 0 w 849662"/>
                <a:gd name="connsiteY5" fmla="*/ 1083998 h 1083998"/>
                <a:gd name="connsiteX6" fmla="*/ 0 w 849662"/>
                <a:gd name="connsiteY6" fmla="*/ 668565 h 1083998"/>
                <a:gd name="connsiteX7" fmla="*/ 0 w 849662"/>
                <a:gd name="connsiteY7" fmla="*/ 420154 h 1083998"/>
                <a:gd name="connsiteX8" fmla="*/ 0 w 849662"/>
                <a:gd name="connsiteY8" fmla="*/ 420150 h 1083998"/>
                <a:gd name="connsiteX9" fmla="*/ 0 w 849662"/>
                <a:gd name="connsiteY9" fmla="*/ 415433 h 1083998"/>
                <a:gd name="connsiteX10" fmla="*/ 0 w 849662"/>
                <a:gd name="connsiteY10" fmla="*/ 4721 h 1083998"/>
                <a:gd name="connsiteX11" fmla="*/ 8630 w 849662"/>
                <a:gd name="connsiteY11" fmla="*/ 23609 h 1083998"/>
                <a:gd name="connsiteX12" fmla="*/ 424831 w 849662"/>
                <a:gd name="connsiteY12" fmla="*/ 98451 h 1083998"/>
                <a:gd name="connsiteX13" fmla="*/ 849662 w 849662"/>
                <a:gd name="connsiteY13" fmla="*/ 4719 h 1083998"/>
                <a:gd name="connsiteX14" fmla="*/ 847506 w 849662"/>
                <a:gd name="connsiteY14" fmla="*/ 0 h 1083998"/>
                <a:gd name="connsiteX15" fmla="*/ 849662 w 849662"/>
                <a:gd name="connsiteY15" fmla="*/ 0 h 1083998"/>
                <a:gd name="connsiteX16" fmla="*/ 849662 w 849662"/>
                <a:gd name="connsiteY16" fmla="*/ 4719 h 1083998"/>
                <a:gd name="connsiteX17" fmla="*/ 0 w 849662"/>
                <a:gd name="connsiteY17" fmla="*/ 0 h 1083998"/>
                <a:gd name="connsiteX18" fmla="*/ 2155 w 849662"/>
                <a:gd name="connsiteY18" fmla="*/ 0 h 1083998"/>
                <a:gd name="connsiteX19" fmla="*/ 0 w 849662"/>
                <a:gd name="connsiteY19" fmla="*/ 4717 h 108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49662" h="1083998">
                  <a:moveTo>
                    <a:pt x="849662" y="4719"/>
                  </a:moveTo>
                  <a:lnTo>
                    <a:pt x="849662" y="415433"/>
                  </a:lnTo>
                  <a:lnTo>
                    <a:pt x="849662" y="420152"/>
                  </a:lnTo>
                  <a:lnTo>
                    <a:pt x="849662" y="668565"/>
                  </a:lnTo>
                  <a:lnTo>
                    <a:pt x="849662" y="1083998"/>
                  </a:lnTo>
                  <a:lnTo>
                    <a:pt x="0" y="1083998"/>
                  </a:lnTo>
                  <a:lnTo>
                    <a:pt x="0" y="668565"/>
                  </a:lnTo>
                  <a:lnTo>
                    <a:pt x="0" y="420154"/>
                  </a:lnTo>
                  <a:lnTo>
                    <a:pt x="0" y="420150"/>
                  </a:lnTo>
                  <a:lnTo>
                    <a:pt x="0" y="415433"/>
                  </a:lnTo>
                  <a:lnTo>
                    <a:pt x="0" y="4721"/>
                  </a:lnTo>
                  <a:lnTo>
                    <a:pt x="8630" y="23609"/>
                  </a:lnTo>
                  <a:cubicBezTo>
                    <a:pt x="48244" y="66322"/>
                    <a:pt x="219531" y="98451"/>
                    <a:pt x="424831" y="98451"/>
                  </a:cubicBezTo>
                  <a:cubicBezTo>
                    <a:pt x="659459" y="98451"/>
                    <a:pt x="849662" y="56486"/>
                    <a:pt x="849662" y="4719"/>
                  </a:cubicBezTo>
                  <a:close/>
                  <a:moveTo>
                    <a:pt x="847506" y="0"/>
                  </a:moveTo>
                  <a:lnTo>
                    <a:pt x="849662" y="0"/>
                  </a:lnTo>
                  <a:lnTo>
                    <a:pt x="849662" y="4719"/>
                  </a:lnTo>
                  <a:close/>
                  <a:moveTo>
                    <a:pt x="0" y="0"/>
                  </a:moveTo>
                  <a:lnTo>
                    <a:pt x="2155" y="0"/>
                  </a:lnTo>
                  <a:lnTo>
                    <a:pt x="0" y="4717"/>
                  </a:lnTo>
                  <a:close/>
                </a:path>
              </a:pathLst>
            </a:custGeom>
            <a:gradFill>
              <a:gsLst>
                <a:gs pos="0">
                  <a:schemeClr val="accent2">
                    <a:alpha val="0"/>
                  </a:schemeClr>
                </a:gs>
                <a:gs pos="100000">
                  <a:schemeClr val="tx1">
                    <a:alpha val="25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84" name="椭圆 283">
              <a:extLst>
                <a:ext uri="{FF2B5EF4-FFF2-40B4-BE49-F238E27FC236}">
                  <a16:creationId xmlns:a16="http://schemas.microsoft.com/office/drawing/2014/main" id="{22034FF1-F614-9622-92E4-75BA80D5A760}"/>
                </a:ext>
              </a:extLst>
            </p:cNvPr>
            <p:cNvSpPr/>
            <p:nvPr/>
          </p:nvSpPr>
          <p:spPr>
            <a:xfrm>
              <a:off x="3995241" y="1732626"/>
              <a:ext cx="978696" cy="256391"/>
            </a:xfrm>
            <a:prstGeom prst="ellipse">
              <a:avLst/>
            </a:prstGeom>
            <a:solidFill>
              <a:schemeClr val="accent2">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5" name="椭圆 284">
              <a:extLst>
                <a:ext uri="{FF2B5EF4-FFF2-40B4-BE49-F238E27FC236}">
                  <a16:creationId xmlns:a16="http://schemas.microsoft.com/office/drawing/2014/main" id="{07E7476A-56E4-860F-C97B-61DA329197BD}"/>
                </a:ext>
              </a:extLst>
            </p:cNvPr>
            <p:cNvSpPr/>
            <p:nvPr/>
          </p:nvSpPr>
          <p:spPr>
            <a:xfrm>
              <a:off x="4059759" y="1773999"/>
              <a:ext cx="849662" cy="187464"/>
            </a:xfrm>
            <a:prstGeom prst="ellipse">
              <a:avLst/>
            </a:prstGeom>
            <a:solidFill>
              <a:schemeClr val="accent2">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4" name="椭圆 293">
            <a:extLst>
              <a:ext uri="{FF2B5EF4-FFF2-40B4-BE49-F238E27FC236}">
                <a16:creationId xmlns:a16="http://schemas.microsoft.com/office/drawing/2014/main" id="{8EE436D8-35CB-63C0-6218-183ED218D0FB}"/>
              </a:ext>
            </a:extLst>
          </p:cNvPr>
          <p:cNvSpPr>
            <a:spLocks/>
          </p:cNvSpPr>
          <p:nvPr/>
        </p:nvSpPr>
        <p:spPr>
          <a:xfrm>
            <a:off x="1817329" y="3590215"/>
            <a:ext cx="9592939" cy="1278784"/>
          </a:xfrm>
          <a:prstGeom prst="ellipse">
            <a:avLst/>
          </a:prstGeom>
          <a:noFill/>
          <a:ln w="9525">
            <a:gradFill>
              <a:gsLst>
                <a:gs pos="60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5" name="文本框 294">
            <a:extLst>
              <a:ext uri="{FF2B5EF4-FFF2-40B4-BE49-F238E27FC236}">
                <a16:creationId xmlns:a16="http://schemas.microsoft.com/office/drawing/2014/main" id="{8E09F5F0-C400-CEE3-51FB-5007E8C3149C}"/>
              </a:ext>
            </a:extLst>
          </p:cNvPr>
          <p:cNvSpPr txBox="1"/>
          <p:nvPr/>
        </p:nvSpPr>
        <p:spPr>
          <a:xfrm>
            <a:off x="2611878" y="2486889"/>
            <a:ext cx="641201" cy="184666"/>
          </a:xfrm>
          <a:prstGeom prst="rect">
            <a:avLst/>
          </a:prstGeom>
          <a:noFill/>
        </p:spPr>
        <p:txBody>
          <a:bodyPr wrap="square" lIns="0" tIns="0" rIns="0" bIns="0" rtlCol="0">
            <a:spAutoFit/>
          </a:bodyPr>
          <a:lstStyle/>
          <a:p>
            <a:pPr algn="ctr"/>
            <a:r>
              <a:rPr lang="zh-CN" altLang="en-US" sz="1200" b="1" dirty="0">
                <a:solidFill>
                  <a:schemeClr val="accent2"/>
                </a:solidFill>
              </a:rPr>
              <a:t>采购计划</a:t>
            </a:r>
          </a:p>
        </p:txBody>
      </p:sp>
      <p:sp>
        <p:nvSpPr>
          <p:cNvPr id="296" name="文本框 295">
            <a:extLst>
              <a:ext uri="{FF2B5EF4-FFF2-40B4-BE49-F238E27FC236}">
                <a16:creationId xmlns:a16="http://schemas.microsoft.com/office/drawing/2014/main" id="{D54B72EE-BF7A-23E0-34D2-A91BE3B09443}"/>
              </a:ext>
            </a:extLst>
          </p:cNvPr>
          <p:cNvSpPr txBox="1"/>
          <p:nvPr/>
        </p:nvSpPr>
        <p:spPr>
          <a:xfrm>
            <a:off x="3969461" y="1577078"/>
            <a:ext cx="641201" cy="184666"/>
          </a:xfrm>
          <a:prstGeom prst="rect">
            <a:avLst/>
          </a:prstGeom>
          <a:noFill/>
        </p:spPr>
        <p:txBody>
          <a:bodyPr wrap="square" lIns="0" tIns="0" rIns="0" bIns="0" rtlCol="0">
            <a:spAutoFit/>
          </a:bodyPr>
          <a:lstStyle/>
          <a:p>
            <a:pPr algn="ctr"/>
            <a:r>
              <a:rPr lang="zh-CN" altLang="en-US" sz="1200" b="1" dirty="0">
                <a:solidFill>
                  <a:schemeClr val="accent2"/>
                </a:solidFill>
              </a:rPr>
              <a:t>战略寻源</a:t>
            </a:r>
          </a:p>
        </p:txBody>
      </p:sp>
      <p:sp>
        <p:nvSpPr>
          <p:cNvPr id="299" name="文本框 298">
            <a:extLst>
              <a:ext uri="{FF2B5EF4-FFF2-40B4-BE49-F238E27FC236}">
                <a16:creationId xmlns:a16="http://schemas.microsoft.com/office/drawing/2014/main" id="{A7396C1D-9040-482A-418F-AA9CD787965B}"/>
              </a:ext>
            </a:extLst>
          </p:cNvPr>
          <p:cNvSpPr txBox="1"/>
          <p:nvPr/>
        </p:nvSpPr>
        <p:spPr>
          <a:xfrm>
            <a:off x="3975285" y="1855340"/>
            <a:ext cx="592482" cy="211711"/>
          </a:xfrm>
          <a:prstGeom prst="roundRect">
            <a:avLst>
              <a:gd name="adj" fmla="val 50000"/>
            </a:avLst>
          </a:prstGeom>
          <a:noFill/>
          <a:ln w="6350">
            <a:solidFill>
              <a:schemeClr val="accent2"/>
            </a:solidFill>
          </a:ln>
        </p:spPr>
        <p:txBody>
          <a:bodyPr wrap="square" lIns="0" tIns="0" rIns="0" bIns="0" rtlCol="0" anchor="ctr" anchorCtr="0">
            <a:noAutofit/>
          </a:bodyPr>
          <a:lstStyle/>
          <a:p>
            <a:pPr algn="ctr"/>
            <a:r>
              <a:rPr lang="zh-CN" altLang="en-US" sz="1000" dirty="0">
                <a:solidFill>
                  <a:schemeClr val="bg1"/>
                </a:solidFill>
              </a:rPr>
              <a:t>寻比价</a:t>
            </a:r>
          </a:p>
        </p:txBody>
      </p:sp>
      <p:sp>
        <p:nvSpPr>
          <p:cNvPr id="300" name="文本框 299">
            <a:extLst>
              <a:ext uri="{FF2B5EF4-FFF2-40B4-BE49-F238E27FC236}">
                <a16:creationId xmlns:a16="http://schemas.microsoft.com/office/drawing/2014/main" id="{3FD5CAB3-E0AE-78E7-34C8-0E1F68B1E680}"/>
              </a:ext>
            </a:extLst>
          </p:cNvPr>
          <p:cNvSpPr txBox="1"/>
          <p:nvPr/>
        </p:nvSpPr>
        <p:spPr>
          <a:xfrm>
            <a:off x="3975285" y="2134938"/>
            <a:ext cx="592482" cy="211711"/>
          </a:xfrm>
          <a:prstGeom prst="roundRect">
            <a:avLst>
              <a:gd name="adj" fmla="val 50000"/>
            </a:avLst>
          </a:prstGeom>
          <a:noFill/>
          <a:ln w="6350">
            <a:solidFill>
              <a:schemeClr val="accent2"/>
            </a:solidFill>
          </a:ln>
        </p:spPr>
        <p:txBody>
          <a:bodyPr wrap="square" lIns="0" tIns="0" rIns="0" bIns="0" rtlCol="0" anchor="ctr" anchorCtr="0">
            <a:noAutofit/>
          </a:bodyPr>
          <a:lstStyle/>
          <a:p>
            <a:pPr algn="ctr"/>
            <a:r>
              <a:rPr lang="zh-CN" altLang="en-US" sz="1000" dirty="0">
                <a:solidFill>
                  <a:schemeClr val="bg1"/>
                </a:solidFill>
              </a:rPr>
              <a:t>招投标</a:t>
            </a:r>
          </a:p>
        </p:txBody>
      </p:sp>
      <p:sp>
        <p:nvSpPr>
          <p:cNvPr id="303" name="文本框 302">
            <a:extLst>
              <a:ext uri="{FF2B5EF4-FFF2-40B4-BE49-F238E27FC236}">
                <a16:creationId xmlns:a16="http://schemas.microsoft.com/office/drawing/2014/main" id="{0A6F5D0F-87BC-9468-F791-203203E90575}"/>
              </a:ext>
            </a:extLst>
          </p:cNvPr>
          <p:cNvSpPr txBox="1"/>
          <p:nvPr/>
        </p:nvSpPr>
        <p:spPr>
          <a:xfrm>
            <a:off x="5136385" y="2276848"/>
            <a:ext cx="641201" cy="184666"/>
          </a:xfrm>
          <a:prstGeom prst="rect">
            <a:avLst/>
          </a:prstGeom>
          <a:noFill/>
        </p:spPr>
        <p:txBody>
          <a:bodyPr wrap="square" lIns="0" tIns="0" rIns="0" bIns="0" rtlCol="0">
            <a:spAutoFit/>
          </a:bodyPr>
          <a:lstStyle/>
          <a:p>
            <a:pPr algn="ctr"/>
            <a:r>
              <a:rPr lang="zh-CN" altLang="en-US" sz="1200" b="1" dirty="0">
                <a:solidFill>
                  <a:schemeClr val="accent2"/>
                </a:solidFill>
              </a:rPr>
              <a:t>采购合同</a:t>
            </a:r>
          </a:p>
        </p:txBody>
      </p:sp>
      <p:sp>
        <p:nvSpPr>
          <p:cNvPr id="304" name="文本框 303">
            <a:extLst>
              <a:ext uri="{FF2B5EF4-FFF2-40B4-BE49-F238E27FC236}">
                <a16:creationId xmlns:a16="http://schemas.microsoft.com/office/drawing/2014/main" id="{FBD8ECE3-8209-2B58-8DEC-A4B122B73319}"/>
              </a:ext>
            </a:extLst>
          </p:cNvPr>
          <p:cNvSpPr txBox="1"/>
          <p:nvPr/>
        </p:nvSpPr>
        <p:spPr>
          <a:xfrm>
            <a:off x="5098534" y="2555110"/>
            <a:ext cx="716903" cy="211711"/>
          </a:xfrm>
          <a:prstGeom prst="roundRect">
            <a:avLst>
              <a:gd name="adj" fmla="val 50000"/>
            </a:avLst>
          </a:prstGeom>
          <a:noFill/>
          <a:ln w="6350">
            <a:solidFill>
              <a:schemeClr val="accent2"/>
            </a:solidFill>
          </a:ln>
        </p:spPr>
        <p:txBody>
          <a:bodyPr wrap="square" lIns="0" tIns="0" rIns="0" bIns="0" rtlCol="0" anchor="ctr" anchorCtr="0">
            <a:noAutofit/>
          </a:bodyPr>
          <a:lstStyle/>
          <a:p>
            <a:pPr algn="ctr"/>
            <a:r>
              <a:rPr lang="zh-CN" altLang="en-US" sz="1000" dirty="0">
                <a:solidFill>
                  <a:schemeClr val="bg1"/>
                </a:solidFill>
              </a:rPr>
              <a:t>合同管理</a:t>
            </a:r>
          </a:p>
        </p:txBody>
      </p:sp>
      <p:sp>
        <p:nvSpPr>
          <p:cNvPr id="305" name="文本框 304">
            <a:extLst>
              <a:ext uri="{FF2B5EF4-FFF2-40B4-BE49-F238E27FC236}">
                <a16:creationId xmlns:a16="http://schemas.microsoft.com/office/drawing/2014/main" id="{7498BCE1-9178-79D1-7D5B-5BDC831F4413}"/>
              </a:ext>
            </a:extLst>
          </p:cNvPr>
          <p:cNvSpPr txBox="1"/>
          <p:nvPr/>
        </p:nvSpPr>
        <p:spPr>
          <a:xfrm>
            <a:off x="5098534" y="2834708"/>
            <a:ext cx="716903" cy="211711"/>
          </a:xfrm>
          <a:prstGeom prst="roundRect">
            <a:avLst>
              <a:gd name="adj" fmla="val 50000"/>
            </a:avLst>
          </a:prstGeom>
          <a:noFill/>
          <a:ln w="6350">
            <a:solidFill>
              <a:schemeClr val="accent2"/>
            </a:solidFill>
          </a:ln>
        </p:spPr>
        <p:txBody>
          <a:bodyPr wrap="square" lIns="0" tIns="0" rIns="0" bIns="0" rtlCol="0" anchor="ctr" anchorCtr="0">
            <a:noAutofit/>
          </a:bodyPr>
          <a:lstStyle/>
          <a:p>
            <a:pPr algn="ctr"/>
            <a:r>
              <a:rPr lang="zh-CN" altLang="en-US" sz="1000" dirty="0">
                <a:solidFill>
                  <a:schemeClr val="bg1"/>
                </a:solidFill>
              </a:rPr>
              <a:t>电子签章</a:t>
            </a:r>
          </a:p>
        </p:txBody>
      </p:sp>
      <p:sp>
        <p:nvSpPr>
          <p:cNvPr id="306" name="文本框 305">
            <a:extLst>
              <a:ext uri="{FF2B5EF4-FFF2-40B4-BE49-F238E27FC236}">
                <a16:creationId xmlns:a16="http://schemas.microsoft.com/office/drawing/2014/main" id="{C9A6138C-CAD7-C499-0301-9F637F18587A}"/>
              </a:ext>
            </a:extLst>
          </p:cNvPr>
          <p:cNvSpPr txBox="1"/>
          <p:nvPr/>
        </p:nvSpPr>
        <p:spPr>
          <a:xfrm>
            <a:off x="7422385" y="2276848"/>
            <a:ext cx="641201" cy="184666"/>
          </a:xfrm>
          <a:prstGeom prst="rect">
            <a:avLst/>
          </a:prstGeom>
          <a:noFill/>
        </p:spPr>
        <p:txBody>
          <a:bodyPr wrap="square" lIns="0" tIns="0" rIns="0" bIns="0" rtlCol="0">
            <a:spAutoFit/>
          </a:bodyPr>
          <a:lstStyle/>
          <a:p>
            <a:pPr algn="ctr"/>
            <a:r>
              <a:rPr lang="zh-CN" altLang="en-US" sz="1200" b="1" dirty="0">
                <a:solidFill>
                  <a:schemeClr val="accent2"/>
                </a:solidFill>
              </a:rPr>
              <a:t>采购商城</a:t>
            </a:r>
          </a:p>
        </p:txBody>
      </p:sp>
      <p:sp>
        <p:nvSpPr>
          <p:cNvPr id="307" name="文本框 306">
            <a:extLst>
              <a:ext uri="{FF2B5EF4-FFF2-40B4-BE49-F238E27FC236}">
                <a16:creationId xmlns:a16="http://schemas.microsoft.com/office/drawing/2014/main" id="{1C674324-4716-1AEE-A81B-E87D87ECA5B6}"/>
              </a:ext>
            </a:extLst>
          </p:cNvPr>
          <p:cNvSpPr txBox="1"/>
          <p:nvPr/>
        </p:nvSpPr>
        <p:spPr>
          <a:xfrm>
            <a:off x="7384534" y="2555110"/>
            <a:ext cx="716903" cy="211711"/>
          </a:xfrm>
          <a:prstGeom prst="roundRect">
            <a:avLst>
              <a:gd name="adj" fmla="val 50000"/>
            </a:avLst>
          </a:prstGeom>
          <a:noFill/>
          <a:ln w="6350">
            <a:solidFill>
              <a:schemeClr val="accent2"/>
            </a:solidFill>
          </a:ln>
        </p:spPr>
        <p:txBody>
          <a:bodyPr wrap="square" lIns="0" tIns="0" rIns="0" bIns="0" rtlCol="0" anchor="ctr" anchorCtr="0">
            <a:noAutofit/>
          </a:bodyPr>
          <a:lstStyle/>
          <a:p>
            <a:pPr algn="ctr"/>
            <a:r>
              <a:rPr lang="zh-CN" altLang="en-US" sz="1000" dirty="0">
                <a:solidFill>
                  <a:schemeClr val="bg1"/>
                </a:solidFill>
              </a:rPr>
              <a:t>移动商城</a:t>
            </a:r>
          </a:p>
        </p:txBody>
      </p:sp>
      <p:sp>
        <p:nvSpPr>
          <p:cNvPr id="308" name="文本框 307">
            <a:extLst>
              <a:ext uri="{FF2B5EF4-FFF2-40B4-BE49-F238E27FC236}">
                <a16:creationId xmlns:a16="http://schemas.microsoft.com/office/drawing/2014/main" id="{681131B9-29F7-01B3-ED90-59A07E6557DE}"/>
              </a:ext>
            </a:extLst>
          </p:cNvPr>
          <p:cNvSpPr txBox="1"/>
          <p:nvPr/>
        </p:nvSpPr>
        <p:spPr>
          <a:xfrm>
            <a:off x="7384534" y="2834708"/>
            <a:ext cx="716903" cy="211711"/>
          </a:xfrm>
          <a:prstGeom prst="roundRect">
            <a:avLst>
              <a:gd name="adj" fmla="val 50000"/>
            </a:avLst>
          </a:prstGeom>
          <a:noFill/>
          <a:ln w="6350">
            <a:solidFill>
              <a:schemeClr val="accent2"/>
            </a:solidFill>
          </a:ln>
        </p:spPr>
        <p:txBody>
          <a:bodyPr wrap="square" lIns="0" tIns="0" rIns="0" bIns="0" rtlCol="0" anchor="ctr" anchorCtr="0">
            <a:noAutofit/>
          </a:bodyPr>
          <a:lstStyle/>
          <a:p>
            <a:pPr algn="ctr"/>
            <a:r>
              <a:rPr lang="zh-CN" altLang="en-US" sz="1000" dirty="0">
                <a:solidFill>
                  <a:schemeClr val="bg1"/>
                </a:solidFill>
              </a:rPr>
              <a:t>员工商城</a:t>
            </a:r>
          </a:p>
        </p:txBody>
      </p:sp>
      <p:sp>
        <p:nvSpPr>
          <p:cNvPr id="309" name="文本框 308">
            <a:extLst>
              <a:ext uri="{FF2B5EF4-FFF2-40B4-BE49-F238E27FC236}">
                <a16:creationId xmlns:a16="http://schemas.microsoft.com/office/drawing/2014/main" id="{BC4E1EE5-2101-625F-C0AF-D5068ADEA338}"/>
              </a:ext>
            </a:extLst>
          </p:cNvPr>
          <p:cNvSpPr txBox="1"/>
          <p:nvPr/>
        </p:nvSpPr>
        <p:spPr>
          <a:xfrm>
            <a:off x="6283035" y="1577078"/>
            <a:ext cx="641201" cy="184666"/>
          </a:xfrm>
          <a:prstGeom prst="rect">
            <a:avLst/>
          </a:prstGeom>
          <a:noFill/>
        </p:spPr>
        <p:txBody>
          <a:bodyPr wrap="square" lIns="0" tIns="0" rIns="0" bIns="0" rtlCol="0">
            <a:spAutoFit/>
          </a:bodyPr>
          <a:lstStyle/>
          <a:p>
            <a:pPr algn="ctr"/>
            <a:r>
              <a:rPr lang="zh-CN" altLang="en-US" sz="1200" b="1" dirty="0">
                <a:solidFill>
                  <a:schemeClr val="accent2"/>
                </a:solidFill>
              </a:rPr>
              <a:t>采购协同</a:t>
            </a:r>
          </a:p>
        </p:txBody>
      </p:sp>
      <p:sp>
        <p:nvSpPr>
          <p:cNvPr id="310" name="文本框 309">
            <a:extLst>
              <a:ext uri="{FF2B5EF4-FFF2-40B4-BE49-F238E27FC236}">
                <a16:creationId xmlns:a16="http://schemas.microsoft.com/office/drawing/2014/main" id="{F0ACF143-9362-412B-BA11-5B00897E4669}"/>
              </a:ext>
            </a:extLst>
          </p:cNvPr>
          <p:cNvSpPr txBox="1"/>
          <p:nvPr/>
        </p:nvSpPr>
        <p:spPr>
          <a:xfrm>
            <a:off x="6245184" y="1855340"/>
            <a:ext cx="716903" cy="211711"/>
          </a:xfrm>
          <a:prstGeom prst="roundRect">
            <a:avLst>
              <a:gd name="adj" fmla="val 50000"/>
            </a:avLst>
          </a:prstGeom>
          <a:noFill/>
          <a:ln w="6350">
            <a:solidFill>
              <a:schemeClr val="accent2"/>
            </a:solidFill>
          </a:ln>
        </p:spPr>
        <p:txBody>
          <a:bodyPr wrap="square" lIns="0" tIns="0" rIns="0" bIns="0" rtlCol="0" anchor="ctr" anchorCtr="0">
            <a:noAutofit/>
          </a:bodyPr>
          <a:lstStyle/>
          <a:p>
            <a:pPr algn="ctr"/>
            <a:r>
              <a:rPr lang="zh-CN" altLang="en-US" sz="1000" dirty="0">
                <a:solidFill>
                  <a:schemeClr val="bg1"/>
                </a:solidFill>
              </a:rPr>
              <a:t>价格协议</a:t>
            </a:r>
          </a:p>
        </p:txBody>
      </p:sp>
      <p:sp>
        <p:nvSpPr>
          <p:cNvPr id="311" name="文本框 310">
            <a:extLst>
              <a:ext uri="{FF2B5EF4-FFF2-40B4-BE49-F238E27FC236}">
                <a16:creationId xmlns:a16="http://schemas.microsoft.com/office/drawing/2014/main" id="{45B27D5F-305E-73E2-50FC-0D2662FE5A6B}"/>
              </a:ext>
            </a:extLst>
          </p:cNvPr>
          <p:cNvSpPr txBox="1"/>
          <p:nvPr/>
        </p:nvSpPr>
        <p:spPr>
          <a:xfrm>
            <a:off x="6245184" y="2134938"/>
            <a:ext cx="716903" cy="211711"/>
          </a:xfrm>
          <a:prstGeom prst="roundRect">
            <a:avLst>
              <a:gd name="adj" fmla="val 50000"/>
            </a:avLst>
          </a:prstGeom>
          <a:noFill/>
          <a:ln w="6350">
            <a:solidFill>
              <a:schemeClr val="accent2"/>
            </a:solidFill>
          </a:ln>
        </p:spPr>
        <p:txBody>
          <a:bodyPr wrap="square" lIns="0" tIns="0" rIns="0" bIns="0" rtlCol="0" anchor="ctr" anchorCtr="0">
            <a:noAutofit/>
          </a:bodyPr>
          <a:lstStyle/>
          <a:p>
            <a:pPr algn="ctr"/>
            <a:r>
              <a:rPr lang="zh-CN" altLang="en-US" sz="1000" dirty="0">
                <a:solidFill>
                  <a:schemeClr val="bg1"/>
                </a:solidFill>
              </a:rPr>
              <a:t>采购订单</a:t>
            </a:r>
          </a:p>
        </p:txBody>
      </p:sp>
      <p:sp>
        <p:nvSpPr>
          <p:cNvPr id="312" name="文本框 311">
            <a:extLst>
              <a:ext uri="{FF2B5EF4-FFF2-40B4-BE49-F238E27FC236}">
                <a16:creationId xmlns:a16="http://schemas.microsoft.com/office/drawing/2014/main" id="{41148EF9-7E4F-62D2-C6A5-3AB0AFA2E4AE}"/>
              </a:ext>
            </a:extLst>
          </p:cNvPr>
          <p:cNvSpPr txBox="1"/>
          <p:nvPr/>
        </p:nvSpPr>
        <p:spPr>
          <a:xfrm>
            <a:off x="8494343" y="1577078"/>
            <a:ext cx="814758" cy="184666"/>
          </a:xfrm>
          <a:prstGeom prst="rect">
            <a:avLst/>
          </a:prstGeom>
          <a:noFill/>
        </p:spPr>
        <p:txBody>
          <a:bodyPr wrap="square" lIns="0" tIns="0" rIns="0" bIns="0" rtlCol="0">
            <a:spAutoFit/>
          </a:bodyPr>
          <a:lstStyle/>
          <a:p>
            <a:pPr algn="ctr"/>
            <a:r>
              <a:rPr lang="zh-CN" altLang="en-US" sz="1200" b="1" dirty="0">
                <a:solidFill>
                  <a:schemeClr val="accent2"/>
                </a:solidFill>
              </a:rPr>
              <a:t>供应商管理</a:t>
            </a:r>
          </a:p>
        </p:txBody>
      </p:sp>
      <p:sp>
        <p:nvSpPr>
          <p:cNvPr id="313" name="文本框 312">
            <a:extLst>
              <a:ext uri="{FF2B5EF4-FFF2-40B4-BE49-F238E27FC236}">
                <a16:creationId xmlns:a16="http://schemas.microsoft.com/office/drawing/2014/main" id="{064D80E6-CD36-2C41-577D-AAD87A99AB80}"/>
              </a:ext>
            </a:extLst>
          </p:cNvPr>
          <p:cNvSpPr txBox="1"/>
          <p:nvPr/>
        </p:nvSpPr>
        <p:spPr>
          <a:xfrm>
            <a:off x="8498576" y="1855340"/>
            <a:ext cx="806292" cy="211711"/>
          </a:xfrm>
          <a:prstGeom prst="roundRect">
            <a:avLst>
              <a:gd name="adj" fmla="val 50000"/>
            </a:avLst>
          </a:prstGeom>
          <a:noFill/>
          <a:ln w="6350">
            <a:solidFill>
              <a:schemeClr val="accent2"/>
            </a:solidFill>
          </a:ln>
        </p:spPr>
        <p:txBody>
          <a:bodyPr wrap="square" lIns="0" tIns="0" rIns="0" bIns="0" rtlCol="0" anchor="ctr" anchorCtr="0">
            <a:noAutofit/>
          </a:bodyPr>
          <a:lstStyle/>
          <a:p>
            <a:pPr algn="ctr"/>
            <a:r>
              <a:rPr lang="zh-CN" altLang="en-US" sz="1000" dirty="0">
                <a:solidFill>
                  <a:schemeClr val="bg1"/>
                </a:solidFill>
              </a:rPr>
              <a:t>绩效管理</a:t>
            </a:r>
          </a:p>
        </p:txBody>
      </p:sp>
      <p:sp>
        <p:nvSpPr>
          <p:cNvPr id="314" name="文本框 313">
            <a:extLst>
              <a:ext uri="{FF2B5EF4-FFF2-40B4-BE49-F238E27FC236}">
                <a16:creationId xmlns:a16="http://schemas.microsoft.com/office/drawing/2014/main" id="{4146DC23-3595-B5EA-F36D-4E74CCD95E57}"/>
              </a:ext>
            </a:extLst>
          </p:cNvPr>
          <p:cNvSpPr txBox="1"/>
          <p:nvPr/>
        </p:nvSpPr>
        <p:spPr>
          <a:xfrm>
            <a:off x="8498576" y="2134938"/>
            <a:ext cx="806292" cy="211711"/>
          </a:xfrm>
          <a:prstGeom prst="roundRect">
            <a:avLst>
              <a:gd name="adj" fmla="val 50000"/>
            </a:avLst>
          </a:prstGeom>
          <a:noFill/>
          <a:ln w="6350">
            <a:solidFill>
              <a:schemeClr val="accent2"/>
            </a:solidFill>
          </a:ln>
        </p:spPr>
        <p:txBody>
          <a:bodyPr wrap="square" lIns="0" tIns="0" rIns="0" bIns="0" rtlCol="0" anchor="ctr" anchorCtr="0">
            <a:noAutofit/>
          </a:bodyPr>
          <a:lstStyle/>
          <a:p>
            <a:pPr algn="ctr"/>
            <a:r>
              <a:rPr lang="zh-CN" altLang="en-US" sz="1000" dirty="0">
                <a:solidFill>
                  <a:schemeClr val="bg1"/>
                </a:solidFill>
              </a:rPr>
              <a:t>全生命周期</a:t>
            </a:r>
          </a:p>
        </p:txBody>
      </p:sp>
      <p:sp>
        <p:nvSpPr>
          <p:cNvPr id="315" name="文本框 314">
            <a:extLst>
              <a:ext uri="{FF2B5EF4-FFF2-40B4-BE49-F238E27FC236}">
                <a16:creationId xmlns:a16="http://schemas.microsoft.com/office/drawing/2014/main" id="{633EBFD3-3853-2B75-E1FA-AD7C6FDE93A9}"/>
              </a:ext>
            </a:extLst>
          </p:cNvPr>
          <p:cNvSpPr txBox="1"/>
          <p:nvPr/>
        </p:nvSpPr>
        <p:spPr>
          <a:xfrm>
            <a:off x="9953871" y="2486889"/>
            <a:ext cx="641201" cy="184666"/>
          </a:xfrm>
          <a:prstGeom prst="rect">
            <a:avLst/>
          </a:prstGeom>
          <a:noFill/>
        </p:spPr>
        <p:txBody>
          <a:bodyPr wrap="square" lIns="0" tIns="0" rIns="0" bIns="0" rtlCol="0">
            <a:spAutoFit/>
          </a:bodyPr>
          <a:lstStyle/>
          <a:p>
            <a:pPr algn="ctr"/>
            <a:r>
              <a:rPr lang="zh-CN" altLang="en-US" sz="1200" b="1" dirty="0">
                <a:solidFill>
                  <a:schemeClr val="accent2"/>
                </a:solidFill>
              </a:rPr>
              <a:t>开放平台</a:t>
            </a:r>
          </a:p>
        </p:txBody>
      </p:sp>
      <p:sp>
        <p:nvSpPr>
          <p:cNvPr id="318" name="图形 316">
            <a:extLst>
              <a:ext uri="{FF2B5EF4-FFF2-40B4-BE49-F238E27FC236}">
                <a16:creationId xmlns:a16="http://schemas.microsoft.com/office/drawing/2014/main" id="{580E4D1C-502F-46DC-7EF7-961932E87B5F}"/>
              </a:ext>
            </a:extLst>
          </p:cNvPr>
          <p:cNvSpPr/>
          <p:nvPr/>
        </p:nvSpPr>
        <p:spPr>
          <a:xfrm>
            <a:off x="2801809" y="1919409"/>
            <a:ext cx="270924" cy="270968"/>
          </a:xfrm>
          <a:custGeom>
            <a:avLst/>
            <a:gdLst>
              <a:gd name="connsiteX0" fmla="*/ 229 w 1754225"/>
              <a:gd name="connsiteY0" fmla="*/ 817655 h 1754510"/>
              <a:gd name="connsiteX1" fmla="*/ 0 w 1754225"/>
              <a:gd name="connsiteY1" fmla="*/ 228862 h 1754510"/>
              <a:gd name="connsiteX2" fmla="*/ 233944 w 1754225"/>
              <a:gd name="connsiteY2" fmla="*/ 0 h 1754510"/>
              <a:gd name="connsiteX3" fmla="*/ 1169717 w 1754225"/>
              <a:gd name="connsiteY3" fmla="*/ 0 h 1754510"/>
              <a:gd name="connsiteX4" fmla="*/ 1405712 w 1754225"/>
              <a:gd name="connsiteY4" fmla="*/ 233942 h 1754510"/>
              <a:gd name="connsiteX5" fmla="*/ 1405712 w 1754225"/>
              <a:gd name="connsiteY5" fmla="*/ 350913 h 1754510"/>
              <a:gd name="connsiteX6" fmla="*/ 1288367 w 1754225"/>
              <a:gd name="connsiteY6" fmla="*/ 350913 h 1754510"/>
              <a:gd name="connsiteX7" fmla="*/ 1288367 w 1754225"/>
              <a:gd name="connsiteY7" fmla="*/ 233942 h 1754510"/>
              <a:gd name="connsiteX8" fmla="*/ 1169717 w 1754225"/>
              <a:gd name="connsiteY8" fmla="*/ 116971 h 1754510"/>
              <a:gd name="connsiteX9" fmla="*/ 233944 w 1754225"/>
              <a:gd name="connsiteY9" fmla="*/ 116971 h 1754510"/>
              <a:gd name="connsiteX10" fmla="*/ 116973 w 1754225"/>
              <a:gd name="connsiteY10" fmla="*/ 233942 h 1754510"/>
              <a:gd name="connsiteX11" fmla="*/ 116973 w 1754225"/>
              <a:gd name="connsiteY11" fmla="*/ 1403657 h 1754510"/>
              <a:gd name="connsiteX12" fmla="*/ 233944 w 1754225"/>
              <a:gd name="connsiteY12" fmla="*/ 1520628 h 1754510"/>
              <a:gd name="connsiteX13" fmla="*/ 467886 w 1754225"/>
              <a:gd name="connsiteY13" fmla="*/ 1520628 h 1754510"/>
              <a:gd name="connsiteX14" fmla="*/ 467886 w 1754225"/>
              <a:gd name="connsiteY14" fmla="*/ 1637599 h 1754510"/>
              <a:gd name="connsiteX15" fmla="*/ 189851 w 1754225"/>
              <a:gd name="connsiteY15" fmla="*/ 1637961 h 1754510"/>
              <a:gd name="connsiteX16" fmla="*/ 10625 w 1754225"/>
              <a:gd name="connsiteY16" fmla="*/ 1510228 h 1754510"/>
              <a:gd name="connsiteX17" fmla="*/ 686 w 1754225"/>
              <a:gd name="connsiteY17" fmla="*/ 1441750 h 1754510"/>
              <a:gd name="connsiteX18" fmla="*/ 229 w 1754225"/>
              <a:gd name="connsiteY18" fmla="*/ 817655 h 1754510"/>
              <a:gd name="connsiteX19" fmla="*/ 229 w 1754225"/>
              <a:gd name="connsiteY19" fmla="*/ 817655 h 1754510"/>
              <a:gd name="connsiteX20" fmla="*/ 1168568 w 1754225"/>
              <a:gd name="connsiteY20" fmla="*/ 1754510 h 1754510"/>
              <a:gd name="connsiteX21" fmla="*/ 584855 w 1754225"/>
              <a:gd name="connsiteY21" fmla="*/ 1169825 h 1754510"/>
              <a:gd name="connsiteX22" fmla="*/ 1170395 w 1754225"/>
              <a:gd name="connsiteY22" fmla="*/ 585311 h 1754510"/>
              <a:gd name="connsiteX23" fmla="*/ 1754225 w 1754225"/>
              <a:gd name="connsiteY23" fmla="*/ 1171596 h 1754510"/>
              <a:gd name="connsiteX24" fmla="*/ 1168568 w 1754225"/>
              <a:gd name="connsiteY24" fmla="*/ 1754510 h 1754510"/>
              <a:gd name="connsiteX25" fmla="*/ 1168568 w 1754225"/>
              <a:gd name="connsiteY25" fmla="*/ 1754510 h 1754510"/>
              <a:gd name="connsiteX26" fmla="*/ 1170168 w 1754225"/>
              <a:gd name="connsiteY26" fmla="*/ 702398 h 1754510"/>
              <a:gd name="connsiteX27" fmla="*/ 702400 w 1754225"/>
              <a:gd name="connsiteY27" fmla="*/ 1168341 h 1754510"/>
              <a:gd name="connsiteX28" fmla="*/ 1167312 w 1754225"/>
              <a:gd name="connsiteY28" fmla="*/ 1636911 h 1754510"/>
              <a:gd name="connsiteX29" fmla="*/ 1636911 w 1754225"/>
              <a:gd name="connsiteY29" fmla="*/ 1173082 h 1754510"/>
              <a:gd name="connsiteX30" fmla="*/ 1170168 w 1754225"/>
              <a:gd name="connsiteY30" fmla="*/ 702398 h 1754510"/>
              <a:gd name="connsiteX31" fmla="*/ 1170168 w 1754225"/>
              <a:gd name="connsiteY31" fmla="*/ 702398 h 1754510"/>
              <a:gd name="connsiteX32" fmla="*/ 1052744 w 1754225"/>
              <a:gd name="connsiteY32" fmla="*/ 350913 h 1754510"/>
              <a:gd name="connsiteX33" fmla="*/ 1052744 w 1754225"/>
              <a:gd name="connsiteY33" fmla="*/ 467883 h 1754510"/>
              <a:gd name="connsiteX34" fmla="*/ 350913 w 1754225"/>
              <a:gd name="connsiteY34" fmla="*/ 467883 h 1754510"/>
              <a:gd name="connsiteX35" fmla="*/ 350913 w 1754225"/>
              <a:gd name="connsiteY35" fmla="*/ 350913 h 1754510"/>
              <a:gd name="connsiteX36" fmla="*/ 1052744 w 1754225"/>
              <a:gd name="connsiteY36" fmla="*/ 350913 h 1754510"/>
              <a:gd name="connsiteX37" fmla="*/ 1171212 w 1754225"/>
              <a:gd name="connsiteY37" fmla="*/ 1075186 h 1754510"/>
              <a:gd name="connsiteX38" fmla="*/ 1178100 w 1754225"/>
              <a:gd name="connsiteY38" fmla="*/ 1091635 h 1754510"/>
              <a:gd name="connsiteX39" fmla="*/ 1375866 w 1754225"/>
              <a:gd name="connsiteY39" fmla="*/ 1300788 h 1754510"/>
              <a:gd name="connsiteX40" fmla="*/ 1354048 w 1754225"/>
              <a:gd name="connsiteY40" fmla="*/ 1396967 h 1754510"/>
              <a:gd name="connsiteX41" fmla="*/ 1299786 w 1754225"/>
              <a:gd name="connsiteY41" fmla="*/ 1384347 h 1754510"/>
              <a:gd name="connsiteX42" fmla="*/ 1069501 w 1754225"/>
              <a:gd name="connsiteY42" fmla="*/ 1148466 h 1754510"/>
              <a:gd name="connsiteX43" fmla="*/ 1054651 w 1754225"/>
              <a:gd name="connsiteY43" fmla="*/ 1109226 h 1754510"/>
              <a:gd name="connsiteX44" fmla="*/ 1054765 w 1754225"/>
              <a:gd name="connsiteY44" fmla="*/ 875912 h 1754510"/>
              <a:gd name="connsiteX45" fmla="*/ 1109597 w 1754225"/>
              <a:gd name="connsiteY45" fmla="*/ 818910 h 1754510"/>
              <a:gd name="connsiteX46" fmla="*/ 1171242 w 1754225"/>
              <a:gd name="connsiteY46" fmla="*/ 876768 h 1754510"/>
              <a:gd name="connsiteX47" fmla="*/ 1171212 w 1754225"/>
              <a:gd name="connsiteY47" fmla="*/ 1075186 h 1754510"/>
              <a:gd name="connsiteX48" fmla="*/ 467884 w 1754225"/>
              <a:gd name="connsiteY48" fmla="*/ 701825 h 1754510"/>
              <a:gd name="connsiteX49" fmla="*/ 467884 w 1754225"/>
              <a:gd name="connsiteY49" fmla="*/ 818796 h 1754510"/>
              <a:gd name="connsiteX50" fmla="*/ 350913 w 1754225"/>
              <a:gd name="connsiteY50" fmla="*/ 818796 h 1754510"/>
              <a:gd name="connsiteX51" fmla="*/ 350913 w 1754225"/>
              <a:gd name="connsiteY51" fmla="*/ 701825 h 1754510"/>
              <a:gd name="connsiteX52" fmla="*/ 467884 w 1754225"/>
              <a:gd name="connsiteY52" fmla="*/ 701825 h 1754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754225" h="1754510">
                <a:moveTo>
                  <a:pt x="229" y="817655"/>
                </a:moveTo>
                <a:cubicBezTo>
                  <a:pt x="229" y="569777"/>
                  <a:pt x="0" y="476740"/>
                  <a:pt x="0" y="228862"/>
                </a:cubicBezTo>
                <a:cubicBezTo>
                  <a:pt x="0" y="13997"/>
                  <a:pt x="119272" y="0"/>
                  <a:pt x="233944" y="0"/>
                </a:cubicBezTo>
                <a:cubicBezTo>
                  <a:pt x="296661" y="0"/>
                  <a:pt x="772651" y="0"/>
                  <a:pt x="1169717" y="0"/>
                </a:cubicBezTo>
                <a:cubicBezTo>
                  <a:pt x="1349970" y="0"/>
                  <a:pt x="1405712" y="61341"/>
                  <a:pt x="1405712" y="233942"/>
                </a:cubicBezTo>
                <a:cubicBezTo>
                  <a:pt x="1405712" y="322242"/>
                  <a:pt x="1405712" y="262557"/>
                  <a:pt x="1405712" y="350913"/>
                </a:cubicBezTo>
                <a:cubicBezTo>
                  <a:pt x="1405712" y="443154"/>
                  <a:pt x="1288367" y="432585"/>
                  <a:pt x="1288367" y="350913"/>
                </a:cubicBezTo>
                <a:cubicBezTo>
                  <a:pt x="1288367" y="271181"/>
                  <a:pt x="1288367" y="313675"/>
                  <a:pt x="1288367" y="233942"/>
                </a:cubicBezTo>
                <a:cubicBezTo>
                  <a:pt x="1288367" y="147299"/>
                  <a:pt x="1260184" y="116971"/>
                  <a:pt x="1169717" y="116971"/>
                </a:cubicBezTo>
                <a:cubicBezTo>
                  <a:pt x="780422" y="116971"/>
                  <a:pt x="623241" y="116971"/>
                  <a:pt x="233944" y="116971"/>
                </a:cubicBezTo>
                <a:cubicBezTo>
                  <a:pt x="137077" y="116971"/>
                  <a:pt x="116973" y="130107"/>
                  <a:pt x="116973" y="233942"/>
                </a:cubicBezTo>
                <a:cubicBezTo>
                  <a:pt x="116973" y="727987"/>
                  <a:pt x="116973" y="909610"/>
                  <a:pt x="116973" y="1403657"/>
                </a:cubicBezTo>
                <a:cubicBezTo>
                  <a:pt x="116973" y="1467768"/>
                  <a:pt x="152064" y="1520628"/>
                  <a:pt x="233944" y="1520628"/>
                </a:cubicBezTo>
                <a:cubicBezTo>
                  <a:pt x="375820" y="1520628"/>
                  <a:pt x="326014" y="1520684"/>
                  <a:pt x="467886" y="1520628"/>
                </a:cubicBezTo>
                <a:cubicBezTo>
                  <a:pt x="539395" y="1520628"/>
                  <a:pt x="544649" y="1637599"/>
                  <a:pt x="467886" y="1637599"/>
                </a:cubicBezTo>
                <a:cubicBezTo>
                  <a:pt x="391124" y="1637599"/>
                  <a:pt x="332981" y="1638532"/>
                  <a:pt x="189851" y="1637961"/>
                </a:cubicBezTo>
                <a:cubicBezTo>
                  <a:pt x="105436" y="1637616"/>
                  <a:pt x="35526" y="1587621"/>
                  <a:pt x="10625" y="1510228"/>
                </a:cubicBezTo>
                <a:cubicBezTo>
                  <a:pt x="3654" y="1488582"/>
                  <a:pt x="686" y="1464651"/>
                  <a:pt x="686" y="1441750"/>
                </a:cubicBezTo>
                <a:cubicBezTo>
                  <a:pt x="0" y="1194726"/>
                  <a:pt x="229" y="1064676"/>
                  <a:pt x="229" y="817655"/>
                </a:cubicBezTo>
                <a:lnTo>
                  <a:pt x="229" y="817655"/>
                </a:lnTo>
                <a:close/>
                <a:moveTo>
                  <a:pt x="1168568" y="1754510"/>
                </a:moveTo>
                <a:cubicBezTo>
                  <a:pt x="845985" y="1754454"/>
                  <a:pt x="584855" y="1492924"/>
                  <a:pt x="584855" y="1169825"/>
                </a:cubicBezTo>
                <a:cubicBezTo>
                  <a:pt x="584855" y="846727"/>
                  <a:pt x="847240" y="584854"/>
                  <a:pt x="1170395" y="585311"/>
                </a:cubicBezTo>
                <a:cubicBezTo>
                  <a:pt x="1493551" y="585766"/>
                  <a:pt x="1754566" y="847924"/>
                  <a:pt x="1754225" y="1171596"/>
                </a:cubicBezTo>
                <a:cubicBezTo>
                  <a:pt x="1753886" y="1493952"/>
                  <a:pt x="1492069" y="1754570"/>
                  <a:pt x="1168568" y="1754510"/>
                </a:cubicBezTo>
                <a:lnTo>
                  <a:pt x="1168568" y="1754510"/>
                </a:lnTo>
                <a:close/>
                <a:moveTo>
                  <a:pt x="1170168" y="702398"/>
                </a:moveTo>
                <a:cubicBezTo>
                  <a:pt x="913725" y="701825"/>
                  <a:pt x="702970" y="911666"/>
                  <a:pt x="702400" y="1168341"/>
                </a:cubicBezTo>
                <a:cubicBezTo>
                  <a:pt x="701828" y="1425702"/>
                  <a:pt x="910641" y="1636166"/>
                  <a:pt x="1167312" y="1636911"/>
                </a:cubicBezTo>
                <a:cubicBezTo>
                  <a:pt x="1425015" y="1637597"/>
                  <a:pt x="1636340" y="1428957"/>
                  <a:pt x="1636911" y="1173082"/>
                </a:cubicBezTo>
                <a:cubicBezTo>
                  <a:pt x="1637597" y="913493"/>
                  <a:pt x="1428901" y="703026"/>
                  <a:pt x="1170168" y="702398"/>
                </a:cubicBezTo>
                <a:lnTo>
                  <a:pt x="1170168" y="702398"/>
                </a:lnTo>
                <a:close/>
                <a:moveTo>
                  <a:pt x="1052744" y="350913"/>
                </a:moveTo>
                <a:cubicBezTo>
                  <a:pt x="1145955" y="350970"/>
                  <a:pt x="1133160" y="467883"/>
                  <a:pt x="1052744" y="467883"/>
                </a:cubicBezTo>
                <a:cubicBezTo>
                  <a:pt x="972325" y="467883"/>
                  <a:pt x="438642" y="467883"/>
                  <a:pt x="350913" y="467883"/>
                </a:cubicBezTo>
                <a:cubicBezTo>
                  <a:pt x="263185" y="467883"/>
                  <a:pt x="266841" y="350913"/>
                  <a:pt x="350913" y="350913"/>
                </a:cubicBezTo>
                <a:cubicBezTo>
                  <a:pt x="581202" y="350855"/>
                  <a:pt x="963186" y="350855"/>
                  <a:pt x="1052744" y="350913"/>
                </a:cubicBezTo>
                <a:close/>
                <a:moveTo>
                  <a:pt x="1171212" y="1075186"/>
                </a:moveTo>
                <a:cubicBezTo>
                  <a:pt x="1171328" y="1080783"/>
                  <a:pt x="1174444" y="1087638"/>
                  <a:pt x="1178100" y="1091635"/>
                </a:cubicBezTo>
                <a:cubicBezTo>
                  <a:pt x="1206884" y="1122650"/>
                  <a:pt x="1347191" y="1269718"/>
                  <a:pt x="1375866" y="1300788"/>
                </a:cubicBezTo>
                <a:cubicBezTo>
                  <a:pt x="1405340" y="1332660"/>
                  <a:pt x="1393570" y="1383777"/>
                  <a:pt x="1354048" y="1396967"/>
                </a:cubicBezTo>
                <a:cubicBezTo>
                  <a:pt x="1333943" y="1403653"/>
                  <a:pt x="1314979" y="1399883"/>
                  <a:pt x="1299786" y="1384347"/>
                </a:cubicBezTo>
                <a:cubicBezTo>
                  <a:pt x="1261635" y="1345168"/>
                  <a:pt x="1107082" y="1188331"/>
                  <a:pt x="1069501" y="1148466"/>
                </a:cubicBezTo>
                <a:cubicBezTo>
                  <a:pt x="1059448" y="1137837"/>
                  <a:pt x="1054651" y="1124363"/>
                  <a:pt x="1054651" y="1109226"/>
                </a:cubicBezTo>
                <a:cubicBezTo>
                  <a:pt x="1054651" y="1031494"/>
                  <a:pt x="1054423" y="953701"/>
                  <a:pt x="1054765" y="875912"/>
                </a:cubicBezTo>
                <a:cubicBezTo>
                  <a:pt x="1054990" y="843584"/>
                  <a:pt x="1079209" y="819024"/>
                  <a:pt x="1109597" y="818910"/>
                </a:cubicBezTo>
                <a:cubicBezTo>
                  <a:pt x="1140324" y="818796"/>
                  <a:pt x="1170899" y="843813"/>
                  <a:pt x="1171242" y="876768"/>
                </a:cubicBezTo>
                <a:cubicBezTo>
                  <a:pt x="1171470" y="909610"/>
                  <a:pt x="1170524" y="1041945"/>
                  <a:pt x="1171212" y="1075186"/>
                </a:cubicBezTo>
                <a:close/>
                <a:moveTo>
                  <a:pt x="467884" y="701825"/>
                </a:moveTo>
                <a:cubicBezTo>
                  <a:pt x="561097" y="701883"/>
                  <a:pt x="548303" y="818796"/>
                  <a:pt x="467884" y="818796"/>
                </a:cubicBezTo>
                <a:cubicBezTo>
                  <a:pt x="387466" y="818796"/>
                  <a:pt x="438642" y="818796"/>
                  <a:pt x="350913" y="818796"/>
                </a:cubicBezTo>
                <a:cubicBezTo>
                  <a:pt x="263185" y="818796"/>
                  <a:pt x="266841" y="701825"/>
                  <a:pt x="350913" y="701825"/>
                </a:cubicBezTo>
                <a:cubicBezTo>
                  <a:pt x="581202" y="701768"/>
                  <a:pt x="378329" y="701768"/>
                  <a:pt x="467884" y="701825"/>
                </a:cubicBezTo>
                <a:close/>
              </a:path>
            </a:pathLst>
          </a:custGeom>
          <a:solidFill>
            <a:schemeClr val="accent2"/>
          </a:solidFill>
          <a:ln w="1860" cap="flat">
            <a:noFill/>
            <a:prstDash val="solid"/>
            <a:miter/>
          </a:ln>
        </p:spPr>
        <p:txBody>
          <a:bodyPr rtlCol="0" anchor="ctr"/>
          <a:lstStyle/>
          <a:p>
            <a:endParaRPr lang="zh-CN" altLang="en-US"/>
          </a:p>
        </p:txBody>
      </p:sp>
      <p:sp>
        <p:nvSpPr>
          <p:cNvPr id="321" name="图形 319">
            <a:extLst>
              <a:ext uri="{FF2B5EF4-FFF2-40B4-BE49-F238E27FC236}">
                <a16:creationId xmlns:a16="http://schemas.microsoft.com/office/drawing/2014/main" id="{47885A04-17E6-5221-C2D7-0B801411248A}"/>
              </a:ext>
            </a:extLst>
          </p:cNvPr>
          <p:cNvSpPr/>
          <p:nvPr/>
        </p:nvSpPr>
        <p:spPr>
          <a:xfrm>
            <a:off x="4147628" y="1100112"/>
            <a:ext cx="261376" cy="260306"/>
          </a:xfrm>
          <a:custGeom>
            <a:avLst/>
            <a:gdLst>
              <a:gd name="connsiteX0" fmla="*/ 251103 w 261376"/>
              <a:gd name="connsiteY0" fmla="*/ 213595 h 260306"/>
              <a:gd name="connsiteX1" fmla="*/ 147025 w 261376"/>
              <a:gd name="connsiteY1" fmla="*/ 254608 h 260306"/>
              <a:gd name="connsiteX2" fmla="*/ 114097 w 261376"/>
              <a:gd name="connsiteY2" fmla="*/ 255117 h 260306"/>
              <a:gd name="connsiteX3" fmla="*/ 10268 w 261376"/>
              <a:gd name="connsiteY3" fmla="*/ 213595 h 260306"/>
              <a:gd name="connsiteX4" fmla="*/ 0 w 261376"/>
              <a:gd name="connsiteY4" fmla="*/ 198489 h 260306"/>
              <a:gd name="connsiteX5" fmla="*/ 0 w 261376"/>
              <a:gd name="connsiteY5" fmla="*/ 14466 h 260306"/>
              <a:gd name="connsiteX6" fmla="*/ 6372 w 261376"/>
              <a:gd name="connsiteY6" fmla="*/ 2486 h 260306"/>
              <a:gd name="connsiteX7" fmla="*/ 19913 w 261376"/>
              <a:gd name="connsiteY7" fmla="*/ 1028 h 260306"/>
              <a:gd name="connsiteX8" fmla="*/ 124620 w 261376"/>
              <a:gd name="connsiteY8" fmla="*/ 42772 h 260306"/>
              <a:gd name="connsiteX9" fmla="*/ 136752 w 261376"/>
              <a:gd name="connsiteY9" fmla="*/ 42772 h 260306"/>
              <a:gd name="connsiteX10" fmla="*/ 241458 w 261376"/>
              <a:gd name="connsiteY10" fmla="*/ 1028 h 260306"/>
              <a:gd name="connsiteX11" fmla="*/ 254994 w 261376"/>
              <a:gd name="connsiteY11" fmla="*/ 2486 h 260306"/>
              <a:gd name="connsiteX12" fmla="*/ 261377 w 261376"/>
              <a:gd name="connsiteY12" fmla="*/ 14466 h 260306"/>
              <a:gd name="connsiteX13" fmla="*/ 261377 w 261376"/>
              <a:gd name="connsiteY13" fmla="*/ 198489 h 260306"/>
              <a:gd name="connsiteX14" fmla="*/ 251103 w 261376"/>
              <a:gd name="connsiteY14" fmla="*/ 213595 h 260306"/>
              <a:gd name="connsiteX15" fmla="*/ 245278 w 261376"/>
              <a:gd name="connsiteY15" fmla="*/ 28944 h 260306"/>
              <a:gd name="connsiteX16" fmla="*/ 242710 w 261376"/>
              <a:gd name="connsiteY16" fmla="*/ 22047 h 260306"/>
              <a:gd name="connsiteX17" fmla="*/ 227863 w 261376"/>
              <a:gd name="connsiteY17" fmla="*/ 25011 h 260306"/>
              <a:gd name="connsiteX18" fmla="*/ 136307 w 261376"/>
              <a:gd name="connsiteY18" fmla="*/ 61509 h 260306"/>
              <a:gd name="connsiteX19" fmla="*/ 125698 w 261376"/>
              <a:gd name="connsiteY19" fmla="*/ 61509 h 260306"/>
              <a:gd name="connsiteX20" fmla="*/ 34147 w 261376"/>
              <a:gd name="connsiteY20" fmla="*/ 25011 h 260306"/>
              <a:gd name="connsiteX21" fmla="*/ 19740 w 261376"/>
              <a:gd name="connsiteY21" fmla="*/ 21245 h 260306"/>
              <a:gd name="connsiteX22" fmla="*/ 16738 w 261376"/>
              <a:gd name="connsiteY22" fmla="*/ 28944 h 260306"/>
              <a:gd name="connsiteX23" fmla="*/ 16738 w 261376"/>
              <a:gd name="connsiteY23" fmla="*/ 188546 h 260306"/>
              <a:gd name="connsiteX24" fmla="*/ 25711 w 261376"/>
              <a:gd name="connsiteY24" fmla="*/ 201756 h 260306"/>
              <a:gd name="connsiteX25" fmla="*/ 116503 w 261376"/>
              <a:gd name="connsiteY25" fmla="*/ 238065 h 260306"/>
              <a:gd name="connsiteX26" fmla="*/ 145291 w 261376"/>
              <a:gd name="connsiteY26" fmla="*/ 237615 h 260306"/>
              <a:gd name="connsiteX27" fmla="*/ 236295 w 261376"/>
              <a:gd name="connsiteY27" fmla="*/ 201756 h 260306"/>
              <a:gd name="connsiteX28" fmla="*/ 245278 w 261376"/>
              <a:gd name="connsiteY28" fmla="*/ 188546 h 260306"/>
              <a:gd name="connsiteX29" fmla="*/ 245278 w 261376"/>
              <a:gd name="connsiteY29" fmla="*/ 28944 h 260306"/>
              <a:gd name="connsiteX30" fmla="*/ 223263 w 261376"/>
              <a:gd name="connsiteY30" fmla="*/ 165436 h 260306"/>
              <a:gd name="connsiteX31" fmla="*/ 157353 w 261376"/>
              <a:gd name="connsiteY31" fmla="*/ 191835 h 260306"/>
              <a:gd name="connsiteX32" fmla="*/ 147003 w 261376"/>
              <a:gd name="connsiteY32" fmla="*/ 187272 h 260306"/>
              <a:gd name="connsiteX33" fmla="*/ 146976 w 261376"/>
              <a:gd name="connsiteY33" fmla="*/ 187202 h 260306"/>
              <a:gd name="connsiteX34" fmla="*/ 151539 w 261376"/>
              <a:gd name="connsiteY34" fmla="*/ 176663 h 260306"/>
              <a:gd name="connsiteX35" fmla="*/ 217449 w 261376"/>
              <a:gd name="connsiteY35" fmla="*/ 150264 h 260306"/>
              <a:gd name="connsiteX36" fmla="*/ 227825 w 261376"/>
              <a:gd name="connsiteY36" fmla="*/ 154892 h 260306"/>
              <a:gd name="connsiteX37" fmla="*/ 223263 w 261376"/>
              <a:gd name="connsiteY37" fmla="*/ 165436 h 260306"/>
              <a:gd name="connsiteX38" fmla="*/ 223263 w 261376"/>
              <a:gd name="connsiteY38" fmla="*/ 84034 h 260306"/>
              <a:gd name="connsiteX39" fmla="*/ 157353 w 261376"/>
              <a:gd name="connsiteY39" fmla="*/ 110427 h 260306"/>
              <a:gd name="connsiteX40" fmla="*/ 147009 w 261376"/>
              <a:gd name="connsiteY40" fmla="*/ 105890 h 260306"/>
              <a:gd name="connsiteX41" fmla="*/ 146976 w 261376"/>
              <a:gd name="connsiteY41" fmla="*/ 105806 h 260306"/>
              <a:gd name="connsiteX42" fmla="*/ 151539 w 261376"/>
              <a:gd name="connsiteY42" fmla="*/ 95267 h 260306"/>
              <a:gd name="connsiteX43" fmla="*/ 217449 w 261376"/>
              <a:gd name="connsiteY43" fmla="*/ 68873 h 260306"/>
              <a:gd name="connsiteX44" fmla="*/ 227825 w 261376"/>
              <a:gd name="connsiteY44" fmla="*/ 73501 h 260306"/>
              <a:gd name="connsiteX45" fmla="*/ 223263 w 261376"/>
              <a:gd name="connsiteY45" fmla="*/ 84034 h 260306"/>
              <a:gd name="connsiteX46" fmla="*/ 103607 w 261376"/>
              <a:gd name="connsiteY46" fmla="*/ 191325 h 260306"/>
              <a:gd name="connsiteX47" fmla="*/ 37696 w 261376"/>
              <a:gd name="connsiteY47" fmla="*/ 164921 h 260306"/>
              <a:gd name="connsiteX48" fmla="*/ 33129 w 261376"/>
              <a:gd name="connsiteY48" fmla="*/ 154377 h 260306"/>
              <a:gd name="connsiteX49" fmla="*/ 43449 w 261376"/>
              <a:gd name="connsiteY49" fmla="*/ 149731 h 260306"/>
              <a:gd name="connsiteX50" fmla="*/ 43510 w 261376"/>
              <a:gd name="connsiteY50" fmla="*/ 149755 h 260306"/>
              <a:gd name="connsiteX51" fmla="*/ 109421 w 261376"/>
              <a:gd name="connsiteY51" fmla="*/ 176154 h 260306"/>
              <a:gd name="connsiteX52" fmla="*/ 113983 w 261376"/>
              <a:gd name="connsiteY52" fmla="*/ 186693 h 260306"/>
              <a:gd name="connsiteX53" fmla="*/ 103667 w 261376"/>
              <a:gd name="connsiteY53" fmla="*/ 191348 h 260306"/>
              <a:gd name="connsiteX54" fmla="*/ 103607 w 261376"/>
              <a:gd name="connsiteY54" fmla="*/ 191325 h 260306"/>
              <a:gd name="connsiteX55" fmla="*/ 103607 w 261376"/>
              <a:gd name="connsiteY55" fmla="*/ 109918 h 260306"/>
              <a:gd name="connsiteX56" fmla="*/ 37696 w 261376"/>
              <a:gd name="connsiteY56" fmla="*/ 83536 h 260306"/>
              <a:gd name="connsiteX57" fmla="*/ 33129 w 261376"/>
              <a:gd name="connsiteY57" fmla="*/ 72991 h 260306"/>
              <a:gd name="connsiteX58" fmla="*/ 43446 w 261376"/>
              <a:gd name="connsiteY58" fmla="*/ 68339 h 260306"/>
              <a:gd name="connsiteX59" fmla="*/ 43510 w 261376"/>
              <a:gd name="connsiteY59" fmla="*/ 68364 h 260306"/>
              <a:gd name="connsiteX60" fmla="*/ 109421 w 261376"/>
              <a:gd name="connsiteY60" fmla="*/ 94757 h 260306"/>
              <a:gd name="connsiteX61" fmla="*/ 113983 w 261376"/>
              <a:gd name="connsiteY61" fmla="*/ 105296 h 260306"/>
              <a:gd name="connsiteX62" fmla="*/ 103692 w 261376"/>
              <a:gd name="connsiteY62" fmla="*/ 109951 h 260306"/>
              <a:gd name="connsiteX63" fmla="*/ 103607 w 261376"/>
              <a:gd name="connsiteY63" fmla="*/ 109918 h 26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61376" h="260306">
                <a:moveTo>
                  <a:pt x="251103" y="213595"/>
                </a:moveTo>
                <a:lnTo>
                  <a:pt x="147025" y="254608"/>
                </a:lnTo>
                <a:cubicBezTo>
                  <a:pt x="128646" y="262248"/>
                  <a:pt x="130938" y="261993"/>
                  <a:pt x="114097" y="255117"/>
                </a:cubicBezTo>
                <a:lnTo>
                  <a:pt x="10268" y="213595"/>
                </a:lnTo>
                <a:cubicBezTo>
                  <a:pt x="4074" y="211138"/>
                  <a:pt x="5" y="205152"/>
                  <a:pt x="0" y="198489"/>
                </a:cubicBezTo>
                <a:lnTo>
                  <a:pt x="0" y="14466"/>
                </a:lnTo>
                <a:cubicBezTo>
                  <a:pt x="-6" y="9660"/>
                  <a:pt x="2384" y="5167"/>
                  <a:pt x="6372" y="2486"/>
                </a:cubicBezTo>
                <a:cubicBezTo>
                  <a:pt x="10370" y="-201"/>
                  <a:pt x="15435" y="-746"/>
                  <a:pt x="19913" y="1028"/>
                </a:cubicBezTo>
                <a:lnTo>
                  <a:pt x="124620" y="42772"/>
                </a:lnTo>
                <a:cubicBezTo>
                  <a:pt x="128510" y="44322"/>
                  <a:pt x="132856" y="44322"/>
                  <a:pt x="136752" y="42772"/>
                </a:cubicBezTo>
                <a:lnTo>
                  <a:pt x="241458" y="1028"/>
                </a:lnTo>
                <a:cubicBezTo>
                  <a:pt x="245935" y="-745"/>
                  <a:pt x="250998" y="-200"/>
                  <a:pt x="254994" y="2486"/>
                </a:cubicBezTo>
                <a:cubicBezTo>
                  <a:pt x="258981" y="5170"/>
                  <a:pt x="261373" y="9660"/>
                  <a:pt x="261377" y="14466"/>
                </a:cubicBezTo>
                <a:lnTo>
                  <a:pt x="261377" y="198489"/>
                </a:lnTo>
                <a:cubicBezTo>
                  <a:pt x="261370" y="205153"/>
                  <a:pt x="257299" y="211140"/>
                  <a:pt x="251103" y="213595"/>
                </a:cubicBezTo>
                <a:close/>
                <a:moveTo>
                  <a:pt x="245278" y="28944"/>
                </a:moveTo>
                <a:cubicBezTo>
                  <a:pt x="245278" y="24740"/>
                  <a:pt x="244271" y="22654"/>
                  <a:pt x="242710" y="22047"/>
                </a:cubicBezTo>
                <a:cubicBezTo>
                  <a:pt x="238782" y="20519"/>
                  <a:pt x="231776" y="23461"/>
                  <a:pt x="227863" y="25011"/>
                </a:cubicBezTo>
                <a:lnTo>
                  <a:pt x="136307" y="61509"/>
                </a:lnTo>
                <a:cubicBezTo>
                  <a:pt x="132901" y="62864"/>
                  <a:pt x="129105" y="62864"/>
                  <a:pt x="125698" y="61509"/>
                </a:cubicBezTo>
                <a:lnTo>
                  <a:pt x="34147" y="25011"/>
                </a:lnTo>
                <a:cubicBezTo>
                  <a:pt x="30224" y="23461"/>
                  <a:pt x="22649" y="20627"/>
                  <a:pt x="19740" y="21245"/>
                </a:cubicBezTo>
                <a:cubicBezTo>
                  <a:pt x="17485" y="21727"/>
                  <a:pt x="16738" y="24740"/>
                  <a:pt x="16738" y="28944"/>
                </a:cubicBezTo>
                <a:lnTo>
                  <a:pt x="16738" y="188546"/>
                </a:lnTo>
                <a:cubicBezTo>
                  <a:pt x="16738" y="194360"/>
                  <a:pt x="20287" y="199594"/>
                  <a:pt x="25711" y="201756"/>
                </a:cubicBezTo>
                <a:lnTo>
                  <a:pt x="116503" y="238065"/>
                </a:lnTo>
                <a:cubicBezTo>
                  <a:pt x="131225" y="244074"/>
                  <a:pt x="129225" y="244296"/>
                  <a:pt x="145291" y="237615"/>
                </a:cubicBezTo>
                <a:lnTo>
                  <a:pt x="236295" y="201756"/>
                </a:lnTo>
                <a:cubicBezTo>
                  <a:pt x="241714" y="199610"/>
                  <a:pt x="245275" y="194374"/>
                  <a:pt x="245278" y="188546"/>
                </a:cubicBezTo>
                <a:lnTo>
                  <a:pt x="245278" y="28944"/>
                </a:lnTo>
                <a:close/>
                <a:moveTo>
                  <a:pt x="223263" y="165436"/>
                </a:moveTo>
                <a:lnTo>
                  <a:pt x="157353" y="191835"/>
                </a:lnTo>
                <a:cubicBezTo>
                  <a:pt x="153235" y="193433"/>
                  <a:pt x="148601" y="191390"/>
                  <a:pt x="147003" y="187272"/>
                </a:cubicBezTo>
                <a:cubicBezTo>
                  <a:pt x="146994" y="187249"/>
                  <a:pt x="146985" y="187225"/>
                  <a:pt x="146976" y="187202"/>
                </a:cubicBezTo>
                <a:cubicBezTo>
                  <a:pt x="145372" y="183033"/>
                  <a:pt x="147400" y="178346"/>
                  <a:pt x="151539" y="176663"/>
                </a:cubicBezTo>
                <a:lnTo>
                  <a:pt x="217449" y="150264"/>
                </a:lnTo>
                <a:cubicBezTo>
                  <a:pt x="221556" y="148639"/>
                  <a:pt x="226232" y="150719"/>
                  <a:pt x="227825" y="154892"/>
                </a:cubicBezTo>
                <a:cubicBezTo>
                  <a:pt x="229431" y="159062"/>
                  <a:pt x="227402" y="163751"/>
                  <a:pt x="223263" y="165436"/>
                </a:cubicBezTo>
                <a:close/>
                <a:moveTo>
                  <a:pt x="223263" y="84034"/>
                </a:moveTo>
                <a:lnTo>
                  <a:pt x="157353" y="110427"/>
                </a:lnTo>
                <a:cubicBezTo>
                  <a:pt x="153243" y="112031"/>
                  <a:pt x="148612" y="110000"/>
                  <a:pt x="147009" y="105890"/>
                </a:cubicBezTo>
                <a:cubicBezTo>
                  <a:pt x="146998" y="105862"/>
                  <a:pt x="146987" y="105834"/>
                  <a:pt x="146976" y="105806"/>
                </a:cubicBezTo>
                <a:cubicBezTo>
                  <a:pt x="145372" y="101636"/>
                  <a:pt x="147400" y="96950"/>
                  <a:pt x="151539" y="95267"/>
                </a:cubicBezTo>
                <a:lnTo>
                  <a:pt x="217449" y="68873"/>
                </a:lnTo>
                <a:cubicBezTo>
                  <a:pt x="221556" y="67248"/>
                  <a:pt x="226232" y="69317"/>
                  <a:pt x="227825" y="73501"/>
                </a:cubicBezTo>
                <a:cubicBezTo>
                  <a:pt x="229430" y="77668"/>
                  <a:pt x="227401" y="82353"/>
                  <a:pt x="223263" y="84034"/>
                </a:cubicBezTo>
                <a:close/>
                <a:moveTo>
                  <a:pt x="103607" y="191325"/>
                </a:moveTo>
                <a:lnTo>
                  <a:pt x="37696" y="164921"/>
                </a:lnTo>
                <a:cubicBezTo>
                  <a:pt x="33560" y="163233"/>
                  <a:pt x="31530" y="158549"/>
                  <a:pt x="33129" y="154377"/>
                </a:cubicBezTo>
                <a:cubicBezTo>
                  <a:pt x="34696" y="150244"/>
                  <a:pt x="39317" y="148164"/>
                  <a:pt x="43449" y="149731"/>
                </a:cubicBezTo>
                <a:cubicBezTo>
                  <a:pt x="43470" y="149739"/>
                  <a:pt x="43490" y="149747"/>
                  <a:pt x="43510" y="149755"/>
                </a:cubicBezTo>
                <a:lnTo>
                  <a:pt x="109421" y="176154"/>
                </a:lnTo>
                <a:cubicBezTo>
                  <a:pt x="113533" y="177779"/>
                  <a:pt x="115587" y="182520"/>
                  <a:pt x="113983" y="186693"/>
                </a:cubicBezTo>
                <a:cubicBezTo>
                  <a:pt x="112420" y="190827"/>
                  <a:pt x="107801" y="192911"/>
                  <a:pt x="103667" y="191348"/>
                </a:cubicBezTo>
                <a:cubicBezTo>
                  <a:pt x="103647" y="191341"/>
                  <a:pt x="103627" y="191333"/>
                  <a:pt x="103607" y="191325"/>
                </a:cubicBezTo>
                <a:close/>
                <a:moveTo>
                  <a:pt x="103607" y="109918"/>
                </a:moveTo>
                <a:lnTo>
                  <a:pt x="37696" y="83536"/>
                </a:lnTo>
                <a:cubicBezTo>
                  <a:pt x="33560" y="81848"/>
                  <a:pt x="31530" y="77163"/>
                  <a:pt x="33129" y="72991"/>
                </a:cubicBezTo>
                <a:cubicBezTo>
                  <a:pt x="34693" y="68857"/>
                  <a:pt x="39313" y="66775"/>
                  <a:pt x="43446" y="68339"/>
                </a:cubicBezTo>
                <a:cubicBezTo>
                  <a:pt x="43468" y="68347"/>
                  <a:pt x="43489" y="68356"/>
                  <a:pt x="43510" y="68364"/>
                </a:cubicBezTo>
                <a:lnTo>
                  <a:pt x="109421" y="94757"/>
                </a:lnTo>
                <a:cubicBezTo>
                  <a:pt x="113533" y="96383"/>
                  <a:pt x="115587" y="101129"/>
                  <a:pt x="113983" y="105296"/>
                </a:cubicBezTo>
                <a:cubicBezTo>
                  <a:pt x="112427" y="109423"/>
                  <a:pt x="107819" y="111507"/>
                  <a:pt x="103692" y="109951"/>
                </a:cubicBezTo>
                <a:cubicBezTo>
                  <a:pt x="103663" y="109940"/>
                  <a:pt x="103635" y="109929"/>
                  <a:pt x="103607" y="109918"/>
                </a:cubicBezTo>
                <a:close/>
              </a:path>
            </a:pathLst>
          </a:custGeom>
          <a:solidFill>
            <a:schemeClr val="accent2"/>
          </a:solidFill>
          <a:ln w="260" cap="flat">
            <a:noFill/>
            <a:prstDash val="solid"/>
            <a:miter/>
          </a:ln>
        </p:spPr>
        <p:txBody>
          <a:bodyPr rtlCol="0" anchor="ctr"/>
          <a:lstStyle/>
          <a:p>
            <a:endParaRPr lang="zh-CN" altLang="en-US"/>
          </a:p>
        </p:txBody>
      </p:sp>
      <p:grpSp>
        <p:nvGrpSpPr>
          <p:cNvPr id="330" name="组合 329">
            <a:extLst>
              <a:ext uri="{FF2B5EF4-FFF2-40B4-BE49-F238E27FC236}">
                <a16:creationId xmlns:a16="http://schemas.microsoft.com/office/drawing/2014/main" id="{E0925D69-56C8-3D9A-8A0E-C5709459D956}"/>
              </a:ext>
            </a:extLst>
          </p:cNvPr>
          <p:cNvGrpSpPr/>
          <p:nvPr/>
        </p:nvGrpSpPr>
        <p:grpSpPr>
          <a:xfrm>
            <a:off x="5336596" y="1768130"/>
            <a:ext cx="240778" cy="261376"/>
            <a:chOff x="4157926" y="838735"/>
            <a:chExt cx="240778" cy="261376"/>
          </a:xfrm>
        </p:grpSpPr>
        <p:sp>
          <p:nvSpPr>
            <p:cNvPr id="325" name="任意多边形: 形状 324">
              <a:extLst>
                <a:ext uri="{FF2B5EF4-FFF2-40B4-BE49-F238E27FC236}">
                  <a16:creationId xmlns:a16="http://schemas.microsoft.com/office/drawing/2014/main" id="{1C21C3B2-FA0F-9391-4E1B-27E9030840DE}"/>
                </a:ext>
              </a:extLst>
            </p:cNvPr>
            <p:cNvSpPr/>
            <p:nvPr/>
          </p:nvSpPr>
          <p:spPr>
            <a:xfrm>
              <a:off x="4203210" y="906298"/>
              <a:ext cx="106868" cy="65842"/>
            </a:xfrm>
            <a:custGeom>
              <a:avLst/>
              <a:gdLst>
                <a:gd name="connsiteX0" fmla="*/ 97812 w 106868"/>
                <a:gd name="connsiteY0" fmla="*/ 0 h 65842"/>
                <a:gd name="connsiteX1" fmla="*/ 9057 w 106868"/>
                <a:gd name="connsiteY1" fmla="*/ 0 h 65842"/>
                <a:gd name="connsiteX2" fmla="*/ 0 w 106868"/>
                <a:gd name="connsiteY2" fmla="*/ 9057 h 65842"/>
                <a:gd name="connsiteX3" fmla="*/ 9057 w 106868"/>
                <a:gd name="connsiteY3" fmla="*/ 18113 h 65842"/>
                <a:gd name="connsiteX4" fmla="*/ 97812 w 106868"/>
                <a:gd name="connsiteY4" fmla="*/ 18113 h 65842"/>
                <a:gd name="connsiteX5" fmla="*/ 106869 w 106868"/>
                <a:gd name="connsiteY5" fmla="*/ 9057 h 65842"/>
                <a:gd name="connsiteX6" fmla="*/ 97812 w 106868"/>
                <a:gd name="connsiteY6" fmla="*/ 0 h 65842"/>
                <a:gd name="connsiteX7" fmla="*/ 9057 w 106868"/>
                <a:gd name="connsiteY7" fmla="*/ 47729 h 65842"/>
                <a:gd name="connsiteX8" fmla="*/ 0 w 106868"/>
                <a:gd name="connsiteY8" fmla="*/ 56785 h 65842"/>
                <a:gd name="connsiteX9" fmla="*/ 9057 w 106868"/>
                <a:gd name="connsiteY9" fmla="*/ 65842 h 65842"/>
                <a:gd name="connsiteX10" fmla="*/ 51623 w 106868"/>
                <a:gd name="connsiteY10" fmla="*/ 65842 h 65842"/>
                <a:gd name="connsiteX11" fmla="*/ 60680 w 106868"/>
                <a:gd name="connsiteY11" fmla="*/ 56785 h 65842"/>
                <a:gd name="connsiteX12" fmla="*/ 51623 w 106868"/>
                <a:gd name="connsiteY12" fmla="*/ 47729 h 65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6868" h="65842">
                  <a:moveTo>
                    <a:pt x="97812" y="0"/>
                  </a:moveTo>
                  <a:lnTo>
                    <a:pt x="9057" y="0"/>
                  </a:lnTo>
                  <a:cubicBezTo>
                    <a:pt x="4055" y="0"/>
                    <a:pt x="0" y="4055"/>
                    <a:pt x="0" y="9057"/>
                  </a:cubicBezTo>
                  <a:cubicBezTo>
                    <a:pt x="0" y="14059"/>
                    <a:pt x="4055" y="18113"/>
                    <a:pt x="9057" y="18113"/>
                  </a:cubicBezTo>
                  <a:lnTo>
                    <a:pt x="97812" y="18113"/>
                  </a:lnTo>
                  <a:cubicBezTo>
                    <a:pt x="102814" y="18113"/>
                    <a:pt x="106869" y="14059"/>
                    <a:pt x="106869" y="9057"/>
                  </a:cubicBezTo>
                  <a:cubicBezTo>
                    <a:pt x="106869" y="4055"/>
                    <a:pt x="102814" y="0"/>
                    <a:pt x="97812" y="0"/>
                  </a:cubicBezTo>
                  <a:close/>
                  <a:moveTo>
                    <a:pt x="9057" y="47729"/>
                  </a:moveTo>
                  <a:cubicBezTo>
                    <a:pt x="4055" y="47729"/>
                    <a:pt x="0" y="51784"/>
                    <a:pt x="0" y="56785"/>
                  </a:cubicBezTo>
                  <a:cubicBezTo>
                    <a:pt x="0" y="61787"/>
                    <a:pt x="4055" y="65842"/>
                    <a:pt x="9057" y="65842"/>
                  </a:cubicBezTo>
                  <a:lnTo>
                    <a:pt x="51623" y="65842"/>
                  </a:lnTo>
                  <a:cubicBezTo>
                    <a:pt x="56625" y="65842"/>
                    <a:pt x="60680" y="61787"/>
                    <a:pt x="60680" y="56785"/>
                  </a:cubicBezTo>
                  <a:cubicBezTo>
                    <a:pt x="60680" y="51784"/>
                    <a:pt x="56625" y="47729"/>
                    <a:pt x="51623" y="47729"/>
                  </a:cubicBezTo>
                  <a:close/>
                </a:path>
              </a:pathLst>
            </a:custGeom>
            <a:solidFill>
              <a:schemeClr val="accent2"/>
            </a:solidFill>
            <a:ln w="251" cap="flat">
              <a:noFill/>
              <a:prstDash val="solid"/>
              <a:miter/>
            </a:ln>
          </p:spPr>
          <p:txBody>
            <a:bodyPr rtlCol="0" anchor="ctr"/>
            <a:lstStyle/>
            <a:p>
              <a:endParaRPr lang="zh-CN" altLang="en-US"/>
            </a:p>
          </p:txBody>
        </p:sp>
        <p:sp>
          <p:nvSpPr>
            <p:cNvPr id="326" name="任意多边形: 形状 325">
              <a:extLst>
                <a:ext uri="{FF2B5EF4-FFF2-40B4-BE49-F238E27FC236}">
                  <a16:creationId xmlns:a16="http://schemas.microsoft.com/office/drawing/2014/main" id="{F182FBE6-67E6-E01E-249D-E851E64F8A96}"/>
                </a:ext>
              </a:extLst>
            </p:cNvPr>
            <p:cNvSpPr/>
            <p:nvPr/>
          </p:nvSpPr>
          <p:spPr>
            <a:xfrm>
              <a:off x="4157926" y="838735"/>
              <a:ext cx="229224" cy="260923"/>
            </a:xfrm>
            <a:custGeom>
              <a:avLst/>
              <a:gdLst>
                <a:gd name="connsiteX0" fmla="*/ 220711 w 229224"/>
                <a:gd name="connsiteY0" fmla="*/ 61223 h 260923"/>
                <a:gd name="connsiteX1" fmla="*/ 164651 w 229224"/>
                <a:gd name="connsiteY1" fmla="*/ 7517 h 260923"/>
                <a:gd name="connsiteX2" fmla="*/ 145813 w 229224"/>
                <a:gd name="connsiteY2" fmla="*/ 0 h 260923"/>
                <a:gd name="connsiteX3" fmla="*/ 27170 w 229224"/>
                <a:gd name="connsiteY3" fmla="*/ 0 h 260923"/>
                <a:gd name="connsiteX4" fmla="*/ 0 w 229224"/>
                <a:gd name="connsiteY4" fmla="*/ 27170 h 260923"/>
                <a:gd name="connsiteX5" fmla="*/ 0 w 229224"/>
                <a:gd name="connsiteY5" fmla="*/ 233753 h 260923"/>
                <a:gd name="connsiteX6" fmla="*/ 27170 w 229224"/>
                <a:gd name="connsiteY6" fmla="*/ 260923 h 260923"/>
                <a:gd name="connsiteX7" fmla="*/ 114567 w 229224"/>
                <a:gd name="connsiteY7" fmla="*/ 260923 h 260923"/>
                <a:gd name="connsiteX8" fmla="*/ 123624 w 229224"/>
                <a:gd name="connsiteY8" fmla="*/ 251866 h 260923"/>
                <a:gd name="connsiteX9" fmla="*/ 114567 w 229224"/>
                <a:gd name="connsiteY9" fmla="*/ 242810 h 260923"/>
                <a:gd name="connsiteX10" fmla="*/ 27170 w 229224"/>
                <a:gd name="connsiteY10" fmla="*/ 242810 h 260923"/>
                <a:gd name="connsiteX11" fmla="*/ 18113 w 229224"/>
                <a:gd name="connsiteY11" fmla="*/ 233753 h 260923"/>
                <a:gd name="connsiteX12" fmla="*/ 18113 w 229224"/>
                <a:gd name="connsiteY12" fmla="*/ 27170 h 260923"/>
                <a:gd name="connsiteX13" fmla="*/ 27170 w 229224"/>
                <a:gd name="connsiteY13" fmla="*/ 18113 h 260923"/>
                <a:gd name="connsiteX14" fmla="*/ 145813 w 229224"/>
                <a:gd name="connsiteY14" fmla="*/ 18113 h 260923"/>
                <a:gd name="connsiteX15" fmla="*/ 152152 w 229224"/>
                <a:gd name="connsiteY15" fmla="*/ 20649 h 260923"/>
                <a:gd name="connsiteX16" fmla="*/ 208304 w 229224"/>
                <a:gd name="connsiteY16" fmla="*/ 74265 h 260923"/>
                <a:gd name="connsiteX17" fmla="*/ 211111 w 229224"/>
                <a:gd name="connsiteY17" fmla="*/ 80876 h 260923"/>
                <a:gd name="connsiteX18" fmla="*/ 211111 w 229224"/>
                <a:gd name="connsiteY18" fmla="*/ 127790 h 260923"/>
                <a:gd name="connsiteX19" fmla="*/ 220168 w 229224"/>
                <a:gd name="connsiteY19" fmla="*/ 136847 h 260923"/>
                <a:gd name="connsiteX20" fmla="*/ 229225 w 229224"/>
                <a:gd name="connsiteY20" fmla="*/ 127790 h 260923"/>
                <a:gd name="connsiteX21" fmla="*/ 229225 w 229224"/>
                <a:gd name="connsiteY21" fmla="*/ 80876 h 260923"/>
                <a:gd name="connsiteX22" fmla="*/ 220711 w 229224"/>
                <a:gd name="connsiteY22" fmla="*/ 61223 h 26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29224" h="260923">
                  <a:moveTo>
                    <a:pt x="220711" y="61223"/>
                  </a:moveTo>
                  <a:lnTo>
                    <a:pt x="164651" y="7517"/>
                  </a:lnTo>
                  <a:cubicBezTo>
                    <a:pt x="159577" y="2674"/>
                    <a:pt x="152827" y="-20"/>
                    <a:pt x="145813" y="0"/>
                  </a:cubicBezTo>
                  <a:lnTo>
                    <a:pt x="27170" y="0"/>
                  </a:lnTo>
                  <a:cubicBezTo>
                    <a:pt x="12164" y="0"/>
                    <a:pt x="0" y="12165"/>
                    <a:pt x="0" y="27170"/>
                  </a:cubicBezTo>
                  <a:lnTo>
                    <a:pt x="0" y="233753"/>
                  </a:lnTo>
                  <a:cubicBezTo>
                    <a:pt x="0" y="248759"/>
                    <a:pt x="12164" y="260923"/>
                    <a:pt x="27170" y="260923"/>
                  </a:cubicBezTo>
                  <a:lnTo>
                    <a:pt x="114567" y="260923"/>
                  </a:lnTo>
                  <a:cubicBezTo>
                    <a:pt x="119569" y="260923"/>
                    <a:pt x="123624" y="256868"/>
                    <a:pt x="123624" y="251866"/>
                  </a:cubicBezTo>
                  <a:cubicBezTo>
                    <a:pt x="123624" y="246865"/>
                    <a:pt x="119569" y="242810"/>
                    <a:pt x="114567" y="242810"/>
                  </a:cubicBezTo>
                  <a:lnTo>
                    <a:pt x="27170" y="242810"/>
                  </a:lnTo>
                  <a:cubicBezTo>
                    <a:pt x="22168" y="242810"/>
                    <a:pt x="18113" y="238755"/>
                    <a:pt x="18113" y="233753"/>
                  </a:cubicBezTo>
                  <a:lnTo>
                    <a:pt x="18113" y="27170"/>
                  </a:lnTo>
                  <a:cubicBezTo>
                    <a:pt x="18113" y="22168"/>
                    <a:pt x="22168" y="18113"/>
                    <a:pt x="27170" y="18113"/>
                  </a:cubicBezTo>
                  <a:lnTo>
                    <a:pt x="145813" y="18113"/>
                  </a:lnTo>
                  <a:cubicBezTo>
                    <a:pt x="148176" y="18099"/>
                    <a:pt x="150451" y="19009"/>
                    <a:pt x="152152" y="20649"/>
                  </a:cubicBezTo>
                  <a:lnTo>
                    <a:pt x="208304" y="74265"/>
                  </a:lnTo>
                  <a:cubicBezTo>
                    <a:pt x="210111" y="75988"/>
                    <a:pt x="211127" y="78380"/>
                    <a:pt x="211111" y="80876"/>
                  </a:cubicBezTo>
                  <a:lnTo>
                    <a:pt x="211111" y="127790"/>
                  </a:lnTo>
                  <a:cubicBezTo>
                    <a:pt x="211111" y="132792"/>
                    <a:pt x="215166" y="136847"/>
                    <a:pt x="220168" y="136847"/>
                  </a:cubicBezTo>
                  <a:cubicBezTo>
                    <a:pt x="225170" y="136847"/>
                    <a:pt x="229225" y="132792"/>
                    <a:pt x="229225" y="127790"/>
                  </a:cubicBezTo>
                  <a:lnTo>
                    <a:pt x="229225" y="80876"/>
                  </a:lnTo>
                  <a:cubicBezTo>
                    <a:pt x="229198" y="73436"/>
                    <a:pt x="226120" y="66332"/>
                    <a:pt x="220711" y="61223"/>
                  </a:cubicBezTo>
                  <a:close/>
                </a:path>
              </a:pathLst>
            </a:custGeom>
            <a:solidFill>
              <a:schemeClr val="accent2"/>
            </a:solidFill>
            <a:ln w="251" cap="flat">
              <a:noFill/>
              <a:prstDash val="solid"/>
              <a:miter/>
            </a:ln>
          </p:spPr>
          <p:txBody>
            <a:bodyPr rtlCol="0" anchor="ctr"/>
            <a:lstStyle/>
            <a:p>
              <a:endParaRPr lang="zh-CN" altLang="en-US"/>
            </a:p>
          </p:txBody>
        </p:sp>
        <p:sp>
          <p:nvSpPr>
            <p:cNvPr id="327" name="任意多边形: 形状 326">
              <a:extLst>
                <a:ext uri="{FF2B5EF4-FFF2-40B4-BE49-F238E27FC236}">
                  <a16:creationId xmlns:a16="http://schemas.microsoft.com/office/drawing/2014/main" id="{868C2FA6-6C4F-96F7-0A82-1E525B941C72}"/>
                </a:ext>
              </a:extLst>
            </p:cNvPr>
            <p:cNvSpPr/>
            <p:nvPr/>
          </p:nvSpPr>
          <p:spPr>
            <a:xfrm>
              <a:off x="4277203" y="982826"/>
              <a:ext cx="121501" cy="87042"/>
            </a:xfrm>
            <a:custGeom>
              <a:avLst/>
              <a:gdLst>
                <a:gd name="connsiteX0" fmla="*/ 119367 w 121501"/>
                <a:gd name="connsiteY0" fmla="*/ 17753 h 87042"/>
                <a:gd name="connsiteX1" fmla="*/ 112122 w 121501"/>
                <a:gd name="connsiteY1" fmla="*/ 14130 h 87042"/>
                <a:gd name="connsiteX2" fmla="*/ 31336 w 121501"/>
                <a:gd name="connsiteY2" fmla="*/ 14130 h 87042"/>
                <a:gd name="connsiteX3" fmla="*/ 29887 w 121501"/>
                <a:gd name="connsiteY3" fmla="*/ 7247 h 87042"/>
                <a:gd name="connsiteX4" fmla="*/ 20830 w 121501"/>
                <a:gd name="connsiteY4" fmla="*/ 2 h 87042"/>
                <a:gd name="connsiteX5" fmla="*/ 9057 w 121501"/>
                <a:gd name="connsiteY5" fmla="*/ 2 h 87042"/>
                <a:gd name="connsiteX6" fmla="*/ 0 w 121501"/>
                <a:gd name="connsiteY6" fmla="*/ 9059 h 87042"/>
                <a:gd name="connsiteX7" fmla="*/ 9057 w 121501"/>
                <a:gd name="connsiteY7" fmla="*/ 18115 h 87042"/>
                <a:gd name="connsiteX8" fmla="*/ 13494 w 121501"/>
                <a:gd name="connsiteY8" fmla="*/ 18115 h 87042"/>
                <a:gd name="connsiteX9" fmla="*/ 26355 w 121501"/>
                <a:gd name="connsiteY9" fmla="*/ 79882 h 87042"/>
                <a:gd name="connsiteX10" fmla="*/ 35412 w 121501"/>
                <a:gd name="connsiteY10" fmla="*/ 87037 h 87042"/>
                <a:gd name="connsiteX11" fmla="*/ 97178 w 121501"/>
                <a:gd name="connsiteY11" fmla="*/ 87037 h 87042"/>
                <a:gd name="connsiteX12" fmla="*/ 106235 w 121501"/>
                <a:gd name="connsiteY12" fmla="*/ 80425 h 87042"/>
                <a:gd name="connsiteX13" fmla="*/ 121269 w 121501"/>
                <a:gd name="connsiteY13" fmla="*/ 25632 h 87042"/>
                <a:gd name="connsiteX14" fmla="*/ 119367 w 121501"/>
                <a:gd name="connsiteY14" fmla="*/ 17753 h 87042"/>
                <a:gd name="connsiteX15" fmla="*/ 90205 w 121501"/>
                <a:gd name="connsiteY15" fmla="*/ 68923 h 87042"/>
                <a:gd name="connsiteX16" fmla="*/ 42748 w 121501"/>
                <a:gd name="connsiteY16" fmla="*/ 68923 h 87042"/>
                <a:gd name="connsiteX17" fmla="*/ 35140 w 121501"/>
                <a:gd name="connsiteY17" fmla="*/ 32244 h 87042"/>
                <a:gd name="connsiteX18" fmla="*/ 100257 w 121501"/>
                <a:gd name="connsiteY18" fmla="*/ 32244 h 8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501" h="87042">
                  <a:moveTo>
                    <a:pt x="119367" y="17753"/>
                  </a:moveTo>
                  <a:cubicBezTo>
                    <a:pt x="117657" y="15472"/>
                    <a:pt x="114972" y="14130"/>
                    <a:pt x="112122" y="14130"/>
                  </a:cubicBezTo>
                  <a:lnTo>
                    <a:pt x="31336" y="14130"/>
                  </a:lnTo>
                  <a:lnTo>
                    <a:pt x="29887" y="7247"/>
                  </a:lnTo>
                  <a:cubicBezTo>
                    <a:pt x="29013" y="2962"/>
                    <a:pt x="25203" y="-86"/>
                    <a:pt x="20830" y="2"/>
                  </a:cubicBezTo>
                  <a:lnTo>
                    <a:pt x="9057" y="2"/>
                  </a:lnTo>
                  <a:cubicBezTo>
                    <a:pt x="4055" y="2"/>
                    <a:pt x="0" y="4057"/>
                    <a:pt x="0" y="9059"/>
                  </a:cubicBezTo>
                  <a:cubicBezTo>
                    <a:pt x="0" y="14060"/>
                    <a:pt x="4055" y="18115"/>
                    <a:pt x="9057" y="18115"/>
                  </a:cubicBezTo>
                  <a:lnTo>
                    <a:pt x="13494" y="18115"/>
                  </a:lnTo>
                  <a:lnTo>
                    <a:pt x="26355" y="79882"/>
                  </a:lnTo>
                  <a:cubicBezTo>
                    <a:pt x="27266" y="84131"/>
                    <a:pt x="31067" y="87133"/>
                    <a:pt x="35412" y="87037"/>
                  </a:cubicBezTo>
                  <a:lnTo>
                    <a:pt x="97178" y="87037"/>
                  </a:lnTo>
                  <a:cubicBezTo>
                    <a:pt x="101362" y="87191"/>
                    <a:pt x="105107" y="84458"/>
                    <a:pt x="106235" y="80425"/>
                  </a:cubicBezTo>
                  <a:lnTo>
                    <a:pt x="121269" y="25632"/>
                  </a:lnTo>
                  <a:cubicBezTo>
                    <a:pt x="121911" y="22853"/>
                    <a:pt x="121207" y="19933"/>
                    <a:pt x="119367" y="17753"/>
                  </a:cubicBezTo>
                  <a:close/>
                  <a:moveTo>
                    <a:pt x="90205" y="68923"/>
                  </a:moveTo>
                  <a:lnTo>
                    <a:pt x="42748" y="68923"/>
                  </a:lnTo>
                  <a:lnTo>
                    <a:pt x="35140" y="32244"/>
                  </a:lnTo>
                  <a:lnTo>
                    <a:pt x="100257" y="32244"/>
                  </a:lnTo>
                  <a:close/>
                </a:path>
              </a:pathLst>
            </a:custGeom>
            <a:solidFill>
              <a:schemeClr val="accent2"/>
            </a:solidFill>
            <a:ln w="251" cap="flat">
              <a:noFill/>
              <a:prstDash val="solid"/>
              <a:miter/>
            </a:ln>
          </p:spPr>
          <p:txBody>
            <a:bodyPr rtlCol="0" anchor="ctr"/>
            <a:lstStyle/>
            <a:p>
              <a:endParaRPr lang="zh-CN" altLang="en-US"/>
            </a:p>
          </p:txBody>
        </p:sp>
        <p:sp>
          <p:nvSpPr>
            <p:cNvPr id="328" name="任意多边形: 形状 327">
              <a:extLst>
                <a:ext uri="{FF2B5EF4-FFF2-40B4-BE49-F238E27FC236}">
                  <a16:creationId xmlns:a16="http://schemas.microsoft.com/office/drawing/2014/main" id="{EEA159D7-658D-6EAB-5335-2BCC12A41B1C}"/>
                </a:ext>
              </a:extLst>
            </p:cNvPr>
            <p:cNvSpPr/>
            <p:nvPr/>
          </p:nvSpPr>
          <p:spPr>
            <a:xfrm>
              <a:off x="4305641" y="1078194"/>
              <a:ext cx="21917" cy="21917"/>
            </a:xfrm>
            <a:custGeom>
              <a:avLst/>
              <a:gdLst>
                <a:gd name="connsiteX0" fmla="*/ 0 w 21917"/>
                <a:gd name="connsiteY0" fmla="*/ 10959 h 21917"/>
                <a:gd name="connsiteX1" fmla="*/ 10959 w 21917"/>
                <a:gd name="connsiteY1" fmla="*/ 21917 h 21917"/>
                <a:gd name="connsiteX2" fmla="*/ 21917 w 21917"/>
                <a:gd name="connsiteY2" fmla="*/ 10959 h 21917"/>
                <a:gd name="connsiteX3" fmla="*/ 10959 w 21917"/>
                <a:gd name="connsiteY3" fmla="*/ 0 h 21917"/>
                <a:gd name="connsiteX4" fmla="*/ 0 w 21917"/>
                <a:gd name="connsiteY4" fmla="*/ 10959 h 21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17" h="21917">
                  <a:moveTo>
                    <a:pt x="0" y="10959"/>
                  </a:moveTo>
                  <a:cubicBezTo>
                    <a:pt x="0" y="17011"/>
                    <a:pt x="4906" y="21917"/>
                    <a:pt x="10959" y="21917"/>
                  </a:cubicBezTo>
                  <a:cubicBezTo>
                    <a:pt x="17011" y="21917"/>
                    <a:pt x="21917" y="17011"/>
                    <a:pt x="21917" y="10959"/>
                  </a:cubicBezTo>
                  <a:cubicBezTo>
                    <a:pt x="21917" y="4906"/>
                    <a:pt x="17011" y="0"/>
                    <a:pt x="10959" y="0"/>
                  </a:cubicBezTo>
                  <a:cubicBezTo>
                    <a:pt x="4906" y="0"/>
                    <a:pt x="0" y="4906"/>
                    <a:pt x="0" y="10959"/>
                  </a:cubicBezTo>
                  <a:close/>
                </a:path>
              </a:pathLst>
            </a:custGeom>
            <a:solidFill>
              <a:schemeClr val="accent2"/>
            </a:solidFill>
            <a:ln w="251" cap="flat">
              <a:noFill/>
              <a:prstDash val="solid"/>
              <a:miter/>
            </a:ln>
          </p:spPr>
          <p:txBody>
            <a:bodyPr rtlCol="0" anchor="ctr"/>
            <a:lstStyle/>
            <a:p>
              <a:endParaRPr lang="zh-CN" altLang="en-US"/>
            </a:p>
          </p:txBody>
        </p:sp>
        <p:sp>
          <p:nvSpPr>
            <p:cNvPr id="329" name="任意多边形: 形状 328">
              <a:extLst>
                <a:ext uri="{FF2B5EF4-FFF2-40B4-BE49-F238E27FC236}">
                  <a16:creationId xmlns:a16="http://schemas.microsoft.com/office/drawing/2014/main" id="{1B164AEE-0BA2-C95F-F29B-3511A0A1AEA1}"/>
                </a:ext>
              </a:extLst>
            </p:cNvPr>
            <p:cNvSpPr/>
            <p:nvPr/>
          </p:nvSpPr>
          <p:spPr>
            <a:xfrm>
              <a:off x="4358260" y="1078194"/>
              <a:ext cx="21917" cy="21917"/>
            </a:xfrm>
            <a:custGeom>
              <a:avLst/>
              <a:gdLst>
                <a:gd name="connsiteX0" fmla="*/ 0 w 21917"/>
                <a:gd name="connsiteY0" fmla="*/ 10959 h 21917"/>
                <a:gd name="connsiteX1" fmla="*/ 10959 w 21917"/>
                <a:gd name="connsiteY1" fmla="*/ 21917 h 21917"/>
                <a:gd name="connsiteX2" fmla="*/ 21917 w 21917"/>
                <a:gd name="connsiteY2" fmla="*/ 10959 h 21917"/>
                <a:gd name="connsiteX3" fmla="*/ 10959 w 21917"/>
                <a:gd name="connsiteY3" fmla="*/ 0 h 21917"/>
                <a:gd name="connsiteX4" fmla="*/ 0 w 21917"/>
                <a:gd name="connsiteY4" fmla="*/ 10959 h 219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17" h="21917">
                  <a:moveTo>
                    <a:pt x="0" y="10959"/>
                  </a:moveTo>
                  <a:cubicBezTo>
                    <a:pt x="0" y="17011"/>
                    <a:pt x="4906" y="21917"/>
                    <a:pt x="10959" y="21917"/>
                  </a:cubicBezTo>
                  <a:cubicBezTo>
                    <a:pt x="17011" y="21917"/>
                    <a:pt x="21917" y="17011"/>
                    <a:pt x="21917" y="10959"/>
                  </a:cubicBezTo>
                  <a:cubicBezTo>
                    <a:pt x="21917" y="4906"/>
                    <a:pt x="17011" y="0"/>
                    <a:pt x="10959" y="0"/>
                  </a:cubicBezTo>
                  <a:cubicBezTo>
                    <a:pt x="4906" y="0"/>
                    <a:pt x="0" y="4906"/>
                    <a:pt x="0" y="10959"/>
                  </a:cubicBezTo>
                  <a:close/>
                </a:path>
              </a:pathLst>
            </a:custGeom>
            <a:solidFill>
              <a:schemeClr val="accent2"/>
            </a:solidFill>
            <a:ln w="251" cap="flat">
              <a:noFill/>
              <a:prstDash val="solid"/>
              <a:miter/>
            </a:ln>
          </p:spPr>
          <p:txBody>
            <a:bodyPr rtlCol="0" anchor="ctr"/>
            <a:lstStyle/>
            <a:p>
              <a:endParaRPr lang="zh-CN" altLang="en-US"/>
            </a:p>
          </p:txBody>
        </p:sp>
      </p:grpSp>
      <p:sp>
        <p:nvSpPr>
          <p:cNvPr id="333" name="图形 331">
            <a:extLst>
              <a:ext uri="{FF2B5EF4-FFF2-40B4-BE49-F238E27FC236}">
                <a16:creationId xmlns:a16="http://schemas.microsoft.com/office/drawing/2014/main" id="{E48E7F81-141C-2BD8-0933-887F1D025D45}"/>
              </a:ext>
            </a:extLst>
          </p:cNvPr>
          <p:cNvSpPr/>
          <p:nvPr/>
        </p:nvSpPr>
        <p:spPr>
          <a:xfrm>
            <a:off x="6478820" y="978160"/>
            <a:ext cx="249631" cy="288068"/>
          </a:xfrm>
          <a:custGeom>
            <a:avLst/>
            <a:gdLst>
              <a:gd name="connsiteX0" fmla="*/ 152653 w 208651"/>
              <a:gd name="connsiteY0" fmla="*/ 0 h 240778"/>
              <a:gd name="connsiteX1" fmla="*/ 167375 w 208651"/>
              <a:gd name="connsiteY1" fmla="*/ 14808 h 240778"/>
              <a:gd name="connsiteX2" fmla="*/ 167375 w 208651"/>
              <a:gd name="connsiteY2" fmla="*/ 24078 h 240778"/>
              <a:gd name="connsiteX3" fmla="*/ 181512 w 208651"/>
              <a:gd name="connsiteY3" fmla="*/ 24078 h 240778"/>
              <a:gd name="connsiteX4" fmla="*/ 208652 w 208651"/>
              <a:gd name="connsiteY4" fmla="*/ 51492 h 240778"/>
              <a:gd name="connsiteX5" fmla="*/ 208652 w 208651"/>
              <a:gd name="connsiteY5" fmla="*/ 213398 h 240778"/>
              <a:gd name="connsiteX6" fmla="*/ 181495 w 208651"/>
              <a:gd name="connsiteY6" fmla="*/ 240778 h 240778"/>
              <a:gd name="connsiteX7" fmla="*/ 27174 w 208651"/>
              <a:gd name="connsiteY7" fmla="*/ 240778 h 240778"/>
              <a:gd name="connsiteX8" fmla="*/ 0 w 208651"/>
              <a:gd name="connsiteY8" fmla="*/ 213364 h 240778"/>
              <a:gd name="connsiteX9" fmla="*/ 0 w 208651"/>
              <a:gd name="connsiteY9" fmla="*/ 51475 h 240778"/>
              <a:gd name="connsiteX10" fmla="*/ 27174 w 208651"/>
              <a:gd name="connsiteY10" fmla="*/ 24078 h 240778"/>
              <a:gd name="connsiteX11" fmla="*/ 41311 w 208651"/>
              <a:gd name="connsiteY11" fmla="*/ 24078 h 240778"/>
              <a:gd name="connsiteX12" fmla="*/ 41311 w 208651"/>
              <a:gd name="connsiteY12" fmla="*/ 14808 h 240778"/>
              <a:gd name="connsiteX13" fmla="*/ 55998 w 208651"/>
              <a:gd name="connsiteY13" fmla="*/ 0 h 240778"/>
              <a:gd name="connsiteX14" fmla="*/ 41294 w 208651"/>
              <a:gd name="connsiteY14" fmla="*/ 42601 h 240778"/>
              <a:gd name="connsiteX15" fmla="*/ 27157 w 208651"/>
              <a:gd name="connsiteY15" fmla="*/ 42601 h 240778"/>
              <a:gd name="connsiteX16" fmla="*/ 18420 w 208651"/>
              <a:gd name="connsiteY16" fmla="*/ 51458 h 240778"/>
              <a:gd name="connsiteX17" fmla="*/ 18420 w 208651"/>
              <a:gd name="connsiteY17" fmla="*/ 213381 h 240778"/>
              <a:gd name="connsiteX18" fmla="*/ 27157 w 208651"/>
              <a:gd name="connsiteY18" fmla="*/ 222238 h 240778"/>
              <a:gd name="connsiteX19" fmla="*/ 181478 w 208651"/>
              <a:gd name="connsiteY19" fmla="*/ 222238 h 240778"/>
              <a:gd name="connsiteX20" fmla="*/ 190215 w 208651"/>
              <a:gd name="connsiteY20" fmla="*/ 213381 h 240778"/>
              <a:gd name="connsiteX21" fmla="*/ 190215 w 208651"/>
              <a:gd name="connsiteY21" fmla="*/ 51441 h 240778"/>
              <a:gd name="connsiteX22" fmla="*/ 181478 w 208651"/>
              <a:gd name="connsiteY22" fmla="*/ 42583 h 240778"/>
              <a:gd name="connsiteX23" fmla="*/ 167375 w 208651"/>
              <a:gd name="connsiteY23" fmla="*/ 42583 h 240778"/>
              <a:gd name="connsiteX24" fmla="*/ 167375 w 208651"/>
              <a:gd name="connsiteY24" fmla="*/ 51802 h 240778"/>
              <a:gd name="connsiteX25" fmla="*/ 152671 w 208651"/>
              <a:gd name="connsiteY25" fmla="*/ 66610 h 240778"/>
              <a:gd name="connsiteX26" fmla="*/ 56015 w 208651"/>
              <a:gd name="connsiteY26" fmla="*/ 66610 h 240778"/>
              <a:gd name="connsiteX27" fmla="*/ 41311 w 208651"/>
              <a:gd name="connsiteY27" fmla="*/ 51802 h 240778"/>
              <a:gd name="connsiteX28" fmla="*/ 41311 w 208651"/>
              <a:gd name="connsiteY28" fmla="*/ 42601 h 240778"/>
              <a:gd name="connsiteX29" fmla="*/ 126701 w 208651"/>
              <a:gd name="connsiteY29" fmla="*/ 94901 h 240778"/>
              <a:gd name="connsiteX30" fmla="*/ 135902 w 208651"/>
              <a:gd name="connsiteY30" fmla="*/ 104154 h 240778"/>
              <a:gd name="connsiteX31" fmla="*/ 135902 w 208651"/>
              <a:gd name="connsiteY31" fmla="*/ 147150 h 240778"/>
              <a:gd name="connsiteX32" fmla="*/ 148681 w 208651"/>
              <a:gd name="connsiteY32" fmla="*/ 135111 h 240778"/>
              <a:gd name="connsiteX33" fmla="*/ 161663 w 208651"/>
              <a:gd name="connsiteY33" fmla="*/ 135501 h 240778"/>
              <a:gd name="connsiteX34" fmla="*/ 161700 w 208651"/>
              <a:gd name="connsiteY34" fmla="*/ 135541 h 240778"/>
              <a:gd name="connsiteX35" fmla="*/ 161270 w 208651"/>
              <a:gd name="connsiteY35" fmla="*/ 148646 h 240778"/>
              <a:gd name="connsiteX36" fmla="*/ 132978 w 208651"/>
              <a:gd name="connsiteY36" fmla="*/ 175304 h 240778"/>
              <a:gd name="connsiteX37" fmla="*/ 120067 w 208651"/>
              <a:gd name="connsiteY37" fmla="*/ 175011 h 240778"/>
              <a:gd name="connsiteX38" fmla="*/ 117586 w 208651"/>
              <a:gd name="connsiteY38" fmla="*/ 167753 h 240778"/>
              <a:gd name="connsiteX39" fmla="*/ 117431 w 208651"/>
              <a:gd name="connsiteY39" fmla="*/ 166928 h 240778"/>
              <a:gd name="connsiteX40" fmla="*/ 117431 w 208651"/>
              <a:gd name="connsiteY40" fmla="*/ 104154 h 240778"/>
              <a:gd name="connsiteX41" fmla="*/ 126615 w 208651"/>
              <a:gd name="connsiteY41" fmla="*/ 94901 h 240778"/>
              <a:gd name="connsiteX42" fmla="*/ 126632 w 208651"/>
              <a:gd name="connsiteY42" fmla="*/ 94901 h 240778"/>
              <a:gd name="connsiteX43" fmla="*/ 80368 w 208651"/>
              <a:gd name="connsiteY43" fmla="*/ 97395 h 240778"/>
              <a:gd name="connsiteX44" fmla="*/ 93325 w 208651"/>
              <a:gd name="connsiteY44" fmla="*/ 97826 h 240778"/>
              <a:gd name="connsiteX45" fmla="*/ 95761 w 208651"/>
              <a:gd name="connsiteY45" fmla="*/ 104910 h 240778"/>
              <a:gd name="connsiteX46" fmla="*/ 95950 w 208651"/>
              <a:gd name="connsiteY46" fmla="*/ 105788 h 240778"/>
              <a:gd name="connsiteX47" fmla="*/ 95950 w 208651"/>
              <a:gd name="connsiteY47" fmla="*/ 168545 h 240778"/>
              <a:gd name="connsiteX48" fmla="*/ 87312 w 208651"/>
              <a:gd name="connsiteY48" fmla="*/ 178309 h 240778"/>
              <a:gd name="connsiteX49" fmla="*/ 77548 w 208651"/>
              <a:gd name="connsiteY49" fmla="*/ 169670 h 240778"/>
              <a:gd name="connsiteX50" fmla="*/ 77548 w 208651"/>
              <a:gd name="connsiteY50" fmla="*/ 168545 h 240778"/>
              <a:gd name="connsiteX51" fmla="*/ 77548 w 208651"/>
              <a:gd name="connsiteY51" fmla="*/ 125549 h 240778"/>
              <a:gd name="connsiteX52" fmla="*/ 64752 w 208651"/>
              <a:gd name="connsiteY52" fmla="*/ 137587 h 240778"/>
              <a:gd name="connsiteX53" fmla="*/ 51747 w 208651"/>
              <a:gd name="connsiteY53" fmla="*/ 137155 h 240778"/>
              <a:gd name="connsiteX54" fmla="*/ 51733 w 208651"/>
              <a:gd name="connsiteY54" fmla="*/ 137140 h 240778"/>
              <a:gd name="connsiteX55" fmla="*/ 52180 w 208651"/>
              <a:gd name="connsiteY55" fmla="*/ 124035 h 240778"/>
              <a:gd name="connsiteX56" fmla="*/ 148956 w 208651"/>
              <a:gd name="connsiteY56" fmla="*/ 18540 h 240778"/>
              <a:gd name="connsiteX57" fmla="*/ 59713 w 208651"/>
              <a:gd name="connsiteY57" fmla="*/ 18540 h 240778"/>
              <a:gd name="connsiteX58" fmla="*/ 59713 w 208651"/>
              <a:gd name="connsiteY58" fmla="*/ 48156 h 240778"/>
              <a:gd name="connsiteX59" fmla="*/ 148973 w 208651"/>
              <a:gd name="connsiteY59" fmla="*/ 48156 h 240778"/>
              <a:gd name="connsiteX60" fmla="*/ 148973 w 208651"/>
              <a:gd name="connsiteY60" fmla="*/ 18523 h 240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08651" h="240778">
                <a:moveTo>
                  <a:pt x="152653" y="0"/>
                </a:moveTo>
                <a:cubicBezTo>
                  <a:pt x="160802" y="38"/>
                  <a:pt x="167385" y="6659"/>
                  <a:pt x="167375" y="14808"/>
                </a:cubicBezTo>
                <a:lnTo>
                  <a:pt x="167375" y="24078"/>
                </a:lnTo>
                <a:lnTo>
                  <a:pt x="181512" y="24078"/>
                </a:lnTo>
                <a:cubicBezTo>
                  <a:pt x="196573" y="24163"/>
                  <a:pt x="208718" y="36431"/>
                  <a:pt x="208652" y="51492"/>
                </a:cubicBezTo>
                <a:lnTo>
                  <a:pt x="208652" y="213398"/>
                </a:lnTo>
                <a:cubicBezTo>
                  <a:pt x="208690" y="228448"/>
                  <a:pt x="196545" y="240693"/>
                  <a:pt x="181495" y="240778"/>
                </a:cubicBezTo>
                <a:lnTo>
                  <a:pt x="27174" y="240778"/>
                </a:lnTo>
                <a:cubicBezTo>
                  <a:pt x="12104" y="240702"/>
                  <a:pt x="-57" y="228434"/>
                  <a:pt x="0" y="213364"/>
                </a:cubicBezTo>
                <a:lnTo>
                  <a:pt x="0" y="51475"/>
                </a:lnTo>
                <a:cubicBezTo>
                  <a:pt x="-38" y="36415"/>
                  <a:pt x="12114" y="24163"/>
                  <a:pt x="27174" y="24078"/>
                </a:cubicBezTo>
                <a:lnTo>
                  <a:pt x="41311" y="24078"/>
                </a:lnTo>
                <a:lnTo>
                  <a:pt x="41311" y="14808"/>
                </a:lnTo>
                <a:cubicBezTo>
                  <a:pt x="41301" y="6673"/>
                  <a:pt x="47863" y="57"/>
                  <a:pt x="55998" y="0"/>
                </a:cubicBezTo>
                <a:close/>
                <a:moveTo>
                  <a:pt x="41294" y="42601"/>
                </a:moveTo>
                <a:lnTo>
                  <a:pt x="27157" y="42601"/>
                </a:lnTo>
                <a:cubicBezTo>
                  <a:pt x="22304" y="42648"/>
                  <a:pt x="18401" y="46605"/>
                  <a:pt x="18420" y="51458"/>
                </a:cubicBezTo>
                <a:lnTo>
                  <a:pt x="18420" y="213381"/>
                </a:lnTo>
                <a:cubicBezTo>
                  <a:pt x="18391" y="218237"/>
                  <a:pt x="22300" y="222200"/>
                  <a:pt x="27157" y="222238"/>
                </a:cubicBezTo>
                <a:lnTo>
                  <a:pt x="181478" y="222238"/>
                </a:lnTo>
                <a:cubicBezTo>
                  <a:pt x="186331" y="222191"/>
                  <a:pt x="190234" y="218234"/>
                  <a:pt x="190215" y="213381"/>
                </a:cubicBezTo>
                <a:lnTo>
                  <a:pt x="190215" y="51441"/>
                </a:lnTo>
                <a:cubicBezTo>
                  <a:pt x="190234" y="46588"/>
                  <a:pt x="186331" y="42631"/>
                  <a:pt x="181478" y="42583"/>
                </a:cubicBezTo>
                <a:lnTo>
                  <a:pt x="167375" y="42583"/>
                </a:lnTo>
                <a:lnTo>
                  <a:pt x="167375" y="51802"/>
                </a:lnTo>
                <a:cubicBezTo>
                  <a:pt x="167394" y="59947"/>
                  <a:pt x="160816" y="66572"/>
                  <a:pt x="152671" y="66610"/>
                </a:cubicBezTo>
                <a:lnTo>
                  <a:pt x="56015" y="66610"/>
                </a:lnTo>
                <a:cubicBezTo>
                  <a:pt x="47870" y="66572"/>
                  <a:pt x="41292" y="59947"/>
                  <a:pt x="41311" y="51802"/>
                </a:cubicBezTo>
                <a:lnTo>
                  <a:pt x="41311" y="42601"/>
                </a:lnTo>
                <a:close/>
                <a:moveTo>
                  <a:pt x="126701" y="94901"/>
                </a:moveTo>
                <a:cubicBezTo>
                  <a:pt x="131791" y="94929"/>
                  <a:pt x="135902" y="99064"/>
                  <a:pt x="135902" y="104154"/>
                </a:cubicBezTo>
                <a:lnTo>
                  <a:pt x="135902" y="147150"/>
                </a:lnTo>
                <a:lnTo>
                  <a:pt x="148681" y="135111"/>
                </a:lnTo>
                <a:cubicBezTo>
                  <a:pt x="152373" y="131634"/>
                  <a:pt x="158186" y="131809"/>
                  <a:pt x="161663" y="135501"/>
                </a:cubicBezTo>
                <a:cubicBezTo>
                  <a:pt x="161675" y="135514"/>
                  <a:pt x="161688" y="135528"/>
                  <a:pt x="161700" y="135541"/>
                </a:cubicBezTo>
                <a:cubicBezTo>
                  <a:pt x="165163" y="139292"/>
                  <a:pt x="164971" y="145130"/>
                  <a:pt x="161270" y="148646"/>
                </a:cubicBezTo>
                <a:lnTo>
                  <a:pt x="132978" y="175304"/>
                </a:lnTo>
                <a:cubicBezTo>
                  <a:pt x="129332" y="178788"/>
                  <a:pt x="123551" y="178657"/>
                  <a:pt x="120067" y="175011"/>
                </a:cubicBezTo>
                <a:cubicBezTo>
                  <a:pt x="118215" y="173073"/>
                  <a:pt x="117308" y="170419"/>
                  <a:pt x="117586" y="167753"/>
                </a:cubicBezTo>
                <a:cubicBezTo>
                  <a:pt x="117586" y="167461"/>
                  <a:pt x="117431" y="167220"/>
                  <a:pt x="117431" y="166928"/>
                </a:cubicBezTo>
                <a:lnTo>
                  <a:pt x="117431" y="104154"/>
                </a:lnTo>
                <a:cubicBezTo>
                  <a:pt x="117412" y="99063"/>
                  <a:pt x="121524" y="94920"/>
                  <a:pt x="126615" y="94901"/>
                </a:cubicBezTo>
                <a:cubicBezTo>
                  <a:pt x="126621" y="94901"/>
                  <a:pt x="126626" y="94901"/>
                  <a:pt x="126632" y="94901"/>
                </a:cubicBezTo>
                <a:close/>
                <a:moveTo>
                  <a:pt x="80368" y="97395"/>
                </a:moveTo>
                <a:cubicBezTo>
                  <a:pt x="84065" y="93936"/>
                  <a:pt x="89866" y="94129"/>
                  <a:pt x="93325" y="97826"/>
                </a:cubicBezTo>
                <a:cubicBezTo>
                  <a:pt x="95109" y="99733"/>
                  <a:pt x="95995" y="102310"/>
                  <a:pt x="95761" y="104910"/>
                </a:cubicBezTo>
                <a:cubicBezTo>
                  <a:pt x="95846" y="105198"/>
                  <a:pt x="95909" y="105491"/>
                  <a:pt x="95950" y="105788"/>
                </a:cubicBezTo>
                <a:lnTo>
                  <a:pt x="95950" y="168545"/>
                </a:lnTo>
                <a:cubicBezTo>
                  <a:pt x="96261" y="173626"/>
                  <a:pt x="92394" y="177998"/>
                  <a:pt x="87312" y="178309"/>
                </a:cubicBezTo>
                <a:cubicBezTo>
                  <a:pt x="82230" y="178619"/>
                  <a:pt x="77859" y="174752"/>
                  <a:pt x="77548" y="169670"/>
                </a:cubicBezTo>
                <a:cubicBezTo>
                  <a:pt x="77525" y="169295"/>
                  <a:pt x="77525" y="168919"/>
                  <a:pt x="77548" y="168545"/>
                </a:cubicBezTo>
                <a:lnTo>
                  <a:pt x="77548" y="125549"/>
                </a:lnTo>
                <a:lnTo>
                  <a:pt x="64752" y="137587"/>
                </a:lnTo>
                <a:cubicBezTo>
                  <a:pt x="61042" y="141059"/>
                  <a:pt x="55219" y="140866"/>
                  <a:pt x="51747" y="137155"/>
                </a:cubicBezTo>
                <a:cubicBezTo>
                  <a:pt x="51742" y="137150"/>
                  <a:pt x="51738" y="137145"/>
                  <a:pt x="51733" y="137140"/>
                </a:cubicBezTo>
                <a:cubicBezTo>
                  <a:pt x="48284" y="133381"/>
                  <a:pt x="48483" y="127551"/>
                  <a:pt x="52180" y="124035"/>
                </a:cubicBezTo>
                <a:close/>
                <a:moveTo>
                  <a:pt x="148956" y="18540"/>
                </a:moveTo>
                <a:lnTo>
                  <a:pt x="59713" y="18540"/>
                </a:lnTo>
                <a:lnTo>
                  <a:pt x="59713" y="48156"/>
                </a:lnTo>
                <a:lnTo>
                  <a:pt x="148973" y="48156"/>
                </a:lnTo>
                <a:lnTo>
                  <a:pt x="148973" y="18523"/>
                </a:lnTo>
                <a:close/>
              </a:path>
            </a:pathLst>
          </a:custGeom>
          <a:solidFill>
            <a:schemeClr val="accent2"/>
          </a:solidFill>
          <a:ln w="233" cap="flat">
            <a:noFill/>
            <a:prstDash val="solid"/>
            <a:miter/>
          </a:ln>
        </p:spPr>
        <p:txBody>
          <a:bodyPr rtlCol="0" anchor="ctr"/>
          <a:lstStyle/>
          <a:p>
            <a:endParaRPr lang="zh-CN" altLang="en-US"/>
          </a:p>
        </p:txBody>
      </p:sp>
      <p:sp>
        <p:nvSpPr>
          <p:cNvPr id="339" name="图形 337">
            <a:extLst>
              <a:ext uri="{FF2B5EF4-FFF2-40B4-BE49-F238E27FC236}">
                <a16:creationId xmlns:a16="http://schemas.microsoft.com/office/drawing/2014/main" id="{BDED920D-BD0F-A9AF-E561-23757041BE8F}"/>
              </a:ext>
            </a:extLst>
          </p:cNvPr>
          <p:cNvSpPr/>
          <p:nvPr/>
        </p:nvSpPr>
        <p:spPr>
          <a:xfrm>
            <a:off x="7623464" y="1797648"/>
            <a:ext cx="239043" cy="231858"/>
          </a:xfrm>
          <a:custGeom>
            <a:avLst/>
            <a:gdLst>
              <a:gd name="connsiteX0" fmla="*/ 14557 w 202654"/>
              <a:gd name="connsiteY0" fmla="*/ 12977 h 196563"/>
              <a:gd name="connsiteX1" fmla="*/ 33464 w 202654"/>
              <a:gd name="connsiteY1" fmla="*/ 0 h 196563"/>
              <a:gd name="connsiteX2" fmla="*/ 169188 w 202654"/>
              <a:gd name="connsiteY2" fmla="*/ 0 h 196563"/>
              <a:gd name="connsiteX3" fmla="*/ 188095 w 202654"/>
              <a:gd name="connsiteY3" fmla="*/ 12977 h 196563"/>
              <a:gd name="connsiteX4" fmla="*/ 200096 w 202654"/>
              <a:gd name="connsiteY4" fmla="*/ 44025 h 196563"/>
              <a:gd name="connsiteX5" fmla="*/ 189349 w 202654"/>
              <a:gd name="connsiteY5" fmla="*/ 86579 h 196563"/>
              <a:gd name="connsiteX6" fmla="*/ 189527 w 202654"/>
              <a:gd name="connsiteY6" fmla="*/ 88201 h 196563"/>
              <a:gd name="connsiteX7" fmla="*/ 189527 w 202654"/>
              <a:gd name="connsiteY7" fmla="*/ 182624 h 196563"/>
              <a:gd name="connsiteX8" fmla="*/ 175587 w 202654"/>
              <a:gd name="connsiteY8" fmla="*/ 196564 h 196563"/>
              <a:gd name="connsiteX9" fmla="*/ 175587 w 202654"/>
              <a:gd name="connsiteY9" fmla="*/ 196564 h 196563"/>
              <a:gd name="connsiteX10" fmla="*/ 27040 w 202654"/>
              <a:gd name="connsiteY10" fmla="*/ 196564 h 196563"/>
              <a:gd name="connsiteX11" fmla="*/ 13100 w 202654"/>
              <a:gd name="connsiteY11" fmla="*/ 182624 h 196563"/>
              <a:gd name="connsiteX12" fmla="*/ 13100 w 202654"/>
              <a:gd name="connsiteY12" fmla="*/ 182624 h 196563"/>
              <a:gd name="connsiteX13" fmla="*/ 13100 w 202654"/>
              <a:gd name="connsiteY13" fmla="*/ 88214 h 196563"/>
              <a:gd name="connsiteX14" fmla="*/ 13277 w 202654"/>
              <a:gd name="connsiteY14" fmla="*/ 86566 h 196563"/>
              <a:gd name="connsiteX15" fmla="*/ 2556 w 202654"/>
              <a:gd name="connsiteY15" fmla="*/ 44050 h 196563"/>
              <a:gd name="connsiteX16" fmla="*/ 14557 w 202654"/>
              <a:gd name="connsiteY16" fmla="*/ 12977 h 196563"/>
              <a:gd name="connsiteX17" fmla="*/ 164435 w 202654"/>
              <a:gd name="connsiteY17" fmla="*/ 95817 h 196563"/>
              <a:gd name="connsiteX18" fmla="*/ 134123 w 202654"/>
              <a:gd name="connsiteY18" fmla="*/ 80711 h 196563"/>
              <a:gd name="connsiteX19" fmla="*/ 103873 w 202654"/>
              <a:gd name="connsiteY19" fmla="*/ 95817 h 196563"/>
              <a:gd name="connsiteX20" fmla="*/ 98754 w 202654"/>
              <a:gd name="connsiteY20" fmla="*/ 95817 h 196563"/>
              <a:gd name="connsiteX21" fmla="*/ 68504 w 202654"/>
              <a:gd name="connsiteY21" fmla="*/ 80711 h 196563"/>
              <a:gd name="connsiteX22" fmla="*/ 38204 w 202654"/>
              <a:gd name="connsiteY22" fmla="*/ 95817 h 196563"/>
              <a:gd name="connsiteX23" fmla="*/ 28320 w 202654"/>
              <a:gd name="connsiteY23" fmla="*/ 94537 h 196563"/>
              <a:gd name="connsiteX24" fmla="*/ 28320 w 202654"/>
              <a:gd name="connsiteY24" fmla="*/ 181357 h 196563"/>
              <a:gd name="connsiteX25" fmla="*/ 69632 w 202654"/>
              <a:gd name="connsiteY25" fmla="*/ 181357 h 196563"/>
              <a:gd name="connsiteX26" fmla="*/ 69632 w 202654"/>
              <a:gd name="connsiteY26" fmla="*/ 125597 h 196563"/>
              <a:gd name="connsiteX27" fmla="*/ 75968 w 202654"/>
              <a:gd name="connsiteY27" fmla="*/ 119261 h 196563"/>
              <a:gd name="connsiteX28" fmla="*/ 75968 w 202654"/>
              <a:gd name="connsiteY28" fmla="*/ 119261 h 196563"/>
              <a:gd name="connsiteX29" fmla="*/ 126658 w 202654"/>
              <a:gd name="connsiteY29" fmla="*/ 119261 h 196563"/>
              <a:gd name="connsiteX30" fmla="*/ 132995 w 202654"/>
              <a:gd name="connsiteY30" fmla="*/ 125597 h 196563"/>
              <a:gd name="connsiteX31" fmla="*/ 132995 w 202654"/>
              <a:gd name="connsiteY31" fmla="*/ 181357 h 196563"/>
              <a:gd name="connsiteX32" fmla="*/ 174307 w 202654"/>
              <a:gd name="connsiteY32" fmla="*/ 181357 h 196563"/>
              <a:gd name="connsiteX33" fmla="*/ 174307 w 202654"/>
              <a:gd name="connsiteY33" fmla="*/ 94537 h 196563"/>
              <a:gd name="connsiteX34" fmla="*/ 164423 w 202654"/>
              <a:gd name="connsiteY34" fmla="*/ 95804 h 196563"/>
              <a:gd name="connsiteX35" fmla="*/ 82317 w 202654"/>
              <a:gd name="connsiteY35" fmla="*/ 181357 h 196563"/>
              <a:gd name="connsiteX36" fmla="*/ 120335 w 202654"/>
              <a:gd name="connsiteY36" fmla="*/ 181357 h 196563"/>
              <a:gd name="connsiteX37" fmla="*/ 120335 w 202654"/>
              <a:gd name="connsiteY37" fmla="*/ 131934 h 196563"/>
              <a:gd name="connsiteX38" fmla="*/ 82317 w 202654"/>
              <a:gd name="connsiteY38" fmla="*/ 131934 h 196563"/>
              <a:gd name="connsiteX39" fmla="*/ 82317 w 202654"/>
              <a:gd name="connsiteY39" fmla="*/ 181357 h 196563"/>
              <a:gd name="connsiteX40" fmla="*/ 76120 w 202654"/>
              <a:gd name="connsiteY40" fmla="*/ 57990 h 196563"/>
              <a:gd name="connsiteX41" fmla="*/ 98754 w 202654"/>
              <a:gd name="connsiteY41" fmla="*/ 80610 h 196563"/>
              <a:gd name="connsiteX42" fmla="*/ 103873 w 202654"/>
              <a:gd name="connsiteY42" fmla="*/ 80610 h 196563"/>
              <a:gd name="connsiteX43" fmla="*/ 126506 w 202654"/>
              <a:gd name="connsiteY43" fmla="*/ 57990 h 196563"/>
              <a:gd name="connsiteX44" fmla="*/ 134110 w 202654"/>
              <a:gd name="connsiteY44" fmla="*/ 50386 h 196563"/>
              <a:gd name="connsiteX45" fmla="*/ 141713 w 202654"/>
              <a:gd name="connsiteY45" fmla="*/ 57990 h 196563"/>
              <a:gd name="connsiteX46" fmla="*/ 164435 w 202654"/>
              <a:gd name="connsiteY46" fmla="*/ 80610 h 196563"/>
              <a:gd name="connsiteX47" fmla="*/ 185903 w 202654"/>
              <a:gd name="connsiteY47" fmla="*/ 49499 h 196563"/>
              <a:gd name="connsiteX48" fmla="*/ 173914 w 202654"/>
              <a:gd name="connsiteY48" fmla="*/ 18451 h 196563"/>
              <a:gd name="connsiteX49" fmla="*/ 169188 w 202654"/>
              <a:gd name="connsiteY49" fmla="*/ 15207 h 196563"/>
              <a:gd name="connsiteX50" fmla="*/ 33465 w 202654"/>
              <a:gd name="connsiteY50" fmla="*/ 15207 h 196563"/>
              <a:gd name="connsiteX51" fmla="*/ 28738 w 202654"/>
              <a:gd name="connsiteY51" fmla="*/ 18451 h 196563"/>
              <a:gd name="connsiteX52" fmla="*/ 16750 w 202654"/>
              <a:gd name="connsiteY52" fmla="*/ 49524 h 196563"/>
              <a:gd name="connsiteX53" fmla="*/ 38204 w 202654"/>
              <a:gd name="connsiteY53" fmla="*/ 80610 h 196563"/>
              <a:gd name="connsiteX54" fmla="*/ 60913 w 202654"/>
              <a:gd name="connsiteY54" fmla="*/ 57990 h 196563"/>
              <a:gd name="connsiteX55" fmla="*/ 68517 w 202654"/>
              <a:gd name="connsiteY55" fmla="*/ 50386 h 196563"/>
              <a:gd name="connsiteX56" fmla="*/ 76120 w 202654"/>
              <a:gd name="connsiteY56" fmla="*/ 57990 h 196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02654" h="196563">
                <a:moveTo>
                  <a:pt x="14557" y="12977"/>
                </a:moveTo>
                <a:cubicBezTo>
                  <a:pt x="17573" y="5160"/>
                  <a:pt x="25086" y="4"/>
                  <a:pt x="33464" y="0"/>
                </a:cubicBezTo>
                <a:lnTo>
                  <a:pt x="169188" y="0"/>
                </a:lnTo>
                <a:cubicBezTo>
                  <a:pt x="177566" y="4"/>
                  <a:pt x="185079" y="5160"/>
                  <a:pt x="188095" y="12977"/>
                </a:cubicBezTo>
                <a:lnTo>
                  <a:pt x="200096" y="44025"/>
                </a:lnTo>
                <a:cubicBezTo>
                  <a:pt x="205910" y="59052"/>
                  <a:pt x="201601" y="76113"/>
                  <a:pt x="189349" y="86579"/>
                </a:cubicBezTo>
                <a:cubicBezTo>
                  <a:pt x="189466" y="87111"/>
                  <a:pt x="189526" y="87655"/>
                  <a:pt x="189527" y="88201"/>
                </a:cubicBezTo>
                <a:lnTo>
                  <a:pt x="189527" y="182624"/>
                </a:lnTo>
                <a:cubicBezTo>
                  <a:pt x="189527" y="190322"/>
                  <a:pt x="183286" y="196564"/>
                  <a:pt x="175587" y="196564"/>
                </a:cubicBezTo>
                <a:cubicBezTo>
                  <a:pt x="175587" y="196564"/>
                  <a:pt x="175587" y="196564"/>
                  <a:pt x="175587" y="196564"/>
                </a:cubicBezTo>
                <a:lnTo>
                  <a:pt x="27040" y="196564"/>
                </a:lnTo>
                <a:cubicBezTo>
                  <a:pt x="19341" y="196564"/>
                  <a:pt x="13100" y="190322"/>
                  <a:pt x="13100" y="182624"/>
                </a:cubicBezTo>
                <a:cubicBezTo>
                  <a:pt x="13100" y="182624"/>
                  <a:pt x="13100" y="182624"/>
                  <a:pt x="13100" y="182624"/>
                </a:cubicBezTo>
                <a:lnTo>
                  <a:pt x="13100" y="88214"/>
                </a:lnTo>
                <a:cubicBezTo>
                  <a:pt x="13100" y="87643"/>
                  <a:pt x="13163" y="87098"/>
                  <a:pt x="13277" y="86566"/>
                </a:cubicBezTo>
                <a:cubicBezTo>
                  <a:pt x="1048" y="76103"/>
                  <a:pt x="-3250" y="59061"/>
                  <a:pt x="2556" y="44050"/>
                </a:cubicBezTo>
                <a:lnTo>
                  <a:pt x="14557" y="12977"/>
                </a:lnTo>
                <a:close/>
                <a:moveTo>
                  <a:pt x="164435" y="95817"/>
                </a:moveTo>
                <a:cubicBezTo>
                  <a:pt x="152520" y="95821"/>
                  <a:pt x="141294" y="90227"/>
                  <a:pt x="134123" y="80711"/>
                </a:cubicBezTo>
                <a:cubicBezTo>
                  <a:pt x="126983" y="90231"/>
                  <a:pt x="115773" y="95829"/>
                  <a:pt x="103873" y="95817"/>
                </a:cubicBezTo>
                <a:lnTo>
                  <a:pt x="98754" y="95817"/>
                </a:lnTo>
                <a:cubicBezTo>
                  <a:pt x="86854" y="95829"/>
                  <a:pt x="75644" y="90231"/>
                  <a:pt x="68504" y="80711"/>
                </a:cubicBezTo>
                <a:cubicBezTo>
                  <a:pt x="61335" y="90224"/>
                  <a:pt x="50115" y="95817"/>
                  <a:pt x="38204" y="95817"/>
                </a:cubicBezTo>
                <a:cubicBezTo>
                  <a:pt x="34757" y="95817"/>
                  <a:pt x="31450" y="95373"/>
                  <a:pt x="28320" y="94537"/>
                </a:cubicBezTo>
                <a:lnTo>
                  <a:pt x="28320" y="181357"/>
                </a:lnTo>
                <a:lnTo>
                  <a:pt x="69632" y="181357"/>
                </a:lnTo>
                <a:lnTo>
                  <a:pt x="69632" y="125597"/>
                </a:lnTo>
                <a:cubicBezTo>
                  <a:pt x="69632" y="122098"/>
                  <a:pt x="72469" y="119261"/>
                  <a:pt x="75968" y="119261"/>
                </a:cubicBezTo>
                <a:cubicBezTo>
                  <a:pt x="75968" y="119261"/>
                  <a:pt x="75968" y="119261"/>
                  <a:pt x="75968" y="119261"/>
                </a:cubicBezTo>
                <a:lnTo>
                  <a:pt x="126658" y="119261"/>
                </a:lnTo>
                <a:cubicBezTo>
                  <a:pt x="130158" y="119261"/>
                  <a:pt x="132995" y="122098"/>
                  <a:pt x="132995" y="125597"/>
                </a:cubicBezTo>
                <a:lnTo>
                  <a:pt x="132995" y="181357"/>
                </a:lnTo>
                <a:lnTo>
                  <a:pt x="174307" y="181357"/>
                </a:lnTo>
                <a:lnTo>
                  <a:pt x="174307" y="94537"/>
                </a:lnTo>
                <a:cubicBezTo>
                  <a:pt x="171177" y="95373"/>
                  <a:pt x="167869" y="95804"/>
                  <a:pt x="164423" y="95804"/>
                </a:cubicBezTo>
                <a:close/>
                <a:moveTo>
                  <a:pt x="82317" y="181357"/>
                </a:moveTo>
                <a:lnTo>
                  <a:pt x="120335" y="181357"/>
                </a:lnTo>
                <a:lnTo>
                  <a:pt x="120335" y="131934"/>
                </a:lnTo>
                <a:lnTo>
                  <a:pt x="82317" y="131934"/>
                </a:lnTo>
                <a:lnTo>
                  <a:pt x="82317" y="181357"/>
                </a:lnTo>
                <a:close/>
                <a:moveTo>
                  <a:pt x="76120" y="57990"/>
                </a:moveTo>
                <a:cubicBezTo>
                  <a:pt x="76120" y="70472"/>
                  <a:pt x="86258" y="80610"/>
                  <a:pt x="98754" y="80610"/>
                </a:cubicBezTo>
                <a:lnTo>
                  <a:pt x="103873" y="80610"/>
                </a:lnTo>
                <a:cubicBezTo>
                  <a:pt x="116368" y="80610"/>
                  <a:pt x="126506" y="70472"/>
                  <a:pt x="126506" y="57990"/>
                </a:cubicBezTo>
                <a:cubicBezTo>
                  <a:pt x="126506" y="53790"/>
                  <a:pt x="129911" y="50386"/>
                  <a:pt x="134110" y="50386"/>
                </a:cubicBezTo>
                <a:cubicBezTo>
                  <a:pt x="138309" y="50386"/>
                  <a:pt x="141713" y="53790"/>
                  <a:pt x="141713" y="57990"/>
                </a:cubicBezTo>
                <a:cubicBezTo>
                  <a:pt x="141713" y="70447"/>
                  <a:pt x="151902" y="80610"/>
                  <a:pt x="164435" y="80610"/>
                </a:cubicBezTo>
                <a:cubicBezTo>
                  <a:pt x="180542" y="80610"/>
                  <a:pt x="191681" y="64427"/>
                  <a:pt x="185903" y="49499"/>
                </a:cubicBezTo>
                <a:lnTo>
                  <a:pt x="173914" y="18451"/>
                </a:lnTo>
                <a:cubicBezTo>
                  <a:pt x="173160" y="16497"/>
                  <a:pt x="171282" y="15208"/>
                  <a:pt x="169188" y="15207"/>
                </a:cubicBezTo>
                <a:lnTo>
                  <a:pt x="33465" y="15207"/>
                </a:lnTo>
                <a:cubicBezTo>
                  <a:pt x="31370" y="15208"/>
                  <a:pt x="29492" y="16497"/>
                  <a:pt x="28738" y="18451"/>
                </a:cubicBezTo>
                <a:lnTo>
                  <a:pt x="16750" y="49524"/>
                </a:lnTo>
                <a:cubicBezTo>
                  <a:pt x="10984" y="64440"/>
                  <a:pt x="22097" y="80610"/>
                  <a:pt x="38204" y="80610"/>
                </a:cubicBezTo>
                <a:cubicBezTo>
                  <a:pt x="50725" y="80610"/>
                  <a:pt x="60913" y="70447"/>
                  <a:pt x="60913" y="57990"/>
                </a:cubicBezTo>
                <a:cubicBezTo>
                  <a:pt x="60913" y="53790"/>
                  <a:pt x="64318" y="50386"/>
                  <a:pt x="68517" y="50386"/>
                </a:cubicBezTo>
                <a:cubicBezTo>
                  <a:pt x="72716" y="50386"/>
                  <a:pt x="76120" y="53790"/>
                  <a:pt x="76120" y="57990"/>
                </a:cubicBezTo>
                <a:close/>
              </a:path>
            </a:pathLst>
          </a:custGeom>
          <a:solidFill>
            <a:schemeClr val="accent2"/>
          </a:solidFill>
          <a:ln w="233" cap="flat">
            <a:noFill/>
            <a:prstDash val="solid"/>
            <a:miter/>
          </a:ln>
        </p:spPr>
        <p:txBody>
          <a:bodyPr rtlCol="0" anchor="ctr"/>
          <a:lstStyle/>
          <a:p>
            <a:endParaRPr lang="zh-CN" altLang="en-US"/>
          </a:p>
        </p:txBody>
      </p:sp>
      <p:grpSp>
        <p:nvGrpSpPr>
          <p:cNvPr id="346" name="组合 345">
            <a:extLst>
              <a:ext uri="{FF2B5EF4-FFF2-40B4-BE49-F238E27FC236}">
                <a16:creationId xmlns:a16="http://schemas.microsoft.com/office/drawing/2014/main" id="{758E2F2B-02C2-66D5-C6A2-87DCDD67F31A}"/>
              </a:ext>
            </a:extLst>
          </p:cNvPr>
          <p:cNvGrpSpPr/>
          <p:nvPr/>
        </p:nvGrpSpPr>
        <p:grpSpPr>
          <a:xfrm>
            <a:off x="8761408" y="1093032"/>
            <a:ext cx="280626" cy="279971"/>
            <a:chOff x="8784577" y="1112654"/>
            <a:chExt cx="218361" cy="217851"/>
          </a:xfrm>
        </p:grpSpPr>
        <p:sp>
          <p:nvSpPr>
            <p:cNvPr id="343" name="任意多边形: 形状 342">
              <a:extLst>
                <a:ext uri="{FF2B5EF4-FFF2-40B4-BE49-F238E27FC236}">
                  <a16:creationId xmlns:a16="http://schemas.microsoft.com/office/drawing/2014/main" id="{885B8255-D96B-4A49-3829-F555ED9230C6}"/>
                </a:ext>
              </a:extLst>
            </p:cNvPr>
            <p:cNvSpPr/>
            <p:nvPr/>
          </p:nvSpPr>
          <p:spPr>
            <a:xfrm>
              <a:off x="8784577" y="1112654"/>
              <a:ext cx="218361" cy="217851"/>
            </a:xfrm>
            <a:custGeom>
              <a:avLst/>
              <a:gdLst>
                <a:gd name="connsiteX0" fmla="*/ 93385 w 218361"/>
                <a:gd name="connsiteY0" fmla="*/ 97025 h 217851"/>
                <a:gd name="connsiteX1" fmla="*/ 141897 w 218361"/>
                <a:gd name="connsiteY1" fmla="*/ 48512 h 217851"/>
                <a:gd name="connsiteX2" fmla="*/ 93385 w 218361"/>
                <a:gd name="connsiteY2" fmla="*/ 0 h 217851"/>
                <a:gd name="connsiteX3" fmla="*/ 44873 w 218361"/>
                <a:gd name="connsiteY3" fmla="*/ 48512 h 217851"/>
                <a:gd name="connsiteX4" fmla="*/ 93385 w 218361"/>
                <a:gd name="connsiteY4" fmla="*/ 97025 h 217851"/>
                <a:gd name="connsiteX5" fmla="*/ 70114 w 218361"/>
                <a:gd name="connsiteY5" fmla="*/ 25239 h 217851"/>
                <a:gd name="connsiteX6" fmla="*/ 116656 w 218361"/>
                <a:gd name="connsiteY6" fmla="*/ 25238 h 217851"/>
                <a:gd name="connsiteX7" fmla="*/ 116656 w 218361"/>
                <a:gd name="connsiteY7" fmla="*/ 71781 h 217851"/>
                <a:gd name="connsiteX8" fmla="*/ 70114 w 218361"/>
                <a:gd name="connsiteY8" fmla="*/ 71781 h 217851"/>
                <a:gd name="connsiteX9" fmla="*/ 60475 w 218361"/>
                <a:gd name="connsiteY9" fmla="*/ 48510 h 217851"/>
                <a:gd name="connsiteX10" fmla="*/ 70114 w 218361"/>
                <a:gd name="connsiteY10" fmla="*/ 25239 h 217851"/>
                <a:gd name="connsiteX11" fmla="*/ 163747 w 218361"/>
                <a:gd name="connsiteY11" fmla="*/ 108616 h 217851"/>
                <a:gd name="connsiteX12" fmla="*/ 154727 w 218361"/>
                <a:gd name="connsiteY12" fmla="*/ 109362 h 217851"/>
                <a:gd name="connsiteX13" fmla="*/ 153021 w 218361"/>
                <a:gd name="connsiteY13" fmla="*/ 108217 h 217851"/>
                <a:gd name="connsiteX14" fmla="*/ 152165 w 218361"/>
                <a:gd name="connsiteY14" fmla="*/ 107802 h 217851"/>
                <a:gd name="connsiteX15" fmla="*/ 144625 w 218361"/>
                <a:gd name="connsiteY15" fmla="*/ 104901 h 217851"/>
                <a:gd name="connsiteX16" fmla="*/ 138131 w 218361"/>
                <a:gd name="connsiteY16" fmla="*/ 103387 h 217851"/>
                <a:gd name="connsiteX17" fmla="*/ 129389 w 218361"/>
                <a:gd name="connsiteY17" fmla="*/ 102661 h 217851"/>
                <a:gd name="connsiteX18" fmla="*/ 118450 w 218361"/>
                <a:gd name="connsiteY18" fmla="*/ 102661 h 217851"/>
                <a:gd name="connsiteX19" fmla="*/ 110932 w 218361"/>
                <a:gd name="connsiteY19" fmla="*/ 105937 h 217851"/>
                <a:gd name="connsiteX20" fmla="*/ 92958 w 218361"/>
                <a:gd name="connsiteY20" fmla="*/ 125266 h 217851"/>
                <a:gd name="connsiteX21" fmla="*/ 75104 w 218361"/>
                <a:gd name="connsiteY21" fmla="*/ 105959 h 217851"/>
                <a:gd name="connsiteX22" fmla="*/ 67566 w 218361"/>
                <a:gd name="connsiteY22" fmla="*/ 102661 h 217851"/>
                <a:gd name="connsiteX23" fmla="*/ 56564 w 218361"/>
                <a:gd name="connsiteY23" fmla="*/ 102661 h 217851"/>
                <a:gd name="connsiteX24" fmla="*/ 16402 w 218361"/>
                <a:gd name="connsiteY24" fmla="*/ 120627 h 217851"/>
                <a:gd name="connsiteX25" fmla="*/ 0 w 218361"/>
                <a:gd name="connsiteY25" fmla="*/ 163113 h 217851"/>
                <a:gd name="connsiteX26" fmla="*/ 0 w 218361"/>
                <a:gd name="connsiteY26" fmla="*/ 175973 h 217851"/>
                <a:gd name="connsiteX27" fmla="*/ 32179 w 218361"/>
                <a:gd name="connsiteY27" fmla="*/ 210085 h 217851"/>
                <a:gd name="connsiteX28" fmla="*/ 132200 w 218361"/>
                <a:gd name="connsiteY28" fmla="*/ 210102 h 217851"/>
                <a:gd name="connsiteX29" fmla="*/ 134881 w 218361"/>
                <a:gd name="connsiteY29" fmla="*/ 209614 h 217851"/>
                <a:gd name="connsiteX30" fmla="*/ 163735 w 218361"/>
                <a:gd name="connsiteY30" fmla="*/ 217852 h 217851"/>
                <a:gd name="connsiteX31" fmla="*/ 218361 w 218361"/>
                <a:gd name="connsiteY31" fmla="*/ 163226 h 217851"/>
                <a:gd name="connsiteX32" fmla="*/ 163747 w 218361"/>
                <a:gd name="connsiteY32" fmla="*/ 108616 h 217851"/>
                <a:gd name="connsiteX33" fmla="*/ 15602 w 218361"/>
                <a:gd name="connsiteY33" fmla="*/ 175973 h 217851"/>
                <a:gd name="connsiteX34" fmla="*/ 15602 w 218361"/>
                <a:gd name="connsiteY34" fmla="*/ 163113 h 217851"/>
                <a:gd name="connsiteX35" fmla="*/ 56557 w 218361"/>
                <a:gd name="connsiteY35" fmla="*/ 118258 h 217851"/>
                <a:gd name="connsiteX36" fmla="*/ 65223 w 218361"/>
                <a:gd name="connsiteY36" fmla="*/ 118258 h 217851"/>
                <a:gd name="connsiteX37" fmla="*/ 85404 w 218361"/>
                <a:gd name="connsiteY37" fmla="*/ 140088 h 217851"/>
                <a:gd name="connsiteX38" fmla="*/ 92927 w 218361"/>
                <a:gd name="connsiteY38" fmla="*/ 143384 h 217851"/>
                <a:gd name="connsiteX39" fmla="*/ 92939 w 218361"/>
                <a:gd name="connsiteY39" fmla="*/ 143384 h 217851"/>
                <a:gd name="connsiteX40" fmla="*/ 100457 w 218361"/>
                <a:gd name="connsiteY40" fmla="*/ 140108 h 217851"/>
                <a:gd name="connsiteX41" fmla="*/ 120764 w 218361"/>
                <a:gd name="connsiteY41" fmla="*/ 118258 h 217851"/>
                <a:gd name="connsiteX42" fmla="*/ 129374 w 218361"/>
                <a:gd name="connsiteY42" fmla="*/ 118258 h 217851"/>
                <a:gd name="connsiteX43" fmla="*/ 132543 w 218361"/>
                <a:gd name="connsiteY43" fmla="*/ 118394 h 217851"/>
                <a:gd name="connsiteX44" fmla="*/ 118896 w 218361"/>
                <a:gd name="connsiteY44" fmla="*/ 194440 h 217851"/>
                <a:gd name="connsiteX45" fmla="*/ 118938 w 218361"/>
                <a:gd name="connsiteY45" fmla="*/ 194500 h 217851"/>
                <a:gd name="connsiteX46" fmla="*/ 32152 w 218361"/>
                <a:gd name="connsiteY46" fmla="*/ 194485 h 217851"/>
                <a:gd name="connsiteX47" fmla="*/ 15602 w 218361"/>
                <a:gd name="connsiteY47" fmla="*/ 175973 h 217851"/>
                <a:gd name="connsiteX48" fmla="*/ 193757 w 218361"/>
                <a:gd name="connsiteY48" fmla="*/ 193242 h 217851"/>
                <a:gd name="connsiteX49" fmla="*/ 137560 w 218361"/>
                <a:gd name="connsiteY49" fmla="*/ 196633 h 217851"/>
                <a:gd name="connsiteX50" fmla="*/ 136629 w 218361"/>
                <a:gd name="connsiteY50" fmla="*/ 195877 h 217851"/>
                <a:gd name="connsiteX51" fmla="*/ 133740 w 218361"/>
                <a:gd name="connsiteY51" fmla="*/ 193240 h 217851"/>
                <a:gd name="connsiteX52" fmla="*/ 133807 w 218361"/>
                <a:gd name="connsiteY52" fmla="*/ 133173 h 217851"/>
                <a:gd name="connsiteX53" fmla="*/ 150288 w 218361"/>
                <a:gd name="connsiteY53" fmla="*/ 122975 h 217851"/>
                <a:gd name="connsiteX54" fmla="*/ 153138 w 218361"/>
                <a:gd name="connsiteY54" fmla="*/ 122136 h 217851"/>
                <a:gd name="connsiteX55" fmla="*/ 163747 w 218361"/>
                <a:gd name="connsiteY55" fmla="*/ 120805 h 217851"/>
                <a:gd name="connsiteX56" fmla="*/ 206188 w 218361"/>
                <a:gd name="connsiteY56" fmla="*/ 163239 h 217851"/>
                <a:gd name="connsiteX57" fmla="*/ 193757 w 218361"/>
                <a:gd name="connsiteY57" fmla="*/ 193252 h 21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18361" h="217851">
                  <a:moveTo>
                    <a:pt x="93385" y="97025"/>
                  </a:moveTo>
                  <a:cubicBezTo>
                    <a:pt x="120179" y="97025"/>
                    <a:pt x="141897" y="75304"/>
                    <a:pt x="141897" y="48512"/>
                  </a:cubicBezTo>
                  <a:cubicBezTo>
                    <a:pt x="141897" y="21721"/>
                    <a:pt x="120176" y="0"/>
                    <a:pt x="93385" y="0"/>
                  </a:cubicBezTo>
                  <a:cubicBezTo>
                    <a:pt x="66593" y="0"/>
                    <a:pt x="44873" y="21721"/>
                    <a:pt x="44873" y="48512"/>
                  </a:cubicBezTo>
                  <a:cubicBezTo>
                    <a:pt x="44873" y="75304"/>
                    <a:pt x="66591" y="97025"/>
                    <a:pt x="93385" y="97025"/>
                  </a:cubicBezTo>
                  <a:close/>
                  <a:moveTo>
                    <a:pt x="70114" y="25239"/>
                  </a:moveTo>
                  <a:cubicBezTo>
                    <a:pt x="82966" y="12386"/>
                    <a:pt x="103804" y="12386"/>
                    <a:pt x="116656" y="25238"/>
                  </a:cubicBezTo>
                  <a:cubicBezTo>
                    <a:pt x="129508" y="38090"/>
                    <a:pt x="129508" y="58928"/>
                    <a:pt x="116656" y="71781"/>
                  </a:cubicBezTo>
                  <a:cubicBezTo>
                    <a:pt x="103804" y="84633"/>
                    <a:pt x="82966" y="84633"/>
                    <a:pt x="70114" y="71781"/>
                  </a:cubicBezTo>
                  <a:cubicBezTo>
                    <a:pt x="63942" y="65609"/>
                    <a:pt x="60475" y="57238"/>
                    <a:pt x="60475" y="48510"/>
                  </a:cubicBezTo>
                  <a:cubicBezTo>
                    <a:pt x="60451" y="39777"/>
                    <a:pt x="63922" y="31397"/>
                    <a:pt x="70114" y="25239"/>
                  </a:cubicBezTo>
                  <a:close/>
                  <a:moveTo>
                    <a:pt x="163747" y="108616"/>
                  </a:moveTo>
                  <a:cubicBezTo>
                    <a:pt x="160725" y="108617"/>
                    <a:pt x="157708" y="108866"/>
                    <a:pt x="154727" y="109362"/>
                  </a:cubicBezTo>
                  <a:cubicBezTo>
                    <a:pt x="154212" y="108907"/>
                    <a:pt x="153638" y="108521"/>
                    <a:pt x="153021" y="108217"/>
                  </a:cubicBezTo>
                  <a:cubicBezTo>
                    <a:pt x="152738" y="108078"/>
                    <a:pt x="152453" y="107939"/>
                    <a:pt x="152165" y="107802"/>
                  </a:cubicBezTo>
                  <a:cubicBezTo>
                    <a:pt x="149728" y="106648"/>
                    <a:pt x="147207" y="105679"/>
                    <a:pt x="144625" y="104901"/>
                  </a:cubicBezTo>
                  <a:cubicBezTo>
                    <a:pt x="142494" y="104261"/>
                    <a:pt x="140325" y="103755"/>
                    <a:pt x="138131" y="103387"/>
                  </a:cubicBezTo>
                  <a:cubicBezTo>
                    <a:pt x="135242" y="102904"/>
                    <a:pt x="132318" y="102661"/>
                    <a:pt x="129389" y="102661"/>
                  </a:cubicBezTo>
                  <a:lnTo>
                    <a:pt x="118450" y="102661"/>
                  </a:lnTo>
                  <a:cubicBezTo>
                    <a:pt x="115599" y="102664"/>
                    <a:pt x="112876" y="103851"/>
                    <a:pt x="110932" y="105937"/>
                  </a:cubicBezTo>
                  <a:lnTo>
                    <a:pt x="92958" y="125266"/>
                  </a:lnTo>
                  <a:lnTo>
                    <a:pt x="75104" y="105959"/>
                  </a:lnTo>
                  <a:cubicBezTo>
                    <a:pt x="73159" y="103860"/>
                    <a:pt x="70428" y="102664"/>
                    <a:pt x="67566" y="102661"/>
                  </a:cubicBezTo>
                  <a:lnTo>
                    <a:pt x="56564" y="102661"/>
                  </a:lnTo>
                  <a:cubicBezTo>
                    <a:pt x="41396" y="102661"/>
                    <a:pt x="27133" y="109040"/>
                    <a:pt x="16402" y="120627"/>
                  </a:cubicBezTo>
                  <a:cubicBezTo>
                    <a:pt x="5824" y="132048"/>
                    <a:pt x="0" y="147136"/>
                    <a:pt x="0" y="163113"/>
                  </a:cubicBezTo>
                  <a:lnTo>
                    <a:pt x="0" y="175973"/>
                  </a:lnTo>
                  <a:cubicBezTo>
                    <a:pt x="0" y="194783"/>
                    <a:pt x="14432" y="210085"/>
                    <a:pt x="32179" y="210085"/>
                  </a:cubicBezTo>
                  <a:lnTo>
                    <a:pt x="132200" y="210102"/>
                  </a:lnTo>
                  <a:cubicBezTo>
                    <a:pt x="133115" y="210098"/>
                    <a:pt x="134023" y="209933"/>
                    <a:pt x="134881" y="209614"/>
                  </a:cubicBezTo>
                  <a:cubicBezTo>
                    <a:pt x="143536" y="215013"/>
                    <a:pt x="153535" y="217867"/>
                    <a:pt x="163735" y="217852"/>
                  </a:cubicBezTo>
                  <a:cubicBezTo>
                    <a:pt x="193905" y="217852"/>
                    <a:pt x="218361" y="193396"/>
                    <a:pt x="218361" y="163226"/>
                  </a:cubicBezTo>
                  <a:cubicBezTo>
                    <a:pt x="218361" y="133055"/>
                    <a:pt x="193917" y="108616"/>
                    <a:pt x="163747" y="108616"/>
                  </a:cubicBezTo>
                  <a:close/>
                  <a:moveTo>
                    <a:pt x="15602" y="175973"/>
                  </a:moveTo>
                  <a:lnTo>
                    <a:pt x="15602" y="163113"/>
                  </a:lnTo>
                  <a:cubicBezTo>
                    <a:pt x="15602" y="138384"/>
                    <a:pt x="33978" y="118258"/>
                    <a:pt x="56557" y="118258"/>
                  </a:cubicBezTo>
                  <a:lnTo>
                    <a:pt x="65223" y="118258"/>
                  </a:lnTo>
                  <a:lnTo>
                    <a:pt x="85404" y="140088"/>
                  </a:lnTo>
                  <a:cubicBezTo>
                    <a:pt x="87345" y="142183"/>
                    <a:pt x="90070" y="143377"/>
                    <a:pt x="92927" y="143384"/>
                  </a:cubicBezTo>
                  <a:lnTo>
                    <a:pt x="92939" y="143384"/>
                  </a:lnTo>
                  <a:cubicBezTo>
                    <a:pt x="95790" y="143381"/>
                    <a:pt x="98513" y="142194"/>
                    <a:pt x="100457" y="140108"/>
                  </a:cubicBezTo>
                  <a:lnTo>
                    <a:pt x="120764" y="118258"/>
                  </a:lnTo>
                  <a:lnTo>
                    <a:pt x="129374" y="118258"/>
                  </a:lnTo>
                  <a:cubicBezTo>
                    <a:pt x="130430" y="118258"/>
                    <a:pt x="131495" y="118304"/>
                    <a:pt x="132543" y="118394"/>
                  </a:cubicBezTo>
                  <a:cubicBezTo>
                    <a:pt x="107775" y="135625"/>
                    <a:pt x="101665" y="169672"/>
                    <a:pt x="118896" y="194440"/>
                  </a:cubicBezTo>
                  <a:cubicBezTo>
                    <a:pt x="118910" y="194460"/>
                    <a:pt x="118924" y="194480"/>
                    <a:pt x="118938" y="194500"/>
                  </a:cubicBezTo>
                  <a:lnTo>
                    <a:pt x="32152" y="194485"/>
                  </a:lnTo>
                  <a:cubicBezTo>
                    <a:pt x="23032" y="194500"/>
                    <a:pt x="15602" y="186187"/>
                    <a:pt x="15602" y="175973"/>
                  </a:cubicBezTo>
                  <a:close/>
                  <a:moveTo>
                    <a:pt x="193757" y="193242"/>
                  </a:moveTo>
                  <a:cubicBezTo>
                    <a:pt x="178577" y="208419"/>
                    <a:pt x="154455" y="209875"/>
                    <a:pt x="137560" y="196633"/>
                  </a:cubicBezTo>
                  <a:cubicBezTo>
                    <a:pt x="137270" y="196358"/>
                    <a:pt x="136958" y="196105"/>
                    <a:pt x="136629" y="195877"/>
                  </a:cubicBezTo>
                  <a:cubicBezTo>
                    <a:pt x="135633" y="195047"/>
                    <a:pt x="134670" y="194168"/>
                    <a:pt x="133740" y="193240"/>
                  </a:cubicBezTo>
                  <a:cubicBezTo>
                    <a:pt x="117172" y="176634"/>
                    <a:pt x="117202" y="149741"/>
                    <a:pt x="133807" y="133173"/>
                  </a:cubicBezTo>
                  <a:cubicBezTo>
                    <a:pt x="138442" y="128549"/>
                    <a:pt x="144082" y="125059"/>
                    <a:pt x="150288" y="122975"/>
                  </a:cubicBezTo>
                  <a:cubicBezTo>
                    <a:pt x="151283" y="122880"/>
                    <a:pt x="152250" y="122595"/>
                    <a:pt x="153138" y="122136"/>
                  </a:cubicBezTo>
                  <a:cubicBezTo>
                    <a:pt x="156605" y="121250"/>
                    <a:pt x="160169" y="120803"/>
                    <a:pt x="163747" y="120805"/>
                  </a:cubicBezTo>
                  <a:cubicBezTo>
                    <a:pt x="187185" y="120803"/>
                    <a:pt x="206186" y="139802"/>
                    <a:pt x="206188" y="163239"/>
                  </a:cubicBezTo>
                  <a:cubicBezTo>
                    <a:pt x="206189" y="174496"/>
                    <a:pt x="201717" y="185292"/>
                    <a:pt x="193757" y="193252"/>
                  </a:cubicBezTo>
                  <a:close/>
                </a:path>
              </a:pathLst>
            </a:custGeom>
            <a:solidFill>
              <a:schemeClr val="accent2"/>
            </a:solidFill>
            <a:ln w="242" cap="flat">
              <a:noFill/>
              <a:prstDash val="solid"/>
              <a:miter/>
            </a:ln>
          </p:spPr>
          <p:txBody>
            <a:bodyPr rtlCol="0" anchor="ctr"/>
            <a:lstStyle/>
            <a:p>
              <a:endParaRPr lang="zh-CN" altLang="en-US"/>
            </a:p>
          </p:txBody>
        </p:sp>
        <p:sp>
          <p:nvSpPr>
            <p:cNvPr id="344" name="任意多边形: 形状 343">
              <a:extLst>
                <a:ext uri="{FF2B5EF4-FFF2-40B4-BE49-F238E27FC236}">
                  <a16:creationId xmlns:a16="http://schemas.microsoft.com/office/drawing/2014/main" id="{20706A7C-6F9D-EA8A-1A60-FC5360DE8C9C}"/>
                </a:ext>
              </a:extLst>
            </p:cNvPr>
            <p:cNvSpPr/>
            <p:nvPr/>
          </p:nvSpPr>
          <p:spPr>
            <a:xfrm>
              <a:off x="8937435" y="1246899"/>
              <a:ext cx="41386" cy="40245"/>
            </a:xfrm>
            <a:custGeom>
              <a:avLst/>
              <a:gdLst>
                <a:gd name="connsiteX0" fmla="*/ 33210 w 41386"/>
                <a:gd name="connsiteY0" fmla="*/ 31245 h 40245"/>
                <a:gd name="connsiteX1" fmla="*/ 33210 w 41386"/>
                <a:gd name="connsiteY1" fmla="*/ 20275 h 40245"/>
                <a:gd name="connsiteX2" fmla="*/ 40943 w 41386"/>
                <a:gd name="connsiteY2" fmla="*/ 20275 h 40245"/>
                <a:gd name="connsiteX3" fmla="*/ 40943 w 41386"/>
                <a:gd name="connsiteY3" fmla="*/ 11470 h 40245"/>
                <a:gd name="connsiteX4" fmla="*/ 33210 w 41386"/>
                <a:gd name="connsiteY4" fmla="*/ 11470 h 40245"/>
                <a:gd name="connsiteX5" fmla="*/ 33210 w 41386"/>
                <a:gd name="connsiteY5" fmla="*/ 0 h 40245"/>
                <a:gd name="connsiteX6" fmla="*/ 24210 w 41386"/>
                <a:gd name="connsiteY6" fmla="*/ 0 h 40245"/>
                <a:gd name="connsiteX7" fmla="*/ 24210 w 41386"/>
                <a:gd name="connsiteY7" fmla="*/ 11472 h 40245"/>
                <a:gd name="connsiteX8" fmla="*/ 16857 w 41386"/>
                <a:gd name="connsiteY8" fmla="*/ 11472 h 40245"/>
                <a:gd name="connsiteX9" fmla="*/ 16857 w 41386"/>
                <a:gd name="connsiteY9" fmla="*/ 127 h 40245"/>
                <a:gd name="connsiteX10" fmla="*/ 7857 w 41386"/>
                <a:gd name="connsiteY10" fmla="*/ 127 h 40245"/>
                <a:gd name="connsiteX11" fmla="*/ 7857 w 41386"/>
                <a:gd name="connsiteY11" fmla="*/ 11472 h 40245"/>
                <a:gd name="connsiteX12" fmla="*/ 1519 w 41386"/>
                <a:gd name="connsiteY12" fmla="*/ 11472 h 40245"/>
                <a:gd name="connsiteX13" fmla="*/ 1519 w 41386"/>
                <a:gd name="connsiteY13" fmla="*/ 20275 h 40245"/>
                <a:gd name="connsiteX14" fmla="*/ 7857 w 41386"/>
                <a:gd name="connsiteY14" fmla="*/ 20275 h 40245"/>
                <a:gd name="connsiteX15" fmla="*/ 7857 w 41386"/>
                <a:gd name="connsiteY15" fmla="*/ 31245 h 40245"/>
                <a:gd name="connsiteX16" fmla="*/ 0 w 41386"/>
                <a:gd name="connsiteY16" fmla="*/ 31245 h 40245"/>
                <a:gd name="connsiteX17" fmla="*/ 0 w 41386"/>
                <a:gd name="connsiteY17" fmla="*/ 40246 h 40245"/>
                <a:gd name="connsiteX18" fmla="*/ 41387 w 41386"/>
                <a:gd name="connsiteY18" fmla="*/ 40246 h 40245"/>
                <a:gd name="connsiteX19" fmla="*/ 41387 w 41386"/>
                <a:gd name="connsiteY19" fmla="*/ 31245 h 40245"/>
                <a:gd name="connsiteX20" fmla="*/ 24210 w 41386"/>
                <a:gd name="connsiteY20" fmla="*/ 31245 h 40245"/>
                <a:gd name="connsiteX21" fmla="*/ 16857 w 41386"/>
                <a:gd name="connsiteY21" fmla="*/ 31245 h 40245"/>
                <a:gd name="connsiteX22" fmla="*/ 16857 w 41386"/>
                <a:gd name="connsiteY22" fmla="*/ 20275 h 40245"/>
                <a:gd name="connsiteX23" fmla="*/ 24210 w 41386"/>
                <a:gd name="connsiteY23" fmla="*/ 20275 h 40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1386" h="40245">
                  <a:moveTo>
                    <a:pt x="33210" y="31245"/>
                  </a:moveTo>
                  <a:lnTo>
                    <a:pt x="33210" y="20275"/>
                  </a:lnTo>
                  <a:lnTo>
                    <a:pt x="40943" y="20275"/>
                  </a:lnTo>
                  <a:lnTo>
                    <a:pt x="40943" y="11470"/>
                  </a:lnTo>
                  <a:lnTo>
                    <a:pt x="33210" y="11470"/>
                  </a:lnTo>
                  <a:lnTo>
                    <a:pt x="33210" y="0"/>
                  </a:lnTo>
                  <a:lnTo>
                    <a:pt x="24210" y="0"/>
                  </a:lnTo>
                  <a:lnTo>
                    <a:pt x="24210" y="11472"/>
                  </a:lnTo>
                  <a:lnTo>
                    <a:pt x="16857" y="11472"/>
                  </a:lnTo>
                  <a:lnTo>
                    <a:pt x="16857" y="127"/>
                  </a:lnTo>
                  <a:lnTo>
                    <a:pt x="7857" y="127"/>
                  </a:lnTo>
                  <a:lnTo>
                    <a:pt x="7857" y="11472"/>
                  </a:lnTo>
                  <a:lnTo>
                    <a:pt x="1519" y="11472"/>
                  </a:lnTo>
                  <a:lnTo>
                    <a:pt x="1519" y="20275"/>
                  </a:lnTo>
                  <a:lnTo>
                    <a:pt x="7857" y="20275"/>
                  </a:lnTo>
                  <a:lnTo>
                    <a:pt x="7857" y="31245"/>
                  </a:lnTo>
                  <a:lnTo>
                    <a:pt x="0" y="31245"/>
                  </a:lnTo>
                  <a:lnTo>
                    <a:pt x="0" y="40246"/>
                  </a:lnTo>
                  <a:lnTo>
                    <a:pt x="41387" y="40246"/>
                  </a:lnTo>
                  <a:lnTo>
                    <a:pt x="41387" y="31245"/>
                  </a:lnTo>
                  <a:close/>
                  <a:moveTo>
                    <a:pt x="24210" y="31245"/>
                  </a:moveTo>
                  <a:lnTo>
                    <a:pt x="16857" y="31245"/>
                  </a:lnTo>
                  <a:lnTo>
                    <a:pt x="16857" y="20275"/>
                  </a:lnTo>
                  <a:lnTo>
                    <a:pt x="24210" y="20275"/>
                  </a:lnTo>
                  <a:close/>
                </a:path>
              </a:pathLst>
            </a:custGeom>
            <a:solidFill>
              <a:schemeClr val="accent2"/>
            </a:solidFill>
            <a:ln w="242" cap="flat">
              <a:noFill/>
              <a:prstDash val="solid"/>
              <a:miter/>
            </a:ln>
          </p:spPr>
          <p:txBody>
            <a:bodyPr rtlCol="0" anchor="ctr"/>
            <a:lstStyle/>
            <a:p>
              <a:endParaRPr lang="zh-CN" altLang="en-US"/>
            </a:p>
          </p:txBody>
        </p:sp>
        <p:sp>
          <p:nvSpPr>
            <p:cNvPr id="345" name="任意多边形: 形状 344">
              <a:extLst>
                <a:ext uri="{FF2B5EF4-FFF2-40B4-BE49-F238E27FC236}">
                  <a16:creationId xmlns:a16="http://schemas.microsoft.com/office/drawing/2014/main" id="{718BB8FA-602B-1FFA-9D12-AEA83156C04D}"/>
                </a:ext>
              </a:extLst>
            </p:cNvPr>
            <p:cNvSpPr/>
            <p:nvPr/>
          </p:nvSpPr>
          <p:spPr>
            <a:xfrm>
              <a:off x="8917849" y="1246696"/>
              <a:ext cx="60781" cy="60096"/>
            </a:xfrm>
            <a:custGeom>
              <a:avLst/>
              <a:gdLst>
                <a:gd name="connsiteX0" fmla="*/ 13754 w 60781"/>
                <a:gd name="connsiteY0" fmla="*/ 0 h 60096"/>
                <a:gd name="connsiteX1" fmla="*/ 0 w 60781"/>
                <a:gd name="connsiteY1" fmla="*/ 23008 h 60096"/>
                <a:gd name="connsiteX2" fmla="*/ 4817 w 60781"/>
                <a:gd name="connsiteY2" fmla="*/ 32706 h 60096"/>
                <a:gd name="connsiteX3" fmla="*/ 7543 w 60781"/>
                <a:gd name="connsiteY3" fmla="*/ 29536 h 60096"/>
                <a:gd name="connsiteX4" fmla="*/ 7543 w 60781"/>
                <a:gd name="connsiteY4" fmla="*/ 60097 h 60096"/>
                <a:gd name="connsiteX5" fmla="*/ 16606 w 60781"/>
                <a:gd name="connsiteY5" fmla="*/ 60097 h 60096"/>
                <a:gd name="connsiteX6" fmla="*/ 16606 w 60781"/>
                <a:gd name="connsiteY6" fmla="*/ 15602 h 60096"/>
                <a:gd name="connsiteX7" fmla="*/ 22438 w 60781"/>
                <a:gd name="connsiteY7" fmla="*/ 2735 h 60096"/>
                <a:gd name="connsiteX8" fmla="*/ 42971 w 60781"/>
                <a:gd name="connsiteY8" fmla="*/ 46343 h 60096"/>
                <a:gd name="connsiteX9" fmla="*/ 53049 w 60781"/>
                <a:gd name="connsiteY9" fmla="*/ 59970 h 60096"/>
                <a:gd name="connsiteX10" fmla="*/ 60782 w 60781"/>
                <a:gd name="connsiteY10" fmla="*/ 55094 h 60096"/>
                <a:gd name="connsiteX11" fmla="*/ 50324 w 60781"/>
                <a:gd name="connsiteY11" fmla="*/ 42291 h 60096"/>
                <a:gd name="connsiteX12" fmla="*/ 17745 w 60781"/>
                <a:gd name="connsiteY12" fmla="*/ 54075 h 60096"/>
                <a:gd name="connsiteX13" fmla="*/ 24907 w 60781"/>
                <a:gd name="connsiteY13" fmla="*/ 59843 h 60096"/>
                <a:gd name="connsiteX14" fmla="*/ 37964 w 60781"/>
                <a:gd name="connsiteY14" fmla="*/ 45138 h 60096"/>
                <a:gd name="connsiteX15" fmla="*/ 29344 w 60781"/>
                <a:gd name="connsiteY15" fmla="*/ 42418 h 60096"/>
                <a:gd name="connsiteX16" fmla="*/ 17745 w 60781"/>
                <a:gd name="connsiteY16" fmla="*/ 54075 h 60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781" h="60096">
                  <a:moveTo>
                    <a:pt x="13754" y="0"/>
                  </a:moveTo>
                  <a:cubicBezTo>
                    <a:pt x="10712" y="8747"/>
                    <a:pt x="5451" y="17494"/>
                    <a:pt x="0" y="23008"/>
                  </a:cubicBezTo>
                  <a:cubicBezTo>
                    <a:pt x="1521" y="25290"/>
                    <a:pt x="3993" y="30424"/>
                    <a:pt x="4817" y="32706"/>
                  </a:cubicBezTo>
                  <a:cubicBezTo>
                    <a:pt x="5704" y="31755"/>
                    <a:pt x="6655" y="30677"/>
                    <a:pt x="7543" y="29536"/>
                  </a:cubicBezTo>
                  <a:lnTo>
                    <a:pt x="7543" y="60097"/>
                  </a:lnTo>
                  <a:lnTo>
                    <a:pt x="16606" y="60097"/>
                  </a:lnTo>
                  <a:lnTo>
                    <a:pt x="16606" y="15602"/>
                  </a:lnTo>
                  <a:cubicBezTo>
                    <a:pt x="18811" y="11436"/>
                    <a:pt x="20759" y="7139"/>
                    <a:pt x="22438" y="2735"/>
                  </a:cubicBezTo>
                  <a:close/>
                  <a:moveTo>
                    <a:pt x="42971" y="46343"/>
                  </a:moveTo>
                  <a:cubicBezTo>
                    <a:pt x="46774" y="50463"/>
                    <a:pt x="51148" y="56230"/>
                    <a:pt x="53049" y="59970"/>
                  </a:cubicBezTo>
                  <a:lnTo>
                    <a:pt x="60782" y="55094"/>
                  </a:lnTo>
                  <a:cubicBezTo>
                    <a:pt x="58563" y="51482"/>
                    <a:pt x="54317" y="46221"/>
                    <a:pt x="50324" y="42291"/>
                  </a:cubicBezTo>
                  <a:close/>
                  <a:moveTo>
                    <a:pt x="17745" y="54075"/>
                  </a:moveTo>
                  <a:cubicBezTo>
                    <a:pt x="19773" y="55343"/>
                    <a:pt x="23259" y="58195"/>
                    <a:pt x="24907" y="59843"/>
                  </a:cubicBezTo>
                  <a:cubicBezTo>
                    <a:pt x="29471" y="56357"/>
                    <a:pt x="34731" y="50716"/>
                    <a:pt x="37964" y="45138"/>
                  </a:cubicBezTo>
                  <a:lnTo>
                    <a:pt x="29344" y="42418"/>
                  </a:lnTo>
                  <a:cubicBezTo>
                    <a:pt x="26809" y="46786"/>
                    <a:pt x="22308" y="51286"/>
                    <a:pt x="17745" y="54075"/>
                  </a:cubicBezTo>
                  <a:close/>
                </a:path>
              </a:pathLst>
            </a:custGeom>
            <a:solidFill>
              <a:schemeClr val="accent2"/>
            </a:solidFill>
            <a:ln w="242" cap="flat">
              <a:noFill/>
              <a:prstDash val="solid"/>
              <a:miter/>
            </a:ln>
          </p:spPr>
          <p:txBody>
            <a:bodyPr rtlCol="0" anchor="ctr"/>
            <a:lstStyle/>
            <a:p>
              <a:endParaRPr lang="zh-CN" altLang="en-US"/>
            </a:p>
          </p:txBody>
        </p:sp>
      </p:grpSp>
      <p:grpSp>
        <p:nvGrpSpPr>
          <p:cNvPr id="353" name="组合 352">
            <a:extLst>
              <a:ext uri="{FF2B5EF4-FFF2-40B4-BE49-F238E27FC236}">
                <a16:creationId xmlns:a16="http://schemas.microsoft.com/office/drawing/2014/main" id="{030C606A-EA43-3211-BDFD-C3CCF4F2010F}"/>
              </a:ext>
            </a:extLst>
          </p:cNvPr>
          <p:cNvGrpSpPr/>
          <p:nvPr/>
        </p:nvGrpSpPr>
        <p:grpSpPr>
          <a:xfrm>
            <a:off x="10139961" y="1886790"/>
            <a:ext cx="269021" cy="256391"/>
            <a:chOff x="8778257" y="829150"/>
            <a:chExt cx="246975" cy="235380"/>
          </a:xfrm>
        </p:grpSpPr>
        <p:sp>
          <p:nvSpPr>
            <p:cNvPr id="350" name="任意多边形: 形状 349">
              <a:extLst>
                <a:ext uri="{FF2B5EF4-FFF2-40B4-BE49-F238E27FC236}">
                  <a16:creationId xmlns:a16="http://schemas.microsoft.com/office/drawing/2014/main" id="{29E1EF1E-2546-6815-C076-887430A535E6}"/>
                </a:ext>
              </a:extLst>
            </p:cNvPr>
            <p:cNvSpPr/>
            <p:nvPr/>
          </p:nvSpPr>
          <p:spPr>
            <a:xfrm>
              <a:off x="8913587" y="919339"/>
              <a:ext cx="111645" cy="145191"/>
            </a:xfrm>
            <a:custGeom>
              <a:avLst/>
              <a:gdLst>
                <a:gd name="connsiteX0" fmla="*/ 105235 w 111645"/>
                <a:gd name="connsiteY0" fmla="*/ 115703 h 145191"/>
                <a:gd name="connsiteX1" fmla="*/ 49712 w 111645"/>
                <a:gd name="connsiteY1" fmla="*/ 145191 h 145191"/>
                <a:gd name="connsiteX2" fmla="*/ 15237 w 111645"/>
                <a:gd name="connsiteY2" fmla="*/ 139272 h 145191"/>
                <a:gd name="connsiteX3" fmla="*/ 9948 w 111645"/>
                <a:gd name="connsiteY3" fmla="*/ 127460 h 145191"/>
                <a:gd name="connsiteX4" fmla="*/ 21842 w 111645"/>
                <a:gd name="connsiteY4" fmla="*/ 121870 h 145191"/>
                <a:gd name="connsiteX5" fmla="*/ 22034 w 111645"/>
                <a:gd name="connsiteY5" fmla="*/ 121952 h 145191"/>
                <a:gd name="connsiteX6" fmla="*/ 22993 w 111645"/>
                <a:gd name="connsiteY6" fmla="*/ 122144 h 145191"/>
                <a:gd name="connsiteX7" fmla="*/ 23623 w 111645"/>
                <a:gd name="connsiteY7" fmla="*/ 122363 h 145191"/>
                <a:gd name="connsiteX8" fmla="*/ 25459 w 111645"/>
                <a:gd name="connsiteY8" fmla="*/ 122883 h 145191"/>
                <a:gd name="connsiteX9" fmla="*/ 30858 w 111645"/>
                <a:gd name="connsiteY9" fmla="*/ 124226 h 145191"/>
                <a:gd name="connsiteX10" fmla="*/ 58153 w 111645"/>
                <a:gd name="connsiteY10" fmla="*/ 125925 h 145191"/>
                <a:gd name="connsiteX11" fmla="*/ 89313 w 111645"/>
                <a:gd name="connsiteY11" fmla="*/ 106221 h 145191"/>
                <a:gd name="connsiteX12" fmla="*/ 86243 w 111645"/>
                <a:gd name="connsiteY12" fmla="*/ 65964 h 145191"/>
                <a:gd name="connsiteX13" fmla="*/ 9372 w 111645"/>
                <a:gd name="connsiteY13" fmla="*/ 18800 h 145191"/>
                <a:gd name="connsiteX14" fmla="*/ 0 w 111645"/>
                <a:gd name="connsiteY14" fmla="*/ 9400 h 145191"/>
                <a:gd name="connsiteX15" fmla="*/ 9372 w 111645"/>
                <a:gd name="connsiteY15" fmla="*/ 0 h 145191"/>
                <a:gd name="connsiteX16" fmla="*/ 102138 w 111645"/>
                <a:gd name="connsiteY16" fmla="*/ 56454 h 145191"/>
                <a:gd name="connsiteX17" fmla="*/ 105235 w 111645"/>
                <a:gd name="connsiteY17" fmla="*/ 115703 h 14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1645" h="145191">
                  <a:moveTo>
                    <a:pt x="105235" y="115703"/>
                  </a:moveTo>
                  <a:cubicBezTo>
                    <a:pt x="94684" y="135216"/>
                    <a:pt x="75309" y="145191"/>
                    <a:pt x="49712" y="145191"/>
                  </a:cubicBezTo>
                  <a:cubicBezTo>
                    <a:pt x="38230" y="145191"/>
                    <a:pt x="27103" y="143218"/>
                    <a:pt x="15237" y="139272"/>
                  </a:cubicBezTo>
                  <a:cubicBezTo>
                    <a:pt x="10523" y="137189"/>
                    <a:pt x="8112" y="131763"/>
                    <a:pt x="9948" y="127460"/>
                  </a:cubicBezTo>
                  <a:cubicBezTo>
                    <a:pt x="12086" y="122500"/>
                    <a:pt x="17512" y="120006"/>
                    <a:pt x="21842" y="121870"/>
                  </a:cubicBezTo>
                  <a:lnTo>
                    <a:pt x="22034" y="121952"/>
                  </a:lnTo>
                  <a:lnTo>
                    <a:pt x="22993" y="122144"/>
                  </a:lnTo>
                  <a:cubicBezTo>
                    <a:pt x="23157" y="122226"/>
                    <a:pt x="23349" y="122281"/>
                    <a:pt x="23623" y="122363"/>
                  </a:cubicBezTo>
                  <a:cubicBezTo>
                    <a:pt x="24061" y="122500"/>
                    <a:pt x="24692" y="122692"/>
                    <a:pt x="25459" y="122883"/>
                  </a:cubicBezTo>
                  <a:cubicBezTo>
                    <a:pt x="27131" y="123349"/>
                    <a:pt x="29131" y="123843"/>
                    <a:pt x="30858" y="124226"/>
                  </a:cubicBezTo>
                  <a:cubicBezTo>
                    <a:pt x="40641" y="126364"/>
                    <a:pt x="49767" y="126994"/>
                    <a:pt x="58153" y="125925"/>
                  </a:cubicBezTo>
                  <a:cubicBezTo>
                    <a:pt x="72212" y="124117"/>
                    <a:pt x="82845" y="117567"/>
                    <a:pt x="89313" y="106221"/>
                  </a:cubicBezTo>
                  <a:cubicBezTo>
                    <a:pt x="95917" y="94903"/>
                    <a:pt x="94300" y="80132"/>
                    <a:pt x="86243" y="65964"/>
                  </a:cubicBezTo>
                  <a:cubicBezTo>
                    <a:pt x="72321" y="39189"/>
                    <a:pt x="38970" y="18800"/>
                    <a:pt x="9372" y="18800"/>
                  </a:cubicBezTo>
                  <a:cubicBezTo>
                    <a:pt x="3919" y="18800"/>
                    <a:pt x="0" y="14881"/>
                    <a:pt x="0" y="9400"/>
                  </a:cubicBezTo>
                  <a:cubicBezTo>
                    <a:pt x="0" y="3946"/>
                    <a:pt x="3919" y="0"/>
                    <a:pt x="9372" y="0"/>
                  </a:cubicBezTo>
                  <a:cubicBezTo>
                    <a:pt x="44478" y="0"/>
                    <a:pt x="83229" y="23596"/>
                    <a:pt x="102138" y="56454"/>
                  </a:cubicBezTo>
                  <a:cubicBezTo>
                    <a:pt x="113675" y="77665"/>
                    <a:pt x="114717" y="98603"/>
                    <a:pt x="105235" y="115703"/>
                  </a:cubicBezTo>
                  <a:close/>
                </a:path>
              </a:pathLst>
            </a:custGeom>
            <a:solidFill>
              <a:schemeClr val="accent2"/>
            </a:solidFill>
            <a:ln w="270" cap="flat">
              <a:noFill/>
              <a:prstDash val="solid"/>
              <a:miter/>
            </a:ln>
          </p:spPr>
          <p:txBody>
            <a:bodyPr rtlCol="0" anchor="ctr"/>
            <a:lstStyle/>
            <a:p>
              <a:endParaRPr lang="zh-CN" altLang="en-US"/>
            </a:p>
          </p:txBody>
        </p:sp>
        <p:sp>
          <p:nvSpPr>
            <p:cNvPr id="351" name="任意多边形: 形状 350">
              <a:extLst>
                <a:ext uri="{FF2B5EF4-FFF2-40B4-BE49-F238E27FC236}">
                  <a16:creationId xmlns:a16="http://schemas.microsoft.com/office/drawing/2014/main" id="{C4B026D9-462E-74A7-6CC7-AAAC5342B444}"/>
                </a:ext>
              </a:extLst>
            </p:cNvPr>
            <p:cNvSpPr/>
            <p:nvPr/>
          </p:nvSpPr>
          <p:spPr>
            <a:xfrm>
              <a:off x="8778257" y="943982"/>
              <a:ext cx="155165" cy="118437"/>
            </a:xfrm>
            <a:custGeom>
              <a:avLst/>
              <a:gdLst>
                <a:gd name="connsiteX0" fmla="*/ 25271 w 155165"/>
                <a:gd name="connsiteY0" fmla="*/ 36908 h 118437"/>
                <a:gd name="connsiteX1" fmla="*/ 22366 w 155165"/>
                <a:gd name="connsiteY1" fmla="*/ 82592 h 118437"/>
                <a:gd name="connsiteX2" fmla="*/ 58870 w 155165"/>
                <a:gd name="connsiteY2" fmla="*/ 99666 h 118437"/>
                <a:gd name="connsiteX3" fmla="*/ 137796 w 155165"/>
                <a:gd name="connsiteY3" fmla="*/ 55626 h 118437"/>
                <a:gd name="connsiteX4" fmla="*/ 150457 w 155165"/>
                <a:gd name="connsiteY4" fmla="*/ 52365 h 118437"/>
                <a:gd name="connsiteX5" fmla="*/ 153718 w 155165"/>
                <a:gd name="connsiteY5" fmla="*/ 65081 h 118437"/>
                <a:gd name="connsiteX6" fmla="*/ 59802 w 155165"/>
                <a:gd name="connsiteY6" fmla="*/ 118438 h 118437"/>
                <a:gd name="connsiteX7" fmla="*/ 7513 w 155165"/>
                <a:gd name="connsiteY7" fmla="*/ 92074 h 118437"/>
                <a:gd name="connsiteX8" fmla="*/ 3046 w 155165"/>
                <a:gd name="connsiteY8" fmla="*/ 44198 h 118437"/>
                <a:gd name="connsiteX9" fmla="*/ 32150 w 155165"/>
                <a:gd name="connsiteY9" fmla="*/ 2132 h 118437"/>
                <a:gd name="connsiteX10" fmla="*/ 44592 w 155165"/>
                <a:gd name="connsiteY10" fmla="*/ 3557 h 118437"/>
                <a:gd name="connsiteX11" fmla="*/ 44619 w 155165"/>
                <a:gd name="connsiteY11" fmla="*/ 3584 h 118437"/>
                <a:gd name="connsiteX12" fmla="*/ 44866 w 155165"/>
                <a:gd name="connsiteY12" fmla="*/ 3858 h 118437"/>
                <a:gd name="connsiteX13" fmla="*/ 44893 w 155165"/>
                <a:gd name="connsiteY13" fmla="*/ 3886 h 118437"/>
                <a:gd name="connsiteX14" fmla="*/ 43331 w 155165"/>
                <a:gd name="connsiteY14" fmla="*/ 15889 h 118437"/>
                <a:gd name="connsiteX15" fmla="*/ 25271 w 155165"/>
                <a:gd name="connsiteY15" fmla="*/ 36908 h 1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5165" h="118437">
                  <a:moveTo>
                    <a:pt x="25271" y="36908"/>
                  </a:moveTo>
                  <a:cubicBezTo>
                    <a:pt x="15680" y="52968"/>
                    <a:pt x="14392" y="68616"/>
                    <a:pt x="22366" y="82592"/>
                  </a:cubicBezTo>
                  <a:cubicBezTo>
                    <a:pt x="29108" y="94157"/>
                    <a:pt x="41906" y="99666"/>
                    <a:pt x="58870" y="99666"/>
                  </a:cubicBezTo>
                  <a:cubicBezTo>
                    <a:pt x="89837" y="99666"/>
                    <a:pt x="123518" y="80921"/>
                    <a:pt x="137796" y="55626"/>
                  </a:cubicBezTo>
                  <a:cubicBezTo>
                    <a:pt x="140482" y="50912"/>
                    <a:pt x="145579" y="49597"/>
                    <a:pt x="150457" y="52365"/>
                  </a:cubicBezTo>
                  <a:cubicBezTo>
                    <a:pt x="155171" y="55078"/>
                    <a:pt x="156513" y="60203"/>
                    <a:pt x="153718" y="65081"/>
                  </a:cubicBezTo>
                  <a:cubicBezTo>
                    <a:pt x="136316" y="95089"/>
                    <a:pt x="96935" y="117424"/>
                    <a:pt x="59802" y="118438"/>
                  </a:cubicBezTo>
                  <a:cubicBezTo>
                    <a:pt x="35658" y="118438"/>
                    <a:pt x="16831" y="108874"/>
                    <a:pt x="7513" y="92074"/>
                  </a:cubicBezTo>
                  <a:cubicBezTo>
                    <a:pt x="-791" y="77358"/>
                    <a:pt x="-2106" y="60806"/>
                    <a:pt x="3046" y="44198"/>
                  </a:cubicBezTo>
                  <a:cubicBezTo>
                    <a:pt x="7897" y="28632"/>
                    <a:pt x="18256" y="13751"/>
                    <a:pt x="32150" y="2132"/>
                  </a:cubicBezTo>
                  <a:cubicBezTo>
                    <a:pt x="36096" y="-1157"/>
                    <a:pt x="41139" y="-609"/>
                    <a:pt x="44592" y="3557"/>
                  </a:cubicBezTo>
                  <a:lnTo>
                    <a:pt x="44619" y="3584"/>
                  </a:lnTo>
                  <a:lnTo>
                    <a:pt x="44866" y="3858"/>
                  </a:lnTo>
                  <a:lnTo>
                    <a:pt x="44893" y="3886"/>
                  </a:lnTo>
                  <a:cubicBezTo>
                    <a:pt x="47798" y="6791"/>
                    <a:pt x="47168" y="12518"/>
                    <a:pt x="43331" y="15889"/>
                  </a:cubicBezTo>
                  <a:cubicBezTo>
                    <a:pt x="39522" y="18027"/>
                    <a:pt x="30286" y="28523"/>
                    <a:pt x="25271" y="36908"/>
                  </a:cubicBezTo>
                  <a:close/>
                </a:path>
              </a:pathLst>
            </a:custGeom>
            <a:solidFill>
              <a:schemeClr val="accent2"/>
            </a:solidFill>
            <a:ln w="270" cap="flat">
              <a:noFill/>
              <a:prstDash val="solid"/>
              <a:miter/>
            </a:ln>
          </p:spPr>
          <p:txBody>
            <a:bodyPr rtlCol="0" anchor="ctr"/>
            <a:lstStyle/>
            <a:p>
              <a:endParaRPr lang="zh-CN" altLang="en-US"/>
            </a:p>
          </p:txBody>
        </p:sp>
        <p:sp>
          <p:nvSpPr>
            <p:cNvPr id="352" name="任意多边形: 形状 351">
              <a:extLst>
                <a:ext uri="{FF2B5EF4-FFF2-40B4-BE49-F238E27FC236}">
                  <a16:creationId xmlns:a16="http://schemas.microsoft.com/office/drawing/2014/main" id="{FF43CB9A-3CBB-FCD7-EE80-EFBB5DB8FEB1}"/>
                </a:ext>
              </a:extLst>
            </p:cNvPr>
            <p:cNvSpPr/>
            <p:nvPr/>
          </p:nvSpPr>
          <p:spPr>
            <a:xfrm>
              <a:off x="8837540" y="829150"/>
              <a:ext cx="129274" cy="146232"/>
            </a:xfrm>
            <a:custGeom>
              <a:avLst/>
              <a:gdLst>
                <a:gd name="connsiteX0" fmla="*/ 111344 w 129274"/>
                <a:gd name="connsiteY0" fmla="*/ 70184 h 146232"/>
                <a:gd name="connsiteX1" fmla="*/ 111289 w 129274"/>
                <a:gd name="connsiteY1" fmla="*/ 69691 h 146232"/>
                <a:gd name="connsiteX2" fmla="*/ 110823 w 129274"/>
                <a:gd name="connsiteY2" fmla="*/ 67800 h 146232"/>
                <a:gd name="connsiteX3" fmla="*/ 108686 w 129274"/>
                <a:gd name="connsiteY3" fmla="*/ 61223 h 146232"/>
                <a:gd name="connsiteX4" fmla="*/ 101862 w 129274"/>
                <a:gd name="connsiteY4" fmla="*/ 44862 h 146232"/>
                <a:gd name="connsiteX5" fmla="*/ 63687 w 129274"/>
                <a:gd name="connsiteY5" fmla="*/ 18827 h 146232"/>
                <a:gd name="connsiteX6" fmla="*/ 30280 w 129274"/>
                <a:gd name="connsiteY6" fmla="*/ 42121 h 146232"/>
                <a:gd name="connsiteX7" fmla="*/ 28198 w 129274"/>
                <a:gd name="connsiteY7" fmla="*/ 132119 h 146232"/>
                <a:gd name="connsiteX8" fmla="*/ 24991 w 129274"/>
                <a:gd name="connsiteY8" fmla="*/ 144807 h 146232"/>
                <a:gd name="connsiteX9" fmla="*/ 20250 w 129274"/>
                <a:gd name="connsiteY9" fmla="*/ 146232 h 146232"/>
                <a:gd name="connsiteX10" fmla="*/ 12248 w 129274"/>
                <a:gd name="connsiteY10" fmla="*/ 141491 h 146232"/>
                <a:gd name="connsiteX11" fmla="*/ 14331 w 129274"/>
                <a:gd name="connsiteY11" fmla="*/ 32667 h 146232"/>
                <a:gd name="connsiteX12" fmla="*/ 63687 w 129274"/>
                <a:gd name="connsiteY12" fmla="*/ 0 h 146232"/>
                <a:gd name="connsiteX13" fmla="*/ 107370 w 129274"/>
                <a:gd name="connsiteY13" fmla="*/ 19594 h 146232"/>
                <a:gd name="connsiteX14" fmla="*/ 128965 w 129274"/>
                <a:gd name="connsiteY14" fmla="*/ 66155 h 146232"/>
                <a:gd name="connsiteX15" fmla="*/ 128993 w 129274"/>
                <a:gd name="connsiteY15" fmla="*/ 66238 h 146232"/>
                <a:gd name="connsiteX16" fmla="*/ 129020 w 129274"/>
                <a:gd name="connsiteY16" fmla="*/ 66320 h 146232"/>
                <a:gd name="connsiteX17" fmla="*/ 121922 w 129274"/>
                <a:gd name="connsiteY17" fmla="*/ 76816 h 146232"/>
                <a:gd name="connsiteX18" fmla="*/ 121813 w 129274"/>
                <a:gd name="connsiteY18" fmla="*/ 76843 h 146232"/>
                <a:gd name="connsiteX19" fmla="*/ 121703 w 129274"/>
                <a:gd name="connsiteY19" fmla="*/ 76871 h 146232"/>
                <a:gd name="connsiteX20" fmla="*/ 111317 w 129274"/>
                <a:gd name="connsiteY20" fmla="*/ 70568 h 146232"/>
                <a:gd name="connsiteX21" fmla="*/ 111344 w 129274"/>
                <a:gd name="connsiteY21" fmla="*/ 70184 h 146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9274" h="146232">
                  <a:moveTo>
                    <a:pt x="111344" y="70184"/>
                  </a:moveTo>
                  <a:cubicBezTo>
                    <a:pt x="111344" y="70019"/>
                    <a:pt x="111317" y="69855"/>
                    <a:pt x="111289" y="69691"/>
                  </a:cubicBezTo>
                  <a:cubicBezTo>
                    <a:pt x="111207" y="69280"/>
                    <a:pt x="111070" y="68649"/>
                    <a:pt x="110823" y="67800"/>
                  </a:cubicBezTo>
                  <a:cubicBezTo>
                    <a:pt x="110357" y="66155"/>
                    <a:pt x="109590" y="63771"/>
                    <a:pt x="108686" y="61223"/>
                  </a:cubicBezTo>
                  <a:cubicBezTo>
                    <a:pt x="106439" y="54810"/>
                    <a:pt x="103972" y="48726"/>
                    <a:pt x="101862" y="44862"/>
                  </a:cubicBezTo>
                  <a:cubicBezTo>
                    <a:pt x="92736" y="27926"/>
                    <a:pt x="79965" y="18827"/>
                    <a:pt x="63687" y="18827"/>
                  </a:cubicBezTo>
                  <a:cubicBezTo>
                    <a:pt x="50478" y="18827"/>
                    <a:pt x="38447" y="27816"/>
                    <a:pt x="30280" y="42121"/>
                  </a:cubicBezTo>
                  <a:cubicBezTo>
                    <a:pt x="14851" y="68622"/>
                    <a:pt x="13920" y="106824"/>
                    <a:pt x="28198" y="132119"/>
                  </a:cubicBezTo>
                  <a:cubicBezTo>
                    <a:pt x="30965" y="136997"/>
                    <a:pt x="29677" y="142122"/>
                    <a:pt x="24991" y="144807"/>
                  </a:cubicBezTo>
                  <a:cubicBezTo>
                    <a:pt x="23429" y="145575"/>
                    <a:pt x="21182" y="146232"/>
                    <a:pt x="20250" y="146232"/>
                  </a:cubicBezTo>
                  <a:cubicBezTo>
                    <a:pt x="16605" y="146232"/>
                    <a:pt x="14276" y="144890"/>
                    <a:pt x="12248" y="141491"/>
                  </a:cubicBezTo>
                  <a:cubicBezTo>
                    <a:pt x="-4798" y="110332"/>
                    <a:pt x="-4003" y="64593"/>
                    <a:pt x="14331" y="32667"/>
                  </a:cubicBezTo>
                  <a:cubicBezTo>
                    <a:pt x="26964" y="11236"/>
                    <a:pt x="44038" y="0"/>
                    <a:pt x="63687" y="0"/>
                  </a:cubicBezTo>
                  <a:cubicBezTo>
                    <a:pt x="80733" y="0"/>
                    <a:pt x="95696" y="6961"/>
                    <a:pt x="107370" y="19594"/>
                  </a:cubicBezTo>
                  <a:cubicBezTo>
                    <a:pt x="118360" y="31488"/>
                    <a:pt x="125951" y="47986"/>
                    <a:pt x="128965" y="66155"/>
                  </a:cubicBezTo>
                  <a:lnTo>
                    <a:pt x="128993" y="66238"/>
                  </a:lnTo>
                  <a:lnTo>
                    <a:pt x="129020" y="66320"/>
                  </a:lnTo>
                  <a:cubicBezTo>
                    <a:pt x="130253" y="71253"/>
                    <a:pt x="126855" y="76131"/>
                    <a:pt x="121922" y="76816"/>
                  </a:cubicBezTo>
                  <a:lnTo>
                    <a:pt x="121813" y="76843"/>
                  </a:lnTo>
                  <a:lnTo>
                    <a:pt x="121703" y="76871"/>
                  </a:lnTo>
                  <a:cubicBezTo>
                    <a:pt x="116989" y="78049"/>
                    <a:pt x="112385" y="75089"/>
                    <a:pt x="111317" y="70568"/>
                  </a:cubicBezTo>
                  <a:cubicBezTo>
                    <a:pt x="111344" y="70485"/>
                    <a:pt x="111371" y="70321"/>
                    <a:pt x="111344" y="70184"/>
                  </a:cubicBezTo>
                  <a:close/>
                </a:path>
              </a:pathLst>
            </a:custGeom>
            <a:solidFill>
              <a:schemeClr val="accent2"/>
            </a:solidFill>
            <a:ln w="270" cap="flat">
              <a:noFill/>
              <a:prstDash val="solid"/>
              <a:miter/>
            </a:ln>
          </p:spPr>
          <p:txBody>
            <a:bodyPr rtlCol="0" anchor="ctr"/>
            <a:lstStyle/>
            <a:p>
              <a:endParaRPr lang="zh-CN" altLang="en-US"/>
            </a:p>
          </p:txBody>
        </p:sp>
      </p:grpSp>
      <p:grpSp>
        <p:nvGrpSpPr>
          <p:cNvPr id="359" name="组合 358">
            <a:extLst>
              <a:ext uri="{FF2B5EF4-FFF2-40B4-BE49-F238E27FC236}">
                <a16:creationId xmlns:a16="http://schemas.microsoft.com/office/drawing/2014/main" id="{2572A38A-305B-89B4-37FD-D8F4C5FB05EB}"/>
              </a:ext>
            </a:extLst>
          </p:cNvPr>
          <p:cNvGrpSpPr/>
          <p:nvPr/>
        </p:nvGrpSpPr>
        <p:grpSpPr>
          <a:xfrm>
            <a:off x="3366617" y="3610959"/>
            <a:ext cx="241807" cy="242562"/>
            <a:chOff x="2830030" y="1676653"/>
            <a:chExt cx="214481" cy="215152"/>
          </a:xfrm>
        </p:grpSpPr>
        <p:sp>
          <p:nvSpPr>
            <p:cNvPr id="357" name="任意多边形: 形状 356">
              <a:extLst>
                <a:ext uri="{FF2B5EF4-FFF2-40B4-BE49-F238E27FC236}">
                  <a16:creationId xmlns:a16="http://schemas.microsoft.com/office/drawing/2014/main" id="{15B2702E-9F50-67D9-540F-98F408A90FE6}"/>
                </a:ext>
              </a:extLst>
            </p:cNvPr>
            <p:cNvSpPr/>
            <p:nvPr/>
          </p:nvSpPr>
          <p:spPr>
            <a:xfrm>
              <a:off x="2830030" y="1676653"/>
              <a:ext cx="214481" cy="215152"/>
            </a:xfrm>
            <a:custGeom>
              <a:avLst/>
              <a:gdLst>
                <a:gd name="connsiteX0" fmla="*/ 123609 w 214481"/>
                <a:gd name="connsiteY0" fmla="*/ 195909 h 215152"/>
                <a:gd name="connsiteX1" fmla="*/ 28786 w 214481"/>
                <a:gd name="connsiteY1" fmla="*/ 152448 h 215152"/>
                <a:gd name="connsiteX2" fmla="*/ 26528 w 214481"/>
                <a:gd name="connsiteY2" fmla="*/ 66655 h 215152"/>
                <a:gd name="connsiteX3" fmla="*/ 46283 w 214481"/>
                <a:gd name="connsiteY3" fmla="*/ 64398 h 215152"/>
                <a:gd name="connsiteX4" fmla="*/ 55314 w 214481"/>
                <a:gd name="connsiteY4" fmla="*/ 29968 h 215152"/>
                <a:gd name="connsiteX5" fmla="*/ 20884 w 214481"/>
                <a:gd name="connsiteY5" fmla="*/ 20937 h 215152"/>
                <a:gd name="connsiteX6" fmla="*/ 11853 w 214481"/>
                <a:gd name="connsiteY6" fmla="*/ 55367 h 215152"/>
                <a:gd name="connsiteX7" fmla="*/ 12982 w 214481"/>
                <a:gd name="connsiteY7" fmla="*/ 57060 h 215152"/>
                <a:gd name="connsiteX8" fmla="*/ 14111 w 214481"/>
                <a:gd name="connsiteY8" fmla="*/ 161479 h 215152"/>
                <a:gd name="connsiteX9" fmla="*/ 126431 w 214481"/>
                <a:gd name="connsiteY9" fmla="*/ 213406 h 215152"/>
                <a:gd name="connsiteX10" fmla="*/ 133204 w 214481"/>
                <a:gd name="connsiteY10" fmla="*/ 202682 h 215152"/>
                <a:gd name="connsiteX11" fmla="*/ 123609 w 214481"/>
                <a:gd name="connsiteY11" fmla="*/ 195909 h 215152"/>
                <a:gd name="connsiteX12" fmla="*/ 29350 w 214481"/>
                <a:gd name="connsiteY12" fmla="*/ 35048 h 215152"/>
                <a:gd name="connsiteX13" fmla="*/ 40639 w 214481"/>
                <a:gd name="connsiteY13" fmla="*/ 37870 h 215152"/>
                <a:gd name="connsiteX14" fmla="*/ 37816 w 214481"/>
                <a:gd name="connsiteY14" fmla="*/ 49158 h 215152"/>
                <a:gd name="connsiteX15" fmla="*/ 26528 w 214481"/>
                <a:gd name="connsiteY15" fmla="*/ 46336 h 215152"/>
                <a:gd name="connsiteX16" fmla="*/ 29350 w 214481"/>
                <a:gd name="connsiteY16" fmla="*/ 35048 h 215152"/>
                <a:gd name="connsiteX17" fmla="*/ 201500 w 214481"/>
                <a:gd name="connsiteY17" fmla="*/ 158092 h 215152"/>
                <a:gd name="connsiteX18" fmla="*/ 200371 w 214481"/>
                <a:gd name="connsiteY18" fmla="*/ 53674 h 215152"/>
                <a:gd name="connsiteX19" fmla="*/ 88050 w 214481"/>
                <a:gd name="connsiteY19" fmla="*/ 1746 h 215152"/>
                <a:gd name="connsiteX20" fmla="*/ 81277 w 214481"/>
                <a:gd name="connsiteY20" fmla="*/ 12471 h 215152"/>
                <a:gd name="connsiteX21" fmla="*/ 90872 w 214481"/>
                <a:gd name="connsiteY21" fmla="*/ 18679 h 215152"/>
                <a:gd name="connsiteX22" fmla="*/ 185696 w 214481"/>
                <a:gd name="connsiteY22" fmla="*/ 62140 h 215152"/>
                <a:gd name="connsiteX23" fmla="*/ 187954 w 214481"/>
                <a:gd name="connsiteY23" fmla="*/ 147933 h 215152"/>
                <a:gd name="connsiteX24" fmla="*/ 168199 w 214481"/>
                <a:gd name="connsiteY24" fmla="*/ 150190 h 215152"/>
                <a:gd name="connsiteX25" fmla="*/ 159168 w 214481"/>
                <a:gd name="connsiteY25" fmla="*/ 184620 h 215152"/>
                <a:gd name="connsiteX26" fmla="*/ 193598 w 214481"/>
                <a:gd name="connsiteY26" fmla="*/ 193651 h 215152"/>
                <a:gd name="connsiteX27" fmla="*/ 202629 w 214481"/>
                <a:gd name="connsiteY27" fmla="*/ 159221 h 215152"/>
                <a:gd name="connsiteX28" fmla="*/ 201500 w 214481"/>
                <a:gd name="connsiteY28" fmla="*/ 158092 h 215152"/>
                <a:gd name="connsiteX29" fmla="*/ 185131 w 214481"/>
                <a:gd name="connsiteY29" fmla="*/ 179540 h 215152"/>
                <a:gd name="connsiteX30" fmla="*/ 173843 w 214481"/>
                <a:gd name="connsiteY30" fmla="*/ 176718 h 215152"/>
                <a:gd name="connsiteX31" fmla="*/ 176665 w 214481"/>
                <a:gd name="connsiteY31" fmla="*/ 165430 h 215152"/>
                <a:gd name="connsiteX32" fmla="*/ 187954 w 214481"/>
                <a:gd name="connsiteY32" fmla="*/ 168252 h 215152"/>
                <a:gd name="connsiteX33" fmla="*/ 185131 w 214481"/>
                <a:gd name="connsiteY33" fmla="*/ 179540 h 215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4481" h="215152">
                  <a:moveTo>
                    <a:pt x="123609" y="195909"/>
                  </a:moveTo>
                  <a:cubicBezTo>
                    <a:pt x="86921" y="202682"/>
                    <a:pt x="48541" y="186313"/>
                    <a:pt x="28786" y="152448"/>
                  </a:cubicBezTo>
                  <a:cubicBezTo>
                    <a:pt x="12982" y="125356"/>
                    <a:pt x="12982" y="92619"/>
                    <a:pt x="26528" y="66655"/>
                  </a:cubicBezTo>
                  <a:cubicBezTo>
                    <a:pt x="32737" y="68349"/>
                    <a:pt x="40074" y="67784"/>
                    <a:pt x="46283" y="64398"/>
                  </a:cubicBezTo>
                  <a:cubicBezTo>
                    <a:pt x="58700" y="57625"/>
                    <a:pt x="62651" y="41821"/>
                    <a:pt x="55314" y="29968"/>
                  </a:cubicBezTo>
                  <a:cubicBezTo>
                    <a:pt x="48541" y="17550"/>
                    <a:pt x="32737" y="13599"/>
                    <a:pt x="20884" y="20937"/>
                  </a:cubicBezTo>
                  <a:cubicBezTo>
                    <a:pt x="8466" y="27710"/>
                    <a:pt x="4515" y="43514"/>
                    <a:pt x="11853" y="55367"/>
                  </a:cubicBezTo>
                  <a:cubicBezTo>
                    <a:pt x="12417" y="55931"/>
                    <a:pt x="12417" y="56496"/>
                    <a:pt x="12982" y="57060"/>
                  </a:cubicBezTo>
                  <a:cubicBezTo>
                    <a:pt x="-3951" y="88668"/>
                    <a:pt x="-5080" y="128178"/>
                    <a:pt x="14111" y="161479"/>
                  </a:cubicBezTo>
                  <a:cubicBezTo>
                    <a:pt x="37252" y="202117"/>
                    <a:pt x="82970" y="221308"/>
                    <a:pt x="126431" y="213406"/>
                  </a:cubicBezTo>
                  <a:cubicBezTo>
                    <a:pt x="131511" y="212277"/>
                    <a:pt x="134333" y="207762"/>
                    <a:pt x="133204" y="202682"/>
                  </a:cubicBezTo>
                  <a:cubicBezTo>
                    <a:pt x="132075" y="197602"/>
                    <a:pt x="128124" y="195344"/>
                    <a:pt x="123609" y="195909"/>
                  </a:cubicBezTo>
                  <a:close/>
                  <a:moveTo>
                    <a:pt x="29350" y="35048"/>
                  </a:moveTo>
                  <a:cubicBezTo>
                    <a:pt x="33301" y="32790"/>
                    <a:pt x="38381" y="33919"/>
                    <a:pt x="40639" y="37870"/>
                  </a:cubicBezTo>
                  <a:cubicBezTo>
                    <a:pt x="42896" y="41821"/>
                    <a:pt x="41767" y="46900"/>
                    <a:pt x="37816" y="49158"/>
                  </a:cubicBezTo>
                  <a:cubicBezTo>
                    <a:pt x="33866" y="51416"/>
                    <a:pt x="28786" y="50287"/>
                    <a:pt x="26528" y="46336"/>
                  </a:cubicBezTo>
                  <a:cubicBezTo>
                    <a:pt x="24270" y="42385"/>
                    <a:pt x="25399" y="37305"/>
                    <a:pt x="29350" y="35048"/>
                  </a:cubicBezTo>
                  <a:close/>
                  <a:moveTo>
                    <a:pt x="201500" y="158092"/>
                  </a:moveTo>
                  <a:cubicBezTo>
                    <a:pt x="218432" y="126484"/>
                    <a:pt x="219561" y="86975"/>
                    <a:pt x="200371" y="53674"/>
                  </a:cubicBezTo>
                  <a:cubicBezTo>
                    <a:pt x="176665" y="13035"/>
                    <a:pt x="130947" y="-6155"/>
                    <a:pt x="88050" y="1746"/>
                  </a:cubicBezTo>
                  <a:cubicBezTo>
                    <a:pt x="82970" y="2875"/>
                    <a:pt x="80148" y="7391"/>
                    <a:pt x="81277" y="12471"/>
                  </a:cubicBezTo>
                  <a:cubicBezTo>
                    <a:pt x="82406" y="16422"/>
                    <a:pt x="86357" y="19244"/>
                    <a:pt x="90872" y="18679"/>
                  </a:cubicBezTo>
                  <a:cubicBezTo>
                    <a:pt x="127560" y="11906"/>
                    <a:pt x="165941" y="28274"/>
                    <a:pt x="185696" y="62140"/>
                  </a:cubicBezTo>
                  <a:cubicBezTo>
                    <a:pt x="201500" y="89232"/>
                    <a:pt x="201500" y="121969"/>
                    <a:pt x="187954" y="147933"/>
                  </a:cubicBezTo>
                  <a:cubicBezTo>
                    <a:pt x="181745" y="146239"/>
                    <a:pt x="174407" y="146804"/>
                    <a:pt x="168199" y="150190"/>
                  </a:cubicBezTo>
                  <a:cubicBezTo>
                    <a:pt x="155781" y="156963"/>
                    <a:pt x="151830" y="172767"/>
                    <a:pt x="159168" y="184620"/>
                  </a:cubicBezTo>
                  <a:cubicBezTo>
                    <a:pt x="165941" y="197038"/>
                    <a:pt x="181745" y="200989"/>
                    <a:pt x="193598" y="193651"/>
                  </a:cubicBezTo>
                  <a:cubicBezTo>
                    <a:pt x="206015" y="186878"/>
                    <a:pt x="209966" y="171074"/>
                    <a:pt x="202629" y="159221"/>
                  </a:cubicBezTo>
                  <a:cubicBezTo>
                    <a:pt x="202064" y="159221"/>
                    <a:pt x="202064" y="158657"/>
                    <a:pt x="201500" y="158092"/>
                  </a:cubicBezTo>
                  <a:close/>
                  <a:moveTo>
                    <a:pt x="185131" y="179540"/>
                  </a:moveTo>
                  <a:cubicBezTo>
                    <a:pt x="181180" y="181798"/>
                    <a:pt x="176101" y="180669"/>
                    <a:pt x="173843" y="176718"/>
                  </a:cubicBezTo>
                  <a:cubicBezTo>
                    <a:pt x="171585" y="172767"/>
                    <a:pt x="172714" y="167687"/>
                    <a:pt x="176665" y="165430"/>
                  </a:cubicBezTo>
                  <a:cubicBezTo>
                    <a:pt x="180616" y="163172"/>
                    <a:pt x="185696" y="164301"/>
                    <a:pt x="187954" y="168252"/>
                  </a:cubicBezTo>
                  <a:cubicBezTo>
                    <a:pt x="190211" y="172203"/>
                    <a:pt x="189082" y="177283"/>
                    <a:pt x="185131" y="179540"/>
                  </a:cubicBezTo>
                  <a:close/>
                </a:path>
              </a:pathLst>
            </a:custGeom>
            <a:solidFill>
              <a:schemeClr val="accent1"/>
            </a:solidFill>
            <a:ln w="260" cap="flat">
              <a:noFill/>
              <a:prstDash val="solid"/>
              <a:miter/>
            </a:ln>
          </p:spPr>
          <p:txBody>
            <a:bodyPr rtlCol="0" anchor="ctr"/>
            <a:lstStyle/>
            <a:p>
              <a:endParaRPr lang="zh-CN" altLang="en-US"/>
            </a:p>
          </p:txBody>
        </p:sp>
        <p:sp>
          <p:nvSpPr>
            <p:cNvPr id="358" name="任意多边形: 形状 357">
              <a:extLst>
                <a:ext uri="{FF2B5EF4-FFF2-40B4-BE49-F238E27FC236}">
                  <a16:creationId xmlns:a16="http://schemas.microsoft.com/office/drawing/2014/main" id="{233D7571-4CC6-81D9-52F1-2A2321A50F5D}"/>
                </a:ext>
              </a:extLst>
            </p:cNvPr>
            <p:cNvSpPr/>
            <p:nvPr/>
          </p:nvSpPr>
          <p:spPr>
            <a:xfrm>
              <a:off x="2883650" y="1723271"/>
              <a:ext cx="107240" cy="110062"/>
            </a:xfrm>
            <a:custGeom>
              <a:avLst/>
              <a:gdLst>
                <a:gd name="connsiteX0" fmla="*/ 0 w 107240"/>
                <a:gd name="connsiteY0" fmla="*/ 60111 h 110062"/>
                <a:gd name="connsiteX1" fmla="*/ 0 w 107240"/>
                <a:gd name="connsiteY1" fmla="*/ 89461 h 110062"/>
                <a:gd name="connsiteX2" fmla="*/ 2822 w 107240"/>
                <a:gd name="connsiteY2" fmla="*/ 94541 h 110062"/>
                <a:gd name="connsiteX3" fmla="*/ 28221 w 107240"/>
                <a:gd name="connsiteY3" fmla="*/ 109216 h 110062"/>
                <a:gd name="connsiteX4" fmla="*/ 33866 w 107240"/>
                <a:gd name="connsiteY4" fmla="*/ 109216 h 110062"/>
                <a:gd name="connsiteX5" fmla="*/ 53620 w 107240"/>
                <a:gd name="connsiteY5" fmla="*/ 97928 h 110062"/>
                <a:gd name="connsiteX6" fmla="*/ 73375 w 107240"/>
                <a:gd name="connsiteY6" fmla="*/ 109216 h 110062"/>
                <a:gd name="connsiteX7" fmla="*/ 79020 w 107240"/>
                <a:gd name="connsiteY7" fmla="*/ 109216 h 110062"/>
                <a:gd name="connsiteX8" fmla="*/ 104419 w 107240"/>
                <a:gd name="connsiteY8" fmla="*/ 94541 h 110062"/>
                <a:gd name="connsiteX9" fmla="*/ 107241 w 107240"/>
                <a:gd name="connsiteY9" fmla="*/ 89461 h 110062"/>
                <a:gd name="connsiteX10" fmla="*/ 107241 w 107240"/>
                <a:gd name="connsiteY10" fmla="*/ 60111 h 110062"/>
                <a:gd name="connsiteX11" fmla="*/ 104419 w 107240"/>
                <a:gd name="connsiteY11" fmla="*/ 55031 h 110062"/>
                <a:gd name="connsiteX12" fmla="*/ 87486 w 107240"/>
                <a:gd name="connsiteY12" fmla="*/ 45436 h 110062"/>
                <a:gd name="connsiteX13" fmla="*/ 84664 w 107240"/>
                <a:gd name="connsiteY13" fmla="*/ 40356 h 110062"/>
                <a:gd name="connsiteX14" fmla="*/ 84664 w 107240"/>
                <a:gd name="connsiteY14" fmla="*/ 20602 h 110062"/>
                <a:gd name="connsiteX15" fmla="*/ 81842 w 107240"/>
                <a:gd name="connsiteY15" fmla="*/ 15522 h 110062"/>
                <a:gd name="connsiteX16" fmla="*/ 56443 w 107240"/>
                <a:gd name="connsiteY16" fmla="*/ 847 h 110062"/>
                <a:gd name="connsiteX17" fmla="*/ 50798 w 107240"/>
                <a:gd name="connsiteY17" fmla="*/ 847 h 110062"/>
                <a:gd name="connsiteX18" fmla="*/ 25399 w 107240"/>
                <a:gd name="connsiteY18" fmla="*/ 15522 h 110062"/>
                <a:gd name="connsiteX19" fmla="*/ 22577 w 107240"/>
                <a:gd name="connsiteY19" fmla="*/ 20602 h 110062"/>
                <a:gd name="connsiteX20" fmla="*/ 22577 w 107240"/>
                <a:gd name="connsiteY20" fmla="*/ 40356 h 110062"/>
                <a:gd name="connsiteX21" fmla="*/ 19755 w 107240"/>
                <a:gd name="connsiteY21" fmla="*/ 45436 h 110062"/>
                <a:gd name="connsiteX22" fmla="*/ 2822 w 107240"/>
                <a:gd name="connsiteY22" fmla="*/ 55031 h 110062"/>
                <a:gd name="connsiteX23" fmla="*/ 0 w 107240"/>
                <a:gd name="connsiteY23" fmla="*/ 60111 h 110062"/>
                <a:gd name="connsiteX24" fmla="*/ 90308 w 107240"/>
                <a:gd name="connsiteY24" fmla="*/ 66884 h 110062"/>
                <a:gd name="connsiteX25" fmla="*/ 90308 w 107240"/>
                <a:gd name="connsiteY25" fmla="*/ 83253 h 110062"/>
                <a:gd name="connsiteX26" fmla="*/ 76197 w 107240"/>
                <a:gd name="connsiteY26" fmla="*/ 91155 h 110062"/>
                <a:gd name="connsiteX27" fmla="*/ 62087 w 107240"/>
                <a:gd name="connsiteY27" fmla="*/ 83253 h 110062"/>
                <a:gd name="connsiteX28" fmla="*/ 62087 w 107240"/>
                <a:gd name="connsiteY28" fmla="*/ 66884 h 110062"/>
                <a:gd name="connsiteX29" fmla="*/ 76197 w 107240"/>
                <a:gd name="connsiteY29" fmla="*/ 58982 h 110062"/>
                <a:gd name="connsiteX30" fmla="*/ 90308 w 107240"/>
                <a:gd name="connsiteY30" fmla="*/ 66884 h 110062"/>
                <a:gd name="connsiteX31" fmla="*/ 39510 w 107240"/>
                <a:gd name="connsiteY31" fmla="*/ 27375 h 110062"/>
                <a:gd name="connsiteX32" fmla="*/ 53620 w 107240"/>
                <a:gd name="connsiteY32" fmla="*/ 19473 h 110062"/>
                <a:gd name="connsiteX33" fmla="*/ 67731 w 107240"/>
                <a:gd name="connsiteY33" fmla="*/ 27375 h 110062"/>
                <a:gd name="connsiteX34" fmla="*/ 67731 w 107240"/>
                <a:gd name="connsiteY34" fmla="*/ 43743 h 110062"/>
                <a:gd name="connsiteX35" fmla="*/ 53620 w 107240"/>
                <a:gd name="connsiteY35" fmla="*/ 51645 h 110062"/>
                <a:gd name="connsiteX36" fmla="*/ 39510 w 107240"/>
                <a:gd name="connsiteY36" fmla="*/ 43743 h 110062"/>
                <a:gd name="connsiteX37" fmla="*/ 39510 w 107240"/>
                <a:gd name="connsiteY37" fmla="*/ 27375 h 110062"/>
                <a:gd name="connsiteX38" fmla="*/ 16933 w 107240"/>
                <a:gd name="connsiteY38" fmla="*/ 66884 h 110062"/>
                <a:gd name="connsiteX39" fmla="*/ 31043 w 107240"/>
                <a:gd name="connsiteY39" fmla="*/ 58982 h 110062"/>
                <a:gd name="connsiteX40" fmla="*/ 45154 w 107240"/>
                <a:gd name="connsiteY40" fmla="*/ 66884 h 110062"/>
                <a:gd name="connsiteX41" fmla="*/ 45154 w 107240"/>
                <a:gd name="connsiteY41" fmla="*/ 83253 h 110062"/>
                <a:gd name="connsiteX42" fmla="*/ 31043 w 107240"/>
                <a:gd name="connsiteY42" fmla="*/ 91155 h 110062"/>
                <a:gd name="connsiteX43" fmla="*/ 16933 w 107240"/>
                <a:gd name="connsiteY43" fmla="*/ 83253 h 110062"/>
                <a:gd name="connsiteX44" fmla="*/ 16933 w 107240"/>
                <a:gd name="connsiteY44" fmla="*/ 66884 h 11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7240" h="110062">
                  <a:moveTo>
                    <a:pt x="0" y="60111"/>
                  </a:moveTo>
                  <a:lnTo>
                    <a:pt x="0" y="89461"/>
                  </a:lnTo>
                  <a:cubicBezTo>
                    <a:pt x="0" y="91719"/>
                    <a:pt x="1129" y="93412"/>
                    <a:pt x="2822" y="94541"/>
                  </a:cubicBezTo>
                  <a:lnTo>
                    <a:pt x="28221" y="109216"/>
                  </a:lnTo>
                  <a:cubicBezTo>
                    <a:pt x="29915" y="110345"/>
                    <a:pt x="32172" y="110345"/>
                    <a:pt x="33866" y="109216"/>
                  </a:cubicBezTo>
                  <a:lnTo>
                    <a:pt x="53620" y="97928"/>
                  </a:lnTo>
                  <a:lnTo>
                    <a:pt x="73375" y="109216"/>
                  </a:lnTo>
                  <a:cubicBezTo>
                    <a:pt x="75069" y="110345"/>
                    <a:pt x="77326" y="110345"/>
                    <a:pt x="79020" y="109216"/>
                  </a:cubicBezTo>
                  <a:lnTo>
                    <a:pt x="104419" y="94541"/>
                  </a:lnTo>
                  <a:cubicBezTo>
                    <a:pt x="106112" y="93412"/>
                    <a:pt x="107241" y="91719"/>
                    <a:pt x="107241" y="89461"/>
                  </a:cubicBezTo>
                  <a:lnTo>
                    <a:pt x="107241" y="60111"/>
                  </a:lnTo>
                  <a:cubicBezTo>
                    <a:pt x="107241" y="57854"/>
                    <a:pt x="106112" y="56160"/>
                    <a:pt x="104419" y="55031"/>
                  </a:cubicBezTo>
                  <a:lnTo>
                    <a:pt x="87486" y="45436"/>
                  </a:lnTo>
                  <a:cubicBezTo>
                    <a:pt x="85793" y="44307"/>
                    <a:pt x="84664" y="42614"/>
                    <a:pt x="84664" y="40356"/>
                  </a:cubicBezTo>
                  <a:lnTo>
                    <a:pt x="84664" y="20602"/>
                  </a:lnTo>
                  <a:cubicBezTo>
                    <a:pt x="84664" y="18344"/>
                    <a:pt x="83535" y="16651"/>
                    <a:pt x="81842" y="15522"/>
                  </a:cubicBezTo>
                  <a:lnTo>
                    <a:pt x="56443" y="847"/>
                  </a:lnTo>
                  <a:cubicBezTo>
                    <a:pt x="54749" y="-282"/>
                    <a:pt x="52492" y="-282"/>
                    <a:pt x="50798" y="847"/>
                  </a:cubicBezTo>
                  <a:lnTo>
                    <a:pt x="25399" y="15522"/>
                  </a:lnTo>
                  <a:cubicBezTo>
                    <a:pt x="23706" y="16651"/>
                    <a:pt x="22577" y="18344"/>
                    <a:pt x="22577" y="20602"/>
                  </a:cubicBezTo>
                  <a:lnTo>
                    <a:pt x="22577" y="40356"/>
                  </a:lnTo>
                  <a:cubicBezTo>
                    <a:pt x="22577" y="42614"/>
                    <a:pt x="21448" y="44307"/>
                    <a:pt x="19755" y="45436"/>
                  </a:cubicBezTo>
                  <a:lnTo>
                    <a:pt x="2822" y="55031"/>
                  </a:lnTo>
                  <a:cubicBezTo>
                    <a:pt x="1129" y="56160"/>
                    <a:pt x="0" y="57854"/>
                    <a:pt x="0" y="60111"/>
                  </a:cubicBezTo>
                  <a:close/>
                  <a:moveTo>
                    <a:pt x="90308" y="66884"/>
                  </a:moveTo>
                  <a:lnTo>
                    <a:pt x="90308" y="83253"/>
                  </a:lnTo>
                  <a:lnTo>
                    <a:pt x="76197" y="91155"/>
                  </a:lnTo>
                  <a:lnTo>
                    <a:pt x="62087" y="83253"/>
                  </a:lnTo>
                  <a:lnTo>
                    <a:pt x="62087" y="66884"/>
                  </a:lnTo>
                  <a:lnTo>
                    <a:pt x="76197" y="58982"/>
                  </a:lnTo>
                  <a:lnTo>
                    <a:pt x="90308" y="66884"/>
                  </a:lnTo>
                  <a:close/>
                  <a:moveTo>
                    <a:pt x="39510" y="27375"/>
                  </a:moveTo>
                  <a:lnTo>
                    <a:pt x="53620" y="19473"/>
                  </a:lnTo>
                  <a:lnTo>
                    <a:pt x="67731" y="27375"/>
                  </a:lnTo>
                  <a:lnTo>
                    <a:pt x="67731" y="43743"/>
                  </a:lnTo>
                  <a:lnTo>
                    <a:pt x="53620" y="51645"/>
                  </a:lnTo>
                  <a:lnTo>
                    <a:pt x="39510" y="43743"/>
                  </a:lnTo>
                  <a:lnTo>
                    <a:pt x="39510" y="27375"/>
                  </a:lnTo>
                  <a:close/>
                  <a:moveTo>
                    <a:pt x="16933" y="66884"/>
                  </a:moveTo>
                  <a:lnTo>
                    <a:pt x="31043" y="58982"/>
                  </a:lnTo>
                  <a:lnTo>
                    <a:pt x="45154" y="66884"/>
                  </a:lnTo>
                  <a:lnTo>
                    <a:pt x="45154" y="83253"/>
                  </a:lnTo>
                  <a:lnTo>
                    <a:pt x="31043" y="91155"/>
                  </a:lnTo>
                  <a:lnTo>
                    <a:pt x="16933" y="83253"/>
                  </a:lnTo>
                  <a:lnTo>
                    <a:pt x="16933" y="66884"/>
                  </a:lnTo>
                  <a:close/>
                </a:path>
              </a:pathLst>
            </a:custGeom>
            <a:solidFill>
              <a:schemeClr val="accent1"/>
            </a:solidFill>
            <a:ln w="260" cap="flat">
              <a:noFill/>
              <a:prstDash val="solid"/>
              <a:miter/>
            </a:ln>
          </p:spPr>
          <p:txBody>
            <a:bodyPr rtlCol="0" anchor="ctr"/>
            <a:lstStyle/>
            <a:p>
              <a:endParaRPr lang="zh-CN" altLang="en-US"/>
            </a:p>
          </p:txBody>
        </p:sp>
      </p:grpSp>
      <p:sp>
        <p:nvSpPr>
          <p:cNvPr id="362" name="图形 360">
            <a:extLst>
              <a:ext uri="{FF2B5EF4-FFF2-40B4-BE49-F238E27FC236}">
                <a16:creationId xmlns:a16="http://schemas.microsoft.com/office/drawing/2014/main" id="{173FA4EC-F921-2B75-885F-1775C97201DA}"/>
              </a:ext>
            </a:extLst>
          </p:cNvPr>
          <p:cNvSpPr/>
          <p:nvPr/>
        </p:nvSpPr>
        <p:spPr>
          <a:xfrm>
            <a:off x="6516403" y="3611337"/>
            <a:ext cx="230719" cy="241807"/>
          </a:xfrm>
          <a:custGeom>
            <a:avLst/>
            <a:gdLst>
              <a:gd name="connsiteX0" fmla="*/ 217836 w 230719"/>
              <a:gd name="connsiteY0" fmla="*/ 100747 h 241807"/>
              <a:gd name="connsiteX1" fmla="*/ 200801 w 230719"/>
              <a:gd name="connsiteY1" fmla="*/ 64486 h 241807"/>
              <a:gd name="connsiteX2" fmla="*/ 106015 w 230719"/>
              <a:gd name="connsiteY2" fmla="*/ 0 h 241807"/>
              <a:gd name="connsiteX3" fmla="*/ 0 w 230719"/>
              <a:gd name="connsiteY3" fmla="*/ 94863 h 241807"/>
              <a:gd name="connsiteX4" fmla="*/ 25533 w 230719"/>
              <a:gd name="connsiteY4" fmla="*/ 171538 h 241807"/>
              <a:gd name="connsiteX5" fmla="*/ 33416 w 230719"/>
              <a:gd name="connsiteY5" fmla="*/ 187766 h 241807"/>
              <a:gd name="connsiteX6" fmla="*/ 33416 w 230719"/>
              <a:gd name="connsiteY6" fmla="*/ 236409 h 241807"/>
              <a:gd name="connsiteX7" fmla="*/ 40760 w 230719"/>
              <a:gd name="connsiteY7" fmla="*/ 241792 h 241807"/>
              <a:gd name="connsiteX8" fmla="*/ 48451 w 230719"/>
              <a:gd name="connsiteY8" fmla="*/ 236447 h 241807"/>
              <a:gd name="connsiteX9" fmla="*/ 48451 w 230719"/>
              <a:gd name="connsiteY9" fmla="*/ 187766 h 241807"/>
              <a:gd name="connsiteX10" fmla="*/ 37684 w 230719"/>
              <a:gd name="connsiteY10" fmla="*/ 161771 h 241807"/>
              <a:gd name="connsiteX11" fmla="*/ 15150 w 230719"/>
              <a:gd name="connsiteY11" fmla="*/ 94863 h 241807"/>
              <a:gd name="connsiteX12" fmla="*/ 100285 w 230719"/>
              <a:gd name="connsiteY12" fmla="*/ 15381 h 241807"/>
              <a:gd name="connsiteX13" fmla="*/ 100285 w 230719"/>
              <a:gd name="connsiteY13" fmla="*/ 82251 h 241807"/>
              <a:gd name="connsiteX14" fmla="*/ 70600 w 230719"/>
              <a:gd name="connsiteY14" fmla="*/ 120896 h 241807"/>
              <a:gd name="connsiteX15" fmla="*/ 105262 w 230719"/>
              <a:gd name="connsiteY15" fmla="*/ 156671 h 241807"/>
              <a:gd name="connsiteX16" fmla="*/ 106938 w 230719"/>
              <a:gd name="connsiteY16" fmla="*/ 156657 h 241807"/>
              <a:gd name="connsiteX17" fmla="*/ 127933 w 230719"/>
              <a:gd name="connsiteY17" fmla="*/ 150159 h 241807"/>
              <a:gd name="connsiteX18" fmla="*/ 143968 w 230719"/>
              <a:gd name="connsiteY18" fmla="*/ 161695 h 241807"/>
              <a:gd name="connsiteX19" fmla="*/ 156506 w 230719"/>
              <a:gd name="connsiteY19" fmla="*/ 175504 h 241807"/>
              <a:gd name="connsiteX20" fmla="*/ 170316 w 230719"/>
              <a:gd name="connsiteY20" fmla="*/ 162965 h 241807"/>
              <a:gd name="connsiteX21" fmla="*/ 157777 w 230719"/>
              <a:gd name="connsiteY21" fmla="*/ 149156 h 241807"/>
              <a:gd name="connsiteX22" fmla="*/ 153350 w 230719"/>
              <a:gd name="connsiteY22" fmla="*/ 149697 h 241807"/>
              <a:gd name="connsiteX23" fmla="*/ 138661 w 230719"/>
              <a:gd name="connsiteY23" fmla="*/ 139315 h 241807"/>
              <a:gd name="connsiteX24" fmla="*/ 144314 w 230719"/>
              <a:gd name="connsiteY24" fmla="*/ 119665 h 241807"/>
              <a:gd name="connsiteX25" fmla="*/ 115589 w 230719"/>
              <a:gd name="connsiteY25" fmla="*/ 83174 h 241807"/>
              <a:gd name="connsiteX26" fmla="*/ 115589 w 230719"/>
              <a:gd name="connsiteY26" fmla="*/ 15650 h 241807"/>
              <a:gd name="connsiteX27" fmla="*/ 185920 w 230719"/>
              <a:gd name="connsiteY27" fmla="*/ 69484 h 241807"/>
              <a:gd name="connsiteX28" fmla="*/ 205146 w 230719"/>
              <a:gd name="connsiteY28" fmla="*/ 107937 h 241807"/>
              <a:gd name="connsiteX29" fmla="*/ 215644 w 230719"/>
              <a:gd name="connsiteY29" fmla="*/ 128202 h 241807"/>
              <a:gd name="connsiteX30" fmla="*/ 190919 w 230719"/>
              <a:gd name="connsiteY30" fmla="*/ 141314 h 241807"/>
              <a:gd name="connsiteX31" fmla="*/ 189611 w 230719"/>
              <a:gd name="connsiteY31" fmla="*/ 141814 h 241807"/>
              <a:gd name="connsiteX32" fmla="*/ 189611 w 230719"/>
              <a:gd name="connsiteY32" fmla="*/ 173038 h 241807"/>
              <a:gd name="connsiteX33" fmla="*/ 182728 w 230719"/>
              <a:gd name="connsiteY33" fmla="*/ 186497 h 241807"/>
              <a:gd name="connsiteX34" fmla="*/ 161848 w 230719"/>
              <a:gd name="connsiteY34" fmla="*/ 193303 h 241807"/>
              <a:gd name="connsiteX35" fmla="*/ 144929 w 230719"/>
              <a:gd name="connsiteY35" fmla="*/ 193303 h 241807"/>
              <a:gd name="connsiteX36" fmla="*/ 144929 w 230719"/>
              <a:gd name="connsiteY36" fmla="*/ 236793 h 241807"/>
              <a:gd name="connsiteX37" fmla="*/ 151927 w 230719"/>
              <a:gd name="connsiteY37" fmla="*/ 241754 h 241807"/>
              <a:gd name="connsiteX38" fmla="*/ 159964 w 230719"/>
              <a:gd name="connsiteY38" fmla="*/ 236370 h 241807"/>
              <a:gd name="connsiteX39" fmla="*/ 159964 w 230719"/>
              <a:gd name="connsiteY39" fmla="*/ 208415 h 241807"/>
              <a:gd name="connsiteX40" fmla="*/ 188727 w 230719"/>
              <a:gd name="connsiteY40" fmla="*/ 200724 h 241807"/>
              <a:gd name="connsiteX41" fmla="*/ 204685 w 230719"/>
              <a:gd name="connsiteY41" fmla="*/ 173038 h 241807"/>
              <a:gd name="connsiteX42" fmla="*/ 204685 w 230719"/>
              <a:gd name="connsiteY42" fmla="*/ 152004 h 241807"/>
              <a:gd name="connsiteX43" fmla="*/ 230679 w 230719"/>
              <a:gd name="connsiteY43" fmla="*/ 132201 h 241807"/>
              <a:gd name="connsiteX44" fmla="*/ 217836 w 230719"/>
              <a:gd name="connsiteY44" fmla="*/ 100747 h 241807"/>
              <a:gd name="connsiteX45" fmla="*/ 129086 w 230719"/>
              <a:gd name="connsiteY45" fmla="*/ 119512 h 241807"/>
              <a:gd name="connsiteX46" fmla="*/ 107015 w 230719"/>
              <a:gd name="connsiteY46" fmla="*/ 141737 h 241807"/>
              <a:gd name="connsiteX47" fmla="*/ 84789 w 230719"/>
              <a:gd name="connsiteY47" fmla="*/ 119665 h 241807"/>
              <a:gd name="connsiteX48" fmla="*/ 106861 w 230719"/>
              <a:gd name="connsiteY48" fmla="*/ 97440 h 241807"/>
              <a:gd name="connsiteX49" fmla="*/ 106899 w 230719"/>
              <a:gd name="connsiteY49" fmla="*/ 97440 h 241807"/>
              <a:gd name="connsiteX50" fmla="*/ 129086 w 230719"/>
              <a:gd name="connsiteY50" fmla="*/ 119512 h 24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30719" h="241807">
                <a:moveTo>
                  <a:pt x="217836" y="100747"/>
                </a:moveTo>
                <a:cubicBezTo>
                  <a:pt x="211500" y="88980"/>
                  <a:pt x="205813" y="76875"/>
                  <a:pt x="200801" y="64486"/>
                </a:cubicBezTo>
                <a:cubicBezTo>
                  <a:pt x="188804" y="32608"/>
                  <a:pt x="168193" y="0"/>
                  <a:pt x="106015" y="0"/>
                </a:cubicBezTo>
                <a:cubicBezTo>
                  <a:pt x="41337" y="0"/>
                  <a:pt x="0" y="56180"/>
                  <a:pt x="0" y="94863"/>
                </a:cubicBezTo>
                <a:cubicBezTo>
                  <a:pt x="0" y="129471"/>
                  <a:pt x="15381" y="154735"/>
                  <a:pt x="25533" y="171538"/>
                </a:cubicBezTo>
                <a:cubicBezTo>
                  <a:pt x="29993" y="178883"/>
                  <a:pt x="33492" y="184574"/>
                  <a:pt x="33416" y="187766"/>
                </a:cubicBezTo>
                <a:lnTo>
                  <a:pt x="33416" y="236409"/>
                </a:lnTo>
                <a:cubicBezTo>
                  <a:pt x="33416" y="239254"/>
                  <a:pt x="37261" y="241792"/>
                  <a:pt x="40760" y="241792"/>
                </a:cubicBezTo>
                <a:cubicBezTo>
                  <a:pt x="45028" y="241792"/>
                  <a:pt x="48451" y="240023"/>
                  <a:pt x="48451" y="236447"/>
                </a:cubicBezTo>
                <a:lnTo>
                  <a:pt x="48451" y="187766"/>
                </a:lnTo>
                <a:cubicBezTo>
                  <a:pt x="48451" y="181844"/>
                  <a:pt x="43721" y="173000"/>
                  <a:pt x="37684" y="161771"/>
                </a:cubicBezTo>
                <a:cubicBezTo>
                  <a:pt x="28301" y="144006"/>
                  <a:pt x="15381" y="119742"/>
                  <a:pt x="15150" y="94863"/>
                </a:cubicBezTo>
                <a:cubicBezTo>
                  <a:pt x="14958" y="53180"/>
                  <a:pt x="60256" y="18457"/>
                  <a:pt x="100285" y="15381"/>
                </a:cubicBezTo>
                <a:lnTo>
                  <a:pt x="100285" y="82251"/>
                </a:lnTo>
                <a:cubicBezTo>
                  <a:pt x="83251" y="85289"/>
                  <a:pt x="70600" y="101477"/>
                  <a:pt x="70600" y="120896"/>
                </a:cubicBezTo>
                <a:cubicBezTo>
                  <a:pt x="70292" y="140347"/>
                  <a:pt x="85811" y="156363"/>
                  <a:pt x="105262" y="156671"/>
                </a:cubicBezTo>
                <a:cubicBezTo>
                  <a:pt x="105821" y="156679"/>
                  <a:pt x="106379" y="156675"/>
                  <a:pt x="106938" y="156657"/>
                </a:cubicBezTo>
                <a:cubicBezTo>
                  <a:pt x="114433" y="156673"/>
                  <a:pt x="121757" y="154406"/>
                  <a:pt x="127933" y="150159"/>
                </a:cubicBezTo>
                <a:lnTo>
                  <a:pt x="143968" y="161695"/>
                </a:lnTo>
                <a:cubicBezTo>
                  <a:pt x="143617" y="168970"/>
                  <a:pt x="149231" y="175153"/>
                  <a:pt x="156506" y="175504"/>
                </a:cubicBezTo>
                <a:cubicBezTo>
                  <a:pt x="163782" y="175855"/>
                  <a:pt x="169965" y="170241"/>
                  <a:pt x="170316" y="162965"/>
                </a:cubicBezTo>
                <a:cubicBezTo>
                  <a:pt x="170667" y="155689"/>
                  <a:pt x="165053" y="149507"/>
                  <a:pt x="157777" y="149156"/>
                </a:cubicBezTo>
                <a:cubicBezTo>
                  <a:pt x="156281" y="149084"/>
                  <a:pt x="154784" y="149267"/>
                  <a:pt x="153350" y="149697"/>
                </a:cubicBezTo>
                <a:lnTo>
                  <a:pt x="138661" y="139315"/>
                </a:lnTo>
                <a:cubicBezTo>
                  <a:pt x="142373" y="133435"/>
                  <a:pt x="144334" y="126619"/>
                  <a:pt x="144314" y="119665"/>
                </a:cubicBezTo>
                <a:cubicBezTo>
                  <a:pt x="144073" y="102412"/>
                  <a:pt x="132304" y="87460"/>
                  <a:pt x="115589" y="83174"/>
                </a:cubicBezTo>
                <a:lnTo>
                  <a:pt x="115589" y="15650"/>
                </a:lnTo>
                <a:cubicBezTo>
                  <a:pt x="151543" y="18342"/>
                  <a:pt x="175845" y="36953"/>
                  <a:pt x="185920" y="69484"/>
                </a:cubicBezTo>
                <a:cubicBezTo>
                  <a:pt x="188727" y="78598"/>
                  <a:pt x="197763" y="94825"/>
                  <a:pt x="205146" y="107937"/>
                </a:cubicBezTo>
                <a:cubicBezTo>
                  <a:pt x="209039" y="114481"/>
                  <a:pt x="212544" y="121248"/>
                  <a:pt x="215644" y="128202"/>
                </a:cubicBezTo>
                <a:cubicBezTo>
                  <a:pt x="214490" y="130625"/>
                  <a:pt x="201993" y="136892"/>
                  <a:pt x="190919" y="141314"/>
                </a:cubicBezTo>
                <a:lnTo>
                  <a:pt x="189611" y="141814"/>
                </a:lnTo>
                <a:lnTo>
                  <a:pt x="189611" y="173038"/>
                </a:lnTo>
                <a:cubicBezTo>
                  <a:pt x="189029" y="178212"/>
                  <a:pt x="186582" y="182996"/>
                  <a:pt x="182728" y="186497"/>
                </a:cubicBezTo>
                <a:cubicBezTo>
                  <a:pt x="176499" y="192918"/>
                  <a:pt x="162002" y="193303"/>
                  <a:pt x="161848" y="193303"/>
                </a:cubicBezTo>
                <a:lnTo>
                  <a:pt x="144929" y="193303"/>
                </a:lnTo>
                <a:lnTo>
                  <a:pt x="144929" y="236793"/>
                </a:lnTo>
                <a:cubicBezTo>
                  <a:pt x="146037" y="239715"/>
                  <a:pt x="148804" y="241675"/>
                  <a:pt x="151927" y="241754"/>
                </a:cubicBezTo>
                <a:cubicBezTo>
                  <a:pt x="155569" y="242191"/>
                  <a:pt x="158983" y="239904"/>
                  <a:pt x="159964" y="236370"/>
                </a:cubicBezTo>
                <a:lnTo>
                  <a:pt x="159964" y="208415"/>
                </a:lnTo>
                <a:cubicBezTo>
                  <a:pt x="170091" y="208666"/>
                  <a:pt x="180077" y="205996"/>
                  <a:pt x="188727" y="200724"/>
                </a:cubicBezTo>
                <a:cubicBezTo>
                  <a:pt x="198364" y="194767"/>
                  <a:pt x="204360" y="184363"/>
                  <a:pt x="204685" y="173038"/>
                </a:cubicBezTo>
                <a:lnTo>
                  <a:pt x="204685" y="152004"/>
                </a:lnTo>
                <a:cubicBezTo>
                  <a:pt x="210453" y="149966"/>
                  <a:pt x="229449" y="142583"/>
                  <a:pt x="230679" y="132201"/>
                </a:cubicBezTo>
                <a:cubicBezTo>
                  <a:pt x="231217" y="127087"/>
                  <a:pt x="226411" y="117397"/>
                  <a:pt x="217836" y="100747"/>
                </a:cubicBezTo>
                <a:close/>
                <a:moveTo>
                  <a:pt x="129086" y="119512"/>
                </a:moveTo>
                <a:cubicBezTo>
                  <a:pt x="129129" y="131744"/>
                  <a:pt x="119247" y="141695"/>
                  <a:pt x="107015" y="141737"/>
                </a:cubicBezTo>
                <a:cubicBezTo>
                  <a:pt x="94782" y="141780"/>
                  <a:pt x="84831" y="131898"/>
                  <a:pt x="84789" y="119665"/>
                </a:cubicBezTo>
                <a:cubicBezTo>
                  <a:pt x="84747" y="107433"/>
                  <a:pt x="94628" y="97482"/>
                  <a:pt x="106861" y="97440"/>
                </a:cubicBezTo>
                <a:cubicBezTo>
                  <a:pt x="106874" y="97440"/>
                  <a:pt x="106886" y="97440"/>
                  <a:pt x="106899" y="97440"/>
                </a:cubicBezTo>
                <a:cubicBezTo>
                  <a:pt x="119117" y="97418"/>
                  <a:pt x="129044" y="107294"/>
                  <a:pt x="129086" y="119512"/>
                </a:cubicBezTo>
                <a:close/>
              </a:path>
            </a:pathLst>
          </a:custGeom>
          <a:solidFill>
            <a:schemeClr val="accent1"/>
          </a:solidFill>
          <a:ln w="233" cap="flat">
            <a:noFill/>
            <a:prstDash val="solid"/>
            <a:miter/>
          </a:ln>
        </p:spPr>
        <p:txBody>
          <a:bodyPr rtlCol="0" anchor="ctr"/>
          <a:lstStyle/>
          <a:p>
            <a:endParaRPr lang="zh-CN" altLang="en-US"/>
          </a:p>
        </p:txBody>
      </p:sp>
      <p:grpSp>
        <p:nvGrpSpPr>
          <p:cNvPr id="363" name="组合 362">
            <a:extLst>
              <a:ext uri="{FF2B5EF4-FFF2-40B4-BE49-F238E27FC236}">
                <a16:creationId xmlns:a16="http://schemas.microsoft.com/office/drawing/2014/main" id="{60CC564E-F6D9-9E44-6A11-D5D016AF63F4}"/>
              </a:ext>
            </a:extLst>
          </p:cNvPr>
          <p:cNvGrpSpPr/>
          <p:nvPr/>
        </p:nvGrpSpPr>
        <p:grpSpPr>
          <a:xfrm>
            <a:off x="9623040" y="3629026"/>
            <a:ext cx="209106" cy="206430"/>
            <a:chOff x="2327921" y="1791608"/>
            <a:chExt cx="200982" cy="198411"/>
          </a:xfrm>
          <a:solidFill>
            <a:schemeClr val="accent1"/>
          </a:solidFill>
        </p:grpSpPr>
        <p:sp>
          <p:nvSpPr>
            <p:cNvPr id="364" name="任意多边形: 形状 363">
              <a:extLst>
                <a:ext uri="{FF2B5EF4-FFF2-40B4-BE49-F238E27FC236}">
                  <a16:creationId xmlns:a16="http://schemas.microsoft.com/office/drawing/2014/main" id="{FE67F114-F2B9-747A-41C8-E07C27DC32AF}"/>
                </a:ext>
              </a:extLst>
            </p:cNvPr>
            <p:cNvSpPr/>
            <p:nvPr/>
          </p:nvSpPr>
          <p:spPr>
            <a:xfrm>
              <a:off x="2327921" y="1791608"/>
              <a:ext cx="198856" cy="198411"/>
            </a:xfrm>
            <a:custGeom>
              <a:avLst/>
              <a:gdLst>
                <a:gd name="connsiteX0" fmla="*/ 99403 w 198856"/>
                <a:gd name="connsiteY0" fmla="*/ 154320 h 198411"/>
                <a:gd name="connsiteX1" fmla="*/ 14829 w 198856"/>
                <a:gd name="connsiteY1" fmla="*/ 154320 h 198411"/>
                <a:gd name="connsiteX2" fmla="*/ 14829 w 198856"/>
                <a:gd name="connsiteY2" fmla="*/ 14829 h 198411"/>
                <a:gd name="connsiteX3" fmla="*/ 184027 w 198856"/>
                <a:gd name="connsiteY3" fmla="*/ 14829 h 198411"/>
                <a:gd name="connsiteX4" fmla="*/ 184027 w 198856"/>
                <a:gd name="connsiteY4" fmla="*/ 113540 h 198411"/>
                <a:gd name="connsiteX5" fmla="*/ 198856 w 198856"/>
                <a:gd name="connsiteY5" fmla="*/ 113540 h 198411"/>
                <a:gd name="connsiteX6" fmla="*/ 198856 w 198856"/>
                <a:gd name="connsiteY6" fmla="*/ 12259 h 198411"/>
                <a:gd name="connsiteX7" fmla="*/ 186597 w 198856"/>
                <a:gd name="connsiteY7" fmla="*/ 0 h 198411"/>
                <a:gd name="connsiteX8" fmla="*/ 12259 w 198856"/>
                <a:gd name="connsiteY8" fmla="*/ 0 h 198411"/>
                <a:gd name="connsiteX9" fmla="*/ 0 w 198856"/>
                <a:gd name="connsiteY9" fmla="*/ 12259 h 198411"/>
                <a:gd name="connsiteX10" fmla="*/ 0 w 198856"/>
                <a:gd name="connsiteY10" fmla="*/ 156890 h 198411"/>
                <a:gd name="connsiteX11" fmla="*/ 12259 w 198856"/>
                <a:gd name="connsiteY11" fmla="*/ 169149 h 198411"/>
                <a:gd name="connsiteX12" fmla="*/ 99453 w 198856"/>
                <a:gd name="connsiteY12" fmla="*/ 169149 h 198411"/>
                <a:gd name="connsiteX13" fmla="*/ 99453 w 198856"/>
                <a:gd name="connsiteY13" fmla="*/ 154320 h 198411"/>
                <a:gd name="connsiteX14" fmla="*/ 99206 w 198856"/>
                <a:gd name="connsiteY14" fmla="*/ 183582 h 198411"/>
                <a:gd name="connsiteX15" fmla="*/ 26989 w 198856"/>
                <a:gd name="connsiteY15" fmla="*/ 183582 h 198411"/>
                <a:gd name="connsiteX16" fmla="*/ 19574 w 198856"/>
                <a:gd name="connsiteY16" fmla="*/ 190997 h 198411"/>
                <a:gd name="connsiteX17" fmla="*/ 26989 w 198856"/>
                <a:gd name="connsiteY17" fmla="*/ 198411 h 198411"/>
                <a:gd name="connsiteX18" fmla="*/ 99206 w 198856"/>
                <a:gd name="connsiteY18" fmla="*/ 198411 h 198411"/>
                <a:gd name="connsiteX19" fmla="*/ 106620 w 198856"/>
                <a:gd name="connsiteY19" fmla="*/ 190997 h 198411"/>
                <a:gd name="connsiteX20" fmla="*/ 99206 w 198856"/>
                <a:gd name="connsiteY20" fmla="*/ 183582 h 198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856" h="198411">
                  <a:moveTo>
                    <a:pt x="99403" y="154320"/>
                  </a:moveTo>
                  <a:lnTo>
                    <a:pt x="14829" y="154320"/>
                  </a:lnTo>
                  <a:lnTo>
                    <a:pt x="14829" y="14829"/>
                  </a:lnTo>
                  <a:lnTo>
                    <a:pt x="184027" y="14829"/>
                  </a:lnTo>
                  <a:lnTo>
                    <a:pt x="184027" y="113540"/>
                  </a:lnTo>
                  <a:lnTo>
                    <a:pt x="198856" y="113540"/>
                  </a:lnTo>
                  <a:lnTo>
                    <a:pt x="198856" y="12259"/>
                  </a:lnTo>
                  <a:cubicBezTo>
                    <a:pt x="198856" y="5488"/>
                    <a:pt x="193368" y="0"/>
                    <a:pt x="186597" y="0"/>
                  </a:cubicBezTo>
                  <a:lnTo>
                    <a:pt x="12259" y="0"/>
                  </a:lnTo>
                  <a:cubicBezTo>
                    <a:pt x="5488" y="0"/>
                    <a:pt x="0" y="5488"/>
                    <a:pt x="0" y="12259"/>
                  </a:cubicBezTo>
                  <a:lnTo>
                    <a:pt x="0" y="156890"/>
                  </a:lnTo>
                  <a:cubicBezTo>
                    <a:pt x="0" y="163660"/>
                    <a:pt x="5488" y="169149"/>
                    <a:pt x="12259" y="169149"/>
                  </a:cubicBezTo>
                  <a:lnTo>
                    <a:pt x="99453" y="169149"/>
                  </a:lnTo>
                  <a:lnTo>
                    <a:pt x="99453" y="154320"/>
                  </a:lnTo>
                  <a:close/>
                  <a:moveTo>
                    <a:pt x="99206" y="183582"/>
                  </a:moveTo>
                  <a:lnTo>
                    <a:pt x="26989" y="183582"/>
                  </a:lnTo>
                  <a:cubicBezTo>
                    <a:pt x="22886" y="183582"/>
                    <a:pt x="19574" y="186894"/>
                    <a:pt x="19574" y="190997"/>
                  </a:cubicBezTo>
                  <a:cubicBezTo>
                    <a:pt x="19574" y="195099"/>
                    <a:pt x="22886" y="198411"/>
                    <a:pt x="26989" y="198411"/>
                  </a:cubicBezTo>
                  <a:lnTo>
                    <a:pt x="99206" y="198411"/>
                  </a:lnTo>
                  <a:cubicBezTo>
                    <a:pt x="103308" y="198411"/>
                    <a:pt x="106620" y="195099"/>
                    <a:pt x="106620" y="190997"/>
                  </a:cubicBezTo>
                  <a:cubicBezTo>
                    <a:pt x="106620" y="186894"/>
                    <a:pt x="103308" y="183582"/>
                    <a:pt x="99206" y="183582"/>
                  </a:cubicBezTo>
                  <a:close/>
                </a:path>
              </a:pathLst>
            </a:custGeom>
            <a:grpFill/>
            <a:ln w="223" cap="flat">
              <a:noFill/>
              <a:prstDash val="solid"/>
              <a:miter/>
            </a:ln>
          </p:spPr>
          <p:txBody>
            <a:bodyPr rtlCol="0" anchor="ctr"/>
            <a:lstStyle/>
            <a:p>
              <a:endParaRPr lang="zh-CN" altLang="en-US"/>
            </a:p>
          </p:txBody>
        </p:sp>
        <p:sp>
          <p:nvSpPr>
            <p:cNvPr id="365" name="任意多边形: 形状 364">
              <a:extLst>
                <a:ext uri="{FF2B5EF4-FFF2-40B4-BE49-F238E27FC236}">
                  <a16:creationId xmlns:a16="http://schemas.microsoft.com/office/drawing/2014/main" id="{8CBA7C04-A3F4-317C-F412-C0E1C6B30E4F}"/>
                </a:ext>
              </a:extLst>
            </p:cNvPr>
            <p:cNvSpPr/>
            <p:nvPr/>
          </p:nvSpPr>
          <p:spPr>
            <a:xfrm>
              <a:off x="2432515" y="1895500"/>
              <a:ext cx="96388" cy="94469"/>
            </a:xfrm>
            <a:custGeom>
              <a:avLst/>
              <a:gdLst>
                <a:gd name="connsiteX0" fmla="*/ 94658 w 96388"/>
                <a:gd name="connsiteY0" fmla="*/ 34363 h 94469"/>
                <a:gd name="connsiteX1" fmla="*/ 85593 w 96388"/>
                <a:gd name="connsiteY1" fmla="*/ 29149 h 94469"/>
                <a:gd name="connsiteX2" fmla="*/ 84130 w 96388"/>
                <a:gd name="connsiteY2" fmla="*/ 29717 h 94469"/>
                <a:gd name="connsiteX3" fmla="*/ 81114 w 96388"/>
                <a:gd name="connsiteY3" fmla="*/ 28876 h 94469"/>
                <a:gd name="connsiteX4" fmla="*/ 81942 w 96388"/>
                <a:gd name="connsiteY4" fmla="*/ 25769 h 94469"/>
                <a:gd name="connsiteX5" fmla="*/ 81955 w 96388"/>
                <a:gd name="connsiteY5" fmla="*/ 25762 h 94469"/>
                <a:gd name="connsiteX6" fmla="*/ 85514 w 96388"/>
                <a:gd name="connsiteY6" fmla="*/ 20473 h 94469"/>
                <a:gd name="connsiteX7" fmla="*/ 83635 w 96388"/>
                <a:gd name="connsiteY7" fmla="*/ 14393 h 94469"/>
                <a:gd name="connsiteX8" fmla="*/ 59513 w 96388"/>
                <a:gd name="connsiteY8" fmla="*/ 207 h 94469"/>
                <a:gd name="connsiteX9" fmla="*/ 53532 w 96388"/>
                <a:gd name="connsiteY9" fmla="*/ 1344 h 94469"/>
                <a:gd name="connsiteX10" fmla="*/ 50418 w 96388"/>
                <a:gd name="connsiteY10" fmla="*/ 6534 h 94469"/>
                <a:gd name="connsiteX11" fmla="*/ 48194 w 96388"/>
                <a:gd name="connsiteY11" fmla="*/ 8561 h 94469"/>
                <a:gd name="connsiteX12" fmla="*/ 45970 w 96388"/>
                <a:gd name="connsiteY12" fmla="*/ 6534 h 94469"/>
                <a:gd name="connsiteX13" fmla="*/ 42856 w 96388"/>
                <a:gd name="connsiteY13" fmla="*/ 1344 h 94469"/>
                <a:gd name="connsiteX14" fmla="*/ 36875 w 96388"/>
                <a:gd name="connsiteY14" fmla="*/ 207 h 94469"/>
                <a:gd name="connsiteX15" fmla="*/ 13494 w 96388"/>
                <a:gd name="connsiteY15" fmla="*/ 13603 h 94469"/>
                <a:gd name="connsiteX16" fmla="*/ 13692 w 96388"/>
                <a:gd name="connsiteY16" fmla="*/ 24082 h 94469"/>
                <a:gd name="connsiteX17" fmla="*/ 14087 w 96388"/>
                <a:gd name="connsiteY17" fmla="*/ 26850 h 94469"/>
                <a:gd name="connsiteX18" fmla="*/ 11418 w 96388"/>
                <a:gd name="connsiteY18" fmla="*/ 27888 h 94469"/>
                <a:gd name="connsiteX19" fmla="*/ 5783 w 96388"/>
                <a:gd name="connsiteY19" fmla="*/ 28382 h 94469"/>
                <a:gd name="connsiteX20" fmla="*/ 2125 w 96388"/>
                <a:gd name="connsiteY20" fmla="*/ 32732 h 94469"/>
                <a:gd name="connsiteX21" fmla="*/ 0 w 96388"/>
                <a:gd name="connsiteY21" fmla="*/ 46968 h 94469"/>
                <a:gd name="connsiteX22" fmla="*/ 1582 w 96388"/>
                <a:gd name="connsiteY22" fmla="*/ 59127 h 94469"/>
                <a:gd name="connsiteX23" fmla="*/ 10380 w 96388"/>
                <a:gd name="connsiteY23" fmla="*/ 64466 h 94469"/>
                <a:gd name="connsiteX24" fmla="*/ 12901 w 96388"/>
                <a:gd name="connsiteY24" fmla="*/ 65504 h 94469"/>
                <a:gd name="connsiteX25" fmla="*/ 12456 w 96388"/>
                <a:gd name="connsiteY25" fmla="*/ 68321 h 94469"/>
                <a:gd name="connsiteX26" fmla="*/ 11913 w 96388"/>
                <a:gd name="connsiteY26" fmla="*/ 78652 h 94469"/>
                <a:gd name="connsiteX27" fmla="*/ 34255 w 96388"/>
                <a:gd name="connsiteY27" fmla="*/ 93086 h 94469"/>
                <a:gd name="connsiteX28" fmla="*/ 40137 w 96388"/>
                <a:gd name="connsiteY28" fmla="*/ 92394 h 94469"/>
                <a:gd name="connsiteX29" fmla="*/ 43647 w 96388"/>
                <a:gd name="connsiteY29" fmla="*/ 87648 h 94469"/>
                <a:gd name="connsiteX30" fmla="*/ 45871 w 96388"/>
                <a:gd name="connsiteY30" fmla="*/ 85869 h 94469"/>
                <a:gd name="connsiteX31" fmla="*/ 48095 w 96388"/>
                <a:gd name="connsiteY31" fmla="*/ 87895 h 94469"/>
                <a:gd name="connsiteX32" fmla="*/ 55460 w 96388"/>
                <a:gd name="connsiteY32" fmla="*/ 94470 h 94469"/>
                <a:gd name="connsiteX33" fmla="*/ 56795 w 96388"/>
                <a:gd name="connsiteY33" fmla="*/ 94371 h 94469"/>
                <a:gd name="connsiteX34" fmla="*/ 81411 w 96388"/>
                <a:gd name="connsiteY34" fmla="*/ 81865 h 94469"/>
                <a:gd name="connsiteX35" fmla="*/ 81613 w 96388"/>
                <a:gd name="connsiteY35" fmla="*/ 71311 h 94469"/>
                <a:gd name="connsiteX36" fmla="*/ 80620 w 96388"/>
                <a:gd name="connsiteY36" fmla="*/ 70447 h 94469"/>
                <a:gd name="connsiteX37" fmla="*/ 79928 w 96388"/>
                <a:gd name="connsiteY37" fmla="*/ 67481 h 94469"/>
                <a:gd name="connsiteX38" fmla="*/ 83042 w 96388"/>
                <a:gd name="connsiteY38" fmla="*/ 66641 h 94469"/>
                <a:gd name="connsiteX39" fmla="*/ 89320 w 96388"/>
                <a:gd name="connsiteY39" fmla="*/ 67135 h 94469"/>
                <a:gd name="connsiteX40" fmla="*/ 93719 w 96388"/>
                <a:gd name="connsiteY40" fmla="*/ 62637 h 94469"/>
                <a:gd name="connsiteX41" fmla="*/ 96388 w 96388"/>
                <a:gd name="connsiteY41" fmla="*/ 46918 h 94469"/>
                <a:gd name="connsiteX42" fmla="*/ 94658 w 96388"/>
                <a:gd name="connsiteY42" fmla="*/ 34363 h 94469"/>
                <a:gd name="connsiteX43" fmla="*/ 81213 w 96388"/>
                <a:gd name="connsiteY43" fmla="*/ 51614 h 94469"/>
                <a:gd name="connsiteX44" fmla="*/ 67076 w 96388"/>
                <a:gd name="connsiteY44" fmla="*/ 60165 h 94469"/>
                <a:gd name="connsiteX45" fmla="*/ 66038 w 96388"/>
                <a:gd name="connsiteY45" fmla="*/ 75143 h 94469"/>
                <a:gd name="connsiteX46" fmla="*/ 59711 w 96388"/>
                <a:gd name="connsiteY46" fmla="*/ 78257 h 94469"/>
                <a:gd name="connsiteX47" fmla="*/ 45772 w 96388"/>
                <a:gd name="connsiteY47" fmla="*/ 71040 h 94469"/>
                <a:gd name="connsiteX48" fmla="*/ 33019 w 96388"/>
                <a:gd name="connsiteY48" fmla="*/ 76724 h 94469"/>
                <a:gd name="connsiteX49" fmla="*/ 26890 w 96388"/>
                <a:gd name="connsiteY49" fmla="*/ 72671 h 94469"/>
                <a:gd name="connsiteX50" fmla="*/ 25654 w 96388"/>
                <a:gd name="connsiteY50" fmla="*/ 58089 h 94469"/>
                <a:gd name="connsiteX51" fmla="*/ 14878 w 96388"/>
                <a:gd name="connsiteY51" fmla="*/ 50032 h 94469"/>
                <a:gd name="connsiteX52" fmla="*/ 15027 w 96388"/>
                <a:gd name="connsiteY52" fmla="*/ 42519 h 94469"/>
                <a:gd name="connsiteX53" fmla="*/ 28859 w 96388"/>
                <a:gd name="connsiteY53" fmla="*/ 22644 h 94469"/>
                <a:gd name="connsiteX54" fmla="*/ 28224 w 96388"/>
                <a:gd name="connsiteY54" fmla="*/ 20177 h 94469"/>
                <a:gd name="connsiteX55" fmla="*/ 34502 w 96388"/>
                <a:gd name="connsiteY55" fmla="*/ 16519 h 94469"/>
                <a:gd name="connsiteX56" fmla="*/ 48095 w 96388"/>
                <a:gd name="connsiteY56" fmla="*/ 23291 h 94469"/>
                <a:gd name="connsiteX57" fmla="*/ 61688 w 96388"/>
                <a:gd name="connsiteY57" fmla="*/ 16519 h 94469"/>
                <a:gd name="connsiteX58" fmla="*/ 67719 w 96388"/>
                <a:gd name="connsiteY58" fmla="*/ 20028 h 94469"/>
                <a:gd name="connsiteX59" fmla="*/ 68164 w 96388"/>
                <a:gd name="connsiteY59" fmla="*/ 36291 h 94469"/>
                <a:gd name="connsiteX60" fmla="*/ 81361 w 96388"/>
                <a:gd name="connsiteY60" fmla="*/ 44743 h 94469"/>
                <a:gd name="connsiteX61" fmla="*/ 81460 w 96388"/>
                <a:gd name="connsiteY61" fmla="*/ 46968 h 94469"/>
                <a:gd name="connsiteX62" fmla="*/ 81213 w 96388"/>
                <a:gd name="connsiteY62" fmla="*/ 51614 h 94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96388" h="94469">
                  <a:moveTo>
                    <a:pt x="94658" y="34363"/>
                  </a:moveTo>
                  <a:cubicBezTo>
                    <a:pt x="93594" y="30420"/>
                    <a:pt x="89536" y="28086"/>
                    <a:pt x="85593" y="29149"/>
                  </a:cubicBezTo>
                  <a:cubicBezTo>
                    <a:pt x="85086" y="29286"/>
                    <a:pt x="84596" y="29476"/>
                    <a:pt x="84130" y="29717"/>
                  </a:cubicBezTo>
                  <a:cubicBezTo>
                    <a:pt x="83042" y="30260"/>
                    <a:pt x="81707" y="29914"/>
                    <a:pt x="81114" y="28876"/>
                  </a:cubicBezTo>
                  <a:cubicBezTo>
                    <a:pt x="80485" y="27790"/>
                    <a:pt x="80856" y="26399"/>
                    <a:pt x="81942" y="25769"/>
                  </a:cubicBezTo>
                  <a:cubicBezTo>
                    <a:pt x="81947" y="25767"/>
                    <a:pt x="81951" y="25765"/>
                    <a:pt x="81955" y="25762"/>
                  </a:cubicBezTo>
                  <a:cubicBezTo>
                    <a:pt x="83882" y="24625"/>
                    <a:pt x="85168" y="22648"/>
                    <a:pt x="85514" y="20473"/>
                  </a:cubicBezTo>
                  <a:cubicBezTo>
                    <a:pt x="85860" y="18298"/>
                    <a:pt x="85118" y="16025"/>
                    <a:pt x="83635" y="14393"/>
                  </a:cubicBezTo>
                  <a:cubicBezTo>
                    <a:pt x="77160" y="7325"/>
                    <a:pt x="68806" y="2431"/>
                    <a:pt x="59513" y="207"/>
                  </a:cubicBezTo>
                  <a:cubicBezTo>
                    <a:pt x="57437" y="-287"/>
                    <a:pt x="55263" y="108"/>
                    <a:pt x="53532" y="1344"/>
                  </a:cubicBezTo>
                  <a:cubicBezTo>
                    <a:pt x="51802" y="2530"/>
                    <a:pt x="50666" y="4409"/>
                    <a:pt x="50418" y="6534"/>
                  </a:cubicBezTo>
                  <a:cubicBezTo>
                    <a:pt x="50270" y="7671"/>
                    <a:pt x="49331" y="8561"/>
                    <a:pt x="48194" y="8561"/>
                  </a:cubicBezTo>
                  <a:cubicBezTo>
                    <a:pt x="47057" y="8561"/>
                    <a:pt x="46118" y="7671"/>
                    <a:pt x="45970" y="6534"/>
                  </a:cubicBezTo>
                  <a:cubicBezTo>
                    <a:pt x="45723" y="4458"/>
                    <a:pt x="44586" y="2530"/>
                    <a:pt x="42856" y="1344"/>
                  </a:cubicBezTo>
                  <a:cubicBezTo>
                    <a:pt x="41126" y="158"/>
                    <a:pt x="38951" y="-287"/>
                    <a:pt x="36875" y="207"/>
                  </a:cubicBezTo>
                  <a:cubicBezTo>
                    <a:pt x="27964" y="2352"/>
                    <a:pt x="19851" y="7000"/>
                    <a:pt x="13494" y="13603"/>
                  </a:cubicBezTo>
                  <a:cubicBezTo>
                    <a:pt x="10657" y="16552"/>
                    <a:pt x="10746" y="21242"/>
                    <a:pt x="13692" y="24082"/>
                  </a:cubicBezTo>
                  <a:cubicBezTo>
                    <a:pt x="14335" y="24675"/>
                    <a:pt x="14730" y="25812"/>
                    <a:pt x="14087" y="26850"/>
                  </a:cubicBezTo>
                  <a:cubicBezTo>
                    <a:pt x="13494" y="27888"/>
                    <a:pt x="12259" y="28135"/>
                    <a:pt x="11418" y="27888"/>
                  </a:cubicBezTo>
                  <a:cubicBezTo>
                    <a:pt x="9540" y="27295"/>
                    <a:pt x="7513" y="27492"/>
                    <a:pt x="5783" y="28382"/>
                  </a:cubicBezTo>
                  <a:cubicBezTo>
                    <a:pt x="4053" y="29321"/>
                    <a:pt x="2719" y="30853"/>
                    <a:pt x="2125" y="32732"/>
                  </a:cubicBezTo>
                  <a:cubicBezTo>
                    <a:pt x="692" y="37329"/>
                    <a:pt x="0" y="42123"/>
                    <a:pt x="0" y="46968"/>
                  </a:cubicBezTo>
                  <a:cubicBezTo>
                    <a:pt x="0" y="50971"/>
                    <a:pt x="544" y="55025"/>
                    <a:pt x="1582" y="59127"/>
                  </a:cubicBezTo>
                  <a:cubicBezTo>
                    <a:pt x="2570" y="62983"/>
                    <a:pt x="6525" y="65355"/>
                    <a:pt x="10380" y="64466"/>
                  </a:cubicBezTo>
                  <a:cubicBezTo>
                    <a:pt x="11221" y="64268"/>
                    <a:pt x="12308" y="64515"/>
                    <a:pt x="12901" y="65504"/>
                  </a:cubicBezTo>
                  <a:cubicBezTo>
                    <a:pt x="13544" y="66591"/>
                    <a:pt x="13099" y="67728"/>
                    <a:pt x="12456" y="68321"/>
                  </a:cubicBezTo>
                  <a:cubicBezTo>
                    <a:pt x="9491" y="71040"/>
                    <a:pt x="9293" y="75637"/>
                    <a:pt x="11913" y="78652"/>
                  </a:cubicBezTo>
                  <a:cubicBezTo>
                    <a:pt x="17835" y="85491"/>
                    <a:pt x="25586" y="90498"/>
                    <a:pt x="34255" y="93086"/>
                  </a:cubicBezTo>
                  <a:cubicBezTo>
                    <a:pt x="36232" y="93679"/>
                    <a:pt x="38358" y="93432"/>
                    <a:pt x="40137" y="92394"/>
                  </a:cubicBezTo>
                  <a:cubicBezTo>
                    <a:pt x="41916" y="91356"/>
                    <a:pt x="43202" y="89626"/>
                    <a:pt x="43647" y="87648"/>
                  </a:cubicBezTo>
                  <a:cubicBezTo>
                    <a:pt x="43844" y="86808"/>
                    <a:pt x="44635" y="85869"/>
                    <a:pt x="45871" y="85869"/>
                  </a:cubicBezTo>
                  <a:cubicBezTo>
                    <a:pt x="47008" y="85869"/>
                    <a:pt x="47947" y="86759"/>
                    <a:pt x="48095" y="87895"/>
                  </a:cubicBezTo>
                  <a:cubicBezTo>
                    <a:pt x="48514" y="91645"/>
                    <a:pt x="51688" y="94478"/>
                    <a:pt x="55460" y="94470"/>
                  </a:cubicBezTo>
                  <a:cubicBezTo>
                    <a:pt x="55905" y="94470"/>
                    <a:pt x="56350" y="94420"/>
                    <a:pt x="56795" y="94371"/>
                  </a:cubicBezTo>
                  <a:cubicBezTo>
                    <a:pt x="66038" y="92690"/>
                    <a:pt x="74590" y="88390"/>
                    <a:pt x="81411" y="81865"/>
                  </a:cubicBezTo>
                  <a:cubicBezTo>
                    <a:pt x="84381" y="79007"/>
                    <a:pt x="84472" y="74282"/>
                    <a:pt x="81613" y="71311"/>
                  </a:cubicBezTo>
                  <a:cubicBezTo>
                    <a:pt x="81308" y="70995"/>
                    <a:pt x="80976" y="70705"/>
                    <a:pt x="80620" y="70447"/>
                  </a:cubicBezTo>
                  <a:cubicBezTo>
                    <a:pt x="79685" y="69767"/>
                    <a:pt x="79390" y="68504"/>
                    <a:pt x="79928" y="67481"/>
                  </a:cubicBezTo>
                  <a:cubicBezTo>
                    <a:pt x="80571" y="66409"/>
                    <a:pt x="81947" y="66037"/>
                    <a:pt x="83042" y="66641"/>
                  </a:cubicBezTo>
                  <a:cubicBezTo>
                    <a:pt x="84970" y="67728"/>
                    <a:pt x="87244" y="67926"/>
                    <a:pt x="89320" y="67135"/>
                  </a:cubicBezTo>
                  <a:cubicBezTo>
                    <a:pt x="91396" y="66344"/>
                    <a:pt x="92977" y="64713"/>
                    <a:pt x="93719" y="62637"/>
                  </a:cubicBezTo>
                  <a:cubicBezTo>
                    <a:pt x="95498" y="57496"/>
                    <a:pt x="96388" y="52207"/>
                    <a:pt x="96388" y="46918"/>
                  </a:cubicBezTo>
                  <a:cubicBezTo>
                    <a:pt x="96388" y="42766"/>
                    <a:pt x="95795" y="38565"/>
                    <a:pt x="94658" y="34363"/>
                  </a:cubicBezTo>
                  <a:close/>
                  <a:moveTo>
                    <a:pt x="81213" y="51614"/>
                  </a:moveTo>
                  <a:cubicBezTo>
                    <a:pt x="75529" y="51861"/>
                    <a:pt x="70091" y="54876"/>
                    <a:pt x="67076" y="60165"/>
                  </a:cubicBezTo>
                  <a:cubicBezTo>
                    <a:pt x="64358" y="64911"/>
                    <a:pt x="64110" y="70397"/>
                    <a:pt x="66038" y="75143"/>
                  </a:cubicBezTo>
                  <a:cubicBezTo>
                    <a:pt x="64061" y="76428"/>
                    <a:pt x="61936" y="77466"/>
                    <a:pt x="59711" y="78257"/>
                  </a:cubicBezTo>
                  <a:cubicBezTo>
                    <a:pt x="56517" y="73725"/>
                    <a:pt x="51316" y="71032"/>
                    <a:pt x="45772" y="71040"/>
                  </a:cubicBezTo>
                  <a:cubicBezTo>
                    <a:pt x="40730" y="71040"/>
                    <a:pt x="36183" y="73165"/>
                    <a:pt x="33019" y="76724"/>
                  </a:cubicBezTo>
                  <a:cubicBezTo>
                    <a:pt x="30844" y="75587"/>
                    <a:pt x="28768" y="74253"/>
                    <a:pt x="26890" y="72671"/>
                  </a:cubicBezTo>
                  <a:cubicBezTo>
                    <a:pt x="28669" y="68025"/>
                    <a:pt x="28323" y="62686"/>
                    <a:pt x="25654" y="58089"/>
                  </a:cubicBezTo>
                  <a:cubicBezTo>
                    <a:pt x="23326" y="54034"/>
                    <a:pt x="19427" y="51118"/>
                    <a:pt x="14878" y="50032"/>
                  </a:cubicBezTo>
                  <a:cubicBezTo>
                    <a:pt x="14638" y="47530"/>
                    <a:pt x="14688" y="45009"/>
                    <a:pt x="15027" y="42519"/>
                  </a:cubicBezTo>
                  <a:cubicBezTo>
                    <a:pt x="24335" y="40850"/>
                    <a:pt x="30528" y="31952"/>
                    <a:pt x="28859" y="22644"/>
                  </a:cubicBezTo>
                  <a:cubicBezTo>
                    <a:pt x="28709" y="21807"/>
                    <a:pt x="28497" y="20982"/>
                    <a:pt x="28224" y="20177"/>
                  </a:cubicBezTo>
                  <a:cubicBezTo>
                    <a:pt x="30202" y="18743"/>
                    <a:pt x="32278" y="17507"/>
                    <a:pt x="34502" y="16519"/>
                  </a:cubicBezTo>
                  <a:cubicBezTo>
                    <a:pt x="37666" y="20671"/>
                    <a:pt x="42608" y="23291"/>
                    <a:pt x="48095" y="23291"/>
                  </a:cubicBezTo>
                  <a:cubicBezTo>
                    <a:pt x="53582" y="23291"/>
                    <a:pt x="58574" y="20671"/>
                    <a:pt x="61688" y="16519"/>
                  </a:cubicBezTo>
                  <a:cubicBezTo>
                    <a:pt x="63814" y="17458"/>
                    <a:pt x="65840" y="18644"/>
                    <a:pt x="67719" y="20028"/>
                  </a:cubicBezTo>
                  <a:cubicBezTo>
                    <a:pt x="65247" y="25021"/>
                    <a:pt x="65198" y="31150"/>
                    <a:pt x="68164" y="36291"/>
                  </a:cubicBezTo>
                  <a:cubicBezTo>
                    <a:pt x="70917" y="41096"/>
                    <a:pt x="75845" y="44252"/>
                    <a:pt x="81361" y="44743"/>
                  </a:cubicBezTo>
                  <a:cubicBezTo>
                    <a:pt x="81411" y="45485"/>
                    <a:pt x="81460" y="46226"/>
                    <a:pt x="81460" y="46968"/>
                  </a:cubicBezTo>
                  <a:cubicBezTo>
                    <a:pt x="81559" y="48500"/>
                    <a:pt x="81460" y="50032"/>
                    <a:pt x="81213" y="51614"/>
                  </a:cubicBezTo>
                  <a:close/>
                </a:path>
              </a:pathLst>
            </a:custGeom>
            <a:grpFill/>
            <a:ln w="223" cap="flat">
              <a:noFill/>
              <a:prstDash val="solid"/>
              <a:miter/>
            </a:ln>
          </p:spPr>
          <p:txBody>
            <a:bodyPr rtlCol="0" anchor="ctr"/>
            <a:lstStyle/>
            <a:p>
              <a:endParaRPr lang="zh-CN" altLang="en-US"/>
            </a:p>
          </p:txBody>
        </p:sp>
        <p:sp>
          <p:nvSpPr>
            <p:cNvPr id="366" name="任意多边形: 形状 365">
              <a:extLst>
                <a:ext uri="{FF2B5EF4-FFF2-40B4-BE49-F238E27FC236}">
                  <a16:creationId xmlns:a16="http://schemas.microsoft.com/office/drawing/2014/main" id="{CFB0DCC1-27B5-7930-24A2-1CA4EA6D29CD}"/>
                </a:ext>
              </a:extLst>
            </p:cNvPr>
            <p:cNvSpPr/>
            <p:nvPr/>
          </p:nvSpPr>
          <p:spPr>
            <a:xfrm>
              <a:off x="2363511" y="1817707"/>
              <a:ext cx="138205" cy="145719"/>
            </a:xfrm>
            <a:custGeom>
              <a:avLst/>
              <a:gdLst>
                <a:gd name="connsiteX0" fmla="*/ 117198 w 138205"/>
                <a:gd name="connsiteY0" fmla="*/ 103704 h 145719"/>
                <a:gd name="connsiteX1" fmla="*/ 96190 w 138205"/>
                <a:gd name="connsiteY1" fmla="*/ 124711 h 145719"/>
                <a:gd name="connsiteX2" fmla="*/ 117198 w 138205"/>
                <a:gd name="connsiteY2" fmla="*/ 145719 h 145719"/>
                <a:gd name="connsiteX3" fmla="*/ 138206 w 138205"/>
                <a:gd name="connsiteY3" fmla="*/ 124711 h 145719"/>
                <a:gd name="connsiteX4" fmla="*/ 117198 w 138205"/>
                <a:gd name="connsiteY4" fmla="*/ 103704 h 145719"/>
                <a:gd name="connsiteX5" fmla="*/ 117198 w 138205"/>
                <a:gd name="connsiteY5" fmla="*/ 130940 h 145719"/>
                <a:gd name="connsiteX6" fmla="*/ 111018 w 138205"/>
                <a:gd name="connsiteY6" fmla="*/ 124762 h 145719"/>
                <a:gd name="connsiteX7" fmla="*/ 117196 w 138205"/>
                <a:gd name="connsiteY7" fmla="*/ 118582 h 145719"/>
                <a:gd name="connsiteX8" fmla="*/ 117198 w 138205"/>
                <a:gd name="connsiteY8" fmla="*/ 118582 h 145719"/>
                <a:gd name="connsiteX9" fmla="*/ 123376 w 138205"/>
                <a:gd name="connsiteY9" fmla="*/ 124762 h 145719"/>
                <a:gd name="connsiteX10" fmla="*/ 117198 w 138205"/>
                <a:gd name="connsiteY10" fmla="*/ 130940 h 145719"/>
                <a:gd name="connsiteX11" fmla="*/ 0 w 138205"/>
                <a:gd name="connsiteY11" fmla="*/ 7414 h 145719"/>
                <a:gd name="connsiteX12" fmla="*/ 0 w 138205"/>
                <a:gd name="connsiteY12" fmla="*/ 95004 h 145719"/>
                <a:gd name="connsiteX13" fmla="*/ 7414 w 138205"/>
                <a:gd name="connsiteY13" fmla="*/ 102419 h 145719"/>
                <a:gd name="connsiteX14" fmla="*/ 14829 w 138205"/>
                <a:gd name="connsiteY14" fmla="*/ 95004 h 145719"/>
                <a:gd name="connsiteX15" fmla="*/ 14829 w 138205"/>
                <a:gd name="connsiteY15" fmla="*/ 7414 h 145719"/>
                <a:gd name="connsiteX16" fmla="*/ 7414 w 138205"/>
                <a:gd name="connsiteY16" fmla="*/ 0 h 145719"/>
                <a:gd name="connsiteX17" fmla="*/ 0 w 138205"/>
                <a:gd name="connsiteY17" fmla="*/ 7414 h 145719"/>
                <a:gd name="connsiteX18" fmla="*/ 30646 w 138205"/>
                <a:gd name="connsiteY18" fmla="*/ 7414 h 145719"/>
                <a:gd name="connsiteX19" fmla="*/ 30646 w 138205"/>
                <a:gd name="connsiteY19" fmla="*/ 58426 h 145719"/>
                <a:gd name="connsiteX20" fmla="*/ 38061 w 138205"/>
                <a:gd name="connsiteY20" fmla="*/ 65840 h 145719"/>
                <a:gd name="connsiteX21" fmla="*/ 45475 w 138205"/>
                <a:gd name="connsiteY21" fmla="*/ 58426 h 145719"/>
                <a:gd name="connsiteX22" fmla="*/ 45475 w 138205"/>
                <a:gd name="connsiteY22" fmla="*/ 7414 h 145719"/>
                <a:gd name="connsiteX23" fmla="*/ 38061 w 138205"/>
                <a:gd name="connsiteY23" fmla="*/ 0 h 145719"/>
                <a:gd name="connsiteX24" fmla="*/ 30646 w 138205"/>
                <a:gd name="connsiteY24" fmla="*/ 7414 h 145719"/>
                <a:gd name="connsiteX25" fmla="*/ 61244 w 138205"/>
                <a:gd name="connsiteY25" fmla="*/ 7414 h 145719"/>
                <a:gd name="connsiteX26" fmla="*/ 61244 w 138205"/>
                <a:gd name="connsiteY26" fmla="*/ 58426 h 145719"/>
                <a:gd name="connsiteX27" fmla="*/ 68658 w 138205"/>
                <a:gd name="connsiteY27" fmla="*/ 65840 h 145719"/>
                <a:gd name="connsiteX28" fmla="*/ 76072 w 138205"/>
                <a:gd name="connsiteY28" fmla="*/ 58426 h 145719"/>
                <a:gd name="connsiteX29" fmla="*/ 76072 w 138205"/>
                <a:gd name="connsiteY29" fmla="*/ 7414 h 145719"/>
                <a:gd name="connsiteX30" fmla="*/ 68658 w 138205"/>
                <a:gd name="connsiteY30" fmla="*/ 0 h 145719"/>
                <a:gd name="connsiteX31" fmla="*/ 61244 w 138205"/>
                <a:gd name="connsiteY31" fmla="*/ 7414 h 1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8205" h="145719">
                  <a:moveTo>
                    <a:pt x="117198" y="103704"/>
                  </a:moveTo>
                  <a:cubicBezTo>
                    <a:pt x="105631" y="103704"/>
                    <a:pt x="96190" y="113145"/>
                    <a:pt x="96190" y="124711"/>
                  </a:cubicBezTo>
                  <a:cubicBezTo>
                    <a:pt x="96190" y="136278"/>
                    <a:pt x="105631" y="145719"/>
                    <a:pt x="117198" y="145719"/>
                  </a:cubicBezTo>
                  <a:cubicBezTo>
                    <a:pt x="128765" y="145719"/>
                    <a:pt x="138206" y="136278"/>
                    <a:pt x="138206" y="124711"/>
                  </a:cubicBezTo>
                  <a:cubicBezTo>
                    <a:pt x="138206" y="113145"/>
                    <a:pt x="128765" y="103704"/>
                    <a:pt x="117198" y="103704"/>
                  </a:cubicBezTo>
                  <a:close/>
                  <a:moveTo>
                    <a:pt x="117198" y="130940"/>
                  </a:moveTo>
                  <a:cubicBezTo>
                    <a:pt x="113786" y="130940"/>
                    <a:pt x="111019" y="128174"/>
                    <a:pt x="111018" y="124762"/>
                  </a:cubicBezTo>
                  <a:cubicBezTo>
                    <a:pt x="111017" y="121350"/>
                    <a:pt x="113783" y="118583"/>
                    <a:pt x="117196" y="118582"/>
                  </a:cubicBezTo>
                  <a:cubicBezTo>
                    <a:pt x="117196" y="118582"/>
                    <a:pt x="117197" y="118582"/>
                    <a:pt x="117198" y="118582"/>
                  </a:cubicBezTo>
                  <a:cubicBezTo>
                    <a:pt x="120610" y="118583"/>
                    <a:pt x="123376" y="121350"/>
                    <a:pt x="123376" y="124762"/>
                  </a:cubicBezTo>
                  <a:cubicBezTo>
                    <a:pt x="123375" y="128173"/>
                    <a:pt x="120610" y="130939"/>
                    <a:pt x="117198" y="130940"/>
                  </a:cubicBezTo>
                  <a:close/>
                  <a:moveTo>
                    <a:pt x="0" y="7414"/>
                  </a:moveTo>
                  <a:lnTo>
                    <a:pt x="0" y="95004"/>
                  </a:lnTo>
                  <a:cubicBezTo>
                    <a:pt x="0" y="99107"/>
                    <a:pt x="3312" y="102419"/>
                    <a:pt x="7414" y="102419"/>
                  </a:cubicBezTo>
                  <a:cubicBezTo>
                    <a:pt x="11517" y="102419"/>
                    <a:pt x="14829" y="99107"/>
                    <a:pt x="14829" y="95004"/>
                  </a:cubicBezTo>
                  <a:lnTo>
                    <a:pt x="14829" y="7414"/>
                  </a:lnTo>
                  <a:cubicBezTo>
                    <a:pt x="14829" y="3312"/>
                    <a:pt x="11517" y="0"/>
                    <a:pt x="7414" y="0"/>
                  </a:cubicBezTo>
                  <a:cubicBezTo>
                    <a:pt x="3312" y="0"/>
                    <a:pt x="0" y="3312"/>
                    <a:pt x="0" y="7414"/>
                  </a:cubicBezTo>
                  <a:close/>
                  <a:moveTo>
                    <a:pt x="30646" y="7414"/>
                  </a:moveTo>
                  <a:lnTo>
                    <a:pt x="30646" y="58426"/>
                  </a:lnTo>
                  <a:cubicBezTo>
                    <a:pt x="30646" y="62529"/>
                    <a:pt x="33958" y="65840"/>
                    <a:pt x="38061" y="65840"/>
                  </a:cubicBezTo>
                  <a:cubicBezTo>
                    <a:pt x="42164" y="65840"/>
                    <a:pt x="45475" y="62529"/>
                    <a:pt x="45475" y="58426"/>
                  </a:cubicBezTo>
                  <a:lnTo>
                    <a:pt x="45475" y="7414"/>
                  </a:lnTo>
                  <a:cubicBezTo>
                    <a:pt x="45475" y="3312"/>
                    <a:pt x="42164" y="0"/>
                    <a:pt x="38061" y="0"/>
                  </a:cubicBezTo>
                  <a:cubicBezTo>
                    <a:pt x="33958" y="0"/>
                    <a:pt x="30646" y="3312"/>
                    <a:pt x="30646" y="7414"/>
                  </a:cubicBezTo>
                  <a:close/>
                  <a:moveTo>
                    <a:pt x="61244" y="7414"/>
                  </a:moveTo>
                  <a:lnTo>
                    <a:pt x="61244" y="58426"/>
                  </a:lnTo>
                  <a:cubicBezTo>
                    <a:pt x="61244" y="62529"/>
                    <a:pt x="64555" y="65840"/>
                    <a:pt x="68658" y="65840"/>
                  </a:cubicBezTo>
                  <a:cubicBezTo>
                    <a:pt x="72761" y="65840"/>
                    <a:pt x="76072" y="62529"/>
                    <a:pt x="76072" y="58426"/>
                  </a:cubicBezTo>
                  <a:lnTo>
                    <a:pt x="76072" y="7414"/>
                  </a:lnTo>
                  <a:cubicBezTo>
                    <a:pt x="76072" y="3312"/>
                    <a:pt x="72761" y="0"/>
                    <a:pt x="68658" y="0"/>
                  </a:cubicBezTo>
                  <a:cubicBezTo>
                    <a:pt x="64555" y="0"/>
                    <a:pt x="61244" y="3312"/>
                    <a:pt x="61244" y="7414"/>
                  </a:cubicBezTo>
                  <a:close/>
                </a:path>
              </a:pathLst>
            </a:custGeom>
            <a:grpFill/>
            <a:ln w="223" cap="flat">
              <a:noFill/>
              <a:prstDash val="solid"/>
              <a:miter/>
            </a:ln>
          </p:spPr>
          <p:txBody>
            <a:bodyPr rtlCol="0" anchor="ctr"/>
            <a:lstStyle/>
            <a:p>
              <a:endParaRPr lang="zh-CN" altLang="en-US"/>
            </a:p>
          </p:txBody>
        </p:sp>
      </p:grpSp>
    </p:spTree>
    <p:extLst>
      <p:ext uri="{BB962C8B-B14F-4D97-AF65-F5344CB8AC3E}">
        <p14:creationId xmlns:p14="http://schemas.microsoft.com/office/powerpoint/2010/main" val="3079364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智慧停车数据接入预览</a:t>
            </a:r>
            <a:endParaRPr lang="en-US" altLang="zh-CN" dirty="0"/>
          </a:p>
        </p:txBody>
      </p:sp>
      <p:sp>
        <p:nvSpPr>
          <p:cNvPr id="530" name="图形 528">
            <a:extLst>
              <a:ext uri="{FF2B5EF4-FFF2-40B4-BE49-F238E27FC236}">
                <a16:creationId xmlns:a16="http://schemas.microsoft.com/office/drawing/2014/main" id="{7A496DEE-701F-18BA-EDBC-A038123C01C1}"/>
              </a:ext>
            </a:extLst>
          </p:cNvPr>
          <p:cNvSpPr/>
          <p:nvPr/>
        </p:nvSpPr>
        <p:spPr>
          <a:xfrm>
            <a:off x="3587749" y="4923584"/>
            <a:ext cx="5009548" cy="725937"/>
          </a:xfrm>
          <a:custGeom>
            <a:avLst/>
            <a:gdLst>
              <a:gd name="connsiteX0" fmla="*/ 0 w 4994557"/>
              <a:gd name="connsiteY0" fmla="*/ 0 h 725937"/>
              <a:gd name="connsiteX1" fmla="*/ 405407 w 4994557"/>
              <a:gd name="connsiteY1" fmla="*/ 725937 h 725937"/>
              <a:gd name="connsiteX2" fmla="*/ 405407 w 4994557"/>
              <a:gd name="connsiteY2" fmla="*/ 725937 h 725937"/>
              <a:gd name="connsiteX3" fmla="*/ 401845 w 4994557"/>
              <a:gd name="connsiteY3" fmla="*/ 710088 h 725937"/>
              <a:gd name="connsiteX4" fmla="*/ 2503549 w 4994557"/>
              <a:gd name="connsiteY4" fmla="*/ 433015 h 725937"/>
              <a:gd name="connsiteX5" fmla="*/ 4605253 w 4994557"/>
              <a:gd name="connsiteY5" fmla="*/ 710088 h 725937"/>
              <a:gd name="connsiteX6" fmla="*/ 4601690 w 4994557"/>
              <a:gd name="connsiteY6" fmla="*/ 725937 h 725937"/>
              <a:gd name="connsiteX7" fmla="*/ 4604398 w 4994557"/>
              <a:gd name="connsiteY7" fmla="*/ 725937 h 725937"/>
              <a:gd name="connsiteX8" fmla="*/ 4994557 w 4994557"/>
              <a:gd name="connsiteY8" fmla="*/ 0 h 725937"/>
              <a:gd name="connsiteX9" fmla="*/ 0 w 4994557"/>
              <a:gd name="connsiteY9" fmla="*/ 0 h 725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94557" h="725937">
                <a:moveTo>
                  <a:pt x="0" y="0"/>
                </a:moveTo>
                <a:lnTo>
                  <a:pt x="405407" y="725937"/>
                </a:lnTo>
                <a:lnTo>
                  <a:pt x="405407" y="725937"/>
                </a:lnTo>
                <a:cubicBezTo>
                  <a:pt x="403127" y="720701"/>
                  <a:pt x="401845" y="715324"/>
                  <a:pt x="401845" y="710088"/>
                </a:cubicBezTo>
                <a:cubicBezTo>
                  <a:pt x="401845" y="557118"/>
                  <a:pt x="1342759" y="433015"/>
                  <a:pt x="2503549" y="433015"/>
                </a:cubicBezTo>
                <a:cubicBezTo>
                  <a:pt x="3664338" y="433015"/>
                  <a:pt x="4605253" y="556976"/>
                  <a:pt x="4605253" y="710088"/>
                </a:cubicBezTo>
                <a:cubicBezTo>
                  <a:pt x="4605253" y="715466"/>
                  <a:pt x="4603970" y="720701"/>
                  <a:pt x="4601690" y="725937"/>
                </a:cubicBezTo>
                <a:lnTo>
                  <a:pt x="4604398" y="725937"/>
                </a:lnTo>
                <a:lnTo>
                  <a:pt x="4994557" y="0"/>
                </a:lnTo>
                <a:lnTo>
                  <a:pt x="0" y="0"/>
                </a:lnTo>
                <a:close/>
              </a:path>
            </a:pathLst>
          </a:custGeom>
          <a:gradFill>
            <a:gsLst>
              <a:gs pos="86000">
                <a:schemeClr val="accent1">
                  <a:alpha val="25000"/>
                </a:schemeClr>
              </a:gs>
              <a:gs pos="60000">
                <a:schemeClr val="accent1">
                  <a:alpha val="0"/>
                </a:schemeClr>
              </a:gs>
              <a:gs pos="100000">
                <a:schemeClr val="accent1">
                  <a:alpha val="56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88" name="椭圆 487">
            <a:extLst>
              <a:ext uri="{FF2B5EF4-FFF2-40B4-BE49-F238E27FC236}">
                <a16:creationId xmlns:a16="http://schemas.microsoft.com/office/drawing/2014/main" id="{6F41B517-8F7E-4BB2-1296-4EC17BB840CA}"/>
              </a:ext>
            </a:extLst>
          </p:cNvPr>
          <p:cNvSpPr/>
          <p:nvPr/>
        </p:nvSpPr>
        <p:spPr>
          <a:xfrm>
            <a:off x="2465072" y="5319141"/>
            <a:ext cx="7261856" cy="1101004"/>
          </a:xfrm>
          <a:prstGeom prst="ellipse">
            <a:avLst/>
          </a:prstGeom>
          <a:gradFill>
            <a:gsLst>
              <a:gs pos="36000">
                <a:schemeClr val="accent1">
                  <a:alpha val="0"/>
                </a:schemeClr>
              </a:gs>
              <a:gs pos="100000">
                <a:schemeClr val="accent1">
                  <a:alpha val="38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1" name="椭圆 470">
            <a:extLst>
              <a:ext uri="{FF2B5EF4-FFF2-40B4-BE49-F238E27FC236}">
                <a16:creationId xmlns:a16="http://schemas.microsoft.com/office/drawing/2014/main" id="{2B3C05A8-5500-687B-1035-CB709F786377}"/>
              </a:ext>
            </a:extLst>
          </p:cNvPr>
          <p:cNvSpPr/>
          <p:nvPr/>
        </p:nvSpPr>
        <p:spPr>
          <a:xfrm>
            <a:off x="3983038" y="5522393"/>
            <a:ext cx="4225925" cy="553236"/>
          </a:xfrm>
          <a:prstGeom prst="ellipse">
            <a:avLst/>
          </a:prstGeom>
          <a:gradFill>
            <a:gsLst>
              <a:gs pos="36000">
                <a:schemeClr val="accent1">
                  <a:alpha val="0"/>
                </a:schemeClr>
              </a:gs>
              <a:gs pos="100000">
                <a:schemeClr val="accent1">
                  <a:alpha val="38000"/>
                </a:schemeClr>
              </a:gs>
            </a:gsLst>
            <a:lin ang="5400000" scaled="1"/>
          </a:gradFill>
          <a:ln>
            <a:gradFill>
              <a:gsLst>
                <a:gs pos="40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68" name="组合 567">
            <a:extLst>
              <a:ext uri="{FF2B5EF4-FFF2-40B4-BE49-F238E27FC236}">
                <a16:creationId xmlns:a16="http://schemas.microsoft.com/office/drawing/2014/main" id="{C3B94A37-1057-7B5D-A336-900DF734E2E3}"/>
              </a:ext>
            </a:extLst>
          </p:cNvPr>
          <p:cNvGrpSpPr/>
          <p:nvPr/>
        </p:nvGrpSpPr>
        <p:grpSpPr>
          <a:xfrm>
            <a:off x="5178419" y="2295007"/>
            <a:ext cx="1835163" cy="1072109"/>
            <a:chOff x="5102224" y="2965449"/>
            <a:chExt cx="1835163" cy="1072109"/>
          </a:xfrm>
        </p:grpSpPr>
        <p:sp>
          <p:nvSpPr>
            <p:cNvPr id="430" name="任意多边形: 形状 429">
              <a:extLst>
                <a:ext uri="{FF2B5EF4-FFF2-40B4-BE49-F238E27FC236}">
                  <a16:creationId xmlns:a16="http://schemas.microsoft.com/office/drawing/2014/main" id="{C9B908C4-DAEE-C060-F71C-D4FF79212E05}"/>
                </a:ext>
              </a:extLst>
            </p:cNvPr>
            <p:cNvSpPr/>
            <p:nvPr/>
          </p:nvSpPr>
          <p:spPr>
            <a:xfrm>
              <a:off x="5102225" y="3516652"/>
              <a:ext cx="1835159" cy="520899"/>
            </a:xfrm>
            <a:custGeom>
              <a:avLst/>
              <a:gdLst>
                <a:gd name="connsiteX0" fmla="*/ 603123 w 1206531"/>
                <a:gd name="connsiteY0" fmla="*/ 360045 h 360045"/>
                <a:gd name="connsiteX1" fmla="*/ 0 w 1206531"/>
                <a:gd name="connsiteY1" fmla="*/ 175641 h 360045"/>
                <a:gd name="connsiteX2" fmla="*/ 603123 w 1206531"/>
                <a:gd name="connsiteY2" fmla="*/ 0 h 360045"/>
                <a:gd name="connsiteX3" fmla="*/ 1206532 w 1206531"/>
                <a:gd name="connsiteY3" fmla="*/ 175641 h 360045"/>
                <a:gd name="connsiteX4" fmla="*/ 603123 w 1206531"/>
                <a:gd name="connsiteY4" fmla="*/ 360045 h 360045"/>
                <a:gd name="connsiteX5" fmla="*/ 603123 w 1206531"/>
                <a:gd name="connsiteY5" fmla="*/ 360045 h 36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6531" h="360045">
                  <a:moveTo>
                    <a:pt x="603123" y="360045"/>
                  </a:moveTo>
                  <a:lnTo>
                    <a:pt x="0" y="175641"/>
                  </a:lnTo>
                  <a:lnTo>
                    <a:pt x="603123" y="0"/>
                  </a:lnTo>
                  <a:lnTo>
                    <a:pt x="1206532" y="175641"/>
                  </a:lnTo>
                  <a:lnTo>
                    <a:pt x="603123" y="360045"/>
                  </a:lnTo>
                  <a:lnTo>
                    <a:pt x="603123" y="360045"/>
                  </a:lnTo>
                  <a:close/>
                </a:path>
              </a:pathLst>
            </a:custGeom>
            <a:gradFill>
              <a:gsLst>
                <a:gs pos="100000">
                  <a:schemeClr val="accent1">
                    <a:alpha val="77000"/>
                  </a:schemeClr>
                </a:gs>
                <a:gs pos="0">
                  <a:schemeClr val="accent1">
                    <a:alpha val="0"/>
                  </a:schemeClr>
                </a:gs>
              </a:gsLst>
              <a:lin ang="5400000" scaled="0"/>
            </a:gradFill>
            <a:ln w="2762" cap="flat">
              <a:noFill/>
              <a:prstDash val="solid"/>
              <a:miter/>
            </a:ln>
          </p:spPr>
          <p:txBody>
            <a:bodyPr rtlCol="0" anchor="ctr"/>
            <a:lstStyle/>
            <a:p>
              <a:endParaRPr lang="zh-CN" altLang="en-US" dirty="0"/>
            </a:p>
          </p:txBody>
        </p:sp>
        <p:grpSp>
          <p:nvGrpSpPr>
            <p:cNvPr id="564" name="组合 563">
              <a:extLst>
                <a:ext uri="{FF2B5EF4-FFF2-40B4-BE49-F238E27FC236}">
                  <a16:creationId xmlns:a16="http://schemas.microsoft.com/office/drawing/2014/main" id="{39AB1180-3F08-5047-03B9-C17E41303B7B}"/>
                </a:ext>
              </a:extLst>
            </p:cNvPr>
            <p:cNvGrpSpPr/>
            <p:nvPr/>
          </p:nvGrpSpPr>
          <p:grpSpPr>
            <a:xfrm>
              <a:off x="5102224" y="3313116"/>
              <a:ext cx="1835163" cy="724442"/>
              <a:chOff x="5102224" y="3313116"/>
              <a:chExt cx="1835163" cy="724442"/>
            </a:xfrm>
          </p:grpSpPr>
          <p:sp>
            <p:nvSpPr>
              <p:cNvPr id="384" name="任意多边形: 形状 383">
                <a:extLst>
                  <a:ext uri="{FF2B5EF4-FFF2-40B4-BE49-F238E27FC236}">
                    <a16:creationId xmlns:a16="http://schemas.microsoft.com/office/drawing/2014/main" id="{5DE56167-4AEA-DB1C-6638-3D0A1CC541A8}"/>
                  </a:ext>
                </a:extLst>
              </p:cNvPr>
              <p:cNvSpPr/>
              <p:nvPr/>
            </p:nvSpPr>
            <p:spPr>
              <a:xfrm>
                <a:off x="5102225" y="3313116"/>
                <a:ext cx="1835159" cy="520899"/>
              </a:xfrm>
              <a:custGeom>
                <a:avLst/>
                <a:gdLst>
                  <a:gd name="connsiteX0" fmla="*/ 603123 w 1206531"/>
                  <a:gd name="connsiteY0" fmla="*/ 360045 h 360045"/>
                  <a:gd name="connsiteX1" fmla="*/ 0 w 1206531"/>
                  <a:gd name="connsiteY1" fmla="*/ 175641 h 360045"/>
                  <a:gd name="connsiteX2" fmla="*/ 603123 w 1206531"/>
                  <a:gd name="connsiteY2" fmla="*/ 0 h 360045"/>
                  <a:gd name="connsiteX3" fmla="*/ 1206532 w 1206531"/>
                  <a:gd name="connsiteY3" fmla="*/ 175641 h 360045"/>
                  <a:gd name="connsiteX4" fmla="*/ 603123 w 1206531"/>
                  <a:gd name="connsiteY4" fmla="*/ 360045 h 360045"/>
                  <a:gd name="connsiteX5" fmla="*/ 603123 w 1206531"/>
                  <a:gd name="connsiteY5" fmla="*/ 360045 h 36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6531" h="360045">
                    <a:moveTo>
                      <a:pt x="603123" y="360045"/>
                    </a:moveTo>
                    <a:lnTo>
                      <a:pt x="0" y="175641"/>
                    </a:lnTo>
                    <a:lnTo>
                      <a:pt x="603123" y="0"/>
                    </a:lnTo>
                    <a:lnTo>
                      <a:pt x="1206532" y="175641"/>
                    </a:lnTo>
                    <a:lnTo>
                      <a:pt x="603123" y="360045"/>
                    </a:lnTo>
                    <a:lnTo>
                      <a:pt x="603123" y="360045"/>
                    </a:lnTo>
                    <a:close/>
                  </a:path>
                </a:pathLst>
              </a:custGeom>
              <a:solidFill>
                <a:schemeClr val="accent1">
                  <a:alpha val="22000"/>
                </a:schemeClr>
              </a:solidFill>
              <a:ln w="9525" cap="flat">
                <a:gradFill>
                  <a:gsLst>
                    <a:gs pos="55000">
                      <a:schemeClr val="accent1"/>
                    </a:gs>
                    <a:gs pos="48000">
                      <a:schemeClr val="accent1">
                        <a:alpha val="0"/>
                      </a:schemeClr>
                    </a:gs>
                    <a:gs pos="100000">
                      <a:schemeClr val="accent1"/>
                    </a:gs>
                  </a:gsLst>
                  <a:lin ang="5400000" scaled="1"/>
                </a:gradFill>
                <a:prstDash val="solid"/>
                <a:miter/>
              </a:ln>
            </p:spPr>
            <p:txBody>
              <a:bodyPr rtlCol="0" anchor="ctr"/>
              <a:lstStyle/>
              <a:p>
                <a:endParaRPr lang="zh-CN" altLang="en-US"/>
              </a:p>
            </p:txBody>
          </p:sp>
          <p:sp>
            <p:nvSpPr>
              <p:cNvPr id="386" name="任意多边形: 形状 385">
                <a:extLst>
                  <a:ext uri="{FF2B5EF4-FFF2-40B4-BE49-F238E27FC236}">
                    <a16:creationId xmlns:a16="http://schemas.microsoft.com/office/drawing/2014/main" id="{3B890243-833C-ECA7-3C37-26FB7E0B2FC2}"/>
                  </a:ext>
                </a:extLst>
              </p:cNvPr>
              <p:cNvSpPr/>
              <p:nvPr/>
            </p:nvSpPr>
            <p:spPr>
              <a:xfrm>
                <a:off x="6019880" y="3567916"/>
                <a:ext cx="917507" cy="469636"/>
              </a:xfrm>
              <a:custGeom>
                <a:avLst/>
                <a:gdLst>
                  <a:gd name="connsiteX0" fmla="*/ 0 w 603218"/>
                  <a:gd name="connsiteY0" fmla="*/ 324612 h 324612"/>
                  <a:gd name="connsiteX1" fmla="*/ 603218 w 603218"/>
                  <a:gd name="connsiteY1" fmla="*/ 139922 h 324612"/>
                  <a:gd name="connsiteX2" fmla="*/ 603218 w 603218"/>
                  <a:gd name="connsiteY2" fmla="*/ 0 h 324612"/>
                  <a:gd name="connsiteX3" fmla="*/ 0 w 603218"/>
                  <a:gd name="connsiteY3" fmla="*/ 183356 h 324612"/>
                  <a:gd name="connsiteX4" fmla="*/ 0 w 603218"/>
                  <a:gd name="connsiteY4" fmla="*/ 324612 h 324612"/>
                  <a:gd name="connsiteX5" fmla="*/ 0 w 603218"/>
                  <a:gd name="connsiteY5" fmla="*/ 324612 h 324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218" h="324612">
                    <a:moveTo>
                      <a:pt x="0" y="324612"/>
                    </a:moveTo>
                    <a:lnTo>
                      <a:pt x="603218" y="139922"/>
                    </a:lnTo>
                    <a:lnTo>
                      <a:pt x="603218" y="0"/>
                    </a:lnTo>
                    <a:lnTo>
                      <a:pt x="0" y="183356"/>
                    </a:lnTo>
                    <a:lnTo>
                      <a:pt x="0" y="324612"/>
                    </a:lnTo>
                    <a:lnTo>
                      <a:pt x="0" y="324612"/>
                    </a:lnTo>
                    <a:close/>
                  </a:path>
                </a:pathLst>
              </a:custGeom>
              <a:solidFill>
                <a:schemeClr val="accent1">
                  <a:alpha val="29000"/>
                </a:schemeClr>
              </a:solidFill>
              <a:ln w="276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89" name="任意多边形: 形状 388">
                <a:extLst>
                  <a:ext uri="{FF2B5EF4-FFF2-40B4-BE49-F238E27FC236}">
                    <a16:creationId xmlns:a16="http://schemas.microsoft.com/office/drawing/2014/main" id="{2FE461DD-B06C-227E-DFE6-450F44B05178}"/>
                  </a:ext>
                </a:extLst>
              </p:cNvPr>
              <p:cNvSpPr/>
              <p:nvPr/>
            </p:nvSpPr>
            <p:spPr>
              <a:xfrm>
                <a:off x="5102224" y="3567922"/>
                <a:ext cx="917652" cy="469636"/>
              </a:xfrm>
              <a:custGeom>
                <a:avLst/>
                <a:gdLst>
                  <a:gd name="connsiteX0" fmla="*/ 603314 w 603313"/>
                  <a:gd name="connsiteY0" fmla="*/ 324612 h 324612"/>
                  <a:gd name="connsiteX1" fmla="*/ 0 w 603313"/>
                  <a:gd name="connsiteY1" fmla="*/ 139922 h 324612"/>
                  <a:gd name="connsiteX2" fmla="*/ 0 w 603313"/>
                  <a:gd name="connsiteY2" fmla="*/ 0 h 324612"/>
                  <a:gd name="connsiteX3" fmla="*/ 603314 w 603313"/>
                  <a:gd name="connsiteY3" fmla="*/ 183356 h 324612"/>
                  <a:gd name="connsiteX4" fmla="*/ 603314 w 603313"/>
                  <a:gd name="connsiteY4" fmla="*/ 324612 h 324612"/>
                  <a:gd name="connsiteX5" fmla="*/ 603314 w 603313"/>
                  <a:gd name="connsiteY5" fmla="*/ 324612 h 324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313" h="324612">
                    <a:moveTo>
                      <a:pt x="603314" y="324612"/>
                    </a:moveTo>
                    <a:lnTo>
                      <a:pt x="0" y="139922"/>
                    </a:lnTo>
                    <a:lnTo>
                      <a:pt x="0" y="0"/>
                    </a:lnTo>
                    <a:lnTo>
                      <a:pt x="603314" y="183356"/>
                    </a:lnTo>
                    <a:lnTo>
                      <a:pt x="603314" y="324612"/>
                    </a:lnTo>
                    <a:lnTo>
                      <a:pt x="603314" y="324612"/>
                    </a:lnTo>
                    <a:close/>
                  </a:path>
                </a:pathLst>
              </a:custGeom>
              <a:solidFill>
                <a:schemeClr val="accent1">
                  <a:alpha val="29000"/>
                </a:schemeClr>
              </a:solidFill>
              <a:ln w="2762" cap="flat">
                <a:noFill/>
                <a:prstDash val="solid"/>
                <a:miter/>
              </a:ln>
            </p:spPr>
            <p:txBody>
              <a:bodyPr rtlCol="0" anchor="ctr"/>
              <a:lstStyle/>
              <a:p>
                <a:endParaRPr lang="zh-CN" altLang="en-US" dirty="0"/>
              </a:p>
            </p:txBody>
          </p:sp>
        </p:grpSp>
        <p:cxnSp>
          <p:nvCxnSpPr>
            <p:cNvPr id="433" name="直接连接符 432">
              <a:extLst>
                <a:ext uri="{FF2B5EF4-FFF2-40B4-BE49-F238E27FC236}">
                  <a16:creationId xmlns:a16="http://schemas.microsoft.com/office/drawing/2014/main" id="{51CBC1F5-1DD9-09C3-2E4E-807BB668551B}"/>
                </a:ext>
              </a:extLst>
            </p:cNvPr>
            <p:cNvCxnSpPr>
              <a:cxnSpLocks/>
              <a:endCxn id="386" idx="0"/>
            </p:cNvCxnSpPr>
            <p:nvPr/>
          </p:nvCxnSpPr>
          <p:spPr>
            <a:xfrm>
              <a:off x="6019804" y="3834015"/>
              <a:ext cx="76" cy="203537"/>
            </a:xfrm>
            <a:prstGeom prst="line">
              <a:avLst/>
            </a:prstGeom>
          </p:spPr>
          <p:style>
            <a:lnRef idx="1">
              <a:schemeClr val="accent1"/>
            </a:lnRef>
            <a:fillRef idx="0">
              <a:schemeClr val="accent1"/>
            </a:fillRef>
            <a:effectRef idx="0">
              <a:schemeClr val="accent1"/>
            </a:effectRef>
            <a:fontRef idx="minor">
              <a:schemeClr val="tx1"/>
            </a:fontRef>
          </p:style>
        </p:cxnSp>
        <p:sp>
          <p:nvSpPr>
            <p:cNvPr id="521" name="任意多边形: 形状 520">
              <a:extLst>
                <a:ext uri="{FF2B5EF4-FFF2-40B4-BE49-F238E27FC236}">
                  <a16:creationId xmlns:a16="http://schemas.microsoft.com/office/drawing/2014/main" id="{40437781-6436-77C3-20CC-017B299C55B7}"/>
                </a:ext>
              </a:extLst>
            </p:cNvPr>
            <p:cNvSpPr/>
            <p:nvPr/>
          </p:nvSpPr>
          <p:spPr>
            <a:xfrm flipV="1">
              <a:off x="5124454" y="2998786"/>
              <a:ext cx="1790700" cy="537341"/>
            </a:xfrm>
            <a:custGeom>
              <a:avLst/>
              <a:gdLst>
                <a:gd name="connsiteX0" fmla="*/ 0 w 1790700"/>
                <a:gd name="connsiteY0" fmla="*/ 537341 h 537341"/>
                <a:gd name="connsiteX1" fmla="*/ 1790700 w 1790700"/>
                <a:gd name="connsiteY1" fmla="*/ 537341 h 537341"/>
                <a:gd name="connsiteX2" fmla="*/ 1224817 w 1790700"/>
                <a:gd name="connsiteY2" fmla="*/ 1116 h 537341"/>
                <a:gd name="connsiteX3" fmla="*/ 897662 w 1790700"/>
                <a:gd name="connsiteY3" fmla="*/ 102515 h 537341"/>
                <a:gd name="connsiteX4" fmla="*/ 567062 w 1790700"/>
                <a:gd name="connsiteY4" fmla="*/ 0 h 537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90700" h="537341">
                  <a:moveTo>
                    <a:pt x="0" y="537341"/>
                  </a:moveTo>
                  <a:lnTo>
                    <a:pt x="1790700" y="537341"/>
                  </a:lnTo>
                  <a:lnTo>
                    <a:pt x="1224817" y="1116"/>
                  </a:lnTo>
                  <a:lnTo>
                    <a:pt x="897662" y="102515"/>
                  </a:lnTo>
                  <a:lnTo>
                    <a:pt x="567062" y="0"/>
                  </a:lnTo>
                  <a:close/>
                </a:path>
              </a:pathLst>
            </a:custGeom>
            <a:gradFill>
              <a:gsLst>
                <a:gs pos="1000">
                  <a:schemeClr val="accent1">
                    <a:alpha val="20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16" name="组合 515">
              <a:extLst>
                <a:ext uri="{FF2B5EF4-FFF2-40B4-BE49-F238E27FC236}">
                  <a16:creationId xmlns:a16="http://schemas.microsoft.com/office/drawing/2014/main" id="{13D0BDE3-FF95-3C73-3C38-7FEEF1ADC559}"/>
                </a:ext>
              </a:extLst>
            </p:cNvPr>
            <p:cNvGrpSpPr/>
            <p:nvPr/>
          </p:nvGrpSpPr>
          <p:grpSpPr>
            <a:xfrm>
              <a:off x="5702888" y="3433612"/>
              <a:ext cx="644984" cy="228543"/>
              <a:chOff x="-971395" y="4197656"/>
              <a:chExt cx="669262" cy="237146"/>
            </a:xfrm>
          </p:grpSpPr>
          <p:sp>
            <p:nvSpPr>
              <p:cNvPr id="517" name="任意形状 106">
                <a:extLst>
                  <a:ext uri="{FF2B5EF4-FFF2-40B4-BE49-F238E27FC236}">
                    <a16:creationId xmlns:a16="http://schemas.microsoft.com/office/drawing/2014/main" id="{854FCE8D-3209-E429-2121-BBB6B1DB6D92}"/>
                  </a:ext>
                </a:extLst>
              </p:cNvPr>
              <p:cNvSpPr/>
              <p:nvPr/>
            </p:nvSpPr>
            <p:spPr>
              <a:xfrm>
                <a:off x="-971395" y="4197656"/>
                <a:ext cx="669262" cy="212668"/>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accent1">
                      <a:alpha val="77000"/>
                    </a:schemeClr>
                  </a:gs>
                  <a:gs pos="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518" name="任意形状 107">
                <a:extLst>
                  <a:ext uri="{FF2B5EF4-FFF2-40B4-BE49-F238E27FC236}">
                    <a16:creationId xmlns:a16="http://schemas.microsoft.com/office/drawing/2014/main" id="{DF2D920E-C9DE-E87C-B5DC-AA7A07E5DBED}"/>
                  </a:ext>
                </a:extLst>
              </p:cNvPr>
              <p:cNvSpPr/>
              <p:nvPr/>
            </p:nvSpPr>
            <p:spPr>
              <a:xfrm>
                <a:off x="-971395" y="4301391"/>
                <a:ext cx="334551" cy="133410"/>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accent1">
                      <a:alpha val="44000"/>
                    </a:schemeClr>
                  </a:gs>
                  <a:gs pos="100000">
                    <a:schemeClr val="accent1">
                      <a:alpha val="81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519" name="任意形状 108">
                <a:extLst>
                  <a:ext uri="{FF2B5EF4-FFF2-40B4-BE49-F238E27FC236}">
                    <a16:creationId xmlns:a16="http://schemas.microsoft.com/office/drawing/2014/main" id="{557855EA-3C7D-0774-C43C-E7AE9B5784BA}"/>
                  </a:ext>
                </a:extLst>
              </p:cNvPr>
              <p:cNvSpPr/>
              <p:nvPr/>
            </p:nvSpPr>
            <p:spPr>
              <a:xfrm>
                <a:off x="-636843" y="4301392"/>
                <a:ext cx="334710" cy="133410"/>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accent1"/>
                  </a:gs>
                  <a:gs pos="0">
                    <a:schemeClr val="accent1">
                      <a:lumMod val="60000"/>
                      <a:lumOff val="40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grpSp>
          <p:nvGrpSpPr>
            <p:cNvPr id="567" name="组合 566">
              <a:extLst>
                <a:ext uri="{FF2B5EF4-FFF2-40B4-BE49-F238E27FC236}">
                  <a16:creationId xmlns:a16="http://schemas.microsoft.com/office/drawing/2014/main" id="{3E237807-C704-8EC6-FD5E-7913E62C6D15}"/>
                </a:ext>
              </a:extLst>
            </p:cNvPr>
            <p:cNvGrpSpPr/>
            <p:nvPr/>
          </p:nvGrpSpPr>
          <p:grpSpPr>
            <a:xfrm>
              <a:off x="5816600" y="2965449"/>
              <a:ext cx="430212" cy="468163"/>
              <a:chOff x="5816600" y="2965449"/>
              <a:chExt cx="430212" cy="468163"/>
            </a:xfrm>
          </p:grpSpPr>
          <p:cxnSp>
            <p:nvCxnSpPr>
              <p:cNvPr id="437" name="直接连接符 436">
                <a:extLst>
                  <a:ext uri="{FF2B5EF4-FFF2-40B4-BE49-F238E27FC236}">
                    <a16:creationId xmlns:a16="http://schemas.microsoft.com/office/drawing/2014/main" id="{64FBFE98-EE80-F7C8-51D8-A245AAF97C05}"/>
                  </a:ext>
                </a:extLst>
              </p:cNvPr>
              <p:cNvCxnSpPr>
                <a:cxnSpLocks/>
              </p:cNvCxnSpPr>
              <p:nvPr/>
            </p:nvCxnSpPr>
            <p:spPr>
              <a:xfrm>
                <a:off x="5816600" y="3078162"/>
                <a:ext cx="0" cy="287338"/>
              </a:xfrm>
              <a:prstGeom prst="line">
                <a:avLst/>
              </a:prstGeom>
              <a:ln w="19050" cap="rnd">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39" name="直接连接符 438">
                <a:extLst>
                  <a:ext uri="{FF2B5EF4-FFF2-40B4-BE49-F238E27FC236}">
                    <a16:creationId xmlns:a16="http://schemas.microsoft.com/office/drawing/2014/main" id="{66C131B7-8AE0-255A-7E56-06666B0BA9EE}"/>
                  </a:ext>
                </a:extLst>
              </p:cNvPr>
              <p:cNvCxnSpPr>
                <a:cxnSpLocks/>
              </p:cNvCxnSpPr>
              <p:nvPr/>
            </p:nvCxnSpPr>
            <p:spPr>
              <a:xfrm>
                <a:off x="6061075" y="2965449"/>
                <a:ext cx="0" cy="287338"/>
              </a:xfrm>
              <a:prstGeom prst="line">
                <a:avLst/>
              </a:prstGeom>
              <a:ln w="19050" cap="rnd">
                <a:gradFill>
                  <a:gsLst>
                    <a:gs pos="0">
                      <a:schemeClr val="accent1">
                        <a:alpha val="61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40" name="直接连接符 439">
                <a:extLst>
                  <a:ext uri="{FF2B5EF4-FFF2-40B4-BE49-F238E27FC236}">
                    <a16:creationId xmlns:a16="http://schemas.microsoft.com/office/drawing/2014/main" id="{8F57AD51-0B06-19CD-D55E-28C10607276E}"/>
                  </a:ext>
                </a:extLst>
              </p:cNvPr>
              <p:cNvCxnSpPr>
                <a:cxnSpLocks/>
              </p:cNvCxnSpPr>
              <p:nvPr/>
            </p:nvCxnSpPr>
            <p:spPr>
              <a:xfrm>
                <a:off x="6246812" y="3146274"/>
                <a:ext cx="0" cy="287338"/>
              </a:xfrm>
              <a:prstGeom prst="line">
                <a:avLst/>
              </a:prstGeom>
              <a:ln w="19050" cap="rnd">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grpSp>
      <p:grpSp>
        <p:nvGrpSpPr>
          <p:cNvPr id="576" name="组合 575">
            <a:extLst>
              <a:ext uri="{FF2B5EF4-FFF2-40B4-BE49-F238E27FC236}">
                <a16:creationId xmlns:a16="http://schemas.microsoft.com/office/drawing/2014/main" id="{BFAD1432-F701-336E-1693-5EF87249C68A}"/>
              </a:ext>
            </a:extLst>
          </p:cNvPr>
          <p:cNvGrpSpPr/>
          <p:nvPr/>
        </p:nvGrpSpPr>
        <p:grpSpPr>
          <a:xfrm>
            <a:off x="4949825" y="3139800"/>
            <a:ext cx="2292350" cy="1297557"/>
            <a:chOff x="4949825" y="3175027"/>
            <a:chExt cx="2292350" cy="1297557"/>
          </a:xfrm>
        </p:grpSpPr>
        <p:grpSp>
          <p:nvGrpSpPr>
            <p:cNvPr id="572" name="组合 571">
              <a:extLst>
                <a:ext uri="{FF2B5EF4-FFF2-40B4-BE49-F238E27FC236}">
                  <a16:creationId xmlns:a16="http://schemas.microsoft.com/office/drawing/2014/main" id="{109EB4A5-C2E9-E79F-E588-D9656EE6A319}"/>
                </a:ext>
              </a:extLst>
            </p:cNvPr>
            <p:cNvGrpSpPr/>
            <p:nvPr/>
          </p:nvGrpSpPr>
          <p:grpSpPr>
            <a:xfrm>
              <a:off x="4949825" y="3567665"/>
              <a:ext cx="2292350" cy="904919"/>
              <a:chOff x="4870450" y="4078795"/>
              <a:chExt cx="2292350" cy="904919"/>
            </a:xfrm>
          </p:grpSpPr>
          <p:sp>
            <p:nvSpPr>
              <p:cNvPr id="443" name="任意多边形: 形状 442">
                <a:extLst>
                  <a:ext uri="{FF2B5EF4-FFF2-40B4-BE49-F238E27FC236}">
                    <a16:creationId xmlns:a16="http://schemas.microsoft.com/office/drawing/2014/main" id="{6FDDAB30-5CEA-2D6E-A5C2-56ABC63163D8}"/>
                  </a:ext>
                </a:extLst>
              </p:cNvPr>
              <p:cNvSpPr/>
              <p:nvPr/>
            </p:nvSpPr>
            <p:spPr>
              <a:xfrm>
                <a:off x="4870453" y="4333037"/>
                <a:ext cx="2292345" cy="650668"/>
              </a:xfrm>
              <a:custGeom>
                <a:avLst/>
                <a:gdLst>
                  <a:gd name="connsiteX0" fmla="*/ 603123 w 1206531"/>
                  <a:gd name="connsiteY0" fmla="*/ 360045 h 360045"/>
                  <a:gd name="connsiteX1" fmla="*/ 0 w 1206531"/>
                  <a:gd name="connsiteY1" fmla="*/ 175641 h 360045"/>
                  <a:gd name="connsiteX2" fmla="*/ 603123 w 1206531"/>
                  <a:gd name="connsiteY2" fmla="*/ 0 h 360045"/>
                  <a:gd name="connsiteX3" fmla="*/ 1206532 w 1206531"/>
                  <a:gd name="connsiteY3" fmla="*/ 175641 h 360045"/>
                  <a:gd name="connsiteX4" fmla="*/ 603123 w 1206531"/>
                  <a:gd name="connsiteY4" fmla="*/ 360045 h 360045"/>
                  <a:gd name="connsiteX5" fmla="*/ 603123 w 1206531"/>
                  <a:gd name="connsiteY5" fmla="*/ 360045 h 36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6531" h="360045">
                    <a:moveTo>
                      <a:pt x="603123" y="360045"/>
                    </a:moveTo>
                    <a:lnTo>
                      <a:pt x="0" y="175641"/>
                    </a:lnTo>
                    <a:lnTo>
                      <a:pt x="603123" y="0"/>
                    </a:lnTo>
                    <a:lnTo>
                      <a:pt x="1206532" y="175641"/>
                    </a:lnTo>
                    <a:lnTo>
                      <a:pt x="603123" y="360045"/>
                    </a:lnTo>
                    <a:lnTo>
                      <a:pt x="603123" y="360045"/>
                    </a:lnTo>
                    <a:close/>
                  </a:path>
                </a:pathLst>
              </a:custGeom>
              <a:gradFill>
                <a:gsLst>
                  <a:gs pos="100000">
                    <a:schemeClr val="accent1">
                      <a:alpha val="77000"/>
                    </a:schemeClr>
                  </a:gs>
                  <a:gs pos="0">
                    <a:schemeClr val="accent1">
                      <a:alpha val="0"/>
                    </a:schemeClr>
                  </a:gs>
                </a:gsLst>
                <a:lin ang="5400000" scaled="0"/>
              </a:gradFill>
              <a:ln w="2762" cap="flat">
                <a:noFill/>
                <a:prstDash val="solid"/>
                <a:miter/>
              </a:ln>
            </p:spPr>
            <p:txBody>
              <a:bodyPr rtlCol="0" anchor="ctr"/>
              <a:lstStyle/>
              <a:p>
                <a:endParaRPr lang="zh-CN" altLang="en-US" dirty="0"/>
              </a:p>
            </p:txBody>
          </p:sp>
          <p:grpSp>
            <p:nvGrpSpPr>
              <p:cNvPr id="565" name="组合 564">
                <a:extLst>
                  <a:ext uri="{FF2B5EF4-FFF2-40B4-BE49-F238E27FC236}">
                    <a16:creationId xmlns:a16="http://schemas.microsoft.com/office/drawing/2014/main" id="{99271C7E-BC0F-4032-5643-2BD630556B3E}"/>
                  </a:ext>
                </a:extLst>
              </p:cNvPr>
              <p:cNvGrpSpPr/>
              <p:nvPr/>
            </p:nvGrpSpPr>
            <p:grpSpPr>
              <a:xfrm>
                <a:off x="4870450" y="4078795"/>
                <a:ext cx="2292350" cy="904919"/>
                <a:chOff x="4870450" y="4078795"/>
                <a:chExt cx="2292350" cy="904919"/>
              </a:xfrm>
            </p:grpSpPr>
            <p:sp>
              <p:nvSpPr>
                <p:cNvPr id="444" name="任意多边形: 形状 443">
                  <a:extLst>
                    <a:ext uri="{FF2B5EF4-FFF2-40B4-BE49-F238E27FC236}">
                      <a16:creationId xmlns:a16="http://schemas.microsoft.com/office/drawing/2014/main" id="{DF23A2D2-7D39-6E02-15A3-E701E52BB2CA}"/>
                    </a:ext>
                  </a:extLst>
                </p:cNvPr>
                <p:cNvSpPr/>
                <p:nvPr/>
              </p:nvSpPr>
              <p:spPr>
                <a:xfrm>
                  <a:off x="4870451" y="4078795"/>
                  <a:ext cx="2292345" cy="650668"/>
                </a:xfrm>
                <a:custGeom>
                  <a:avLst/>
                  <a:gdLst>
                    <a:gd name="connsiteX0" fmla="*/ 603123 w 1206531"/>
                    <a:gd name="connsiteY0" fmla="*/ 360045 h 360045"/>
                    <a:gd name="connsiteX1" fmla="*/ 0 w 1206531"/>
                    <a:gd name="connsiteY1" fmla="*/ 175641 h 360045"/>
                    <a:gd name="connsiteX2" fmla="*/ 603123 w 1206531"/>
                    <a:gd name="connsiteY2" fmla="*/ 0 h 360045"/>
                    <a:gd name="connsiteX3" fmla="*/ 1206532 w 1206531"/>
                    <a:gd name="connsiteY3" fmla="*/ 175641 h 360045"/>
                    <a:gd name="connsiteX4" fmla="*/ 603123 w 1206531"/>
                    <a:gd name="connsiteY4" fmla="*/ 360045 h 360045"/>
                    <a:gd name="connsiteX5" fmla="*/ 603123 w 1206531"/>
                    <a:gd name="connsiteY5" fmla="*/ 360045 h 36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6531" h="360045">
                      <a:moveTo>
                        <a:pt x="603123" y="360045"/>
                      </a:moveTo>
                      <a:lnTo>
                        <a:pt x="0" y="175641"/>
                      </a:lnTo>
                      <a:lnTo>
                        <a:pt x="603123" y="0"/>
                      </a:lnTo>
                      <a:lnTo>
                        <a:pt x="1206532" y="175641"/>
                      </a:lnTo>
                      <a:lnTo>
                        <a:pt x="603123" y="360045"/>
                      </a:lnTo>
                      <a:lnTo>
                        <a:pt x="603123" y="360045"/>
                      </a:lnTo>
                      <a:close/>
                    </a:path>
                  </a:pathLst>
                </a:custGeom>
                <a:solidFill>
                  <a:schemeClr val="accent1">
                    <a:alpha val="22000"/>
                  </a:schemeClr>
                </a:solidFill>
                <a:ln w="9525" cap="flat">
                  <a:gradFill>
                    <a:gsLst>
                      <a:gs pos="55000">
                        <a:schemeClr val="accent1"/>
                      </a:gs>
                      <a:gs pos="48000">
                        <a:schemeClr val="accent1">
                          <a:alpha val="0"/>
                        </a:schemeClr>
                      </a:gs>
                      <a:gs pos="100000">
                        <a:schemeClr val="accent1"/>
                      </a:gs>
                    </a:gsLst>
                    <a:lin ang="5400000" scaled="1"/>
                  </a:gradFill>
                  <a:prstDash val="solid"/>
                  <a:miter/>
                </a:ln>
              </p:spPr>
              <p:txBody>
                <a:bodyPr rtlCol="0" anchor="ctr"/>
                <a:lstStyle/>
                <a:p>
                  <a:endParaRPr lang="zh-CN" altLang="en-US" dirty="0"/>
                </a:p>
              </p:txBody>
            </p:sp>
            <p:sp>
              <p:nvSpPr>
                <p:cNvPr id="445" name="任意多边形: 形状 444">
                  <a:extLst>
                    <a:ext uri="{FF2B5EF4-FFF2-40B4-BE49-F238E27FC236}">
                      <a16:creationId xmlns:a16="http://schemas.microsoft.com/office/drawing/2014/main" id="{525E1CBF-8565-7784-81B9-7A5846217E31}"/>
                    </a:ext>
                  </a:extLst>
                </p:cNvPr>
                <p:cNvSpPr/>
                <p:nvPr/>
              </p:nvSpPr>
              <p:spPr>
                <a:xfrm>
                  <a:off x="6016718" y="4397072"/>
                  <a:ext cx="1146082" cy="586634"/>
                </a:xfrm>
                <a:custGeom>
                  <a:avLst/>
                  <a:gdLst>
                    <a:gd name="connsiteX0" fmla="*/ 0 w 603218"/>
                    <a:gd name="connsiteY0" fmla="*/ 324612 h 324612"/>
                    <a:gd name="connsiteX1" fmla="*/ 603218 w 603218"/>
                    <a:gd name="connsiteY1" fmla="*/ 139922 h 324612"/>
                    <a:gd name="connsiteX2" fmla="*/ 603218 w 603218"/>
                    <a:gd name="connsiteY2" fmla="*/ 0 h 324612"/>
                    <a:gd name="connsiteX3" fmla="*/ 0 w 603218"/>
                    <a:gd name="connsiteY3" fmla="*/ 183356 h 324612"/>
                    <a:gd name="connsiteX4" fmla="*/ 0 w 603218"/>
                    <a:gd name="connsiteY4" fmla="*/ 324612 h 324612"/>
                    <a:gd name="connsiteX5" fmla="*/ 0 w 603218"/>
                    <a:gd name="connsiteY5" fmla="*/ 324612 h 324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218" h="324612">
                      <a:moveTo>
                        <a:pt x="0" y="324612"/>
                      </a:moveTo>
                      <a:lnTo>
                        <a:pt x="603218" y="139922"/>
                      </a:lnTo>
                      <a:lnTo>
                        <a:pt x="603218" y="0"/>
                      </a:lnTo>
                      <a:lnTo>
                        <a:pt x="0" y="183356"/>
                      </a:lnTo>
                      <a:lnTo>
                        <a:pt x="0" y="324612"/>
                      </a:lnTo>
                      <a:lnTo>
                        <a:pt x="0" y="324612"/>
                      </a:lnTo>
                      <a:close/>
                    </a:path>
                  </a:pathLst>
                </a:custGeom>
                <a:solidFill>
                  <a:schemeClr val="accent1">
                    <a:alpha val="29000"/>
                  </a:schemeClr>
                </a:solidFill>
                <a:ln w="276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46" name="任意多边形: 形状 445">
                  <a:extLst>
                    <a:ext uri="{FF2B5EF4-FFF2-40B4-BE49-F238E27FC236}">
                      <a16:creationId xmlns:a16="http://schemas.microsoft.com/office/drawing/2014/main" id="{829F5B33-6657-F3C9-EFDE-B121250FE8DE}"/>
                    </a:ext>
                  </a:extLst>
                </p:cNvPr>
                <p:cNvSpPr/>
                <p:nvPr/>
              </p:nvSpPr>
              <p:spPr>
                <a:xfrm>
                  <a:off x="4870450" y="4397080"/>
                  <a:ext cx="1146263" cy="586634"/>
                </a:xfrm>
                <a:custGeom>
                  <a:avLst/>
                  <a:gdLst>
                    <a:gd name="connsiteX0" fmla="*/ 603314 w 603313"/>
                    <a:gd name="connsiteY0" fmla="*/ 324612 h 324612"/>
                    <a:gd name="connsiteX1" fmla="*/ 0 w 603313"/>
                    <a:gd name="connsiteY1" fmla="*/ 139922 h 324612"/>
                    <a:gd name="connsiteX2" fmla="*/ 0 w 603313"/>
                    <a:gd name="connsiteY2" fmla="*/ 0 h 324612"/>
                    <a:gd name="connsiteX3" fmla="*/ 603314 w 603313"/>
                    <a:gd name="connsiteY3" fmla="*/ 183356 h 324612"/>
                    <a:gd name="connsiteX4" fmla="*/ 603314 w 603313"/>
                    <a:gd name="connsiteY4" fmla="*/ 324612 h 324612"/>
                    <a:gd name="connsiteX5" fmla="*/ 603314 w 603313"/>
                    <a:gd name="connsiteY5" fmla="*/ 324612 h 324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313" h="324612">
                      <a:moveTo>
                        <a:pt x="603314" y="324612"/>
                      </a:moveTo>
                      <a:lnTo>
                        <a:pt x="0" y="139922"/>
                      </a:lnTo>
                      <a:lnTo>
                        <a:pt x="0" y="0"/>
                      </a:lnTo>
                      <a:lnTo>
                        <a:pt x="603314" y="183356"/>
                      </a:lnTo>
                      <a:lnTo>
                        <a:pt x="603314" y="324612"/>
                      </a:lnTo>
                      <a:lnTo>
                        <a:pt x="603314" y="324612"/>
                      </a:lnTo>
                      <a:close/>
                    </a:path>
                  </a:pathLst>
                </a:custGeom>
                <a:solidFill>
                  <a:schemeClr val="accent1">
                    <a:alpha val="29000"/>
                  </a:schemeClr>
                </a:solidFill>
                <a:ln w="2762" cap="flat">
                  <a:noFill/>
                  <a:prstDash val="solid"/>
                  <a:miter/>
                </a:ln>
              </p:spPr>
              <p:txBody>
                <a:bodyPr rtlCol="0" anchor="ctr"/>
                <a:lstStyle/>
                <a:p>
                  <a:endParaRPr lang="zh-CN" altLang="en-US"/>
                </a:p>
              </p:txBody>
            </p:sp>
          </p:grpSp>
          <p:cxnSp>
            <p:nvCxnSpPr>
              <p:cNvPr id="447" name="直接连接符 446">
                <a:extLst>
                  <a:ext uri="{FF2B5EF4-FFF2-40B4-BE49-F238E27FC236}">
                    <a16:creationId xmlns:a16="http://schemas.microsoft.com/office/drawing/2014/main" id="{606E0B3B-72E0-A58F-BDAC-F2256B95DD59}"/>
                  </a:ext>
                </a:extLst>
              </p:cNvPr>
              <p:cNvCxnSpPr>
                <a:cxnSpLocks/>
              </p:cNvCxnSpPr>
              <p:nvPr/>
            </p:nvCxnSpPr>
            <p:spPr>
              <a:xfrm>
                <a:off x="6016578" y="4729463"/>
                <a:ext cx="95" cy="254243"/>
              </a:xfrm>
              <a:prstGeom prst="line">
                <a:avLst/>
              </a:prstGeom>
            </p:spPr>
            <p:style>
              <a:lnRef idx="1">
                <a:schemeClr val="accent1"/>
              </a:lnRef>
              <a:fillRef idx="0">
                <a:schemeClr val="accent1"/>
              </a:fillRef>
              <a:effectRef idx="0">
                <a:schemeClr val="accent1"/>
              </a:effectRef>
              <a:fontRef idx="minor">
                <a:schemeClr val="tx1"/>
              </a:fontRef>
            </p:style>
          </p:cxnSp>
        </p:grpSp>
        <p:sp>
          <p:nvSpPr>
            <p:cNvPr id="523" name="任意多边形: 形状 522">
              <a:extLst>
                <a:ext uri="{FF2B5EF4-FFF2-40B4-BE49-F238E27FC236}">
                  <a16:creationId xmlns:a16="http://schemas.microsoft.com/office/drawing/2014/main" id="{B88C321E-C45F-61EA-8A82-DFEA90E651FC}"/>
                </a:ext>
              </a:extLst>
            </p:cNvPr>
            <p:cNvSpPr/>
            <p:nvPr/>
          </p:nvSpPr>
          <p:spPr>
            <a:xfrm flipV="1">
              <a:off x="4977595" y="3175027"/>
              <a:ext cx="2236810" cy="671202"/>
            </a:xfrm>
            <a:custGeom>
              <a:avLst/>
              <a:gdLst>
                <a:gd name="connsiteX0" fmla="*/ 0 w 2236810"/>
                <a:gd name="connsiteY0" fmla="*/ 671202 h 671202"/>
                <a:gd name="connsiteX1" fmla="*/ 2236810 w 2236810"/>
                <a:gd name="connsiteY1" fmla="*/ 671202 h 671202"/>
                <a:gd name="connsiteX2" fmla="*/ 1529949 w 2236810"/>
                <a:gd name="connsiteY2" fmla="*/ 1389 h 671202"/>
                <a:gd name="connsiteX3" fmla="*/ 1121280 w 2236810"/>
                <a:gd name="connsiteY3" fmla="*/ 128052 h 671202"/>
                <a:gd name="connsiteX4" fmla="*/ 708327 w 2236810"/>
                <a:gd name="connsiteY4" fmla="*/ 0 h 671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6810" h="671202">
                  <a:moveTo>
                    <a:pt x="0" y="671202"/>
                  </a:moveTo>
                  <a:lnTo>
                    <a:pt x="2236810" y="671202"/>
                  </a:lnTo>
                  <a:lnTo>
                    <a:pt x="1529949" y="1389"/>
                  </a:lnTo>
                  <a:lnTo>
                    <a:pt x="1121280" y="128052"/>
                  </a:lnTo>
                  <a:lnTo>
                    <a:pt x="708327" y="0"/>
                  </a:lnTo>
                  <a:close/>
                </a:path>
              </a:pathLst>
            </a:custGeom>
            <a:gradFill>
              <a:gsLst>
                <a:gs pos="0">
                  <a:schemeClr val="accent1">
                    <a:alpha val="20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70" name="椭圆 469">
            <a:extLst>
              <a:ext uri="{FF2B5EF4-FFF2-40B4-BE49-F238E27FC236}">
                <a16:creationId xmlns:a16="http://schemas.microsoft.com/office/drawing/2014/main" id="{77235F57-803C-CABA-E04C-C1D5DD6565A9}"/>
              </a:ext>
            </a:extLst>
          </p:cNvPr>
          <p:cNvSpPr/>
          <p:nvPr/>
        </p:nvSpPr>
        <p:spPr>
          <a:xfrm>
            <a:off x="3983038" y="5338057"/>
            <a:ext cx="4225925" cy="553236"/>
          </a:xfrm>
          <a:prstGeom prst="ellipse">
            <a:avLst/>
          </a:prstGeom>
          <a:gradFill>
            <a:gsLst>
              <a:gs pos="36000">
                <a:schemeClr val="accent1">
                  <a:alpha val="0"/>
                </a:schemeClr>
              </a:gs>
              <a:gs pos="100000">
                <a:schemeClr val="accent1">
                  <a:alpha val="38000"/>
                </a:schemeClr>
              </a:gs>
            </a:gsLst>
            <a:lin ang="5400000" scaled="1"/>
          </a:gradFill>
          <a:ln w="12700">
            <a:gradFill>
              <a:gsLst>
                <a:gs pos="49000">
                  <a:schemeClr val="accent1">
                    <a:alpha val="0"/>
                  </a:schemeClr>
                </a:gs>
                <a:gs pos="50000">
                  <a:schemeClr val="accent1"/>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92" name="直接连接符 491">
            <a:extLst>
              <a:ext uri="{FF2B5EF4-FFF2-40B4-BE49-F238E27FC236}">
                <a16:creationId xmlns:a16="http://schemas.microsoft.com/office/drawing/2014/main" id="{3ECBAAED-6D29-D36A-CD52-5253D65B04E6}"/>
              </a:ext>
            </a:extLst>
          </p:cNvPr>
          <p:cNvCxnSpPr/>
          <p:nvPr/>
        </p:nvCxnSpPr>
        <p:spPr>
          <a:xfrm>
            <a:off x="4438538" y="4915279"/>
            <a:ext cx="262467" cy="867454"/>
          </a:xfrm>
          <a:prstGeom prst="line">
            <a:avLst/>
          </a:prstGeom>
          <a:ln>
            <a:gradFill>
              <a:gsLst>
                <a:gs pos="4000">
                  <a:schemeClr val="accent1">
                    <a:alpha val="0"/>
                  </a:schemeClr>
                </a:gs>
                <a:gs pos="4700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93" name="直接连接符 492">
            <a:extLst>
              <a:ext uri="{FF2B5EF4-FFF2-40B4-BE49-F238E27FC236}">
                <a16:creationId xmlns:a16="http://schemas.microsoft.com/office/drawing/2014/main" id="{003B305A-30FF-2B10-FD72-8FDA1378DA1F}"/>
              </a:ext>
            </a:extLst>
          </p:cNvPr>
          <p:cNvCxnSpPr>
            <a:cxnSpLocks/>
            <a:stCxn id="530" idx="0"/>
            <a:endCxn id="470" idx="2"/>
          </p:cNvCxnSpPr>
          <p:nvPr/>
        </p:nvCxnSpPr>
        <p:spPr>
          <a:xfrm>
            <a:off x="3587749" y="4923584"/>
            <a:ext cx="395289" cy="691091"/>
          </a:xfrm>
          <a:prstGeom prst="line">
            <a:avLst/>
          </a:prstGeom>
          <a:ln w="12700">
            <a:gradFill>
              <a:gsLst>
                <a:gs pos="4000">
                  <a:schemeClr val="accent1">
                    <a:alpha val="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95" name="直接连接符 494">
            <a:extLst>
              <a:ext uri="{FF2B5EF4-FFF2-40B4-BE49-F238E27FC236}">
                <a16:creationId xmlns:a16="http://schemas.microsoft.com/office/drawing/2014/main" id="{98322472-E5CB-178F-739A-AC66B20F530B}"/>
              </a:ext>
            </a:extLst>
          </p:cNvPr>
          <p:cNvCxnSpPr>
            <a:cxnSpLocks/>
          </p:cNvCxnSpPr>
          <p:nvPr/>
        </p:nvCxnSpPr>
        <p:spPr>
          <a:xfrm flipH="1">
            <a:off x="8191272" y="4940168"/>
            <a:ext cx="399675" cy="713599"/>
          </a:xfrm>
          <a:prstGeom prst="line">
            <a:avLst/>
          </a:prstGeom>
          <a:ln w="12700">
            <a:gradFill>
              <a:gsLst>
                <a:gs pos="4000">
                  <a:schemeClr val="accent1">
                    <a:alpha val="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96" name="直接连接符 495">
            <a:extLst>
              <a:ext uri="{FF2B5EF4-FFF2-40B4-BE49-F238E27FC236}">
                <a16:creationId xmlns:a16="http://schemas.microsoft.com/office/drawing/2014/main" id="{85CAE56B-B237-1D5E-5A1E-03E08A851A90}"/>
              </a:ext>
            </a:extLst>
          </p:cNvPr>
          <p:cNvCxnSpPr>
            <a:cxnSpLocks/>
          </p:cNvCxnSpPr>
          <p:nvPr/>
        </p:nvCxnSpPr>
        <p:spPr>
          <a:xfrm flipH="1">
            <a:off x="7372551" y="4915279"/>
            <a:ext cx="262467" cy="867454"/>
          </a:xfrm>
          <a:prstGeom prst="line">
            <a:avLst/>
          </a:prstGeom>
          <a:ln>
            <a:gradFill>
              <a:gsLst>
                <a:gs pos="4000">
                  <a:schemeClr val="accent1">
                    <a:alpha val="0"/>
                  </a:schemeClr>
                </a:gs>
                <a:gs pos="4700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nvGrpSpPr>
          <p:cNvPr id="498" name="组合 497">
            <a:extLst>
              <a:ext uri="{FF2B5EF4-FFF2-40B4-BE49-F238E27FC236}">
                <a16:creationId xmlns:a16="http://schemas.microsoft.com/office/drawing/2014/main" id="{5659EB17-9D0D-6BD3-059B-DA97851C5AE1}"/>
              </a:ext>
            </a:extLst>
          </p:cNvPr>
          <p:cNvGrpSpPr/>
          <p:nvPr/>
        </p:nvGrpSpPr>
        <p:grpSpPr>
          <a:xfrm>
            <a:off x="3707227" y="4716329"/>
            <a:ext cx="444711" cy="444708"/>
            <a:chOff x="4391220" y="1196514"/>
            <a:chExt cx="674292" cy="674288"/>
          </a:xfrm>
        </p:grpSpPr>
        <p:sp>
          <p:nvSpPr>
            <p:cNvPr id="499" name="椭圆 498">
              <a:extLst>
                <a:ext uri="{FF2B5EF4-FFF2-40B4-BE49-F238E27FC236}">
                  <a16:creationId xmlns:a16="http://schemas.microsoft.com/office/drawing/2014/main" id="{1F9EC620-9D2F-5643-206E-D463878AD2BD}"/>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500" name="椭圆 499">
              <a:extLst>
                <a:ext uri="{FF2B5EF4-FFF2-40B4-BE49-F238E27FC236}">
                  <a16:creationId xmlns:a16="http://schemas.microsoft.com/office/drawing/2014/main" id="{F700DB28-5715-4FF6-6823-DD2F04C61F0E}"/>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501" name="组合 500">
            <a:extLst>
              <a:ext uri="{FF2B5EF4-FFF2-40B4-BE49-F238E27FC236}">
                <a16:creationId xmlns:a16="http://schemas.microsoft.com/office/drawing/2014/main" id="{1F6A6AF6-D203-C469-FE74-E71610F4CBE0}"/>
              </a:ext>
            </a:extLst>
          </p:cNvPr>
          <p:cNvGrpSpPr/>
          <p:nvPr/>
        </p:nvGrpSpPr>
        <p:grpSpPr>
          <a:xfrm>
            <a:off x="4457006" y="4501729"/>
            <a:ext cx="422781" cy="422778"/>
            <a:chOff x="4391220" y="1196514"/>
            <a:chExt cx="674292" cy="674288"/>
          </a:xfrm>
        </p:grpSpPr>
        <p:sp>
          <p:nvSpPr>
            <p:cNvPr id="502" name="椭圆 501">
              <a:extLst>
                <a:ext uri="{FF2B5EF4-FFF2-40B4-BE49-F238E27FC236}">
                  <a16:creationId xmlns:a16="http://schemas.microsoft.com/office/drawing/2014/main" id="{7F9BE750-4A7D-BEEE-099C-9257C37C5558}"/>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503" name="椭圆 502">
              <a:extLst>
                <a:ext uri="{FF2B5EF4-FFF2-40B4-BE49-F238E27FC236}">
                  <a16:creationId xmlns:a16="http://schemas.microsoft.com/office/drawing/2014/main" id="{7944F2F5-BAA6-33DB-9378-F18E5B5AD76F}"/>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504" name="组合 503">
            <a:extLst>
              <a:ext uri="{FF2B5EF4-FFF2-40B4-BE49-F238E27FC236}">
                <a16:creationId xmlns:a16="http://schemas.microsoft.com/office/drawing/2014/main" id="{C7523703-9EBB-3F0F-8201-3FD3D8C816AB}"/>
              </a:ext>
            </a:extLst>
          </p:cNvPr>
          <p:cNvGrpSpPr/>
          <p:nvPr/>
        </p:nvGrpSpPr>
        <p:grpSpPr>
          <a:xfrm>
            <a:off x="7402550" y="4441059"/>
            <a:ext cx="422781" cy="422778"/>
            <a:chOff x="4391220" y="1196514"/>
            <a:chExt cx="674292" cy="674288"/>
          </a:xfrm>
        </p:grpSpPr>
        <p:sp>
          <p:nvSpPr>
            <p:cNvPr id="505" name="椭圆 504">
              <a:extLst>
                <a:ext uri="{FF2B5EF4-FFF2-40B4-BE49-F238E27FC236}">
                  <a16:creationId xmlns:a16="http://schemas.microsoft.com/office/drawing/2014/main" id="{10528EEB-B63A-C58A-AC39-0D6F9A031AA5}"/>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506" name="椭圆 505">
              <a:extLst>
                <a:ext uri="{FF2B5EF4-FFF2-40B4-BE49-F238E27FC236}">
                  <a16:creationId xmlns:a16="http://schemas.microsoft.com/office/drawing/2014/main" id="{00041ACC-DD42-BD5E-AB3E-72C29B671259}"/>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507" name="组合 506">
            <a:extLst>
              <a:ext uri="{FF2B5EF4-FFF2-40B4-BE49-F238E27FC236}">
                <a16:creationId xmlns:a16="http://schemas.microsoft.com/office/drawing/2014/main" id="{42F1F13C-4CAC-AE5D-CA46-4593C2D4B19B}"/>
              </a:ext>
            </a:extLst>
          </p:cNvPr>
          <p:cNvGrpSpPr/>
          <p:nvPr/>
        </p:nvGrpSpPr>
        <p:grpSpPr>
          <a:xfrm>
            <a:off x="7934381" y="4706850"/>
            <a:ext cx="444711" cy="444708"/>
            <a:chOff x="4391220" y="1196514"/>
            <a:chExt cx="674292" cy="674288"/>
          </a:xfrm>
        </p:grpSpPr>
        <p:sp>
          <p:nvSpPr>
            <p:cNvPr id="508" name="椭圆 507">
              <a:extLst>
                <a:ext uri="{FF2B5EF4-FFF2-40B4-BE49-F238E27FC236}">
                  <a16:creationId xmlns:a16="http://schemas.microsoft.com/office/drawing/2014/main" id="{0A0B6566-09D6-62F0-45D2-E42A1E208731}"/>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509" name="椭圆 508">
              <a:extLst>
                <a:ext uri="{FF2B5EF4-FFF2-40B4-BE49-F238E27FC236}">
                  <a16:creationId xmlns:a16="http://schemas.microsoft.com/office/drawing/2014/main" id="{21A0DFF8-C1AE-5A3F-BB71-CC0230C8F515}"/>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524" name="组合 523">
            <a:extLst>
              <a:ext uri="{FF2B5EF4-FFF2-40B4-BE49-F238E27FC236}">
                <a16:creationId xmlns:a16="http://schemas.microsoft.com/office/drawing/2014/main" id="{AFBC17B4-D666-BD79-93A0-81A937EEE6D4}"/>
              </a:ext>
            </a:extLst>
          </p:cNvPr>
          <p:cNvGrpSpPr/>
          <p:nvPr/>
        </p:nvGrpSpPr>
        <p:grpSpPr>
          <a:xfrm>
            <a:off x="5693167" y="3682950"/>
            <a:ext cx="805666" cy="285485"/>
            <a:chOff x="5620755" y="4229307"/>
            <a:chExt cx="805666" cy="285485"/>
          </a:xfrm>
        </p:grpSpPr>
        <p:sp>
          <p:nvSpPr>
            <p:cNvPr id="453" name="任意形状 106">
              <a:extLst>
                <a:ext uri="{FF2B5EF4-FFF2-40B4-BE49-F238E27FC236}">
                  <a16:creationId xmlns:a16="http://schemas.microsoft.com/office/drawing/2014/main" id="{728660FF-DE4B-1481-A5C4-061BFC9AD687}"/>
                </a:ext>
              </a:extLst>
            </p:cNvPr>
            <p:cNvSpPr/>
            <p:nvPr/>
          </p:nvSpPr>
          <p:spPr>
            <a:xfrm>
              <a:off x="5620755" y="4229307"/>
              <a:ext cx="805666" cy="256012"/>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accent1">
                    <a:alpha val="77000"/>
                  </a:schemeClr>
                </a:gs>
                <a:gs pos="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454" name="任意形状 107">
              <a:extLst>
                <a:ext uri="{FF2B5EF4-FFF2-40B4-BE49-F238E27FC236}">
                  <a16:creationId xmlns:a16="http://schemas.microsoft.com/office/drawing/2014/main" id="{28D84A53-641D-69E3-D8A0-8E035B02E7D1}"/>
                </a:ext>
              </a:extLst>
            </p:cNvPr>
            <p:cNvSpPr/>
            <p:nvPr/>
          </p:nvSpPr>
          <p:spPr>
            <a:xfrm>
              <a:off x="5620755" y="4354190"/>
              <a:ext cx="402737" cy="160600"/>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accent1">
                    <a:alpha val="44000"/>
                  </a:schemeClr>
                </a:gs>
                <a:gs pos="100000">
                  <a:schemeClr val="accent1">
                    <a:alpha val="81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455" name="任意形状 108">
              <a:extLst>
                <a:ext uri="{FF2B5EF4-FFF2-40B4-BE49-F238E27FC236}">
                  <a16:creationId xmlns:a16="http://schemas.microsoft.com/office/drawing/2014/main" id="{E1BBE2C8-6E2F-F92E-AEFB-90FD6D8B72C1}"/>
                </a:ext>
              </a:extLst>
            </p:cNvPr>
            <p:cNvSpPr/>
            <p:nvPr/>
          </p:nvSpPr>
          <p:spPr>
            <a:xfrm>
              <a:off x="6023493" y="4354192"/>
              <a:ext cx="402928" cy="160600"/>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accent1"/>
                </a:gs>
                <a:gs pos="0">
                  <a:schemeClr val="accent1">
                    <a:lumMod val="60000"/>
                    <a:lumOff val="40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grpSp>
        <p:nvGrpSpPr>
          <p:cNvPr id="577" name="组合 576">
            <a:extLst>
              <a:ext uri="{FF2B5EF4-FFF2-40B4-BE49-F238E27FC236}">
                <a16:creationId xmlns:a16="http://schemas.microsoft.com/office/drawing/2014/main" id="{77C8C5DD-3226-1D67-4FF5-903790A15F70}"/>
              </a:ext>
            </a:extLst>
          </p:cNvPr>
          <p:cNvGrpSpPr/>
          <p:nvPr/>
        </p:nvGrpSpPr>
        <p:grpSpPr>
          <a:xfrm>
            <a:off x="4765193" y="4139636"/>
            <a:ext cx="2661614" cy="1506574"/>
            <a:chOff x="4765193" y="4139636"/>
            <a:chExt cx="2661614" cy="1506574"/>
          </a:xfrm>
        </p:grpSpPr>
        <p:grpSp>
          <p:nvGrpSpPr>
            <p:cNvPr id="571" name="组合 570">
              <a:extLst>
                <a:ext uri="{FF2B5EF4-FFF2-40B4-BE49-F238E27FC236}">
                  <a16:creationId xmlns:a16="http://schemas.microsoft.com/office/drawing/2014/main" id="{086BB56B-ACEC-559F-5FF4-3EBD51506B46}"/>
                </a:ext>
              </a:extLst>
            </p:cNvPr>
            <p:cNvGrpSpPr/>
            <p:nvPr/>
          </p:nvGrpSpPr>
          <p:grpSpPr>
            <a:xfrm>
              <a:off x="4765193" y="4595522"/>
              <a:ext cx="2661614" cy="1050688"/>
              <a:chOff x="4669945" y="5027322"/>
              <a:chExt cx="2661614" cy="1050688"/>
            </a:xfrm>
          </p:grpSpPr>
          <p:sp>
            <p:nvSpPr>
              <p:cNvPr id="457" name="任意多边形: 形状 456">
                <a:extLst>
                  <a:ext uri="{FF2B5EF4-FFF2-40B4-BE49-F238E27FC236}">
                    <a16:creationId xmlns:a16="http://schemas.microsoft.com/office/drawing/2014/main" id="{22CB7016-86CA-6D28-E499-3FA694D43AAF}"/>
                  </a:ext>
                </a:extLst>
              </p:cNvPr>
              <p:cNvSpPr/>
              <p:nvPr/>
            </p:nvSpPr>
            <p:spPr>
              <a:xfrm>
                <a:off x="4669948" y="5322518"/>
                <a:ext cx="2661608" cy="755481"/>
              </a:xfrm>
              <a:custGeom>
                <a:avLst/>
                <a:gdLst>
                  <a:gd name="connsiteX0" fmla="*/ 603123 w 1206531"/>
                  <a:gd name="connsiteY0" fmla="*/ 360045 h 360045"/>
                  <a:gd name="connsiteX1" fmla="*/ 0 w 1206531"/>
                  <a:gd name="connsiteY1" fmla="*/ 175641 h 360045"/>
                  <a:gd name="connsiteX2" fmla="*/ 603123 w 1206531"/>
                  <a:gd name="connsiteY2" fmla="*/ 0 h 360045"/>
                  <a:gd name="connsiteX3" fmla="*/ 1206532 w 1206531"/>
                  <a:gd name="connsiteY3" fmla="*/ 175641 h 360045"/>
                  <a:gd name="connsiteX4" fmla="*/ 603123 w 1206531"/>
                  <a:gd name="connsiteY4" fmla="*/ 360045 h 360045"/>
                  <a:gd name="connsiteX5" fmla="*/ 603123 w 1206531"/>
                  <a:gd name="connsiteY5" fmla="*/ 360045 h 36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6531" h="360045">
                    <a:moveTo>
                      <a:pt x="603123" y="360045"/>
                    </a:moveTo>
                    <a:lnTo>
                      <a:pt x="0" y="175641"/>
                    </a:lnTo>
                    <a:lnTo>
                      <a:pt x="603123" y="0"/>
                    </a:lnTo>
                    <a:lnTo>
                      <a:pt x="1206532" y="175641"/>
                    </a:lnTo>
                    <a:lnTo>
                      <a:pt x="603123" y="360045"/>
                    </a:lnTo>
                    <a:lnTo>
                      <a:pt x="603123" y="360045"/>
                    </a:lnTo>
                    <a:close/>
                  </a:path>
                </a:pathLst>
              </a:custGeom>
              <a:gradFill>
                <a:gsLst>
                  <a:gs pos="100000">
                    <a:schemeClr val="accent1">
                      <a:alpha val="77000"/>
                    </a:schemeClr>
                  </a:gs>
                  <a:gs pos="0">
                    <a:schemeClr val="accent1">
                      <a:alpha val="0"/>
                    </a:schemeClr>
                  </a:gs>
                </a:gsLst>
                <a:lin ang="5400000" scaled="0"/>
              </a:gradFill>
              <a:ln w="2762" cap="flat">
                <a:noFill/>
                <a:prstDash val="solid"/>
                <a:miter/>
              </a:ln>
            </p:spPr>
            <p:txBody>
              <a:bodyPr rtlCol="0" anchor="ctr"/>
              <a:lstStyle/>
              <a:p>
                <a:endParaRPr lang="zh-CN" altLang="en-US" dirty="0"/>
              </a:p>
            </p:txBody>
          </p:sp>
          <p:grpSp>
            <p:nvGrpSpPr>
              <p:cNvPr id="566" name="组合 565">
                <a:extLst>
                  <a:ext uri="{FF2B5EF4-FFF2-40B4-BE49-F238E27FC236}">
                    <a16:creationId xmlns:a16="http://schemas.microsoft.com/office/drawing/2014/main" id="{3D3633BF-4B8D-CEB6-AE8E-CF3F7350C8EA}"/>
                  </a:ext>
                </a:extLst>
              </p:cNvPr>
              <p:cNvGrpSpPr/>
              <p:nvPr/>
            </p:nvGrpSpPr>
            <p:grpSpPr>
              <a:xfrm>
                <a:off x="4669945" y="5027322"/>
                <a:ext cx="2661614" cy="1050688"/>
                <a:chOff x="4700153" y="5027322"/>
                <a:chExt cx="2661614" cy="1050688"/>
              </a:xfrm>
            </p:grpSpPr>
            <p:sp>
              <p:nvSpPr>
                <p:cNvPr id="458" name="任意多边形: 形状 457">
                  <a:extLst>
                    <a:ext uri="{FF2B5EF4-FFF2-40B4-BE49-F238E27FC236}">
                      <a16:creationId xmlns:a16="http://schemas.microsoft.com/office/drawing/2014/main" id="{BB2464BB-3AFD-6EA7-2D0F-92AFF2E3FB21}"/>
                    </a:ext>
                  </a:extLst>
                </p:cNvPr>
                <p:cNvSpPr/>
                <p:nvPr/>
              </p:nvSpPr>
              <p:spPr>
                <a:xfrm>
                  <a:off x="4700154" y="5027322"/>
                  <a:ext cx="2661608" cy="755481"/>
                </a:xfrm>
                <a:custGeom>
                  <a:avLst/>
                  <a:gdLst>
                    <a:gd name="connsiteX0" fmla="*/ 603123 w 1206531"/>
                    <a:gd name="connsiteY0" fmla="*/ 360045 h 360045"/>
                    <a:gd name="connsiteX1" fmla="*/ 0 w 1206531"/>
                    <a:gd name="connsiteY1" fmla="*/ 175641 h 360045"/>
                    <a:gd name="connsiteX2" fmla="*/ 603123 w 1206531"/>
                    <a:gd name="connsiteY2" fmla="*/ 0 h 360045"/>
                    <a:gd name="connsiteX3" fmla="*/ 1206532 w 1206531"/>
                    <a:gd name="connsiteY3" fmla="*/ 175641 h 360045"/>
                    <a:gd name="connsiteX4" fmla="*/ 603123 w 1206531"/>
                    <a:gd name="connsiteY4" fmla="*/ 360045 h 360045"/>
                    <a:gd name="connsiteX5" fmla="*/ 603123 w 1206531"/>
                    <a:gd name="connsiteY5" fmla="*/ 360045 h 360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6531" h="360045">
                      <a:moveTo>
                        <a:pt x="603123" y="360045"/>
                      </a:moveTo>
                      <a:lnTo>
                        <a:pt x="0" y="175641"/>
                      </a:lnTo>
                      <a:lnTo>
                        <a:pt x="603123" y="0"/>
                      </a:lnTo>
                      <a:lnTo>
                        <a:pt x="1206532" y="175641"/>
                      </a:lnTo>
                      <a:lnTo>
                        <a:pt x="603123" y="360045"/>
                      </a:lnTo>
                      <a:lnTo>
                        <a:pt x="603123" y="360045"/>
                      </a:lnTo>
                      <a:close/>
                    </a:path>
                  </a:pathLst>
                </a:custGeom>
                <a:solidFill>
                  <a:schemeClr val="accent1">
                    <a:alpha val="22000"/>
                  </a:schemeClr>
                </a:solidFill>
                <a:ln w="9525" cap="flat">
                  <a:gradFill>
                    <a:gsLst>
                      <a:gs pos="55000">
                        <a:schemeClr val="accent1"/>
                      </a:gs>
                      <a:gs pos="48000">
                        <a:schemeClr val="accent1">
                          <a:alpha val="0"/>
                        </a:schemeClr>
                      </a:gs>
                      <a:gs pos="100000">
                        <a:schemeClr val="accent1"/>
                      </a:gs>
                    </a:gsLst>
                    <a:lin ang="5400000" scaled="1"/>
                  </a:gradFill>
                  <a:prstDash val="solid"/>
                  <a:miter/>
                </a:ln>
              </p:spPr>
              <p:txBody>
                <a:bodyPr rtlCol="0" anchor="ctr"/>
                <a:lstStyle/>
                <a:p>
                  <a:endParaRPr lang="zh-CN" altLang="en-US" dirty="0"/>
                </a:p>
              </p:txBody>
            </p:sp>
            <p:sp>
              <p:nvSpPr>
                <p:cNvPr id="459" name="任意多边形: 形状 458">
                  <a:extLst>
                    <a:ext uri="{FF2B5EF4-FFF2-40B4-BE49-F238E27FC236}">
                      <a16:creationId xmlns:a16="http://schemas.microsoft.com/office/drawing/2014/main" id="{25691B35-C018-3688-FB6C-DF578FD79D9A}"/>
                    </a:ext>
                  </a:extLst>
                </p:cNvPr>
                <p:cNvSpPr/>
                <p:nvPr/>
              </p:nvSpPr>
              <p:spPr>
                <a:xfrm>
                  <a:off x="6031068" y="5396869"/>
                  <a:ext cx="1330699" cy="681133"/>
                </a:xfrm>
                <a:custGeom>
                  <a:avLst/>
                  <a:gdLst>
                    <a:gd name="connsiteX0" fmla="*/ 0 w 603218"/>
                    <a:gd name="connsiteY0" fmla="*/ 324612 h 324612"/>
                    <a:gd name="connsiteX1" fmla="*/ 603218 w 603218"/>
                    <a:gd name="connsiteY1" fmla="*/ 139922 h 324612"/>
                    <a:gd name="connsiteX2" fmla="*/ 603218 w 603218"/>
                    <a:gd name="connsiteY2" fmla="*/ 0 h 324612"/>
                    <a:gd name="connsiteX3" fmla="*/ 0 w 603218"/>
                    <a:gd name="connsiteY3" fmla="*/ 183356 h 324612"/>
                    <a:gd name="connsiteX4" fmla="*/ 0 w 603218"/>
                    <a:gd name="connsiteY4" fmla="*/ 324612 h 324612"/>
                    <a:gd name="connsiteX5" fmla="*/ 0 w 603218"/>
                    <a:gd name="connsiteY5" fmla="*/ 324612 h 324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218" h="324612">
                      <a:moveTo>
                        <a:pt x="0" y="324612"/>
                      </a:moveTo>
                      <a:lnTo>
                        <a:pt x="603218" y="139922"/>
                      </a:lnTo>
                      <a:lnTo>
                        <a:pt x="603218" y="0"/>
                      </a:lnTo>
                      <a:lnTo>
                        <a:pt x="0" y="183356"/>
                      </a:lnTo>
                      <a:lnTo>
                        <a:pt x="0" y="324612"/>
                      </a:lnTo>
                      <a:lnTo>
                        <a:pt x="0" y="324612"/>
                      </a:lnTo>
                      <a:close/>
                    </a:path>
                  </a:pathLst>
                </a:custGeom>
                <a:solidFill>
                  <a:schemeClr val="accent1">
                    <a:alpha val="29000"/>
                  </a:schemeClr>
                </a:solidFill>
                <a:ln w="276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p>
              </p:txBody>
            </p:sp>
            <p:sp>
              <p:nvSpPr>
                <p:cNvPr id="460" name="任意多边形: 形状 459">
                  <a:extLst>
                    <a:ext uri="{FF2B5EF4-FFF2-40B4-BE49-F238E27FC236}">
                      <a16:creationId xmlns:a16="http://schemas.microsoft.com/office/drawing/2014/main" id="{54065095-84A4-EEE6-9868-B76942251F94}"/>
                    </a:ext>
                  </a:extLst>
                </p:cNvPr>
                <p:cNvSpPr/>
                <p:nvPr/>
              </p:nvSpPr>
              <p:spPr>
                <a:xfrm>
                  <a:off x="4700153" y="5396877"/>
                  <a:ext cx="1330909" cy="681133"/>
                </a:xfrm>
                <a:custGeom>
                  <a:avLst/>
                  <a:gdLst>
                    <a:gd name="connsiteX0" fmla="*/ 603314 w 603313"/>
                    <a:gd name="connsiteY0" fmla="*/ 324612 h 324612"/>
                    <a:gd name="connsiteX1" fmla="*/ 0 w 603313"/>
                    <a:gd name="connsiteY1" fmla="*/ 139922 h 324612"/>
                    <a:gd name="connsiteX2" fmla="*/ 0 w 603313"/>
                    <a:gd name="connsiteY2" fmla="*/ 0 h 324612"/>
                    <a:gd name="connsiteX3" fmla="*/ 603314 w 603313"/>
                    <a:gd name="connsiteY3" fmla="*/ 183356 h 324612"/>
                    <a:gd name="connsiteX4" fmla="*/ 603314 w 603313"/>
                    <a:gd name="connsiteY4" fmla="*/ 324612 h 324612"/>
                    <a:gd name="connsiteX5" fmla="*/ 603314 w 603313"/>
                    <a:gd name="connsiteY5" fmla="*/ 324612 h 324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3313" h="324612">
                      <a:moveTo>
                        <a:pt x="603314" y="324612"/>
                      </a:moveTo>
                      <a:lnTo>
                        <a:pt x="0" y="139922"/>
                      </a:lnTo>
                      <a:lnTo>
                        <a:pt x="0" y="0"/>
                      </a:lnTo>
                      <a:lnTo>
                        <a:pt x="603314" y="183356"/>
                      </a:lnTo>
                      <a:lnTo>
                        <a:pt x="603314" y="324612"/>
                      </a:lnTo>
                      <a:lnTo>
                        <a:pt x="603314" y="324612"/>
                      </a:lnTo>
                      <a:close/>
                    </a:path>
                  </a:pathLst>
                </a:custGeom>
                <a:solidFill>
                  <a:schemeClr val="accent1">
                    <a:alpha val="29000"/>
                  </a:schemeClr>
                </a:solidFill>
                <a:ln w="2762" cap="flat">
                  <a:noFill/>
                  <a:prstDash val="solid"/>
                  <a:miter/>
                </a:ln>
              </p:spPr>
              <p:txBody>
                <a:bodyPr rtlCol="0" anchor="ctr"/>
                <a:lstStyle/>
                <a:p>
                  <a:endParaRPr lang="zh-CN" altLang="en-US" dirty="0"/>
                </a:p>
              </p:txBody>
            </p:sp>
          </p:grpSp>
          <p:cxnSp>
            <p:nvCxnSpPr>
              <p:cNvPr id="461" name="直接连接符 460">
                <a:extLst>
                  <a:ext uri="{FF2B5EF4-FFF2-40B4-BE49-F238E27FC236}">
                    <a16:creationId xmlns:a16="http://schemas.microsoft.com/office/drawing/2014/main" id="{A7C0E801-CCC2-36B8-62D2-BC48A00048AA}"/>
                  </a:ext>
                </a:extLst>
              </p:cNvPr>
              <p:cNvCxnSpPr>
                <a:cxnSpLocks/>
              </p:cNvCxnSpPr>
              <p:nvPr/>
            </p:nvCxnSpPr>
            <p:spPr>
              <a:xfrm>
                <a:off x="6000540" y="5782803"/>
                <a:ext cx="424" cy="295199"/>
              </a:xfrm>
              <a:prstGeom prst="line">
                <a:avLst/>
              </a:prstGeom>
            </p:spPr>
            <p:style>
              <a:lnRef idx="1">
                <a:schemeClr val="accent1"/>
              </a:lnRef>
              <a:fillRef idx="0">
                <a:schemeClr val="accent1"/>
              </a:fillRef>
              <a:effectRef idx="0">
                <a:schemeClr val="accent1"/>
              </a:effectRef>
              <a:fontRef idx="minor">
                <a:schemeClr val="tx1"/>
              </a:fontRef>
            </p:style>
          </p:cxnSp>
        </p:grpSp>
        <p:sp>
          <p:nvSpPr>
            <p:cNvPr id="526" name="任意多边形: 形状 525">
              <a:extLst>
                <a:ext uri="{FF2B5EF4-FFF2-40B4-BE49-F238E27FC236}">
                  <a16:creationId xmlns:a16="http://schemas.microsoft.com/office/drawing/2014/main" id="{1F62AF05-66A9-E2A2-24D0-AEDD41AD0F94}"/>
                </a:ext>
              </a:extLst>
            </p:cNvPr>
            <p:cNvSpPr/>
            <p:nvPr/>
          </p:nvSpPr>
          <p:spPr>
            <a:xfrm flipV="1">
              <a:off x="4797437" y="4139636"/>
              <a:ext cx="2597127" cy="779288"/>
            </a:xfrm>
            <a:custGeom>
              <a:avLst/>
              <a:gdLst>
                <a:gd name="connsiteX0" fmla="*/ 0 w 2597127"/>
                <a:gd name="connsiteY0" fmla="*/ 779288 h 779288"/>
                <a:gd name="connsiteX1" fmla="*/ 2597127 w 2597127"/>
                <a:gd name="connsiteY1" fmla="*/ 779288 h 779288"/>
                <a:gd name="connsiteX2" fmla="*/ 1776366 w 2597127"/>
                <a:gd name="connsiteY2" fmla="*/ 1544 h 779288"/>
                <a:gd name="connsiteX3" fmla="*/ 1301754 w 2597127"/>
                <a:gd name="connsiteY3" fmla="*/ 148645 h 779288"/>
                <a:gd name="connsiteX4" fmla="*/ 822390 w 2597127"/>
                <a:gd name="connsiteY4" fmla="*/ 0 h 779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7127" h="779288">
                  <a:moveTo>
                    <a:pt x="0" y="779288"/>
                  </a:moveTo>
                  <a:lnTo>
                    <a:pt x="2597127" y="779288"/>
                  </a:lnTo>
                  <a:lnTo>
                    <a:pt x="1776366" y="1544"/>
                  </a:lnTo>
                  <a:lnTo>
                    <a:pt x="1301754" y="148645"/>
                  </a:lnTo>
                  <a:lnTo>
                    <a:pt x="822390" y="0"/>
                  </a:lnTo>
                  <a:close/>
                </a:path>
              </a:pathLst>
            </a:custGeom>
            <a:gradFill>
              <a:gsLst>
                <a:gs pos="0">
                  <a:schemeClr val="accent1">
                    <a:alpha val="20000"/>
                  </a:schemeClr>
                </a:gs>
                <a:gs pos="100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7" name="组合 526">
              <a:extLst>
                <a:ext uri="{FF2B5EF4-FFF2-40B4-BE49-F238E27FC236}">
                  <a16:creationId xmlns:a16="http://schemas.microsoft.com/office/drawing/2014/main" id="{1DA31521-55CB-641E-6979-86859E21AA1D}"/>
                </a:ext>
              </a:extLst>
            </p:cNvPr>
            <p:cNvGrpSpPr/>
            <p:nvPr/>
          </p:nvGrpSpPr>
          <p:grpSpPr>
            <a:xfrm>
              <a:off x="5628277" y="4770279"/>
              <a:ext cx="935447" cy="331473"/>
              <a:chOff x="5571321" y="5202079"/>
              <a:chExt cx="935447" cy="331473"/>
            </a:xfrm>
          </p:grpSpPr>
          <p:sp>
            <p:nvSpPr>
              <p:cNvPr id="467" name="任意形状 106">
                <a:extLst>
                  <a:ext uri="{FF2B5EF4-FFF2-40B4-BE49-F238E27FC236}">
                    <a16:creationId xmlns:a16="http://schemas.microsoft.com/office/drawing/2014/main" id="{3D92A737-27EA-BE73-D061-323F7CB61E12}"/>
                  </a:ext>
                </a:extLst>
              </p:cNvPr>
              <p:cNvSpPr/>
              <p:nvPr/>
            </p:nvSpPr>
            <p:spPr>
              <a:xfrm>
                <a:off x="5571321" y="5202079"/>
                <a:ext cx="935447" cy="297252"/>
              </a:xfrm>
              <a:custGeom>
                <a:avLst/>
                <a:gdLst>
                  <a:gd name="connsiteX0" fmla="*/ 846868 w 1694140"/>
                  <a:gd name="connsiteY0" fmla="*/ 414933 h 414932"/>
                  <a:gd name="connsiteX1" fmla="*/ 0 w 1694140"/>
                  <a:gd name="connsiteY1" fmla="*/ 202406 h 414932"/>
                  <a:gd name="connsiteX2" fmla="*/ 846868 w 1694140"/>
                  <a:gd name="connsiteY2" fmla="*/ 0 h 414932"/>
                  <a:gd name="connsiteX3" fmla="*/ 1694140 w 1694140"/>
                  <a:gd name="connsiteY3" fmla="*/ 202406 h 414932"/>
                </a:gdLst>
                <a:ahLst/>
                <a:cxnLst>
                  <a:cxn ang="0">
                    <a:pos x="connsiteX0" y="connsiteY0"/>
                  </a:cxn>
                  <a:cxn ang="0">
                    <a:pos x="connsiteX1" y="connsiteY1"/>
                  </a:cxn>
                  <a:cxn ang="0">
                    <a:pos x="connsiteX2" y="connsiteY2"/>
                  </a:cxn>
                  <a:cxn ang="0">
                    <a:pos x="connsiteX3" y="connsiteY3"/>
                  </a:cxn>
                </a:cxnLst>
                <a:rect l="l" t="t" r="r" b="b"/>
                <a:pathLst>
                  <a:path w="1694140" h="414932">
                    <a:moveTo>
                      <a:pt x="846868" y="414933"/>
                    </a:moveTo>
                    <a:lnTo>
                      <a:pt x="0" y="202406"/>
                    </a:lnTo>
                    <a:lnTo>
                      <a:pt x="846868" y="0"/>
                    </a:lnTo>
                    <a:lnTo>
                      <a:pt x="1694140" y="202406"/>
                    </a:lnTo>
                    <a:close/>
                  </a:path>
                </a:pathLst>
              </a:custGeom>
              <a:gradFill>
                <a:gsLst>
                  <a:gs pos="100000">
                    <a:schemeClr val="accent1">
                      <a:alpha val="77000"/>
                    </a:schemeClr>
                  </a:gs>
                  <a:gs pos="0">
                    <a:schemeClr val="accent1">
                      <a:alpha val="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468" name="任意形状 107">
                <a:extLst>
                  <a:ext uri="{FF2B5EF4-FFF2-40B4-BE49-F238E27FC236}">
                    <a16:creationId xmlns:a16="http://schemas.microsoft.com/office/drawing/2014/main" id="{E6C2CB63-7809-52DE-A9A3-25A49D690C0D}"/>
                  </a:ext>
                </a:extLst>
              </p:cNvPr>
              <p:cNvSpPr/>
              <p:nvPr/>
            </p:nvSpPr>
            <p:spPr>
              <a:xfrm>
                <a:off x="5571321" y="5347079"/>
                <a:ext cx="467612" cy="186471"/>
              </a:xfrm>
              <a:custGeom>
                <a:avLst/>
                <a:gdLst>
                  <a:gd name="connsiteX0" fmla="*/ 846868 w 846867"/>
                  <a:gd name="connsiteY0" fmla="*/ 260294 h 260294"/>
                  <a:gd name="connsiteX1" fmla="*/ 0 w 846867"/>
                  <a:gd name="connsiteY1" fmla="*/ 46149 h 260294"/>
                  <a:gd name="connsiteX2" fmla="*/ 0 w 846867"/>
                  <a:gd name="connsiteY2" fmla="*/ 0 h 260294"/>
                  <a:gd name="connsiteX3" fmla="*/ 846868 w 846867"/>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6867" h="260294">
                    <a:moveTo>
                      <a:pt x="846868" y="260294"/>
                    </a:moveTo>
                    <a:lnTo>
                      <a:pt x="0" y="46149"/>
                    </a:lnTo>
                    <a:lnTo>
                      <a:pt x="0" y="0"/>
                    </a:lnTo>
                    <a:lnTo>
                      <a:pt x="846868" y="212527"/>
                    </a:lnTo>
                    <a:close/>
                  </a:path>
                </a:pathLst>
              </a:custGeom>
              <a:gradFill>
                <a:gsLst>
                  <a:gs pos="0">
                    <a:schemeClr val="accent1">
                      <a:alpha val="44000"/>
                    </a:schemeClr>
                  </a:gs>
                  <a:gs pos="100000">
                    <a:schemeClr val="accent1">
                      <a:alpha val="81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sp>
            <p:nvSpPr>
              <p:cNvPr id="469" name="任意形状 108">
                <a:extLst>
                  <a:ext uri="{FF2B5EF4-FFF2-40B4-BE49-F238E27FC236}">
                    <a16:creationId xmlns:a16="http://schemas.microsoft.com/office/drawing/2014/main" id="{36DDC3DD-DF9C-80C1-D04C-6E8119F6413C}"/>
                  </a:ext>
                </a:extLst>
              </p:cNvPr>
              <p:cNvSpPr/>
              <p:nvPr/>
            </p:nvSpPr>
            <p:spPr>
              <a:xfrm>
                <a:off x="6038934" y="5347081"/>
                <a:ext cx="467834" cy="186471"/>
              </a:xfrm>
              <a:custGeom>
                <a:avLst/>
                <a:gdLst>
                  <a:gd name="connsiteX0" fmla="*/ 0 w 847272"/>
                  <a:gd name="connsiteY0" fmla="*/ 260294 h 260294"/>
                  <a:gd name="connsiteX1" fmla="*/ 847273 w 847272"/>
                  <a:gd name="connsiteY1" fmla="*/ 46149 h 260294"/>
                  <a:gd name="connsiteX2" fmla="*/ 847273 w 847272"/>
                  <a:gd name="connsiteY2" fmla="*/ 0 h 260294"/>
                  <a:gd name="connsiteX3" fmla="*/ 0 w 847272"/>
                  <a:gd name="connsiteY3" fmla="*/ 212527 h 260294"/>
                </a:gdLst>
                <a:ahLst/>
                <a:cxnLst>
                  <a:cxn ang="0">
                    <a:pos x="connsiteX0" y="connsiteY0"/>
                  </a:cxn>
                  <a:cxn ang="0">
                    <a:pos x="connsiteX1" y="connsiteY1"/>
                  </a:cxn>
                  <a:cxn ang="0">
                    <a:pos x="connsiteX2" y="connsiteY2"/>
                  </a:cxn>
                  <a:cxn ang="0">
                    <a:pos x="connsiteX3" y="connsiteY3"/>
                  </a:cxn>
                </a:cxnLst>
                <a:rect l="l" t="t" r="r" b="b"/>
                <a:pathLst>
                  <a:path w="847272" h="260294">
                    <a:moveTo>
                      <a:pt x="0" y="260294"/>
                    </a:moveTo>
                    <a:lnTo>
                      <a:pt x="847273" y="46149"/>
                    </a:lnTo>
                    <a:lnTo>
                      <a:pt x="847273" y="0"/>
                    </a:lnTo>
                    <a:lnTo>
                      <a:pt x="0" y="212527"/>
                    </a:lnTo>
                    <a:close/>
                  </a:path>
                </a:pathLst>
              </a:custGeom>
              <a:gradFill>
                <a:gsLst>
                  <a:gs pos="100000">
                    <a:schemeClr val="accent1"/>
                  </a:gs>
                  <a:gs pos="0">
                    <a:schemeClr val="accent1">
                      <a:lumMod val="60000"/>
                      <a:lumOff val="40000"/>
                    </a:schemeClr>
                  </a:gs>
                </a:gsLst>
                <a:lin ang="5400000" scaled="0"/>
              </a:gradFill>
              <a:ln w="4048" cap="flat">
                <a:noFill/>
                <a:prstDash val="solid"/>
                <a:miter/>
              </a:ln>
            </p:spPr>
            <p:txBody>
              <a:bodyPr rtlCol="0" anchor="ctr"/>
              <a:lstStyle/>
              <a:p>
                <a:pPr algn="ctr" defTabSz="1090513" hangingPunct="0"/>
                <a:endParaRPr lang="zh-CN" altLang="en-US" sz="2400" kern="0" dirty="0">
                  <a:solidFill>
                    <a:srgbClr val="000000"/>
                  </a:solidFill>
                  <a:latin typeface="微软雅黑" panose="020B0503020204020204" pitchFamily="34" charset="-122"/>
                  <a:ea typeface="方正兰亭黑简体"/>
                  <a:sym typeface="等线"/>
                </a:endParaRPr>
              </a:p>
            </p:txBody>
          </p:sp>
        </p:grpSp>
      </p:grpSp>
      <p:grpSp>
        <p:nvGrpSpPr>
          <p:cNvPr id="558" name="组合 557">
            <a:extLst>
              <a:ext uri="{FF2B5EF4-FFF2-40B4-BE49-F238E27FC236}">
                <a16:creationId xmlns:a16="http://schemas.microsoft.com/office/drawing/2014/main" id="{4B0DD8D2-642E-C31F-B804-8CF7C81388A3}"/>
              </a:ext>
            </a:extLst>
          </p:cNvPr>
          <p:cNvGrpSpPr/>
          <p:nvPr/>
        </p:nvGrpSpPr>
        <p:grpSpPr>
          <a:xfrm>
            <a:off x="1686604" y="1788020"/>
            <a:ext cx="2318839" cy="3362837"/>
            <a:chOff x="2611207" y="2213738"/>
            <a:chExt cx="2057301" cy="2983548"/>
          </a:xfrm>
        </p:grpSpPr>
        <p:sp>
          <p:nvSpPr>
            <p:cNvPr id="551" name="任意多边形: 形状 550">
              <a:extLst>
                <a:ext uri="{FF2B5EF4-FFF2-40B4-BE49-F238E27FC236}">
                  <a16:creationId xmlns:a16="http://schemas.microsoft.com/office/drawing/2014/main" id="{FE185052-5F18-0A22-2177-4A8A7D00A82B}"/>
                </a:ext>
              </a:extLst>
            </p:cNvPr>
            <p:cNvSpPr/>
            <p:nvPr/>
          </p:nvSpPr>
          <p:spPr>
            <a:xfrm>
              <a:off x="2611207" y="2213738"/>
              <a:ext cx="2057301" cy="1365440"/>
            </a:xfrm>
            <a:custGeom>
              <a:avLst/>
              <a:gdLst>
                <a:gd name="connsiteX0" fmla="*/ 0 w 2057301"/>
                <a:gd name="connsiteY0" fmla="*/ 0 h 1365440"/>
                <a:gd name="connsiteX1" fmla="*/ 148063 w 2057301"/>
                <a:gd name="connsiteY1" fmla="*/ 0 h 1365440"/>
                <a:gd name="connsiteX2" fmla="*/ 546488 w 2057301"/>
                <a:gd name="connsiteY2" fmla="*/ 398425 h 1365440"/>
                <a:gd name="connsiteX3" fmla="*/ 546488 w 2057301"/>
                <a:gd name="connsiteY3" fmla="*/ 1089859 h 1365440"/>
                <a:gd name="connsiteX4" fmla="*/ 822070 w 2057301"/>
                <a:gd name="connsiteY4" fmla="*/ 1365441 h 1365440"/>
                <a:gd name="connsiteX5" fmla="*/ 1633939 w 2057301"/>
                <a:gd name="connsiteY5" fmla="*/ 1365441 h 1365440"/>
                <a:gd name="connsiteX6" fmla="*/ 2057301 w 2057301"/>
                <a:gd name="connsiteY6" fmla="*/ 1024399 h 136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7301" h="1365440">
                  <a:moveTo>
                    <a:pt x="0" y="0"/>
                  </a:moveTo>
                  <a:lnTo>
                    <a:pt x="148063" y="0"/>
                  </a:lnTo>
                  <a:cubicBezTo>
                    <a:pt x="368104" y="0"/>
                    <a:pt x="546488" y="178384"/>
                    <a:pt x="546488" y="398425"/>
                  </a:cubicBezTo>
                  <a:lnTo>
                    <a:pt x="546488" y="1089859"/>
                  </a:lnTo>
                  <a:cubicBezTo>
                    <a:pt x="546488" y="1242031"/>
                    <a:pt x="669898" y="1365441"/>
                    <a:pt x="822070" y="1365441"/>
                  </a:cubicBezTo>
                  <a:lnTo>
                    <a:pt x="1633939" y="1365441"/>
                  </a:lnTo>
                  <a:cubicBezTo>
                    <a:pt x="1841511" y="1365441"/>
                    <a:pt x="2015078" y="1219361"/>
                    <a:pt x="2057301" y="1024399"/>
                  </a:cubicBezTo>
                </a:path>
              </a:pathLst>
            </a:custGeom>
            <a:noFill/>
            <a:ln w="12700" cap="flat">
              <a:solidFill>
                <a:schemeClr val="accent2"/>
              </a:solidFill>
              <a:prstDash val="solid"/>
              <a:miter/>
              <a:tailEnd type="triangle"/>
            </a:ln>
          </p:spPr>
          <p:txBody>
            <a:bodyPr rtlCol="0" anchor="ctr"/>
            <a:lstStyle/>
            <a:p>
              <a:endParaRPr lang="zh-CN" altLang="en-US"/>
            </a:p>
          </p:txBody>
        </p:sp>
        <p:sp>
          <p:nvSpPr>
            <p:cNvPr id="552" name="任意多边形: 形状 551">
              <a:extLst>
                <a:ext uri="{FF2B5EF4-FFF2-40B4-BE49-F238E27FC236}">
                  <a16:creationId xmlns:a16="http://schemas.microsoft.com/office/drawing/2014/main" id="{313C6302-1257-C834-7303-E205E3260DF5}"/>
                </a:ext>
              </a:extLst>
            </p:cNvPr>
            <p:cNvSpPr/>
            <p:nvPr/>
          </p:nvSpPr>
          <p:spPr>
            <a:xfrm>
              <a:off x="2611207" y="3831846"/>
              <a:ext cx="2057301" cy="1365440"/>
            </a:xfrm>
            <a:custGeom>
              <a:avLst/>
              <a:gdLst>
                <a:gd name="connsiteX0" fmla="*/ 0 w 2057301"/>
                <a:gd name="connsiteY0" fmla="*/ 1365441 h 1365440"/>
                <a:gd name="connsiteX1" fmla="*/ 148063 w 2057301"/>
                <a:gd name="connsiteY1" fmla="*/ 1365441 h 1365440"/>
                <a:gd name="connsiteX2" fmla="*/ 546488 w 2057301"/>
                <a:gd name="connsiteY2" fmla="*/ 967016 h 1365440"/>
                <a:gd name="connsiteX3" fmla="*/ 546488 w 2057301"/>
                <a:gd name="connsiteY3" fmla="*/ 275582 h 1365440"/>
                <a:gd name="connsiteX4" fmla="*/ 822070 w 2057301"/>
                <a:gd name="connsiteY4" fmla="*/ 0 h 1365440"/>
                <a:gd name="connsiteX5" fmla="*/ 1633939 w 2057301"/>
                <a:gd name="connsiteY5" fmla="*/ 0 h 1365440"/>
                <a:gd name="connsiteX6" fmla="*/ 2057301 w 2057301"/>
                <a:gd name="connsiteY6" fmla="*/ 341041 h 136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57301" h="1365440">
                  <a:moveTo>
                    <a:pt x="0" y="1365441"/>
                  </a:moveTo>
                  <a:lnTo>
                    <a:pt x="148063" y="1365441"/>
                  </a:lnTo>
                  <a:cubicBezTo>
                    <a:pt x="368104" y="1365441"/>
                    <a:pt x="546488" y="1187056"/>
                    <a:pt x="546488" y="967016"/>
                  </a:cubicBezTo>
                  <a:lnTo>
                    <a:pt x="546488" y="275582"/>
                  </a:lnTo>
                  <a:cubicBezTo>
                    <a:pt x="546488" y="123410"/>
                    <a:pt x="669898" y="0"/>
                    <a:pt x="822070" y="0"/>
                  </a:cubicBezTo>
                  <a:lnTo>
                    <a:pt x="1633939" y="0"/>
                  </a:lnTo>
                  <a:cubicBezTo>
                    <a:pt x="1841511" y="0"/>
                    <a:pt x="2015078" y="146080"/>
                    <a:pt x="2057301" y="341041"/>
                  </a:cubicBezTo>
                </a:path>
              </a:pathLst>
            </a:custGeom>
            <a:noFill/>
            <a:ln w="12700" cap="flat">
              <a:solidFill>
                <a:schemeClr val="accent2"/>
              </a:solidFill>
              <a:prstDash val="solid"/>
              <a:miter/>
              <a:tailEnd type="triangle"/>
            </a:ln>
          </p:spPr>
          <p:txBody>
            <a:bodyPr rtlCol="0" anchor="ctr"/>
            <a:lstStyle/>
            <a:p>
              <a:endParaRPr lang="zh-CN" altLang="en-US" dirty="0"/>
            </a:p>
          </p:txBody>
        </p:sp>
        <p:sp>
          <p:nvSpPr>
            <p:cNvPr id="553" name="任意多边形: 形状 552">
              <a:extLst>
                <a:ext uri="{FF2B5EF4-FFF2-40B4-BE49-F238E27FC236}">
                  <a16:creationId xmlns:a16="http://schemas.microsoft.com/office/drawing/2014/main" id="{B33F0F42-6D33-DC19-393D-D563671402BA}"/>
                </a:ext>
              </a:extLst>
            </p:cNvPr>
            <p:cNvSpPr/>
            <p:nvPr/>
          </p:nvSpPr>
          <p:spPr>
            <a:xfrm>
              <a:off x="2611207" y="3269308"/>
              <a:ext cx="2024996" cy="392757"/>
            </a:xfrm>
            <a:custGeom>
              <a:avLst/>
              <a:gdLst>
                <a:gd name="connsiteX0" fmla="*/ 0 w 2024996"/>
                <a:gd name="connsiteY0" fmla="*/ 0 h 392757"/>
                <a:gd name="connsiteX1" fmla="*/ 86004 w 2024996"/>
                <a:gd name="connsiteY1" fmla="*/ 0 h 392757"/>
                <a:gd name="connsiteX2" fmla="*/ 281816 w 2024996"/>
                <a:gd name="connsiteY2" fmla="*/ 195812 h 392757"/>
                <a:gd name="connsiteX3" fmla="*/ 281816 w 2024996"/>
                <a:gd name="connsiteY3" fmla="*/ 196945 h 392757"/>
                <a:gd name="connsiteX4" fmla="*/ 477628 w 2024996"/>
                <a:gd name="connsiteY4" fmla="*/ 392757 h 392757"/>
                <a:gd name="connsiteX5" fmla="*/ 1756216 w 2024996"/>
                <a:gd name="connsiteY5" fmla="*/ 392757 h 392757"/>
                <a:gd name="connsiteX6" fmla="*/ 2024997 w 2024996"/>
                <a:gd name="connsiteY6" fmla="*/ 196379 h 392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4996" h="392757">
                  <a:moveTo>
                    <a:pt x="0" y="0"/>
                  </a:moveTo>
                  <a:lnTo>
                    <a:pt x="86004" y="0"/>
                  </a:lnTo>
                  <a:cubicBezTo>
                    <a:pt x="194112" y="0"/>
                    <a:pt x="281816" y="87704"/>
                    <a:pt x="281816" y="195812"/>
                  </a:cubicBezTo>
                  <a:lnTo>
                    <a:pt x="281816" y="196945"/>
                  </a:lnTo>
                  <a:cubicBezTo>
                    <a:pt x="281816" y="305053"/>
                    <a:pt x="369521" y="392757"/>
                    <a:pt x="477628" y="392757"/>
                  </a:cubicBezTo>
                  <a:lnTo>
                    <a:pt x="1756216" y="392757"/>
                  </a:lnTo>
                  <a:cubicBezTo>
                    <a:pt x="1882176" y="392757"/>
                    <a:pt x="1988725" y="310295"/>
                    <a:pt x="2024997" y="196379"/>
                  </a:cubicBezTo>
                </a:path>
              </a:pathLst>
            </a:custGeom>
            <a:noFill/>
            <a:ln w="12700" cap="flat">
              <a:solidFill>
                <a:schemeClr val="accent2"/>
              </a:solidFill>
              <a:prstDash val="solid"/>
              <a:miter/>
              <a:tailEnd type="triangle"/>
            </a:ln>
          </p:spPr>
          <p:txBody>
            <a:bodyPr rtlCol="0" anchor="ctr"/>
            <a:lstStyle/>
            <a:p>
              <a:endParaRPr lang="zh-CN" altLang="en-US" dirty="0"/>
            </a:p>
          </p:txBody>
        </p:sp>
        <p:sp>
          <p:nvSpPr>
            <p:cNvPr id="554" name="任意多边形: 形状 553">
              <a:extLst>
                <a:ext uri="{FF2B5EF4-FFF2-40B4-BE49-F238E27FC236}">
                  <a16:creationId xmlns:a16="http://schemas.microsoft.com/office/drawing/2014/main" id="{B9BCDAB2-5C8A-F789-4E92-6563DDCCF56F}"/>
                </a:ext>
              </a:extLst>
            </p:cNvPr>
            <p:cNvSpPr/>
            <p:nvPr/>
          </p:nvSpPr>
          <p:spPr>
            <a:xfrm>
              <a:off x="2628067" y="3756746"/>
              <a:ext cx="2024996" cy="392757"/>
            </a:xfrm>
            <a:custGeom>
              <a:avLst/>
              <a:gdLst>
                <a:gd name="connsiteX0" fmla="*/ 0 w 2024996"/>
                <a:gd name="connsiteY0" fmla="*/ 392757 h 392757"/>
                <a:gd name="connsiteX1" fmla="*/ 86004 w 2024996"/>
                <a:gd name="connsiteY1" fmla="*/ 392757 h 392757"/>
                <a:gd name="connsiteX2" fmla="*/ 281816 w 2024996"/>
                <a:gd name="connsiteY2" fmla="*/ 196945 h 392757"/>
                <a:gd name="connsiteX3" fmla="*/ 281816 w 2024996"/>
                <a:gd name="connsiteY3" fmla="*/ 195812 h 392757"/>
                <a:gd name="connsiteX4" fmla="*/ 477628 w 2024996"/>
                <a:gd name="connsiteY4" fmla="*/ 0 h 392757"/>
                <a:gd name="connsiteX5" fmla="*/ 1756216 w 2024996"/>
                <a:gd name="connsiteY5" fmla="*/ 0 h 392757"/>
                <a:gd name="connsiteX6" fmla="*/ 2024997 w 2024996"/>
                <a:gd name="connsiteY6" fmla="*/ 196379 h 392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4996" h="392757">
                  <a:moveTo>
                    <a:pt x="0" y="392757"/>
                  </a:moveTo>
                  <a:lnTo>
                    <a:pt x="86004" y="392757"/>
                  </a:lnTo>
                  <a:cubicBezTo>
                    <a:pt x="194112" y="392757"/>
                    <a:pt x="281816" y="305053"/>
                    <a:pt x="281816" y="196945"/>
                  </a:cubicBezTo>
                  <a:lnTo>
                    <a:pt x="281816" y="195812"/>
                  </a:lnTo>
                  <a:cubicBezTo>
                    <a:pt x="281816" y="87704"/>
                    <a:pt x="369521" y="0"/>
                    <a:pt x="477628" y="0"/>
                  </a:cubicBezTo>
                  <a:lnTo>
                    <a:pt x="1756216" y="0"/>
                  </a:lnTo>
                  <a:cubicBezTo>
                    <a:pt x="1882176" y="0"/>
                    <a:pt x="1988725" y="82462"/>
                    <a:pt x="2024997" y="196379"/>
                  </a:cubicBezTo>
                </a:path>
              </a:pathLst>
            </a:custGeom>
            <a:noFill/>
            <a:ln w="12700" cap="flat">
              <a:solidFill>
                <a:schemeClr val="accent2"/>
              </a:solidFill>
              <a:prstDash val="solid"/>
              <a:miter/>
              <a:tailEnd type="triangle"/>
            </a:ln>
          </p:spPr>
          <p:txBody>
            <a:bodyPr rtlCol="0" anchor="ctr"/>
            <a:lstStyle/>
            <a:p>
              <a:endParaRPr lang="zh-CN" altLang="en-US" dirty="0"/>
            </a:p>
          </p:txBody>
        </p:sp>
      </p:grpSp>
      <p:grpSp>
        <p:nvGrpSpPr>
          <p:cNvPr id="562" name="组合 561">
            <a:extLst>
              <a:ext uri="{FF2B5EF4-FFF2-40B4-BE49-F238E27FC236}">
                <a16:creationId xmlns:a16="http://schemas.microsoft.com/office/drawing/2014/main" id="{70E4694C-6664-7DD7-A68B-A556EC099A47}"/>
              </a:ext>
            </a:extLst>
          </p:cNvPr>
          <p:cNvGrpSpPr/>
          <p:nvPr/>
        </p:nvGrpSpPr>
        <p:grpSpPr>
          <a:xfrm>
            <a:off x="8190970" y="2182291"/>
            <a:ext cx="1179701" cy="2562131"/>
            <a:chOff x="7801235" y="2447664"/>
            <a:chExt cx="1179701" cy="2562131"/>
          </a:xfrm>
        </p:grpSpPr>
        <p:sp>
          <p:nvSpPr>
            <p:cNvPr id="556" name="任意多边形: 形状 555">
              <a:extLst>
                <a:ext uri="{FF2B5EF4-FFF2-40B4-BE49-F238E27FC236}">
                  <a16:creationId xmlns:a16="http://schemas.microsoft.com/office/drawing/2014/main" id="{E245C57B-A091-81CE-0A82-5D1DAC68EC3E}"/>
                </a:ext>
              </a:extLst>
            </p:cNvPr>
            <p:cNvSpPr/>
            <p:nvPr/>
          </p:nvSpPr>
          <p:spPr>
            <a:xfrm>
              <a:off x="7819053" y="2447664"/>
              <a:ext cx="956815" cy="1079232"/>
            </a:xfrm>
            <a:custGeom>
              <a:avLst/>
              <a:gdLst>
                <a:gd name="connsiteX0" fmla="*/ 0 w 956815"/>
                <a:gd name="connsiteY0" fmla="*/ 1079232 h 1079232"/>
                <a:gd name="connsiteX1" fmla="*/ 0 w 956815"/>
                <a:gd name="connsiteY1" fmla="*/ 1079232 h 1079232"/>
                <a:gd name="connsiteX2" fmla="*/ 956815 w 956815"/>
                <a:gd name="connsiteY2" fmla="*/ 0 h 1079232"/>
              </a:gdLst>
              <a:ahLst/>
              <a:cxnLst>
                <a:cxn ang="0">
                  <a:pos x="connsiteX0" y="connsiteY0"/>
                </a:cxn>
                <a:cxn ang="0">
                  <a:pos x="connsiteX1" y="connsiteY1"/>
                </a:cxn>
                <a:cxn ang="0">
                  <a:pos x="connsiteX2" y="connsiteY2"/>
                </a:cxn>
              </a:cxnLst>
              <a:rect l="l" t="t" r="r" b="b"/>
              <a:pathLst>
                <a:path w="956815" h="1079232">
                  <a:moveTo>
                    <a:pt x="0" y="1079232"/>
                  </a:moveTo>
                  <a:lnTo>
                    <a:pt x="0" y="1079232"/>
                  </a:lnTo>
                  <a:cubicBezTo>
                    <a:pt x="528352" y="1079232"/>
                    <a:pt x="956815" y="596079"/>
                    <a:pt x="956815" y="0"/>
                  </a:cubicBezTo>
                </a:path>
              </a:pathLst>
            </a:custGeom>
            <a:noFill/>
            <a:ln w="12700" cap="flat">
              <a:solidFill>
                <a:schemeClr val="accent2"/>
              </a:solidFill>
              <a:prstDash val="solid"/>
              <a:miter/>
              <a:tailEnd type="triangle"/>
            </a:ln>
          </p:spPr>
          <p:txBody>
            <a:bodyPr rtlCol="0" anchor="ctr"/>
            <a:lstStyle/>
            <a:p>
              <a:endParaRPr lang="zh-CN" altLang="en-US"/>
            </a:p>
          </p:txBody>
        </p:sp>
        <p:sp>
          <p:nvSpPr>
            <p:cNvPr id="557" name="任意多边形: 形状 556">
              <a:extLst>
                <a:ext uri="{FF2B5EF4-FFF2-40B4-BE49-F238E27FC236}">
                  <a16:creationId xmlns:a16="http://schemas.microsoft.com/office/drawing/2014/main" id="{FD0AA9A0-5DC5-80C1-EE46-112227B65FA0}"/>
                </a:ext>
              </a:extLst>
            </p:cNvPr>
            <p:cNvSpPr/>
            <p:nvPr/>
          </p:nvSpPr>
          <p:spPr>
            <a:xfrm>
              <a:off x="7819053" y="3930563"/>
              <a:ext cx="956815" cy="1079232"/>
            </a:xfrm>
            <a:custGeom>
              <a:avLst/>
              <a:gdLst>
                <a:gd name="connsiteX0" fmla="*/ 0 w 956815"/>
                <a:gd name="connsiteY0" fmla="*/ 0 h 1079232"/>
                <a:gd name="connsiteX1" fmla="*/ 0 w 956815"/>
                <a:gd name="connsiteY1" fmla="*/ 0 h 1079232"/>
                <a:gd name="connsiteX2" fmla="*/ 956815 w 956815"/>
                <a:gd name="connsiteY2" fmla="*/ 1079232 h 1079232"/>
              </a:gdLst>
              <a:ahLst/>
              <a:cxnLst>
                <a:cxn ang="0">
                  <a:pos x="connsiteX0" y="connsiteY0"/>
                </a:cxn>
                <a:cxn ang="0">
                  <a:pos x="connsiteX1" y="connsiteY1"/>
                </a:cxn>
                <a:cxn ang="0">
                  <a:pos x="connsiteX2" y="connsiteY2"/>
                </a:cxn>
              </a:cxnLst>
              <a:rect l="l" t="t" r="r" b="b"/>
              <a:pathLst>
                <a:path w="956815" h="1079232">
                  <a:moveTo>
                    <a:pt x="0" y="0"/>
                  </a:moveTo>
                  <a:lnTo>
                    <a:pt x="0" y="0"/>
                  </a:lnTo>
                  <a:cubicBezTo>
                    <a:pt x="528352" y="0"/>
                    <a:pt x="956815" y="483154"/>
                    <a:pt x="956815" y="1079232"/>
                  </a:cubicBezTo>
                </a:path>
              </a:pathLst>
            </a:custGeom>
            <a:noFill/>
            <a:ln w="12700" cap="flat">
              <a:solidFill>
                <a:schemeClr val="accent2"/>
              </a:solidFill>
              <a:prstDash val="solid"/>
              <a:miter/>
              <a:tailEnd type="triangle"/>
            </a:ln>
          </p:spPr>
          <p:txBody>
            <a:bodyPr rtlCol="0" anchor="ctr"/>
            <a:lstStyle/>
            <a:p>
              <a:endParaRPr lang="zh-CN" altLang="en-US"/>
            </a:p>
          </p:txBody>
        </p:sp>
        <p:cxnSp>
          <p:nvCxnSpPr>
            <p:cNvPr id="560" name="直接箭头连接符 559">
              <a:extLst>
                <a:ext uri="{FF2B5EF4-FFF2-40B4-BE49-F238E27FC236}">
                  <a16:creationId xmlns:a16="http://schemas.microsoft.com/office/drawing/2014/main" id="{50E9662F-99AD-F001-6381-E2E5E856B92A}"/>
                </a:ext>
              </a:extLst>
            </p:cNvPr>
            <p:cNvCxnSpPr>
              <a:cxnSpLocks/>
            </p:cNvCxnSpPr>
            <p:nvPr/>
          </p:nvCxnSpPr>
          <p:spPr>
            <a:xfrm>
              <a:off x="7801235" y="3728729"/>
              <a:ext cx="1179701" cy="0"/>
            </a:xfrm>
            <a:prstGeom prst="straightConnector1">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
        <p:nvSpPr>
          <p:cNvPr id="578" name="矩形: 圆角 577">
            <a:extLst>
              <a:ext uri="{FF2B5EF4-FFF2-40B4-BE49-F238E27FC236}">
                <a16:creationId xmlns:a16="http://schemas.microsoft.com/office/drawing/2014/main" id="{6D34291B-CDC9-121D-900C-E62A38B1F78A}"/>
              </a:ext>
            </a:extLst>
          </p:cNvPr>
          <p:cNvSpPr/>
          <p:nvPr/>
        </p:nvSpPr>
        <p:spPr>
          <a:xfrm>
            <a:off x="674664" y="1485900"/>
            <a:ext cx="984060" cy="571500"/>
          </a:xfrm>
          <a:prstGeom prst="round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2"/>
                </a:solidFill>
              </a:rPr>
              <a:t>内网</a:t>
            </a:r>
          </a:p>
        </p:txBody>
      </p:sp>
      <p:sp>
        <p:nvSpPr>
          <p:cNvPr id="579" name="矩形: 圆角 578">
            <a:extLst>
              <a:ext uri="{FF2B5EF4-FFF2-40B4-BE49-F238E27FC236}">
                <a16:creationId xmlns:a16="http://schemas.microsoft.com/office/drawing/2014/main" id="{5DAE15C1-B3AF-9D78-24E7-C9195BE5108D}"/>
              </a:ext>
            </a:extLst>
          </p:cNvPr>
          <p:cNvSpPr/>
          <p:nvPr/>
        </p:nvSpPr>
        <p:spPr>
          <a:xfrm>
            <a:off x="674664" y="2674620"/>
            <a:ext cx="984060" cy="571500"/>
          </a:xfrm>
          <a:prstGeom prst="round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2"/>
                </a:solidFill>
              </a:rPr>
              <a:t>互联网</a:t>
            </a:r>
          </a:p>
        </p:txBody>
      </p:sp>
      <p:sp>
        <p:nvSpPr>
          <p:cNvPr id="580" name="矩形: 圆角 579">
            <a:extLst>
              <a:ext uri="{FF2B5EF4-FFF2-40B4-BE49-F238E27FC236}">
                <a16:creationId xmlns:a16="http://schemas.microsoft.com/office/drawing/2014/main" id="{9C93CD0D-163D-BEC1-6AD8-C3A6FE277F29}"/>
              </a:ext>
            </a:extLst>
          </p:cNvPr>
          <p:cNvSpPr/>
          <p:nvPr/>
        </p:nvSpPr>
        <p:spPr>
          <a:xfrm>
            <a:off x="674664" y="3662172"/>
            <a:ext cx="984060" cy="571500"/>
          </a:xfrm>
          <a:prstGeom prst="round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2"/>
                </a:solidFill>
              </a:rPr>
              <a:t>政务外网</a:t>
            </a:r>
          </a:p>
        </p:txBody>
      </p:sp>
      <p:sp>
        <p:nvSpPr>
          <p:cNvPr id="581" name="矩形: 圆角 580">
            <a:extLst>
              <a:ext uri="{FF2B5EF4-FFF2-40B4-BE49-F238E27FC236}">
                <a16:creationId xmlns:a16="http://schemas.microsoft.com/office/drawing/2014/main" id="{02EC78EE-BD21-45B9-A7E3-82A624BDEE72}"/>
              </a:ext>
            </a:extLst>
          </p:cNvPr>
          <p:cNvSpPr/>
          <p:nvPr/>
        </p:nvSpPr>
        <p:spPr>
          <a:xfrm>
            <a:off x="674664" y="4863837"/>
            <a:ext cx="984060" cy="571500"/>
          </a:xfrm>
          <a:prstGeom prst="round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2"/>
                </a:solidFill>
              </a:rPr>
              <a:t>公安专网</a:t>
            </a:r>
          </a:p>
        </p:txBody>
      </p:sp>
      <p:sp>
        <p:nvSpPr>
          <p:cNvPr id="596" name="任意多边形: 形状 595">
            <a:extLst>
              <a:ext uri="{FF2B5EF4-FFF2-40B4-BE49-F238E27FC236}">
                <a16:creationId xmlns:a16="http://schemas.microsoft.com/office/drawing/2014/main" id="{34C5122C-190B-80EB-EE65-F09CF2787EC6}"/>
              </a:ext>
            </a:extLst>
          </p:cNvPr>
          <p:cNvSpPr/>
          <p:nvPr/>
        </p:nvSpPr>
        <p:spPr>
          <a:xfrm>
            <a:off x="2732054" y="3149597"/>
            <a:ext cx="856875" cy="658355"/>
          </a:xfrm>
          <a:custGeom>
            <a:avLst/>
            <a:gdLst>
              <a:gd name="connsiteX0" fmla="*/ 1 w 856875"/>
              <a:gd name="connsiteY0" fmla="*/ 0 h 658355"/>
              <a:gd name="connsiteX1" fmla="*/ 738223 w 856875"/>
              <a:gd name="connsiteY1" fmla="*/ 0 h 658355"/>
              <a:gd name="connsiteX2" fmla="*/ 738223 w 856875"/>
              <a:gd name="connsiteY2" fmla="*/ 560 h 658355"/>
              <a:gd name="connsiteX3" fmla="*/ 760512 w 856875"/>
              <a:gd name="connsiteY3" fmla="*/ 6689 h 658355"/>
              <a:gd name="connsiteX4" fmla="*/ 856875 w 856875"/>
              <a:gd name="connsiteY4" fmla="*/ 329178 h 658355"/>
              <a:gd name="connsiteX5" fmla="*/ 760512 w 856875"/>
              <a:gd name="connsiteY5" fmla="*/ 651667 h 658355"/>
              <a:gd name="connsiteX6" fmla="*/ 738223 w 856875"/>
              <a:gd name="connsiteY6" fmla="*/ 657796 h 658355"/>
              <a:gd name="connsiteX7" fmla="*/ 738223 w 856875"/>
              <a:gd name="connsiteY7" fmla="*/ 658355 h 658355"/>
              <a:gd name="connsiteX8" fmla="*/ 736190 w 856875"/>
              <a:gd name="connsiteY8" fmla="*/ 658355 h 658355"/>
              <a:gd name="connsiteX9" fmla="*/ 1 w 856875"/>
              <a:gd name="connsiteY9" fmla="*/ 658355 h 658355"/>
              <a:gd name="connsiteX10" fmla="*/ 0 w 856875"/>
              <a:gd name="connsiteY10" fmla="*/ 658355 h 658355"/>
              <a:gd name="connsiteX11" fmla="*/ 120685 w 856875"/>
              <a:gd name="connsiteY11" fmla="*/ 329178 h 658355"/>
              <a:gd name="connsiteX12" fmla="*/ 0 w 856875"/>
              <a:gd name="connsiteY12" fmla="*/ 1 h 658355"/>
              <a:gd name="connsiteX13" fmla="*/ 1 w 856875"/>
              <a:gd name="connsiteY13" fmla="*/ 1 h 65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6875" h="658355">
                <a:moveTo>
                  <a:pt x="1" y="0"/>
                </a:moveTo>
                <a:lnTo>
                  <a:pt x="738223" y="0"/>
                </a:lnTo>
                <a:lnTo>
                  <a:pt x="738223" y="560"/>
                </a:lnTo>
                <a:lnTo>
                  <a:pt x="760512" y="6689"/>
                </a:lnTo>
                <a:cubicBezTo>
                  <a:pt x="815506" y="37383"/>
                  <a:pt x="856875" y="170104"/>
                  <a:pt x="856875" y="329178"/>
                </a:cubicBezTo>
                <a:cubicBezTo>
                  <a:pt x="856875" y="488252"/>
                  <a:pt x="815506" y="620973"/>
                  <a:pt x="760512" y="651667"/>
                </a:cubicBezTo>
                <a:lnTo>
                  <a:pt x="738223" y="657796"/>
                </a:lnTo>
                <a:lnTo>
                  <a:pt x="738223" y="658355"/>
                </a:lnTo>
                <a:lnTo>
                  <a:pt x="736190" y="658355"/>
                </a:lnTo>
                <a:lnTo>
                  <a:pt x="1" y="658355"/>
                </a:lnTo>
                <a:lnTo>
                  <a:pt x="0" y="658355"/>
                </a:lnTo>
                <a:cubicBezTo>
                  <a:pt x="66652" y="658355"/>
                  <a:pt x="120685" y="510977"/>
                  <a:pt x="120685" y="329178"/>
                </a:cubicBezTo>
                <a:cubicBezTo>
                  <a:pt x="120685" y="147379"/>
                  <a:pt x="66652" y="1"/>
                  <a:pt x="0" y="1"/>
                </a:cubicBezTo>
                <a:lnTo>
                  <a:pt x="1" y="1"/>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94" name="任意多边形: 形状 593">
            <a:extLst>
              <a:ext uri="{FF2B5EF4-FFF2-40B4-BE49-F238E27FC236}">
                <a16:creationId xmlns:a16="http://schemas.microsoft.com/office/drawing/2014/main" id="{3B12ADD8-4B01-E50D-4306-1324FF56ABF5}"/>
              </a:ext>
            </a:extLst>
          </p:cNvPr>
          <p:cNvSpPr/>
          <p:nvPr/>
        </p:nvSpPr>
        <p:spPr>
          <a:xfrm>
            <a:off x="2732054" y="3149597"/>
            <a:ext cx="856875" cy="658355"/>
          </a:xfrm>
          <a:custGeom>
            <a:avLst/>
            <a:gdLst>
              <a:gd name="connsiteX0" fmla="*/ 1 w 856875"/>
              <a:gd name="connsiteY0" fmla="*/ 0 h 658355"/>
              <a:gd name="connsiteX1" fmla="*/ 738223 w 856875"/>
              <a:gd name="connsiteY1" fmla="*/ 0 h 658355"/>
              <a:gd name="connsiteX2" fmla="*/ 738223 w 856875"/>
              <a:gd name="connsiteY2" fmla="*/ 560 h 658355"/>
              <a:gd name="connsiteX3" fmla="*/ 760512 w 856875"/>
              <a:gd name="connsiteY3" fmla="*/ 6689 h 658355"/>
              <a:gd name="connsiteX4" fmla="*/ 856875 w 856875"/>
              <a:gd name="connsiteY4" fmla="*/ 329178 h 658355"/>
              <a:gd name="connsiteX5" fmla="*/ 760512 w 856875"/>
              <a:gd name="connsiteY5" fmla="*/ 651667 h 658355"/>
              <a:gd name="connsiteX6" fmla="*/ 738223 w 856875"/>
              <a:gd name="connsiteY6" fmla="*/ 657796 h 658355"/>
              <a:gd name="connsiteX7" fmla="*/ 738223 w 856875"/>
              <a:gd name="connsiteY7" fmla="*/ 658355 h 658355"/>
              <a:gd name="connsiteX8" fmla="*/ 736190 w 856875"/>
              <a:gd name="connsiteY8" fmla="*/ 658355 h 658355"/>
              <a:gd name="connsiteX9" fmla="*/ 1 w 856875"/>
              <a:gd name="connsiteY9" fmla="*/ 658355 h 658355"/>
              <a:gd name="connsiteX10" fmla="*/ 0 w 856875"/>
              <a:gd name="connsiteY10" fmla="*/ 658355 h 658355"/>
              <a:gd name="connsiteX11" fmla="*/ 120685 w 856875"/>
              <a:gd name="connsiteY11" fmla="*/ 329178 h 658355"/>
              <a:gd name="connsiteX12" fmla="*/ 0 w 856875"/>
              <a:gd name="connsiteY12" fmla="*/ 1 h 658355"/>
              <a:gd name="connsiteX13" fmla="*/ 1 w 856875"/>
              <a:gd name="connsiteY13" fmla="*/ 1 h 65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6875" h="658355">
                <a:moveTo>
                  <a:pt x="1" y="0"/>
                </a:moveTo>
                <a:lnTo>
                  <a:pt x="738223" y="0"/>
                </a:lnTo>
                <a:lnTo>
                  <a:pt x="738223" y="560"/>
                </a:lnTo>
                <a:lnTo>
                  <a:pt x="760512" y="6689"/>
                </a:lnTo>
                <a:cubicBezTo>
                  <a:pt x="815506" y="37383"/>
                  <a:pt x="856875" y="170104"/>
                  <a:pt x="856875" y="329178"/>
                </a:cubicBezTo>
                <a:cubicBezTo>
                  <a:pt x="856875" y="488252"/>
                  <a:pt x="815506" y="620973"/>
                  <a:pt x="760512" y="651667"/>
                </a:cubicBezTo>
                <a:lnTo>
                  <a:pt x="738223" y="657796"/>
                </a:lnTo>
                <a:lnTo>
                  <a:pt x="738223" y="658355"/>
                </a:lnTo>
                <a:lnTo>
                  <a:pt x="736190" y="658355"/>
                </a:lnTo>
                <a:lnTo>
                  <a:pt x="1" y="658355"/>
                </a:lnTo>
                <a:lnTo>
                  <a:pt x="0" y="658355"/>
                </a:lnTo>
                <a:cubicBezTo>
                  <a:pt x="66652" y="658355"/>
                  <a:pt x="120685" y="510977"/>
                  <a:pt x="120685" y="329178"/>
                </a:cubicBezTo>
                <a:cubicBezTo>
                  <a:pt x="120685" y="147379"/>
                  <a:pt x="66652" y="1"/>
                  <a:pt x="0" y="1"/>
                </a:cubicBezTo>
                <a:lnTo>
                  <a:pt x="1" y="1"/>
                </a:lnTo>
                <a:close/>
              </a:path>
            </a:pathLst>
          </a:custGeom>
          <a:gradFill>
            <a:gsLst>
              <a:gs pos="54000">
                <a:schemeClr val="accent2">
                  <a:alpha val="0"/>
                </a:schemeClr>
              </a:gs>
              <a:gs pos="4000">
                <a:schemeClr val="accent2">
                  <a:alpha val="83000"/>
                </a:schemeClr>
              </a:gs>
              <a:gs pos="100000">
                <a:schemeClr val="accent2">
                  <a:alpha val="83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83" name="椭圆 582">
            <a:extLst>
              <a:ext uri="{FF2B5EF4-FFF2-40B4-BE49-F238E27FC236}">
                <a16:creationId xmlns:a16="http://schemas.microsoft.com/office/drawing/2014/main" id="{D7995679-80AD-1042-B17D-0196092CB330}"/>
              </a:ext>
            </a:extLst>
          </p:cNvPr>
          <p:cNvSpPr/>
          <p:nvPr/>
        </p:nvSpPr>
        <p:spPr>
          <a:xfrm>
            <a:off x="2611368" y="3149597"/>
            <a:ext cx="241370" cy="658354"/>
          </a:xfrm>
          <a:prstGeom prst="ellipse">
            <a:avLst/>
          </a:prstGeom>
          <a:solidFill>
            <a:schemeClr val="accent2">
              <a:alpha val="24000"/>
            </a:schemeClr>
          </a:solidFill>
          <a:ln>
            <a:gradFill>
              <a:gsLst>
                <a:gs pos="0">
                  <a:schemeClr val="accent2">
                    <a:alpha val="0"/>
                  </a:schemeClr>
                </a:gs>
                <a:gs pos="10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7" name="椭圆 596">
            <a:extLst>
              <a:ext uri="{FF2B5EF4-FFF2-40B4-BE49-F238E27FC236}">
                <a16:creationId xmlns:a16="http://schemas.microsoft.com/office/drawing/2014/main" id="{D352DAA3-5AEA-265D-2803-0826C3B14A75}"/>
              </a:ext>
            </a:extLst>
          </p:cNvPr>
          <p:cNvSpPr/>
          <p:nvPr/>
        </p:nvSpPr>
        <p:spPr>
          <a:xfrm>
            <a:off x="2841892" y="3050466"/>
            <a:ext cx="314058" cy="856616"/>
          </a:xfrm>
          <a:prstGeom prst="ellipse">
            <a:avLst/>
          </a:prstGeom>
          <a:noFill/>
          <a:ln>
            <a:gradFill>
              <a:gsLst>
                <a:gs pos="15000">
                  <a:schemeClr val="accent2">
                    <a:alpha val="0"/>
                  </a:schemeClr>
                </a:gs>
                <a:gs pos="10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8" name="椭圆 597">
            <a:extLst>
              <a:ext uri="{FF2B5EF4-FFF2-40B4-BE49-F238E27FC236}">
                <a16:creationId xmlns:a16="http://schemas.microsoft.com/office/drawing/2014/main" id="{D194CD5A-B8BB-C81C-7684-B808664CB6BB}"/>
              </a:ext>
            </a:extLst>
          </p:cNvPr>
          <p:cNvSpPr/>
          <p:nvPr/>
        </p:nvSpPr>
        <p:spPr>
          <a:xfrm>
            <a:off x="2987346" y="2927350"/>
            <a:ext cx="404332" cy="1102848"/>
          </a:xfrm>
          <a:prstGeom prst="ellipse">
            <a:avLst/>
          </a:prstGeom>
          <a:noFill/>
          <a:ln>
            <a:gradFill>
              <a:gsLst>
                <a:gs pos="15000">
                  <a:schemeClr val="accent2">
                    <a:alpha val="0"/>
                  </a:schemeClr>
                </a:gs>
                <a:gs pos="10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9" name="矩形: 圆角 598">
            <a:extLst>
              <a:ext uri="{FF2B5EF4-FFF2-40B4-BE49-F238E27FC236}">
                <a16:creationId xmlns:a16="http://schemas.microsoft.com/office/drawing/2014/main" id="{D464625C-75CD-1826-DD92-727E6440F740}"/>
              </a:ext>
            </a:extLst>
          </p:cNvPr>
          <p:cNvSpPr/>
          <p:nvPr/>
        </p:nvSpPr>
        <p:spPr>
          <a:xfrm>
            <a:off x="9598130" y="3169648"/>
            <a:ext cx="1920769" cy="571500"/>
          </a:xfrm>
          <a:prstGeom prst="round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2"/>
                </a:solidFill>
              </a:rPr>
              <a:t>应用系统支撑</a:t>
            </a:r>
          </a:p>
        </p:txBody>
      </p:sp>
      <p:sp>
        <p:nvSpPr>
          <p:cNvPr id="600" name="矩形: 圆角 599">
            <a:extLst>
              <a:ext uri="{FF2B5EF4-FFF2-40B4-BE49-F238E27FC236}">
                <a16:creationId xmlns:a16="http://schemas.microsoft.com/office/drawing/2014/main" id="{0C820EBB-239E-F5AC-62BC-9B67B99174F4}"/>
              </a:ext>
            </a:extLst>
          </p:cNvPr>
          <p:cNvSpPr/>
          <p:nvPr/>
        </p:nvSpPr>
        <p:spPr>
          <a:xfrm>
            <a:off x="9598130" y="1912348"/>
            <a:ext cx="1920769" cy="571500"/>
          </a:xfrm>
          <a:prstGeom prst="round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2"/>
                </a:solidFill>
              </a:rPr>
              <a:t>数据服务</a:t>
            </a:r>
          </a:p>
        </p:txBody>
      </p:sp>
      <p:sp>
        <p:nvSpPr>
          <p:cNvPr id="601" name="矩形: 圆角 600">
            <a:extLst>
              <a:ext uri="{FF2B5EF4-FFF2-40B4-BE49-F238E27FC236}">
                <a16:creationId xmlns:a16="http://schemas.microsoft.com/office/drawing/2014/main" id="{8F0B4F79-7518-B24B-082D-3A85A3E24C9E}"/>
              </a:ext>
            </a:extLst>
          </p:cNvPr>
          <p:cNvSpPr/>
          <p:nvPr/>
        </p:nvSpPr>
        <p:spPr>
          <a:xfrm>
            <a:off x="9598130" y="4465048"/>
            <a:ext cx="1920769" cy="571500"/>
          </a:xfrm>
          <a:prstGeom prst="round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accent2"/>
                </a:solidFill>
              </a:rPr>
              <a:t>大数据分析</a:t>
            </a:r>
          </a:p>
        </p:txBody>
      </p:sp>
      <p:sp>
        <p:nvSpPr>
          <p:cNvPr id="602" name="文本框 601">
            <a:extLst>
              <a:ext uri="{FF2B5EF4-FFF2-40B4-BE49-F238E27FC236}">
                <a16:creationId xmlns:a16="http://schemas.microsoft.com/office/drawing/2014/main" id="{30F3F8A9-2FC8-13EC-0916-7AAC3B10C15A}"/>
              </a:ext>
            </a:extLst>
          </p:cNvPr>
          <p:cNvSpPr txBox="1"/>
          <p:nvPr/>
        </p:nvSpPr>
        <p:spPr>
          <a:xfrm>
            <a:off x="5871628" y="4581679"/>
            <a:ext cx="453650" cy="246221"/>
          </a:xfrm>
          <a:prstGeom prst="rect">
            <a:avLst/>
          </a:prstGeom>
          <a:noFill/>
        </p:spPr>
        <p:txBody>
          <a:bodyPr wrap="none" lIns="0" tIns="0" rIns="0" bIns="0" rtlCol="0">
            <a:spAutoFit/>
          </a:bodyPr>
          <a:lstStyle/>
          <a:p>
            <a:pPr algn="ctr"/>
            <a:r>
              <a:rPr lang="en-US" altLang="zh-CN" sz="1600" b="1" dirty="0">
                <a:solidFill>
                  <a:schemeClr val="accent1"/>
                </a:solidFill>
              </a:rPr>
              <a:t>ODS</a:t>
            </a:r>
            <a:endParaRPr lang="zh-CN" altLang="en-US" sz="1600" b="1" dirty="0">
              <a:solidFill>
                <a:schemeClr val="accent1"/>
              </a:solidFill>
            </a:endParaRPr>
          </a:p>
        </p:txBody>
      </p:sp>
      <p:sp>
        <p:nvSpPr>
          <p:cNvPr id="603" name="文本框 602">
            <a:extLst>
              <a:ext uri="{FF2B5EF4-FFF2-40B4-BE49-F238E27FC236}">
                <a16:creationId xmlns:a16="http://schemas.microsoft.com/office/drawing/2014/main" id="{B54E7FD4-E0BA-5C3A-01D7-26F0CE6934D5}"/>
              </a:ext>
            </a:extLst>
          </p:cNvPr>
          <p:cNvSpPr txBox="1"/>
          <p:nvPr/>
        </p:nvSpPr>
        <p:spPr>
          <a:xfrm>
            <a:off x="5906894" y="3508608"/>
            <a:ext cx="383118" cy="246221"/>
          </a:xfrm>
          <a:prstGeom prst="rect">
            <a:avLst/>
          </a:prstGeom>
          <a:noFill/>
        </p:spPr>
        <p:txBody>
          <a:bodyPr wrap="none" lIns="0" tIns="0" rIns="0" bIns="0" rtlCol="0">
            <a:spAutoFit/>
          </a:bodyPr>
          <a:lstStyle/>
          <a:p>
            <a:pPr algn="ctr"/>
            <a:r>
              <a:rPr lang="en-US" altLang="zh-CN" sz="1600" b="1" dirty="0">
                <a:solidFill>
                  <a:schemeClr val="accent1"/>
                </a:solidFill>
              </a:rPr>
              <a:t>DW</a:t>
            </a:r>
            <a:endParaRPr lang="zh-CN" altLang="en-US" sz="1600" b="1" dirty="0">
              <a:solidFill>
                <a:schemeClr val="accent1"/>
              </a:solidFill>
            </a:endParaRPr>
          </a:p>
        </p:txBody>
      </p:sp>
      <p:sp>
        <p:nvSpPr>
          <p:cNvPr id="604" name="文本框 603">
            <a:extLst>
              <a:ext uri="{FF2B5EF4-FFF2-40B4-BE49-F238E27FC236}">
                <a16:creationId xmlns:a16="http://schemas.microsoft.com/office/drawing/2014/main" id="{7AFFC6D7-B17C-963A-9ACD-8D8B276F26A2}"/>
              </a:ext>
            </a:extLst>
          </p:cNvPr>
          <p:cNvSpPr txBox="1"/>
          <p:nvPr/>
        </p:nvSpPr>
        <p:spPr>
          <a:xfrm>
            <a:off x="5911703" y="2553413"/>
            <a:ext cx="373500" cy="246221"/>
          </a:xfrm>
          <a:prstGeom prst="rect">
            <a:avLst/>
          </a:prstGeom>
          <a:noFill/>
        </p:spPr>
        <p:txBody>
          <a:bodyPr wrap="none" lIns="0" tIns="0" rIns="0" bIns="0" rtlCol="0">
            <a:spAutoFit/>
          </a:bodyPr>
          <a:lstStyle/>
          <a:p>
            <a:pPr algn="ctr"/>
            <a:r>
              <a:rPr lang="en-US" altLang="zh-CN" sz="1600" b="1" dirty="0">
                <a:solidFill>
                  <a:schemeClr val="accent1"/>
                </a:solidFill>
              </a:rPr>
              <a:t>DM</a:t>
            </a:r>
            <a:endParaRPr lang="zh-CN" altLang="en-US" sz="1600" b="1" dirty="0">
              <a:solidFill>
                <a:schemeClr val="accent1"/>
              </a:solidFill>
            </a:endParaRPr>
          </a:p>
        </p:txBody>
      </p:sp>
      <p:sp>
        <p:nvSpPr>
          <p:cNvPr id="605" name="文本框 604">
            <a:extLst>
              <a:ext uri="{FF2B5EF4-FFF2-40B4-BE49-F238E27FC236}">
                <a16:creationId xmlns:a16="http://schemas.microsoft.com/office/drawing/2014/main" id="{22E1A4BC-1890-6227-918B-FADA257C796A}"/>
              </a:ext>
            </a:extLst>
          </p:cNvPr>
          <p:cNvSpPr txBox="1"/>
          <p:nvPr/>
        </p:nvSpPr>
        <p:spPr>
          <a:xfrm rot="20625347">
            <a:off x="6306423" y="5217180"/>
            <a:ext cx="817531"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表数据  </a:t>
            </a:r>
            <a:r>
              <a:rPr lang="en-US" altLang="zh-CN" sz="1050" b="1" dirty="0">
                <a:solidFill>
                  <a:schemeClr val="bg1"/>
                </a:solidFill>
              </a:rPr>
              <a:t>4588</a:t>
            </a:r>
            <a:endParaRPr lang="zh-CN" altLang="en-US" sz="1050" b="1" dirty="0">
              <a:solidFill>
                <a:schemeClr val="bg1"/>
              </a:solidFill>
            </a:endParaRPr>
          </a:p>
        </p:txBody>
      </p:sp>
      <p:sp>
        <p:nvSpPr>
          <p:cNvPr id="606" name="文本框 605">
            <a:extLst>
              <a:ext uri="{FF2B5EF4-FFF2-40B4-BE49-F238E27FC236}">
                <a16:creationId xmlns:a16="http://schemas.microsoft.com/office/drawing/2014/main" id="{80E5E734-53B3-3956-BAFD-85D96A994E4D}"/>
              </a:ext>
            </a:extLst>
          </p:cNvPr>
          <p:cNvSpPr txBox="1"/>
          <p:nvPr/>
        </p:nvSpPr>
        <p:spPr>
          <a:xfrm rot="1028011">
            <a:off x="4877984" y="5194033"/>
            <a:ext cx="998671"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存储量 </a:t>
            </a:r>
            <a:r>
              <a:rPr lang="en-US" altLang="zh-CN" sz="1050" b="1" dirty="0">
                <a:solidFill>
                  <a:schemeClr val="bg1"/>
                </a:solidFill>
              </a:rPr>
              <a:t>3857mb</a:t>
            </a:r>
            <a:endParaRPr lang="zh-CN" altLang="en-US" sz="1050" b="1" dirty="0">
              <a:solidFill>
                <a:schemeClr val="bg1"/>
              </a:solidFill>
            </a:endParaRPr>
          </a:p>
        </p:txBody>
      </p:sp>
      <p:sp>
        <p:nvSpPr>
          <p:cNvPr id="607" name="文本框 606">
            <a:extLst>
              <a:ext uri="{FF2B5EF4-FFF2-40B4-BE49-F238E27FC236}">
                <a16:creationId xmlns:a16="http://schemas.microsoft.com/office/drawing/2014/main" id="{00E02082-7B94-79AF-62BC-875C57EE0ADE}"/>
              </a:ext>
            </a:extLst>
          </p:cNvPr>
          <p:cNvSpPr txBox="1"/>
          <p:nvPr/>
        </p:nvSpPr>
        <p:spPr>
          <a:xfrm rot="20625347">
            <a:off x="6306423" y="4040188"/>
            <a:ext cx="817531"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表数据  </a:t>
            </a:r>
            <a:r>
              <a:rPr lang="en-US" altLang="zh-CN" sz="1050" b="1" dirty="0">
                <a:solidFill>
                  <a:schemeClr val="bg1"/>
                </a:solidFill>
              </a:rPr>
              <a:t>4588</a:t>
            </a:r>
            <a:endParaRPr lang="zh-CN" altLang="en-US" sz="1050" b="1" dirty="0">
              <a:solidFill>
                <a:schemeClr val="bg1"/>
              </a:solidFill>
            </a:endParaRPr>
          </a:p>
        </p:txBody>
      </p:sp>
      <p:sp>
        <p:nvSpPr>
          <p:cNvPr id="608" name="文本框 607">
            <a:extLst>
              <a:ext uri="{FF2B5EF4-FFF2-40B4-BE49-F238E27FC236}">
                <a16:creationId xmlns:a16="http://schemas.microsoft.com/office/drawing/2014/main" id="{7EFC028A-DEBA-C5B2-0528-96C582C7B576}"/>
              </a:ext>
            </a:extLst>
          </p:cNvPr>
          <p:cNvSpPr txBox="1"/>
          <p:nvPr/>
        </p:nvSpPr>
        <p:spPr>
          <a:xfrm rot="901882">
            <a:off x="5011449" y="4047488"/>
            <a:ext cx="995465" cy="177484"/>
          </a:xfrm>
          <a:prstGeom prst="rect">
            <a:avLst/>
          </a:prstGeom>
          <a:noFill/>
        </p:spPr>
        <p:txBody>
          <a:bodyPr wrap="none" lIns="0" tIns="0" rIns="0" bIns="0" rtlCol="0">
            <a:spAutoFit/>
          </a:bodyPr>
          <a:lstStyle/>
          <a:p>
            <a:pPr algn="ctr">
              <a:lnSpc>
                <a:spcPct val="120000"/>
              </a:lnSpc>
            </a:pPr>
            <a:r>
              <a:rPr lang="zh-CN" altLang="en-US" sz="1050" b="1" dirty="0">
                <a:solidFill>
                  <a:schemeClr val="bg1"/>
                </a:solidFill>
              </a:rPr>
              <a:t>字段数量 </a:t>
            </a:r>
            <a:r>
              <a:rPr lang="en-US" altLang="zh-CN" sz="1050" b="1" dirty="0">
                <a:solidFill>
                  <a:schemeClr val="bg1"/>
                </a:solidFill>
              </a:rPr>
              <a:t>20096</a:t>
            </a:r>
            <a:endParaRPr lang="zh-CN" altLang="en-US" sz="1050" b="1" dirty="0">
              <a:solidFill>
                <a:schemeClr val="bg1"/>
              </a:solidFill>
            </a:endParaRPr>
          </a:p>
        </p:txBody>
      </p:sp>
      <p:sp>
        <p:nvSpPr>
          <p:cNvPr id="610" name="文本框 609">
            <a:extLst>
              <a:ext uri="{FF2B5EF4-FFF2-40B4-BE49-F238E27FC236}">
                <a16:creationId xmlns:a16="http://schemas.microsoft.com/office/drawing/2014/main" id="{714C1039-2903-15E5-3F08-75A73916B2CC}"/>
              </a:ext>
            </a:extLst>
          </p:cNvPr>
          <p:cNvSpPr txBox="1"/>
          <p:nvPr/>
        </p:nvSpPr>
        <p:spPr>
          <a:xfrm rot="20625347">
            <a:off x="6250870" y="3056594"/>
            <a:ext cx="618759" cy="135230"/>
          </a:xfrm>
          <a:prstGeom prst="rect">
            <a:avLst/>
          </a:prstGeom>
          <a:noFill/>
        </p:spPr>
        <p:txBody>
          <a:bodyPr wrap="none" lIns="0" tIns="0" rIns="0" bIns="0" rtlCol="0">
            <a:spAutoFit/>
          </a:bodyPr>
          <a:lstStyle/>
          <a:p>
            <a:pPr algn="ctr">
              <a:lnSpc>
                <a:spcPct val="120000"/>
              </a:lnSpc>
            </a:pPr>
            <a:r>
              <a:rPr lang="zh-CN" altLang="en-US" sz="800" b="1" dirty="0">
                <a:solidFill>
                  <a:schemeClr val="bg1"/>
                </a:solidFill>
              </a:rPr>
              <a:t>表数据  </a:t>
            </a:r>
            <a:r>
              <a:rPr lang="en-US" altLang="zh-CN" sz="800" b="1" dirty="0">
                <a:solidFill>
                  <a:schemeClr val="bg1"/>
                </a:solidFill>
              </a:rPr>
              <a:t>4588</a:t>
            </a:r>
            <a:endParaRPr lang="zh-CN" altLang="en-US" sz="800" b="1" dirty="0">
              <a:solidFill>
                <a:schemeClr val="bg1"/>
              </a:solidFill>
            </a:endParaRPr>
          </a:p>
        </p:txBody>
      </p:sp>
      <p:sp>
        <p:nvSpPr>
          <p:cNvPr id="611" name="文本框 610">
            <a:extLst>
              <a:ext uri="{FF2B5EF4-FFF2-40B4-BE49-F238E27FC236}">
                <a16:creationId xmlns:a16="http://schemas.microsoft.com/office/drawing/2014/main" id="{E920D60B-FE92-827E-BEFD-59BFF167B9A5}"/>
              </a:ext>
            </a:extLst>
          </p:cNvPr>
          <p:cNvSpPr txBox="1"/>
          <p:nvPr/>
        </p:nvSpPr>
        <p:spPr>
          <a:xfrm rot="901882">
            <a:off x="5269159" y="3062747"/>
            <a:ext cx="753411" cy="135230"/>
          </a:xfrm>
          <a:prstGeom prst="rect">
            <a:avLst/>
          </a:prstGeom>
          <a:noFill/>
        </p:spPr>
        <p:txBody>
          <a:bodyPr wrap="none" lIns="0" tIns="0" rIns="0" bIns="0" rtlCol="0">
            <a:spAutoFit/>
          </a:bodyPr>
          <a:lstStyle/>
          <a:p>
            <a:pPr algn="ctr">
              <a:lnSpc>
                <a:spcPct val="120000"/>
              </a:lnSpc>
            </a:pPr>
            <a:r>
              <a:rPr lang="zh-CN" altLang="en-US" sz="800" b="1" dirty="0">
                <a:solidFill>
                  <a:schemeClr val="bg1"/>
                </a:solidFill>
              </a:rPr>
              <a:t>字段数量 </a:t>
            </a:r>
            <a:r>
              <a:rPr lang="en-US" altLang="zh-CN" sz="800" b="1" dirty="0">
                <a:solidFill>
                  <a:schemeClr val="bg1"/>
                </a:solidFill>
              </a:rPr>
              <a:t>20096</a:t>
            </a:r>
            <a:endParaRPr lang="zh-CN" altLang="en-US" sz="800" b="1" dirty="0">
              <a:solidFill>
                <a:schemeClr val="bg1"/>
              </a:solidFill>
            </a:endParaRPr>
          </a:p>
        </p:txBody>
      </p:sp>
      <p:sp>
        <p:nvSpPr>
          <p:cNvPr id="612" name="椭圆 611">
            <a:extLst>
              <a:ext uri="{FF2B5EF4-FFF2-40B4-BE49-F238E27FC236}">
                <a16:creationId xmlns:a16="http://schemas.microsoft.com/office/drawing/2014/main" id="{A1646108-7545-8450-34E0-8AFBAEAE7C69}"/>
              </a:ext>
            </a:extLst>
          </p:cNvPr>
          <p:cNvSpPr/>
          <p:nvPr/>
        </p:nvSpPr>
        <p:spPr>
          <a:xfrm>
            <a:off x="3265752" y="1713186"/>
            <a:ext cx="5660496" cy="553236"/>
          </a:xfrm>
          <a:prstGeom prst="ellipse">
            <a:avLst/>
          </a:prstGeom>
          <a:gradFill>
            <a:gsLst>
              <a:gs pos="36000">
                <a:schemeClr val="accent1">
                  <a:alpha val="0"/>
                </a:schemeClr>
              </a:gs>
              <a:gs pos="100000">
                <a:schemeClr val="accent1">
                  <a:alpha val="38000"/>
                </a:schemeClr>
              </a:gs>
            </a:gsLst>
            <a:lin ang="5400000" scaled="1"/>
          </a:gradFill>
          <a:ln>
            <a:gradFill>
              <a:gsLst>
                <a:gs pos="40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3" name="流程图: 磁盘 612">
            <a:extLst>
              <a:ext uri="{FF2B5EF4-FFF2-40B4-BE49-F238E27FC236}">
                <a16:creationId xmlns:a16="http://schemas.microsoft.com/office/drawing/2014/main" id="{52F3CD30-2028-8522-B2AC-921C23D9A38A}"/>
              </a:ext>
            </a:extLst>
          </p:cNvPr>
          <p:cNvSpPr/>
          <p:nvPr/>
        </p:nvSpPr>
        <p:spPr>
          <a:xfrm>
            <a:off x="3784206" y="1479857"/>
            <a:ext cx="846790" cy="516354"/>
          </a:xfrm>
          <a:prstGeom prst="flowChartMagneticDisk">
            <a:avLst/>
          </a:prstGeom>
          <a:gradFill>
            <a:gsLst>
              <a:gs pos="0">
                <a:schemeClr val="tx1"/>
              </a:gs>
              <a:gs pos="100000">
                <a:schemeClr val="accent1">
                  <a:alpha val="46000"/>
                </a:schemeClr>
              </a:gs>
            </a:gsLst>
            <a:lin ang="5400000" scaled="0"/>
          </a:gradFill>
          <a:ln w="9525">
            <a:gradFill>
              <a:gsLst>
                <a:gs pos="2299">
                  <a:schemeClr val="accent1">
                    <a:alpha val="0"/>
                  </a:schemeClr>
                </a:gs>
                <a:gs pos="27000">
                  <a:schemeClr val="accent1"/>
                </a:gs>
                <a:gs pos="93000">
                  <a:schemeClr val="accent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lIns="91440" tIns="92520" rIns="91440" bIns="38520" rtlCol="0" anchor="ctr"/>
          <a:lstStyle/>
          <a:p>
            <a:pPr algn="ctr"/>
            <a:r>
              <a:rPr lang="zh-CN" altLang="en-US" sz="1400" b="1" dirty="0">
                <a:solidFill>
                  <a:schemeClr val="bg1"/>
                </a:solidFill>
              </a:rPr>
              <a:t>数据库</a:t>
            </a:r>
          </a:p>
        </p:txBody>
      </p:sp>
      <p:sp>
        <p:nvSpPr>
          <p:cNvPr id="614" name="流程图: 磁盘 613">
            <a:extLst>
              <a:ext uri="{FF2B5EF4-FFF2-40B4-BE49-F238E27FC236}">
                <a16:creationId xmlns:a16="http://schemas.microsoft.com/office/drawing/2014/main" id="{5204E8E7-DD33-33D0-ADD2-346D0C5146FC}"/>
              </a:ext>
            </a:extLst>
          </p:cNvPr>
          <p:cNvSpPr/>
          <p:nvPr/>
        </p:nvSpPr>
        <p:spPr>
          <a:xfrm>
            <a:off x="5053715" y="1471149"/>
            <a:ext cx="846790" cy="516354"/>
          </a:xfrm>
          <a:prstGeom prst="flowChartMagneticDisk">
            <a:avLst/>
          </a:prstGeom>
          <a:gradFill>
            <a:gsLst>
              <a:gs pos="0">
                <a:schemeClr val="tx1"/>
              </a:gs>
              <a:gs pos="100000">
                <a:schemeClr val="accent1">
                  <a:alpha val="46000"/>
                </a:schemeClr>
              </a:gs>
            </a:gsLst>
            <a:lin ang="5400000" scaled="0"/>
          </a:gradFill>
          <a:ln w="9525">
            <a:gradFill>
              <a:gsLst>
                <a:gs pos="2299">
                  <a:schemeClr val="accent1">
                    <a:alpha val="0"/>
                  </a:schemeClr>
                </a:gs>
                <a:gs pos="27000">
                  <a:schemeClr val="accent1"/>
                </a:gs>
                <a:gs pos="93000">
                  <a:schemeClr val="accent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lIns="91440" tIns="92520" rIns="91440" bIns="38520" rtlCol="0" anchor="ctr"/>
          <a:lstStyle/>
          <a:p>
            <a:pPr algn="ctr"/>
            <a:r>
              <a:rPr lang="zh-CN" altLang="en-US" sz="1400" b="1" dirty="0">
                <a:solidFill>
                  <a:schemeClr val="bg1"/>
                </a:solidFill>
              </a:rPr>
              <a:t>业务库</a:t>
            </a:r>
          </a:p>
        </p:txBody>
      </p:sp>
      <p:sp>
        <p:nvSpPr>
          <p:cNvPr id="615" name="流程图: 磁盘 614">
            <a:extLst>
              <a:ext uri="{FF2B5EF4-FFF2-40B4-BE49-F238E27FC236}">
                <a16:creationId xmlns:a16="http://schemas.microsoft.com/office/drawing/2014/main" id="{327FC026-72EA-E452-3B2D-E392447920C3}"/>
              </a:ext>
            </a:extLst>
          </p:cNvPr>
          <p:cNvSpPr/>
          <p:nvPr/>
        </p:nvSpPr>
        <p:spPr>
          <a:xfrm>
            <a:off x="6302072" y="1479857"/>
            <a:ext cx="846790" cy="516354"/>
          </a:xfrm>
          <a:prstGeom prst="flowChartMagneticDisk">
            <a:avLst/>
          </a:prstGeom>
          <a:gradFill>
            <a:gsLst>
              <a:gs pos="0">
                <a:schemeClr val="tx1"/>
              </a:gs>
              <a:gs pos="100000">
                <a:schemeClr val="accent1">
                  <a:alpha val="46000"/>
                </a:schemeClr>
              </a:gs>
            </a:gsLst>
            <a:lin ang="5400000" scaled="0"/>
          </a:gradFill>
          <a:ln w="9525">
            <a:gradFill>
              <a:gsLst>
                <a:gs pos="2299">
                  <a:schemeClr val="accent1">
                    <a:alpha val="0"/>
                  </a:schemeClr>
                </a:gs>
                <a:gs pos="27000">
                  <a:schemeClr val="accent1"/>
                </a:gs>
                <a:gs pos="93000">
                  <a:schemeClr val="accent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lIns="91440" tIns="92520" rIns="91440" bIns="38520" rtlCol="0" anchor="ctr"/>
          <a:lstStyle/>
          <a:p>
            <a:pPr algn="ctr"/>
            <a:r>
              <a:rPr lang="zh-CN" altLang="en-US" sz="1400" b="1" dirty="0">
                <a:solidFill>
                  <a:schemeClr val="bg1"/>
                </a:solidFill>
              </a:rPr>
              <a:t>指标库</a:t>
            </a:r>
          </a:p>
        </p:txBody>
      </p:sp>
      <p:sp>
        <p:nvSpPr>
          <p:cNvPr id="616" name="流程图: 磁盘 615">
            <a:extLst>
              <a:ext uri="{FF2B5EF4-FFF2-40B4-BE49-F238E27FC236}">
                <a16:creationId xmlns:a16="http://schemas.microsoft.com/office/drawing/2014/main" id="{772195CB-83F2-49EB-D358-10A505F9DDDF}"/>
              </a:ext>
            </a:extLst>
          </p:cNvPr>
          <p:cNvSpPr/>
          <p:nvPr/>
        </p:nvSpPr>
        <p:spPr>
          <a:xfrm>
            <a:off x="7561005" y="1479857"/>
            <a:ext cx="846790" cy="516354"/>
          </a:xfrm>
          <a:prstGeom prst="flowChartMagneticDisk">
            <a:avLst/>
          </a:prstGeom>
          <a:gradFill>
            <a:gsLst>
              <a:gs pos="0">
                <a:schemeClr val="tx1"/>
              </a:gs>
              <a:gs pos="100000">
                <a:schemeClr val="accent1">
                  <a:alpha val="46000"/>
                </a:schemeClr>
              </a:gs>
            </a:gsLst>
            <a:lin ang="5400000" scaled="0"/>
          </a:gradFill>
          <a:ln w="9525">
            <a:gradFill>
              <a:gsLst>
                <a:gs pos="2299">
                  <a:schemeClr val="accent1">
                    <a:alpha val="0"/>
                  </a:schemeClr>
                </a:gs>
                <a:gs pos="27000">
                  <a:schemeClr val="accent1"/>
                </a:gs>
                <a:gs pos="93000">
                  <a:schemeClr val="accent1">
                    <a:alpha val="0"/>
                  </a:schemeClr>
                </a:gs>
              </a:gsLst>
              <a:lin ang="5400000" scaled="0"/>
            </a:gradFill>
          </a:ln>
        </p:spPr>
        <p:style>
          <a:lnRef idx="2">
            <a:schemeClr val="accent1">
              <a:shade val="15000"/>
            </a:schemeClr>
          </a:lnRef>
          <a:fillRef idx="1">
            <a:schemeClr val="accent1"/>
          </a:fillRef>
          <a:effectRef idx="0">
            <a:schemeClr val="accent1"/>
          </a:effectRef>
          <a:fontRef idx="minor">
            <a:schemeClr val="lt1"/>
          </a:fontRef>
        </p:style>
        <p:txBody>
          <a:bodyPr lIns="91440" tIns="92520" rIns="91440" bIns="38520" rtlCol="0" anchor="ctr"/>
          <a:lstStyle/>
          <a:p>
            <a:pPr algn="ctr"/>
            <a:r>
              <a:rPr lang="zh-CN" altLang="en-US" sz="1400" b="1" dirty="0">
                <a:solidFill>
                  <a:schemeClr val="bg1"/>
                </a:solidFill>
              </a:rPr>
              <a:t>主题库</a:t>
            </a:r>
          </a:p>
        </p:txBody>
      </p:sp>
      <p:sp>
        <p:nvSpPr>
          <p:cNvPr id="620" name="图形 618">
            <a:extLst>
              <a:ext uri="{FF2B5EF4-FFF2-40B4-BE49-F238E27FC236}">
                <a16:creationId xmlns:a16="http://schemas.microsoft.com/office/drawing/2014/main" id="{9E3D51A3-F534-5772-7804-4E1C1D5DDCB0}"/>
              </a:ext>
            </a:extLst>
          </p:cNvPr>
          <p:cNvSpPr/>
          <p:nvPr/>
        </p:nvSpPr>
        <p:spPr>
          <a:xfrm>
            <a:off x="4078857" y="1309545"/>
            <a:ext cx="263120" cy="270429"/>
          </a:xfrm>
          <a:custGeom>
            <a:avLst/>
            <a:gdLst>
              <a:gd name="connsiteX0" fmla="*/ 1733846 w 3467691"/>
              <a:gd name="connsiteY0" fmla="*/ 0 h 3564016"/>
              <a:gd name="connsiteX1" fmla="*/ 1772376 w 3467691"/>
              <a:gd name="connsiteY1" fmla="*/ 193 h 3564016"/>
              <a:gd name="connsiteX2" fmla="*/ 2185802 w 3467691"/>
              <a:gd name="connsiteY2" fmla="*/ 24274 h 3564016"/>
              <a:gd name="connsiteX3" fmla="*/ 2251495 w 3467691"/>
              <a:gd name="connsiteY3" fmla="*/ 31980 h 3564016"/>
              <a:gd name="connsiteX4" fmla="*/ 2321042 w 3467691"/>
              <a:gd name="connsiteY4" fmla="*/ 41612 h 3564016"/>
              <a:gd name="connsiteX5" fmla="*/ 2389336 w 3467691"/>
              <a:gd name="connsiteY5" fmla="*/ 52497 h 3564016"/>
              <a:gd name="connsiteX6" fmla="*/ 2423531 w 3467691"/>
              <a:gd name="connsiteY6" fmla="*/ 58469 h 3564016"/>
              <a:gd name="connsiteX7" fmla="*/ 2490766 w 3467691"/>
              <a:gd name="connsiteY7" fmla="*/ 71280 h 3564016"/>
              <a:gd name="connsiteX8" fmla="*/ 3467210 w 3467691"/>
              <a:gd name="connsiteY8" fmla="*/ 751622 h 3564016"/>
              <a:gd name="connsiteX9" fmla="*/ 3467692 w 3467691"/>
              <a:gd name="connsiteY9" fmla="*/ 770598 h 3564016"/>
              <a:gd name="connsiteX10" fmla="*/ 3467692 w 3467691"/>
              <a:gd name="connsiteY10" fmla="*/ 2793419 h 3564016"/>
              <a:gd name="connsiteX11" fmla="*/ 2490766 w 3467691"/>
              <a:gd name="connsiteY11" fmla="*/ 3492736 h 3564016"/>
              <a:gd name="connsiteX12" fmla="*/ 2423531 w 3467691"/>
              <a:gd name="connsiteY12" fmla="*/ 3505547 h 3564016"/>
              <a:gd name="connsiteX13" fmla="*/ 2389336 w 3467691"/>
              <a:gd name="connsiteY13" fmla="*/ 3511520 h 3564016"/>
              <a:gd name="connsiteX14" fmla="*/ 2321042 w 3467691"/>
              <a:gd name="connsiteY14" fmla="*/ 3522308 h 3564016"/>
              <a:gd name="connsiteX15" fmla="*/ 2251495 w 3467691"/>
              <a:gd name="connsiteY15" fmla="*/ 3531940 h 3564016"/>
              <a:gd name="connsiteX16" fmla="*/ 1733846 w 3467691"/>
              <a:gd name="connsiteY16" fmla="*/ 3564017 h 3564016"/>
              <a:gd name="connsiteX17" fmla="*/ 1216197 w 3467691"/>
              <a:gd name="connsiteY17" fmla="*/ 3531940 h 3564016"/>
              <a:gd name="connsiteX18" fmla="*/ 1146650 w 3467691"/>
              <a:gd name="connsiteY18" fmla="*/ 3522308 h 3564016"/>
              <a:gd name="connsiteX19" fmla="*/ 1078356 w 3467691"/>
              <a:gd name="connsiteY19" fmla="*/ 3511520 h 3564016"/>
              <a:gd name="connsiteX20" fmla="*/ 482 w 3467691"/>
              <a:gd name="connsiteY20" fmla="*/ 2812106 h 3564016"/>
              <a:gd name="connsiteX21" fmla="*/ 0 w 3467691"/>
              <a:gd name="connsiteY21" fmla="*/ 2793419 h 3564016"/>
              <a:gd name="connsiteX22" fmla="*/ 0 w 3467691"/>
              <a:gd name="connsiteY22" fmla="*/ 770598 h 3564016"/>
              <a:gd name="connsiteX23" fmla="*/ 482 w 3467691"/>
              <a:gd name="connsiteY23" fmla="*/ 751622 h 3564016"/>
              <a:gd name="connsiteX24" fmla="*/ 976926 w 3467691"/>
              <a:gd name="connsiteY24" fmla="*/ 71280 h 3564016"/>
              <a:gd name="connsiteX25" fmla="*/ 1044161 w 3467691"/>
              <a:gd name="connsiteY25" fmla="*/ 58469 h 3564016"/>
              <a:gd name="connsiteX26" fmla="*/ 1078356 w 3467691"/>
              <a:gd name="connsiteY26" fmla="*/ 52497 h 3564016"/>
              <a:gd name="connsiteX27" fmla="*/ 1146650 w 3467691"/>
              <a:gd name="connsiteY27" fmla="*/ 41709 h 3564016"/>
              <a:gd name="connsiteX28" fmla="*/ 1216197 w 3467691"/>
              <a:gd name="connsiteY28" fmla="*/ 32076 h 3564016"/>
              <a:gd name="connsiteX29" fmla="*/ 1657075 w 3467691"/>
              <a:gd name="connsiteY29" fmla="*/ 674 h 3564016"/>
              <a:gd name="connsiteX30" fmla="*/ 1733846 w 3467691"/>
              <a:gd name="connsiteY30" fmla="*/ 0 h 3564016"/>
              <a:gd name="connsiteX31" fmla="*/ 2389336 w 3467691"/>
              <a:gd name="connsiteY31" fmla="*/ 2451947 h 3564016"/>
              <a:gd name="connsiteX32" fmla="*/ 2321042 w 3467691"/>
              <a:gd name="connsiteY32" fmla="*/ 2462735 h 3564016"/>
              <a:gd name="connsiteX33" fmla="*/ 2251495 w 3467691"/>
              <a:gd name="connsiteY33" fmla="*/ 2472368 h 3564016"/>
              <a:gd name="connsiteX34" fmla="*/ 1733846 w 3467691"/>
              <a:gd name="connsiteY34" fmla="*/ 2504444 h 3564016"/>
              <a:gd name="connsiteX35" fmla="*/ 1216197 w 3467691"/>
              <a:gd name="connsiteY35" fmla="*/ 2472368 h 3564016"/>
              <a:gd name="connsiteX36" fmla="*/ 1146650 w 3467691"/>
              <a:gd name="connsiteY36" fmla="*/ 2462735 h 3564016"/>
              <a:gd name="connsiteX37" fmla="*/ 1078356 w 3467691"/>
              <a:gd name="connsiteY37" fmla="*/ 2451947 h 3564016"/>
              <a:gd name="connsiteX38" fmla="*/ 288974 w 3467691"/>
              <a:gd name="connsiteY38" fmla="*/ 2175110 h 3564016"/>
              <a:gd name="connsiteX39" fmla="*/ 288974 w 3467691"/>
              <a:gd name="connsiteY39" fmla="*/ 2793419 h 3564016"/>
              <a:gd name="connsiteX40" fmla="*/ 582765 w 3467691"/>
              <a:gd name="connsiteY40" fmla="*/ 3069678 h 3564016"/>
              <a:gd name="connsiteX41" fmla="*/ 626785 w 3467691"/>
              <a:gd name="connsiteY41" fmla="*/ 3088557 h 3564016"/>
              <a:gd name="connsiteX42" fmla="*/ 855268 w 3467691"/>
              <a:gd name="connsiteY42" fmla="*/ 3165425 h 3564016"/>
              <a:gd name="connsiteX43" fmla="*/ 912388 w 3467691"/>
              <a:gd name="connsiteY43" fmla="*/ 3180355 h 3564016"/>
              <a:gd name="connsiteX44" fmla="*/ 1095694 w 3467691"/>
              <a:gd name="connsiteY44" fmla="*/ 3219656 h 3564016"/>
              <a:gd name="connsiteX45" fmla="*/ 1160617 w 3467691"/>
              <a:gd name="connsiteY45" fmla="*/ 3230733 h 3564016"/>
              <a:gd name="connsiteX46" fmla="*/ 1227178 w 3467691"/>
              <a:gd name="connsiteY46" fmla="*/ 3240654 h 3564016"/>
              <a:gd name="connsiteX47" fmla="*/ 1365211 w 3467691"/>
              <a:gd name="connsiteY47" fmla="*/ 3257030 h 3564016"/>
              <a:gd name="connsiteX48" fmla="*/ 1436395 w 3467691"/>
              <a:gd name="connsiteY48" fmla="*/ 3263387 h 3564016"/>
              <a:gd name="connsiteX49" fmla="*/ 1508928 w 3467691"/>
              <a:gd name="connsiteY49" fmla="*/ 3268396 h 3564016"/>
              <a:gd name="connsiteX50" fmla="*/ 1582809 w 3467691"/>
              <a:gd name="connsiteY50" fmla="*/ 3272056 h 3564016"/>
              <a:gd name="connsiteX51" fmla="*/ 1884883 w 3467691"/>
              <a:gd name="connsiteY51" fmla="*/ 3272056 h 3564016"/>
              <a:gd name="connsiteX52" fmla="*/ 1958764 w 3467691"/>
              <a:gd name="connsiteY52" fmla="*/ 3268396 h 3564016"/>
              <a:gd name="connsiteX53" fmla="*/ 2031297 w 3467691"/>
              <a:gd name="connsiteY53" fmla="*/ 3263387 h 3564016"/>
              <a:gd name="connsiteX54" fmla="*/ 2102577 w 3467691"/>
              <a:gd name="connsiteY54" fmla="*/ 3257030 h 3564016"/>
              <a:gd name="connsiteX55" fmla="*/ 2240514 w 3467691"/>
              <a:gd name="connsiteY55" fmla="*/ 3240654 h 3564016"/>
              <a:gd name="connsiteX56" fmla="*/ 2307075 w 3467691"/>
              <a:gd name="connsiteY56" fmla="*/ 3230733 h 3564016"/>
              <a:gd name="connsiteX57" fmla="*/ 2371998 w 3467691"/>
              <a:gd name="connsiteY57" fmla="*/ 3219656 h 3564016"/>
              <a:gd name="connsiteX58" fmla="*/ 2555304 w 3467691"/>
              <a:gd name="connsiteY58" fmla="*/ 3180355 h 3564016"/>
              <a:gd name="connsiteX59" fmla="*/ 2612424 w 3467691"/>
              <a:gd name="connsiteY59" fmla="*/ 3165425 h 3564016"/>
              <a:gd name="connsiteX60" fmla="*/ 2840906 w 3467691"/>
              <a:gd name="connsiteY60" fmla="*/ 3088557 h 3564016"/>
              <a:gd name="connsiteX61" fmla="*/ 2884927 w 3467691"/>
              <a:gd name="connsiteY61" fmla="*/ 3069678 h 3564016"/>
              <a:gd name="connsiteX62" fmla="*/ 3178236 w 3467691"/>
              <a:gd name="connsiteY62" fmla="*/ 2804303 h 3564016"/>
              <a:gd name="connsiteX63" fmla="*/ 3178718 w 3467691"/>
              <a:gd name="connsiteY63" fmla="*/ 2793419 h 3564016"/>
              <a:gd name="connsiteX64" fmla="*/ 3178718 w 3467691"/>
              <a:gd name="connsiteY64" fmla="*/ 2175013 h 3564016"/>
              <a:gd name="connsiteX65" fmla="*/ 2389336 w 3467691"/>
              <a:gd name="connsiteY65" fmla="*/ 2451947 h 3564016"/>
              <a:gd name="connsiteX66" fmla="*/ 3178718 w 3467691"/>
              <a:gd name="connsiteY66" fmla="*/ 1211766 h 3564016"/>
              <a:gd name="connsiteX67" fmla="*/ 2437306 w 3467691"/>
              <a:gd name="connsiteY67" fmla="*/ 1480223 h 3564016"/>
              <a:gd name="connsiteX68" fmla="*/ 2389144 w 3467691"/>
              <a:gd name="connsiteY68" fmla="*/ 1488699 h 3564016"/>
              <a:gd name="connsiteX69" fmla="*/ 2320946 w 3467691"/>
              <a:gd name="connsiteY69" fmla="*/ 1499488 h 3564016"/>
              <a:gd name="connsiteX70" fmla="*/ 2251399 w 3467691"/>
              <a:gd name="connsiteY70" fmla="*/ 1509120 h 3564016"/>
              <a:gd name="connsiteX71" fmla="*/ 1733750 w 3467691"/>
              <a:gd name="connsiteY71" fmla="*/ 1541196 h 3564016"/>
              <a:gd name="connsiteX72" fmla="*/ 1286803 w 3467691"/>
              <a:gd name="connsiteY72" fmla="*/ 1517500 h 3564016"/>
              <a:gd name="connsiteX73" fmla="*/ 1216100 w 3467691"/>
              <a:gd name="connsiteY73" fmla="*/ 1509120 h 3564016"/>
              <a:gd name="connsiteX74" fmla="*/ 1146554 w 3467691"/>
              <a:gd name="connsiteY74" fmla="*/ 1499488 h 3564016"/>
              <a:gd name="connsiteX75" fmla="*/ 1078259 w 3467691"/>
              <a:gd name="connsiteY75" fmla="*/ 1488699 h 3564016"/>
              <a:gd name="connsiteX76" fmla="*/ 288878 w 3467691"/>
              <a:gd name="connsiteY76" fmla="*/ 1211862 h 3564016"/>
              <a:gd name="connsiteX77" fmla="*/ 288878 w 3467691"/>
              <a:gd name="connsiteY77" fmla="*/ 1733846 h 3564016"/>
              <a:gd name="connsiteX78" fmla="*/ 582669 w 3467691"/>
              <a:gd name="connsiteY78" fmla="*/ 2010105 h 3564016"/>
              <a:gd name="connsiteX79" fmla="*/ 626689 w 3467691"/>
              <a:gd name="connsiteY79" fmla="*/ 2028985 h 3564016"/>
              <a:gd name="connsiteX80" fmla="*/ 855171 w 3467691"/>
              <a:gd name="connsiteY80" fmla="*/ 2105852 h 3564016"/>
              <a:gd name="connsiteX81" fmla="*/ 912292 w 3467691"/>
              <a:gd name="connsiteY81" fmla="*/ 2120783 h 3564016"/>
              <a:gd name="connsiteX82" fmla="*/ 1095598 w 3467691"/>
              <a:gd name="connsiteY82" fmla="*/ 2160083 h 3564016"/>
              <a:gd name="connsiteX83" fmla="*/ 1160521 w 3467691"/>
              <a:gd name="connsiteY83" fmla="*/ 2171160 h 3564016"/>
              <a:gd name="connsiteX84" fmla="*/ 1227081 w 3467691"/>
              <a:gd name="connsiteY84" fmla="*/ 2181082 h 3564016"/>
              <a:gd name="connsiteX85" fmla="*/ 1365115 w 3467691"/>
              <a:gd name="connsiteY85" fmla="*/ 2197457 h 3564016"/>
              <a:gd name="connsiteX86" fmla="*/ 1436299 w 3467691"/>
              <a:gd name="connsiteY86" fmla="*/ 2203815 h 3564016"/>
              <a:gd name="connsiteX87" fmla="*/ 1508831 w 3467691"/>
              <a:gd name="connsiteY87" fmla="*/ 2208823 h 3564016"/>
              <a:gd name="connsiteX88" fmla="*/ 1582712 w 3467691"/>
              <a:gd name="connsiteY88" fmla="*/ 2212484 h 3564016"/>
              <a:gd name="connsiteX89" fmla="*/ 1884787 w 3467691"/>
              <a:gd name="connsiteY89" fmla="*/ 2212484 h 3564016"/>
              <a:gd name="connsiteX90" fmla="*/ 1958668 w 3467691"/>
              <a:gd name="connsiteY90" fmla="*/ 2208823 h 3564016"/>
              <a:gd name="connsiteX91" fmla="*/ 2031200 w 3467691"/>
              <a:gd name="connsiteY91" fmla="*/ 2203815 h 3564016"/>
              <a:gd name="connsiteX92" fmla="*/ 2102481 w 3467691"/>
              <a:gd name="connsiteY92" fmla="*/ 2197457 h 3564016"/>
              <a:gd name="connsiteX93" fmla="*/ 2240418 w 3467691"/>
              <a:gd name="connsiteY93" fmla="*/ 2181082 h 3564016"/>
              <a:gd name="connsiteX94" fmla="*/ 2306978 w 3467691"/>
              <a:gd name="connsiteY94" fmla="*/ 2171160 h 3564016"/>
              <a:gd name="connsiteX95" fmla="*/ 2371901 w 3467691"/>
              <a:gd name="connsiteY95" fmla="*/ 2160083 h 3564016"/>
              <a:gd name="connsiteX96" fmla="*/ 2555207 w 3467691"/>
              <a:gd name="connsiteY96" fmla="*/ 2120783 h 3564016"/>
              <a:gd name="connsiteX97" fmla="*/ 2612328 w 3467691"/>
              <a:gd name="connsiteY97" fmla="*/ 2105852 h 3564016"/>
              <a:gd name="connsiteX98" fmla="*/ 2840810 w 3467691"/>
              <a:gd name="connsiteY98" fmla="*/ 2028985 h 3564016"/>
              <a:gd name="connsiteX99" fmla="*/ 2884831 w 3467691"/>
              <a:gd name="connsiteY99" fmla="*/ 2010105 h 3564016"/>
              <a:gd name="connsiteX100" fmla="*/ 3178140 w 3467691"/>
              <a:gd name="connsiteY100" fmla="*/ 1744731 h 3564016"/>
              <a:gd name="connsiteX101" fmla="*/ 3178621 w 3467691"/>
              <a:gd name="connsiteY101" fmla="*/ 1733846 h 3564016"/>
              <a:gd name="connsiteX102" fmla="*/ 3178621 w 3467691"/>
              <a:gd name="connsiteY102" fmla="*/ 1211766 h 3564016"/>
              <a:gd name="connsiteX103" fmla="*/ 1733846 w 3467691"/>
              <a:gd name="connsiteY103" fmla="*/ 288974 h 3564016"/>
              <a:gd name="connsiteX104" fmla="*/ 1695701 w 3467691"/>
              <a:gd name="connsiteY104" fmla="*/ 289167 h 3564016"/>
              <a:gd name="connsiteX105" fmla="*/ 1638870 w 3467691"/>
              <a:gd name="connsiteY105" fmla="*/ 290130 h 3564016"/>
              <a:gd name="connsiteX106" fmla="*/ 1582809 w 3467691"/>
              <a:gd name="connsiteY106" fmla="*/ 291960 h 3564016"/>
              <a:gd name="connsiteX107" fmla="*/ 1508928 w 3467691"/>
              <a:gd name="connsiteY107" fmla="*/ 295621 h 3564016"/>
              <a:gd name="connsiteX108" fmla="*/ 1436395 w 3467691"/>
              <a:gd name="connsiteY108" fmla="*/ 300630 h 3564016"/>
              <a:gd name="connsiteX109" fmla="*/ 1365115 w 3467691"/>
              <a:gd name="connsiteY109" fmla="*/ 306987 h 3564016"/>
              <a:gd name="connsiteX110" fmla="*/ 1272547 w 3467691"/>
              <a:gd name="connsiteY110" fmla="*/ 317390 h 3564016"/>
              <a:gd name="connsiteX111" fmla="*/ 1227274 w 3467691"/>
              <a:gd name="connsiteY111" fmla="*/ 323362 h 3564016"/>
              <a:gd name="connsiteX112" fmla="*/ 1160617 w 3467691"/>
              <a:gd name="connsiteY112" fmla="*/ 333284 h 3564016"/>
              <a:gd name="connsiteX113" fmla="*/ 1095694 w 3467691"/>
              <a:gd name="connsiteY113" fmla="*/ 344361 h 3564016"/>
              <a:gd name="connsiteX114" fmla="*/ 956505 w 3467691"/>
              <a:gd name="connsiteY114" fmla="*/ 372970 h 3564016"/>
              <a:gd name="connsiteX115" fmla="*/ 912388 w 3467691"/>
              <a:gd name="connsiteY115" fmla="*/ 383565 h 3564016"/>
              <a:gd name="connsiteX116" fmla="*/ 855268 w 3467691"/>
              <a:gd name="connsiteY116" fmla="*/ 398592 h 3564016"/>
              <a:gd name="connsiteX117" fmla="*/ 661462 w 3467691"/>
              <a:gd name="connsiteY117" fmla="*/ 461685 h 3564016"/>
              <a:gd name="connsiteX118" fmla="*/ 626785 w 3467691"/>
              <a:gd name="connsiteY118" fmla="*/ 475459 h 3564016"/>
              <a:gd name="connsiteX119" fmla="*/ 582765 w 3467691"/>
              <a:gd name="connsiteY119" fmla="*/ 494339 h 3564016"/>
              <a:gd name="connsiteX120" fmla="*/ 288974 w 3467691"/>
              <a:gd name="connsiteY120" fmla="*/ 770598 h 3564016"/>
              <a:gd name="connsiteX121" fmla="*/ 559165 w 3467691"/>
              <a:gd name="connsiteY121" fmla="*/ 1035973 h 3564016"/>
              <a:gd name="connsiteX122" fmla="*/ 582765 w 3467691"/>
              <a:gd name="connsiteY122" fmla="*/ 1046858 h 3564016"/>
              <a:gd name="connsiteX123" fmla="*/ 626785 w 3467691"/>
              <a:gd name="connsiteY123" fmla="*/ 1065737 h 3564016"/>
              <a:gd name="connsiteX124" fmla="*/ 813944 w 3467691"/>
              <a:gd name="connsiteY124" fmla="*/ 1130853 h 3564016"/>
              <a:gd name="connsiteX125" fmla="*/ 855364 w 3467691"/>
              <a:gd name="connsiteY125" fmla="*/ 1142604 h 3564016"/>
              <a:gd name="connsiteX126" fmla="*/ 912388 w 3467691"/>
              <a:gd name="connsiteY126" fmla="*/ 1157535 h 3564016"/>
              <a:gd name="connsiteX127" fmla="*/ 1048206 w 3467691"/>
              <a:gd name="connsiteY127" fmla="*/ 1187877 h 3564016"/>
              <a:gd name="connsiteX128" fmla="*/ 1095694 w 3467691"/>
              <a:gd name="connsiteY128" fmla="*/ 1196835 h 3564016"/>
              <a:gd name="connsiteX129" fmla="*/ 1160617 w 3467691"/>
              <a:gd name="connsiteY129" fmla="*/ 1207913 h 3564016"/>
              <a:gd name="connsiteX130" fmla="*/ 1227178 w 3467691"/>
              <a:gd name="connsiteY130" fmla="*/ 1217834 h 3564016"/>
              <a:gd name="connsiteX131" fmla="*/ 1318494 w 3467691"/>
              <a:gd name="connsiteY131" fmla="*/ 1229393 h 3564016"/>
              <a:gd name="connsiteX132" fmla="*/ 1365211 w 3467691"/>
              <a:gd name="connsiteY132" fmla="*/ 1234209 h 3564016"/>
              <a:gd name="connsiteX133" fmla="*/ 1436395 w 3467691"/>
              <a:gd name="connsiteY133" fmla="*/ 1240567 h 3564016"/>
              <a:gd name="connsiteX134" fmla="*/ 1508928 w 3467691"/>
              <a:gd name="connsiteY134" fmla="*/ 1245576 h 3564016"/>
              <a:gd name="connsiteX135" fmla="*/ 1582809 w 3467691"/>
              <a:gd name="connsiteY135" fmla="*/ 1249236 h 3564016"/>
              <a:gd name="connsiteX136" fmla="*/ 1835083 w 3467691"/>
              <a:gd name="connsiteY136" fmla="*/ 1250874 h 3564016"/>
              <a:gd name="connsiteX137" fmla="*/ 1884883 w 3467691"/>
              <a:gd name="connsiteY137" fmla="*/ 1249236 h 3564016"/>
              <a:gd name="connsiteX138" fmla="*/ 1958764 w 3467691"/>
              <a:gd name="connsiteY138" fmla="*/ 1245576 h 3564016"/>
              <a:gd name="connsiteX139" fmla="*/ 2031297 w 3467691"/>
              <a:gd name="connsiteY139" fmla="*/ 1240567 h 3564016"/>
              <a:gd name="connsiteX140" fmla="*/ 2102577 w 3467691"/>
              <a:gd name="connsiteY140" fmla="*/ 1234209 h 3564016"/>
              <a:gd name="connsiteX141" fmla="*/ 2195145 w 3467691"/>
              <a:gd name="connsiteY141" fmla="*/ 1223806 h 3564016"/>
              <a:gd name="connsiteX142" fmla="*/ 2240418 w 3467691"/>
              <a:gd name="connsiteY142" fmla="*/ 1217834 h 3564016"/>
              <a:gd name="connsiteX143" fmla="*/ 2307075 w 3467691"/>
              <a:gd name="connsiteY143" fmla="*/ 1207913 h 3564016"/>
              <a:gd name="connsiteX144" fmla="*/ 2371998 w 3467691"/>
              <a:gd name="connsiteY144" fmla="*/ 1196835 h 3564016"/>
              <a:gd name="connsiteX145" fmla="*/ 2511187 w 3467691"/>
              <a:gd name="connsiteY145" fmla="*/ 1168227 h 3564016"/>
              <a:gd name="connsiteX146" fmla="*/ 2555304 w 3467691"/>
              <a:gd name="connsiteY146" fmla="*/ 1157631 h 3564016"/>
              <a:gd name="connsiteX147" fmla="*/ 2612424 w 3467691"/>
              <a:gd name="connsiteY147" fmla="*/ 1142604 h 3564016"/>
              <a:gd name="connsiteX148" fmla="*/ 2806230 w 3467691"/>
              <a:gd name="connsiteY148" fmla="*/ 1079512 h 3564016"/>
              <a:gd name="connsiteX149" fmla="*/ 2840906 w 3467691"/>
              <a:gd name="connsiteY149" fmla="*/ 1065737 h 3564016"/>
              <a:gd name="connsiteX150" fmla="*/ 2884927 w 3467691"/>
              <a:gd name="connsiteY150" fmla="*/ 1046858 h 3564016"/>
              <a:gd name="connsiteX151" fmla="*/ 3178718 w 3467691"/>
              <a:gd name="connsiteY151" fmla="*/ 770598 h 3564016"/>
              <a:gd name="connsiteX152" fmla="*/ 2908527 w 3467691"/>
              <a:gd name="connsiteY152" fmla="*/ 505223 h 3564016"/>
              <a:gd name="connsiteX153" fmla="*/ 2884927 w 3467691"/>
              <a:gd name="connsiteY153" fmla="*/ 494339 h 3564016"/>
              <a:gd name="connsiteX154" fmla="*/ 2840906 w 3467691"/>
              <a:gd name="connsiteY154" fmla="*/ 475459 h 3564016"/>
              <a:gd name="connsiteX155" fmla="*/ 2653747 w 3467691"/>
              <a:gd name="connsiteY155" fmla="*/ 410344 h 3564016"/>
              <a:gd name="connsiteX156" fmla="*/ 2612328 w 3467691"/>
              <a:gd name="connsiteY156" fmla="*/ 398592 h 3564016"/>
              <a:gd name="connsiteX157" fmla="*/ 2555304 w 3467691"/>
              <a:gd name="connsiteY157" fmla="*/ 383662 h 3564016"/>
              <a:gd name="connsiteX158" fmla="*/ 2419486 w 3467691"/>
              <a:gd name="connsiteY158" fmla="*/ 353319 h 3564016"/>
              <a:gd name="connsiteX159" fmla="*/ 2371998 w 3467691"/>
              <a:gd name="connsiteY159" fmla="*/ 344361 h 3564016"/>
              <a:gd name="connsiteX160" fmla="*/ 2307075 w 3467691"/>
              <a:gd name="connsiteY160" fmla="*/ 333284 h 3564016"/>
              <a:gd name="connsiteX161" fmla="*/ 2240514 w 3467691"/>
              <a:gd name="connsiteY161" fmla="*/ 323362 h 3564016"/>
              <a:gd name="connsiteX162" fmla="*/ 2149198 w 3467691"/>
              <a:gd name="connsiteY162" fmla="*/ 311803 h 3564016"/>
              <a:gd name="connsiteX163" fmla="*/ 2102481 w 3467691"/>
              <a:gd name="connsiteY163" fmla="*/ 306987 h 3564016"/>
              <a:gd name="connsiteX164" fmla="*/ 2031297 w 3467691"/>
              <a:gd name="connsiteY164" fmla="*/ 300630 h 3564016"/>
              <a:gd name="connsiteX165" fmla="*/ 1958764 w 3467691"/>
              <a:gd name="connsiteY165" fmla="*/ 295621 h 3564016"/>
              <a:gd name="connsiteX166" fmla="*/ 1884883 w 3467691"/>
              <a:gd name="connsiteY166" fmla="*/ 291960 h 3564016"/>
              <a:gd name="connsiteX167" fmla="*/ 1784705 w 3467691"/>
              <a:gd name="connsiteY167" fmla="*/ 289263 h 3564016"/>
              <a:gd name="connsiteX168" fmla="*/ 1733846 w 3467691"/>
              <a:gd name="connsiteY168" fmla="*/ 288974 h 3564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3467691" h="3564016">
                <a:moveTo>
                  <a:pt x="1733846" y="0"/>
                </a:moveTo>
                <a:lnTo>
                  <a:pt x="1772376" y="193"/>
                </a:lnTo>
                <a:cubicBezTo>
                  <a:pt x="1910502" y="1266"/>
                  <a:pt x="2048485" y="9303"/>
                  <a:pt x="2185802" y="24274"/>
                </a:cubicBezTo>
                <a:lnTo>
                  <a:pt x="2251495" y="31980"/>
                </a:lnTo>
                <a:lnTo>
                  <a:pt x="2321042" y="41612"/>
                </a:lnTo>
                <a:lnTo>
                  <a:pt x="2389336" y="52497"/>
                </a:lnTo>
                <a:lnTo>
                  <a:pt x="2423531" y="58469"/>
                </a:lnTo>
                <a:lnTo>
                  <a:pt x="2490766" y="71280"/>
                </a:lnTo>
                <a:cubicBezTo>
                  <a:pt x="3056096" y="185618"/>
                  <a:pt x="3452184" y="430186"/>
                  <a:pt x="3467210" y="751622"/>
                </a:cubicBezTo>
                <a:lnTo>
                  <a:pt x="3467692" y="770598"/>
                </a:lnTo>
                <a:lnTo>
                  <a:pt x="3467692" y="2793419"/>
                </a:lnTo>
                <a:cubicBezTo>
                  <a:pt x="3467692" y="3124198"/>
                  <a:pt x="3067173" y="3376183"/>
                  <a:pt x="2490766" y="3492736"/>
                </a:cubicBezTo>
                <a:lnTo>
                  <a:pt x="2423531" y="3505547"/>
                </a:lnTo>
                <a:lnTo>
                  <a:pt x="2389336" y="3511520"/>
                </a:lnTo>
                <a:lnTo>
                  <a:pt x="2321042" y="3522308"/>
                </a:lnTo>
                <a:lnTo>
                  <a:pt x="2251495" y="3531940"/>
                </a:lnTo>
                <a:cubicBezTo>
                  <a:pt x="2087743" y="3552939"/>
                  <a:pt x="1913877" y="3564017"/>
                  <a:pt x="1733846" y="3564017"/>
                </a:cubicBezTo>
                <a:cubicBezTo>
                  <a:pt x="1553815" y="3564017"/>
                  <a:pt x="1379949" y="3552939"/>
                  <a:pt x="1216197" y="3531940"/>
                </a:cubicBezTo>
                <a:lnTo>
                  <a:pt x="1146650" y="3522308"/>
                </a:lnTo>
                <a:lnTo>
                  <a:pt x="1078356" y="3511520"/>
                </a:lnTo>
                <a:cubicBezTo>
                  <a:pt x="459373" y="3406815"/>
                  <a:pt x="16086" y="3152614"/>
                  <a:pt x="482" y="2812106"/>
                </a:cubicBezTo>
                <a:lnTo>
                  <a:pt x="0" y="2793419"/>
                </a:lnTo>
                <a:lnTo>
                  <a:pt x="0" y="770598"/>
                </a:lnTo>
                <a:lnTo>
                  <a:pt x="482" y="751622"/>
                </a:lnTo>
                <a:cubicBezTo>
                  <a:pt x="15508" y="430186"/>
                  <a:pt x="411596" y="185618"/>
                  <a:pt x="976926" y="71280"/>
                </a:cubicBezTo>
                <a:lnTo>
                  <a:pt x="1044161" y="58469"/>
                </a:lnTo>
                <a:lnTo>
                  <a:pt x="1078356" y="52497"/>
                </a:lnTo>
                <a:lnTo>
                  <a:pt x="1146650" y="41709"/>
                </a:lnTo>
                <a:lnTo>
                  <a:pt x="1216197" y="32076"/>
                </a:lnTo>
                <a:cubicBezTo>
                  <a:pt x="1362471" y="13549"/>
                  <a:pt x="1509652" y="3066"/>
                  <a:pt x="1657075" y="674"/>
                </a:cubicBezTo>
                <a:lnTo>
                  <a:pt x="1733846" y="0"/>
                </a:lnTo>
                <a:close/>
                <a:moveTo>
                  <a:pt x="2389336" y="2451947"/>
                </a:moveTo>
                <a:lnTo>
                  <a:pt x="2321042" y="2462735"/>
                </a:lnTo>
                <a:lnTo>
                  <a:pt x="2251495" y="2472368"/>
                </a:lnTo>
                <a:cubicBezTo>
                  <a:pt x="2087743" y="2493367"/>
                  <a:pt x="1913877" y="2504444"/>
                  <a:pt x="1733846" y="2504444"/>
                </a:cubicBezTo>
                <a:cubicBezTo>
                  <a:pt x="1553815" y="2504444"/>
                  <a:pt x="1379949" y="2493367"/>
                  <a:pt x="1216197" y="2472368"/>
                </a:cubicBezTo>
                <a:lnTo>
                  <a:pt x="1146650" y="2462735"/>
                </a:lnTo>
                <a:lnTo>
                  <a:pt x="1078356" y="2451947"/>
                </a:lnTo>
                <a:cubicBezTo>
                  <a:pt x="755572" y="2397331"/>
                  <a:pt x="480468" y="2302066"/>
                  <a:pt x="288974" y="2175110"/>
                </a:cubicBezTo>
                <a:lnTo>
                  <a:pt x="288974" y="2793419"/>
                </a:lnTo>
                <a:cubicBezTo>
                  <a:pt x="288974" y="2888010"/>
                  <a:pt x="398110" y="2986550"/>
                  <a:pt x="582765" y="3069678"/>
                </a:cubicBezTo>
                <a:lnTo>
                  <a:pt x="626785" y="3088557"/>
                </a:lnTo>
                <a:cubicBezTo>
                  <a:pt x="694694" y="3116492"/>
                  <a:pt x="771272" y="3142403"/>
                  <a:pt x="855268" y="3165425"/>
                </a:cubicBezTo>
                <a:lnTo>
                  <a:pt x="912388" y="3180355"/>
                </a:lnTo>
                <a:cubicBezTo>
                  <a:pt x="970472" y="3194804"/>
                  <a:pt x="1031831" y="3208097"/>
                  <a:pt x="1095694" y="3219656"/>
                </a:cubicBezTo>
                <a:lnTo>
                  <a:pt x="1160617" y="3230733"/>
                </a:lnTo>
                <a:lnTo>
                  <a:pt x="1227178" y="3240654"/>
                </a:lnTo>
                <a:cubicBezTo>
                  <a:pt x="1272161" y="3246916"/>
                  <a:pt x="1318205" y="3252406"/>
                  <a:pt x="1365211" y="3257030"/>
                </a:cubicBezTo>
                <a:lnTo>
                  <a:pt x="1436395" y="3263387"/>
                </a:lnTo>
                <a:lnTo>
                  <a:pt x="1508928" y="3268396"/>
                </a:lnTo>
                <a:lnTo>
                  <a:pt x="1582809" y="3272056"/>
                </a:lnTo>
                <a:cubicBezTo>
                  <a:pt x="1683461" y="3276039"/>
                  <a:pt x="1784231" y="3276039"/>
                  <a:pt x="1884883" y="3272056"/>
                </a:cubicBezTo>
                <a:lnTo>
                  <a:pt x="1958764" y="3268396"/>
                </a:lnTo>
                <a:lnTo>
                  <a:pt x="2031297" y="3263387"/>
                </a:lnTo>
                <a:lnTo>
                  <a:pt x="2102577" y="3257030"/>
                </a:lnTo>
                <a:cubicBezTo>
                  <a:pt x="2149487" y="3252406"/>
                  <a:pt x="2195531" y="3246916"/>
                  <a:pt x="2240514" y="3240654"/>
                </a:cubicBezTo>
                <a:lnTo>
                  <a:pt x="2307075" y="3230733"/>
                </a:lnTo>
                <a:lnTo>
                  <a:pt x="2371998" y="3219656"/>
                </a:lnTo>
                <a:cubicBezTo>
                  <a:pt x="2435957" y="3208097"/>
                  <a:pt x="2497220" y="3194900"/>
                  <a:pt x="2555304" y="3180355"/>
                </a:cubicBezTo>
                <a:lnTo>
                  <a:pt x="2612424" y="3165425"/>
                </a:lnTo>
                <a:cubicBezTo>
                  <a:pt x="2696419" y="3142307"/>
                  <a:pt x="2772998" y="3116492"/>
                  <a:pt x="2840906" y="3088557"/>
                </a:cubicBezTo>
                <a:lnTo>
                  <a:pt x="2884927" y="3069678"/>
                </a:lnTo>
                <a:cubicBezTo>
                  <a:pt x="3062454" y="2989728"/>
                  <a:pt x="3170241" y="2895619"/>
                  <a:pt x="3178236" y="2804303"/>
                </a:cubicBezTo>
                <a:lnTo>
                  <a:pt x="3178718" y="2793419"/>
                </a:lnTo>
                <a:lnTo>
                  <a:pt x="3178718" y="2175013"/>
                </a:lnTo>
                <a:cubicBezTo>
                  <a:pt x="2987320" y="2302066"/>
                  <a:pt x="2712217" y="2397331"/>
                  <a:pt x="2389336" y="2451947"/>
                </a:cubicBezTo>
                <a:close/>
                <a:moveTo>
                  <a:pt x="3178718" y="1211766"/>
                </a:moveTo>
                <a:cubicBezTo>
                  <a:pt x="2996760" y="1332461"/>
                  <a:pt x="2739477" y="1424451"/>
                  <a:pt x="2437306" y="1480223"/>
                </a:cubicBezTo>
                <a:lnTo>
                  <a:pt x="2389144" y="1488699"/>
                </a:lnTo>
                <a:lnTo>
                  <a:pt x="2320946" y="1499488"/>
                </a:lnTo>
                <a:lnTo>
                  <a:pt x="2251399" y="1509120"/>
                </a:lnTo>
                <a:cubicBezTo>
                  <a:pt x="2087647" y="1530119"/>
                  <a:pt x="1913781" y="1541196"/>
                  <a:pt x="1733750" y="1541196"/>
                </a:cubicBezTo>
                <a:cubicBezTo>
                  <a:pt x="1579437" y="1541196"/>
                  <a:pt x="1429652" y="1533105"/>
                  <a:pt x="1286803" y="1517500"/>
                </a:cubicBezTo>
                <a:lnTo>
                  <a:pt x="1216100" y="1509120"/>
                </a:lnTo>
                <a:lnTo>
                  <a:pt x="1146554" y="1499488"/>
                </a:lnTo>
                <a:lnTo>
                  <a:pt x="1078259" y="1488699"/>
                </a:lnTo>
                <a:cubicBezTo>
                  <a:pt x="755475" y="1434083"/>
                  <a:pt x="480372" y="1338818"/>
                  <a:pt x="288878" y="1211862"/>
                </a:cubicBezTo>
                <a:lnTo>
                  <a:pt x="288878" y="1733846"/>
                </a:lnTo>
                <a:cubicBezTo>
                  <a:pt x="288878" y="1828437"/>
                  <a:pt x="398014" y="1926977"/>
                  <a:pt x="582669" y="2010105"/>
                </a:cubicBezTo>
                <a:lnTo>
                  <a:pt x="626689" y="2028985"/>
                </a:lnTo>
                <a:cubicBezTo>
                  <a:pt x="694598" y="2056919"/>
                  <a:pt x="771176" y="2082831"/>
                  <a:pt x="855171" y="2105852"/>
                </a:cubicBezTo>
                <a:lnTo>
                  <a:pt x="912292" y="2120783"/>
                </a:lnTo>
                <a:cubicBezTo>
                  <a:pt x="970376" y="2135231"/>
                  <a:pt x="1031735" y="2148524"/>
                  <a:pt x="1095598" y="2160083"/>
                </a:cubicBezTo>
                <a:lnTo>
                  <a:pt x="1160521" y="2171160"/>
                </a:lnTo>
                <a:lnTo>
                  <a:pt x="1227081" y="2181082"/>
                </a:lnTo>
                <a:cubicBezTo>
                  <a:pt x="1272065" y="2187343"/>
                  <a:pt x="1318108" y="2192833"/>
                  <a:pt x="1365115" y="2197457"/>
                </a:cubicBezTo>
                <a:lnTo>
                  <a:pt x="1436299" y="2203815"/>
                </a:lnTo>
                <a:lnTo>
                  <a:pt x="1508831" y="2208823"/>
                </a:lnTo>
                <a:lnTo>
                  <a:pt x="1582712" y="2212484"/>
                </a:lnTo>
                <a:cubicBezTo>
                  <a:pt x="1683364" y="2216466"/>
                  <a:pt x="1784135" y="2216466"/>
                  <a:pt x="1884787" y="2212484"/>
                </a:cubicBezTo>
                <a:lnTo>
                  <a:pt x="1958668" y="2208823"/>
                </a:lnTo>
                <a:lnTo>
                  <a:pt x="2031200" y="2203815"/>
                </a:lnTo>
                <a:lnTo>
                  <a:pt x="2102481" y="2197457"/>
                </a:lnTo>
                <a:cubicBezTo>
                  <a:pt x="2149391" y="2192833"/>
                  <a:pt x="2195434" y="2187343"/>
                  <a:pt x="2240418" y="2181082"/>
                </a:cubicBezTo>
                <a:lnTo>
                  <a:pt x="2306978" y="2171160"/>
                </a:lnTo>
                <a:lnTo>
                  <a:pt x="2371901" y="2160083"/>
                </a:lnTo>
                <a:cubicBezTo>
                  <a:pt x="2435861" y="2148524"/>
                  <a:pt x="2497123" y="2135328"/>
                  <a:pt x="2555207" y="2120783"/>
                </a:cubicBezTo>
                <a:lnTo>
                  <a:pt x="2612328" y="2105852"/>
                </a:lnTo>
                <a:cubicBezTo>
                  <a:pt x="2696323" y="2082734"/>
                  <a:pt x="2772901" y="2056919"/>
                  <a:pt x="2840810" y="2028985"/>
                </a:cubicBezTo>
                <a:lnTo>
                  <a:pt x="2884831" y="2010105"/>
                </a:lnTo>
                <a:cubicBezTo>
                  <a:pt x="3062357" y="1930156"/>
                  <a:pt x="3170145" y="1836047"/>
                  <a:pt x="3178140" y="1744731"/>
                </a:cubicBezTo>
                <a:lnTo>
                  <a:pt x="3178621" y="1733846"/>
                </a:lnTo>
                <a:lnTo>
                  <a:pt x="3178621" y="1211766"/>
                </a:lnTo>
                <a:close/>
                <a:moveTo>
                  <a:pt x="1733846" y="288974"/>
                </a:moveTo>
                <a:lnTo>
                  <a:pt x="1695701" y="289167"/>
                </a:lnTo>
                <a:lnTo>
                  <a:pt x="1638870" y="290130"/>
                </a:lnTo>
                <a:lnTo>
                  <a:pt x="1582809" y="291960"/>
                </a:lnTo>
                <a:lnTo>
                  <a:pt x="1508928" y="295621"/>
                </a:lnTo>
                <a:lnTo>
                  <a:pt x="1436395" y="300630"/>
                </a:lnTo>
                <a:lnTo>
                  <a:pt x="1365115" y="306987"/>
                </a:lnTo>
                <a:cubicBezTo>
                  <a:pt x="1333809" y="310069"/>
                  <a:pt x="1302985" y="313537"/>
                  <a:pt x="1272547" y="317390"/>
                </a:cubicBezTo>
                <a:lnTo>
                  <a:pt x="1227274" y="323362"/>
                </a:lnTo>
                <a:lnTo>
                  <a:pt x="1160617" y="333284"/>
                </a:lnTo>
                <a:lnTo>
                  <a:pt x="1095694" y="344361"/>
                </a:lnTo>
                <a:cubicBezTo>
                  <a:pt x="1047724" y="353030"/>
                  <a:pt x="1001296" y="362663"/>
                  <a:pt x="956505" y="372970"/>
                </a:cubicBezTo>
                <a:lnTo>
                  <a:pt x="912388" y="383565"/>
                </a:lnTo>
                <a:lnTo>
                  <a:pt x="855268" y="398592"/>
                </a:lnTo>
                <a:cubicBezTo>
                  <a:pt x="785336" y="417857"/>
                  <a:pt x="720413" y="439048"/>
                  <a:pt x="661462" y="461685"/>
                </a:cubicBezTo>
                <a:lnTo>
                  <a:pt x="626785" y="475459"/>
                </a:lnTo>
                <a:lnTo>
                  <a:pt x="582765" y="494339"/>
                </a:lnTo>
                <a:cubicBezTo>
                  <a:pt x="398110" y="577467"/>
                  <a:pt x="288974" y="676007"/>
                  <a:pt x="288974" y="770598"/>
                </a:cubicBezTo>
                <a:cubicBezTo>
                  <a:pt x="288974" y="861143"/>
                  <a:pt x="388863" y="955156"/>
                  <a:pt x="559165" y="1035973"/>
                </a:cubicBezTo>
                <a:lnTo>
                  <a:pt x="582765" y="1046858"/>
                </a:lnTo>
                <a:lnTo>
                  <a:pt x="626785" y="1065737"/>
                </a:lnTo>
                <a:cubicBezTo>
                  <a:pt x="683328" y="1089048"/>
                  <a:pt x="745939" y="1110914"/>
                  <a:pt x="813944" y="1130853"/>
                </a:cubicBezTo>
                <a:lnTo>
                  <a:pt x="855364" y="1142604"/>
                </a:lnTo>
                <a:lnTo>
                  <a:pt x="912388" y="1157535"/>
                </a:lnTo>
                <a:cubicBezTo>
                  <a:pt x="955927" y="1168420"/>
                  <a:pt x="1001296" y="1178534"/>
                  <a:pt x="1048206" y="1187877"/>
                </a:cubicBezTo>
                <a:lnTo>
                  <a:pt x="1095694" y="1196835"/>
                </a:lnTo>
                <a:lnTo>
                  <a:pt x="1160617" y="1207913"/>
                </a:lnTo>
                <a:lnTo>
                  <a:pt x="1227178" y="1217834"/>
                </a:lnTo>
                <a:cubicBezTo>
                  <a:pt x="1257135" y="1222072"/>
                  <a:pt x="1287573" y="1225829"/>
                  <a:pt x="1318494" y="1229393"/>
                </a:cubicBezTo>
                <a:lnTo>
                  <a:pt x="1365211" y="1234209"/>
                </a:lnTo>
                <a:lnTo>
                  <a:pt x="1436395" y="1240567"/>
                </a:lnTo>
                <a:lnTo>
                  <a:pt x="1508928" y="1245576"/>
                </a:lnTo>
                <a:lnTo>
                  <a:pt x="1582809" y="1249236"/>
                </a:lnTo>
                <a:cubicBezTo>
                  <a:pt x="1666859" y="1252559"/>
                  <a:pt x="1750997" y="1253106"/>
                  <a:pt x="1835083" y="1250874"/>
                </a:cubicBezTo>
                <a:lnTo>
                  <a:pt x="1884883" y="1249236"/>
                </a:lnTo>
                <a:lnTo>
                  <a:pt x="1958764" y="1245576"/>
                </a:lnTo>
                <a:lnTo>
                  <a:pt x="2031297" y="1240567"/>
                </a:lnTo>
                <a:lnTo>
                  <a:pt x="2102577" y="1234209"/>
                </a:lnTo>
                <a:cubicBezTo>
                  <a:pt x="2133883" y="1231127"/>
                  <a:pt x="2164707" y="1227659"/>
                  <a:pt x="2195145" y="1223806"/>
                </a:cubicBezTo>
                <a:lnTo>
                  <a:pt x="2240418" y="1217834"/>
                </a:lnTo>
                <a:lnTo>
                  <a:pt x="2307075" y="1207913"/>
                </a:lnTo>
                <a:lnTo>
                  <a:pt x="2371998" y="1196835"/>
                </a:lnTo>
                <a:cubicBezTo>
                  <a:pt x="2419967" y="1188166"/>
                  <a:pt x="2466396" y="1178534"/>
                  <a:pt x="2511187" y="1168227"/>
                </a:cubicBezTo>
                <a:lnTo>
                  <a:pt x="2555304" y="1157631"/>
                </a:lnTo>
                <a:lnTo>
                  <a:pt x="2612424" y="1142604"/>
                </a:lnTo>
                <a:cubicBezTo>
                  <a:pt x="2682356" y="1123340"/>
                  <a:pt x="2747279" y="1102148"/>
                  <a:pt x="2806230" y="1079512"/>
                </a:cubicBezTo>
                <a:lnTo>
                  <a:pt x="2840906" y="1065737"/>
                </a:lnTo>
                <a:lnTo>
                  <a:pt x="2884927" y="1046858"/>
                </a:lnTo>
                <a:cubicBezTo>
                  <a:pt x="3069581" y="963729"/>
                  <a:pt x="3178718" y="865189"/>
                  <a:pt x="3178718" y="770598"/>
                </a:cubicBezTo>
                <a:cubicBezTo>
                  <a:pt x="3178718" y="680053"/>
                  <a:pt x="3078829" y="586040"/>
                  <a:pt x="2908527" y="505223"/>
                </a:cubicBezTo>
                <a:lnTo>
                  <a:pt x="2884927" y="494339"/>
                </a:lnTo>
                <a:lnTo>
                  <a:pt x="2840906" y="475459"/>
                </a:lnTo>
                <a:cubicBezTo>
                  <a:pt x="2779685" y="450541"/>
                  <a:pt x="2717215" y="428807"/>
                  <a:pt x="2653747" y="410344"/>
                </a:cubicBezTo>
                <a:lnTo>
                  <a:pt x="2612328" y="398592"/>
                </a:lnTo>
                <a:lnTo>
                  <a:pt x="2555304" y="383662"/>
                </a:lnTo>
                <a:cubicBezTo>
                  <a:pt x="2510288" y="372430"/>
                  <a:pt x="2465001" y="362313"/>
                  <a:pt x="2419486" y="353319"/>
                </a:cubicBezTo>
                <a:lnTo>
                  <a:pt x="2371998" y="344361"/>
                </a:lnTo>
                <a:lnTo>
                  <a:pt x="2307075" y="333284"/>
                </a:lnTo>
                <a:lnTo>
                  <a:pt x="2240514" y="323362"/>
                </a:lnTo>
                <a:cubicBezTo>
                  <a:pt x="2210128" y="319104"/>
                  <a:pt x="2179687" y="315251"/>
                  <a:pt x="2149198" y="311803"/>
                </a:cubicBezTo>
                <a:lnTo>
                  <a:pt x="2102481" y="306987"/>
                </a:lnTo>
                <a:lnTo>
                  <a:pt x="2031297" y="300630"/>
                </a:lnTo>
                <a:lnTo>
                  <a:pt x="1958764" y="295621"/>
                </a:lnTo>
                <a:lnTo>
                  <a:pt x="1884883" y="291960"/>
                </a:lnTo>
                <a:cubicBezTo>
                  <a:pt x="1851844" y="290612"/>
                  <a:pt x="1818419" y="289745"/>
                  <a:pt x="1784705" y="289263"/>
                </a:cubicBezTo>
                <a:lnTo>
                  <a:pt x="1733846" y="288974"/>
                </a:lnTo>
                <a:close/>
              </a:path>
            </a:pathLst>
          </a:custGeom>
          <a:solidFill>
            <a:schemeClr val="accent1"/>
          </a:solidFill>
          <a:ln w="4511" cap="flat">
            <a:noFill/>
            <a:prstDash val="solid"/>
            <a:miter/>
          </a:ln>
        </p:spPr>
        <p:txBody>
          <a:bodyPr rtlCol="0" anchor="ctr"/>
          <a:lstStyle/>
          <a:p>
            <a:endParaRPr lang="zh-CN" altLang="en-US"/>
          </a:p>
        </p:txBody>
      </p:sp>
      <p:sp>
        <p:nvSpPr>
          <p:cNvPr id="624" name="图形 622">
            <a:extLst>
              <a:ext uri="{FF2B5EF4-FFF2-40B4-BE49-F238E27FC236}">
                <a16:creationId xmlns:a16="http://schemas.microsoft.com/office/drawing/2014/main" id="{E36FBDBC-F46E-82A7-60DB-0237BB925C78}"/>
              </a:ext>
            </a:extLst>
          </p:cNvPr>
          <p:cNvSpPr/>
          <p:nvPr/>
        </p:nvSpPr>
        <p:spPr>
          <a:xfrm>
            <a:off x="5339136" y="1301108"/>
            <a:ext cx="275949" cy="261465"/>
          </a:xfrm>
          <a:custGeom>
            <a:avLst/>
            <a:gdLst>
              <a:gd name="connsiteX0" fmla="*/ 111168 w 263255"/>
              <a:gd name="connsiteY0" fmla="*/ 113273 h 249437"/>
              <a:gd name="connsiteX1" fmla="*/ 193130 w 263255"/>
              <a:gd name="connsiteY1" fmla="*/ 113273 h 249437"/>
              <a:gd name="connsiteX2" fmla="*/ 202339 w 263255"/>
              <a:gd name="connsiteY2" fmla="*/ 103932 h 249437"/>
              <a:gd name="connsiteX3" fmla="*/ 193130 w 263255"/>
              <a:gd name="connsiteY3" fmla="*/ 94592 h 249437"/>
              <a:gd name="connsiteX4" fmla="*/ 111168 w 263255"/>
              <a:gd name="connsiteY4" fmla="*/ 94592 h 249437"/>
              <a:gd name="connsiteX5" fmla="*/ 101959 w 263255"/>
              <a:gd name="connsiteY5" fmla="*/ 103932 h 249437"/>
              <a:gd name="connsiteX6" fmla="*/ 111168 w 263255"/>
              <a:gd name="connsiteY6" fmla="*/ 113273 h 249437"/>
              <a:gd name="connsiteX7" fmla="*/ 111168 w 263255"/>
              <a:gd name="connsiteY7" fmla="*/ 71174 h 249437"/>
              <a:gd name="connsiteX8" fmla="*/ 193130 w 263255"/>
              <a:gd name="connsiteY8" fmla="*/ 71174 h 249437"/>
              <a:gd name="connsiteX9" fmla="*/ 202339 w 263255"/>
              <a:gd name="connsiteY9" fmla="*/ 61833 h 249437"/>
              <a:gd name="connsiteX10" fmla="*/ 193130 w 263255"/>
              <a:gd name="connsiteY10" fmla="*/ 52492 h 249437"/>
              <a:gd name="connsiteX11" fmla="*/ 111168 w 263255"/>
              <a:gd name="connsiteY11" fmla="*/ 52492 h 249437"/>
              <a:gd name="connsiteX12" fmla="*/ 101959 w 263255"/>
              <a:gd name="connsiteY12" fmla="*/ 61833 h 249437"/>
              <a:gd name="connsiteX13" fmla="*/ 111168 w 263255"/>
              <a:gd name="connsiteY13" fmla="*/ 71174 h 249437"/>
              <a:gd name="connsiteX14" fmla="*/ 254963 w 263255"/>
              <a:gd name="connsiteY14" fmla="*/ 155767 h 249437"/>
              <a:gd name="connsiteX15" fmla="*/ 243649 w 263255"/>
              <a:gd name="connsiteY15" fmla="*/ 148531 h 249437"/>
              <a:gd name="connsiteX16" fmla="*/ 242991 w 263255"/>
              <a:gd name="connsiteY16" fmla="*/ 148268 h 249437"/>
              <a:gd name="connsiteX17" fmla="*/ 242991 w 263255"/>
              <a:gd name="connsiteY17" fmla="*/ 30390 h 249437"/>
              <a:gd name="connsiteX18" fmla="*/ 213390 w 263255"/>
              <a:gd name="connsiteY18" fmla="*/ 0 h 249437"/>
              <a:gd name="connsiteX19" fmla="*/ 90776 w 263255"/>
              <a:gd name="connsiteY19" fmla="*/ 0 h 249437"/>
              <a:gd name="connsiteX20" fmla="*/ 63017 w 263255"/>
              <a:gd name="connsiteY20" fmla="*/ 20260 h 249437"/>
              <a:gd name="connsiteX21" fmla="*/ 62754 w 263255"/>
              <a:gd name="connsiteY21" fmla="*/ 20918 h 249437"/>
              <a:gd name="connsiteX22" fmla="*/ 49993 w 263255"/>
              <a:gd name="connsiteY22" fmla="*/ 20918 h 249437"/>
              <a:gd name="connsiteX23" fmla="*/ 20392 w 263255"/>
              <a:gd name="connsiteY23" fmla="*/ 51308 h 249437"/>
              <a:gd name="connsiteX24" fmla="*/ 20392 w 263255"/>
              <a:gd name="connsiteY24" fmla="*/ 148400 h 249437"/>
              <a:gd name="connsiteX25" fmla="*/ 19734 w 263255"/>
              <a:gd name="connsiteY25" fmla="*/ 148663 h 249437"/>
              <a:gd name="connsiteX26" fmla="*/ 0 w 263255"/>
              <a:gd name="connsiteY26" fmla="*/ 177211 h 249437"/>
              <a:gd name="connsiteX27" fmla="*/ 0 w 263255"/>
              <a:gd name="connsiteY27" fmla="*/ 219047 h 249437"/>
              <a:gd name="connsiteX28" fmla="*/ 29601 w 263255"/>
              <a:gd name="connsiteY28" fmla="*/ 249438 h 249437"/>
              <a:gd name="connsiteX29" fmla="*/ 233651 w 263255"/>
              <a:gd name="connsiteY29" fmla="*/ 249438 h 249437"/>
              <a:gd name="connsiteX30" fmla="*/ 263252 w 263255"/>
              <a:gd name="connsiteY30" fmla="*/ 219047 h 249437"/>
              <a:gd name="connsiteX31" fmla="*/ 263252 w 263255"/>
              <a:gd name="connsiteY31" fmla="*/ 177211 h 249437"/>
              <a:gd name="connsiteX32" fmla="*/ 254963 w 263255"/>
              <a:gd name="connsiteY32" fmla="*/ 155767 h 249437"/>
              <a:gd name="connsiteX33" fmla="*/ 79331 w 263255"/>
              <a:gd name="connsiteY33" fmla="*/ 30390 h 249437"/>
              <a:gd name="connsiteX34" fmla="*/ 90513 w 263255"/>
              <a:gd name="connsiteY34" fmla="*/ 18945 h 249437"/>
              <a:gd name="connsiteX35" fmla="*/ 173133 w 263255"/>
              <a:gd name="connsiteY35" fmla="*/ 18945 h 249437"/>
              <a:gd name="connsiteX36" fmla="*/ 174185 w 263255"/>
              <a:gd name="connsiteY36" fmla="*/ 18682 h 249437"/>
              <a:gd name="connsiteX37" fmla="*/ 174185 w 263255"/>
              <a:gd name="connsiteY37" fmla="*/ 18945 h 249437"/>
              <a:gd name="connsiteX38" fmla="*/ 213390 w 263255"/>
              <a:gd name="connsiteY38" fmla="*/ 18945 h 249437"/>
              <a:gd name="connsiteX39" fmla="*/ 224573 w 263255"/>
              <a:gd name="connsiteY39" fmla="*/ 30390 h 249437"/>
              <a:gd name="connsiteX40" fmla="*/ 224573 w 263255"/>
              <a:gd name="connsiteY40" fmla="*/ 146821 h 249437"/>
              <a:gd name="connsiteX41" fmla="*/ 160503 w 263255"/>
              <a:gd name="connsiteY41" fmla="*/ 146821 h 249437"/>
              <a:gd name="connsiteX42" fmla="*/ 151689 w 263255"/>
              <a:gd name="connsiteY42" fmla="*/ 153004 h 249437"/>
              <a:gd name="connsiteX43" fmla="*/ 131428 w 263255"/>
              <a:gd name="connsiteY43" fmla="*/ 167739 h 249437"/>
              <a:gd name="connsiteX44" fmla="*/ 111168 w 263255"/>
              <a:gd name="connsiteY44" fmla="*/ 152873 h 249437"/>
              <a:gd name="connsiteX45" fmla="*/ 102485 w 263255"/>
              <a:gd name="connsiteY45" fmla="*/ 146689 h 249437"/>
              <a:gd name="connsiteX46" fmla="*/ 79331 w 263255"/>
              <a:gd name="connsiteY46" fmla="*/ 146689 h 249437"/>
              <a:gd name="connsiteX47" fmla="*/ 79331 w 263255"/>
              <a:gd name="connsiteY47" fmla="*/ 30390 h 249437"/>
              <a:gd name="connsiteX48" fmla="*/ 38810 w 263255"/>
              <a:gd name="connsiteY48" fmla="*/ 51440 h 249437"/>
              <a:gd name="connsiteX49" fmla="*/ 49993 w 263255"/>
              <a:gd name="connsiteY49" fmla="*/ 39994 h 249437"/>
              <a:gd name="connsiteX50" fmla="*/ 61175 w 263255"/>
              <a:gd name="connsiteY50" fmla="*/ 39994 h 249437"/>
              <a:gd name="connsiteX51" fmla="*/ 61175 w 263255"/>
              <a:gd name="connsiteY51" fmla="*/ 146821 h 249437"/>
              <a:gd name="connsiteX52" fmla="*/ 38810 w 263255"/>
              <a:gd name="connsiteY52" fmla="*/ 146821 h 249437"/>
              <a:gd name="connsiteX53" fmla="*/ 38810 w 263255"/>
              <a:gd name="connsiteY53" fmla="*/ 51440 h 249437"/>
              <a:gd name="connsiteX54" fmla="*/ 234045 w 263255"/>
              <a:gd name="connsiteY54" fmla="*/ 230756 h 249437"/>
              <a:gd name="connsiteX55" fmla="*/ 29733 w 263255"/>
              <a:gd name="connsiteY55" fmla="*/ 230756 h 249437"/>
              <a:gd name="connsiteX56" fmla="*/ 18550 w 263255"/>
              <a:gd name="connsiteY56" fmla="*/ 219311 h 249437"/>
              <a:gd name="connsiteX57" fmla="*/ 18550 w 263255"/>
              <a:gd name="connsiteY57" fmla="*/ 177211 h 249437"/>
              <a:gd name="connsiteX58" fmla="*/ 29733 w 263255"/>
              <a:gd name="connsiteY58" fmla="*/ 165766 h 249437"/>
              <a:gd name="connsiteX59" fmla="*/ 96828 w 263255"/>
              <a:gd name="connsiteY59" fmla="*/ 165766 h 249437"/>
              <a:gd name="connsiteX60" fmla="*/ 97091 w 263255"/>
              <a:gd name="connsiteY60" fmla="*/ 166292 h 249437"/>
              <a:gd name="connsiteX61" fmla="*/ 131560 w 263255"/>
              <a:gd name="connsiteY61" fmla="*/ 186815 h 249437"/>
              <a:gd name="connsiteX62" fmla="*/ 166029 w 263255"/>
              <a:gd name="connsiteY62" fmla="*/ 166292 h 249437"/>
              <a:gd name="connsiteX63" fmla="*/ 166292 w 263255"/>
              <a:gd name="connsiteY63" fmla="*/ 165766 h 249437"/>
              <a:gd name="connsiteX64" fmla="*/ 234045 w 263255"/>
              <a:gd name="connsiteY64" fmla="*/ 165766 h 249437"/>
              <a:gd name="connsiteX65" fmla="*/ 245228 w 263255"/>
              <a:gd name="connsiteY65" fmla="*/ 177211 h 249437"/>
              <a:gd name="connsiteX66" fmla="*/ 245359 w 263255"/>
              <a:gd name="connsiteY66" fmla="*/ 219311 h 249437"/>
              <a:gd name="connsiteX67" fmla="*/ 234045 w 263255"/>
              <a:gd name="connsiteY67" fmla="*/ 230756 h 249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63255" h="249437">
                <a:moveTo>
                  <a:pt x="111168" y="113273"/>
                </a:moveTo>
                <a:lnTo>
                  <a:pt x="193130" y="113273"/>
                </a:lnTo>
                <a:cubicBezTo>
                  <a:pt x="198261" y="113273"/>
                  <a:pt x="202339" y="109063"/>
                  <a:pt x="202339" y="103932"/>
                </a:cubicBezTo>
                <a:cubicBezTo>
                  <a:pt x="202339" y="98802"/>
                  <a:pt x="198261" y="94592"/>
                  <a:pt x="193130" y="94592"/>
                </a:cubicBezTo>
                <a:lnTo>
                  <a:pt x="111168" y="94592"/>
                </a:lnTo>
                <a:cubicBezTo>
                  <a:pt x="106037" y="94592"/>
                  <a:pt x="101959" y="98802"/>
                  <a:pt x="101959" y="103932"/>
                </a:cubicBezTo>
                <a:cubicBezTo>
                  <a:pt x="101959" y="109063"/>
                  <a:pt x="106037" y="113273"/>
                  <a:pt x="111168" y="113273"/>
                </a:cubicBezTo>
                <a:close/>
                <a:moveTo>
                  <a:pt x="111168" y="71174"/>
                </a:moveTo>
                <a:lnTo>
                  <a:pt x="193130" y="71174"/>
                </a:lnTo>
                <a:cubicBezTo>
                  <a:pt x="198261" y="71174"/>
                  <a:pt x="202339" y="66964"/>
                  <a:pt x="202339" y="61833"/>
                </a:cubicBezTo>
                <a:cubicBezTo>
                  <a:pt x="202339" y="56702"/>
                  <a:pt x="198261" y="52492"/>
                  <a:pt x="193130" y="52492"/>
                </a:cubicBezTo>
                <a:lnTo>
                  <a:pt x="111168" y="52492"/>
                </a:lnTo>
                <a:cubicBezTo>
                  <a:pt x="106037" y="52492"/>
                  <a:pt x="101959" y="56702"/>
                  <a:pt x="101959" y="61833"/>
                </a:cubicBezTo>
                <a:cubicBezTo>
                  <a:pt x="101959" y="66964"/>
                  <a:pt x="106037" y="71174"/>
                  <a:pt x="111168" y="71174"/>
                </a:cubicBezTo>
                <a:close/>
                <a:moveTo>
                  <a:pt x="254963" y="155767"/>
                </a:moveTo>
                <a:cubicBezTo>
                  <a:pt x="251937" y="152610"/>
                  <a:pt x="248122" y="150242"/>
                  <a:pt x="243649" y="148531"/>
                </a:cubicBezTo>
                <a:lnTo>
                  <a:pt x="242991" y="148268"/>
                </a:lnTo>
                <a:lnTo>
                  <a:pt x="242991" y="30390"/>
                </a:lnTo>
                <a:cubicBezTo>
                  <a:pt x="242991" y="13682"/>
                  <a:pt x="229704" y="0"/>
                  <a:pt x="213390" y="0"/>
                </a:cubicBezTo>
                <a:lnTo>
                  <a:pt x="90776" y="0"/>
                </a:lnTo>
                <a:cubicBezTo>
                  <a:pt x="78278" y="0"/>
                  <a:pt x="67227" y="8157"/>
                  <a:pt x="63017" y="20260"/>
                </a:cubicBezTo>
                <a:lnTo>
                  <a:pt x="62754" y="20918"/>
                </a:lnTo>
                <a:lnTo>
                  <a:pt x="49993" y="20918"/>
                </a:lnTo>
                <a:cubicBezTo>
                  <a:pt x="33679" y="20918"/>
                  <a:pt x="20392" y="34600"/>
                  <a:pt x="20392" y="51308"/>
                </a:cubicBezTo>
                <a:lnTo>
                  <a:pt x="20392" y="148400"/>
                </a:lnTo>
                <a:lnTo>
                  <a:pt x="19734" y="148663"/>
                </a:lnTo>
                <a:cubicBezTo>
                  <a:pt x="7894" y="153004"/>
                  <a:pt x="0" y="164450"/>
                  <a:pt x="0" y="177211"/>
                </a:cubicBezTo>
                <a:lnTo>
                  <a:pt x="0" y="219047"/>
                </a:lnTo>
                <a:cubicBezTo>
                  <a:pt x="0" y="235756"/>
                  <a:pt x="13288" y="249438"/>
                  <a:pt x="29601" y="249438"/>
                </a:cubicBezTo>
                <a:lnTo>
                  <a:pt x="233651" y="249438"/>
                </a:lnTo>
                <a:cubicBezTo>
                  <a:pt x="249964" y="249438"/>
                  <a:pt x="263252" y="235756"/>
                  <a:pt x="263252" y="219047"/>
                </a:cubicBezTo>
                <a:lnTo>
                  <a:pt x="263252" y="177211"/>
                </a:lnTo>
                <a:cubicBezTo>
                  <a:pt x="263383" y="169186"/>
                  <a:pt x="260357" y="161424"/>
                  <a:pt x="254963" y="155767"/>
                </a:cubicBezTo>
                <a:close/>
                <a:moveTo>
                  <a:pt x="79331" y="30390"/>
                </a:moveTo>
                <a:cubicBezTo>
                  <a:pt x="79331" y="24075"/>
                  <a:pt x="84330" y="18945"/>
                  <a:pt x="90513" y="18945"/>
                </a:cubicBezTo>
                <a:lnTo>
                  <a:pt x="173133" y="18945"/>
                </a:lnTo>
                <a:lnTo>
                  <a:pt x="174185" y="18682"/>
                </a:lnTo>
                <a:lnTo>
                  <a:pt x="174185" y="18945"/>
                </a:lnTo>
                <a:lnTo>
                  <a:pt x="213390" y="18945"/>
                </a:lnTo>
                <a:cubicBezTo>
                  <a:pt x="219574" y="18945"/>
                  <a:pt x="224573" y="24075"/>
                  <a:pt x="224573" y="30390"/>
                </a:cubicBezTo>
                <a:lnTo>
                  <a:pt x="224573" y="146821"/>
                </a:lnTo>
                <a:lnTo>
                  <a:pt x="160503" y="146821"/>
                </a:lnTo>
                <a:cubicBezTo>
                  <a:pt x="156556" y="146821"/>
                  <a:pt x="153004" y="149321"/>
                  <a:pt x="151689" y="153004"/>
                </a:cubicBezTo>
                <a:cubicBezTo>
                  <a:pt x="148794" y="161819"/>
                  <a:pt x="140638" y="167739"/>
                  <a:pt x="131428" y="167739"/>
                </a:cubicBezTo>
                <a:cubicBezTo>
                  <a:pt x="122219" y="167739"/>
                  <a:pt x="114194" y="161819"/>
                  <a:pt x="111168" y="152873"/>
                </a:cubicBezTo>
                <a:cubicBezTo>
                  <a:pt x="109853" y="149189"/>
                  <a:pt x="106432" y="146689"/>
                  <a:pt x="102485" y="146689"/>
                </a:cubicBezTo>
                <a:lnTo>
                  <a:pt x="79331" y="146689"/>
                </a:lnTo>
                <a:lnTo>
                  <a:pt x="79331" y="30390"/>
                </a:lnTo>
                <a:close/>
                <a:moveTo>
                  <a:pt x="38810" y="51440"/>
                </a:moveTo>
                <a:cubicBezTo>
                  <a:pt x="38810" y="45125"/>
                  <a:pt x="43809" y="39994"/>
                  <a:pt x="49993" y="39994"/>
                </a:cubicBezTo>
                <a:lnTo>
                  <a:pt x="61175" y="39994"/>
                </a:lnTo>
                <a:lnTo>
                  <a:pt x="61175" y="146821"/>
                </a:lnTo>
                <a:lnTo>
                  <a:pt x="38810" y="146821"/>
                </a:lnTo>
                <a:lnTo>
                  <a:pt x="38810" y="51440"/>
                </a:lnTo>
                <a:close/>
                <a:moveTo>
                  <a:pt x="234045" y="230756"/>
                </a:moveTo>
                <a:lnTo>
                  <a:pt x="29733" y="230756"/>
                </a:lnTo>
                <a:cubicBezTo>
                  <a:pt x="23549" y="230756"/>
                  <a:pt x="18550" y="225494"/>
                  <a:pt x="18550" y="219311"/>
                </a:cubicBezTo>
                <a:lnTo>
                  <a:pt x="18550" y="177211"/>
                </a:lnTo>
                <a:cubicBezTo>
                  <a:pt x="18550" y="170896"/>
                  <a:pt x="23549" y="165766"/>
                  <a:pt x="29733" y="165766"/>
                </a:cubicBezTo>
                <a:lnTo>
                  <a:pt x="96828" y="165766"/>
                </a:lnTo>
                <a:lnTo>
                  <a:pt x="97091" y="166292"/>
                </a:lnTo>
                <a:cubicBezTo>
                  <a:pt x="104064" y="178922"/>
                  <a:pt x="117220" y="186815"/>
                  <a:pt x="131560" y="186815"/>
                </a:cubicBezTo>
                <a:cubicBezTo>
                  <a:pt x="145768" y="186815"/>
                  <a:pt x="158924" y="178922"/>
                  <a:pt x="166029" y="166292"/>
                </a:cubicBezTo>
                <a:lnTo>
                  <a:pt x="166292" y="165766"/>
                </a:lnTo>
                <a:lnTo>
                  <a:pt x="234045" y="165766"/>
                </a:lnTo>
                <a:cubicBezTo>
                  <a:pt x="240229" y="165766"/>
                  <a:pt x="245228" y="170896"/>
                  <a:pt x="245228" y="177211"/>
                </a:cubicBezTo>
                <a:lnTo>
                  <a:pt x="245359" y="219311"/>
                </a:lnTo>
                <a:cubicBezTo>
                  <a:pt x="245228" y="225494"/>
                  <a:pt x="240229" y="230625"/>
                  <a:pt x="234045" y="230756"/>
                </a:cubicBezTo>
                <a:close/>
              </a:path>
            </a:pathLst>
          </a:custGeom>
          <a:solidFill>
            <a:schemeClr val="accent1"/>
          </a:solidFill>
          <a:ln w="251" cap="flat">
            <a:noFill/>
            <a:prstDash val="solid"/>
            <a:miter/>
          </a:ln>
        </p:spPr>
        <p:txBody>
          <a:bodyPr rtlCol="0" anchor="ctr"/>
          <a:lstStyle/>
          <a:p>
            <a:endParaRPr lang="zh-CN" altLang="en-US"/>
          </a:p>
        </p:txBody>
      </p:sp>
      <p:sp>
        <p:nvSpPr>
          <p:cNvPr id="630" name="任意多边形: 形状 629">
            <a:extLst>
              <a:ext uri="{FF2B5EF4-FFF2-40B4-BE49-F238E27FC236}">
                <a16:creationId xmlns:a16="http://schemas.microsoft.com/office/drawing/2014/main" id="{B2C7BE25-6212-1DB7-DBD9-5322B30A4B66}"/>
              </a:ext>
            </a:extLst>
          </p:cNvPr>
          <p:cNvSpPr/>
          <p:nvPr/>
        </p:nvSpPr>
        <p:spPr>
          <a:xfrm>
            <a:off x="6590078" y="1297039"/>
            <a:ext cx="270778" cy="270778"/>
          </a:xfrm>
          <a:custGeom>
            <a:avLst/>
            <a:gdLst>
              <a:gd name="connsiteX0" fmla="*/ 200062 w 270778"/>
              <a:gd name="connsiteY0" fmla="*/ 84512 h 270778"/>
              <a:gd name="connsiteX1" fmla="*/ 206961 w 270778"/>
              <a:gd name="connsiteY1" fmla="*/ 86240 h 270778"/>
              <a:gd name="connsiteX2" fmla="*/ 206949 w 270778"/>
              <a:gd name="connsiteY2" fmla="*/ 86240 h 270778"/>
              <a:gd name="connsiteX3" fmla="*/ 210404 w 270778"/>
              <a:gd name="connsiteY3" fmla="*/ 93126 h 270778"/>
              <a:gd name="connsiteX4" fmla="*/ 198323 w 270778"/>
              <a:gd name="connsiteY4" fmla="*/ 141429 h 270778"/>
              <a:gd name="connsiteX5" fmla="*/ 193152 w 270778"/>
              <a:gd name="connsiteY5" fmla="*/ 146601 h 270778"/>
              <a:gd name="connsiteX6" fmla="*/ 186253 w 270778"/>
              <a:gd name="connsiteY6" fmla="*/ 144873 h 270778"/>
              <a:gd name="connsiteX7" fmla="*/ 175911 w 270778"/>
              <a:gd name="connsiteY7" fmla="*/ 134519 h 270778"/>
              <a:gd name="connsiteX8" fmla="*/ 124164 w 270778"/>
              <a:gd name="connsiteY8" fmla="*/ 186265 h 270778"/>
              <a:gd name="connsiteX9" fmla="*/ 103468 w 270778"/>
              <a:gd name="connsiteY9" fmla="*/ 186265 h 270778"/>
              <a:gd name="connsiteX10" fmla="*/ 98297 w 270778"/>
              <a:gd name="connsiteY10" fmla="*/ 181094 h 270778"/>
              <a:gd name="connsiteX11" fmla="*/ 58632 w 270778"/>
              <a:gd name="connsiteY11" fmla="*/ 141429 h 270778"/>
              <a:gd name="connsiteX12" fmla="*/ 20683 w 270778"/>
              <a:gd name="connsiteY12" fmla="*/ 179366 h 270778"/>
              <a:gd name="connsiteX13" fmla="*/ 5158 w 270778"/>
              <a:gd name="connsiteY13" fmla="*/ 179366 h 270778"/>
              <a:gd name="connsiteX14" fmla="*/ 1715 w 270778"/>
              <a:gd name="connsiteY14" fmla="*/ 172468 h 270778"/>
              <a:gd name="connsiteX15" fmla="*/ 5158 w 270778"/>
              <a:gd name="connsiteY15" fmla="*/ 165569 h 270778"/>
              <a:gd name="connsiteX16" fmla="*/ 22423 w 270778"/>
              <a:gd name="connsiteY16" fmla="*/ 146601 h 270778"/>
              <a:gd name="connsiteX17" fmla="*/ 41392 w 270778"/>
              <a:gd name="connsiteY17" fmla="*/ 127620 h 270778"/>
              <a:gd name="connsiteX18" fmla="*/ 46563 w 270778"/>
              <a:gd name="connsiteY18" fmla="*/ 124177 h 270778"/>
              <a:gd name="connsiteX19" fmla="*/ 56917 w 270778"/>
              <a:gd name="connsiteY19" fmla="*/ 119006 h 270778"/>
              <a:gd name="connsiteX20" fmla="*/ 67259 w 270778"/>
              <a:gd name="connsiteY20" fmla="*/ 122449 h 270778"/>
              <a:gd name="connsiteX21" fmla="*/ 112107 w 270778"/>
              <a:gd name="connsiteY21" fmla="*/ 167285 h 270778"/>
              <a:gd name="connsiteX22" fmla="*/ 160398 w 270778"/>
              <a:gd name="connsiteY22" fmla="*/ 120733 h 270778"/>
              <a:gd name="connsiteX23" fmla="*/ 148328 w 270778"/>
              <a:gd name="connsiteY23" fmla="*/ 108652 h 270778"/>
              <a:gd name="connsiteX24" fmla="*/ 146600 w 270778"/>
              <a:gd name="connsiteY24" fmla="*/ 101753 h 270778"/>
              <a:gd name="connsiteX25" fmla="*/ 151771 w 270778"/>
              <a:gd name="connsiteY25" fmla="*/ 96582 h 270778"/>
              <a:gd name="connsiteX26" fmla="*/ 41392 w 270778"/>
              <a:gd name="connsiteY26" fmla="*/ 0 h 270778"/>
              <a:gd name="connsiteX27" fmla="*/ 225930 w 270778"/>
              <a:gd name="connsiteY27" fmla="*/ 0 h 270778"/>
              <a:gd name="connsiteX28" fmla="*/ 256981 w 270778"/>
              <a:gd name="connsiteY28" fmla="*/ 12070 h 270778"/>
              <a:gd name="connsiteX29" fmla="*/ 270778 w 270778"/>
              <a:gd name="connsiteY29" fmla="*/ 43120 h 270778"/>
              <a:gd name="connsiteX30" fmla="*/ 270778 w 270778"/>
              <a:gd name="connsiteY30" fmla="*/ 227658 h 270778"/>
              <a:gd name="connsiteX31" fmla="*/ 258708 w 270778"/>
              <a:gd name="connsiteY31" fmla="*/ 258696 h 270778"/>
              <a:gd name="connsiteX32" fmla="*/ 227658 w 270778"/>
              <a:gd name="connsiteY32" fmla="*/ 270778 h 270778"/>
              <a:gd name="connsiteX33" fmla="*/ 43120 w 270778"/>
              <a:gd name="connsiteY33" fmla="*/ 270778 h 270778"/>
              <a:gd name="connsiteX34" fmla="*/ 0 w 270778"/>
              <a:gd name="connsiteY34" fmla="*/ 227658 h 270778"/>
              <a:gd name="connsiteX35" fmla="*/ 0 w 270778"/>
              <a:gd name="connsiteY35" fmla="*/ 210405 h 270778"/>
              <a:gd name="connsiteX36" fmla="*/ 10354 w 270778"/>
              <a:gd name="connsiteY36" fmla="*/ 201791 h 270778"/>
              <a:gd name="connsiteX37" fmla="*/ 20696 w 270778"/>
              <a:gd name="connsiteY37" fmla="*/ 210417 h 270778"/>
              <a:gd name="connsiteX38" fmla="*/ 20696 w 270778"/>
              <a:gd name="connsiteY38" fmla="*/ 227658 h 270778"/>
              <a:gd name="connsiteX39" fmla="*/ 41392 w 270778"/>
              <a:gd name="connsiteY39" fmla="*/ 248354 h 270778"/>
              <a:gd name="connsiteX40" fmla="*/ 225930 w 270778"/>
              <a:gd name="connsiteY40" fmla="*/ 248354 h 270778"/>
              <a:gd name="connsiteX41" fmla="*/ 246626 w 270778"/>
              <a:gd name="connsiteY41" fmla="*/ 227658 h 270778"/>
              <a:gd name="connsiteX42" fmla="*/ 246626 w 270778"/>
              <a:gd name="connsiteY42" fmla="*/ 43120 h 270778"/>
              <a:gd name="connsiteX43" fmla="*/ 225930 w 270778"/>
              <a:gd name="connsiteY43" fmla="*/ 22424 h 270778"/>
              <a:gd name="connsiteX44" fmla="*/ 43120 w 270778"/>
              <a:gd name="connsiteY44" fmla="*/ 22424 h 270778"/>
              <a:gd name="connsiteX45" fmla="*/ 22424 w 270778"/>
              <a:gd name="connsiteY45" fmla="*/ 43120 h 270778"/>
              <a:gd name="connsiteX46" fmla="*/ 22424 w 270778"/>
              <a:gd name="connsiteY46" fmla="*/ 131076 h 270778"/>
              <a:gd name="connsiteX47" fmla="*/ 10354 w 270778"/>
              <a:gd name="connsiteY47" fmla="*/ 137975 h 270778"/>
              <a:gd name="connsiteX48" fmla="*/ 0 w 270778"/>
              <a:gd name="connsiteY48" fmla="*/ 129348 h 270778"/>
              <a:gd name="connsiteX49" fmla="*/ 0 w 270778"/>
              <a:gd name="connsiteY49" fmla="*/ 43120 h 270778"/>
              <a:gd name="connsiteX50" fmla="*/ 41392 w 270778"/>
              <a:gd name="connsiteY50" fmla="*/ 0 h 270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70778" h="270778">
                <a:moveTo>
                  <a:pt x="200062" y="84512"/>
                </a:moveTo>
                <a:cubicBezTo>
                  <a:pt x="201790" y="84512"/>
                  <a:pt x="205233" y="84512"/>
                  <a:pt x="206961" y="86240"/>
                </a:cubicBezTo>
                <a:lnTo>
                  <a:pt x="206949" y="86240"/>
                </a:lnTo>
                <a:cubicBezTo>
                  <a:pt x="208677" y="87967"/>
                  <a:pt x="208677" y="91411"/>
                  <a:pt x="210404" y="93126"/>
                </a:cubicBezTo>
                <a:lnTo>
                  <a:pt x="198323" y="141429"/>
                </a:lnTo>
                <a:cubicBezTo>
                  <a:pt x="198323" y="143145"/>
                  <a:pt x="194879" y="146601"/>
                  <a:pt x="193152" y="146601"/>
                </a:cubicBezTo>
                <a:cubicBezTo>
                  <a:pt x="191424" y="146601"/>
                  <a:pt x="187981" y="146601"/>
                  <a:pt x="186253" y="144873"/>
                </a:cubicBezTo>
                <a:lnTo>
                  <a:pt x="175911" y="134519"/>
                </a:lnTo>
                <a:lnTo>
                  <a:pt x="124164" y="186265"/>
                </a:lnTo>
                <a:cubicBezTo>
                  <a:pt x="118993" y="191436"/>
                  <a:pt x="108639" y="191436"/>
                  <a:pt x="103468" y="186265"/>
                </a:cubicBezTo>
                <a:lnTo>
                  <a:pt x="98297" y="181094"/>
                </a:lnTo>
                <a:lnTo>
                  <a:pt x="58632" y="141429"/>
                </a:lnTo>
                <a:lnTo>
                  <a:pt x="20683" y="179366"/>
                </a:lnTo>
                <a:cubicBezTo>
                  <a:pt x="15512" y="184538"/>
                  <a:pt x="10341" y="184538"/>
                  <a:pt x="5158" y="179366"/>
                </a:cubicBezTo>
                <a:cubicBezTo>
                  <a:pt x="3431" y="177639"/>
                  <a:pt x="1715" y="174195"/>
                  <a:pt x="1715" y="172468"/>
                </a:cubicBezTo>
                <a:cubicBezTo>
                  <a:pt x="1715" y="170740"/>
                  <a:pt x="3431" y="167297"/>
                  <a:pt x="5158" y="165569"/>
                </a:cubicBezTo>
                <a:lnTo>
                  <a:pt x="22423" y="146601"/>
                </a:lnTo>
                <a:lnTo>
                  <a:pt x="41392" y="127620"/>
                </a:lnTo>
                <a:lnTo>
                  <a:pt x="46563" y="124177"/>
                </a:lnTo>
                <a:cubicBezTo>
                  <a:pt x="50018" y="120721"/>
                  <a:pt x="53461" y="119006"/>
                  <a:pt x="56917" y="119006"/>
                </a:cubicBezTo>
                <a:cubicBezTo>
                  <a:pt x="60360" y="119006"/>
                  <a:pt x="63816" y="120733"/>
                  <a:pt x="67259" y="122449"/>
                </a:cubicBezTo>
                <a:lnTo>
                  <a:pt x="112107" y="167285"/>
                </a:lnTo>
                <a:lnTo>
                  <a:pt x="160398" y="120733"/>
                </a:lnTo>
                <a:lnTo>
                  <a:pt x="148328" y="108652"/>
                </a:lnTo>
                <a:cubicBezTo>
                  <a:pt x="146600" y="106924"/>
                  <a:pt x="146600" y="103480"/>
                  <a:pt x="146600" y="101753"/>
                </a:cubicBezTo>
                <a:cubicBezTo>
                  <a:pt x="146600" y="98309"/>
                  <a:pt x="148328" y="96582"/>
                  <a:pt x="151771" y="96582"/>
                </a:cubicBezTo>
                <a:close/>
                <a:moveTo>
                  <a:pt x="41392" y="0"/>
                </a:moveTo>
                <a:lnTo>
                  <a:pt x="225930" y="0"/>
                </a:lnTo>
                <a:cubicBezTo>
                  <a:pt x="238000" y="0"/>
                  <a:pt x="250082" y="3443"/>
                  <a:pt x="256981" y="12070"/>
                </a:cubicBezTo>
                <a:cubicBezTo>
                  <a:pt x="265595" y="20696"/>
                  <a:pt x="269050" y="31038"/>
                  <a:pt x="270778" y="43120"/>
                </a:cubicBezTo>
                <a:lnTo>
                  <a:pt x="270778" y="227658"/>
                </a:lnTo>
                <a:cubicBezTo>
                  <a:pt x="270778" y="239728"/>
                  <a:pt x="265607" y="250082"/>
                  <a:pt x="258708" y="258696"/>
                </a:cubicBezTo>
                <a:cubicBezTo>
                  <a:pt x="250070" y="267335"/>
                  <a:pt x="239728" y="270778"/>
                  <a:pt x="227658" y="270778"/>
                </a:cubicBezTo>
                <a:lnTo>
                  <a:pt x="43120" y="270778"/>
                </a:lnTo>
                <a:cubicBezTo>
                  <a:pt x="20696" y="270778"/>
                  <a:pt x="0" y="250082"/>
                  <a:pt x="0" y="227658"/>
                </a:cubicBezTo>
                <a:lnTo>
                  <a:pt x="0" y="210405"/>
                </a:lnTo>
                <a:cubicBezTo>
                  <a:pt x="0" y="205246"/>
                  <a:pt x="5171" y="201791"/>
                  <a:pt x="10354" y="201791"/>
                </a:cubicBezTo>
                <a:cubicBezTo>
                  <a:pt x="15513" y="201791"/>
                  <a:pt x="20696" y="205234"/>
                  <a:pt x="20696" y="210417"/>
                </a:cubicBezTo>
                <a:lnTo>
                  <a:pt x="20696" y="227658"/>
                </a:lnTo>
                <a:cubicBezTo>
                  <a:pt x="20696" y="239728"/>
                  <a:pt x="31038" y="248354"/>
                  <a:pt x="41392" y="248354"/>
                </a:cubicBezTo>
                <a:lnTo>
                  <a:pt x="225930" y="248354"/>
                </a:lnTo>
                <a:cubicBezTo>
                  <a:pt x="238000" y="248354"/>
                  <a:pt x="246626" y="238000"/>
                  <a:pt x="246626" y="227658"/>
                </a:cubicBezTo>
                <a:lnTo>
                  <a:pt x="246626" y="43120"/>
                </a:lnTo>
                <a:cubicBezTo>
                  <a:pt x="246626" y="31050"/>
                  <a:pt x="236284" y="22424"/>
                  <a:pt x="225930" y="22424"/>
                </a:cubicBezTo>
                <a:lnTo>
                  <a:pt x="43120" y="22424"/>
                </a:lnTo>
                <a:cubicBezTo>
                  <a:pt x="31050" y="22424"/>
                  <a:pt x="22424" y="32766"/>
                  <a:pt x="22424" y="43120"/>
                </a:cubicBezTo>
                <a:lnTo>
                  <a:pt x="22424" y="131076"/>
                </a:lnTo>
                <a:cubicBezTo>
                  <a:pt x="20696" y="134519"/>
                  <a:pt x="15525" y="137975"/>
                  <a:pt x="10354" y="137975"/>
                </a:cubicBezTo>
                <a:cubicBezTo>
                  <a:pt x="5171" y="137975"/>
                  <a:pt x="1716" y="134531"/>
                  <a:pt x="0" y="129348"/>
                </a:cubicBezTo>
                <a:lnTo>
                  <a:pt x="0" y="43120"/>
                </a:lnTo>
                <a:cubicBezTo>
                  <a:pt x="0" y="18956"/>
                  <a:pt x="18968" y="0"/>
                  <a:pt x="41392" y="0"/>
                </a:cubicBezTo>
                <a:close/>
              </a:path>
            </a:pathLst>
          </a:custGeom>
          <a:solidFill>
            <a:schemeClr val="accent1"/>
          </a:solidFill>
          <a:ln w="260" cap="flat">
            <a:noFill/>
            <a:prstDash val="solid"/>
            <a:miter/>
          </a:ln>
        </p:spPr>
        <p:txBody>
          <a:bodyPr rtlCol="0" anchor="ctr"/>
          <a:lstStyle/>
          <a:p>
            <a:endParaRPr lang="zh-CN" altLang="en-US"/>
          </a:p>
        </p:txBody>
      </p:sp>
      <p:sp>
        <p:nvSpPr>
          <p:cNvPr id="633" name="图形 631">
            <a:extLst>
              <a:ext uri="{FF2B5EF4-FFF2-40B4-BE49-F238E27FC236}">
                <a16:creationId xmlns:a16="http://schemas.microsoft.com/office/drawing/2014/main" id="{2A53A2C6-7832-E3DA-1C30-34AD27D78186}"/>
              </a:ext>
            </a:extLst>
          </p:cNvPr>
          <p:cNvSpPr/>
          <p:nvPr/>
        </p:nvSpPr>
        <p:spPr>
          <a:xfrm>
            <a:off x="7871105" y="1323594"/>
            <a:ext cx="226591" cy="238762"/>
          </a:xfrm>
          <a:custGeom>
            <a:avLst/>
            <a:gdLst>
              <a:gd name="connsiteX0" fmla="*/ 187374 w 226591"/>
              <a:gd name="connsiteY0" fmla="*/ 128564 h 238762"/>
              <a:gd name="connsiteX1" fmla="*/ 226592 w 226591"/>
              <a:gd name="connsiteY1" fmla="*/ 169889 h 238762"/>
              <a:gd name="connsiteX2" fmla="*/ 226592 w 226591"/>
              <a:gd name="connsiteY2" fmla="*/ 220396 h 238762"/>
              <a:gd name="connsiteX3" fmla="*/ 209162 w 226591"/>
              <a:gd name="connsiteY3" fmla="*/ 238762 h 238762"/>
              <a:gd name="connsiteX4" fmla="*/ 161229 w 226591"/>
              <a:gd name="connsiteY4" fmla="*/ 238762 h 238762"/>
              <a:gd name="connsiteX5" fmla="*/ 122011 w 226591"/>
              <a:gd name="connsiteY5" fmla="*/ 197438 h 238762"/>
              <a:gd name="connsiteX6" fmla="*/ 122011 w 226591"/>
              <a:gd name="connsiteY6" fmla="*/ 146931 h 238762"/>
              <a:gd name="connsiteX7" fmla="*/ 139441 w 226591"/>
              <a:gd name="connsiteY7" fmla="*/ 128564 h 238762"/>
              <a:gd name="connsiteX8" fmla="*/ 87151 w 226591"/>
              <a:gd name="connsiteY8" fmla="*/ 128564 h 238762"/>
              <a:gd name="connsiteX9" fmla="*/ 104578 w 226591"/>
              <a:gd name="connsiteY9" fmla="*/ 146611 h 238762"/>
              <a:gd name="connsiteX10" fmla="*/ 104578 w 226591"/>
              <a:gd name="connsiteY10" fmla="*/ 197438 h 238762"/>
              <a:gd name="connsiteX11" fmla="*/ 66013 w 226591"/>
              <a:gd name="connsiteY11" fmla="*/ 238759 h 238762"/>
              <a:gd name="connsiteX12" fmla="*/ 17430 w 226591"/>
              <a:gd name="connsiteY12" fmla="*/ 238759 h 238762"/>
              <a:gd name="connsiteX13" fmla="*/ 3 w 226591"/>
              <a:gd name="connsiteY13" fmla="*/ 220697 h 238762"/>
              <a:gd name="connsiteX14" fmla="*/ 3 w 226591"/>
              <a:gd name="connsiteY14" fmla="*/ 169889 h 238762"/>
              <a:gd name="connsiteX15" fmla="*/ 38571 w 226591"/>
              <a:gd name="connsiteY15" fmla="*/ 128568 h 238762"/>
              <a:gd name="connsiteX16" fmla="*/ 87151 w 226591"/>
              <a:gd name="connsiteY16" fmla="*/ 128568 h 238762"/>
              <a:gd name="connsiteX17" fmla="*/ 187374 w 226591"/>
              <a:gd name="connsiteY17" fmla="*/ 142339 h 238762"/>
              <a:gd name="connsiteX18" fmla="*/ 139441 w 226591"/>
              <a:gd name="connsiteY18" fmla="*/ 142339 h 238762"/>
              <a:gd name="connsiteX19" fmla="*/ 135084 w 226591"/>
              <a:gd name="connsiteY19" fmla="*/ 146931 h 238762"/>
              <a:gd name="connsiteX20" fmla="*/ 135084 w 226591"/>
              <a:gd name="connsiteY20" fmla="*/ 197438 h 238762"/>
              <a:gd name="connsiteX21" fmla="*/ 161222 w 226591"/>
              <a:gd name="connsiteY21" fmla="*/ 224988 h 238762"/>
              <a:gd name="connsiteX22" fmla="*/ 161229 w 226591"/>
              <a:gd name="connsiteY22" fmla="*/ 224988 h 238762"/>
              <a:gd name="connsiteX23" fmla="*/ 209162 w 226591"/>
              <a:gd name="connsiteY23" fmla="*/ 224988 h 238762"/>
              <a:gd name="connsiteX24" fmla="*/ 213519 w 226591"/>
              <a:gd name="connsiteY24" fmla="*/ 220396 h 238762"/>
              <a:gd name="connsiteX25" fmla="*/ 213519 w 226591"/>
              <a:gd name="connsiteY25" fmla="*/ 169889 h 238762"/>
              <a:gd name="connsiteX26" fmla="*/ 187381 w 226591"/>
              <a:gd name="connsiteY26" fmla="*/ 142339 h 238762"/>
              <a:gd name="connsiteX27" fmla="*/ 187374 w 226591"/>
              <a:gd name="connsiteY27" fmla="*/ 142339 h 238762"/>
              <a:gd name="connsiteX28" fmla="*/ 87151 w 226591"/>
              <a:gd name="connsiteY28" fmla="*/ 142339 h 238762"/>
              <a:gd name="connsiteX29" fmla="*/ 39218 w 226591"/>
              <a:gd name="connsiteY29" fmla="*/ 142339 h 238762"/>
              <a:gd name="connsiteX30" fmla="*/ 13076 w 226591"/>
              <a:gd name="connsiteY30" fmla="*/ 169433 h 238762"/>
              <a:gd name="connsiteX31" fmla="*/ 13076 w 226591"/>
              <a:gd name="connsiteY31" fmla="*/ 220396 h 238762"/>
              <a:gd name="connsiteX32" fmla="*/ 17311 w 226591"/>
              <a:gd name="connsiteY32" fmla="*/ 224984 h 238762"/>
              <a:gd name="connsiteX33" fmla="*/ 65363 w 226591"/>
              <a:gd name="connsiteY33" fmla="*/ 224984 h 238762"/>
              <a:gd name="connsiteX34" fmla="*/ 91505 w 226591"/>
              <a:gd name="connsiteY34" fmla="*/ 197908 h 238762"/>
              <a:gd name="connsiteX35" fmla="*/ 91505 w 226591"/>
              <a:gd name="connsiteY35" fmla="*/ 146931 h 238762"/>
              <a:gd name="connsiteX36" fmla="*/ 87147 w 226591"/>
              <a:gd name="connsiteY36" fmla="*/ 142339 h 238762"/>
              <a:gd name="connsiteX37" fmla="*/ 65363 w 226591"/>
              <a:gd name="connsiteY37" fmla="*/ 0 h 238762"/>
              <a:gd name="connsiteX38" fmla="*/ 104581 w 226591"/>
              <a:gd name="connsiteY38" fmla="*/ 41324 h 238762"/>
              <a:gd name="connsiteX39" fmla="*/ 104581 w 226591"/>
              <a:gd name="connsiteY39" fmla="*/ 91832 h 238762"/>
              <a:gd name="connsiteX40" fmla="*/ 87151 w 226591"/>
              <a:gd name="connsiteY40" fmla="*/ 110198 h 238762"/>
              <a:gd name="connsiteX41" fmla="*/ 39218 w 226591"/>
              <a:gd name="connsiteY41" fmla="*/ 110198 h 238762"/>
              <a:gd name="connsiteX42" fmla="*/ 0 w 226591"/>
              <a:gd name="connsiteY42" fmla="*/ 68874 h 238762"/>
              <a:gd name="connsiteX43" fmla="*/ 0 w 226591"/>
              <a:gd name="connsiteY43" fmla="*/ 18366 h 238762"/>
              <a:gd name="connsiteX44" fmla="*/ 17430 w 226591"/>
              <a:gd name="connsiteY44" fmla="*/ 0 h 238762"/>
              <a:gd name="connsiteX45" fmla="*/ 183095 w 226591"/>
              <a:gd name="connsiteY45" fmla="*/ 0 h 238762"/>
              <a:gd name="connsiteX46" fmla="*/ 189631 w 226591"/>
              <a:gd name="connsiteY46" fmla="*/ 6887 h 238762"/>
              <a:gd name="connsiteX47" fmla="*/ 183095 w 226591"/>
              <a:gd name="connsiteY47" fmla="*/ 13775 h 238762"/>
              <a:gd name="connsiteX48" fmla="*/ 161229 w 226591"/>
              <a:gd name="connsiteY48" fmla="*/ 13775 h 238762"/>
              <a:gd name="connsiteX49" fmla="*/ 135084 w 226591"/>
              <a:gd name="connsiteY49" fmla="*/ 41317 h 238762"/>
              <a:gd name="connsiteX50" fmla="*/ 135084 w 226591"/>
              <a:gd name="connsiteY50" fmla="*/ 41324 h 238762"/>
              <a:gd name="connsiteX51" fmla="*/ 135084 w 226591"/>
              <a:gd name="connsiteY51" fmla="*/ 91832 h 238762"/>
              <a:gd name="connsiteX52" fmla="*/ 139441 w 226591"/>
              <a:gd name="connsiteY52" fmla="*/ 96423 h 238762"/>
              <a:gd name="connsiteX53" fmla="*/ 187374 w 226591"/>
              <a:gd name="connsiteY53" fmla="*/ 96423 h 238762"/>
              <a:gd name="connsiteX54" fmla="*/ 213519 w 226591"/>
              <a:gd name="connsiteY54" fmla="*/ 68874 h 238762"/>
              <a:gd name="connsiteX55" fmla="*/ 213519 w 226591"/>
              <a:gd name="connsiteY55" fmla="*/ 45894 h 238762"/>
              <a:gd name="connsiteX56" fmla="*/ 220056 w 226591"/>
              <a:gd name="connsiteY56" fmla="*/ 39007 h 238762"/>
              <a:gd name="connsiteX57" fmla="*/ 226592 w 226591"/>
              <a:gd name="connsiteY57" fmla="*/ 45894 h 238762"/>
              <a:gd name="connsiteX58" fmla="*/ 226592 w 226591"/>
              <a:gd name="connsiteY58" fmla="*/ 68874 h 238762"/>
              <a:gd name="connsiteX59" fmla="*/ 187374 w 226591"/>
              <a:gd name="connsiteY59" fmla="*/ 110198 h 238762"/>
              <a:gd name="connsiteX60" fmla="*/ 139441 w 226591"/>
              <a:gd name="connsiteY60" fmla="*/ 110198 h 238762"/>
              <a:gd name="connsiteX61" fmla="*/ 122011 w 226591"/>
              <a:gd name="connsiteY61" fmla="*/ 91832 h 238762"/>
              <a:gd name="connsiteX62" fmla="*/ 122011 w 226591"/>
              <a:gd name="connsiteY62" fmla="*/ 41324 h 238762"/>
              <a:gd name="connsiteX63" fmla="*/ 161229 w 226591"/>
              <a:gd name="connsiteY63" fmla="*/ 0 h 238762"/>
              <a:gd name="connsiteX64" fmla="*/ 65363 w 226591"/>
              <a:gd name="connsiteY64" fmla="*/ 13775 h 238762"/>
              <a:gd name="connsiteX65" fmla="*/ 17430 w 226591"/>
              <a:gd name="connsiteY65" fmla="*/ 13775 h 238762"/>
              <a:gd name="connsiteX66" fmla="*/ 13073 w 226591"/>
              <a:gd name="connsiteY66" fmla="*/ 18366 h 238762"/>
              <a:gd name="connsiteX67" fmla="*/ 13073 w 226591"/>
              <a:gd name="connsiteY67" fmla="*/ 68874 h 238762"/>
              <a:gd name="connsiteX68" fmla="*/ 39218 w 226591"/>
              <a:gd name="connsiteY68" fmla="*/ 96423 h 238762"/>
              <a:gd name="connsiteX69" fmla="*/ 87151 w 226591"/>
              <a:gd name="connsiteY69" fmla="*/ 96423 h 238762"/>
              <a:gd name="connsiteX70" fmla="*/ 91508 w 226591"/>
              <a:gd name="connsiteY70" fmla="*/ 91832 h 238762"/>
              <a:gd name="connsiteX71" fmla="*/ 91508 w 226591"/>
              <a:gd name="connsiteY71" fmla="*/ 41324 h 238762"/>
              <a:gd name="connsiteX72" fmla="*/ 65363 w 226591"/>
              <a:gd name="connsiteY72" fmla="*/ 13775 h 238762"/>
              <a:gd name="connsiteX73" fmla="*/ 213519 w 226591"/>
              <a:gd name="connsiteY73" fmla="*/ 0 h 238762"/>
              <a:gd name="connsiteX74" fmla="*/ 226592 w 226591"/>
              <a:gd name="connsiteY74" fmla="*/ 13775 h 238762"/>
              <a:gd name="connsiteX75" fmla="*/ 213519 w 226591"/>
              <a:gd name="connsiteY75" fmla="*/ 27550 h 238762"/>
              <a:gd name="connsiteX76" fmla="*/ 200447 w 226591"/>
              <a:gd name="connsiteY76" fmla="*/ 13775 h 238762"/>
              <a:gd name="connsiteX77" fmla="*/ 213519 w 226591"/>
              <a:gd name="connsiteY77" fmla="*/ 0 h 23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226591" h="238762">
                <a:moveTo>
                  <a:pt x="187374" y="128564"/>
                </a:moveTo>
                <a:cubicBezTo>
                  <a:pt x="209034" y="128564"/>
                  <a:pt x="226592" y="147066"/>
                  <a:pt x="226592" y="169889"/>
                </a:cubicBezTo>
                <a:lnTo>
                  <a:pt x="226592" y="220396"/>
                </a:lnTo>
                <a:cubicBezTo>
                  <a:pt x="226592" y="230540"/>
                  <a:pt x="218788" y="238762"/>
                  <a:pt x="209162" y="238762"/>
                </a:cubicBezTo>
                <a:lnTo>
                  <a:pt x="161229" y="238762"/>
                </a:lnTo>
                <a:cubicBezTo>
                  <a:pt x="139569" y="238762"/>
                  <a:pt x="122011" y="220261"/>
                  <a:pt x="122011" y="197438"/>
                </a:cubicBezTo>
                <a:lnTo>
                  <a:pt x="122011" y="146931"/>
                </a:lnTo>
                <a:cubicBezTo>
                  <a:pt x="122011" y="136787"/>
                  <a:pt x="129815" y="128564"/>
                  <a:pt x="139441" y="128564"/>
                </a:cubicBezTo>
                <a:close/>
                <a:moveTo>
                  <a:pt x="87151" y="128564"/>
                </a:moveTo>
                <a:cubicBezTo>
                  <a:pt x="96659" y="128565"/>
                  <a:pt x="104412" y="136594"/>
                  <a:pt x="104578" y="146611"/>
                </a:cubicBezTo>
                <a:lnTo>
                  <a:pt x="104578" y="197438"/>
                </a:lnTo>
                <a:cubicBezTo>
                  <a:pt x="104579" y="219993"/>
                  <a:pt x="87416" y="238383"/>
                  <a:pt x="66013" y="238759"/>
                </a:cubicBezTo>
                <a:lnTo>
                  <a:pt x="17430" y="238759"/>
                </a:lnTo>
                <a:cubicBezTo>
                  <a:pt x="7917" y="238758"/>
                  <a:pt x="161" y="230720"/>
                  <a:pt x="3" y="220697"/>
                </a:cubicBezTo>
                <a:lnTo>
                  <a:pt x="3" y="169889"/>
                </a:lnTo>
                <a:cubicBezTo>
                  <a:pt x="4" y="147333"/>
                  <a:pt x="17168" y="128944"/>
                  <a:pt x="38571" y="128568"/>
                </a:cubicBezTo>
                <a:lnTo>
                  <a:pt x="87151" y="128568"/>
                </a:lnTo>
                <a:close/>
                <a:moveTo>
                  <a:pt x="187374" y="142339"/>
                </a:moveTo>
                <a:lnTo>
                  <a:pt x="139441" y="142339"/>
                </a:lnTo>
                <a:cubicBezTo>
                  <a:pt x="137035" y="142339"/>
                  <a:pt x="135084" y="144395"/>
                  <a:pt x="135084" y="146931"/>
                </a:cubicBezTo>
                <a:lnTo>
                  <a:pt x="135084" y="197438"/>
                </a:lnTo>
                <a:cubicBezTo>
                  <a:pt x="135082" y="212651"/>
                  <a:pt x="146784" y="224986"/>
                  <a:pt x="161222" y="224988"/>
                </a:cubicBezTo>
                <a:cubicBezTo>
                  <a:pt x="161224" y="224988"/>
                  <a:pt x="161227" y="224988"/>
                  <a:pt x="161229" y="224988"/>
                </a:cubicBezTo>
                <a:lnTo>
                  <a:pt x="209162" y="224988"/>
                </a:lnTo>
                <a:cubicBezTo>
                  <a:pt x="211568" y="224988"/>
                  <a:pt x="213519" y="222932"/>
                  <a:pt x="213519" y="220396"/>
                </a:cubicBezTo>
                <a:lnTo>
                  <a:pt x="213519" y="169889"/>
                </a:lnTo>
                <a:cubicBezTo>
                  <a:pt x="213521" y="154675"/>
                  <a:pt x="201819" y="142341"/>
                  <a:pt x="187381" y="142339"/>
                </a:cubicBezTo>
                <a:cubicBezTo>
                  <a:pt x="187379" y="142339"/>
                  <a:pt x="187376" y="142339"/>
                  <a:pt x="187374" y="142339"/>
                </a:cubicBezTo>
                <a:close/>
                <a:moveTo>
                  <a:pt x="87151" y="142339"/>
                </a:moveTo>
                <a:lnTo>
                  <a:pt x="39218" y="142339"/>
                </a:lnTo>
                <a:cubicBezTo>
                  <a:pt x="24947" y="142339"/>
                  <a:pt x="13312" y="154398"/>
                  <a:pt x="13076" y="169433"/>
                </a:cubicBezTo>
                <a:lnTo>
                  <a:pt x="13076" y="220396"/>
                </a:lnTo>
                <a:cubicBezTo>
                  <a:pt x="13077" y="222881"/>
                  <a:pt x="14954" y="224914"/>
                  <a:pt x="17311" y="224984"/>
                </a:cubicBezTo>
                <a:lnTo>
                  <a:pt x="65363" y="224984"/>
                </a:lnTo>
                <a:cubicBezTo>
                  <a:pt x="79628" y="224984"/>
                  <a:pt x="91260" y="212937"/>
                  <a:pt x="91505" y="197908"/>
                </a:cubicBezTo>
                <a:lnTo>
                  <a:pt x="91505" y="146931"/>
                </a:lnTo>
                <a:cubicBezTo>
                  <a:pt x="91505" y="144395"/>
                  <a:pt x="89554" y="142339"/>
                  <a:pt x="87147" y="142339"/>
                </a:cubicBezTo>
                <a:close/>
                <a:moveTo>
                  <a:pt x="65363" y="0"/>
                </a:moveTo>
                <a:cubicBezTo>
                  <a:pt x="87022" y="0"/>
                  <a:pt x="104581" y="18502"/>
                  <a:pt x="104581" y="41324"/>
                </a:cubicBezTo>
                <a:lnTo>
                  <a:pt x="104581" y="91832"/>
                </a:lnTo>
                <a:cubicBezTo>
                  <a:pt x="104581" y="101975"/>
                  <a:pt x="96777" y="110198"/>
                  <a:pt x="87151" y="110198"/>
                </a:cubicBezTo>
                <a:lnTo>
                  <a:pt x="39218" y="110198"/>
                </a:lnTo>
                <a:cubicBezTo>
                  <a:pt x="17558" y="110198"/>
                  <a:pt x="0" y="91697"/>
                  <a:pt x="0" y="68874"/>
                </a:cubicBezTo>
                <a:lnTo>
                  <a:pt x="0" y="18366"/>
                </a:lnTo>
                <a:cubicBezTo>
                  <a:pt x="0" y="8223"/>
                  <a:pt x="7804" y="0"/>
                  <a:pt x="17430" y="0"/>
                </a:cubicBezTo>
                <a:close/>
                <a:moveTo>
                  <a:pt x="183095" y="0"/>
                </a:moveTo>
                <a:cubicBezTo>
                  <a:pt x="186705" y="0"/>
                  <a:pt x="189631" y="3084"/>
                  <a:pt x="189631" y="6887"/>
                </a:cubicBezTo>
                <a:cubicBezTo>
                  <a:pt x="189631" y="10691"/>
                  <a:pt x="186705" y="13775"/>
                  <a:pt x="183095" y="13775"/>
                </a:cubicBezTo>
                <a:lnTo>
                  <a:pt x="161229" y="13775"/>
                </a:lnTo>
                <a:cubicBezTo>
                  <a:pt x="146791" y="13773"/>
                  <a:pt x="135086" y="26104"/>
                  <a:pt x="135084" y="41317"/>
                </a:cubicBezTo>
                <a:cubicBezTo>
                  <a:pt x="135084" y="41319"/>
                  <a:pt x="135084" y="41322"/>
                  <a:pt x="135084" y="41324"/>
                </a:cubicBezTo>
                <a:lnTo>
                  <a:pt x="135084" y="91832"/>
                </a:lnTo>
                <a:cubicBezTo>
                  <a:pt x="135084" y="94368"/>
                  <a:pt x="137035" y="96423"/>
                  <a:pt x="139441" y="96423"/>
                </a:cubicBezTo>
                <a:lnTo>
                  <a:pt x="187374" y="96423"/>
                </a:lnTo>
                <a:cubicBezTo>
                  <a:pt x="201814" y="96423"/>
                  <a:pt x="213519" y="84089"/>
                  <a:pt x="213519" y="68874"/>
                </a:cubicBezTo>
                <a:lnTo>
                  <a:pt x="213519" y="45894"/>
                </a:lnTo>
                <a:cubicBezTo>
                  <a:pt x="213519" y="42091"/>
                  <a:pt x="216446" y="39007"/>
                  <a:pt x="220056" y="39007"/>
                </a:cubicBezTo>
                <a:cubicBezTo>
                  <a:pt x="223666" y="39007"/>
                  <a:pt x="226592" y="42091"/>
                  <a:pt x="226592" y="45894"/>
                </a:cubicBezTo>
                <a:lnTo>
                  <a:pt x="226592" y="68874"/>
                </a:lnTo>
                <a:cubicBezTo>
                  <a:pt x="226592" y="91697"/>
                  <a:pt x="209034" y="110198"/>
                  <a:pt x="187374" y="110198"/>
                </a:cubicBezTo>
                <a:lnTo>
                  <a:pt x="139441" y="110198"/>
                </a:lnTo>
                <a:cubicBezTo>
                  <a:pt x="129815" y="110198"/>
                  <a:pt x="122011" y="101975"/>
                  <a:pt x="122011" y="91832"/>
                </a:cubicBezTo>
                <a:lnTo>
                  <a:pt x="122011" y="41324"/>
                </a:lnTo>
                <a:cubicBezTo>
                  <a:pt x="122011" y="18502"/>
                  <a:pt x="139569" y="0"/>
                  <a:pt x="161229" y="0"/>
                </a:cubicBezTo>
                <a:close/>
                <a:moveTo>
                  <a:pt x="65363" y="13775"/>
                </a:moveTo>
                <a:lnTo>
                  <a:pt x="17430" y="13775"/>
                </a:lnTo>
                <a:cubicBezTo>
                  <a:pt x="15024" y="13775"/>
                  <a:pt x="13073" y="15830"/>
                  <a:pt x="13073" y="18366"/>
                </a:cubicBezTo>
                <a:lnTo>
                  <a:pt x="13073" y="68874"/>
                </a:lnTo>
                <a:cubicBezTo>
                  <a:pt x="13074" y="84088"/>
                  <a:pt x="24779" y="96421"/>
                  <a:pt x="39218" y="96423"/>
                </a:cubicBezTo>
                <a:lnTo>
                  <a:pt x="87151" y="96423"/>
                </a:lnTo>
                <a:cubicBezTo>
                  <a:pt x="89557" y="96423"/>
                  <a:pt x="91508" y="94368"/>
                  <a:pt x="91508" y="91832"/>
                </a:cubicBezTo>
                <a:lnTo>
                  <a:pt x="91508" y="41324"/>
                </a:lnTo>
                <a:cubicBezTo>
                  <a:pt x="91508" y="26109"/>
                  <a:pt x="79803" y="13775"/>
                  <a:pt x="65363" y="13775"/>
                </a:cubicBezTo>
                <a:close/>
                <a:moveTo>
                  <a:pt x="213519" y="0"/>
                </a:moveTo>
                <a:cubicBezTo>
                  <a:pt x="220739" y="0"/>
                  <a:pt x="226592" y="6167"/>
                  <a:pt x="226592" y="13775"/>
                </a:cubicBezTo>
                <a:cubicBezTo>
                  <a:pt x="226592" y="21382"/>
                  <a:pt x="220739" y="27550"/>
                  <a:pt x="213519" y="27550"/>
                </a:cubicBezTo>
                <a:cubicBezTo>
                  <a:pt x="206300" y="27550"/>
                  <a:pt x="200447" y="21382"/>
                  <a:pt x="200447" y="13775"/>
                </a:cubicBezTo>
                <a:cubicBezTo>
                  <a:pt x="200447" y="6167"/>
                  <a:pt x="206300" y="0"/>
                  <a:pt x="213519" y="0"/>
                </a:cubicBezTo>
                <a:close/>
              </a:path>
            </a:pathLst>
          </a:custGeom>
          <a:solidFill>
            <a:schemeClr val="accent1"/>
          </a:solidFill>
          <a:ln w="3175" cap="flat">
            <a:solidFill>
              <a:schemeClr val="accent1"/>
            </a:solidFill>
            <a:prstDash val="solid"/>
            <a:miter/>
          </a:ln>
        </p:spPr>
        <p:txBody>
          <a:bodyPr rtlCol="0" anchor="ctr"/>
          <a:lstStyle/>
          <a:p>
            <a:endParaRPr lang="zh-CN" altLang="en-US"/>
          </a:p>
        </p:txBody>
      </p:sp>
      <p:grpSp>
        <p:nvGrpSpPr>
          <p:cNvPr id="634" name="组合 633">
            <a:extLst>
              <a:ext uri="{FF2B5EF4-FFF2-40B4-BE49-F238E27FC236}">
                <a16:creationId xmlns:a16="http://schemas.microsoft.com/office/drawing/2014/main" id="{98237A82-0465-B7EE-AB47-84B106AEA64C}"/>
              </a:ext>
            </a:extLst>
          </p:cNvPr>
          <p:cNvGrpSpPr/>
          <p:nvPr/>
        </p:nvGrpSpPr>
        <p:grpSpPr>
          <a:xfrm>
            <a:off x="3840359" y="4841147"/>
            <a:ext cx="181200" cy="195072"/>
            <a:chOff x="3183384" y="5313980"/>
            <a:chExt cx="1099343" cy="1183502"/>
          </a:xfrm>
          <a:solidFill>
            <a:schemeClr val="tx2"/>
          </a:solidFill>
        </p:grpSpPr>
        <p:sp>
          <p:nvSpPr>
            <p:cNvPr id="635" name="任意多边形: 形状 634">
              <a:extLst>
                <a:ext uri="{FF2B5EF4-FFF2-40B4-BE49-F238E27FC236}">
                  <a16:creationId xmlns:a16="http://schemas.microsoft.com/office/drawing/2014/main" id="{9C2B91B4-1B75-85F0-0939-80FD6B52DF88}"/>
                </a:ext>
              </a:extLst>
            </p:cNvPr>
            <p:cNvSpPr/>
            <p:nvPr/>
          </p:nvSpPr>
          <p:spPr>
            <a:xfrm>
              <a:off x="3774684" y="6034803"/>
              <a:ext cx="508043" cy="441886"/>
            </a:xfrm>
            <a:custGeom>
              <a:avLst/>
              <a:gdLst>
                <a:gd name="connsiteX0" fmla="*/ 181654 w 508043"/>
                <a:gd name="connsiteY0" fmla="*/ 16275 h 441886"/>
                <a:gd name="connsiteX1" fmla="*/ 260235 w 508043"/>
                <a:gd name="connsiteY1" fmla="*/ 16275 h 441886"/>
                <a:gd name="connsiteX2" fmla="*/ 260235 w 508043"/>
                <a:gd name="connsiteY2" fmla="*/ 94856 h 441886"/>
                <a:gd name="connsiteX3" fmla="*/ 189750 w 508043"/>
                <a:gd name="connsiteY3" fmla="*/ 165420 h 441886"/>
                <a:gd name="connsiteX4" fmla="*/ 452481 w 508043"/>
                <a:gd name="connsiteY4" fmla="*/ 165420 h 441886"/>
                <a:gd name="connsiteX5" fmla="*/ 508044 w 508043"/>
                <a:gd name="connsiteY5" fmla="*/ 220983 h 441886"/>
                <a:gd name="connsiteX6" fmla="*/ 452481 w 508043"/>
                <a:gd name="connsiteY6" fmla="*/ 276545 h 441886"/>
                <a:gd name="connsiteX7" fmla="*/ 189750 w 508043"/>
                <a:gd name="connsiteY7" fmla="*/ 276545 h 441886"/>
                <a:gd name="connsiteX8" fmla="*/ 260235 w 508043"/>
                <a:gd name="connsiteY8" fmla="*/ 347030 h 441886"/>
                <a:gd name="connsiteX9" fmla="*/ 260235 w 508043"/>
                <a:gd name="connsiteY9" fmla="*/ 425612 h 441886"/>
                <a:gd name="connsiteX10" fmla="*/ 181654 w 508043"/>
                <a:gd name="connsiteY10" fmla="*/ 425612 h 441886"/>
                <a:gd name="connsiteX11" fmla="*/ 17268 w 508043"/>
                <a:gd name="connsiteY11" fmla="*/ 261147 h 441886"/>
                <a:gd name="connsiteX12" fmla="*/ 15214 w 508043"/>
                <a:gd name="connsiteY12" fmla="*/ 182821 h 441886"/>
                <a:gd name="connsiteX13" fmla="*/ 16316 w 508043"/>
                <a:gd name="connsiteY13" fmla="*/ 181692 h 441886"/>
                <a:gd name="connsiteX14" fmla="*/ 181654 w 508043"/>
                <a:gd name="connsiteY14" fmla="*/ 16275 h 441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8043" h="441886">
                  <a:moveTo>
                    <a:pt x="181654" y="16275"/>
                  </a:moveTo>
                  <a:cubicBezTo>
                    <a:pt x="203353" y="-5425"/>
                    <a:pt x="238535" y="-5425"/>
                    <a:pt x="260235" y="16275"/>
                  </a:cubicBezTo>
                  <a:cubicBezTo>
                    <a:pt x="281935" y="37974"/>
                    <a:pt x="281935" y="73156"/>
                    <a:pt x="260235" y="94856"/>
                  </a:cubicBezTo>
                  <a:lnTo>
                    <a:pt x="189750" y="165420"/>
                  </a:lnTo>
                  <a:lnTo>
                    <a:pt x="452481" y="165420"/>
                  </a:lnTo>
                  <a:cubicBezTo>
                    <a:pt x="483168" y="165420"/>
                    <a:pt x="508044" y="190296"/>
                    <a:pt x="508044" y="220983"/>
                  </a:cubicBezTo>
                  <a:cubicBezTo>
                    <a:pt x="508044" y="251669"/>
                    <a:pt x="483168" y="276545"/>
                    <a:pt x="452481" y="276545"/>
                  </a:cubicBezTo>
                  <a:lnTo>
                    <a:pt x="189750" y="276545"/>
                  </a:lnTo>
                  <a:lnTo>
                    <a:pt x="260235" y="347030"/>
                  </a:lnTo>
                  <a:cubicBezTo>
                    <a:pt x="281935" y="368730"/>
                    <a:pt x="281935" y="403912"/>
                    <a:pt x="260235" y="425612"/>
                  </a:cubicBezTo>
                  <a:cubicBezTo>
                    <a:pt x="238535" y="447311"/>
                    <a:pt x="203353" y="447311"/>
                    <a:pt x="181654" y="425612"/>
                  </a:cubicBezTo>
                  <a:lnTo>
                    <a:pt x="17268" y="261147"/>
                  </a:lnTo>
                  <a:cubicBezTo>
                    <a:pt x="-4928" y="240085"/>
                    <a:pt x="-5848" y="205017"/>
                    <a:pt x="15214" y="182821"/>
                  </a:cubicBezTo>
                  <a:cubicBezTo>
                    <a:pt x="15576" y="182440"/>
                    <a:pt x="15943" y="182063"/>
                    <a:pt x="16316" y="181692"/>
                  </a:cubicBezTo>
                  <a:lnTo>
                    <a:pt x="181654" y="16275"/>
                  </a:lnTo>
                  <a:close/>
                </a:path>
              </a:pathLst>
            </a:custGeom>
            <a:grpFill/>
            <a:ln w="1860" cap="flat">
              <a:noFill/>
              <a:prstDash val="solid"/>
              <a:miter/>
            </a:ln>
          </p:spPr>
          <p:txBody>
            <a:bodyPr rtlCol="0" anchor="ctr"/>
            <a:lstStyle/>
            <a:p>
              <a:endParaRPr lang="zh-CN" altLang="en-US"/>
            </a:p>
          </p:txBody>
        </p:sp>
        <p:sp>
          <p:nvSpPr>
            <p:cNvPr id="636" name="任意多边形: 形状 635">
              <a:extLst>
                <a:ext uri="{FF2B5EF4-FFF2-40B4-BE49-F238E27FC236}">
                  <a16:creationId xmlns:a16="http://schemas.microsoft.com/office/drawing/2014/main" id="{86DB9263-D655-DDDE-84E6-5C1CCBD41EF0}"/>
                </a:ext>
              </a:extLst>
            </p:cNvPr>
            <p:cNvSpPr/>
            <p:nvPr/>
          </p:nvSpPr>
          <p:spPr>
            <a:xfrm>
              <a:off x="3183384" y="5313980"/>
              <a:ext cx="1095375" cy="1183502"/>
            </a:xfrm>
            <a:custGeom>
              <a:avLst/>
              <a:gdLst>
                <a:gd name="connsiteX0" fmla="*/ 527050 w 1095375"/>
                <a:gd name="connsiteY0" fmla="*/ 4307 h 1183502"/>
                <a:gd name="connsiteX1" fmla="*/ 568325 w 1095375"/>
                <a:gd name="connsiteY1" fmla="*/ 4307 h 1183502"/>
                <a:gd name="connsiteX2" fmla="*/ 1064419 w 1095375"/>
                <a:gd name="connsiteY2" fmla="*/ 221319 h 1183502"/>
                <a:gd name="connsiteX3" fmla="*/ 1095375 w 1095375"/>
                <a:gd name="connsiteY3" fmla="*/ 268626 h 1183502"/>
                <a:gd name="connsiteX4" fmla="*/ 1095375 w 1095375"/>
                <a:gd name="connsiteY4" fmla="*/ 522785 h 1183502"/>
                <a:gd name="connsiteX5" fmla="*/ 1043781 w 1095375"/>
                <a:gd name="connsiteY5" fmla="*/ 574379 h 1183502"/>
                <a:gd name="connsiteX6" fmla="*/ 992188 w 1095375"/>
                <a:gd name="connsiteY6" fmla="*/ 522785 h 1183502"/>
                <a:gd name="connsiteX7" fmla="*/ 992188 w 1095375"/>
                <a:gd name="connsiteY7" fmla="*/ 302360 h 1183502"/>
                <a:gd name="connsiteX8" fmla="*/ 547688 w 1095375"/>
                <a:gd name="connsiteY8" fmla="*/ 107892 h 1183502"/>
                <a:gd name="connsiteX9" fmla="*/ 103188 w 1095375"/>
                <a:gd name="connsiteY9" fmla="*/ 302360 h 1183502"/>
                <a:gd name="connsiteX10" fmla="*/ 103188 w 1095375"/>
                <a:gd name="connsiteY10" fmla="*/ 1080235 h 1183502"/>
                <a:gd name="connsiteX11" fmla="*/ 317976 w 1095375"/>
                <a:gd name="connsiteY11" fmla="*/ 1080235 h 1183502"/>
                <a:gd name="connsiteX12" fmla="*/ 317976 w 1095375"/>
                <a:gd name="connsiteY12" fmla="*/ 579617 h 1183502"/>
                <a:gd name="connsiteX13" fmla="*/ 280591 w 1095375"/>
                <a:gd name="connsiteY13" fmla="*/ 579617 h 1183502"/>
                <a:gd name="connsiteX14" fmla="*/ 228997 w 1095375"/>
                <a:gd name="connsiteY14" fmla="*/ 528024 h 1183502"/>
                <a:gd name="connsiteX15" fmla="*/ 280591 w 1095375"/>
                <a:gd name="connsiteY15" fmla="*/ 476430 h 1183502"/>
                <a:gd name="connsiteX16" fmla="*/ 735409 w 1095375"/>
                <a:gd name="connsiteY16" fmla="*/ 476430 h 1183502"/>
                <a:gd name="connsiteX17" fmla="*/ 787003 w 1095375"/>
                <a:gd name="connsiteY17" fmla="*/ 528024 h 1183502"/>
                <a:gd name="connsiteX18" fmla="*/ 735409 w 1095375"/>
                <a:gd name="connsiteY18" fmla="*/ 579617 h 1183502"/>
                <a:gd name="connsiteX19" fmla="*/ 421164 w 1095375"/>
                <a:gd name="connsiteY19" fmla="*/ 579617 h 1183502"/>
                <a:gd name="connsiteX20" fmla="*/ 421164 w 1095375"/>
                <a:gd name="connsiteY20" fmla="*/ 1080315 h 1183502"/>
                <a:gd name="connsiteX21" fmla="*/ 470773 w 1095375"/>
                <a:gd name="connsiteY21" fmla="*/ 1080315 h 1183502"/>
                <a:gd name="connsiteX22" fmla="*/ 522367 w 1095375"/>
                <a:gd name="connsiteY22" fmla="*/ 1131909 h 1183502"/>
                <a:gd name="connsiteX23" fmla="*/ 470773 w 1095375"/>
                <a:gd name="connsiteY23" fmla="*/ 1183502 h 1183502"/>
                <a:gd name="connsiteX24" fmla="*/ 51594 w 1095375"/>
                <a:gd name="connsiteY24" fmla="*/ 1183502 h 1183502"/>
                <a:gd name="connsiteX25" fmla="*/ 0 w 1095375"/>
                <a:gd name="connsiteY25" fmla="*/ 1131909 h 1183502"/>
                <a:gd name="connsiteX26" fmla="*/ 0 w 1095375"/>
                <a:gd name="connsiteY26" fmla="*/ 268626 h 1183502"/>
                <a:gd name="connsiteX27" fmla="*/ 30956 w 1095375"/>
                <a:gd name="connsiteY27" fmla="*/ 221319 h 1183502"/>
                <a:gd name="connsiteX28" fmla="*/ 527050 w 1095375"/>
                <a:gd name="connsiteY28" fmla="*/ 4307 h 118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95375" h="1183502">
                  <a:moveTo>
                    <a:pt x="527050" y="4307"/>
                  </a:moveTo>
                  <a:cubicBezTo>
                    <a:pt x="540209" y="-1436"/>
                    <a:pt x="555166" y="-1436"/>
                    <a:pt x="568325" y="4307"/>
                  </a:cubicBezTo>
                  <a:lnTo>
                    <a:pt x="1064419" y="221319"/>
                  </a:lnTo>
                  <a:cubicBezTo>
                    <a:pt x="1083228" y="229528"/>
                    <a:pt x="1095383" y="248104"/>
                    <a:pt x="1095375" y="268626"/>
                  </a:cubicBezTo>
                  <a:lnTo>
                    <a:pt x="1095375" y="522785"/>
                  </a:lnTo>
                  <a:cubicBezTo>
                    <a:pt x="1095375" y="551279"/>
                    <a:pt x="1072276" y="574379"/>
                    <a:pt x="1043781" y="574379"/>
                  </a:cubicBezTo>
                  <a:cubicBezTo>
                    <a:pt x="1015287" y="574379"/>
                    <a:pt x="992188" y="551279"/>
                    <a:pt x="992188" y="522785"/>
                  </a:cubicBezTo>
                  <a:lnTo>
                    <a:pt x="992188" y="302360"/>
                  </a:lnTo>
                  <a:lnTo>
                    <a:pt x="547688" y="107892"/>
                  </a:lnTo>
                  <a:lnTo>
                    <a:pt x="103188" y="302360"/>
                  </a:lnTo>
                  <a:lnTo>
                    <a:pt x="103188" y="1080235"/>
                  </a:lnTo>
                  <a:lnTo>
                    <a:pt x="317976" y="1080235"/>
                  </a:lnTo>
                  <a:lnTo>
                    <a:pt x="317976" y="579617"/>
                  </a:lnTo>
                  <a:lnTo>
                    <a:pt x="280591" y="579617"/>
                  </a:lnTo>
                  <a:cubicBezTo>
                    <a:pt x="252096" y="579617"/>
                    <a:pt x="228997" y="556518"/>
                    <a:pt x="228997" y="528024"/>
                  </a:cubicBezTo>
                  <a:cubicBezTo>
                    <a:pt x="228997" y="499529"/>
                    <a:pt x="252096" y="476430"/>
                    <a:pt x="280591" y="476430"/>
                  </a:cubicBezTo>
                  <a:lnTo>
                    <a:pt x="735409" y="476430"/>
                  </a:lnTo>
                  <a:cubicBezTo>
                    <a:pt x="763904" y="476430"/>
                    <a:pt x="787003" y="499529"/>
                    <a:pt x="787003" y="528024"/>
                  </a:cubicBezTo>
                  <a:cubicBezTo>
                    <a:pt x="787003" y="556518"/>
                    <a:pt x="763904" y="579617"/>
                    <a:pt x="735409" y="579617"/>
                  </a:cubicBezTo>
                  <a:lnTo>
                    <a:pt x="421164" y="579617"/>
                  </a:lnTo>
                  <a:lnTo>
                    <a:pt x="421164" y="1080315"/>
                  </a:lnTo>
                  <a:lnTo>
                    <a:pt x="470773" y="1080315"/>
                  </a:lnTo>
                  <a:cubicBezTo>
                    <a:pt x="499268" y="1080315"/>
                    <a:pt x="522367" y="1103414"/>
                    <a:pt x="522367" y="1131909"/>
                  </a:cubicBezTo>
                  <a:cubicBezTo>
                    <a:pt x="522367" y="1160403"/>
                    <a:pt x="499268" y="1183502"/>
                    <a:pt x="470773" y="1183502"/>
                  </a:cubicBezTo>
                  <a:lnTo>
                    <a:pt x="51594" y="1183502"/>
                  </a:lnTo>
                  <a:cubicBezTo>
                    <a:pt x="23099" y="1183502"/>
                    <a:pt x="0" y="1160403"/>
                    <a:pt x="0" y="1131909"/>
                  </a:cubicBezTo>
                  <a:lnTo>
                    <a:pt x="0" y="268626"/>
                  </a:lnTo>
                  <a:cubicBezTo>
                    <a:pt x="-8" y="248104"/>
                    <a:pt x="12147" y="229528"/>
                    <a:pt x="30956" y="221319"/>
                  </a:cubicBezTo>
                  <a:lnTo>
                    <a:pt x="527050" y="4307"/>
                  </a:lnTo>
                  <a:close/>
                </a:path>
              </a:pathLst>
            </a:custGeom>
            <a:grpFill/>
            <a:ln w="1860" cap="flat">
              <a:noFill/>
              <a:prstDash val="solid"/>
              <a:miter/>
            </a:ln>
          </p:spPr>
          <p:txBody>
            <a:bodyPr rtlCol="0" anchor="ctr"/>
            <a:lstStyle/>
            <a:p>
              <a:endParaRPr lang="zh-CN" altLang="en-US"/>
            </a:p>
          </p:txBody>
        </p:sp>
      </p:grpSp>
      <p:grpSp>
        <p:nvGrpSpPr>
          <p:cNvPr id="641" name="组合 640">
            <a:extLst>
              <a:ext uri="{FF2B5EF4-FFF2-40B4-BE49-F238E27FC236}">
                <a16:creationId xmlns:a16="http://schemas.microsoft.com/office/drawing/2014/main" id="{61FEB4CF-32F7-4008-C28D-F1734AE12399}"/>
              </a:ext>
            </a:extLst>
          </p:cNvPr>
          <p:cNvGrpSpPr/>
          <p:nvPr/>
        </p:nvGrpSpPr>
        <p:grpSpPr>
          <a:xfrm>
            <a:off x="4565312" y="4615179"/>
            <a:ext cx="189844" cy="189844"/>
            <a:chOff x="4969807" y="5517033"/>
            <a:chExt cx="115112" cy="115112"/>
          </a:xfrm>
          <a:solidFill>
            <a:schemeClr val="tx2"/>
          </a:solidFill>
        </p:grpSpPr>
        <p:sp>
          <p:nvSpPr>
            <p:cNvPr id="642" name="任意多边形: 形状 641">
              <a:extLst>
                <a:ext uri="{FF2B5EF4-FFF2-40B4-BE49-F238E27FC236}">
                  <a16:creationId xmlns:a16="http://schemas.microsoft.com/office/drawing/2014/main" id="{4050DB62-884A-4848-56B3-3C9B0A5CFDD7}"/>
                </a:ext>
              </a:extLst>
            </p:cNvPr>
            <p:cNvSpPr/>
            <p:nvPr/>
          </p:nvSpPr>
          <p:spPr>
            <a:xfrm>
              <a:off x="4997146" y="5534300"/>
              <a:ext cx="60434" cy="65901"/>
            </a:xfrm>
            <a:custGeom>
              <a:avLst/>
              <a:gdLst>
                <a:gd name="connsiteX0" fmla="*/ 55398 w 60434"/>
                <a:gd name="connsiteY0" fmla="*/ 55830 h 65901"/>
                <a:gd name="connsiteX1" fmla="*/ 5036 w 60434"/>
                <a:gd name="connsiteY1" fmla="*/ 55830 h 65901"/>
                <a:gd name="connsiteX2" fmla="*/ 0 w 60434"/>
                <a:gd name="connsiteY2" fmla="*/ 60866 h 65901"/>
                <a:gd name="connsiteX3" fmla="*/ 5036 w 60434"/>
                <a:gd name="connsiteY3" fmla="*/ 65902 h 65901"/>
                <a:gd name="connsiteX4" fmla="*/ 55398 w 60434"/>
                <a:gd name="connsiteY4" fmla="*/ 65902 h 65901"/>
                <a:gd name="connsiteX5" fmla="*/ 60434 w 60434"/>
                <a:gd name="connsiteY5" fmla="*/ 60866 h 65901"/>
                <a:gd name="connsiteX6" fmla="*/ 55398 w 60434"/>
                <a:gd name="connsiteY6" fmla="*/ 55830 h 65901"/>
                <a:gd name="connsiteX7" fmla="*/ 44318 w 60434"/>
                <a:gd name="connsiteY7" fmla="*/ 24461 h 65901"/>
                <a:gd name="connsiteX8" fmla="*/ 48635 w 60434"/>
                <a:gd name="connsiteY8" fmla="*/ 20145 h 65901"/>
                <a:gd name="connsiteX9" fmla="*/ 48635 w 60434"/>
                <a:gd name="connsiteY9" fmla="*/ 4317 h 65901"/>
                <a:gd name="connsiteX10" fmla="*/ 44318 w 60434"/>
                <a:gd name="connsiteY10" fmla="*/ 0 h 65901"/>
                <a:gd name="connsiteX11" fmla="*/ 40002 w 60434"/>
                <a:gd name="connsiteY11" fmla="*/ 4317 h 65901"/>
                <a:gd name="connsiteX12" fmla="*/ 40002 w 60434"/>
                <a:gd name="connsiteY12" fmla="*/ 20145 h 65901"/>
                <a:gd name="connsiteX13" fmla="*/ 44318 w 60434"/>
                <a:gd name="connsiteY13" fmla="*/ 24461 h 65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434" h="65901">
                  <a:moveTo>
                    <a:pt x="55398" y="55830"/>
                  </a:moveTo>
                  <a:lnTo>
                    <a:pt x="5036" y="55830"/>
                  </a:lnTo>
                  <a:cubicBezTo>
                    <a:pt x="2259" y="55830"/>
                    <a:pt x="0" y="58089"/>
                    <a:pt x="0" y="60866"/>
                  </a:cubicBezTo>
                  <a:cubicBezTo>
                    <a:pt x="0" y="63643"/>
                    <a:pt x="2259" y="65902"/>
                    <a:pt x="5036" y="65902"/>
                  </a:cubicBezTo>
                  <a:lnTo>
                    <a:pt x="55398" y="65902"/>
                  </a:lnTo>
                  <a:cubicBezTo>
                    <a:pt x="58175" y="65902"/>
                    <a:pt x="60434" y="63643"/>
                    <a:pt x="60434" y="60866"/>
                  </a:cubicBezTo>
                  <a:cubicBezTo>
                    <a:pt x="60434" y="58089"/>
                    <a:pt x="58175" y="55830"/>
                    <a:pt x="55398" y="55830"/>
                  </a:cubicBezTo>
                  <a:close/>
                  <a:moveTo>
                    <a:pt x="44318" y="24461"/>
                  </a:moveTo>
                  <a:cubicBezTo>
                    <a:pt x="46707" y="24461"/>
                    <a:pt x="48635" y="22533"/>
                    <a:pt x="48635" y="20145"/>
                  </a:cubicBezTo>
                  <a:lnTo>
                    <a:pt x="48635" y="4317"/>
                  </a:lnTo>
                  <a:cubicBezTo>
                    <a:pt x="48635" y="1928"/>
                    <a:pt x="46707" y="0"/>
                    <a:pt x="44318" y="0"/>
                  </a:cubicBezTo>
                  <a:cubicBezTo>
                    <a:pt x="41930" y="0"/>
                    <a:pt x="40002" y="1928"/>
                    <a:pt x="40002" y="4317"/>
                  </a:cubicBezTo>
                  <a:lnTo>
                    <a:pt x="40002" y="20145"/>
                  </a:lnTo>
                  <a:cubicBezTo>
                    <a:pt x="40002" y="22533"/>
                    <a:pt x="41930" y="24461"/>
                    <a:pt x="44318" y="24461"/>
                  </a:cubicBezTo>
                  <a:close/>
                </a:path>
              </a:pathLst>
            </a:custGeom>
            <a:grpFill/>
            <a:ln w="140" cap="flat">
              <a:noFill/>
              <a:prstDash val="solid"/>
              <a:miter/>
            </a:ln>
          </p:spPr>
          <p:txBody>
            <a:bodyPr rtlCol="0" anchor="ctr"/>
            <a:lstStyle/>
            <a:p>
              <a:endParaRPr lang="zh-CN" altLang="en-US"/>
            </a:p>
          </p:txBody>
        </p:sp>
        <p:sp>
          <p:nvSpPr>
            <p:cNvPr id="643" name="任意多边形: 形状 642">
              <a:extLst>
                <a:ext uri="{FF2B5EF4-FFF2-40B4-BE49-F238E27FC236}">
                  <a16:creationId xmlns:a16="http://schemas.microsoft.com/office/drawing/2014/main" id="{3FD6D761-EAC1-B66A-029B-94BC8BD70068}"/>
                </a:ext>
              </a:extLst>
            </p:cNvPr>
            <p:cNvSpPr/>
            <p:nvPr/>
          </p:nvSpPr>
          <p:spPr>
            <a:xfrm>
              <a:off x="4969807" y="5517033"/>
              <a:ext cx="115112" cy="115112"/>
            </a:xfrm>
            <a:custGeom>
              <a:avLst/>
              <a:gdLst>
                <a:gd name="connsiteX0" fmla="*/ 106479 w 115112"/>
                <a:gd name="connsiteY0" fmla="*/ 0 h 115112"/>
                <a:gd name="connsiteX1" fmla="*/ 8633 w 115112"/>
                <a:gd name="connsiteY1" fmla="*/ 0 h 115112"/>
                <a:gd name="connsiteX2" fmla="*/ 0 w 115112"/>
                <a:gd name="connsiteY2" fmla="*/ 8633 h 115112"/>
                <a:gd name="connsiteX3" fmla="*/ 0 w 115112"/>
                <a:gd name="connsiteY3" fmla="*/ 106479 h 115112"/>
                <a:gd name="connsiteX4" fmla="*/ 8633 w 115112"/>
                <a:gd name="connsiteY4" fmla="*/ 115113 h 115112"/>
                <a:gd name="connsiteX5" fmla="*/ 106479 w 115112"/>
                <a:gd name="connsiteY5" fmla="*/ 115113 h 115112"/>
                <a:gd name="connsiteX6" fmla="*/ 115113 w 115112"/>
                <a:gd name="connsiteY6" fmla="*/ 106479 h 115112"/>
                <a:gd name="connsiteX7" fmla="*/ 115113 w 115112"/>
                <a:gd name="connsiteY7" fmla="*/ 8633 h 115112"/>
                <a:gd name="connsiteX8" fmla="*/ 106479 w 115112"/>
                <a:gd name="connsiteY8" fmla="*/ 0 h 115112"/>
                <a:gd name="connsiteX9" fmla="*/ 31656 w 115112"/>
                <a:gd name="connsiteY9" fmla="*/ 10072 h 115112"/>
                <a:gd name="connsiteX10" fmla="*/ 83457 w 115112"/>
                <a:gd name="connsiteY10" fmla="*/ 10072 h 115112"/>
                <a:gd name="connsiteX11" fmla="*/ 83457 w 115112"/>
                <a:gd name="connsiteY11" fmla="*/ 46908 h 115112"/>
                <a:gd name="connsiteX12" fmla="*/ 81442 w 115112"/>
                <a:gd name="connsiteY12" fmla="*/ 48923 h 115112"/>
                <a:gd name="connsiteX13" fmla="*/ 33670 w 115112"/>
                <a:gd name="connsiteY13" fmla="*/ 48923 h 115112"/>
                <a:gd name="connsiteX14" fmla="*/ 31656 w 115112"/>
                <a:gd name="connsiteY14" fmla="*/ 46908 h 115112"/>
                <a:gd name="connsiteX15" fmla="*/ 31656 w 115112"/>
                <a:gd name="connsiteY15" fmla="*/ 10072 h 115112"/>
                <a:gd name="connsiteX16" fmla="*/ 105040 w 115112"/>
                <a:gd name="connsiteY16" fmla="*/ 100723 h 115112"/>
                <a:gd name="connsiteX17" fmla="*/ 100723 w 115112"/>
                <a:gd name="connsiteY17" fmla="*/ 105040 h 115112"/>
                <a:gd name="connsiteX18" fmla="*/ 14389 w 115112"/>
                <a:gd name="connsiteY18" fmla="*/ 105040 h 115112"/>
                <a:gd name="connsiteX19" fmla="*/ 10072 w 115112"/>
                <a:gd name="connsiteY19" fmla="*/ 100723 h 115112"/>
                <a:gd name="connsiteX20" fmla="*/ 10072 w 115112"/>
                <a:gd name="connsiteY20" fmla="*/ 14389 h 115112"/>
                <a:gd name="connsiteX21" fmla="*/ 14389 w 115112"/>
                <a:gd name="connsiteY21" fmla="*/ 10072 h 115112"/>
                <a:gd name="connsiteX22" fmla="*/ 21584 w 115112"/>
                <a:gd name="connsiteY22" fmla="*/ 10072 h 115112"/>
                <a:gd name="connsiteX23" fmla="*/ 21584 w 115112"/>
                <a:gd name="connsiteY23" fmla="*/ 53240 h 115112"/>
                <a:gd name="connsiteX24" fmla="*/ 25900 w 115112"/>
                <a:gd name="connsiteY24" fmla="*/ 57556 h 115112"/>
                <a:gd name="connsiteX25" fmla="*/ 89212 w 115112"/>
                <a:gd name="connsiteY25" fmla="*/ 57556 h 115112"/>
                <a:gd name="connsiteX26" fmla="*/ 93529 w 115112"/>
                <a:gd name="connsiteY26" fmla="*/ 53240 h 115112"/>
                <a:gd name="connsiteX27" fmla="*/ 93529 w 115112"/>
                <a:gd name="connsiteY27" fmla="*/ 10072 h 115112"/>
                <a:gd name="connsiteX28" fmla="*/ 100723 w 115112"/>
                <a:gd name="connsiteY28" fmla="*/ 10072 h 115112"/>
                <a:gd name="connsiteX29" fmla="*/ 105040 w 115112"/>
                <a:gd name="connsiteY29" fmla="*/ 14389 h 115112"/>
                <a:gd name="connsiteX30" fmla="*/ 105040 w 115112"/>
                <a:gd name="connsiteY30" fmla="*/ 100723 h 115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5112" h="115112">
                  <a:moveTo>
                    <a:pt x="106479" y="0"/>
                  </a:moveTo>
                  <a:lnTo>
                    <a:pt x="8633" y="0"/>
                  </a:lnTo>
                  <a:cubicBezTo>
                    <a:pt x="3871" y="0"/>
                    <a:pt x="0" y="3871"/>
                    <a:pt x="0" y="8633"/>
                  </a:cubicBezTo>
                  <a:lnTo>
                    <a:pt x="0" y="106479"/>
                  </a:lnTo>
                  <a:cubicBezTo>
                    <a:pt x="0" y="111242"/>
                    <a:pt x="3871" y="115113"/>
                    <a:pt x="8633" y="115113"/>
                  </a:cubicBezTo>
                  <a:lnTo>
                    <a:pt x="106479" y="115113"/>
                  </a:lnTo>
                  <a:cubicBezTo>
                    <a:pt x="111242" y="115113"/>
                    <a:pt x="115113" y="111242"/>
                    <a:pt x="115113" y="106479"/>
                  </a:cubicBezTo>
                  <a:lnTo>
                    <a:pt x="115113" y="8633"/>
                  </a:lnTo>
                  <a:cubicBezTo>
                    <a:pt x="115113" y="3871"/>
                    <a:pt x="111242" y="0"/>
                    <a:pt x="106479" y="0"/>
                  </a:cubicBezTo>
                  <a:close/>
                  <a:moveTo>
                    <a:pt x="31656" y="10072"/>
                  </a:moveTo>
                  <a:lnTo>
                    <a:pt x="83457" y="10072"/>
                  </a:lnTo>
                  <a:lnTo>
                    <a:pt x="83457" y="46908"/>
                  </a:lnTo>
                  <a:cubicBezTo>
                    <a:pt x="83457" y="48016"/>
                    <a:pt x="82550" y="48923"/>
                    <a:pt x="81442" y="48923"/>
                  </a:cubicBezTo>
                  <a:lnTo>
                    <a:pt x="33670" y="48923"/>
                  </a:lnTo>
                  <a:cubicBezTo>
                    <a:pt x="32562" y="48923"/>
                    <a:pt x="31656" y="48016"/>
                    <a:pt x="31656" y="46908"/>
                  </a:cubicBezTo>
                  <a:lnTo>
                    <a:pt x="31656" y="10072"/>
                  </a:lnTo>
                  <a:close/>
                  <a:moveTo>
                    <a:pt x="105040" y="100723"/>
                  </a:moveTo>
                  <a:cubicBezTo>
                    <a:pt x="105040" y="103112"/>
                    <a:pt x="103112" y="105040"/>
                    <a:pt x="100723" y="105040"/>
                  </a:cubicBezTo>
                  <a:lnTo>
                    <a:pt x="14389" y="105040"/>
                  </a:lnTo>
                  <a:cubicBezTo>
                    <a:pt x="12000" y="105040"/>
                    <a:pt x="10072" y="103112"/>
                    <a:pt x="10072" y="100723"/>
                  </a:cubicBezTo>
                  <a:lnTo>
                    <a:pt x="10072" y="14389"/>
                  </a:lnTo>
                  <a:cubicBezTo>
                    <a:pt x="10072" y="12000"/>
                    <a:pt x="12000" y="10072"/>
                    <a:pt x="14389" y="10072"/>
                  </a:cubicBezTo>
                  <a:lnTo>
                    <a:pt x="21584" y="10072"/>
                  </a:lnTo>
                  <a:lnTo>
                    <a:pt x="21584" y="53240"/>
                  </a:lnTo>
                  <a:cubicBezTo>
                    <a:pt x="21584" y="55628"/>
                    <a:pt x="23512" y="57556"/>
                    <a:pt x="25900" y="57556"/>
                  </a:cubicBezTo>
                  <a:lnTo>
                    <a:pt x="89212" y="57556"/>
                  </a:lnTo>
                  <a:cubicBezTo>
                    <a:pt x="91601" y="57556"/>
                    <a:pt x="93529" y="55628"/>
                    <a:pt x="93529" y="53240"/>
                  </a:cubicBezTo>
                  <a:lnTo>
                    <a:pt x="93529" y="10072"/>
                  </a:lnTo>
                  <a:lnTo>
                    <a:pt x="100723" y="10072"/>
                  </a:lnTo>
                  <a:cubicBezTo>
                    <a:pt x="103112" y="10072"/>
                    <a:pt x="105040" y="12000"/>
                    <a:pt x="105040" y="14389"/>
                  </a:cubicBezTo>
                  <a:lnTo>
                    <a:pt x="105040" y="100723"/>
                  </a:lnTo>
                  <a:close/>
                </a:path>
              </a:pathLst>
            </a:custGeom>
            <a:grpFill/>
            <a:ln w="140" cap="flat">
              <a:noFill/>
              <a:prstDash val="solid"/>
              <a:miter/>
            </a:ln>
          </p:spPr>
          <p:txBody>
            <a:bodyPr rtlCol="0" anchor="ctr"/>
            <a:lstStyle/>
            <a:p>
              <a:endParaRPr lang="zh-CN" altLang="en-US"/>
            </a:p>
          </p:txBody>
        </p:sp>
      </p:grpSp>
      <p:sp>
        <p:nvSpPr>
          <p:cNvPr id="646" name="图形 337">
            <a:extLst>
              <a:ext uri="{FF2B5EF4-FFF2-40B4-BE49-F238E27FC236}">
                <a16:creationId xmlns:a16="http://schemas.microsoft.com/office/drawing/2014/main" id="{FF912DA8-7D50-6DE7-D296-556DC2D1AA90}"/>
              </a:ext>
            </a:extLst>
          </p:cNvPr>
          <p:cNvSpPr/>
          <p:nvPr/>
        </p:nvSpPr>
        <p:spPr>
          <a:xfrm>
            <a:off x="8062728" y="4838021"/>
            <a:ext cx="188017" cy="182366"/>
          </a:xfrm>
          <a:custGeom>
            <a:avLst/>
            <a:gdLst>
              <a:gd name="connsiteX0" fmla="*/ 14557 w 202654"/>
              <a:gd name="connsiteY0" fmla="*/ 12977 h 196563"/>
              <a:gd name="connsiteX1" fmla="*/ 33464 w 202654"/>
              <a:gd name="connsiteY1" fmla="*/ 0 h 196563"/>
              <a:gd name="connsiteX2" fmla="*/ 169188 w 202654"/>
              <a:gd name="connsiteY2" fmla="*/ 0 h 196563"/>
              <a:gd name="connsiteX3" fmla="*/ 188095 w 202654"/>
              <a:gd name="connsiteY3" fmla="*/ 12977 h 196563"/>
              <a:gd name="connsiteX4" fmla="*/ 200096 w 202654"/>
              <a:gd name="connsiteY4" fmla="*/ 44025 h 196563"/>
              <a:gd name="connsiteX5" fmla="*/ 189349 w 202654"/>
              <a:gd name="connsiteY5" fmla="*/ 86579 h 196563"/>
              <a:gd name="connsiteX6" fmla="*/ 189527 w 202654"/>
              <a:gd name="connsiteY6" fmla="*/ 88201 h 196563"/>
              <a:gd name="connsiteX7" fmla="*/ 189527 w 202654"/>
              <a:gd name="connsiteY7" fmla="*/ 182624 h 196563"/>
              <a:gd name="connsiteX8" fmla="*/ 175587 w 202654"/>
              <a:gd name="connsiteY8" fmla="*/ 196564 h 196563"/>
              <a:gd name="connsiteX9" fmla="*/ 175587 w 202654"/>
              <a:gd name="connsiteY9" fmla="*/ 196564 h 196563"/>
              <a:gd name="connsiteX10" fmla="*/ 27040 w 202654"/>
              <a:gd name="connsiteY10" fmla="*/ 196564 h 196563"/>
              <a:gd name="connsiteX11" fmla="*/ 13100 w 202654"/>
              <a:gd name="connsiteY11" fmla="*/ 182624 h 196563"/>
              <a:gd name="connsiteX12" fmla="*/ 13100 w 202654"/>
              <a:gd name="connsiteY12" fmla="*/ 182624 h 196563"/>
              <a:gd name="connsiteX13" fmla="*/ 13100 w 202654"/>
              <a:gd name="connsiteY13" fmla="*/ 88214 h 196563"/>
              <a:gd name="connsiteX14" fmla="*/ 13277 w 202654"/>
              <a:gd name="connsiteY14" fmla="*/ 86566 h 196563"/>
              <a:gd name="connsiteX15" fmla="*/ 2556 w 202654"/>
              <a:gd name="connsiteY15" fmla="*/ 44050 h 196563"/>
              <a:gd name="connsiteX16" fmla="*/ 14557 w 202654"/>
              <a:gd name="connsiteY16" fmla="*/ 12977 h 196563"/>
              <a:gd name="connsiteX17" fmla="*/ 164435 w 202654"/>
              <a:gd name="connsiteY17" fmla="*/ 95817 h 196563"/>
              <a:gd name="connsiteX18" fmla="*/ 134123 w 202654"/>
              <a:gd name="connsiteY18" fmla="*/ 80711 h 196563"/>
              <a:gd name="connsiteX19" fmla="*/ 103873 w 202654"/>
              <a:gd name="connsiteY19" fmla="*/ 95817 h 196563"/>
              <a:gd name="connsiteX20" fmla="*/ 98754 w 202654"/>
              <a:gd name="connsiteY20" fmla="*/ 95817 h 196563"/>
              <a:gd name="connsiteX21" fmla="*/ 68504 w 202654"/>
              <a:gd name="connsiteY21" fmla="*/ 80711 h 196563"/>
              <a:gd name="connsiteX22" fmla="*/ 38204 w 202654"/>
              <a:gd name="connsiteY22" fmla="*/ 95817 h 196563"/>
              <a:gd name="connsiteX23" fmla="*/ 28320 w 202654"/>
              <a:gd name="connsiteY23" fmla="*/ 94537 h 196563"/>
              <a:gd name="connsiteX24" fmla="*/ 28320 w 202654"/>
              <a:gd name="connsiteY24" fmla="*/ 181357 h 196563"/>
              <a:gd name="connsiteX25" fmla="*/ 69632 w 202654"/>
              <a:gd name="connsiteY25" fmla="*/ 181357 h 196563"/>
              <a:gd name="connsiteX26" fmla="*/ 69632 w 202654"/>
              <a:gd name="connsiteY26" fmla="*/ 125597 h 196563"/>
              <a:gd name="connsiteX27" fmla="*/ 75968 w 202654"/>
              <a:gd name="connsiteY27" fmla="*/ 119261 h 196563"/>
              <a:gd name="connsiteX28" fmla="*/ 75968 w 202654"/>
              <a:gd name="connsiteY28" fmla="*/ 119261 h 196563"/>
              <a:gd name="connsiteX29" fmla="*/ 126658 w 202654"/>
              <a:gd name="connsiteY29" fmla="*/ 119261 h 196563"/>
              <a:gd name="connsiteX30" fmla="*/ 132995 w 202654"/>
              <a:gd name="connsiteY30" fmla="*/ 125597 h 196563"/>
              <a:gd name="connsiteX31" fmla="*/ 132995 w 202654"/>
              <a:gd name="connsiteY31" fmla="*/ 181357 h 196563"/>
              <a:gd name="connsiteX32" fmla="*/ 174307 w 202654"/>
              <a:gd name="connsiteY32" fmla="*/ 181357 h 196563"/>
              <a:gd name="connsiteX33" fmla="*/ 174307 w 202654"/>
              <a:gd name="connsiteY33" fmla="*/ 94537 h 196563"/>
              <a:gd name="connsiteX34" fmla="*/ 164423 w 202654"/>
              <a:gd name="connsiteY34" fmla="*/ 95804 h 196563"/>
              <a:gd name="connsiteX35" fmla="*/ 82317 w 202654"/>
              <a:gd name="connsiteY35" fmla="*/ 181357 h 196563"/>
              <a:gd name="connsiteX36" fmla="*/ 120335 w 202654"/>
              <a:gd name="connsiteY36" fmla="*/ 181357 h 196563"/>
              <a:gd name="connsiteX37" fmla="*/ 120335 w 202654"/>
              <a:gd name="connsiteY37" fmla="*/ 131934 h 196563"/>
              <a:gd name="connsiteX38" fmla="*/ 82317 w 202654"/>
              <a:gd name="connsiteY38" fmla="*/ 131934 h 196563"/>
              <a:gd name="connsiteX39" fmla="*/ 82317 w 202654"/>
              <a:gd name="connsiteY39" fmla="*/ 181357 h 196563"/>
              <a:gd name="connsiteX40" fmla="*/ 76120 w 202654"/>
              <a:gd name="connsiteY40" fmla="*/ 57990 h 196563"/>
              <a:gd name="connsiteX41" fmla="*/ 98754 w 202654"/>
              <a:gd name="connsiteY41" fmla="*/ 80610 h 196563"/>
              <a:gd name="connsiteX42" fmla="*/ 103873 w 202654"/>
              <a:gd name="connsiteY42" fmla="*/ 80610 h 196563"/>
              <a:gd name="connsiteX43" fmla="*/ 126506 w 202654"/>
              <a:gd name="connsiteY43" fmla="*/ 57990 h 196563"/>
              <a:gd name="connsiteX44" fmla="*/ 134110 w 202654"/>
              <a:gd name="connsiteY44" fmla="*/ 50386 h 196563"/>
              <a:gd name="connsiteX45" fmla="*/ 141713 w 202654"/>
              <a:gd name="connsiteY45" fmla="*/ 57990 h 196563"/>
              <a:gd name="connsiteX46" fmla="*/ 164435 w 202654"/>
              <a:gd name="connsiteY46" fmla="*/ 80610 h 196563"/>
              <a:gd name="connsiteX47" fmla="*/ 185903 w 202654"/>
              <a:gd name="connsiteY47" fmla="*/ 49499 h 196563"/>
              <a:gd name="connsiteX48" fmla="*/ 173914 w 202654"/>
              <a:gd name="connsiteY48" fmla="*/ 18451 h 196563"/>
              <a:gd name="connsiteX49" fmla="*/ 169188 w 202654"/>
              <a:gd name="connsiteY49" fmla="*/ 15207 h 196563"/>
              <a:gd name="connsiteX50" fmla="*/ 33465 w 202654"/>
              <a:gd name="connsiteY50" fmla="*/ 15207 h 196563"/>
              <a:gd name="connsiteX51" fmla="*/ 28738 w 202654"/>
              <a:gd name="connsiteY51" fmla="*/ 18451 h 196563"/>
              <a:gd name="connsiteX52" fmla="*/ 16750 w 202654"/>
              <a:gd name="connsiteY52" fmla="*/ 49524 h 196563"/>
              <a:gd name="connsiteX53" fmla="*/ 38204 w 202654"/>
              <a:gd name="connsiteY53" fmla="*/ 80610 h 196563"/>
              <a:gd name="connsiteX54" fmla="*/ 60913 w 202654"/>
              <a:gd name="connsiteY54" fmla="*/ 57990 h 196563"/>
              <a:gd name="connsiteX55" fmla="*/ 68517 w 202654"/>
              <a:gd name="connsiteY55" fmla="*/ 50386 h 196563"/>
              <a:gd name="connsiteX56" fmla="*/ 76120 w 202654"/>
              <a:gd name="connsiteY56" fmla="*/ 57990 h 196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02654" h="196563">
                <a:moveTo>
                  <a:pt x="14557" y="12977"/>
                </a:moveTo>
                <a:cubicBezTo>
                  <a:pt x="17573" y="5160"/>
                  <a:pt x="25086" y="4"/>
                  <a:pt x="33464" y="0"/>
                </a:cubicBezTo>
                <a:lnTo>
                  <a:pt x="169188" y="0"/>
                </a:lnTo>
                <a:cubicBezTo>
                  <a:pt x="177566" y="4"/>
                  <a:pt x="185079" y="5160"/>
                  <a:pt x="188095" y="12977"/>
                </a:cubicBezTo>
                <a:lnTo>
                  <a:pt x="200096" y="44025"/>
                </a:lnTo>
                <a:cubicBezTo>
                  <a:pt x="205910" y="59052"/>
                  <a:pt x="201601" y="76113"/>
                  <a:pt x="189349" y="86579"/>
                </a:cubicBezTo>
                <a:cubicBezTo>
                  <a:pt x="189466" y="87111"/>
                  <a:pt x="189526" y="87655"/>
                  <a:pt x="189527" y="88201"/>
                </a:cubicBezTo>
                <a:lnTo>
                  <a:pt x="189527" y="182624"/>
                </a:lnTo>
                <a:cubicBezTo>
                  <a:pt x="189527" y="190322"/>
                  <a:pt x="183286" y="196564"/>
                  <a:pt x="175587" y="196564"/>
                </a:cubicBezTo>
                <a:cubicBezTo>
                  <a:pt x="175587" y="196564"/>
                  <a:pt x="175587" y="196564"/>
                  <a:pt x="175587" y="196564"/>
                </a:cubicBezTo>
                <a:lnTo>
                  <a:pt x="27040" y="196564"/>
                </a:lnTo>
                <a:cubicBezTo>
                  <a:pt x="19341" y="196564"/>
                  <a:pt x="13100" y="190322"/>
                  <a:pt x="13100" y="182624"/>
                </a:cubicBezTo>
                <a:cubicBezTo>
                  <a:pt x="13100" y="182624"/>
                  <a:pt x="13100" y="182624"/>
                  <a:pt x="13100" y="182624"/>
                </a:cubicBezTo>
                <a:lnTo>
                  <a:pt x="13100" y="88214"/>
                </a:lnTo>
                <a:cubicBezTo>
                  <a:pt x="13100" y="87643"/>
                  <a:pt x="13163" y="87098"/>
                  <a:pt x="13277" y="86566"/>
                </a:cubicBezTo>
                <a:cubicBezTo>
                  <a:pt x="1048" y="76103"/>
                  <a:pt x="-3250" y="59061"/>
                  <a:pt x="2556" y="44050"/>
                </a:cubicBezTo>
                <a:lnTo>
                  <a:pt x="14557" y="12977"/>
                </a:lnTo>
                <a:close/>
                <a:moveTo>
                  <a:pt x="164435" y="95817"/>
                </a:moveTo>
                <a:cubicBezTo>
                  <a:pt x="152520" y="95821"/>
                  <a:pt x="141294" y="90227"/>
                  <a:pt x="134123" y="80711"/>
                </a:cubicBezTo>
                <a:cubicBezTo>
                  <a:pt x="126983" y="90231"/>
                  <a:pt x="115773" y="95829"/>
                  <a:pt x="103873" y="95817"/>
                </a:cubicBezTo>
                <a:lnTo>
                  <a:pt x="98754" y="95817"/>
                </a:lnTo>
                <a:cubicBezTo>
                  <a:pt x="86854" y="95829"/>
                  <a:pt x="75644" y="90231"/>
                  <a:pt x="68504" y="80711"/>
                </a:cubicBezTo>
                <a:cubicBezTo>
                  <a:pt x="61335" y="90224"/>
                  <a:pt x="50115" y="95817"/>
                  <a:pt x="38204" y="95817"/>
                </a:cubicBezTo>
                <a:cubicBezTo>
                  <a:pt x="34757" y="95817"/>
                  <a:pt x="31450" y="95373"/>
                  <a:pt x="28320" y="94537"/>
                </a:cubicBezTo>
                <a:lnTo>
                  <a:pt x="28320" y="181357"/>
                </a:lnTo>
                <a:lnTo>
                  <a:pt x="69632" y="181357"/>
                </a:lnTo>
                <a:lnTo>
                  <a:pt x="69632" y="125597"/>
                </a:lnTo>
                <a:cubicBezTo>
                  <a:pt x="69632" y="122098"/>
                  <a:pt x="72469" y="119261"/>
                  <a:pt x="75968" y="119261"/>
                </a:cubicBezTo>
                <a:cubicBezTo>
                  <a:pt x="75968" y="119261"/>
                  <a:pt x="75968" y="119261"/>
                  <a:pt x="75968" y="119261"/>
                </a:cubicBezTo>
                <a:lnTo>
                  <a:pt x="126658" y="119261"/>
                </a:lnTo>
                <a:cubicBezTo>
                  <a:pt x="130158" y="119261"/>
                  <a:pt x="132995" y="122098"/>
                  <a:pt x="132995" y="125597"/>
                </a:cubicBezTo>
                <a:lnTo>
                  <a:pt x="132995" y="181357"/>
                </a:lnTo>
                <a:lnTo>
                  <a:pt x="174307" y="181357"/>
                </a:lnTo>
                <a:lnTo>
                  <a:pt x="174307" y="94537"/>
                </a:lnTo>
                <a:cubicBezTo>
                  <a:pt x="171177" y="95373"/>
                  <a:pt x="167869" y="95804"/>
                  <a:pt x="164423" y="95804"/>
                </a:cubicBezTo>
                <a:close/>
                <a:moveTo>
                  <a:pt x="82317" y="181357"/>
                </a:moveTo>
                <a:lnTo>
                  <a:pt x="120335" y="181357"/>
                </a:lnTo>
                <a:lnTo>
                  <a:pt x="120335" y="131934"/>
                </a:lnTo>
                <a:lnTo>
                  <a:pt x="82317" y="131934"/>
                </a:lnTo>
                <a:lnTo>
                  <a:pt x="82317" y="181357"/>
                </a:lnTo>
                <a:close/>
                <a:moveTo>
                  <a:pt x="76120" y="57990"/>
                </a:moveTo>
                <a:cubicBezTo>
                  <a:pt x="76120" y="70472"/>
                  <a:pt x="86258" y="80610"/>
                  <a:pt x="98754" y="80610"/>
                </a:cubicBezTo>
                <a:lnTo>
                  <a:pt x="103873" y="80610"/>
                </a:lnTo>
                <a:cubicBezTo>
                  <a:pt x="116368" y="80610"/>
                  <a:pt x="126506" y="70472"/>
                  <a:pt x="126506" y="57990"/>
                </a:cubicBezTo>
                <a:cubicBezTo>
                  <a:pt x="126506" y="53790"/>
                  <a:pt x="129911" y="50386"/>
                  <a:pt x="134110" y="50386"/>
                </a:cubicBezTo>
                <a:cubicBezTo>
                  <a:pt x="138309" y="50386"/>
                  <a:pt x="141713" y="53790"/>
                  <a:pt x="141713" y="57990"/>
                </a:cubicBezTo>
                <a:cubicBezTo>
                  <a:pt x="141713" y="70447"/>
                  <a:pt x="151902" y="80610"/>
                  <a:pt x="164435" y="80610"/>
                </a:cubicBezTo>
                <a:cubicBezTo>
                  <a:pt x="180542" y="80610"/>
                  <a:pt x="191681" y="64427"/>
                  <a:pt x="185903" y="49499"/>
                </a:cubicBezTo>
                <a:lnTo>
                  <a:pt x="173914" y="18451"/>
                </a:lnTo>
                <a:cubicBezTo>
                  <a:pt x="173160" y="16497"/>
                  <a:pt x="171282" y="15208"/>
                  <a:pt x="169188" y="15207"/>
                </a:cubicBezTo>
                <a:lnTo>
                  <a:pt x="33465" y="15207"/>
                </a:lnTo>
                <a:cubicBezTo>
                  <a:pt x="31370" y="15208"/>
                  <a:pt x="29492" y="16497"/>
                  <a:pt x="28738" y="18451"/>
                </a:cubicBezTo>
                <a:lnTo>
                  <a:pt x="16750" y="49524"/>
                </a:lnTo>
                <a:cubicBezTo>
                  <a:pt x="10984" y="64440"/>
                  <a:pt x="22097" y="80610"/>
                  <a:pt x="38204" y="80610"/>
                </a:cubicBezTo>
                <a:cubicBezTo>
                  <a:pt x="50725" y="80610"/>
                  <a:pt x="60913" y="70447"/>
                  <a:pt x="60913" y="57990"/>
                </a:cubicBezTo>
                <a:cubicBezTo>
                  <a:pt x="60913" y="53790"/>
                  <a:pt x="64318" y="50386"/>
                  <a:pt x="68517" y="50386"/>
                </a:cubicBezTo>
                <a:cubicBezTo>
                  <a:pt x="72716" y="50386"/>
                  <a:pt x="76120" y="53790"/>
                  <a:pt x="76120" y="57990"/>
                </a:cubicBezTo>
                <a:close/>
              </a:path>
            </a:pathLst>
          </a:custGeom>
          <a:solidFill>
            <a:schemeClr val="tx2"/>
          </a:solidFill>
          <a:ln w="233" cap="flat">
            <a:noFill/>
            <a:prstDash val="solid"/>
            <a:miter/>
          </a:ln>
        </p:spPr>
        <p:txBody>
          <a:bodyPr rtlCol="0" anchor="ctr"/>
          <a:lstStyle/>
          <a:p>
            <a:endParaRPr lang="zh-CN" altLang="en-US"/>
          </a:p>
        </p:txBody>
      </p:sp>
      <p:grpSp>
        <p:nvGrpSpPr>
          <p:cNvPr id="647" name="组合 646">
            <a:extLst>
              <a:ext uri="{FF2B5EF4-FFF2-40B4-BE49-F238E27FC236}">
                <a16:creationId xmlns:a16="http://schemas.microsoft.com/office/drawing/2014/main" id="{C49A34DD-0222-B847-82B0-334AA31B4750}"/>
              </a:ext>
            </a:extLst>
          </p:cNvPr>
          <p:cNvGrpSpPr/>
          <p:nvPr/>
        </p:nvGrpSpPr>
        <p:grpSpPr>
          <a:xfrm>
            <a:off x="7512472" y="4550663"/>
            <a:ext cx="202936" cy="203570"/>
            <a:chOff x="2830030" y="1676653"/>
            <a:chExt cx="214481" cy="215152"/>
          </a:xfrm>
          <a:solidFill>
            <a:schemeClr val="tx2"/>
          </a:solidFill>
        </p:grpSpPr>
        <p:sp>
          <p:nvSpPr>
            <p:cNvPr id="648" name="任意多边形: 形状 647">
              <a:extLst>
                <a:ext uri="{FF2B5EF4-FFF2-40B4-BE49-F238E27FC236}">
                  <a16:creationId xmlns:a16="http://schemas.microsoft.com/office/drawing/2014/main" id="{4C04A000-8886-E5F2-AA7F-DF00833C34BB}"/>
                </a:ext>
              </a:extLst>
            </p:cNvPr>
            <p:cNvSpPr/>
            <p:nvPr/>
          </p:nvSpPr>
          <p:spPr>
            <a:xfrm>
              <a:off x="2830030" y="1676653"/>
              <a:ext cx="214481" cy="215152"/>
            </a:xfrm>
            <a:custGeom>
              <a:avLst/>
              <a:gdLst>
                <a:gd name="connsiteX0" fmla="*/ 123609 w 214481"/>
                <a:gd name="connsiteY0" fmla="*/ 195909 h 215152"/>
                <a:gd name="connsiteX1" fmla="*/ 28786 w 214481"/>
                <a:gd name="connsiteY1" fmla="*/ 152448 h 215152"/>
                <a:gd name="connsiteX2" fmla="*/ 26528 w 214481"/>
                <a:gd name="connsiteY2" fmla="*/ 66655 h 215152"/>
                <a:gd name="connsiteX3" fmla="*/ 46283 w 214481"/>
                <a:gd name="connsiteY3" fmla="*/ 64398 h 215152"/>
                <a:gd name="connsiteX4" fmla="*/ 55314 w 214481"/>
                <a:gd name="connsiteY4" fmla="*/ 29968 h 215152"/>
                <a:gd name="connsiteX5" fmla="*/ 20884 w 214481"/>
                <a:gd name="connsiteY5" fmla="*/ 20937 h 215152"/>
                <a:gd name="connsiteX6" fmla="*/ 11853 w 214481"/>
                <a:gd name="connsiteY6" fmla="*/ 55367 h 215152"/>
                <a:gd name="connsiteX7" fmla="*/ 12982 w 214481"/>
                <a:gd name="connsiteY7" fmla="*/ 57060 h 215152"/>
                <a:gd name="connsiteX8" fmla="*/ 14111 w 214481"/>
                <a:gd name="connsiteY8" fmla="*/ 161479 h 215152"/>
                <a:gd name="connsiteX9" fmla="*/ 126431 w 214481"/>
                <a:gd name="connsiteY9" fmla="*/ 213406 h 215152"/>
                <a:gd name="connsiteX10" fmla="*/ 133204 w 214481"/>
                <a:gd name="connsiteY10" fmla="*/ 202682 h 215152"/>
                <a:gd name="connsiteX11" fmla="*/ 123609 w 214481"/>
                <a:gd name="connsiteY11" fmla="*/ 195909 h 215152"/>
                <a:gd name="connsiteX12" fmla="*/ 29350 w 214481"/>
                <a:gd name="connsiteY12" fmla="*/ 35048 h 215152"/>
                <a:gd name="connsiteX13" fmla="*/ 40639 w 214481"/>
                <a:gd name="connsiteY13" fmla="*/ 37870 h 215152"/>
                <a:gd name="connsiteX14" fmla="*/ 37816 w 214481"/>
                <a:gd name="connsiteY14" fmla="*/ 49158 h 215152"/>
                <a:gd name="connsiteX15" fmla="*/ 26528 w 214481"/>
                <a:gd name="connsiteY15" fmla="*/ 46336 h 215152"/>
                <a:gd name="connsiteX16" fmla="*/ 29350 w 214481"/>
                <a:gd name="connsiteY16" fmla="*/ 35048 h 215152"/>
                <a:gd name="connsiteX17" fmla="*/ 201500 w 214481"/>
                <a:gd name="connsiteY17" fmla="*/ 158092 h 215152"/>
                <a:gd name="connsiteX18" fmla="*/ 200371 w 214481"/>
                <a:gd name="connsiteY18" fmla="*/ 53674 h 215152"/>
                <a:gd name="connsiteX19" fmla="*/ 88050 w 214481"/>
                <a:gd name="connsiteY19" fmla="*/ 1746 h 215152"/>
                <a:gd name="connsiteX20" fmla="*/ 81277 w 214481"/>
                <a:gd name="connsiteY20" fmla="*/ 12471 h 215152"/>
                <a:gd name="connsiteX21" fmla="*/ 90872 w 214481"/>
                <a:gd name="connsiteY21" fmla="*/ 18679 h 215152"/>
                <a:gd name="connsiteX22" fmla="*/ 185696 w 214481"/>
                <a:gd name="connsiteY22" fmla="*/ 62140 h 215152"/>
                <a:gd name="connsiteX23" fmla="*/ 187954 w 214481"/>
                <a:gd name="connsiteY23" fmla="*/ 147933 h 215152"/>
                <a:gd name="connsiteX24" fmla="*/ 168199 w 214481"/>
                <a:gd name="connsiteY24" fmla="*/ 150190 h 215152"/>
                <a:gd name="connsiteX25" fmla="*/ 159168 w 214481"/>
                <a:gd name="connsiteY25" fmla="*/ 184620 h 215152"/>
                <a:gd name="connsiteX26" fmla="*/ 193598 w 214481"/>
                <a:gd name="connsiteY26" fmla="*/ 193651 h 215152"/>
                <a:gd name="connsiteX27" fmla="*/ 202629 w 214481"/>
                <a:gd name="connsiteY27" fmla="*/ 159221 h 215152"/>
                <a:gd name="connsiteX28" fmla="*/ 201500 w 214481"/>
                <a:gd name="connsiteY28" fmla="*/ 158092 h 215152"/>
                <a:gd name="connsiteX29" fmla="*/ 185131 w 214481"/>
                <a:gd name="connsiteY29" fmla="*/ 179540 h 215152"/>
                <a:gd name="connsiteX30" fmla="*/ 173843 w 214481"/>
                <a:gd name="connsiteY30" fmla="*/ 176718 h 215152"/>
                <a:gd name="connsiteX31" fmla="*/ 176665 w 214481"/>
                <a:gd name="connsiteY31" fmla="*/ 165430 h 215152"/>
                <a:gd name="connsiteX32" fmla="*/ 187954 w 214481"/>
                <a:gd name="connsiteY32" fmla="*/ 168252 h 215152"/>
                <a:gd name="connsiteX33" fmla="*/ 185131 w 214481"/>
                <a:gd name="connsiteY33" fmla="*/ 179540 h 215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4481" h="215152">
                  <a:moveTo>
                    <a:pt x="123609" y="195909"/>
                  </a:moveTo>
                  <a:cubicBezTo>
                    <a:pt x="86921" y="202682"/>
                    <a:pt x="48541" y="186313"/>
                    <a:pt x="28786" y="152448"/>
                  </a:cubicBezTo>
                  <a:cubicBezTo>
                    <a:pt x="12982" y="125356"/>
                    <a:pt x="12982" y="92619"/>
                    <a:pt x="26528" y="66655"/>
                  </a:cubicBezTo>
                  <a:cubicBezTo>
                    <a:pt x="32737" y="68349"/>
                    <a:pt x="40074" y="67784"/>
                    <a:pt x="46283" y="64398"/>
                  </a:cubicBezTo>
                  <a:cubicBezTo>
                    <a:pt x="58700" y="57625"/>
                    <a:pt x="62651" y="41821"/>
                    <a:pt x="55314" y="29968"/>
                  </a:cubicBezTo>
                  <a:cubicBezTo>
                    <a:pt x="48541" y="17550"/>
                    <a:pt x="32737" y="13599"/>
                    <a:pt x="20884" y="20937"/>
                  </a:cubicBezTo>
                  <a:cubicBezTo>
                    <a:pt x="8466" y="27710"/>
                    <a:pt x="4515" y="43514"/>
                    <a:pt x="11853" y="55367"/>
                  </a:cubicBezTo>
                  <a:cubicBezTo>
                    <a:pt x="12417" y="55931"/>
                    <a:pt x="12417" y="56496"/>
                    <a:pt x="12982" y="57060"/>
                  </a:cubicBezTo>
                  <a:cubicBezTo>
                    <a:pt x="-3951" y="88668"/>
                    <a:pt x="-5080" y="128178"/>
                    <a:pt x="14111" y="161479"/>
                  </a:cubicBezTo>
                  <a:cubicBezTo>
                    <a:pt x="37252" y="202117"/>
                    <a:pt x="82970" y="221308"/>
                    <a:pt x="126431" y="213406"/>
                  </a:cubicBezTo>
                  <a:cubicBezTo>
                    <a:pt x="131511" y="212277"/>
                    <a:pt x="134333" y="207762"/>
                    <a:pt x="133204" y="202682"/>
                  </a:cubicBezTo>
                  <a:cubicBezTo>
                    <a:pt x="132075" y="197602"/>
                    <a:pt x="128124" y="195344"/>
                    <a:pt x="123609" y="195909"/>
                  </a:cubicBezTo>
                  <a:close/>
                  <a:moveTo>
                    <a:pt x="29350" y="35048"/>
                  </a:moveTo>
                  <a:cubicBezTo>
                    <a:pt x="33301" y="32790"/>
                    <a:pt x="38381" y="33919"/>
                    <a:pt x="40639" y="37870"/>
                  </a:cubicBezTo>
                  <a:cubicBezTo>
                    <a:pt x="42896" y="41821"/>
                    <a:pt x="41767" y="46900"/>
                    <a:pt x="37816" y="49158"/>
                  </a:cubicBezTo>
                  <a:cubicBezTo>
                    <a:pt x="33866" y="51416"/>
                    <a:pt x="28786" y="50287"/>
                    <a:pt x="26528" y="46336"/>
                  </a:cubicBezTo>
                  <a:cubicBezTo>
                    <a:pt x="24270" y="42385"/>
                    <a:pt x="25399" y="37305"/>
                    <a:pt x="29350" y="35048"/>
                  </a:cubicBezTo>
                  <a:close/>
                  <a:moveTo>
                    <a:pt x="201500" y="158092"/>
                  </a:moveTo>
                  <a:cubicBezTo>
                    <a:pt x="218432" y="126484"/>
                    <a:pt x="219561" y="86975"/>
                    <a:pt x="200371" y="53674"/>
                  </a:cubicBezTo>
                  <a:cubicBezTo>
                    <a:pt x="176665" y="13035"/>
                    <a:pt x="130947" y="-6155"/>
                    <a:pt x="88050" y="1746"/>
                  </a:cubicBezTo>
                  <a:cubicBezTo>
                    <a:pt x="82970" y="2875"/>
                    <a:pt x="80148" y="7391"/>
                    <a:pt x="81277" y="12471"/>
                  </a:cubicBezTo>
                  <a:cubicBezTo>
                    <a:pt x="82406" y="16422"/>
                    <a:pt x="86357" y="19244"/>
                    <a:pt x="90872" y="18679"/>
                  </a:cubicBezTo>
                  <a:cubicBezTo>
                    <a:pt x="127560" y="11906"/>
                    <a:pt x="165941" y="28274"/>
                    <a:pt x="185696" y="62140"/>
                  </a:cubicBezTo>
                  <a:cubicBezTo>
                    <a:pt x="201500" y="89232"/>
                    <a:pt x="201500" y="121969"/>
                    <a:pt x="187954" y="147933"/>
                  </a:cubicBezTo>
                  <a:cubicBezTo>
                    <a:pt x="181745" y="146239"/>
                    <a:pt x="174407" y="146804"/>
                    <a:pt x="168199" y="150190"/>
                  </a:cubicBezTo>
                  <a:cubicBezTo>
                    <a:pt x="155781" y="156963"/>
                    <a:pt x="151830" y="172767"/>
                    <a:pt x="159168" y="184620"/>
                  </a:cubicBezTo>
                  <a:cubicBezTo>
                    <a:pt x="165941" y="197038"/>
                    <a:pt x="181745" y="200989"/>
                    <a:pt x="193598" y="193651"/>
                  </a:cubicBezTo>
                  <a:cubicBezTo>
                    <a:pt x="206015" y="186878"/>
                    <a:pt x="209966" y="171074"/>
                    <a:pt x="202629" y="159221"/>
                  </a:cubicBezTo>
                  <a:cubicBezTo>
                    <a:pt x="202064" y="159221"/>
                    <a:pt x="202064" y="158657"/>
                    <a:pt x="201500" y="158092"/>
                  </a:cubicBezTo>
                  <a:close/>
                  <a:moveTo>
                    <a:pt x="185131" y="179540"/>
                  </a:moveTo>
                  <a:cubicBezTo>
                    <a:pt x="181180" y="181798"/>
                    <a:pt x="176101" y="180669"/>
                    <a:pt x="173843" y="176718"/>
                  </a:cubicBezTo>
                  <a:cubicBezTo>
                    <a:pt x="171585" y="172767"/>
                    <a:pt x="172714" y="167687"/>
                    <a:pt x="176665" y="165430"/>
                  </a:cubicBezTo>
                  <a:cubicBezTo>
                    <a:pt x="180616" y="163172"/>
                    <a:pt x="185696" y="164301"/>
                    <a:pt x="187954" y="168252"/>
                  </a:cubicBezTo>
                  <a:cubicBezTo>
                    <a:pt x="190211" y="172203"/>
                    <a:pt x="189082" y="177283"/>
                    <a:pt x="185131" y="179540"/>
                  </a:cubicBezTo>
                  <a:close/>
                </a:path>
              </a:pathLst>
            </a:custGeom>
            <a:grpFill/>
            <a:ln w="260" cap="flat">
              <a:noFill/>
              <a:prstDash val="solid"/>
              <a:miter/>
            </a:ln>
          </p:spPr>
          <p:txBody>
            <a:bodyPr rtlCol="0" anchor="ctr"/>
            <a:lstStyle/>
            <a:p>
              <a:endParaRPr lang="zh-CN" altLang="en-US"/>
            </a:p>
          </p:txBody>
        </p:sp>
        <p:sp>
          <p:nvSpPr>
            <p:cNvPr id="649" name="任意多边形: 形状 648">
              <a:extLst>
                <a:ext uri="{FF2B5EF4-FFF2-40B4-BE49-F238E27FC236}">
                  <a16:creationId xmlns:a16="http://schemas.microsoft.com/office/drawing/2014/main" id="{59ED9186-B474-3BB8-AA48-76DB4C3012CE}"/>
                </a:ext>
              </a:extLst>
            </p:cNvPr>
            <p:cNvSpPr/>
            <p:nvPr/>
          </p:nvSpPr>
          <p:spPr>
            <a:xfrm>
              <a:off x="2883650" y="1723271"/>
              <a:ext cx="107240" cy="110062"/>
            </a:xfrm>
            <a:custGeom>
              <a:avLst/>
              <a:gdLst>
                <a:gd name="connsiteX0" fmla="*/ 0 w 107240"/>
                <a:gd name="connsiteY0" fmla="*/ 60111 h 110062"/>
                <a:gd name="connsiteX1" fmla="*/ 0 w 107240"/>
                <a:gd name="connsiteY1" fmla="*/ 89461 h 110062"/>
                <a:gd name="connsiteX2" fmla="*/ 2822 w 107240"/>
                <a:gd name="connsiteY2" fmla="*/ 94541 h 110062"/>
                <a:gd name="connsiteX3" fmla="*/ 28221 w 107240"/>
                <a:gd name="connsiteY3" fmla="*/ 109216 h 110062"/>
                <a:gd name="connsiteX4" fmla="*/ 33866 w 107240"/>
                <a:gd name="connsiteY4" fmla="*/ 109216 h 110062"/>
                <a:gd name="connsiteX5" fmla="*/ 53620 w 107240"/>
                <a:gd name="connsiteY5" fmla="*/ 97928 h 110062"/>
                <a:gd name="connsiteX6" fmla="*/ 73375 w 107240"/>
                <a:gd name="connsiteY6" fmla="*/ 109216 h 110062"/>
                <a:gd name="connsiteX7" fmla="*/ 79020 w 107240"/>
                <a:gd name="connsiteY7" fmla="*/ 109216 h 110062"/>
                <a:gd name="connsiteX8" fmla="*/ 104419 w 107240"/>
                <a:gd name="connsiteY8" fmla="*/ 94541 h 110062"/>
                <a:gd name="connsiteX9" fmla="*/ 107241 w 107240"/>
                <a:gd name="connsiteY9" fmla="*/ 89461 h 110062"/>
                <a:gd name="connsiteX10" fmla="*/ 107241 w 107240"/>
                <a:gd name="connsiteY10" fmla="*/ 60111 h 110062"/>
                <a:gd name="connsiteX11" fmla="*/ 104419 w 107240"/>
                <a:gd name="connsiteY11" fmla="*/ 55031 h 110062"/>
                <a:gd name="connsiteX12" fmla="*/ 87486 w 107240"/>
                <a:gd name="connsiteY12" fmla="*/ 45436 h 110062"/>
                <a:gd name="connsiteX13" fmla="*/ 84664 w 107240"/>
                <a:gd name="connsiteY13" fmla="*/ 40356 h 110062"/>
                <a:gd name="connsiteX14" fmla="*/ 84664 w 107240"/>
                <a:gd name="connsiteY14" fmla="*/ 20602 h 110062"/>
                <a:gd name="connsiteX15" fmla="*/ 81842 w 107240"/>
                <a:gd name="connsiteY15" fmla="*/ 15522 h 110062"/>
                <a:gd name="connsiteX16" fmla="*/ 56443 w 107240"/>
                <a:gd name="connsiteY16" fmla="*/ 847 h 110062"/>
                <a:gd name="connsiteX17" fmla="*/ 50798 w 107240"/>
                <a:gd name="connsiteY17" fmla="*/ 847 h 110062"/>
                <a:gd name="connsiteX18" fmla="*/ 25399 w 107240"/>
                <a:gd name="connsiteY18" fmla="*/ 15522 h 110062"/>
                <a:gd name="connsiteX19" fmla="*/ 22577 w 107240"/>
                <a:gd name="connsiteY19" fmla="*/ 20602 h 110062"/>
                <a:gd name="connsiteX20" fmla="*/ 22577 w 107240"/>
                <a:gd name="connsiteY20" fmla="*/ 40356 h 110062"/>
                <a:gd name="connsiteX21" fmla="*/ 19755 w 107240"/>
                <a:gd name="connsiteY21" fmla="*/ 45436 h 110062"/>
                <a:gd name="connsiteX22" fmla="*/ 2822 w 107240"/>
                <a:gd name="connsiteY22" fmla="*/ 55031 h 110062"/>
                <a:gd name="connsiteX23" fmla="*/ 0 w 107240"/>
                <a:gd name="connsiteY23" fmla="*/ 60111 h 110062"/>
                <a:gd name="connsiteX24" fmla="*/ 90308 w 107240"/>
                <a:gd name="connsiteY24" fmla="*/ 66884 h 110062"/>
                <a:gd name="connsiteX25" fmla="*/ 90308 w 107240"/>
                <a:gd name="connsiteY25" fmla="*/ 83253 h 110062"/>
                <a:gd name="connsiteX26" fmla="*/ 76197 w 107240"/>
                <a:gd name="connsiteY26" fmla="*/ 91155 h 110062"/>
                <a:gd name="connsiteX27" fmla="*/ 62087 w 107240"/>
                <a:gd name="connsiteY27" fmla="*/ 83253 h 110062"/>
                <a:gd name="connsiteX28" fmla="*/ 62087 w 107240"/>
                <a:gd name="connsiteY28" fmla="*/ 66884 h 110062"/>
                <a:gd name="connsiteX29" fmla="*/ 76197 w 107240"/>
                <a:gd name="connsiteY29" fmla="*/ 58982 h 110062"/>
                <a:gd name="connsiteX30" fmla="*/ 90308 w 107240"/>
                <a:gd name="connsiteY30" fmla="*/ 66884 h 110062"/>
                <a:gd name="connsiteX31" fmla="*/ 39510 w 107240"/>
                <a:gd name="connsiteY31" fmla="*/ 27375 h 110062"/>
                <a:gd name="connsiteX32" fmla="*/ 53620 w 107240"/>
                <a:gd name="connsiteY32" fmla="*/ 19473 h 110062"/>
                <a:gd name="connsiteX33" fmla="*/ 67731 w 107240"/>
                <a:gd name="connsiteY33" fmla="*/ 27375 h 110062"/>
                <a:gd name="connsiteX34" fmla="*/ 67731 w 107240"/>
                <a:gd name="connsiteY34" fmla="*/ 43743 h 110062"/>
                <a:gd name="connsiteX35" fmla="*/ 53620 w 107240"/>
                <a:gd name="connsiteY35" fmla="*/ 51645 h 110062"/>
                <a:gd name="connsiteX36" fmla="*/ 39510 w 107240"/>
                <a:gd name="connsiteY36" fmla="*/ 43743 h 110062"/>
                <a:gd name="connsiteX37" fmla="*/ 39510 w 107240"/>
                <a:gd name="connsiteY37" fmla="*/ 27375 h 110062"/>
                <a:gd name="connsiteX38" fmla="*/ 16933 w 107240"/>
                <a:gd name="connsiteY38" fmla="*/ 66884 h 110062"/>
                <a:gd name="connsiteX39" fmla="*/ 31043 w 107240"/>
                <a:gd name="connsiteY39" fmla="*/ 58982 h 110062"/>
                <a:gd name="connsiteX40" fmla="*/ 45154 w 107240"/>
                <a:gd name="connsiteY40" fmla="*/ 66884 h 110062"/>
                <a:gd name="connsiteX41" fmla="*/ 45154 w 107240"/>
                <a:gd name="connsiteY41" fmla="*/ 83253 h 110062"/>
                <a:gd name="connsiteX42" fmla="*/ 31043 w 107240"/>
                <a:gd name="connsiteY42" fmla="*/ 91155 h 110062"/>
                <a:gd name="connsiteX43" fmla="*/ 16933 w 107240"/>
                <a:gd name="connsiteY43" fmla="*/ 83253 h 110062"/>
                <a:gd name="connsiteX44" fmla="*/ 16933 w 107240"/>
                <a:gd name="connsiteY44" fmla="*/ 66884 h 11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07240" h="110062">
                  <a:moveTo>
                    <a:pt x="0" y="60111"/>
                  </a:moveTo>
                  <a:lnTo>
                    <a:pt x="0" y="89461"/>
                  </a:lnTo>
                  <a:cubicBezTo>
                    <a:pt x="0" y="91719"/>
                    <a:pt x="1129" y="93412"/>
                    <a:pt x="2822" y="94541"/>
                  </a:cubicBezTo>
                  <a:lnTo>
                    <a:pt x="28221" y="109216"/>
                  </a:lnTo>
                  <a:cubicBezTo>
                    <a:pt x="29915" y="110345"/>
                    <a:pt x="32172" y="110345"/>
                    <a:pt x="33866" y="109216"/>
                  </a:cubicBezTo>
                  <a:lnTo>
                    <a:pt x="53620" y="97928"/>
                  </a:lnTo>
                  <a:lnTo>
                    <a:pt x="73375" y="109216"/>
                  </a:lnTo>
                  <a:cubicBezTo>
                    <a:pt x="75069" y="110345"/>
                    <a:pt x="77326" y="110345"/>
                    <a:pt x="79020" y="109216"/>
                  </a:cubicBezTo>
                  <a:lnTo>
                    <a:pt x="104419" y="94541"/>
                  </a:lnTo>
                  <a:cubicBezTo>
                    <a:pt x="106112" y="93412"/>
                    <a:pt x="107241" y="91719"/>
                    <a:pt x="107241" y="89461"/>
                  </a:cubicBezTo>
                  <a:lnTo>
                    <a:pt x="107241" y="60111"/>
                  </a:lnTo>
                  <a:cubicBezTo>
                    <a:pt x="107241" y="57854"/>
                    <a:pt x="106112" y="56160"/>
                    <a:pt x="104419" y="55031"/>
                  </a:cubicBezTo>
                  <a:lnTo>
                    <a:pt x="87486" y="45436"/>
                  </a:lnTo>
                  <a:cubicBezTo>
                    <a:pt x="85793" y="44307"/>
                    <a:pt x="84664" y="42614"/>
                    <a:pt x="84664" y="40356"/>
                  </a:cubicBezTo>
                  <a:lnTo>
                    <a:pt x="84664" y="20602"/>
                  </a:lnTo>
                  <a:cubicBezTo>
                    <a:pt x="84664" y="18344"/>
                    <a:pt x="83535" y="16651"/>
                    <a:pt x="81842" y="15522"/>
                  </a:cubicBezTo>
                  <a:lnTo>
                    <a:pt x="56443" y="847"/>
                  </a:lnTo>
                  <a:cubicBezTo>
                    <a:pt x="54749" y="-282"/>
                    <a:pt x="52492" y="-282"/>
                    <a:pt x="50798" y="847"/>
                  </a:cubicBezTo>
                  <a:lnTo>
                    <a:pt x="25399" y="15522"/>
                  </a:lnTo>
                  <a:cubicBezTo>
                    <a:pt x="23706" y="16651"/>
                    <a:pt x="22577" y="18344"/>
                    <a:pt x="22577" y="20602"/>
                  </a:cubicBezTo>
                  <a:lnTo>
                    <a:pt x="22577" y="40356"/>
                  </a:lnTo>
                  <a:cubicBezTo>
                    <a:pt x="22577" y="42614"/>
                    <a:pt x="21448" y="44307"/>
                    <a:pt x="19755" y="45436"/>
                  </a:cubicBezTo>
                  <a:lnTo>
                    <a:pt x="2822" y="55031"/>
                  </a:lnTo>
                  <a:cubicBezTo>
                    <a:pt x="1129" y="56160"/>
                    <a:pt x="0" y="57854"/>
                    <a:pt x="0" y="60111"/>
                  </a:cubicBezTo>
                  <a:close/>
                  <a:moveTo>
                    <a:pt x="90308" y="66884"/>
                  </a:moveTo>
                  <a:lnTo>
                    <a:pt x="90308" y="83253"/>
                  </a:lnTo>
                  <a:lnTo>
                    <a:pt x="76197" y="91155"/>
                  </a:lnTo>
                  <a:lnTo>
                    <a:pt x="62087" y="83253"/>
                  </a:lnTo>
                  <a:lnTo>
                    <a:pt x="62087" y="66884"/>
                  </a:lnTo>
                  <a:lnTo>
                    <a:pt x="76197" y="58982"/>
                  </a:lnTo>
                  <a:lnTo>
                    <a:pt x="90308" y="66884"/>
                  </a:lnTo>
                  <a:close/>
                  <a:moveTo>
                    <a:pt x="39510" y="27375"/>
                  </a:moveTo>
                  <a:lnTo>
                    <a:pt x="53620" y="19473"/>
                  </a:lnTo>
                  <a:lnTo>
                    <a:pt x="67731" y="27375"/>
                  </a:lnTo>
                  <a:lnTo>
                    <a:pt x="67731" y="43743"/>
                  </a:lnTo>
                  <a:lnTo>
                    <a:pt x="53620" y="51645"/>
                  </a:lnTo>
                  <a:lnTo>
                    <a:pt x="39510" y="43743"/>
                  </a:lnTo>
                  <a:lnTo>
                    <a:pt x="39510" y="27375"/>
                  </a:lnTo>
                  <a:close/>
                  <a:moveTo>
                    <a:pt x="16933" y="66884"/>
                  </a:moveTo>
                  <a:lnTo>
                    <a:pt x="31043" y="58982"/>
                  </a:lnTo>
                  <a:lnTo>
                    <a:pt x="45154" y="66884"/>
                  </a:lnTo>
                  <a:lnTo>
                    <a:pt x="45154" y="83253"/>
                  </a:lnTo>
                  <a:lnTo>
                    <a:pt x="31043" y="91155"/>
                  </a:lnTo>
                  <a:lnTo>
                    <a:pt x="16933" y="83253"/>
                  </a:lnTo>
                  <a:lnTo>
                    <a:pt x="16933" y="66884"/>
                  </a:lnTo>
                  <a:close/>
                </a:path>
              </a:pathLst>
            </a:custGeom>
            <a:grpFill/>
            <a:ln w="260" cap="flat">
              <a:noFill/>
              <a:prstDash val="solid"/>
              <a:miter/>
            </a:ln>
          </p:spPr>
          <p:txBody>
            <a:bodyPr rtlCol="0" anchor="ctr"/>
            <a:lstStyle/>
            <a:p>
              <a:endParaRPr lang="zh-CN" altLang="en-US"/>
            </a:p>
          </p:txBody>
        </p:sp>
      </p:grpSp>
    </p:spTree>
    <p:extLst>
      <p:ext uri="{BB962C8B-B14F-4D97-AF65-F5344CB8AC3E}">
        <p14:creationId xmlns:p14="http://schemas.microsoft.com/office/powerpoint/2010/main" val="13860238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13" name="椭圆 12">
            <a:extLst>
              <a:ext uri="{FF2B5EF4-FFF2-40B4-BE49-F238E27FC236}">
                <a16:creationId xmlns:a16="http://schemas.microsoft.com/office/drawing/2014/main" id="{0E53BEBB-70E3-4485-C5A3-3382D051E734}"/>
              </a:ext>
            </a:extLst>
          </p:cNvPr>
          <p:cNvSpPr>
            <a:spLocks/>
          </p:cNvSpPr>
          <p:nvPr/>
        </p:nvSpPr>
        <p:spPr>
          <a:xfrm>
            <a:off x="3726220" y="2592389"/>
            <a:ext cx="4739560" cy="1095374"/>
          </a:xfrm>
          <a:prstGeom prst="ellipse">
            <a:avLst/>
          </a:prstGeom>
          <a:noFill/>
          <a:ln w="9525">
            <a:gradFill>
              <a:gsLst>
                <a:gs pos="20000">
                  <a:schemeClr val="accent1">
                    <a:alpha val="0"/>
                  </a:schemeClr>
                </a:gs>
                <a:gs pos="100000">
                  <a:schemeClr val="accent1">
                    <a:alpha val="22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椭圆 11">
            <a:extLst>
              <a:ext uri="{FF2B5EF4-FFF2-40B4-BE49-F238E27FC236}">
                <a16:creationId xmlns:a16="http://schemas.microsoft.com/office/drawing/2014/main" id="{25ABE1A8-D07D-F8FD-5867-128AD8AA14FE}"/>
              </a:ext>
            </a:extLst>
          </p:cNvPr>
          <p:cNvSpPr>
            <a:spLocks/>
          </p:cNvSpPr>
          <p:nvPr/>
        </p:nvSpPr>
        <p:spPr>
          <a:xfrm>
            <a:off x="3918546" y="2636838"/>
            <a:ext cx="4354909" cy="1006476"/>
          </a:xfrm>
          <a:prstGeom prst="ellipse">
            <a:avLst/>
          </a:prstGeom>
          <a:noFill/>
          <a:ln w="9525">
            <a:gradFill>
              <a:gsLst>
                <a:gs pos="20000">
                  <a:schemeClr val="accent1">
                    <a:alpha val="0"/>
                  </a:schemeClr>
                </a:gs>
                <a:gs pos="100000">
                  <a:schemeClr val="accent1">
                    <a:alpha val="22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74" name="组合 673">
            <a:extLst>
              <a:ext uri="{FF2B5EF4-FFF2-40B4-BE49-F238E27FC236}">
                <a16:creationId xmlns:a16="http://schemas.microsoft.com/office/drawing/2014/main" id="{5A863FA3-BC43-93AC-D633-1BFCEC41FA54}"/>
              </a:ext>
            </a:extLst>
          </p:cNvPr>
          <p:cNvGrpSpPr/>
          <p:nvPr/>
        </p:nvGrpSpPr>
        <p:grpSpPr>
          <a:xfrm>
            <a:off x="2716700" y="3136752"/>
            <a:ext cx="6792468" cy="1705695"/>
            <a:chOff x="3561293" y="3136752"/>
            <a:chExt cx="5103282" cy="1705695"/>
          </a:xfrm>
        </p:grpSpPr>
        <p:sp>
          <p:nvSpPr>
            <p:cNvPr id="10" name="椭圆 9">
              <a:extLst>
                <a:ext uri="{FF2B5EF4-FFF2-40B4-BE49-F238E27FC236}">
                  <a16:creationId xmlns:a16="http://schemas.microsoft.com/office/drawing/2014/main" id="{F29710DB-C778-6BC5-F11A-DD734B27BD24}"/>
                </a:ext>
              </a:extLst>
            </p:cNvPr>
            <p:cNvSpPr>
              <a:spLocks/>
            </p:cNvSpPr>
            <p:nvPr/>
          </p:nvSpPr>
          <p:spPr>
            <a:xfrm>
              <a:off x="3561293" y="3136752"/>
              <a:ext cx="5103282" cy="1705695"/>
            </a:xfrm>
            <a:prstGeom prst="ellipse">
              <a:avLst/>
            </a:prstGeom>
            <a:noFill/>
            <a:ln w="9525">
              <a:gradFill>
                <a:gsLst>
                  <a:gs pos="20000">
                    <a:schemeClr val="accent1">
                      <a:alpha val="0"/>
                    </a:schemeClr>
                  </a:gs>
                  <a:gs pos="100000">
                    <a:schemeClr val="accent1">
                      <a:alpha val="22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a:extLst>
                <a:ext uri="{FF2B5EF4-FFF2-40B4-BE49-F238E27FC236}">
                  <a16:creationId xmlns:a16="http://schemas.microsoft.com/office/drawing/2014/main" id="{B803ED3E-2D4D-D973-E499-72F6EB994870}"/>
                </a:ext>
              </a:extLst>
            </p:cNvPr>
            <p:cNvSpPr>
              <a:spLocks/>
            </p:cNvSpPr>
            <p:nvPr/>
          </p:nvSpPr>
          <p:spPr>
            <a:xfrm>
              <a:off x="3771900" y="3149600"/>
              <a:ext cx="4707467" cy="1589278"/>
            </a:xfrm>
            <a:prstGeom prst="ellipse">
              <a:avLst/>
            </a:prstGeom>
            <a:gradFill flip="none" rotWithShape="1">
              <a:gsLst>
                <a:gs pos="53000">
                  <a:schemeClr val="accent1">
                    <a:alpha val="0"/>
                  </a:schemeClr>
                </a:gs>
                <a:gs pos="100000">
                  <a:schemeClr val="accent1">
                    <a:alpha val="18000"/>
                  </a:schemeClr>
                </a:gs>
              </a:gsLst>
              <a:lin ang="5400000" scaled="0"/>
              <a:tileRect/>
            </a:gradFill>
            <a:ln w="9525">
              <a:gradFill>
                <a:gsLst>
                  <a:gs pos="20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椭圆 8">
              <a:extLst>
                <a:ext uri="{FF2B5EF4-FFF2-40B4-BE49-F238E27FC236}">
                  <a16:creationId xmlns:a16="http://schemas.microsoft.com/office/drawing/2014/main" id="{CFFE3C26-5EA4-408E-DA8D-8F4312DE3DC1}"/>
                </a:ext>
              </a:extLst>
            </p:cNvPr>
            <p:cNvSpPr>
              <a:spLocks/>
            </p:cNvSpPr>
            <p:nvPr/>
          </p:nvSpPr>
          <p:spPr>
            <a:xfrm>
              <a:off x="3661835" y="3144545"/>
              <a:ext cx="4902198" cy="1648309"/>
            </a:xfrm>
            <a:prstGeom prst="ellipse">
              <a:avLst/>
            </a:prstGeom>
            <a:noFill/>
            <a:ln w="9525">
              <a:gradFill>
                <a:gsLst>
                  <a:gs pos="20000">
                    <a:schemeClr val="accent1">
                      <a:alpha val="0"/>
                    </a:schemeClr>
                  </a:gs>
                  <a:gs pos="100000">
                    <a:schemeClr val="accent1">
                      <a:alpha val="22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673" name="组合 672">
            <a:extLst>
              <a:ext uri="{FF2B5EF4-FFF2-40B4-BE49-F238E27FC236}">
                <a16:creationId xmlns:a16="http://schemas.microsoft.com/office/drawing/2014/main" id="{2F9D9D01-CE76-5589-1ADD-52F8A1265063}"/>
              </a:ext>
            </a:extLst>
          </p:cNvPr>
          <p:cNvGrpSpPr/>
          <p:nvPr/>
        </p:nvGrpSpPr>
        <p:grpSpPr>
          <a:xfrm>
            <a:off x="2226461" y="4028017"/>
            <a:ext cx="7739078" cy="2002366"/>
            <a:chOff x="3223683" y="4028017"/>
            <a:chExt cx="5814484" cy="2002366"/>
          </a:xfrm>
        </p:grpSpPr>
        <p:sp>
          <p:nvSpPr>
            <p:cNvPr id="7" name="椭圆 6">
              <a:extLst>
                <a:ext uri="{FF2B5EF4-FFF2-40B4-BE49-F238E27FC236}">
                  <a16:creationId xmlns:a16="http://schemas.microsoft.com/office/drawing/2014/main" id="{88769B88-140B-3CC2-BDD3-9A2D91C1F1A5}"/>
                </a:ext>
              </a:extLst>
            </p:cNvPr>
            <p:cNvSpPr>
              <a:spLocks/>
            </p:cNvSpPr>
            <p:nvPr/>
          </p:nvSpPr>
          <p:spPr>
            <a:xfrm>
              <a:off x="3223683" y="4028017"/>
              <a:ext cx="5814484" cy="2002366"/>
            </a:xfrm>
            <a:prstGeom prst="ellipse">
              <a:avLst/>
            </a:prstGeom>
            <a:noFill/>
            <a:ln w="9525">
              <a:gradFill>
                <a:gsLst>
                  <a:gs pos="20000">
                    <a:schemeClr val="accent1">
                      <a:alpha val="0"/>
                    </a:schemeClr>
                  </a:gs>
                  <a:gs pos="100000">
                    <a:schemeClr val="accent1">
                      <a:alpha val="22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椭圆 5">
              <a:extLst>
                <a:ext uri="{FF2B5EF4-FFF2-40B4-BE49-F238E27FC236}">
                  <a16:creationId xmlns:a16="http://schemas.microsoft.com/office/drawing/2014/main" id="{BBABBD09-C1DC-8E07-6974-8FB2F472A23C}"/>
                </a:ext>
              </a:extLst>
            </p:cNvPr>
            <p:cNvSpPr>
              <a:spLocks/>
            </p:cNvSpPr>
            <p:nvPr/>
          </p:nvSpPr>
          <p:spPr>
            <a:xfrm>
              <a:off x="3401483" y="4102100"/>
              <a:ext cx="5458884" cy="1854200"/>
            </a:xfrm>
            <a:prstGeom prst="ellipse">
              <a:avLst/>
            </a:prstGeom>
            <a:noFill/>
            <a:ln w="9525">
              <a:gradFill>
                <a:gsLst>
                  <a:gs pos="20000">
                    <a:schemeClr val="accent1">
                      <a:alpha val="0"/>
                    </a:schemeClr>
                  </a:gs>
                  <a:gs pos="100000">
                    <a:schemeClr val="accent1">
                      <a:alpha val="22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椭圆 4">
              <a:extLst>
                <a:ext uri="{FF2B5EF4-FFF2-40B4-BE49-F238E27FC236}">
                  <a16:creationId xmlns:a16="http://schemas.microsoft.com/office/drawing/2014/main" id="{90742A99-A3E4-4F2F-8352-40B17652AB2B}"/>
                </a:ext>
              </a:extLst>
            </p:cNvPr>
            <p:cNvSpPr>
              <a:spLocks/>
            </p:cNvSpPr>
            <p:nvPr/>
          </p:nvSpPr>
          <p:spPr>
            <a:xfrm>
              <a:off x="3504104" y="4207931"/>
              <a:ext cx="5174229" cy="1732282"/>
            </a:xfrm>
            <a:prstGeom prst="ellipse">
              <a:avLst/>
            </a:prstGeom>
            <a:noFill/>
            <a:ln w="9525">
              <a:gradFill>
                <a:gsLst>
                  <a:gs pos="20000">
                    <a:schemeClr val="accent1">
                      <a:alpha val="0"/>
                    </a:schemeClr>
                  </a:gs>
                  <a:gs pos="100000">
                    <a:schemeClr val="accent1">
                      <a:alpha val="22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椭圆 1">
              <a:extLst>
                <a:ext uri="{FF2B5EF4-FFF2-40B4-BE49-F238E27FC236}">
                  <a16:creationId xmlns:a16="http://schemas.microsoft.com/office/drawing/2014/main" id="{E15C154D-97BD-9673-B1D8-3B3AA2BAC662}"/>
                </a:ext>
              </a:extLst>
            </p:cNvPr>
            <p:cNvSpPr>
              <a:spLocks/>
            </p:cNvSpPr>
            <p:nvPr/>
          </p:nvSpPr>
          <p:spPr>
            <a:xfrm>
              <a:off x="3738363" y="4280655"/>
              <a:ext cx="4780842" cy="1614050"/>
            </a:xfrm>
            <a:prstGeom prst="ellipse">
              <a:avLst/>
            </a:prstGeom>
            <a:gradFill flip="none" rotWithShape="1">
              <a:gsLst>
                <a:gs pos="53000">
                  <a:schemeClr val="accent1">
                    <a:alpha val="0"/>
                  </a:schemeClr>
                </a:gs>
                <a:gs pos="100000">
                  <a:schemeClr val="accent1">
                    <a:alpha val="18000"/>
                  </a:schemeClr>
                </a:gs>
              </a:gsLst>
              <a:lin ang="5400000" scaled="0"/>
              <a:tileRect/>
            </a:gradFill>
            <a:ln w="9525">
              <a:gradFill>
                <a:gsLst>
                  <a:gs pos="20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1" name="椭圆 10">
            <a:extLst>
              <a:ext uri="{FF2B5EF4-FFF2-40B4-BE49-F238E27FC236}">
                <a16:creationId xmlns:a16="http://schemas.microsoft.com/office/drawing/2014/main" id="{9519196C-B22B-E2A2-2FF4-313B12EDC4DF}"/>
              </a:ext>
            </a:extLst>
          </p:cNvPr>
          <p:cNvSpPr>
            <a:spLocks/>
          </p:cNvSpPr>
          <p:nvPr/>
        </p:nvSpPr>
        <p:spPr>
          <a:xfrm>
            <a:off x="4097138" y="2678113"/>
            <a:ext cx="3997725" cy="923925"/>
          </a:xfrm>
          <a:prstGeom prst="ellipse">
            <a:avLst/>
          </a:prstGeom>
          <a:gradFill flip="none" rotWithShape="1">
            <a:gsLst>
              <a:gs pos="53000">
                <a:schemeClr val="accent1">
                  <a:alpha val="0"/>
                </a:schemeClr>
              </a:gs>
              <a:gs pos="100000">
                <a:schemeClr val="accent1">
                  <a:alpha val="18000"/>
                </a:schemeClr>
              </a:gs>
            </a:gsLst>
            <a:lin ang="5400000" scaled="0"/>
            <a:tileRect/>
          </a:gradFill>
          <a:ln w="9525">
            <a:gradFill>
              <a:gsLst>
                <a:gs pos="34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5" name="文本框 654">
            <a:extLst>
              <a:ext uri="{FF2B5EF4-FFF2-40B4-BE49-F238E27FC236}">
                <a16:creationId xmlns:a16="http://schemas.microsoft.com/office/drawing/2014/main" id="{AFD85EA2-5850-7C88-04ED-6F1C4C374B40}"/>
              </a:ext>
            </a:extLst>
          </p:cNvPr>
          <p:cNvSpPr txBox="1"/>
          <p:nvPr/>
        </p:nvSpPr>
        <p:spPr>
          <a:xfrm>
            <a:off x="8127693" y="3529334"/>
            <a:ext cx="604235" cy="253916"/>
          </a:xfrm>
          <a:prstGeom prst="rect">
            <a:avLst/>
          </a:prstGeom>
          <a:noFill/>
        </p:spPr>
        <p:txBody>
          <a:bodyPr wrap="none" rtlCol="0">
            <a:spAutoFit/>
          </a:bodyPr>
          <a:lstStyle/>
          <a:p>
            <a:pPr algn="ctr"/>
            <a:r>
              <a:rPr lang="zh-CN" altLang="en-US" sz="1050" dirty="0">
                <a:solidFill>
                  <a:schemeClr val="bg1"/>
                </a:solidFill>
              </a:rPr>
              <a:t>银行</a:t>
            </a:r>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农业大数据综合平台</a:t>
            </a:r>
            <a:endParaRPr lang="en-US" altLang="zh-CN" dirty="0"/>
          </a:p>
        </p:txBody>
      </p:sp>
      <p:sp>
        <p:nvSpPr>
          <p:cNvPr id="16" name="图形 14">
            <a:extLst>
              <a:ext uri="{FF2B5EF4-FFF2-40B4-BE49-F238E27FC236}">
                <a16:creationId xmlns:a16="http://schemas.microsoft.com/office/drawing/2014/main" id="{EFE4591F-9D51-0711-BFD2-17962C598416}"/>
              </a:ext>
            </a:extLst>
          </p:cNvPr>
          <p:cNvSpPr/>
          <p:nvPr/>
        </p:nvSpPr>
        <p:spPr>
          <a:xfrm>
            <a:off x="5053155" y="3470110"/>
            <a:ext cx="2085690" cy="1136831"/>
          </a:xfrm>
          <a:custGeom>
            <a:avLst/>
            <a:gdLst>
              <a:gd name="connsiteX0" fmla="*/ 0 w 2085690"/>
              <a:gd name="connsiteY0" fmla="*/ 0 h 1095722"/>
              <a:gd name="connsiteX1" fmla="*/ 354563 w 2085690"/>
              <a:gd name="connsiteY1" fmla="*/ 194249 h 1095722"/>
              <a:gd name="connsiteX2" fmla="*/ 592109 w 2085690"/>
              <a:gd name="connsiteY2" fmla="*/ 528773 h 1095722"/>
              <a:gd name="connsiteX3" fmla="*/ 683675 w 2085690"/>
              <a:gd name="connsiteY3" fmla="*/ 1065152 h 1095722"/>
              <a:gd name="connsiteX4" fmla="*/ 683675 w 2085690"/>
              <a:gd name="connsiteY4" fmla="*/ 1095722 h 1095722"/>
              <a:gd name="connsiteX5" fmla="*/ 1402162 w 2085690"/>
              <a:gd name="connsiteY5" fmla="*/ 1095722 h 1095722"/>
              <a:gd name="connsiteX6" fmla="*/ 1402162 w 2085690"/>
              <a:gd name="connsiteY6" fmla="*/ 1065152 h 1095722"/>
              <a:gd name="connsiteX7" fmla="*/ 1493729 w 2085690"/>
              <a:gd name="connsiteY7" fmla="*/ 528773 h 1095722"/>
              <a:gd name="connsiteX8" fmla="*/ 1731274 w 2085690"/>
              <a:gd name="connsiteY8" fmla="*/ 194249 h 1095722"/>
              <a:gd name="connsiteX9" fmla="*/ 2085691 w 2085690"/>
              <a:gd name="connsiteY9" fmla="*/ 0 h 109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85690" h="1095722">
                <a:moveTo>
                  <a:pt x="0" y="0"/>
                </a:moveTo>
                <a:cubicBezTo>
                  <a:pt x="0" y="0"/>
                  <a:pt x="316094" y="167774"/>
                  <a:pt x="354563" y="194249"/>
                </a:cubicBezTo>
                <a:cubicBezTo>
                  <a:pt x="424188" y="242080"/>
                  <a:pt x="526725" y="328088"/>
                  <a:pt x="592109" y="528773"/>
                </a:cubicBezTo>
                <a:cubicBezTo>
                  <a:pt x="657492" y="729458"/>
                  <a:pt x="683675" y="1055351"/>
                  <a:pt x="683675" y="1065152"/>
                </a:cubicBezTo>
                <a:lnTo>
                  <a:pt x="683675" y="1095722"/>
                </a:lnTo>
                <a:lnTo>
                  <a:pt x="1402162" y="1095722"/>
                </a:lnTo>
                <a:lnTo>
                  <a:pt x="1402162" y="1065152"/>
                </a:lnTo>
                <a:cubicBezTo>
                  <a:pt x="1402162" y="1055351"/>
                  <a:pt x="1428345" y="729311"/>
                  <a:pt x="1493729" y="528773"/>
                </a:cubicBezTo>
                <a:cubicBezTo>
                  <a:pt x="1559112" y="328234"/>
                  <a:pt x="1661649" y="242080"/>
                  <a:pt x="1731274" y="194249"/>
                </a:cubicBezTo>
                <a:cubicBezTo>
                  <a:pt x="1769744" y="167774"/>
                  <a:pt x="2085691" y="0"/>
                  <a:pt x="2085691" y="0"/>
                </a:cubicBezTo>
              </a:path>
            </a:pathLst>
          </a:custGeom>
          <a:gradFill>
            <a:gsLst>
              <a:gs pos="21000">
                <a:schemeClr val="accent1">
                  <a:alpha val="0"/>
                </a:schemeClr>
              </a:gs>
              <a:gs pos="97701">
                <a:schemeClr val="accent1">
                  <a:alpha val="0"/>
                </a:schemeClr>
              </a:gs>
              <a:gs pos="66000">
                <a:schemeClr val="accent1">
                  <a:alpha val="52000"/>
                </a:schemeClr>
              </a:gs>
            </a:gsLst>
            <a:lin ang="5400000" scaled="1"/>
          </a:gradFill>
          <a:ln w="14587" cap="flat">
            <a:noFill/>
            <a:prstDash val="solid"/>
            <a:miter/>
          </a:ln>
        </p:spPr>
        <p:txBody>
          <a:bodyPr rtlCol="0" anchor="ctr"/>
          <a:lstStyle/>
          <a:p>
            <a:endParaRPr lang="zh-CN" altLang="en-US"/>
          </a:p>
        </p:txBody>
      </p:sp>
      <p:grpSp>
        <p:nvGrpSpPr>
          <p:cNvPr id="512" name="组合 511">
            <a:extLst>
              <a:ext uri="{FF2B5EF4-FFF2-40B4-BE49-F238E27FC236}">
                <a16:creationId xmlns:a16="http://schemas.microsoft.com/office/drawing/2014/main" id="{C76EA69D-EBCC-0E38-4ABD-C8E8387204D0}"/>
              </a:ext>
            </a:extLst>
          </p:cNvPr>
          <p:cNvGrpSpPr/>
          <p:nvPr/>
        </p:nvGrpSpPr>
        <p:grpSpPr>
          <a:xfrm>
            <a:off x="3509312" y="1666293"/>
            <a:ext cx="1384952" cy="953068"/>
            <a:chOff x="3509312" y="1666293"/>
            <a:chExt cx="1384952" cy="953068"/>
          </a:xfrm>
        </p:grpSpPr>
        <p:sp>
          <p:nvSpPr>
            <p:cNvPr id="25" name="任意多边形: 形状 24">
              <a:extLst>
                <a:ext uri="{FF2B5EF4-FFF2-40B4-BE49-F238E27FC236}">
                  <a16:creationId xmlns:a16="http://schemas.microsoft.com/office/drawing/2014/main" id="{F8713373-E8BE-E5EC-A479-09ECF16D81D6}"/>
                </a:ext>
              </a:extLst>
            </p:cNvPr>
            <p:cNvSpPr/>
            <p:nvPr/>
          </p:nvSpPr>
          <p:spPr>
            <a:xfrm>
              <a:off x="3509312" y="2126918"/>
              <a:ext cx="1384952" cy="492443"/>
            </a:xfrm>
            <a:custGeom>
              <a:avLst/>
              <a:gdLst>
                <a:gd name="connsiteX0" fmla="*/ 1399612 w 1399611"/>
                <a:gd name="connsiteY0" fmla="*/ 264451 h 528902"/>
                <a:gd name="connsiteX1" fmla="*/ 699806 w 1399611"/>
                <a:gd name="connsiteY1" fmla="*/ 528903 h 528902"/>
                <a:gd name="connsiteX2" fmla="*/ 0 w 1399611"/>
                <a:gd name="connsiteY2" fmla="*/ 264451 h 528902"/>
                <a:gd name="connsiteX3" fmla="*/ 699806 w 1399611"/>
                <a:gd name="connsiteY3" fmla="*/ 0 h 528902"/>
                <a:gd name="connsiteX4" fmla="*/ 1399612 w 1399611"/>
                <a:gd name="connsiteY4" fmla="*/ 264451 h 528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9611" h="528902">
                  <a:moveTo>
                    <a:pt x="1399612" y="264451"/>
                  </a:moveTo>
                  <a:cubicBezTo>
                    <a:pt x="1399612" y="410504"/>
                    <a:pt x="1086298" y="528903"/>
                    <a:pt x="699806" y="528903"/>
                  </a:cubicBezTo>
                  <a:cubicBezTo>
                    <a:pt x="313314" y="528903"/>
                    <a:pt x="0" y="410504"/>
                    <a:pt x="0" y="264451"/>
                  </a:cubicBezTo>
                  <a:cubicBezTo>
                    <a:pt x="0" y="118399"/>
                    <a:pt x="313314" y="0"/>
                    <a:pt x="699806" y="0"/>
                  </a:cubicBezTo>
                  <a:cubicBezTo>
                    <a:pt x="1086298" y="0"/>
                    <a:pt x="1399612" y="118399"/>
                    <a:pt x="1399612" y="264451"/>
                  </a:cubicBezTo>
                  <a:close/>
                </a:path>
              </a:pathLst>
            </a:custGeom>
            <a:solidFill>
              <a:schemeClr val="accent2">
                <a:alpha val="20000"/>
              </a:schemeClr>
            </a:solidFill>
            <a:ln w="12391" cap="flat">
              <a:noFill/>
              <a:prstDash val="solid"/>
              <a:miter/>
            </a:ln>
          </p:spPr>
          <p:txBody>
            <a:bodyPr rtlCol="0" anchor="ctr"/>
            <a:lstStyle/>
            <a:p>
              <a:endParaRPr lang="zh-CN" altLang="en-US" dirty="0"/>
            </a:p>
          </p:txBody>
        </p:sp>
        <p:sp>
          <p:nvSpPr>
            <p:cNvPr id="21" name="任意多边形: 形状 20">
              <a:extLst>
                <a:ext uri="{FF2B5EF4-FFF2-40B4-BE49-F238E27FC236}">
                  <a16:creationId xmlns:a16="http://schemas.microsoft.com/office/drawing/2014/main" id="{79BD503F-3246-3E55-DB2E-F68B4099F345}"/>
                </a:ext>
              </a:extLst>
            </p:cNvPr>
            <p:cNvSpPr/>
            <p:nvPr/>
          </p:nvSpPr>
          <p:spPr>
            <a:xfrm>
              <a:off x="3808142" y="2103873"/>
              <a:ext cx="801949" cy="244396"/>
            </a:xfrm>
            <a:custGeom>
              <a:avLst/>
              <a:gdLst>
                <a:gd name="connsiteX0" fmla="*/ 801949 w 801949"/>
                <a:gd name="connsiteY0" fmla="*/ 122198 h 244396"/>
                <a:gd name="connsiteX1" fmla="*/ 400975 w 801949"/>
                <a:gd name="connsiteY1" fmla="*/ 244396 h 244396"/>
                <a:gd name="connsiteX2" fmla="*/ 0 w 801949"/>
                <a:gd name="connsiteY2" fmla="*/ 122198 h 244396"/>
                <a:gd name="connsiteX3" fmla="*/ 400975 w 801949"/>
                <a:gd name="connsiteY3" fmla="*/ 0 h 244396"/>
                <a:gd name="connsiteX4" fmla="*/ 801949 w 801949"/>
                <a:gd name="connsiteY4" fmla="*/ 122198 h 24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949" h="244396">
                  <a:moveTo>
                    <a:pt x="801949" y="122198"/>
                  </a:moveTo>
                  <a:cubicBezTo>
                    <a:pt x="801949" y="189686"/>
                    <a:pt x="622427" y="244396"/>
                    <a:pt x="400975" y="244396"/>
                  </a:cubicBezTo>
                  <a:cubicBezTo>
                    <a:pt x="179523" y="244396"/>
                    <a:pt x="0" y="189686"/>
                    <a:pt x="0" y="122198"/>
                  </a:cubicBezTo>
                  <a:cubicBezTo>
                    <a:pt x="0" y="54710"/>
                    <a:pt x="179523" y="0"/>
                    <a:pt x="400975" y="0"/>
                  </a:cubicBezTo>
                  <a:cubicBezTo>
                    <a:pt x="622427" y="0"/>
                    <a:pt x="801949" y="54710"/>
                    <a:pt x="801949" y="122198"/>
                  </a:cubicBezTo>
                  <a:close/>
                </a:path>
              </a:pathLst>
            </a:custGeom>
            <a:solidFill>
              <a:schemeClr val="accent2">
                <a:alpha val="36000"/>
              </a:schemeClr>
            </a:solidFill>
            <a:ln w="12391" cap="flat">
              <a:no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0D3D0149-7DC8-CFEB-A775-E86A141ECA0F}"/>
                </a:ext>
              </a:extLst>
            </p:cNvPr>
            <p:cNvSpPr/>
            <p:nvPr/>
          </p:nvSpPr>
          <p:spPr>
            <a:xfrm>
              <a:off x="3808142" y="2103873"/>
              <a:ext cx="801949" cy="244396"/>
            </a:xfrm>
            <a:custGeom>
              <a:avLst/>
              <a:gdLst>
                <a:gd name="connsiteX0" fmla="*/ 801949 w 801949"/>
                <a:gd name="connsiteY0" fmla="*/ 122198 h 244396"/>
                <a:gd name="connsiteX1" fmla="*/ 400975 w 801949"/>
                <a:gd name="connsiteY1" fmla="*/ 244396 h 244396"/>
                <a:gd name="connsiteX2" fmla="*/ 0 w 801949"/>
                <a:gd name="connsiteY2" fmla="*/ 122198 h 244396"/>
                <a:gd name="connsiteX3" fmla="*/ 400975 w 801949"/>
                <a:gd name="connsiteY3" fmla="*/ 0 h 244396"/>
                <a:gd name="connsiteX4" fmla="*/ 801949 w 801949"/>
                <a:gd name="connsiteY4" fmla="*/ 122198 h 24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949" h="244396">
                  <a:moveTo>
                    <a:pt x="801949" y="122198"/>
                  </a:moveTo>
                  <a:cubicBezTo>
                    <a:pt x="801949" y="189686"/>
                    <a:pt x="622427" y="244396"/>
                    <a:pt x="400975" y="244396"/>
                  </a:cubicBezTo>
                  <a:cubicBezTo>
                    <a:pt x="179523" y="244396"/>
                    <a:pt x="0" y="189686"/>
                    <a:pt x="0" y="122198"/>
                  </a:cubicBezTo>
                  <a:cubicBezTo>
                    <a:pt x="0" y="54710"/>
                    <a:pt x="179523" y="0"/>
                    <a:pt x="400975" y="0"/>
                  </a:cubicBezTo>
                  <a:cubicBezTo>
                    <a:pt x="622427" y="0"/>
                    <a:pt x="801949" y="54710"/>
                    <a:pt x="801949" y="122198"/>
                  </a:cubicBezTo>
                  <a:close/>
                </a:path>
              </a:pathLst>
            </a:custGeom>
            <a:solidFill>
              <a:schemeClr val="accent2">
                <a:alpha val="36000"/>
              </a:schemeClr>
            </a:solidFill>
            <a:ln w="12391"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EC545D36-1BED-7794-0994-540B5A77DD1B}"/>
                </a:ext>
              </a:extLst>
            </p:cNvPr>
            <p:cNvSpPr/>
            <p:nvPr/>
          </p:nvSpPr>
          <p:spPr>
            <a:xfrm>
              <a:off x="3595011" y="2014947"/>
              <a:ext cx="1250383" cy="463630"/>
            </a:xfrm>
            <a:custGeom>
              <a:avLst/>
              <a:gdLst>
                <a:gd name="connsiteX0" fmla="*/ 1250383 w 1250383"/>
                <a:gd name="connsiteY0" fmla="*/ 231815 h 463630"/>
                <a:gd name="connsiteX1" fmla="*/ 625192 w 1250383"/>
                <a:gd name="connsiteY1" fmla="*/ 463631 h 463630"/>
                <a:gd name="connsiteX2" fmla="*/ 0 w 1250383"/>
                <a:gd name="connsiteY2" fmla="*/ 231815 h 463630"/>
                <a:gd name="connsiteX3" fmla="*/ 625192 w 1250383"/>
                <a:gd name="connsiteY3" fmla="*/ 0 h 463630"/>
                <a:gd name="connsiteX4" fmla="*/ 1250383 w 1250383"/>
                <a:gd name="connsiteY4" fmla="*/ 231815 h 463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383" h="463630">
                  <a:moveTo>
                    <a:pt x="1250383" y="231815"/>
                  </a:moveTo>
                  <a:cubicBezTo>
                    <a:pt x="1250383" y="359843"/>
                    <a:pt x="970475" y="463631"/>
                    <a:pt x="625192" y="463631"/>
                  </a:cubicBezTo>
                  <a:cubicBezTo>
                    <a:pt x="279908" y="463631"/>
                    <a:pt x="0" y="359843"/>
                    <a:pt x="0" y="231815"/>
                  </a:cubicBezTo>
                  <a:cubicBezTo>
                    <a:pt x="0" y="103787"/>
                    <a:pt x="279908" y="0"/>
                    <a:pt x="625192" y="0"/>
                  </a:cubicBezTo>
                  <a:cubicBezTo>
                    <a:pt x="970475" y="0"/>
                    <a:pt x="1250383" y="103787"/>
                    <a:pt x="1250383" y="231815"/>
                  </a:cubicBezTo>
                  <a:close/>
                </a:path>
              </a:pathLst>
            </a:custGeom>
            <a:solidFill>
              <a:schemeClr val="accent2">
                <a:alpha val="34000"/>
              </a:schemeClr>
            </a:solidFill>
            <a:ln w="12391" cap="flat">
              <a:gradFill>
                <a:gsLst>
                  <a:gs pos="0">
                    <a:schemeClr val="accent2"/>
                  </a:gs>
                  <a:gs pos="100000">
                    <a:schemeClr val="accent2">
                      <a:alpha val="0"/>
                    </a:schemeClr>
                  </a:gs>
                </a:gsLst>
                <a:lin ang="5400000" scaled="1"/>
              </a:gradFill>
              <a:prstDash val="solid"/>
              <a:miter/>
            </a:ln>
          </p:spPr>
          <p:txBody>
            <a:bodyPr rtlCol="0" anchor="ctr"/>
            <a:lstStyle/>
            <a:p>
              <a:endParaRPr lang="zh-CN" altLang="en-US" dirty="0"/>
            </a:p>
          </p:txBody>
        </p:sp>
        <p:grpSp>
          <p:nvGrpSpPr>
            <p:cNvPr id="38" name="组合 37">
              <a:extLst>
                <a:ext uri="{FF2B5EF4-FFF2-40B4-BE49-F238E27FC236}">
                  <a16:creationId xmlns:a16="http://schemas.microsoft.com/office/drawing/2014/main" id="{7DA79CA2-BCAC-5246-476C-3AA5A97A48F8}"/>
                </a:ext>
              </a:extLst>
            </p:cNvPr>
            <p:cNvGrpSpPr/>
            <p:nvPr/>
          </p:nvGrpSpPr>
          <p:grpSpPr>
            <a:xfrm>
              <a:off x="3594887" y="1852815"/>
              <a:ext cx="119706" cy="533846"/>
              <a:chOff x="3594887" y="1860755"/>
              <a:chExt cx="119706" cy="533846"/>
            </a:xfrm>
            <a:solidFill>
              <a:schemeClr val="accent2">
                <a:alpha val="26000"/>
              </a:schemeClr>
            </a:solidFill>
          </p:grpSpPr>
          <p:sp>
            <p:nvSpPr>
              <p:cNvPr id="26" name="任意多边形: 形状 25">
                <a:extLst>
                  <a:ext uri="{FF2B5EF4-FFF2-40B4-BE49-F238E27FC236}">
                    <a16:creationId xmlns:a16="http://schemas.microsoft.com/office/drawing/2014/main" id="{873D644F-EFA0-61A2-DE87-F8F7BFF26AAA}"/>
                  </a:ext>
                </a:extLst>
              </p:cNvPr>
              <p:cNvSpPr/>
              <p:nvPr/>
            </p:nvSpPr>
            <p:spPr>
              <a:xfrm>
                <a:off x="3594887" y="1860755"/>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sp>
            <p:nvSpPr>
              <p:cNvPr id="36" name="任意多边形: 形状 35">
                <a:extLst>
                  <a:ext uri="{FF2B5EF4-FFF2-40B4-BE49-F238E27FC236}">
                    <a16:creationId xmlns:a16="http://schemas.microsoft.com/office/drawing/2014/main" id="{A85B734E-2A5F-9BF2-48D1-C4EDC006BEF1}"/>
                  </a:ext>
                </a:extLst>
              </p:cNvPr>
              <p:cNvSpPr/>
              <p:nvPr/>
            </p:nvSpPr>
            <p:spPr>
              <a:xfrm>
                <a:off x="3594887" y="1860755"/>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sp>
            <p:nvSpPr>
              <p:cNvPr id="37" name="任意多边形: 形状 36">
                <a:extLst>
                  <a:ext uri="{FF2B5EF4-FFF2-40B4-BE49-F238E27FC236}">
                    <a16:creationId xmlns:a16="http://schemas.microsoft.com/office/drawing/2014/main" id="{DC1BDAAD-134F-4558-F223-D61F64A391A0}"/>
                  </a:ext>
                </a:extLst>
              </p:cNvPr>
              <p:cNvSpPr/>
              <p:nvPr/>
            </p:nvSpPr>
            <p:spPr>
              <a:xfrm flipV="1">
                <a:off x="3594887" y="2008077"/>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grpSp>
        <p:sp>
          <p:nvSpPr>
            <p:cNvPr id="27" name="任意多边形: 形状 26">
              <a:extLst>
                <a:ext uri="{FF2B5EF4-FFF2-40B4-BE49-F238E27FC236}">
                  <a16:creationId xmlns:a16="http://schemas.microsoft.com/office/drawing/2014/main" id="{D4F3AEF5-E96E-7758-5EB7-D77B0EE1FA15}"/>
                </a:ext>
              </a:extLst>
            </p:cNvPr>
            <p:cNvSpPr/>
            <p:nvPr/>
          </p:nvSpPr>
          <p:spPr>
            <a:xfrm>
              <a:off x="3593424" y="2092734"/>
              <a:ext cx="1250383" cy="463630"/>
            </a:xfrm>
            <a:custGeom>
              <a:avLst/>
              <a:gdLst>
                <a:gd name="connsiteX0" fmla="*/ 1250383 w 1250383"/>
                <a:gd name="connsiteY0" fmla="*/ 231815 h 463630"/>
                <a:gd name="connsiteX1" fmla="*/ 625192 w 1250383"/>
                <a:gd name="connsiteY1" fmla="*/ 463631 h 463630"/>
                <a:gd name="connsiteX2" fmla="*/ 0 w 1250383"/>
                <a:gd name="connsiteY2" fmla="*/ 231815 h 463630"/>
                <a:gd name="connsiteX3" fmla="*/ 625192 w 1250383"/>
                <a:gd name="connsiteY3" fmla="*/ 0 h 463630"/>
                <a:gd name="connsiteX4" fmla="*/ 1250383 w 1250383"/>
                <a:gd name="connsiteY4" fmla="*/ 231815 h 463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383" h="463630">
                  <a:moveTo>
                    <a:pt x="1250383" y="231815"/>
                  </a:moveTo>
                  <a:cubicBezTo>
                    <a:pt x="1250383" y="359843"/>
                    <a:pt x="970475" y="463631"/>
                    <a:pt x="625192" y="463631"/>
                  </a:cubicBezTo>
                  <a:cubicBezTo>
                    <a:pt x="279908" y="463631"/>
                    <a:pt x="0" y="359843"/>
                    <a:pt x="0" y="231815"/>
                  </a:cubicBezTo>
                  <a:cubicBezTo>
                    <a:pt x="0" y="103787"/>
                    <a:pt x="279908" y="0"/>
                    <a:pt x="625192" y="0"/>
                  </a:cubicBezTo>
                  <a:cubicBezTo>
                    <a:pt x="970475" y="0"/>
                    <a:pt x="1250383" y="103787"/>
                    <a:pt x="1250383" y="231815"/>
                  </a:cubicBezTo>
                  <a:close/>
                </a:path>
              </a:pathLst>
            </a:custGeom>
            <a:solidFill>
              <a:schemeClr val="accent2">
                <a:alpha val="26000"/>
              </a:schemeClr>
            </a:solidFill>
            <a:ln w="12391" cap="flat">
              <a:noFill/>
              <a:prstDash val="solid"/>
              <a:miter/>
            </a:ln>
          </p:spPr>
          <p:txBody>
            <a:bodyPr rtlCol="0" anchor="ctr"/>
            <a:lstStyle/>
            <a:p>
              <a:endParaRPr lang="zh-CN" altLang="en-US" dirty="0"/>
            </a:p>
          </p:txBody>
        </p:sp>
        <p:grpSp>
          <p:nvGrpSpPr>
            <p:cNvPr id="39" name="组合 38">
              <a:extLst>
                <a:ext uri="{FF2B5EF4-FFF2-40B4-BE49-F238E27FC236}">
                  <a16:creationId xmlns:a16="http://schemas.microsoft.com/office/drawing/2014/main" id="{AB4E33A1-4C5E-77D1-8F3F-07B140A0FCB4}"/>
                </a:ext>
              </a:extLst>
            </p:cNvPr>
            <p:cNvGrpSpPr/>
            <p:nvPr/>
          </p:nvGrpSpPr>
          <p:grpSpPr>
            <a:xfrm flipH="1">
              <a:off x="4725688" y="1852815"/>
              <a:ext cx="119706" cy="533846"/>
              <a:chOff x="3594887" y="1860755"/>
              <a:chExt cx="119706" cy="533846"/>
            </a:xfrm>
            <a:solidFill>
              <a:schemeClr val="accent2">
                <a:alpha val="26000"/>
              </a:schemeClr>
            </a:solidFill>
          </p:grpSpPr>
          <p:sp>
            <p:nvSpPr>
              <p:cNvPr id="40" name="任意多边形: 形状 39">
                <a:extLst>
                  <a:ext uri="{FF2B5EF4-FFF2-40B4-BE49-F238E27FC236}">
                    <a16:creationId xmlns:a16="http://schemas.microsoft.com/office/drawing/2014/main" id="{B49B94CD-6106-FF37-A06A-02908F5F6825}"/>
                  </a:ext>
                </a:extLst>
              </p:cNvPr>
              <p:cNvSpPr/>
              <p:nvPr/>
            </p:nvSpPr>
            <p:spPr>
              <a:xfrm>
                <a:off x="3594887" y="1860755"/>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sp>
            <p:nvSpPr>
              <p:cNvPr id="41" name="任意多边形: 形状 40">
                <a:extLst>
                  <a:ext uri="{FF2B5EF4-FFF2-40B4-BE49-F238E27FC236}">
                    <a16:creationId xmlns:a16="http://schemas.microsoft.com/office/drawing/2014/main" id="{7D78C046-3455-9686-3C28-CB677314DE23}"/>
                  </a:ext>
                </a:extLst>
              </p:cNvPr>
              <p:cNvSpPr/>
              <p:nvPr/>
            </p:nvSpPr>
            <p:spPr>
              <a:xfrm>
                <a:off x="3594887" y="1860755"/>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sp>
            <p:nvSpPr>
              <p:cNvPr id="42" name="任意多边形: 形状 41">
                <a:extLst>
                  <a:ext uri="{FF2B5EF4-FFF2-40B4-BE49-F238E27FC236}">
                    <a16:creationId xmlns:a16="http://schemas.microsoft.com/office/drawing/2014/main" id="{192E04AC-AA9B-34C0-1A97-9F476A9636D7}"/>
                  </a:ext>
                </a:extLst>
              </p:cNvPr>
              <p:cNvSpPr/>
              <p:nvPr/>
            </p:nvSpPr>
            <p:spPr>
              <a:xfrm flipV="1">
                <a:off x="3594887" y="2008077"/>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grpSp>
        <p:sp>
          <p:nvSpPr>
            <p:cNvPr id="48" name="任意多边形: 形状 47">
              <a:extLst>
                <a:ext uri="{FF2B5EF4-FFF2-40B4-BE49-F238E27FC236}">
                  <a16:creationId xmlns:a16="http://schemas.microsoft.com/office/drawing/2014/main" id="{3448D012-BED5-2843-6A23-6374FC0B6A07}"/>
                </a:ext>
              </a:extLst>
            </p:cNvPr>
            <p:cNvSpPr/>
            <p:nvPr/>
          </p:nvSpPr>
          <p:spPr>
            <a:xfrm flipV="1">
              <a:off x="3714592" y="1666293"/>
              <a:ext cx="978057" cy="548564"/>
            </a:xfrm>
            <a:custGeom>
              <a:avLst/>
              <a:gdLst>
                <a:gd name="connsiteX0" fmla="*/ 0 w 978057"/>
                <a:gd name="connsiteY0" fmla="*/ 548564 h 548564"/>
                <a:gd name="connsiteX1" fmla="*/ 978057 w 978057"/>
                <a:gd name="connsiteY1" fmla="*/ 548564 h 548564"/>
                <a:gd name="connsiteX2" fmla="*/ 840916 w 978057"/>
                <a:gd name="connsiteY2" fmla="*/ 0 h 548564"/>
                <a:gd name="connsiteX3" fmla="*/ 839783 w 978057"/>
                <a:gd name="connsiteY3" fmla="*/ 0 h 548564"/>
                <a:gd name="connsiteX4" fmla="*/ 843123 w 978057"/>
                <a:gd name="connsiteY4" fmla="*/ 9573 h 548564"/>
                <a:gd name="connsiteX5" fmla="*/ 487963 w 978057"/>
                <a:gd name="connsiteY5" fmla="*/ 112187 h 548564"/>
                <a:gd name="connsiteX6" fmla="*/ 140019 w 978057"/>
                <a:gd name="connsiteY6" fmla="*/ 30253 h 548564"/>
                <a:gd name="connsiteX7" fmla="*/ 133936 w 978057"/>
                <a:gd name="connsiteY7" fmla="*/ 12820 h 548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8057" h="548564">
                  <a:moveTo>
                    <a:pt x="0" y="548564"/>
                  </a:moveTo>
                  <a:lnTo>
                    <a:pt x="978057" y="548564"/>
                  </a:lnTo>
                  <a:lnTo>
                    <a:pt x="840916" y="0"/>
                  </a:lnTo>
                  <a:lnTo>
                    <a:pt x="839783" y="0"/>
                  </a:lnTo>
                  <a:lnTo>
                    <a:pt x="843123" y="9573"/>
                  </a:lnTo>
                  <a:cubicBezTo>
                    <a:pt x="843123" y="66245"/>
                    <a:pt x="684112" y="112187"/>
                    <a:pt x="487963" y="112187"/>
                  </a:cubicBezTo>
                  <a:cubicBezTo>
                    <a:pt x="316333" y="112187"/>
                    <a:pt x="173136" y="77013"/>
                    <a:pt x="140019" y="30253"/>
                  </a:cubicBezTo>
                  <a:lnTo>
                    <a:pt x="133936" y="12820"/>
                  </a:lnTo>
                  <a:close/>
                </a:path>
              </a:pathLst>
            </a:custGeom>
            <a:gradFill>
              <a:gsLst>
                <a:gs pos="0">
                  <a:schemeClr val="accent2">
                    <a:alpha val="0"/>
                  </a:schemeClr>
                </a:gs>
                <a:gs pos="100000">
                  <a:schemeClr val="accent2">
                    <a:alpha val="37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34" name="椭圆 33">
              <a:extLst>
                <a:ext uri="{FF2B5EF4-FFF2-40B4-BE49-F238E27FC236}">
                  <a16:creationId xmlns:a16="http://schemas.microsoft.com/office/drawing/2014/main" id="{B8AF8E91-7E95-CC04-56B7-B2C8540CE478}"/>
                </a:ext>
              </a:extLst>
            </p:cNvPr>
            <p:cNvSpPr/>
            <p:nvPr/>
          </p:nvSpPr>
          <p:spPr>
            <a:xfrm flipV="1">
              <a:off x="3847395" y="2102671"/>
              <a:ext cx="710319" cy="205227"/>
            </a:xfrm>
            <a:prstGeom prst="ellipse">
              <a:avLst/>
            </a:prstGeom>
            <a:solidFill>
              <a:schemeClr val="tx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513" name="组合 512">
            <a:extLst>
              <a:ext uri="{FF2B5EF4-FFF2-40B4-BE49-F238E27FC236}">
                <a16:creationId xmlns:a16="http://schemas.microsoft.com/office/drawing/2014/main" id="{3168D9DE-DC0F-356E-1B12-24B0A728D3AF}"/>
              </a:ext>
            </a:extLst>
          </p:cNvPr>
          <p:cNvGrpSpPr/>
          <p:nvPr/>
        </p:nvGrpSpPr>
        <p:grpSpPr>
          <a:xfrm>
            <a:off x="7389162" y="1666293"/>
            <a:ext cx="1384952" cy="953068"/>
            <a:chOff x="3509312" y="1666293"/>
            <a:chExt cx="1384952" cy="953068"/>
          </a:xfrm>
        </p:grpSpPr>
        <p:sp>
          <p:nvSpPr>
            <p:cNvPr id="514" name="任意多边形: 形状 513">
              <a:extLst>
                <a:ext uri="{FF2B5EF4-FFF2-40B4-BE49-F238E27FC236}">
                  <a16:creationId xmlns:a16="http://schemas.microsoft.com/office/drawing/2014/main" id="{A86762D9-7D9A-C30E-B059-1A5F874956B5}"/>
                </a:ext>
              </a:extLst>
            </p:cNvPr>
            <p:cNvSpPr/>
            <p:nvPr/>
          </p:nvSpPr>
          <p:spPr>
            <a:xfrm>
              <a:off x="3509312" y="2126918"/>
              <a:ext cx="1384952" cy="492443"/>
            </a:xfrm>
            <a:custGeom>
              <a:avLst/>
              <a:gdLst>
                <a:gd name="connsiteX0" fmla="*/ 1399612 w 1399611"/>
                <a:gd name="connsiteY0" fmla="*/ 264451 h 528902"/>
                <a:gd name="connsiteX1" fmla="*/ 699806 w 1399611"/>
                <a:gd name="connsiteY1" fmla="*/ 528903 h 528902"/>
                <a:gd name="connsiteX2" fmla="*/ 0 w 1399611"/>
                <a:gd name="connsiteY2" fmla="*/ 264451 h 528902"/>
                <a:gd name="connsiteX3" fmla="*/ 699806 w 1399611"/>
                <a:gd name="connsiteY3" fmla="*/ 0 h 528902"/>
                <a:gd name="connsiteX4" fmla="*/ 1399612 w 1399611"/>
                <a:gd name="connsiteY4" fmla="*/ 264451 h 528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9611" h="528902">
                  <a:moveTo>
                    <a:pt x="1399612" y="264451"/>
                  </a:moveTo>
                  <a:cubicBezTo>
                    <a:pt x="1399612" y="410504"/>
                    <a:pt x="1086298" y="528903"/>
                    <a:pt x="699806" y="528903"/>
                  </a:cubicBezTo>
                  <a:cubicBezTo>
                    <a:pt x="313314" y="528903"/>
                    <a:pt x="0" y="410504"/>
                    <a:pt x="0" y="264451"/>
                  </a:cubicBezTo>
                  <a:cubicBezTo>
                    <a:pt x="0" y="118399"/>
                    <a:pt x="313314" y="0"/>
                    <a:pt x="699806" y="0"/>
                  </a:cubicBezTo>
                  <a:cubicBezTo>
                    <a:pt x="1086298" y="0"/>
                    <a:pt x="1399612" y="118399"/>
                    <a:pt x="1399612" y="264451"/>
                  </a:cubicBezTo>
                  <a:close/>
                </a:path>
              </a:pathLst>
            </a:custGeom>
            <a:solidFill>
              <a:schemeClr val="accent2">
                <a:alpha val="20000"/>
              </a:schemeClr>
            </a:solidFill>
            <a:ln w="12391" cap="flat">
              <a:noFill/>
              <a:prstDash val="solid"/>
              <a:miter/>
            </a:ln>
          </p:spPr>
          <p:txBody>
            <a:bodyPr rtlCol="0" anchor="ctr"/>
            <a:lstStyle/>
            <a:p>
              <a:endParaRPr lang="zh-CN" altLang="en-US" dirty="0"/>
            </a:p>
          </p:txBody>
        </p:sp>
        <p:sp>
          <p:nvSpPr>
            <p:cNvPr id="515" name="任意多边形: 形状 514">
              <a:extLst>
                <a:ext uri="{FF2B5EF4-FFF2-40B4-BE49-F238E27FC236}">
                  <a16:creationId xmlns:a16="http://schemas.microsoft.com/office/drawing/2014/main" id="{91D1E91D-3E74-5218-3651-81448997B4B9}"/>
                </a:ext>
              </a:extLst>
            </p:cNvPr>
            <p:cNvSpPr/>
            <p:nvPr/>
          </p:nvSpPr>
          <p:spPr>
            <a:xfrm>
              <a:off x="3808142" y="2103873"/>
              <a:ext cx="801949" cy="244396"/>
            </a:xfrm>
            <a:custGeom>
              <a:avLst/>
              <a:gdLst>
                <a:gd name="connsiteX0" fmla="*/ 801949 w 801949"/>
                <a:gd name="connsiteY0" fmla="*/ 122198 h 244396"/>
                <a:gd name="connsiteX1" fmla="*/ 400975 w 801949"/>
                <a:gd name="connsiteY1" fmla="*/ 244396 h 244396"/>
                <a:gd name="connsiteX2" fmla="*/ 0 w 801949"/>
                <a:gd name="connsiteY2" fmla="*/ 122198 h 244396"/>
                <a:gd name="connsiteX3" fmla="*/ 400975 w 801949"/>
                <a:gd name="connsiteY3" fmla="*/ 0 h 244396"/>
                <a:gd name="connsiteX4" fmla="*/ 801949 w 801949"/>
                <a:gd name="connsiteY4" fmla="*/ 122198 h 24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949" h="244396">
                  <a:moveTo>
                    <a:pt x="801949" y="122198"/>
                  </a:moveTo>
                  <a:cubicBezTo>
                    <a:pt x="801949" y="189686"/>
                    <a:pt x="622427" y="244396"/>
                    <a:pt x="400975" y="244396"/>
                  </a:cubicBezTo>
                  <a:cubicBezTo>
                    <a:pt x="179523" y="244396"/>
                    <a:pt x="0" y="189686"/>
                    <a:pt x="0" y="122198"/>
                  </a:cubicBezTo>
                  <a:cubicBezTo>
                    <a:pt x="0" y="54710"/>
                    <a:pt x="179523" y="0"/>
                    <a:pt x="400975" y="0"/>
                  </a:cubicBezTo>
                  <a:cubicBezTo>
                    <a:pt x="622427" y="0"/>
                    <a:pt x="801949" y="54710"/>
                    <a:pt x="801949" y="122198"/>
                  </a:cubicBezTo>
                  <a:close/>
                </a:path>
              </a:pathLst>
            </a:custGeom>
            <a:solidFill>
              <a:schemeClr val="accent2">
                <a:alpha val="36000"/>
              </a:schemeClr>
            </a:solidFill>
            <a:ln w="12391" cap="flat">
              <a:noFill/>
              <a:prstDash val="solid"/>
              <a:miter/>
            </a:ln>
          </p:spPr>
          <p:txBody>
            <a:bodyPr rtlCol="0" anchor="ctr"/>
            <a:lstStyle/>
            <a:p>
              <a:endParaRPr lang="zh-CN" altLang="en-US"/>
            </a:p>
          </p:txBody>
        </p:sp>
        <p:sp>
          <p:nvSpPr>
            <p:cNvPr id="520" name="任意多边形: 形状 519">
              <a:extLst>
                <a:ext uri="{FF2B5EF4-FFF2-40B4-BE49-F238E27FC236}">
                  <a16:creationId xmlns:a16="http://schemas.microsoft.com/office/drawing/2014/main" id="{4F5BC614-B158-BBBF-4BC0-F0CDBE0EE6A6}"/>
                </a:ext>
              </a:extLst>
            </p:cNvPr>
            <p:cNvSpPr/>
            <p:nvPr/>
          </p:nvSpPr>
          <p:spPr>
            <a:xfrm>
              <a:off x="3808142" y="2103873"/>
              <a:ext cx="801949" cy="244396"/>
            </a:xfrm>
            <a:custGeom>
              <a:avLst/>
              <a:gdLst>
                <a:gd name="connsiteX0" fmla="*/ 801949 w 801949"/>
                <a:gd name="connsiteY0" fmla="*/ 122198 h 244396"/>
                <a:gd name="connsiteX1" fmla="*/ 400975 w 801949"/>
                <a:gd name="connsiteY1" fmla="*/ 244396 h 244396"/>
                <a:gd name="connsiteX2" fmla="*/ 0 w 801949"/>
                <a:gd name="connsiteY2" fmla="*/ 122198 h 244396"/>
                <a:gd name="connsiteX3" fmla="*/ 400975 w 801949"/>
                <a:gd name="connsiteY3" fmla="*/ 0 h 244396"/>
                <a:gd name="connsiteX4" fmla="*/ 801949 w 801949"/>
                <a:gd name="connsiteY4" fmla="*/ 122198 h 24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949" h="244396">
                  <a:moveTo>
                    <a:pt x="801949" y="122198"/>
                  </a:moveTo>
                  <a:cubicBezTo>
                    <a:pt x="801949" y="189686"/>
                    <a:pt x="622427" y="244396"/>
                    <a:pt x="400975" y="244396"/>
                  </a:cubicBezTo>
                  <a:cubicBezTo>
                    <a:pt x="179523" y="244396"/>
                    <a:pt x="0" y="189686"/>
                    <a:pt x="0" y="122198"/>
                  </a:cubicBezTo>
                  <a:cubicBezTo>
                    <a:pt x="0" y="54710"/>
                    <a:pt x="179523" y="0"/>
                    <a:pt x="400975" y="0"/>
                  </a:cubicBezTo>
                  <a:cubicBezTo>
                    <a:pt x="622427" y="0"/>
                    <a:pt x="801949" y="54710"/>
                    <a:pt x="801949" y="122198"/>
                  </a:cubicBezTo>
                  <a:close/>
                </a:path>
              </a:pathLst>
            </a:custGeom>
            <a:solidFill>
              <a:schemeClr val="accent2">
                <a:alpha val="36000"/>
              </a:schemeClr>
            </a:solidFill>
            <a:ln w="12391" cap="flat">
              <a:noFill/>
              <a:prstDash val="solid"/>
              <a:miter/>
            </a:ln>
          </p:spPr>
          <p:txBody>
            <a:bodyPr rtlCol="0" anchor="ctr"/>
            <a:lstStyle/>
            <a:p>
              <a:endParaRPr lang="zh-CN" altLang="en-US"/>
            </a:p>
          </p:txBody>
        </p:sp>
        <p:sp>
          <p:nvSpPr>
            <p:cNvPr id="522" name="任意多边形: 形状 521">
              <a:extLst>
                <a:ext uri="{FF2B5EF4-FFF2-40B4-BE49-F238E27FC236}">
                  <a16:creationId xmlns:a16="http://schemas.microsoft.com/office/drawing/2014/main" id="{EDAD3159-31F7-7930-CF44-CCACCD0FFE21}"/>
                </a:ext>
              </a:extLst>
            </p:cNvPr>
            <p:cNvSpPr/>
            <p:nvPr/>
          </p:nvSpPr>
          <p:spPr>
            <a:xfrm>
              <a:off x="3595011" y="2014947"/>
              <a:ext cx="1250383" cy="463630"/>
            </a:xfrm>
            <a:custGeom>
              <a:avLst/>
              <a:gdLst>
                <a:gd name="connsiteX0" fmla="*/ 1250383 w 1250383"/>
                <a:gd name="connsiteY0" fmla="*/ 231815 h 463630"/>
                <a:gd name="connsiteX1" fmla="*/ 625192 w 1250383"/>
                <a:gd name="connsiteY1" fmla="*/ 463631 h 463630"/>
                <a:gd name="connsiteX2" fmla="*/ 0 w 1250383"/>
                <a:gd name="connsiteY2" fmla="*/ 231815 h 463630"/>
                <a:gd name="connsiteX3" fmla="*/ 625192 w 1250383"/>
                <a:gd name="connsiteY3" fmla="*/ 0 h 463630"/>
                <a:gd name="connsiteX4" fmla="*/ 1250383 w 1250383"/>
                <a:gd name="connsiteY4" fmla="*/ 231815 h 463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383" h="463630">
                  <a:moveTo>
                    <a:pt x="1250383" y="231815"/>
                  </a:moveTo>
                  <a:cubicBezTo>
                    <a:pt x="1250383" y="359843"/>
                    <a:pt x="970475" y="463631"/>
                    <a:pt x="625192" y="463631"/>
                  </a:cubicBezTo>
                  <a:cubicBezTo>
                    <a:pt x="279908" y="463631"/>
                    <a:pt x="0" y="359843"/>
                    <a:pt x="0" y="231815"/>
                  </a:cubicBezTo>
                  <a:cubicBezTo>
                    <a:pt x="0" y="103787"/>
                    <a:pt x="279908" y="0"/>
                    <a:pt x="625192" y="0"/>
                  </a:cubicBezTo>
                  <a:cubicBezTo>
                    <a:pt x="970475" y="0"/>
                    <a:pt x="1250383" y="103787"/>
                    <a:pt x="1250383" y="231815"/>
                  </a:cubicBezTo>
                  <a:close/>
                </a:path>
              </a:pathLst>
            </a:custGeom>
            <a:solidFill>
              <a:schemeClr val="accent2">
                <a:alpha val="34000"/>
              </a:schemeClr>
            </a:solidFill>
            <a:ln w="12391" cap="flat">
              <a:gradFill>
                <a:gsLst>
                  <a:gs pos="0">
                    <a:schemeClr val="accent2"/>
                  </a:gs>
                  <a:gs pos="100000">
                    <a:schemeClr val="accent2">
                      <a:alpha val="0"/>
                    </a:schemeClr>
                  </a:gs>
                </a:gsLst>
                <a:lin ang="5400000" scaled="1"/>
              </a:gradFill>
              <a:prstDash val="solid"/>
              <a:miter/>
            </a:ln>
          </p:spPr>
          <p:txBody>
            <a:bodyPr rtlCol="0" anchor="ctr"/>
            <a:lstStyle/>
            <a:p>
              <a:endParaRPr lang="zh-CN" altLang="en-US" dirty="0"/>
            </a:p>
          </p:txBody>
        </p:sp>
        <p:grpSp>
          <p:nvGrpSpPr>
            <p:cNvPr id="525" name="组合 524">
              <a:extLst>
                <a:ext uri="{FF2B5EF4-FFF2-40B4-BE49-F238E27FC236}">
                  <a16:creationId xmlns:a16="http://schemas.microsoft.com/office/drawing/2014/main" id="{818199C5-2000-D153-CCE6-D95E745D0110}"/>
                </a:ext>
              </a:extLst>
            </p:cNvPr>
            <p:cNvGrpSpPr/>
            <p:nvPr/>
          </p:nvGrpSpPr>
          <p:grpSpPr>
            <a:xfrm>
              <a:off x="3594887" y="1852815"/>
              <a:ext cx="119706" cy="533846"/>
              <a:chOff x="3594887" y="1860755"/>
              <a:chExt cx="119706" cy="533846"/>
            </a:xfrm>
            <a:solidFill>
              <a:schemeClr val="accent2">
                <a:alpha val="26000"/>
              </a:schemeClr>
            </a:solidFill>
          </p:grpSpPr>
          <p:sp>
            <p:nvSpPr>
              <p:cNvPr id="537" name="任意多边形: 形状 536">
                <a:extLst>
                  <a:ext uri="{FF2B5EF4-FFF2-40B4-BE49-F238E27FC236}">
                    <a16:creationId xmlns:a16="http://schemas.microsoft.com/office/drawing/2014/main" id="{C1C50EA9-AA60-77DA-7EC1-ABEA31E62C3C}"/>
                  </a:ext>
                </a:extLst>
              </p:cNvPr>
              <p:cNvSpPr/>
              <p:nvPr/>
            </p:nvSpPr>
            <p:spPr>
              <a:xfrm>
                <a:off x="3594887" y="1860755"/>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sp>
            <p:nvSpPr>
              <p:cNvPr id="539" name="任意多边形: 形状 538">
                <a:extLst>
                  <a:ext uri="{FF2B5EF4-FFF2-40B4-BE49-F238E27FC236}">
                    <a16:creationId xmlns:a16="http://schemas.microsoft.com/office/drawing/2014/main" id="{0A30BF08-AC10-0956-89DF-35619D3B629C}"/>
                  </a:ext>
                </a:extLst>
              </p:cNvPr>
              <p:cNvSpPr/>
              <p:nvPr/>
            </p:nvSpPr>
            <p:spPr>
              <a:xfrm>
                <a:off x="3594887" y="1860755"/>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sp>
            <p:nvSpPr>
              <p:cNvPr id="541" name="任意多边形: 形状 540">
                <a:extLst>
                  <a:ext uri="{FF2B5EF4-FFF2-40B4-BE49-F238E27FC236}">
                    <a16:creationId xmlns:a16="http://schemas.microsoft.com/office/drawing/2014/main" id="{A3828B92-E674-D594-93FD-C45DB4073528}"/>
                  </a:ext>
                </a:extLst>
              </p:cNvPr>
              <p:cNvSpPr/>
              <p:nvPr/>
            </p:nvSpPr>
            <p:spPr>
              <a:xfrm flipV="1">
                <a:off x="3594887" y="2008077"/>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grpSp>
        <p:sp>
          <p:nvSpPr>
            <p:cNvPr id="528" name="任意多边形: 形状 527">
              <a:extLst>
                <a:ext uri="{FF2B5EF4-FFF2-40B4-BE49-F238E27FC236}">
                  <a16:creationId xmlns:a16="http://schemas.microsoft.com/office/drawing/2014/main" id="{98CAF813-55F1-81AE-4E16-70CEBCE3DFCE}"/>
                </a:ext>
              </a:extLst>
            </p:cNvPr>
            <p:cNvSpPr/>
            <p:nvPr/>
          </p:nvSpPr>
          <p:spPr>
            <a:xfrm>
              <a:off x="3593424" y="2092734"/>
              <a:ext cx="1250383" cy="463630"/>
            </a:xfrm>
            <a:custGeom>
              <a:avLst/>
              <a:gdLst>
                <a:gd name="connsiteX0" fmla="*/ 1250383 w 1250383"/>
                <a:gd name="connsiteY0" fmla="*/ 231815 h 463630"/>
                <a:gd name="connsiteX1" fmla="*/ 625192 w 1250383"/>
                <a:gd name="connsiteY1" fmla="*/ 463631 h 463630"/>
                <a:gd name="connsiteX2" fmla="*/ 0 w 1250383"/>
                <a:gd name="connsiteY2" fmla="*/ 231815 h 463630"/>
                <a:gd name="connsiteX3" fmla="*/ 625192 w 1250383"/>
                <a:gd name="connsiteY3" fmla="*/ 0 h 463630"/>
                <a:gd name="connsiteX4" fmla="*/ 1250383 w 1250383"/>
                <a:gd name="connsiteY4" fmla="*/ 231815 h 463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383" h="463630">
                  <a:moveTo>
                    <a:pt x="1250383" y="231815"/>
                  </a:moveTo>
                  <a:cubicBezTo>
                    <a:pt x="1250383" y="359843"/>
                    <a:pt x="970475" y="463631"/>
                    <a:pt x="625192" y="463631"/>
                  </a:cubicBezTo>
                  <a:cubicBezTo>
                    <a:pt x="279908" y="463631"/>
                    <a:pt x="0" y="359843"/>
                    <a:pt x="0" y="231815"/>
                  </a:cubicBezTo>
                  <a:cubicBezTo>
                    <a:pt x="0" y="103787"/>
                    <a:pt x="279908" y="0"/>
                    <a:pt x="625192" y="0"/>
                  </a:cubicBezTo>
                  <a:cubicBezTo>
                    <a:pt x="970475" y="0"/>
                    <a:pt x="1250383" y="103787"/>
                    <a:pt x="1250383" y="231815"/>
                  </a:cubicBezTo>
                  <a:close/>
                </a:path>
              </a:pathLst>
            </a:custGeom>
            <a:solidFill>
              <a:schemeClr val="accent2">
                <a:alpha val="26000"/>
              </a:schemeClr>
            </a:solidFill>
            <a:ln w="12391" cap="flat">
              <a:noFill/>
              <a:prstDash val="solid"/>
              <a:miter/>
            </a:ln>
          </p:spPr>
          <p:txBody>
            <a:bodyPr rtlCol="0" anchor="ctr"/>
            <a:lstStyle/>
            <a:p>
              <a:endParaRPr lang="zh-CN" altLang="en-US" dirty="0"/>
            </a:p>
          </p:txBody>
        </p:sp>
        <p:grpSp>
          <p:nvGrpSpPr>
            <p:cNvPr id="529" name="组合 528">
              <a:extLst>
                <a:ext uri="{FF2B5EF4-FFF2-40B4-BE49-F238E27FC236}">
                  <a16:creationId xmlns:a16="http://schemas.microsoft.com/office/drawing/2014/main" id="{EA493CF8-8060-53F0-6DA8-11B6A7937C68}"/>
                </a:ext>
              </a:extLst>
            </p:cNvPr>
            <p:cNvGrpSpPr/>
            <p:nvPr/>
          </p:nvGrpSpPr>
          <p:grpSpPr>
            <a:xfrm flipH="1">
              <a:off x="4725688" y="1852815"/>
              <a:ext cx="119706" cy="533846"/>
              <a:chOff x="3594887" y="1860755"/>
              <a:chExt cx="119706" cy="533846"/>
            </a:xfrm>
            <a:solidFill>
              <a:schemeClr val="accent2">
                <a:alpha val="26000"/>
              </a:schemeClr>
            </a:solidFill>
          </p:grpSpPr>
          <p:sp>
            <p:nvSpPr>
              <p:cNvPr id="533" name="任意多边形: 形状 532">
                <a:extLst>
                  <a:ext uri="{FF2B5EF4-FFF2-40B4-BE49-F238E27FC236}">
                    <a16:creationId xmlns:a16="http://schemas.microsoft.com/office/drawing/2014/main" id="{996ED422-9C0E-EFB9-30B8-F1A687283C12}"/>
                  </a:ext>
                </a:extLst>
              </p:cNvPr>
              <p:cNvSpPr/>
              <p:nvPr/>
            </p:nvSpPr>
            <p:spPr>
              <a:xfrm>
                <a:off x="3594887" y="1860755"/>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sp>
            <p:nvSpPr>
              <p:cNvPr id="534" name="任意多边形: 形状 533">
                <a:extLst>
                  <a:ext uri="{FF2B5EF4-FFF2-40B4-BE49-F238E27FC236}">
                    <a16:creationId xmlns:a16="http://schemas.microsoft.com/office/drawing/2014/main" id="{BD2EA00D-FF55-4590-A04E-084B0B82E4C7}"/>
                  </a:ext>
                </a:extLst>
              </p:cNvPr>
              <p:cNvSpPr/>
              <p:nvPr/>
            </p:nvSpPr>
            <p:spPr>
              <a:xfrm>
                <a:off x="3594887" y="1860755"/>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sp>
            <p:nvSpPr>
              <p:cNvPr id="535" name="任意多边形: 形状 534">
                <a:extLst>
                  <a:ext uri="{FF2B5EF4-FFF2-40B4-BE49-F238E27FC236}">
                    <a16:creationId xmlns:a16="http://schemas.microsoft.com/office/drawing/2014/main" id="{58C18C27-FD57-B88D-AC4D-9EB57A0F3D62}"/>
                  </a:ext>
                </a:extLst>
              </p:cNvPr>
              <p:cNvSpPr/>
              <p:nvPr/>
            </p:nvSpPr>
            <p:spPr>
              <a:xfrm flipV="1">
                <a:off x="3594887" y="2008077"/>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grpSp>
        <p:sp>
          <p:nvSpPr>
            <p:cNvPr id="531" name="任意多边形: 形状 530">
              <a:extLst>
                <a:ext uri="{FF2B5EF4-FFF2-40B4-BE49-F238E27FC236}">
                  <a16:creationId xmlns:a16="http://schemas.microsoft.com/office/drawing/2014/main" id="{15E1D035-127B-A0E4-1B8C-95C0F551B415}"/>
                </a:ext>
              </a:extLst>
            </p:cNvPr>
            <p:cNvSpPr/>
            <p:nvPr/>
          </p:nvSpPr>
          <p:spPr>
            <a:xfrm flipV="1">
              <a:off x="3714592" y="1666293"/>
              <a:ext cx="978057" cy="548564"/>
            </a:xfrm>
            <a:custGeom>
              <a:avLst/>
              <a:gdLst>
                <a:gd name="connsiteX0" fmla="*/ 0 w 978057"/>
                <a:gd name="connsiteY0" fmla="*/ 548564 h 548564"/>
                <a:gd name="connsiteX1" fmla="*/ 978057 w 978057"/>
                <a:gd name="connsiteY1" fmla="*/ 548564 h 548564"/>
                <a:gd name="connsiteX2" fmla="*/ 840916 w 978057"/>
                <a:gd name="connsiteY2" fmla="*/ 0 h 548564"/>
                <a:gd name="connsiteX3" fmla="*/ 839783 w 978057"/>
                <a:gd name="connsiteY3" fmla="*/ 0 h 548564"/>
                <a:gd name="connsiteX4" fmla="*/ 843123 w 978057"/>
                <a:gd name="connsiteY4" fmla="*/ 9573 h 548564"/>
                <a:gd name="connsiteX5" fmla="*/ 487963 w 978057"/>
                <a:gd name="connsiteY5" fmla="*/ 112187 h 548564"/>
                <a:gd name="connsiteX6" fmla="*/ 140019 w 978057"/>
                <a:gd name="connsiteY6" fmla="*/ 30253 h 548564"/>
                <a:gd name="connsiteX7" fmla="*/ 133936 w 978057"/>
                <a:gd name="connsiteY7" fmla="*/ 12820 h 548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8057" h="548564">
                  <a:moveTo>
                    <a:pt x="0" y="548564"/>
                  </a:moveTo>
                  <a:lnTo>
                    <a:pt x="978057" y="548564"/>
                  </a:lnTo>
                  <a:lnTo>
                    <a:pt x="840916" y="0"/>
                  </a:lnTo>
                  <a:lnTo>
                    <a:pt x="839783" y="0"/>
                  </a:lnTo>
                  <a:lnTo>
                    <a:pt x="843123" y="9573"/>
                  </a:lnTo>
                  <a:cubicBezTo>
                    <a:pt x="843123" y="66245"/>
                    <a:pt x="684112" y="112187"/>
                    <a:pt x="487963" y="112187"/>
                  </a:cubicBezTo>
                  <a:cubicBezTo>
                    <a:pt x="316333" y="112187"/>
                    <a:pt x="173136" y="77013"/>
                    <a:pt x="140019" y="30253"/>
                  </a:cubicBezTo>
                  <a:lnTo>
                    <a:pt x="133936" y="12820"/>
                  </a:lnTo>
                  <a:close/>
                </a:path>
              </a:pathLst>
            </a:custGeom>
            <a:gradFill>
              <a:gsLst>
                <a:gs pos="0">
                  <a:schemeClr val="accent2">
                    <a:alpha val="0"/>
                  </a:schemeClr>
                </a:gs>
                <a:gs pos="100000">
                  <a:schemeClr val="accent2">
                    <a:alpha val="37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32" name="椭圆 531">
              <a:extLst>
                <a:ext uri="{FF2B5EF4-FFF2-40B4-BE49-F238E27FC236}">
                  <a16:creationId xmlns:a16="http://schemas.microsoft.com/office/drawing/2014/main" id="{4F1DA706-CF82-DF0F-3678-D24439DB951B}"/>
                </a:ext>
              </a:extLst>
            </p:cNvPr>
            <p:cNvSpPr/>
            <p:nvPr/>
          </p:nvSpPr>
          <p:spPr>
            <a:xfrm flipV="1">
              <a:off x="3847395" y="2102671"/>
              <a:ext cx="710319" cy="205227"/>
            </a:xfrm>
            <a:prstGeom prst="ellipse">
              <a:avLst/>
            </a:prstGeom>
            <a:solidFill>
              <a:schemeClr val="tx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542" name="组合 541">
            <a:extLst>
              <a:ext uri="{FF2B5EF4-FFF2-40B4-BE49-F238E27FC236}">
                <a16:creationId xmlns:a16="http://schemas.microsoft.com/office/drawing/2014/main" id="{4225200B-45E5-2988-DBFA-01E11F6D0CC1}"/>
              </a:ext>
            </a:extLst>
          </p:cNvPr>
          <p:cNvGrpSpPr/>
          <p:nvPr/>
        </p:nvGrpSpPr>
        <p:grpSpPr>
          <a:xfrm>
            <a:off x="5368072" y="1312743"/>
            <a:ext cx="1489724" cy="1025168"/>
            <a:chOff x="3509312" y="1666293"/>
            <a:chExt cx="1384952" cy="953068"/>
          </a:xfrm>
        </p:grpSpPr>
        <p:sp>
          <p:nvSpPr>
            <p:cNvPr id="544" name="任意多边形: 形状 543">
              <a:extLst>
                <a:ext uri="{FF2B5EF4-FFF2-40B4-BE49-F238E27FC236}">
                  <a16:creationId xmlns:a16="http://schemas.microsoft.com/office/drawing/2014/main" id="{92C7404D-5B41-C72E-FCEB-AFE6E5958099}"/>
                </a:ext>
              </a:extLst>
            </p:cNvPr>
            <p:cNvSpPr/>
            <p:nvPr/>
          </p:nvSpPr>
          <p:spPr>
            <a:xfrm>
              <a:off x="3509312" y="2126918"/>
              <a:ext cx="1384952" cy="492443"/>
            </a:xfrm>
            <a:custGeom>
              <a:avLst/>
              <a:gdLst>
                <a:gd name="connsiteX0" fmla="*/ 1399612 w 1399611"/>
                <a:gd name="connsiteY0" fmla="*/ 264451 h 528902"/>
                <a:gd name="connsiteX1" fmla="*/ 699806 w 1399611"/>
                <a:gd name="connsiteY1" fmla="*/ 528903 h 528902"/>
                <a:gd name="connsiteX2" fmla="*/ 0 w 1399611"/>
                <a:gd name="connsiteY2" fmla="*/ 264451 h 528902"/>
                <a:gd name="connsiteX3" fmla="*/ 699806 w 1399611"/>
                <a:gd name="connsiteY3" fmla="*/ 0 h 528902"/>
                <a:gd name="connsiteX4" fmla="*/ 1399612 w 1399611"/>
                <a:gd name="connsiteY4" fmla="*/ 264451 h 528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9611" h="528902">
                  <a:moveTo>
                    <a:pt x="1399612" y="264451"/>
                  </a:moveTo>
                  <a:cubicBezTo>
                    <a:pt x="1399612" y="410504"/>
                    <a:pt x="1086298" y="528903"/>
                    <a:pt x="699806" y="528903"/>
                  </a:cubicBezTo>
                  <a:cubicBezTo>
                    <a:pt x="313314" y="528903"/>
                    <a:pt x="0" y="410504"/>
                    <a:pt x="0" y="264451"/>
                  </a:cubicBezTo>
                  <a:cubicBezTo>
                    <a:pt x="0" y="118399"/>
                    <a:pt x="313314" y="0"/>
                    <a:pt x="699806" y="0"/>
                  </a:cubicBezTo>
                  <a:cubicBezTo>
                    <a:pt x="1086298" y="0"/>
                    <a:pt x="1399612" y="118399"/>
                    <a:pt x="1399612" y="264451"/>
                  </a:cubicBezTo>
                  <a:close/>
                </a:path>
              </a:pathLst>
            </a:custGeom>
            <a:solidFill>
              <a:schemeClr val="accent2">
                <a:alpha val="20000"/>
              </a:schemeClr>
            </a:solidFill>
            <a:ln w="12391" cap="flat">
              <a:noFill/>
              <a:prstDash val="solid"/>
              <a:miter/>
            </a:ln>
          </p:spPr>
          <p:txBody>
            <a:bodyPr rtlCol="0" anchor="ctr"/>
            <a:lstStyle/>
            <a:p>
              <a:endParaRPr lang="zh-CN" altLang="en-US" dirty="0"/>
            </a:p>
          </p:txBody>
        </p:sp>
        <p:sp>
          <p:nvSpPr>
            <p:cNvPr id="545" name="任意多边形: 形状 544">
              <a:extLst>
                <a:ext uri="{FF2B5EF4-FFF2-40B4-BE49-F238E27FC236}">
                  <a16:creationId xmlns:a16="http://schemas.microsoft.com/office/drawing/2014/main" id="{D94D9285-888B-83A2-559A-7F440A867109}"/>
                </a:ext>
              </a:extLst>
            </p:cNvPr>
            <p:cNvSpPr/>
            <p:nvPr/>
          </p:nvSpPr>
          <p:spPr>
            <a:xfrm>
              <a:off x="3808142" y="2103873"/>
              <a:ext cx="801949" cy="244396"/>
            </a:xfrm>
            <a:custGeom>
              <a:avLst/>
              <a:gdLst>
                <a:gd name="connsiteX0" fmla="*/ 801949 w 801949"/>
                <a:gd name="connsiteY0" fmla="*/ 122198 h 244396"/>
                <a:gd name="connsiteX1" fmla="*/ 400975 w 801949"/>
                <a:gd name="connsiteY1" fmla="*/ 244396 h 244396"/>
                <a:gd name="connsiteX2" fmla="*/ 0 w 801949"/>
                <a:gd name="connsiteY2" fmla="*/ 122198 h 244396"/>
                <a:gd name="connsiteX3" fmla="*/ 400975 w 801949"/>
                <a:gd name="connsiteY3" fmla="*/ 0 h 244396"/>
                <a:gd name="connsiteX4" fmla="*/ 801949 w 801949"/>
                <a:gd name="connsiteY4" fmla="*/ 122198 h 24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949" h="244396">
                  <a:moveTo>
                    <a:pt x="801949" y="122198"/>
                  </a:moveTo>
                  <a:cubicBezTo>
                    <a:pt x="801949" y="189686"/>
                    <a:pt x="622427" y="244396"/>
                    <a:pt x="400975" y="244396"/>
                  </a:cubicBezTo>
                  <a:cubicBezTo>
                    <a:pt x="179523" y="244396"/>
                    <a:pt x="0" y="189686"/>
                    <a:pt x="0" y="122198"/>
                  </a:cubicBezTo>
                  <a:cubicBezTo>
                    <a:pt x="0" y="54710"/>
                    <a:pt x="179523" y="0"/>
                    <a:pt x="400975" y="0"/>
                  </a:cubicBezTo>
                  <a:cubicBezTo>
                    <a:pt x="622427" y="0"/>
                    <a:pt x="801949" y="54710"/>
                    <a:pt x="801949" y="122198"/>
                  </a:cubicBezTo>
                  <a:close/>
                </a:path>
              </a:pathLst>
            </a:custGeom>
            <a:solidFill>
              <a:schemeClr val="accent2">
                <a:alpha val="36000"/>
              </a:schemeClr>
            </a:solidFill>
            <a:ln w="12391" cap="flat">
              <a:noFill/>
              <a:prstDash val="solid"/>
              <a:miter/>
            </a:ln>
          </p:spPr>
          <p:txBody>
            <a:bodyPr rtlCol="0" anchor="ctr"/>
            <a:lstStyle/>
            <a:p>
              <a:endParaRPr lang="zh-CN" altLang="en-US"/>
            </a:p>
          </p:txBody>
        </p:sp>
        <p:sp>
          <p:nvSpPr>
            <p:cNvPr id="546" name="任意多边形: 形状 545">
              <a:extLst>
                <a:ext uri="{FF2B5EF4-FFF2-40B4-BE49-F238E27FC236}">
                  <a16:creationId xmlns:a16="http://schemas.microsoft.com/office/drawing/2014/main" id="{6B125ACE-7593-BC4A-6E88-26EE5DA3A263}"/>
                </a:ext>
              </a:extLst>
            </p:cNvPr>
            <p:cNvSpPr/>
            <p:nvPr/>
          </p:nvSpPr>
          <p:spPr>
            <a:xfrm>
              <a:off x="3808142" y="2103873"/>
              <a:ext cx="801949" cy="244396"/>
            </a:xfrm>
            <a:custGeom>
              <a:avLst/>
              <a:gdLst>
                <a:gd name="connsiteX0" fmla="*/ 801949 w 801949"/>
                <a:gd name="connsiteY0" fmla="*/ 122198 h 244396"/>
                <a:gd name="connsiteX1" fmla="*/ 400975 w 801949"/>
                <a:gd name="connsiteY1" fmla="*/ 244396 h 244396"/>
                <a:gd name="connsiteX2" fmla="*/ 0 w 801949"/>
                <a:gd name="connsiteY2" fmla="*/ 122198 h 244396"/>
                <a:gd name="connsiteX3" fmla="*/ 400975 w 801949"/>
                <a:gd name="connsiteY3" fmla="*/ 0 h 244396"/>
                <a:gd name="connsiteX4" fmla="*/ 801949 w 801949"/>
                <a:gd name="connsiteY4" fmla="*/ 122198 h 24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949" h="244396">
                  <a:moveTo>
                    <a:pt x="801949" y="122198"/>
                  </a:moveTo>
                  <a:cubicBezTo>
                    <a:pt x="801949" y="189686"/>
                    <a:pt x="622427" y="244396"/>
                    <a:pt x="400975" y="244396"/>
                  </a:cubicBezTo>
                  <a:cubicBezTo>
                    <a:pt x="179523" y="244396"/>
                    <a:pt x="0" y="189686"/>
                    <a:pt x="0" y="122198"/>
                  </a:cubicBezTo>
                  <a:cubicBezTo>
                    <a:pt x="0" y="54710"/>
                    <a:pt x="179523" y="0"/>
                    <a:pt x="400975" y="0"/>
                  </a:cubicBezTo>
                  <a:cubicBezTo>
                    <a:pt x="622427" y="0"/>
                    <a:pt x="801949" y="54710"/>
                    <a:pt x="801949" y="122198"/>
                  </a:cubicBezTo>
                  <a:close/>
                </a:path>
              </a:pathLst>
            </a:custGeom>
            <a:solidFill>
              <a:schemeClr val="accent2">
                <a:alpha val="36000"/>
              </a:schemeClr>
            </a:solidFill>
            <a:ln w="12391" cap="flat">
              <a:noFill/>
              <a:prstDash val="solid"/>
              <a:miter/>
            </a:ln>
          </p:spPr>
          <p:txBody>
            <a:bodyPr rtlCol="0" anchor="ctr"/>
            <a:lstStyle/>
            <a:p>
              <a:endParaRPr lang="zh-CN" altLang="en-US"/>
            </a:p>
          </p:txBody>
        </p:sp>
        <p:sp>
          <p:nvSpPr>
            <p:cNvPr id="547" name="任意多边形: 形状 546">
              <a:extLst>
                <a:ext uri="{FF2B5EF4-FFF2-40B4-BE49-F238E27FC236}">
                  <a16:creationId xmlns:a16="http://schemas.microsoft.com/office/drawing/2014/main" id="{4420DDDA-5B1E-EC36-054B-C7778B7BDAA9}"/>
                </a:ext>
              </a:extLst>
            </p:cNvPr>
            <p:cNvSpPr/>
            <p:nvPr/>
          </p:nvSpPr>
          <p:spPr>
            <a:xfrm>
              <a:off x="3595011" y="2014947"/>
              <a:ext cx="1250383" cy="463630"/>
            </a:xfrm>
            <a:custGeom>
              <a:avLst/>
              <a:gdLst>
                <a:gd name="connsiteX0" fmla="*/ 1250383 w 1250383"/>
                <a:gd name="connsiteY0" fmla="*/ 231815 h 463630"/>
                <a:gd name="connsiteX1" fmla="*/ 625192 w 1250383"/>
                <a:gd name="connsiteY1" fmla="*/ 463631 h 463630"/>
                <a:gd name="connsiteX2" fmla="*/ 0 w 1250383"/>
                <a:gd name="connsiteY2" fmla="*/ 231815 h 463630"/>
                <a:gd name="connsiteX3" fmla="*/ 625192 w 1250383"/>
                <a:gd name="connsiteY3" fmla="*/ 0 h 463630"/>
                <a:gd name="connsiteX4" fmla="*/ 1250383 w 1250383"/>
                <a:gd name="connsiteY4" fmla="*/ 231815 h 463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383" h="463630">
                  <a:moveTo>
                    <a:pt x="1250383" y="231815"/>
                  </a:moveTo>
                  <a:cubicBezTo>
                    <a:pt x="1250383" y="359843"/>
                    <a:pt x="970475" y="463631"/>
                    <a:pt x="625192" y="463631"/>
                  </a:cubicBezTo>
                  <a:cubicBezTo>
                    <a:pt x="279908" y="463631"/>
                    <a:pt x="0" y="359843"/>
                    <a:pt x="0" y="231815"/>
                  </a:cubicBezTo>
                  <a:cubicBezTo>
                    <a:pt x="0" y="103787"/>
                    <a:pt x="279908" y="0"/>
                    <a:pt x="625192" y="0"/>
                  </a:cubicBezTo>
                  <a:cubicBezTo>
                    <a:pt x="970475" y="0"/>
                    <a:pt x="1250383" y="103787"/>
                    <a:pt x="1250383" y="231815"/>
                  </a:cubicBezTo>
                  <a:close/>
                </a:path>
              </a:pathLst>
            </a:custGeom>
            <a:solidFill>
              <a:schemeClr val="accent2">
                <a:alpha val="13000"/>
              </a:schemeClr>
            </a:solidFill>
            <a:ln w="12391" cap="flat">
              <a:gradFill>
                <a:gsLst>
                  <a:gs pos="0">
                    <a:schemeClr val="accent2"/>
                  </a:gs>
                  <a:gs pos="100000">
                    <a:schemeClr val="accent2">
                      <a:alpha val="0"/>
                    </a:schemeClr>
                  </a:gs>
                </a:gsLst>
                <a:lin ang="5400000" scaled="1"/>
              </a:gradFill>
              <a:prstDash val="solid"/>
              <a:miter/>
            </a:ln>
          </p:spPr>
          <p:txBody>
            <a:bodyPr rtlCol="0" anchor="ctr"/>
            <a:lstStyle/>
            <a:p>
              <a:endParaRPr lang="zh-CN" altLang="en-US" dirty="0"/>
            </a:p>
          </p:txBody>
        </p:sp>
        <p:grpSp>
          <p:nvGrpSpPr>
            <p:cNvPr id="548" name="组合 547">
              <a:extLst>
                <a:ext uri="{FF2B5EF4-FFF2-40B4-BE49-F238E27FC236}">
                  <a16:creationId xmlns:a16="http://schemas.microsoft.com/office/drawing/2014/main" id="{50ED1066-8D17-D744-FC87-F3D7006CE74C}"/>
                </a:ext>
              </a:extLst>
            </p:cNvPr>
            <p:cNvGrpSpPr/>
            <p:nvPr/>
          </p:nvGrpSpPr>
          <p:grpSpPr>
            <a:xfrm>
              <a:off x="3594887" y="1852815"/>
              <a:ext cx="119706" cy="533846"/>
              <a:chOff x="3594887" y="1860755"/>
              <a:chExt cx="119706" cy="533846"/>
            </a:xfrm>
            <a:solidFill>
              <a:schemeClr val="accent2">
                <a:alpha val="26000"/>
              </a:schemeClr>
            </a:solidFill>
          </p:grpSpPr>
          <p:sp>
            <p:nvSpPr>
              <p:cNvPr id="570" name="任意多边形: 形状 569">
                <a:extLst>
                  <a:ext uri="{FF2B5EF4-FFF2-40B4-BE49-F238E27FC236}">
                    <a16:creationId xmlns:a16="http://schemas.microsoft.com/office/drawing/2014/main" id="{A4BB16D7-AF36-19A4-C759-54DC55136464}"/>
                  </a:ext>
                </a:extLst>
              </p:cNvPr>
              <p:cNvSpPr/>
              <p:nvPr/>
            </p:nvSpPr>
            <p:spPr>
              <a:xfrm>
                <a:off x="3594887" y="1860755"/>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sp>
            <p:nvSpPr>
              <p:cNvPr id="574" name="任意多边形: 形状 573">
                <a:extLst>
                  <a:ext uri="{FF2B5EF4-FFF2-40B4-BE49-F238E27FC236}">
                    <a16:creationId xmlns:a16="http://schemas.microsoft.com/office/drawing/2014/main" id="{963BFBEC-7B9A-3B5A-01B5-EC006B0ABC45}"/>
                  </a:ext>
                </a:extLst>
              </p:cNvPr>
              <p:cNvSpPr/>
              <p:nvPr/>
            </p:nvSpPr>
            <p:spPr>
              <a:xfrm>
                <a:off x="3594887" y="1860755"/>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sp>
            <p:nvSpPr>
              <p:cNvPr id="575" name="任意多边形: 形状 574">
                <a:extLst>
                  <a:ext uri="{FF2B5EF4-FFF2-40B4-BE49-F238E27FC236}">
                    <a16:creationId xmlns:a16="http://schemas.microsoft.com/office/drawing/2014/main" id="{8EC3AC47-CA6B-2946-6099-6B5199E285D6}"/>
                  </a:ext>
                </a:extLst>
              </p:cNvPr>
              <p:cNvSpPr/>
              <p:nvPr/>
            </p:nvSpPr>
            <p:spPr>
              <a:xfrm flipV="1">
                <a:off x="3594887" y="2008077"/>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grpSp>
        <p:sp>
          <p:nvSpPr>
            <p:cNvPr id="549" name="任意多边形: 形状 548">
              <a:extLst>
                <a:ext uri="{FF2B5EF4-FFF2-40B4-BE49-F238E27FC236}">
                  <a16:creationId xmlns:a16="http://schemas.microsoft.com/office/drawing/2014/main" id="{DFC06A4D-A3A9-E6C5-CEAD-4B0630778EE3}"/>
                </a:ext>
              </a:extLst>
            </p:cNvPr>
            <p:cNvSpPr/>
            <p:nvPr/>
          </p:nvSpPr>
          <p:spPr>
            <a:xfrm>
              <a:off x="3593424" y="2092734"/>
              <a:ext cx="1250383" cy="463630"/>
            </a:xfrm>
            <a:custGeom>
              <a:avLst/>
              <a:gdLst>
                <a:gd name="connsiteX0" fmla="*/ 1250383 w 1250383"/>
                <a:gd name="connsiteY0" fmla="*/ 231815 h 463630"/>
                <a:gd name="connsiteX1" fmla="*/ 625192 w 1250383"/>
                <a:gd name="connsiteY1" fmla="*/ 463631 h 463630"/>
                <a:gd name="connsiteX2" fmla="*/ 0 w 1250383"/>
                <a:gd name="connsiteY2" fmla="*/ 231815 h 463630"/>
                <a:gd name="connsiteX3" fmla="*/ 625192 w 1250383"/>
                <a:gd name="connsiteY3" fmla="*/ 0 h 463630"/>
                <a:gd name="connsiteX4" fmla="*/ 1250383 w 1250383"/>
                <a:gd name="connsiteY4" fmla="*/ 231815 h 463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383" h="463630">
                  <a:moveTo>
                    <a:pt x="1250383" y="231815"/>
                  </a:moveTo>
                  <a:cubicBezTo>
                    <a:pt x="1250383" y="359843"/>
                    <a:pt x="970475" y="463631"/>
                    <a:pt x="625192" y="463631"/>
                  </a:cubicBezTo>
                  <a:cubicBezTo>
                    <a:pt x="279908" y="463631"/>
                    <a:pt x="0" y="359843"/>
                    <a:pt x="0" y="231815"/>
                  </a:cubicBezTo>
                  <a:cubicBezTo>
                    <a:pt x="0" y="103787"/>
                    <a:pt x="279908" y="0"/>
                    <a:pt x="625192" y="0"/>
                  </a:cubicBezTo>
                  <a:cubicBezTo>
                    <a:pt x="970475" y="0"/>
                    <a:pt x="1250383" y="103787"/>
                    <a:pt x="1250383" y="231815"/>
                  </a:cubicBezTo>
                  <a:close/>
                </a:path>
              </a:pathLst>
            </a:custGeom>
            <a:solidFill>
              <a:schemeClr val="accent2">
                <a:alpha val="26000"/>
              </a:schemeClr>
            </a:solidFill>
            <a:ln w="12391" cap="flat">
              <a:noFill/>
              <a:prstDash val="solid"/>
              <a:miter/>
            </a:ln>
          </p:spPr>
          <p:txBody>
            <a:bodyPr rtlCol="0" anchor="ctr"/>
            <a:lstStyle/>
            <a:p>
              <a:endParaRPr lang="zh-CN" altLang="en-US" dirty="0"/>
            </a:p>
          </p:txBody>
        </p:sp>
        <p:grpSp>
          <p:nvGrpSpPr>
            <p:cNvPr id="550" name="组合 549">
              <a:extLst>
                <a:ext uri="{FF2B5EF4-FFF2-40B4-BE49-F238E27FC236}">
                  <a16:creationId xmlns:a16="http://schemas.microsoft.com/office/drawing/2014/main" id="{060D1AA1-FF01-53CB-27C4-A06B94EDABE9}"/>
                </a:ext>
              </a:extLst>
            </p:cNvPr>
            <p:cNvGrpSpPr/>
            <p:nvPr/>
          </p:nvGrpSpPr>
          <p:grpSpPr>
            <a:xfrm flipH="1">
              <a:off x="4725688" y="1852815"/>
              <a:ext cx="119706" cy="533846"/>
              <a:chOff x="3594887" y="1860755"/>
              <a:chExt cx="119706" cy="533846"/>
            </a:xfrm>
            <a:solidFill>
              <a:schemeClr val="accent2">
                <a:alpha val="26000"/>
              </a:schemeClr>
            </a:solidFill>
          </p:grpSpPr>
          <p:sp>
            <p:nvSpPr>
              <p:cNvPr id="561" name="任意多边形: 形状 560">
                <a:extLst>
                  <a:ext uri="{FF2B5EF4-FFF2-40B4-BE49-F238E27FC236}">
                    <a16:creationId xmlns:a16="http://schemas.microsoft.com/office/drawing/2014/main" id="{1C5BFC2A-BD6D-BA56-EDFF-19475C900FEC}"/>
                  </a:ext>
                </a:extLst>
              </p:cNvPr>
              <p:cNvSpPr/>
              <p:nvPr/>
            </p:nvSpPr>
            <p:spPr>
              <a:xfrm>
                <a:off x="3594887" y="1860755"/>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sp>
            <p:nvSpPr>
              <p:cNvPr id="563" name="任意多边形: 形状 562">
                <a:extLst>
                  <a:ext uri="{FF2B5EF4-FFF2-40B4-BE49-F238E27FC236}">
                    <a16:creationId xmlns:a16="http://schemas.microsoft.com/office/drawing/2014/main" id="{820B7A67-D06E-6A00-49EB-E592D26D6CC2}"/>
                  </a:ext>
                </a:extLst>
              </p:cNvPr>
              <p:cNvSpPr/>
              <p:nvPr/>
            </p:nvSpPr>
            <p:spPr>
              <a:xfrm>
                <a:off x="3594887" y="1860755"/>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sp>
            <p:nvSpPr>
              <p:cNvPr id="569" name="任意多边形: 形状 568">
                <a:extLst>
                  <a:ext uri="{FF2B5EF4-FFF2-40B4-BE49-F238E27FC236}">
                    <a16:creationId xmlns:a16="http://schemas.microsoft.com/office/drawing/2014/main" id="{DAF259E1-3493-996A-4B4C-C6A9E32EAC7D}"/>
                  </a:ext>
                </a:extLst>
              </p:cNvPr>
              <p:cNvSpPr/>
              <p:nvPr/>
            </p:nvSpPr>
            <p:spPr>
              <a:xfrm flipV="1">
                <a:off x="3594887" y="2008077"/>
                <a:ext cx="119706" cy="386524"/>
              </a:xfrm>
              <a:custGeom>
                <a:avLst/>
                <a:gdLst>
                  <a:gd name="connsiteX0" fmla="*/ 125 w 119706"/>
                  <a:gd name="connsiteY0" fmla="*/ 168910 h 386524"/>
                  <a:gd name="connsiteX1" fmla="*/ 2118 w 119706"/>
                  <a:gd name="connsiteY1" fmla="*/ 190584 h 386524"/>
                  <a:gd name="connsiteX2" fmla="*/ 125 w 119706"/>
                  <a:gd name="connsiteY2" fmla="*/ 190584 h 386524"/>
                  <a:gd name="connsiteX3" fmla="*/ 125 w 119706"/>
                  <a:gd name="connsiteY3" fmla="*/ 386525 h 386524"/>
                  <a:gd name="connsiteX4" fmla="*/ 57674 w 119706"/>
                  <a:gd name="connsiteY4" fmla="*/ 289364 h 386524"/>
                  <a:gd name="connsiteX5" fmla="*/ 57674 w 119706"/>
                  <a:gd name="connsiteY5" fmla="*/ 289364 h 386524"/>
                  <a:gd name="connsiteX6" fmla="*/ 119707 w 119706"/>
                  <a:gd name="connsiteY6" fmla="*/ 250376 h 386524"/>
                  <a:gd name="connsiteX7" fmla="*/ 119707 w 119706"/>
                  <a:gd name="connsiteY7" fmla="*/ 250376 h 386524"/>
                  <a:gd name="connsiteX8" fmla="*/ 119707 w 119706"/>
                  <a:gd name="connsiteY8" fmla="*/ 0 h 386524"/>
                  <a:gd name="connsiteX9" fmla="*/ 0 w 119706"/>
                  <a:gd name="connsiteY9" fmla="*/ 168910 h 386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706" h="386524">
                    <a:moveTo>
                      <a:pt x="125" y="168910"/>
                    </a:moveTo>
                    <a:cubicBezTo>
                      <a:pt x="125" y="176259"/>
                      <a:pt x="997" y="183484"/>
                      <a:pt x="2118" y="190584"/>
                    </a:cubicBezTo>
                    <a:lnTo>
                      <a:pt x="125" y="190584"/>
                    </a:lnTo>
                    <a:lnTo>
                      <a:pt x="125" y="386525"/>
                    </a:lnTo>
                    <a:cubicBezTo>
                      <a:pt x="125" y="351771"/>
                      <a:pt x="20802" y="318886"/>
                      <a:pt x="57674" y="289364"/>
                    </a:cubicBezTo>
                    <a:cubicBezTo>
                      <a:pt x="57674" y="289364"/>
                      <a:pt x="57674" y="289364"/>
                      <a:pt x="57674" y="289364"/>
                    </a:cubicBezTo>
                    <a:cubicBezTo>
                      <a:pt x="74864" y="275538"/>
                      <a:pt x="95915" y="262583"/>
                      <a:pt x="119707" y="250376"/>
                    </a:cubicBezTo>
                    <a:lnTo>
                      <a:pt x="119707" y="250376"/>
                    </a:lnTo>
                    <a:lnTo>
                      <a:pt x="119707" y="0"/>
                    </a:lnTo>
                    <a:cubicBezTo>
                      <a:pt x="44470" y="47459"/>
                      <a:pt x="0" y="105756"/>
                      <a:pt x="0" y="168910"/>
                    </a:cubicBezTo>
                    <a:close/>
                  </a:path>
                </a:pathLst>
              </a:custGeom>
              <a:grpFill/>
              <a:ln w="12391" cap="flat">
                <a:noFill/>
                <a:prstDash val="solid"/>
                <a:miter/>
              </a:ln>
            </p:spPr>
            <p:txBody>
              <a:bodyPr rtlCol="0" anchor="ctr"/>
              <a:lstStyle/>
              <a:p>
                <a:endParaRPr lang="zh-CN" altLang="en-US" dirty="0"/>
              </a:p>
            </p:txBody>
          </p:sp>
        </p:grpSp>
        <p:sp>
          <p:nvSpPr>
            <p:cNvPr id="555" name="任意多边形: 形状 554">
              <a:extLst>
                <a:ext uri="{FF2B5EF4-FFF2-40B4-BE49-F238E27FC236}">
                  <a16:creationId xmlns:a16="http://schemas.microsoft.com/office/drawing/2014/main" id="{9A164570-7927-96B6-378D-CD67B7FAA2D2}"/>
                </a:ext>
              </a:extLst>
            </p:cNvPr>
            <p:cNvSpPr/>
            <p:nvPr/>
          </p:nvSpPr>
          <p:spPr>
            <a:xfrm flipV="1">
              <a:off x="3714592" y="1666293"/>
              <a:ext cx="978057" cy="548564"/>
            </a:xfrm>
            <a:custGeom>
              <a:avLst/>
              <a:gdLst>
                <a:gd name="connsiteX0" fmla="*/ 0 w 978057"/>
                <a:gd name="connsiteY0" fmla="*/ 548564 h 548564"/>
                <a:gd name="connsiteX1" fmla="*/ 978057 w 978057"/>
                <a:gd name="connsiteY1" fmla="*/ 548564 h 548564"/>
                <a:gd name="connsiteX2" fmla="*/ 840916 w 978057"/>
                <a:gd name="connsiteY2" fmla="*/ 0 h 548564"/>
                <a:gd name="connsiteX3" fmla="*/ 839783 w 978057"/>
                <a:gd name="connsiteY3" fmla="*/ 0 h 548564"/>
                <a:gd name="connsiteX4" fmla="*/ 843123 w 978057"/>
                <a:gd name="connsiteY4" fmla="*/ 9573 h 548564"/>
                <a:gd name="connsiteX5" fmla="*/ 487963 w 978057"/>
                <a:gd name="connsiteY5" fmla="*/ 112187 h 548564"/>
                <a:gd name="connsiteX6" fmla="*/ 140019 w 978057"/>
                <a:gd name="connsiteY6" fmla="*/ 30253 h 548564"/>
                <a:gd name="connsiteX7" fmla="*/ 133936 w 978057"/>
                <a:gd name="connsiteY7" fmla="*/ 12820 h 548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8057" h="548564">
                  <a:moveTo>
                    <a:pt x="0" y="548564"/>
                  </a:moveTo>
                  <a:lnTo>
                    <a:pt x="978057" y="548564"/>
                  </a:lnTo>
                  <a:lnTo>
                    <a:pt x="840916" y="0"/>
                  </a:lnTo>
                  <a:lnTo>
                    <a:pt x="839783" y="0"/>
                  </a:lnTo>
                  <a:lnTo>
                    <a:pt x="843123" y="9573"/>
                  </a:lnTo>
                  <a:cubicBezTo>
                    <a:pt x="843123" y="66245"/>
                    <a:pt x="684112" y="112187"/>
                    <a:pt x="487963" y="112187"/>
                  </a:cubicBezTo>
                  <a:cubicBezTo>
                    <a:pt x="316333" y="112187"/>
                    <a:pt x="173136" y="77013"/>
                    <a:pt x="140019" y="30253"/>
                  </a:cubicBezTo>
                  <a:lnTo>
                    <a:pt x="133936" y="12820"/>
                  </a:lnTo>
                  <a:close/>
                </a:path>
              </a:pathLst>
            </a:custGeom>
            <a:gradFill>
              <a:gsLst>
                <a:gs pos="0">
                  <a:schemeClr val="accent2">
                    <a:alpha val="0"/>
                  </a:schemeClr>
                </a:gs>
                <a:gs pos="100000">
                  <a:schemeClr val="accent2">
                    <a:alpha val="37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59" name="椭圆 558">
              <a:extLst>
                <a:ext uri="{FF2B5EF4-FFF2-40B4-BE49-F238E27FC236}">
                  <a16:creationId xmlns:a16="http://schemas.microsoft.com/office/drawing/2014/main" id="{90F68AE9-F4D0-4EFD-E2EB-752F881ACAF9}"/>
                </a:ext>
              </a:extLst>
            </p:cNvPr>
            <p:cNvSpPr/>
            <p:nvPr/>
          </p:nvSpPr>
          <p:spPr>
            <a:xfrm flipV="1">
              <a:off x="3847395" y="2102671"/>
              <a:ext cx="710319" cy="205227"/>
            </a:xfrm>
            <a:prstGeom prst="ellipse">
              <a:avLst/>
            </a:prstGeom>
            <a:solidFill>
              <a:schemeClr val="tx1">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582" name="文本框 581">
            <a:extLst>
              <a:ext uri="{FF2B5EF4-FFF2-40B4-BE49-F238E27FC236}">
                <a16:creationId xmlns:a16="http://schemas.microsoft.com/office/drawing/2014/main" id="{621BA68A-FDFD-E700-6D43-804D3CAAF452}"/>
              </a:ext>
            </a:extLst>
          </p:cNvPr>
          <p:cNvSpPr txBox="1"/>
          <p:nvPr/>
        </p:nvSpPr>
        <p:spPr>
          <a:xfrm>
            <a:off x="4227475" y="5389165"/>
            <a:ext cx="1031051" cy="261610"/>
          </a:xfrm>
          <a:prstGeom prst="rect">
            <a:avLst/>
          </a:prstGeom>
          <a:noFill/>
        </p:spPr>
        <p:txBody>
          <a:bodyPr wrap="none" rtlCol="0">
            <a:spAutoFit/>
          </a:bodyPr>
          <a:lstStyle/>
          <a:p>
            <a:pPr algn="ctr"/>
            <a:r>
              <a:rPr lang="zh-CN" altLang="en-US" sz="1050" dirty="0">
                <a:solidFill>
                  <a:schemeClr val="bg1"/>
                </a:solidFill>
              </a:rPr>
              <a:t>惠农服务平台</a:t>
            </a:r>
          </a:p>
        </p:txBody>
      </p:sp>
      <p:sp>
        <p:nvSpPr>
          <p:cNvPr id="584" name="文本框 583">
            <a:extLst>
              <a:ext uri="{FF2B5EF4-FFF2-40B4-BE49-F238E27FC236}">
                <a16:creationId xmlns:a16="http://schemas.microsoft.com/office/drawing/2014/main" id="{9209017D-98B0-6E01-424E-65114C280A33}"/>
              </a:ext>
            </a:extLst>
          </p:cNvPr>
          <p:cNvSpPr txBox="1"/>
          <p:nvPr/>
        </p:nvSpPr>
        <p:spPr>
          <a:xfrm>
            <a:off x="3252171" y="5092630"/>
            <a:ext cx="1935145" cy="253916"/>
          </a:xfrm>
          <a:prstGeom prst="rect">
            <a:avLst/>
          </a:prstGeom>
          <a:noFill/>
        </p:spPr>
        <p:txBody>
          <a:bodyPr wrap="none" rtlCol="0">
            <a:spAutoFit/>
          </a:bodyPr>
          <a:lstStyle/>
          <a:p>
            <a:pPr algn="ctr"/>
            <a:r>
              <a:rPr lang="zh-CN" altLang="en-US" sz="1050" dirty="0">
                <a:solidFill>
                  <a:schemeClr val="bg1"/>
                </a:solidFill>
              </a:rPr>
              <a:t>农业产业园区数字化监管平台</a:t>
            </a:r>
          </a:p>
        </p:txBody>
      </p:sp>
      <p:sp>
        <p:nvSpPr>
          <p:cNvPr id="585" name="文本框 584">
            <a:extLst>
              <a:ext uri="{FF2B5EF4-FFF2-40B4-BE49-F238E27FC236}">
                <a16:creationId xmlns:a16="http://schemas.microsoft.com/office/drawing/2014/main" id="{22B886ED-14DB-B3C1-76AE-E840A0C20967}"/>
              </a:ext>
            </a:extLst>
          </p:cNvPr>
          <p:cNvSpPr txBox="1"/>
          <p:nvPr/>
        </p:nvSpPr>
        <p:spPr>
          <a:xfrm>
            <a:off x="5237873" y="5269136"/>
            <a:ext cx="992579" cy="253916"/>
          </a:xfrm>
          <a:prstGeom prst="rect">
            <a:avLst/>
          </a:prstGeom>
          <a:noFill/>
        </p:spPr>
        <p:txBody>
          <a:bodyPr wrap="none" rtlCol="0">
            <a:spAutoFit/>
          </a:bodyPr>
          <a:lstStyle/>
          <a:p>
            <a:pPr algn="ctr"/>
            <a:r>
              <a:rPr lang="zh-CN" altLang="en-US" sz="1050" dirty="0">
                <a:solidFill>
                  <a:schemeClr val="bg1"/>
                </a:solidFill>
              </a:rPr>
              <a:t>舆情监测系统</a:t>
            </a:r>
          </a:p>
        </p:txBody>
      </p:sp>
      <p:sp>
        <p:nvSpPr>
          <p:cNvPr id="586" name="文本框 585">
            <a:extLst>
              <a:ext uri="{FF2B5EF4-FFF2-40B4-BE49-F238E27FC236}">
                <a16:creationId xmlns:a16="http://schemas.microsoft.com/office/drawing/2014/main" id="{17A4E974-2B66-5AED-6391-9FDF926A514F}"/>
              </a:ext>
            </a:extLst>
          </p:cNvPr>
          <p:cNvSpPr txBox="1"/>
          <p:nvPr/>
        </p:nvSpPr>
        <p:spPr>
          <a:xfrm>
            <a:off x="7851129" y="4780801"/>
            <a:ext cx="1127233" cy="253916"/>
          </a:xfrm>
          <a:prstGeom prst="rect">
            <a:avLst/>
          </a:prstGeom>
          <a:noFill/>
        </p:spPr>
        <p:txBody>
          <a:bodyPr wrap="none" rtlCol="0">
            <a:spAutoFit/>
          </a:bodyPr>
          <a:lstStyle/>
          <a:p>
            <a:pPr algn="ctr"/>
            <a:r>
              <a:rPr lang="zh-CN" altLang="en-US" sz="1050" dirty="0">
                <a:solidFill>
                  <a:schemeClr val="bg1"/>
                </a:solidFill>
              </a:rPr>
              <a:t>宅基地业务系统</a:t>
            </a:r>
          </a:p>
        </p:txBody>
      </p:sp>
      <p:sp>
        <p:nvSpPr>
          <p:cNvPr id="587" name="文本框 586">
            <a:extLst>
              <a:ext uri="{FF2B5EF4-FFF2-40B4-BE49-F238E27FC236}">
                <a16:creationId xmlns:a16="http://schemas.microsoft.com/office/drawing/2014/main" id="{535366A1-14DF-4944-26AC-E1AE1EEEA0F7}"/>
              </a:ext>
            </a:extLst>
          </p:cNvPr>
          <p:cNvSpPr txBox="1"/>
          <p:nvPr/>
        </p:nvSpPr>
        <p:spPr>
          <a:xfrm>
            <a:off x="6387007" y="5283285"/>
            <a:ext cx="723276" cy="253916"/>
          </a:xfrm>
          <a:prstGeom prst="rect">
            <a:avLst/>
          </a:prstGeom>
          <a:noFill/>
        </p:spPr>
        <p:txBody>
          <a:bodyPr wrap="none" rtlCol="0">
            <a:spAutoFit/>
          </a:bodyPr>
          <a:lstStyle/>
          <a:p>
            <a:pPr algn="ctr"/>
            <a:r>
              <a:rPr lang="zh-CN" altLang="en-US" sz="1050" dirty="0">
                <a:solidFill>
                  <a:schemeClr val="bg1"/>
                </a:solidFill>
              </a:rPr>
              <a:t>地理信息</a:t>
            </a:r>
          </a:p>
        </p:txBody>
      </p:sp>
      <p:sp>
        <p:nvSpPr>
          <p:cNvPr id="588" name="文本框 587">
            <a:extLst>
              <a:ext uri="{FF2B5EF4-FFF2-40B4-BE49-F238E27FC236}">
                <a16:creationId xmlns:a16="http://schemas.microsoft.com/office/drawing/2014/main" id="{DA48CBDC-8918-6A54-3F27-0D63D94B49C6}"/>
              </a:ext>
            </a:extLst>
          </p:cNvPr>
          <p:cNvSpPr txBox="1"/>
          <p:nvPr/>
        </p:nvSpPr>
        <p:spPr>
          <a:xfrm>
            <a:off x="7058163" y="4847795"/>
            <a:ext cx="723276" cy="253916"/>
          </a:xfrm>
          <a:prstGeom prst="rect">
            <a:avLst/>
          </a:prstGeom>
          <a:noFill/>
        </p:spPr>
        <p:txBody>
          <a:bodyPr wrap="none" rtlCol="0">
            <a:spAutoFit/>
          </a:bodyPr>
          <a:lstStyle/>
          <a:p>
            <a:pPr algn="ctr"/>
            <a:r>
              <a:rPr lang="zh-CN" altLang="en-US" sz="1050" dirty="0">
                <a:solidFill>
                  <a:schemeClr val="bg1"/>
                </a:solidFill>
              </a:rPr>
              <a:t>农村金融</a:t>
            </a:r>
          </a:p>
        </p:txBody>
      </p:sp>
      <p:sp>
        <p:nvSpPr>
          <p:cNvPr id="589" name="文本框 588">
            <a:extLst>
              <a:ext uri="{FF2B5EF4-FFF2-40B4-BE49-F238E27FC236}">
                <a16:creationId xmlns:a16="http://schemas.microsoft.com/office/drawing/2014/main" id="{8390705F-F0A6-280F-66DF-8CB552F8D1F5}"/>
              </a:ext>
            </a:extLst>
          </p:cNvPr>
          <p:cNvSpPr txBox="1"/>
          <p:nvPr/>
        </p:nvSpPr>
        <p:spPr>
          <a:xfrm>
            <a:off x="3208496" y="4773148"/>
            <a:ext cx="992580" cy="253916"/>
          </a:xfrm>
          <a:prstGeom prst="rect">
            <a:avLst/>
          </a:prstGeom>
          <a:noFill/>
        </p:spPr>
        <p:txBody>
          <a:bodyPr wrap="none" rtlCol="0">
            <a:spAutoFit/>
          </a:bodyPr>
          <a:lstStyle/>
          <a:p>
            <a:pPr algn="ctr"/>
            <a:r>
              <a:rPr lang="zh-CN" altLang="en-US" sz="1050" dirty="0">
                <a:solidFill>
                  <a:schemeClr val="bg1"/>
                </a:solidFill>
              </a:rPr>
              <a:t>抖音运营项目</a:t>
            </a:r>
          </a:p>
        </p:txBody>
      </p:sp>
      <p:sp>
        <p:nvSpPr>
          <p:cNvPr id="590" name="文本框 589">
            <a:extLst>
              <a:ext uri="{FF2B5EF4-FFF2-40B4-BE49-F238E27FC236}">
                <a16:creationId xmlns:a16="http://schemas.microsoft.com/office/drawing/2014/main" id="{C8D0542F-AC1F-3677-90A1-C42673CA9FE1}"/>
              </a:ext>
            </a:extLst>
          </p:cNvPr>
          <p:cNvSpPr txBox="1"/>
          <p:nvPr/>
        </p:nvSpPr>
        <p:spPr>
          <a:xfrm>
            <a:off x="4512875" y="4847502"/>
            <a:ext cx="992580" cy="253916"/>
          </a:xfrm>
          <a:prstGeom prst="rect">
            <a:avLst/>
          </a:prstGeom>
          <a:noFill/>
        </p:spPr>
        <p:txBody>
          <a:bodyPr wrap="none" rtlCol="0">
            <a:spAutoFit/>
          </a:bodyPr>
          <a:lstStyle/>
          <a:p>
            <a:pPr algn="ctr"/>
            <a:r>
              <a:rPr lang="zh-CN" altLang="en-US" sz="1050" dirty="0">
                <a:solidFill>
                  <a:schemeClr val="bg1"/>
                </a:solidFill>
              </a:rPr>
              <a:t>渔业监管平台</a:t>
            </a:r>
          </a:p>
        </p:txBody>
      </p:sp>
      <p:sp>
        <p:nvSpPr>
          <p:cNvPr id="626" name="文本框 625">
            <a:extLst>
              <a:ext uri="{FF2B5EF4-FFF2-40B4-BE49-F238E27FC236}">
                <a16:creationId xmlns:a16="http://schemas.microsoft.com/office/drawing/2014/main" id="{8B78BF2C-A132-79B8-4FBA-10BF31D60320}"/>
              </a:ext>
            </a:extLst>
          </p:cNvPr>
          <p:cNvSpPr txBox="1"/>
          <p:nvPr/>
        </p:nvSpPr>
        <p:spPr>
          <a:xfrm>
            <a:off x="5632415" y="5800605"/>
            <a:ext cx="927170" cy="274800"/>
          </a:xfrm>
          <a:prstGeom prst="roundRect">
            <a:avLst>
              <a:gd name="adj" fmla="val 50000"/>
            </a:avLst>
          </a:prstGeom>
          <a:solidFill>
            <a:schemeClr val="accent1"/>
          </a:solidFill>
        </p:spPr>
        <p:txBody>
          <a:bodyPr wrap="square" rtlCol="0" anchor="ctr" anchorCtr="0">
            <a:noAutofit/>
          </a:bodyPr>
          <a:lstStyle/>
          <a:p>
            <a:pPr algn="ctr"/>
            <a:r>
              <a:rPr lang="zh-CN" altLang="en-US" sz="1050" b="1" dirty="0"/>
              <a:t>业务云</a:t>
            </a:r>
          </a:p>
        </p:txBody>
      </p:sp>
      <p:sp>
        <p:nvSpPr>
          <p:cNvPr id="637" name="文本框 636">
            <a:extLst>
              <a:ext uri="{FF2B5EF4-FFF2-40B4-BE49-F238E27FC236}">
                <a16:creationId xmlns:a16="http://schemas.microsoft.com/office/drawing/2014/main" id="{D174A52A-0D21-FF98-C77E-F909B067C455}"/>
              </a:ext>
            </a:extLst>
          </p:cNvPr>
          <p:cNvSpPr txBox="1"/>
          <p:nvPr/>
        </p:nvSpPr>
        <p:spPr>
          <a:xfrm>
            <a:off x="5632415" y="3467100"/>
            <a:ext cx="927170" cy="274800"/>
          </a:xfrm>
          <a:prstGeom prst="roundRect">
            <a:avLst>
              <a:gd name="adj" fmla="val 50000"/>
            </a:avLst>
          </a:prstGeom>
          <a:solidFill>
            <a:schemeClr val="accent1"/>
          </a:solidFill>
        </p:spPr>
        <p:txBody>
          <a:bodyPr wrap="square" rtlCol="0" anchor="ctr" anchorCtr="0">
            <a:noAutofit/>
          </a:bodyPr>
          <a:lstStyle/>
          <a:p>
            <a:pPr algn="ctr"/>
            <a:r>
              <a:rPr lang="zh-CN" altLang="en-US" sz="1050" b="1" dirty="0"/>
              <a:t>数据中台</a:t>
            </a:r>
          </a:p>
        </p:txBody>
      </p:sp>
      <p:sp>
        <p:nvSpPr>
          <p:cNvPr id="638" name="文本框 637">
            <a:extLst>
              <a:ext uri="{FF2B5EF4-FFF2-40B4-BE49-F238E27FC236}">
                <a16:creationId xmlns:a16="http://schemas.microsoft.com/office/drawing/2014/main" id="{80DE3983-46BE-6E06-9530-B2703B056733}"/>
              </a:ext>
            </a:extLst>
          </p:cNvPr>
          <p:cNvSpPr txBox="1"/>
          <p:nvPr/>
        </p:nvSpPr>
        <p:spPr>
          <a:xfrm>
            <a:off x="5841307" y="5542549"/>
            <a:ext cx="1396537" cy="253916"/>
          </a:xfrm>
          <a:prstGeom prst="rect">
            <a:avLst/>
          </a:prstGeom>
          <a:noFill/>
        </p:spPr>
        <p:txBody>
          <a:bodyPr wrap="none" rtlCol="0">
            <a:spAutoFit/>
          </a:bodyPr>
          <a:lstStyle/>
          <a:p>
            <a:pPr algn="ctr"/>
            <a:r>
              <a:rPr lang="zh-CN" altLang="en-US" sz="1050" dirty="0">
                <a:solidFill>
                  <a:schemeClr val="bg1"/>
                </a:solidFill>
              </a:rPr>
              <a:t>一村一品管理类平台</a:t>
            </a:r>
          </a:p>
        </p:txBody>
      </p:sp>
      <p:sp>
        <p:nvSpPr>
          <p:cNvPr id="622" name="文本框 621">
            <a:extLst>
              <a:ext uri="{FF2B5EF4-FFF2-40B4-BE49-F238E27FC236}">
                <a16:creationId xmlns:a16="http://schemas.microsoft.com/office/drawing/2014/main" id="{030FE637-4D3D-B85A-EE0C-263B5C504719}"/>
              </a:ext>
            </a:extLst>
          </p:cNvPr>
          <p:cNvSpPr txBox="1"/>
          <p:nvPr/>
        </p:nvSpPr>
        <p:spPr>
          <a:xfrm>
            <a:off x="3873235" y="4195750"/>
            <a:ext cx="461046" cy="257874"/>
          </a:xfrm>
          <a:prstGeom prst="rect">
            <a:avLst/>
          </a:prstGeom>
          <a:noFill/>
        </p:spPr>
        <p:txBody>
          <a:bodyPr wrap="square" rtlCol="0">
            <a:spAutoFit/>
          </a:bodyPr>
          <a:lstStyle/>
          <a:p>
            <a:pPr algn="ctr"/>
            <a:r>
              <a:rPr lang="zh-CN" altLang="en-US" sz="1050" dirty="0">
                <a:solidFill>
                  <a:schemeClr val="bg1"/>
                </a:solidFill>
              </a:rPr>
              <a:t>资源</a:t>
            </a:r>
          </a:p>
        </p:txBody>
      </p:sp>
      <p:sp>
        <p:nvSpPr>
          <p:cNvPr id="623" name="文本框 622">
            <a:extLst>
              <a:ext uri="{FF2B5EF4-FFF2-40B4-BE49-F238E27FC236}">
                <a16:creationId xmlns:a16="http://schemas.microsoft.com/office/drawing/2014/main" id="{405DA35F-8677-55E2-F1CA-AB9D544DC75F}"/>
              </a:ext>
            </a:extLst>
          </p:cNvPr>
          <p:cNvSpPr txBox="1"/>
          <p:nvPr/>
        </p:nvSpPr>
        <p:spPr>
          <a:xfrm>
            <a:off x="4270356" y="4295548"/>
            <a:ext cx="588624" cy="253916"/>
          </a:xfrm>
          <a:prstGeom prst="rect">
            <a:avLst/>
          </a:prstGeom>
          <a:noFill/>
        </p:spPr>
        <p:txBody>
          <a:bodyPr wrap="none" rtlCol="0">
            <a:spAutoFit/>
          </a:bodyPr>
          <a:lstStyle/>
          <a:p>
            <a:pPr algn="ctr"/>
            <a:r>
              <a:rPr lang="zh-CN" altLang="en-US" sz="1050" dirty="0">
                <a:solidFill>
                  <a:schemeClr val="bg1"/>
                </a:solidFill>
              </a:rPr>
              <a:t>合作社</a:t>
            </a:r>
          </a:p>
        </p:txBody>
      </p:sp>
      <p:sp>
        <p:nvSpPr>
          <p:cNvPr id="632" name="文本框 631">
            <a:extLst>
              <a:ext uri="{FF2B5EF4-FFF2-40B4-BE49-F238E27FC236}">
                <a16:creationId xmlns:a16="http://schemas.microsoft.com/office/drawing/2014/main" id="{430413ED-5B59-BD65-D8A7-612CD9F7A915}"/>
              </a:ext>
            </a:extLst>
          </p:cNvPr>
          <p:cNvSpPr txBox="1"/>
          <p:nvPr/>
        </p:nvSpPr>
        <p:spPr>
          <a:xfrm>
            <a:off x="5625189" y="4634039"/>
            <a:ext cx="941622" cy="279082"/>
          </a:xfrm>
          <a:prstGeom prst="roundRect">
            <a:avLst>
              <a:gd name="adj" fmla="val 50000"/>
            </a:avLst>
          </a:prstGeom>
          <a:solidFill>
            <a:schemeClr val="accent1"/>
          </a:solidFill>
        </p:spPr>
        <p:txBody>
          <a:bodyPr wrap="square" rtlCol="0" anchor="ctr" anchorCtr="0">
            <a:noAutofit/>
          </a:bodyPr>
          <a:lstStyle/>
          <a:p>
            <a:pPr algn="ctr"/>
            <a:r>
              <a:rPr lang="zh-CN" altLang="en-US" sz="1050" b="1" dirty="0"/>
              <a:t>数据池</a:t>
            </a:r>
          </a:p>
        </p:txBody>
      </p:sp>
      <p:sp>
        <p:nvSpPr>
          <p:cNvPr id="650" name="文本框 649">
            <a:extLst>
              <a:ext uri="{FF2B5EF4-FFF2-40B4-BE49-F238E27FC236}">
                <a16:creationId xmlns:a16="http://schemas.microsoft.com/office/drawing/2014/main" id="{BCCA7524-577A-BB4E-0389-D3DE71685B94}"/>
              </a:ext>
            </a:extLst>
          </p:cNvPr>
          <p:cNvSpPr txBox="1"/>
          <p:nvPr/>
        </p:nvSpPr>
        <p:spPr>
          <a:xfrm>
            <a:off x="6544689" y="4329640"/>
            <a:ext cx="597799" cy="257874"/>
          </a:xfrm>
          <a:prstGeom prst="rect">
            <a:avLst/>
          </a:prstGeom>
          <a:noFill/>
        </p:spPr>
        <p:txBody>
          <a:bodyPr wrap="square" rtlCol="0">
            <a:spAutoFit/>
          </a:bodyPr>
          <a:lstStyle/>
          <a:p>
            <a:pPr algn="ctr"/>
            <a:r>
              <a:rPr lang="zh-CN" altLang="en-US" sz="1050" dirty="0">
                <a:solidFill>
                  <a:schemeClr val="bg1"/>
                </a:solidFill>
              </a:rPr>
              <a:t>畜牧业</a:t>
            </a:r>
          </a:p>
        </p:txBody>
      </p:sp>
      <p:sp>
        <p:nvSpPr>
          <p:cNvPr id="653" name="文本框 652">
            <a:extLst>
              <a:ext uri="{FF2B5EF4-FFF2-40B4-BE49-F238E27FC236}">
                <a16:creationId xmlns:a16="http://schemas.microsoft.com/office/drawing/2014/main" id="{3C71E6B2-ABE1-CFB0-4D17-BFA53FB298EB}"/>
              </a:ext>
            </a:extLst>
          </p:cNvPr>
          <p:cNvSpPr txBox="1"/>
          <p:nvPr/>
        </p:nvSpPr>
        <p:spPr>
          <a:xfrm>
            <a:off x="7161892" y="4295548"/>
            <a:ext cx="597799" cy="257874"/>
          </a:xfrm>
          <a:prstGeom prst="rect">
            <a:avLst/>
          </a:prstGeom>
          <a:noFill/>
        </p:spPr>
        <p:txBody>
          <a:bodyPr wrap="square" rtlCol="0">
            <a:spAutoFit/>
          </a:bodyPr>
          <a:lstStyle/>
          <a:p>
            <a:pPr algn="ctr"/>
            <a:r>
              <a:rPr lang="zh-CN" altLang="en-US" sz="1050" dirty="0">
                <a:solidFill>
                  <a:schemeClr val="bg1"/>
                </a:solidFill>
              </a:rPr>
              <a:t>投融资</a:t>
            </a:r>
          </a:p>
        </p:txBody>
      </p:sp>
      <p:sp>
        <p:nvSpPr>
          <p:cNvPr id="618" name="文本框 617">
            <a:extLst>
              <a:ext uri="{FF2B5EF4-FFF2-40B4-BE49-F238E27FC236}">
                <a16:creationId xmlns:a16="http://schemas.microsoft.com/office/drawing/2014/main" id="{90E9D360-6373-73B9-807F-D73B7DB1B048}"/>
              </a:ext>
            </a:extLst>
          </p:cNvPr>
          <p:cNvSpPr txBox="1"/>
          <p:nvPr/>
        </p:nvSpPr>
        <p:spPr>
          <a:xfrm>
            <a:off x="3578923" y="3641351"/>
            <a:ext cx="588624" cy="253916"/>
          </a:xfrm>
          <a:prstGeom prst="rect">
            <a:avLst/>
          </a:prstGeom>
          <a:noFill/>
        </p:spPr>
        <p:txBody>
          <a:bodyPr wrap="none" rtlCol="0">
            <a:spAutoFit/>
          </a:bodyPr>
          <a:lstStyle/>
          <a:p>
            <a:pPr algn="ctr"/>
            <a:r>
              <a:rPr lang="zh-CN" altLang="en-US" sz="1050" dirty="0">
                <a:solidFill>
                  <a:schemeClr val="bg1"/>
                </a:solidFill>
              </a:rPr>
              <a:t>产业园</a:t>
            </a:r>
          </a:p>
        </p:txBody>
      </p:sp>
      <p:sp>
        <p:nvSpPr>
          <p:cNvPr id="619" name="文本框 618">
            <a:extLst>
              <a:ext uri="{FF2B5EF4-FFF2-40B4-BE49-F238E27FC236}">
                <a16:creationId xmlns:a16="http://schemas.microsoft.com/office/drawing/2014/main" id="{DC6568E7-C108-7054-E828-DF5F4957D8B0}"/>
              </a:ext>
            </a:extLst>
          </p:cNvPr>
          <p:cNvSpPr txBox="1"/>
          <p:nvPr/>
        </p:nvSpPr>
        <p:spPr>
          <a:xfrm>
            <a:off x="3458680" y="4001583"/>
            <a:ext cx="453970" cy="253916"/>
          </a:xfrm>
          <a:prstGeom prst="rect">
            <a:avLst/>
          </a:prstGeom>
          <a:noFill/>
        </p:spPr>
        <p:txBody>
          <a:bodyPr wrap="none" rtlCol="0">
            <a:spAutoFit/>
          </a:bodyPr>
          <a:lstStyle/>
          <a:p>
            <a:pPr algn="ctr"/>
            <a:r>
              <a:rPr lang="zh-CN" altLang="en-US" sz="1050" dirty="0">
                <a:solidFill>
                  <a:schemeClr val="bg1"/>
                </a:solidFill>
              </a:rPr>
              <a:t>资产</a:t>
            </a:r>
          </a:p>
        </p:txBody>
      </p:sp>
      <p:sp>
        <p:nvSpPr>
          <p:cNvPr id="621" name="文本框 620">
            <a:extLst>
              <a:ext uri="{FF2B5EF4-FFF2-40B4-BE49-F238E27FC236}">
                <a16:creationId xmlns:a16="http://schemas.microsoft.com/office/drawing/2014/main" id="{597B396C-78A7-B6F8-17AE-7DEBE9702291}"/>
              </a:ext>
            </a:extLst>
          </p:cNvPr>
          <p:cNvSpPr txBox="1"/>
          <p:nvPr/>
        </p:nvSpPr>
        <p:spPr>
          <a:xfrm>
            <a:off x="3914134" y="3932530"/>
            <a:ext cx="453970" cy="253916"/>
          </a:xfrm>
          <a:prstGeom prst="rect">
            <a:avLst/>
          </a:prstGeom>
          <a:noFill/>
        </p:spPr>
        <p:txBody>
          <a:bodyPr wrap="none" rtlCol="0">
            <a:spAutoFit/>
          </a:bodyPr>
          <a:lstStyle/>
          <a:p>
            <a:pPr algn="ctr"/>
            <a:r>
              <a:rPr lang="zh-CN" altLang="en-US" sz="1050" dirty="0">
                <a:solidFill>
                  <a:schemeClr val="bg1"/>
                </a:solidFill>
              </a:rPr>
              <a:t>人口</a:t>
            </a:r>
          </a:p>
        </p:txBody>
      </p:sp>
      <p:sp>
        <p:nvSpPr>
          <p:cNvPr id="625" name="文本框 624">
            <a:extLst>
              <a:ext uri="{FF2B5EF4-FFF2-40B4-BE49-F238E27FC236}">
                <a16:creationId xmlns:a16="http://schemas.microsoft.com/office/drawing/2014/main" id="{30256276-80D5-6960-58D4-39567284C8F5}"/>
              </a:ext>
            </a:extLst>
          </p:cNvPr>
          <p:cNvSpPr txBox="1"/>
          <p:nvPr/>
        </p:nvSpPr>
        <p:spPr>
          <a:xfrm>
            <a:off x="4165737" y="3708535"/>
            <a:ext cx="723275" cy="253916"/>
          </a:xfrm>
          <a:prstGeom prst="rect">
            <a:avLst/>
          </a:prstGeom>
          <a:noFill/>
        </p:spPr>
        <p:txBody>
          <a:bodyPr wrap="none" rtlCol="0">
            <a:spAutoFit/>
          </a:bodyPr>
          <a:lstStyle/>
          <a:p>
            <a:pPr algn="ctr"/>
            <a:r>
              <a:rPr lang="zh-CN" altLang="en-US" sz="1050" dirty="0">
                <a:solidFill>
                  <a:schemeClr val="bg1"/>
                </a:solidFill>
              </a:rPr>
              <a:t>家庭农场</a:t>
            </a:r>
          </a:p>
        </p:txBody>
      </p:sp>
      <p:sp>
        <p:nvSpPr>
          <p:cNvPr id="639" name="文本框 638">
            <a:extLst>
              <a:ext uri="{FF2B5EF4-FFF2-40B4-BE49-F238E27FC236}">
                <a16:creationId xmlns:a16="http://schemas.microsoft.com/office/drawing/2014/main" id="{536DA254-0A27-D281-6124-3F335050981D}"/>
              </a:ext>
            </a:extLst>
          </p:cNvPr>
          <p:cNvSpPr txBox="1"/>
          <p:nvPr/>
        </p:nvSpPr>
        <p:spPr>
          <a:xfrm>
            <a:off x="4353266" y="4016476"/>
            <a:ext cx="588624" cy="253916"/>
          </a:xfrm>
          <a:prstGeom prst="rect">
            <a:avLst/>
          </a:prstGeom>
          <a:noFill/>
        </p:spPr>
        <p:txBody>
          <a:bodyPr wrap="none" rtlCol="0">
            <a:spAutoFit/>
          </a:bodyPr>
          <a:lstStyle/>
          <a:p>
            <a:pPr algn="ctr"/>
            <a:r>
              <a:rPr lang="zh-CN" altLang="en-US" sz="1050" dirty="0">
                <a:solidFill>
                  <a:schemeClr val="bg1"/>
                </a:solidFill>
              </a:rPr>
              <a:t>联合社</a:t>
            </a:r>
          </a:p>
        </p:txBody>
      </p:sp>
      <p:sp>
        <p:nvSpPr>
          <p:cNvPr id="640" name="文本框 639">
            <a:extLst>
              <a:ext uri="{FF2B5EF4-FFF2-40B4-BE49-F238E27FC236}">
                <a16:creationId xmlns:a16="http://schemas.microsoft.com/office/drawing/2014/main" id="{5A9B10DC-2135-6710-4CC5-2C93B7CA9D07}"/>
              </a:ext>
            </a:extLst>
          </p:cNvPr>
          <p:cNvSpPr txBox="1"/>
          <p:nvPr/>
        </p:nvSpPr>
        <p:spPr>
          <a:xfrm>
            <a:off x="3138533" y="3725539"/>
            <a:ext cx="453970" cy="253916"/>
          </a:xfrm>
          <a:prstGeom prst="rect">
            <a:avLst/>
          </a:prstGeom>
          <a:noFill/>
        </p:spPr>
        <p:txBody>
          <a:bodyPr wrap="none" rtlCol="0">
            <a:spAutoFit/>
          </a:bodyPr>
          <a:lstStyle/>
          <a:p>
            <a:pPr algn="ctr"/>
            <a:r>
              <a:rPr lang="zh-CN" altLang="en-US" sz="1050" dirty="0">
                <a:solidFill>
                  <a:schemeClr val="bg1"/>
                </a:solidFill>
              </a:rPr>
              <a:t>资金</a:t>
            </a:r>
          </a:p>
        </p:txBody>
      </p:sp>
      <p:sp>
        <p:nvSpPr>
          <p:cNvPr id="645" name="文本框 644">
            <a:extLst>
              <a:ext uri="{FF2B5EF4-FFF2-40B4-BE49-F238E27FC236}">
                <a16:creationId xmlns:a16="http://schemas.microsoft.com/office/drawing/2014/main" id="{20EAD0D8-99A7-28E8-F180-50A893A6D0A8}"/>
              </a:ext>
            </a:extLst>
          </p:cNvPr>
          <p:cNvSpPr txBox="1"/>
          <p:nvPr/>
        </p:nvSpPr>
        <p:spPr>
          <a:xfrm>
            <a:off x="6675680" y="4016476"/>
            <a:ext cx="588624" cy="253916"/>
          </a:xfrm>
          <a:prstGeom prst="rect">
            <a:avLst/>
          </a:prstGeom>
          <a:noFill/>
        </p:spPr>
        <p:txBody>
          <a:bodyPr wrap="none" rtlCol="0">
            <a:spAutoFit/>
          </a:bodyPr>
          <a:lstStyle/>
          <a:p>
            <a:pPr algn="ctr"/>
            <a:r>
              <a:rPr lang="zh-CN" altLang="en-US" sz="1050" dirty="0">
                <a:solidFill>
                  <a:schemeClr val="bg1"/>
                </a:solidFill>
              </a:rPr>
              <a:t>种植业</a:t>
            </a:r>
          </a:p>
        </p:txBody>
      </p:sp>
      <p:sp>
        <p:nvSpPr>
          <p:cNvPr id="652" name="文本框 651">
            <a:extLst>
              <a:ext uri="{FF2B5EF4-FFF2-40B4-BE49-F238E27FC236}">
                <a16:creationId xmlns:a16="http://schemas.microsoft.com/office/drawing/2014/main" id="{9C25E102-753F-C828-EF0A-D0970054575A}"/>
              </a:ext>
            </a:extLst>
          </p:cNvPr>
          <p:cNvSpPr txBox="1"/>
          <p:nvPr/>
        </p:nvSpPr>
        <p:spPr>
          <a:xfrm>
            <a:off x="7343837" y="3673831"/>
            <a:ext cx="723275" cy="253916"/>
          </a:xfrm>
          <a:prstGeom prst="rect">
            <a:avLst/>
          </a:prstGeom>
          <a:noFill/>
        </p:spPr>
        <p:txBody>
          <a:bodyPr wrap="none" rtlCol="0">
            <a:spAutoFit/>
          </a:bodyPr>
          <a:lstStyle/>
          <a:p>
            <a:pPr algn="ctr"/>
            <a:r>
              <a:rPr lang="zh-CN" altLang="en-US" sz="1050" dirty="0">
                <a:solidFill>
                  <a:schemeClr val="bg1"/>
                </a:solidFill>
              </a:rPr>
              <a:t>一村一品</a:t>
            </a:r>
          </a:p>
        </p:txBody>
      </p:sp>
      <p:sp>
        <p:nvSpPr>
          <p:cNvPr id="654" name="文本框 653">
            <a:extLst>
              <a:ext uri="{FF2B5EF4-FFF2-40B4-BE49-F238E27FC236}">
                <a16:creationId xmlns:a16="http://schemas.microsoft.com/office/drawing/2014/main" id="{81129F79-AC06-10F7-2F5D-A30AC4C4BF7B}"/>
              </a:ext>
            </a:extLst>
          </p:cNvPr>
          <p:cNvSpPr txBox="1"/>
          <p:nvPr/>
        </p:nvSpPr>
        <p:spPr>
          <a:xfrm>
            <a:off x="7269080" y="3961170"/>
            <a:ext cx="723276" cy="253916"/>
          </a:xfrm>
          <a:prstGeom prst="rect">
            <a:avLst/>
          </a:prstGeom>
          <a:noFill/>
        </p:spPr>
        <p:txBody>
          <a:bodyPr wrap="none" rtlCol="0">
            <a:spAutoFit/>
          </a:bodyPr>
          <a:lstStyle/>
          <a:p>
            <a:pPr algn="ctr"/>
            <a:r>
              <a:rPr lang="zh-CN" altLang="en-US" sz="1050" dirty="0">
                <a:solidFill>
                  <a:schemeClr val="bg1"/>
                </a:solidFill>
              </a:rPr>
              <a:t>基本农田</a:t>
            </a:r>
          </a:p>
        </p:txBody>
      </p:sp>
      <p:sp>
        <p:nvSpPr>
          <p:cNvPr id="656" name="文本框 655">
            <a:extLst>
              <a:ext uri="{FF2B5EF4-FFF2-40B4-BE49-F238E27FC236}">
                <a16:creationId xmlns:a16="http://schemas.microsoft.com/office/drawing/2014/main" id="{8ACD1909-4561-A8F5-76E1-887F6F918852}"/>
              </a:ext>
            </a:extLst>
          </p:cNvPr>
          <p:cNvSpPr txBox="1"/>
          <p:nvPr/>
        </p:nvSpPr>
        <p:spPr>
          <a:xfrm>
            <a:off x="8012809" y="3846816"/>
            <a:ext cx="453971" cy="253916"/>
          </a:xfrm>
          <a:prstGeom prst="rect">
            <a:avLst/>
          </a:prstGeom>
          <a:noFill/>
        </p:spPr>
        <p:txBody>
          <a:bodyPr wrap="none" rtlCol="0">
            <a:spAutoFit/>
          </a:bodyPr>
          <a:lstStyle/>
          <a:p>
            <a:pPr algn="ctr"/>
            <a:r>
              <a:rPr lang="zh-CN" altLang="en-US" sz="1050" dirty="0">
                <a:solidFill>
                  <a:schemeClr val="bg1"/>
                </a:solidFill>
              </a:rPr>
              <a:t>渔业</a:t>
            </a:r>
          </a:p>
        </p:txBody>
      </p:sp>
      <p:sp>
        <p:nvSpPr>
          <p:cNvPr id="657" name="文本框 656">
            <a:extLst>
              <a:ext uri="{FF2B5EF4-FFF2-40B4-BE49-F238E27FC236}">
                <a16:creationId xmlns:a16="http://schemas.microsoft.com/office/drawing/2014/main" id="{A08E7095-D9E6-A48D-2755-A687969A046E}"/>
              </a:ext>
            </a:extLst>
          </p:cNvPr>
          <p:cNvSpPr txBox="1"/>
          <p:nvPr/>
        </p:nvSpPr>
        <p:spPr>
          <a:xfrm>
            <a:off x="7822641" y="4143434"/>
            <a:ext cx="723275" cy="253916"/>
          </a:xfrm>
          <a:prstGeom prst="rect">
            <a:avLst/>
          </a:prstGeom>
          <a:noFill/>
        </p:spPr>
        <p:txBody>
          <a:bodyPr wrap="none" rtlCol="0">
            <a:spAutoFit/>
          </a:bodyPr>
          <a:lstStyle/>
          <a:p>
            <a:pPr algn="ctr"/>
            <a:r>
              <a:rPr lang="zh-CN" altLang="en-US" sz="1050" dirty="0">
                <a:solidFill>
                  <a:schemeClr val="bg1"/>
                </a:solidFill>
              </a:rPr>
              <a:t>两区划定</a:t>
            </a:r>
          </a:p>
        </p:txBody>
      </p:sp>
      <p:sp>
        <p:nvSpPr>
          <p:cNvPr id="681" name="文本框 680">
            <a:extLst>
              <a:ext uri="{FF2B5EF4-FFF2-40B4-BE49-F238E27FC236}">
                <a16:creationId xmlns:a16="http://schemas.microsoft.com/office/drawing/2014/main" id="{119312F8-AAC1-F41C-E752-FEBB098E5B7E}"/>
              </a:ext>
            </a:extLst>
          </p:cNvPr>
          <p:cNvSpPr txBox="1"/>
          <p:nvPr/>
        </p:nvSpPr>
        <p:spPr>
          <a:xfrm>
            <a:off x="7232804" y="5423229"/>
            <a:ext cx="857927" cy="253916"/>
          </a:xfrm>
          <a:prstGeom prst="rect">
            <a:avLst/>
          </a:prstGeom>
          <a:noFill/>
        </p:spPr>
        <p:txBody>
          <a:bodyPr wrap="none" rtlCol="0">
            <a:spAutoFit/>
          </a:bodyPr>
          <a:lstStyle/>
          <a:p>
            <a:pPr algn="ctr"/>
            <a:r>
              <a:rPr lang="zh-CN" altLang="en-US" sz="1050" dirty="0">
                <a:solidFill>
                  <a:schemeClr val="bg1"/>
                </a:solidFill>
              </a:rPr>
              <a:t>大数据平台</a:t>
            </a:r>
          </a:p>
        </p:txBody>
      </p:sp>
      <p:sp>
        <p:nvSpPr>
          <p:cNvPr id="682" name="文本框 681">
            <a:extLst>
              <a:ext uri="{FF2B5EF4-FFF2-40B4-BE49-F238E27FC236}">
                <a16:creationId xmlns:a16="http://schemas.microsoft.com/office/drawing/2014/main" id="{35F465FF-C2E5-00D4-7997-84B7E16414BB}"/>
              </a:ext>
            </a:extLst>
          </p:cNvPr>
          <p:cNvSpPr txBox="1"/>
          <p:nvPr/>
        </p:nvSpPr>
        <p:spPr>
          <a:xfrm>
            <a:off x="7220896" y="5155585"/>
            <a:ext cx="1531188" cy="253916"/>
          </a:xfrm>
          <a:prstGeom prst="rect">
            <a:avLst/>
          </a:prstGeom>
          <a:noFill/>
        </p:spPr>
        <p:txBody>
          <a:bodyPr wrap="none" rtlCol="0">
            <a:spAutoFit/>
          </a:bodyPr>
          <a:lstStyle/>
          <a:p>
            <a:pPr algn="ctr"/>
            <a:r>
              <a:rPr lang="zh-CN" altLang="en-US" sz="1050" dirty="0">
                <a:solidFill>
                  <a:schemeClr val="bg1"/>
                </a:solidFill>
              </a:rPr>
              <a:t>兽医卫生风险管理平台</a:t>
            </a:r>
          </a:p>
        </p:txBody>
      </p:sp>
      <p:sp>
        <p:nvSpPr>
          <p:cNvPr id="683" name="文本框 682">
            <a:extLst>
              <a:ext uri="{FF2B5EF4-FFF2-40B4-BE49-F238E27FC236}">
                <a16:creationId xmlns:a16="http://schemas.microsoft.com/office/drawing/2014/main" id="{720B2D3D-8D0C-3927-D7CB-A6865EBD0806}"/>
              </a:ext>
            </a:extLst>
          </p:cNvPr>
          <p:cNvSpPr txBox="1"/>
          <p:nvPr/>
        </p:nvSpPr>
        <p:spPr>
          <a:xfrm>
            <a:off x="5412833" y="4987620"/>
            <a:ext cx="1665841" cy="253916"/>
          </a:xfrm>
          <a:prstGeom prst="rect">
            <a:avLst/>
          </a:prstGeom>
          <a:noFill/>
        </p:spPr>
        <p:txBody>
          <a:bodyPr wrap="none" rtlCol="0">
            <a:spAutoFit/>
          </a:bodyPr>
          <a:lstStyle/>
          <a:p>
            <a:pPr algn="ctr"/>
            <a:r>
              <a:rPr lang="zh-CN" altLang="en-US" sz="1050" dirty="0">
                <a:solidFill>
                  <a:schemeClr val="bg1"/>
                </a:solidFill>
              </a:rPr>
              <a:t>农产品质量安全追溯平台</a:t>
            </a:r>
          </a:p>
        </p:txBody>
      </p:sp>
      <p:sp>
        <p:nvSpPr>
          <p:cNvPr id="688" name="文本框 687">
            <a:extLst>
              <a:ext uri="{FF2B5EF4-FFF2-40B4-BE49-F238E27FC236}">
                <a16:creationId xmlns:a16="http://schemas.microsoft.com/office/drawing/2014/main" id="{AF299E20-E5DD-56E0-9C35-5BCD436894D6}"/>
              </a:ext>
            </a:extLst>
          </p:cNvPr>
          <p:cNvSpPr txBox="1"/>
          <p:nvPr/>
        </p:nvSpPr>
        <p:spPr>
          <a:xfrm>
            <a:off x="4950272" y="3808961"/>
            <a:ext cx="453970" cy="253916"/>
          </a:xfrm>
          <a:prstGeom prst="rect">
            <a:avLst/>
          </a:prstGeom>
          <a:noFill/>
        </p:spPr>
        <p:txBody>
          <a:bodyPr wrap="none" rtlCol="0">
            <a:spAutoFit/>
          </a:bodyPr>
          <a:lstStyle/>
          <a:p>
            <a:pPr algn="ctr"/>
            <a:r>
              <a:rPr lang="zh-CN" altLang="en-US" sz="1050" dirty="0">
                <a:solidFill>
                  <a:schemeClr val="bg1"/>
                </a:solidFill>
              </a:rPr>
              <a:t>垃圾</a:t>
            </a:r>
          </a:p>
        </p:txBody>
      </p:sp>
      <p:sp>
        <p:nvSpPr>
          <p:cNvPr id="689" name="文本框 688">
            <a:extLst>
              <a:ext uri="{FF2B5EF4-FFF2-40B4-BE49-F238E27FC236}">
                <a16:creationId xmlns:a16="http://schemas.microsoft.com/office/drawing/2014/main" id="{E4C07C6A-401B-1215-2C6B-CF71C4BB123C}"/>
              </a:ext>
            </a:extLst>
          </p:cNvPr>
          <p:cNvSpPr txBox="1"/>
          <p:nvPr/>
        </p:nvSpPr>
        <p:spPr>
          <a:xfrm>
            <a:off x="4971498" y="4050530"/>
            <a:ext cx="453970" cy="253916"/>
          </a:xfrm>
          <a:prstGeom prst="rect">
            <a:avLst/>
          </a:prstGeom>
          <a:noFill/>
        </p:spPr>
        <p:txBody>
          <a:bodyPr wrap="none" rtlCol="0">
            <a:spAutoFit/>
          </a:bodyPr>
          <a:lstStyle/>
          <a:p>
            <a:pPr algn="ctr"/>
            <a:r>
              <a:rPr lang="zh-CN" altLang="en-US" sz="1050" dirty="0">
                <a:solidFill>
                  <a:schemeClr val="bg1"/>
                </a:solidFill>
              </a:rPr>
              <a:t>污水</a:t>
            </a:r>
          </a:p>
        </p:txBody>
      </p:sp>
      <p:sp>
        <p:nvSpPr>
          <p:cNvPr id="690" name="文本框 689">
            <a:extLst>
              <a:ext uri="{FF2B5EF4-FFF2-40B4-BE49-F238E27FC236}">
                <a16:creationId xmlns:a16="http://schemas.microsoft.com/office/drawing/2014/main" id="{392019EC-0016-465E-3A03-9F2430EEFEB9}"/>
              </a:ext>
            </a:extLst>
          </p:cNvPr>
          <p:cNvSpPr txBox="1"/>
          <p:nvPr/>
        </p:nvSpPr>
        <p:spPr>
          <a:xfrm>
            <a:off x="4862262" y="4355651"/>
            <a:ext cx="723276" cy="253916"/>
          </a:xfrm>
          <a:prstGeom prst="rect">
            <a:avLst/>
          </a:prstGeom>
          <a:noFill/>
        </p:spPr>
        <p:txBody>
          <a:bodyPr wrap="none" rtlCol="0">
            <a:spAutoFit/>
          </a:bodyPr>
          <a:lstStyle/>
          <a:p>
            <a:pPr algn="ctr"/>
            <a:r>
              <a:rPr lang="zh-CN" altLang="en-US" sz="1050" dirty="0">
                <a:solidFill>
                  <a:schemeClr val="bg1"/>
                </a:solidFill>
              </a:rPr>
              <a:t>地理信息</a:t>
            </a:r>
          </a:p>
        </p:txBody>
      </p:sp>
      <p:sp>
        <p:nvSpPr>
          <p:cNvPr id="691" name="文本框 690">
            <a:extLst>
              <a:ext uri="{FF2B5EF4-FFF2-40B4-BE49-F238E27FC236}">
                <a16:creationId xmlns:a16="http://schemas.microsoft.com/office/drawing/2014/main" id="{25F4893F-ABE9-7E61-94CD-AB03F0C12E3B}"/>
              </a:ext>
            </a:extLst>
          </p:cNvPr>
          <p:cNvSpPr txBox="1"/>
          <p:nvPr/>
        </p:nvSpPr>
        <p:spPr>
          <a:xfrm>
            <a:off x="8412476" y="3788411"/>
            <a:ext cx="723276" cy="253916"/>
          </a:xfrm>
          <a:prstGeom prst="rect">
            <a:avLst/>
          </a:prstGeom>
          <a:noFill/>
        </p:spPr>
        <p:txBody>
          <a:bodyPr wrap="none" rtlCol="0">
            <a:spAutoFit/>
          </a:bodyPr>
          <a:lstStyle/>
          <a:p>
            <a:pPr algn="ctr"/>
            <a:r>
              <a:rPr lang="zh-CN" altLang="en-US" sz="1050" dirty="0">
                <a:solidFill>
                  <a:schemeClr val="bg1"/>
                </a:solidFill>
              </a:rPr>
              <a:t>产权交易</a:t>
            </a:r>
          </a:p>
        </p:txBody>
      </p:sp>
      <p:sp>
        <p:nvSpPr>
          <p:cNvPr id="692" name="文本框 691">
            <a:extLst>
              <a:ext uri="{FF2B5EF4-FFF2-40B4-BE49-F238E27FC236}">
                <a16:creationId xmlns:a16="http://schemas.microsoft.com/office/drawing/2014/main" id="{1476B534-38FF-DA1E-56D3-8251350954BA}"/>
              </a:ext>
            </a:extLst>
          </p:cNvPr>
          <p:cNvSpPr txBox="1"/>
          <p:nvPr/>
        </p:nvSpPr>
        <p:spPr>
          <a:xfrm>
            <a:off x="1013390" y="2855730"/>
            <a:ext cx="1068776" cy="276999"/>
          </a:xfrm>
          <a:prstGeom prst="roundRect">
            <a:avLst>
              <a:gd name="adj" fmla="val 50000"/>
            </a:avLst>
          </a:prstGeom>
          <a:gradFill>
            <a:gsLst>
              <a:gs pos="100000">
                <a:schemeClr val="accent1"/>
              </a:gs>
              <a:gs pos="1000">
                <a:schemeClr val="accent1">
                  <a:alpha val="36000"/>
                </a:schemeClr>
              </a:gs>
            </a:gsLst>
            <a:lin ang="3600000" scaled="0"/>
          </a:gradFill>
          <a:ln w="9525">
            <a:noFill/>
          </a:ln>
          <a:effectLst>
            <a:outerShdw blurRad="101600" dist="76200" dir="10800000" algn="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基础网络</a:t>
            </a:r>
          </a:p>
        </p:txBody>
      </p:sp>
      <p:sp>
        <p:nvSpPr>
          <p:cNvPr id="693" name="文本框 692">
            <a:extLst>
              <a:ext uri="{FF2B5EF4-FFF2-40B4-BE49-F238E27FC236}">
                <a16:creationId xmlns:a16="http://schemas.microsoft.com/office/drawing/2014/main" id="{0921C73F-AE6D-D138-E2ED-7288BAD31618}"/>
              </a:ext>
            </a:extLst>
          </p:cNvPr>
          <p:cNvSpPr txBox="1"/>
          <p:nvPr/>
        </p:nvSpPr>
        <p:spPr>
          <a:xfrm>
            <a:off x="4475207" y="3103389"/>
            <a:ext cx="723276" cy="253916"/>
          </a:xfrm>
          <a:prstGeom prst="rect">
            <a:avLst/>
          </a:prstGeom>
          <a:noFill/>
        </p:spPr>
        <p:txBody>
          <a:bodyPr wrap="none" rtlCol="0">
            <a:spAutoFit/>
          </a:bodyPr>
          <a:lstStyle/>
          <a:p>
            <a:pPr algn="ctr"/>
            <a:r>
              <a:rPr lang="zh-CN" altLang="en-US" sz="1050" dirty="0">
                <a:solidFill>
                  <a:schemeClr val="bg1"/>
                </a:solidFill>
              </a:rPr>
              <a:t>数据处理</a:t>
            </a:r>
          </a:p>
        </p:txBody>
      </p:sp>
      <p:sp>
        <p:nvSpPr>
          <p:cNvPr id="694" name="文本框 693">
            <a:extLst>
              <a:ext uri="{FF2B5EF4-FFF2-40B4-BE49-F238E27FC236}">
                <a16:creationId xmlns:a16="http://schemas.microsoft.com/office/drawing/2014/main" id="{C7D3C504-1CDB-D4B9-9890-5BEF35D9A2D8}"/>
              </a:ext>
            </a:extLst>
          </p:cNvPr>
          <p:cNvSpPr txBox="1"/>
          <p:nvPr/>
        </p:nvSpPr>
        <p:spPr>
          <a:xfrm>
            <a:off x="5077357" y="3262405"/>
            <a:ext cx="723276" cy="253916"/>
          </a:xfrm>
          <a:prstGeom prst="rect">
            <a:avLst/>
          </a:prstGeom>
          <a:noFill/>
        </p:spPr>
        <p:txBody>
          <a:bodyPr wrap="none" rtlCol="0">
            <a:spAutoFit/>
          </a:bodyPr>
          <a:lstStyle/>
          <a:p>
            <a:pPr algn="ctr"/>
            <a:r>
              <a:rPr lang="zh-CN" altLang="en-US" sz="1050" dirty="0">
                <a:solidFill>
                  <a:schemeClr val="bg1"/>
                </a:solidFill>
              </a:rPr>
              <a:t>数据管理</a:t>
            </a:r>
          </a:p>
        </p:txBody>
      </p:sp>
      <p:sp>
        <p:nvSpPr>
          <p:cNvPr id="695" name="文本框 694">
            <a:extLst>
              <a:ext uri="{FF2B5EF4-FFF2-40B4-BE49-F238E27FC236}">
                <a16:creationId xmlns:a16="http://schemas.microsoft.com/office/drawing/2014/main" id="{DB1AE986-6BE0-B067-43C1-F0F5CFAA6E55}"/>
              </a:ext>
            </a:extLst>
          </p:cNvPr>
          <p:cNvSpPr txBox="1"/>
          <p:nvPr/>
        </p:nvSpPr>
        <p:spPr>
          <a:xfrm>
            <a:off x="7321615" y="2837215"/>
            <a:ext cx="723276" cy="253916"/>
          </a:xfrm>
          <a:prstGeom prst="rect">
            <a:avLst/>
          </a:prstGeom>
          <a:noFill/>
        </p:spPr>
        <p:txBody>
          <a:bodyPr wrap="none" rtlCol="0">
            <a:spAutoFit/>
          </a:bodyPr>
          <a:lstStyle/>
          <a:p>
            <a:pPr algn="ctr"/>
            <a:r>
              <a:rPr lang="zh-CN" altLang="en-US" sz="1050" dirty="0">
                <a:solidFill>
                  <a:schemeClr val="bg1"/>
                </a:solidFill>
              </a:rPr>
              <a:t>交换共享</a:t>
            </a:r>
          </a:p>
        </p:txBody>
      </p:sp>
      <p:sp>
        <p:nvSpPr>
          <p:cNvPr id="696" name="文本框 695">
            <a:extLst>
              <a:ext uri="{FF2B5EF4-FFF2-40B4-BE49-F238E27FC236}">
                <a16:creationId xmlns:a16="http://schemas.microsoft.com/office/drawing/2014/main" id="{3094AF0D-71C1-88E7-78C2-BEEFD1123359}"/>
              </a:ext>
            </a:extLst>
          </p:cNvPr>
          <p:cNvSpPr txBox="1"/>
          <p:nvPr/>
        </p:nvSpPr>
        <p:spPr>
          <a:xfrm>
            <a:off x="6940614" y="3103389"/>
            <a:ext cx="723276" cy="253916"/>
          </a:xfrm>
          <a:prstGeom prst="rect">
            <a:avLst/>
          </a:prstGeom>
          <a:noFill/>
        </p:spPr>
        <p:txBody>
          <a:bodyPr wrap="none" rtlCol="0">
            <a:spAutoFit/>
          </a:bodyPr>
          <a:lstStyle/>
          <a:p>
            <a:pPr algn="ctr"/>
            <a:r>
              <a:rPr lang="zh-CN" altLang="en-US" sz="1050" dirty="0">
                <a:solidFill>
                  <a:schemeClr val="bg1"/>
                </a:solidFill>
              </a:rPr>
              <a:t>分析挖掘</a:t>
            </a:r>
          </a:p>
        </p:txBody>
      </p:sp>
      <p:sp>
        <p:nvSpPr>
          <p:cNvPr id="697" name="文本框 696">
            <a:extLst>
              <a:ext uri="{FF2B5EF4-FFF2-40B4-BE49-F238E27FC236}">
                <a16:creationId xmlns:a16="http://schemas.microsoft.com/office/drawing/2014/main" id="{9E6DD9C0-A6CF-83C0-9CC2-AA10F04B49DF}"/>
              </a:ext>
            </a:extLst>
          </p:cNvPr>
          <p:cNvSpPr txBox="1"/>
          <p:nvPr/>
        </p:nvSpPr>
        <p:spPr>
          <a:xfrm>
            <a:off x="6376985" y="3262405"/>
            <a:ext cx="723276" cy="253916"/>
          </a:xfrm>
          <a:prstGeom prst="rect">
            <a:avLst/>
          </a:prstGeom>
          <a:noFill/>
        </p:spPr>
        <p:txBody>
          <a:bodyPr wrap="none" rtlCol="0">
            <a:spAutoFit/>
          </a:bodyPr>
          <a:lstStyle/>
          <a:p>
            <a:pPr algn="ctr"/>
            <a:r>
              <a:rPr lang="zh-CN" altLang="en-US" sz="1050" dirty="0">
                <a:solidFill>
                  <a:schemeClr val="bg1"/>
                </a:solidFill>
              </a:rPr>
              <a:t>数据服务</a:t>
            </a:r>
          </a:p>
        </p:txBody>
      </p:sp>
      <p:sp>
        <p:nvSpPr>
          <p:cNvPr id="698" name="文本框 697">
            <a:extLst>
              <a:ext uri="{FF2B5EF4-FFF2-40B4-BE49-F238E27FC236}">
                <a16:creationId xmlns:a16="http://schemas.microsoft.com/office/drawing/2014/main" id="{009ACBE1-6674-D91D-B9AB-DFA090215E5A}"/>
              </a:ext>
            </a:extLst>
          </p:cNvPr>
          <p:cNvSpPr txBox="1"/>
          <p:nvPr/>
        </p:nvSpPr>
        <p:spPr>
          <a:xfrm>
            <a:off x="3801679" y="1986743"/>
            <a:ext cx="800219" cy="276999"/>
          </a:xfrm>
          <a:prstGeom prst="rect">
            <a:avLst/>
          </a:prstGeom>
          <a:noFill/>
        </p:spPr>
        <p:txBody>
          <a:bodyPr wrap="none" rtlCol="0">
            <a:spAutoFit/>
          </a:bodyPr>
          <a:lstStyle/>
          <a:p>
            <a:pPr algn="ctr"/>
            <a:r>
              <a:rPr lang="zh-CN" altLang="en-US" sz="1200" b="1" dirty="0">
                <a:solidFill>
                  <a:schemeClr val="bg1"/>
                </a:solidFill>
              </a:rPr>
              <a:t>农业资产</a:t>
            </a:r>
          </a:p>
        </p:txBody>
      </p:sp>
      <p:sp>
        <p:nvSpPr>
          <p:cNvPr id="699" name="文本框 698">
            <a:extLst>
              <a:ext uri="{FF2B5EF4-FFF2-40B4-BE49-F238E27FC236}">
                <a16:creationId xmlns:a16="http://schemas.microsoft.com/office/drawing/2014/main" id="{E9A2D65F-2FB1-2365-2B03-2A6A806FF77D}"/>
              </a:ext>
            </a:extLst>
          </p:cNvPr>
          <p:cNvSpPr txBox="1"/>
          <p:nvPr/>
        </p:nvSpPr>
        <p:spPr>
          <a:xfrm>
            <a:off x="5635880" y="1673153"/>
            <a:ext cx="954108" cy="276999"/>
          </a:xfrm>
          <a:prstGeom prst="rect">
            <a:avLst/>
          </a:prstGeom>
          <a:noFill/>
        </p:spPr>
        <p:txBody>
          <a:bodyPr wrap="none" rtlCol="0">
            <a:spAutoFit/>
          </a:bodyPr>
          <a:lstStyle/>
          <a:p>
            <a:pPr algn="ctr"/>
            <a:r>
              <a:rPr lang="zh-CN" altLang="en-US" sz="1200" b="1" dirty="0">
                <a:solidFill>
                  <a:schemeClr val="bg1"/>
                </a:solidFill>
              </a:rPr>
              <a:t>大数据中心</a:t>
            </a:r>
          </a:p>
        </p:txBody>
      </p:sp>
      <p:sp>
        <p:nvSpPr>
          <p:cNvPr id="700" name="文本框 699">
            <a:extLst>
              <a:ext uri="{FF2B5EF4-FFF2-40B4-BE49-F238E27FC236}">
                <a16:creationId xmlns:a16="http://schemas.microsoft.com/office/drawing/2014/main" id="{2D10D2A8-5C57-2700-4F33-89E825273321}"/>
              </a:ext>
            </a:extLst>
          </p:cNvPr>
          <p:cNvSpPr txBox="1"/>
          <p:nvPr/>
        </p:nvSpPr>
        <p:spPr>
          <a:xfrm>
            <a:off x="7681529" y="1986743"/>
            <a:ext cx="800219" cy="276999"/>
          </a:xfrm>
          <a:prstGeom prst="rect">
            <a:avLst/>
          </a:prstGeom>
          <a:noFill/>
        </p:spPr>
        <p:txBody>
          <a:bodyPr wrap="none" rtlCol="0">
            <a:spAutoFit/>
          </a:bodyPr>
          <a:lstStyle/>
          <a:p>
            <a:pPr algn="ctr"/>
            <a:r>
              <a:rPr lang="zh-CN" altLang="en-US" sz="1200" b="1" dirty="0">
                <a:solidFill>
                  <a:schemeClr val="bg1"/>
                </a:solidFill>
              </a:rPr>
              <a:t>数据资产</a:t>
            </a:r>
          </a:p>
        </p:txBody>
      </p:sp>
      <p:grpSp>
        <p:nvGrpSpPr>
          <p:cNvPr id="2053" name="组合 2052">
            <a:extLst>
              <a:ext uri="{FF2B5EF4-FFF2-40B4-BE49-F238E27FC236}">
                <a16:creationId xmlns:a16="http://schemas.microsoft.com/office/drawing/2014/main" id="{63D5BB19-241D-2596-559A-E76531775D8B}"/>
              </a:ext>
            </a:extLst>
          </p:cNvPr>
          <p:cNvGrpSpPr/>
          <p:nvPr/>
        </p:nvGrpSpPr>
        <p:grpSpPr>
          <a:xfrm>
            <a:off x="5926778" y="4029075"/>
            <a:ext cx="309914" cy="300088"/>
            <a:chOff x="5659458" y="3770231"/>
            <a:chExt cx="844553" cy="817776"/>
          </a:xfrm>
          <a:solidFill>
            <a:schemeClr val="accent1"/>
          </a:solidFill>
        </p:grpSpPr>
        <p:sp>
          <p:nvSpPr>
            <p:cNvPr id="2048" name="任意多边形: 形状 2047">
              <a:extLst>
                <a:ext uri="{FF2B5EF4-FFF2-40B4-BE49-F238E27FC236}">
                  <a16:creationId xmlns:a16="http://schemas.microsoft.com/office/drawing/2014/main" id="{8DC83CD2-B739-E3BE-15C6-2EFDF32DC4AB}"/>
                </a:ext>
              </a:extLst>
            </p:cNvPr>
            <p:cNvSpPr/>
            <p:nvPr/>
          </p:nvSpPr>
          <p:spPr>
            <a:xfrm>
              <a:off x="5659458" y="4358092"/>
              <a:ext cx="21747" cy="919"/>
            </a:xfrm>
            <a:custGeom>
              <a:avLst/>
              <a:gdLst>
                <a:gd name="connsiteX0" fmla="*/ 21747 w 21747"/>
                <a:gd name="connsiteY0" fmla="*/ 0 h 919"/>
                <a:gd name="connsiteX1" fmla="*/ 0 w 21747"/>
                <a:gd name="connsiteY1" fmla="*/ 0 h 919"/>
              </a:gdLst>
              <a:ahLst/>
              <a:cxnLst>
                <a:cxn ang="0">
                  <a:pos x="connsiteX0" y="connsiteY0"/>
                </a:cxn>
                <a:cxn ang="0">
                  <a:pos x="connsiteX1" y="connsiteY1"/>
                </a:cxn>
              </a:cxnLst>
              <a:rect l="l" t="t" r="r" b="b"/>
              <a:pathLst>
                <a:path w="21747" h="919">
                  <a:moveTo>
                    <a:pt x="21747" y="0"/>
                  </a:moveTo>
                  <a:lnTo>
                    <a:pt x="0" y="0"/>
                  </a:lnTo>
                </a:path>
              </a:pathLst>
            </a:custGeom>
            <a:grpFill/>
            <a:ln w="912" cap="flat">
              <a:noFill/>
              <a:prstDash val="solid"/>
              <a:miter/>
            </a:ln>
          </p:spPr>
          <p:txBody>
            <a:bodyPr rtlCol="0" anchor="ctr"/>
            <a:lstStyle/>
            <a:p>
              <a:endParaRPr lang="zh-CN" altLang="en-US"/>
            </a:p>
          </p:txBody>
        </p:sp>
        <p:sp>
          <p:nvSpPr>
            <p:cNvPr id="2049" name="任意多边形: 形状 2048">
              <a:extLst>
                <a:ext uri="{FF2B5EF4-FFF2-40B4-BE49-F238E27FC236}">
                  <a16:creationId xmlns:a16="http://schemas.microsoft.com/office/drawing/2014/main" id="{4814E4DA-CCA8-CFAE-DCC3-EFEE8D11500C}"/>
                </a:ext>
              </a:extLst>
            </p:cNvPr>
            <p:cNvSpPr/>
            <p:nvPr/>
          </p:nvSpPr>
          <p:spPr>
            <a:xfrm>
              <a:off x="5781804" y="3886867"/>
              <a:ext cx="708" cy="579"/>
            </a:xfrm>
            <a:custGeom>
              <a:avLst/>
              <a:gdLst>
                <a:gd name="connsiteX0" fmla="*/ 708 w 708"/>
                <a:gd name="connsiteY0" fmla="*/ 138 h 579"/>
                <a:gd name="connsiteX1" fmla="*/ 0 w 708"/>
                <a:gd name="connsiteY1" fmla="*/ 579 h 579"/>
                <a:gd name="connsiteX2" fmla="*/ 0 w 708"/>
                <a:gd name="connsiteY2" fmla="*/ 0 h 579"/>
                <a:gd name="connsiteX3" fmla="*/ 644 w 708"/>
                <a:gd name="connsiteY3" fmla="*/ 239 h 579"/>
              </a:gdLst>
              <a:ahLst/>
              <a:cxnLst>
                <a:cxn ang="0">
                  <a:pos x="connsiteX0" y="connsiteY0"/>
                </a:cxn>
                <a:cxn ang="0">
                  <a:pos x="connsiteX1" y="connsiteY1"/>
                </a:cxn>
                <a:cxn ang="0">
                  <a:pos x="connsiteX2" y="connsiteY2"/>
                </a:cxn>
                <a:cxn ang="0">
                  <a:pos x="connsiteX3" y="connsiteY3"/>
                </a:cxn>
              </a:cxnLst>
              <a:rect l="l" t="t" r="r" b="b"/>
              <a:pathLst>
                <a:path w="708" h="579">
                  <a:moveTo>
                    <a:pt x="708" y="138"/>
                  </a:moveTo>
                  <a:lnTo>
                    <a:pt x="0" y="579"/>
                  </a:lnTo>
                  <a:lnTo>
                    <a:pt x="0" y="0"/>
                  </a:lnTo>
                  <a:lnTo>
                    <a:pt x="644" y="239"/>
                  </a:lnTo>
                  <a:close/>
                </a:path>
              </a:pathLst>
            </a:custGeom>
            <a:grpFill/>
            <a:ln w="912" cap="flat">
              <a:noFill/>
              <a:prstDash val="solid"/>
              <a:miter/>
            </a:ln>
          </p:spPr>
          <p:txBody>
            <a:bodyPr rtlCol="0" anchor="ctr"/>
            <a:lstStyle/>
            <a:p>
              <a:endParaRPr lang="zh-CN" altLang="en-US"/>
            </a:p>
          </p:txBody>
        </p:sp>
        <p:sp>
          <p:nvSpPr>
            <p:cNvPr id="2051" name="任意多边形: 形状 2050">
              <a:extLst>
                <a:ext uri="{FF2B5EF4-FFF2-40B4-BE49-F238E27FC236}">
                  <a16:creationId xmlns:a16="http://schemas.microsoft.com/office/drawing/2014/main" id="{0DEB0B2D-E294-AEF1-11CC-752CAB0B11C7}"/>
                </a:ext>
              </a:extLst>
            </p:cNvPr>
            <p:cNvSpPr/>
            <p:nvPr/>
          </p:nvSpPr>
          <p:spPr>
            <a:xfrm>
              <a:off x="5681977" y="3770231"/>
              <a:ext cx="822034" cy="817776"/>
            </a:xfrm>
            <a:custGeom>
              <a:avLst/>
              <a:gdLst>
                <a:gd name="connsiteX0" fmla="*/ 704902 w 822034"/>
                <a:gd name="connsiteY0" fmla="*/ 359784 h 817776"/>
                <a:gd name="connsiteX1" fmla="*/ 117087 w 822034"/>
                <a:gd name="connsiteY1" fmla="*/ 359784 h 817776"/>
                <a:gd name="connsiteX2" fmla="*/ 0 w 822034"/>
                <a:gd name="connsiteY2" fmla="*/ 242698 h 817776"/>
                <a:gd name="connsiteX3" fmla="*/ 0 w 822034"/>
                <a:gd name="connsiteY3" fmla="*/ 117133 h 817776"/>
                <a:gd name="connsiteX4" fmla="*/ 117087 w 822034"/>
                <a:gd name="connsiteY4" fmla="*/ 0 h 817776"/>
                <a:gd name="connsiteX5" fmla="*/ 704902 w 822034"/>
                <a:gd name="connsiteY5" fmla="*/ 0 h 817776"/>
                <a:gd name="connsiteX6" fmla="*/ 822034 w 822034"/>
                <a:gd name="connsiteY6" fmla="*/ 117133 h 817776"/>
                <a:gd name="connsiteX7" fmla="*/ 822034 w 822034"/>
                <a:gd name="connsiteY7" fmla="*/ 242744 h 817776"/>
                <a:gd name="connsiteX8" fmla="*/ 704902 w 822034"/>
                <a:gd name="connsiteY8" fmla="*/ 359784 h 817776"/>
                <a:gd name="connsiteX9" fmla="*/ 117087 w 822034"/>
                <a:gd name="connsiteY9" fmla="*/ 73564 h 817776"/>
                <a:gd name="connsiteX10" fmla="*/ 73564 w 822034"/>
                <a:gd name="connsiteY10" fmla="*/ 117133 h 817776"/>
                <a:gd name="connsiteX11" fmla="*/ 73564 w 822034"/>
                <a:gd name="connsiteY11" fmla="*/ 242744 h 817776"/>
                <a:gd name="connsiteX12" fmla="*/ 117087 w 822034"/>
                <a:gd name="connsiteY12" fmla="*/ 286266 h 817776"/>
                <a:gd name="connsiteX13" fmla="*/ 704902 w 822034"/>
                <a:gd name="connsiteY13" fmla="*/ 286266 h 817776"/>
                <a:gd name="connsiteX14" fmla="*/ 748470 w 822034"/>
                <a:gd name="connsiteY14" fmla="*/ 242698 h 817776"/>
                <a:gd name="connsiteX15" fmla="*/ 748470 w 822034"/>
                <a:gd name="connsiteY15" fmla="*/ 117133 h 817776"/>
                <a:gd name="connsiteX16" fmla="*/ 704948 w 822034"/>
                <a:gd name="connsiteY16" fmla="*/ 73610 h 817776"/>
                <a:gd name="connsiteX17" fmla="*/ 704902 w 822034"/>
                <a:gd name="connsiteY17" fmla="*/ 817777 h 817776"/>
                <a:gd name="connsiteX18" fmla="*/ 117087 w 822034"/>
                <a:gd name="connsiteY18" fmla="*/ 817777 h 817776"/>
                <a:gd name="connsiteX19" fmla="*/ 0 w 822034"/>
                <a:gd name="connsiteY19" fmla="*/ 700699 h 817776"/>
                <a:gd name="connsiteX20" fmla="*/ 0 w 822034"/>
                <a:gd name="connsiteY20" fmla="*/ 575070 h 817776"/>
                <a:gd name="connsiteX21" fmla="*/ 117087 w 822034"/>
                <a:gd name="connsiteY21" fmla="*/ 458002 h 817776"/>
                <a:gd name="connsiteX22" fmla="*/ 704902 w 822034"/>
                <a:gd name="connsiteY22" fmla="*/ 458002 h 817776"/>
                <a:gd name="connsiteX23" fmla="*/ 822034 w 822034"/>
                <a:gd name="connsiteY23" fmla="*/ 575070 h 817776"/>
                <a:gd name="connsiteX24" fmla="*/ 822034 w 822034"/>
                <a:gd name="connsiteY24" fmla="*/ 700681 h 817776"/>
                <a:gd name="connsiteX25" fmla="*/ 704902 w 822034"/>
                <a:gd name="connsiteY25" fmla="*/ 817777 h 817776"/>
                <a:gd name="connsiteX26" fmla="*/ 117087 w 822034"/>
                <a:gd name="connsiteY26" fmla="*/ 531566 h 817776"/>
                <a:gd name="connsiteX27" fmla="*/ 73564 w 822034"/>
                <a:gd name="connsiteY27" fmla="*/ 575070 h 817776"/>
                <a:gd name="connsiteX28" fmla="*/ 73564 w 822034"/>
                <a:gd name="connsiteY28" fmla="*/ 700681 h 817776"/>
                <a:gd name="connsiteX29" fmla="*/ 117087 w 822034"/>
                <a:gd name="connsiteY29" fmla="*/ 744194 h 817776"/>
                <a:gd name="connsiteX30" fmla="*/ 704902 w 822034"/>
                <a:gd name="connsiteY30" fmla="*/ 744194 h 817776"/>
                <a:gd name="connsiteX31" fmla="*/ 748470 w 822034"/>
                <a:gd name="connsiteY31" fmla="*/ 700699 h 817776"/>
                <a:gd name="connsiteX32" fmla="*/ 748470 w 822034"/>
                <a:gd name="connsiteY32" fmla="*/ 575070 h 817776"/>
                <a:gd name="connsiteX33" fmla="*/ 704948 w 822034"/>
                <a:gd name="connsiteY33" fmla="*/ 531547 h 817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22034" h="817776">
                  <a:moveTo>
                    <a:pt x="704902" y="359784"/>
                  </a:moveTo>
                  <a:lnTo>
                    <a:pt x="117087" y="359784"/>
                  </a:lnTo>
                  <a:cubicBezTo>
                    <a:pt x="52451" y="359713"/>
                    <a:pt x="71" y="307333"/>
                    <a:pt x="0" y="242698"/>
                  </a:cubicBezTo>
                  <a:lnTo>
                    <a:pt x="0" y="117133"/>
                  </a:lnTo>
                  <a:cubicBezTo>
                    <a:pt x="46" y="52479"/>
                    <a:pt x="52433" y="71"/>
                    <a:pt x="117087" y="0"/>
                  </a:cubicBezTo>
                  <a:lnTo>
                    <a:pt x="704902" y="0"/>
                  </a:lnTo>
                  <a:cubicBezTo>
                    <a:pt x="769573" y="46"/>
                    <a:pt x="821989" y="52461"/>
                    <a:pt x="822034" y="117133"/>
                  </a:cubicBezTo>
                  <a:lnTo>
                    <a:pt x="822034" y="242744"/>
                  </a:lnTo>
                  <a:cubicBezTo>
                    <a:pt x="821938" y="307379"/>
                    <a:pt x="769537" y="359739"/>
                    <a:pt x="704902" y="359784"/>
                  </a:cubicBezTo>
                  <a:close/>
                  <a:moveTo>
                    <a:pt x="117087" y="73564"/>
                  </a:moveTo>
                  <a:cubicBezTo>
                    <a:pt x="93042" y="73590"/>
                    <a:pt x="73564" y="93088"/>
                    <a:pt x="73564" y="117133"/>
                  </a:cubicBezTo>
                  <a:lnTo>
                    <a:pt x="73564" y="242744"/>
                  </a:lnTo>
                  <a:cubicBezTo>
                    <a:pt x="73590" y="266770"/>
                    <a:pt x="93060" y="286241"/>
                    <a:pt x="117087" y="286266"/>
                  </a:cubicBezTo>
                  <a:lnTo>
                    <a:pt x="704902" y="286266"/>
                  </a:lnTo>
                  <a:cubicBezTo>
                    <a:pt x="728964" y="286266"/>
                    <a:pt x="748470" y="266760"/>
                    <a:pt x="748470" y="242698"/>
                  </a:cubicBezTo>
                  <a:lnTo>
                    <a:pt x="748470" y="117133"/>
                  </a:lnTo>
                  <a:cubicBezTo>
                    <a:pt x="748445" y="93106"/>
                    <a:pt x="728974" y="73636"/>
                    <a:pt x="704948" y="73610"/>
                  </a:cubicBezTo>
                  <a:close/>
                  <a:moveTo>
                    <a:pt x="704902" y="817777"/>
                  </a:moveTo>
                  <a:lnTo>
                    <a:pt x="117087" y="817777"/>
                  </a:lnTo>
                  <a:cubicBezTo>
                    <a:pt x="52454" y="817706"/>
                    <a:pt x="76" y="765331"/>
                    <a:pt x="0" y="700699"/>
                  </a:cubicBezTo>
                  <a:lnTo>
                    <a:pt x="0" y="575070"/>
                  </a:lnTo>
                  <a:cubicBezTo>
                    <a:pt x="81" y="510441"/>
                    <a:pt x="52458" y="458073"/>
                    <a:pt x="117087" y="458002"/>
                  </a:cubicBezTo>
                  <a:lnTo>
                    <a:pt x="704902" y="458002"/>
                  </a:lnTo>
                  <a:cubicBezTo>
                    <a:pt x="769548" y="458047"/>
                    <a:pt x="821953" y="510423"/>
                    <a:pt x="822034" y="575070"/>
                  </a:cubicBezTo>
                  <a:lnTo>
                    <a:pt x="822034" y="700681"/>
                  </a:lnTo>
                  <a:cubicBezTo>
                    <a:pt x="821968" y="765338"/>
                    <a:pt x="769559" y="817731"/>
                    <a:pt x="704902" y="817777"/>
                  </a:cubicBezTo>
                  <a:close/>
                  <a:moveTo>
                    <a:pt x="117087" y="531566"/>
                  </a:moveTo>
                  <a:cubicBezTo>
                    <a:pt x="93068" y="531591"/>
                    <a:pt x="73600" y="551051"/>
                    <a:pt x="73564" y="575070"/>
                  </a:cubicBezTo>
                  <a:lnTo>
                    <a:pt x="73564" y="700681"/>
                  </a:lnTo>
                  <a:cubicBezTo>
                    <a:pt x="73595" y="724703"/>
                    <a:pt x="93064" y="744169"/>
                    <a:pt x="117087" y="744194"/>
                  </a:cubicBezTo>
                  <a:lnTo>
                    <a:pt x="704902" y="744194"/>
                  </a:lnTo>
                  <a:cubicBezTo>
                    <a:pt x="728935" y="744194"/>
                    <a:pt x="748429" y="724733"/>
                    <a:pt x="748470" y="700699"/>
                  </a:cubicBezTo>
                  <a:lnTo>
                    <a:pt x="748470" y="575070"/>
                  </a:lnTo>
                  <a:cubicBezTo>
                    <a:pt x="748445" y="551044"/>
                    <a:pt x="728974" y="531573"/>
                    <a:pt x="704948" y="531547"/>
                  </a:cubicBezTo>
                  <a:close/>
                </a:path>
              </a:pathLst>
            </a:custGeom>
            <a:grpFill/>
            <a:ln w="912" cap="flat">
              <a:noFill/>
              <a:prstDash val="solid"/>
              <a:miter/>
            </a:ln>
          </p:spPr>
          <p:txBody>
            <a:bodyPr rtlCol="0" anchor="ctr"/>
            <a:lstStyle/>
            <a:p>
              <a:endParaRPr lang="zh-CN" altLang="en-US"/>
            </a:p>
          </p:txBody>
        </p:sp>
        <p:sp>
          <p:nvSpPr>
            <p:cNvPr id="2052" name="任意多边形: 形状 2051">
              <a:extLst>
                <a:ext uri="{FF2B5EF4-FFF2-40B4-BE49-F238E27FC236}">
                  <a16:creationId xmlns:a16="http://schemas.microsoft.com/office/drawing/2014/main" id="{035C7F9D-91FB-B075-3497-62C054A9A85D}"/>
                </a:ext>
              </a:extLst>
            </p:cNvPr>
            <p:cNvSpPr/>
            <p:nvPr/>
          </p:nvSpPr>
          <p:spPr>
            <a:xfrm>
              <a:off x="5809050" y="3904449"/>
              <a:ext cx="572587" cy="538839"/>
            </a:xfrm>
            <a:custGeom>
              <a:avLst/>
              <a:gdLst>
                <a:gd name="connsiteX0" fmla="*/ 152581 w 572587"/>
                <a:gd name="connsiteY0" fmla="*/ 73564 h 538839"/>
                <a:gd name="connsiteX1" fmla="*/ 41463 w 572587"/>
                <a:gd name="connsiteY1" fmla="*/ 73564 h 538839"/>
                <a:gd name="connsiteX2" fmla="*/ 4681 w 572587"/>
                <a:gd name="connsiteY2" fmla="*/ 36782 h 538839"/>
                <a:gd name="connsiteX3" fmla="*/ 41463 w 572587"/>
                <a:gd name="connsiteY3" fmla="*/ 0 h 538839"/>
                <a:gd name="connsiteX4" fmla="*/ 152581 w 572587"/>
                <a:gd name="connsiteY4" fmla="*/ 0 h 538839"/>
                <a:gd name="connsiteX5" fmla="*/ 189364 w 572587"/>
                <a:gd name="connsiteY5" fmla="*/ 36782 h 538839"/>
                <a:gd name="connsiteX6" fmla="*/ 152581 w 572587"/>
                <a:gd name="connsiteY6" fmla="*/ 73564 h 538839"/>
                <a:gd name="connsiteX7" fmla="*/ 535805 w 572587"/>
                <a:gd name="connsiteY7" fmla="*/ 77721 h 538839"/>
                <a:gd name="connsiteX8" fmla="*/ 280326 w 572587"/>
                <a:gd name="connsiteY8" fmla="*/ 77721 h 538839"/>
                <a:gd name="connsiteX9" fmla="*/ 243544 w 572587"/>
                <a:gd name="connsiteY9" fmla="*/ 40939 h 538839"/>
                <a:gd name="connsiteX10" fmla="*/ 280326 w 572587"/>
                <a:gd name="connsiteY10" fmla="*/ 4156 h 538839"/>
                <a:gd name="connsiteX11" fmla="*/ 535805 w 572587"/>
                <a:gd name="connsiteY11" fmla="*/ 4156 h 538839"/>
                <a:gd name="connsiteX12" fmla="*/ 572587 w 572587"/>
                <a:gd name="connsiteY12" fmla="*/ 40939 h 538839"/>
                <a:gd name="connsiteX13" fmla="*/ 535805 w 572587"/>
                <a:gd name="connsiteY13" fmla="*/ 77721 h 538839"/>
                <a:gd name="connsiteX14" fmla="*/ 147910 w 572587"/>
                <a:gd name="connsiteY14" fmla="*/ 534646 h 538839"/>
                <a:gd name="connsiteX15" fmla="*/ 36782 w 572587"/>
                <a:gd name="connsiteY15" fmla="*/ 534646 h 538839"/>
                <a:gd name="connsiteX16" fmla="*/ 0 w 572587"/>
                <a:gd name="connsiteY16" fmla="*/ 497864 h 538839"/>
                <a:gd name="connsiteX17" fmla="*/ 36782 w 572587"/>
                <a:gd name="connsiteY17" fmla="*/ 461082 h 538839"/>
                <a:gd name="connsiteX18" fmla="*/ 147910 w 572587"/>
                <a:gd name="connsiteY18" fmla="*/ 461082 h 538839"/>
                <a:gd name="connsiteX19" fmla="*/ 184692 w 572587"/>
                <a:gd name="connsiteY19" fmla="*/ 497864 h 538839"/>
                <a:gd name="connsiteX20" fmla="*/ 147910 w 572587"/>
                <a:gd name="connsiteY20" fmla="*/ 534646 h 538839"/>
                <a:gd name="connsiteX21" fmla="*/ 531134 w 572587"/>
                <a:gd name="connsiteY21" fmla="*/ 538840 h 538839"/>
                <a:gd name="connsiteX22" fmla="*/ 275645 w 572587"/>
                <a:gd name="connsiteY22" fmla="*/ 538840 h 538839"/>
                <a:gd name="connsiteX23" fmla="*/ 238863 w 572587"/>
                <a:gd name="connsiteY23" fmla="*/ 502057 h 538839"/>
                <a:gd name="connsiteX24" fmla="*/ 275645 w 572587"/>
                <a:gd name="connsiteY24" fmla="*/ 465275 h 538839"/>
                <a:gd name="connsiteX25" fmla="*/ 531134 w 572587"/>
                <a:gd name="connsiteY25" fmla="*/ 465275 h 538839"/>
                <a:gd name="connsiteX26" fmla="*/ 567916 w 572587"/>
                <a:gd name="connsiteY26" fmla="*/ 502057 h 538839"/>
                <a:gd name="connsiteX27" fmla="*/ 531134 w 572587"/>
                <a:gd name="connsiteY27" fmla="*/ 538840 h 53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2587" h="538839">
                  <a:moveTo>
                    <a:pt x="152581" y="73564"/>
                  </a:moveTo>
                  <a:lnTo>
                    <a:pt x="41463" y="73564"/>
                  </a:lnTo>
                  <a:cubicBezTo>
                    <a:pt x="21148" y="73564"/>
                    <a:pt x="4681" y="57096"/>
                    <a:pt x="4681" y="36782"/>
                  </a:cubicBezTo>
                  <a:cubicBezTo>
                    <a:pt x="4681" y="16468"/>
                    <a:pt x="21148" y="0"/>
                    <a:pt x="41463" y="0"/>
                  </a:cubicBezTo>
                  <a:lnTo>
                    <a:pt x="152581" y="0"/>
                  </a:lnTo>
                  <a:cubicBezTo>
                    <a:pt x="172896" y="0"/>
                    <a:pt x="189364" y="16468"/>
                    <a:pt x="189364" y="36782"/>
                  </a:cubicBezTo>
                  <a:cubicBezTo>
                    <a:pt x="189364" y="57096"/>
                    <a:pt x="172896" y="73564"/>
                    <a:pt x="152581" y="73564"/>
                  </a:cubicBezTo>
                  <a:close/>
                  <a:moveTo>
                    <a:pt x="535805" y="77721"/>
                  </a:moveTo>
                  <a:lnTo>
                    <a:pt x="280326" y="77721"/>
                  </a:lnTo>
                  <a:cubicBezTo>
                    <a:pt x="260011" y="77721"/>
                    <a:pt x="243544" y="61253"/>
                    <a:pt x="243544" y="40939"/>
                  </a:cubicBezTo>
                  <a:cubicBezTo>
                    <a:pt x="243544" y="20624"/>
                    <a:pt x="260011" y="4156"/>
                    <a:pt x="280326" y="4156"/>
                  </a:cubicBezTo>
                  <a:lnTo>
                    <a:pt x="535805" y="4156"/>
                  </a:lnTo>
                  <a:cubicBezTo>
                    <a:pt x="556119" y="4156"/>
                    <a:pt x="572587" y="20624"/>
                    <a:pt x="572587" y="40939"/>
                  </a:cubicBezTo>
                  <a:cubicBezTo>
                    <a:pt x="572587" y="61253"/>
                    <a:pt x="556119" y="77721"/>
                    <a:pt x="535805" y="77721"/>
                  </a:cubicBezTo>
                  <a:close/>
                  <a:moveTo>
                    <a:pt x="147910" y="534646"/>
                  </a:moveTo>
                  <a:lnTo>
                    <a:pt x="36782" y="534646"/>
                  </a:lnTo>
                  <a:cubicBezTo>
                    <a:pt x="16468" y="534646"/>
                    <a:pt x="0" y="518178"/>
                    <a:pt x="0" y="497864"/>
                  </a:cubicBezTo>
                  <a:cubicBezTo>
                    <a:pt x="0" y="477550"/>
                    <a:pt x="16468" y="461082"/>
                    <a:pt x="36782" y="461082"/>
                  </a:cubicBezTo>
                  <a:lnTo>
                    <a:pt x="147910" y="461082"/>
                  </a:lnTo>
                  <a:cubicBezTo>
                    <a:pt x="168224" y="461082"/>
                    <a:pt x="184692" y="477550"/>
                    <a:pt x="184692" y="497864"/>
                  </a:cubicBezTo>
                  <a:cubicBezTo>
                    <a:pt x="184692" y="518178"/>
                    <a:pt x="168224" y="534646"/>
                    <a:pt x="147910" y="534646"/>
                  </a:cubicBezTo>
                  <a:close/>
                  <a:moveTo>
                    <a:pt x="531134" y="538840"/>
                  </a:moveTo>
                  <a:lnTo>
                    <a:pt x="275645" y="538840"/>
                  </a:lnTo>
                  <a:cubicBezTo>
                    <a:pt x="255331" y="538840"/>
                    <a:pt x="238863" y="522372"/>
                    <a:pt x="238863" y="502057"/>
                  </a:cubicBezTo>
                  <a:cubicBezTo>
                    <a:pt x="238863" y="481743"/>
                    <a:pt x="255331" y="465275"/>
                    <a:pt x="275645" y="465275"/>
                  </a:cubicBezTo>
                  <a:lnTo>
                    <a:pt x="531134" y="465275"/>
                  </a:lnTo>
                  <a:cubicBezTo>
                    <a:pt x="551448" y="465275"/>
                    <a:pt x="567916" y="481743"/>
                    <a:pt x="567916" y="502057"/>
                  </a:cubicBezTo>
                  <a:cubicBezTo>
                    <a:pt x="567916" y="522372"/>
                    <a:pt x="551448" y="538840"/>
                    <a:pt x="531134" y="538840"/>
                  </a:cubicBezTo>
                  <a:close/>
                </a:path>
              </a:pathLst>
            </a:custGeom>
            <a:grpFill/>
            <a:ln w="912" cap="flat">
              <a:noFill/>
              <a:prstDash val="solid"/>
              <a:miter/>
            </a:ln>
          </p:spPr>
          <p:txBody>
            <a:bodyPr rtlCol="0" anchor="ctr"/>
            <a:lstStyle/>
            <a:p>
              <a:endParaRPr lang="zh-CN" altLang="en-US"/>
            </a:p>
          </p:txBody>
        </p:sp>
      </p:grpSp>
      <p:grpSp>
        <p:nvGrpSpPr>
          <p:cNvPr id="2066" name="组合 2065">
            <a:extLst>
              <a:ext uri="{FF2B5EF4-FFF2-40B4-BE49-F238E27FC236}">
                <a16:creationId xmlns:a16="http://schemas.microsoft.com/office/drawing/2014/main" id="{2BBF515D-AE0E-9C8D-13E0-5AD7A1F64A8C}"/>
              </a:ext>
            </a:extLst>
          </p:cNvPr>
          <p:cNvGrpSpPr/>
          <p:nvPr/>
        </p:nvGrpSpPr>
        <p:grpSpPr>
          <a:xfrm>
            <a:off x="5977997" y="1327688"/>
            <a:ext cx="269874" cy="245710"/>
            <a:chOff x="4061536" y="1234237"/>
            <a:chExt cx="295159" cy="268732"/>
          </a:xfrm>
        </p:grpSpPr>
        <p:sp>
          <p:nvSpPr>
            <p:cNvPr id="2064" name="任意多边形: 形状 2063">
              <a:extLst>
                <a:ext uri="{FF2B5EF4-FFF2-40B4-BE49-F238E27FC236}">
                  <a16:creationId xmlns:a16="http://schemas.microsoft.com/office/drawing/2014/main" id="{DEF84005-0A1C-3DFA-70CE-2736FDEBE532}"/>
                </a:ext>
              </a:extLst>
            </p:cNvPr>
            <p:cNvSpPr/>
            <p:nvPr/>
          </p:nvSpPr>
          <p:spPr>
            <a:xfrm>
              <a:off x="4145545" y="1288001"/>
              <a:ext cx="127140" cy="127227"/>
            </a:xfrm>
            <a:custGeom>
              <a:avLst/>
              <a:gdLst>
                <a:gd name="connsiteX0" fmla="*/ 11354 w 127140"/>
                <a:gd name="connsiteY0" fmla="*/ 26046 h 127227"/>
                <a:gd name="connsiteX1" fmla="*/ 862 w 127140"/>
                <a:gd name="connsiteY1" fmla="*/ 33057 h 127227"/>
                <a:gd name="connsiteX2" fmla="*/ 0 w 127140"/>
                <a:gd name="connsiteY2" fmla="*/ 37400 h 127227"/>
                <a:gd name="connsiteX3" fmla="*/ 0 w 127140"/>
                <a:gd name="connsiteY3" fmla="*/ 115741 h 127227"/>
                <a:gd name="connsiteX4" fmla="*/ 9134 w 127140"/>
                <a:gd name="connsiteY4" fmla="*/ 126871 h 127227"/>
                <a:gd name="connsiteX5" fmla="*/ 22485 w 127140"/>
                <a:gd name="connsiteY5" fmla="*/ 117992 h 127227"/>
                <a:gd name="connsiteX6" fmla="*/ 22707 w 127140"/>
                <a:gd name="connsiteY6" fmla="*/ 115741 h 127227"/>
                <a:gd name="connsiteX7" fmla="*/ 22707 w 127140"/>
                <a:gd name="connsiteY7" fmla="*/ 37400 h 127227"/>
                <a:gd name="connsiteX8" fmla="*/ 11354 w 127140"/>
                <a:gd name="connsiteY8" fmla="*/ 26046 h 127227"/>
                <a:gd name="connsiteX9" fmla="*/ 63570 w 127140"/>
                <a:gd name="connsiteY9" fmla="*/ 2 h 127227"/>
                <a:gd name="connsiteX10" fmla="*/ 52217 w 127140"/>
                <a:gd name="connsiteY10" fmla="*/ 10936 h 127227"/>
                <a:gd name="connsiteX11" fmla="*/ 52217 w 127140"/>
                <a:gd name="connsiteY11" fmla="*/ 11356 h 127227"/>
                <a:gd name="connsiteX12" fmla="*/ 52217 w 127140"/>
                <a:gd name="connsiteY12" fmla="*/ 115741 h 127227"/>
                <a:gd name="connsiteX13" fmla="*/ 63570 w 127140"/>
                <a:gd name="connsiteY13" fmla="*/ 127095 h 127227"/>
                <a:gd name="connsiteX14" fmla="*/ 74924 w 127140"/>
                <a:gd name="connsiteY14" fmla="*/ 115741 h 127227"/>
                <a:gd name="connsiteX15" fmla="*/ 74924 w 127140"/>
                <a:gd name="connsiteY15" fmla="*/ 11356 h 127227"/>
                <a:gd name="connsiteX16" fmla="*/ 63602 w 127140"/>
                <a:gd name="connsiteY16" fmla="*/ 2 h 127227"/>
                <a:gd name="connsiteX17" fmla="*/ 63570 w 127140"/>
                <a:gd name="connsiteY17" fmla="*/ 2 h 127227"/>
                <a:gd name="connsiteX18" fmla="*/ 115787 w 127140"/>
                <a:gd name="connsiteY18" fmla="*/ 58734 h 127227"/>
                <a:gd name="connsiteX19" fmla="*/ 104657 w 127140"/>
                <a:gd name="connsiteY19" fmla="*/ 67868 h 127227"/>
                <a:gd name="connsiteX20" fmla="*/ 104433 w 127140"/>
                <a:gd name="connsiteY20" fmla="*/ 70087 h 127227"/>
                <a:gd name="connsiteX21" fmla="*/ 104433 w 127140"/>
                <a:gd name="connsiteY21" fmla="*/ 115741 h 127227"/>
                <a:gd name="connsiteX22" fmla="*/ 115621 w 127140"/>
                <a:gd name="connsiteY22" fmla="*/ 127227 h 127227"/>
                <a:gd name="connsiteX23" fmla="*/ 126917 w 127140"/>
                <a:gd name="connsiteY23" fmla="*/ 117961 h 127227"/>
                <a:gd name="connsiteX24" fmla="*/ 127140 w 127140"/>
                <a:gd name="connsiteY24" fmla="*/ 115741 h 127227"/>
                <a:gd name="connsiteX25" fmla="*/ 127140 w 127140"/>
                <a:gd name="connsiteY25" fmla="*/ 70087 h 127227"/>
                <a:gd name="connsiteX26" fmla="*/ 115787 w 127140"/>
                <a:gd name="connsiteY26" fmla="*/ 58734 h 127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7140" h="127227">
                  <a:moveTo>
                    <a:pt x="11354" y="26046"/>
                  </a:moveTo>
                  <a:cubicBezTo>
                    <a:pt x="6754" y="26024"/>
                    <a:pt x="2602" y="28798"/>
                    <a:pt x="862" y="33057"/>
                  </a:cubicBezTo>
                  <a:cubicBezTo>
                    <a:pt x="291" y="34433"/>
                    <a:pt x="-2" y="35909"/>
                    <a:pt x="0" y="37400"/>
                  </a:cubicBezTo>
                  <a:lnTo>
                    <a:pt x="0" y="115741"/>
                  </a:lnTo>
                  <a:cubicBezTo>
                    <a:pt x="-17" y="121161"/>
                    <a:pt x="3815" y="125830"/>
                    <a:pt x="9134" y="126871"/>
                  </a:cubicBezTo>
                  <a:cubicBezTo>
                    <a:pt x="15273" y="128106"/>
                    <a:pt x="21250" y="124130"/>
                    <a:pt x="22485" y="117992"/>
                  </a:cubicBezTo>
                  <a:cubicBezTo>
                    <a:pt x="22634" y="117251"/>
                    <a:pt x="22708" y="116497"/>
                    <a:pt x="22707" y="115741"/>
                  </a:cubicBezTo>
                  <a:lnTo>
                    <a:pt x="22707" y="37400"/>
                  </a:lnTo>
                  <a:cubicBezTo>
                    <a:pt x="22655" y="31151"/>
                    <a:pt x="17602" y="26099"/>
                    <a:pt x="11354" y="26046"/>
                  </a:cubicBezTo>
                  <a:close/>
                  <a:moveTo>
                    <a:pt x="63570" y="2"/>
                  </a:moveTo>
                  <a:cubicBezTo>
                    <a:pt x="57416" y="-114"/>
                    <a:pt x="52332" y="4782"/>
                    <a:pt x="52217" y="10936"/>
                  </a:cubicBezTo>
                  <a:cubicBezTo>
                    <a:pt x="52214" y="11076"/>
                    <a:pt x="52214" y="11216"/>
                    <a:pt x="52217" y="11356"/>
                  </a:cubicBezTo>
                  <a:lnTo>
                    <a:pt x="52217" y="115741"/>
                  </a:lnTo>
                  <a:cubicBezTo>
                    <a:pt x="52217" y="122011"/>
                    <a:pt x="57300" y="127095"/>
                    <a:pt x="63570" y="127095"/>
                  </a:cubicBezTo>
                  <a:cubicBezTo>
                    <a:pt x="69841" y="127095"/>
                    <a:pt x="74924" y="122011"/>
                    <a:pt x="74924" y="115741"/>
                  </a:cubicBezTo>
                  <a:lnTo>
                    <a:pt x="74924" y="11356"/>
                  </a:lnTo>
                  <a:cubicBezTo>
                    <a:pt x="74933" y="5094"/>
                    <a:pt x="69864" y="11"/>
                    <a:pt x="63602" y="2"/>
                  </a:cubicBezTo>
                  <a:cubicBezTo>
                    <a:pt x="63592" y="2"/>
                    <a:pt x="63581" y="2"/>
                    <a:pt x="63570" y="2"/>
                  </a:cubicBezTo>
                  <a:close/>
                  <a:moveTo>
                    <a:pt x="115787" y="58734"/>
                  </a:moveTo>
                  <a:cubicBezTo>
                    <a:pt x="110365" y="58711"/>
                    <a:pt x="105692" y="62545"/>
                    <a:pt x="104657" y="67868"/>
                  </a:cubicBezTo>
                  <a:cubicBezTo>
                    <a:pt x="104509" y="68598"/>
                    <a:pt x="104434" y="69342"/>
                    <a:pt x="104433" y="70087"/>
                  </a:cubicBezTo>
                  <a:lnTo>
                    <a:pt x="104433" y="115741"/>
                  </a:lnTo>
                  <a:cubicBezTo>
                    <a:pt x="104351" y="122002"/>
                    <a:pt x="109360" y="127144"/>
                    <a:pt x="115621" y="127227"/>
                  </a:cubicBezTo>
                  <a:cubicBezTo>
                    <a:pt x="121140" y="127299"/>
                    <a:pt x="125909" y="123387"/>
                    <a:pt x="126917" y="117961"/>
                  </a:cubicBezTo>
                  <a:cubicBezTo>
                    <a:pt x="127064" y="117230"/>
                    <a:pt x="127139" y="116486"/>
                    <a:pt x="127140" y="115741"/>
                  </a:cubicBezTo>
                  <a:lnTo>
                    <a:pt x="127140" y="70087"/>
                  </a:lnTo>
                  <a:cubicBezTo>
                    <a:pt x="127114" y="63828"/>
                    <a:pt x="122046" y="58760"/>
                    <a:pt x="115787" y="58734"/>
                  </a:cubicBezTo>
                  <a:close/>
                </a:path>
              </a:pathLst>
            </a:custGeom>
            <a:solidFill>
              <a:schemeClr val="accent2"/>
            </a:solidFill>
            <a:ln w="307" cap="flat">
              <a:noFill/>
              <a:prstDash val="solid"/>
              <a:miter/>
            </a:ln>
          </p:spPr>
          <p:txBody>
            <a:bodyPr rtlCol="0" anchor="ctr"/>
            <a:lstStyle/>
            <a:p>
              <a:endParaRPr lang="zh-CN" altLang="en-US"/>
            </a:p>
          </p:txBody>
        </p:sp>
        <p:sp>
          <p:nvSpPr>
            <p:cNvPr id="2065" name="任意多边形: 形状 2064">
              <a:extLst>
                <a:ext uri="{FF2B5EF4-FFF2-40B4-BE49-F238E27FC236}">
                  <a16:creationId xmlns:a16="http://schemas.microsoft.com/office/drawing/2014/main" id="{29AFC295-1FC4-1348-2976-497781571A38}"/>
                </a:ext>
              </a:extLst>
            </p:cNvPr>
            <p:cNvSpPr/>
            <p:nvPr/>
          </p:nvSpPr>
          <p:spPr>
            <a:xfrm>
              <a:off x="4061536" y="1234237"/>
              <a:ext cx="295159" cy="268732"/>
            </a:xfrm>
            <a:custGeom>
              <a:avLst/>
              <a:gdLst>
                <a:gd name="connsiteX0" fmla="*/ 253546 w 295159"/>
                <a:gd name="connsiteY0" fmla="*/ 0 h 268732"/>
                <a:gd name="connsiteX1" fmla="*/ 41614 w 295159"/>
                <a:gd name="connsiteY1" fmla="*/ 0 h 268732"/>
                <a:gd name="connsiteX2" fmla="*/ 3162 w 295159"/>
                <a:gd name="connsiteY2" fmla="*/ 25709 h 268732"/>
                <a:gd name="connsiteX3" fmla="*/ 0 w 295159"/>
                <a:gd name="connsiteY3" fmla="*/ 41630 h 268732"/>
                <a:gd name="connsiteX4" fmla="*/ 0 w 295159"/>
                <a:gd name="connsiteY4" fmla="*/ 193010 h 268732"/>
                <a:gd name="connsiteX5" fmla="*/ 25677 w 295159"/>
                <a:gd name="connsiteY5" fmla="*/ 231462 h 268732"/>
                <a:gd name="connsiteX6" fmla="*/ 41614 w 295159"/>
                <a:gd name="connsiteY6" fmla="*/ 234624 h 268732"/>
                <a:gd name="connsiteX7" fmla="*/ 114286 w 295159"/>
                <a:gd name="connsiteY7" fmla="*/ 234624 h 268732"/>
                <a:gd name="connsiteX8" fmla="*/ 106717 w 295159"/>
                <a:gd name="connsiteY8" fmla="*/ 244013 h 268732"/>
                <a:gd name="connsiteX9" fmla="*/ 103379 w 295159"/>
                <a:gd name="connsiteY9" fmla="*/ 253594 h 268732"/>
                <a:gd name="connsiteX10" fmla="*/ 118517 w 295159"/>
                <a:gd name="connsiteY10" fmla="*/ 268732 h 268732"/>
                <a:gd name="connsiteX11" fmla="*/ 176642 w 295159"/>
                <a:gd name="connsiteY11" fmla="*/ 268732 h 268732"/>
                <a:gd name="connsiteX12" fmla="*/ 187900 w 295159"/>
                <a:gd name="connsiteY12" fmla="*/ 263622 h 268732"/>
                <a:gd name="connsiteX13" fmla="*/ 191637 w 295159"/>
                <a:gd name="connsiteY13" fmla="*/ 251806 h 268732"/>
                <a:gd name="connsiteX14" fmla="*/ 188443 w 295159"/>
                <a:gd name="connsiteY14" fmla="*/ 244061 h 268732"/>
                <a:gd name="connsiteX15" fmla="*/ 180874 w 295159"/>
                <a:gd name="connsiteY15" fmla="*/ 234672 h 268732"/>
                <a:gd name="connsiteX16" fmla="*/ 253546 w 295159"/>
                <a:gd name="connsiteY16" fmla="*/ 234672 h 268732"/>
                <a:gd name="connsiteX17" fmla="*/ 285723 w 295159"/>
                <a:gd name="connsiteY17" fmla="*/ 219470 h 268732"/>
                <a:gd name="connsiteX18" fmla="*/ 295160 w 295159"/>
                <a:gd name="connsiteY18" fmla="*/ 193042 h 268732"/>
                <a:gd name="connsiteX19" fmla="*/ 295160 w 295159"/>
                <a:gd name="connsiteY19" fmla="*/ 41630 h 268732"/>
                <a:gd name="connsiteX20" fmla="*/ 290258 w 295159"/>
                <a:gd name="connsiteY20" fmla="*/ 22004 h 268732"/>
                <a:gd name="connsiteX21" fmla="*/ 279958 w 295159"/>
                <a:gd name="connsiteY21" fmla="*/ 9453 h 268732"/>
                <a:gd name="connsiteX22" fmla="*/ 253546 w 295159"/>
                <a:gd name="connsiteY22" fmla="*/ 0 h 268732"/>
                <a:gd name="connsiteX23" fmla="*/ 272453 w 295159"/>
                <a:gd name="connsiteY23" fmla="*/ 192994 h 268732"/>
                <a:gd name="connsiteX24" fmla="*/ 264053 w 295159"/>
                <a:gd name="connsiteY24" fmla="*/ 208723 h 268732"/>
                <a:gd name="connsiteX25" fmla="*/ 253546 w 295159"/>
                <a:gd name="connsiteY25" fmla="*/ 211917 h 268732"/>
                <a:gd name="connsiteX26" fmla="*/ 162718 w 295159"/>
                <a:gd name="connsiteY26" fmla="*/ 211917 h 268732"/>
                <a:gd name="connsiteX27" fmla="*/ 159381 w 295159"/>
                <a:gd name="connsiteY27" fmla="*/ 207797 h 268732"/>
                <a:gd name="connsiteX28" fmla="*/ 159381 w 295159"/>
                <a:gd name="connsiteY28" fmla="*/ 207653 h 268732"/>
                <a:gd name="connsiteX29" fmla="*/ 156969 w 295159"/>
                <a:gd name="connsiteY29" fmla="*/ 205386 h 268732"/>
                <a:gd name="connsiteX30" fmla="*/ 154095 w 295159"/>
                <a:gd name="connsiteY30" fmla="*/ 203565 h 268732"/>
                <a:gd name="connsiteX31" fmla="*/ 150901 w 295159"/>
                <a:gd name="connsiteY31" fmla="*/ 202495 h 268732"/>
                <a:gd name="connsiteX32" fmla="*/ 144083 w 295159"/>
                <a:gd name="connsiteY32" fmla="*/ 202495 h 268732"/>
                <a:gd name="connsiteX33" fmla="*/ 135779 w 295159"/>
                <a:gd name="connsiteY33" fmla="*/ 207797 h 268732"/>
                <a:gd name="connsiteX34" fmla="*/ 132442 w 295159"/>
                <a:gd name="connsiteY34" fmla="*/ 211885 h 268732"/>
                <a:gd name="connsiteX35" fmla="*/ 41614 w 295159"/>
                <a:gd name="connsiteY35" fmla="*/ 211885 h 268732"/>
                <a:gd name="connsiteX36" fmla="*/ 28248 w 295159"/>
                <a:gd name="connsiteY36" fmla="*/ 206360 h 268732"/>
                <a:gd name="connsiteX37" fmla="*/ 22707 w 295159"/>
                <a:gd name="connsiteY37" fmla="*/ 192994 h 268732"/>
                <a:gd name="connsiteX38" fmla="*/ 22707 w 295159"/>
                <a:gd name="connsiteY38" fmla="*/ 41630 h 268732"/>
                <a:gd name="connsiteX39" fmla="*/ 41598 w 295159"/>
                <a:gd name="connsiteY39" fmla="*/ 22707 h 268732"/>
                <a:gd name="connsiteX40" fmla="*/ 41614 w 295159"/>
                <a:gd name="connsiteY40" fmla="*/ 22707 h 268732"/>
                <a:gd name="connsiteX41" fmla="*/ 253546 w 295159"/>
                <a:gd name="connsiteY41" fmla="*/ 22707 h 268732"/>
                <a:gd name="connsiteX42" fmla="*/ 269275 w 295159"/>
                <a:gd name="connsiteY42" fmla="*/ 31122 h 268732"/>
                <a:gd name="connsiteX43" fmla="*/ 272469 w 295159"/>
                <a:gd name="connsiteY43" fmla="*/ 41630 h 268732"/>
                <a:gd name="connsiteX44" fmla="*/ 272469 w 295159"/>
                <a:gd name="connsiteY44" fmla="*/ 193010 h 26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95159" h="268732">
                  <a:moveTo>
                    <a:pt x="253546" y="0"/>
                  </a:moveTo>
                  <a:lnTo>
                    <a:pt x="41614" y="0"/>
                  </a:lnTo>
                  <a:cubicBezTo>
                    <a:pt x="24779" y="14"/>
                    <a:pt x="9608" y="10158"/>
                    <a:pt x="3162" y="25709"/>
                  </a:cubicBezTo>
                  <a:cubicBezTo>
                    <a:pt x="1077" y="30758"/>
                    <a:pt x="3" y="36167"/>
                    <a:pt x="0" y="41630"/>
                  </a:cubicBezTo>
                  <a:lnTo>
                    <a:pt x="0" y="193010"/>
                  </a:lnTo>
                  <a:cubicBezTo>
                    <a:pt x="9" y="209837"/>
                    <a:pt x="10138" y="225006"/>
                    <a:pt x="25677" y="231462"/>
                  </a:cubicBezTo>
                  <a:cubicBezTo>
                    <a:pt x="30729" y="233555"/>
                    <a:pt x="36145" y="234630"/>
                    <a:pt x="41614" y="234624"/>
                  </a:cubicBezTo>
                  <a:lnTo>
                    <a:pt x="114286" y="234624"/>
                  </a:lnTo>
                  <a:lnTo>
                    <a:pt x="106717" y="244013"/>
                  </a:lnTo>
                  <a:cubicBezTo>
                    <a:pt x="104482" y="246698"/>
                    <a:pt x="103296" y="250102"/>
                    <a:pt x="103379" y="253594"/>
                  </a:cubicBezTo>
                  <a:cubicBezTo>
                    <a:pt x="103388" y="261951"/>
                    <a:pt x="110161" y="268723"/>
                    <a:pt x="118517" y="268732"/>
                  </a:cubicBezTo>
                  <a:lnTo>
                    <a:pt x="176642" y="268732"/>
                  </a:lnTo>
                  <a:cubicBezTo>
                    <a:pt x="180952" y="268711"/>
                    <a:pt x="185047" y="266852"/>
                    <a:pt x="187900" y="263622"/>
                  </a:cubicBezTo>
                  <a:cubicBezTo>
                    <a:pt x="190779" y="260399"/>
                    <a:pt x="192139" y="256098"/>
                    <a:pt x="191637" y="251806"/>
                  </a:cubicBezTo>
                  <a:cubicBezTo>
                    <a:pt x="191320" y="248976"/>
                    <a:pt x="190213" y="246292"/>
                    <a:pt x="188443" y="244061"/>
                  </a:cubicBezTo>
                  <a:lnTo>
                    <a:pt x="180874" y="234672"/>
                  </a:lnTo>
                  <a:lnTo>
                    <a:pt x="253546" y="234672"/>
                  </a:lnTo>
                  <a:cubicBezTo>
                    <a:pt x="266011" y="234698"/>
                    <a:pt x="277827" y="229115"/>
                    <a:pt x="285723" y="219470"/>
                  </a:cubicBezTo>
                  <a:cubicBezTo>
                    <a:pt x="291829" y="212016"/>
                    <a:pt x="295164" y="202677"/>
                    <a:pt x="295160" y="193042"/>
                  </a:cubicBezTo>
                  <a:lnTo>
                    <a:pt x="295160" y="41630"/>
                  </a:lnTo>
                  <a:cubicBezTo>
                    <a:pt x="295151" y="34786"/>
                    <a:pt x="293468" y="28049"/>
                    <a:pt x="290258" y="22004"/>
                  </a:cubicBezTo>
                  <a:cubicBezTo>
                    <a:pt x="287672" y="17192"/>
                    <a:pt x="284174" y="12928"/>
                    <a:pt x="279958" y="9453"/>
                  </a:cubicBezTo>
                  <a:cubicBezTo>
                    <a:pt x="272514" y="3340"/>
                    <a:pt x="263179" y="-1"/>
                    <a:pt x="253546" y="0"/>
                  </a:cubicBezTo>
                  <a:close/>
                  <a:moveTo>
                    <a:pt x="272453" y="192994"/>
                  </a:moveTo>
                  <a:cubicBezTo>
                    <a:pt x="272468" y="199314"/>
                    <a:pt x="269314" y="205220"/>
                    <a:pt x="264053" y="208723"/>
                  </a:cubicBezTo>
                  <a:cubicBezTo>
                    <a:pt x="260946" y="210807"/>
                    <a:pt x="257288" y="211919"/>
                    <a:pt x="253546" y="211917"/>
                  </a:cubicBezTo>
                  <a:lnTo>
                    <a:pt x="162718" y="211917"/>
                  </a:lnTo>
                  <a:lnTo>
                    <a:pt x="159381" y="207797"/>
                  </a:lnTo>
                  <a:lnTo>
                    <a:pt x="159381" y="207653"/>
                  </a:lnTo>
                  <a:cubicBezTo>
                    <a:pt x="158701" y="206776"/>
                    <a:pt x="157887" y="206011"/>
                    <a:pt x="156969" y="205386"/>
                  </a:cubicBezTo>
                  <a:cubicBezTo>
                    <a:pt x="156110" y="204635"/>
                    <a:pt x="155141" y="204021"/>
                    <a:pt x="154095" y="203565"/>
                  </a:cubicBezTo>
                  <a:cubicBezTo>
                    <a:pt x="153080" y="203075"/>
                    <a:pt x="152007" y="202716"/>
                    <a:pt x="150901" y="202495"/>
                  </a:cubicBezTo>
                  <a:cubicBezTo>
                    <a:pt x="148665" y="201917"/>
                    <a:pt x="146319" y="201917"/>
                    <a:pt x="144083" y="202495"/>
                  </a:cubicBezTo>
                  <a:cubicBezTo>
                    <a:pt x="140795" y="203273"/>
                    <a:pt x="137868" y="205142"/>
                    <a:pt x="135779" y="207797"/>
                  </a:cubicBezTo>
                  <a:lnTo>
                    <a:pt x="132442" y="211885"/>
                  </a:lnTo>
                  <a:lnTo>
                    <a:pt x="41614" y="211885"/>
                  </a:lnTo>
                  <a:cubicBezTo>
                    <a:pt x="36600" y="211899"/>
                    <a:pt x="31788" y="209910"/>
                    <a:pt x="28248" y="206360"/>
                  </a:cubicBezTo>
                  <a:cubicBezTo>
                    <a:pt x="24709" y="202810"/>
                    <a:pt x="22718" y="198006"/>
                    <a:pt x="22707" y="192994"/>
                  </a:cubicBezTo>
                  <a:lnTo>
                    <a:pt x="22707" y="41630"/>
                  </a:lnTo>
                  <a:cubicBezTo>
                    <a:pt x="22698" y="31188"/>
                    <a:pt x="31156" y="22716"/>
                    <a:pt x="41598" y="22707"/>
                  </a:cubicBezTo>
                  <a:cubicBezTo>
                    <a:pt x="41603" y="22707"/>
                    <a:pt x="41608" y="22707"/>
                    <a:pt x="41614" y="22707"/>
                  </a:cubicBezTo>
                  <a:lnTo>
                    <a:pt x="253546" y="22707"/>
                  </a:lnTo>
                  <a:cubicBezTo>
                    <a:pt x="259869" y="22696"/>
                    <a:pt x="265776" y="25856"/>
                    <a:pt x="269275" y="31122"/>
                  </a:cubicBezTo>
                  <a:cubicBezTo>
                    <a:pt x="271362" y="34229"/>
                    <a:pt x="272474" y="37887"/>
                    <a:pt x="272469" y="41630"/>
                  </a:cubicBezTo>
                  <a:lnTo>
                    <a:pt x="272469" y="193010"/>
                  </a:lnTo>
                  <a:close/>
                </a:path>
              </a:pathLst>
            </a:custGeom>
            <a:solidFill>
              <a:schemeClr val="accent2"/>
            </a:solidFill>
            <a:ln w="307" cap="flat">
              <a:noFill/>
              <a:prstDash val="solid"/>
              <a:miter/>
            </a:ln>
          </p:spPr>
          <p:txBody>
            <a:bodyPr rtlCol="0" anchor="ctr"/>
            <a:lstStyle/>
            <a:p>
              <a:endParaRPr lang="zh-CN" altLang="en-US"/>
            </a:p>
          </p:txBody>
        </p:sp>
      </p:grpSp>
      <p:sp>
        <p:nvSpPr>
          <p:cNvPr id="2069" name="图形 2067">
            <a:extLst>
              <a:ext uri="{FF2B5EF4-FFF2-40B4-BE49-F238E27FC236}">
                <a16:creationId xmlns:a16="http://schemas.microsoft.com/office/drawing/2014/main" id="{DCE5D30D-5ABB-64BB-9334-40090987E7EE}"/>
              </a:ext>
            </a:extLst>
          </p:cNvPr>
          <p:cNvSpPr/>
          <p:nvPr/>
        </p:nvSpPr>
        <p:spPr>
          <a:xfrm>
            <a:off x="4087042" y="1601375"/>
            <a:ext cx="229492" cy="229616"/>
          </a:xfrm>
          <a:custGeom>
            <a:avLst/>
            <a:gdLst>
              <a:gd name="connsiteX0" fmla="*/ 304324 w 318698"/>
              <a:gd name="connsiteY0" fmla="*/ 1211 h 318871"/>
              <a:gd name="connsiteX1" fmla="*/ 104685 w 318698"/>
              <a:gd name="connsiteY1" fmla="*/ 64402 h 318871"/>
              <a:gd name="connsiteX2" fmla="*/ 55175 w 318698"/>
              <a:gd name="connsiteY2" fmla="*/ 242018 h 318871"/>
              <a:gd name="connsiteX3" fmla="*/ 5664 w 318698"/>
              <a:gd name="connsiteY3" fmla="*/ 289838 h 318871"/>
              <a:gd name="connsiteX4" fmla="*/ 4067 w 318698"/>
              <a:gd name="connsiteY4" fmla="*/ 313748 h 318871"/>
              <a:gd name="connsiteX5" fmla="*/ 16844 w 318698"/>
              <a:gd name="connsiteY5" fmla="*/ 318871 h 318871"/>
              <a:gd name="connsiteX6" fmla="*/ 28024 w 318698"/>
              <a:gd name="connsiteY6" fmla="*/ 313748 h 318871"/>
              <a:gd name="connsiteX7" fmla="*/ 79131 w 318698"/>
              <a:gd name="connsiteY7" fmla="*/ 265928 h 318871"/>
              <a:gd name="connsiteX8" fmla="*/ 128642 w 318698"/>
              <a:gd name="connsiteY8" fmla="*/ 276175 h 318871"/>
              <a:gd name="connsiteX9" fmla="*/ 219677 w 318698"/>
              <a:gd name="connsiteY9" fmla="*/ 247142 h 318871"/>
              <a:gd name="connsiteX10" fmla="*/ 318698 w 318698"/>
              <a:gd name="connsiteY10" fmla="*/ 19998 h 318871"/>
              <a:gd name="connsiteX11" fmla="*/ 304324 w 318698"/>
              <a:gd name="connsiteY11" fmla="*/ 1211 h 318871"/>
              <a:gd name="connsiteX12" fmla="*/ 202109 w 318698"/>
              <a:gd name="connsiteY12" fmla="*/ 216400 h 318871"/>
              <a:gd name="connsiteX13" fmla="*/ 106282 w 318698"/>
              <a:gd name="connsiteY13" fmla="*/ 238602 h 318871"/>
              <a:gd name="connsiteX14" fmla="*/ 214886 w 318698"/>
              <a:gd name="connsiteY14" fmla="*/ 136131 h 318871"/>
              <a:gd name="connsiteX15" fmla="*/ 216483 w 318698"/>
              <a:gd name="connsiteY15" fmla="*/ 112221 h 318871"/>
              <a:gd name="connsiteX16" fmla="*/ 194123 w 318698"/>
              <a:gd name="connsiteY16" fmla="*/ 110514 h 318871"/>
              <a:gd name="connsiteX17" fmla="*/ 82325 w 318698"/>
              <a:gd name="connsiteY17" fmla="*/ 214692 h 318871"/>
              <a:gd name="connsiteX18" fmla="*/ 123850 w 318698"/>
              <a:gd name="connsiteY18" fmla="*/ 90019 h 318871"/>
              <a:gd name="connsiteX19" fmla="*/ 283562 w 318698"/>
              <a:gd name="connsiteY19" fmla="*/ 33660 h 318871"/>
              <a:gd name="connsiteX20" fmla="*/ 202109 w 318698"/>
              <a:gd name="connsiteY20" fmla="*/ 216400 h 31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18698" h="318871">
                <a:moveTo>
                  <a:pt x="304324" y="1211"/>
                </a:moveTo>
                <a:cubicBezTo>
                  <a:pt x="232454" y="-5620"/>
                  <a:pt x="162181" y="16582"/>
                  <a:pt x="104685" y="64402"/>
                </a:cubicBezTo>
                <a:cubicBezTo>
                  <a:pt x="53577" y="105390"/>
                  <a:pt x="32815" y="178828"/>
                  <a:pt x="55175" y="242018"/>
                </a:cubicBezTo>
                <a:lnTo>
                  <a:pt x="5664" y="289838"/>
                </a:lnTo>
                <a:cubicBezTo>
                  <a:pt x="-724" y="296669"/>
                  <a:pt x="-2322" y="306916"/>
                  <a:pt x="4067" y="313748"/>
                </a:cubicBezTo>
                <a:cubicBezTo>
                  <a:pt x="7261" y="317163"/>
                  <a:pt x="12052" y="318871"/>
                  <a:pt x="16844" y="318871"/>
                </a:cubicBezTo>
                <a:cubicBezTo>
                  <a:pt x="20038" y="318871"/>
                  <a:pt x="24829" y="317163"/>
                  <a:pt x="28024" y="313748"/>
                </a:cubicBezTo>
                <a:lnTo>
                  <a:pt x="79131" y="265928"/>
                </a:lnTo>
                <a:cubicBezTo>
                  <a:pt x="90311" y="271052"/>
                  <a:pt x="107879" y="276175"/>
                  <a:pt x="128642" y="276175"/>
                </a:cubicBezTo>
                <a:cubicBezTo>
                  <a:pt x="154196" y="276175"/>
                  <a:pt x="186138" y="269344"/>
                  <a:pt x="219677" y="247142"/>
                </a:cubicBezTo>
                <a:cubicBezTo>
                  <a:pt x="304324" y="190783"/>
                  <a:pt x="318698" y="26829"/>
                  <a:pt x="318698" y="19998"/>
                </a:cubicBezTo>
                <a:cubicBezTo>
                  <a:pt x="318698" y="9750"/>
                  <a:pt x="312310" y="1211"/>
                  <a:pt x="304324" y="1211"/>
                </a:cubicBezTo>
                <a:close/>
                <a:moveTo>
                  <a:pt x="202109" y="216400"/>
                </a:moveTo>
                <a:cubicBezTo>
                  <a:pt x="162181" y="243726"/>
                  <a:pt x="127045" y="243726"/>
                  <a:pt x="106282" y="238602"/>
                </a:cubicBezTo>
                <a:lnTo>
                  <a:pt x="214886" y="136131"/>
                </a:lnTo>
                <a:cubicBezTo>
                  <a:pt x="221274" y="129300"/>
                  <a:pt x="222871" y="119053"/>
                  <a:pt x="216483" y="112221"/>
                </a:cubicBezTo>
                <a:cubicBezTo>
                  <a:pt x="210094" y="105390"/>
                  <a:pt x="200512" y="103682"/>
                  <a:pt x="194123" y="110514"/>
                </a:cubicBezTo>
                <a:lnTo>
                  <a:pt x="82325" y="214692"/>
                </a:lnTo>
                <a:cubicBezTo>
                  <a:pt x="71146" y="170288"/>
                  <a:pt x="87117" y="120761"/>
                  <a:pt x="123850" y="90019"/>
                </a:cubicBezTo>
                <a:cubicBezTo>
                  <a:pt x="170167" y="52447"/>
                  <a:pt x="226066" y="31952"/>
                  <a:pt x="283562" y="33660"/>
                </a:cubicBezTo>
                <a:cubicBezTo>
                  <a:pt x="278770" y="74649"/>
                  <a:pt x="259605" y="178828"/>
                  <a:pt x="202109" y="216400"/>
                </a:cubicBezTo>
                <a:close/>
              </a:path>
            </a:pathLst>
          </a:custGeom>
          <a:solidFill>
            <a:schemeClr val="accent2"/>
          </a:solidFill>
          <a:ln w="287" cap="flat">
            <a:noFill/>
            <a:prstDash val="solid"/>
            <a:miter/>
          </a:ln>
        </p:spPr>
        <p:txBody>
          <a:bodyPr rtlCol="0" anchor="ctr"/>
          <a:lstStyle/>
          <a:p>
            <a:endParaRPr lang="zh-CN" altLang="en-US"/>
          </a:p>
        </p:txBody>
      </p:sp>
      <p:grpSp>
        <p:nvGrpSpPr>
          <p:cNvPr id="2076" name="组合 2075">
            <a:extLst>
              <a:ext uri="{FF2B5EF4-FFF2-40B4-BE49-F238E27FC236}">
                <a16:creationId xmlns:a16="http://schemas.microsoft.com/office/drawing/2014/main" id="{8A3FD7E3-974C-2C28-27DF-263451F9A606}"/>
              </a:ext>
            </a:extLst>
          </p:cNvPr>
          <p:cNvGrpSpPr/>
          <p:nvPr/>
        </p:nvGrpSpPr>
        <p:grpSpPr>
          <a:xfrm>
            <a:off x="7965862" y="1650469"/>
            <a:ext cx="231552" cy="231820"/>
            <a:chOff x="5951294" y="983456"/>
            <a:chExt cx="289413" cy="289751"/>
          </a:xfrm>
        </p:grpSpPr>
        <p:sp>
          <p:nvSpPr>
            <p:cNvPr id="2073" name="任意多边形: 形状 2072">
              <a:extLst>
                <a:ext uri="{FF2B5EF4-FFF2-40B4-BE49-F238E27FC236}">
                  <a16:creationId xmlns:a16="http://schemas.microsoft.com/office/drawing/2014/main" id="{6EFF91CF-3310-66D7-18E4-D74949ADF57B}"/>
                </a:ext>
              </a:extLst>
            </p:cNvPr>
            <p:cNvSpPr/>
            <p:nvPr/>
          </p:nvSpPr>
          <p:spPr>
            <a:xfrm>
              <a:off x="5951294" y="983456"/>
              <a:ext cx="289413" cy="289751"/>
            </a:xfrm>
            <a:custGeom>
              <a:avLst/>
              <a:gdLst>
                <a:gd name="connsiteX0" fmla="*/ 144370 w 289413"/>
                <a:gd name="connsiteY0" fmla="*/ 289751 h 289751"/>
                <a:gd name="connsiteX1" fmla="*/ 42333 w 289413"/>
                <a:gd name="connsiteY1" fmla="*/ 247250 h 289751"/>
                <a:gd name="connsiteX2" fmla="*/ 0 w 289413"/>
                <a:gd name="connsiteY2" fmla="*/ 144876 h 289751"/>
                <a:gd name="connsiteX3" fmla="*/ 42333 w 289413"/>
                <a:gd name="connsiteY3" fmla="*/ 42501 h 289751"/>
                <a:gd name="connsiteX4" fmla="*/ 144707 w 289413"/>
                <a:gd name="connsiteY4" fmla="*/ 0 h 289751"/>
                <a:gd name="connsiteX5" fmla="*/ 144707 w 289413"/>
                <a:gd name="connsiteY5" fmla="*/ 0 h 289751"/>
                <a:gd name="connsiteX6" fmla="*/ 247081 w 289413"/>
                <a:gd name="connsiteY6" fmla="*/ 42333 h 289751"/>
                <a:gd name="connsiteX7" fmla="*/ 289414 w 289413"/>
                <a:gd name="connsiteY7" fmla="*/ 144876 h 289751"/>
                <a:gd name="connsiteX8" fmla="*/ 247081 w 289413"/>
                <a:gd name="connsiteY8" fmla="*/ 247250 h 289751"/>
                <a:gd name="connsiteX9" fmla="*/ 233420 w 289413"/>
                <a:gd name="connsiteY9" fmla="*/ 247250 h 289751"/>
                <a:gd name="connsiteX10" fmla="*/ 233420 w 289413"/>
                <a:gd name="connsiteY10" fmla="*/ 233589 h 289751"/>
                <a:gd name="connsiteX11" fmla="*/ 233420 w 289413"/>
                <a:gd name="connsiteY11" fmla="*/ 56162 h 289751"/>
                <a:gd name="connsiteX12" fmla="*/ 144707 w 289413"/>
                <a:gd name="connsiteY12" fmla="*/ 19395 h 289751"/>
                <a:gd name="connsiteX13" fmla="*/ 55994 w 289413"/>
                <a:gd name="connsiteY13" fmla="*/ 56162 h 289751"/>
                <a:gd name="connsiteX14" fmla="*/ 55994 w 289413"/>
                <a:gd name="connsiteY14" fmla="*/ 233589 h 289751"/>
                <a:gd name="connsiteX15" fmla="*/ 184341 w 289413"/>
                <a:gd name="connsiteY15" fmla="*/ 263947 h 289751"/>
                <a:gd name="connsiteX16" fmla="*/ 196484 w 289413"/>
                <a:gd name="connsiteY16" fmla="*/ 270018 h 289751"/>
                <a:gd name="connsiteX17" fmla="*/ 190413 w 289413"/>
                <a:gd name="connsiteY17" fmla="*/ 282162 h 289751"/>
                <a:gd name="connsiteX18" fmla="*/ 144370 w 289413"/>
                <a:gd name="connsiteY18" fmla="*/ 289751 h 28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9413" h="289751">
                  <a:moveTo>
                    <a:pt x="144370" y="289751"/>
                  </a:moveTo>
                  <a:cubicBezTo>
                    <a:pt x="106591" y="289751"/>
                    <a:pt x="69992" y="274909"/>
                    <a:pt x="42333" y="247250"/>
                  </a:cubicBezTo>
                  <a:cubicBezTo>
                    <a:pt x="15010" y="219927"/>
                    <a:pt x="0" y="183498"/>
                    <a:pt x="0" y="144876"/>
                  </a:cubicBezTo>
                  <a:cubicBezTo>
                    <a:pt x="0" y="106253"/>
                    <a:pt x="15010" y="69824"/>
                    <a:pt x="42333" y="42501"/>
                  </a:cubicBezTo>
                  <a:cubicBezTo>
                    <a:pt x="69655" y="15179"/>
                    <a:pt x="106085" y="0"/>
                    <a:pt x="144707" y="0"/>
                  </a:cubicBezTo>
                  <a:cubicBezTo>
                    <a:pt x="144707" y="0"/>
                    <a:pt x="144707" y="0"/>
                    <a:pt x="144707" y="0"/>
                  </a:cubicBezTo>
                  <a:cubicBezTo>
                    <a:pt x="183329" y="0"/>
                    <a:pt x="219759" y="15010"/>
                    <a:pt x="247081" y="42333"/>
                  </a:cubicBezTo>
                  <a:cubicBezTo>
                    <a:pt x="274403" y="69655"/>
                    <a:pt x="289414" y="106085"/>
                    <a:pt x="289414" y="144876"/>
                  </a:cubicBezTo>
                  <a:cubicBezTo>
                    <a:pt x="289414" y="183498"/>
                    <a:pt x="274403" y="219927"/>
                    <a:pt x="247081" y="247250"/>
                  </a:cubicBezTo>
                  <a:cubicBezTo>
                    <a:pt x="243371" y="250960"/>
                    <a:pt x="237130" y="250960"/>
                    <a:pt x="233420" y="247250"/>
                  </a:cubicBezTo>
                  <a:cubicBezTo>
                    <a:pt x="229709" y="243539"/>
                    <a:pt x="229709" y="237299"/>
                    <a:pt x="233420" y="233589"/>
                  </a:cubicBezTo>
                  <a:cubicBezTo>
                    <a:pt x="282330" y="184678"/>
                    <a:pt x="282330" y="105073"/>
                    <a:pt x="233420" y="56162"/>
                  </a:cubicBezTo>
                  <a:cubicBezTo>
                    <a:pt x="209639" y="32382"/>
                    <a:pt x="178269" y="19395"/>
                    <a:pt x="144707" y="19395"/>
                  </a:cubicBezTo>
                  <a:cubicBezTo>
                    <a:pt x="111144" y="19395"/>
                    <a:pt x="79606" y="32382"/>
                    <a:pt x="55994" y="56162"/>
                  </a:cubicBezTo>
                  <a:cubicBezTo>
                    <a:pt x="7084" y="105073"/>
                    <a:pt x="7084" y="184678"/>
                    <a:pt x="55994" y="233589"/>
                  </a:cubicBezTo>
                  <a:cubicBezTo>
                    <a:pt x="89725" y="267320"/>
                    <a:pt x="138973" y="278957"/>
                    <a:pt x="184341" y="263947"/>
                  </a:cubicBezTo>
                  <a:cubicBezTo>
                    <a:pt x="189401" y="262260"/>
                    <a:pt x="194798" y="264959"/>
                    <a:pt x="196484" y="270018"/>
                  </a:cubicBezTo>
                  <a:cubicBezTo>
                    <a:pt x="198171" y="275078"/>
                    <a:pt x="195472" y="280475"/>
                    <a:pt x="190413" y="282162"/>
                  </a:cubicBezTo>
                  <a:cubicBezTo>
                    <a:pt x="175234" y="287221"/>
                    <a:pt x="159717" y="289751"/>
                    <a:pt x="144370" y="289751"/>
                  </a:cubicBezTo>
                  <a:close/>
                </a:path>
              </a:pathLst>
            </a:custGeom>
            <a:solidFill>
              <a:schemeClr val="accent2"/>
            </a:solidFill>
            <a:ln w="6350" cap="flat">
              <a:solidFill>
                <a:schemeClr val="accent2"/>
              </a:solidFill>
              <a:prstDash val="solid"/>
              <a:miter/>
            </a:ln>
          </p:spPr>
          <p:txBody>
            <a:bodyPr rtlCol="0" anchor="ctr"/>
            <a:lstStyle/>
            <a:p>
              <a:endParaRPr lang="zh-CN" altLang="en-US"/>
            </a:p>
          </p:txBody>
        </p:sp>
        <p:sp>
          <p:nvSpPr>
            <p:cNvPr id="2074" name="任意多边形: 形状 2073">
              <a:extLst>
                <a:ext uri="{FF2B5EF4-FFF2-40B4-BE49-F238E27FC236}">
                  <a16:creationId xmlns:a16="http://schemas.microsoft.com/office/drawing/2014/main" id="{9A1B6885-1933-9D76-9F55-21DA5CE2451F}"/>
                </a:ext>
              </a:extLst>
            </p:cNvPr>
            <p:cNvSpPr/>
            <p:nvPr/>
          </p:nvSpPr>
          <p:spPr>
            <a:xfrm>
              <a:off x="6018166" y="1050497"/>
              <a:ext cx="155669" cy="155585"/>
            </a:xfrm>
            <a:custGeom>
              <a:avLst/>
              <a:gdLst>
                <a:gd name="connsiteX0" fmla="*/ 67715 w 155669"/>
                <a:gd name="connsiteY0" fmla="*/ 155585 h 155585"/>
                <a:gd name="connsiteX1" fmla="*/ 67715 w 155669"/>
                <a:gd name="connsiteY1" fmla="*/ 155585 h 155585"/>
                <a:gd name="connsiteX2" fmla="*/ 60969 w 155669"/>
                <a:gd name="connsiteY2" fmla="*/ 152718 h 155585"/>
                <a:gd name="connsiteX3" fmla="*/ 2783 w 155669"/>
                <a:gd name="connsiteY3" fmla="*/ 94700 h 155585"/>
                <a:gd name="connsiteX4" fmla="*/ 2783 w 155669"/>
                <a:gd name="connsiteY4" fmla="*/ 81039 h 155585"/>
                <a:gd name="connsiteX5" fmla="*/ 81208 w 155669"/>
                <a:gd name="connsiteY5" fmla="*/ 2783 h 155585"/>
                <a:gd name="connsiteX6" fmla="*/ 94869 w 155669"/>
                <a:gd name="connsiteY6" fmla="*/ 2783 h 155585"/>
                <a:gd name="connsiteX7" fmla="*/ 152887 w 155669"/>
                <a:gd name="connsiteY7" fmla="*/ 60800 h 155585"/>
                <a:gd name="connsiteX8" fmla="*/ 152887 w 155669"/>
                <a:gd name="connsiteY8" fmla="*/ 74462 h 155585"/>
                <a:gd name="connsiteX9" fmla="*/ 74462 w 155669"/>
                <a:gd name="connsiteY9" fmla="*/ 152718 h 155585"/>
                <a:gd name="connsiteX10" fmla="*/ 67715 w 155669"/>
                <a:gd name="connsiteY10" fmla="*/ 155585 h 155585"/>
                <a:gd name="connsiteX11" fmla="*/ 23359 w 155669"/>
                <a:gd name="connsiteY11" fmla="*/ 87954 h 155585"/>
                <a:gd name="connsiteX12" fmla="*/ 67715 w 155669"/>
                <a:gd name="connsiteY12" fmla="*/ 132311 h 155585"/>
                <a:gd name="connsiteX13" fmla="*/ 132311 w 155669"/>
                <a:gd name="connsiteY13" fmla="*/ 67715 h 155585"/>
                <a:gd name="connsiteX14" fmla="*/ 87954 w 155669"/>
                <a:gd name="connsiteY14" fmla="*/ 23359 h 155585"/>
                <a:gd name="connsiteX15" fmla="*/ 23359 w 155669"/>
                <a:gd name="connsiteY15" fmla="*/ 87954 h 155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5669" h="155585">
                  <a:moveTo>
                    <a:pt x="67715" y="155585"/>
                  </a:moveTo>
                  <a:lnTo>
                    <a:pt x="67715" y="155585"/>
                  </a:lnTo>
                  <a:cubicBezTo>
                    <a:pt x="65186" y="155585"/>
                    <a:pt x="62656" y="154573"/>
                    <a:pt x="60969" y="152718"/>
                  </a:cubicBezTo>
                  <a:lnTo>
                    <a:pt x="2783" y="94700"/>
                  </a:lnTo>
                  <a:cubicBezTo>
                    <a:pt x="-928" y="90990"/>
                    <a:pt x="-928" y="84750"/>
                    <a:pt x="2783" y="81039"/>
                  </a:cubicBezTo>
                  <a:lnTo>
                    <a:pt x="81208" y="2783"/>
                  </a:lnTo>
                  <a:cubicBezTo>
                    <a:pt x="84918" y="-928"/>
                    <a:pt x="91159" y="-928"/>
                    <a:pt x="94869" y="2783"/>
                  </a:cubicBezTo>
                  <a:lnTo>
                    <a:pt x="152887" y="60800"/>
                  </a:lnTo>
                  <a:cubicBezTo>
                    <a:pt x="156597" y="64511"/>
                    <a:pt x="156597" y="70751"/>
                    <a:pt x="152887" y="74462"/>
                  </a:cubicBezTo>
                  <a:lnTo>
                    <a:pt x="74462" y="152718"/>
                  </a:lnTo>
                  <a:cubicBezTo>
                    <a:pt x="72775" y="154573"/>
                    <a:pt x="70245" y="155585"/>
                    <a:pt x="67715" y="155585"/>
                  </a:cubicBezTo>
                  <a:close/>
                  <a:moveTo>
                    <a:pt x="23359" y="87954"/>
                  </a:moveTo>
                  <a:lnTo>
                    <a:pt x="67715" y="132311"/>
                  </a:lnTo>
                  <a:lnTo>
                    <a:pt x="132311" y="67715"/>
                  </a:lnTo>
                  <a:lnTo>
                    <a:pt x="87954" y="23359"/>
                  </a:lnTo>
                  <a:lnTo>
                    <a:pt x="23359" y="87954"/>
                  </a:lnTo>
                  <a:close/>
                </a:path>
              </a:pathLst>
            </a:custGeom>
            <a:solidFill>
              <a:schemeClr val="accent2"/>
            </a:solidFill>
            <a:ln w="6350" cap="flat">
              <a:solidFill>
                <a:schemeClr val="accent2"/>
              </a:solidFill>
              <a:prstDash val="solid"/>
              <a:miter/>
            </a:ln>
          </p:spPr>
          <p:txBody>
            <a:bodyPr rtlCol="0" anchor="ctr"/>
            <a:lstStyle/>
            <a:p>
              <a:endParaRPr lang="zh-CN" altLang="en-US"/>
            </a:p>
          </p:txBody>
        </p:sp>
        <p:sp>
          <p:nvSpPr>
            <p:cNvPr id="2075" name="任意多边形: 形状 2074">
              <a:extLst>
                <a:ext uri="{FF2B5EF4-FFF2-40B4-BE49-F238E27FC236}">
                  <a16:creationId xmlns:a16="http://schemas.microsoft.com/office/drawing/2014/main" id="{C5EC5EE6-1DCC-A806-C417-7D8E6F53CE1A}"/>
                </a:ext>
              </a:extLst>
            </p:cNvPr>
            <p:cNvSpPr/>
            <p:nvPr/>
          </p:nvSpPr>
          <p:spPr>
            <a:xfrm>
              <a:off x="6114131" y="1148992"/>
              <a:ext cx="85845" cy="85761"/>
            </a:xfrm>
            <a:custGeom>
              <a:avLst/>
              <a:gdLst>
                <a:gd name="connsiteX0" fmla="*/ 76148 w 85845"/>
                <a:gd name="connsiteY0" fmla="*/ 85762 h 85761"/>
                <a:gd name="connsiteX1" fmla="*/ 69402 w 85845"/>
                <a:gd name="connsiteY1" fmla="*/ 82894 h 85761"/>
                <a:gd name="connsiteX2" fmla="*/ 2783 w 85845"/>
                <a:gd name="connsiteY2" fmla="*/ 16444 h 85761"/>
                <a:gd name="connsiteX3" fmla="*/ 2783 w 85845"/>
                <a:gd name="connsiteY3" fmla="*/ 2783 h 85761"/>
                <a:gd name="connsiteX4" fmla="*/ 16444 w 85845"/>
                <a:gd name="connsiteY4" fmla="*/ 2783 h 85761"/>
                <a:gd name="connsiteX5" fmla="*/ 83063 w 85845"/>
                <a:gd name="connsiteY5" fmla="*/ 69402 h 85761"/>
                <a:gd name="connsiteX6" fmla="*/ 83063 w 85845"/>
                <a:gd name="connsiteY6" fmla="*/ 83063 h 85761"/>
                <a:gd name="connsiteX7" fmla="*/ 76148 w 85845"/>
                <a:gd name="connsiteY7" fmla="*/ 85762 h 85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845" h="85761">
                  <a:moveTo>
                    <a:pt x="76148" y="85762"/>
                  </a:moveTo>
                  <a:cubicBezTo>
                    <a:pt x="73618" y="85762"/>
                    <a:pt x="71257" y="84750"/>
                    <a:pt x="69402" y="82894"/>
                  </a:cubicBezTo>
                  <a:lnTo>
                    <a:pt x="2783" y="16444"/>
                  </a:lnTo>
                  <a:cubicBezTo>
                    <a:pt x="-928" y="12734"/>
                    <a:pt x="-928" y="6493"/>
                    <a:pt x="2783" y="2783"/>
                  </a:cubicBezTo>
                  <a:cubicBezTo>
                    <a:pt x="6493" y="-928"/>
                    <a:pt x="12734" y="-928"/>
                    <a:pt x="16444" y="2783"/>
                  </a:cubicBezTo>
                  <a:lnTo>
                    <a:pt x="83063" y="69402"/>
                  </a:lnTo>
                  <a:cubicBezTo>
                    <a:pt x="86774" y="73112"/>
                    <a:pt x="86774" y="79353"/>
                    <a:pt x="83063" y="83063"/>
                  </a:cubicBezTo>
                  <a:cubicBezTo>
                    <a:pt x="81039" y="84918"/>
                    <a:pt x="78509" y="85762"/>
                    <a:pt x="76148" y="85762"/>
                  </a:cubicBezTo>
                  <a:close/>
                </a:path>
              </a:pathLst>
            </a:custGeom>
            <a:solidFill>
              <a:schemeClr val="accent2"/>
            </a:solidFill>
            <a:ln w="6350" cap="flat">
              <a:solidFill>
                <a:schemeClr val="accent2"/>
              </a:solidFill>
              <a:prstDash val="solid"/>
              <a:miter/>
            </a:ln>
          </p:spPr>
          <p:txBody>
            <a:bodyPr rtlCol="0" anchor="ctr"/>
            <a:lstStyle/>
            <a:p>
              <a:endParaRPr lang="zh-CN" altLang="en-US"/>
            </a:p>
          </p:txBody>
        </p:sp>
      </p:grpSp>
      <p:sp>
        <p:nvSpPr>
          <p:cNvPr id="2079" name="图形 2077">
            <a:extLst>
              <a:ext uri="{FF2B5EF4-FFF2-40B4-BE49-F238E27FC236}">
                <a16:creationId xmlns:a16="http://schemas.microsoft.com/office/drawing/2014/main" id="{D87F1D12-9238-F4A8-5C4C-D766F12046D3}"/>
              </a:ext>
            </a:extLst>
          </p:cNvPr>
          <p:cNvSpPr/>
          <p:nvPr/>
        </p:nvSpPr>
        <p:spPr>
          <a:xfrm>
            <a:off x="5955849" y="2999372"/>
            <a:ext cx="302058" cy="310620"/>
          </a:xfrm>
          <a:custGeom>
            <a:avLst/>
            <a:gdLst>
              <a:gd name="connsiteX0" fmla="*/ 200790 w 229760"/>
              <a:gd name="connsiteY0" fmla="*/ 131812 h 236272"/>
              <a:gd name="connsiteX1" fmla="*/ 183525 w 229760"/>
              <a:gd name="connsiteY1" fmla="*/ 137539 h 236272"/>
              <a:gd name="connsiteX2" fmla="*/ 166682 w 229760"/>
              <a:gd name="connsiteY2" fmla="*/ 128244 h 236272"/>
              <a:gd name="connsiteX3" fmla="*/ 159529 w 229760"/>
              <a:gd name="connsiteY3" fmla="*/ 88535 h 236272"/>
              <a:gd name="connsiteX4" fmla="*/ 180774 w 229760"/>
              <a:gd name="connsiteY4" fmla="*/ 66695 h 236272"/>
              <a:gd name="connsiteX5" fmla="*/ 222954 w 229760"/>
              <a:gd name="connsiteY5" fmla="*/ 47391 h 236272"/>
              <a:gd name="connsiteX6" fmla="*/ 203650 w 229760"/>
              <a:gd name="connsiteY6" fmla="*/ 5210 h 236272"/>
              <a:gd name="connsiteX7" fmla="*/ 161470 w 229760"/>
              <a:gd name="connsiteY7" fmla="*/ 24514 h 236272"/>
              <a:gd name="connsiteX8" fmla="*/ 165896 w 229760"/>
              <a:gd name="connsiteY8" fmla="*/ 55534 h 236272"/>
              <a:gd name="connsiteX9" fmla="*/ 145340 w 229760"/>
              <a:gd name="connsiteY9" fmla="*/ 76660 h 236272"/>
              <a:gd name="connsiteX10" fmla="*/ 112003 w 229760"/>
              <a:gd name="connsiteY10" fmla="*/ 73734 h 236272"/>
              <a:gd name="connsiteX11" fmla="*/ 94546 w 229760"/>
              <a:gd name="connsiteY11" fmla="*/ 44480 h 236272"/>
              <a:gd name="connsiteX12" fmla="*/ 85696 w 229760"/>
              <a:gd name="connsiteY12" fmla="*/ 4536 h 236272"/>
              <a:gd name="connsiteX13" fmla="*/ 45751 w 229760"/>
              <a:gd name="connsiteY13" fmla="*/ 13386 h 236272"/>
              <a:gd name="connsiteX14" fmla="*/ 54602 w 229760"/>
              <a:gd name="connsiteY14" fmla="*/ 53331 h 236272"/>
              <a:gd name="connsiteX15" fmla="*/ 80014 w 229760"/>
              <a:gd name="connsiteY15" fmla="*/ 56129 h 236272"/>
              <a:gd name="connsiteX16" fmla="*/ 96014 w 229760"/>
              <a:gd name="connsiteY16" fmla="*/ 82935 h 236272"/>
              <a:gd name="connsiteX17" fmla="*/ 83139 w 229760"/>
              <a:gd name="connsiteY17" fmla="*/ 103974 h 236272"/>
              <a:gd name="connsiteX18" fmla="*/ 61737 w 229760"/>
              <a:gd name="connsiteY18" fmla="*/ 104419 h 236272"/>
              <a:gd name="connsiteX19" fmla="*/ 17578 w 229760"/>
              <a:gd name="connsiteY19" fmla="*/ 90567 h 236272"/>
              <a:gd name="connsiteX20" fmla="*/ 3726 w 229760"/>
              <a:gd name="connsiteY20" fmla="*/ 134726 h 236272"/>
              <a:gd name="connsiteX21" fmla="*/ 47885 w 229760"/>
              <a:gd name="connsiteY21" fmla="*/ 148578 h 236272"/>
              <a:gd name="connsiteX22" fmla="*/ 65297 w 229760"/>
              <a:gd name="connsiteY22" fmla="*/ 122796 h 236272"/>
              <a:gd name="connsiteX23" fmla="*/ 82278 w 229760"/>
              <a:gd name="connsiteY23" fmla="*/ 122443 h 236272"/>
              <a:gd name="connsiteX24" fmla="*/ 108812 w 229760"/>
              <a:gd name="connsiteY24" fmla="*/ 155511 h 236272"/>
              <a:gd name="connsiteX25" fmla="*/ 104331 w 229760"/>
              <a:gd name="connsiteY25" fmla="*/ 178853 h 236272"/>
              <a:gd name="connsiteX26" fmla="*/ 81348 w 229760"/>
              <a:gd name="connsiteY26" fmla="*/ 212764 h 236272"/>
              <a:gd name="connsiteX27" fmla="*/ 115258 w 229760"/>
              <a:gd name="connsiteY27" fmla="*/ 235747 h 236272"/>
              <a:gd name="connsiteX28" fmla="*/ 138242 w 229760"/>
              <a:gd name="connsiteY28" fmla="*/ 201837 h 236272"/>
              <a:gd name="connsiteX29" fmla="*/ 122643 w 229760"/>
              <a:gd name="connsiteY29" fmla="*/ 181339 h 236272"/>
              <a:gd name="connsiteX30" fmla="*/ 127002 w 229760"/>
              <a:gd name="connsiteY30" fmla="*/ 158650 h 236272"/>
              <a:gd name="connsiteX31" fmla="*/ 157529 w 229760"/>
              <a:gd name="connsiteY31" fmla="*/ 144257 h 236272"/>
              <a:gd name="connsiteX32" fmla="*/ 172965 w 229760"/>
              <a:gd name="connsiteY32" fmla="*/ 152778 h 236272"/>
              <a:gd name="connsiteX33" fmla="*/ 192806 w 229760"/>
              <a:gd name="connsiteY33" fmla="*/ 188600 h 236272"/>
              <a:gd name="connsiteX34" fmla="*/ 228628 w 229760"/>
              <a:gd name="connsiteY34" fmla="*/ 168759 h 236272"/>
              <a:gd name="connsiteX35" fmla="*/ 208787 w 229760"/>
              <a:gd name="connsiteY35" fmla="*/ 132937 h 236272"/>
              <a:gd name="connsiteX36" fmla="*/ 200790 w 229760"/>
              <a:gd name="connsiteY36" fmla="*/ 131812 h 236272"/>
              <a:gd name="connsiteX37" fmla="*/ 59652 w 229760"/>
              <a:gd name="connsiteY37" fmla="*/ 28912 h 236272"/>
              <a:gd name="connsiteX38" fmla="*/ 70160 w 229760"/>
              <a:gd name="connsiteY38" fmla="*/ 18405 h 236272"/>
              <a:gd name="connsiteX39" fmla="*/ 80667 w 229760"/>
              <a:gd name="connsiteY39" fmla="*/ 28912 h 236272"/>
              <a:gd name="connsiteX40" fmla="*/ 70160 w 229760"/>
              <a:gd name="connsiteY40" fmla="*/ 39420 h 236272"/>
              <a:gd name="connsiteX41" fmla="*/ 70157 w 229760"/>
              <a:gd name="connsiteY41" fmla="*/ 39420 h 236272"/>
              <a:gd name="connsiteX42" fmla="*/ 59652 w 229760"/>
              <a:gd name="connsiteY42" fmla="*/ 28912 h 236272"/>
              <a:gd name="connsiteX43" fmla="*/ 192149 w 229760"/>
              <a:gd name="connsiteY43" fmla="*/ 21707 h 236272"/>
              <a:gd name="connsiteX44" fmla="*/ 206441 w 229760"/>
              <a:gd name="connsiteY44" fmla="*/ 35994 h 236272"/>
              <a:gd name="connsiteX45" fmla="*/ 192154 w 229760"/>
              <a:gd name="connsiteY45" fmla="*/ 50286 h 236272"/>
              <a:gd name="connsiteX46" fmla="*/ 177862 w 229760"/>
              <a:gd name="connsiteY46" fmla="*/ 35999 h 236272"/>
              <a:gd name="connsiteX47" fmla="*/ 177862 w 229760"/>
              <a:gd name="connsiteY47" fmla="*/ 35997 h 236272"/>
              <a:gd name="connsiteX48" fmla="*/ 192149 w 229760"/>
              <a:gd name="connsiteY48" fmla="*/ 21707 h 236272"/>
              <a:gd name="connsiteX49" fmla="*/ 32730 w 229760"/>
              <a:gd name="connsiteY49" fmla="*/ 133855 h 236272"/>
              <a:gd name="connsiteX50" fmla="*/ 18441 w 229760"/>
              <a:gd name="connsiteY50" fmla="*/ 119565 h 236272"/>
              <a:gd name="connsiteX51" fmla="*/ 32730 w 229760"/>
              <a:gd name="connsiteY51" fmla="*/ 105276 h 236272"/>
              <a:gd name="connsiteX52" fmla="*/ 47020 w 229760"/>
              <a:gd name="connsiteY52" fmla="*/ 119565 h 236272"/>
              <a:gd name="connsiteX53" fmla="*/ 32730 w 229760"/>
              <a:gd name="connsiteY53" fmla="*/ 133855 h 236272"/>
              <a:gd name="connsiteX54" fmla="*/ 109779 w 229760"/>
              <a:gd name="connsiteY54" fmla="*/ 217793 h 236272"/>
              <a:gd name="connsiteX55" fmla="*/ 99269 w 229760"/>
              <a:gd name="connsiteY55" fmla="*/ 207288 h 236272"/>
              <a:gd name="connsiteX56" fmla="*/ 109774 w 229760"/>
              <a:gd name="connsiteY56" fmla="*/ 196777 h 236272"/>
              <a:gd name="connsiteX57" fmla="*/ 120284 w 229760"/>
              <a:gd name="connsiteY57" fmla="*/ 207282 h 236272"/>
              <a:gd name="connsiteX58" fmla="*/ 120284 w 229760"/>
              <a:gd name="connsiteY58" fmla="*/ 207285 h 236272"/>
              <a:gd name="connsiteX59" fmla="*/ 109779 w 229760"/>
              <a:gd name="connsiteY59" fmla="*/ 217793 h 236272"/>
              <a:gd name="connsiteX60" fmla="*/ 125186 w 229760"/>
              <a:gd name="connsiteY60" fmla="*/ 140251 h 236272"/>
              <a:gd name="connsiteX61" fmla="*/ 122147 w 229760"/>
              <a:gd name="connsiteY61" fmla="*/ 140067 h 236272"/>
              <a:gd name="connsiteX62" fmla="*/ 121272 w 229760"/>
              <a:gd name="connsiteY62" fmla="*/ 139851 h 236272"/>
              <a:gd name="connsiteX63" fmla="*/ 119881 w 229760"/>
              <a:gd name="connsiteY63" fmla="*/ 139698 h 236272"/>
              <a:gd name="connsiteX64" fmla="*/ 100668 w 229760"/>
              <a:gd name="connsiteY64" fmla="*/ 109911 h 236272"/>
              <a:gd name="connsiteX65" fmla="*/ 130455 w 229760"/>
              <a:gd name="connsiteY65" fmla="*/ 90699 h 236272"/>
              <a:gd name="connsiteX66" fmla="*/ 149667 w 229760"/>
              <a:gd name="connsiteY66" fmla="*/ 120485 h 236272"/>
              <a:gd name="connsiteX67" fmla="*/ 125176 w 229760"/>
              <a:gd name="connsiteY67" fmla="*/ 140262 h 236272"/>
              <a:gd name="connsiteX68" fmla="*/ 200790 w 229760"/>
              <a:gd name="connsiteY68" fmla="*/ 171276 h 236272"/>
              <a:gd name="connsiteX69" fmla="*/ 190291 w 229760"/>
              <a:gd name="connsiteY69" fmla="*/ 160761 h 236272"/>
              <a:gd name="connsiteX70" fmla="*/ 200806 w 229760"/>
              <a:gd name="connsiteY70" fmla="*/ 150261 h 236272"/>
              <a:gd name="connsiteX71" fmla="*/ 211306 w 229760"/>
              <a:gd name="connsiteY71" fmla="*/ 160777 h 236272"/>
              <a:gd name="connsiteX72" fmla="*/ 211306 w 229760"/>
              <a:gd name="connsiteY72" fmla="*/ 160782 h 236272"/>
              <a:gd name="connsiteX73" fmla="*/ 200790 w 229760"/>
              <a:gd name="connsiteY73" fmla="*/ 171276 h 236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29760" h="236272">
                <a:moveTo>
                  <a:pt x="200790" y="131812"/>
                </a:moveTo>
                <a:cubicBezTo>
                  <a:pt x="194568" y="131806"/>
                  <a:pt x="188510" y="133815"/>
                  <a:pt x="183525" y="137539"/>
                </a:cubicBezTo>
                <a:lnTo>
                  <a:pt x="166682" y="128244"/>
                </a:lnTo>
                <a:cubicBezTo>
                  <a:pt x="170960" y="114636"/>
                  <a:pt x="168287" y="99795"/>
                  <a:pt x="159529" y="88535"/>
                </a:cubicBezTo>
                <a:lnTo>
                  <a:pt x="180774" y="66695"/>
                </a:lnTo>
                <a:cubicBezTo>
                  <a:pt x="197752" y="73012"/>
                  <a:pt x="216637" y="64369"/>
                  <a:pt x="222954" y="47391"/>
                </a:cubicBezTo>
                <a:cubicBezTo>
                  <a:pt x="229271" y="30412"/>
                  <a:pt x="220629" y="11527"/>
                  <a:pt x="203650" y="5210"/>
                </a:cubicBezTo>
                <a:cubicBezTo>
                  <a:pt x="186672" y="-1107"/>
                  <a:pt x="167787" y="7536"/>
                  <a:pt x="161470" y="24514"/>
                </a:cubicBezTo>
                <a:cubicBezTo>
                  <a:pt x="157592" y="34936"/>
                  <a:pt x="159258" y="46613"/>
                  <a:pt x="165896" y="55534"/>
                </a:cubicBezTo>
                <a:lnTo>
                  <a:pt x="145340" y="76660"/>
                </a:lnTo>
                <a:cubicBezTo>
                  <a:pt x="135063" y="71277"/>
                  <a:pt x="123061" y="70223"/>
                  <a:pt x="112003" y="73734"/>
                </a:cubicBezTo>
                <a:lnTo>
                  <a:pt x="94546" y="44480"/>
                </a:lnTo>
                <a:cubicBezTo>
                  <a:pt x="103132" y="31006"/>
                  <a:pt x="99170" y="13122"/>
                  <a:pt x="85696" y="4536"/>
                </a:cubicBezTo>
                <a:cubicBezTo>
                  <a:pt x="72221" y="-4050"/>
                  <a:pt x="54338" y="-88"/>
                  <a:pt x="45751" y="13386"/>
                </a:cubicBezTo>
                <a:cubicBezTo>
                  <a:pt x="37165" y="26861"/>
                  <a:pt x="41128" y="44744"/>
                  <a:pt x="54602" y="53331"/>
                </a:cubicBezTo>
                <a:cubicBezTo>
                  <a:pt x="62178" y="58159"/>
                  <a:pt x="71568" y="59193"/>
                  <a:pt x="80014" y="56129"/>
                </a:cubicBezTo>
                <a:lnTo>
                  <a:pt x="96014" y="82935"/>
                </a:lnTo>
                <a:cubicBezTo>
                  <a:pt x="89785" y="88561"/>
                  <a:pt x="85315" y="95867"/>
                  <a:pt x="83139" y="103974"/>
                </a:cubicBezTo>
                <a:lnTo>
                  <a:pt x="61737" y="104419"/>
                </a:lnTo>
                <a:cubicBezTo>
                  <a:pt x="53368" y="88400"/>
                  <a:pt x="33597" y="82198"/>
                  <a:pt x="17578" y="90567"/>
                </a:cubicBezTo>
                <a:cubicBezTo>
                  <a:pt x="1559" y="98936"/>
                  <a:pt x="-4642" y="118707"/>
                  <a:pt x="3726" y="134726"/>
                </a:cubicBezTo>
                <a:cubicBezTo>
                  <a:pt x="12095" y="150745"/>
                  <a:pt x="31866" y="156946"/>
                  <a:pt x="47885" y="148578"/>
                </a:cubicBezTo>
                <a:cubicBezTo>
                  <a:pt x="57664" y="143469"/>
                  <a:pt x="64210" y="133776"/>
                  <a:pt x="65297" y="122796"/>
                </a:cubicBezTo>
                <a:lnTo>
                  <a:pt x="82278" y="122443"/>
                </a:lnTo>
                <a:cubicBezTo>
                  <a:pt x="84815" y="137310"/>
                  <a:pt x="94848" y="149813"/>
                  <a:pt x="108812" y="155511"/>
                </a:cubicBezTo>
                <a:cubicBezTo>
                  <a:pt x="106585" y="166954"/>
                  <a:pt x="105199" y="174204"/>
                  <a:pt x="104331" y="178853"/>
                </a:cubicBezTo>
                <a:cubicBezTo>
                  <a:pt x="88621" y="181871"/>
                  <a:pt x="78331" y="197053"/>
                  <a:pt x="81348" y="212764"/>
                </a:cubicBezTo>
                <a:cubicBezTo>
                  <a:pt x="84366" y="228474"/>
                  <a:pt x="99548" y="238764"/>
                  <a:pt x="115258" y="235747"/>
                </a:cubicBezTo>
                <a:cubicBezTo>
                  <a:pt x="130969" y="232729"/>
                  <a:pt x="141259" y="217547"/>
                  <a:pt x="138242" y="201837"/>
                </a:cubicBezTo>
                <a:cubicBezTo>
                  <a:pt x="136533" y="192941"/>
                  <a:pt x="130761" y="185356"/>
                  <a:pt x="122643" y="181339"/>
                </a:cubicBezTo>
                <a:cubicBezTo>
                  <a:pt x="123787" y="175277"/>
                  <a:pt x="125476" y="166514"/>
                  <a:pt x="127002" y="158650"/>
                </a:cubicBezTo>
                <a:cubicBezTo>
                  <a:pt x="138702" y="158166"/>
                  <a:pt x="149711" y="152976"/>
                  <a:pt x="157529" y="144257"/>
                </a:cubicBezTo>
                <a:lnTo>
                  <a:pt x="172965" y="152778"/>
                </a:lnTo>
                <a:cubicBezTo>
                  <a:pt x="168552" y="168149"/>
                  <a:pt x="177435" y="184187"/>
                  <a:pt x="192806" y="188600"/>
                </a:cubicBezTo>
                <a:cubicBezTo>
                  <a:pt x="208177" y="193013"/>
                  <a:pt x="224215" y="184130"/>
                  <a:pt x="228628" y="168759"/>
                </a:cubicBezTo>
                <a:cubicBezTo>
                  <a:pt x="233041" y="153388"/>
                  <a:pt x="224158" y="137350"/>
                  <a:pt x="208787" y="132937"/>
                </a:cubicBezTo>
                <a:cubicBezTo>
                  <a:pt x="206187" y="132190"/>
                  <a:pt x="203495" y="131812"/>
                  <a:pt x="200790" y="131812"/>
                </a:cubicBezTo>
                <a:close/>
                <a:moveTo>
                  <a:pt x="59652" y="28912"/>
                </a:moveTo>
                <a:cubicBezTo>
                  <a:pt x="59652" y="23109"/>
                  <a:pt x="64356" y="18405"/>
                  <a:pt x="70160" y="18405"/>
                </a:cubicBezTo>
                <a:cubicBezTo>
                  <a:pt x="75963" y="18405"/>
                  <a:pt x="80667" y="23109"/>
                  <a:pt x="80667" y="28912"/>
                </a:cubicBezTo>
                <a:cubicBezTo>
                  <a:pt x="80667" y="34716"/>
                  <a:pt x="75963" y="39420"/>
                  <a:pt x="70160" y="39420"/>
                </a:cubicBezTo>
                <a:cubicBezTo>
                  <a:pt x="70159" y="39420"/>
                  <a:pt x="70158" y="39420"/>
                  <a:pt x="70157" y="39420"/>
                </a:cubicBezTo>
                <a:cubicBezTo>
                  <a:pt x="64357" y="39413"/>
                  <a:pt x="59658" y="34712"/>
                  <a:pt x="59652" y="28912"/>
                </a:cubicBezTo>
                <a:close/>
                <a:moveTo>
                  <a:pt x="192149" y="21707"/>
                </a:moveTo>
                <a:cubicBezTo>
                  <a:pt x="200040" y="21706"/>
                  <a:pt x="206439" y="28102"/>
                  <a:pt x="206441" y="35994"/>
                </a:cubicBezTo>
                <a:cubicBezTo>
                  <a:pt x="206442" y="43886"/>
                  <a:pt x="200046" y="50285"/>
                  <a:pt x="192154" y="50286"/>
                </a:cubicBezTo>
                <a:cubicBezTo>
                  <a:pt x="184262" y="50288"/>
                  <a:pt x="177863" y="43891"/>
                  <a:pt x="177862" y="35999"/>
                </a:cubicBezTo>
                <a:cubicBezTo>
                  <a:pt x="177862" y="35998"/>
                  <a:pt x="177862" y="35998"/>
                  <a:pt x="177862" y="35997"/>
                </a:cubicBezTo>
                <a:cubicBezTo>
                  <a:pt x="177870" y="28109"/>
                  <a:pt x="184261" y="21717"/>
                  <a:pt x="192149" y="21707"/>
                </a:cubicBezTo>
                <a:close/>
                <a:moveTo>
                  <a:pt x="32730" y="133855"/>
                </a:moveTo>
                <a:cubicBezTo>
                  <a:pt x="24839" y="133855"/>
                  <a:pt x="18441" y="127457"/>
                  <a:pt x="18441" y="119565"/>
                </a:cubicBezTo>
                <a:cubicBezTo>
                  <a:pt x="18441" y="111673"/>
                  <a:pt x="24839" y="105276"/>
                  <a:pt x="32730" y="105276"/>
                </a:cubicBezTo>
                <a:cubicBezTo>
                  <a:pt x="40622" y="105276"/>
                  <a:pt x="47020" y="111673"/>
                  <a:pt x="47020" y="119565"/>
                </a:cubicBezTo>
                <a:cubicBezTo>
                  <a:pt x="47011" y="127454"/>
                  <a:pt x="40619" y="133846"/>
                  <a:pt x="32730" y="133855"/>
                </a:cubicBezTo>
                <a:close/>
                <a:moveTo>
                  <a:pt x="109779" y="217793"/>
                </a:moveTo>
                <a:cubicBezTo>
                  <a:pt x="103976" y="217794"/>
                  <a:pt x="99270" y="213091"/>
                  <a:pt x="99269" y="207288"/>
                </a:cubicBezTo>
                <a:cubicBezTo>
                  <a:pt x="99267" y="201484"/>
                  <a:pt x="103970" y="196779"/>
                  <a:pt x="109774" y="196777"/>
                </a:cubicBezTo>
                <a:cubicBezTo>
                  <a:pt x="115577" y="196776"/>
                  <a:pt x="120283" y="201479"/>
                  <a:pt x="120284" y="207282"/>
                </a:cubicBezTo>
                <a:cubicBezTo>
                  <a:pt x="120284" y="207283"/>
                  <a:pt x="120284" y="207284"/>
                  <a:pt x="120284" y="207285"/>
                </a:cubicBezTo>
                <a:cubicBezTo>
                  <a:pt x="120278" y="213085"/>
                  <a:pt x="115579" y="217785"/>
                  <a:pt x="109779" y="217793"/>
                </a:cubicBezTo>
                <a:close/>
                <a:moveTo>
                  <a:pt x="125186" y="140251"/>
                </a:moveTo>
                <a:cubicBezTo>
                  <a:pt x="124170" y="140251"/>
                  <a:pt x="123156" y="140190"/>
                  <a:pt x="122147" y="140067"/>
                </a:cubicBezTo>
                <a:cubicBezTo>
                  <a:pt x="121863" y="139982"/>
                  <a:pt x="121570" y="139909"/>
                  <a:pt x="121272" y="139851"/>
                </a:cubicBezTo>
                <a:cubicBezTo>
                  <a:pt x="120813" y="139765"/>
                  <a:pt x="120348" y="139714"/>
                  <a:pt x="119881" y="139698"/>
                </a:cubicBezTo>
                <a:cubicBezTo>
                  <a:pt x="106350" y="136778"/>
                  <a:pt x="97748" y="123442"/>
                  <a:pt x="100668" y="109911"/>
                </a:cubicBezTo>
                <a:cubicBezTo>
                  <a:pt x="103588" y="96381"/>
                  <a:pt x="116924" y="87779"/>
                  <a:pt x="130455" y="90699"/>
                </a:cubicBezTo>
                <a:cubicBezTo>
                  <a:pt x="143986" y="93619"/>
                  <a:pt x="152587" y="106955"/>
                  <a:pt x="149667" y="120485"/>
                </a:cubicBezTo>
                <a:cubicBezTo>
                  <a:pt x="147178" y="132022"/>
                  <a:pt x="136977" y="140258"/>
                  <a:pt x="125176" y="140262"/>
                </a:cubicBezTo>
                <a:close/>
                <a:moveTo>
                  <a:pt x="200790" y="171276"/>
                </a:moveTo>
                <a:cubicBezTo>
                  <a:pt x="194987" y="171272"/>
                  <a:pt x="190286" y="166564"/>
                  <a:pt x="190291" y="160761"/>
                </a:cubicBezTo>
                <a:cubicBezTo>
                  <a:pt x="190295" y="154957"/>
                  <a:pt x="195003" y="150257"/>
                  <a:pt x="200806" y="150261"/>
                </a:cubicBezTo>
                <a:cubicBezTo>
                  <a:pt x="206609" y="150265"/>
                  <a:pt x="211310" y="154973"/>
                  <a:pt x="211306" y="160777"/>
                </a:cubicBezTo>
                <a:cubicBezTo>
                  <a:pt x="211306" y="160778"/>
                  <a:pt x="211306" y="160780"/>
                  <a:pt x="211306" y="160782"/>
                </a:cubicBezTo>
                <a:cubicBezTo>
                  <a:pt x="211291" y="166580"/>
                  <a:pt x="206588" y="171273"/>
                  <a:pt x="200790" y="171276"/>
                </a:cubicBezTo>
                <a:close/>
              </a:path>
            </a:pathLst>
          </a:custGeom>
          <a:solidFill>
            <a:schemeClr val="accent1"/>
          </a:solidFill>
          <a:ln w="260" cap="flat">
            <a:noFill/>
            <a:prstDash val="solid"/>
            <a:miter/>
          </a:ln>
        </p:spPr>
        <p:txBody>
          <a:bodyPr rtlCol="0" anchor="ctr"/>
          <a:lstStyle/>
          <a:p>
            <a:endParaRPr lang="zh-CN" altLang="en-US"/>
          </a:p>
        </p:txBody>
      </p:sp>
      <p:sp>
        <p:nvSpPr>
          <p:cNvPr id="2080" name="文本框 2079">
            <a:extLst>
              <a:ext uri="{FF2B5EF4-FFF2-40B4-BE49-F238E27FC236}">
                <a16:creationId xmlns:a16="http://schemas.microsoft.com/office/drawing/2014/main" id="{03A37CC7-5392-66F2-74A3-930379CB0951}"/>
              </a:ext>
            </a:extLst>
          </p:cNvPr>
          <p:cNvSpPr txBox="1"/>
          <p:nvPr/>
        </p:nvSpPr>
        <p:spPr>
          <a:xfrm>
            <a:off x="1139431" y="3304605"/>
            <a:ext cx="1068776" cy="276999"/>
          </a:xfrm>
          <a:prstGeom prst="roundRect">
            <a:avLst>
              <a:gd name="adj" fmla="val 50000"/>
            </a:avLst>
          </a:prstGeom>
          <a:gradFill>
            <a:gsLst>
              <a:gs pos="100000">
                <a:schemeClr val="accent1"/>
              </a:gs>
              <a:gs pos="1000">
                <a:schemeClr val="accent1">
                  <a:alpha val="36000"/>
                </a:schemeClr>
              </a:gs>
            </a:gsLst>
            <a:lin ang="3600000" scaled="0"/>
          </a:gradFill>
          <a:ln w="9525">
            <a:noFill/>
          </a:ln>
          <a:effectLst>
            <a:outerShdw blurRad="101600" dist="76200" dir="10800000" algn="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电子政务网</a:t>
            </a:r>
          </a:p>
        </p:txBody>
      </p:sp>
      <p:sp>
        <p:nvSpPr>
          <p:cNvPr id="2081" name="文本框 2080">
            <a:extLst>
              <a:ext uri="{FF2B5EF4-FFF2-40B4-BE49-F238E27FC236}">
                <a16:creationId xmlns:a16="http://schemas.microsoft.com/office/drawing/2014/main" id="{7359BD3B-7743-D820-D405-99EB81B96563}"/>
              </a:ext>
            </a:extLst>
          </p:cNvPr>
          <p:cNvSpPr txBox="1"/>
          <p:nvPr/>
        </p:nvSpPr>
        <p:spPr>
          <a:xfrm>
            <a:off x="1139431" y="3753480"/>
            <a:ext cx="1068776" cy="276999"/>
          </a:xfrm>
          <a:prstGeom prst="roundRect">
            <a:avLst>
              <a:gd name="adj" fmla="val 50000"/>
            </a:avLst>
          </a:prstGeom>
          <a:gradFill>
            <a:gsLst>
              <a:gs pos="100000">
                <a:schemeClr val="accent1"/>
              </a:gs>
              <a:gs pos="1000">
                <a:schemeClr val="accent1">
                  <a:alpha val="36000"/>
                </a:schemeClr>
              </a:gs>
            </a:gsLst>
            <a:lin ang="3600000" scaled="0"/>
          </a:gradFill>
          <a:ln w="9525">
            <a:noFill/>
          </a:ln>
          <a:effectLst>
            <a:outerShdw blurRad="101600" dist="76200" dir="10800000" algn="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互联网</a:t>
            </a:r>
          </a:p>
        </p:txBody>
      </p:sp>
      <p:sp>
        <p:nvSpPr>
          <p:cNvPr id="2082" name="文本框 2081">
            <a:extLst>
              <a:ext uri="{FF2B5EF4-FFF2-40B4-BE49-F238E27FC236}">
                <a16:creationId xmlns:a16="http://schemas.microsoft.com/office/drawing/2014/main" id="{C9B90CDF-5F84-AF78-5C88-58B7FC8F5BED}"/>
              </a:ext>
            </a:extLst>
          </p:cNvPr>
          <p:cNvSpPr txBox="1"/>
          <p:nvPr/>
        </p:nvSpPr>
        <p:spPr>
          <a:xfrm>
            <a:off x="1013390" y="4202356"/>
            <a:ext cx="1068776" cy="276999"/>
          </a:xfrm>
          <a:prstGeom prst="roundRect">
            <a:avLst>
              <a:gd name="adj" fmla="val 50000"/>
            </a:avLst>
          </a:prstGeom>
          <a:gradFill>
            <a:gsLst>
              <a:gs pos="100000">
                <a:schemeClr val="accent1"/>
              </a:gs>
              <a:gs pos="1000">
                <a:schemeClr val="accent1">
                  <a:alpha val="36000"/>
                </a:schemeClr>
              </a:gs>
            </a:gsLst>
            <a:lin ang="3600000" scaled="0"/>
          </a:gradFill>
          <a:ln w="9525">
            <a:noFill/>
          </a:ln>
          <a:effectLst>
            <a:outerShdw blurRad="101600" dist="76200" dir="10800000" algn="r"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专网</a:t>
            </a:r>
          </a:p>
        </p:txBody>
      </p:sp>
      <p:sp>
        <p:nvSpPr>
          <p:cNvPr id="2087" name="任意多边形: 形状 2086">
            <a:extLst>
              <a:ext uri="{FF2B5EF4-FFF2-40B4-BE49-F238E27FC236}">
                <a16:creationId xmlns:a16="http://schemas.microsoft.com/office/drawing/2014/main" id="{72CDDD24-DB59-4681-5222-1A25AE5F0EB5}"/>
              </a:ext>
            </a:extLst>
          </p:cNvPr>
          <p:cNvSpPr/>
          <p:nvPr/>
        </p:nvSpPr>
        <p:spPr>
          <a:xfrm flipH="1">
            <a:off x="1797776" y="1443789"/>
            <a:ext cx="666530" cy="4883974"/>
          </a:xfrm>
          <a:custGeom>
            <a:avLst/>
            <a:gdLst>
              <a:gd name="connsiteX0" fmla="*/ 935417 w 935416"/>
              <a:gd name="connsiteY0" fmla="*/ 6854214 h 6854213"/>
              <a:gd name="connsiteX1" fmla="*/ 0 w 935416"/>
              <a:gd name="connsiteY1" fmla="*/ 3427137 h 6854213"/>
              <a:gd name="connsiteX2" fmla="*/ 935417 w 935416"/>
              <a:gd name="connsiteY2" fmla="*/ 0 h 6854213"/>
            </a:gdLst>
            <a:ahLst/>
            <a:cxnLst>
              <a:cxn ang="0">
                <a:pos x="connsiteX0" y="connsiteY0"/>
              </a:cxn>
              <a:cxn ang="0">
                <a:pos x="connsiteX1" y="connsiteY1"/>
              </a:cxn>
              <a:cxn ang="0">
                <a:pos x="connsiteX2" y="connsiteY2"/>
              </a:cxn>
            </a:cxnLst>
            <a:rect l="l" t="t" r="r" b="b"/>
            <a:pathLst>
              <a:path w="935416" h="6854213">
                <a:moveTo>
                  <a:pt x="935417" y="6854214"/>
                </a:moveTo>
                <a:cubicBezTo>
                  <a:pt x="418813" y="6854214"/>
                  <a:pt x="0" y="5319849"/>
                  <a:pt x="0" y="3427137"/>
                </a:cubicBezTo>
                <a:cubicBezTo>
                  <a:pt x="0" y="1534425"/>
                  <a:pt x="418813" y="0"/>
                  <a:pt x="935417" y="0"/>
                </a:cubicBezTo>
              </a:path>
            </a:pathLst>
          </a:custGeom>
          <a:gradFill>
            <a:gsLst>
              <a:gs pos="100000">
                <a:schemeClr val="accent1">
                  <a:alpha val="0"/>
                </a:schemeClr>
              </a:gs>
              <a:gs pos="0">
                <a:schemeClr val="accent1">
                  <a:alpha val="19000"/>
                </a:schemeClr>
              </a:gs>
            </a:gsLst>
            <a:lin ang="0" scaled="0"/>
          </a:gradFill>
          <a:ln w="9525" cap="flat">
            <a:gradFill>
              <a:gsLst>
                <a:gs pos="0">
                  <a:schemeClr val="accent1">
                    <a:alpha val="0"/>
                  </a:schemeClr>
                </a:gs>
                <a:gs pos="38000">
                  <a:schemeClr val="accent1"/>
                </a:gs>
                <a:gs pos="72000">
                  <a:schemeClr val="accent1"/>
                </a:gs>
                <a:gs pos="100000">
                  <a:schemeClr val="accent1">
                    <a:alpha val="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088" name="任意多边形: 形状 2087">
            <a:extLst>
              <a:ext uri="{FF2B5EF4-FFF2-40B4-BE49-F238E27FC236}">
                <a16:creationId xmlns:a16="http://schemas.microsoft.com/office/drawing/2014/main" id="{30F94BE7-6B96-2832-DA4F-71EBB4240C76}"/>
              </a:ext>
            </a:extLst>
          </p:cNvPr>
          <p:cNvSpPr/>
          <p:nvPr/>
        </p:nvSpPr>
        <p:spPr>
          <a:xfrm>
            <a:off x="9727691" y="1443793"/>
            <a:ext cx="666532" cy="4883966"/>
          </a:xfrm>
          <a:custGeom>
            <a:avLst/>
            <a:gdLst>
              <a:gd name="connsiteX0" fmla="*/ 935417 w 935416"/>
              <a:gd name="connsiteY0" fmla="*/ 6854214 h 6854213"/>
              <a:gd name="connsiteX1" fmla="*/ 0 w 935416"/>
              <a:gd name="connsiteY1" fmla="*/ 3427137 h 6854213"/>
              <a:gd name="connsiteX2" fmla="*/ 935417 w 935416"/>
              <a:gd name="connsiteY2" fmla="*/ 0 h 6854213"/>
            </a:gdLst>
            <a:ahLst/>
            <a:cxnLst>
              <a:cxn ang="0">
                <a:pos x="connsiteX0" y="connsiteY0"/>
              </a:cxn>
              <a:cxn ang="0">
                <a:pos x="connsiteX1" y="connsiteY1"/>
              </a:cxn>
              <a:cxn ang="0">
                <a:pos x="connsiteX2" y="connsiteY2"/>
              </a:cxn>
            </a:cxnLst>
            <a:rect l="l" t="t" r="r" b="b"/>
            <a:pathLst>
              <a:path w="935416" h="6854213">
                <a:moveTo>
                  <a:pt x="935417" y="6854214"/>
                </a:moveTo>
                <a:cubicBezTo>
                  <a:pt x="418813" y="6854214"/>
                  <a:pt x="0" y="5319849"/>
                  <a:pt x="0" y="3427137"/>
                </a:cubicBezTo>
                <a:cubicBezTo>
                  <a:pt x="0" y="1534425"/>
                  <a:pt x="418813" y="0"/>
                  <a:pt x="935417" y="0"/>
                </a:cubicBezTo>
              </a:path>
            </a:pathLst>
          </a:custGeom>
          <a:gradFill>
            <a:gsLst>
              <a:gs pos="100000">
                <a:schemeClr val="accent2">
                  <a:alpha val="0"/>
                </a:schemeClr>
              </a:gs>
              <a:gs pos="0">
                <a:schemeClr val="accent2">
                  <a:alpha val="19000"/>
                </a:schemeClr>
              </a:gs>
            </a:gsLst>
            <a:lin ang="0" scaled="0"/>
          </a:gradFill>
          <a:ln w="9525" cap="flat">
            <a:gradFill>
              <a:gsLst>
                <a:gs pos="0">
                  <a:schemeClr val="accent2">
                    <a:alpha val="0"/>
                  </a:schemeClr>
                </a:gs>
                <a:gs pos="38000">
                  <a:schemeClr val="accent2"/>
                </a:gs>
                <a:gs pos="72000">
                  <a:schemeClr val="accent2"/>
                </a:gs>
                <a:gs pos="100000">
                  <a:schemeClr val="accent2">
                    <a:alpha val="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083" name="文本框 2082">
            <a:extLst>
              <a:ext uri="{FF2B5EF4-FFF2-40B4-BE49-F238E27FC236}">
                <a16:creationId xmlns:a16="http://schemas.microsoft.com/office/drawing/2014/main" id="{EC330DD8-6A2B-2D4E-8806-1C08D08910A7}"/>
              </a:ext>
            </a:extLst>
          </p:cNvPr>
          <p:cNvSpPr txBox="1"/>
          <p:nvPr/>
        </p:nvSpPr>
        <p:spPr>
          <a:xfrm>
            <a:off x="10121982" y="2855730"/>
            <a:ext cx="953872" cy="276999"/>
          </a:xfrm>
          <a:prstGeom prst="roundRect">
            <a:avLst>
              <a:gd name="adj" fmla="val 50000"/>
            </a:avLst>
          </a:prstGeom>
          <a:gradFill>
            <a:gsLst>
              <a:gs pos="100000">
                <a:schemeClr val="accent2"/>
              </a:gs>
              <a:gs pos="1000">
                <a:schemeClr val="accent2">
                  <a:alpha val="27000"/>
                </a:schemeClr>
              </a:gs>
            </a:gsLst>
            <a:lin ang="3600000" scaled="0"/>
          </a:gradFill>
          <a:ln w="9525">
            <a:noFill/>
          </a:ln>
          <a:effectLst>
            <a:outerShdw blurRad="101600" dist="76200" algn="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物理感知</a:t>
            </a:r>
          </a:p>
        </p:txBody>
      </p:sp>
      <p:sp>
        <p:nvSpPr>
          <p:cNvPr id="2084" name="文本框 2083">
            <a:extLst>
              <a:ext uri="{FF2B5EF4-FFF2-40B4-BE49-F238E27FC236}">
                <a16:creationId xmlns:a16="http://schemas.microsoft.com/office/drawing/2014/main" id="{98607651-D1FB-595C-639B-1CD66C8D43C6}"/>
              </a:ext>
            </a:extLst>
          </p:cNvPr>
          <p:cNvSpPr txBox="1"/>
          <p:nvPr/>
        </p:nvSpPr>
        <p:spPr>
          <a:xfrm>
            <a:off x="9979024" y="3304605"/>
            <a:ext cx="953872" cy="276999"/>
          </a:xfrm>
          <a:prstGeom prst="roundRect">
            <a:avLst>
              <a:gd name="adj" fmla="val 50000"/>
            </a:avLst>
          </a:prstGeom>
          <a:gradFill>
            <a:gsLst>
              <a:gs pos="100000">
                <a:schemeClr val="accent2"/>
              </a:gs>
              <a:gs pos="1000">
                <a:schemeClr val="accent2">
                  <a:alpha val="27000"/>
                </a:schemeClr>
              </a:gs>
            </a:gsLst>
            <a:lin ang="3600000" scaled="0"/>
          </a:gradFill>
          <a:ln w="9525">
            <a:noFill/>
          </a:ln>
          <a:effectLst>
            <a:outerShdw blurRad="101600" dist="76200" algn="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视频监控</a:t>
            </a:r>
          </a:p>
        </p:txBody>
      </p:sp>
      <p:sp>
        <p:nvSpPr>
          <p:cNvPr id="2085" name="文本框 2084">
            <a:extLst>
              <a:ext uri="{FF2B5EF4-FFF2-40B4-BE49-F238E27FC236}">
                <a16:creationId xmlns:a16="http://schemas.microsoft.com/office/drawing/2014/main" id="{9C1FAF37-0EE9-AA67-9938-18CAAB9A137D}"/>
              </a:ext>
            </a:extLst>
          </p:cNvPr>
          <p:cNvSpPr txBox="1"/>
          <p:nvPr/>
        </p:nvSpPr>
        <p:spPr>
          <a:xfrm>
            <a:off x="9979024" y="3753480"/>
            <a:ext cx="953872" cy="276999"/>
          </a:xfrm>
          <a:prstGeom prst="roundRect">
            <a:avLst>
              <a:gd name="adj" fmla="val 50000"/>
            </a:avLst>
          </a:prstGeom>
          <a:gradFill>
            <a:gsLst>
              <a:gs pos="100000">
                <a:schemeClr val="accent2"/>
              </a:gs>
              <a:gs pos="1000">
                <a:schemeClr val="accent2">
                  <a:alpha val="27000"/>
                </a:schemeClr>
              </a:gs>
            </a:gsLst>
            <a:lin ang="3600000" scaled="0"/>
          </a:gradFill>
          <a:ln w="9525">
            <a:noFill/>
          </a:ln>
          <a:effectLst>
            <a:outerShdw blurRad="101600" dist="76200" algn="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物联网</a:t>
            </a:r>
          </a:p>
        </p:txBody>
      </p:sp>
      <p:sp>
        <p:nvSpPr>
          <p:cNvPr id="2086" name="文本框 2085">
            <a:extLst>
              <a:ext uri="{FF2B5EF4-FFF2-40B4-BE49-F238E27FC236}">
                <a16:creationId xmlns:a16="http://schemas.microsoft.com/office/drawing/2014/main" id="{5954E1C1-B6C3-02C2-BC50-D02880CAE0BE}"/>
              </a:ext>
            </a:extLst>
          </p:cNvPr>
          <p:cNvSpPr txBox="1"/>
          <p:nvPr/>
        </p:nvSpPr>
        <p:spPr>
          <a:xfrm>
            <a:off x="10121982" y="4202356"/>
            <a:ext cx="953872" cy="276999"/>
          </a:xfrm>
          <a:prstGeom prst="roundRect">
            <a:avLst>
              <a:gd name="adj" fmla="val 50000"/>
            </a:avLst>
          </a:prstGeom>
          <a:gradFill>
            <a:gsLst>
              <a:gs pos="100000">
                <a:schemeClr val="accent2"/>
              </a:gs>
              <a:gs pos="1000">
                <a:schemeClr val="accent2">
                  <a:alpha val="27000"/>
                </a:schemeClr>
              </a:gs>
            </a:gsLst>
            <a:lin ang="3600000" scaled="0"/>
          </a:gradFill>
          <a:ln w="9525">
            <a:noFill/>
          </a:ln>
          <a:effectLst>
            <a:outerShdw blurRad="101600" dist="76200" algn="r"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b="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卡口</a:t>
            </a:r>
          </a:p>
        </p:txBody>
      </p:sp>
    </p:spTree>
    <p:extLst>
      <p:ext uri="{BB962C8B-B14F-4D97-AF65-F5344CB8AC3E}">
        <p14:creationId xmlns:p14="http://schemas.microsoft.com/office/powerpoint/2010/main" val="33013201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69" name="椭圆 68">
            <a:extLst>
              <a:ext uri="{FF2B5EF4-FFF2-40B4-BE49-F238E27FC236}">
                <a16:creationId xmlns:a16="http://schemas.microsoft.com/office/drawing/2014/main" id="{B1FA6383-497C-A224-2EC7-74FE7924BD0C}"/>
              </a:ext>
            </a:extLst>
          </p:cNvPr>
          <p:cNvSpPr/>
          <p:nvPr/>
        </p:nvSpPr>
        <p:spPr>
          <a:xfrm>
            <a:off x="4883495" y="1945334"/>
            <a:ext cx="255206" cy="10445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安全分析与管理平台</a:t>
            </a:r>
            <a:endParaRPr lang="en-US" altLang="zh-CN" dirty="0"/>
          </a:p>
        </p:txBody>
      </p:sp>
      <p:sp>
        <p:nvSpPr>
          <p:cNvPr id="17" name="椭圆 16">
            <a:extLst>
              <a:ext uri="{FF2B5EF4-FFF2-40B4-BE49-F238E27FC236}">
                <a16:creationId xmlns:a16="http://schemas.microsoft.com/office/drawing/2014/main" id="{506468A3-EEC0-3170-F077-F1D6B6BE9018}"/>
              </a:ext>
            </a:extLst>
          </p:cNvPr>
          <p:cNvSpPr>
            <a:spLocks/>
          </p:cNvSpPr>
          <p:nvPr/>
        </p:nvSpPr>
        <p:spPr>
          <a:xfrm>
            <a:off x="2709125" y="1977236"/>
            <a:ext cx="4612259" cy="1173225"/>
          </a:xfrm>
          <a:prstGeom prst="ellipse">
            <a:avLst/>
          </a:prstGeom>
          <a:noFill/>
          <a:ln w="9525">
            <a:gradFill>
              <a:gsLst>
                <a:gs pos="85349">
                  <a:schemeClr val="accent2">
                    <a:alpha val="0"/>
                  </a:schemeClr>
                </a:gs>
                <a:gs pos="15800">
                  <a:srgbClr val="3045A6">
                    <a:alpha val="0"/>
                  </a:srgbClr>
                </a:gs>
                <a:gs pos="0">
                  <a:schemeClr val="accent1">
                    <a:alpha val="32000"/>
                  </a:schemeClr>
                </a:gs>
                <a:gs pos="10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a:extLst>
              <a:ext uri="{FF2B5EF4-FFF2-40B4-BE49-F238E27FC236}">
                <a16:creationId xmlns:a16="http://schemas.microsoft.com/office/drawing/2014/main" id="{446672A4-2A86-7DC3-F7E8-C9E3E779C25A}"/>
              </a:ext>
            </a:extLst>
          </p:cNvPr>
          <p:cNvSpPr>
            <a:spLocks/>
          </p:cNvSpPr>
          <p:nvPr/>
        </p:nvSpPr>
        <p:spPr>
          <a:xfrm>
            <a:off x="1729915" y="2716222"/>
            <a:ext cx="6570680" cy="1505222"/>
          </a:xfrm>
          <a:prstGeom prst="ellipse">
            <a:avLst/>
          </a:prstGeom>
          <a:noFill/>
          <a:ln w="9525">
            <a:gradFill>
              <a:gsLst>
                <a:gs pos="85349">
                  <a:schemeClr val="accent2">
                    <a:alpha val="0"/>
                  </a:schemeClr>
                </a:gs>
                <a:gs pos="15800">
                  <a:schemeClr val="accent1">
                    <a:alpha val="0"/>
                  </a:schemeClr>
                </a:gs>
                <a:gs pos="0">
                  <a:schemeClr val="accent1"/>
                </a:gs>
                <a:gs pos="10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图形 28">
            <a:extLst>
              <a:ext uri="{FF2B5EF4-FFF2-40B4-BE49-F238E27FC236}">
                <a16:creationId xmlns:a16="http://schemas.microsoft.com/office/drawing/2014/main" id="{8C167F54-62C2-EAF0-DF64-D7397C24D77F}"/>
              </a:ext>
            </a:extLst>
          </p:cNvPr>
          <p:cNvSpPr>
            <a:spLocks/>
          </p:cNvSpPr>
          <p:nvPr/>
        </p:nvSpPr>
        <p:spPr>
          <a:xfrm>
            <a:off x="1808414" y="2594732"/>
            <a:ext cx="6413681" cy="2858377"/>
          </a:xfrm>
          <a:custGeom>
            <a:avLst/>
            <a:gdLst>
              <a:gd name="connsiteX0" fmla="*/ 20029 w 1454865"/>
              <a:gd name="connsiteY0" fmla="*/ 405194 h 899683"/>
              <a:gd name="connsiteX1" fmla="*/ 707067 w 1454865"/>
              <a:gd name="connsiteY1" fmla="*/ 5429 h 899683"/>
              <a:gd name="connsiteX2" fmla="*/ 747548 w 1454865"/>
              <a:gd name="connsiteY2" fmla="*/ 5429 h 899683"/>
              <a:gd name="connsiteX3" fmla="*/ 1434872 w 1454865"/>
              <a:gd name="connsiteY3" fmla="*/ 405098 h 899683"/>
              <a:gd name="connsiteX4" fmla="*/ 1435634 w 1454865"/>
              <a:gd name="connsiteY4" fmla="*/ 474155 h 899683"/>
              <a:gd name="connsiteX5" fmla="*/ 748310 w 1454865"/>
              <a:gd name="connsiteY5" fmla="*/ 893826 h 899683"/>
              <a:gd name="connsiteX6" fmla="*/ 706400 w 1454865"/>
              <a:gd name="connsiteY6" fmla="*/ 893826 h 899683"/>
              <a:gd name="connsiteX7" fmla="*/ 19267 w 1454865"/>
              <a:gd name="connsiteY7" fmla="*/ 474250 h 899683"/>
              <a:gd name="connsiteX8" fmla="*/ 20029 w 1454865"/>
              <a:gd name="connsiteY8" fmla="*/ 405194 h 8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4865" h="899683">
                <a:moveTo>
                  <a:pt x="20029" y="405194"/>
                </a:moveTo>
                <a:lnTo>
                  <a:pt x="707067" y="5429"/>
                </a:lnTo>
                <a:cubicBezTo>
                  <a:pt x="719545" y="-1810"/>
                  <a:pt x="734975" y="-1810"/>
                  <a:pt x="747548" y="5429"/>
                </a:cubicBezTo>
                <a:lnTo>
                  <a:pt x="1434872" y="405098"/>
                </a:lnTo>
                <a:cubicBezTo>
                  <a:pt x="1461161" y="420434"/>
                  <a:pt x="1461637" y="458343"/>
                  <a:pt x="1435634" y="474155"/>
                </a:cubicBezTo>
                <a:lnTo>
                  <a:pt x="748310" y="893826"/>
                </a:lnTo>
                <a:cubicBezTo>
                  <a:pt x="735451" y="901637"/>
                  <a:pt x="719259" y="901637"/>
                  <a:pt x="706400" y="893826"/>
                </a:cubicBezTo>
                <a:lnTo>
                  <a:pt x="19267" y="474250"/>
                </a:lnTo>
                <a:cubicBezTo>
                  <a:pt x="-6737" y="458343"/>
                  <a:pt x="-6356" y="420529"/>
                  <a:pt x="20029" y="405194"/>
                </a:cubicBezTo>
                <a:close/>
              </a:path>
            </a:pathLst>
          </a:custGeom>
          <a:gradFill>
            <a:gsLst>
              <a:gs pos="15000">
                <a:schemeClr val="accent1">
                  <a:alpha val="0"/>
                </a:schemeClr>
              </a:gs>
              <a:gs pos="100000">
                <a:schemeClr val="accent1">
                  <a:alpha val="18000"/>
                </a:schemeClr>
              </a:gs>
            </a:gsLst>
            <a:lin ang="5400000" scaled="1"/>
          </a:gradFill>
          <a:ln w="9525" cap="flat">
            <a:gradFill>
              <a:gsLst>
                <a:gs pos="55000">
                  <a:schemeClr val="accent1">
                    <a:alpha val="43000"/>
                  </a:schemeClr>
                </a:gs>
                <a:gs pos="25000">
                  <a:schemeClr val="accent1">
                    <a:alpha val="0"/>
                  </a:schemeClr>
                </a:gs>
                <a:gs pos="100000">
                  <a:schemeClr val="accent1"/>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6" name="图形 28">
            <a:extLst>
              <a:ext uri="{FF2B5EF4-FFF2-40B4-BE49-F238E27FC236}">
                <a16:creationId xmlns:a16="http://schemas.microsoft.com/office/drawing/2014/main" id="{ABF03EEE-9EE4-3485-38BD-E7FC2FE2C05D}"/>
              </a:ext>
            </a:extLst>
          </p:cNvPr>
          <p:cNvSpPr>
            <a:spLocks/>
          </p:cNvSpPr>
          <p:nvPr/>
        </p:nvSpPr>
        <p:spPr>
          <a:xfrm>
            <a:off x="2589065" y="2267174"/>
            <a:ext cx="4852380" cy="2162554"/>
          </a:xfrm>
          <a:custGeom>
            <a:avLst/>
            <a:gdLst>
              <a:gd name="connsiteX0" fmla="*/ 20029 w 1454865"/>
              <a:gd name="connsiteY0" fmla="*/ 405194 h 899683"/>
              <a:gd name="connsiteX1" fmla="*/ 707067 w 1454865"/>
              <a:gd name="connsiteY1" fmla="*/ 5429 h 899683"/>
              <a:gd name="connsiteX2" fmla="*/ 747548 w 1454865"/>
              <a:gd name="connsiteY2" fmla="*/ 5429 h 899683"/>
              <a:gd name="connsiteX3" fmla="*/ 1434872 w 1454865"/>
              <a:gd name="connsiteY3" fmla="*/ 405098 h 899683"/>
              <a:gd name="connsiteX4" fmla="*/ 1435634 w 1454865"/>
              <a:gd name="connsiteY4" fmla="*/ 474155 h 899683"/>
              <a:gd name="connsiteX5" fmla="*/ 748310 w 1454865"/>
              <a:gd name="connsiteY5" fmla="*/ 893826 h 899683"/>
              <a:gd name="connsiteX6" fmla="*/ 706400 w 1454865"/>
              <a:gd name="connsiteY6" fmla="*/ 893826 h 899683"/>
              <a:gd name="connsiteX7" fmla="*/ 19267 w 1454865"/>
              <a:gd name="connsiteY7" fmla="*/ 474250 h 899683"/>
              <a:gd name="connsiteX8" fmla="*/ 20029 w 1454865"/>
              <a:gd name="connsiteY8" fmla="*/ 405194 h 8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4865" h="899683">
                <a:moveTo>
                  <a:pt x="20029" y="405194"/>
                </a:moveTo>
                <a:lnTo>
                  <a:pt x="707067" y="5429"/>
                </a:lnTo>
                <a:cubicBezTo>
                  <a:pt x="719545" y="-1810"/>
                  <a:pt x="734975" y="-1810"/>
                  <a:pt x="747548" y="5429"/>
                </a:cubicBezTo>
                <a:lnTo>
                  <a:pt x="1434872" y="405098"/>
                </a:lnTo>
                <a:cubicBezTo>
                  <a:pt x="1461161" y="420434"/>
                  <a:pt x="1461637" y="458343"/>
                  <a:pt x="1435634" y="474155"/>
                </a:cubicBezTo>
                <a:lnTo>
                  <a:pt x="748310" y="893826"/>
                </a:lnTo>
                <a:cubicBezTo>
                  <a:pt x="735451" y="901637"/>
                  <a:pt x="719259" y="901637"/>
                  <a:pt x="706400" y="893826"/>
                </a:cubicBezTo>
                <a:lnTo>
                  <a:pt x="19267" y="474250"/>
                </a:lnTo>
                <a:cubicBezTo>
                  <a:pt x="-6737" y="458343"/>
                  <a:pt x="-6356" y="420529"/>
                  <a:pt x="20029" y="405194"/>
                </a:cubicBezTo>
                <a:close/>
              </a:path>
            </a:pathLst>
          </a:custGeom>
          <a:gradFill>
            <a:gsLst>
              <a:gs pos="15000">
                <a:schemeClr val="accent1">
                  <a:alpha val="0"/>
                </a:schemeClr>
              </a:gs>
              <a:gs pos="100000">
                <a:schemeClr val="accent1">
                  <a:alpha val="18000"/>
                </a:schemeClr>
              </a:gs>
            </a:gsLst>
            <a:lin ang="5400000" scaled="1"/>
          </a:gradFill>
          <a:ln w="9525" cap="flat">
            <a:gradFill>
              <a:gsLst>
                <a:gs pos="55000">
                  <a:schemeClr val="accent1">
                    <a:alpha val="43000"/>
                  </a:schemeClr>
                </a:gs>
                <a:gs pos="25000">
                  <a:schemeClr val="accent1">
                    <a:alpha val="0"/>
                  </a:schemeClr>
                </a:gs>
                <a:gs pos="100000">
                  <a:schemeClr val="accent1"/>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7" name="图形 28">
            <a:extLst>
              <a:ext uri="{FF2B5EF4-FFF2-40B4-BE49-F238E27FC236}">
                <a16:creationId xmlns:a16="http://schemas.microsoft.com/office/drawing/2014/main" id="{221015ED-5335-69FC-E7BE-798ED525EA9D}"/>
              </a:ext>
            </a:extLst>
          </p:cNvPr>
          <p:cNvSpPr>
            <a:spLocks/>
          </p:cNvSpPr>
          <p:nvPr/>
        </p:nvSpPr>
        <p:spPr>
          <a:xfrm>
            <a:off x="3661548" y="1388429"/>
            <a:ext cx="2707412" cy="1206610"/>
          </a:xfrm>
          <a:custGeom>
            <a:avLst/>
            <a:gdLst>
              <a:gd name="connsiteX0" fmla="*/ 20029 w 1454865"/>
              <a:gd name="connsiteY0" fmla="*/ 405194 h 899683"/>
              <a:gd name="connsiteX1" fmla="*/ 707067 w 1454865"/>
              <a:gd name="connsiteY1" fmla="*/ 5429 h 899683"/>
              <a:gd name="connsiteX2" fmla="*/ 747548 w 1454865"/>
              <a:gd name="connsiteY2" fmla="*/ 5429 h 899683"/>
              <a:gd name="connsiteX3" fmla="*/ 1434872 w 1454865"/>
              <a:gd name="connsiteY3" fmla="*/ 405098 h 899683"/>
              <a:gd name="connsiteX4" fmla="*/ 1435634 w 1454865"/>
              <a:gd name="connsiteY4" fmla="*/ 474155 h 899683"/>
              <a:gd name="connsiteX5" fmla="*/ 748310 w 1454865"/>
              <a:gd name="connsiteY5" fmla="*/ 893826 h 899683"/>
              <a:gd name="connsiteX6" fmla="*/ 706400 w 1454865"/>
              <a:gd name="connsiteY6" fmla="*/ 893826 h 899683"/>
              <a:gd name="connsiteX7" fmla="*/ 19267 w 1454865"/>
              <a:gd name="connsiteY7" fmla="*/ 474250 h 899683"/>
              <a:gd name="connsiteX8" fmla="*/ 20029 w 1454865"/>
              <a:gd name="connsiteY8" fmla="*/ 405194 h 8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4865" h="899683">
                <a:moveTo>
                  <a:pt x="20029" y="405194"/>
                </a:moveTo>
                <a:lnTo>
                  <a:pt x="707067" y="5429"/>
                </a:lnTo>
                <a:cubicBezTo>
                  <a:pt x="719545" y="-1810"/>
                  <a:pt x="734975" y="-1810"/>
                  <a:pt x="747548" y="5429"/>
                </a:cubicBezTo>
                <a:lnTo>
                  <a:pt x="1434872" y="405098"/>
                </a:lnTo>
                <a:cubicBezTo>
                  <a:pt x="1461161" y="420434"/>
                  <a:pt x="1461637" y="458343"/>
                  <a:pt x="1435634" y="474155"/>
                </a:cubicBezTo>
                <a:lnTo>
                  <a:pt x="748310" y="893826"/>
                </a:lnTo>
                <a:cubicBezTo>
                  <a:pt x="735451" y="901637"/>
                  <a:pt x="719259" y="901637"/>
                  <a:pt x="706400" y="893826"/>
                </a:cubicBezTo>
                <a:lnTo>
                  <a:pt x="19267" y="474250"/>
                </a:lnTo>
                <a:cubicBezTo>
                  <a:pt x="-6737" y="458343"/>
                  <a:pt x="-6356" y="420529"/>
                  <a:pt x="20029" y="405194"/>
                </a:cubicBezTo>
                <a:close/>
              </a:path>
            </a:pathLst>
          </a:custGeom>
          <a:gradFill>
            <a:gsLst>
              <a:gs pos="15000">
                <a:schemeClr val="accent1">
                  <a:alpha val="0"/>
                </a:schemeClr>
              </a:gs>
              <a:gs pos="100000">
                <a:schemeClr val="accent1">
                  <a:alpha val="18000"/>
                </a:schemeClr>
              </a:gs>
            </a:gsLst>
            <a:lin ang="5400000" scaled="1"/>
          </a:gradFill>
          <a:ln w="9525" cap="flat">
            <a:gradFill>
              <a:gsLst>
                <a:gs pos="55000">
                  <a:schemeClr val="accent1">
                    <a:alpha val="43000"/>
                  </a:schemeClr>
                </a:gs>
                <a:gs pos="25000">
                  <a:schemeClr val="accent1">
                    <a:alpha val="0"/>
                  </a:schemeClr>
                </a:gs>
                <a:gs pos="100000">
                  <a:schemeClr val="accent1"/>
                </a:gs>
              </a:gsLst>
              <a:lin ang="5400000" scaled="1"/>
            </a:gradFill>
            <a:prstDash val="solid"/>
            <a:miter/>
          </a:ln>
        </p:spPr>
        <p:txBody>
          <a:bodyPr rtlCol="0" anchor="ctr"/>
          <a:lstStyle/>
          <a:p>
            <a:endParaRPr lang="zh-CN" altLang="en-US" dirty="0"/>
          </a:p>
        </p:txBody>
      </p:sp>
      <p:sp>
        <p:nvSpPr>
          <p:cNvPr id="38" name="图形 28">
            <a:extLst>
              <a:ext uri="{FF2B5EF4-FFF2-40B4-BE49-F238E27FC236}">
                <a16:creationId xmlns:a16="http://schemas.microsoft.com/office/drawing/2014/main" id="{9222E1A5-3A75-BE31-948B-9ADF78DBD872}"/>
              </a:ext>
            </a:extLst>
          </p:cNvPr>
          <p:cNvSpPr>
            <a:spLocks/>
          </p:cNvSpPr>
          <p:nvPr/>
        </p:nvSpPr>
        <p:spPr>
          <a:xfrm>
            <a:off x="3203321" y="1866748"/>
            <a:ext cx="3623869" cy="1615046"/>
          </a:xfrm>
          <a:custGeom>
            <a:avLst/>
            <a:gdLst>
              <a:gd name="connsiteX0" fmla="*/ 20029 w 1454865"/>
              <a:gd name="connsiteY0" fmla="*/ 405194 h 899683"/>
              <a:gd name="connsiteX1" fmla="*/ 707067 w 1454865"/>
              <a:gd name="connsiteY1" fmla="*/ 5429 h 899683"/>
              <a:gd name="connsiteX2" fmla="*/ 747548 w 1454865"/>
              <a:gd name="connsiteY2" fmla="*/ 5429 h 899683"/>
              <a:gd name="connsiteX3" fmla="*/ 1434872 w 1454865"/>
              <a:gd name="connsiteY3" fmla="*/ 405098 h 899683"/>
              <a:gd name="connsiteX4" fmla="*/ 1435634 w 1454865"/>
              <a:gd name="connsiteY4" fmla="*/ 474155 h 899683"/>
              <a:gd name="connsiteX5" fmla="*/ 748310 w 1454865"/>
              <a:gd name="connsiteY5" fmla="*/ 893826 h 899683"/>
              <a:gd name="connsiteX6" fmla="*/ 706400 w 1454865"/>
              <a:gd name="connsiteY6" fmla="*/ 893826 h 899683"/>
              <a:gd name="connsiteX7" fmla="*/ 19267 w 1454865"/>
              <a:gd name="connsiteY7" fmla="*/ 474250 h 899683"/>
              <a:gd name="connsiteX8" fmla="*/ 20029 w 1454865"/>
              <a:gd name="connsiteY8" fmla="*/ 405194 h 8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4865" h="899683">
                <a:moveTo>
                  <a:pt x="20029" y="405194"/>
                </a:moveTo>
                <a:lnTo>
                  <a:pt x="707067" y="5429"/>
                </a:lnTo>
                <a:cubicBezTo>
                  <a:pt x="719545" y="-1810"/>
                  <a:pt x="734975" y="-1810"/>
                  <a:pt x="747548" y="5429"/>
                </a:cubicBezTo>
                <a:lnTo>
                  <a:pt x="1434872" y="405098"/>
                </a:lnTo>
                <a:cubicBezTo>
                  <a:pt x="1461161" y="420434"/>
                  <a:pt x="1461637" y="458343"/>
                  <a:pt x="1435634" y="474155"/>
                </a:cubicBezTo>
                <a:lnTo>
                  <a:pt x="748310" y="893826"/>
                </a:lnTo>
                <a:cubicBezTo>
                  <a:pt x="735451" y="901637"/>
                  <a:pt x="719259" y="901637"/>
                  <a:pt x="706400" y="893826"/>
                </a:cubicBezTo>
                <a:lnTo>
                  <a:pt x="19267" y="474250"/>
                </a:lnTo>
                <a:cubicBezTo>
                  <a:pt x="-6737" y="458343"/>
                  <a:pt x="-6356" y="420529"/>
                  <a:pt x="20029" y="405194"/>
                </a:cubicBezTo>
                <a:close/>
              </a:path>
            </a:pathLst>
          </a:custGeom>
          <a:gradFill>
            <a:gsLst>
              <a:gs pos="15000">
                <a:schemeClr val="accent1">
                  <a:alpha val="0"/>
                </a:schemeClr>
              </a:gs>
              <a:gs pos="100000">
                <a:schemeClr val="accent1">
                  <a:alpha val="18000"/>
                </a:schemeClr>
              </a:gs>
            </a:gsLst>
            <a:lin ang="5400000" scaled="1"/>
          </a:gradFill>
          <a:ln w="9525" cap="flat">
            <a:gradFill>
              <a:gsLst>
                <a:gs pos="55000">
                  <a:schemeClr val="accent1">
                    <a:alpha val="43000"/>
                  </a:schemeClr>
                </a:gs>
                <a:gs pos="25000">
                  <a:schemeClr val="accent1">
                    <a:alpha val="0"/>
                  </a:schemeClr>
                </a:gs>
                <a:gs pos="100000">
                  <a:schemeClr val="accent1"/>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1" name="图形 28">
            <a:extLst>
              <a:ext uri="{FF2B5EF4-FFF2-40B4-BE49-F238E27FC236}">
                <a16:creationId xmlns:a16="http://schemas.microsoft.com/office/drawing/2014/main" id="{994E9547-C1F2-84A8-9643-DB0766B809A3}"/>
              </a:ext>
            </a:extLst>
          </p:cNvPr>
          <p:cNvSpPr>
            <a:spLocks/>
          </p:cNvSpPr>
          <p:nvPr/>
        </p:nvSpPr>
        <p:spPr>
          <a:xfrm>
            <a:off x="1808414" y="3199523"/>
            <a:ext cx="6413681" cy="2858377"/>
          </a:xfrm>
          <a:custGeom>
            <a:avLst/>
            <a:gdLst>
              <a:gd name="connsiteX0" fmla="*/ 20029 w 1454865"/>
              <a:gd name="connsiteY0" fmla="*/ 405194 h 899683"/>
              <a:gd name="connsiteX1" fmla="*/ 707067 w 1454865"/>
              <a:gd name="connsiteY1" fmla="*/ 5429 h 899683"/>
              <a:gd name="connsiteX2" fmla="*/ 747548 w 1454865"/>
              <a:gd name="connsiteY2" fmla="*/ 5429 h 899683"/>
              <a:gd name="connsiteX3" fmla="*/ 1434872 w 1454865"/>
              <a:gd name="connsiteY3" fmla="*/ 405098 h 899683"/>
              <a:gd name="connsiteX4" fmla="*/ 1435634 w 1454865"/>
              <a:gd name="connsiteY4" fmla="*/ 474155 h 899683"/>
              <a:gd name="connsiteX5" fmla="*/ 748310 w 1454865"/>
              <a:gd name="connsiteY5" fmla="*/ 893826 h 899683"/>
              <a:gd name="connsiteX6" fmla="*/ 706400 w 1454865"/>
              <a:gd name="connsiteY6" fmla="*/ 893826 h 899683"/>
              <a:gd name="connsiteX7" fmla="*/ 19267 w 1454865"/>
              <a:gd name="connsiteY7" fmla="*/ 474250 h 899683"/>
              <a:gd name="connsiteX8" fmla="*/ 20029 w 1454865"/>
              <a:gd name="connsiteY8" fmla="*/ 405194 h 89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4865" h="899683">
                <a:moveTo>
                  <a:pt x="20029" y="405194"/>
                </a:moveTo>
                <a:lnTo>
                  <a:pt x="707067" y="5429"/>
                </a:lnTo>
                <a:cubicBezTo>
                  <a:pt x="719545" y="-1810"/>
                  <a:pt x="734975" y="-1810"/>
                  <a:pt x="747548" y="5429"/>
                </a:cubicBezTo>
                <a:lnTo>
                  <a:pt x="1434872" y="405098"/>
                </a:lnTo>
                <a:cubicBezTo>
                  <a:pt x="1461161" y="420434"/>
                  <a:pt x="1461637" y="458343"/>
                  <a:pt x="1435634" y="474155"/>
                </a:cubicBezTo>
                <a:lnTo>
                  <a:pt x="748310" y="893826"/>
                </a:lnTo>
                <a:cubicBezTo>
                  <a:pt x="735451" y="901637"/>
                  <a:pt x="719259" y="901637"/>
                  <a:pt x="706400" y="893826"/>
                </a:cubicBezTo>
                <a:lnTo>
                  <a:pt x="19267" y="474250"/>
                </a:lnTo>
                <a:cubicBezTo>
                  <a:pt x="-6737" y="458343"/>
                  <a:pt x="-6356" y="420529"/>
                  <a:pt x="20029" y="405194"/>
                </a:cubicBezTo>
                <a:close/>
              </a:path>
            </a:pathLst>
          </a:custGeom>
          <a:noFill/>
          <a:ln w="9525" cap="flat">
            <a:gradFill>
              <a:gsLst>
                <a:gs pos="55000">
                  <a:schemeClr val="accent1">
                    <a:alpha val="43000"/>
                  </a:schemeClr>
                </a:gs>
                <a:gs pos="25000">
                  <a:schemeClr val="accent1">
                    <a:alpha val="0"/>
                  </a:schemeClr>
                </a:gs>
                <a:gs pos="100000">
                  <a:schemeClr val="accent1"/>
                </a:gs>
              </a:gsLst>
              <a:lin ang="5400000" scaled="1"/>
            </a:gradFill>
            <a:prstDash val="solid"/>
            <a:miter/>
          </a:ln>
        </p:spPr>
        <p:txBody>
          <a:bodyPr rtlCol="0" anchor="ctr"/>
          <a:lstStyle/>
          <a:p>
            <a:endParaRPr lang="zh-CN" altLang="en-US" dirty="0"/>
          </a:p>
        </p:txBody>
      </p:sp>
      <p:sp>
        <p:nvSpPr>
          <p:cNvPr id="39" name="图形 31">
            <a:extLst>
              <a:ext uri="{FF2B5EF4-FFF2-40B4-BE49-F238E27FC236}">
                <a16:creationId xmlns:a16="http://schemas.microsoft.com/office/drawing/2014/main" id="{6101D36E-B48F-2970-AECE-0EFE33F1A7F7}"/>
              </a:ext>
            </a:extLst>
          </p:cNvPr>
          <p:cNvSpPr/>
          <p:nvPr/>
        </p:nvSpPr>
        <p:spPr>
          <a:xfrm>
            <a:off x="4032925" y="1715479"/>
            <a:ext cx="1960504" cy="885182"/>
          </a:xfrm>
          <a:custGeom>
            <a:avLst/>
            <a:gdLst>
              <a:gd name="connsiteX0" fmla="*/ 625354 w 1219898"/>
              <a:gd name="connsiteY0" fmla="*/ 4120 h 738150"/>
              <a:gd name="connsiteX1" fmla="*/ 1205858 w 1219898"/>
              <a:gd name="connsiteY1" fmla="*/ 345130 h 738150"/>
              <a:gd name="connsiteX2" fmla="*/ 1205858 w 1219898"/>
              <a:gd name="connsiteY2" fmla="*/ 393020 h 738150"/>
              <a:gd name="connsiteX3" fmla="*/ 625354 w 1219898"/>
              <a:gd name="connsiteY3" fmla="*/ 734030 h 738150"/>
              <a:gd name="connsiteX4" fmla="*/ 594545 w 1219898"/>
              <a:gd name="connsiteY4" fmla="*/ 734030 h 738150"/>
              <a:gd name="connsiteX5" fmla="*/ 14041 w 1219898"/>
              <a:gd name="connsiteY5" fmla="*/ 392880 h 738150"/>
              <a:gd name="connsiteX6" fmla="*/ 14041 w 1219898"/>
              <a:gd name="connsiteY6" fmla="*/ 344989 h 738150"/>
              <a:gd name="connsiteX7" fmla="*/ 594545 w 1219898"/>
              <a:gd name="connsiteY7" fmla="*/ 4120 h 738150"/>
              <a:gd name="connsiteX8" fmla="*/ 625354 w 1219898"/>
              <a:gd name="connsiteY8" fmla="*/ 4120 h 7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898" h="738150">
                <a:moveTo>
                  <a:pt x="625354" y="4120"/>
                </a:moveTo>
                <a:lnTo>
                  <a:pt x="1205858" y="345130"/>
                </a:lnTo>
                <a:cubicBezTo>
                  <a:pt x="1224579" y="356116"/>
                  <a:pt x="1224579" y="382034"/>
                  <a:pt x="1205858" y="393020"/>
                </a:cubicBezTo>
                <a:lnTo>
                  <a:pt x="625354" y="734030"/>
                </a:lnTo>
                <a:cubicBezTo>
                  <a:pt x="615919" y="739523"/>
                  <a:pt x="603979" y="739523"/>
                  <a:pt x="594545" y="734030"/>
                </a:cubicBezTo>
                <a:lnTo>
                  <a:pt x="14041" y="392880"/>
                </a:lnTo>
                <a:cubicBezTo>
                  <a:pt x="-4680" y="381893"/>
                  <a:pt x="-4680" y="355976"/>
                  <a:pt x="14041" y="344989"/>
                </a:cubicBezTo>
                <a:lnTo>
                  <a:pt x="594545" y="4120"/>
                </a:lnTo>
                <a:cubicBezTo>
                  <a:pt x="603979" y="-1373"/>
                  <a:pt x="615919" y="-1373"/>
                  <a:pt x="625354" y="4120"/>
                </a:cubicBezTo>
                <a:close/>
              </a:path>
            </a:pathLst>
          </a:custGeom>
          <a:gradFill>
            <a:gsLst>
              <a:gs pos="0">
                <a:schemeClr val="accent2">
                  <a:alpha val="0"/>
                </a:schemeClr>
              </a:gs>
              <a:gs pos="100000">
                <a:schemeClr val="accent2">
                  <a:alpha val="50000"/>
                </a:schemeClr>
              </a:gs>
            </a:gsLst>
            <a:lin ang="5400000" scaled="1"/>
          </a:gradFill>
          <a:ln w="13267" cap="flat">
            <a:noFill/>
            <a:prstDash val="solid"/>
            <a:miter/>
          </a:ln>
        </p:spPr>
        <p:txBody>
          <a:bodyPr rtlCol="0" anchor="ctr"/>
          <a:lstStyle/>
          <a:p>
            <a:endParaRPr lang="zh-CN" altLang="en-US"/>
          </a:p>
        </p:txBody>
      </p:sp>
      <p:sp>
        <p:nvSpPr>
          <p:cNvPr id="40" name="图形 34">
            <a:extLst>
              <a:ext uri="{FF2B5EF4-FFF2-40B4-BE49-F238E27FC236}">
                <a16:creationId xmlns:a16="http://schemas.microsoft.com/office/drawing/2014/main" id="{982F454F-B74A-B36D-EEC7-BF519A0D277A}"/>
              </a:ext>
            </a:extLst>
          </p:cNvPr>
          <p:cNvSpPr/>
          <p:nvPr/>
        </p:nvSpPr>
        <p:spPr>
          <a:xfrm>
            <a:off x="4032924" y="4076777"/>
            <a:ext cx="1960505" cy="885183"/>
          </a:xfrm>
          <a:custGeom>
            <a:avLst/>
            <a:gdLst>
              <a:gd name="connsiteX0" fmla="*/ 625354 w 1219898"/>
              <a:gd name="connsiteY0" fmla="*/ 4120 h 738150"/>
              <a:gd name="connsiteX1" fmla="*/ 1205858 w 1219898"/>
              <a:gd name="connsiteY1" fmla="*/ 345130 h 738150"/>
              <a:gd name="connsiteX2" fmla="*/ 1205858 w 1219898"/>
              <a:gd name="connsiteY2" fmla="*/ 393020 h 738150"/>
              <a:gd name="connsiteX3" fmla="*/ 625354 w 1219898"/>
              <a:gd name="connsiteY3" fmla="*/ 734030 h 738150"/>
              <a:gd name="connsiteX4" fmla="*/ 594545 w 1219898"/>
              <a:gd name="connsiteY4" fmla="*/ 734030 h 738150"/>
              <a:gd name="connsiteX5" fmla="*/ 14041 w 1219898"/>
              <a:gd name="connsiteY5" fmla="*/ 392880 h 738150"/>
              <a:gd name="connsiteX6" fmla="*/ 14041 w 1219898"/>
              <a:gd name="connsiteY6" fmla="*/ 344989 h 738150"/>
              <a:gd name="connsiteX7" fmla="*/ 594545 w 1219898"/>
              <a:gd name="connsiteY7" fmla="*/ 4120 h 738150"/>
              <a:gd name="connsiteX8" fmla="*/ 625354 w 1219898"/>
              <a:gd name="connsiteY8" fmla="*/ 4120 h 7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898" h="738150">
                <a:moveTo>
                  <a:pt x="625354" y="4120"/>
                </a:moveTo>
                <a:lnTo>
                  <a:pt x="1205858" y="345130"/>
                </a:lnTo>
                <a:cubicBezTo>
                  <a:pt x="1224579" y="356116"/>
                  <a:pt x="1224579" y="382034"/>
                  <a:pt x="1205858" y="393020"/>
                </a:cubicBezTo>
                <a:lnTo>
                  <a:pt x="625354" y="734030"/>
                </a:lnTo>
                <a:cubicBezTo>
                  <a:pt x="615919" y="739523"/>
                  <a:pt x="603979" y="739523"/>
                  <a:pt x="594545" y="734030"/>
                </a:cubicBezTo>
                <a:lnTo>
                  <a:pt x="14041" y="392880"/>
                </a:lnTo>
                <a:cubicBezTo>
                  <a:pt x="-4680" y="381893"/>
                  <a:pt x="-4680" y="355976"/>
                  <a:pt x="14041" y="344989"/>
                </a:cubicBezTo>
                <a:lnTo>
                  <a:pt x="594545" y="4120"/>
                </a:lnTo>
                <a:cubicBezTo>
                  <a:pt x="603979" y="-1373"/>
                  <a:pt x="615919" y="-1373"/>
                  <a:pt x="625354" y="4120"/>
                </a:cubicBezTo>
                <a:close/>
              </a:path>
            </a:pathLst>
          </a:custGeom>
          <a:gradFill>
            <a:gsLst>
              <a:gs pos="0">
                <a:schemeClr val="accent2">
                  <a:alpha val="0"/>
                </a:schemeClr>
              </a:gs>
              <a:gs pos="100000">
                <a:schemeClr val="accent2">
                  <a:alpha val="50000"/>
                </a:schemeClr>
              </a:gs>
            </a:gsLst>
            <a:lin ang="5400000" scaled="1"/>
          </a:gradFill>
          <a:ln w="1326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8" name="椭圆 47">
            <a:extLst>
              <a:ext uri="{FF2B5EF4-FFF2-40B4-BE49-F238E27FC236}">
                <a16:creationId xmlns:a16="http://schemas.microsoft.com/office/drawing/2014/main" id="{B0E2A119-BAF5-26DE-0450-F95EFAD9DF8D}"/>
              </a:ext>
            </a:extLst>
          </p:cNvPr>
          <p:cNvSpPr>
            <a:spLocks/>
          </p:cNvSpPr>
          <p:nvPr/>
        </p:nvSpPr>
        <p:spPr>
          <a:xfrm>
            <a:off x="4458968" y="1466865"/>
            <a:ext cx="1104261" cy="280892"/>
          </a:xfrm>
          <a:prstGeom prst="ellipse">
            <a:avLst/>
          </a:prstGeom>
          <a:noFill/>
          <a:ln w="9525">
            <a:gradFill>
              <a:gsLst>
                <a:gs pos="100000">
                  <a:schemeClr val="accent1">
                    <a:alpha val="0"/>
                  </a:schemeClr>
                </a:gs>
                <a:gs pos="89000">
                  <a:schemeClr val="accent1">
                    <a:alpha val="0"/>
                  </a:schemeClr>
                </a:gs>
                <a:gs pos="0">
                  <a:schemeClr val="accent1"/>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椭圆 48">
            <a:extLst>
              <a:ext uri="{FF2B5EF4-FFF2-40B4-BE49-F238E27FC236}">
                <a16:creationId xmlns:a16="http://schemas.microsoft.com/office/drawing/2014/main" id="{2356A3B5-AAB8-FB7C-9E87-987E70668D39}"/>
              </a:ext>
            </a:extLst>
          </p:cNvPr>
          <p:cNvSpPr>
            <a:spLocks/>
          </p:cNvSpPr>
          <p:nvPr/>
        </p:nvSpPr>
        <p:spPr>
          <a:xfrm>
            <a:off x="4210835" y="1642471"/>
            <a:ext cx="1608842" cy="409242"/>
          </a:xfrm>
          <a:prstGeom prst="ellipse">
            <a:avLst/>
          </a:prstGeom>
          <a:noFill/>
          <a:ln w="9525">
            <a:gradFill>
              <a:gsLst>
                <a:gs pos="88000">
                  <a:schemeClr val="accent1">
                    <a:alpha val="0"/>
                  </a:schemeClr>
                </a:gs>
                <a:gs pos="55000">
                  <a:schemeClr val="accent1">
                    <a:alpha val="0"/>
                  </a:schemeClr>
                </a:gs>
                <a:gs pos="0">
                  <a:schemeClr val="accent1">
                    <a:alpha val="59000"/>
                  </a:schemeClr>
                </a:gs>
              </a:gsLst>
              <a:lin ang="156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7" name="组合 56">
            <a:extLst>
              <a:ext uri="{FF2B5EF4-FFF2-40B4-BE49-F238E27FC236}">
                <a16:creationId xmlns:a16="http://schemas.microsoft.com/office/drawing/2014/main" id="{BD005789-21FA-9D0C-A4FF-033D74ED66B5}"/>
              </a:ext>
            </a:extLst>
          </p:cNvPr>
          <p:cNvGrpSpPr/>
          <p:nvPr/>
        </p:nvGrpSpPr>
        <p:grpSpPr>
          <a:xfrm>
            <a:off x="4035227" y="2180166"/>
            <a:ext cx="1958202" cy="2787070"/>
            <a:chOff x="8404431" y="-1621845"/>
            <a:chExt cx="1958202" cy="2787070"/>
          </a:xfrm>
          <a:gradFill>
            <a:gsLst>
              <a:gs pos="0">
                <a:schemeClr val="accent2">
                  <a:alpha val="0"/>
                </a:schemeClr>
              </a:gs>
              <a:gs pos="100000">
                <a:schemeClr val="accent2">
                  <a:alpha val="50000"/>
                </a:schemeClr>
              </a:gs>
            </a:gsLst>
            <a:lin ang="5400000" scaled="1"/>
          </a:gradFill>
        </p:grpSpPr>
        <p:sp>
          <p:nvSpPr>
            <p:cNvPr id="55" name="平行四边形 54">
              <a:extLst>
                <a:ext uri="{FF2B5EF4-FFF2-40B4-BE49-F238E27FC236}">
                  <a16:creationId xmlns:a16="http://schemas.microsoft.com/office/drawing/2014/main" id="{687B0C3F-9725-0FDA-FF3B-17186824F45A}"/>
                </a:ext>
              </a:extLst>
            </p:cNvPr>
            <p:cNvSpPr/>
            <p:nvPr/>
          </p:nvSpPr>
          <p:spPr>
            <a:xfrm rot="5400000" flipH="1">
              <a:off x="8480011" y="-717397"/>
              <a:ext cx="2787070" cy="978174"/>
            </a:xfrm>
            <a:prstGeom prst="parallelogram">
              <a:avLst>
                <a:gd name="adj" fmla="val 43557"/>
              </a:avLst>
            </a:prstGeom>
            <a:grp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solidFill>
                  <a:schemeClr val="tx1"/>
                </a:solidFill>
              </a:endParaRPr>
            </a:p>
          </p:txBody>
        </p:sp>
        <p:sp>
          <p:nvSpPr>
            <p:cNvPr id="56" name="平行四边形 55">
              <a:extLst>
                <a:ext uri="{FF2B5EF4-FFF2-40B4-BE49-F238E27FC236}">
                  <a16:creationId xmlns:a16="http://schemas.microsoft.com/office/drawing/2014/main" id="{87385448-88B0-4914-F8C3-4FD077076F98}"/>
                </a:ext>
              </a:extLst>
            </p:cNvPr>
            <p:cNvSpPr/>
            <p:nvPr/>
          </p:nvSpPr>
          <p:spPr>
            <a:xfrm rot="16200000">
              <a:off x="7499983" y="-717397"/>
              <a:ext cx="2787070" cy="978174"/>
            </a:xfrm>
            <a:prstGeom prst="parallelogram">
              <a:avLst>
                <a:gd name="adj" fmla="val 43882"/>
              </a:avLst>
            </a:prstGeom>
            <a:grp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solidFill>
                  <a:schemeClr val="tx1"/>
                </a:solidFill>
              </a:endParaRPr>
            </a:p>
          </p:txBody>
        </p:sp>
      </p:grpSp>
      <p:grpSp>
        <p:nvGrpSpPr>
          <p:cNvPr id="58" name="组合 57">
            <a:extLst>
              <a:ext uri="{FF2B5EF4-FFF2-40B4-BE49-F238E27FC236}">
                <a16:creationId xmlns:a16="http://schemas.microsoft.com/office/drawing/2014/main" id="{F7992864-BBB5-4561-84DA-83C37E3F53DF}"/>
              </a:ext>
            </a:extLst>
          </p:cNvPr>
          <p:cNvGrpSpPr/>
          <p:nvPr/>
        </p:nvGrpSpPr>
        <p:grpSpPr>
          <a:xfrm>
            <a:off x="4035227" y="2180167"/>
            <a:ext cx="1958202" cy="2787070"/>
            <a:chOff x="5115971" y="2256366"/>
            <a:chExt cx="1958202" cy="2787070"/>
          </a:xfrm>
        </p:grpSpPr>
        <p:sp>
          <p:nvSpPr>
            <p:cNvPr id="26" name="平行四边形 25">
              <a:extLst>
                <a:ext uri="{FF2B5EF4-FFF2-40B4-BE49-F238E27FC236}">
                  <a16:creationId xmlns:a16="http://schemas.microsoft.com/office/drawing/2014/main" id="{303F5A06-39B7-66D5-A94D-A3B96A95FF5A}"/>
                </a:ext>
              </a:extLst>
            </p:cNvPr>
            <p:cNvSpPr/>
            <p:nvPr/>
          </p:nvSpPr>
          <p:spPr>
            <a:xfrm rot="5400000" flipH="1">
              <a:off x="5191551" y="3160814"/>
              <a:ext cx="2787070" cy="978174"/>
            </a:xfrm>
            <a:prstGeom prst="parallelogram">
              <a:avLst>
                <a:gd name="adj" fmla="val 43557"/>
              </a:avLst>
            </a:prstGeom>
            <a:gradFill>
              <a:gsLst>
                <a:gs pos="76000">
                  <a:schemeClr val="accent2">
                    <a:alpha val="27000"/>
                  </a:schemeClr>
                </a:gs>
                <a:gs pos="0">
                  <a:schemeClr val="accent2">
                    <a:alpha val="0"/>
                  </a:schemeClr>
                </a:gs>
                <a:gs pos="100000">
                  <a:schemeClr val="tx1">
                    <a:alpha val="50000"/>
                  </a:schemeClr>
                </a:gs>
              </a:gsLst>
              <a:lin ang="540000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solidFill>
                  <a:schemeClr val="tx1"/>
                </a:solidFill>
              </a:endParaRPr>
            </a:p>
          </p:txBody>
        </p:sp>
        <p:sp>
          <p:nvSpPr>
            <p:cNvPr id="45" name="平行四边形 44">
              <a:extLst>
                <a:ext uri="{FF2B5EF4-FFF2-40B4-BE49-F238E27FC236}">
                  <a16:creationId xmlns:a16="http://schemas.microsoft.com/office/drawing/2014/main" id="{224EDBFC-7768-648C-FA47-25574D68802C}"/>
                </a:ext>
              </a:extLst>
            </p:cNvPr>
            <p:cNvSpPr/>
            <p:nvPr/>
          </p:nvSpPr>
          <p:spPr>
            <a:xfrm rot="16200000">
              <a:off x="4211523" y="3160814"/>
              <a:ext cx="2787070" cy="978174"/>
            </a:xfrm>
            <a:prstGeom prst="parallelogram">
              <a:avLst>
                <a:gd name="adj" fmla="val 43882"/>
              </a:avLst>
            </a:prstGeom>
            <a:gradFill>
              <a:gsLst>
                <a:gs pos="76000">
                  <a:schemeClr val="accent2">
                    <a:alpha val="27000"/>
                  </a:schemeClr>
                </a:gs>
                <a:gs pos="0">
                  <a:schemeClr val="accent2">
                    <a:alpha val="0"/>
                  </a:schemeClr>
                </a:gs>
                <a:gs pos="100000">
                  <a:schemeClr val="tx1">
                    <a:alpha val="50000"/>
                  </a:schemeClr>
                </a:gs>
              </a:gsLst>
              <a:lin ang="5400000" scaled="1"/>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grpSp>
        <p:nvGrpSpPr>
          <p:cNvPr id="62" name="组合 61">
            <a:extLst>
              <a:ext uri="{FF2B5EF4-FFF2-40B4-BE49-F238E27FC236}">
                <a16:creationId xmlns:a16="http://schemas.microsoft.com/office/drawing/2014/main" id="{56010AC3-6E76-8234-AFCA-67FD4C7B6994}"/>
              </a:ext>
            </a:extLst>
          </p:cNvPr>
          <p:cNvGrpSpPr/>
          <p:nvPr/>
        </p:nvGrpSpPr>
        <p:grpSpPr>
          <a:xfrm>
            <a:off x="7095100" y="2277345"/>
            <a:ext cx="151474" cy="151474"/>
            <a:chOff x="9300986" y="2277807"/>
            <a:chExt cx="151474" cy="151474"/>
          </a:xfrm>
        </p:grpSpPr>
        <p:sp>
          <p:nvSpPr>
            <p:cNvPr id="59" name="椭圆 58">
              <a:extLst>
                <a:ext uri="{FF2B5EF4-FFF2-40B4-BE49-F238E27FC236}">
                  <a16:creationId xmlns:a16="http://schemas.microsoft.com/office/drawing/2014/main" id="{A6B81AF2-05A3-DD23-185A-E76DE25D5C49}"/>
                </a:ext>
              </a:extLst>
            </p:cNvPr>
            <p:cNvSpPr/>
            <p:nvPr/>
          </p:nvSpPr>
          <p:spPr>
            <a:xfrm>
              <a:off x="9300986" y="2277807"/>
              <a:ext cx="151474" cy="15147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61" name="椭圆 60">
              <a:extLst>
                <a:ext uri="{FF2B5EF4-FFF2-40B4-BE49-F238E27FC236}">
                  <a16:creationId xmlns:a16="http://schemas.microsoft.com/office/drawing/2014/main" id="{308781B0-A84C-5F04-DE5F-ADF57BA5130E}"/>
                </a:ext>
              </a:extLst>
            </p:cNvPr>
            <p:cNvSpPr/>
            <p:nvPr/>
          </p:nvSpPr>
          <p:spPr>
            <a:xfrm>
              <a:off x="9300986" y="2277807"/>
              <a:ext cx="151474" cy="151474"/>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000" b="1" dirty="0"/>
            </a:p>
          </p:txBody>
        </p:sp>
      </p:grpSp>
      <p:grpSp>
        <p:nvGrpSpPr>
          <p:cNvPr id="63" name="组合 62">
            <a:extLst>
              <a:ext uri="{FF2B5EF4-FFF2-40B4-BE49-F238E27FC236}">
                <a16:creationId xmlns:a16="http://schemas.microsoft.com/office/drawing/2014/main" id="{29B5B7E5-79B6-31AD-F4C4-CACDBC4FEC14}"/>
              </a:ext>
            </a:extLst>
          </p:cNvPr>
          <p:cNvGrpSpPr/>
          <p:nvPr/>
        </p:nvGrpSpPr>
        <p:grpSpPr>
          <a:xfrm>
            <a:off x="8114717" y="3573700"/>
            <a:ext cx="151474" cy="151474"/>
            <a:chOff x="9300986" y="2277807"/>
            <a:chExt cx="151474" cy="151474"/>
          </a:xfrm>
        </p:grpSpPr>
        <p:sp>
          <p:nvSpPr>
            <p:cNvPr id="64" name="椭圆 63">
              <a:extLst>
                <a:ext uri="{FF2B5EF4-FFF2-40B4-BE49-F238E27FC236}">
                  <a16:creationId xmlns:a16="http://schemas.microsoft.com/office/drawing/2014/main" id="{6AE193F0-A7CD-3556-D641-71BE6B9664A0}"/>
                </a:ext>
              </a:extLst>
            </p:cNvPr>
            <p:cNvSpPr/>
            <p:nvPr/>
          </p:nvSpPr>
          <p:spPr>
            <a:xfrm>
              <a:off x="9300986" y="2277807"/>
              <a:ext cx="151474" cy="15147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65" name="椭圆 64">
              <a:extLst>
                <a:ext uri="{FF2B5EF4-FFF2-40B4-BE49-F238E27FC236}">
                  <a16:creationId xmlns:a16="http://schemas.microsoft.com/office/drawing/2014/main" id="{6C91ADBB-0DB1-CDC6-A092-B2DAA6A96879}"/>
                </a:ext>
              </a:extLst>
            </p:cNvPr>
            <p:cNvSpPr/>
            <p:nvPr/>
          </p:nvSpPr>
          <p:spPr>
            <a:xfrm>
              <a:off x="9300986" y="2277807"/>
              <a:ext cx="151474" cy="151474"/>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000" b="1" dirty="0"/>
            </a:p>
          </p:txBody>
        </p:sp>
      </p:grpSp>
      <p:grpSp>
        <p:nvGrpSpPr>
          <p:cNvPr id="66" name="组合 65">
            <a:extLst>
              <a:ext uri="{FF2B5EF4-FFF2-40B4-BE49-F238E27FC236}">
                <a16:creationId xmlns:a16="http://schemas.microsoft.com/office/drawing/2014/main" id="{2575D104-5383-E789-0938-280C1080866B}"/>
              </a:ext>
            </a:extLst>
          </p:cNvPr>
          <p:cNvGrpSpPr/>
          <p:nvPr/>
        </p:nvGrpSpPr>
        <p:grpSpPr>
          <a:xfrm>
            <a:off x="2137797" y="3781426"/>
            <a:ext cx="151474" cy="151474"/>
            <a:chOff x="9300986" y="2277807"/>
            <a:chExt cx="151474" cy="151474"/>
          </a:xfrm>
        </p:grpSpPr>
        <p:sp>
          <p:nvSpPr>
            <p:cNvPr id="67" name="椭圆 66">
              <a:extLst>
                <a:ext uri="{FF2B5EF4-FFF2-40B4-BE49-F238E27FC236}">
                  <a16:creationId xmlns:a16="http://schemas.microsoft.com/office/drawing/2014/main" id="{06E0EE42-1518-6D53-9C68-20BC8BD54B2C}"/>
                </a:ext>
              </a:extLst>
            </p:cNvPr>
            <p:cNvSpPr/>
            <p:nvPr/>
          </p:nvSpPr>
          <p:spPr>
            <a:xfrm>
              <a:off x="9300986" y="2277807"/>
              <a:ext cx="151474" cy="151474"/>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68" name="椭圆 67">
              <a:extLst>
                <a:ext uri="{FF2B5EF4-FFF2-40B4-BE49-F238E27FC236}">
                  <a16:creationId xmlns:a16="http://schemas.microsoft.com/office/drawing/2014/main" id="{040F6F3D-CEBF-D47D-9EE8-5F904C726FE4}"/>
                </a:ext>
              </a:extLst>
            </p:cNvPr>
            <p:cNvSpPr/>
            <p:nvPr/>
          </p:nvSpPr>
          <p:spPr>
            <a:xfrm>
              <a:off x="9300986" y="2277807"/>
              <a:ext cx="151474" cy="151474"/>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sp>
        <p:nvSpPr>
          <p:cNvPr id="70" name="梯形 69">
            <a:extLst>
              <a:ext uri="{FF2B5EF4-FFF2-40B4-BE49-F238E27FC236}">
                <a16:creationId xmlns:a16="http://schemas.microsoft.com/office/drawing/2014/main" id="{424A2A39-6951-D49F-3495-F482B56AAFC5}"/>
              </a:ext>
            </a:extLst>
          </p:cNvPr>
          <p:cNvSpPr/>
          <p:nvPr/>
        </p:nvSpPr>
        <p:spPr>
          <a:xfrm flipV="1">
            <a:off x="4558056" y="1269138"/>
            <a:ext cx="914400" cy="747501"/>
          </a:xfrm>
          <a:prstGeom prst="trapezoid">
            <a:avLst>
              <a:gd name="adj" fmla="val 45069"/>
            </a:avLst>
          </a:prstGeom>
          <a:gradFill>
            <a:gsLst>
              <a:gs pos="0">
                <a:schemeClr val="accent2">
                  <a:alpha val="0"/>
                </a:schemeClr>
              </a:gs>
              <a:gs pos="100000">
                <a:schemeClr val="accent2">
                  <a:alpha val="5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4" name="直接连接符 83">
            <a:extLst>
              <a:ext uri="{FF2B5EF4-FFF2-40B4-BE49-F238E27FC236}">
                <a16:creationId xmlns:a16="http://schemas.microsoft.com/office/drawing/2014/main" id="{7DCF8877-857F-2DB1-2837-2AE66DB39ADE}"/>
              </a:ext>
            </a:extLst>
          </p:cNvPr>
          <p:cNvCxnSpPr>
            <a:cxnSpLocks/>
          </p:cNvCxnSpPr>
          <p:nvPr/>
        </p:nvCxnSpPr>
        <p:spPr>
          <a:xfrm flipH="1">
            <a:off x="8174105" y="1826338"/>
            <a:ext cx="776555" cy="0"/>
          </a:xfrm>
          <a:prstGeom prst="line">
            <a:avLst/>
          </a:prstGeom>
          <a:ln>
            <a:gradFill>
              <a:gsLst>
                <a:gs pos="0">
                  <a:schemeClr val="accent2"/>
                </a:gs>
                <a:gs pos="100000">
                  <a:schemeClr val="accent2">
                    <a:alpha val="0"/>
                  </a:schemeClr>
                </a:gs>
              </a:gsLst>
              <a:lin ang="0" scaled="0"/>
            </a:gradFill>
            <a:headEnd type="oval" w="sm" len="sm"/>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1350778F-AEE7-3C5E-F9BA-8AFD0515E5D5}"/>
              </a:ext>
            </a:extLst>
          </p:cNvPr>
          <p:cNvCxnSpPr>
            <a:cxnSpLocks/>
          </p:cNvCxnSpPr>
          <p:nvPr/>
        </p:nvCxnSpPr>
        <p:spPr>
          <a:xfrm flipH="1">
            <a:off x="8023301" y="3269578"/>
            <a:ext cx="927359" cy="0"/>
          </a:xfrm>
          <a:prstGeom prst="line">
            <a:avLst/>
          </a:prstGeom>
          <a:ln>
            <a:gradFill>
              <a:gsLst>
                <a:gs pos="0">
                  <a:schemeClr val="accent2"/>
                </a:gs>
                <a:gs pos="100000">
                  <a:schemeClr val="accent2">
                    <a:alpha val="0"/>
                  </a:schemeClr>
                </a:gs>
              </a:gsLst>
              <a:lin ang="0" scaled="0"/>
            </a:gradFill>
            <a:headEnd type="oval" w="sm" len="sm"/>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1C2C8817-2B1D-1AE4-21CD-4A67A9471EF2}"/>
              </a:ext>
            </a:extLst>
          </p:cNvPr>
          <p:cNvCxnSpPr>
            <a:cxnSpLocks/>
          </p:cNvCxnSpPr>
          <p:nvPr/>
        </p:nvCxnSpPr>
        <p:spPr>
          <a:xfrm flipH="1">
            <a:off x="8300368" y="3991199"/>
            <a:ext cx="650292" cy="0"/>
          </a:xfrm>
          <a:prstGeom prst="line">
            <a:avLst/>
          </a:prstGeom>
          <a:ln>
            <a:gradFill>
              <a:gsLst>
                <a:gs pos="0">
                  <a:schemeClr val="accent2"/>
                </a:gs>
                <a:gs pos="100000">
                  <a:schemeClr val="accent2">
                    <a:alpha val="0"/>
                  </a:schemeClr>
                </a:gs>
              </a:gsLst>
              <a:lin ang="0" scaled="0"/>
            </a:gradFill>
            <a:headEnd type="oval" w="sm" len="sm"/>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489223F9-0010-3255-60E1-4E14DBCAD27C}"/>
              </a:ext>
            </a:extLst>
          </p:cNvPr>
          <p:cNvCxnSpPr>
            <a:cxnSpLocks/>
          </p:cNvCxnSpPr>
          <p:nvPr/>
        </p:nvCxnSpPr>
        <p:spPr>
          <a:xfrm flipH="1">
            <a:off x="8121519" y="2547958"/>
            <a:ext cx="829141" cy="0"/>
          </a:xfrm>
          <a:prstGeom prst="line">
            <a:avLst/>
          </a:prstGeom>
          <a:ln>
            <a:gradFill>
              <a:gsLst>
                <a:gs pos="0">
                  <a:schemeClr val="accent2"/>
                </a:gs>
                <a:gs pos="100000">
                  <a:schemeClr val="accent2">
                    <a:alpha val="0"/>
                  </a:schemeClr>
                </a:gs>
              </a:gsLst>
              <a:lin ang="0" scaled="0"/>
            </a:gradFill>
            <a:headEnd type="oval" w="sm" len="sm"/>
          </a:ln>
        </p:spPr>
        <p:style>
          <a:lnRef idx="1">
            <a:schemeClr val="accent1"/>
          </a:lnRef>
          <a:fillRef idx="0">
            <a:schemeClr val="accent1"/>
          </a:fillRef>
          <a:effectRef idx="0">
            <a:schemeClr val="accent1"/>
          </a:effectRef>
          <a:fontRef idx="minor">
            <a:schemeClr val="tx1"/>
          </a:fontRef>
        </p:style>
      </p:cxnSp>
      <p:sp>
        <p:nvSpPr>
          <p:cNvPr id="90" name="文本框 89">
            <a:extLst>
              <a:ext uri="{FF2B5EF4-FFF2-40B4-BE49-F238E27FC236}">
                <a16:creationId xmlns:a16="http://schemas.microsoft.com/office/drawing/2014/main" id="{6CEDDC2B-FC8A-7B4A-F916-93F9D313C4AD}"/>
              </a:ext>
            </a:extLst>
          </p:cNvPr>
          <p:cNvSpPr txBox="1">
            <a:spLocks/>
          </p:cNvSpPr>
          <p:nvPr/>
        </p:nvSpPr>
        <p:spPr>
          <a:xfrm>
            <a:off x="9162214" y="2373946"/>
            <a:ext cx="1355006" cy="348025"/>
          </a:xfrm>
          <a:prstGeom prst="roundRect">
            <a:avLst>
              <a:gd name="adj" fmla="val 50000"/>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200" dirty="0"/>
              <a:t>情报数据</a:t>
            </a:r>
          </a:p>
        </p:txBody>
      </p:sp>
      <p:sp>
        <p:nvSpPr>
          <p:cNvPr id="91" name="文本框 90">
            <a:extLst>
              <a:ext uri="{FF2B5EF4-FFF2-40B4-BE49-F238E27FC236}">
                <a16:creationId xmlns:a16="http://schemas.microsoft.com/office/drawing/2014/main" id="{EA793507-73E5-41A6-A93D-91EACF6A681B}"/>
              </a:ext>
            </a:extLst>
          </p:cNvPr>
          <p:cNvSpPr txBox="1">
            <a:spLocks/>
          </p:cNvSpPr>
          <p:nvPr/>
        </p:nvSpPr>
        <p:spPr>
          <a:xfrm>
            <a:off x="9162214" y="1652326"/>
            <a:ext cx="1355006" cy="348025"/>
          </a:xfrm>
          <a:prstGeom prst="roundRect">
            <a:avLst>
              <a:gd name="adj" fmla="val 50000"/>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200" dirty="0"/>
              <a:t>日志数据</a:t>
            </a:r>
          </a:p>
        </p:txBody>
      </p:sp>
      <p:sp>
        <p:nvSpPr>
          <p:cNvPr id="92" name="文本框 91">
            <a:extLst>
              <a:ext uri="{FF2B5EF4-FFF2-40B4-BE49-F238E27FC236}">
                <a16:creationId xmlns:a16="http://schemas.microsoft.com/office/drawing/2014/main" id="{ABF6D012-054A-359C-C5C5-40D928B20D32}"/>
              </a:ext>
            </a:extLst>
          </p:cNvPr>
          <p:cNvSpPr txBox="1">
            <a:spLocks/>
          </p:cNvSpPr>
          <p:nvPr/>
        </p:nvSpPr>
        <p:spPr>
          <a:xfrm>
            <a:off x="9162214" y="3095566"/>
            <a:ext cx="1355006" cy="348025"/>
          </a:xfrm>
          <a:prstGeom prst="roundRect">
            <a:avLst>
              <a:gd name="adj" fmla="val 50000"/>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200" dirty="0"/>
              <a:t>资产数据</a:t>
            </a:r>
          </a:p>
        </p:txBody>
      </p:sp>
      <p:sp>
        <p:nvSpPr>
          <p:cNvPr id="93" name="文本框 92">
            <a:extLst>
              <a:ext uri="{FF2B5EF4-FFF2-40B4-BE49-F238E27FC236}">
                <a16:creationId xmlns:a16="http://schemas.microsoft.com/office/drawing/2014/main" id="{09826A6C-CCF8-5972-A7AD-A6A8ED7766A5}"/>
              </a:ext>
            </a:extLst>
          </p:cNvPr>
          <p:cNvSpPr txBox="1">
            <a:spLocks/>
          </p:cNvSpPr>
          <p:nvPr/>
        </p:nvSpPr>
        <p:spPr>
          <a:xfrm>
            <a:off x="9162214" y="3817186"/>
            <a:ext cx="1355006" cy="348025"/>
          </a:xfrm>
          <a:prstGeom prst="roundRect">
            <a:avLst>
              <a:gd name="adj" fmla="val 50000"/>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200" dirty="0"/>
              <a:t>流量数据</a:t>
            </a:r>
          </a:p>
        </p:txBody>
      </p:sp>
      <p:sp>
        <p:nvSpPr>
          <p:cNvPr id="94" name="文本框 93">
            <a:extLst>
              <a:ext uri="{FF2B5EF4-FFF2-40B4-BE49-F238E27FC236}">
                <a16:creationId xmlns:a16="http://schemas.microsoft.com/office/drawing/2014/main" id="{16D5C545-11C9-02BE-4AB8-8C2D48DDED7F}"/>
              </a:ext>
            </a:extLst>
          </p:cNvPr>
          <p:cNvSpPr txBox="1">
            <a:spLocks/>
          </p:cNvSpPr>
          <p:nvPr/>
        </p:nvSpPr>
        <p:spPr>
          <a:xfrm>
            <a:off x="3479769" y="2759208"/>
            <a:ext cx="1355006" cy="348025"/>
          </a:xfrm>
          <a:prstGeom prst="roundRect">
            <a:avLst>
              <a:gd name="adj" fmla="val 50000"/>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020000" lon="2400000" rev="21000000"/>
              </a:camera>
              <a:lightRig rig="threePt" dir="t"/>
            </a:scene3d>
          </a:bodyPr>
          <a:lstStyle>
            <a:defPPr>
              <a:defRPr lang="en-US"/>
            </a:defPPr>
            <a:lvl1pPr algn="ctr">
              <a:defRPr sz="1600" b="1" spc="300">
                <a:solidFill>
                  <a:schemeClr val="accent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应用管理</a:t>
            </a:r>
          </a:p>
        </p:txBody>
      </p:sp>
      <p:sp>
        <p:nvSpPr>
          <p:cNvPr id="95" name="文本框 94">
            <a:extLst>
              <a:ext uri="{FF2B5EF4-FFF2-40B4-BE49-F238E27FC236}">
                <a16:creationId xmlns:a16="http://schemas.microsoft.com/office/drawing/2014/main" id="{9A670445-B126-3E02-7D07-67DC8EE99B23}"/>
              </a:ext>
            </a:extLst>
          </p:cNvPr>
          <p:cNvSpPr txBox="1">
            <a:spLocks/>
          </p:cNvSpPr>
          <p:nvPr/>
        </p:nvSpPr>
        <p:spPr>
          <a:xfrm>
            <a:off x="3792098" y="2006531"/>
            <a:ext cx="1355006" cy="348025"/>
          </a:xfrm>
          <a:prstGeom prst="roundRect">
            <a:avLst>
              <a:gd name="adj" fmla="val 24456"/>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020000" lon="2400000" rev="21000000"/>
              </a:camera>
              <a:lightRig rig="threePt" dir="t"/>
            </a:scene3d>
          </a:bodyPr>
          <a:lstStyle>
            <a:defPPr>
              <a:defRPr lang="en-US"/>
            </a:defPPr>
            <a:lvl1pPr algn="ctr">
              <a:defRPr sz="1600" b="1" spc="300">
                <a:solidFill>
                  <a:schemeClr val="accent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态势展示</a:t>
            </a:r>
          </a:p>
        </p:txBody>
      </p:sp>
      <p:sp>
        <p:nvSpPr>
          <p:cNvPr id="96" name="文本框 95">
            <a:extLst>
              <a:ext uri="{FF2B5EF4-FFF2-40B4-BE49-F238E27FC236}">
                <a16:creationId xmlns:a16="http://schemas.microsoft.com/office/drawing/2014/main" id="{8A97E20D-E9B1-C40A-2571-B185B12C5B1C}"/>
              </a:ext>
            </a:extLst>
          </p:cNvPr>
          <p:cNvSpPr txBox="1">
            <a:spLocks/>
          </p:cNvSpPr>
          <p:nvPr/>
        </p:nvSpPr>
        <p:spPr>
          <a:xfrm>
            <a:off x="3103962" y="3518916"/>
            <a:ext cx="1355006" cy="348025"/>
          </a:xfrm>
          <a:prstGeom prst="roundRect">
            <a:avLst>
              <a:gd name="adj" fmla="val 50000"/>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020000" lon="2400000" rev="21000000"/>
              </a:camera>
              <a:lightRig rig="threePt" dir="t"/>
            </a:scene3d>
          </a:bodyPr>
          <a:lstStyle>
            <a:defPPr>
              <a:defRPr lang="en-US"/>
            </a:defPPr>
            <a:lvl1pPr algn="ctr">
              <a:defRPr sz="1600" b="1" spc="300">
                <a:solidFill>
                  <a:schemeClr val="accent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风险分析</a:t>
            </a:r>
          </a:p>
        </p:txBody>
      </p:sp>
      <p:sp>
        <p:nvSpPr>
          <p:cNvPr id="97" name="文本框 96">
            <a:extLst>
              <a:ext uri="{FF2B5EF4-FFF2-40B4-BE49-F238E27FC236}">
                <a16:creationId xmlns:a16="http://schemas.microsoft.com/office/drawing/2014/main" id="{49B40E83-A3A6-5E12-8BEA-7A6E90FE275E}"/>
              </a:ext>
            </a:extLst>
          </p:cNvPr>
          <p:cNvSpPr txBox="1">
            <a:spLocks/>
          </p:cNvSpPr>
          <p:nvPr/>
        </p:nvSpPr>
        <p:spPr>
          <a:xfrm>
            <a:off x="2630432" y="4330219"/>
            <a:ext cx="1355006" cy="348025"/>
          </a:xfrm>
          <a:prstGeom prst="roundRect">
            <a:avLst>
              <a:gd name="adj" fmla="val 50000"/>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020000" lon="2400000" rev="21000000"/>
              </a:camera>
              <a:lightRig rig="threePt" dir="t"/>
            </a:scene3d>
          </a:bodyPr>
          <a:lstStyle>
            <a:defPPr>
              <a:defRPr lang="en-US"/>
            </a:defPPr>
            <a:lvl1pPr algn="ctr">
              <a:defRPr sz="1600" b="1">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pc="300" dirty="0">
                <a:solidFill>
                  <a:schemeClr val="accent1"/>
                </a:solidFill>
              </a:rPr>
              <a:t>数据中心</a:t>
            </a:r>
          </a:p>
        </p:txBody>
      </p:sp>
      <p:grpSp>
        <p:nvGrpSpPr>
          <p:cNvPr id="99" name="组合 98">
            <a:extLst>
              <a:ext uri="{FF2B5EF4-FFF2-40B4-BE49-F238E27FC236}">
                <a16:creationId xmlns:a16="http://schemas.microsoft.com/office/drawing/2014/main" id="{95F93612-EB5F-CEB0-1A73-237408CEDB4E}"/>
              </a:ext>
            </a:extLst>
          </p:cNvPr>
          <p:cNvGrpSpPr/>
          <p:nvPr/>
        </p:nvGrpSpPr>
        <p:grpSpPr>
          <a:xfrm>
            <a:off x="2002776" y="4541192"/>
            <a:ext cx="564422" cy="564416"/>
            <a:chOff x="2492898" y="4172276"/>
            <a:chExt cx="932728" cy="932729"/>
          </a:xfrm>
        </p:grpSpPr>
        <p:sp>
          <p:nvSpPr>
            <p:cNvPr id="103" name="椭圆 102">
              <a:extLst>
                <a:ext uri="{FF2B5EF4-FFF2-40B4-BE49-F238E27FC236}">
                  <a16:creationId xmlns:a16="http://schemas.microsoft.com/office/drawing/2014/main" id="{BBC500CE-DD0C-7D30-B0EB-6D91C40E9C90}"/>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04" name="椭圆 103">
              <a:extLst>
                <a:ext uri="{FF2B5EF4-FFF2-40B4-BE49-F238E27FC236}">
                  <a16:creationId xmlns:a16="http://schemas.microsoft.com/office/drawing/2014/main" id="{7111885B-9E23-F174-9A51-2219496D9152}"/>
                </a:ext>
              </a:extLst>
            </p:cNvPr>
            <p:cNvSpPr/>
            <p:nvPr/>
          </p:nvSpPr>
          <p:spPr>
            <a:xfrm>
              <a:off x="2492898" y="4172277"/>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600" b="1" dirty="0">
                <a:solidFill>
                  <a:schemeClr val="tx1"/>
                </a:solidFill>
                <a:latin typeface="+mj-ea"/>
                <a:ea typeface="+mj-ea"/>
              </a:endParaRPr>
            </a:p>
          </p:txBody>
        </p:sp>
      </p:grpSp>
      <p:grpSp>
        <p:nvGrpSpPr>
          <p:cNvPr id="105" name="组合 104">
            <a:extLst>
              <a:ext uri="{FF2B5EF4-FFF2-40B4-BE49-F238E27FC236}">
                <a16:creationId xmlns:a16="http://schemas.microsoft.com/office/drawing/2014/main" id="{CE54B484-AB1D-E4DE-AFD0-6B9F48E671A1}"/>
              </a:ext>
            </a:extLst>
          </p:cNvPr>
          <p:cNvGrpSpPr/>
          <p:nvPr/>
        </p:nvGrpSpPr>
        <p:grpSpPr>
          <a:xfrm>
            <a:off x="2912866" y="4940481"/>
            <a:ext cx="564422" cy="564416"/>
            <a:chOff x="4445278" y="4069930"/>
            <a:chExt cx="379937" cy="379935"/>
          </a:xfrm>
        </p:grpSpPr>
        <p:grpSp>
          <p:nvGrpSpPr>
            <p:cNvPr id="106" name="组合 105">
              <a:extLst>
                <a:ext uri="{FF2B5EF4-FFF2-40B4-BE49-F238E27FC236}">
                  <a16:creationId xmlns:a16="http://schemas.microsoft.com/office/drawing/2014/main" id="{296CBB5A-7B1B-A65A-31D3-9FCED8EBFE81}"/>
                </a:ext>
              </a:extLst>
            </p:cNvPr>
            <p:cNvGrpSpPr/>
            <p:nvPr/>
          </p:nvGrpSpPr>
          <p:grpSpPr>
            <a:xfrm>
              <a:off x="4445278" y="4069930"/>
              <a:ext cx="379937" cy="379935"/>
              <a:chOff x="2492898" y="4172276"/>
              <a:chExt cx="932728" cy="932729"/>
            </a:xfrm>
          </p:grpSpPr>
          <p:sp>
            <p:nvSpPr>
              <p:cNvPr id="110" name="椭圆 109">
                <a:extLst>
                  <a:ext uri="{FF2B5EF4-FFF2-40B4-BE49-F238E27FC236}">
                    <a16:creationId xmlns:a16="http://schemas.microsoft.com/office/drawing/2014/main" id="{88801567-8CBA-6275-4E85-39DC75F16D53}"/>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11" name="椭圆 110">
                <a:extLst>
                  <a:ext uri="{FF2B5EF4-FFF2-40B4-BE49-F238E27FC236}">
                    <a16:creationId xmlns:a16="http://schemas.microsoft.com/office/drawing/2014/main" id="{C00D2AC7-C58F-D449-0A3B-89BFDC2F9FA4}"/>
                  </a:ext>
                </a:extLst>
              </p:cNvPr>
              <p:cNvSpPr/>
              <p:nvPr/>
            </p:nvSpPr>
            <p:spPr>
              <a:xfrm>
                <a:off x="2492898" y="4172277"/>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600" b="1" dirty="0">
                  <a:solidFill>
                    <a:schemeClr val="tx1"/>
                  </a:solidFill>
                  <a:latin typeface="+mj-ea"/>
                  <a:ea typeface="+mj-ea"/>
                </a:endParaRPr>
              </a:p>
            </p:txBody>
          </p:sp>
        </p:grpSp>
        <p:grpSp>
          <p:nvGrpSpPr>
            <p:cNvPr id="107" name="组合 106">
              <a:extLst>
                <a:ext uri="{FF2B5EF4-FFF2-40B4-BE49-F238E27FC236}">
                  <a16:creationId xmlns:a16="http://schemas.microsoft.com/office/drawing/2014/main" id="{B4E28B2D-8136-E2F3-DA37-8D00C6A4629C}"/>
                </a:ext>
              </a:extLst>
            </p:cNvPr>
            <p:cNvGrpSpPr/>
            <p:nvPr/>
          </p:nvGrpSpPr>
          <p:grpSpPr>
            <a:xfrm>
              <a:off x="4557641" y="4182292"/>
              <a:ext cx="155211" cy="155211"/>
              <a:chOff x="4336197" y="4136997"/>
              <a:chExt cx="599573" cy="599573"/>
            </a:xfrm>
            <a:solidFill>
              <a:schemeClr val="tx2"/>
            </a:solidFill>
          </p:grpSpPr>
          <p:sp>
            <p:nvSpPr>
              <p:cNvPr id="108" name="任意多边形: 形状 107">
                <a:extLst>
                  <a:ext uri="{FF2B5EF4-FFF2-40B4-BE49-F238E27FC236}">
                    <a16:creationId xmlns:a16="http://schemas.microsoft.com/office/drawing/2014/main" id="{4E4400DE-8F22-5E16-0E88-ADCA46B00793}"/>
                  </a:ext>
                </a:extLst>
              </p:cNvPr>
              <p:cNvSpPr/>
              <p:nvPr/>
            </p:nvSpPr>
            <p:spPr>
              <a:xfrm>
                <a:off x="4336197" y="4136997"/>
                <a:ext cx="599573" cy="599573"/>
              </a:xfrm>
              <a:custGeom>
                <a:avLst/>
                <a:gdLst>
                  <a:gd name="connsiteX0" fmla="*/ 482203 w 599573"/>
                  <a:gd name="connsiteY0" fmla="*/ 599574 h 599573"/>
                  <a:gd name="connsiteX1" fmla="*/ 117371 w 599573"/>
                  <a:gd name="connsiteY1" fmla="*/ 599574 h 599573"/>
                  <a:gd name="connsiteX2" fmla="*/ 0 w 599573"/>
                  <a:gd name="connsiteY2" fmla="*/ 482203 h 599573"/>
                  <a:gd name="connsiteX3" fmla="*/ 0 w 599573"/>
                  <a:gd name="connsiteY3" fmla="*/ 117371 h 599573"/>
                  <a:gd name="connsiteX4" fmla="*/ 117371 w 599573"/>
                  <a:gd name="connsiteY4" fmla="*/ 0 h 599573"/>
                  <a:gd name="connsiteX5" fmla="*/ 482203 w 599573"/>
                  <a:gd name="connsiteY5" fmla="*/ 0 h 599573"/>
                  <a:gd name="connsiteX6" fmla="*/ 599574 w 599573"/>
                  <a:gd name="connsiteY6" fmla="*/ 117371 h 599573"/>
                  <a:gd name="connsiteX7" fmla="*/ 599574 w 599573"/>
                  <a:gd name="connsiteY7" fmla="*/ 158949 h 599573"/>
                  <a:gd name="connsiteX8" fmla="*/ 577260 w 599573"/>
                  <a:gd name="connsiteY8" fmla="*/ 181263 h 599573"/>
                  <a:gd name="connsiteX9" fmla="*/ 554946 w 599573"/>
                  <a:gd name="connsiteY9" fmla="*/ 158949 h 599573"/>
                  <a:gd name="connsiteX10" fmla="*/ 554946 w 599573"/>
                  <a:gd name="connsiteY10" fmla="*/ 117371 h 599573"/>
                  <a:gd name="connsiteX11" fmla="*/ 482203 w 599573"/>
                  <a:gd name="connsiteY11" fmla="*/ 44628 h 599573"/>
                  <a:gd name="connsiteX12" fmla="*/ 117371 w 599573"/>
                  <a:gd name="connsiteY12" fmla="*/ 44628 h 599573"/>
                  <a:gd name="connsiteX13" fmla="*/ 44628 w 599573"/>
                  <a:gd name="connsiteY13" fmla="*/ 117371 h 599573"/>
                  <a:gd name="connsiteX14" fmla="*/ 44628 w 599573"/>
                  <a:gd name="connsiteY14" fmla="*/ 482203 h 599573"/>
                  <a:gd name="connsiteX15" fmla="*/ 117371 w 599573"/>
                  <a:gd name="connsiteY15" fmla="*/ 554946 h 599573"/>
                  <a:gd name="connsiteX16" fmla="*/ 482203 w 599573"/>
                  <a:gd name="connsiteY16" fmla="*/ 554946 h 599573"/>
                  <a:gd name="connsiteX17" fmla="*/ 554946 w 599573"/>
                  <a:gd name="connsiteY17" fmla="*/ 482203 h 599573"/>
                  <a:gd name="connsiteX18" fmla="*/ 554946 w 599573"/>
                  <a:gd name="connsiteY18" fmla="*/ 289076 h 599573"/>
                  <a:gd name="connsiteX19" fmla="*/ 577260 w 599573"/>
                  <a:gd name="connsiteY19" fmla="*/ 266762 h 599573"/>
                  <a:gd name="connsiteX20" fmla="*/ 599574 w 599573"/>
                  <a:gd name="connsiteY20" fmla="*/ 289076 h 599573"/>
                  <a:gd name="connsiteX21" fmla="*/ 599574 w 599573"/>
                  <a:gd name="connsiteY21" fmla="*/ 482203 h 599573"/>
                  <a:gd name="connsiteX22" fmla="*/ 482203 w 599573"/>
                  <a:gd name="connsiteY22" fmla="*/ 599574 h 599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99573" h="599573">
                    <a:moveTo>
                      <a:pt x="482203" y="599574"/>
                    </a:moveTo>
                    <a:lnTo>
                      <a:pt x="117371" y="599574"/>
                    </a:lnTo>
                    <a:cubicBezTo>
                      <a:pt x="52661" y="599574"/>
                      <a:pt x="0" y="546913"/>
                      <a:pt x="0" y="482203"/>
                    </a:cubicBezTo>
                    <a:lnTo>
                      <a:pt x="0" y="117371"/>
                    </a:lnTo>
                    <a:cubicBezTo>
                      <a:pt x="0" y="52661"/>
                      <a:pt x="52661" y="0"/>
                      <a:pt x="117371" y="0"/>
                    </a:cubicBezTo>
                    <a:lnTo>
                      <a:pt x="482203" y="0"/>
                    </a:lnTo>
                    <a:cubicBezTo>
                      <a:pt x="546913" y="0"/>
                      <a:pt x="599574" y="52661"/>
                      <a:pt x="599574" y="117371"/>
                    </a:cubicBezTo>
                    <a:lnTo>
                      <a:pt x="599574" y="158949"/>
                    </a:lnTo>
                    <a:cubicBezTo>
                      <a:pt x="599574" y="171259"/>
                      <a:pt x="589570" y="181263"/>
                      <a:pt x="577260" y="181263"/>
                    </a:cubicBezTo>
                    <a:cubicBezTo>
                      <a:pt x="564950" y="181263"/>
                      <a:pt x="554946" y="171259"/>
                      <a:pt x="554946" y="158949"/>
                    </a:cubicBezTo>
                    <a:lnTo>
                      <a:pt x="554946" y="117371"/>
                    </a:lnTo>
                    <a:cubicBezTo>
                      <a:pt x="554946" y="77243"/>
                      <a:pt x="522294" y="44628"/>
                      <a:pt x="482203" y="44628"/>
                    </a:cubicBezTo>
                    <a:lnTo>
                      <a:pt x="117371" y="44628"/>
                    </a:lnTo>
                    <a:cubicBezTo>
                      <a:pt x="77243" y="44628"/>
                      <a:pt x="44628" y="77280"/>
                      <a:pt x="44628" y="117371"/>
                    </a:cubicBezTo>
                    <a:lnTo>
                      <a:pt x="44628" y="482203"/>
                    </a:lnTo>
                    <a:cubicBezTo>
                      <a:pt x="44628" y="522331"/>
                      <a:pt x="77280" y="554946"/>
                      <a:pt x="117371" y="554946"/>
                    </a:cubicBezTo>
                    <a:lnTo>
                      <a:pt x="482203" y="554946"/>
                    </a:lnTo>
                    <a:cubicBezTo>
                      <a:pt x="522331" y="554946"/>
                      <a:pt x="554946" y="522294"/>
                      <a:pt x="554946" y="482203"/>
                    </a:cubicBezTo>
                    <a:lnTo>
                      <a:pt x="554946" y="289076"/>
                    </a:lnTo>
                    <a:cubicBezTo>
                      <a:pt x="554946" y="276767"/>
                      <a:pt x="564950" y="266762"/>
                      <a:pt x="577260" y="266762"/>
                    </a:cubicBezTo>
                    <a:cubicBezTo>
                      <a:pt x="589570" y="266762"/>
                      <a:pt x="599574" y="276767"/>
                      <a:pt x="599574" y="289076"/>
                    </a:cubicBezTo>
                    <a:lnTo>
                      <a:pt x="599574" y="482203"/>
                    </a:lnTo>
                    <a:cubicBezTo>
                      <a:pt x="599574" y="546913"/>
                      <a:pt x="546913" y="599574"/>
                      <a:pt x="482203" y="599574"/>
                    </a:cubicBezTo>
                    <a:close/>
                  </a:path>
                </a:pathLst>
              </a:custGeom>
              <a:grpFill/>
              <a:ln w="726" cap="flat">
                <a:noFill/>
                <a:prstDash val="solid"/>
                <a:miter/>
              </a:ln>
            </p:spPr>
            <p:txBody>
              <a:bodyPr rtlCol="0" anchor="ctr"/>
              <a:lstStyle/>
              <a:p>
                <a:endParaRPr lang="zh-CN" altLang="en-US"/>
              </a:p>
            </p:txBody>
          </p:sp>
          <p:sp>
            <p:nvSpPr>
              <p:cNvPr id="109" name="任意多边形: 形状 108">
                <a:extLst>
                  <a:ext uri="{FF2B5EF4-FFF2-40B4-BE49-F238E27FC236}">
                    <a16:creationId xmlns:a16="http://schemas.microsoft.com/office/drawing/2014/main" id="{4F6C2376-528F-EFB1-2C9A-D96BEB8FEABC}"/>
                  </a:ext>
                </a:extLst>
              </p:cNvPr>
              <p:cNvSpPr/>
              <p:nvPr/>
            </p:nvSpPr>
            <p:spPr>
              <a:xfrm>
                <a:off x="4475510" y="4273632"/>
                <a:ext cx="326043" cy="325708"/>
              </a:xfrm>
              <a:custGeom>
                <a:avLst/>
                <a:gdLst>
                  <a:gd name="connsiteX0" fmla="*/ 276283 w 326043"/>
                  <a:gd name="connsiteY0" fmla="*/ 0 h 325708"/>
                  <a:gd name="connsiteX1" fmla="*/ 138160 w 326043"/>
                  <a:gd name="connsiteY1" fmla="*/ 0 h 325708"/>
                  <a:gd name="connsiteX2" fmla="*/ 88363 w 326043"/>
                  <a:gd name="connsiteY2" fmla="*/ 49797 h 325708"/>
                  <a:gd name="connsiteX3" fmla="*/ 88363 w 326043"/>
                  <a:gd name="connsiteY3" fmla="*/ 87991 h 325708"/>
                  <a:gd name="connsiteX4" fmla="*/ 49797 w 326043"/>
                  <a:gd name="connsiteY4" fmla="*/ 87991 h 325708"/>
                  <a:gd name="connsiteX5" fmla="*/ 0 w 326043"/>
                  <a:gd name="connsiteY5" fmla="*/ 137788 h 325708"/>
                  <a:gd name="connsiteX6" fmla="*/ 0 w 326043"/>
                  <a:gd name="connsiteY6" fmla="*/ 275911 h 325708"/>
                  <a:gd name="connsiteX7" fmla="*/ 49797 w 326043"/>
                  <a:gd name="connsiteY7" fmla="*/ 325708 h 325708"/>
                  <a:gd name="connsiteX8" fmla="*/ 187920 w 326043"/>
                  <a:gd name="connsiteY8" fmla="*/ 325708 h 325708"/>
                  <a:gd name="connsiteX9" fmla="*/ 237717 w 326043"/>
                  <a:gd name="connsiteY9" fmla="*/ 275911 h 325708"/>
                  <a:gd name="connsiteX10" fmla="*/ 237717 w 326043"/>
                  <a:gd name="connsiteY10" fmla="*/ 237717 h 325708"/>
                  <a:gd name="connsiteX11" fmla="*/ 276246 w 326043"/>
                  <a:gd name="connsiteY11" fmla="*/ 237717 h 325708"/>
                  <a:gd name="connsiteX12" fmla="*/ 326043 w 326043"/>
                  <a:gd name="connsiteY12" fmla="*/ 187920 h 325708"/>
                  <a:gd name="connsiteX13" fmla="*/ 326043 w 326043"/>
                  <a:gd name="connsiteY13" fmla="*/ 49797 h 325708"/>
                  <a:gd name="connsiteX14" fmla="*/ 276283 w 326043"/>
                  <a:gd name="connsiteY14" fmla="*/ 0 h 325708"/>
                  <a:gd name="connsiteX15" fmla="*/ 193127 w 326043"/>
                  <a:gd name="connsiteY15" fmla="*/ 275948 h 325708"/>
                  <a:gd name="connsiteX16" fmla="*/ 187957 w 326043"/>
                  <a:gd name="connsiteY16" fmla="*/ 281118 h 325708"/>
                  <a:gd name="connsiteX17" fmla="*/ 49797 w 326043"/>
                  <a:gd name="connsiteY17" fmla="*/ 281118 h 325708"/>
                  <a:gd name="connsiteX18" fmla="*/ 44628 w 326043"/>
                  <a:gd name="connsiteY18" fmla="*/ 275948 h 325708"/>
                  <a:gd name="connsiteX19" fmla="*/ 44628 w 326043"/>
                  <a:gd name="connsiteY19" fmla="*/ 137788 h 325708"/>
                  <a:gd name="connsiteX20" fmla="*/ 49797 w 326043"/>
                  <a:gd name="connsiteY20" fmla="*/ 132619 h 325708"/>
                  <a:gd name="connsiteX21" fmla="*/ 88326 w 326043"/>
                  <a:gd name="connsiteY21" fmla="*/ 132619 h 325708"/>
                  <a:gd name="connsiteX22" fmla="*/ 88326 w 326043"/>
                  <a:gd name="connsiteY22" fmla="*/ 187957 h 325708"/>
                  <a:gd name="connsiteX23" fmla="*/ 138123 w 326043"/>
                  <a:gd name="connsiteY23" fmla="*/ 237754 h 325708"/>
                  <a:gd name="connsiteX24" fmla="*/ 193127 w 326043"/>
                  <a:gd name="connsiteY24" fmla="*/ 237754 h 325708"/>
                  <a:gd name="connsiteX25" fmla="*/ 193127 w 326043"/>
                  <a:gd name="connsiteY25" fmla="*/ 275948 h 325708"/>
                  <a:gd name="connsiteX26" fmla="*/ 193127 w 326043"/>
                  <a:gd name="connsiteY26" fmla="*/ 193127 h 325708"/>
                  <a:gd name="connsiteX27" fmla="*/ 138160 w 326043"/>
                  <a:gd name="connsiteY27" fmla="*/ 193127 h 325708"/>
                  <a:gd name="connsiteX28" fmla="*/ 132991 w 326043"/>
                  <a:gd name="connsiteY28" fmla="*/ 187957 h 325708"/>
                  <a:gd name="connsiteX29" fmla="*/ 132991 w 326043"/>
                  <a:gd name="connsiteY29" fmla="*/ 132619 h 325708"/>
                  <a:gd name="connsiteX30" fmla="*/ 187994 w 326043"/>
                  <a:gd name="connsiteY30" fmla="*/ 132619 h 325708"/>
                  <a:gd name="connsiteX31" fmla="*/ 193164 w 326043"/>
                  <a:gd name="connsiteY31" fmla="*/ 137788 h 325708"/>
                  <a:gd name="connsiteX32" fmla="*/ 193164 w 326043"/>
                  <a:gd name="connsiteY32" fmla="*/ 193127 h 325708"/>
                  <a:gd name="connsiteX33" fmla="*/ 281452 w 326043"/>
                  <a:gd name="connsiteY33" fmla="*/ 187957 h 325708"/>
                  <a:gd name="connsiteX34" fmla="*/ 276283 w 326043"/>
                  <a:gd name="connsiteY34" fmla="*/ 193127 h 325708"/>
                  <a:gd name="connsiteX35" fmla="*/ 237754 w 326043"/>
                  <a:gd name="connsiteY35" fmla="*/ 193127 h 325708"/>
                  <a:gd name="connsiteX36" fmla="*/ 237754 w 326043"/>
                  <a:gd name="connsiteY36" fmla="*/ 137788 h 325708"/>
                  <a:gd name="connsiteX37" fmla="*/ 187957 w 326043"/>
                  <a:gd name="connsiteY37" fmla="*/ 87991 h 325708"/>
                  <a:gd name="connsiteX38" fmla="*/ 132954 w 326043"/>
                  <a:gd name="connsiteY38" fmla="*/ 87991 h 325708"/>
                  <a:gd name="connsiteX39" fmla="*/ 132954 w 326043"/>
                  <a:gd name="connsiteY39" fmla="*/ 49797 h 325708"/>
                  <a:gd name="connsiteX40" fmla="*/ 138123 w 326043"/>
                  <a:gd name="connsiteY40" fmla="*/ 44628 h 325708"/>
                  <a:gd name="connsiteX41" fmla="*/ 276246 w 326043"/>
                  <a:gd name="connsiteY41" fmla="*/ 44628 h 325708"/>
                  <a:gd name="connsiteX42" fmla="*/ 281415 w 326043"/>
                  <a:gd name="connsiteY42" fmla="*/ 49797 h 325708"/>
                  <a:gd name="connsiteX43" fmla="*/ 281415 w 326043"/>
                  <a:gd name="connsiteY43" fmla="*/ 187957 h 325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043" h="325708">
                    <a:moveTo>
                      <a:pt x="276283" y="0"/>
                    </a:moveTo>
                    <a:lnTo>
                      <a:pt x="138160" y="0"/>
                    </a:lnTo>
                    <a:cubicBezTo>
                      <a:pt x="110677" y="0"/>
                      <a:pt x="88363" y="22351"/>
                      <a:pt x="88363" y="49797"/>
                    </a:cubicBezTo>
                    <a:lnTo>
                      <a:pt x="88363" y="87991"/>
                    </a:lnTo>
                    <a:lnTo>
                      <a:pt x="49797" y="87991"/>
                    </a:lnTo>
                    <a:cubicBezTo>
                      <a:pt x="22314" y="87991"/>
                      <a:pt x="0" y="110342"/>
                      <a:pt x="0" y="137788"/>
                    </a:cubicBezTo>
                    <a:lnTo>
                      <a:pt x="0" y="275911"/>
                    </a:lnTo>
                    <a:cubicBezTo>
                      <a:pt x="0" y="303394"/>
                      <a:pt x="22351" y="325708"/>
                      <a:pt x="49797" y="325708"/>
                    </a:cubicBezTo>
                    <a:lnTo>
                      <a:pt x="187920" y="325708"/>
                    </a:lnTo>
                    <a:cubicBezTo>
                      <a:pt x="215403" y="325708"/>
                      <a:pt x="237717" y="303357"/>
                      <a:pt x="237717" y="275911"/>
                    </a:cubicBezTo>
                    <a:lnTo>
                      <a:pt x="237717" y="237717"/>
                    </a:lnTo>
                    <a:lnTo>
                      <a:pt x="276246" y="237717"/>
                    </a:lnTo>
                    <a:cubicBezTo>
                      <a:pt x="303729" y="237717"/>
                      <a:pt x="326043" y="215366"/>
                      <a:pt x="326043" y="187920"/>
                    </a:cubicBezTo>
                    <a:lnTo>
                      <a:pt x="326043" y="49797"/>
                    </a:lnTo>
                    <a:cubicBezTo>
                      <a:pt x="326080" y="22351"/>
                      <a:pt x="303729" y="0"/>
                      <a:pt x="276283" y="0"/>
                    </a:cubicBezTo>
                    <a:close/>
                    <a:moveTo>
                      <a:pt x="193127" y="275948"/>
                    </a:moveTo>
                    <a:cubicBezTo>
                      <a:pt x="193127" y="278812"/>
                      <a:pt x="190784" y="281118"/>
                      <a:pt x="187957" y="281118"/>
                    </a:cubicBezTo>
                    <a:lnTo>
                      <a:pt x="49797" y="281118"/>
                    </a:lnTo>
                    <a:cubicBezTo>
                      <a:pt x="46934" y="281118"/>
                      <a:pt x="44628" y="278775"/>
                      <a:pt x="44628" y="275948"/>
                    </a:cubicBezTo>
                    <a:lnTo>
                      <a:pt x="44628" y="137788"/>
                    </a:lnTo>
                    <a:cubicBezTo>
                      <a:pt x="44628" y="134925"/>
                      <a:pt x="46971" y="132619"/>
                      <a:pt x="49797" y="132619"/>
                    </a:cubicBezTo>
                    <a:lnTo>
                      <a:pt x="88326" y="132619"/>
                    </a:lnTo>
                    <a:lnTo>
                      <a:pt x="88326" y="187957"/>
                    </a:lnTo>
                    <a:cubicBezTo>
                      <a:pt x="88326" y="215441"/>
                      <a:pt x="110677" y="237754"/>
                      <a:pt x="138123" y="237754"/>
                    </a:cubicBezTo>
                    <a:lnTo>
                      <a:pt x="193127" y="237754"/>
                    </a:lnTo>
                    <a:lnTo>
                      <a:pt x="193127" y="275948"/>
                    </a:lnTo>
                    <a:close/>
                    <a:moveTo>
                      <a:pt x="193127" y="193127"/>
                    </a:moveTo>
                    <a:lnTo>
                      <a:pt x="138160" y="193127"/>
                    </a:lnTo>
                    <a:cubicBezTo>
                      <a:pt x="135296" y="193127"/>
                      <a:pt x="132991" y="190784"/>
                      <a:pt x="132991" y="187957"/>
                    </a:cubicBezTo>
                    <a:lnTo>
                      <a:pt x="132991" y="132619"/>
                    </a:lnTo>
                    <a:lnTo>
                      <a:pt x="187994" y="132619"/>
                    </a:lnTo>
                    <a:cubicBezTo>
                      <a:pt x="190858" y="132619"/>
                      <a:pt x="193164" y="134962"/>
                      <a:pt x="193164" y="137788"/>
                    </a:cubicBezTo>
                    <a:lnTo>
                      <a:pt x="193164" y="193127"/>
                    </a:lnTo>
                    <a:close/>
                    <a:moveTo>
                      <a:pt x="281452" y="187957"/>
                    </a:moveTo>
                    <a:cubicBezTo>
                      <a:pt x="281452" y="190821"/>
                      <a:pt x="279109" y="193127"/>
                      <a:pt x="276283" y="193127"/>
                    </a:cubicBezTo>
                    <a:lnTo>
                      <a:pt x="237754" y="193127"/>
                    </a:lnTo>
                    <a:lnTo>
                      <a:pt x="237754" y="137788"/>
                    </a:lnTo>
                    <a:cubicBezTo>
                      <a:pt x="237754" y="110305"/>
                      <a:pt x="215403" y="87991"/>
                      <a:pt x="187957" y="87991"/>
                    </a:cubicBezTo>
                    <a:lnTo>
                      <a:pt x="132954" y="87991"/>
                    </a:lnTo>
                    <a:lnTo>
                      <a:pt x="132954" y="49797"/>
                    </a:lnTo>
                    <a:cubicBezTo>
                      <a:pt x="132954" y="46934"/>
                      <a:pt x="135296" y="44628"/>
                      <a:pt x="138123" y="44628"/>
                    </a:cubicBezTo>
                    <a:lnTo>
                      <a:pt x="276246" y="44628"/>
                    </a:lnTo>
                    <a:cubicBezTo>
                      <a:pt x="279109" y="44628"/>
                      <a:pt x="281415" y="46971"/>
                      <a:pt x="281415" y="49797"/>
                    </a:cubicBezTo>
                    <a:lnTo>
                      <a:pt x="281415" y="187957"/>
                    </a:lnTo>
                    <a:close/>
                  </a:path>
                </a:pathLst>
              </a:custGeom>
              <a:grpFill/>
              <a:ln w="726" cap="flat">
                <a:noFill/>
                <a:prstDash val="solid"/>
                <a:miter/>
              </a:ln>
            </p:spPr>
            <p:txBody>
              <a:bodyPr rtlCol="0" anchor="ctr"/>
              <a:lstStyle/>
              <a:p>
                <a:endParaRPr lang="zh-CN" altLang="en-US"/>
              </a:p>
            </p:txBody>
          </p:sp>
        </p:grpSp>
      </p:grpSp>
      <p:grpSp>
        <p:nvGrpSpPr>
          <p:cNvPr id="113" name="组合 112">
            <a:extLst>
              <a:ext uri="{FF2B5EF4-FFF2-40B4-BE49-F238E27FC236}">
                <a16:creationId xmlns:a16="http://schemas.microsoft.com/office/drawing/2014/main" id="{645AB247-DE80-98C0-1BD6-908CCC390F0F}"/>
              </a:ext>
            </a:extLst>
          </p:cNvPr>
          <p:cNvGrpSpPr/>
          <p:nvPr/>
        </p:nvGrpSpPr>
        <p:grpSpPr>
          <a:xfrm>
            <a:off x="4733045" y="5739059"/>
            <a:ext cx="564422" cy="564416"/>
            <a:chOff x="2492898" y="4172276"/>
            <a:chExt cx="932728" cy="932729"/>
          </a:xfrm>
        </p:grpSpPr>
        <p:sp>
          <p:nvSpPr>
            <p:cNvPr id="117" name="椭圆 116">
              <a:extLst>
                <a:ext uri="{FF2B5EF4-FFF2-40B4-BE49-F238E27FC236}">
                  <a16:creationId xmlns:a16="http://schemas.microsoft.com/office/drawing/2014/main" id="{87E2E9A0-96D5-AF34-3F25-67F0C0745909}"/>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18" name="椭圆 117">
              <a:extLst>
                <a:ext uri="{FF2B5EF4-FFF2-40B4-BE49-F238E27FC236}">
                  <a16:creationId xmlns:a16="http://schemas.microsoft.com/office/drawing/2014/main" id="{EBEC3048-3432-4838-C99A-80648490038E}"/>
                </a:ext>
              </a:extLst>
            </p:cNvPr>
            <p:cNvSpPr/>
            <p:nvPr/>
          </p:nvSpPr>
          <p:spPr>
            <a:xfrm>
              <a:off x="2492898" y="4172277"/>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600" b="1" dirty="0">
                <a:solidFill>
                  <a:schemeClr val="tx1"/>
                </a:solidFill>
                <a:latin typeface="+mj-ea"/>
                <a:ea typeface="+mj-ea"/>
              </a:endParaRPr>
            </a:p>
          </p:txBody>
        </p:sp>
      </p:grpSp>
      <p:grpSp>
        <p:nvGrpSpPr>
          <p:cNvPr id="120" name="组合 119">
            <a:extLst>
              <a:ext uri="{FF2B5EF4-FFF2-40B4-BE49-F238E27FC236}">
                <a16:creationId xmlns:a16="http://schemas.microsoft.com/office/drawing/2014/main" id="{215C3531-AE4E-1CAC-E4AD-45739759762D}"/>
              </a:ext>
            </a:extLst>
          </p:cNvPr>
          <p:cNvGrpSpPr/>
          <p:nvPr/>
        </p:nvGrpSpPr>
        <p:grpSpPr>
          <a:xfrm>
            <a:off x="3822956" y="5339770"/>
            <a:ext cx="564422" cy="564416"/>
            <a:chOff x="2492898" y="4172276"/>
            <a:chExt cx="932728" cy="932729"/>
          </a:xfrm>
        </p:grpSpPr>
        <p:sp>
          <p:nvSpPr>
            <p:cNvPr id="124" name="椭圆 123">
              <a:extLst>
                <a:ext uri="{FF2B5EF4-FFF2-40B4-BE49-F238E27FC236}">
                  <a16:creationId xmlns:a16="http://schemas.microsoft.com/office/drawing/2014/main" id="{CCC9ABF8-F7C5-FFC4-6A38-FDE8C978EAB0}"/>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25" name="椭圆 124">
              <a:extLst>
                <a:ext uri="{FF2B5EF4-FFF2-40B4-BE49-F238E27FC236}">
                  <a16:creationId xmlns:a16="http://schemas.microsoft.com/office/drawing/2014/main" id="{B73A68E0-02AF-E0E4-D225-0C29BA4F6FD8}"/>
                </a:ext>
              </a:extLst>
            </p:cNvPr>
            <p:cNvSpPr/>
            <p:nvPr/>
          </p:nvSpPr>
          <p:spPr>
            <a:xfrm>
              <a:off x="2492898" y="4172277"/>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600" b="1" dirty="0">
                <a:solidFill>
                  <a:schemeClr val="tx1"/>
                </a:solidFill>
                <a:latin typeface="+mj-ea"/>
                <a:ea typeface="+mj-ea"/>
              </a:endParaRPr>
            </a:p>
          </p:txBody>
        </p:sp>
      </p:grpSp>
      <p:grpSp>
        <p:nvGrpSpPr>
          <p:cNvPr id="127" name="组合 126">
            <a:extLst>
              <a:ext uri="{FF2B5EF4-FFF2-40B4-BE49-F238E27FC236}">
                <a16:creationId xmlns:a16="http://schemas.microsoft.com/office/drawing/2014/main" id="{997828BC-6EE3-C178-EB76-435E14CD42F5}"/>
              </a:ext>
            </a:extLst>
          </p:cNvPr>
          <p:cNvGrpSpPr/>
          <p:nvPr/>
        </p:nvGrpSpPr>
        <p:grpSpPr>
          <a:xfrm>
            <a:off x="7487865" y="4541192"/>
            <a:ext cx="564422" cy="564416"/>
            <a:chOff x="2492898" y="4172276"/>
            <a:chExt cx="932728" cy="932729"/>
          </a:xfrm>
        </p:grpSpPr>
        <p:sp>
          <p:nvSpPr>
            <p:cNvPr id="131" name="椭圆 130">
              <a:extLst>
                <a:ext uri="{FF2B5EF4-FFF2-40B4-BE49-F238E27FC236}">
                  <a16:creationId xmlns:a16="http://schemas.microsoft.com/office/drawing/2014/main" id="{1D036C35-BE9E-2623-4B39-9D6A5FC0257F}"/>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32" name="椭圆 131">
              <a:extLst>
                <a:ext uri="{FF2B5EF4-FFF2-40B4-BE49-F238E27FC236}">
                  <a16:creationId xmlns:a16="http://schemas.microsoft.com/office/drawing/2014/main" id="{AAA7E00B-9D37-D978-2E29-AECE510C85BF}"/>
                </a:ext>
              </a:extLst>
            </p:cNvPr>
            <p:cNvSpPr/>
            <p:nvPr/>
          </p:nvSpPr>
          <p:spPr>
            <a:xfrm>
              <a:off x="2492898" y="4172277"/>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600" b="1" dirty="0">
                <a:solidFill>
                  <a:schemeClr val="tx1"/>
                </a:solidFill>
                <a:latin typeface="+mj-ea"/>
                <a:ea typeface="+mj-ea"/>
              </a:endParaRPr>
            </a:p>
          </p:txBody>
        </p:sp>
      </p:grpSp>
      <p:grpSp>
        <p:nvGrpSpPr>
          <p:cNvPr id="134" name="组合 133">
            <a:extLst>
              <a:ext uri="{FF2B5EF4-FFF2-40B4-BE49-F238E27FC236}">
                <a16:creationId xmlns:a16="http://schemas.microsoft.com/office/drawing/2014/main" id="{F7692EE8-3CE4-55AF-F5AC-2E88335136BF}"/>
              </a:ext>
            </a:extLst>
          </p:cNvPr>
          <p:cNvGrpSpPr/>
          <p:nvPr/>
        </p:nvGrpSpPr>
        <p:grpSpPr>
          <a:xfrm>
            <a:off x="6569591" y="4940481"/>
            <a:ext cx="564422" cy="564416"/>
            <a:chOff x="2492898" y="4172276"/>
            <a:chExt cx="932728" cy="932729"/>
          </a:xfrm>
        </p:grpSpPr>
        <p:sp>
          <p:nvSpPr>
            <p:cNvPr id="138" name="椭圆 137">
              <a:extLst>
                <a:ext uri="{FF2B5EF4-FFF2-40B4-BE49-F238E27FC236}">
                  <a16:creationId xmlns:a16="http://schemas.microsoft.com/office/drawing/2014/main" id="{BF525777-597B-E414-EA7C-96BB92BB5C28}"/>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39" name="椭圆 138">
              <a:extLst>
                <a:ext uri="{FF2B5EF4-FFF2-40B4-BE49-F238E27FC236}">
                  <a16:creationId xmlns:a16="http://schemas.microsoft.com/office/drawing/2014/main" id="{6819492C-E1D5-972A-1B1A-F9A8D01103D3}"/>
                </a:ext>
              </a:extLst>
            </p:cNvPr>
            <p:cNvSpPr/>
            <p:nvPr/>
          </p:nvSpPr>
          <p:spPr>
            <a:xfrm>
              <a:off x="2492898" y="4172277"/>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600" b="1" dirty="0">
                <a:solidFill>
                  <a:schemeClr val="tx1"/>
                </a:solidFill>
                <a:latin typeface="+mj-ea"/>
                <a:ea typeface="+mj-ea"/>
              </a:endParaRPr>
            </a:p>
          </p:txBody>
        </p:sp>
      </p:grpSp>
      <p:grpSp>
        <p:nvGrpSpPr>
          <p:cNvPr id="141" name="组合 140">
            <a:extLst>
              <a:ext uri="{FF2B5EF4-FFF2-40B4-BE49-F238E27FC236}">
                <a16:creationId xmlns:a16="http://schemas.microsoft.com/office/drawing/2014/main" id="{174A3CDC-24E3-CE4F-58B1-ECDAC1C137D8}"/>
              </a:ext>
            </a:extLst>
          </p:cNvPr>
          <p:cNvGrpSpPr/>
          <p:nvPr/>
        </p:nvGrpSpPr>
        <p:grpSpPr>
          <a:xfrm>
            <a:off x="5651318" y="5339770"/>
            <a:ext cx="564422" cy="564416"/>
            <a:chOff x="2492898" y="4172276"/>
            <a:chExt cx="932728" cy="932729"/>
          </a:xfrm>
        </p:grpSpPr>
        <p:sp>
          <p:nvSpPr>
            <p:cNvPr id="145" name="椭圆 144">
              <a:extLst>
                <a:ext uri="{FF2B5EF4-FFF2-40B4-BE49-F238E27FC236}">
                  <a16:creationId xmlns:a16="http://schemas.microsoft.com/office/drawing/2014/main" id="{2437F574-B915-ABA7-DBE2-2AA0D94980B1}"/>
                </a:ext>
              </a:extLst>
            </p:cNvPr>
            <p:cNvSpPr/>
            <p:nvPr/>
          </p:nvSpPr>
          <p:spPr>
            <a:xfrm>
              <a:off x="2492898" y="4172276"/>
              <a:ext cx="932728" cy="932728"/>
            </a:xfrm>
            <a:prstGeom prst="ellipse">
              <a:avLst/>
            </a:prstGeom>
            <a:solidFill>
              <a:schemeClr val="tx2"/>
            </a:solidFill>
            <a:ln>
              <a:noFill/>
            </a:ln>
            <a:effectLst>
              <a:outerShdw blurRad="203200" dist="139700" dir="5400000" sx="97000" sy="97000" algn="t" rotWithShape="0">
                <a:schemeClr val="accent1">
                  <a:alpha val="3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600" b="1" dirty="0">
                <a:solidFill>
                  <a:schemeClr val="tx1"/>
                </a:solidFill>
                <a:latin typeface="+mj-ea"/>
                <a:ea typeface="+mj-ea"/>
              </a:endParaRPr>
            </a:p>
          </p:txBody>
        </p:sp>
        <p:sp>
          <p:nvSpPr>
            <p:cNvPr id="146" name="椭圆 145">
              <a:extLst>
                <a:ext uri="{FF2B5EF4-FFF2-40B4-BE49-F238E27FC236}">
                  <a16:creationId xmlns:a16="http://schemas.microsoft.com/office/drawing/2014/main" id="{8764BA71-FCD5-BCA1-B2AB-8C34F069AA1D}"/>
                </a:ext>
              </a:extLst>
            </p:cNvPr>
            <p:cNvSpPr/>
            <p:nvPr/>
          </p:nvSpPr>
          <p:spPr>
            <a:xfrm>
              <a:off x="2492898" y="4172277"/>
              <a:ext cx="932728" cy="932728"/>
            </a:xfrm>
            <a:prstGeom prst="ellipse">
              <a:avLst/>
            </a:prstGeom>
            <a:gradFill>
              <a:gsLst>
                <a:gs pos="13000">
                  <a:schemeClr val="accent1">
                    <a:alpha val="39000"/>
                  </a:schemeClr>
                </a:gs>
                <a:gs pos="86000">
                  <a:schemeClr val="accent1"/>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lstStyle/>
            <a:p>
              <a:pPr algn="ctr"/>
              <a:endParaRPr lang="zh-CN" altLang="en-US" sz="1600" b="1" dirty="0">
                <a:solidFill>
                  <a:schemeClr val="tx1"/>
                </a:solidFill>
                <a:latin typeface="+mj-ea"/>
                <a:ea typeface="+mj-ea"/>
              </a:endParaRPr>
            </a:p>
          </p:txBody>
        </p:sp>
      </p:grpSp>
      <p:sp>
        <p:nvSpPr>
          <p:cNvPr id="147" name="文本框 146">
            <a:extLst>
              <a:ext uri="{FF2B5EF4-FFF2-40B4-BE49-F238E27FC236}">
                <a16:creationId xmlns:a16="http://schemas.microsoft.com/office/drawing/2014/main" id="{32BC10DB-922E-92E9-6378-D49A26E77AE4}"/>
              </a:ext>
            </a:extLst>
          </p:cNvPr>
          <p:cNvSpPr txBox="1"/>
          <p:nvPr/>
        </p:nvSpPr>
        <p:spPr>
          <a:xfrm>
            <a:off x="2092627" y="5259248"/>
            <a:ext cx="384721"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数据源</a:t>
            </a:r>
          </a:p>
        </p:txBody>
      </p:sp>
      <p:sp>
        <p:nvSpPr>
          <p:cNvPr id="149" name="文本框 148">
            <a:extLst>
              <a:ext uri="{FF2B5EF4-FFF2-40B4-BE49-F238E27FC236}">
                <a16:creationId xmlns:a16="http://schemas.microsoft.com/office/drawing/2014/main" id="{791799C2-5BF1-361D-7CD6-DF760547D73A}"/>
              </a:ext>
            </a:extLst>
          </p:cNvPr>
          <p:cNvSpPr txBox="1"/>
          <p:nvPr/>
        </p:nvSpPr>
        <p:spPr>
          <a:xfrm>
            <a:off x="3010960" y="5624389"/>
            <a:ext cx="384721"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分布式</a:t>
            </a:r>
          </a:p>
        </p:txBody>
      </p:sp>
      <p:sp>
        <p:nvSpPr>
          <p:cNvPr id="150" name="文本框 149">
            <a:extLst>
              <a:ext uri="{FF2B5EF4-FFF2-40B4-BE49-F238E27FC236}">
                <a16:creationId xmlns:a16="http://schemas.microsoft.com/office/drawing/2014/main" id="{F59BA4B8-E61C-2BCC-13B7-5AAA0CE109FC}"/>
              </a:ext>
            </a:extLst>
          </p:cNvPr>
          <p:cNvSpPr txBox="1"/>
          <p:nvPr/>
        </p:nvSpPr>
        <p:spPr>
          <a:xfrm>
            <a:off x="3912806" y="6033638"/>
            <a:ext cx="384721"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存储层</a:t>
            </a:r>
          </a:p>
        </p:txBody>
      </p:sp>
      <p:sp>
        <p:nvSpPr>
          <p:cNvPr id="151" name="文本框 150">
            <a:extLst>
              <a:ext uri="{FF2B5EF4-FFF2-40B4-BE49-F238E27FC236}">
                <a16:creationId xmlns:a16="http://schemas.microsoft.com/office/drawing/2014/main" id="{3D276CAC-1F3F-1FC9-FFC0-F1B5218B7366}"/>
              </a:ext>
            </a:extLst>
          </p:cNvPr>
          <p:cNvSpPr txBox="1"/>
          <p:nvPr/>
        </p:nvSpPr>
        <p:spPr>
          <a:xfrm>
            <a:off x="5741169" y="6033638"/>
            <a:ext cx="384721"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分析层</a:t>
            </a:r>
          </a:p>
        </p:txBody>
      </p:sp>
      <p:sp>
        <p:nvSpPr>
          <p:cNvPr id="152" name="文本框 151">
            <a:extLst>
              <a:ext uri="{FF2B5EF4-FFF2-40B4-BE49-F238E27FC236}">
                <a16:creationId xmlns:a16="http://schemas.microsoft.com/office/drawing/2014/main" id="{27498FB6-04F6-15BB-DF63-14987C9FA30A}"/>
              </a:ext>
            </a:extLst>
          </p:cNvPr>
          <p:cNvSpPr txBox="1"/>
          <p:nvPr/>
        </p:nvSpPr>
        <p:spPr>
          <a:xfrm>
            <a:off x="6659442" y="5624389"/>
            <a:ext cx="384721"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安全性</a:t>
            </a:r>
          </a:p>
        </p:txBody>
      </p:sp>
      <p:sp>
        <p:nvSpPr>
          <p:cNvPr id="153" name="文本框 152">
            <a:extLst>
              <a:ext uri="{FF2B5EF4-FFF2-40B4-BE49-F238E27FC236}">
                <a16:creationId xmlns:a16="http://schemas.microsoft.com/office/drawing/2014/main" id="{D7DE6873-2E19-A161-F8C5-9CF974BA8506}"/>
              </a:ext>
            </a:extLst>
          </p:cNvPr>
          <p:cNvSpPr txBox="1"/>
          <p:nvPr/>
        </p:nvSpPr>
        <p:spPr>
          <a:xfrm>
            <a:off x="7577716" y="5259248"/>
            <a:ext cx="384721"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可扩展</a:t>
            </a:r>
          </a:p>
        </p:txBody>
      </p:sp>
      <p:sp>
        <p:nvSpPr>
          <p:cNvPr id="154" name="文本框 153">
            <a:extLst>
              <a:ext uri="{FF2B5EF4-FFF2-40B4-BE49-F238E27FC236}">
                <a16:creationId xmlns:a16="http://schemas.microsoft.com/office/drawing/2014/main" id="{C72D0792-9F23-4680-A9D6-6250FF1E3A48}"/>
              </a:ext>
            </a:extLst>
          </p:cNvPr>
          <p:cNvSpPr txBox="1"/>
          <p:nvPr/>
        </p:nvSpPr>
        <p:spPr>
          <a:xfrm>
            <a:off x="4975533" y="4564700"/>
            <a:ext cx="1005404" cy="338554"/>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数据存储</a:t>
            </a:r>
          </a:p>
        </p:txBody>
      </p:sp>
      <p:cxnSp>
        <p:nvCxnSpPr>
          <p:cNvPr id="160" name="直接连接符 159">
            <a:extLst>
              <a:ext uri="{FF2B5EF4-FFF2-40B4-BE49-F238E27FC236}">
                <a16:creationId xmlns:a16="http://schemas.microsoft.com/office/drawing/2014/main" id="{FCB04DB1-D54C-FC0F-E730-A60D172E85D9}"/>
              </a:ext>
            </a:extLst>
          </p:cNvPr>
          <p:cNvCxnSpPr>
            <a:cxnSpLocks/>
          </p:cNvCxnSpPr>
          <p:nvPr/>
        </p:nvCxnSpPr>
        <p:spPr>
          <a:xfrm>
            <a:off x="2709125" y="4623403"/>
            <a:ext cx="0" cy="395352"/>
          </a:xfrm>
          <a:prstGeom prst="line">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F6079D83-F53F-3EB4-9419-3EE41A0B645B}"/>
              </a:ext>
            </a:extLst>
          </p:cNvPr>
          <p:cNvCxnSpPr>
            <a:cxnSpLocks/>
          </p:cNvCxnSpPr>
          <p:nvPr/>
        </p:nvCxnSpPr>
        <p:spPr>
          <a:xfrm flipV="1">
            <a:off x="3683441" y="4933914"/>
            <a:ext cx="0" cy="452063"/>
          </a:xfrm>
          <a:prstGeom prst="line">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27C8F871-F8B9-9521-601C-6C0134A6B134}"/>
              </a:ext>
            </a:extLst>
          </p:cNvPr>
          <p:cNvCxnSpPr>
            <a:cxnSpLocks/>
          </p:cNvCxnSpPr>
          <p:nvPr/>
        </p:nvCxnSpPr>
        <p:spPr>
          <a:xfrm flipV="1">
            <a:off x="4524314" y="5395831"/>
            <a:ext cx="0" cy="452063"/>
          </a:xfrm>
          <a:prstGeom prst="line">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66" name="文本框 165">
            <a:extLst>
              <a:ext uri="{FF2B5EF4-FFF2-40B4-BE49-F238E27FC236}">
                <a16:creationId xmlns:a16="http://schemas.microsoft.com/office/drawing/2014/main" id="{ACED7D77-292F-A825-773A-C9FCFEE6CB97}"/>
              </a:ext>
            </a:extLst>
          </p:cNvPr>
          <p:cNvSpPr txBox="1"/>
          <p:nvPr/>
        </p:nvSpPr>
        <p:spPr>
          <a:xfrm>
            <a:off x="5798918" y="4242736"/>
            <a:ext cx="902812" cy="328936"/>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数据备份</a:t>
            </a:r>
          </a:p>
        </p:txBody>
      </p:sp>
      <p:sp>
        <p:nvSpPr>
          <p:cNvPr id="169" name="文本框 168">
            <a:extLst>
              <a:ext uri="{FF2B5EF4-FFF2-40B4-BE49-F238E27FC236}">
                <a16:creationId xmlns:a16="http://schemas.microsoft.com/office/drawing/2014/main" id="{5363AC62-E3CE-EBEB-63DA-BB8C4A1495AE}"/>
              </a:ext>
            </a:extLst>
          </p:cNvPr>
          <p:cNvSpPr txBox="1"/>
          <p:nvPr/>
        </p:nvSpPr>
        <p:spPr>
          <a:xfrm>
            <a:off x="5825343" y="4515063"/>
            <a:ext cx="902812" cy="328936"/>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访问控制</a:t>
            </a:r>
          </a:p>
        </p:txBody>
      </p:sp>
      <p:sp>
        <p:nvSpPr>
          <p:cNvPr id="170" name="文本框 169">
            <a:extLst>
              <a:ext uri="{FF2B5EF4-FFF2-40B4-BE49-F238E27FC236}">
                <a16:creationId xmlns:a16="http://schemas.microsoft.com/office/drawing/2014/main" id="{F9E5E997-7DB4-7266-6E20-D54AB88D25CE}"/>
              </a:ext>
            </a:extLst>
          </p:cNvPr>
          <p:cNvSpPr txBox="1"/>
          <p:nvPr/>
        </p:nvSpPr>
        <p:spPr>
          <a:xfrm>
            <a:off x="6564124" y="4220095"/>
            <a:ext cx="902812" cy="328936"/>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数据分析</a:t>
            </a:r>
          </a:p>
        </p:txBody>
      </p:sp>
      <p:sp>
        <p:nvSpPr>
          <p:cNvPr id="172" name="文本框 171">
            <a:extLst>
              <a:ext uri="{FF2B5EF4-FFF2-40B4-BE49-F238E27FC236}">
                <a16:creationId xmlns:a16="http://schemas.microsoft.com/office/drawing/2014/main" id="{4B0CAA16-C789-687E-4868-42CB4D1CF410}"/>
              </a:ext>
            </a:extLst>
          </p:cNvPr>
          <p:cNvSpPr txBox="1"/>
          <p:nvPr/>
        </p:nvSpPr>
        <p:spPr>
          <a:xfrm>
            <a:off x="5034096" y="4863429"/>
            <a:ext cx="902812" cy="328936"/>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加密管理</a:t>
            </a:r>
          </a:p>
        </p:txBody>
      </p:sp>
      <p:sp>
        <p:nvSpPr>
          <p:cNvPr id="174" name="文本框 173">
            <a:extLst>
              <a:ext uri="{FF2B5EF4-FFF2-40B4-BE49-F238E27FC236}">
                <a16:creationId xmlns:a16="http://schemas.microsoft.com/office/drawing/2014/main" id="{D9FE4C7C-C303-055E-75B3-BBA3572A18AE}"/>
              </a:ext>
            </a:extLst>
          </p:cNvPr>
          <p:cNvSpPr txBox="1"/>
          <p:nvPr/>
        </p:nvSpPr>
        <p:spPr>
          <a:xfrm>
            <a:off x="4822578" y="3598813"/>
            <a:ext cx="1159293" cy="338554"/>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1" spc="300">
                <a:solidFill>
                  <a:schemeClr val="accent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spc="0" dirty="0">
                <a:solidFill>
                  <a:schemeClr val="bg1"/>
                </a:solidFill>
              </a:rPr>
              <a:t>漏洞评估</a:t>
            </a:r>
          </a:p>
        </p:txBody>
      </p:sp>
      <p:sp>
        <p:nvSpPr>
          <p:cNvPr id="175" name="文本框 174">
            <a:extLst>
              <a:ext uri="{FF2B5EF4-FFF2-40B4-BE49-F238E27FC236}">
                <a16:creationId xmlns:a16="http://schemas.microsoft.com/office/drawing/2014/main" id="{32C550ED-8245-6650-5F86-F47F032622DA}"/>
              </a:ext>
            </a:extLst>
          </p:cNvPr>
          <p:cNvSpPr txBox="1"/>
          <p:nvPr/>
        </p:nvSpPr>
        <p:spPr>
          <a:xfrm>
            <a:off x="5646713" y="3275029"/>
            <a:ext cx="1005404" cy="338554"/>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事件溯源</a:t>
            </a:r>
          </a:p>
        </p:txBody>
      </p:sp>
      <p:sp>
        <p:nvSpPr>
          <p:cNvPr id="176" name="文本框 175">
            <a:extLst>
              <a:ext uri="{FF2B5EF4-FFF2-40B4-BE49-F238E27FC236}">
                <a16:creationId xmlns:a16="http://schemas.microsoft.com/office/drawing/2014/main" id="{FF9A06A1-7A65-C42D-88BB-5F3F21934340}"/>
              </a:ext>
            </a:extLst>
          </p:cNvPr>
          <p:cNvSpPr txBox="1"/>
          <p:nvPr/>
        </p:nvSpPr>
        <p:spPr>
          <a:xfrm>
            <a:off x="5726885" y="3540267"/>
            <a:ext cx="902812" cy="328936"/>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风险评估</a:t>
            </a:r>
          </a:p>
        </p:txBody>
      </p:sp>
      <p:sp>
        <p:nvSpPr>
          <p:cNvPr id="177" name="文本框 176">
            <a:extLst>
              <a:ext uri="{FF2B5EF4-FFF2-40B4-BE49-F238E27FC236}">
                <a16:creationId xmlns:a16="http://schemas.microsoft.com/office/drawing/2014/main" id="{12224C83-3BD9-D28A-192C-14F7B65F8E4A}"/>
              </a:ext>
            </a:extLst>
          </p:cNvPr>
          <p:cNvSpPr txBox="1"/>
          <p:nvPr/>
        </p:nvSpPr>
        <p:spPr>
          <a:xfrm>
            <a:off x="6438515" y="3231452"/>
            <a:ext cx="902812" cy="328936"/>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威胁情报</a:t>
            </a:r>
          </a:p>
        </p:txBody>
      </p:sp>
      <p:sp>
        <p:nvSpPr>
          <p:cNvPr id="178" name="文本框 177">
            <a:extLst>
              <a:ext uri="{FF2B5EF4-FFF2-40B4-BE49-F238E27FC236}">
                <a16:creationId xmlns:a16="http://schemas.microsoft.com/office/drawing/2014/main" id="{5D904142-84F5-5723-6DEA-46D2FBD24B25}"/>
              </a:ext>
            </a:extLst>
          </p:cNvPr>
          <p:cNvSpPr txBox="1"/>
          <p:nvPr/>
        </p:nvSpPr>
        <p:spPr>
          <a:xfrm>
            <a:off x="4954835" y="3884932"/>
            <a:ext cx="902812" cy="328936"/>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威胁建模</a:t>
            </a:r>
          </a:p>
        </p:txBody>
      </p:sp>
      <p:sp>
        <p:nvSpPr>
          <p:cNvPr id="179" name="文本框 178">
            <a:extLst>
              <a:ext uri="{FF2B5EF4-FFF2-40B4-BE49-F238E27FC236}">
                <a16:creationId xmlns:a16="http://schemas.microsoft.com/office/drawing/2014/main" id="{A9F66B23-56F3-DB47-1986-DAF807F29C8B}"/>
              </a:ext>
            </a:extLst>
          </p:cNvPr>
          <p:cNvSpPr txBox="1"/>
          <p:nvPr/>
        </p:nvSpPr>
        <p:spPr>
          <a:xfrm>
            <a:off x="4837602" y="2939120"/>
            <a:ext cx="1005403" cy="338554"/>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应用部署</a:t>
            </a:r>
          </a:p>
        </p:txBody>
      </p:sp>
      <p:sp>
        <p:nvSpPr>
          <p:cNvPr id="181" name="文本框 180">
            <a:extLst>
              <a:ext uri="{FF2B5EF4-FFF2-40B4-BE49-F238E27FC236}">
                <a16:creationId xmlns:a16="http://schemas.microsoft.com/office/drawing/2014/main" id="{3C2522BA-3ADC-E40F-D99C-C792F9F02AF9}"/>
              </a:ext>
            </a:extLst>
          </p:cNvPr>
          <p:cNvSpPr txBox="1"/>
          <p:nvPr/>
        </p:nvSpPr>
        <p:spPr>
          <a:xfrm>
            <a:off x="5484189" y="2648949"/>
            <a:ext cx="1005404" cy="362792"/>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漏洞管理</a:t>
            </a:r>
          </a:p>
        </p:txBody>
      </p:sp>
      <p:sp>
        <p:nvSpPr>
          <p:cNvPr id="191" name="文本框 190">
            <a:extLst>
              <a:ext uri="{FF2B5EF4-FFF2-40B4-BE49-F238E27FC236}">
                <a16:creationId xmlns:a16="http://schemas.microsoft.com/office/drawing/2014/main" id="{E2A860FC-85F2-2F6A-6DD6-94467EA079BE}"/>
              </a:ext>
            </a:extLst>
          </p:cNvPr>
          <p:cNvSpPr txBox="1"/>
          <p:nvPr/>
        </p:nvSpPr>
        <p:spPr>
          <a:xfrm>
            <a:off x="4822894" y="6446454"/>
            <a:ext cx="384721" cy="169021"/>
          </a:xfrm>
          <a:prstGeom prst="rect">
            <a:avLst/>
          </a:prstGeom>
          <a:noFill/>
        </p:spPr>
        <p:txBody>
          <a:bodyPr wrap="none" lIns="0" tIns="0" rIns="0" bIns="0" rtlCol="0">
            <a:spAutoFit/>
          </a:bodyPr>
          <a:lstStyle/>
          <a:p>
            <a:pPr algn="ctr">
              <a:lnSpc>
                <a:spcPct val="120000"/>
              </a:lnSpc>
            </a:pPr>
            <a:r>
              <a:rPr lang="zh-CN" altLang="en-US" sz="1000" dirty="0">
                <a:solidFill>
                  <a:schemeClr val="bg1"/>
                </a:solidFill>
              </a:rPr>
              <a:t>处理层</a:t>
            </a:r>
          </a:p>
        </p:txBody>
      </p:sp>
      <p:sp>
        <p:nvSpPr>
          <p:cNvPr id="2" name="文本框 1">
            <a:extLst>
              <a:ext uri="{FF2B5EF4-FFF2-40B4-BE49-F238E27FC236}">
                <a16:creationId xmlns:a16="http://schemas.microsoft.com/office/drawing/2014/main" id="{B6ABD64C-41AF-E740-07B2-3766F7ABDADF}"/>
              </a:ext>
            </a:extLst>
          </p:cNvPr>
          <p:cNvSpPr txBox="1"/>
          <p:nvPr/>
        </p:nvSpPr>
        <p:spPr>
          <a:xfrm>
            <a:off x="6520000" y="3936325"/>
            <a:ext cx="902812" cy="328936"/>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t>数据保护</a:t>
            </a:r>
          </a:p>
        </p:txBody>
      </p:sp>
      <p:sp>
        <p:nvSpPr>
          <p:cNvPr id="5" name="文本框 4">
            <a:extLst>
              <a:ext uri="{FF2B5EF4-FFF2-40B4-BE49-F238E27FC236}">
                <a16:creationId xmlns:a16="http://schemas.microsoft.com/office/drawing/2014/main" id="{9311F3CA-C491-757B-713A-0533F8EC91E7}"/>
              </a:ext>
            </a:extLst>
          </p:cNvPr>
          <p:cNvSpPr txBox="1"/>
          <p:nvPr/>
        </p:nvSpPr>
        <p:spPr>
          <a:xfrm>
            <a:off x="4798555" y="2670790"/>
            <a:ext cx="1005403" cy="338554"/>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权限控制</a:t>
            </a:r>
          </a:p>
        </p:txBody>
      </p:sp>
      <p:sp>
        <p:nvSpPr>
          <p:cNvPr id="6" name="文本框 5">
            <a:extLst>
              <a:ext uri="{FF2B5EF4-FFF2-40B4-BE49-F238E27FC236}">
                <a16:creationId xmlns:a16="http://schemas.microsoft.com/office/drawing/2014/main" id="{27D0BBAC-728A-3D18-2A5D-617D68182DBA}"/>
              </a:ext>
            </a:extLst>
          </p:cNvPr>
          <p:cNvSpPr txBox="1"/>
          <p:nvPr/>
        </p:nvSpPr>
        <p:spPr>
          <a:xfrm>
            <a:off x="5445142" y="2380619"/>
            <a:ext cx="1005404" cy="362792"/>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访问审计</a:t>
            </a:r>
          </a:p>
        </p:txBody>
      </p:sp>
      <p:sp>
        <p:nvSpPr>
          <p:cNvPr id="7" name="文本框 6">
            <a:extLst>
              <a:ext uri="{FF2B5EF4-FFF2-40B4-BE49-F238E27FC236}">
                <a16:creationId xmlns:a16="http://schemas.microsoft.com/office/drawing/2014/main" id="{CE5D07D3-6DE7-796D-24B9-055706F61DD5}"/>
              </a:ext>
            </a:extLst>
          </p:cNvPr>
          <p:cNvSpPr txBox="1"/>
          <p:nvPr/>
        </p:nvSpPr>
        <p:spPr>
          <a:xfrm>
            <a:off x="4800113" y="2087417"/>
            <a:ext cx="1005403" cy="338554"/>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实时视图</a:t>
            </a:r>
          </a:p>
        </p:txBody>
      </p:sp>
      <p:sp>
        <p:nvSpPr>
          <p:cNvPr id="8" name="文本框 7">
            <a:extLst>
              <a:ext uri="{FF2B5EF4-FFF2-40B4-BE49-F238E27FC236}">
                <a16:creationId xmlns:a16="http://schemas.microsoft.com/office/drawing/2014/main" id="{7E41B203-DEE3-344F-8B7C-87EB9F71D593}"/>
              </a:ext>
            </a:extLst>
          </p:cNvPr>
          <p:cNvSpPr txBox="1"/>
          <p:nvPr/>
        </p:nvSpPr>
        <p:spPr>
          <a:xfrm>
            <a:off x="5446700" y="1789259"/>
            <a:ext cx="1005404" cy="362792"/>
          </a:xfrm>
          <a:prstGeom prst="rect">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scene3d>
              <a:camera prst="perspectiveContrastingLeftFacing">
                <a:rot lat="1800000" lon="19200000" rev="21594000"/>
              </a:camera>
              <a:lightRig rig="threePt" dir="t"/>
            </a:scene3d>
          </a:bodyPr>
          <a:lstStyle>
            <a:defPPr>
              <a:defRPr lang="en-US"/>
            </a:defPPr>
            <a:lvl1pPr algn="ctr">
              <a:defRPr sz="1600" b="0" spc="0">
                <a:solidFill>
                  <a:schemeClr val="bg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威胁分布</a:t>
            </a:r>
          </a:p>
        </p:txBody>
      </p:sp>
      <p:sp>
        <p:nvSpPr>
          <p:cNvPr id="9" name="图形 618">
            <a:extLst>
              <a:ext uri="{FF2B5EF4-FFF2-40B4-BE49-F238E27FC236}">
                <a16:creationId xmlns:a16="http://schemas.microsoft.com/office/drawing/2014/main" id="{2ACE67F6-FFA0-CAF7-8488-B0BC32590605}"/>
              </a:ext>
            </a:extLst>
          </p:cNvPr>
          <p:cNvSpPr/>
          <p:nvPr/>
        </p:nvSpPr>
        <p:spPr>
          <a:xfrm>
            <a:off x="2164534" y="4699601"/>
            <a:ext cx="240906" cy="247598"/>
          </a:xfrm>
          <a:custGeom>
            <a:avLst/>
            <a:gdLst>
              <a:gd name="connsiteX0" fmla="*/ 1733846 w 3467691"/>
              <a:gd name="connsiteY0" fmla="*/ 0 h 3564016"/>
              <a:gd name="connsiteX1" fmla="*/ 1772376 w 3467691"/>
              <a:gd name="connsiteY1" fmla="*/ 193 h 3564016"/>
              <a:gd name="connsiteX2" fmla="*/ 2185802 w 3467691"/>
              <a:gd name="connsiteY2" fmla="*/ 24274 h 3564016"/>
              <a:gd name="connsiteX3" fmla="*/ 2251495 w 3467691"/>
              <a:gd name="connsiteY3" fmla="*/ 31980 h 3564016"/>
              <a:gd name="connsiteX4" fmla="*/ 2321042 w 3467691"/>
              <a:gd name="connsiteY4" fmla="*/ 41612 h 3564016"/>
              <a:gd name="connsiteX5" fmla="*/ 2389336 w 3467691"/>
              <a:gd name="connsiteY5" fmla="*/ 52497 h 3564016"/>
              <a:gd name="connsiteX6" fmla="*/ 2423531 w 3467691"/>
              <a:gd name="connsiteY6" fmla="*/ 58469 h 3564016"/>
              <a:gd name="connsiteX7" fmla="*/ 2490766 w 3467691"/>
              <a:gd name="connsiteY7" fmla="*/ 71280 h 3564016"/>
              <a:gd name="connsiteX8" fmla="*/ 3467210 w 3467691"/>
              <a:gd name="connsiteY8" fmla="*/ 751622 h 3564016"/>
              <a:gd name="connsiteX9" fmla="*/ 3467692 w 3467691"/>
              <a:gd name="connsiteY9" fmla="*/ 770598 h 3564016"/>
              <a:gd name="connsiteX10" fmla="*/ 3467692 w 3467691"/>
              <a:gd name="connsiteY10" fmla="*/ 2793419 h 3564016"/>
              <a:gd name="connsiteX11" fmla="*/ 2490766 w 3467691"/>
              <a:gd name="connsiteY11" fmla="*/ 3492736 h 3564016"/>
              <a:gd name="connsiteX12" fmla="*/ 2423531 w 3467691"/>
              <a:gd name="connsiteY12" fmla="*/ 3505547 h 3564016"/>
              <a:gd name="connsiteX13" fmla="*/ 2389336 w 3467691"/>
              <a:gd name="connsiteY13" fmla="*/ 3511520 h 3564016"/>
              <a:gd name="connsiteX14" fmla="*/ 2321042 w 3467691"/>
              <a:gd name="connsiteY14" fmla="*/ 3522308 h 3564016"/>
              <a:gd name="connsiteX15" fmla="*/ 2251495 w 3467691"/>
              <a:gd name="connsiteY15" fmla="*/ 3531940 h 3564016"/>
              <a:gd name="connsiteX16" fmla="*/ 1733846 w 3467691"/>
              <a:gd name="connsiteY16" fmla="*/ 3564017 h 3564016"/>
              <a:gd name="connsiteX17" fmla="*/ 1216197 w 3467691"/>
              <a:gd name="connsiteY17" fmla="*/ 3531940 h 3564016"/>
              <a:gd name="connsiteX18" fmla="*/ 1146650 w 3467691"/>
              <a:gd name="connsiteY18" fmla="*/ 3522308 h 3564016"/>
              <a:gd name="connsiteX19" fmla="*/ 1078356 w 3467691"/>
              <a:gd name="connsiteY19" fmla="*/ 3511520 h 3564016"/>
              <a:gd name="connsiteX20" fmla="*/ 482 w 3467691"/>
              <a:gd name="connsiteY20" fmla="*/ 2812106 h 3564016"/>
              <a:gd name="connsiteX21" fmla="*/ 0 w 3467691"/>
              <a:gd name="connsiteY21" fmla="*/ 2793419 h 3564016"/>
              <a:gd name="connsiteX22" fmla="*/ 0 w 3467691"/>
              <a:gd name="connsiteY22" fmla="*/ 770598 h 3564016"/>
              <a:gd name="connsiteX23" fmla="*/ 482 w 3467691"/>
              <a:gd name="connsiteY23" fmla="*/ 751622 h 3564016"/>
              <a:gd name="connsiteX24" fmla="*/ 976926 w 3467691"/>
              <a:gd name="connsiteY24" fmla="*/ 71280 h 3564016"/>
              <a:gd name="connsiteX25" fmla="*/ 1044161 w 3467691"/>
              <a:gd name="connsiteY25" fmla="*/ 58469 h 3564016"/>
              <a:gd name="connsiteX26" fmla="*/ 1078356 w 3467691"/>
              <a:gd name="connsiteY26" fmla="*/ 52497 h 3564016"/>
              <a:gd name="connsiteX27" fmla="*/ 1146650 w 3467691"/>
              <a:gd name="connsiteY27" fmla="*/ 41709 h 3564016"/>
              <a:gd name="connsiteX28" fmla="*/ 1216197 w 3467691"/>
              <a:gd name="connsiteY28" fmla="*/ 32076 h 3564016"/>
              <a:gd name="connsiteX29" fmla="*/ 1657075 w 3467691"/>
              <a:gd name="connsiteY29" fmla="*/ 674 h 3564016"/>
              <a:gd name="connsiteX30" fmla="*/ 1733846 w 3467691"/>
              <a:gd name="connsiteY30" fmla="*/ 0 h 3564016"/>
              <a:gd name="connsiteX31" fmla="*/ 2389336 w 3467691"/>
              <a:gd name="connsiteY31" fmla="*/ 2451947 h 3564016"/>
              <a:gd name="connsiteX32" fmla="*/ 2321042 w 3467691"/>
              <a:gd name="connsiteY32" fmla="*/ 2462735 h 3564016"/>
              <a:gd name="connsiteX33" fmla="*/ 2251495 w 3467691"/>
              <a:gd name="connsiteY33" fmla="*/ 2472368 h 3564016"/>
              <a:gd name="connsiteX34" fmla="*/ 1733846 w 3467691"/>
              <a:gd name="connsiteY34" fmla="*/ 2504444 h 3564016"/>
              <a:gd name="connsiteX35" fmla="*/ 1216197 w 3467691"/>
              <a:gd name="connsiteY35" fmla="*/ 2472368 h 3564016"/>
              <a:gd name="connsiteX36" fmla="*/ 1146650 w 3467691"/>
              <a:gd name="connsiteY36" fmla="*/ 2462735 h 3564016"/>
              <a:gd name="connsiteX37" fmla="*/ 1078356 w 3467691"/>
              <a:gd name="connsiteY37" fmla="*/ 2451947 h 3564016"/>
              <a:gd name="connsiteX38" fmla="*/ 288974 w 3467691"/>
              <a:gd name="connsiteY38" fmla="*/ 2175110 h 3564016"/>
              <a:gd name="connsiteX39" fmla="*/ 288974 w 3467691"/>
              <a:gd name="connsiteY39" fmla="*/ 2793419 h 3564016"/>
              <a:gd name="connsiteX40" fmla="*/ 582765 w 3467691"/>
              <a:gd name="connsiteY40" fmla="*/ 3069678 h 3564016"/>
              <a:gd name="connsiteX41" fmla="*/ 626785 w 3467691"/>
              <a:gd name="connsiteY41" fmla="*/ 3088557 h 3564016"/>
              <a:gd name="connsiteX42" fmla="*/ 855268 w 3467691"/>
              <a:gd name="connsiteY42" fmla="*/ 3165425 h 3564016"/>
              <a:gd name="connsiteX43" fmla="*/ 912388 w 3467691"/>
              <a:gd name="connsiteY43" fmla="*/ 3180355 h 3564016"/>
              <a:gd name="connsiteX44" fmla="*/ 1095694 w 3467691"/>
              <a:gd name="connsiteY44" fmla="*/ 3219656 h 3564016"/>
              <a:gd name="connsiteX45" fmla="*/ 1160617 w 3467691"/>
              <a:gd name="connsiteY45" fmla="*/ 3230733 h 3564016"/>
              <a:gd name="connsiteX46" fmla="*/ 1227178 w 3467691"/>
              <a:gd name="connsiteY46" fmla="*/ 3240654 h 3564016"/>
              <a:gd name="connsiteX47" fmla="*/ 1365211 w 3467691"/>
              <a:gd name="connsiteY47" fmla="*/ 3257030 h 3564016"/>
              <a:gd name="connsiteX48" fmla="*/ 1436395 w 3467691"/>
              <a:gd name="connsiteY48" fmla="*/ 3263387 h 3564016"/>
              <a:gd name="connsiteX49" fmla="*/ 1508928 w 3467691"/>
              <a:gd name="connsiteY49" fmla="*/ 3268396 h 3564016"/>
              <a:gd name="connsiteX50" fmla="*/ 1582809 w 3467691"/>
              <a:gd name="connsiteY50" fmla="*/ 3272056 h 3564016"/>
              <a:gd name="connsiteX51" fmla="*/ 1884883 w 3467691"/>
              <a:gd name="connsiteY51" fmla="*/ 3272056 h 3564016"/>
              <a:gd name="connsiteX52" fmla="*/ 1958764 w 3467691"/>
              <a:gd name="connsiteY52" fmla="*/ 3268396 h 3564016"/>
              <a:gd name="connsiteX53" fmla="*/ 2031297 w 3467691"/>
              <a:gd name="connsiteY53" fmla="*/ 3263387 h 3564016"/>
              <a:gd name="connsiteX54" fmla="*/ 2102577 w 3467691"/>
              <a:gd name="connsiteY54" fmla="*/ 3257030 h 3564016"/>
              <a:gd name="connsiteX55" fmla="*/ 2240514 w 3467691"/>
              <a:gd name="connsiteY55" fmla="*/ 3240654 h 3564016"/>
              <a:gd name="connsiteX56" fmla="*/ 2307075 w 3467691"/>
              <a:gd name="connsiteY56" fmla="*/ 3230733 h 3564016"/>
              <a:gd name="connsiteX57" fmla="*/ 2371998 w 3467691"/>
              <a:gd name="connsiteY57" fmla="*/ 3219656 h 3564016"/>
              <a:gd name="connsiteX58" fmla="*/ 2555304 w 3467691"/>
              <a:gd name="connsiteY58" fmla="*/ 3180355 h 3564016"/>
              <a:gd name="connsiteX59" fmla="*/ 2612424 w 3467691"/>
              <a:gd name="connsiteY59" fmla="*/ 3165425 h 3564016"/>
              <a:gd name="connsiteX60" fmla="*/ 2840906 w 3467691"/>
              <a:gd name="connsiteY60" fmla="*/ 3088557 h 3564016"/>
              <a:gd name="connsiteX61" fmla="*/ 2884927 w 3467691"/>
              <a:gd name="connsiteY61" fmla="*/ 3069678 h 3564016"/>
              <a:gd name="connsiteX62" fmla="*/ 3178236 w 3467691"/>
              <a:gd name="connsiteY62" fmla="*/ 2804303 h 3564016"/>
              <a:gd name="connsiteX63" fmla="*/ 3178718 w 3467691"/>
              <a:gd name="connsiteY63" fmla="*/ 2793419 h 3564016"/>
              <a:gd name="connsiteX64" fmla="*/ 3178718 w 3467691"/>
              <a:gd name="connsiteY64" fmla="*/ 2175013 h 3564016"/>
              <a:gd name="connsiteX65" fmla="*/ 2389336 w 3467691"/>
              <a:gd name="connsiteY65" fmla="*/ 2451947 h 3564016"/>
              <a:gd name="connsiteX66" fmla="*/ 3178718 w 3467691"/>
              <a:gd name="connsiteY66" fmla="*/ 1211766 h 3564016"/>
              <a:gd name="connsiteX67" fmla="*/ 2437306 w 3467691"/>
              <a:gd name="connsiteY67" fmla="*/ 1480223 h 3564016"/>
              <a:gd name="connsiteX68" fmla="*/ 2389144 w 3467691"/>
              <a:gd name="connsiteY68" fmla="*/ 1488699 h 3564016"/>
              <a:gd name="connsiteX69" fmla="*/ 2320946 w 3467691"/>
              <a:gd name="connsiteY69" fmla="*/ 1499488 h 3564016"/>
              <a:gd name="connsiteX70" fmla="*/ 2251399 w 3467691"/>
              <a:gd name="connsiteY70" fmla="*/ 1509120 h 3564016"/>
              <a:gd name="connsiteX71" fmla="*/ 1733750 w 3467691"/>
              <a:gd name="connsiteY71" fmla="*/ 1541196 h 3564016"/>
              <a:gd name="connsiteX72" fmla="*/ 1286803 w 3467691"/>
              <a:gd name="connsiteY72" fmla="*/ 1517500 h 3564016"/>
              <a:gd name="connsiteX73" fmla="*/ 1216100 w 3467691"/>
              <a:gd name="connsiteY73" fmla="*/ 1509120 h 3564016"/>
              <a:gd name="connsiteX74" fmla="*/ 1146554 w 3467691"/>
              <a:gd name="connsiteY74" fmla="*/ 1499488 h 3564016"/>
              <a:gd name="connsiteX75" fmla="*/ 1078259 w 3467691"/>
              <a:gd name="connsiteY75" fmla="*/ 1488699 h 3564016"/>
              <a:gd name="connsiteX76" fmla="*/ 288878 w 3467691"/>
              <a:gd name="connsiteY76" fmla="*/ 1211862 h 3564016"/>
              <a:gd name="connsiteX77" fmla="*/ 288878 w 3467691"/>
              <a:gd name="connsiteY77" fmla="*/ 1733846 h 3564016"/>
              <a:gd name="connsiteX78" fmla="*/ 582669 w 3467691"/>
              <a:gd name="connsiteY78" fmla="*/ 2010105 h 3564016"/>
              <a:gd name="connsiteX79" fmla="*/ 626689 w 3467691"/>
              <a:gd name="connsiteY79" fmla="*/ 2028985 h 3564016"/>
              <a:gd name="connsiteX80" fmla="*/ 855171 w 3467691"/>
              <a:gd name="connsiteY80" fmla="*/ 2105852 h 3564016"/>
              <a:gd name="connsiteX81" fmla="*/ 912292 w 3467691"/>
              <a:gd name="connsiteY81" fmla="*/ 2120783 h 3564016"/>
              <a:gd name="connsiteX82" fmla="*/ 1095598 w 3467691"/>
              <a:gd name="connsiteY82" fmla="*/ 2160083 h 3564016"/>
              <a:gd name="connsiteX83" fmla="*/ 1160521 w 3467691"/>
              <a:gd name="connsiteY83" fmla="*/ 2171160 h 3564016"/>
              <a:gd name="connsiteX84" fmla="*/ 1227081 w 3467691"/>
              <a:gd name="connsiteY84" fmla="*/ 2181082 h 3564016"/>
              <a:gd name="connsiteX85" fmla="*/ 1365115 w 3467691"/>
              <a:gd name="connsiteY85" fmla="*/ 2197457 h 3564016"/>
              <a:gd name="connsiteX86" fmla="*/ 1436299 w 3467691"/>
              <a:gd name="connsiteY86" fmla="*/ 2203815 h 3564016"/>
              <a:gd name="connsiteX87" fmla="*/ 1508831 w 3467691"/>
              <a:gd name="connsiteY87" fmla="*/ 2208823 h 3564016"/>
              <a:gd name="connsiteX88" fmla="*/ 1582712 w 3467691"/>
              <a:gd name="connsiteY88" fmla="*/ 2212484 h 3564016"/>
              <a:gd name="connsiteX89" fmla="*/ 1884787 w 3467691"/>
              <a:gd name="connsiteY89" fmla="*/ 2212484 h 3564016"/>
              <a:gd name="connsiteX90" fmla="*/ 1958668 w 3467691"/>
              <a:gd name="connsiteY90" fmla="*/ 2208823 h 3564016"/>
              <a:gd name="connsiteX91" fmla="*/ 2031200 w 3467691"/>
              <a:gd name="connsiteY91" fmla="*/ 2203815 h 3564016"/>
              <a:gd name="connsiteX92" fmla="*/ 2102481 w 3467691"/>
              <a:gd name="connsiteY92" fmla="*/ 2197457 h 3564016"/>
              <a:gd name="connsiteX93" fmla="*/ 2240418 w 3467691"/>
              <a:gd name="connsiteY93" fmla="*/ 2181082 h 3564016"/>
              <a:gd name="connsiteX94" fmla="*/ 2306978 w 3467691"/>
              <a:gd name="connsiteY94" fmla="*/ 2171160 h 3564016"/>
              <a:gd name="connsiteX95" fmla="*/ 2371901 w 3467691"/>
              <a:gd name="connsiteY95" fmla="*/ 2160083 h 3564016"/>
              <a:gd name="connsiteX96" fmla="*/ 2555207 w 3467691"/>
              <a:gd name="connsiteY96" fmla="*/ 2120783 h 3564016"/>
              <a:gd name="connsiteX97" fmla="*/ 2612328 w 3467691"/>
              <a:gd name="connsiteY97" fmla="*/ 2105852 h 3564016"/>
              <a:gd name="connsiteX98" fmla="*/ 2840810 w 3467691"/>
              <a:gd name="connsiteY98" fmla="*/ 2028985 h 3564016"/>
              <a:gd name="connsiteX99" fmla="*/ 2884831 w 3467691"/>
              <a:gd name="connsiteY99" fmla="*/ 2010105 h 3564016"/>
              <a:gd name="connsiteX100" fmla="*/ 3178140 w 3467691"/>
              <a:gd name="connsiteY100" fmla="*/ 1744731 h 3564016"/>
              <a:gd name="connsiteX101" fmla="*/ 3178621 w 3467691"/>
              <a:gd name="connsiteY101" fmla="*/ 1733846 h 3564016"/>
              <a:gd name="connsiteX102" fmla="*/ 3178621 w 3467691"/>
              <a:gd name="connsiteY102" fmla="*/ 1211766 h 3564016"/>
              <a:gd name="connsiteX103" fmla="*/ 1733846 w 3467691"/>
              <a:gd name="connsiteY103" fmla="*/ 288974 h 3564016"/>
              <a:gd name="connsiteX104" fmla="*/ 1695701 w 3467691"/>
              <a:gd name="connsiteY104" fmla="*/ 289167 h 3564016"/>
              <a:gd name="connsiteX105" fmla="*/ 1638870 w 3467691"/>
              <a:gd name="connsiteY105" fmla="*/ 290130 h 3564016"/>
              <a:gd name="connsiteX106" fmla="*/ 1582809 w 3467691"/>
              <a:gd name="connsiteY106" fmla="*/ 291960 h 3564016"/>
              <a:gd name="connsiteX107" fmla="*/ 1508928 w 3467691"/>
              <a:gd name="connsiteY107" fmla="*/ 295621 h 3564016"/>
              <a:gd name="connsiteX108" fmla="*/ 1436395 w 3467691"/>
              <a:gd name="connsiteY108" fmla="*/ 300630 h 3564016"/>
              <a:gd name="connsiteX109" fmla="*/ 1365115 w 3467691"/>
              <a:gd name="connsiteY109" fmla="*/ 306987 h 3564016"/>
              <a:gd name="connsiteX110" fmla="*/ 1272547 w 3467691"/>
              <a:gd name="connsiteY110" fmla="*/ 317390 h 3564016"/>
              <a:gd name="connsiteX111" fmla="*/ 1227274 w 3467691"/>
              <a:gd name="connsiteY111" fmla="*/ 323362 h 3564016"/>
              <a:gd name="connsiteX112" fmla="*/ 1160617 w 3467691"/>
              <a:gd name="connsiteY112" fmla="*/ 333284 h 3564016"/>
              <a:gd name="connsiteX113" fmla="*/ 1095694 w 3467691"/>
              <a:gd name="connsiteY113" fmla="*/ 344361 h 3564016"/>
              <a:gd name="connsiteX114" fmla="*/ 956505 w 3467691"/>
              <a:gd name="connsiteY114" fmla="*/ 372970 h 3564016"/>
              <a:gd name="connsiteX115" fmla="*/ 912388 w 3467691"/>
              <a:gd name="connsiteY115" fmla="*/ 383565 h 3564016"/>
              <a:gd name="connsiteX116" fmla="*/ 855268 w 3467691"/>
              <a:gd name="connsiteY116" fmla="*/ 398592 h 3564016"/>
              <a:gd name="connsiteX117" fmla="*/ 661462 w 3467691"/>
              <a:gd name="connsiteY117" fmla="*/ 461685 h 3564016"/>
              <a:gd name="connsiteX118" fmla="*/ 626785 w 3467691"/>
              <a:gd name="connsiteY118" fmla="*/ 475459 h 3564016"/>
              <a:gd name="connsiteX119" fmla="*/ 582765 w 3467691"/>
              <a:gd name="connsiteY119" fmla="*/ 494339 h 3564016"/>
              <a:gd name="connsiteX120" fmla="*/ 288974 w 3467691"/>
              <a:gd name="connsiteY120" fmla="*/ 770598 h 3564016"/>
              <a:gd name="connsiteX121" fmla="*/ 559165 w 3467691"/>
              <a:gd name="connsiteY121" fmla="*/ 1035973 h 3564016"/>
              <a:gd name="connsiteX122" fmla="*/ 582765 w 3467691"/>
              <a:gd name="connsiteY122" fmla="*/ 1046858 h 3564016"/>
              <a:gd name="connsiteX123" fmla="*/ 626785 w 3467691"/>
              <a:gd name="connsiteY123" fmla="*/ 1065737 h 3564016"/>
              <a:gd name="connsiteX124" fmla="*/ 813944 w 3467691"/>
              <a:gd name="connsiteY124" fmla="*/ 1130853 h 3564016"/>
              <a:gd name="connsiteX125" fmla="*/ 855364 w 3467691"/>
              <a:gd name="connsiteY125" fmla="*/ 1142604 h 3564016"/>
              <a:gd name="connsiteX126" fmla="*/ 912388 w 3467691"/>
              <a:gd name="connsiteY126" fmla="*/ 1157535 h 3564016"/>
              <a:gd name="connsiteX127" fmla="*/ 1048206 w 3467691"/>
              <a:gd name="connsiteY127" fmla="*/ 1187877 h 3564016"/>
              <a:gd name="connsiteX128" fmla="*/ 1095694 w 3467691"/>
              <a:gd name="connsiteY128" fmla="*/ 1196835 h 3564016"/>
              <a:gd name="connsiteX129" fmla="*/ 1160617 w 3467691"/>
              <a:gd name="connsiteY129" fmla="*/ 1207913 h 3564016"/>
              <a:gd name="connsiteX130" fmla="*/ 1227178 w 3467691"/>
              <a:gd name="connsiteY130" fmla="*/ 1217834 h 3564016"/>
              <a:gd name="connsiteX131" fmla="*/ 1318494 w 3467691"/>
              <a:gd name="connsiteY131" fmla="*/ 1229393 h 3564016"/>
              <a:gd name="connsiteX132" fmla="*/ 1365211 w 3467691"/>
              <a:gd name="connsiteY132" fmla="*/ 1234209 h 3564016"/>
              <a:gd name="connsiteX133" fmla="*/ 1436395 w 3467691"/>
              <a:gd name="connsiteY133" fmla="*/ 1240567 h 3564016"/>
              <a:gd name="connsiteX134" fmla="*/ 1508928 w 3467691"/>
              <a:gd name="connsiteY134" fmla="*/ 1245576 h 3564016"/>
              <a:gd name="connsiteX135" fmla="*/ 1582809 w 3467691"/>
              <a:gd name="connsiteY135" fmla="*/ 1249236 h 3564016"/>
              <a:gd name="connsiteX136" fmla="*/ 1835083 w 3467691"/>
              <a:gd name="connsiteY136" fmla="*/ 1250874 h 3564016"/>
              <a:gd name="connsiteX137" fmla="*/ 1884883 w 3467691"/>
              <a:gd name="connsiteY137" fmla="*/ 1249236 h 3564016"/>
              <a:gd name="connsiteX138" fmla="*/ 1958764 w 3467691"/>
              <a:gd name="connsiteY138" fmla="*/ 1245576 h 3564016"/>
              <a:gd name="connsiteX139" fmla="*/ 2031297 w 3467691"/>
              <a:gd name="connsiteY139" fmla="*/ 1240567 h 3564016"/>
              <a:gd name="connsiteX140" fmla="*/ 2102577 w 3467691"/>
              <a:gd name="connsiteY140" fmla="*/ 1234209 h 3564016"/>
              <a:gd name="connsiteX141" fmla="*/ 2195145 w 3467691"/>
              <a:gd name="connsiteY141" fmla="*/ 1223806 h 3564016"/>
              <a:gd name="connsiteX142" fmla="*/ 2240418 w 3467691"/>
              <a:gd name="connsiteY142" fmla="*/ 1217834 h 3564016"/>
              <a:gd name="connsiteX143" fmla="*/ 2307075 w 3467691"/>
              <a:gd name="connsiteY143" fmla="*/ 1207913 h 3564016"/>
              <a:gd name="connsiteX144" fmla="*/ 2371998 w 3467691"/>
              <a:gd name="connsiteY144" fmla="*/ 1196835 h 3564016"/>
              <a:gd name="connsiteX145" fmla="*/ 2511187 w 3467691"/>
              <a:gd name="connsiteY145" fmla="*/ 1168227 h 3564016"/>
              <a:gd name="connsiteX146" fmla="*/ 2555304 w 3467691"/>
              <a:gd name="connsiteY146" fmla="*/ 1157631 h 3564016"/>
              <a:gd name="connsiteX147" fmla="*/ 2612424 w 3467691"/>
              <a:gd name="connsiteY147" fmla="*/ 1142604 h 3564016"/>
              <a:gd name="connsiteX148" fmla="*/ 2806230 w 3467691"/>
              <a:gd name="connsiteY148" fmla="*/ 1079512 h 3564016"/>
              <a:gd name="connsiteX149" fmla="*/ 2840906 w 3467691"/>
              <a:gd name="connsiteY149" fmla="*/ 1065737 h 3564016"/>
              <a:gd name="connsiteX150" fmla="*/ 2884927 w 3467691"/>
              <a:gd name="connsiteY150" fmla="*/ 1046858 h 3564016"/>
              <a:gd name="connsiteX151" fmla="*/ 3178718 w 3467691"/>
              <a:gd name="connsiteY151" fmla="*/ 770598 h 3564016"/>
              <a:gd name="connsiteX152" fmla="*/ 2908527 w 3467691"/>
              <a:gd name="connsiteY152" fmla="*/ 505223 h 3564016"/>
              <a:gd name="connsiteX153" fmla="*/ 2884927 w 3467691"/>
              <a:gd name="connsiteY153" fmla="*/ 494339 h 3564016"/>
              <a:gd name="connsiteX154" fmla="*/ 2840906 w 3467691"/>
              <a:gd name="connsiteY154" fmla="*/ 475459 h 3564016"/>
              <a:gd name="connsiteX155" fmla="*/ 2653747 w 3467691"/>
              <a:gd name="connsiteY155" fmla="*/ 410344 h 3564016"/>
              <a:gd name="connsiteX156" fmla="*/ 2612328 w 3467691"/>
              <a:gd name="connsiteY156" fmla="*/ 398592 h 3564016"/>
              <a:gd name="connsiteX157" fmla="*/ 2555304 w 3467691"/>
              <a:gd name="connsiteY157" fmla="*/ 383662 h 3564016"/>
              <a:gd name="connsiteX158" fmla="*/ 2419486 w 3467691"/>
              <a:gd name="connsiteY158" fmla="*/ 353319 h 3564016"/>
              <a:gd name="connsiteX159" fmla="*/ 2371998 w 3467691"/>
              <a:gd name="connsiteY159" fmla="*/ 344361 h 3564016"/>
              <a:gd name="connsiteX160" fmla="*/ 2307075 w 3467691"/>
              <a:gd name="connsiteY160" fmla="*/ 333284 h 3564016"/>
              <a:gd name="connsiteX161" fmla="*/ 2240514 w 3467691"/>
              <a:gd name="connsiteY161" fmla="*/ 323362 h 3564016"/>
              <a:gd name="connsiteX162" fmla="*/ 2149198 w 3467691"/>
              <a:gd name="connsiteY162" fmla="*/ 311803 h 3564016"/>
              <a:gd name="connsiteX163" fmla="*/ 2102481 w 3467691"/>
              <a:gd name="connsiteY163" fmla="*/ 306987 h 3564016"/>
              <a:gd name="connsiteX164" fmla="*/ 2031297 w 3467691"/>
              <a:gd name="connsiteY164" fmla="*/ 300630 h 3564016"/>
              <a:gd name="connsiteX165" fmla="*/ 1958764 w 3467691"/>
              <a:gd name="connsiteY165" fmla="*/ 295621 h 3564016"/>
              <a:gd name="connsiteX166" fmla="*/ 1884883 w 3467691"/>
              <a:gd name="connsiteY166" fmla="*/ 291960 h 3564016"/>
              <a:gd name="connsiteX167" fmla="*/ 1784705 w 3467691"/>
              <a:gd name="connsiteY167" fmla="*/ 289263 h 3564016"/>
              <a:gd name="connsiteX168" fmla="*/ 1733846 w 3467691"/>
              <a:gd name="connsiteY168" fmla="*/ 288974 h 3564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3467691" h="3564016">
                <a:moveTo>
                  <a:pt x="1733846" y="0"/>
                </a:moveTo>
                <a:lnTo>
                  <a:pt x="1772376" y="193"/>
                </a:lnTo>
                <a:cubicBezTo>
                  <a:pt x="1910502" y="1266"/>
                  <a:pt x="2048485" y="9303"/>
                  <a:pt x="2185802" y="24274"/>
                </a:cubicBezTo>
                <a:lnTo>
                  <a:pt x="2251495" y="31980"/>
                </a:lnTo>
                <a:lnTo>
                  <a:pt x="2321042" y="41612"/>
                </a:lnTo>
                <a:lnTo>
                  <a:pt x="2389336" y="52497"/>
                </a:lnTo>
                <a:lnTo>
                  <a:pt x="2423531" y="58469"/>
                </a:lnTo>
                <a:lnTo>
                  <a:pt x="2490766" y="71280"/>
                </a:lnTo>
                <a:cubicBezTo>
                  <a:pt x="3056096" y="185618"/>
                  <a:pt x="3452184" y="430186"/>
                  <a:pt x="3467210" y="751622"/>
                </a:cubicBezTo>
                <a:lnTo>
                  <a:pt x="3467692" y="770598"/>
                </a:lnTo>
                <a:lnTo>
                  <a:pt x="3467692" y="2793419"/>
                </a:lnTo>
                <a:cubicBezTo>
                  <a:pt x="3467692" y="3124198"/>
                  <a:pt x="3067173" y="3376183"/>
                  <a:pt x="2490766" y="3492736"/>
                </a:cubicBezTo>
                <a:lnTo>
                  <a:pt x="2423531" y="3505547"/>
                </a:lnTo>
                <a:lnTo>
                  <a:pt x="2389336" y="3511520"/>
                </a:lnTo>
                <a:lnTo>
                  <a:pt x="2321042" y="3522308"/>
                </a:lnTo>
                <a:lnTo>
                  <a:pt x="2251495" y="3531940"/>
                </a:lnTo>
                <a:cubicBezTo>
                  <a:pt x="2087743" y="3552939"/>
                  <a:pt x="1913877" y="3564017"/>
                  <a:pt x="1733846" y="3564017"/>
                </a:cubicBezTo>
                <a:cubicBezTo>
                  <a:pt x="1553815" y="3564017"/>
                  <a:pt x="1379949" y="3552939"/>
                  <a:pt x="1216197" y="3531940"/>
                </a:cubicBezTo>
                <a:lnTo>
                  <a:pt x="1146650" y="3522308"/>
                </a:lnTo>
                <a:lnTo>
                  <a:pt x="1078356" y="3511520"/>
                </a:lnTo>
                <a:cubicBezTo>
                  <a:pt x="459373" y="3406815"/>
                  <a:pt x="16086" y="3152614"/>
                  <a:pt x="482" y="2812106"/>
                </a:cubicBezTo>
                <a:lnTo>
                  <a:pt x="0" y="2793419"/>
                </a:lnTo>
                <a:lnTo>
                  <a:pt x="0" y="770598"/>
                </a:lnTo>
                <a:lnTo>
                  <a:pt x="482" y="751622"/>
                </a:lnTo>
                <a:cubicBezTo>
                  <a:pt x="15508" y="430186"/>
                  <a:pt x="411596" y="185618"/>
                  <a:pt x="976926" y="71280"/>
                </a:cubicBezTo>
                <a:lnTo>
                  <a:pt x="1044161" y="58469"/>
                </a:lnTo>
                <a:lnTo>
                  <a:pt x="1078356" y="52497"/>
                </a:lnTo>
                <a:lnTo>
                  <a:pt x="1146650" y="41709"/>
                </a:lnTo>
                <a:lnTo>
                  <a:pt x="1216197" y="32076"/>
                </a:lnTo>
                <a:cubicBezTo>
                  <a:pt x="1362471" y="13549"/>
                  <a:pt x="1509652" y="3066"/>
                  <a:pt x="1657075" y="674"/>
                </a:cubicBezTo>
                <a:lnTo>
                  <a:pt x="1733846" y="0"/>
                </a:lnTo>
                <a:close/>
                <a:moveTo>
                  <a:pt x="2389336" y="2451947"/>
                </a:moveTo>
                <a:lnTo>
                  <a:pt x="2321042" y="2462735"/>
                </a:lnTo>
                <a:lnTo>
                  <a:pt x="2251495" y="2472368"/>
                </a:lnTo>
                <a:cubicBezTo>
                  <a:pt x="2087743" y="2493367"/>
                  <a:pt x="1913877" y="2504444"/>
                  <a:pt x="1733846" y="2504444"/>
                </a:cubicBezTo>
                <a:cubicBezTo>
                  <a:pt x="1553815" y="2504444"/>
                  <a:pt x="1379949" y="2493367"/>
                  <a:pt x="1216197" y="2472368"/>
                </a:cubicBezTo>
                <a:lnTo>
                  <a:pt x="1146650" y="2462735"/>
                </a:lnTo>
                <a:lnTo>
                  <a:pt x="1078356" y="2451947"/>
                </a:lnTo>
                <a:cubicBezTo>
                  <a:pt x="755572" y="2397331"/>
                  <a:pt x="480468" y="2302066"/>
                  <a:pt x="288974" y="2175110"/>
                </a:cubicBezTo>
                <a:lnTo>
                  <a:pt x="288974" y="2793419"/>
                </a:lnTo>
                <a:cubicBezTo>
                  <a:pt x="288974" y="2888010"/>
                  <a:pt x="398110" y="2986550"/>
                  <a:pt x="582765" y="3069678"/>
                </a:cubicBezTo>
                <a:lnTo>
                  <a:pt x="626785" y="3088557"/>
                </a:lnTo>
                <a:cubicBezTo>
                  <a:pt x="694694" y="3116492"/>
                  <a:pt x="771272" y="3142403"/>
                  <a:pt x="855268" y="3165425"/>
                </a:cubicBezTo>
                <a:lnTo>
                  <a:pt x="912388" y="3180355"/>
                </a:lnTo>
                <a:cubicBezTo>
                  <a:pt x="970472" y="3194804"/>
                  <a:pt x="1031831" y="3208097"/>
                  <a:pt x="1095694" y="3219656"/>
                </a:cubicBezTo>
                <a:lnTo>
                  <a:pt x="1160617" y="3230733"/>
                </a:lnTo>
                <a:lnTo>
                  <a:pt x="1227178" y="3240654"/>
                </a:lnTo>
                <a:cubicBezTo>
                  <a:pt x="1272161" y="3246916"/>
                  <a:pt x="1318205" y="3252406"/>
                  <a:pt x="1365211" y="3257030"/>
                </a:cubicBezTo>
                <a:lnTo>
                  <a:pt x="1436395" y="3263387"/>
                </a:lnTo>
                <a:lnTo>
                  <a:pt x="1508928" y="3268396"/>
                </a:lnTo>
                <a:lnTo>
                  <a:pt x="1582809" y="3272056"/>
                </a:lnTo>
                <a:cubicBezTo>
                  <a:pt x="1683461" y="3276039"/>
                  <a:pt x="1784231" y="3276039"/>
                  <a:pt x="1884883" y="3272056"/>
                </a:cubicBezTo>
                <a:lnTo>
                  <a:pt x="1958764" y="3268396"/>
                </a:lnTo>
                <a:lnTo>
                  <a:pt x="2031297" y="3263387"/>
                </a:lnTo>
                <a:lnTo>
                  <a:pt x="2102577" y="3257030"/>
                </a:lnTo>
                <a:cubicBezTo>
                  <a:pt x="2149487" y="3252406"/>
                  <a:pt x="2195531" y="3246916"/>
                  <a:pt x="2240514" y="3240654"/>
                </a:cubicBezTo>
                <a:lnTo>
                  <a:pt x="2307075" y="3230733"/>
                </a:lnTo>
                <a:lnTo>
                  <a:pt x="2371998" y="3219656"/>
                </a:lnTo>
                <a:cubicBezTo>
                  <a:pt x="2435957" y="3208097"/>
                  <a:pt x="2497220" y="3194900"/>
                  <a:pt x="2555304" y="3180355"/>
                </a:cubicBezTo>
                <a:lnTo>
                  <a:pt x="2612424" y="3165425"/>
                </a:lnTo>
                <a:cubicBezTo>
                  <a:pt x="2696419" y="3142307"/>
                  <a:pt x="2772998" y="3116492"/>
                  <a:pt x="2840906" y="3088557"/>
                </a:cubicBezTo>
                <a:lnTo>
                  <a:pt x="2884927" y="3069678"/>
                </a:lnTo>
                <a:cubicBezTo>
                  <a:pt x="3062454" y="2989728"/>
                  <a:pt x="3170241" y="2895619"/>
                  <a:pt x="3178236" y="2804303"/>
                </a:cubicBezTo>
                <a:lnTo>
                  <a:pt x="3178718" y="2793419"/>
                </a:lnTo>
                <a:lnTo>
                  <a:pt x="3178718" y="2175013"/>
                </a:lnTo>
                <a:cubicBezTo>
                  <a:pt x="2987320" y="2302066"/>
                  <a:pt x="2712217" y="2397331"/>
                  <a:pt x="2389336" y="2451947"/>
                </a:cubicBezTo>
                <a:close/>
                <a:moveTo>
                  <a:pt x="3178718" y="1211766"/>
                </a:moveTo>
                <a:cubicBezTo>
                  <a:pt x="2996760" y="1332461"/>
                  <a:pt x="2739477" y="1424451"/>
                  <a:pt x="2437306" y="1480223"/>
                </a:cubicBezTo>
                <a:lnTo>
                  <a:pt x="2389144" y="1488699"/>
                </a:lnTo>
                <a:lnTo>
                  <a:pt x="2320946" y="1499488"/>
                </a:lnTo>
                <a:lnTo>
                  <a:pt x="2251399" y="1509120"/>
                </a:lnTo>
                <a:cubicBezTo>
                  <a:pt x="2087647" y="1530119"/>
                  <a:pt x="1913781" y="1541196"/>
                  <a:pt x="1733750" y="1541196"/>
                </a:cubicBezTo>
                <a:cubicBezTo>
                  <a:pt x="1579437" y="1541196"/>
                  <a:pt x="1429652" y="1533105"/>
                  <a:pt x="1286803" y="1517500"/>
                </a:cubicBezTo>
                <a:lnTo>
                  <a:pt x="1216100" y="1509120"/>
                </a:lnTo>
                <a:lnTo>
                  <a:pt x="1146554" y="1499488"/>
                </a:lnTo>
                <a:lnTo>
                  <a:pt x="1078259" y="1488699"/>
                </a:lnTo>
                <a:cubicBezTo>
                  <a:pt x="755475" y="1434083"/>
                  <a:pt x="480372" y="1338818"/>
                  <a:pt x="288878" y="1211862"/>
                </a:cubicBezTo>
                <a:lnTo>
                  <a:pt x="288878" y="1733846"/>
                </a:lnTo>
                <a:cubicBezTo>
                  <a:pt x="288878" y="1828437"/>
                  <a:pt x="398014" y="1926977"/>
                  <a:pt x="582669" y="2010105"/>
                </a:cubicBezTo>
                <a:lnTo>
                  <a:pt x="626689" y="2028985"/>
                </a:lnTo>
                <a:cubicBezTo>
                  <a:pt x="694598" y="2056919"/>
                  <a:pt x="771176" y="2082831"/>
                  <a:pt x="855171" y="2105852"/>
                </a:cubicBezTo>
                <a:lnTo>
                  <a:pt x="912292" y="2120783"/>
                </a:lnTo>
                <a:cubicBezTo>
                  <a:pt x="970376" y="2135231"/>
                  <a:pt x="1031735" y="2148524"/>
                  <a:pt x="1095598" y="2160083"/>
                </a:cubicBezTo>
                <a:lnTo>
                  <a:pt x="1160521" y="2171160"/>
                </a:lnTo>
                <a:lnTo>
                  <a:pt x="1227081" y="2181082"/>
                </a:lnTo>
                <a:cubicBezTo>
                  <a:pt x="1272065" y="2187343"/>
                  <a:pt x="1318108" y="2192833"/>
                  <a:pt x="1365115" y="2197457"/>
                </a:cubicBezTo>
                <a:lnTo>
                  <a:pt x="1436299" y="2203815"/>
                </a:lnTo>
                <a:lnTo>
                  <a:pt x="1508831" y="2208823"/>
                </a:lnTo>
                <a:lnTo>
                  <a:pt x="1582712" y="2212484"/>
                </a:lnTo>
                <a:cubicBezTo>
                  <a:pt x="1683364" y="2216466"/>
                  <a:pt x="1784135" y="2216466"/>
                  <a:pt x="1884787" y="2212484"/>
                </a:cubicBezTo>
                <a:lnTo>
                  <a:pt x="1958668" y="2208823"/>
                </a:lnTo>
                <a:lnTo>
                  <a:pt x="2031200" y="2203815"/>
                </a:lnTo>
                <a:lnTo>
                  <a:pt x="2102481" y="2197457"/>
                </a:lnTo>
                <a:cubicBezTo>
                  <a:pt x="2149391" y="2192833"/>
                  <a:pt x="2195434" y="2187343"/>
                  <a:pt x="2240418" y="2181082"/>
                </a:cubicBezTo>
                <a:lnTo>
                  <a:pt x="2306978" y="2171160"/>
                </a:lnTo>
                <a:lnTo>
                  <a:pt x="2371901" y="2160083"/>
                </a:lnTo>
                <a:cubicBezTo>
                  <a:pt x="2435861" y="2148524"/>
                  <a:pt x="2497123" y="2135328"/>
                  <a:pt x="2555207" y="2120783"/>
                </a:cubicBezTo>
                <a:lnTo>
                  <a:pt x="2612328" y="2105852"/>
                </a:lnTo>
                <a:cubicBezTo>
                  <a:pt x="2696323" y="2082734"/>
                  <a:pt x="2772901" y="2056919"/>
                  <a:pt x="2840810" y="2028985"/>
                </a:cubicBezTo>
                <a:lnTo>
                  <a:pt x="2884831" y="2010105"/>
                </a:lnTo>
                <a:cubicBezTo>
                  <a:pt x="3062357" y="1930156"/>
                  <a:pt x="3170145" y="1836047"/>
                  <a:pt x="3178140" y="1744731"/>
                </a:cubicBezTo>
                <a:lnTo>
                  <a:pt x="3178621" y="1733846"/>
                </a:lnTo>
                <a:lnTo>
                  <a:pt x="3178621" y="1211766"/>
                </a:lnTo>
                <a:close/>
                <a:moveTo>
                  <a:pt x="1733846" y="288974"/>
                </a:moveTo>
                <a:lnTo>
                  <a:pt x="1695701" y="289167"/>
                </a:lnTo>
                <a:lnTo>
                  <a:pt x="1638870" y="290130"/>
                </a:lnTo>
                <a:lnTo>
                  <a:pt x="1582809" y="291960"/>
                </a:lnTo>
                <a:lnTo>
                  <a:pt x="1508928" y="295621"/>
                </a:lnTo>
                <a:lnTo>
                  <a:pt x="1436395" y="300630"/>
                </a:lnTo>
                <a:lnTo>
                  <a:pt x="1365115" y="306987"/>
                </a:lnTo>
                <a:cubicBezTo>
                  <a:pt x="1333809" y="310069"/>
                  <a:pt x="1302985" y="313537"/>
                  <a:pt x="1272547" y="317390"/>
                </a:cubicBezTo>
                <a:lnTo>
                  <a:pt x="1227274" y="323362"/>
                </a:lnTo>
                <a:lnTo>
                  <a:pt x="1160617" y="333284"/>
                </a:lnTo>
                <a:lnTo>
                  <a:pt x="1095694" y="344361"/>
                </a:lnTo>
                <a:cubicBezTo>
                  <a:pt x="1047724" y="353030"/>
                  <a:pt x="1001296" y="362663"/>
                  <a:pt x="956505" y="372970"/>
                </a:cubicBezTo>
                <a:lnTo>
                  <a:pt x="912388" y="383565"/>
                </a:lnTo>
                <a:lnTo>
                  <a:pt x="855268" y="398592"/>
                </a:lnTo>
                <a:cubicBezTo>
                  <a:pt x="785336" y="417857"/>
                  <a:pt x="720413" y="439048"/>
                  <a:pt x="661462" y="461685"/>
                </a:cubicBezTo>
                <a:lnTo>
                  <a:pt x="626785" y="475459"/>
                </a:lnTo>
                <a:lnTo>
                  <a:pt x="582765" y="494339"/>
                </a:lnTo>
                <a:cubicBezTo>
                  <a:pt x="398110" y="577467"/>
                  <a:pt x="288974" y="676007"/>
                  <a:pt x="288974" y="770598"/>
                </a:cubicBezTo>
                <a:cubicBezTo>
                  <a:pt x="288974" y="861143"/>
                  <a:pt x="388863" y="955156"/>
                  <a:pt x="559165" y="1035973"/>
                </a:cubicBezTo>
                <a:lnTo>
                  <a:pt x="582765" y="1046858"/>
                </a:lnTo>
                <a:lnTo>
                  <a:pt x="626785" y="1065737"/>
                </a:lnTo>
                <a:cubicBezTo>
                  <a:pt x="683328" y="1089048"/>
                  <a:pt x="745939" y="1110914"/>
                  <a:pt x="813944" y="1130853"/>
                </a:cubicBezTo>
                <a:lnTo>
                  <a:pt x="855364" y="1142604"/>
                </a:lnTo>
                <a:lnTo>
                  <a:pt x="912388" y="1157535"/>
                </a:lnTo>
                <a:cubicBezTo>
                  <a:pt x="955927" y="1168420"/>
                  <a:pt x="1001296" y="1178534"/>
                  <a:pt x="1048206" y="1187877"/>
                </a:cubicBezTo>
                <a:lnTo>
                  <a:pt x="1095694" y="1196835"/>
                </a:lnTo>
                <a:lnTo>
                  <a:pt x="1160617" y="1207913"/>
                </a:lnTo>
                <a:lnTo>
                  <a:pt x="1227178" y="1217834"/>
                </a:lnTo>
                <a:cubicBezTo>
                  <a:pt x="1257135" y="1222072"/>
                  <a:pt x="1287573" y="1225829"/>
                  <a:pt x="1318494" y="1229393"/>
                </a:cubicBezTo>
                <a:lnTo>
                  <a:pt x="1365211" y="1234209"/>
                </a:lnTo>
                <a:lnTo>
                  <a:pt x="1436395" y="1240567"/>
                </a:lnTo>
                <a:lnTo>
                  <a:pt x="1508928" y="1245576"/>
                </a:lnTo>
                <a:lnTo>
                  <a:pt x="1582809" y="1249236"/>
                </a:lnTo>
                <a:cubicBezTo>
                  <a:pt x="1666859" y="1252559"/>
                  <a:pt x="1750997" y="1253106"/>
                  <a:pt x="1835083" y="1250874"/>
                </a:cubicBezTo>
                <a:lnTo>
                  <a:pt x="1884883" y="1249236"/>
                </a:lnTo>
                <a:lnTo>
                  <a:pt x="1958764" y="1245576"/>
                </a:lnTo>
                <a:lnTo>
                  <a:pt x="2031297" y="1240567"/>
                </a:lnTo>
                <a:lnTo>
                  <a:pt x="2102577" y="1234209"/>
                </a:lnTo>
                <a:cubicBezTo>
                  <a:pt x="2133883" y="1231127"/>
                  <a:pt x="2164707" y="1227659"/>
                  <a:pt x="2195145" y="1223806"/>
                </a:cubicBezTo>
                <a:lnTo>
                  <a:pt x="2240418" y="1217834"/>
                </a:lnTo>
                <a:lnTo>
                  <a:pt x="2307075" y="1207913"/>
                </a:lnTo>
                <a:lnTo>
                  <a:pt x="2371998" y="1196835"/>
                </a:lnTo>
                <a:cubicBezTo>
                  <a:pt x="2419967" y="1188166"/>
                  <a:pt x="2466396" y="1178534"/>
                  <a:pt x="2511187" y="1168227"/>
                </a:cubicBezTo>
                <a:lnTo>
                  <a:pt x="2555304" y="1157631"/>
                </a:lnTo>
                <a:lnTo>
                  <a:pt x="2612424" y="1142604"/>
                </a:lnTo>
                <a:cubicBezTo>
                  <a:pt x="2682356" y="1123340"/>
                  <a:pt x="2747279" y="1102148"/>
                  <a:pt x="2806230" y="1079512"/>
                </a:cubicBezTo>
                <a:lnTo>
                  <a:pt x="2840906" y="1065737"/>
                </a:lnTo>
                <a:lnTo>
                  <a:pt x="2884927" y="1046858"/>
                </a:lnTo>
                <a:cubicBezTo>
                  <a:pt x="3069581" y="963729"/>
                  <a:pt x="3178718" y="865189"/>
                  <a:pt x="3178718" y="770598"/>
                </a:cubicBezTo>
                <a:cubicBezTo>
                  <a:pt x="3178718" y="680053"/>
                  <a:pt x="3078829" y="586040"/>
                  <a:pt x="2908527" y="505223"/>
                </a:cubicBezTo>
                <a:lnTo>
                  <a:pt x="2884927" y="494339"/>
                </a:lnTo>
                <a:lnTo>
                  <a:pt x="2840906" y="475459"/>
                </a:lnTo>
                <a:cubicBezTo>
                  <a:pt x="2779685" y="450541"/>
                  <a:pt x="2717215" y="428807"/>
                  <a:pt x="2653747" y="410344"/>
                </a:cubicBezTo>
                <a:lnTo>
                  <a:pt x="2612328" y="398592"/>
                </a:lnTo>
                <a:lnTo>
                  <a:pt x="2555304" y="383662"/>
                </a:lnTo>
                <a:cubicBezTo>
                  <a:pt x="2510288" y="372430"/>
                  <a:pt x="2465001" y="362313"/>
                  <a:pt x="2419486" y="353319"/>
                </a:cubicBezTo>
                <a:lnTo>
                  <a:pt x="2371998" y="344361"/>
                </a:lnTo>
                <a:lnTo>
                  <a:pt x="2307075" y="333284"/>
                </a:lnTo>
                <a:lnTo>
                  <a:pt x="2240514" y="323362"/>
                </a:lnTo>
                <a:cubicBezTo>
                  <a:pt x="2210128" y="319104"/>
                  <a:pt x="2179687" y="315251"/>
                  <a:pt x="2149198" y="311803"/>
                </a:cubicBezTo>
                <a:lnTo>
                  <a:pt x="2102481" y="306987"/>
                </a:lnTo>
                <a:lnTo>
                  <a:pt x="2031297" y="300630"/>
                </a:lnTo>
                <a:lnTo>
                  <a:pt x="1958764" y="295621"/>
                </a:lnTo>
                <a:lnTo>
                  <a:pt x="1884883" y="291960"/>
                </a:lnTo>
                <a:cubicBezTo>
                  <a:pt x="1851844" y="290612"/>
                  <a:pt x="1818419" y="289745"/>
                  <a:pt x="1784705" y="289263"/>
                </a:cubicBezTo>
                <a:lnTo>
                  <a:pt x="1733846" y="288974"/>
                </a:lnTo>
                <a:close/>
              </a:path>
            </a:pathLst>
          </a:custGeom>
          <a:solidFill>
            <a:schemeClr val="tx1"/>
          </a:solidFill>
          <a:ln w="4511" cap="flat">
            <a:noFill/>
            <a:prstDash val="solid"/>
            <a:miter/>
          </a:ln>
        </p:spPr>
        <p:txBody>
          <a:bodyPr rtlCol="0" anchor="ctr"/>
          <a:lstStyle/>
          <a:p>
            <a:endParaRPr lang="zh-CN" altLang="en-US"/>
          </a:p>
        </p:txBody>
      </p:sp>
      <p:grpSp>
        <p:nvGrpSpPr>
          <p:cNvPr id="12" name="组合 11">
            <a:extLst>
              <a:ext uri="{FF2B5EF4-FFF2-40B4-BE49-F238E27FC236}">
                <a16:creationId xmlns:a16="http://schemas.microsoft.com/office/drawing/2014/main" id="{D226D2B3-5E74-BEC5-FA5F-43DCA1846366}"/>
              </a:ext>
            </a:extLst>
          </p:cNvPr>
          <p:cNvGrpSpPr/>
          <p:nvPr/>
        </p:nvGrpSpPr>
        <p:grpSpPr>
          <a:xfrm>
            <a:off x="4002303" y="5519114"/>
            <a:ext cx="205729" cy="205729"/>
            <a:chOff x="4969807" y="5517033"/>
            <a:chExt cx="115112" cy="115112"/>
          </a:xfrm>
          <a:solidFill>
            <a:schemeClr val="tx2"/>
          </a:solidFill>
        </p:grpSpPr>
        <p:sp>
          <p:nvSpPr>
            <p:cNvPr id="15" name="任意多边形: 形状 14">
              <a:extLst>
                <a:ext uri="{FF2B5EF4-FFF2-40B4-BE49-F238E27FC236}">
                  <a16:creationId xmlns:a16="http://schemas.microsoft.com/office/drawing/2014/main" id="{C5434B6F-83AC-49A3-493E-AAF28D7ED199}"/>
                </a:ext>
              </a:extLst>
            </p:cNvPr>
            <p:cNvSpPr/>
            <p:nvPr/>
          </p:nvSpPr>
          <p:spPr>
            <a:xfrm>
              <a:off x="4997146" y="5534300"/>
              <a:ext cx="60434" cy="65901"/>
            </a:xfrm>
            <a:custGeom>
              <a:avLst/>
              <a:gdLst>
                <a:gd name="connsiteX0" fmla="*/ 55398 w 60434"/>
                <a:gd name="connsiteY0" fmla="*/ 55830 h 65901"/>
                <a:gd name="connsiteX1" fmla="*/ 5036 w 60434"/>
                <a:gd name="connsiteY1" fmla="*/ 55830 h 65901"/>
                <a:gd name="connsiteX2" fmla="*/ 0 w 60434"/>
                <a:gd name="connsiteY2" fmla="*/ 60866 h 65901"/>
                <a:gd name="connsiteX3" fmla="*/ 5036 w 60434"/>
                <a:gd name="connsiteY3" fmla="*/ 65902 h 65901"/>
                <a:gd name="connsiteX4" fmla="*/ 55398 w 60434"/>
                <a:gd name="connsiteY4" fmla="*/ 65902 h 65901"/>
                <a:gd name="connsiteX5" fmla="*/ 60434 w 60434"/>
                <a:gd name="connsiteY5" fmla="*/ 60866 h 65901"/>
                <a:gd name="connsiteX6" fmla="*/ 55398 w 60434"/>
                <a:gd name="connsiteY6" fmla="*/ 55830 h 65901"/>
                <a:gd name="connsiteX7" fmla="*/ 44318 w 60434"/>
                <a:gd name="connsiteY7" fmla="*/ 24461 h 65901"/>
                <a:gd name="connsiteX8" fmla="*/ 48635 w 60434"/>
                <a:gd name="connsiteY8" fmla="*/ 20145 h 65901"/>
                <a:gd name="connsiteX9" fmla="*/ 48635 w 60434"/>
                <a:gd name="connsiteY9" fmla="*/ 4317 h 65901"/>
                <a:gd name="connsiteX10" fmla="*/ 44318 w 60434"/>
                <a:gd name="connsiteY10" fmla="*/ 0 h 65901"/>
                <a:gd name="connsiteX11" fmla="*/ 40002 w 60434"/>
                <a:gd name="connsiteY11" fmla="*/ 4317 h 65901"/>
                <a:gd name="connsiteX12" fmla="*/ 40002 w 60434"/>
                <a:gd name="connsiteY12" fmla="*/ 20145 h 65901"/>
                <a:gd name="connsiteX13" fmla="*/ 44318 w 60434"/>
                <a:gd name="connsiteY13" fmla="*/ 24461 h 65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434" h="65901">
                  <a:moveTo>
                    <a:pt x="55398" y="55830"/>
                  </a:moveTo>
                  <a:lnTo>
                    <a:pt x="5036" y="55830"/>
                  </a:lnTo>
                  <a:cubicBezTo>
                    <a:pt x="2259" y="55830"/>
                    <a:pt x="0" y="58089"/>
                    <a:pt x="0" y="60866"/>
                  </a:cubicBezTo>
                  <a:cubicBezTo>
                    <a:pt x="0" y="63643"/>
                    <a:pt x="2259" y="65902"/>
                    <a:pt x="5036" y="65902"/>
                  </a:cubicBezTo>
                  <a:lnTo>
                    <a:pt x="55398" y="65902"/>
                  </a:lnTo>
                  <a:cubicBezTo>
                    <a:pt x="58175" y="65902"/>
                    <a:pt x="60434" y="63643"/>
                    <a:pt x="60434" y="60866"/>
                  </a:cubicBezTo>
                  <a:cubicBezTo>
                    <a:pt x="60434" y="58089"/>
                    <a:pt x="58175" y="55830"/>
                    <a:pt x="55398" y="55830"/>
                  </a:cubicBezTo>
                  <a:close/>
                  <a:moveTo>
                    <a:pt x="44318" y="24461"/>
                  </a:moveTo>
                  <a:cubicBezTo>
                    <a:pt x="46707" y="24461"/>
                    <a:pt x="48635" y="22533"/>
                    <a:pt x="48635" y="20145"/>
                  </a:cubicBezTo>
                  <a:lnTo>
                    <a:pt x="48635" y="4317"/>
                  </a:lnTo>
                  <a:cubicBezTo>
                    <a:pt x="48635" y="1928"/>
                    <a:pt x="46707" y="0"/>
                    <a:pt x="44318" y="0"/>
                  </a:cubicBezTo>
                  <a:cubicBezTo>
                    <a:pt x="41930" y="0"/>
                    <a:pt x="40002" y="1928"/>
                    <a:pt x="40002" y="4317"/>
                  </a:cubicBezTo>
                  <a:lnTo>
                    <a:pt x="40002" y="20145"/>
                  </a:lnTo>
                  <a:cubicBezTo>
                    <a:pt x="40002" y="22533"/>
                    <a:pt x="41930" y="24461"/>
                    <a:pt x="44318" y="24461"/>
                  </a:cubicBezTo>
                  <a:close/>
                </a:path>
              </a:pathLst>
            </a:custGeom>
            <a:grpFill/>
            <a:ln w="140" cap="flat">
              <a:no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E6B09CA8-659E-BF3D-A286-3E195ECBB155}"/>
                </a:ext>
              </a:extLst>
            </p:cNvPr>
            <p:cNvSpPr/>
            <p:nvPr/>
          </p:nvSpPr>
          <p:spPr>
            <a:xfrm>
              <a:off x="4969807" y="5517033"/>
              <a:ext cx="115112" cy="115112"/>
            </a:xfrm>
            <a:custGeom>
              <a:avLst/>
              <a:gdLst>
                <a:gd name="connsiteX0" fmla="*/ 106479 w 115112"/>
                <a:gd name="connsiteY0" fmla="*/ 0 h 115112"/>
                <a:gd name="connsiteX1" fmla="*/ 8633 w 115112"/>
                <a:gd name="connsiteY1" fmla="*/ 0 h 115112"/>
                <a:gd name="connsiteX2" fmla="*/ 0 w 115112"/>
                <a:gd name="connsiteY2" fmla="*/ 8633 h 115112"/>
                <a:gd name="connsiteX3" fmla="*/ 0 w 115112"/>
                <a:gd name="connsiteY3" fmla="*/ 106479 h 115112"/>
                <a:gd name="connsiteX4" fmla="*/ 8633 w 115112"/>
                <a:gd name="connsiteY4" fmla="*/ 115113 h 115112"/>
                <a:gd name="connsiteX5" fmla="*/ 106479 w 115112"/>
                <a:gd name="connsiteY5" fmla="*/ 115113 h 115112"/>
                <a:gd name="connsiteX6" fmla="*/ 115113 w 115112"/>
                <a:gd name="connsiteY6" fmla="*/ 106479 h 115112"/>
                <a:gd name="connsiteX7" fmla="*/ 115113 w 115112"/>
                <a:gd name="connsiteY7" fmla="*/ 8633 h 115112"/>
                <a:gd name="connsiteX8" fmla="*/ 106479 w 115112"/>
                <a:gd name="connsiteY8" fmla="*/ 0 h 115112"/>
                <a:gd name="connsiteX9" fmla="*/ 31656 w 115112"/>
                <a:gd name="connsiteY9" fmla="*/ 10072 h 115112"/>
                <a:gd name="connsiteX10" fmla="*/ 83457 w 115112"/>
                <a:gd name="connsiteY10" fmla="*/ 10072 h 115112"/>
                <a:gd name="connsiteX11" fmla="*/ 83457 w 115112"/>
                <a:gd name="connsiteY11" fmla="*/ 46908 h 115112"/>
                <a:gd name="connsiteX12" fmla="*/ 81442 w 115112"/>
                <a:gd name="connsiteY12" fmla="*/ 48923 h 115112"/>
                <a:gd name="connsiteX13" fmla="*/ 33670 w 115112"/>
                <a:gd name="connsiteY13" fmla="*/ 48923 h 115112"/>
                <a:gd name="connsiteX14" fmla="*/ 31656 w 115112"/>
                <a:gd name="connsiteY14" fmla="*/ 46908 h 115112"/>
                <a:gd name="connsiteX15" fmla="*/ 31656 w 115112"/>
                <a:gd name="connsiteY15" fmla="*/ 10072 h 115112"/>
                <a:gd name="connsiteX16" fmla="*/ 105040 w 115112"/>
                <a:gd name="connsiteY16" fmla="*/ 100723 h 115112"/>
                <a:gd name="connsiteX17" fmla="*/ 100723 w 115112"/>
                <a:gd name="connsiteY17" fmla="*/ 105040 h 115112"/>
                <a:gd name="connsiteX18" fmla="*/ 14389 w 115112"/>
                <a:gd name="connsiteY18" fmla="*/ 105040 h 115112"/>
                <a:gd name="connsiteX19" fmla="*/ 10072 w 115112"/>
                <a:gd name="connsiteY19" fmla="*/ 100723 h 115112"/>
                <a:gd name="connsiteX20" fmla="*/ 10072 w 115112"/>
                <a:gd name="connsiteY20" fmla="*/ 14389 h 115112"/>
                <a:gd name="connsiteX21" fmla="*/ 14389 w 115112"/>
                <a:gd name="connsiteY21" fmla="*/ 10072 h 115112"/>
                <a:gd name="connsiteX22" fmla="*/ 21584 w 115112"/>
                <a:gd name="connsiteY22" fmla="*/ 10072 h 115112"/>
                <a:gd name="connsiteX23" fmla="*/ 21584 w 115112"/>
                <a:gd name="connsiteY23" fmla="*/ 53240 h 115112"/>
                <a:gd name="connsiteX24" fmla="*/ 25900 w 115112"/>
                <a:gd name="connsiteY24" fmla="*/ 57556 h 115112"/>
                <a:gd name="connsiteX25" fmla="*/ 89212 w 115112"/>
                <a:gd name="connsiteY25" fmla="*/ 57556 h 115112"/>
                <a:gd name="connsiteX26" fmla="*/ 93529 w 115112"/>
                <a:gd name="connsiteY26" fmla="*/ 53240 h 115112"/>
                <a:gd name="connsiteX27" fmla="*/ 93529 w 115112"/>
                <a:gd name="connsiteY27" fmla="*/ 10072 h 115112"/>
                <a:gd name="connsiteX28" fmla="*/ 100723 w 115112"/>
                <a:gd name="connsiteY28" fmla="*/ 10072 h 115112"/>
                <a:gd name="connsiteX29" fmla="*/ 105040 w 115112"/>
                <a:gd name="connsiteY29" fmla="*/ 14389 h 115112"/>
                <a:gd name="connsiteX30" fmla="*/ 105040 w 115112"/>
                <a:gd name="connsiteY30" fmla="*/ 100723 h 115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5112" h="115112">
                  <a:moveTo>
                    <a:pt x="106479" y="0"/>
                  </a:moveTo>
                  <a:lnTo>
                    <a:pt x="8633" y="0"/>
                  </a:lnTo>
                  <a:cubicBezTo>
                    <a:pt x="3871" y="0"/>
                    <a:pt x="0" y="3871"/>
                    <a:pt x="0" y="8633"/>
                  </a:cubicBezTo>
                  <a:lnTo>
                    <a:pt x="0" y="106479"/>
                  </a:lnTo>
                  <a:cubicBezTo>
                    <a:pt x="0" y="111242"/>
                    <a:pt x="3871" y="115113"/>
                    <a:pt x="8633" y="115113"/>
                  </a:cubicBezTo>
                  <a:lnTo>
                    <a:pt x="106479" y="115113"/>
                  </a:lnTo>
                  <a:cubicBezTo>
                    <a:pt x="111242" y="115113"/>
                    <a:pt x="115113" y="111242"/>
                    <a:pt x="115113" y="106479"/>
                  </a:cubicBezTo>
                  <a:lnTo>
                    <a:pt x="115113" y="8633"/>
                  </a:lnTo>
                  <a:cubicBezTo>
                    <a:pt x="115113" y="3871"/>
                    <a:pt x="111242" y="0"/>
                    <a:pt x="106479" y="0"/>
                  </a:cubicBezTo>
                  <a:close/>
                  <a:moveTo>
                    <a:pt x="31656" y="10072"/>
                  </a:moveTo>
                  <a:lnTo>
                    <a:pt x="83457" y="10072"/>
                  </a:lnTo>
                  <a:lnTo>
                    <a:pt x="83457" y="46908"/>
                  </a:lnTo>
                  <a:cubicBezTo>
                    <a:pt x="83457" y="48016"/>
                    <a:pt x="82550" y="48923"/>
                    <a:pt x="81442" y="48923"/>
                  </a:cubicBezTo>
                  <a:lnTo>
                    <a:pt x="33670" y="48923"/>
                  </a:lnTo>
                  <a:cubicBezTo>
                    <a:pt x="32562" y="48923"/>
                    <a:pt x="31656" y="48016"/>
                    <a:pt x="31656" y="46908"/>
                  </a:cubicBezTo>
                  <a:lnTo>
                    <a:pt x="31656" y="10072"/>
                  </a:lnTo>
                  <a:close/>
                  <a:moveTo>
                    <a:pt x="105040" y="100723"/>
                  </a:moveTo>
                  <a:cubicBezTo>
                    <a:pt x="105040" y="103112"/>
                    <a:pt x="103112" y="105040"/>
                    <a:pt x="100723" y="105040"/>
                  </a:cubicBezTo>
                  <a:lnTo>
                    <a:pt x="14389" y="105040"/>
                  </a:lnTo>
                  <a:cubicBezTo>
                    <a:pt x="12000" y="105040"/>
                    <a:pt x="10072" y="103112"/>
                    <a:pt x="10072" y="100723"/>
                  </a:cubicBezTo>
                  <a:lnTo>
                    <a:pt x="10072" y="14389"/>
                  </a:lnTo>
                  <a:cubicBezTo>
                    <a:pt x="10072" y="12000"/>
                    <a:pt x="12000" y="10072"/>
                    <a:pt x="14389" y="10072"/>
                  </a:cubicBezTo>
                  <a:lnTo>
                    <a:pt x="21584" y="10072"/>
                  </a:lnTo>
                  <a:lnTo>
                    <a:pt x="21584" y="53240"/>
                  </a:lnTo>
                  <a:cubicBezTo>
                    <a:pt x="21584" y="55628"/>
                    <a:pt x="23512" y="57556"/>
                    <a:pt x="25900" y="57556"/>
                  </a:cubicBezTo>
                  <a:lnTo>
                    <a:pt x="89212" y="57556"/>
                  </a:lnTo>
                  <a:cubicBezTo>
                    <a:pt x="91601" y="57556"/>
                    <a:pt x="93529" y="55628"/>
                    <a:pt x="93529" y="53240"/>
                  </a:cubicBezTo>
                  <a:lnTo>
                    <a:pt x="93529" y="10072"/>
                  </a:lnTo>
                  <a:lnTo>
                    <a:pt x="100723" y="10072"/>
                  </a:lnTo>
                  <a:cubicBezTo>
                    <a:pt x="103112" y="10072"/>
                    <a:pt x="105040" y="12000"/>
                    <a:pt x="105040" y="14389"/>
                  </a:cubicBezTo>
                  <a:lnTo>
                    <a:pt x="105040" y="100723"/>
                  </a:lnTo>
                  <a:close/>
                </a:path>
              </a:pathLst>
            </a:custGeom>
            <a:grpFill/>
            <a:ln w="140" cap="flat">
              <a:noFill/>
              <a:prstDash val="solid"/>
              <a:miter/>
            </a:ln>
          </p:spPr>
          <p:txBody>
            <a:bodyPr rtlCol="0" anchor="ctr"/>
            <a:lstStyle/>
            <a:p>
              <a:endParaRPr lang="zh-CN" altLang="en-US"/>
            </a:p>
          </p:txBody>
        </p:sp>
      </p:grpSp>
      <p:grpSp>
        <p:nvGrpSpPr>
          <p:cNvPr id="19" name="组合 18">
            <a:extLst>
              <a:ext uri="{FF2B5EF4-FFF2-40B4-BE49-F238E27FC236}">
                <a16:creationId xmlns:a16="http://schemas.microsoft.com/office/drawing/2014/main" id="{BB87EF35-645E-119E-9C26-A170317D8A35}"/>
              </a:ext>
            </a:extLst>
          </p:cNvPr>
          <p:cNvGrpSpPr/>
          <p:nvPr/>
        </p:nvGrpSpPr>
        <p:grpSpPr>
          <a:xfrm>
            <a:off x="4911653" y="5909733"/>
            <a:ext cx="207206" cy="223068"/>
            <a:chOff x="3183384" y="5313980"/>
            <a:chExt cx="1099343" cy="1183502"/>
          </a:xfrm>
          <a:solidFill>
            <a:schemeClr val="tx2"/>
          </a:solidFill>
        </p:grpSpPr>
        <p:sp>
          <p:nvSpPr>
            <p:cNvPr id="20" name="任意多边形: 形状 19">
              <a:extLst>
                <a:ext uri="{FF2B5EF4-FFF2-40B4-BE49-F238E27FC236}">
                  <a16:creationId xmlns:a16="http://schemas.microsoft.com/office/drawing/2014/main" id="{F3CB5CF7-5A04-A27C-265F-D40F2AE3B94E}"/>
                </a:ext>
              </a:extLst>
            </p:cNvPr>
            <p:cNvSpPr/>
            <p:nvPr/>
          </p:nvSpPr>
          <p:spPr>
            <a:xfrm>
              <a:off x="3774684" y="6034803"/>
              <a:ext cx="508043" cy="441886"/>
            </a:xfrm>
            <a:custGeom>
              <a:avLst/>
              <a:gdLst>
                <a:gd name="connsiteX0" fmla="*/ 181654 w 508043"/>
                <a:gd name="connsiteY0" fmla="*/ 16275 h 441886"/>
                <a:gd name="connsiteX1" fmla="*/ 260235 w 508043"/>
                <a:gd name="connsiteY1" fmla="*/ 16275 h 441886"/>
                <a:gd name="connsiteX2" fmla="*/ 260235 w 508043"/>
                <a:gd name="connsiteY2" fmla="*/ 94856 h 441886"/>
                <a:gd name="connsiteX3" fmla="*/ 189750 w 508043"/>
                <a:gd name="connsiteY3" fmla="*/ 165420 h 441886"/>
                <a:gd name="connsiteX4" fmla="*/ 452481 w 508043"/>
                <a:gd name="connsiteY4" fmla="*/ 165420 h 441886"/>
                <a:gd name="connsiteX5" fmla="*/ 508044 w 508043"/>
                <a:gd name="connsiteY5" fmla="*/ 220983 h 441886"/>
                <a:gd name="connsiteX6" fmla="*/ 452481 w 508043"/>
                <a:gd name="connsiteY6" fmla="*/ 276545 h 441886"/>
                <a:gd name="connsiteX7" fmla="*/ 189750 w 508043"/>
                <a:gd name="connsiteY7" fmla="*/ 276545 h 441886"/>
                <a:gd name="connsiteX8" fmla="*/ 260235 w 508043"/>
                <a:gd name="connsiteY8" fmla="*/ 347030 h 441886"/>
                <a:gd name="connsiteX9" fmla="*/ 260235 w 508043"/>
                <a:gd name="connsiteY9" fmla="*/ 425612 h 441886"/>
                <a:gd name="connsiteX10" fmla="*/ 181654 w 508043"/>
                <a:gd name="connsiteY10" fmla="*/ 425612 h 441886"/>
                <a:gd name="connsiteX11" fmla="*/ 17268 w 508043"/>
                <a:gd name="connsiteY11" fmla="*/ 261147 h 441886"/>
                <a:gd name="connsiteX12" fmla="*/ 15214 w 508043"/>
                <a:gd name="connsiteY12" fmla="*/ 182821 h 441886"/>
                <a:gd name="connsiteX13" fmla="*/ 16316 w 508043"/>
                <a:gd name="connsiteY13" fmla="*/ 181692 h 441886"/>
                <a:gd name="connsiteX14" fmla="*/ 181654 w 508043"/>
                <a:gd name="connsiteY14" fmla="*/ 16275 h 441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8043" h="441886">
                  <a:moveTo>
                    <a:pt x="181654" y="16275"/>
                  </a:moveTo>
                  <a:cubicBezTo>
                    <a:pt x="203353" y="-5425"/>
                    <a:pt x="238535" y="-5425"/>
                    <a:pt x="260235" y="16275"/>
                  </a:cubicBezTo>
                  <a:cubicBezTo>
                    <a:pt x="281935" y="37974"/>
                    <a:pt x="281935" y="73156"/>
                    <a:pt x="260235" y="94856"/>
                  </a:cubicBezTo>
                  <a:lnTo>
                    <a:pt x="189750" y="165420"/>
                  </a:lnTo>
                  <a:lnTo>
                    <a:pt x="452481" y="165420"/>
                  </a:lnTo>
                  <a:cubicBezTo>
                    <a:pt x="483168" y="165420"/>
                    <a:pt x="508044" y="190296"/>
                    <a:pt x="508044" y="220983"/>
                  </a:cubicBezTo>
                  <a:cubicBezTo>
                    <a:pt x="508044" y="251669"/>
                    <a:pt x="483168" y="276545"/>
                    <a:pt x="452481" y="276545"/>
                  </a:cubicBezTo>
                  <a:lnTo>
                    <a:pt x="189750" y="276545"/>
                  </a:lnTo>
                  <a:lnTo>
                    <a:pt x="260235" y="347030"/>
                  </a:lnTo>
                  <a:cubicBezTo>
                    <a:pt x="281935" y="368730"/>
                    <a:pt x="281935" y="403912"/>
                    <a:pt x="260235" y="425612"/>
                  </a:cubicBezTo>
                  <a:cubicBezTo>
                    <a:pt x="238535" y="447311"/>
                    <a:pt x="203353" y="447311"/>
                    <a:pt x="181654" y="425612"/>
                  </a:cubicBezTo>
                  <a:lnTo>
                    <a:pt x="17268" y="261147"/>
                  </a:lnTo>
                  <a:cubicBezTo>
                    <a:pt x="-4928" y="240085"/>
                    <a:pt x="-5848" y="205017"/>
                    <a:pt x="15214" y="182821"/>
                  </a:cubicBezTo>
                  <a:cubicBezTo>
                    <a:pt x="15576" y="182440"/>
                    <a:pt x="15943" y="182063"/>
                    <a:pt x="16316" y="181692"/>
                  </a:cubicBezTo>
                  <a:lnTo>
                    <a:pt x="181654" y="16275"/>
                  </a:lnTo>
                  <a:close/>
                </a:path>
              </a:pathLst>
            </a:custGeom>
            <a:grpFill/>
            <a:ln w="1860" cap="flat">
              <a:no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E36D3B2B-6A6B-16C8-E483-872E8412627E}"/>
                </a:ext>
              </a:extLst>
            </p:cNvPr>
            <p:cNvSpPr/>
            <p:nvPr/>
          </p:nvSpPr>
          <p:spPr>
            <a:xfrm>
              <a:off x="3183384" y="5313980"/>
              <a:ext cx="1095375" cy="1183502"/>
            </a:xfrm>
            <a:custGeom>
              <a:avLst/>
              <a:gdLst>
                <a:gd name="connsiteX0" fmla="*/ 527050 w 1095375"/>
                <a:gd name="connsiteY0" fmla="*/ 4307 h 1183502"/>
                <a:gd name="connsiteX1" fmla="*/ 568325 w 1095375"/>
                <a:gd name="connsiteY1" fmla="*/ 4307 h 1183502"/>
                <a:gd name="connsiteX2" fmla="*/ 1064419 w 1095375"/>
                <a:gd name="connsiteY2" fmla="*/ 221319 h 1183502"/>
                <a:gd name="connsiteX3" fmla="*/ 1095375 w 1095375"/>
                <a:gd name="connsiteY3" fmla="*/ 268626 h 1183502"/>
                <a:gd name="connsiteX4" fmla="*/ 1095375 w 1095375"/>
                <a:gd name="connsiteY4" fmla="*/ 522785 h 1183502"/>
                <a:gd name="connsiteX5" fmla="*/ 1043781 w 1095375"/>
                <a:gd name="connsiteY5" fmla="*/ 574379 h 1183502"/>
                <a:gd name="connsiteX6" fmla="*/ 992188 w 1095375"/>
                <a:gd name="connsiteY6" fmla="*/ 522785 h 1183502"/>
                <a:gd name="connsiteX7" fmla="*/ 992188 w 1095375"/>
                <a:gd name="connsiteY7" fmla="*/ 302360 h 1183502"/>
                <a:gd name="connsiteX8" fmla="*/ 547688 w 1095375"/>
                <a:gd name="connsiteY8" fmla="*/ 107892 h 1183502"/>
                <a:gd name="connsiteX9" fmla="*/ 103188 w 1095375"/>
                <a:gd name="connsiteY9" fmla="*/ 302360 h 1183502"/>
                <a:gd name="connsiteX10" fmla="*/ 103188 w 1095375"/>
                <a:gd name="connsiteY10" fmla="*/ 1080235 h 1183502"/>
                <a:gd name="connsiteX11" fmla="*/ 317976 w 1095375"/>
                <a:gd name="connsiteY11" fmla="*/ 1080235 h 1183502"/>
                <a:gd name="connsiteX12" fmla="*/ 317976 w 1095375"/>
                <a:gd name="connsiteY12" fmla="*/ 579617 h 1183502"/>
                <a:gd name="connsiteX13" fmla="*/ 280591 w 1095375"/>
                <a:gd name="connsiteY13" fmla="*/ 579617 h 1183502"/>
                <a:gd name="connsiteX14" fmla="*/ 228997 w 1095375"/>
                <a:gd name="connsiteY14" fmla="*/ 528024 h 1183502"/>
                <a:gd name="connsiteX15" fmla="*/ 280591 w 1095375"/>
                <a:gd name="connsiteY15" fmla="*/ 476430 h 1183502"/>
                <a:gd name="connsiteX16" fmla="*/ 735409 w 1095375"/>
                <a:gd name="connsiteY16" fmla="*/ 476430 h 1183502"/>
                <a:gd name="connsiteX17" fmla="*/ 787003 w 1095375"/>
                <a:gd name="connsiteY17" fmla="*/ 528024 h 1183502"/>
                <a:gd name="connsiteX18" fmla="*/ 735409 w 1095375"/>
                <a:gd name="connsiteY18" fmla="*/ 579617 h 1183502"/>
                <a:gd name="connsiteX19" fmla="*/ 421164 w 1095375"/>
                <a:gd name="connsiteY19" fmla="*/ 579617 h 1183502"/>
                <a:gd name="connsiteX20" fmla="*/ 421164 w 1095375"/>
                <a:gd name="connsiteY20" fmla="*/ 1080315 h 1183502"/>
                <a:gd name="connsiteX21" fmla="*/ 470773 w 1095375"/>
                <a:gd name="connsiteY21" fmla="*/ 1080315 h 1183502"/>
                <a:gd name="connsiteX22" fmla="*/ 522367 w 1095375"/>
                <a:gd name="connsiteY22" fmla="*/ 1131909 h 1183502"/>
                <a:gd name="connsiteX23" fmla="*/ 470773 w 1095375"/>
                <a:gd name="connsiteY23" fmla="*/ 1183502 h 1183502"/>
                <a:gd name="connsiteX24" fmla="*/ 51594 w 1095375"/>
                <a:gd name="connsiteY24" fmla="*/ 1183502 h 1183502"/>
                <a:gd name="connsiteX25" fmla="*/ 0 w 1095375"/>
                <a:gd name="connsiteY25" fmla="*/ 1131909 h 1183502"/>
                <a:gd name="connsiteX26" fmla="*/ 0 w 1095375"/>
                <a:gd name="connsiteY26" fmla="*/ 268626 h 1183502"/>
                <a:gd name="connsiteX27" fmla="*/ 30956 w 1095375"/>
                <a:gd name="connsiteY27" fmla="*/ 221319 h 1183502"/>
                <a:gd name="connsiteX28" fmla="*/ 527050 w 1095375"/>
                <a:gd name="connsiteY28" fmla="*/ 4307 h 118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95375" h="1183502">
                  <a:moveTo>
                    <a:pt x="527050" y="4307"/>
                  </a:moveTo>
                  <a:cubicBezTo>
                    <a:pt x="540209" y="-1436"/>
                    <a:pt x="555166" y="-1436"/>
                    <a:pt x="568325" y="4307"/>
                  </a:cubicBezTo>
                  <a:lnTo>
                    <a:pt x="1064419" y="221319"/>
                  </a:lnTo>
                  <a:cubicBezTo>
                    <a:pt x="1083228" y="229528"/>
                    <a:pt x="1095383" y="248104"/>
                    <a:pt x="1095375" y="268626"/>
                  </a:cubicBezTo>
                  <a:lnTo>
                    <a:pt x="1095375" y="522785"/>
                  </a:lnTo>
                  <a:cubicBezTo>
                    <a:pt x="1095375" y="551279"/>
                    <a:pt x="1072276" y="574379"/>
                    <a:pt x="1043781" y="574379"/>
                  </a:cubicBezTo>
                  <a:cubicBezTo>
                    <a:pt x="1015287" y="574379"/>
                    <a:pt x="992188" y="551279"/>
                    <a:pt x="992188" y="522785"/>
                  </a:cubicBezTo>
                  <a:lnTo>
                    <a:pt x="992188" y="302360"/>
                  </a:lnTo>
                  <a:lnTo>
                    <a:pt x="547688" y="107892"/>
                  </a:lnTo>
                  <a:lnTo>
                    <a:pt x="103188" y="302360"/>
                  </a:lnTo>
                  <a:lnTo>
                    <a:pt x="103188" y="1080235"/>
                  </a:lnTo>
                  <a:lnTo>
                    <a:pt x="317976" y="1080235"/>
                  </a:lnTo>
                  <a:lnTo>
                    <a:pt x="317976" y="579617"/>
                  </a:lnTo>
                  <a:lnTo>
                    <a:pt x="280591" y="579617"/>
                  </a:lnTo>
                  <a:cubicBezTo>
                    <a:pt x="252096" y="579617"/>
                    <a:pt x="228997" y="556518"/>
                    <a:pt x="228997" y="528024"/>
                  </a:cubicBezTo>
                  <a:cubicBezTo>
                    <a:pt x="228997" y="499529"/>
                    <a:pt x="252096" y="476430"/>
                    <a:pt x="280591" y="476430"/>
                  </a:cubicBezTo>
                  <a:lnTo>
                    <a:pt x="735409" y="476430"/>
                  </a:lnTo>
                  <a:cubicBezTo>
                    <a:pt x="763904" y="476430"/>
                    <a:pt x="787003" y="499529"/>
                    <a:pt x="787003" y="528024"/>
                  </a:cubicBezTo>
                  <a:cubicBezTo>
                    <a:pt x="787003" y="556518"/>
                    <a:pt x="763904" y="579617"/>
                    <a:pt x="735409" y="579617"/>
                  </a:cubicBezTo>
                  <a:lnTo>
                    <a:pt x="421164" y="579617"/>
                  </a:lnTo>
                  <a:lnTo>
                    <a:pt x="421164" y="1080315"/>
                  </a:lnTo>
                  <a:lnTo>
                    <a:pt x="470773" y="1080315"/>
                  </a:lnTo>
                  <a:cubicBezTo>
                    <a:pt x="499268" y="1080315"/>
                    <a:pt x="522367" y="1103414"/>
                    <a:pt x="522367" y="1131909"/>
                  </a:cubicBezTo>
                  <a:cubicBezTo>
                    <a:pt x="522367" y="1160403"/>
                    <a:pt x="499268" y="1183502"/>
                    <a:pt x="470773" y="1183502"/>
                  </a:cubicBezTo>
                  <a:lnTo>
                    <a:pt x="51594" y="1183502"/>
                  </a:lnTo>
                  <a:cubicBezTo>
                    <a:pt x="23099" y="1183502"/>
                    <a:pt x="0" y="1160403"/>
                    <a:pt x="0" y="1131909"/>
                  </a:cubicBezTo>
                  <a:lnTo>
                    <a:pt x="0" y="268626"/>
                  </a:lnTo>
                  <a:cubicBezTo>
                    <a:pt x="-8" y="248104"/>
                    <a:pt x="12147" y="229528"/>
                    <a:pt x="30956" y="221319"/>
                  </a:cubicBezTo>
                  <a:lnTo>
                    <a:pt x="527050" y="4307"/>
                  </a:lnTo>
                  <a:close/>
                </a:path>
              </a:pathLst>
            </a:custGeom>
            <a:grpFill/>
            <a:ln w="1860" cap="flat">
              <a:noFill/>
              <a:prstDash val="solid"/>
              <a:miter/>
            </a:ln>
          </p:spPr>
          <p:txBody>
            <a:bodyPr rtlCol="0" anchor="ctr"/>
            <a:lstStyle/>
            <a:p>
              <a:endParaRPr lang="zh-CN" altLang="en-US"/>
            </a:p>
          </p:txBody>
        </p:sp>
      </p:grpSp>
      <p:grpSp>
        <p:nvGrpSpPr>
          <p:cNvPr id="22" name="组合 21">
            <a:extLst>
              <a:ext uri="{FF2B5EF4-FFF2-40B4-BE49-F238E27FC236}">
                <a16:creationId xmlns:a16="http://schemas.microsoft.com/office/drawing/2014/main" id="{138F5686-D343-246E-A802-620798E2211C}"/>
              </a:ext>
            </a:extLst>
          </p:cNvPr>
          <p:cNvGrpSpPr/>
          <p:nvPr/>
        </p:nvGrpSpPr>
        <p:grpSpPr>
          <a:xfrm>
            <a:off x="5803469" y="5515370"/>
            <a:ext cx="260120" cy="213216"/>
            <a:chOff x="4391289" y="2251290"/>
            <a:chExt cx="197113" cy="197549"/>
          </a:xfrm>
          <a:solidFill>
            <a:schemeClr val="tx2"/>
          </a:solidFill>
        </p:grpSpPr>
        <p:sp>
          <p:nvSpPr>
            <p:cNvPr id="23" name="任意多边形: 形状 22">
              <a:extLst>
                <a:ext uri="{FF2B5EF4-FFF2-40B4-BE49-F238E27FC236}">
                  <a16:creationId xmlns:a16="http://schemas.microsoft.com/office/drawing/2014/main" id="{0F0DFC55-B04E-5E18-4C79-DD2DBFA12503}"/>
                </a:ext>
              </a:extLst>
            </p:cNvPr>
            <p:cNvSpPr/>
            <p:nvPr/>
          </p:nvSpPr>
          <p:spPr>
            <a:xfrm>
              <a:off x="4392648" y="2252859"/>
              <a:ext cx="194728" cy="194398"/>
            </a:xfrm>
            <a:custGeom>
              <a:avLst/>
              <a:gdLst>
                <a:gd name="connsiteX0" fmla="*/ 155618 w 194728"/>
                <a:gd name="connsiteY0" fmla="*/ 40662 h 194398"/>
                <a:gd name="connsiteX1" fmla="*/ 146696 w 194728"/>
                <a:gd name="connsiteY1" fmla="*/ 43752 h 194398"/>
                <a:gd name="connsiteX2" fmla="*/ 109103 w 194728"/>
                <a:gd name="connsiteY2" fmla="*/ 82903 h 194398"/>
                <a:gd name="connsiteX3" fmla="*/ 79391 w 194728"/>
                <a:gd name="connsiteY3" fmla="*/ 58749 h 194398"/>
                <a:gd name="connsiteX4" fmla="*/ 72024 w 194728"/>
                <a:gd name="connsiteY4" fmla="*/ 55724 h 194398"/>
                <a:gd name="connsiteX5" fmla="*/ 70490 w 194728"/>
                <a:gd name="connsiteY5" fmla="*/ 56219 h 194398"/>
                <a:gd name="connsiteX6" fmla="*/ 70153 w 194728"/>
                <a:gd name="connsiteY6" fmla="*/ 56335 h 194398"/>
                <a:gd name="connsiteX7" fmla="*/ 69896 w 194728"/>
                <a:gd name="connsiteY7" fmla="*/ 56557 h 194398"/>
                <a:gd name="connsiteX8" fmla="*/ 68702 w 194728"/>
                <a:gd name="connsiteY8" fmla="*/ 57586 h 194398"/>
                <a:gd name="connsiteX9" fmla="*/ 67783 w 194728"/>
                <a:gd name="connsiteY9" fmla="*/ 58767 h 194398"/>
                <a:gd name="connsiteX10" fmla="*/ 67581 w 194728"/>
                <a:gd name="connsiteY10" fmla="*/ 59029 h 194398"/>
                <a:gd name="connsiteX11" fmla="*/ 37165 w 194728"/>
                <a:gd name="connsiteY11" fmla="*/ 100534 h 194398"/>
                <a:gd name="connsiteX12" fmla="*/ 39392 w 194728"/>
                <a:gd name="connsiteY12" fmla="*/ 110074 h 194398"/>
                <a:gd name="connsiteX13" fmla="*/ 47700 w 194728"/>
                <a:gd name="connsiteY13" fmla="*/ 107513 h 194398"/>
                <a:gd name="connsiteX14" fmla="*/ 74535 w 194728"/>
                <a:gd name="connsiteY14" fmla="*/ 70933 h 194398"/>
                <a:gd name="connsiteX15" fmla="*/ 102691 w 194728"/>
                <a:gd name="connsiteY15" fmla="*/ 94100 h 194398"/>
                <a:gd name="connsiteX16" fmla="*/ 106575 w 194728"/>
                <a:gd name="connsiteY16" fmla="*/ 97410 h 194398"/>
                <a:gd name="connsiteX17" fmla="*/ 114643 w 194728"/>
                <a:gd name="connsiteY17" fmla="*/ 95054 h 194398"/>
                <a:gd name="connsiteX18" fmla="*/ 157229 w 194728"/>
                <a:gd name="connsiteY18" fmla="*/ 50694 h 194398"/>
                <a:gd name="connsiteX19" fmla="*/ 155622 w 194728"/>
                <a:gd name="connsiteY19" fmla="*/ 40662 h 194398"/>
                <a:gd name="connsiteX20" fmla="*/ 188475 w 194728"/>
                <a:gd name="connsiteY20" fmla="*/ 0 h 194398"/>
                <a:gd name="connsiteX21" fmla="*/ 5919 w 194728"/>
                <a:gd name="connsiteY21" fmla="*/ 0 h 194398"/>
                <a:gd name="connsiteX22" fmla="*/ 2 w 194728"/>
                <a:gd name="connsiteY22" fmla="*/ 7130 h 194398"/>
                <a:gd name="connsiteX23" fmla="*/ 5919 w 194728"/>
                <a:gd name="connsiteY23" fmla="*/ 13879 h 194398"/>
                <a:gd name="connsiteX24" fmla="*/ 12007 w 194728"/>
                <a:gd name="connsiteY24" fmla="*/ 13879 h 194398"/>
                <a:gd name="connsiteX25" fmla="*/ 12007 w 194728"/>
                <a:gd name="connsiteY25" fmla="*/ 138808 h 194398"/>
                <a:gd name="connsiteX26" fmla="*/ 24175 w 194728"/>
                <a:gd name="connsiteY26" fmla="*/ 152687 h 194398"/>
                <a:gd name="connsiteX27" fmla="*/ 76735 w 194728"/>
                <a:gd name="connsiteY27" fmla="*/ 152687 h 194398"/>
                <a:gd name="connsiteX28" fmla="*/ 61596 w 194728"/>
                <a:gd name="connsiteY28" fmla="*/ 184501 h 194398"/>
                <a:gd name="connsiteX29" fmla="*/ 64069 w 194728"/>
                <a:gd name="connsiteY29" fmla="*/ 193514 h 194398"/>
                <a:gd name="connsiteX30" fmla="*/ 73309 w 194728"/>
                <a:gd name="connsiteY30" fmla="*/ 191094 h 194398"/>
                <a:gd name="connsiteX31" fmla="*/ 90211 w 194728"/>
                <a:gd name="connsiteY31" fmla="*/ 155591 h 194398"/>
                <a:gd name="connsiteX32" fmla="*/ 91035 w 194728"/>
                <a:gd name="connsiteY32" fmla="*/ 152690 h 194398"/>
                <a:gd name="connsiteX33" fmla="*/ 103366 w 194728"/>
                <a:gd name="connsiteY33" fmla="*/ 152690 h 194398"/>
                <a:gd name="connsiteX34" fmla="*/ 104192 w 194728"/>
                <a:gd name="connsiteY34" fmla="*/ 155591 h 194398"/>
                <a:gd name="connsiteX35" fmla="*/ 121089 w 194728"/>
                <a:gd name="connsiteY35" fmla="*/ 191094 h 194398"/>
                <a:gd name="connsiteX36" fmla="*/ 130330 w 194728"/>
                <a:gd name="connsiteY36" fmla="*/ 193514 h 194398"/>
                <a:gd name="connsiteX37" fmla="*/ 132802 w 194728"/>
                <a:gd name="connsiteY37" fmla="*/ 184501 h 194398"/>
                <a:gd name="connsiteX38" fmla="*/ 117659 w 194728"/>
                <a:gd name="connsiteY38" fmla="*/ 152690 h 194398"/>
                <a:gd name="connsiteX39" fmla="*/ 170221 w 194728"/>
                <a:gd name="connsiteY39" fmla="*/ 152690 h 194398"/>
                <a:gd name="connsiteX40" fmla="*/ 182389 w 194728"/>
                <a:gd name="connsiteY40" fmla="*/ 138811 h 194398"/>
                <a:gd name="connsiteX41" fmla="*/ 182389 w 194728"/>
                <a:gd name="connsiteY41" fmla="*/ 13881 h 194398"/>
                <a:gd name="connsiteX42" fmla="*/ 188475 w 194728"/>
                <a:gd name="connsiteY42" fmla="*/ 13881 h 194398"/>
                <a:gd name="connsiteX43" fmla="*/ 194726 w 194728"/>
                <a:gd name="connsiteY43" fmla="*/ 7133 h 194398"/>
                <a:gd name="connsiteX44" fmla="*/ 188809 w 194728"/>
                <a:gd name="connsiteY44" fmla="*/ 3 h 194398"/>
                <a:gd name="connsiteX45" fmla="*/ 188475 w 194728"/>
                <a:gd name="connsiteY45" fmla="*/ 3 h 194398"/>
                <a:gd name="connsiteX46" fmla="*/ 170221 w 194728"/>
                <a:gd name="connsiteY46" fmla="*/ 131869 h 194398"/>
                <a:gd name="connsiteX47" fmla="*/ 164135 w 194728"/>
                <a:gd name="connsiteY47" fmla="*/ 138811 h 194398"/>
                <a:gd name="connsiteX48" fmla="*/ 30266 w 194728"/>
                <a:gd name="connsiteY48" fmla="*/ 138811 h 194398"/>
                <a:gd name="connsiteX49" fmla="*/ 24175 w 194728"/>
                <a:gd name="connsiteY49" fmla="*/ 131885 h 194398"/>
                <a:gd name="connsiteX50" fmla="*/ 24175 w 194728"/>
                <a:gd name="connsiteY50" fmla="*/ 131869 h 194398"/>
                <a:gd name="connsiteX51" fmla="*/ 24175 w 194728"/>
                <a:gd name="connsiteY51" fmla="*/ 13894 h 194398"/>
                <a:gd name="connsiteX52" fmla="*/ 30195 w 194728"/>
                <a:gd name="connsiteY52" fmla="*/ 13894 h 194398"/>
                <a:gd name="connsiteX53" fmla="*/ 30259 w 194728"/>
                <a:gd name="connsiteY53" fmla="*/ 13881 h 194398"/>
                <a:gd name="connsiteX54" fmla="*/ 164135 w 194728"/>
                <a:gd name="connsiteY54" fmla="*/ 13881 h 194398"/>
                <a:gd name="connsiteX55" fmla="*/ 164195 w 194728"/>
                <a:gd name="connsiteY55" fmla="*/ 13894 h 194398"/>
                <a:gd name="connsiteX56" fmla="*/ 170221 w 194728"/>
                <a:gd name="connsiteY56" fmla="*/ 13894 h 194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94728" h="194398">
                  <a:moveTo>
                    <a:pt x="155618" y="40662"/>
                  </a:moveTo>
                  <a:cubicBezTo>
                    <a:pt x="152707" y="38743"/>
                    <a:pt x="149259" y="40607"/>
                    <a:pt x="146696" y="43752"/>
                  </a:cubicBezTo>
                  <a:lnTo>
                    <a:pt x="109103" y="82903"/>
                  </a:lnTo>
                  <a:lnTo>
                    <a:pt x="79391" y="58749"/>
                  </a:lnTo>
                  <a:cubicBezTo>
                    <a:pt x="76122" y="56374"/>
                    <a:pt x="74845" y="55083"/>
                    <a:pt x="72024" y="55724"/>
                  </a:cubicBezTo>
                  <a:cubicBezTo>
                    <a:pt x="71496" y="55811"/>
                    <a:pt x="70980" y="55978"/>
                    <a:pt x="70490" y="56219"/>
                  </a:cubicBezTo>
                  <a:cubicBezTo>
                    <a:pt x="70385" y="56280"/>
                    <a:pt x="70261" y="56274"/>
                    <a:pt x="70153" y="56335"/>
                  </a:cubicBezTo>
                  <a:cubicBezTo>
                    <a:pt x="70045" y="56395"/>
                    <a:pt x="69997" y="56497"/>
                    <a:pt x="69896" y="56557"/>
                  </a:cubicBezTo>
                  <a:cubicBezTo>
                    <a:pt x="69461" y="56841"/>
                    <a:pt x="69060" y="57187"/>
                    <a:pt x="68702" y="57586"/>
                  </a:cubicBezTo>
                  <a:cubicBezTo>
                    <a:pt x="68355" y="57936"/>
                    <a:pt x="68047" y="58333"/>
                    <a:pt x="67783" y="58767"/>
                  </a:cubicBezTo>
                  <a:cubicBezTo>
                    <a:pt x="67724" y="58869"/>
                    <a:pt x="67634" y="58922"/>
                    <a:pt x="67581" y="59029"/>
                  </a:cubicBezTo>
                  <a:lnTo>
                    <a:pt x="37165" y="100534"/>
                  </a:lnTo>
                  <a:cubicBezTo>
                    <a:pt x="35488" y="103873"/>
                    <a:pt x="36481" y="108129"/>
                    <a:pt x="39392" y="110074"/>
                  </a:cubicBezTo>
                  <a:cubicBezTo>
                    <a:pt x="42298" y="111999"/>
                    <a:pt x="45273" y="110873"/>
                    <a:pt x="47700" y="107513"/>
                  </a:cubicBezTo>
                  <a:lnTo>
                    <a:pt x="74535" y="70933"/>
                  </a:lnTo>
                  <a:lnTo>
                    <a:pt x="102691" y="94100"/>
                  </a:lnTo>
                  <a:cubicBezTo>
                    <a:pt x="103929" y="95287"/>
                    <a:pt x="105226" y="96392"/>
                    <a:pt x="106575" y="97410"/>
                  </a:cubicBezTo>
                  <a:cubicBezTo>
                    <a:pt x="109101" y="99288"/>
                    <a:pt x="111837" y="98138"/>
                    <a:pt x="114643" y="95054"/>
                  </a:cubicBezTo>
                  <a:lnTo>
                    <a:pt x="157229" y="50694"/>
                  </a:lnTo>
                  <a:cubicBezTo>
                    <a:pt x="160483" y="46944"/>
                    <a:pt x="158522" y="42576"/>
                    <a:pt x="155622" y="40662"/>
                  </a:cubicBezTo>
                  <a:close/>
                  <a:moveTo>
                    <a:pt x="188475" y="0"/>
                  </a:moveTo>
                  <a:lnTo>
                    <a:pt x="5919" y="0"/>
                  </a:lnTo>
                  <a:cubicBezTo>
                    <a:pt x="2559" y="105"/>
                    <a:pt x="-90" y="3298"/>
                    <a:pt x="2" y="7130"/>
                  </a:cubicBezTo>
                  <a:cubicBezTo>
                    <a:pt x="91" y="10814"/>
                    <a:pt x="2689" y="13777"/>
                    <a:pt x="5919" y="13879"/>
                  </a:cubicBezTo>
                  <a:lnTo>
                    <a:pt x="12007" y="13879"/>
                  </a:lnTo>
                  <a:lnTo>
                    <a:pt x="12007" y="138808"/>
                  </a:lnTo>
                  <a:cubicBezTo>
                    <a:pt x="12007" y="146473"/>
                    <a:pt x="17455" y="152687"/>
                    <a:pt x="24175" y="152687"/>
                  </a:cubicBezTo>
                  <a:lnTo>
                    <a:pt x="76735" y="152687"/>
                  </a:lnTo>
                  <a:lnTo>
                    <a:pt x="61596" y="184501"/>
                  </a:lnTo>
                  <a:cubicBezTo>
                    <a:pt x="59730" y="187643"/>
                    <a:pt x="60836" y="191691"/>
                    <a:pt x="64069" y="193514"/>
                  </a:cubicBezTo>
                  <a:cubicBezTo>
                    <a:pt x="67301" y="195337"/>
                    <a:pt x="71436" y="194252"/>
                    <a:pt x="73309" y="191094"/>
                  </a:cubicBezTo>
                  <a:lnTo>
                    <a:pt x="90211" y="155591"/>
                  </a:lnTo>
                  <a:cubicBezTo>
                    <a:pt x="90710" y="154726"/>
                    <a:pt x="90995" y="153724"/>
                    <a:pt x="91035" y="152690"/>
                  </a:cubicBezTo>
                  <a:lnTo>
                    <a:pt x="103366" y="152690"/>
                  </a:lnTo>
                  <a:cubicBezTo>
                    <a:pt x="103409" y="153724"/>
                    <a:pt x="103694" y="154725"/>
                    <a:pt x="104192" y="155591"/>
                  </a:cubicBezTo>
                  <a:lnTo>
                    <a:pt x="121089" y="191094"/>
                  </a:lnTo>
                  <a:cubicBezTo>
                    <a:pt x="122960" y="194252"/>
                    <a:pt x="127097" y="195323"/>
                    <a:pt x="130330" y="193514"/>
                  </a:cubicBezTo>
                  <a:cubicBezTo>
                    <a:pt x="133562" y="191704"/>
                    <a:pt x="134669" y="187651"/>
                    <a:pt x="132802" y="184501"/>
                  </a:cubicBezTo>
                  <a:lnTo>
                    <a:pt x="117659" y="152690"/>
                  </a:lnTo>
                  <a:lnTo>
                    <a:pt x="170221" y="152690"/>
                  </a:lnTo>
                  <a:cubicBezTo>
                    <a:pt x="176941" y="152690"/>
                    <a:pt x="182389" y="146476"/>
                    <a:pt x="182389" y="138811"/>
                  </a:cubicBezTo>
                  <a:lnTo>
                    <a:pt x="182389" y="13881"/>
                  </a:lnTo>
                  <a:lnTo>
                    <a:pt x="188475" y="13881"/>
                  </a:lnTo>
                  <a:cubicBezTo>
                    <a:pt x="191835" y="13987"/>
                    <a:pt x="194634" y="10965"/>
                    <a:pt x="194726" y="7133"/>
                  </a:cubicBezTo>
                  <a:cubicBezTo>
                    <a:pt x="194818" y="3300"/>
                    <a:pt x="192169" y="108"/>
                    <a:pt x="188809" y="3"/>
                  </a:cubicBezTo>
                  <a:cubicBezTo>
                    <a:pt x="188698" y="-1"/>
                    <a:pt x="188586" y="-1"/>
                    <a:pt x="188475" y="3"/>
                  </a:cubicBezTo>
                  <a:close/>
                  <a:moveTo>
                    <a:pt x="170221" y="131869"/>
                  </a:moveTo>
                  <a:cubicBezTo>
                    <a:pt x="170221" y="135703"/>
                    <a:pt x="167496" y="138811"/>
                    <a:pt x="164135" y="138811"/>
                  </a:cubicBezTo>
                  <a:lnTo>
                    <a:pt x="30266" y="138811"/>
                  </a:lnTo>
                  <a:cubicBezTo>
                    <a:pt x="26907" y="138817"/>
                    <a:pt x="24180" y="135716"/>
                    <a:pt x="24175" y="131885"/>
                  </a:cubicBezTo>
                  <a:cubicBezTo>
                    <a:pt x="24175" y="131879"/>
                    <a:pt x="24175" y="131874"/>
                    <a:pt x="24175" y="131869"/>
                  </a:cubicBezTo>
                  <a:lnTo>
                    <a:pt x="24175" y="13894"/>
                  </a:lnTo>
                  <a:lnTo>
                    <a:pt x="30195" y="13894"/>
                  </a:lnTo>
                  <a:cubicBezTo>
                    <a:pt x="30213" y="13894"/>
                    <a:pt x="30236" y="13881"/>
                    <a:pt x="30259" y="13881"/>
                  </a:cubicBezTo>
                  <a:lnTo>
                    <a:pt x="164135" y="13881"/>
                  </a:lnTo>
                  <a:cubicBezTo>
                    <a:pt x="164151" y="13881"/>
                    <a:pt x="164177" y="13894"/>
                    <a:pt x="164195" y="13894"/>
                  </a:cubicBezTo>
                  <a:lnTo>
                    <a:pt x="170221" y="13894"/>
                  </a:lnTo>
                  <a:close/>
                </a:path>
              </a:pathLst>
            </a:custGeom>
            <a:grpFill/>
            <a:ln w="179"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983C495D-9870-DBEA-E4A9-BE050B0209FD}"/>
                </a:ext>
              </a:extLst>
            </p:cNvPr>
            <p:cNvSpPr/>
            <p:nvPr/>
          </p:nvSpPr>
          <p:spPr>
            <a:xfrm>
              <a:off x="4391289" y="2251290"/>
              <a:ext cx="197113" cy="197549"/>
            </a:xfrm>
            <a:custGeom>
              <a:avLst/>
              <a:gdLst>
                <a:gd name="connsiteX0" fmla="*/ 128287 w 197113"/>
                <a:gd name="connsiteY0" fmla="*/ 197549 h 197549"/>
                <a:gd name="connsiteX1" fmla="*/ 121308 w 197113"/>
                <a:gd name="connsiteY1" fmla="*/ 193545 h 197549"/>
                <a:gd name="connsiteX2" fmla="*/ 121239 w 197113"/>
                <a:gd name="connsiteY2" fmla="*/ 193414 h 197549"/>
                <a:gd name="connsiteX3" fmla="*/ 104367 w 197113"/>
                <a:gd name="connsiteY3" fmla="*/ 157969 h 197549"/>
                <a:gd name="connsiteX4" fmla="*/ 103548 w 197113"/>
                <a:gd name="connsiteY4" fmla="*/ 155829 h 197549"/>
                <a:gd name="connsiteX5" fmla="*/ 93568 w 197113"/>
                <a:gd name="connsiteY5" fmla="*/ 155829 h 197549"/>
                <a:gd name="connsiteX6" fmla="*/ 92748 w 197113"/>
                <a:gd name="connsiteY6" fmla="*/ 157971 h 197549"/>
                <a:gd name="connsiteX7" fmla="*/ 75844 w 197113"/>
                <a:gd name="connsiteY7" fmla="*/ 193480 h 197549"/>
                <a:gd name="connsiteX8" fmla="*/ 75808 w 197113"/>
                <a:gd name="connsiteY8" fmla="*/ 193543 h 197549"/>
                <a:gd name="connsiteX9" fmla="*/ 64820 w 197113"/>
                <a:gd name="connsiteY9" fmla="*/ 196494 h 197549"/>
                <a:gd name="connsiteX10" fmla="*/ 60883 w 197113"/>
                <a:gd name="connsiteY10" fmla="*/ 191228 h 197549"/>
                <a:gd name="connsiteX11" fmla="*/ 61774 w 197113"/>
                <a:gd name="connsiteY11" fmla="*/ 185257 h 197549"/>
                <a:gd name="connsiteX12" fmla="*/ 75778 w 197113"/>
                <a:gd name="connsiteY12" fmla="*/ 155832 h 197549"/>
                <a:gd name="connsiteX13" fmla="*/ 25535 w 197113"/>
                <a:gd name="connsiteY13" fmla="*/ 155832 h 197549"/>
                <a:gd name="connsiteX14" fmla="*/ 11989 w 197113"/>
                <a:gd name="connsiteY14" fmla="*/ 140382 h 197549"/>
                <a:gd name="connsiteX15" fmla="*/ 11989 w 197113"/>
                <a:gd name="connsiteY15" fmla="*/ 17021 h 197549"/>
                <a:gd name="connsiteX16" fmla="*/ 7279 w 197113"/>
                <a:gd name="connsiteY16" fmla="*/ 17021 h 197549"/>
                <a:gd name="connsiteX17" fmla="*/ 2 w 197113"/>
                <a:gd name="connsiteY17" fmla="*/ 8299 h 197549"/>
                <a:gd name="connsiteX18" fmla="*/ 7279 w 197113"/>
                <a:gd name="connsiteY18" fmla="*/ 0 h 197549"/>
                <a:gd name="connsiteX19" fmla="*/ 189835 w 197113"/>
                <a:gd name="connsiteY19" fmla="*/ 0 h 197549"/>
                <a:gd name="connsiteX20" fmla="*/ 197111 w 197113"/>
                <a:gd name="connsiteY20" fmla="*/ 8722 h 197549"/>
                <a:gd name="connsiteX21" fmla="*/ 189835 w 197113"/>
                <a:gd name="connsiteY21" fmla="*/ 17021 h 197549"/>
                <a:gd name="connsiteX22" fmla="*/ 185128 w 197113"/>
                <a:gd name="connsiteY22" fmla="*/ 17021 h 197549"/>
                <a:gd name="connsiteX23" fmla="*/ 185128 w 197113"/>
                <a:gd name="connsiteY23" fmla="*/ 140377 h 197549"/>
                <a:gd name="connsiteX24" fmla="*/ 171583 w 197113"/>
                <a:gd name="connsiteY24" fmla="*/ 155827 h 197549"/>
                <a:gd name="connsiteX25" fmla="*/ 121335 w 197113"/>
                <a:gd name="connsiteY25" fmla="*/ 155827 h 197549"/>
                <a:gd name="connsiteX26" fmla="*/ 135340 w 197113"/>
                <a:gd name="connsiteY26" fmla="*/ 185252 h 197549"/>
                <a:gd name="connsiteX27" fmla="*/ 136230 w 197113"/>
                <a:gd name="connsiteY27" fmla="*/ 191225 h 197549"/>
                <a:gd name="connsiteX28" fmla="*/ 132298 w 197113"/>
                <a:gd name="connsiteY28" fmla="*/ 196489 h 197549"/>
                <a:gd name="connsiteX29" fmla="*/ 128287 w 197113"/>
                <a:gd name="connsiteY29" fmla="*/ 197549 h 197549"/>
                <a:gd name="connsiteX30" fmla="*/ 123624 w 197113"/>
                <a:gd name="connsiteY30" fmla="*/ 191843 h 197549"/>
                <a:gd name="connsiteX31" fmla="*/ 131081 w 197113"/>
                <a:gd name="connsiteY31" fmla="*/ 193676 h 197549"/>
                <a:gd name="connsiteX32" fmla="*/ 133567 w 197113"/>
                <a:gd name="connsiteY32" fmla="*/ 190427 h 197549"/>
                <a:gd name="connsiteX33" fmla="*/ 133019 w 197113"/>
                <a:gd name="connsiteY33" fmla="*/ 186952 h 197549"/>
                <a:gd name="connsiteX34" fmla="*/ 132950 w 197113"/>
                <a:gd name="connsiteY34" fmla="*/ 186821 h 197549"/>
                <a:gd name="connsiteX35" fmla="*/ 116705 w 197113"/>
                <a:gd name="connsiteY35" fmla="*/ 152687 h 197549"/>
                <a:gd name="connsiteX36" fmla="*/ 171574 w 197113"/>
                <a:gd name="connsiteY36" fmla="*/ 152687 h 197549"/>
                <a:gd name="connsiteX37" fmla="*/ 182364 w 197113"/>
                <a:gd name="connsiteY37" fmla="*/ 140379 h 197549"/>
                <a:gd name="connsiteX38" fmla="*/ 182364 w 197113"/>
                <a:gd name="connsiteY38" fmla="*/ 13879 h 197549"/>
                <a:gd name="connsiteX39" fmla="*/ 189828 w 197113"/>
                <a:gd name="connsiteY39" fmla="*/ 13879 h 197549"/>
                <a:gd name="connsiteX40" fmla="*/ 194387 w 197113"/>
                <a:gd name="connsiteY40" fmla="*/ 8343 h 197549"/>
                <a:gd name="connsiteX41" fmla="*/ 189828 w 197113"/>
                <a:gd name="connsiteY41" fmla="*/ 3142 h 197549"/>
                <a:gd name="connsiteX42" fmla="*/ 7279 w 197113"/>
                <a:gd name="connsiteY42" fmla="*/ 3142 h 197549"/>
                <a:gd name="connsiteX43" fmla="*/ 2719 w 197113"/>
                <a:gd name="connsiteY43" fmla="*/ 8678 h 197549"/>
                <a:gd name="connsiteX44" fmla="*/ 7279 w 197113"/>
                <a:gd name="connsiteY44" fmla="*/ 13879 h 197549"/>
                <a:gd name="connsiteX45" fmla="*/ 14744 w 197113"/>
                <a:gd name="connsiteY45" fmla="*/ 13879 h 197549"/>
                <a:gd name="connsiteX46" fmla="*/ 14744 w 197113"/>
                <a:gd name="connsiteY46" fmla="*/ 140377 h 197549"/>
                <a:gd name="connsiteX47" fmla="*/ 25535 w 197113"/>
                <a:gd name="connsiteY47" fmla="*/ 152684 h 197549"/>
                <a:gd name="connsiteX48" fmla="*/ 80404 w 197113"/>
                <a:gd name="connsiteY48" fmla="*/ 152684 h 197549"/>
                <a:gd name="connsiteX49" fmla="*/ 64104 w 197113"/>
                <a:gd name="connsiteY49" fmla="*/ 186949 h 197549"/>
                <a:gd name="connsiteX50" fmla="*/ 63555 w 197113"/>
                <a:gd name="connsiteY50" fmla="*/ 190424 h 197549"/>
                <a:gd name="connsiteX51" fmla="*/ 66046 w 197113"/>
                <a:gd name="connsiteY51" fmla="*/ 193676 h 197549"/>
                <a:gd name="connsiteX52" fmla="*/ 73498 w 197113"/>
                <a:gd name="connsiteY52" fmla="*/ 191843 h 197549"/>
                <a:gd name="connsiteX53" fmla="*/ 90388 w 197113"/>
                <a:gd name="connsiteY53" fmla="*/ 156343 h 197549"/>
                <a:gd name="connsiteX54" fmla="*/ 90425 w 197113"/>
                <a:gd name="connsiteY54" fmla="*/ 156280 h 197549"/>
                <a:gd name="connsiteX55" fmla="*/ 91017 w 197113"/>
                <a:gd name="connsiteY55" fmla="*/ 154151 h 197549"/>
                <a:gd name="connsiteX56" fmla="*/ 91104 w 197113"/>
                <a:gd name="connsiteY56" fmla="*/ 152687 h 197549"/>
                <a:gd name="connsiteX57" fmla="*/ 106009 w 197113"/>
                <a:gd name="connsiteY57" fmla="*/ 152687 h 197549"/>
                <a:gd name="connsiteX58" fmla="*/ 106096 w 197113"/>
                <a:gd name="connsiteY58" fmla="*/ 154151 h 197549"/>
                <a:gd name="connsiteX59" fmla="*/ 106693 w 197113"/>
                <a:gd name="connsiteY59" fmla="*/ 156285 h 197549"/>
                <a:gd name="connsiteX60" fmla="*/ 106759 w 197113"/>
                <a:gd name="connsiteY60" fmla="*/ 156408 h 197549"/>
                <a:gd name="connsiteX61" fmla="*/ 165495 w 197113"/>
                <a:gd name="connsiteY61" fmla="*/ 141948 h 197549"/>
                <a:gd name="connsiteX62" fmla="*/ 31625 w 197113"/>
                <a:gd name="connsiteY62" fmla="*/ 141948 h 197549"/>
                <a:gd name="connsiteX63" fmla="*/ 24157 w 197113"/>
                <a:gd name="connsiteY63" fmla="*/ 133437 h 197549"/>
                <a:gd name="connsiteX64" fmla="*/ 24157 w 197113"/>
                <a:gd name="connsiteY64" fmla="*/ 13892 h 197549"/>
                <a:gd name="connsiteX65" fmla="*/ 31437 w 197113"/>
                <a:gd name="connsiteY65" fmla="*/ 13892 h 197549"/>
                <a:gd name="connsiteX66" fmla="*/ 31618 w 197113"/>
                <a:gd name="connsiteY66" fmla="*/ 13879 h 197549"/>
                <a:gd name="connsiteX67" fmla="*/ 165495 w 197113"/>
                <a:gd name="connsiteY67" fmla="*/ 13879 h 197549"/>
                <a:gd name="connsiteX68" fmla="*/ 165674 w 197113"/>
                <a:gd name="connsiteY68" fmla="*/ 13892 h 197549"/>
                <a:gd name="connsiteX69" fmla="*/ 172956 w 197113"/>
                <a:gd name="connsiteY69" fmla="*/ 13892 h 197549"/>
                <a:gd name="connsiteX70" fmla="*/ 172956 w 197113"/>
                <a:gd name="connsiteY70" fmla="*/ 133437 h 197549"/>
                <a:gd name="connsiteX71" fmla="*/ 165495 w 197113"/>
                <a:gd name="connsiteY71" fmla="*/ 141948 h 197549"/>
                <a:gd name="connsiteX72" fmla="*/ 26912 w 197113"/>
                <a:gd name="connsiteY72" fmla="*/ 17034 h 197549"/>
                <a:gd name="connsiteX73" fmla="*/ 26912 w 197113"/>
                <a:gd name="connsiteY73" fmla="*/ 133437 h 197549"/>
                <a:gd name="connsiteX74" fmla="*/ 31621 w 197113"/>
                <a:gd name="connsiteY74" fmla="*/ 138806 h 197549"/>
                <a:gd name="connsiteX75" fmla="*/ 165495 w 197113"/>
                <a:gd name="connsiteY75" fmla="*/ 138806 h 197549"/>
                <a:gd name="connsiteX76" fmla="*/ 170203 w 197113"/>
                <a:gd name="connsiteY76" fmla="*/ 133437 h 197549"/>
                <a:gd name="connsiteX77" fmla="*/ 170203 w 197113"/>
                <a:gd name="connsiteY77" fmla="*/ 17034 h 197549"/>
                <a:gd name="connsiteX78" fmla="*/ 165554 w 197113"/>
                <a:gd name="connsiteY78" fmla="*/ 17034 h 197549"/>
                <a:gd name="connsiteX79" fmla="*/ 165373 w 197113"/>
                <a:gd name="connsiteY79" fmla="*/ 17021 h 197549"/>
                <a:gd name="connsiteX80" fmla="*/ 31733 w 197113"/>
                <a:gd name="connsiteY80" fmla="*/ 17021 h 197549"/>
                <a:gd name="connsiteX81" fmla="*/ 31552 w 197113"/>
                <a:gd name="connsiteY81" fmla="*/ 17034 h 197549"/>
                <a:gd name="connsiteX82" fmla="*/ 43646 w 197113"/>
                <a:gd name="connsiteY82" fmla="*/ 114185 h 197549"/>
                <a:gd name="connsiteX83" fmla="*/ 40055 w 197113"/>
                <a:gd name="connsiteY83" fmla="*/ 113017 h 197549"/>
                <a:gd name="connsiteX84" fmla="*/ 37323 w 197113"/>
                <a:gd name="connsiteY84" fmla="*/ 101328 h 197549"/>
                <a:gd name="connsiteX85" fmla="*/ 37383 w 197113"/>
                <a:gd name="connsiteY85" fmla="*/ 101207 h 197549"/>
                <a:gd name="connsiteX86" fmla="*/ 37461 w 197113"/>
                <a:gd name="connsiteY86" fmla="*/ 101100 h 197549"/>
                <a:gd name="connsiteX87" fmla="*/ 67834 w 197113"/>
                <a:gd name="connsiteY87" fmla="*/ 59681 h 197549"/>
                <a:gd name="connsiteX88" fmla="*/ 68064 w 197113"/>
                <a:gd name="connsiteY88" fmla="*/ 59380 h 197549"/>
                <a:gd name="connsiteX89" fmla="*/ 69118 w 197113"/>
                <a:gd name="connsiteY89" fmla="*/ 58026 h 197549"/>
                <a:gd name="connsiteX90" fmla="*/ 70479 w 197113"/>
                <a:gd name="connsiteY90" fmla="*/ 56840 h 197549"/>
                <a:gd name="connsiteX91" fmla="*/ 70925 w 197113"/>
                <a:gd name="connsiteY91" fmla="*/ 56500 h 197549"/>
                <a:gd name="connsiteX92" fmla="*/ 71356 w 197113"/>
                <a:gd name="connsiteY92" fmla="*/ 56337 h 197549"/>
                <a:gd name="connsiteX93" fmla="*/ 73151 w 197113"/>
                <a:gd name="connsiteY93" fmla="*/ 55764 h 197549"/>
                <a:gd name="connsiteX94" fmla="*/ 80461 w 197113"/>
                <a:gd name="connsiteY94" fmla="*/ 58257 h 197549"/>
                <a:gd name="connsiteX95" fmla="*/ 81487 w 197113"/>
                <a:gd name="connsiteY95" fmla="*/ 59011 h 197549"/>
                <a:gd name="connsiteX96" fmla="*/ 81547 w 197113"/>
                <a:gd name="connsiteY96" fmla="*/ 59055 h 197549"/>
                <a:gd name="connsiteX97" fmla="*/ 110352 w 197113"/>
                <a:gd name="connsiteY97" fmla="*/ 82463 h 197549"/>
                <a:gd name="connsiteX98" fmla="*/ 147085 w 197113"/>
                <a:gd name="connsiteY98" fmla="*/ 44210 h 197549"/>
                <a:gd name="connsiteX99" fmla="*/ 157666 w 197113"/>
                <a:gd name="connsiteY99" fmla="*/ 40877 h 197549"/>
                <a:gd name="connsiteX100" fmla="*/ 161601 w 197113"/>
                <a:gd name="connsiteY100" fmla="*/ 47130 h 197549"/>
                <a:gd name="connsiteX101" fmla="*/ 159572 w 197113"/>
                <a:gd name="connsiteY101" fmla="*/ 53375 h 197549"/>
                <a:gd name="connsiteX102" fmla="*/ 159521 w 197113"/>
                <a:gd name="connsiteY102" fmla="*/ 53430 h 197549"/>
                <a:gd name="connsiteX103" fmla="*/ 116937 w 197113"/>
                <a:gd name="connsiteY103" fmla="*/ 97764 h 197549"/>
                <a:gd name="connsiteX104" fmla="*/ 107175 w 197113"/>
                <a:gd name="connsiteY104" fmla="*/ 100293 h 197549"/>
                <a:gd name="connsiteX105" fmla="*/ 103201 w 197113"/>
                <a:gd name="connsiteY105" fmla="*/ 96926 h 197549"/>
                <a:gd name="connsiteX106" fmla="*/ 76129 w 197113"/>
                <a:gd name="connsiteY106" fmla="*/ 74631 h 197549"/>
                <a:gd name="connsiteX107" fmla="*/ 50116 w 197113"/>
                <a:gd name="connsiteY107" fmla="*/ 110098 h 197549"/>
                <a:gd name="connsiteX108" fmla="*/ 43651 w 197113"/>
                <a:gd name="connsiteY108" fmla="*/ 114177 h 197549"/>
                <a:gd name="connsiteX109" fmla="*/ 39663 w 197113"/>
                <a:gd name="connsiteY109" fmla="*/ 103001 h 197549"/>
                <a:gd name="connsiteX110" fmla="*/ 41444 w 197113"/>
                <a:gd name="connsiteY110" fmla="*/ 110299 h 197549"/>
                <a:gd name="connsiteX111" fmla="*/ 47997 w 197113"/>
                <a:gd name="connsiteY111" fmla="*/ 108097 h 197549"/>
                <a:gd name="connsiteX112" fmla="*/ 75663 w 197113"/>
                <a:gd name="connsiteY112" fmla="*/ 70389 h 197549"/>
                <a:gd name="connsiteX113" fmla="*/ 104920 w 197113"/>
                <a:gd name="connsiteY113" fmla="*/ 94480 h 197549"/>
                <a:gd name="connsiteX114" fmla="*/ 108679 w 197113"/>
                <a:gd name="connsiteY114" fmla="*/ 97683 h 197549"/>
                <a:gd name="connsiteX115" fmla="*/ 115038 w 197113"/>
                <a:gd name="connsiteY115" fmla="*/ 95509 h 197549"/>
                <a:gd name="connsiteX116" fmla="*/ 115066 w 197113"/>
                <a:gd name="connsiteY116" fmla="*/ 95480 h 197549"/>
                <a:gd name="connsiteX117" fmla="*/ 157634 w 197113"/>
                <a:gd name="connsiteY117" fmla="*/ 51131 h 197549"/>
                <a:gd name="connsiteX118" fmla="*/ 158869 w 197113"/>
                <a:gd name="connsiteY118" fmla="*/ 47541 h 197549"/>
                <a:gd name="connsiteX119" fmla="*/ 156289 w 197113"/>
                <a:gd name="connsiteY119" fmla="*/ 43592 h 197549"/>
                <a:gd name="connsiteX120" fmla="*/ 149064 w 197113"/>
                <a:gd name="connsiteY120" fmla="*/ 46392 h 197549"/>
                <a:gd name="connsiteX121" fmla="*/ 148983 w 197113"/>
                <a:gd name="connsiteY121" fmla="*/ 46483 h 197549"/>
                <a:gd name="connsiteX122" fmla="*/ 110570 w 197113"/>
                <a:gd name="connsiteY122" fmla="*/ 86488 h 197549"/>
                <a:gd name="connsiteX123" fmla="*/ 79979 w 197113"/>
                <a:gd name="connsiteY123" fmla="*/ 61627 h 197549"/>
                <a:gd name="connsiteX124" fmla="*/ 78964 w 197113"/>
                <a:gd name="connsiteY124" fmla="*/ 60880 h 197549"/>
                <a:gd name="connsiteX125" fmla="*/ 73652 w 197113"/>
                <a:gd name="connsiteY125" fmla="*/ 58841 h 197549"/>
                <a:gd name="connsiteX126" fmla="*/ 73562 w 197113"/>
                <a:gd name="connsiteY126" fmla="*/ 58856 h 197549"/>
                <a:gd name="connsiteX127" fmla="*/ 72414 w 197113"/>
                <a:gd name="connsiteY127" fmla="*/ 59231 h 197549"/>
                <a:gd name="connsiteX128" fmla="*/ 72157 w 197113"/>
                <a:gd name="connsiteY128" fmla="*/ 59338 h 197549"/>
                <a:gd name="connsiteX129" fmla="*/ 71928 w 197113"/>
                <a:gd name="connsiteY129" fmla="*/ 59503 h 197549"/>
                <a:gd name="connsiteX130" fmla="*/ 71009 w 197113"/>
                <a:gd name="connsiteY130" fmla="*/ 60289 h 197549"/>
                <a:gd name="connsiteX131" fmla="*/ 70970 w 197113"/>
                <a:gd name="connsiteY131" fmla="*/ 60331 h 197549"/>
                <a:gd name="connsiteX132" fmla="*/ 70282 w 197113"/>
                <a:gd name="connsiteY132" fmla="*/ 61226 h 197549"/>
                <a:gd name="connsiteX133" fmla="*/ 70052 w 197113"/>
                <a:gd name="connsiteY133" fmla="*/ 61540 h 197549"/>
                <a:gd name="connsiteX134" fmla="*/ 69999 w 197113"/>
                <a:gd name="connsiteY134" fmla="*/ 61611 h 197549"/>
                <a:gd name="connsiteX135" fmla="*/ 68020 w 197113"/>
                <a:gd name="connsiteY135" fmla="*/ 59453 h 197549"/>
                <a:gd name="connsiteX136" fmla="*/ 68002 w 197113"/>
                <a:gd name="connsiteY136" fmla="*/ 59482 h 19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197113" h="197549">
                  <a:moveTo>
                    <a:pt x="128287" y="197549"/>
                  </a:moveTo>
                  <a:cubicBezTo>
                    <a:pt x="125511" y="197549"/>
                    <a:pt x="122832" y="196119"/>
                    <a:pt x="121308" y="193545"/>
                  </a:cubicBezTo>
                  <a:lnTo>
                    <a:pt x="121239" y="193414"/>
                  </a:lnTo>
                  <a:lnTo>
                    <a:pt x="104367" y="157969"/>
                  </a:lnTo>
                  <a:cubicBezTo>
                    <a:pt x="103991" y="157313"/>
                    <a:pt x="103714" y="156590"/>
                    <a:pt x="103548" y="155829"/>
                  </a:cubicBezTo>
                  <a:lnTo>
                    <a:pt x="93568" y="155829"/>
                  </a:lnTo>
                  <a:cubicBezTo>
                    <a:pt x="93404" y="156591"/>
                    <a:pt x="93126" y="157316"/>
                    <a:pt x="92748" y="157971"/>
                  </a:cubicBezTo>
                  <a:lnTo>
                    <a:pt x="75844" y="193480"/>
                  </a:lnTo>
                  <a:lnTo>
                    <a:pt x="75808" y="193543"/>
                  </a:lnTo>
                  <a:cubicBezTo>
                    <a:pt x="73539" y="197374"/>
                    <a:pt x="68714" y="198670"/>
                    <a:pt x="64820" y="196494"/>
                  </a:cubicBezTo>
                  <a:cubicBezTo>
                    <a:pt x="62834" y="195373"/>
                    <a:pt x="61402" y="193456"/>
                    <a:pt x="60883" y="191228"/>
                  </a:cubicBezTo>
                  <a:cubicBezTo>
                    <a:pt x="60408" y="189184"/>
                    <a:pt x="60733" y="187007"/>
                    <a:pt x="61774" y="185257"/>
                  </a:cubicBezTo>
                  <a:lnTo>
                    <a:pt x="75778" y="155832"/>
                  </a:lnTo>
                  <a:lnTo>
                    <a:pt x="25535" y="155832"/>
                  </a:lnTo>
                  <a:cubicBezTo>
                    <a:pt x="18059" y="155819"/>
                    <a:pt x="12001" y="148909"/>
                    <a:pt x="11989" y="140382"/>
                  </a:cubicBezTo>
                  <a:lnTo>
                    <a:pt x="11989" y="17021"/>
                  </a:lnTo>
                  <a:lnTo>
                    <a:pt x="7279" y="17021"/>
                  </a:lnTo>
                  <a:cubicBezTo>
                    <a:pt x="3158" y="16904"/>
                    <a:pt x="-100" y="13000"/>
                    <a:pt x="2" y="8299"/>
                  </a:cubicBezTo>
                  <a:cubicBezTo>
                    <a:pt x="101" y="3763"/>
                    <a:pt x="3302" y="113"/>
                    <a:pt x="7279" y="0"/>
                  </a:cubicBezTo>
                  <a:lnTo>
                    <a:pt x="189835" y="0"/>
                  </a:lnTo>
                  <a:cubicBezTo>
                    <a:pt x="193955" y="117"/>
                    <a:pt x="197213" y="4021"/>
                    <a:pt x="197111" y="8722"/>
                  </a:cubicBezTo>
                  <a:cubicBezTo>
                    <a:pt x="197012" y="13258"/>
                    <a:pt x="193812" y="16909"/>
                    <a:pt x="189835" y="17021"/>
                  </a:cubicBezTo>
                  <a:lnTo>
                    <a:pt x="185128" y="17021"/>
                  </a:lnTo>
                  <a:lnTo>
                    <a:pt x="185128" y="140377"/>
                  </a:lnTo>
                  <a:cubicBezTo>
                    <a:pt x="185118" y="148905"/>
                    <a:pt x="179060" y="155815"/>
                    <a:pt x="171583" y="155827"/>
                  </a:cubicBezTo>
                  <a:lnTo>
                    <a:pt x="121335" y="155827"/>
                  </a:lnTo>
                  <a:lnTo>
                    <a:pt x="135340" y="185252"/>
                  </a:lnTo>
                  <a:cubicBezTo>
                    <a:pt x="136380" y="187002"/>
                    <a:pt x="136705" y="189181"/>
                    <a:pt x="136230" y="191225"/>
                  </a:cubicBezTo>
                  <a:cubicBezTo>
                    <a:pt x="135714" y="193454"/>
                    <a:pt x="134279" y="195371"/>
                    <a:pt x="132298" y="196489"/>
                  </a:cubicBezTo>
                  <a:cubicBezTo>
                    <a:pt x="131049" y="197187"/>
                    <a:pt x="129677" y="197550"/>
                    <a:pt x="128287" y="197549"/>
                  </a:cubicBezTo>
                  <a:close/>
                  <a:moveTo>
                    <a:pt x="123624" y="191843"/>
                  </a:moveTo>
                  <a:cubicBezTo>
                    <a:pt x="125135" y="194318"/>
                    <a:pt x="128464" y="195138"/>
                    <a:pt x="131081" y="193676"/>
                  </a:cubicBezTo>
                  <a:cubicBezTo>
                    <a:pt x="132346" y="192964"/>
                    <a:pt x="133253" y="191778"/>
                    <a:pt x="133567" y="190427"/>
                  </a:cubicBezTo>
                  <a:cubicBezTo>
                    <a:pt x="133839" y="189233"/>
                    <a:pt x="133639" y="187962"/>
                    <a:pt x="133019" y="186952"/>
                  </a:cubicBezTo>
                  <a:lnTo>
                    <a:pt x="132950" y="186821"/>
                  </a:lnTo>
                  <a:lnTo>
                    <a:pt x="116705" y="152687"/>
                  </a:lnTo>
                  <a:lnTo>
                    <a:pt x="171574" y="152687"/>
                  </a:lnTo>
                  <a:cubicBezTo>
                    <a:pt x="177530" y="152678"/>
                    <a:pt x="182357" y="147173"/>
                    <a:pt x="182364" y="140379"/>
                  </a:cubicBezTo>
                  <a:lnTo>
                    <a:pt x="182364" y="13879"/>
                  </a:lnTo>
                  <a:lnTo>
                    <a:pt x="189828" y="13879"/>
                  </a:lnTo>
                  <a:cubicBezTo>
                    <a:pt x="192427" y="13786"/>
                    <a:pt x="194468" y="11308"/>
                    <a:pt x="194387" y="8343"/>
                  </a:cubicBezTo>
                  <a:cubicBezTo>
                    <a:pt x="194309" y="5508"/>
                    <a:pt x="192313" y="3231"/>
                    <a:pt x="189828" y="3142"/>
                  </a:cubicBezTo>
                  <a:lnTo>
                    <a:pt x="7279" y="3142"/>
                  </a:lnTo>
                  <a:cubicBezTo>
                    <a:pt x="4679" y="3235"/>
                    <a:pt x="2638" y="5713"/>
                    <a:pt x="2719" y="8678"/>
                  </a:cubicBezTo>
                  <a:cubicBezTo>
                    <a:pt x="2797" y="11513"/>
                    <a:pt x="4793" y="13790"/>
                    <a:pt x="7279" y="13879"/>
                  </a:cubicBezTo>
                  <a:lnTo>
                    <a:pt x="14744" y="13879"/>
                  </a:lnTo>
                  <a:lnTo>
                    <a:pt x="14744" y="140377"/>
                  </a:lnTo>
                  <a:cubicBezTo>
                    <a:pt x="14755" y="147169"/>
                    <a:pt x="19580" y="152673"/>
                    <a:pt x="25535" y="152684"/>
                  </a:cubicBezTo>
                  <a:lnTo>
                    <a:pt x="80404" y="152684"/>
                  </a:lnTo>
                  <a:lnTo>
                    <a:pt x="64104" y="186949"/>
                  </a:lnTo>
                  <a:cubicBezTo>
                    <a:pt x="63484" y="187960"/>
                    <a:pt x="63283" y="189230"/>
                    <a:pt x="63555" y="190424"/>
                  </a:cubicBezTo>
                  <a:cubicBezTo>
                    <a:pt x="63870" y="191775"/>
                    <a:pt x="64776" y="192959"/>
                    <a:pt x="66046" y="193676"/>
                  </a:cubicBezTo>
                  <a:cubicBezTo>
                    <a:pt x="68661" y="195138"/>
                    <a:pt x="71990" y="194315"/>
                    <a:pt x="73498" y="191843"/>
                  </a:cubicBezTo>
                  <a:lnTo>
                    <a:pt x="90388" y="156343"/>
                  </a:lnTo>
                  <a:lnTo>
                    <a:pt x="90425" y="156280"/>
                  </a:lnTo>
                  <a:cubicBezTo>
                    <a:pt x="90789" y="155645"/>
                    <a:pt x="90994" y="154909"/>
                    <a:pt x="91017" y="154151"/>
                  </a:cubicBezTo>
                  <a:lnTo>
                    <a:pt x="91104" y="152687"/>
                  </a:lnTo>
                  <a:lnTo>
                    <a:pt x="106009" y="152687"/>
                  </a:lnTo>
                  <a:lnTo>
                    <a:pt x="106096" y="154151"/>
                  </a:lnTo>
                  <a:cubicBezTo>
                    <a:pt x="106121" y="154911"/>
                    <a:pt x="106328" y="155649"/>
                    <a:pt x="106693" y="156285"/>
                  </a:cubicBezTo>
                  <a:lnTo>
                    <a:pt x="106759" y="156408"/>
                  </a:lnTo>
                  <a:close/>
                  <a:moveTo>
                    <a:pt x="165495" y="141948"/>
                  </a:moveTo>
                  <a:lnTo>
                    <a:pt x="31625" y="141948"/>
                  </a:lnTo>
                  <a:cubicBezTo>
                    <a:pt x="27504" y="141947"/>
                    <a:pt x="24162" y="138138"/>
                    <a:pt x="24157" y="133437"/>
                  </a:cubicBezTo>
                  <a:lnTo>
                    <a:pt x="24157" y="13892"/>
                  </a:lnTo>
                  <a:lnTo>
                    <a:pt x="31437" y="13892"/>
                  </a:lnTo>
                  <a:cubicBezTo>
                    <a:pt x="31497" y="13883"/>
                    <a:pt x="31558" y="13879"/>
                    <a:pt x="31618" y="13879"/>
                  </a:cubicBezTo>
                  <a:lnTo>
                    <a:pt x="165495" y="13879"/>
                  </a:lnTo>
                  <a:cubicBezTo>
                    <a:pt x="165555" y="13879"/>
                    <a:pt x="165614" y="13883"/>
                    <a:pt x="165674" y="13892"/>
                  </a:cubicBezTo>
                  <a:lnTo>
                    <a:pt x="172956" y="13892"/>
                  </a:lnTo>
                  <a:lnTo>
                    <a:pt x="172956" y="133437"/>
                  </a:lnTo>
                  <a:cubicBezTo>
                    <a:pt x="172951" y="138135"/>
                    <a:pt x="169613" y="141942"/>
                    <a:pt x="165495" y="141948"/>
                  </a:cubicBezTo>
                  <a:close/>
                  <a:moveTo>
                    <a:pt x="26912" y="17034"/>
                  </a:moveTo>
                  <a:lnTo>
                    <a:pt x="26912" y="133437"/>
                  </a:lnTo>
                  <a:cubicBezTo>
                    <a:pt x="26916" y="136401"/>
                    <a:pt x="29022" y="138803"/>
                    <a:pt x="31621" y="138806"/>
                  </a:cubicBezTo>
                  <a:lnTo>
                    <a:pt x="165495" y="138806"/>
                  </a:lnTo>
                  <a:cubicBezTo>
                    <a:pt x="168093" y="138803"/>
                    <a:pt x="170200" y="136401"/>
                    <a:pt x="170203" y="133437"/>
                  </a:cubicBezTo>
                  <a:lnTo>
                    <a:pt x="170203" y="17034"/>
                  </a:lnTo>
                  <a:lnTo>
                    <a:pt x="165554" y="17034"/>
                  </a:lnTo>
                  <a:cubicBezTo>
                    <a:pt x="165494" y="17034"/>
                    <a:pt x="165433" y="17030"/>
                    <a:pt x="165373" y="17021"/>
                  </a:cubicBezTo>
                  <a:lnTo>
                    <a:pt x="31733" y="17021"/>
                  </a:lnTo>
                  <a:cubicBezTo>
                    <a:pt x="31673" y="17030"/>
                    <a:pt x="31612" y="17034"/>
                    <a:pt x="31552" y="17034"/>
                  </a:cubicBezTo>
                  <a:close/>
                  <a:moveTo>
                    <a:pt x="43646" y="114185"/>
                  </a:moveTo>
                  <a:cubicBezTo>
                    <a:pt x="42379" y="114167"/>
                    <a:pt x="41140" y="113764"/>
                    <a:pt x="40055" y="113017"/>
                  </a:cubicBezTo>
                  <a:cubicBezTo>
                    <a:pt x="36492" y="110632"/>
                    <a:pt x="35274" y="105420"/>
                    <a:pt x="37323" y="101328"/>
                  </a:cubicBezTo>
                  <a:lnTo>
                    <a:pt x="37383" y="101207"/>
                  </a:lnTo>
                  <a:lnTo>
                    <a:pt x="37461" y="101100"/>
                  </a:lnTo>
                  <a:lnTo>
                    <a:pt x="67834" y="59681"/>
                  </a:lnTo>
                  <a:cubicBezTo>
                    <a:pt x="67903" y="59573"/>
                    <a:pt x="67979" y="59472"/>
                    <a:pt x="68064" y="59380"/>
                  </a:cubicBezTo>
                  <a:cubicBezTo>
                    <a:pt x="68370" y="58885"/>
                    <a:pt x="68723" y="58431"/>
                    <a:pt x="69118" y="58026"/>
                  </a:cubicBezTo>
                  <a:cubicBezTo>
                    <a:pt x="69529" y="57571"/>
                    <a:pt x="69986" y="57173"/>
                    <a:pt x="70479" y="56840"/>
                  </a:cubicBezTo>
                  <a:cubicBezTo>
                    <a:pt x="70612" y="56702"/>
                    <a:pt x="70762" y="56587"/>
                    <a:pt x="70925" y="56500"/>
                  </a:cubicBezTo>
                  <a:cubicBezTo>
                    <a:pt x="71062" y="56426"/>
                    <a:pt x="71207" y="56372"/>
                    <a:pt x="71356" y="56337"/>
                  </a:cubicBezTo>
                  <a:cubicBezTo>
                    <a:pt x="71931" y="56059"/>
                    <a:pt x="72534" y="55867"/>
                    <a:pt x="73151" y="55764"/>
                  </a:cubicBezTo>
                  <a:cubicBezTo>
                    <a:pt x="76177" y="55088"/>
                    <a:pt x="77883" y="56350"/>
                    <a:pt x="80461" y="58257"/>
                  </a:cubicBezTo>
                  <a:cubicBezTo>
                    <a:pt x="80783" y="58495"/>
                    <a:pt x="81122" y="58746"/>
                    <a:pt x="81487" y="59011"/>
                  </a:cubicBezTo>
                  <a:lnTo>
                    <a:pt x="81547" y="59055"/>
                  </a:lnTo>
                  <a:lnTo>
                    <a:pt x="110352" y="82463"/>
                  </a:lnTo>
                  <a:lnTo>
                    <a:pt x="147085" y="44210"/>
                  </a:lnTo>
                  <a:cubicBezTo>
                    <a:pt x="150469" y="40083"/>
                    <a:pt x="154519" y="38803"/>
                    <a:pt x="157666" y="40877"/>
                  </a:cubicBezTo>
                  <a:cubicBezTo>
                    <a:pt x="159838" y="42304"/>
                    <a:pt x="161307" y="44642"/>
                    <a:pt x="161601" y="47130"/>
                  </a:cubicBezTo>
                  <a:cubicBezTo>
                    <a:pt x="161787" y="48701"/>
                    <a:pt x="161583" y="51058"/>
                    <a:pt x="159572" y="53375"/>
                  </a:cubicBezTo>
                  <a:lnTo>
                    <a:pt x="159521" y="53430"/>
                  </a:lnTo>
                  <a:lnTo>
                    <a:pt x="116937" y="97764"/>
                  </a:lnTo>
                  <a:cubicBezTo>
                    <a:pt x="114510" y="100430"/>
                    <a:pt x="110853" y="103025"/>
                    <a:pt x="107175" y="100293"/>
                  </a:cubicBezTo>
                  <a:cubicBezTo>
                    <a:pt x="105796" y="99257"/>
                    <a:pt x="104469" y="98133"/>
                    <a:pt x="103201" y="96926"/>
                  </a:cubicBezTo>
                  <a:lnTo>
                    <a:pt x="76129" y="74631"/>
                  </a:lnTo>
                  <a:lnTo>
                    <a:pt x="50116" y="110098"/>
                  </a:lnTo>
                  <a:cubicBezTo>
                    <a:pt x="48173" y="112792"/>
                    <a:pt x="45930" y="114177"/>
                    <a:pt x="43651" y="114177"/>
                  </a:cubicBezTo>
                  <a:close/>
                  <a:moveTo>
                    <a:pt x="39663" y="103001"/>
                  </a:moveTo>
                  <a:cubicBezTo>
                    <a:pt x="38437" y="105584"/>
                    <a:pt x="39225" y="108810"/>
                    <a:pt x="41444" y="110299"/>
                  </a:cubicBezTo>
                  <a:cubicBezTo>
                    <a:pt x="44220" y="112132"/>
                    <a:pt x="46539" y="110116"/>
                    <a:pt x="47997" y="108097"/>
                  </a:cubicBezTo>
                  <a:lnTo>
                    <a:pt x="75663" y="70389"/>
                  </a:lnTo>
                  <a:lnTo>
                    <a:pt x="104920" y="94480"/>
                  </a:lnTo>
                  <a:cubicBezTo>
                    <a:pt x="106119" y="95628"/>
                    <a:pt x="107374" y="96697"/>
                    <a:pt x="108679" y="97683"/>
                  </a:cubicBezTo>
                  <a:cubicBezTo>
                    <a:pt x="109804" y="98518"/>
                    <a:pt x="111686" y="99199"/>
                    <a:pt x="115038" y="95509"/>
                  </a:cubicBezTo>
                  <a:lnTo>
                    <a:pt x="115066" y="95480"/>
                  </a:lnTo>
                  <a:lnTo>
                    <a:pt x="157634" y="51131"/>
                  </a:lnTo>
                  <a:cubicBezTo>
                    <a:pt x="158600" y="50005"/>
                    <a:pt x="159011" y="48798"/>
                    <a:pt x="158869" y="47541"/>
                  </a:cubicBezTo>
                  <a:cubicBezTo>
                    <a:pt x="158692" y="46035"/>
                    <a:pt x="157703" y="44522"/>
                    <a:pt x="156289" y="43592"/>
                  </a:cubicBezTo>
                  <a:cubicBezTo>
                    <a:pt x="153917" y="42021"/>
                    <a:pt x="151008" y="44014"/>
                    <a:pt x="149064" y="46392"/>
                  </a:cubicBezTo>
                  <a:lnTo>
                    <a:pt x="148983" y="46483"/>
                  </a:lnTo>
                  <a:lnTo>
                    <a:pt x="110570" y="86488"/>
                  </a:lnTo>
                  <a:lnTo>
                    <a:pt x="79979" y="61627"/>
                  </a:lnTo>
                  <a:cubicBezTo>
                    <a:pt x="79619" y="61365"/>
                    <a:pt x="79290" y="61103"/>
                    <a:pt x="78964" y="60880"/>
                  </a:cubicBezTo>
                  <a:cubicBezTo>
                    <a:pt x="76522" y="59071"/>
                    <a:pt x="75606" y="58395"/>
                    <a:pt x="73652" y="58841"/>
                  </a:cubicBezTo>
                  <a:lnTo>
                    <a:pt x="73562" y="58856"/>
                  </a:lnTo>
                  <a:cubicBezTo>
                    <a:pt x="73167" y="58924"/>
                    <a:pt x="72781" y="59050"/>
                    <a:pt x="72414" y="59231"/>
                  </a:cubicBezTo>
                  <a:cubicBezTo>
                    <a:pt x="72331" y="59274"/>
                    <a:pt x="72245" y="59310"/>
                    <a:pt x="72157" y="59338"/>
                  </a:cubicBezTo>
                  <a:cubicBezTo>
                    <a:pt x="72085" y="59400"/>
                    <a:pt x="72008" y="59455"/>
                    <a:pt x="71928" y="59503"/>
                  </a:cubicBezTo>
                  <a:cubicBezTo>
                    <a:pt x="71593" y="59719"/>
                    <a:pt x="71285" y="59983"/>
                    <a:pt x="71009" y="60289"/>
                  </a:cubicBezTo>
                  <a:lnTo>
                    <a:pt x="70970" y="60331"/>
                  </a:lnTo>
                  <a:cubicBezTo>
                    <a:pt x="70710" y="60597"/>
                    <a:pt x="70479" y="60897"/>
                    <a:pt x="70282" y="61226"/>
                  </a:cubicBezTo>
                  <a:cubicBezTo>
                    <a:pt x="70215" y="61340"/>
                    <a:pt x="70138" y="61445"/>
                    <a:pt x="70052" y="61540"/>
                  </a:cubicBezTo>
                  <a:lnTo>
                    <a:pt x="69999" y="61611"/>
                  </a:lnTo>
                  <a:close/>
                  <a:moveTo>
                    <a:pt x="68020" y="59453"/>
                  </a:moveTo>
                  <a:lnTo>
                    <a:pt x="68002" y="59482"/>
                  </a:lnTo>
                  <a:close/>
                </a:path>
              </a:pathLst>
            </a:custGeom>
            <a:grpFill/>
            <a:ln w="179" cap="flat">
              <a:noFill/>
              <a:prstDash val="solid"/>
              <a:miter/>
            </a:ln>
          </p:spPr>
          <p:txBody>
            <a:bodyPr rtlCol="0" anchor="ctr"/>
            <a:lstStyle/>
            <a:p>
              <a:endParaRPr lang="zh-CN" altLang="en-US"/>
            </a:p>
          </p:txBody>
        </p:sp>
      </p:grpSp>
      <p:sp>
        <p:nvSpPr>
          <p:cNvPr id="25" name="图形 1145">
            <a:extLst>
              <a:ext uri="{FF2B5EF4-FFF2-40B4-BE49-F238E27FC236}">
                <a16:creationId xmlns:a16="http://schemas.microsoft.com/office/drawing/2014/main" id="{0834B11C-88AC-BF14-C42D-5E66BD788128}"/>
              </a:ext>
            </a:extLst>
          </p:cNvPr>
          <p:cNvSpPr/>
          <p:nvPr/>
        </p:nvSpPr>
        <p:spPr>
          <a:xfrm>
            <a:off x="7668737" y="4717596"/>
            <a:ext cx="202679" cy="211609"/>
          </a:xfrm>
          <a:custGeom>
            <a:avLst/>
            <a:gdLst>
              <a:gd name="connsiteX0" fmla="*/ 90691 w 107216"/>
              <a:gd name="connsiteY0" fmla="*/ 78928 h 111940"/>
              <a:gd name="connsiteX1" fmla="*/ 76253 w 107216"/>
              <a:gd name="connsiteY1" fmla="*/ 87428 h 111940"/>
              <a:gd name="connsiteX2" fmla="*/ 32178 w 107216"/>
              <a:gd name="connsiteY2" fmla="*/ 63256 h 111940"/>
              <a:gd name="connsiteX3" fmla="*/ 33013 w 107216"/>
              <a:gd name="connsiteY3" fmla="*/ 58057 h 111940"/>
              <a:gd name="connsiteX4" fmla="*/ 32672 w 107216"/>
              <a:gd name="connsiteY4" fmla="*/ 54699 h 111940"/>
              <a:gd name="connsiteX5" fmla="*/ 79763 w 107216"/>
              <a:gd name="connsiteY5" fmla="*/ 28877 h 111940"/>
              <a:gd name="connsiteX6" fmla="*/ 90691 w 107216"/>
              <a:gd name="connsiteY6" fmla="*/ 33013 h 111940"/>
              <a:gd name="connsiteX7" fmla="*/ 107198 w 107216"/>
              <a:gd name="connsiteY7" fmla="*/ 16507 h 111940"/>
              <a:gd name="connsiteX8" fmla="*/ 90691 w 107216"/>
              <a:gd name="connsiteY8" fmla="*/ 0 h 111940"/>
              <a:gd name="connsiteX9" fmla="*/ 74185 w 107216"/>
              <a:gd name="connsiteY9" fmla="*/ 16507 h 111940"/>
              <a:gd name="connsiteX10" fmla="*/ 75095 w 107216"/>
              <a:gd name="connsiteY10" fmla="*/ 21914 h 111940"/>
              <a:gd name="connsiteX11" fmla="*/ 28934 w 107216"/>
              <a:gd name="connsiteY11" fmla="*/ 47205 h 111940"/>
              <a:gd name="connsiteX12" fmla="*/ 16507 w 107216"/>
              <a:gd name="connsiteY12" fmla="*/ 41551 h 111940"/>
              <a:gd name="connsiteX13" fmla="*/ 0 w 107216"/>
              <a:gd name="connsiteY13" fmla="*/ 58057 h 111940"/>
              <a:gd name="connsiteX14" fmla="*/ 16507 w 107216"/>
              <a:gd name="connsiteY14" fmla="*/ 74564 h 111940"/>
              <a:gd name="connsiteX15" fmla="*/ 27606 w 107216"/>
              <a:gd name="connsiteY15" fmla="*/ 70276 h 111940"/>
              <a:gd name="connsiteX16" fmla="*/ 74203 w 107216"/>
              <a:gd name="connsiteY16" fmla="*/ 95814 h 111940"/>
              <a:gd name="connsiteX17" fmla="*/ 90710 w 107216"/>
              <a:gd name="connsiteY17" fmla="*/ 111941 h 111940"/>
              <a:gd name="connsiteX18" fmla="*/ 107217 w 107216"/>
              <a:gd name="connsiteY18" fmla="*/ 95434 h 111940"/>
              <a:gd name="connsiteX19" fmla="*/ 90691 w 107216"/>
              <a:gd name="connsiteY19" fmla="*/ 78928 h 111940"/>
              <a:gd name="connsiteX20" fmla="*/ 90691 w 107216"/>
              <a:gd name="connsiteY20" fmla="*/ 8348 h 111940"/>
              <a:gd name="connsiteX21" fmla="*/ 98849 w 107216"/>
              <a:gd name="connsiteY21" fmla="*/ 16507 h 111940"/>
              <a:gd name="connsiteX22" fmla="*/ 90691 w 107216"/>
              <a:gd name="connsiteY22" fmla="*/ 24665 h 111940"/>
              <a:gd name="connsiteX23" fmla="*/ 82533 w 107216"/>
              <a:gd name="connsiteY23" fmla="*/ 16507 h 111940"/>
              <a:gd name="connsiteX24" fmla="*/ 90691 w 107216"/>
              <a:gd name="connsiteY24" fmla="*/ 8348 h 111940"/>
              <a:gd name="connsiteX25" fmla="*/ 16507 w 107216"/>
              <a:gd name="connsiteY25" fmla="*/ 66216 h 111940"/>
              <a:gd name="connsiteX26" fmla="*/ 8348 w 107216"/>
              <a:gd name="connsiteY26" fmla="*/ 58057 h 111940"/>
              <a:gd name="connsiteX27" fmla="*/ 16507 w 107216"/>
              <a:gd name="connsiteY27" fmla="*/ 49899 h 111940"/>
              <a:gd name="connsiteX28" fmla="*/ 24665 w 107216"/>
              <a:gd name="connsiteY28" fmla="*/ 58057 h 111940"/>
              <a:gd name="connsiteX29" fmla="*/ 16507 w 107216"/>
              <a:gd name="connsiteY29" fmla="*/ 66216 h 111940"/>
              <a:gd name="connsiteX30" fmla="*/ 90691 w 107216"/>
              <a:gd name="connsiteY30" fmla="*/ 103593 h 111940"/>
              <a:gd name="connsiteX31" fmla="*/ 82533 w 107216"/>
              <a:gd name="connsiteY31" fmla="*/ 95434 h 111940"/>
              <a:gd name="connsiteX32" fmla="*/ 90691 w 107216"/>
              <a:gd name="connsiteY32" fmla="*/ 87276 h 111940"/>
              <a:gd name="connsiteX33" fmla="*/ 98849 w 107216"/>
              <a:gd name="connsiteY33" fmla="*/ 95434 h 111940"/>
              <a:gd name="connsiteX34" fmla="*/ 90691 w 107216"/>
              <a:gd name="connsiteY34" fmla="*/ 103593 h 111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7216" h="111940">
                <a:moveTo>
                  <a:pt x="90691" y="78928"/>
                </a:moveTo>
                <a:cubicBezTo>
                  <a:pt x="84487" y="78928"/>
                  <a:pt x="79080" y="82362"/>
                  <a:pt x="76253" y="87428"/>
                </a:cubicBezTo>
                <a:lnTo>
                  <a:pt x="32178" y="63256"/>
                </a:lnTo>
                <a:cubicBezTo>
                  <a:pt x="32728" y="61624"/>
                  <a:pt x="33013" y="59879"/>
                  <a:pt x="33013" y="58057"/>
                </a:cubicBezTo>
                <a:cubicBezTo>
                  <a:pt x="33013" y="56900"/>
                  <a:pt x="32899" y="55781"/>
                  <a:pt x="32672" y="54699"/>
                </a:cubicBezTo>
                <a:lnTo>
                  <a:pt x="79763" y="28877"/>
                </a:lnTo>
                <a:cubicBezTo>
                  <a:pt x="82684" y="31457"/>
                  <a:pt x="86498" y="33013"/>
                  <a:pt x="90691" y="33013"/>
                </a:cubicBezTo>
                <a:cubicBezTo>
                  <a:pt x="99798" y="33013"/>
                  <a:pt x="107198" y="25614"/>
                  <a:pt x="107198" y="16507"/>
                </a:cubicBezTo>
                <a:cubicBezTo>
                  <a:pt x="107198" y="7399"/>
                  <a:pt x="99798" y="0"/>
                  <a:pt x="90691" y="0"/>
                </a:cubicBezTo>
                <a:cubicBezTo>
                  <a:pt x="81584" y="0"/>
                  <a:pt x="74185" y="7399"/>
                  <a:pt x="74185" y="16507"/>
                </a:cubicBezTo>
                <a:cubicBezTo>
                  <a:pt x="74185" y="18404"/>
                  <a:pt x="74507" y="20225"/>
                  <a:pt x="75095" y="21914"/>
                </a:cubicBezTo>
                <a:lnTo>
                  <a:pt x="28934" y="47205"/>
                </a:lnTo>
                <a:cubicBezTo>
                  <a:pt x="25898" y="43733"/>
                  <a:pt x="21458" y="41551"/>
                  <a:pt x="16507" y="41551"/>
                </a:cubicBezTo>
                <a:cubicBezTo>
                  <a:pt x="7399" y="41551"/>
                  <a:pt x="0" y="48950"/>
                  <a:pt x="0" y="58057"/>
                </a:cubicBezTo>
                <a:cubicBezTo>
                  <a:pt x="0" y="67164"/>
                  <a:pt x="7399" y="74564"/>
                  <a:pt x="16507" y="74564"/>
                </a:cubicBezTo>
                <a:cubicBezTo>
                  <a:pt x="20775" y="74564"/>
                  <a:pt x="24665" y="72932"/>
                  <a:pt x="27606" y="70276"/>
                </a:cubicBezTo>
                <a:lnTo>
                  <a:pt x="74203" y="95814"/>
                </a:lnTo>
                <a:cubicBezTo>
                  <a:pt x="74412" y="104750"/>
                  <a:pt x="81736" y="111941"/>
                  <a:pt x="90710" y="111941"/>
                </a:cubicBezTo>
                <a:cubicBezTo>
                  <a:pt x="99817" y="111941"/>
                  <a:pt x="107217" y="104541"/>
                  <a:pt x="107217" y="95434"/>
                </a:cubicBezTo>
                <a:cubicBezTo>
                  <a:pt x="107217" y="86327"/>
                  <a:pt x="99798" y="78928"/>
                  <a:pt x="90691" y="78928"/>
                </a:cubicBezTo>
                <a:close/>
                <a:moveTo>
                  <a:pt x="90691" y="8348"/>
                </a:moveTo>
                <a:cubicBezTo>
                  <a:pt x="95188" y="8348"/>
                  <a:pt x="98849" y="12010"/>
                  <a:pt x="98849" y="16507"/>
                </a:cubicBezTo>
                <a:cubicBezTo>
                  <a:pt x="98849" y="21003"/>
                  <a:pt x="95188" y="24665"/>
                  <a:pt x="90691" y="24665"/>
                </a:cubicBezTo>
                <a:cubicBezTo>
                  <a:pt x="86194" y="24665"/>
                  <a:pt x="82533" y="21003"/>
                  <a:pt x="82533" y="16507"/>
                </a:cubicBezTo>
                <a:cubicBezTo>
                  <a:pt x="82533" y="12010"/>
                  <a:pt x="86194" y="8348"/>
                  <a:pt x="90691" y="8348"/>
                </a:cubicBezTo>
                <a:close/>
                <a:moveTo>
                  <a:pt x="16507" y="66216"/>
                </a:moveTo>
                <a:cubicBezTo>
                  <a:pt x="12010" y="66216"/>
                  <a:pt x="8348" y="62554"/>
                  <a:pt x="8348" y="58057"/>
                </a:cubicBezTo>
                <a:cubicBezTo>
                  <a:pt x="8348" y="53561"/>
                  <a:pt x="12010" y="49899"/>
                  <a:pt x="16507" y="49899"/>
                </a:cubicBezTo>
                <a:cubicBezTo>
                  <a:pt x="21003" y="49899"/>
                  <a:pt x="24665" y="53561"/>
                  <a:pt x="24665" y="58057"/>
                </a:cubicBezTo>
                <a:cubicBezTo>
                  <a:pt x="24665" y="62554"/>
                  <a:pt x="21003" y="66216"/>
                  <a:pt x="16507" y="66216"/>
                </a:cubicBezTo>
                <a:close/>
                <a:moveTo>
                  <a:pt x="90691" y="103593"/>
                </a:moveTo>
                <a:cubicBezTo>
                  <a:pt x="86194" y="103593"/>
                  <a:pt x="82533" y="99931"/>
                  <a:pt x="82533" y="95434"/>
                </a:cubicBezTo>
                <a:cubicBezTo>
                  <a:pt x="82533" y="90938"/>
                  <a:pt x="86194" y="87276"/>
                  <a:pt x="90691" y="87276"/>
                </a:cubicBezTo>
                <a:cubicBezTo>
                  <a:pt x="95188" y="87276"/>
                  <a:pt x="98849" y="90938"/>
                  <a:pt x="98849" y="95434"/>
                </a:cubicBezTo>
                <a:cubicBezTo>
                  <a:pt x="98849" y="99931"/>
                  <a:pt x="95188" y="103593"/>
                  <a:pt x="90691" y="103593"/>
                </a:cubicBezTo>
                <a:close/>
              </a:path>
            </a:pathLst>
          </a:custGeom>
          <a:solidFill>
            <a:schemeClr val="tx1"/>
          </a:solidFill>
          <a:ln w="2540" cap="flat">
            <a:solidFill>
              <a:schemeClr val="tx1"/>
            </a:solidFill>
            <a:prstDash val="solid"/>
            <a:miter/>
          </a:ln>
        </p:spPr>
        <p:txBody>
          <a:bodyPr rtlCol="0" anchor="ctr"/>
          <a:lstStyle/>
          <a:p>
            <a:endParaRPr lang="zh-CN" altLang="en-US"/>
          </a:p>
        </p:txBody>
      </p:sp>
      <p:sp>
        <p:nvSpPr>
          <p:cNvPr id="27" name="图形 1217">
            <a:extLst>
              <a:ext uri="{FF2B5EF4-FFF2-40B4-BE49-F238E27FC236}">
                <a16:creationId xmlns:a16="http://schemas.microsoft.com/office/drawing/2014/main" id="{5A38E5F0-5174-0BB5-DF2B-820AAC00FCF3}"/>
              </a:ext>
            </a:extLst>
          </p:cNvPr>
          <p:cNvSpPr/>
          <p:nvPr/>
        </p:nvSpPr>
        <p:spPr>
          <a:xfrm>
            <a:off x="6759427" y="5110719"/>
            <a:ext cx="184751" cy="223940"/>
          </a:xfrm>
          <a:custGeom>
            <a:avLst/>
            <a:gdLst>
              <a:gd name="connsiteX0" fmla="*/ 92376 w 184751"/>
              <a:gd name="connsiteY0" fmla="*/ 0 h 223940"/>
              <a:gd name="connsiteX1" fmla="*/ 144915 w 184751"/>
              <a:gd name="connsiteY1" fmla="*/ 5859 h 223940"/>
              <a:gd name="connsiteX2" fmla="*/ 159765 w 184751"/>
              <a:gd name="connsiteY2" fmla="*/ 9932 h 223940"/>
              <a:gd name="connsiteX3" fmla="*/ 165078 w 184751"/>
              <a:gd name="connsiteY3" fmla="*/ 11799 h 223940"/>
              <a:gd name="connsiteX4" fmla="*/ 184751 w 184751"/>
              <a:gd name="connsiteY4" fmla="*/ 40228 h 223940"/>
              <a:gd name="connsiteX5" fmla="*/ 184751 w 184751"/>
              <a:gd name="connsiteY5" fmla="*/ 141273 h 223940"/>
              <a:gd name="connsiteX6" fmla="*/ 169310 w 184751"/>
              <a:gd name="connsiteY6" fmla="*/ 173056 h 223940"/>
              <a:gd name="connsiteX7" fmla="*/ 109574 w 184751"/>
              <a:gd name="connsiteY7" fmla="*/ 218407 h 223940"/>
              <a:gd name="connsiteX8" fmla="*/ 75177 w 184751"/>
              <a:gd name="connsiteY8" fmla="*/ 218407 h 223940"/>
              <a:gd name="connsiteX9" fmla="*/ 15441 w 184751"/>
              <a:gd name="connsiteY9" fmla="*/ 173056 h 223940"/>
              <a:gd name="connsiteX10" fmla="*/ 0 w 184751"/>
              <a:gd name="connsiteY10" fmla="*/ 141273 h 223940"/>
              <a:gd name="connsiteX11" fmla="*/ 0 w 184751"/>
              <a:gd name="connsiteY11" fmla="*/ 40228 h 223940"/>
              <a:gd name="connsiteX12" fmla="*/ 19724 w 184751"/>
              <a:gd name="connsiteY12" fmla="*/ 11779 h 223940"/>
              <a:gd name="connsiteX13" fmla="*/ 24986 w 184751"/>
              <a:gd name="connsiteY13" fmla="*/ 9932 h 223940"/>
              <a:gd name="connsiteX14" fmla="*/ 39836 w 184751"/>
              <a:gd name="connsiteY14" fmla="*/ 5859 h 223940"/>
              <a:gd name="connsiteX15" fmla="*/ 92376 w 184751"/>
              <a:gd name="connsiteY15" fmla="*/ 0 h 223940"/>
              <a:gd name="connsiteX16" fmla="*/ 92376 w 184751"/>
              <a:gd name="connsiteY16" fmla="*/ 16796 h 223940"/>
              <a:gd name="connsiteX17" fmla="*/ 43621 w 184751"/>
              <a:gd name="connsiteY17" fmla="*/ 22223 h 223940"/>
              <a:gd name="connsiteX18" fmla="*/ 30165 w 184751"/>
              <a:gd name="connsiteY18" fmla="*/ 25910 h 223940"/>
              <a:gd name="connsiteX19" fmla="*/ 26739 w 184751"/>
              <a:gd name="connsiteY19" fmla="*/ 27086 h 223940"/>
              <a:gd name="connsiteX20" fmla="*/ 25731 w 184751"/>
              <a:gd name="connsiteY20" fmla="*/ 27466 h 223940"/>
              <a:gd name="connsiteX21" fmla="*/ 25079 w 184751"/>
              <a:gd name="connsiteY21" fmla="*/ 27699 h 223940"/>
              <a:gd name="connsiteX22" fmla="*/ 16796 w 184751"/>
              <a:gd name="connsiteY22" fmla="*/ 40228 h 223940"/>
              <a:gd name="connsiteX23" fmla="*/ 16796 w 184751"/>
              <a:gd name="connsiteY23" fmla="*/ 141273 h 223940"/>
              <a:gd name="connsiteX24" fmla="*/ 25596 w 184751"/>
              <a:gd name="connsiteY24" fmla="*/ 159678 h 223940"/>
              <a:gd name="connsiteX25" fmla="*/ 85333 w 184751"/>
              <a:gd name="connsiteY25" fmla="*/ 205029 h 223940"/>
              <a:gd name="connsiteX26" fmla="*/ 99419 w 184751"/>
              <a:gd name="connsiteY26" fmla="*/ 205029 h 223940"/>
              <a:gd name="connsiteX27" fmla="*/ 159155 w 184751"/>
              <a:gd name="connsiteY27" fmla="*/ 159678 h 223940"/>
              <a:gd name="connsiteX28" fmla="*/ 167956 w 184751"/>
              <a:gd name="connsiteY28" fmla="*/ 141273 h 223940"/>
              <a:gd name="connsiteX29" fmla="*/ 167956 w 184751"/>
              <a:gd name="connsiteY29" fmla="*/ 40228 h 223940"/>
              <a:gd name="connsiteX30" fmla="*/ 159558 w 184751"/>
              <a:gd name="connsiteY30" fmla="*/ 27662 h 223940"/>
              <a:gd name="connsiteX31" fmla="*/ 159020 w 184751"/>
              <a:gd name="connsiteY31" fmla="*/ 27466 h 223940"/>
              <a:gd name="connsiteX32" fmla="*/ 158013 w 184751"/>
              <a:gd name="connsiteY32" fmla="*/ 27086 h 223940"/>
              <a:gd name="connsiteX33" fmla="*/ 154586 w 184751"/>
              <a:gd name="connsiteY33" fmla="*/ 25910 h 223940"/>
              <a:gd name="connsiteX34" fmla="*/ 141130 w 184751"/>
              <a:gd name="connsiteY34" fmla="*/ 22223 h 223940"/>
              <a:gd name="connsiteX35" fmla="*/ 92376 w 184751"/>
              <a:gd name="connsiteY35" fmla="*/ 16796 h 223940"/>
              <a:gd name="connsiteX36" fmla="*/ 128422 w 184751"/>
              <a:gd name="connsiteY36" fmla="*/ 66846 h 223940"/>
              <a:gd name="connsiteX37" fmla="*/ 140299 w 184751"/>
              <a:gd name="connsiteY37" fmla="*/ 66838 h 223940"/>
              <a:gd name="connsiteX38" fmla="*/ 140307 w 184751"/>
              <a:gd name="connsiteY38" fmla="*/ 78715 h 223940"/>
              <a:gd name="connsiteX39" fmla="*/ 84406 w 184751"/>
              <a:gd name="connsiteY39" fmla="*/ 134700 h 223940"/>
              <a:gd name="connsiteX40" fmla="*/ 72537 w 184751"/>
              <a:gd name="connsiteY40" fmla="*/ 134717 h 223940"/>
              <a:gd name="connsiteX41" fmla="*/ 44461 w 184751"/>
              <a:gd name="connsiteY41" fmla="*/ 106755 h 223940"/>
              <a:gd name="connsiteX42" fmla="*/ 44343 w 184751"/>
              <a:gd name="connsiteY42" fmla="*/ 94880 h 223940"/>
              <a:gd name="connsiteX43" fmla="*/ 56219 w 184751"/>
              <a:gd name="connsiteY43" fmla="*/ 94762 h 223940"/>
              <a:gd name="connsiteX44" fmla="*/ 56313 w 184751"/>
              <a:gd name="connsiteY44" fmla="*/ 94856 h 223940"/>
              <a:gd name="connsiteX45" fmla="*/ 78446 w 184751"/>
              <a:gd name="connsiteY45" fmla="*/ 116897 h 22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84751" h="223940">
                <a:moveTo>
                  <a:pt x="92376" y="0"/>
                </a:moveTo>
                <a:cubicBezTo>
                  <a:pt x="111411" y="0"/>
                  <a:pt x="129065" y="2195"/>
                  <a:pt x="144915" y="5859"/>
                </a:cubicBezTo>
                <a:cubicBezTo>
                  <a:pt x="150494" y="7147"/>
                  <a:pt x="155463" y="8538"/>
                  <a:pt x="159765" y="9932"/>
                </a:cubicBezTo>
                <a:cubicBezTo>
                  <a:pt x="162206" y="10724"/>
                  <a:pt x="163992" y="11368"/>
                  <a:pt x="165078" y="11799"/>
                </a:cubicBezTo>
                <a:cubicBezTo>
                  <a:pt x="176283" y="15634"/>
                  <a:pt x="184751" y="28021"/>
                  <a:pt x="184751" y="40228"/>
                </a:cubicBezTo>
                <a:lnTo>
                  <a:pt x="184751" y="141273"/>
                </a:lnTo>
                <a:cubicBezTo>
                  <a:pt x="184751" y="152663"/>
                  <a:pt x="178156" y="166340"/>
                  <a:pt x="169310" y="173056"/>
                </a:cubicBezTo>
                <a:lnTo>
                  <a:pt x="109574" y="218407"/>
                </a:lnTo>
                <a:cubicBezTo>
                  <a:pt x="99866" y="225777"/>
                  <a:pt x="84904" y="225794"/>
                  <a:pt x="75177" y="218407"/>
                </a:cubicBezTo>
                <a:lnTo>
                  <a:pt x="15441" y="173056"/>
                </a:lnTo>
                <a:cubicBezTo>
                  <a:pt x="6634" y="166368"/>
                  <a:pt x="0" y="152624"/>
                  <a:pt x="0" y="141273"/>
                </a:cubicBezTo>
                <a:lnTo>
                  <a:pt x="0" y="40228"/>
                </a:lnTo>
                <a:cubicBezTo>
                  <a:pt x="0" y="27939"/>
                  <a:pt x="8443" y="15502"/>
                  <a:pt x="19724" y="11779"/>
                </a:cubicBezTo>
                <a:cubicBezTo>
                  <a:pt x="20815" y="11348"/>
                  <a:pt x="22584" y="10710"/>
                  <a:pt x="24986" y="9932"/>
                </a:cubicBezTo>
                <a:cubicBezTo>
                  <a:pt x="29876" y="8362"/>
                  <a:pt x="34830" y="7004"/>
                  <a:pt x="39836" y="5859"/>
                </a:cubicBezTo>
                <a:cubicBezTo>
                  <a:pt x="55686" y="2192"/>
                  <a:pt x="73341" y="0"/>
                  <a:pt x="92376" y="0"/>
                </a:cubicBezTo>
                <a:close/>
                <a:moveTo>
                  <a:pt x="92376" y="16796"/>
                </a:moveTo>
                <a:cubicBezTo>
                  <a:pt x="74673" y="16796"/>
                  <a:pt x="58278" y="18833"/>
                  <a:pt x="43621" y="22223"/>
                </a:cubicBezTo>
                <a:cubicBezTo>
                  <a:pt x="38523" y="23399"/>
                  <a:pt x="34019" y="24659"/>
                  <a:pt x="30165" y="25910"/>
                </a:cubicBezTo>
                <a:cubicBezTo>
                  <a:pt x="28838" y="26338"/>
                  <a:pt x="27693" y="26736"/>
                  <a:pt x="26739" y="27086"/>
                </a:cubicBezTo>
                <a:cubicBezTo>
                  <a:pt x="26198" y="27282"/>
                  <a:pt x="25860" y="27413"/>
                  <a:pt x="25731" y="27466"/>
                </a:cubicBezTo>
                <a:cubicBezTo>
                  <a:pt x="25517" y="27553"/>
                  <a:pt x="25299" y="27630"/>
                  <a:pt x="25079" y="27699"/>
                </a:cubicBezTo>
                <a:cubicBezTo>
                  <a:pt x="20860" y="29020"/>
                  <a:pt x="16796" y="34949"/>
                  <a:pt x="16796" y="40228"/>
                </a:cubicBezTo>
                <a:lnTo>
                  <a:pt x="16796" y="141273"/>
                </a:lnTo>
                <a:cubicBezTo>
                  <a:pt x="16796" y="147440"/>
                  <a:pt x="21028" y="156210"/>
                  <a:pt x="25596" y="159678"/>
                </a:cubicBezTo>
                <a:lnTo>
                  <a:pt x="85333" y="205029"/>
                </a:lnTo>
                <a:cubicBezTo>
                  <a:pt x="89053" y="207856"/>
                  <a:pt x="95707" y="207848"/>
                  <a:pt x="99419" y="205029"/>
                </a:cubicBezTo>
                <a:lnTo>
                  <a:pt x="159155" y="159678"/>
                </a:lnTo>
                <a:cubicBezTo>
                  <a:pt x="163757" y="156182"/>
                  <a:pt x="167956" y="147479"/>
                  <a:pt x="167956" y="141273"/>
                </a:cubicBezTo>
                <a:lnTo>
                  <a:pt x="167956" y="40228"/>
                </a:lnTo>
                <a:cubicBezTo>
                  <a:pt x="167956" y="35022"/>
                  <a:pt x="163855" y="29073"/>
                  <a:pt x="159558" y="27662"/>
                </a:cubicBezTo>
                <a:lnTo>
                  <a:pt x="159020" y="27466"/>
                </a:lnTo>
                <a:cubicBezTo>
                  <a:pt x="158686" y="27335"/>
                  <a:pt x="158350" y="27208"/>
                  <a:pt x="158013" y="27086"/>
                </a:cubicBezTo>
                <a:cubicBezTo>
                  <a:pt x="157058" y="26736"/>
                  <a:pt x="155913" y="26338"/>
                  <a:pt x="154586" y="25910"/>
                </a:cubicBezTo>
                <a:cubicBezTo>
                  <a:pt x="150156" y="24489"/>
                  <a:pt x="145666" y="23259"/>
                  <a:pt x="141130" y="22223"/>
                </a:cubicBezTo>
                <a:cubicBezTo>
                  <a:pt x="126473" y="18833"/>
                  <a:pt x="110078" y="16796"/>
                  <a:pt x="92376" y="16796"/>
                </a:cubicBezTo>
                <a:close/>
                <a:moveTo>
                  <a:pt x="128422" y="66846"/>
                </a:moveTo>
                <a:cubicBezTo>
                  <a:pt x="131699" y="63564"/>
                  <a:pt x="137017" y="63560"/>
                  <a:pt x="140299" y="66838"/>
                </a:cubicBezTo>
                <a:cubicBezTo>
                  <a:pt x="143581" y="70115"/>
                  <a:pt x="143585" y="75433"/>
                  <a:pt x="140307" y="78715"/>
                </a:cubicBezTo>
                <a:lnTo>
                  <a:pt x="84406" y="134700"/>
                </a:lnTo>
                <a:cubicBezTo>
                  <a:pt x="81132" y="137980"/>
                  <a:pt x="75821" y="137987"/>
                  <a:pt x="72537" y="134717"/>
                </a:cubicBezTo>
                <a:lnTo>
                  <a:pt x="44461" y="106755"/>
                </a:lnTo>
                <a:cubicBezTo>
                  <a:pt x="41149" y="103508"/>
                  <a:pt x="41096" y="98192"/>
                  <a:pt x="44343" y="94880"/>
                </a:cubicBezTo>
                <a:cubicBezTo>
                  <a:pt x="47590" y="91568"/>
                  <a:pt x="52907" y="91515"/>
                  <a:pt x="56219" y="94762"/>
                </a:cubicBezTo>
                <a:cubicBezTo>
                  <a:pt x="56250" y="94793"/>
                  <a:pt x="56282" y="94824"/>
                  <a:pt x="56313" y="94856"/>
                </a:cubicBezTo>
                <a:lnTo>
                  <a:pt x="78446" y="116897"/>
                </a:lnTo>
                <a:close/>
              </a:path>
            </a:pathLst>
          </a:custGeom>
          <a:solidFill>
            <a:schemeClr val="tx1"/>
          </a:solidFill>
          <a:ln w="260" cap="flat">
            <a:noFill/>
            <a:prstDash val="solid"/>
            <a:miter/>
          </a:ln>
        </p:spPr>
        <p:txBody>
          <a:bodyPr rtlCol="0" anchor="ctr"/>
          <a:lstStyle/>
          <a:p>
            <a:endParaRPr lang="zh-CN" altLang="en-US"/>
          </a:p>
        </p:txBody>
      </p:sp>
    </p:spTree>
    <p:extLst>
      <p:ext uri="{BB962C8B-B14F-4D97-AF65-F5344CB8AC3E}">
        <p14:creationId xmlns:p14="http://schemas.microsoft.com/office/powerpoint/2010/main" val="30517921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共融共生，共创优质新商业场景实践</a:t>
            </a:r>
            <a:endParaRPr lang="en-US" altLang="zh-CN" dirty="0"/>
          </a:p>
        </p:txBody>
      </p:sp>
      <p:sp>
        <p:nvSpPr>
          <p:cNvPr id="13" name="圆: 空心 12">
            <a:extLst>
              <a:ext uri="{FF2B5EF4-FFF2-40B4-BE49-F238E27FC236}">
                <a16:creationId xmlns:a16="http://schemas.microsoft.com/office/drawing/2014/main" id="{83E8429E-5095-E394-EBB3-EEC41002809F}"/>
              </a:ext>
            </a:extLst>
          </p:cNvPr>
          <p:cNvSpPr/>
          <p:nvPr/>
        </p:nvSpPr>
        <p:spPr>
          <a:xfrm>
            <a:off x="3672388" y="2924115"/>
            <a:ext cx="4847223" cy="4847223"/>
          </a:xfrm>
          <a:prstGeom prst="donut">
            <a:avLst>
              <a:gd name="adj" fmla="val 14528"/>
            </a:avLst>
          </a:prstGeom>
          <a:gradFill>
            <a:gsLst>
              <a:gs pos="0">
                <a:schemeClr val="accent1">
                  <a:alpha val="96000"/>
                </a:schemeClr>
              </a:gs>
              <a:gs pos="60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8" name="椭圆 27">
            <a:extLst>
              <a:ext uri="{FF2B5EF4-FFF2-40B4-BE49-F238E27FC236}">
                <a16:creationId xmlns:a16="http://schemas.microsoft.com/office/drawing/2014/main" id="{C8AA5911-C37D-D61E-82D3-D30F81F49AD8}"/>
              </a:ext>
            </a:extLst>
          </p:cNvPr>
          <p:cNvSpPr/>
          <p:nvPr/>
        </p:nvSpPr>
        <p:spPr>
          <a:xfrm>
            <a:off x="3424766" y="2702836"/>
            <a:ext cx="5342468" cy="5342466"/>
          </a:xfrm>
          <a:prstGeom prst="ellipse">
            <a:avLst/>
          </a:prstGeom>
          <a:noFill/>
          <a:ln>
            <a:gradFill>
              <a:gsLst>
                <a:gs pos="0">
                  <a:schemeClr val="accent1">
                    <a:alpha val="55000"/>
                  </a:schemeClr>
                </a:gs>
                <a:gs pos="41000">
                  <a:schemeClr val="accent1">
                    <a:alpha val="0"/>
                  </a:schemeClr>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B5502C32-268C-C127-0B3E-7FC6C0A8014F}"/>
              </a:ext>
            </a:extLst>
          </p:cNvPr>
          <p:cNvSpPr/>
          <p:nvPr/>
        </p:nvSpPr>
        <p:spPr>
          <a:xfrm>
            <a:off x="2015067" y="1882992"/>
            <a:ext cx="8161866" cy="8287560"/>
          </a:xfrm>
          <a:prstGeom prst="ellipse">
            <a:avLst/>
          </a:prstGeom>
          <a:noFill/>
          <a:ln>
            <a:gradFill>
              <a:gsLst>
                <a:gs pos="0">
                  <a:schemeClr val="accent1"/>
                </a:gs>
                <a:gs pos="41000">
                  <a:schemeClr val="accent1">
                    <a:alpha val="0"/>
                  </a:schemeClr>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任意多边形: 形状 121">
            <a:extLst>
              <a:ext uri="{FF2B5EF4-FFF2-40B4-BE49-F238E27FC236}">
                <a16:creationId xmlns:a16="http://schemas.microsoft.com/office/drawing/2014/main" id="{3A6DEF02-B081-D078-B7A2-3B6A210D425B}"/>
              </a:ext>
            </a:extLst>
          </p:cNvPr>
          <p:cNvSpPr>
            <a:spLocks/>
          </p:cNvSpPr>
          <p:nvPr/>
        </p:nvSpPr>
        <p:spPr>
          <a:xfrm>
            <a:off x="2481130" y="4987829"/>
            <a:ext cx="7229741" cy="1308363"/>
          </a:xfrm>
          <a:custGeom>
            <a:avLst/>
            <a:gdLst>
              <a:gd name="connsiteX0" fmla="*/ 3236912 w 6473826"/>
              <a:gd name="connsiteY0" fmla="*/ 138920 h 1171566"/>
              <a:gd name="connsiteX1" fmla="*/ 606424 w 6473826"/>
              <a:gd name="connsiteY1" fmla="*/ 535795 h 1171566"/>
              <a:gd name="connsiteX2" fmla="*/ 3236912 w 6473826"/>
              <a:gd name="connsiteY2" fmla="*/ 932670 h 1171566"/>
              <a:gd name="connsiteX3" fmla="*/ 5867400 w 6473826"/>
              <a:gd name="connsiteY3" fmla="*/ 535795 h 1171566"/>
              <a:gd name="connsiteX4" fmla="*/ 3236912 w 6473826"/>
              <a:gd name="connsiteY4" fmla="*/ 138920 h 1171566"/>
              <a:gd name="connsiteX5" fmla="*/ 3236913 w 6473826"/>
              <a:gd name="connsiteY5" fmla="*/ 0 h 1171566"/>
              <a:gd name="connsiteX6" fmla="*/ 6473826 w 6473826"/>
              <a:gd name="connsiteY6" fmla="*/ 585783 h 1171566"/>
              <a:gd name="connsiteX7" fmla="*/ 3236913 w 6473826"/>
              <a:gd name="connsiteY7" fmla="*/ 1171566 h 1171566"/>
              <a:gd name="connsiteX8" fmla="*/ 0 w 6473826"/>
              <a:gd name="connsiteY8" fmla="*/ 585783 h 1171566"/>
              <a:gd name="connsiteX9" fmla="*/ 3236913 w 6473826"/>
              <a:gd name="connsiteY9" fmla="*/ 0 h 1171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73826" h="1171566">
                <a:moveTo>
                  <a:pt x="3236912" y="138920"/>
                </a:moveTo>
                <a:cubicBezTo>
                  <a:pt x="1784134" y="138920"/>
                  <a:pt x="606424" y="316607"/>
                  <a:pt x="606424" y="535795"/>
                </a:cubicBezTo>
                <a:cubicBezTo>
                  <a:pt x="606424" y="754983"/>
                  <a:pt x="1784134" y="932670"/>
                  <a:pt x="3236912" y="932670"/>
                </a:cubicBezTo>
                <a:cubicBezTo>
                  <a:pt x="4689690" y="932670"/>
                  <a:pt x="5867400" y="754983"/>
                  <a:pt x="5867400" y="535795"/>
                </a:cubicBezTo>
                <a:cubicBezTo>
                  <a:pt x="5867400" y="316607"/>
                  <a:pt x="4689690" y="138920"/>
                  <a:pt x="3236912" y="138920"/>
                </a:cubicBezTo>
                <a:close/>
                <a:moveTo>
                  <a:pt x="3236913" y="0"/>
                </a:moveTo>
                <a:cubicBezTo>
                  <a:pt x="5024611" y="0"/>
                  <a:pt x="6473826" y="262264"/>
                  <a:pt x="6473826" y="585783"/>
                </a:cubicBezTo>
                <a:cubicBezTo>
                  <a:pt x="6473826" y="909302"/>
                  <a:pt x="5024611" y="1171566"/>
                  <a:pt x="3236913" y="1171566"/>
                </a:cubicBezTo>
                <a:cubicBezTo>
                  <a:pt x="1449215" y="1171566"/>
                  <a:pt x="0" y="909302"/>
                  <a:pt x="0" y="585783"/>
                </a:cubicBezTo>
                <a:cubicBezTo>
                  <a:pt x="0" y="262264"/>
                  <a:pt x="1449215" y="0"/>
                  <a:pt x="3236913" y="0"/>
                </a:cubicBezTo>
                <a:close/>
              </a:path>
            </a:pathLst>
          </a:custGeom>
          <a:gradFill flip="none" rotWithShape="1">
            <a:gsLst>
              <a:gs pos="21000">
                <a:schemeClr val="accent1">
                  <a:alpha val="0"/>
                </a:schemeClr>
              </a:gs>
              <a:gs pos="5172">
                <a:schemeClr val="accent1">
                  <a:alpha val="0"/>
                </a:schemeClr>
              </a:gs>
              <a:gs pos="100000">
                <a:schemeClr val="accent1">
                  <a:alpha val="47000"/>
                </a:schemeClr>
              </a:gs>
            </a:gsLst>
            <a:lin ang="5400000" scaled="0"/>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4" name="圆: 空心 13">
            <a:extLst>
              <a:ext uri="{FF2B5EF4-FFF2-40B4-BE49-F238E27FC236}">
                <a16:creationId xmlns:a16="http://schemas.microsoft.com/office/drawing/2014/main" id="{A99501FB-B09C-1011-0FBE-52CB0E7A1357}"/>
              </a:ext>
            </a:extLst>
          </p:cNvPr>
          <p:cNvSpPr/>
          <p:nvPr/>
        </p:nvSpPr>
        <p:spPr>
          <a:xfrm>
            <a:off x="4583156" y="4073343"/>
            <a:ext cx="3025688" cy="3025685"/>
          </a:xfrm>
          <a:prstGeom prst="donut">
            <a:avLst>
              <a:gd name="adj" fmla="val 16741"/>
            </a:avLst>
          </a:prstGeom>
          <a:gradFill>
            <a:gsLst>
              <a:gs pos="0">
                <a:schemeClr val="accent1">
                  <a:alpha val="52000"/>
                </a:schemeClr>
              </a:gs>
              <a:gs pos="60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椭圆 30">
            <a:extLst>
              <a:ext uri="{FF2B5EF4-FFF2-40B4-BE49-F238E27FC236}">
                <a16:creationId xmlns:a16="http://schemas.microsoft.com/office/drawing/2014/main" id="{9B01AA8F-8EAA-BB43-F905-40CF9381ADBB}"/>
              </a:ext>
            </a:extLst>
          </p:cNvPr>
          <p:cNvSpPr/>
          <p:nvPr/>
        </p:nvSpPr>
        <p:spPr>
          <a:xfrm>
            <a:off x="2533681" y="1543837"/>
            <a:ext cx="7132823" cy="1056657"/>
          </a:xfrm>
          <a:prstGeom prst="ellipse">
            <a:avLst/>
          </a:prstGeom>
          <a:noFill/>
          <a:ln>
            <a:gradFill>
              <a:gsLst>
                <a:gs pos="0">
                  <a:schemeClr val="accent2"/>
                </a:gs>
                <a:gs pos="30000">
                  <a:schemeClr val="accent2">
                    <a:alpha val="0"/>
                  </a:schemeClr>
                </a:gs>
                <a:gs pos="70000">
                  <a:schemeClr val="accent2">
                    <a:alpha val="0"/>
                  </a:schemeClr>
                </a:gs>
                <a:gs pos="100000">
                  <a:schemeClr val="accent2"/>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a:extLst>
              <a:ext uri="{FF2B5EF4-FFF2-40B4-BE49-F238E27FC236}">
                <a16:creationId xmlns:a16="http://schemas.microsoft.com/office/drawing/2014/main" id="{CC8377E9-AFFA-6BBC-FD58-F536231CEB8F}"/>
              </a:ext>
            </a:extLst>
          </p:cNvPr>
          <p:cNvSpPr/>
          <p:nvPr/>
        </p:nvSpPr>
        <p:spPr>
          <a:xfrm>
            <a:off x="5545666" y="2054879"/>
            <a:ext cx="1100668" cy="356110"/>
          </a:xfrm>
          <a:prstGeom prst="roundRect">
            <a:avLst>
              <a:gd name="adj" fmla="val 5000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dirty="0">
                <a:solidFill>
                  <a:schemeClr val="bg1"/>
                </a:solidFill>
              </a:rPr>
              <a:t>微盟商业地产</a:t>
            </a:r>
          </a:p>
        </p:txBody>
      </p:sp>
      <p:sp>
        <p:nvSpPr>
          <p:cNvPr id="35" name="矩形: 圆角 34">
            <a:extLst>
              <a:ext uri="{FF2B5EF4-FFF2-40B4-BE49-F238E27FC236}">
                <a16:creationId xmlns:a16="http://schemas.microsoft.com/office/drawing/2014/main" id="{C6E33F39-4565-501E-B2F0-EC505E6B6186}"/>
              </a:ext>
            </a:extLst>
          </p:cNvPr>
          <p:cNvSpPr/>
          <p:nvPr/>
        </p:nvSpPr>
        <p:spPr>
          <a:xfrm>
            <a:off x="7470485" y="2562314"/>
            <a:ext cx="790764" cy="356110"/>
          </a:xfrm>
          <a:prstGeom prst="roundRect">
            <a:avLst>
              <a:gd name="adj" fmla="val 5000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dirty="0">
                <a:solidFill>
                  <a:schemeClr val="bg1"/>
                </a:solidFill>
              </a:rPr>
              <a:t>微盟出海</a:t>
            </a:r>
          </a:p>
        </p:txBody>
      </p:sp>
      <p:sp>
        <p:nvSpPr>
          <p:cNvPr id="42" name="矩形: 圆角 41">
            <a:extLst>
              <a:ext uri="{FF2B5EF4-FFF2-40B4-BE49-F238E27FC236}">
                <a16:creationId xmlns:a16="http://schemas.microsoft.com/office/drawing/2014/main" id="{648B9DD1-4A66-836F-AFD3-264F3C062593}"/>
              </a:ext>
            </a:extLst>
          </p:cNvPr>
          <p:cNvSpPr/>
          <p:nvPr/>
        </p:nvSpPr>
        <p:spPr>
          <a:xfrm>
            <a:off x="4070642" y="2562314"/>
            <a:ext cx="790764" cy="356110"/>
          </a:xfrm>
          <a:prstGeom prst="roundRect">
            <a:avLst>
              <a:gd name="adj" fmla="val 5000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dirty="0">
                <a:solidFill>
                  <a:schemeClr val="bg1"/>
                </a:solidFill>
              </a:rPr>
              <a:t>微盟商超</a:t>
            </a:r>
          </a:p>
        </p:txBody>
      </p:sp>
      <p:sp>
        <p:nvSpPr>
          <p:cNvPr id="43" name="矩形: 圆角 42">
            <a:extLst>
              <a:ext uri="{FF2B5EF4-FFF2-40B4-BE49-F238E27FC236}">
                <a16:creationId xmlns:a16="http://schemas.microsoft.com/office/drawing/2014/main" id="{0975B3E3-C653-9798-CA0F-A3DFC4B31F18}"/>
              </a:ext>
            </a:extLst>
          </p:cNvPr>
          <p:cNvSpPr/>
          <p:nvPr/>
        </p:nvSpPr>
        <p:spPr>
          <a:xfrm>
            <a:off x="3113460" y="3311851"/>
            <a:ext cx="790764" cy="356110"/>
          </a:xfrm>
          <a:prstGeom prst="roundRect">
            <a:avLst>
              <a:gd name="adj" fmla="val 5000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dirty="0">
                <a:solidFill>
                  <a:schemeClr val="bg1"/>
                </a:solidFill>
              </a:rPr>
              <a:t>微盟生鲜</a:t>
            </a:r>
          </a:p>
        </p:txBody>
      </p:sp>
      <p:sp>
        <p:nvSpPr>
          <p:cNvPr id="44" name="矩形: 圆角 43">
            <a:extLst>
              <a:ext uri="{FF2B5EF4-FFF2-40B4-BE49-F238E27FC236}">
                <a16:creationId xmlns:a16="http://schemas.microsoft.com/office/drawing/2014/main" id="{4F961C8C-F4DB-9652-A657-9DA62B76715C}"/>
              </a:ext>
            </a:extLst>
          </p:cNvPr>
          <p:cNvSpPr/>
          <p:nvPr/>
        </p:nvSpPr>
        <p:spPr>
          <a:xfrm>
            <a:off x="2557566" y="4217802"/>
            <a:ext cx="790764" cy="356110"/>
          </a:xfrm>
          <a:prstGeom prst="roundRect">
            <a:avLst>
              <a:gd name="adj" fmla="val 5000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dirty="0">
                <a:solidFill>
                  <a:schemeClr val="bg1"/>
                </a:solidFill>
              </a:rPr>
              <a:t>微盟零售</a:t>
            </a:r>
          </a:p>
        </p:txBody>
      </p:sp>
      <p:sp>
        <p:nvSpPr>
          <p:cNvPr id="46" name="矩形: 圆角 45">
            <a:extLst>
              <a:ext uri="{FF2B5EF4-FFF2-40B4-BE49-F238E27FC236}">
                <a16:creationId xmlns:a16="http://schemas.microsoft.com/office/drawing/2014/main" id="{047C6318-FD8A-474B-FCAB-53824427184F}"/>
              </a:ext>
            </a:extLst>
          </p:cNvPr>
          <p:cNvSpPr/>
          <p:nvPr/>
        </p:nvSpPr>
        <p:spPr>
          <a:xfrm>
            <a:off x="8264635" y="3311851"/>
            <a:ext cx="790764" cy="356110"/>
          </a:xfrm>
          <a:prstGeom prst="roundRect">
            <a:avLst>
              <a:gd name="adj" fmla="val 5000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dirty="0">
                <a:solidFill>
                  <a:schemeClr val="bg1"/>
                </a:solidFill>
              </a:rPr>
              <a:t>微盟美业</a:t>
            </a:r>
          </a:p>
        </p:txBody>
      </p:sp>
      <p:sp>
        <p:nvSpPr>
          <p:cNvPr id="47" name="矩形: 圆角 46">
            <a:extLst>
              <a:ext uri="{FF2B5EF4-FFF2-40B4-BE49-F238E27FC236}">
                <a16:creationId xmlns:a16="http://schemas.microsoft.com/office/drawing/2014/main" id="{15C2561B-8B60-ED7E-6CB5-8D9190CD1397}"/>
              </a:ext>
            </a:extLst>
          </p:cNvPr>
          <p:cNvSpPr/>
          <p:nvPr/>
        </p:nvSpPr>
        <p:spPr>
          <a:xfrm>
            <a:off x="8810094" y="4217802"/>
            <a:ext cx="790764" cy="356110"/>
          </a:xfrm>
          <a:prstGeom prst="roundRect">
            <a:avLst>
              <a:gd name="adj" fmla="val 50000"/>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dirty="0">
                <a:solidFill>
                  <a:schemeClr val="bg1"/>
                </a:solidFill>
              </a:rPr>
              <a:t>微盟酒店</a:t>
            </a:r>
          </a:p>
        </p:txBody>
      </p:sp>
      <p:sp>
        <p:nvSpPr>
          <p:cNvPr id="50" name="椭圆 49">
            <a:extLst>
              <a:ext uri="{FF2B5EF4-FFF2-40B4-BE49-F238E27FC236}">
                <a16:creationId xmlns:a16="http://schemas.microsoft.com/office/drawing/2014/main" id="{17293A5E-13AC-DE62-1ECE-6FBBAD7F140B}"/>
              </a:ext>
            </a:extLst>
          </p:cNvPr>
          <p:cNvSpPr>
            <a:spLocks/>
          </p:cNvSpPr>
          <p:nvPr/>
        </p:nvSpPr>
        <p:spPr>
          <a:xfrm>
            <a:off x="4999057" y="3183454"/>
            <a:ext cx="525146" cy="52514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0" dirty="0">
                <a:solidFill>
                  <a:schemeClr val="bg1"/>
                </a:solidFill>
              </a:rPr>
              <a:t>商品订单</a:t>
            </a:r>
          </a:p>
        </p:txBody>
      </p:sp>
      <p:sp>
        <p:nvSpPr>
          <p:cNvPr id="51" name="椭圆 50">
            <a:extLst>
              <a:ext uri="{FF2B5EF4-FFF2-40B4-BE49-F238E27FC236}">
                <a16:creationId xmlns:a16="http://schemas.microsoft.com/office/drawing/2014/main" id="{3408E689-E839-795D-9BCD-D1F451C6F2DD}"/>
              </a:ext>
            </a:extLst>
          </p:cNvPr>
          <p:cNvSpPr>
            <a:spLocks/>
          </p:cNvSpPr>
          <p:nvPr/>
        </p:nvSpPr>
        <p:spPr>
          <a:xfrm>
            <a:off x="4176793" y="3818494"/>
            <a:ext cx="525146" cy="52514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0" dirty="0">
                <a:solidFill>
                  <a:schemeClr val="bg1"/>
                </a:solidFill>
              </a:rPr>
              <a:t>市场营销</a:t>
            </a:r>
          </a:p>
        </p:txBody>
      </p:sp>
      <p:sp>
        <p:nvSpPr>
          <p:cNvPr id="52" name="椭圆 51">
            <a:extLst>
              <a:ext uri="{FF2B5EF4-FFF2-40B4-BE49-F238E27FC236}">
                <a16:creationId xmlns:a16="http://schemas.microsoft.com/office/drawing/2014/main" id="{D7754C65-B4AC-7AFC-6864-E70E6B9F462F}"/>
              </a:ext>
            </a:extLst>
          </p:cNvPr>
          <p:cNvSpPr/>
          <p:nvPr/>
        </p:nvSpPr>
        <p:spPr>
          <a:xfrm>
            <a:off x="3787309" y="4698585"/>
            <a:ext cx="525146" cy="52514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0" dirty="0">
                <a:solidFill>
                  <a:schemeClr val="bg1"/>
                </a:solidFill>
              </a:rPr>
              <a:t>店铺管理</a:t>
            </a:r>
          </a:p>
        </p:txBody>
      </p:sp>
      <p:sp>
        <p:nvSpPr>
          <p:cNvPr id="53" name="椭圆 52">
            <a:extLst>
              <a:ext uri="{FF2B5EF4-FFF2-40B4-BE49-F238E27FC236}">
                <a16:creationId xmlns:a16="http://schemas.microsoft.com/office/drawing/2014/main" id="{28B8CDAF-AB12-B3A5-36E2-516B18C54DC7}"/>
              </a:ext>
            </a:extLst>
          </p:cNvPr>
          <p:cNvSpPr/>
          <p:nvPr/>
        </p:nvSpPr>
        <p:spPr>
          <a:xfrm>
            <a:off x="6643577" y="3183454"/>
            <a:ext cx="525146" cy="52514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0" dirty="0">
                <a:solidFill>
                  <a:schemeClr val="bg1"/>
                </a:solidFill>
              </a:rPr>
              <a:t>定制开发</a:t>
            </a:r>
          </a:p>
        </p:txBody>
      </p:sp>
      <p:sp>
        <p:nvSpPr>
          <p:cNvPr id="54" name="椭圆 53">
            <a:extLst>
              <a:ext uri="{FF2B5EF4-FFF2-40B4-BE49-F238E27FC236}">
                <a16:creationId xmlns:a16="http://schemas.microsoft.com/office/drawing/2014/main" id="{0D790278-8893-F294-8A44-2B075C6E7E3C}"/>
              </a:ext>
            </a:extLst>
          </p:cNvPr>
          <p:cNvSpPr/>
          <p:nvPr/>
        </p:nvSpPr>
        <p:spPr>
          <a:xfrm>
            <a:off x="7461164" y="3818494"/>
            <a:ext cx="525146" cy="52514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0" dirty="0">
                <a:solidFill>
                  <a:schemeClr val="bg1"/>
                </a:solidFill>
              </a:rPr>
              <a:t>硬件设备</a:t>
            </a:r>
          </a:p>
        </p:txBody>
      </p:sp>
      <p:sp>
        <p:nvSpPr>
          <p:cNvPr id="60" name="椭圆 59">
            <a:extLst>
              <a:ext uri="{FF2B5EF4-FFF2-40B4-BE49-F238E27FC236}">
                <a16:creationId xmlns:a16="http://schemas.microsoft.com/office/drawing/2014/main" id="{A5F05C33-7CF9-E71B-48DD-72E496573715}"/>
              </a:ext>
            </a:extLst>
          </p:cNvPr>
          <p:cNvSpPr/>
          <p:nvPr/>
        </p:nvSpPr>
        <p:spPr>
          <a:xfrm>
            <a:off x="7883024" y="4698585"/>
            <a:ext cx="525146" cy="525146"/>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50" dirty="0">
                <a:solidFill>
                  <a:schemeClr val="bg1"/>
                </a:solidFill>
              </a:rPr>
              <a:t>模板市场</a:t>
            </a:r>
          </a:p>
        </p:txBody>
      </p:sp>
      <p:sp>
        <p:nvSpPr>
          <p:cNvPr id="71" name="文本框 70">
            <a:extLst>
              <a:ext uri="{FF2B5EF4-FFF2-40B4-BE49-F238E27FC236}">
                <a16:creationId xmlns:a16="http://schemas.microsoft.com/office/drawing/2014/main" id="{47341178-A400-F410-F67B-00AA38069250}"/>
              </a:ext>
            </a:extLst>
          </p:cNvPr>
          <p:cNvSpPr txBox="1"/>
          <p:nvPr/>
        </p:nvSpPr>
        <p:spPr>
          <a:xfrm>
            <a:off x="4544824" y="1416210"/>
            <a:ext cx="3110536" cy="318495"/>
          </a:xfrm>
          <a:prstGeom prst="rect">
            <a:avLst/>
          </a:prstGeom>
          <a:noFill/>
        </p:spPr>
        <p:txBody>
          <a:bodyPr wrap="square" lIns="0" tIns="0" rIns="0" bIns="0">
            <a:spAutoFit/>
          </a:bodyPr>
          <a:lstStyle/>
          <a:p>
            <a:pPr algn="ctr"/>
            <a:r>
              <a:rPr lang="zh-CN" altLang="en-US" sz="2000" b="1" dirty="0">
                <a:solidFill>
                  <a:schemeClr val="accent2"/>
                </a:solidFill>
                <a:latin typeface="+mj-ea"/>
                <a:ea typeface="+mj-ea"/>
              </a:rPr>
              <a:t>可持续发展商业模式</a:t>
            </a:r>
            <a:endParaRPr lang="en-US" altLang="zh-CN" sz="2000" b="1" dirty="0">
              <a:solidFill>
                <a:schemeClr val="accent2"/>
              </a:solidFill>
              <a:latin typeface="+mj-ea"/>
              <a:ea typeface="+mj-ea"/>
            </a:endParaRPr>
          </a:p>
        </p:txBody>
      </p:sp>
      <p:sp>
        <p:nvSpPr>
          <p:cNvPr id="72" name="文本框 71">
            <a:extLst>
              <a:ext uri="{FF2B5EF4-FFF2-40B4-BE49-F238E27FC236}">
                <a16:creationId xmlns:a16="http://schemas.microsoft.com/office/drawing/2014/main" id="{70C6FE90-A744-41CE-8A9C-7FED75374AAF}"/>
              </a:ext>
            </a:extLst>
          </p:cNvPr>
          <p:cNvSpPr txBox="1"/>
          <p:nvPr/>
        </p:nvSpPr>
        <p:spPr>
          <a:xfrm>
            <a:off x="5585962" y="3141344"/>
            <a:ext cx="1028261" cy="286645"/>
          </a:xfrm>
          <a:prstGeom prst="rect">
            <a:avLst/>
          </a:prstGeom>
          <a:noFill/>
        </p:spPr>
        <p:txBody>
          <a:bodyPr wrap="square" lIns="0" tIns="0" rIns="0" bIns="0">
            <a:spAutoFit/>
          </a:bodyPr>
          <a:lstStyle/>
          <a:p>
            <a:pPr algn="ctr"/>
            <a:r>
              <a:rPr lang="zh-CN" altLang="en-US" b="1" dirty="0">
                <a:latin typeface="+mj-ea"/>
                <a:ea typeface="+mj-ea"/>
              </a:rPr>
              <a:t>云市场</a:t>
            </a:r>
            <a:endParaRPr lang="en-US" altLang="zh-CN" b="1" dirty="0">
              <a:latin typeface="+mj-ea"/>
              <a:ea typeface="+mj-ea"/>
            </a:endParaRPr>
          </a:p>
        </p:txBody>
      </p:sp>
      <p:sp>
        <p:nvSpPr>
          <p:cNvPr id="73" name="文本框 72">
            <a:extLst>
              <a:ext uri="{FF2B5EF4-FFF2-40B4-BE49-F238E27FC236}">
                <a16:creationId xmlns:a16="http://schemas.microsoft.com/office/drawing/2014/main" id="{D3630DA1-0866-10F4-78FA-A13D84E186CD}"/>
              </a:ext>
            </a:extLst>
          </p:cNvPr>
          <p:cNvSpPr txBox="1"/>
          <p:nvPr/>
        </p:nvSpPr>
        <p:spPr>
          <a:xfrm>
            <a:off x="5585962" y="3903433"/>
            <a:ext cx="1028261" cy="265206"/>
          </a:xfrm>
          <a:prstGeom prst="rect">
            <a:avLst/>
          </a:prstGeom>
          <a:noFill/>
        </p:spPr>
        <p:txBody>
          <a:bodyPr wrap="square" lIns="0" tIns="0" rIns="0" bIns="0">
            <a:prstTxWarp prst="textArchUp">
              <a:avLst>
                <a:gd name="adj" fmla="val 11443165"/>
              </a:avLst>
            </a:prstTxWarp>
            <a:spAutoFit/>
          </a:bodyPr>
          <a:lstStyle/>
          <a:p>
            <a:pPr algn="ctr"/>
            <a:r>
              <a:rPr lang="zh-CN" altLang="en-US" sz="1100" spc="300" dirty="0">
                <a:solidFill>
                  <a:schemeClr val="accent1"/>
                </a:solidFill>
                <a:latin typeface="+mj-ea"/>
                <a:ea typeface="+mj-ea"/>
              </a:rPr>
              <a:t>应用生态</a:t>
            </a:r>
            <a:endParaRPr lang="en-US" altLang="zh-CN" sz="1100" spc="300" dirty="0">
              <a:solidFill>
                <a:schemeClr val="accent1"/>
              </a:solidFill>
              <a:latin typeface="+mj-ea"/>
              <a:ea typeface="+mj-ea"/>
            </a:endParaRPr>
          </a:p>
        </p:txBody>
      </p:sp>
      <p:sp>
        <p:nvSpPr>
          <p:cNvPr id="74" name="文本框 73">
            <a:extLst>
              <a:ext uri="{FF2B5EF4-FFF2-40B4-BE49-F238E27FC236}">
                <a16:creationId xmlns:a16="http://schemas.microsoft.com/office/drawing/2014/main" id="{6A7A6A9E-2F6C-6B28-F48A-1CEACA49B94C}"/>
              </a:ext>
            </a:extLst>
          </p:cNvPr>
          <p:cNvSpPr txBox="1">
            <a:spLocks/>
          </p:cNvSpPr>
          <p:nvPr/>
        </p:nvSpPr>
        <p:spPr>
          <a:xfrm rot="18472251">
            <a:off x="4433855" y="4433255"/>
            <a:ext cx="1028261" cy="316921"/>
          </a:xfrm>
          <a:prstGeom prst="rect">
            <a:avLst/>
          </a:prstGeom>
          <a:noFill/>
        </p:spPr>
        <p:txBody>
          <a:bodyPr wrap="square" lIns="0" tIns="0" rIns="0" bIns="0">
            <a:prstTxWarp prst="textArchUp">
              <a:avLst>
                <a:gd name="adj" fmla="val 11184624"/>
              </a:avLst>
            </a:prstTxWarp>
            <a:spAutoFit/>
          </a:bodyPr>
          <a:lstStyle/>
          <a:p>
            <a:pPr algn="ctr"/>
            <a:r>
              <a:rPr lang="zh-CN" altLang="en-US" sz="1100" spc="300" dirty="0">
                <a:solidFill>
                  <a:schemeClr val="accent1"/>
                </a:solidFill>
                <a:latin typeface="+mj-ea"/>
                <a:ea typeface="+mj-ea"/>
              </a:rPr>
              <a:t>行业生态</a:t>
            </a:r>
            <a:endParaRPr lang="en-US" altLang="zh-CN" sz="1100" spc="300" dirty="0">
              <a:solidFill>
                <a:schemeClr val="accent1"/>
              </a:solidFill>
              <a:latin typeface="+mj-ea"/>
              <a:ea typeface="+mj-ea"/>
            </a:endParaRPr>
          </a:p>
        </p:txBody>
      </p:sp>
      <p:sp>
        <p:nvSpPr>
          <p:cNvPr id="76" name="文本框 75">
            <a:extLst>
              <a:ext uri="{FF2B5EF4-FFF2-40B4-BE49-F238E27FC236}">
                <a16:creationId xmlns:a16="http://schemas.microsoft.com/office/drawing/2014/main" id="{76B97A60-71B6-F041-10FB-3F87D0DC1543}"/>
              </a:ext>
            </a:extLst>
          </p:cNvPr>
          <p:cNvSpPr txBox="1">
            <a:spLocks/>
          </p:cNvSpPr>
          <p:nvPr/>
        </p:nvSpPr>
        <p:spPr>
          <a:xfrm rot="3042738">
            <a:off x="6724370" y="4438120"/>
            <a:ext cx="1028261" cy="316921"/>
          </a:xfrm>
          <a:prstGeom prst="rect">
            <a:avLst/>
          </a:prstGeom>
          <a:noFill/>
        </p:spPr>
        <p:txBody>
          <a:bodyPr wrap="square" lIns="0" tIns="0" rIns="0" bIns="0">
            <a:prstTxWarp prst="textArchUp">
              <a:avLst>
                <a:gd name="adj" fmla="val 11184624"/>
              </a:avLst>
            </a:prstTxWarp>
            <a:spAutoFit/>
          </a:bodyPr>
          <a:lstStyle/>
          <a:p>
            <a:pPr algn="ctr"/>
            <a:r>
              <a:rPr lang="zh-CN" altLang="en-US" sz="1100" spc="300" dirty="0">
                <a:solidFill>
                  <a:schemeClr val="accent1"/>
                </a:solidFill>
                <a:latin typeface="+mj-ea"/>
                <a:ea typeface="+mj-ea"/>
              </a:rPr>
              <a:t>交付生态</a:t>
            </a:r>
            <a:endParaRPr lang="en-US" altLang="zh-CN" sz="1100" spc="300" dirty="0">
              <a:solidFill>
                <a:schemeClr val="accent1"/>
              </a:solidFill>
              <a:latin typeface="+mj-ea"/>
              <a:ea typeface="+mj-ea"/>
            </a:endParaRPr>
          </a:p>
        </p:txBody>
      </p:sp>
      <p:sp>
        <p:nvSpPr>
          <p:cNvPr id="77" name="文本框 76">
            <a:extLst>
              <a:ext uri="{FF2B5EF4-FFF2-40B4-BE49-F238E27FC236}">
                <a16:creationId xmlns:a16="http://schemas.microsoft.com/office/drawing/2014/main" id="{ADC3678D-798C-8F28-9C60-56B78E3DCE72}"/>
              </a:ext>
            </a:extLst>
          </p:cNvPr>
          <p:cNvSpPr txBox="1"/>
          <p:nvPr/>
        </p:nvSpPr>
        <p:spPr>
          <a:xfrm>
            <a:off x="5486786" y="4365172"/>
            <a:ext cx="1226612" cy="477145"/>
          </a:xfrm>
          <a:prstGeom prst="rect">
            <a:avLst/>
          </a:prstGeom>
          <a:noFill/>
        </p:spPr>
        <p:txBody>
          <a:bodyPr wrap="square" lIns="0" tIns="0" rIns="0" bIns="0">
            <a:prstTxWarp prst="textArchUp">
              <a:avLst>
                <a:gd name="adj" fmla="val 11443165"/>
              </a:avLst>
            </a:prstTxWarp>
            <a:spAutoFit/>
          </a:bodyPr>
          <a:lstStyle/>
          <a:p>
            <a:pPr algn="ctr"/>
            <a:r>
              <a:rPr lang="zh-CN" altLang="en-US" sz="1200" b="1" spc="300" dirty="0">
                <a:solidFill>
                  <a:schemeClr val="accent1"/>
                </a:solidFill>
                <a:latin typeface="+mj-ea"/>
                <a:ea typeface="+mj-ea"/>
              </a:rPr>
              <a:t>产品融交易</a:t>
            </a:r>
            <a:endParaRPr lang="en-US" altLang="zh-CN" sz="1200" b="1" spc="300" dirty="0">
              <a:solidFill>
                <a:schemeClr val="accent1"/>
              </a:solidFill>
              <a:latin typeface="+mj-ea"/>
              <a:ea typeface="+mj-ea"/>
            </a:endParaRPr>
          </a:p>
        </p:txBody>
      </p:sp>
      <p:sp>
        <p:nvSpPr>
          <p:cNvPr id="78" name="文本框 77">
            <a:extLst>
              <a:ext uri="{FF2B5EF4-FFF2-40B4-BE49-F238E27FC236}">
                <a16:creationId xmlns:a16="http://schemas.microsoft.com/office/drawing/2014/main" id="{503FA878-926F-C84B-9EAC-AF5AFC33D840}"/>
              </a:ext>
            </a:extLst>
          </p:cNvPr>
          <p:cNvSpPr txBox="1">
            <a:spLocks/>
          </p:cNvSpPr>
          <p:nvPr/>
        </p:nvSpPr>
        <p:spPr>
          <a:xfrm rot="17286848">
            <a:off x="4503705" y="5013014"/>
            <a:ext cx="1426979" cy="617449"/>
          </a:xfrm>
          <a:prstGeom prst="rect">
            <a:avLst/>
          </a:prstGeom>
          <a:noFill/>
        </p:spPr>
        <p:txBody>
          <a:bodyPr wrap="square" lIns="0" tIns="0" rIns="0" bIns="0">
            <a:prstTxWarp prst="textArchUp">
              <a:avLst>
                <a:gd name="adj" fmla="val 11872944"/>
              </a:avLst>
            </a:prstTxWarp>
            <a:spAutoFit/>
          </a:bodyPr>
          <a:lstStyle/>
          <a:p>
            <a:pPr algn="ctr"/>
            <a:r>
              <a:rPr lang="zh-CN" altLang="en-US" sz="1200" b="1" spc="300" dirty="0">
                <a:solidFill>
                  <a:schemeClr val="accent1"/>
                </a:solidFill>
                <a:latin typeface="+mj-ea"/>
                <a:ea typeface="+mj-ea"/>
              </a:rPr>
              <a:t>开发门槛低</a:t>
            </a:r>
            <a:endParaRPr lang="en-US" altLang="zh-CN" sz="1200" b="1" spc="300" dirty="0">
              <a:solidFill>
                <a:schemeClr val="accent1"/>
              </a:solidFill>
              <a:latin typeface="+mj-ea"/>
              <a:ea typeface="+mj-ea"/>
            </a:endParaRPr>
          </a:p>
        </p:txBody>
      </p:sp>
      <p:sp>
        <p:nvSpPr>
          <p:cNvPr id="79" name="文本框 78">
            <a:extLst>
              <a:ext uri="{FF2B5EF4-FFF2-40B4-BE49-F238E27FC236}">
                <a16:creationId xmlns:a16="http://schemas.microsoft.com/office/drawing/2014/main" id="{96E0F4F8-3186-5813-FB2F-B9A166A4BB25}"/>
              </a:ext>
            </a:extLst>
          </p:cNvPr>
          <p:cNvSpPr txBox="1">
            <a:spLocks/>
          </p:cNvSpPr>
          <p:nvPr/>
        </p:nvSpPr>
        <p:spPr>
          <a:xfrm rot="4419058">
            <a:off x="6272985" y="5013346"/>
            <a:ext cx="1426979" cy="617449"/>
          </a:xfrm>
          <a:prstGeom prst="rect">
            <a:avLst/>
          </a:prstGeom>
          <a:noFill/>
        </p:spPr>
        <p:txBody>
          <a:bodyPr wrap="square" lIns="0" tIns="0" rIns="0" bIns="0">
            <a:prstTxWarp prst="textArchUp">
              <a:avLst>
                <a:gd name="adj" fmla="val 11894918"/>
              </a:avLst>
            </a:prstTxWarp>
            <a:spAutoFit/>
          </a:bodyPr>
          <a:lstStyle/>
          <a:p>
            <a:pPr algn="ctr"/>
            <a:r>
              <a:rPr lang="zh-CN" altLang="en-US" sz="1200" b="1" spc="300" dirty="0">
                <a:solidFill>
                  <a:schemeClr val="accent1"/>
                </a:solidFill>
                <a:latin typeface="+mj-ea"/>
                <a:ea typeface="+mj-ea"/>
              </a:rPr>
              <a:t>研发效率高</a:t>
            </a:r>
            <a:endParaRPr lang="en-US" altLang="zh-CN" sz="1200" b="1" spc="300" dirty="0">
              <a:solidFill>
                <a:schemeClr val="accent1"/>
              </a:solidFill>
              <a:latin typeface="+mj-ea"/>
              <a:ea typeface="+mj-ea"/>
            </a:endParaRPr>
          </a:p>
        </p:txBody>
      </p:sp>
      <p:sp>
        <p:nvSpPr>
          <p:cNvPr id="80" name="文本框 79">
            <a:extLst>
              <a:ext uri="{FF2B5EF4-FFF2-40B4-BE49-F238E27FC236}">
                <a16:creationId xmlns:a16="http://schemas.microsoft.com/office/drawing/2014/main" id="{21A0C31A-5073-DE7F-F061-22E17CAFF8E3}"/>
              </a:ext>
            </a:extLst>
          </p:cNvPr>
          <p:cNvSpPr txBox="1"/>
          <p:nvPr/>
        </p:nvSpPr>
        <p:spPr>
          <a:xfrm>
            <a:off x="5057649" y="5485069"/>
            <a:ext cx="2084888" cy="309343"/>
          </a:xfrm>
          <a:prstGeom prst="rect">
            <a:avLst/>
          </a:prstGeom>
          <a:noFill/>
        </p:spPr>
        <p:txBody>
          <a:bodyPr wrap="square" lIns="0" tIns="0" rIns="0" bIns="0">
            <a:spAutoFit/>
          </a:bodyPr>
          <a:lstStyle/>
          <a:p>
            <a:pPr algn="ctr"/>
            <a:r>
              <a:rPr lang="zh-CN" altLang="en-US" b="1" dirty="0">
                <a:solidFill>
                  <a:schemeClr val="accent1"/>
                </a:solidFill>
                <a:latin typeface="+mj-ea"/>
                <a:ea typeface="+mj-ea"/>
              </a:rPr>
              <a:t>微盟云</a:t>
            </a:r>
            <a:r>
              <a:rPr lang="en-US" altLang="zh-CN" b="1" dirty="0">
                <a:solidFill>
                  <a:schemeClr val="accent1"/>
                </a:solidFill>
                <a:latin typeface="+mj-ea"/>
                <a:ea typeface="+mj-ea"/>
              </a:rPr>
              <a:t>PaaS</a:t>
            </a:r>
            <a:r>
              <a:rPr lang="zh-CN" altLang="en-US" b="1" dirty="0">
                <a:solidFill>
                  <a:schemeClr val="accent1"/>
                </a:solidFill>
                <a:latin typeface="+mj-ea"/>
                <a:ea typeface="+mj-ea"/>
              </a:rPr>
              <a:t>平台</a:t>
            </a:r>
            <a:endParaRPr lang="en-US" altLang="zh-CN" b="1" dirty="0">
              <a:solidFill>
                <a:schemeClr val="accent1"/>
              </a:solidFill>
              <a:latin typeface="+mj-ea"/>
              <a:ea typeface="+mj-ea"/>
            </a:endParaRPr>
          </a:p>
        </p:txBody>
      </p:sp>
      <p:sp>
        <p:nvSpPr>
          <p:cNvPr id="81" name="文本框 80">
            <a:extLst>
              <a:ext uri="{FF2B5EF4-FFF2-40B4-BE49-F238E27FC236}">
                <a16:creationId xmlns:a16="http://schemas.microsoft.com/office/drawing/2014/main" id="{C3DED510-58BD-440A-350F-31635CAA8E0C}"/>
              </a:ext>
            </a:extLst>
          </p:cNvPr>
          <p:cNvSpPr txBox="1"/>
          <p:nvPr/>
        </p:nvSpPr>
        <p:spPr>
          <a:xfrm>
            <a:off x="5585962" y="5268511"/>
            <a:ext cx="1028261" cy="189043"/>
          </a:xfrm>
          <a:prstGeom prst="rect">
            <a:avLst/>
          </a:prstGeom>
          <a:noFill/>
        </p:spPr>
        <p:txBody>
          <a:bodyPr wrap="square" lIns="0" tIns="0" rIns="0" bIns="0">
            <a:spAutoFit/>
          </a:bodyPr>
          <a:lstStyle/>
          <a:p>
            <a:pPr algn="ctr"/>
            <a:r>
              <a:rPr lang="zh-CN" altLang="en-US" sz="1100" dirty="0">
                <a:solidFill>
                  <a:schemeClr val="accent1"/>
                </a:solidFill>
                <a:latin typeface="+mj-ea"/>
                <a:ea typeface="+mj-ea"/>
              </a:rPr>
              <a:t>云原生一体化</a:t>
            </a:r>
            <a:endParaRPr lang="en-US" altLang="zh-CN" sz="1100" dirty="0">
              <a:solidFill>
                <a:schemeClr val="accent1"/>
              </a:solidFill>
              <a:latin typeface="+mj-ea"/>
              <a:ea typeface="+mj-ea"/>
            </a:endParaRPr>
          </a:p>
        </p:txBody>
      </p:sp>
      <p:sp>
        <p:nvSpPr>
          <p:cNvPr id="82" name="文本框 81">
            <a:extLst>
              <a:ext uri="{FF2B5EF4-FFF2-40B4-BE49-F238E27FC236}">
                <a16:creationId xmlns:a16="http://schemas.microsoft.com/office/drawing/2014/main" id="{2642BCF5-76AC-F52A-34D6-972224E060CD}"/>
              </a:ext>
            </a:extLst>
          </p:cNvPr>
          <p:cNvSpPr txBox="1"/>
          <p:nvPr/>
        </p:nvSpPr>
        <p:spPr>
          <a:xfrm>
            <a:off x="5581869" y="2587899"/>
            <a:ext cx="1028261" cy="169277"/>
          </a:xfrm>
          <a:prstGeom prst="rect">
            <a:avLst/>
          </a:prstGeom>
          <a:noFill/>
        </p:spPr>
        <p:txBody>
          <a:bodyPr wrap="square" lIns="0" tIns="0" rIns="0" bIns="0">
            <a:spAutoFit/>
          </a:bodyPr>
          <a:lstStyle/>
          <a:p>
            <a:pPr algn="ctr"/>
            <a:r>
              <a:rPr lang="zh-CN" altLang="en-US" sz="1100" dirty="0">
                <a:solidFill>
                  <a:schemeClr val="bg1"/>
                </a:solidFill>
                <a:latin typeface="+mj-ea"/>
                <a:ea typeface="+mj-ea"/>
              </a:rPr>
              <a:t>微商城</a:t>
            </a:r>
            <a:endParaRPr lang="en-US" altLang="zh-CN" sz="1100" dirty="0">
              <a:solidFill>
                <a:schemeClr val="bg1"/>
              </a:solidFill>
              <a:latin typeface="+mj-ea"/>
              <a:ea typeface="+mj-ea"/>
            </a:endParaRPr>
          </a:p>
        </p:txBody>
      </p:sp>
      <p:sp>
        <p:nvSpPr>
          <p:cNvPr id="83" name="文本框 82">
            <a:extLst>
              <a:ext uri="{FF2B5EF4-FFF2-40B4-BE49-F238E27FC236}">
                <a16:creationId xmlns:a16="http://schemas.microsoft.com/office/drawing/2014/main" id="{98C5601C-7F83-9CC9-BBA0-CB34949056A0}"/>
              </a:ext>
            </a:extLst>
          </p:cNvPr>
          <p:cNvSpPr txBox="1"/>
          <p:nvPr/>
        </p:nvSpPr>
        <p:spPr>
          <a:xfrm rot="20284111">
            <a:off x="4653355" y="2888398"/>
            <a:ext cx="1028261" cy="189043"/>
          </a:xfrm>
          <a:prstGeom prst="rect">
            <a:avLst/>
          </a:prstGeom>
          <a:noFill/>
        </p:spPr>
        <p:txBody>
          <a:bodyPr wrap="square" lIns="0" tIns="0" rIns="0" bIns="0">
            <a:prstTxWarp prst="textArchUp">
              <a:avLst>
                <a:gd name="adj" fmla="val 10949999"/>
              </a:avLst>
            </a:prstTxWarp>
            <a:spAutoFit/>
          </a:bodyPr>
          <a:lstStyle/>
          <a:p>
            <a:pPr algn="ctr"/>
            <a:r>
              <a:rPr lang="zh-CN" altLang="en-US" sz="1100" dirty="0">
                <a:solidFill>
                  <a:schemeClr val="bg1"/>
                </a:solidFill>
                <a:latin typeface="+mj-ea"/>
                <a:ea typeface="+mj-ea"/>
              </a:rPr>
              <a:t>企微助手</a:t>
            </a:r>
            <a:endParaRPr lang="en-US" altLang="zh-CN" sz="1100" dirty="0">
              <a:solidFill>
                <a:schemeClr val="bg1"/>
              </a:solidFill>
              <a:latin typeface="+mj-ea"/>
              <a:ea typeface="+mj-ea"/>
            </a:endParaRPr>
          </a:p>
        </p:txBody>
      </p:sp>
      <p:sp>
        <p:nvSpPr>
          <p:cNvPr id="89" name="文本框 88">
            <a:extLst>
              <a:ext uri="{FF2B5EF4-FFF2-40B4-BE49-F238E27FC236}">
                <a16:creationId xmlns:a16="http://schemas.microsoft.com/office/drawing/2014/main" id="{676A6F27-F181-FEDE-7D58-EA828A0B4011}"/>
              </a:ext>
            </a:extLst>
          </p:cNvPr>
          <p:cNvSpPr txBox="1"/>
          <p:nvPr/>
        </p:nvSpPr>
        <p:spPr>
          <a:xfrm rot="18761587">
            <a:off x="3732989" y="3510730"/>
            <a:ext cx="1028261" cy="189043"/>
          </a:xfrm>
          <a:prstGeom prst="rect">
            <a:avLst/>
          </a:prstGeom>
          <a:noFill/>
        </p:spPr>
        <p:txBody>
          <a:bodyPr wrap="square" lIns="0" tIns="0" rIns="0" bIns="0">
            <a:prstTxWarp prst="textArchUp">
              <a:avLst>
                <a:gd name="adj" fmla="val 10949999"/>
              </a:avLst>
            </a:prstTxWarp>
            <a:spAutoFit/>
          </a:bodyPr>
          <a:lstStyle/>
          <a:p>
            <a:pPr algn="ctr"/>
            <a:r>
              <a:rPr lang="zh-CN" altLang="en-US" sz="1100" dirty="0">
                <a:solidFill>
                  <a:schemeClr val="bg1"/>
                </a:solidFill>
                <a:latin typeface="+mj-ea"/>
                <a:ea typeface="+mj-ea"/>
              </a:rPr>
              <a:t>智慧导购</a:t>
            </a:r>
            <a:endParaRPr lang="en-US" altLang="zh-CN" sz="1100" dirty="0">
              <a:solidFill>
                <a:schemeClr val="bg1"/>
              </a:solidFill>
              <a:latin typeface="+mj-ea"/>
              <a:ea typeface="+mj-ea"/>
            </a:endParaRPr>
          </a:p>
        </p:txBody>
      </p:sp>
      <p:sp>
        <p:nvSpPr>
          <p:cNvPr id="98" name="文本框 97">
            <a:extLst>
              <a:ext uri="{FF2B5EF4-FFF2-40B4-BE49-F238E27FC236}">
                <a16:creationId xmlns:a16="http://schemas.microsoft.com/office/drawing/2014/main" id="{8D4E34AC-0992-026B-C47C-8A81AF4853AA}"/>
              </a:ext>
            </a:extLst>
          </p:cNvPr>
          <p:cNvSpPr txBox="1"/>
          <p:nvPr/>
        </p:nvSpPr>
        <p:spPr>
          <a:xfrm rot="17159850">
            <a:off x="2989989" y="4532558"/>
            <a:ext cx="1396055" cy="285569"/>
          </a:xfrm>
          <a:prstGeom prst="rect">
            <a:avLst/>
          </a:prstGeom>
          <a:noFill/>
        </p:spPr>
        <p:txBody>
          <a:bodyPr wrap="square" lIns="0" tIns="0" rIns="0" bIns="0">
            <a:prstTxWarp prst="textArchUp">
              <a:avLst>
                <a:gd name="adj" fmla="val 11027623"/>
              </a:avLst>
            </a:prstTxWarp>
            <a:spAutoFit/>
          </a:bodyPr>
          <a:lstStyle/>
          <a:p>
            <a:pPr algn="ctr"/>
            <a:r>
              <a:rPr lang="en-US" altLang="zh-CN" sz="1100" dirty="0" err="1">
                <a:solidFill>
                  <a:schemeClr val="bg1"/>
                </a:solidFill>
                <a:latin typeface="+mj-ea"/>
                <a:ea typeface="+mj-ea"/>
              </a:rPr>
              <a:t>ShopExpress</a:t>
            </a:r>
            <a:endParaRPr lang="en-US" altLang="zh-CN" sz="1100" dirty="0">
              <a:solidFill>
                <a:schemeClr val="bg1"/>
              </a:solidFill>
              <a:latin typeface="+mj-ea"/>
              <a:ea typeface="+mj-ea"/>
            </a:endParaRPr>
          </a:p>
        </p:txBody>
      </p:sp>
      <p:sp>
        <p:nvSpPr>
          <p:cNvPr id="100" name="文本框 99">
            <a:extLst>
              <a:ext uri="{FF2B5EF4-FFF2-40B4-BE49-F238E27FC236}">
                <a16:creationId xmlns:a16="http://schemas.microsoft.com/office/drawing/2014/main" id="{8663D78A-F8AD-38B2-C6D4-FF95BB81FCB9}"/>
              </a:ext>
            </a:extLst>
          </p:cNvPr>
          <p:cNvSpPr txBox="1"/>
          <p:nvPr/>
        </p:nvSpPr>
        <p:spPr>
          <a:xfrm rot="1800000">
            <a:off x="6727579" y="2992679"/>
            <a:ext cx="1028261" cy="189043"/>
          </a:xfrm>
          <a:prstGeom prst="rect">
            <a:avLst/>
          </a:prstGeom>
          <a:noFill/>
        </p:spPr>
        <p:txBody>
          <a:bodyPr wrap="square" lIns="0" tIns="0" rIns="0" bIns="0">
            <a:prstTxWarp prst="textArchUp">
              <a:avLst>
                <a:gd name="adj" fmla="val 10949999"/>
              </a:avLst>
            </a:prstTxWarp>
            <a:spAutoFit/>
          </a:bodyPr>
          <a:lstStyle/>
          <a:p>
            <a:pPr algn="ctr"/>
            <a:r>
              <a:rPr lang="en-US" altLang="zh-CN" sz="1100" dirty="0">
                <a:solidFill>
                  <a:schemeClr val="bg1"/>
                </a:solidFill>
                <a:latin typeface="+mj-ea"/>
                <a:ea typeface="+mj-ea"/>
              </a:rPr>
              <a:t>WAI</a:t>
            </a:r>
          </a:p>
        </p:txBody>
      </p:sp>
      <p:sp>
        <p:nvSpPr>
          <p:cNvPr id="101" name="文本框 100">
            <a:extLst>
              <a:ext uri="{FF2B5EF4-FFF2-40B4-BE49-F238E27FC236}">
                <a16:creationId xmlns:a16="http://schemas.microsoft.com/office/drawing/2014/main" id="{DD9838F7-9D27-03FE-1640-3D5E0C64C436}"/>
              </a:ext>
            </a:extLst>
          </p:cNvPr>
          <p:cNvSpPr txBox="1"/>
          <p:nvPr/>
        </p:nvSpPr>
        <p:spPr>
          <a:xfrm rot="3291865">
            <a:off x="7636627" y="3765946"/>
            <a:ext cx="1028261" cy="189043"/>
          </a:xfrm>
          <a:prstGeom prst="rect">
            <a:avLst/>
          </a:prstGeom>
          <a:noFill/>
        </p:spPr>
        <p:txBody>
          <a:bodyPr wrap="square" lIns="0" tIns="0" rIns="0" bIns="0">
            <a:prstTxWarp prst="textArchUp">
              <a:avLst>
                <a:gd name="adj" fmla="val 10949999"/>
              </a:avLst>
            </a:prstTxWarp>
            <a:spAutoFit/>
          </a:bodyPr>
          <a:lstStyle/>
          <a:p>
            <a:pPr algn="ctr"/>
            <a:r>
              <a:rPr lang="en-US" altLang="zh-CN" sz="1100" dirty="0" err="1">
                <a:solidFill>
                  <a:schemeClr val="bg1"/>
                </a:solidFill>
                <a:latin typeface="+mj-ea"/>
                <a:ea typeface="+mj-ea"/>
              </a:rPr>
              <a:t>oneCRM</a:t>
            </a:r>
            <a:endParaRPr lang="en-US" altLang="zh-CN" sz="1100" dirty="0">
              <a:solidFill>
                <a:schemeClr val="bg1"/>
              </a:solidFill>
              <a:latin typeface="+mj-ea"/>
              <a:ea typeface="+mj-ea"/>
            </a:endParaRPr>
          </a:p>
        </p:txBody>
      </p:sp>
      <p:sp>
        <p:nvSpPr>
          <p:cNvPr id="102" name="文本框 101">
            <a:extLst>
              <a:ext uri="{FF2B5EF4-FFF2-40B4-BE49-F238E27FC236}">
                <a16:creationId xmlns:a16="http://schemas.microsoft.com/office/drawing/2014/main" id="{5A52D36F-720E-0E85-042B-4705463AAED5}"/>
              </a:ext>
            </a:extLst>
          </p:cNvPr>
          <p:cNvSpPr txBox="1"/>
          <p:nvPr/>
        </p:nvSpPr>
        <p:spPr>
          <a:xfrm rot="5035135">
            <a:off x="8214343" y="4852667"/>
            <a:ext cx="1028261" cy="169277"/>
          </a:xfrm>
          <a:prstGeom prst="rect">
            <a:avLst/>
          </a:prstGeom>
          <a:noFill/>
        </p:spPr>
        <p:txBody>
          <a:bodyPr wrap="square" lIns="0" tIns="0" rIns="0" bIns="0">
            <a:spAutoFit/>
          </a:bodyPr>
          <a:lstStyle/>
          <a:p>
            <a:pPr algn="ctr"/>
            <a:r>
              <a:rPr lang="zh-CN" altLang="en-US" sz="1100" dirty="0">
                <a:solidFill>
                  <a:schemeClr val="bg1"/>
                </a:solidFill>
                <a:latin typeface="+mj-ea"/>
                <a:ea typeface="+mj-ea"/>
              </a:rPr>
              <a:t>智营销</a:t>
            </a:r>
            <a:endParaRPr lang="en-US" altLang="zh-CN" sz="1100" dirty="0">
              <a:solidFill>
                <a:schemeClr val="bg1"/>
              </a:solidFill>
              <a:latin typeface="+mj-ea"/>
              <a:ea typeface="+mj-ea"/>
            </a:endParaRPr>
          </a:p>
        </p:txBody>
      </p:sp>
      <p:sp>
        <p:nvSpPr>
          <p:cNvPr id="112" name="文本框 111">
            <a:extLst>
              <a:ext uri="{FF2B5EF4-FFF2-40B4-BE49-F238E27FC236}">
                <a16:creationId xmlns:a16="http://schemas.microsoft.com/office/drawing/2014/main" id="{D9D77A97-1BFF-8895-61DC-03FAB3C6FBD9}"/>
              </a:ext>
            </a:extLst>
          </p:cNvPr>
          <p:cNvSpPr txBox="1"/>
          <p:nvPr/>
        </p:nvSpPr>
        <p:spPr>
          <a:xfrm>
            <a:off x="5114061" y="6065234"/>
            <a:ext cx="801335" cy="189043"/>
          </a:xfrm>
          <a:prstGeom prst="rect">
            <a:avLst/>
          </a:prstGeom>
          <a:noFill/>
        </p:spPr>
        <p:txBody>
          <a:bodyPr wrap="square" lIns="0" tIns="0" rIns="0" bIns="0">
            <a:spAutoFit/>
          </a:bodyPr>
          <a:lstStyle/>
          <a:p>
            <a:pPr algn="ctr"/>
            <a:r>
              <a:rPr lang="en-US" altLang="zh-CN" sz="1100" dirty="0">
                <a:solidFill>
                  <a:schemeClr val="accent1"/>
                </a:solidFill>
                <a:latin typeface="+mj-ea"/>
                <a:ea typeface="+mj-ea"/>
              </a:rPr>
              <a:t>A-PaaS</a:t>
            </a:r>
          </a:p>
        </p:txBody>
      </p:sp>
      <p:sp>
        <p:nvSpPr>
          <p:cNvPr id="114" name="文本框 113">
            <a:extLst>
              <a:ext uri="{FF2B5EF4-FFF2-40B4-BE49-F238E27FC236}">
                <a16:creationId xmlns:a16="http://schemas.microsoft.com/office/drawing/2014/main" id="{952A0487-9FB8-C540-9CCB-F9D96BDCFB83}"/>
              </a:ext>
            </a:extLst>
          </p:cNvPr>
          <p:cNvSpPr txBox="1"/>
          <p:nvPr/>
        </p:nvSpPr>
        <p:spPr>
          <a:xfrm>
            <a:off x="6353294" y="6065234"/>
            <a:ext cx="801335" cy="189043"/>
          </a:xfrm>
          <a:prstGeom prst="rect">
            <a:avLst/>
          </a:prstGeom>
          <a:noFill/>
        </p:spPr>
        <p:txBody>
          <a:bodyPr wrap="square" lIns="0" tIns="0" rIns="0" bIns="0">
            <a:spAutoFit/>
          </a:bodyPr>
          <a:lstStyle/>
          <a:p>
            <a:pPr algn="ctr"/>
            <a:r>
              <a:rPr lang="en-US" altLang="zh-CN" sz="1100" dirty="0">
                <a:solidFill>
                  <a:schemeClr val="accent1"/>
                </a:solidFill>
                <a:latin typeface="+mj-ea"/>
                <a:ea typeface="+mj-ea"/>
              </a:rPr>
              <a:t>iPaaS</a:t>
            </a:r>
          </a:p>
        </p:txBody>
      </p:sp>
      <p:sp>
        <p:nvSpPr>
          <p:cNvPr id="115" name="文本框 114">
            <a:extLst>
              <a:ext uri="{FF2B5EF4-FFF2-40B4-BE49-F238E27FC236}">
                <a16:creationId xmlns:a16="http://schemas.microsoft.com/office/drawing/2014/main" id="{F1DF31A0-EF5E-3400-95A5-85BAF6D0459D}"/>
              </a:ext>
            </a:extLst>
          </p:cNvPr>
          <p:cNvSpPr txBox="1"/>
          <p:nvPr/>
        </p:nvSpPr>
        <p:spPr>
          <a:xfrm>
            <a:off x="3463525" y="5907727"/>
            <a:ext cx="801335" cy="189043"/>
          </a:xfrm>
          <a:prstGeom prst="rect">
            <a:avLst/>
          </a:prstGeom>
          <a:noFill/>
        </p:spPr>
        <p:txBody>
          <a:bodyPr wrap="square" lIns="0" tIns="0" rIns="0" bIns="0">
            <a:spAutoFit/>
          </a:bodyPr>
          <a:lstStyle/>
          <a:p>
            <a:pPr algn="ctr"/>
            <a:r>
              <a:rPr lang="en-US" altLang="zh-CN" sz="1100" dirty="0">
                <a:solidFill>
                  <a:schemeClr val="accent1"/>
                </a:solidFill>
                <a:latin typeface="+mj-ea"/>
                <a:ea typeface="+mj-ea"/>
              </a:rPr>
              <a:t>B-PaaS</a:t>
            </a:r>
          </a:p>
        </p:txBody>
      </p:sp>
      <p:sp>
        <p:nvSpPr>
          <p:cNvPr id="116" name="文本框 115">
            <a:extLst>
              <a:ext uri="{FF2B5EF4-FFF2-40B4-BE49-F238E27FC236}">
                <a16:creationId xmlns:a16="http://schemas.microsoft.com/office/drawing/2014/main" id="{886217FC-8B60-4297-3092-FFD89E0DF881}"/>
              </a:ext>
            </a:extLst>
          </p:cNvPr>
          <p:cNvSpPr txBox="1"/>
          <p:nvPr/>
        </p:nvSpPr>
        <p:spPr>
          <a:xfrm>
            <a:off x="2473676" y="5593507"/>
            <a:ext cx="801335" cy="189043"/>
          </a:xfrm>
          <a:prstGeom prst="rect">
            <a:avLst/>
          </a:prstGeom>
          <a:noFill/>
        </p:spPr>
        <p:txBody>
          <a:bodyPr wrap="square" lIns="0" tIns="0" rIns="0" bIns="0">
            <a:spAutoFit/>
          </a:bodyPr>
          <a:lstStyle/>
          <a:p>
            <a:pPr algn="ctr"/>
            <a:r>
              <a:rPr lang="en-US" altLang="zh-CN" sz="1100" dirty="0">
                <a:solidFill>
                  <a:schemeClr val="accent1"/>
                </a:solidFill>
                <a:latin typeface="+mj-ea"/>
                <a:ea typeface="+mj-ea"/>
              </a:rPr>
              <a:t>T-PaaS</a:t>
            </a:r>
          </a:p>
        </p:txBody>
      </p:sp>
      <p:sp>
        <p:nvSpPr>
          <p:cNvPr id="119" name="文本框 118">
            <a:extLst>
              <a:ext uri="{FF2B5EF4-FFF2-40B4-BE49-F238E27FC236}">
                <a16:creationId xmlns:a16="http://schemas.microsoft.com/office/drawing/2014/main" id="{F442E963-A08B-6C2E-45D6-BAE38E3CC5AB}"/>
              </a:ext>
            </a:extLst>
          </p:cNvPr>
          <p:cNvSpPr txBox="1"/>
          <p:nvPr/>
        </p:nvSpPr>
        <p:spPr>
          <a:xfrm>
            <a:off x="7893112" y="5907727"/>
            <a:ext cx="801335" cy="189043"/>
          </a:xfrm>
          <a:prstGeom prst="rect">
            <a:avLst/>
          </a:prstGeom>
          <a:noFill/>
        </p:spPr>
        <p:txBody>
          <a:bodyPr wrap="square" lIns="0" tIns="0" rIns="0" bIns="0">
            <a:spAutoFit/>
          </a:bodyPr>
          <a:lstStyle/>
          <a:p>
            <a:pPr algn="ctr"/>
            <a:r>
              <a:rPr lang="en-US" altLang="zh-CN" sz="1100" dirty="0" err="1">
                <a:solidFill>
                  <a:schemeClr val="accent1"/>
                </a:solidFill>
                <a:latin typeface="+mj-ea"/>
                <a:ea typeface="+mj-ea"/>
              </a:rPr>
              <a:t>iDaaS</a:t>
            </a:r>
            <a:endParaRPr lang="en-US" altLang="zh-CN" sz="1100" dirty="0">
              <a:solidFill>
                <a:schemeClr val="accent1"/>
              </a:solidFill>
              <a:latin typeface="+mj-ea"/>
              <a:ea typeface="+mj-ea"/>
            </a:endParaRPr>
          </a:p>
        </p:txBody>
      </p:sp>
      <p:sp>
        <p:nvSpPr>
          <p:cNvPr id="121" name="文本框 120">
            <a:extLst>
              <a:ext uri="{FF2B5EF4-FFF2-40B4-BE49-F238E27FC236}">
                <a16:creationId xmlns:a16="http://schemas.microsoft.com/office/drawing/2014/main" id="{AD0E302F-5489-461B-2029-0ED2319B40EC}"/>
              </a:ext>
            </a:extLst>
          </p:cNvPr>
          <p:cNvSpPr txBox="1"/>
          <p:nvPr/>
        </p:nvSpPr>
        <p:spPr>
          <a:xfrm>
            <a:off x="8967151" y="5593507"/>
            <a:ext cx="801335" cy="189043"/>
          </a:xfrm>
          <a:prstGeom prst="rect">
            <a:avLst/>
          </a:prstGeom>
          <a:noFill/>
        </p:spPr>
        <p:txBody>
          <a:bodyPr wrap="square" lIns="0" tIns="0" rIns="0" bIns="0">
            <a:spAutoFit/>
          </a:bodyPr>
          <a:lstStyle/>
          <a:p>
            <a:pPr algn="ctr"/>
            <a:r>
              <a:rPr lang="en-US" altLang="zh-CN" sz="1100" dirty="0">
                <a:solidFill>
                  <a:schemeClr val="accent1"/>
                </a:solidFill>
                <a:latin typeface="+mj-ea"/>
                <a:ea typeface="+mj-ea"/>
              </a:rPr>
              <a:t>D-PaaS</a:t>
            </a:r>
          </a:p>
        </p:txBody>
      </p:sp>
      <p:grpSp>
        <p:nvGrpSpPr>
          <p:cNvPr id="2" name="组合 1">
            <a:extLst>
              <a:ext uri="{FF2B5EF4-FFF2-40B4-BE49-F238E27FC236}">
                <a16:creationId xmlns:a16="http://schemas.microsoft.com/office/drawing/2014/main" id="{2C85B538-13BA-BEE8-819B-D52203249662}"/>
              </a:ext>
            </a:extLst>
          </p:cNvPr>
          <p:cNvGrpSpPr>
            <a:grpSpLocks/>
          </p:cNvGrpSpPr>
          <p:nvPr/>
        </p:nvGrpSpPr>
        <p:grpSpPr>
          <a:xfrm>
            <a:off x="8880353" y="1475730"/>
            <a:ext cx="1061352" cy="1061352"/>
            <a:chOff x="7512792" y="2092661"/>
            <a:chExt cx="981394" cy="981386"/>
          </a:xfrm>
        </p:grpSpPr>
        <p:sp>
          <p:nvSpPr>
            <p:cNvPr id="5" name="文本框 4">
              <a:extLst>
                <a:ext uri="{FF2B5EF4-FFF2-40B4-BE49-F238E27FC236}">
                  <a16:creationId xmlns:a16="http://schemas.microsoft.com/office/drawing/2014/main" id="{F8CB89EC-60C9-D8C9-B598-3B39052C5BC0}"/>
                </a:ext>
              </a:extLst>
            </p:cNvPr>
            <p:cNvSpPr txBox="1">
              <a:spLocks/>
            </p:cNvSpPr>
            <p:nvPr/>
          </p:nvSpPr>
          <p:spPr>
            <a:xfrm>
              <a:off x="7512792"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400" dirty="0"/>
            </a:p>
          </p:txBody>
        </p:sp>
        <p:sp>
          <p:nvSpPr>
            <p:cNvPr id="6" name="文本框 5">
              <a:extLst>
                <a:ext uri="{FF2B5EF4-FFF2-40B4-BE49-F238E27FC236}">
                  <a16:creationId xmlns:a16="http://schemas.microsoft.com/office/drawing/2014/main" id="{2D455F85-528E-158D-BAD1-49FE3E9EEE36}"/>
                </a:ext>
              </a:extLst>
            </p:cNvPr>
            <p:cNvSpPr txBox="1">
              <a:spLocks/>
            </p:cNvSpPr>
            <p:nvPr/>
          </p:nvSpPr>
          <p:spPr>
            <a:xfrm>
              <a:off x="7512792"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万千</a:t>
              </a:r>
              <a:endParaRPr lang="en-US" altLang="zh-CN" sz="1400" dirty="0"/>
            </a:p>
            <a:p>
              <a:r>
                <a:rPr lang="zh-CN" altLang="en-US" sz="1400" dirty="0"/>
                <a:t>开发者</a:t>
              </a:r>
            </a:p>
          </p:txBody>
        </p:sp>
      </p:grpSp>
      <p:grpSp>
        <p:nvGrpSpPr>
          <p:cNvPr id="7" name="组合 6">
            <a:extLst>
              <a:ext uri="{FF2B5EF4-FFF2-40B4-BE49-F238E27FC236}">
                <a16:creationId xmlns:a16="http://schemas.microsoft.com/office/drawing/2014/main" id="{7F99A6A4-AB0D-FAB4-282F-5D666EA562D3}"/>
              </a:ext>
            </a:extLst>
          </p:cNvPr>
          <p:cNvGrpSpPr>
            <a:grpSpLocks/>
          </p:cNvGrpSpPr>
          <p:nvPr/>
        </p:nvGrpSpPr>
        <p:grpSpPr>
          <a:xfrm>
            <a:off x="2250295" y="1475730"/>
            <a:ext cx="1061352" cy="1061352"/>
            <a:chOff x="7512792" y="2092661"/>
            <a:chExt cx="981394" cy="981386"/>
          </a:xfrm>
        </p:grpSpPr>
        <p:sp>
          <p:nvSpPr>
            <p:cNvPr id="8" name="文本框 7">
              <a:extLst>
                <a:ext uri="{FF2B5EF4-FFF2-40B4-BE49-F238E27FC236}">
                  <a16:creationId xmlns:a16="http://schemas.microsoft.com/office/drawing/2014/main" id="{818D220C-2540-CD4C-CECD-630D98C4C7AF}"/>
                </a:ext>
              </a:extLst>
            </p:cNvPr>
            <p:cNvSpPr txBox="1">
              <a:spLocks/>
            </p:cNvSpPr>
            <p:nvPr/>
          </p:nvSpPr>
          <p:spPr>
            <a:xfrm>
              <a:off x="7512792" y="2092661"/>
              <a:ext cx="981394" cy="98138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400" dirty="0"/>
            </a:p>
          </p:txBody>
        </p:sp>
        <p:sp>
          <p:nvSpPr>
            <p:cNvPr id="9" name="文本框 8">
              <a:extLst>
                <a:ext uri="{FF2B5EF4-FFF2-40B4-BE49-F238E27FC236}">
                  <a16:creationId xmlns:a16="http://schemas.microsoft.com/office/drawing/2014/main" id="{EBCD70AF-4620-CC9F-76B4-727CAFCE21D0}"/>
                </a:ext>
              </a:extLst>
            </p:cNvPr>
            <p:cNvSpPr txBox="1">
              <a:spLocks/>
            </p:cNvSpPr>
            <p:nvPr/>
          </p:nvSpPr>
          <p:spPr>
            <a:xfrm>
              <a:off x="7512792" y="2092661"/>
              <a:ext cx="981394" cy="981386"/>
            </a:xfrm>
            <a:prstGeom prst="ellipse">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600"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dirty="0"/>
                <a:t>海量</a:t>
              </a:r>
              <a:endParaRPr lang="en-US" altLang="zh-CN" sz="1400" dirty="0"/>
            </a:p>
            <a:p>
              <a:r>
                <a:rPr lang="zh-CN" altLang="en-US" sz="1400" dirty="0"/>
                <a:t>微盟商家</a:t>
              </a:r>
            </a:p>
          </p:txBody>
        </p:sp>
      </p:grpSp>
      <p:grpSp>
        <p:nvGrpSpPr>
          <p:cNvPr id="15" name="组合 14">
            <a:extLst>
              <a:ext uri="{FF2B5EF4-FFF2-40B4-BE49-F238E27FC236}">
                <a16:creationId xmlns:a16="http://schemas.microsoft.com/office/drawing/2014/main" id="{E6A87997-9244-071C-B6A4-E755E2AD1677}"/>
              </a:ext>
            </a:extLst>
          </p:cNvPr>
          <p:cNvGrpSpPr/>
          <p:nvPr/>
        </p:nvGrpSpPr>
        <p:grpSpPr>
          <a:xfrm>
            <a:off x="5907325" y="4813993"/>
            <a:ext cx="377349" cy="352176"/>
            <a:chOff x="119057" y="173140"/>
            <a:chExt cx="1666884" cy="1555684"/>
          </a:xfrm>
          <a:gradFill>
            <a:gsLst>
              <a:gs pos="37000">
                <a:schemeClr val="accent1">
                  <a:alpha val="33000"/>
                </a:schemeClr>
              </a:gs>
              <a:gs pos="86000">
                <a:schemeClr val="accent1"/>
              </a:gs>
            </a:gsLst>
            <a:path path="circle">
              <a:fillToRect r="100000" b="100000"/>
            </a:path>
          </a:gradFill>
        </p:grpSpPr>
        <p:sp>
          <p:nvSpPr>
            <p:cNvPr id="16" name="任意多边形: 形状 15">
              <a:extLst>
                <a:ext uri="{FF2B5EF4-FFF2-40B4-BE49-F238E27FC236}">
                  <a16:creationId xmlns:a16="http://schemas.microsoft.com/office/drawing/2014/main" id="{EB8CB611-8179-B0B3-F813-421B5F9C2D3E}"/>
                </a:ext>
              </a:extLst>
            </p:cNvPr>
            <p:cNvSpPr/>
            <p:nvPr/>
          </p:nvSpPr>
          <p:spPr>
            <a:xfrm>
              <a:off x="230125" y="784324"/>
              <a:ext cx="1444749" cy="944500"/>
            </a:xfrm>
            <a:custGeom>
              <a:avLst/>
              <a:gdLst>
                <a:gd name="connsiteX0" fmla="*/ 1305781 w 1444749"/>
                <a:gd name="connsiteY0" fmla="*/ 639031 h 944500"/>
                <a:gd name="connsiteX1" fmla="*/ 1178533 w 1444749"/>
                <a:gd name="connsiteY1" fmla="*/ 722375 h 944500"/>
                <a:gd name="connsiteX2" fmla="*/ 913991 w 1444749"/>
                <a:gd name="connsiteY2" fmla="*/ 722375 h 944500"/>
                <a:gd name="connsiteX3" fmla="*/ 777999 w 1444749"/>
                <a:gd name="connsiteY3" fmla="*/ 564803 h 944500"/>
                <a:gd name="connsiteX4" fmla="*/ 777999 w 1444749"/>
                <a:gd name="connsiteY4" fmla="*/ 333375 h 944500"/>
                <a:gd name="connsiteX5" fmla="*/ 1111374 w 1444749"/>
                <a:gd name="connsiteY5" fmla="*/ 333375 h 944500"/>
                <a:gd name="connsiteX6" fmla="*/ 1278062 w 1444749"/>
                <a:gd name="connsiteY6" fmla="*/ 166688 h 944500"/>
                <a:gd name="connsiteX7" fmla="*/ 1111374 w 1444749"/>
                <a:gd name="connsiteY7" fmla="*/ 0 h 944500"/>
                <a:gd name="connsiteX8" fmla="*/ 333375 w 1444749"/>
                <a:gd name="connsiteY8" fmla="*/ 0 h 944500"/>
                <a:gd name="connsiteX9" fmla="*/ 166688 w 1444749"/>
                <a:gd name="connsiteY9" fmla="*/ 166688 h 944500"/>
                <a:gd name="connsiteX10" fmla="*/ 333375 w 1444749"/>
                <a:gd name="connsiteY10" fmla="*/ 333375 h 944500"/>
                <a:gd name="connsiteX11" fmla="*/ 666750 w 1444749"/>
                <a:gd name="connsiteY11" fmla="*/ 333375 h 944500"/>
                <a:gd name="connsiteX12" fmla="*/ 666750 w 1444749"/>
                <a:gd name="connsiteY12" fmla="*/ 564617 h 944500"/>
                <a:gd name="connsiteX13" fmla="*/ 530758 w 1444749"/>
                <a:gd name="connsiteY13" fmla="*/ 722188 h 944500"/>
                <a:gd name="connsiteX14" fmla="*/ 266216 w 1444749"/>
                <a:gd name="connsiteY14" fmla="*/ 722188 h 944500"/>
                <a:gd name="connsiteX15" fmla="*/ 83530 w 1444749"/>
                <a:gd name="connsiteY15" fmla="*/ 650193 h 944500"/>
                <a:gd name="connsiteX16" fmla="*/ 0 w 1444749"/>
                <a:gd name="connsiteY16" fmla="*/ 777813 h 944500"/>
                <a:gd name="connsiteX17" fmla="*/ 139154 w 1444749"/>
                <a:gd name="connsiteY17" fmla="*/ 916409 h 944500"/>
                <a:gd name="connsiteX18" fmla="*/ 266030 w 1444749"/>
                <a:gd name="connsiteY18" fmla="*/ 833437 h 944500"/>
                <a:gd name="connsiteX19" fmla="*/ 547502 w 1444749"/>
                <a:gd name="connsiteY19" fmla="*/ 833437 h 944500"/>
                <a:gd name="connsiteX20" fmla="*/ 722375 w 1444749"/>
                <a:gd name="connsiteY20" fmla="*/ 944500 h 944500"/>
                <a:gd name="connsiteX21" fmla="*/ 897248 w 1444749"/>
                <a:gd name="connsiteY21" fmla="*/ 833437 h 944500"/>
                <a:gd name="connsiteX22" fmla="*/ 1178533 w 1444749"/>
                <a:gd name="connsiteY22" fmla="*/ 833437 h 944500"/>
                <a:gd name="connsiteX23" fmla="*/ 1361219 w 1444749"/>
                <a:gd name="connsiteY23" fmla="*/ 905433 h 944500"/>
                <a:gd name="connsiteX24" fmla="*/ 1444749 w 1444749"/>
                <a:gd name="connsiteY24" fmla="*/ 777813 h 944500"/>
                <a:gd name="connsiteX25" fmla="*/ 1305781 w 1444749"/>
                <a:gd name="connsiteY25" fmla="*/ 639031 h 944500"/>
                <a:gd name="connsiteX26" fmla="*/ 333375 w 1444749"/>
                <a:gd name="connsiteY26" fmla="*/ 222312 h 944500"/>
                <a:gd name="connsiteX27" fmla="*/ 280355 w 1444749"/>
                <a:gd name="connsiteY27" fmla="*/ 164269 h 944500"/>
                <a:gd name="connsiteX28" fmla="*/ 333375 w 1444749"/>
                <a:gd name="connsiteY28" fmla="*/ 111249 h 944500"/>
                <a:gd name="connsiteX29" fmla="*/ 1111188 w 1444749"/>
                <a:gd name="connsiteY29" fmla="*/ 111249 h 944500"/>
                <a:gd name="connsiteX30" fmla="*/ 1164208 w 1444749"/>
                <a:gd name="connsiteY30" fmla="*/ 169292 h 944500"/>
                <a:gd name="connsiteX31" fmla="*/ 1111188 w 1444749"/>
                <a:gd name="connsiteY31" fmla="*/ 222312 h 944500"/>
                <a:gd name="connsiteX32" fmla="*/ 333375 w 1444749"/>
                <a:gd name="connsiteY32" fmla="*/ 222312 h 944500"/>
                <a:gd name="connsiteX33" fmla="*/ 722375 w 1444749"/>
                <a:gd name="connsiteY33" fmla="*/ 833437 h 944500"/>
                <a:gd name="connsiteX34" fmla="*/ 639031 w 1444749"/>
                <a:gd name="connsiteY34" fmla="*/ 750094 h 944500"/>
                <a:gd name="connsiteX35" fmla="*/ 722375 w 1444749"/>
                <a:gd name="connsiteY35" fmla="*/ 666750 h 944500"/>
                <a:gd name="connsiteX36" fmla="*/ 805718 w 1444749"/>
                <a:gd name="connsiteY36" fmla="*/ 750094 h 944500"/>
                <a:gd name="connsiteX37" fmla="*/ 722375 w 1444749"/>
                <a:gd name="connsiteY37" fmla="*/ 833437 h 94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44749" h="944500">
                  <a:moveTo>
                    <a:pt x="1305781" y="639031"/>
                  </a:moveTo>
                  <a:cubicBezTo>
                    <a:pt x="1250528" y="639031"/>
                    <a:pt x="1200671" y="671773"/>
                    <a:pt x="1178533" y="722375"/>
                  </a:cubicBezTo>
                  <a:lnTo>
                    <a:pt x="913991" y="722375"/>
                  </a:lnTo>
                  <a:cubicBezTo>
                    <a:pt x="903015" y="647961"/>
                    <a:pt x="849995" y="586383"/>
                    <a:pt x="777999" y="564803"/>
                  </a:cubicBezTo>
                  <a:lnTo>
                    <a:pt x="777999" y="333375"/>
                  </a:lnTo>
                  <a:lnTo>
                    <a:pt x="1111374" y="333375"/>
                  </a:lnTo>
                  <a:cubicBezTo>
                    <a:pt x="1203275" y="333375"/>
                    <a:pt x="1278062" y="258589"/>
                    <a:pt x="1278062" y="166688"/>
                  </a:cubicBezTo>
                  <a:cubicBezTo>
                    <a:pt x="1278062" y="74786"/>
                    <a:pt x="1203275" y="0"/>
                    <a:pt x="1111374" y="0"/>
                  </a:cubicBezTo>
                  <a:lnTo>
                    <a:pt x="333375" y="0"/>
                  </a:lnTo>
                  <a:cubicBezTo>
                    <a:pt x="241474" y="0"/>
                    <a:pt x="166688" y="74786"/>
                    <a:pt x="166688" y="166688"/>
                  </a:cubicBezTo>
                  <a:cubicBezTo>
                    <a:pt x="166688" y="258589"/>
                    <a:pt x="241474" y="333375"/>
                    <a:pt x="333375" y="333375"/>
                  </a:cubicBezTo>
                  <a:lnTo>
                    <a:pt x="666750" y="333375"/>
                  </a:lnTo>
                  <a:lnTo>
                    <a:pt x="666750" y="564617"/>
                  </a:lnTo>
                  <a:cubicBezTo>
                    <a:pt x="594568" y="586197"/>
                    <a:pt x="541548" y="647774"/>
                    <a:pt x="530758" y="722188"/>
                  </a:cubicBezTo>
                  <a:lnTo>
                    <a:pt x="266216" y="722188"/>
                  </a:lnTo>
                  <a:cubicBezTo>
                    <a:pt x="235707" y="651867"/>
                    <a:pt x="153851" y="619683"/>
                    <a:pt x="83530" y="650193"/>
                  </a:cubicBezTo>
                  <a:cubicBezTo>
                    <a:pt x="32742" y="672331"/>
                    <a:pt x="0" y="722375"/>
                    <a:pt x="0" y="777813"/>
                  </a:cubicBezTo>
                  <a:cubicBezTo>
                    <a:pt x="186" y="854460"/>
                    <a:pt x="62508" y="916595"/>
                    <a:pt x="139154" y="916409"/>
                  </a:cubicBezTo>
                  <a:cubicBezTo>
                    <a:pt x="194221" y="916223"/>
                    <a:pt x="243892" y="883667"/>
                    <a:pt x="266030" y="833437"/>
                  </a:cubicBezTo>
                  <a:lnTo>
                    <a:pt x="547502" y="833437"/>
                  </a:lnTo>
                  <a:cubicBezTo>
                    <a:pt x="578755" y="898922"/>
                    <a:pt x="645170" y="944500"/>
                    <a:pt x="722375" y="944500"/>
                  </a:cubicBezTo>
                  <a:cubicBezTo>
                    <a:pt x="799579" y="944500"/>
                    <a:pt x="865994" y="898736"/>
                    <a:pt x="897248" y="833437"/>
                  </a:cubicBezTo>
                  <a:lnTo>
                    <a:pt x="1178533" y="833437"/>
                  </a:lnTo>
                  <a:cubicBezTo>
                    <a:pt x="1209043" y="903759"/>
                    <a:pt x="1290898" y="935943"/>
                    <a:pt x="1361219" y="905433"/>
                  </a:cubicBezTo>
                  <a:cubicBezTo>
                    <a:pt x="1412007" y="883295"/>
                    <a:pt x="1444749" y="833251"/>
                    <a:pt x="1444749" y="777813"/>
                  </a:cubicBezTo>
                  <a:cubicBezTo>
                    <a:pt x="1444749" y="701167"/>
                    <a:pt x="1382427" y="639031"/>
                    <a:pt x="1305781" y="639031"/>
                  </a:cubicBezTo>
                  <a:close/>
                  <a:moveTo>
                    <a:pt x="333375" y="222312"/>
                  </a:moveTo>
                  <a:cubicBezTo>
                    <a:pt x="302679" y="221010"/>
                    <a:pt x="278867" y="194965"/>
                    <a:pt x="280355" y="164269"/>
                  </a:cubicBezTo>
                  <a:cubicBezTo>
                    <a:pt x="281657" y="135434"/>
                    <a:pt x="304726" y="112551"/>
                    <a:pt x="333375" y="111249"/>
                  </a:cubicBezTo>
                  <a:lnTo>
                    <a:pt x="1111188" y="111249"/>
                  </a:lnTo>
                  <a:cubicBezTo>
                    <a:pt x="1141884" y="112551"/>
                    <a:pt x="1165696" y="138596"/>
                    <a:pt x="1164208" y="169292"/>
                  </a:cubicBezTo>
                  <a:cubicBezTo>
                    <a:pt x="1162906" y="198127"/>
                    <a:pt x="1139838" y="221010"/>
                    <a:pt x="1111188" y="222312"/>
                  </a:cubicBezTo>
                  <a:lnTo>
                    <a:pt x="333375" y="222312"/>
                  </a:lnTo>
                  <a:close/>
                  <a:moveTo>
                    <a:pt x="722375" y="833437"/>
                  </a:moveTo>
                  <a:cubicBezTo>
                    <a:pt x="676424" y="833437"/>
                    <a:pt x="639031" y="796044"/>
                    <a:pt x="639031" y="750094"/>
                  </a:cubicBezTo>
                  <a:cubicBezTo>
                    <a:pt x="639031" y="704143"/>
                    <a:pt x="676424" y="666750"/>
                    <a:pt x="722375" y="666750"/>
                  </a:cubicBezTo>
                  <a:cubicBezTo>
                    <a:pt x="768325" y="666750"/>
                    <a:pt x="805718" y="704143"/>
                    <a:pt x="805718" y="750094"/>
                  </a:cubicBezTo>
                  <a:cubicBezTo>
                    <a:pt x="805718" y="796044"/>
                    <a:pt x="768325" y="833437"/>
                    <a:pt x="722375" y="833437"/>
                  </a:cubicBezTo>
                  <a:close/>
                </a:path>
              </a:pathLst>
            </a:custGeom>
            <a:grpFill/>
            <a:ln w="1860" cap="flat">
              <a:no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112B71FE-2763-DACB-C00C-E4E0316A6936}"/>
                </a:ext>
              </a:extLst>
            </p:cNvPr>
            <p:cNvSpPr/>
            <p:nvPr/>
          </p:nvSpPr>
          <p:spPr>
            <a:xfrm>
              <a:off x="119057" y="173140"/>
              <a:ext cx="1666884" cy="1166870"/>
            </a:xfrm>
            <a:custGeom>
              <a:avLst/>
              <a:gdLst>
                <a:gd name="connsiteX0" fmla="*/ 416724 w 1666884"/>
                <a:gd name="connsiteY0" fmla="*/ 1166871 h 1166870"/>
                <a:gd name="connsiteX1" fmla="*/ 575598 w 1666884"/>
                <a:gd name="connsiteY1" fmla="*/ 1166871 h 1166870"/>
                <a:gd name="connsiteX2" fmla="*/ 631222 w 1666884"/>
                <a:gd name="connsiteY2" fmla="*/ 1111246 h 1166870"/>
                <a:gd name="connsiteX3" fmla="*/ 575598 w 1666884"/>
                <a:gd name="connsiteY3" fmla="*/ 1055622 h 1166870"/>
                <a:gd name="connsiteX4" fmla="*/ 416724 w 1666884"/>
                <a:gd name="connsiteY4" fmla="*/ 1055622 h 1166870"/>
                <a:gd name="connsiteX5" fmla="*/ 111068 w 1666884"/>
                <a:gd name="connsiteY5" fmla="*/ 749966 h 1166870"/>
                <a:gd name="connsiteX6" fmla="*/ 368913 w 1666884"/>
                <a:gd name="connsiteY6" fmla="*/ 448031 h 1166870"/>
                <a:gd name="connsiteX7" fmla="*/ 402027 w 1666884"/>
                <a:gd name="connsiteY7" fmla="*/ 442822 h 1166870"/>
                <a:gd name="connsiteX8" fmla="*/ 412817 w 1666884"/>
                <a:gd name="connsiteY8" fmla="*/ 411196 h 1166870"/>
                <a:gd name="connsiteX9" fmla="*/ 833442 w 1666884"/>
                <a:gd name="connsiteY9" fmla="*/ 110935 h 1166870"/>
                <a:gd name="connsiteX10" fmla="*/ 1254068 w 1666884"/>
                <a:gd name="connsiteY10" fmla="*/ 411196 h 1166870"/>
                <a:gd name="connsiteX11" fmla="*/ 1265044 w 1666884"/>
                <a:gd name="connsiteY11" fmla="*/ 442822 h 1166870"/>
                <a:gd name="connsiteX12" fmla="*/ 1298158 w 1666884"/>
                <a:gd name="connsiteY12" fmla="*/ 448031 h 1166870"/>
                <a:gd name="connsiteX13" fmla="*/ 1556003 w 1666884"/>
                <a:gd name="connsiteY13" fmla="*/ 749966 h 1166870"/>
                <a:gd name="connsiteX14" fmla="*/ 1250347 w 1666884"/>
                <a:gd name="connsiteY14" fmla="*/ 1055622 h 1166870"/>
                <a:gd name="connsiteX15" fmla="*/ 1081427 w 1666884"/>
                <a:gd name="connsiteY15" fmla="*/ 1055622 h 1166870"/>
                <a:gd name="connsiteX16" fmla="*/ 1025803 w 1666884"/>
                <a:gd name="connsiteY16" fmla="*/ 1111246 h 1166870"/>
                <a:gd name="connsiteX17" fmla="*/ 1081427 w 1666884"/>
                <a:gd name="connsiteY17" fmla="*/ 1166871 h 1166870"/>
                <a:gd name="connsiteX18" fmla="*/ 1250161 w 1666884"/>
                <a:gd name="connsiteY18" fmla="*/ 1166871 h 1166870"/>
                <a:gd name="connsiteX19" fmla="*/ 1666880 w 1666884"/>
                <a:gd name="connsiteY19" fmla="*/ 750152 h 1166870"/>
                <a:gd name="connsiteX20" fmla="*/ 1347644 w 1666884"/>
                <a:gd name="connsiteY20" fmla="*/ 344967 h 1166870"/>
                <a:gd name="connsiteX21" fmla="*/ 622293 w 1666884"/>
                <a:gd name="connsiteY21" fmla="*/ 41730 h 1166870"/>
                <a:gd name="connsiteX22" fmla="*/ 319055 w 1666884"/>
                <a:gd name="connsiteY22" fmla="*/ 344967 h 1166870"/>
                <a:gd name="connsiteX23" fmla="*/ 5 w 1666884"/>
                <a:gd name="connsiteY23" fmla="*/ 750152 h 1166870"/>
                <a:gd name="connsiteX24" fmla="*/ 416724 w 1666884"/>
                <a:gd name="connsiteY24" fmla="*/ 1166871 h 1166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66884" h="1166870">
                  <a:moveTo>
                    <a:pt x="416724" y="1166871"/>
                  </a:moveTo>
                  <a:lnTo>
                    <a:pt x="575598" y="1166871"/>
                  </a:lnTo>
                  <a:cubicBezTo>
                    <a:pt x="606293" y="1166871"/>
                    <a:pt x="631222" y="1141942"/>
                    <a:pt x="631222" y="1111246"/>
                  </a:cubicBezTo>
                  <a:cubicBezTo>
                    <a:pt x="631222" y="1080550"/>
                    <a:pt x="606293" y="1055622"/>
                    <a:pt x="575598" y="1055622"/>
                  </a:cubicBezTo>
                  <a:lnTo>
                    <a:pt x="416724" y="1055622"/>
                  </a:lnTo>
                  <a:cubicBezTo>
                    <a:pt x="247990" y="1055436"/>
                    <a:pt x="111254" y="918700"/>
                    <a:pt x="111068" y="749966"/>
                  </a:cubicBezTo>
                  <a:cubicBezTo>
                    <a:pt x="110324" y="599277"/>
                    <a:pt x="220084" y="470913"/>
                    <a:pt x="368913" y="448031"/>
                  </a:cubicBezTo>
                  <a:lnTo>
                    <a:pt x="402027" y="442822"/>
                  </a:lnTo>
                  <a:lnTo>
                    <a:pt x="412817" y="411196"/>
                  </a:lnTo>
                  <a:cubicBezTo>
                    <a:pt x="474395" y="231672"/>
                    <a:pt x="643501" y="110935"/>
                    <a:pt x="833442" y="110935"/>
                  </a:cubicBezTo>
                  <a:cubicBezTo>
                    <a:pt x="1023384" y="110935"/>
                    <a:pt x="1192304" y="231486"/>
                    <a:pt x="1254068" y="411196"/>
                  </a:cubicBezTo>
                  <a:lnTo>
                    <a:pt x="1265044" y="442822"/>
                  </a:lnTo>
                  <a:lnTo>
                    <a:pt x="1298158" y="448031"/>
                  </a:lnTo>
                  <a:cubicBezTo>
                    <a:pt x="1446986" y="470913"/>
                    <a:pt x="1556747" y="599277"/>
                    <a:pt x="1556003" y="749966"/>
                  </a:cubicBezTo>
                  <a:cubicBezTo>
                    <a:pt x="1556003" y="918514"/>
                    <a:pt x="1418895" y="1055622"/>
                    <a:pt x="1250347" y="1055622"/>
                  </a:cubicBezTo>
                  <a:lnTo>
                    <a:pt x="1081427" y="1055622"/>
                  </a:lnTo>
                  <a:cubicBezTo>
                    <a:pt x="1050731" y="1055622"/>
                    <a:pt x="1025803" y="1080550"/>
                    <a:pt x="1025803" y="1111246"/>
                  </a:cubicBezTo>
                  <a:cubicBezTo>
                    <a:pt x="1025803" y="1141942"/>
                    <a:pt x="1050731" y="1166871"/>
                    <a:pt x="1081427" y="1166871"/>
                  </a:cubicBezTo>
                  <a:lnTo>
                    <a:pt x="1250161" y="1166871"/>
                  </a:lnTo>
                  <a:cubicBezTo>
                    <a:pt x="1479915" y="1166871"/>
                    <a:pt x="1666880" y="979905"/>
                    <a:pt x="1666880" y="750152"/>
                  </a:cubicBezTo>
                  <a:cubicBezTo>
                    <a:pt x="1667810" y="557233"/>
                    <a:pt x="1535539" y="389244"/>
                    <a:pt x="1347644" y="344967"/>
                  </a:cubicBezTo>
                  <a:cubicBezTo>
                    <a:pt x="1231000" y="60892"/>
                    <a:pt x="906368" y="-74728"/>
                    <a:pt x="622293" y="41730"/>
                  </a:cubicBezTo>
                  <a:cubicBezTo>
                    <a:pt x="484813" y="98099"/>
                    <a:pt x="375610" y="207301"/>
                    <a:pt x="319055" y="344967"/>
                  </a:cubicBezTo>
                  <a:cubicBezTo>
                    <a:pt x="131346" y="389058"/>
                    <a:pt x="-925" y="557233"/>
                    <a:pt x="5" y="750152"/>
                  </a:cubicBezTo>
                  <a:cubicBezTo>
                    <a:pt x="5" y="979905"/>
                    <a:pt x="186970" y="1166871"/>
                    <a:pt x="416724" y="1166871"/>
                  </a:cubicBezTo>
                  <a:close/>
                </a:path>
              </a:pathLst>
            </a:custGeom>
            <a:grpFill/>
            <a:ln w="1860" cap="flat">
              <a:noFill/>
              <a:prstDash val="solid"/>
              <a:miter/>
            </a:ln>
          </p:spPr>
          <p:txBody>
            <a:bodyPr rtlCol="0" anchor="ctr"/>
            <a:lstStyle/>
            <a:p>
              <a:endParaRPr lang="zh-CN" altLang="en-US"/>
            </a:p>
          </p:txBody>
        </p:sp>
      </p:grpSp>
    </p:spTree>
    <p:extLst>
      <p:ext uri="{BB962C8B-B14F-4D97-AF65-F5344CB8AC3E}">
        <p14:creationId xmlns:p14="http://schemas.microsoft.com/office/powerpoint/2010/main" val="91306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108" name="任意多边形: 形状 107">
            <a:extLst>
              <a:ext uri="{FF2B5EF4-FFF2-40B4-BE49-F238E27FC236}">
                <a16:creationId xmlns:a16="http://schemas.microsoft.com/office/drawing/2014/main" id="{E3BC2D18-DC64-7CC8-6EBE-09AC7F1DFE9D}"/>
              </a:ext>
            </a:extLst>
          </p:cNvPr>
          <p:cNvSpPr>
            <a:spLocks/>
          </p:cNvSpPr>
          <p:nvPr/>
        </p:nvSpPr>
        <p:spPr>
          <a:xfrm>
            <a:off x="2958676" y="5000956"/>
            <a:ext cx="6274648" cy="1131748"/>
          </a:xfrm>
          <a:custGeom>
            <a:avLst/>
            <a:gdLst>
              <a:gd name="connsiteX0" fmla="*/ 3137324 w 6274648"/>
              <a:gd name="connsiteY0" fmla="*/ 24857 h 1131748"/>
              <a:gd name="connsiteX1" fmla="*/ 80547 w 6274648"/>
              <a:gd name="connsiteY1" fmla="*/ 514548 h 1131748"/>
              <a:gd name="connsiteX2" fmla="*/ 3137324 w 6274648"/>
              <a:gd name="connsiteY2" fmla="*/ 1004239 h 1131748"/>
              <a:gd name="connsiteX3" fmla="*/ 6194101 w 6274648"/>
              <a:gd name="connsiteY3" fmla="*/ 514548 h 1131748"/>
              <a:gd name="connsiteX4" fmla="*/ 3137324 w 6274648"/>
              <a:gd name="connsiteY4" fmla="*/ 24857 h 1131748"/>
              <a:gd name="connsiteX5" fmla="*/ 3137324 w 6274648"/>
              <a:gd name="connsiteY5" fmla="*/ 0 h 1131748"/>
              <a:gd name="connsiteX6" fmla="*/ 6274648 w 6274648"/>
              <a:gd name="connsiteY6" fmla="*/ 565874 h 1131748"/>
              <a:gd name="connsiteX7" fmla="*/ 3137324 w 6274648"/>
              <a:gd name="connsiteY7" fmla="*/ 1131748 h 1131748"/>
              <a:gd name="connsiteX8" fmla="*/ 0 w 6274648"/>
              <a:gd name="connsiteY8" fmla="*/ 565874 h 1131748"/>
              <a:gd name="connsiteX9" fmla="*/ 3137324 w 6274648"/>
              <a:gd name="connsiteY9" fmla="*/ 0 h 1131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74648" h="1131748">
                <a:moveTo>
                  <a:pt x="3137324" y="24857"/>
                </a:moveTo>
                <a:cubicBezTo>
                  <a:pt x="1449113" y="24857"/>
                  <a:pt x="80547" y="244099"/>
                  <a:pt x="80547" y="514548"/>
                </a:cubicBezTo>
                <a:cubicBezTo>
                  <a:pt x="80547" y="784997"/>
                  <a:pt x="1449113" y="1004239"/>
                  <a:pt x="3137324" y="1004239"/>
                </a:cubicBezTo>
                <a:cubicBezTo>
                  <a:pt x="4825535" y="1004239"/>
                  <a:pt x="6194101" y="784997"/>
                  <a:pt x="6194101" y="514548"/>
                </a:cubicBezTo>
                <a:cubicBezTo>
                  <a:pt x="6194101" y="244099"/>
                  <a:pt x="4825535" y="24857"/>
                  <a:pt x="3137324" y="24857"/>
                </a:cubicBezTo>
                <a:close/>
                <a:moveTo>
                  <a:pt x="3137324" y="0"/>
                </a:moveTo>
                <a:cubicBezTo>
                  <a:pt x="4870020" y="0"/>
                  <a:pt x="6274648" y="253350"/>
                  <a:pt x="6274648" y="565874"/>
                </a:cubicBezTo>
                <a:cubicBezTo>
                  <a:pt x="6274648" y="878398"/>
                  <a:pt x="4870020" y="1131748"/>
                  <a:pt x="3137324" y="1131748"/>
                </a:cubicBezTo>
                <a:cubicBezTo>
                  <a:pt x="1404628" y="1131748"/>
                  <a:pt x="0" y="878398"/>
                  <a:pt x="0" y="565874"/>
                </a:cubicBezTo>
                <a:cubicBezTo>
                  <a:pt x="0" y="253350"/>
                  <a:pt x="1404628" y="0"/>
                  <a:pt x="3137324" y="0"/>
                </a:cubicBezTo>
                <a:close/>
              </a:path>
            </a:pathLst>
          </a:custGeom>
          <a:gradFill flip="none" rotWithShape="1">
            <a:gsLst>
              <a:gs pos="68000">
                <a:schemeClr val="accent1">
                  <a:alpha val="15000"/>
                </a:schemeClr>
              </a:gs>
              <a:gs pos="100000">
                <a:schemeClr val="accent1"/>
              </a:gs>
            </a:gsLst>
            <a:lin ang="5400000" scaled="0"/>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9449335"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场景全面开放，互惠共赢</a:t>
            </a:r>
            <a:endParaRPr lang="en-US" altLang="zh-CN" dirty="0"/>
          </a:p>
        </p:txBody>
      </p:sp>
      <p:sp>
        <p:nvSpPr>
          <p:cNvPr id="42" name="椭圆 41">
            <a:extLst>
              <a:ext uri="{FF2B5EF4-FFF2-40B4-BE49-F238E27FC236}">
                <a16:creationId xmlns:a16="http://schemas.microsoft.com/office/drawing/2014/main" id="{7F11414F-4EC2-E958-9DAD-6C93EE57C1F7}"/>
              </a:ext>
            </a:extLst>
          </p:cNvPr>
          <p:cNvSpPr>
            <a:spLocks/>
          </p:cNvSpPr>
          <p:nvPr/>
        </p:nvSpPr>
        <p:spPr>
          <a:xfrm>
            <a:off x="1212496" y="1855166"/>
            <a:ext cx="9767008" cy="1452759"/>
          </a:xfrm>
          <a:prstGeom prst="ellipse">
            <a:avLst/>
          </a:prstGeom>
          <a:noFill/>
          <a:ln w="9525">
            <a:gradFill>
              <a:gsLst>
                <a:gs pos="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54" name="任意多边形: 形状 53">
            <a:extLst>
              <a:ext uri="{FF2B5EF4-FFF2-40B4-BE49-F238E27FC236}">
                <a16:creationId xmlns:a16="http://schemas.microsoft.com/office/drawing/2014/main" id="{AC4DCD79-6193-0271-91E5-D39C88868F08}"/>
              </a:ext>
            </a:extLst>
          </p:cNvPr>
          <p:cNvSpPr>
            <a:spLocks/>
          </p:cNvSpPr>
          <p:nvPr/>
        </p:nvSpPr>
        <p:spPr>
          <a:xfrm>
            <a:off x="2476846" y="3649974"/>
            <a:ext cx="7238309" cy="949108"/>
          </a:xfrm>
          <a:custGeom>
            <a:avLst/>
            <a:gdLst>
              <a:gd name="connsiteX0" fmla="*/ 3171825 w 6343650"/>
              <a:gd name="connsiteY0" fmla="*/ 135492 h 756180"/>
              <a:gd name="connsiteX1" fmla="*/ 1207558 w 6343650"/>
              <a:gd name="connsiteY1" fmla="*/ 341131 h 756180"/>
              <a:gd name="connsiteX2" fmla="*/ 3171825 w 6343650"/>
              <a:gd name="connsiteY2" fmla="*/ 546770 h 756180"/>
              <a:gd name="connsiteX3" fmla="*/ 5136092 w 6343650"/>
              <a:gd name="connsiteY3" fmla="*/ 341131 h 756180"/>
              <a:gd name="connsiteX4" fmla="*/ 3171825 w 6343650"/>
              <a:gd name="connsiteY4" fmla="*/ 135492 h 756180"/>
              <a:gd name="connsiteX5" fmla="*/ 3171825 w 6343650"/>
              <a:gd name="connsiteY5" fmla="*/ 0 h 756180"/>
              <a:gd name="connsiteX6" fmla="*/ 6343650 w 6343650"/>
              <a:gd name="connsiteY6" fmla="*/ 378090 h 756180"/>
              <a:gd name="connsiteX7" fmla="*/ 3171825 w 6343650"/>
              <a:gd name="connsiteY7" fmla="*/ 756180 h 756180"/>
              <a:gd name="connsiteX8" fmla="*/ 0 w 6343650"/>
              <a:gd name="connsiteY8" fmla="*/ 378090 h 756180"/>
              <a:gd name="connsiteX9" fmla="*/ 3171825 w 6343650"/>
              <a:gd name="connsiteY9" fmla="*/ 0 h 756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343650" h="756180">
                <a:moveTo>
                  <a:pt x="3171825" y="135492"/>
                </a:moveTo>
                <a:cubicBezTo>
                  <a:pt x="2086990" y="135492"/>
                  <a:pt x="1207558" y="227560"/>
                  <a:pt x="1207558" y="341131"/>
                </a:cubicBezTo>
                <a:cubicBezTo>
                  <a:pt x="1207558" y="454702"/>
                  <a:pt x="2086990" y="546770"/>
                  <a:pt x="3171825" y="546770"/>
                </a:cubicBezTo>
                <a:cubicBezTo>
                  <a:pt x="4256660" y="546770"/>
                  <a:pt x="5136092" y="454702"/>
                  <a:pt x="5136092" y="341131"/>
                </a:cubicBezTo>
                <a:cubicBezTo>
                  <a:pt x="5136092" y="227560"/>
                  <a:pt x="4256660" y="135492"/>
                  <a:pt x="3171825" y="135492"/>
                </a:cubicBezTo>
                <a:close/>
                <a:moveTo>
                  <a:pt x="3171825" y="0"/>
                </a:moveTo>
                <a:cubicBezTo>
                  <a:pt x="4923576" y="0"/>
                  <a:pt x="6343650" y="169277"/>
                  <a:pt x="6343650" y="378090"/>
                </a:cubicBezTo>
                <a:cubicBezTo>
                  <a:pt x="6343650" y="586903"/>
                  <a:pt x="4923576" y="756180"/>
                  <a:pt x="3171825" y="756180"/>
                </a:cubicBezTo>
                <a:cubicBezTo>
                  <a:pt x="1420074" y="756180"/>
                  <a:pt x="0" y="586903"/>
                  <a:pt x="0" y="378090"/>
                </a:cubicBezTo>
                <a:cubicBezTo>
                  <a:pt x="0" y="169277"/>
                  <a:pt x="1420074" y="0"/>
                  <a:pt x="3171825" y="0"/>
                </a:cubicBezTo>
                <a:close/>
              </a:path>
            </a:pathLst>
          </a:custGeom>
          <a:gradFill flip="none" rotWithShape="1">
            <a:gsLst>
              <a:gs pos="4000">
                <a:schemeClr val="accent1">
                  <a:alpha val="0"/>
                </a:schemeClr>
              </a:gs>
              <a:gs pos="100000">
                <a:schemeClr val="accent1">
                  <a:alpha val="43000"/>
                </a:schemeClr>
              </a:gs>
            </a:gsLst>
            <a:lin ang="5400000" scaled="0"/>
            <a:tileRect/>
          </a:gradFill>
          <a:ln w="9525">
            <a:gradFill>
              <a:gsLst>
                <a:gs pos="0">
                  <a:schemeClr val="accent1">
                    <a:alpha val="0"/>
                  </a:schemeClr>
                </a:gs>
                <a:gs pos="100000">
                  <a:schemeClr val="accent1">
                    <a:alpha val="6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p>
        </p:txBody>
      </p:sp>
      <p:sp>
        <p:nvSpPr>
          <p:cNvPr id="40" name="任意多边形: 形状 39">
            <a:extLst>
              <a:ext uri="{FF2B5EF4-FFF2-40B4-BE49-F238E27FC236}">
                <a16:creationId xmlns:a16="http://schemas.microsoft.com/office/drawing/2014/main" id="{C746D725-BF5C-3149-2E2A-FB98D7593F2C}"/>
              </a:ext>
            </a:extLst>
          </p:cNvPr>
          <p:cNvSpPr>
            <a:spLocks/>
          </p:cNvSpPr>
          <p:nvPr/>
        </p:nvSpPr>
        <p:spPr>
          <a:xfrm>
            <a:off x="2342803" y="3596634"/>
            <a:ext cx="7506395" cy="1105197"/>
          </a:xfrm>
          <a:custGeom>
            <a:avLst/>
            <a:gdLst>
              <a:gd name="connsiteX0" fmla="*/ 3289301 w 6578600"/>
              <a:gd name="connsiteY0" fmla="*/ 7225 h 880540"/>
              <a:gd name="connsiteX1" fmla="*/ 61913 w 6578600"/>
              <a:gd name="connsiteY1" fmla="*/ 421917 h 880540"/>
              <a:gd name="connsiteX2" fmla="*/ 3289301 w 6578600"/>
              <a:gd name="connsiteY2" fmla="*/ 836609 h 880540"/>
              <a:gd name="connsiteX3" fmla="*/ 6516689 w 6578600"/>
              <a:gd name="connsiteY3" fmla="*/ 421917 h 880540"/>
              <a:gd name="connsiteX4" fmla="*/ 3289301 w 6578600"/>
              <a:gd name="connsiteY4" fmla="*/ 7225 h 880540"/>
              <a:gd name="connsiteX5" fmla="*/ 3289300 w 6578600"/>
              <a:gd name="connsiteY5" fmla="*/ 0 h 880540"/>
              <a:gd name="connsiteX6" fmla="*/ 6578600 w 6578600"/>
              <a:gd name="connsiteY6" fmla="*/ 440270 h 880540"/>
              <a:gd name="connsiteX7" fmla="*/ 3289300 w 6578600"/>
              <a:gd name="connsiteY7" fmla="*/ 880540 h 880540"/>
              <a:gd name="connsiteX8" fmla="*/ 0 w 6578600"/>
              <a:gd name="connsiteY8" fmla="*/ 440270 h 880540"/>
              <a:gd name="connsiteX9" fmla="*/ 3289300 w 6578600"/>
              <a:gd name="connsiteY9" fmla="*/ 0 h 880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8600" h="880540">
                <a:moveTo>
                  <a:pt x="3289301" y="7225"/>
                </a:moveTo>
                <a:cubicBezTo>
                  <a:pt x="1506864" y="7225"/>
                  <a:pt x="61913" y="192889"/>
                  <a:pt x="61913" y="421917"/>
                </a:cubicBezTo>
                <a:cubicBezTo>
                  <a:pt x="61913" y="650945"/>
                  <a:pt x="1506864" y="836609"/>
                  <a:pt x="3289301" y="836609"/>
                </a:cubicBezTo>
                <a:cubicBezTo>
                  <a:pt x="5071738" y="836609"/>
                  <a:pt x="6516689" y="650945"/>
                  <a:pt x="6516689" y="421917"/>
                </a:cubicBezTo>
                <a:cubicBezTo>
                  <a:pt x="6516689" y="192889"/>
                  <a:pt x="5071738" y="7225"/>
                  <a:pt x="3289301" y="7225"/>
                </a:cubicBezTo>
                <a:close/>
                <a:moveTo>
                  <a:pt x="3289300" y="0"/>
                </a:moveTo>
                <a:cubicBezTo>
                  <a:pt x="5105930" y="0"/>
                  <a:pt x="6578600" y="197116"/>
                  <a:pt x="6578600" y="440270"/>
                </a:cubicBezTo>
                <a:cubicBezTo>
                  <a:pt x="6578600" y="683424"/>
                  <a:pt x="5105930" y="880540"/>
                  <a:pt x="3289300" y="880540"/>
                </a:cubicBezTo>
                <a:cubicBezTo>
                  <a:pt x="1472670" y="880540"/>
                  <a:pt x="0" y="683424"/>
                  <a:pt x="0" y="440270"/>
                </a:cubicBezTo>
                <a:cubicBezTo>
                  <a:pt x="0" y="197116"/>
                  <a:pt x="1472670" y="0"/>
                  <a:pt x="3289300" y="0"/>
                </a:cubicBezTo>
                <a:close/>
              </a:path>
            </a:pathLst>
          </a:custGeom>
          <a:gradFill flip="none" rotWithShape="1">
            <a:gsLst>
              <a:gs pos="68000">
                <a:schemeClr val="accent1">
                  <a:alpha val="15000"/>
                </a:schemeClr>
              </a:gs>
              <a:gs pos="100000">
                <a:schemeClr val="accent1"/>
              </a:gs>
            </a:gsLst>
            <a:lin ang="5400000" scaled="0"/>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p>
        </p:txBody>
      </p:sp>
      <p:sp>
        <p:nvSpPr>
          <p:cNvPr id="5" name="椭圆 4">
            <a:extLst>
              <a:ext uri="{FF2B5EF4-FFF2-40B4-BE49-F238E27FC236}">
                <a16:creationId xmlns:a16="http://schemas.microsoft.com/office/drawing/2014/main" id="{C5F4DCB1-83BD-2CEC-1943-634830591DB9}"/>
              </a:ext>
            </a:extLst>
          </p:cNvPr>
          <p:cNvSpPr>
            <a:spLocks/>
          </p:cNvSpPr>
          <p:nvPr/>
        </p:nvSpPr>
        <p:spPr>
          <a:xfrm>
            <a:off x="3139814" y="5040804"/>
            <a:ext cx="5924448" cy="874055"/>
          </a:xfrm>
          <a:prstGeom prst="ellipse">
            <a:avLst/>
          </a:prstGeom>
          <a:no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1" name="任意多边形: 形状 20">
            <a:extLst>
              <a:ext uri="{FF2B5EF4-FFF2-40B4-BE49-F238E27FC236}">
                <a16:creationId xmlns:a16="http://schemas.microsoft.com/office/drawing/2014/main" id="{46CF69E8-973A-14B7-37B5-0A28E1D5B093}"/>
              </a:ext>
            </a:extLst>
          </p:cNvPr>
          <p:cNvSpPr>
            <a:spLocks/>
          </p:cNvSpPr>
          <p:nvPr/>
        </p:nvSpPr>
        <p:spPr>
          <a:xfrm>
            <a:off x="3133776" y="5000956"/>
            <a:ext cx="5924449" cy="874054"/>
          </a:xfrm>
          <a:custGeom>
            <a:avLst/>
            <a:gdLst>
              <a:gd name="connsiteX0" fmla="*/ 2595562 w 5192184"/>
              <a:gd name="connsiteY0" fmla="*/ 205841 h 696382"/>
              <a:gd name="connsiteX1" fmla="*/ 1500185 w 5192184"/>
              <a:gd name="connsiteY1" fmla="*/ 348189 h 696382"/>
              <a:gd name="connsiteX2" fmla="*/ 2595562 w 5192184"/>
              <a:gd name="connsiteY2" fmla="*/ 490537 h 696382"/>
              <a:gd name="connsiteX3" fmla="*/ 3690939 w 5192184"/>
              <a:gd name="connsiteY3" fmla="*/ 348189 h 696382"/>
              <a:gd name="connsiteX4" fmla="*/ 2595562 w 5192184"/>
              <a:gd name="connsiteY4" fmla="*/ 205841 h 696382"/>
              <a:gd name="connsiteX5" fmla="*/ 2596092 w 5192184"/>
              <a:gd name="connsiteY5" fmla="*/ 0 h 696382"/>
              <a:gd name="connsiteX6" fmla="*/ 5192184 w 5192184"/>
              <a:gd name="connsiteY6" fmla="*/ 348191 h 696382"/>
              <a:gd name="connsiteX7" fmla="*/ 2596092 w 5192184"/>
              <a:gd name="connsiteY7" fmla="*/ 696382 h 696382"/>
              <a:gd name="connsiteX8" fmla="*/ 0 w 5192184"/>
              <a:gd name="connsiteY8" fmla="*/ 348191 h 696382"/>
              <a:gd name="connsiteX9" fmla="*/ 2596092 w 5192184"/>
              <a:gd name="connsiteY9" fmla="*/ 0 h 696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92184" h="696382">
                <a:moveTo>
                  <a:pt x="2595562" y="205841"/>
                </a:moveTo>
                <a:cubicBezTo>
                  <a:pt x="1990602" y="205841"/>
                  <a:pt x="1500185" y="269572"/>
                  <a:pt x="1500185" y="348189"/>
                </a:cubicBezTo>
                <a:cubicBezTo>
                  <a:pt x="1500185" y="426806"/>
                  <a:pt x="1990602" y="490537"/>
                  <a:pt x="2595562" y="490537"/>
                </a:cubicBezTo>
                <a:cubicBezTo>
                  <a:pt x="3200522" y="490537"/>
                  <a:pt x="3690939" y="426806"/>
                  <a:pt x="3690939" y="348189"/>
                </a:cubicBezTo>
                <a:cubicBezTo>
                  <a:pt x="3690939" y="269572"/>
                  <a:pt x="3200522" y="205841"/>
                  <a:pt x="2595562" y="205841"/>
                </a:cubicBezTo>
                <a:close/>
                <a:moveTo>
                  <a:pt x="2596092" y="0"/>
                </a:moveTo>
                <a:cubicBezTo>
                  <a:pt x="4029874" y="0"/>
                  <a:pt x="5192184" y="155890"/>
                  <a:pt x="5192184" y="348191"/>
                </a:cubicBezTo>
                <a:cubicBezTo>
                  <a:pt x="5192184" y="540492"/>
                  <a:pt x="4029874" y="696382"/>
                  <a:pt x="2596092" y="696382"/>
                </a:cubicBezTo>
                <a:cubicBezTo>
                  <a:pt x="1162310" y="696382"/>
                  <a:pt x="0" y="540492"/>
                  <a:pt x="0" y="348191"/>
                </a:cubicBezTo>
                <a:cubicBezTo>
                  <a:pt x="0" y="155890"/>
                  <a:pt x="1162310" y="0"/>
                  <a:pt x="2596092" y="0"/>
                </a:cubicBezTo>
                <a:close/>
              </a:path>
            </a:pathLst>
          </a:custGeom>
          <a:gradFill flip="none" rotWithShape="1">
            <a:gsLst>
              <a:gs pos="4000">
                <a:schemeClr val="accent1">
                  <a:alpha val="0"/>
                </a:schemeClr>
              </a:gs>
              <a:gs pos="100000">
                <a:schemeClr val="accent1">
                  <a:alpha val="90000"/>
                </a:schemeClr>
              </a:gs>
            </a:gsLst>
            <a:lin ang="5400000" scaled="0"/>
            <a:tileRect/>
          </a:gradFill>
          <a:ln w="9525">
            <a:gradFill>
              <a:gsLst>
                <a:gs pos="0">
                  <a:schemeClr val="accent1">
                    <a:alpha val="0"/>
                  </a:schemeClr>
                </a:gs>
                <a:gs pos="100000">
                  <a:schemeClr val="accent1">
                    <a:alpha val="6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p>
        </p:txBody>
      </p:sp>
      <p:sp>
        <p:nvSpPr>
          <p:cNvPr id="8" name="椭圆 7">
            <a:extLst>
              <a:ext uri="{FF2B5EF4-FFF2-40B4-BE49-F238E27FC236}">
                <a16:creationId xmlns:a16="http://schemas.microsoft.com/office/drawing/2014/main" id="{C6D92268-B8EF-1A97-7CBC-C325F04F5B82}"/>
              </a:ext>
            </a:extLst>
          </p:cNvPr>
          <p:cNvSpPr>
            <a:spLocks/>
          </p:cNvSpPr>
          <p:nvPr/>
        </p:nvSpPr>
        <p:spPr>
          <a:xfrm>
            <a:off x="4976561" y="5060729"/>
            <a:ext cx="2249745" cy="370611"/>
          </a:xfrm>
          <a:prstGeom prst="ellipse">
            <a:avLst/>
          </a:prstGeom>
          <a:gradFill flip="none" rotWithShape="1">
            <a:gsLst>
              <a:gs pos="53000">
                <a:schemeClr val="accent1">
                  <a:alpha val="0"/>
                </a:schemeClr>
              </a:gs>
              <a:gs pos="100000">
                <a:schemeClr val="accent1">
                  <a:alpha val="18000"/>
                </a:schemeClr>
              </a:gs>
            </a:gsLst>
            <a:lin ang="5400000" scaled="0"/>
            <a:tileRect/>
          </a:gradFill>
          <a:ln w="158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9" name="椭圆 8">
            <a:extLst>
              <a:ext uri="{FF2B5EF4-FFF2-40B4-BE49-F238E27FC236}">
                <a16:creationId xmlns:a16="http://schemas.microsoft.com/office/drawing/2014/main" id="{0F4182AB-075A-9B8D-7C97-20659173C9E8}"/>
              </a:ext>
            </a:extLst>
          </p:cNvPr>
          <p:cNvSpPr>
            <a:spLocks/>
          </p:cNvSpPr>
          <p:nvPr/>
        </p:nvSpPr>
        <p:spPr>
          <a:xfrm>
            <a:off x="5257928" y="5100580"/>
            <a:ext cx="1688219" cy="195268"/>
          </a:xfrm>
          <a:prstGeom prst="ellipse">
            <a:avLst/>
          </a:prstGeom>
          <a:solidFill>
            <a:schemeClr val="accent1">
              <a:alpha val="21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5" name="椭圆 14">
            <a:extLst>
              <a:ext uri="{FF2B5EF4-FFF2-40B4-BE49-F238E27FC236}">
                <a16:creationId xmlns:a16="http://schemas.microsoft.com/office/drawing/2014/main" id="{427D88C5-E872-8044-F83F-F7442309446A}"/>
              </a:ext>
            </a:extLst>
          </p:cNvPr>
          <p:cNvSpPr>
            <a:spLocks/>
          </p:cNvSpPr>
          <p:nvPr/>
        </p:nvSpPr>
        <p:spPr>
          <a:xfrm>
            <a:off x="5257928" y="5064048"/>
            <a:ext cx="1688219" cy="195268"/>
          </a:xfrm>
          <a:prstGeom prst="ellipse">
            <a:avLst/>
          </a:prstGeom>
          <a:solidFill>
            <a:schemeClr val="accent1">
              <a:alpha val="21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6" name="椭圆 25">
            <a:extLst>
              <a:ext uri="{FF2B5EF4-FFF2-40B4-BE49-F238E27FC236}">
                <a16:creationId xmlns:a16="http://schemas.microsoft.com/office/drawing/2014/main" id="{E55D2218-2BFF-7B21-7238-21D15B07B086}"/>
              </a:ext>
            </a:extLst>
          </p:cNvPr>
          <p:cNvSpPr>
            <a:spLocks/>
          </p:cNvSpPr>
          <p:nvPr/>
        </p:nvSpPr>
        <p:spPr>
          <a:xfrm>
            <a:off x="3122305" y="3296099"/>
            <a:ext cx="5947391" cy="890372"/>
          </a:xfrm>
          <a:prstGeom prst="ellipse">
            <a:avLst/>
          </a:prstGeom>
          <a:noFill/>
          <a:ln w="9525">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29" name="椭圆 28">
            <a:extLst>
              <a:ext uri="{FF2B5EF4-FFF2-40B4-BE49-F238E27FC236}">
                <a16:creationId xmlns:a16="http://schemas.microsoft.com/office/drawing/2014/main" id="{B6EE57E1-1043-4686-070A-403EEC382D59}"/>
              </a:ext>
            </a:extLst>
          </p:cNvPr>
          <p:cNvSpPr>
            <a:spLocks/>
          </p:cNvSpPr>
          <p:nvPr/>
        </p:nvSpPr>
        <p:spPr>
          <a:xfrm>
            <a:off x="4974750" y="3661931"/>
            <a:ext cx="2242500" cy="379037"/>
          </a:xfrm>
          <a:prstGeom prst="ellipse">
            <a:avLst/>
          </a:prstGeom>
          <a:no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63" name="任意多边形: 形状 62">
            <a:extLst>
              <a:ext uri="{FF2B5EF4-FFF2-40B4-BE49-F238E27FC236}">
                <a16:creationId xmlns:a16="http://schemas.microsoft.com/office/drawing/2014/main" id="{363064E6-05D6-749C-9201-2A62DFBA68F1}"/>
              </a:ext>
            </a:extLst>
          </p:cNvPr>
          <p:cNvSpPr/>
          <p:nvPr/>
        </p:nvSpPr>
        <p:spPr>
          <a:xfrm flipV="1">
            <a:off x="4088683" y="3596634"/>
            <a:ext cx="4014635" cy="739611"/>
          </a:xfrm>
          <a:custGeom>
            <a:avLst/>
            <a:gdLst>
              <a:gd name="connsiteX0" fmla="*/ 0 w 3518424"/>
              <a:gd name="connsiteY0" fmla="*/ 589268 h 589268"/>
              <a:gd name="connsiteX1" fmla="*/ 3518424 w 3518424"/>
              <a:gd name="connsiteY1" fmla="*/ 589268 h 589268"/>
              <a:gd name="connsiteX2" fmla="*/ 3467335 w 3518424"/>
              <a:gd name="connsiteY2" fmla="*/ 486644 h 589268"/>
              <a:gd name="connsiteX3" fmla="*/ 3467335 w 3518424"/>
              <a:gd name="connsiteY3" fmla="*/ 486644 h 589268"/>
              <a:gd name="connsiteX4" fmla="*/ 3322081 w 3518424"/>
              <a:gd name="connsiteY4" fmla="*/ 194870 h 589268"/>
              <a:gd name="connsiteX5" fmla="*/ 3322081 w 3518424"/>
              <a:gd name="connsiteY5" fmla="*/ 194870 h 589268"/>
              <a:gd name="connsiteX6" fmla="*/ 3262029 w 3518424"/>
              <a:gd name="connsiteY6" fmla="*/ 74243 h 589268"/>
              <a:gd name="connsiteX7" fmla="*/ 3151596 w 3518424"/>
              <a:gd name="connsiteY7" fmla="*/ 60231 h 589268"/>
              <a:gd name="connsiteX8" fmla="*/ 1762649 w 3518424"/>
              <a:gd name="connsiteY8" fmla="*/ 0 h 589268"/>
              <a:gd name="connsiteX9" fmla="*/ 373703 w 3518424"/>
              <a:gd name="connsiteY9" fmla="*/ 60231 h 589268"/>
              <a:gd name="connsiteX10" fmla="*/ 255932 w 3518424"/>
              <a:gd name="connsiteY10" fmla="*/ 75174 h 589268"/>
              <a:gd name="connsiteX11" fmla="*/ 196344 w 3518424"/>
              <a:gd name="connsiteY11" fmla="*/ 194870 h 589268"/>
              <a:gd name="connsiteX12" fmla="*/ 196343 w 3518424"/>
              <a:gd name="connsiteY12" fmla="*/ 194870 h 58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18424" h="589268">
                <a:moveTo>
                  <a:pt x="0" y="589268"/>
                </a:moveTo>
                <a:lnTo>
                  <a:pt x="3518424" y="589268"/>
                </a:lnTo>
                <a:lnTo>
                  <a:pt x="3467335" y="486644"/>
                </a:lnTo>
                <a:lnTo>
                  <a:pt x="3467335" y="486644"/>
                </a:lnTo>
                <a:lnTo>
                  <a:pt x="3322081" y="194870"/>
                </a:lnTo>
                <a:lnTo>
                  <a:pt x="3322081" y="194870"/>
                </a:lnTo>
                <a:lnTo>
                  <a:pt x="3262029" y="74243"/>
                </a:lnTo>
                <a:lnTo>
                  <a:pt x="3151596" y="60231"/>
                </a:lnTo>
                <a:cubicBezTo>
                  <a:pt x="2796133" y="23017"/>
                  <a:pt x="2305067" y="0"/>
                  <a:pt x="1762649" y="0"/>
                </a:cubicBezTo>
                <a:cubicBezTo>
                  <a:pt x="1220232" y="0"/>
                  <a:pt x="729165" y="23017"/>
                  <a:pt x="373703" y="60231"/>
                </a:cubicBezTo>
                <a:lnTo>
                  <a:pt x="255932" y="75174"/>
                </a:lnTo>
                <a:lnTo>
                  <a:pt x="196344" y="194870"/>
                </a:lnTo>
                <a:lnTo>
                  <a:pt x="196343" y="194870"/>
                </a:lnTo>
                <a:close/>
              </a:path>
            </a:pathLst>
          </a:custGeom>
          <a:gradFill>
            <a:gsLst>
              <a:gs pos="73000">
                <a:schemeClr val="accent1">
                  <a:alpha val="0"/>
                </a:schemeClr>
              </a:gs>
              <a:gs pos="0">
                <a:schemeClr val="accent1">
                  <a:alpha val="61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a:p>
        </p:txBody>
      </p:sp>
      <p:sp>
        <p:nvSpPr>
          <p:cNvPr id="48" name="任意多边形: 形状 47">
            <a:extLst>
              <a:ext uri="{FF2B5EF4-FFF2-40B4-BE49-F238E27FC236}">
                <a16:creationId xmlns:a16="http://schemas.microsoft.com/office/drawing/2014/main" id="{9A836BBA-0A97-F50E-BD9A-AFFD561C9797}"/>
              </a:ext>
            </a:extLst>
          </p:cNvPr>
          <p:cNvSpPr>
            <a:spLocks/>
          </p:cNvSpPr>
          <p:nvPr/>
        </p:nvSpPr>
        <p:spPr>
          <a:xfrm>
            <a:off x="1212496" y="1791405"/>
            <a:ext cx="9767008" cy="1452759"/>
          </a:xfrm>
          <a:custGeom>
            <a:avLst/>
            <a:gdLst>
              <a:gd name="connsiteX0" fmla="*/ 4279900 w 8559800"/>
              <a:gd name="connsiteY0" fmla="*/ 238124 h 1157452"/>
              <a:gd name="connsiteX1" fmla="*/ 1565275 w 8559800"/>
              <a:gd name="connsiteY1" fmla="*/ 554108 h 1157452"/>
              <a:gd name="connsiteX2" fmla="*/ 4279900 w 8559800"/>
              <a:gd name="connsiteY2" fmla="*/ 870092 h 1157452"/>
              <a:gd name="connsiteX3" fmla="*/ 6994525 w 8559800"/>
              <a:gd name="connsiteY3" fmla="*/ 554108 h 1157452"/>
              <a:gd name="connsiteX4" fmla="*/ 4279900 w 8559800"/>
              <a:gd name="connsiteY4" fmla="*/ 238124 h 1157452"/>
              <a:gd name="connsiteX5" fmla="*/ 4279900 w 8559800"/>
              <a:gd name="connsiteY5" fmla="*/ 0 h 1157452"/>
              <a:gd name="connsiteX6" fmla="*/ 8559800 w 8559800"/>
              <a:gd name="connsiteY6" fmla="*/ 578726 h 1157452"/>
              <a:gd name="connsiteX7" fmla="*/ 4279900 w 8559800"/>
              <a:gd name="connsiteY7" fmla="*/ 1157452 h 1157452"/>
              <a:gd name="connsiteX8" fmla="*/ 0 w 8559800"/>
              <a:gd name="connsiteY8" fmla="*/ 578726 h 1157452"/>
              <a:gd name="connsiteX9" fmla="*/ 4279900 w 8559800"/>
              <a:gd name="connsiteY9" fmla="*/ 0 h 115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59800" h="1157452">
                <a:moveTo>
                  <a:pt x="4279900" y="238124"/>
                </a:moveTo>
                <a:cubicBezTo>
                  <a:pt x="2780654" y="238124"/>
                  <a:pt x="1565275" y="379595"/>
                  <a:pt x="1565275" y="554108"/>
                </a:cubicBezTo>
                <a:cubicBezTo>
                  <a:pt x="1565275" y="728621"/>
                  <a:pt x="2780654" y="870092"/>
                  <a:pt x="4279900" y="870092"/>
                </a:cubicBezTo>
                <a:cubicBezTo>
                  <a:pt x="5779146" y="870092"/>
                  <a:pt x="6994525" y="728621"/>
                  <a:pt x="6994525" y="554108"/>
                </a:cubicBezTo>
                <a:cubicBezTo>
                  <a:pt x="6994525" y="379595"/>
                  <a:pt x="5779146" y="238124"/>
                  <a:pt x="4279900" y="238124"/>
                </a:cubicBezTo>
                <a:close/>
                <a:moveTo>
                  <a:pt x="4279900" y="0"/>
                </a:moveTo>
                <a:cubicBezTo>
                  <a:pt x="6643624" y="0"/>
                  <a:pt x="8559800" y="259104"/>
                  <a:pt x="8559800" y="578726"/>
                </a:cubicBezTo>
                <a:cubicBezTo>
                  <a:pt x="8559800" y="898348"/>
                  <a:pt x="6643624" y="1157452"/>
                  <a:pt x="4279900" y="1157452"/>
                </a:cubicBezTo>
                <a:cubicBezTo>
                  <a:pt x="1916176" y="1157452"/>
                  <a:pt x="0" y="898348"/>
                  <a:pt x="0" y="578726"/>
                </a:cubicBezTo>
                <a:cubicBezTo>
                  <a:pt x="0" y="259104"/>
                  <a:pt x="1916176" y="0"/>
                  <a:pt x="4279900" y="0"/>
                </a:cubicBezTo>
                <a:close/>
              </a:path>
            </a:pathLst>
          </a:custGeom>
          <a:gradFill flip="none" rotWithShape="1">
            <a:gsLst>
              <a:gs pos="13000">
                <a:schemeClr val="accent2">
                  <a:alpha val="0"/>
                </a:schemeClr>
              </a:gs>
              <a:gs pos="100000">
                <a:schemeClr val="accent2"/>
              </a:gs>
            </a:gsLst>
            <a:lin ang="5400000" scaled="0"/>
            <a:tileRect/>
          </a:gradFill>
          <a:ln w="9525">
            <a:gradFill>
              <a:gsLst>
                <a:gs pos="0">
                  <a:schemeClr val="accent2">
                    <a:alpha val="0"/>
                  </a:schemeClr>
                </a:gs>
                <a:gs pos="100000">
                  <a:schemeClr val="accent2">
                    <a:alpha val="6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p>
        </p:txBody>
      </p:sp>
      <p:sp>
        <p:nvSpPr>
          <p:cNvPr id="68" name="任意多边形: 形状 67">
            <a:extLst>
              <a:ext uri="{FF2B5EF4-FFF2-40B4-BE49-F238E27FC236}">
                <a16:creationId xmlns:a16="http://schemas.microsoft.com/office/drawing/2014/main" id="{4BE90B98-69A8-BE9D-14A1-06C315156222}"/>
              </a:ext>
            </a:extLst>
          </p:cNvPr>
          <p:cNvSpPr/>
          <p:nvPr/>
        </p:nvSpPr>
        <p:spPr>
          <a:xfrm flipV="1">
            <a:off x="3197778" y="1674519"/>
            <a:ext cx="5796444" cy="1208589"/>
          </a:xfrm>
          <a:custGeom>
            <a:avLst/>
            <a:gdLst>
              <a:gd name="connsiteX0" fmla="*/ 2611438 w 5080000"/>
              <a:gd name="connsiteY0" fmla="*/ 962915 h 962915"/>
              <a:gd name="connsiteX1" fmla="*/ 5080000 w 5080000"/>
              <a:gd name="connsiteY1" fmla="*/ 962915 h 962915"/>
              <a:gd name="connsiteX2" fmla="*/ 4788644 w 5080000"/>
              <a:gd name="connsiteY2" fmla="*/ 377663 h 962915"/>
              <a:gd name="connsiteX3" fmla="*/ 4660682 w 5080000"/>
              <a:gd name="connsiteY3" fmla="*/ 120624 h 962915"/>
              <a:gd name="connsiteX4" fmla="*/ 4459530 w 5080000"/>
              <a:gd name="connsiteY4" fmla="*/ 92246 h 962915"/>
              <a:gd name="connsiteX5" fmla="*/ 3087092 w 5080000"/>
              <a:gd name="connsiteY5" fmla="*/ 6116 h 962915"/>
              <a:gd name="connsiteX6" fmla="*/ 2565894 w 5080000"/>
              <a:gd name="connsiteY6" fmla="*/ 0 h 962915"/>
              <a:gd name="connsiteX7" fmla="*/ 0 w 5080000"/>
              <a:gd name="connsiteY7" fmla="*/ 962915 h 962915"/>
              <a:gd name="connsiteX8" fmla="*/ 2468562 w 5080000"/>
              <a:gd name="connsiteY8" fmla="*/ 962915 h 962915"/>
              <a:gd name="connsiteX9" fmla="*/ 2514107 w 5080000"/>
              <a:gd name="connsiteY9" fmla="*/ 0 h 962915"/>
              <a:gd name="connsiteX10" fmla="*/ 1992909 w 5080000"/>
              <a:gd name="connsiteY10" fmla="*/ 6116 h 962915"/>
              <a:gd name="connsiteX11" fmla="*/ 620471 w 5080000"/>
              <a:gd name="connsiteY11" fmla="*/ 92246 h 962915"/>
              <a:gd name="connsiteX12" fmla="*/ 419318 w 5080000"/>
              <a:gd name="connsiteY12" fmla="*/ 120624 h 962915"/>
              <a:gd name="connsiteX13" fmla="*/ 291356 w 5080000"/>
              <a:gd name="connsiteY13" fmla="*/ 377663 h 962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80000" h="962915">
                <a:moveTo>
                  <a:pt x="2611438" y="962915"/>
                </a:moveTo>
                <a:lnTo>
                  <a:pt x="5080000" y="962915"/>
                </a:lnTo>
                <a:lnTo>
                  <a:pt x="4788644" y="377663"/>
                </a:lnTo>
                <a:lnTo>
                  <a:pt x="4660682" y="120624"/>
                </a:lnTo>
                <a:lnTo>
                  <a:pt x="4459530" y="92246"/>
                </a:lnTo>
                <a:cubicBezTo>
                  <a:pt x="4091092" y="49359"/>
                  <a:pt x="3617239" y="18743"/>
                  <a:pt x="3087092" y="6116"/>
                </a:cubicBezTo>
                <a:lnTo>
                  <a:pt x="2565894" y="0"/>
                </a:lnTo>
                <a:close/>
                <a:moveTo>
                  <a:pt x="0" y="962915"/>
                </a:moveTo>
                <a:lnTo>
                  <a:pt x="2468562" y="962915"/>
                </a:lnTo>
                <a:lnTo>
                  <a:pt x="2514107" y="0"/>
                </a:lnTo>
                <a:lnTo>
                  <a:pt x="1992909" y="6116"/>
                </a:lnTo>
                <a:cubicBezTo>
                  <a:pt x="1462762" y="18743"/>
                  <a:pt x="988909" y="49359"/>
                  <a:pt x="620471" y="92246"/>
                </a:cubicBezTo>
                <a:lnTo>
                  <a:pt x="419318" y="120624"/>
                </a:lnTo>
                <a:lnTo>
                  <a:pt x="291356" y="377663"/>
                </a:lnTo>
                <a:close/>
              </a:path>
            </a:pathLst>
          </a:custGeom>
          <a:gradFill>
            <a:gsLst>
              <a:gs pos="73000">
                <a:schemeClr val="accent2">
                  <a:alpha val="0"/>
                </a:schemeClr>
              </a:gs>
              <a:gs pos="0">
                <a:schemeClr val="accent2">
                  <a:alpha val="51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a:p>
        </p:txBody>
      </p:sp>
      <p:sp>
        <p:nvSpPr>
          <p:cNvPr id="53" name="任意多边形: 形状 52">
            <a:extLst>
              <a:ext uri="{FF2B5EF4-FFF2-40B4-BE49-F238E27FC236}">
                <a16:creationId xmlns:a16="http://schemas.microsoft.com/office/drawing/2014/main" id="{81A47D12-4715-AC45-7F03-491E04D92D59}"/>
              </a:ext>
            </a:extLst>
          </p:cNvPr>
          <p:cNvSpPr/>
          <p:nvPr/>
        </p:nvSpPr>
        <p:spPr>
          <a:xfrm>
            <a:off x="5094298" y="5236564"/>
            <a:ext cx="2015478" cy="310505"/>
          </a:xfrm>
          <a:custGeom>
            <a:avLst/>
            <a:gdLst>
              <a:gd name="connsiteX0" fmla="*/ 1621442 w 1766364"/>
              <a:gd name="connsiteY0" fmla="*/ 0 h 247388"/>
              <a:gd name="connsiteX1" fmla="*/ 1766364 w 1766364"/>
              <a:gd name="connsiteY1" fmla="*/ 247388 h 247388"/>
              <a:gd name="connsiteX2" fmla="*/ 0 w 1766364"/>
              <a:gd name="connsiteY2" fmla="*/ 247388 h 247388"/>
              <a:gd name="connsiteX3" fmla="*/ 144923 w 1766364"/>
              <a:gd name="connsiteY3" fmla="*/ 0 h 247388"/>
              <a:gd name="connsiteX4" fmla="*/ 201541 w 1766364"/>
              <a:gd name="connsiteY4" fmla="*/ 29488 h 247388"/>
              <a:gd name="connsiteX5" fmla="*/ 883182 w 1766364"/>
              <a:gd name="connsiteY5" fmla="*/ 76997 h 247388"/>
              <a:gd name="connsiteX6" fmla="*/ 1564824 w 1766364"/>
              <a:gd name="connsiteY6" fmla="*/ 29488 h 247388"/>
              <a:gd name="connsiteX0" fmla="*/ 1621442 w 1766364"/>
              <a:gd name="connsiteY0" fmla="*/ 0 h 247388"/>
              <a:gd name="connsiteX1" fmla="*/ 1766364 w 1766364"/>
              <a:gd name="connsiteY1" fmla="*/ 247388 h 247388"/>
              <a:gd name="connsiteX2" fmla="*/ 0 w 1766364"/>
              <a:gd name="connsiteY2" fmla="*/ 247388 h 247388"/>
              <a:gd name="connsiteX3" fmla="*/ 144923 w 1766364"/>
              <a:gd name="connsiteY3" fmla="*/ 0 h 247388"/>
              <a:gd name="connsiteX4" fmla="*/ 201541 w 1766364"/>
              <a:gd name="connsiteY4" fmla="*/ 29488 h 247388"/>
              <a:gd name="connsiteX5" fmla="*/ 883182 w 1766364"/>
              <a:gd name="connsiteY5" fmla="*/ 76997 h 247388"/>
              <a:gd name="connsiteX6" fmla="*/ 1564824 w 1766364"/>
              <a:gd name="connsiteY6" fmla="*/ 29488 h 247388"/>
              <a:gd name="connsiteX7" fmla="*/ 1621442 w 1766364"/>
              <a:gd name="connsiteY7" fmla="*/ 0 h 247388"/>
              <a:gd name="connsiteX0" fmla="*/ 1621442 w 1766364"/>
              <a:gd name="connsiteY0" fmla="*/ 0 h 247388"/>
              <a:gd name="connsiteX1" fmla="*/ 1766364 w 1766364"/>
              <a:gd name="connsiteY1" fmla="*/ 247388 h 247388"/>
              <a:gd name="connsiteX2" fmla="*/ 0 w 1766364"/>
              <a:gd name="connsiteY2" fmla="*/ 247388 h 247388"/>
              <a:gd name="connsiteX3" fmla="*/ 144923 w 1766364"/>
              <a:gd name="connsiteY3" fmla="*/ 0 h 247388"/>
              <a:gd name="connsiteX4" fmla="*/ 201541 w 1766364"/>
              <a:gd name="connsiteY4" fmla="*/ 29488 h 247388"/>
              <a:gd name="connsiteX5" fmla="*/ 883182 w 1766364"/>
              <a:gd name="connsiteY5" fmla="*/ 76997 h 247388"/>
              <a:gd name="connsiteX6" fmla="*/ 1564824 w 1766364"/>
              <a:gd name="connsiteY6" fmla="*/ 29488 h 247388"/>
              <a:gd name="connsiteX7" fmla="*/ 1621442 w 1766364"/>
              <a:gd name="connsiteY7" fmla="*/ 0 h 247388"/>
              <a:gd name="connsiteX0" fmla="*/ 1621442 w 1766364"/>
              <a:gd name="connsiteY0" fmla="*/ 0 h 247388"/>
              <a:gd name="connsiteX1" fmla="*/ 1766364 w 1766364"/>
              <a:gd name="connsiteY1" fmla="*/ 247388 h 247388"/>
              <a:gd name="connsiteX2" fmla="*/ 0 w 1766364"/>
              <a:gd name="connsiteY2" fmla="*/ 247388 h 247388"/>
              <a:gd name="connsiteX3" fmla="*/ 144923 w 1766364"/>
              <a:gd name="connsiteY3" fmla="*/ 0 h 247388"/>
              <a:gd name="connsiteX4" fmla="*/ 201541 w 1766364"/>
              <a:gd name="connsiteY4" fmla="*/ 29488 h 247388"/>
              <a:gd name="connsiteX5" fmla="*/ 883182 w 1766364"/>
              <a:gd name="connsiteY5" fmla="*/ 76997 h 247388"/>
              <a:gd name="connsiteX6" fmla="*/ 1564824 w 1766364"/>
              <a:gd name="connsiteY6" fmla="*/ 29488 h 247388"/>
              <a:gd name="connsiteX7" fmla="*/ 1621442 w 1766364"/>
              <a:gd name="connsiteY7" fmla="*/ 0 h 247388"/>
              <a:gd name="connsiteX0" fmla="*/ 1621442 w 1766364"/>
              <a:gd name="connsiteY0" fmla="*/ 0 h 247388"/>
              <a:gd name="connsiteX1" fmla="*/ 1766364 w 1766364"/>
              <a:gd name="connsiteY1" fmla="*/ 247388 h 247388"/>
              <a:gd name="connsiteX2" fmla="*/ 0 w 1766364"/>
              <a:gd name="connsiteY2" fmla="*/ 247388 h 247388"/>
              <a:gd name="connsiteX3" fmla="*/ 144923 w 1766364"/>
              <a:gd name="connsiteY3" fmla="*/ 0 h 247388"/>
              <a:gd name="connsiteX4" fmla="*/ 201541 w 1766364"/>
              <a:gd name="connsiteY4" fmla="*/ 29488 h 247388"/>
              <a:gd name="connsiteX5" fmla="*/ 883182 w 1766364"/>
              <a:gd name="connsiteY5" fmla="*/ 76997 h 247388"/>
              <a:gd name="connsiteX6" fmla="*/ 1564824 w 1766364"/>
              <a:gd name="connsiteY6" fmla="*/ 29488 h 247388"/>
              <a:gd name="connsiteX7" fmla="*/ 1621442 w 1766364"/>
              <a:gd name="connsiteY7" fmla="*/ 0 h 24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6364" h="247388">
                <a:moveTo>
                  <a:pt x="1621442" y="0"/>
                </a:moveTo>
                <a:lnTo>
                  <a:pt x="1766364" y="247388"/>
                </a:lnTo>
                <a:lnTo>
                  <a:pt x="0" y="247388"/>
                </a:lnTo>
                <a:lnTo>
                  <a:pt x="144923" y="0"/>
                </a:lnTo>
                <a:cubicBezTo>
                  <a:pt x="163796" y="9829"/>
                  <a:pt x="173373" y="21518"/>
                  <a:pt x="201541" y="29488"/>
                </a:cubicBezTo>
                <a:cubicBezTo>
                  <a:pt x="313845" y="57407"/>
                  <a:pt x="576756" y="76997"/>
                  <a:pt x="883182" y="76997"/>
                </a:cubicBezTo>
                <a:cubicBezTo>
                  <a:pt x="1189608" y="76997"/>
                  <a:pt x="1452520" y="57407"/>
                  <a:pt x="1564824" y="29488"/>
                </a:cubicBezTo>
                <a:cubicBezTo>
                  <a:pt x="1592991" y="22447"/>
                  <a:pt x="1602569" y="9829"/>
                  <a:pt x="1621442" y="0"/>
                </a:cubicBezTo>
                <a:close/>
              </a:path>
            </a:pathLst>
          </a:custGeom>
          <a:gradFill>
            <a:gsLst>
              <a:gs pos="100000">
                <a:schemeClr val="accent1">
                  <a:alpha val="0"/>
                </a:schemeClr>
              </a:gs>
              <a:gs pos="0">
                <a:schemeClr val="accent1">
                  <a:alpha val="61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a:p>
        </p:txBody>
      </p:sp>
      <p:sp>
        <p:nvSpPr>
          <p:cNvPr id="69" name="文本框 68">
            <a:extLst>
              <a:ext uri="{FF2B5EF4-FFF2-40B4-BE49-F238E27FC236}">
                <a16:creationId xmlns:a16="http://schemas.microsoft.com/office/drawing/2014/main" id="{F7D94764-D7D1-335F-9D8B-14A70076104D}"/>
              </a:ext>
            </a:extLst>
          </p:cNvPr>
          <p:cNvSpPr txBox="1"/>
          <p:nvPr/>
        </p:nvSpPr>
        <p:spPr>
          <a:xfrm>
            <a:off x="5142180" y="4908736"/>
            <a:ext cx="1899795" cy="277000"/>
          </a:xfrm>
          <a:prstGeom prst="rect">
            <a:avLst/>
          </a:prstGeom>
          <a:noFill/>
        </p:spPr>
        <p:txBody>
          <a:bodyPr wrap="square" lIns="0" tIns="0" rIns="0" bIns="0">
            <a:spAutoFit/>
          </a:bodyPr>
          <a:lstStyle/>
          <a:p>
            <a:pPr algn="ctr"/>
            <a:r>
              <a:rPr lang="zh-CN" altLang="en-US" b="1" dirty="0">
                <a:solidFill>
                  <a:schemeClr val="accent1"/>
                </a:solidFill>
                <a:latin typeface="+mj-ea"/>
                <a:ea typeface="+mj-ea"/>
              </a:rPr>
              <a:t>阿里设计基础</a:t>
            </a:r>
            <a:endParaRPr lang="en-US" altLang="zh-CN" b="1" dirty="0">
              <a:solidFill>
                <a:schemeClr val="accent1"/>
              </a:solidFill>
              <a:latin typeface="+mj-ea"/>
              <a:ea typeface="+mj-ea"/>
            </a:endParaRPr>
          </a:p>
        </p:txBody>
      </p:sp>
      <p:sp>
        <p:nvSpPr>
          <p:cNvPr id="70" name="文本框 69">
            <a:extLst>
              <a:ext uri="{FF2B5EF4-FFF2-40B4-BE49-F238E27FC236}">
                <a16:creationId xmlns:a16="http://schemas.microsoft.com/office/drawing/2014/main" id="{FA057B2C-15D4-5AAB-6F14-6634FE0DC568}"/>
              </a:ext>
            </a:extLst>
          </p:cNvPr>
          <p:cNvSpPr txBox="1"/>
          <p:nvPr/>
        </p:nvSpPr>
        <p:spPr>
          <a:xfrm>
            <a:off x="5288550" y="5663956"/>
            <a:ext cx="698768" cy="153888"/>
          </a:xfrm>
          <a:prstGeom prst="rect">
            <a:avLst/>
          </a:prstGeom>
          <a:noFill/>
        </p:spPr>
        <p:txBody>
          <a:bodyPr wrap="square" lIns="0" tIns="0" rIns="0" bIns="0">
            <a:spAutoFit/>
          </a:bodyPr>
          <a:lstStyle/>
          <a:p>
            <a:pPr algn="ctr"/>
            <a:r>
              <a:rPr lang="zh-CN" altLang="en-US" sz="1000" b="1" dirty="0">
                <a:latin typeface="+mj-ea"/>
                <a:ea typeface="+mj-ea"/>
              </a:rPr>
              <a:t>品牌咨询</a:t>
            </a:r>
            <a:endParaRPr lang="en-US" altLang="zh-CN" sz="1000" b="1" dirty="0">
              <a:latin typeface="+mj-ea"/>
              <a:ea typeface="+mj-ea"/>
            </a:endParaRPr>
          </a:p>
        </p:txBody>
      </p:sp>
      <p:sp>
        <p:nvSpPr>
          <p:cNvPr id="71" name="文本框 70">
            <a:extLst>
              <a:ext uri="{FF2B5EF4-FFF2-40B4-BE49-F238E27FC236}">
                <a16:creationId xmlns:a16="http://schemas.microsoft.com/office/drawing/2014/main" id="{B0DEF7D6-6F71-6493-E94E-43A8A9331F45}"/>
              </a:ext>
            </a:extLst>
          </p:cNvPr>
          <p:cNvSpPr txBox="1"/>
          <p:nvPr/>
        </p:nvSpPr>
        <p:spPr>
          <a:xfrm>
            <a:off x="6105485" y="5663956"/>
            <a:ext cx="698768" cy="153888"/>
          </a:xfrm>
          <a:prstGeom prst="rect">
            <a:avLst/>
          </a:prstGeom>
          <a:noFill/>
        </p:spPr>
        <p:txBody>
          <a:bodyPr wrap="square" lIns="0" tIns="0" rIns="0" bIns="0">
            <a:spAutoFit/>
          </a:bodyPr>
          <a:lstStyle/>
          <a:p>
            <a:pPr algn="ctr"/>
            <a:r>
              <a:rPr lang="zh-CN" altLang="en-US" sz="1000" b="1" dirty="0">
                <a:latin typeface="+mj-ea"/>
                <a:ea typeface="+mj-ea"/>
              </a:rPr>
              <a:t>品牌设计</a:t>
            </a:r>
            <a:endParaRPr lang="en-US" altLang="zh-CN" sz="1000" b="1" dirty="0">
              <a:latin typeface="+mj-ea"/>
              <a:ea typeface="+mj-ea"/>
            </a:endParaRPr>
          </a:p>
        </p:txBody>
      </p:sp>
      <p:sp>
        <p:nvSpPr>
          <p:cNvPr id="72" name="文本框 71">
            <a:extLst>
              <a:ext uri="{FF2B5EF4-FFF2-40B4-BE49-F238E27FC236}">
                <a16:creationId xmlns:a16="http://schemas.microsoft.com/office/drawing/2014/main" id="{04DAB96F-8282-453C-A005-F3798FCD86D3}"/>
              </a:ext>
            </a:extLst>
          </p:cNvPr>
          <p:cNvSpPr txBox="1"/>
          <p:nvPr/>
        </p:nvSpPr>
        <p:spPr>
          <a:xfrm>
            <a:off x="6980535" y="5577038"/>
            <a:ext cx="698768" cy="153888"/>
          </a:xfrm>
          <a:prstGeom prst="rect">
            <a:avLst/>
          </a:prstGeom>
          <a:noFill/>
        </p:spPr>
        <p:txBody>
          <a:bodyPr wrap="square" lIns="0" tIns="0" rIns="0" bIns="0">
            <a:spAutoFit/>
          </a:bodyPr>
          <a:lstStyle/>
          <a:p>
            <a:pPr algn="ctr"/>
            <a:r>
              <a:rPr lang="zh-CN" altLang="en-US" sz="1000" b="1" dirty="0">
                <a:latin typeface="+mj-ea"/>
                <a:ea typeface="+mj-ea"/>
              </a:rPr>
              <a:t>广告创意</a:t>
            </a:r>
            <a:endParaRPr lang="en-US" altLang="zh-CN" sz="1000" b="1" dirty="0">
              <a:latin typeface="+mj-ea"/>
              <a:ea typeface="+mj-ea"/>
            </a:endParaRPr>
          </a:p>
        </p:txBody>
      </p:sp>
      <p:sp>
        <p:nvSpPr>
          <p:cNvPr id="73" name="文本框 72">
            <a:extLst>
              <a:ext uri="{FF2B5EF4-FFF2-40B4-BE49-F238E27FC236}">
                <a16:creationId xmlns:a16="http://schemas.microsoft.com/office/drawing/2014/main" id="{0CC4BD39-30D5-C0FD-E5E1-61151B34DFC4}"/>
              </a:ext>
            </a:extLst>
          </p:cNvPr>
          <p:cNvSpPr txBox="1"/>
          <p:nvPr/>
        </p:nvSpPr>
        <p:spPr>
          <a:xfrm>
            <a:off x="7807763" y="5373234"/>
            <a:ext cx="823520" cy="153888"/>
          </a:xfrm>
          <a:prstGeom prst="rect">
            <a:avLst/>
          </a:prstGeom>
          <a:noFill/>
        </p:spPr>
        <p:txBody>
          <a:bodyPr wrap="square" lIns="0" tIns="0" rIns="0" bIns="0">
            <a:spAutoFit/>
          </a:bodyPr>
          <a:lstStyle/>
          <a:p>
            <a:pPr algn="ctr"/>
            <a:r>
              <a:rPr lang="zh-CN" altLang="en-US" sz="1000" b="1" dirty="0">
                <a:latin typeface="+mj-ea"/>
                <a:ea typeface="+mj-ea"/>
              </a:rPr>
              <a:t>创意视觉表现</a:t>
            </a:r>
            <a:endParaRPr lang="en-US" altLang="zh-CN" sz="1000" b="1" dirty="0">
              <a:latin typeface="+mj-ea"/>
              <a:ea typeface="+mj-ea"/>
            </a:endParaRPr>
          </a:p>
        </p:txBody>
      </p:sp>
      <p:sp>
        <p:nvSpPr>
          <p:cNvPr id="75" name="文本框 74">
            <a:extLst>
              <a:ext uri="{FF2B5EF4-FFF2-40B4-BE49-F238E27FC236}">
                <a16:creationId xmlns:a16="http://schemas.microsoft.com/office/drawing/2014/main" id="{F7AEE1FA-19D4-BCAA-0888-7823C1A0456F}"/>
              </a:ext>
            </a:extLst>
          </p:cNvPr>
          <p:cNvSpPr txBox="1"/>
          <p:nvPr/>
        </p:nvSpPr>
        <p:spPr>
          <a:xfrm>
            <a:off x="4411986" y="5577038"/>
            <a:ext cx="698768" cy="153888"/>
          </a:xfrm>
          <a:prstGeom prst="rect">
            <a:avLst/>
          </a:prstGeom>
          <a:noFill/>
        </p:spPr>
        <p:txBody>
          <a:bodyPr wrap="square" lIns="0" tIns="0" rIns="0" bIns="0">
            <a:spAutoFit/>
          </a:bodyPr>
          <a:lstStyle/>
          <a:p>
            <a:pPr algn="ctr"/>
            <a:r>
              <a:rPr lang="zh-CN" altLang="en-US" sz="1000" b="1" dirty="0">
                <a:latin typeface="+mj-ea"/>
                <a:ea typeface="+mj-ea"/>
              </a:rPr>
              <a:t>营销传达</a:t>
            </a:r>
            <a:endParaRPr lang="en-US" altLang="zh-CN" sz="1000" b="1" dirty="0">
              <a:latin typeface="+mj-ea"/>
              <a:ea typeface="+mj-ea"/>
            </a:endParaRPr>
          </a:p>
        </p:txBody>
      </p:sp>
      <p:sp>
        <p:nvSpPr>
          <p:cNvPr id="76" name="文本框 75">
            <a:extLst>
              <a:ext uri="{FF2B5EF4-FFF2-40B4-BE49-F238E27FC236}">
                <a16:creationId xmlns:a16="http://schemas.microsoft.com/office/drawing/2014/main" id="{84457032-E143-6B1F-185D-6AEB6CDC1E61}"/>
              </a:ext>
            </a:extLst>
          </p:cNvPr>
          <p:cNvSpPr txBox="1"/>
          <p:nvPr/>
        </p:nvSpPr>
        <p:spPr>
          <a:xfrm>
            <a:off x="3500281" y="5373234"/>
            <a:ext cx="823520" cy="153888"/>
          </a:xfrm>
          <a:prstGeom prst="rect">
            <a:avLst/>
          </a:prstGeom>
          <a:noFill/>
        </p:spPr>
        <p:txBody>
          <a:bodyPr wrap="square" lIns="0" tIns="0" rIns="0" bIns="0">
            <a:spAutoFit/>
          </a:bodyPr>
          <a:lstStyle/>
          <a:p>
            <a:pPr algn="ctr"/>
            <a:r>
              <a:rPr lang="zh-CN" altLang="en-US" sz="1000" b="1" dirty="0">
                <a:latin typeface="+mj-ea"/>
                <a:ea typeface="+mj-ea"/>
              </a:rPr>
              <a:t>市场分析策划</a:t>
            </a:r>
            <a:endParaRPr lang="en-US" altLang="zh-CN" sz="1000" b="1" dirty="0">
              <a:latin typeface="+mj-ea"/>
              <a:ea typeface="+mj-ea"/>
            </a:endParaRPr>
          </a:p>
        </p:txBody>
      </p:sp>
      <p:sp>
        <p:nvSpPr>
          <p:cNvPr id="77" name="文本框 76">
            <a:extLst>
              <a:ext uri="{FF2B5EF4-FFF2-40B4-BE49-F238E27FC236}">
                <a16:creationId xmlns:a16="http://schemas.microsoft.com/office/drawing/2014/main" id="{4212DD61-66B2-9B55-E408-CC060AF24EE4}"/>
              </a:ext>
            </a:extLst>
          </p:cNvPr>
          <p:cNvSpPr txBox="1"/>
          <p:nvPr/>
        </p:nvSpPr>
        <p:spPr>
          <a:xfrm>
            <a:off x="5746616" y="4397919"/>
            <a:ext cx="698768" cy="153888"/>
          </a:xfrm>
          <a:prstGeom prst="rect">
            <a:avLst/>
          </a:prstGeom>
          <a:noFill/>
        </p:spPr>
        <p:txBody>
          <a:bodyPr wrap="square" lIns="0" tIns="0" rIns="0" bIns="0">
            <a:spAutoFit/>
          </a:bodyPr>
          <a:lstStyle/>
          <a:p>
            <a:pPr algn="ctr"/>
            <a:r>
              <a:rPr lang="zh-CN" altLang="en-US" sz="1000" b="1" dirty="0">
                <a:solidFill>
                  <a:schemeClr val="accent1"/>
                </a:solidFill>
                <a:latin typeface="+mj-ea"/>
                <a:ea typeface="+mj-ea"/>
              </a:rPr>
              <a:t>品牌指导</a:t>
            </a:r>
            <a:endParaRPr lang="en-US" altLang="zh-CN" sz="1000" b="1" dirty="0">
              <a:solidFill>
                <a:schemeClr val="accent1"/>
              </a:solidFill>
              <a:latin typeface="+mj-ea"/>
              <a:ea typeface="+mj-ea"/>
            </a:endParaRPr>
          </a:p>
        </p:txBody>
      </p:sp>
      <p:sp>
        <p:nvSpPr>
          <p:cNvPr id="78" name="文本框 77">
            <a:extLst>
              <a:ext uri="{FF2B5EF4-FFF2-40B4-BE49-F238E27FC236}">
                <a16:creationId xmlns:a16="http://schemas.microsoft.com/office/drawing/2014/main" id="{350A4EF6-7A01-E4B6-E1E8-6B322DAC7869}"/>
              </a:ext>
            </a:extLst>
          </p:cNvPr>
          <p:cNvSpPr txBox="1"/>
          <p:nvPr/>
        </p:nvSpPr>
        <p:spPr>
          <a:xfrm>
            <a:off x="4732453" y="4366038"/>
            <a:ext cx="698768" cy="153888"/>
          </a:xfrm>
          <a:prstGeom prst="rect">
            <a:avLst/>
          </a:prstGeom>
          <a:noFill/>
        </p:spPr>
        <p:txBody>
          <a:bodyPr wrap="square" lIns="0" tIns="0" rIns="0" bIns="0">
            <a:spAutoFit/>
          </a:bodyPr>
          <a:lstStyle/>
          <a:p>
            <a:pPr algn="ctr"/>
            <a:r>
              <a:rPr lang="zh-CN" altLang="en-US" sz="1000" b="1" dirty="0">
                <a:solidFill>
                  <a:schemeClr val="accent1"/>
                </a:solidFill>
                <a:latin typeface="+mj-ea"/>
                <a:ea typeface="+mj-ea"/>
              </a:rPr>
              <a:t>内容策划</a:t>
            </a:r>
            <a:endParaRPr lang="en-US" altLang="zh-CN" sz="1000" b="1" dirty="0">
              <a:solidFill>
                <a:schemeClr val="accent1"/>
              </a:solidFill>
              <a:latin typeface="+mj-ea"/>
              <a:ea typeface="+mj-ea"/>
            </a:endParaRPr>
          </a:p>
        </p:txBody>
      </p:sp>
      <p:sp>
        <p:nvSpPr>
          <p:cNvPr id="79" name="文本框 78">
            <a:extLst>
              <a:ext uri="{FF2B5EF4-FFF2-40B4-BE49-F238E27FC236}">
                <a16:creationId xmlns:a16="http://schemas.microsoft.com/office/drawing/2014/main" id="{7CBB39A9-99B6-6007-9BE1-5FC6AA99A561}"/>
              </a:ext>
            </a:extLst>
          </p:cNvPr>
          <p:cNvSpPr txBox="1"/>
          <p:nvPr/>
        </p:nvSpPr>
        <p:spPr>
          <a:xfrm>
            <a:off x="6737478" y="4366038"/>
            <a:ext cx="698768" cy="153888"/>
          </a:xfrm>
          <a:prstGeom prst="rect">
            <a:avLst/>
          </a:prstGeom>
          <a:noFill/>
        </p:spPr>
        <p:txBody>
          <a:bodyPr wrap="square" lIns="0" tIns="0" rIns="0" bIns="0">
            <a:spAutoFit/>
          </a:bodyPr>
          <a:lstStyle/>
          <a:p>
            <a:pPr algn="ctr"/>
            <a:r>
              <a:rPr lang="zh-CN" altLang="en-US" sz="1000" b="1" dirty="0">
                <a:solidFill>
                  <a:schemeClr val="accent1"/>
                </a:solidFill>
                <a:latin typeface="+mj-ea"/>
                <a:ea typeface="+mj-ea"/>
              </a:rPr>
              <a:t>平面设计</a:t>
            </a:r>
            <a:endParaRPr lang="en-US" altLang="zh-CN" sz="1000" b="1" dirty="0">
              <a:solidFill>
                <a:schemeClr val="accent1"/>
              </a:solidFill>
              <a:latin typeface="+mj-ea"/>
              <a:ea typeface="+mj-ea"/>
            </a:endParaRPr>
          </a:p>
        </p:txBody>
      </p:sp>
      <p:sp>
        <p:nvSpPr>
          <p:cNvPr id="80" name="文本框 79">
            <a:extLst>
              <a:ext uri="{FF2B5EF4-FFF2-40B4-BE49-F238E27FC236}">
                <a16:creationId xmlns:a16="http://schemas.microsoft.com/office/drawing/2014/main" id="{50720E0B-DD74-E772-FAD0-857BE4BD9983}"/>
              </a:ext>
            </a:extLst>
          </p:cNvPr>
          <p:cNvSpPr txBox="1"/>
          <p:nvPr/>
        </p:nvSpPr>
        <p:spPr>
          <a:xfrm>
            <a:off x="7692722" y="4303358"/>
            <a:ext cx="698768" cy="153888"/>
          </a:xfrm>
          <a:prstGeom prst="rect">
            <a:avLst/>
          </a:prstGeom>
          <a:noFill/>
        </p:spPr>
        <p:txBody>
          <a:bodyPr wrap="square" lIns="0" tIns="0" rIns="0" bIns="0">
            <a:spAutoFit/>
          </a:bodyPr>
          <a:lstStyle/>
          <a:p>
            <a:pPr algn="ctr"/>
            <a:r>
              <a:rPr lang="zh-CN" altLang="en-US" sz="1000" b="1" dirty="0">
                <a:solidFill>
                  <a:schemeClr val="accent1"/>
                </a:solidFill>
                <a:latin typeface="+mj-ea"/>
                <a:ea typeface="+mj-ea"/>
              </a:rPr>
              <a:t>产品设计</a:t>
            </a:r>
            <a:endParaRPr lang="en-US" altLang="zh-CN" sz="1000" b="1" dirty="0">
              <a:solidFill>
                <a:schemeClr val="accent1"/>
              </a:solidFill>
              <a:latin typeface="+mj-ea"/>
              <a:ea typeface="+mj-ea"/>
            </a:endParaRPr>
          </a:p>
        </p:txBody>
      </p:sp>
      <p:sp>
        <p:nvSpPr>
          <p:cNvPr id="81" name="文本框 80">
            <a:extLst>
              <a:ext uri="{FF2B5EF4-FFF2-40B4-BE49-F238E27FC236}">
                <a16:creationId xmlns:a16="http://schemas.microsoft.com/office/drawing/2014/main" id="{FAD77BE1-8FB3-34C8-B0E2-122085C69D3B}"/>
              </a:ext>
            </a:extLst>
          </p:cNvPr>
          <p:cNvSpPr txBox="1"/>
          <p:nvPr/>
        </p:nvSpPr>
        <p:spPr>
          <a:xfrm>
            <a:off x="8614685" y="4089515"/>
            <a:ext cx="698768" cy="153888"/>
          </a:xfrm>
          <a:prstGeom prst="rect">
            <a:avLst/>
          </a:prstGeom>
          <a:noFill/>
        </p:spPr>
        <p:txBody>
          <a:bodyPr wrap="square" lIns="0" tIns="0" rIns="0" bIns="0">
            <a:spAutoFit/>
          </a:bodyPr>
          <a:lstStyle/>
          <a:p>
            <a:pPr algn="ctr"/>
            <a:r>
              <a:rPr lang="zh-CN" altLang="en-US" sz="1000" b="1" dirty="0">
                <a:solidFill>
                  <a:schemeClr val="accent1"/>
                </a:solidFill>
                <a:latin typeface="+mj-ea"/>
                <a:ea typeface="+mj-ea"/>
              </a:rPr>
              <a:t>工艺制作</a:t>
            </a:r>
            <a:endParaRPr lang="en-US" altLang="zh-CN" sz="1000" b="1" dirty="0">
              <a:solidFill>
                <a:schemeClr val="accent1"/>
              </a:solidFill>
              <a:latin typeface="+mj-ea"/>
              <a:ea typeface="+mj-ea"/>
            </a:endParaRPr>
          </a:p>
        </p:txBody>
      </p:sp>
      <p:sp>
        <p:nvSpPr>
          <p:cNvPr id="82" name="文本框 81">
            <a:extLst>
              <a:ext uri="{FF2B5EF4-FFF2-40B4-BE49-F238E27FC236}">
                <a16:creationId xmlns:a16="http://schemas.microsoft.com/office/drawing/2014/main" id="{9568C5E3-24EF-0A4D-C6FB-98FFD5EFCB79}"/>
              </a:ext>
            </a:extLst>
          </p:cNvPr>
          <p:cNvSpPr txBox="1"/>
          <p:nvPr/>
        </p:nvSpPr>
        <p:spPr>
          <a:xfrm>
            <a:off x="2797113" y="4089515"/>
            <a:ext cx="698768" cy="153888"/>
          </a:xfrm>
          <a:prstGeom prst="rect">
            <a:avLst/>
          </a:prstGeom>
          <a:noFill/>
        </p:spPr>
        <p:txBody>
          <a:bodyPr wrap="square" lIns="0" tIns="0" rIns="0" bIns="0">
            <a:spAutoFit/>
          </a:bodyPr>
          <a:lstStyle/>
          <a:p>
            <a:pPr algn="ctr"/>
            <a:r>
              <a:rPr lang="zh-CN" altLang="en-US" sz="1000" b="1" dirty="0">
                <a:solidFill>
                  <a:schemeClr val="accent1"/>
                </a:solidFill>
                <a:latin typeface="+mj-ea"/>
                <a:ea typeface="+mj-ea"/>
              </a:rPr>
              <a:t>动画制作</a:t>
            </a:r>
            <a:endParaRPr lang="en-US" altLang="zh-CN" sz="1000" b="1" dirty="0">
              <a:solidFill>
                <a:schemeClr val="accent1"/>
              </a:solidFill>
              <a:latin typeface="+mj-ea"/>
              <a:ea typeface="+mj-ea"/>
            </a:endParaRPr>
          </a:p>
        </p:txBody>
      </p:sp>
      <p:sp>
        <p:nvSpPr>
          <p:cNvPr id="83" name="文本框 82">
            <a:extLst>
              <a:ext uri="{FF2B5EF4-FFF2-40B4-BE49-F238E27FC236}">
                <a16:creationId xmlns:a16="http://schemas.microsoft.com/office/drawing/2014/main" id="{EB442FB1-2870-14D8-31F2-A1A0D1A8D822}"/>
              </a:ext>
            </a:extLst>
          </p:cNvPr>
          <p:cNvSpPr txBox="1"/>
          <p:nvPr/>
        </p:nvSpPr>
        <p:spPr>
          <a:xfrm>
            <a:off x="3783102" y="4303358"/>
            <a:ext cx="698768" cy="153888"/>
          </a:xfrm>
          <a:prstGeom prst="rect">
            <a:avLst/>
          </a:prstGeom>
          <a:noFill/>
        </p:spPr>
        <p:txBody>
          <a:bodyPr wrap="square" lIns="0" tIns="0" rIns="0" bIns="0">
            <a:spAutoFit/>
          </a:bodyPr>
          <a:lstStyle/>
          <a:p>
            <a:pPr algn="ctr"/>
            <a:r>
              <a:rPr lang="zh-CN" altLang="en-US" sz="1000" b="1" dirty="0">
                <a:solidFill>
                  <a:schemeClr val="accent1"/>
                </a:solidFill>
                <a:latin typeface="+mj-ea"/>
                <a:ea typeface="+mj-ea"/>
              </a:rPr>
              <a:t>视频广告</a:t>
            </a:r>
            <a:endParaRPr lang="en-US" altLang="zh-CN" sz="1000" b="1" dirty="0">
              <a:solidFill>
                <a:schemeClr val="accent1"/>
              </a:solidFill>
              <a:latin typeface="+mj-ea"/>
              <a:ea typeface="+mj-ea"/>
            </a:endParaRPr>
          </a:p>
        </p:txBody>
      </p:sp>
      <p:sp>
        <p:nvSpPr>
          <p:cNvPr id="84" name="文本框 83">
            <a:extLst>
              <a:ext uri="{FF2B5EF4-FFF2-40B4-BE49-F238E27FC236}">
                <a16:creationId xmlns:a16="http://schemas.microsoft.com/office/drawing/2014/main" id="{4665EE40-7E3B-1B21-1967-41DFE0FEA3DB}"/>
              </a:ext>
            </a:extLst>
          </p:cNvPr>
          <p:cNvSpPr txBox="1"/>
          <p:nvPr/>
        </p:nvSpPr>
        <p:spPr>
          <a:xfrm>
            <a:off x="4017717" y="2933385"/>
            <a:ext cx="698768" cy="169278"/>
          </a:xfrm>
          <a:prstGeom prst="rect">
            <a:avLst/>
          </a:prstGeom>
          <a:noFill/>
        </p:spPr>
        <p:txBody>
          <a:bodyPr wrap="square" lIns="0" tIns="0" rIns="0" bIns="0">
            <a:spAutoFit/>
          </a:bodyPr>
          <a:lstStyle/>
          <a:p>
            <a:pPr algn="ctr"/>
            <a:r>
              <a:rPr lang="zh-CN" altLang="en-US" sz="1100" b="1" dirty="0">
                <a:latin typeface="+mj-ea"/>
                <a:ea typeface="+mj-ea"/>
              </a:rPr>
              <a:t>营销传播</a:t>
            </a:r>
            <a:endParaRPr lang="en-US" altLang="zh-CN" sz="1100" b="1" dirty="0">
              <a:latin typeface="+mj-ea"/>
              <a:ea typeface="+mj-ea"/>
            </a:endParaRPr>
          </a:p>
        </p:txBody>
      </p:sp>
      <p:sp>
        <p:nvSpPr>
          <p:cNvPr id="85" name="文本框 84">
            <a:extLst>
              <a:ext uri="{FF2B5EF4-FFF2-40B4-BE49-F238E27FC236}">
                <a16:creationId xmlns:a16="http://schemas.microsoft.com/office/drawing/2014/main" id="{75D55109-5974-C135-93B1-DA9905926A68}"/>
              </a:ext>
            </a:extLst>
          </p:cNvPr>
          <p:cNvSpPr txBox="1"/>
          <p:nvPr/>
        </p:nvSpPr>
        <p:spPr>
          <a:xfrm>
            <a:off x="2278604" y="2610594"/>
            <a:ext cx="698768" cy="169278"/>
          </a:xfrm>
          <a:prstGeom prst="rect">
            <a:avLst/>
          </a:prstGeom>
          <a:noFill/>
        </p:spPr>
        <p:txBody>
          <a:bodyPr wrap="square" lIns="0" tIns="0" rIns="0" bIns="0">
            <a:spAutoFit/>
          </a:bodyPr>
          <a:lstStyle/>
          <a:p>
            <a:pPr algn="ctr"/>
            <a:r>
              <a:rPr lang="zh-CN" altLang="en-US" sz="1100" b="1" dirty="0">
                <a:latin typeface="+mj-ea"/>
                <a:ea typeface="+mj-ea"/>
              </a:rPr>
              <a:t>影视编导</a:t>
            </a:r>
            <a:endParaRPr lang="en-US" altLang="zh-CN" sz="1100" b="1" dirty="0">
              <a:latin typeface="+mj-ea"/>
              <a:ea typeface="+mj-ea"/>
            </a:endParaRPr>
          </a:p>
        </p:txBody>
      </p:sp>
      <p:sp>
        <p:nvSpPr>
          <p:cNvPr id="86" name="文本框 85">
            <a:extLst>
              <a:ext uri="{FF2B5EF4-FFF2-40B4-BE49-F238E27FC236}">
                <a16:creationId xmlns:a16="http://schemas.microsoft.com/office/drawing/2014/main" id="{B8AEFF2E-7EE7-FC5D-4695-62B93EF8C1DF}"/>
              </a:ext>
            </a:extLst>
          </p:cNvPr>
          <p:cNvSpPr txBox="1"/>
          <p:nvPr/>
        </p:nvSpPr>
        <p:spPr>
          <a:xfrm>
            <a:off x="6227611" y="2970030"/>
            <a:ext cx="698768" cy="153888"/>
          </a:xfrm>
          <a:prstGeom prst="rect">
            <a:avLst/>
          </a:prstGeom>
          <a:noFill/>
        </p:spPr>
        <p:txBody>
          <a:bodyPr wrap="square" lIns="0" tIns="0" rIns="0" bIns="0">
            <a:spAutoFit/>
          </a:bodyPr>
          <a:lstStyle/>
          <a:p>
            <a:pPr algn="ctr"/>
            <a:r>
              <a:rPr lang="zh-CN" altLang="en-US" sz="1000" b="1" dirty="0">
                <a:latin typeface="+mj-ea"/>
                <a:ea typeface="+mj-ea"/>
              </a:rPr>
              <a:t>工艺设计</a:t>
            </a:r>
            <a:endParaRPr lang="en-US" altLang="zh-CN" sz="1000" b="1" dirty="0">
              <a:latin typeface="+mj-ea"/>
              <a:ea typeface="+mj-ea"/>
            </a:endParaRPr>
          </a:p>
        </p:txBody>
      </p:sp>
      <p:sp>
        <p:nvSpPr>
          <p:cNvPr id="87" name="文本框 86">
            <a:extLst>
              <a:ext uri="{FF2B5EF4-FFF2-40B4-BE49-F238E27FC236}">
                <a16:creationId xmlns:a16="http://schemas.microsoft.com/office/drawing/2014/main" id="{3A771EFF-E9A4-F7E5-9D1B-B47C2D728D72}"/>
              </a:ext>
            </a:extLst>
          </p:cNvPr>
          <p:cNvSpPr txBox="1"/>
          <p:nvPr/>
        </p:nvSpPr>
        <p:spPr>
          <a:xfrm>
            <a:off x="7062661" y="2952699"/>
            <a:ext cx="698768" cy="153888"/>
          </a:xfrm>
          <a:prstGeom prst="rect">
            <a:avLst/>
          </a:prstGeom>
          <a:noFill/>
        </p:spPr>
        <p:txBody>
          <a:bodyPr wrap="square" lIns="0" tIns="0" rIns="0" bIns="0">
            <a:spAutoFit/>
          </a:bodyPr>
          <a:lstStyle/>
          <a:p>
            <a:pPr algn="ctr"/>
            <a:r>
              <a:rPr lang="zh-CN" altLang="en-US" sz="1000" b="1" dirty="0">
                <a:latin typeface="+mj-ea"/>
                <a:ea typeface="+mj-ea"/>
              </a:rPr>
              <a:t>艺术与科技</a:t>
            </a:r>
            <a:endParaRPr lang="en-US" altLang="zh-CN" sz="1000" b="1" dirty="0">
              <a:latin typeface="+mj-ea"/>
              <a:ea typeface="+mj-ea"/>
            </a:endParaRPr>
          </a:p>
        </p:txBody>
      </p:sp>
      <p:sp>
        <p:nvSpPr>
          <p:cNvPr id="88" name="文本框 87">
            <a:extLst>
              <a:ext uri="{FF2B5EF4-FFF2-40B4-BE49-F238E27FC236}">
                <a16:creationId xmlns:a16="http://schemas.microsoft.com/office/drawing/2014/main" id="{D3B66423-49B5-CAB0-8600-393481F351E0}"/>
              </a:ext>
            </a:extLst>
          </p:cNvPr>
          <p:cNvSpPr txBox="1"/>
          <p:nvPr/>
        </p:nvSpPr>
        <p:spPr>
          <a:xfrm>
            <a:off x="7870139" y="2911792"/>
            <a:ext cx="698768" cy="153888"/>
          </a:xfrm>
          <a:prstGeom prst="rect">
            <a:avLst/>
          </a:prstGeom>
          <a:noFill/>
        </p:spPr>
        <p:txBody>
          <a:bodyPr wrap="square" lIns="0" tIns="0" rIns="0" bIns="0">
            <a:spAutoFit/>
          </a:bodyPr>
          <a:lstStyle/>
          <a:p>
            <a:pPr algn="ctr"/>
            <a:r>
              <a:rPr lang="zh-CN" altLang="en-US" sz="1000" b="1" dirty="0">
                <a:latin typeface="+mj-ea"/>
                <a:ea typeface="+mj-ea"/>
              </a:rPr>
              <a:t>媒介与交互</a:t>
            </a:r>
            <a:endParaRPr lang="en-US" altLang="zh-CN" sz="1000" b="1" dirty="0">
              <a:latin typeface="+mj-ea"/>
              <a:ea typeface="+mj-ea"/>
            </a:endParaRPr>
          </a:p>
        </p:txBody>
      </p:sp>
      <p:sp>
        <p:nvSpPr>
          <p:cNvPr id="89" name="文本框 88">
            <a:extLst>
              <a:ext uri="{FF2B5EF4-FFF2-40B4-BE49-F238E27FC236}">
                <a16:creationId xmlns:a16="http://schemas.microsoft.com/office/drawing/2014/main" id="{22DB959C-437F-31A5-73ED-F91C871EC998}"/>
              </a:ext>
            </a:extLst>
          </p:cNvPr>
          <p:cNvSpPr txBox="1"/>
          <p:nvPr/>
        </p:nvSpPr>
        <p:spPr>
          <a:xfrm>
            <a:off x="8644838" y="2813605"/>
            <a:ext cx="698768" cy="153888"/>
          </a:xfrm>
          <a:prstGeom prst="rect">
            <a:avLst/>
          </a:prstGeom>
          <a:noFill/>
        </p:spPr>
        <p:txBody>
          <a:bodyPr wrap="square" lIns="0" tIns="0" rIns="0" bIns="0">
            <a:spAutoFit/>
          </a:bodyPr>
          <a:lstStyle/>
          <a:p>
            <a:pPr algn="ctr"/>
            <a:r>
              <a:rPr lang="zh-CN" altLang="en-US" sz="1000" b="1" dirty="0">
                <a:latin typeface="+mj-ea"/>
                <a:ea typeface="+mj-ea"/>
              </a:rPr>
              <a:t>社会与策略</a:t>
            </a:r>
            <a:endParaRPr lang="en-US" altLang="zh-CN" sz="1000" b="1" dirty="0">
              <a:latin typeface="+mj-ea"/>
              <a:ea typeface="+mj-ea"/>
            </a:endParaRPr>
          </a:p>
        </p:txBody>
      </p:sp>
      <p:sp>
        <p:nvSpPr>
          <p:cNvPr id="90" name="文本框 89">
            <a:extLst>
              <a:ext uri="{FF2B5EF4-FFF2-40B4-BE49-F238E27FC236}">
                <a16:creationId xmlns:a16="http://schemas.microsoft.com/office/drawing/2014/main" id="{35619A76-0C15-6062-6A3D-75FA61767F42}"/>
              </a:ext>
            </a:extLst>
          </p:cNvPr>
          <p:cNvSpPr txBox="1"/>
          <p:nvPr/>
        </p:nvSpPr>
        <p:spPr>
          <a:xfrm>
            <a:off x="9365771" y="2697511"/>
            <a:ext cx="698768" cy="153888"/>
          </a:xfrm>
          <a:prstGeom prst="rect">
            <a:avLst/>
          </a:prstGeom>
          <a:noFill/>
        </p:spPr>
        <p:txBody>
          <a:bodyPr wrap="square" lIns="0" tIns="0" rIns="0" bIns="0">
            <a:spAutoFit/>
          </a:bodyPr>
          <a:lstStyle/>
          <a:p>
            <a:pPr algn="ctr"/>
            <a:r>
              <a:rPr lang="zh-CN" altLang="en-US" sz="1000" b="1" dirty="0">
                <a:latin typeface="+mj-ea"/>
                <a:ea typeface="+mj-ea"/>
              </a:rPr>
              <a:t>技术与造物</a:t>
            </a:r>
            <a:endParaRPr lang="en-US" altLang="zh-CN" sz="1000" b="1" dirty="0">
              <a:latin typeface="+mj-ea"/>
              <a:ea typeface="+mj-ea"/>
            </a:endParaRPr>
          </a:p>
        </p:txBody>
      </p:sp>
      <p:sp>
        <p:nvSpPr>
          <p:cNvPr id="91" name="文本框 90">
            <a:extLst>
              <a:ext uri="{FF2B5EF4-FFF2-40B4-BE49-F238E27FC236}">
                <a16:creationId xmlns:a16="http://schemas.microsoft.com/office/drawing/2014/main" id="{B24D9728-0291-3002-9670-F4521F95D4A1}"/>
              </a:ext>
            </a:extLst>
          </p:cNvPr>
          <p:cNvSpPr txBox="1"/>
          <p:nvPr/>
        </p:nvSpPr>
        <p:spPr>
          <a:xfrm>
            <a:off x="9880595" y="2386018"/>
            <a:ext cx="698768" cy="153888"/>
          </a:xfrm>
          <a:prstGeom prst="rect">
            <a:avLst/>
          </a:prstGeom>
          <a:noFill/>
        </p:spPr>
        <p:txBody>
          <a:bodyPr wrap="square" lIns="0" tIns="0" rIns="0" bIns="0">
            <a:spAutoFit/>
          </a:bodyPr>
          <a:lstStyle/>
          <a:p>
            <a:pPr algn="ctr"/>
            <a:r>
              <a:rPr lang="zh-CN" altLang="en-US" sz="1000" b="1" dirty="0">
                <a:latin typeface="+mj-ea"/>
                <a:ea typeface="+mj-ea"/>
              </a:rPr>
              <a:t>产品与图景</a:t>
            </a:r>
            <a:endParaRPr lang="en-US" altLang="zh-CN" sz="1000" b="1" dirty="0">
              <a:latin typeface="+mj-ea"/>
              <a:ea typeface="+mj-ea"/>
            </a:endParaRPr>
          </a:p>
        </p:txBody>
      </p:sp>
      <p:sp>
        <p:nvSpPr>
          <p:cNvPr id="92" name="文本框 91">
            <a:extLst>
              <a:ext uri="{FF2B5EF4-FFF2-40B4-BE49-F238E27FC236}">
                <a16:creationId xmlns:a16="http://schemas.microsoft.com/office/drawing/2014/main" id="{9DE2DDE9-9387-AAC1-E812-46F4E5474AE5}"/>
              </a:ext>
            </a:extLst>
          </p:cNvPr>
          <p:cNvSpPr txBox="1"/>
          <p:nvPr/>
        </p:nvSpPr>
        <p:spPr>
          <a:xfrm>
            <a:off x="9214627" y="2175089"/>
            <a:ext cx="849911" cy="153888"/>
          </a:xfrm>
          <a:prstGeom prst="rect">
            <a:avLst/>
          </a:prstGeom>
          <a:noFill/>
        </p:spPr>
        <p:txBody>
          <a:bodyPr wrap="square" lIns="0" tIns="0" rIns="0" bIns="0">
            <a:spAutoFit/>
          </a:bodyPr>
          <a:lstStyle/>
          <a:p>
            <a:pPr algn="ctr"/>
            <a:r>
              <a:rPr lang="zh-CN" altLang="en-US" sz="1000" b="1" dirty="0">
                <a:solidFill>
                  <a:schemeClr val="accent2"/>
                </a:solidFill>
                <a:latin typeface="+mj-ea"/>
                <a:ea typeface="+mj-ea"/>
              </a:rPr>
              <a:t>数字媒体艺术</a:t>
            </a:r>
            <a:endParaRPr lang="en-US" altLang="zh-CN" sz="1000" b="1" dirty="0">
              <a:solidFill>
                <a:schemeClr val="accent2"/>
              </a:solidFill>
              <a:latin typeface="+mj-ea"/>
              <a:ea typeface="+mj-ea"/>
            </a:endParaRPr>
          </a:p>
        </p:txBody>
      </p:sp>
      <p:sp>
        <p:nvSpPr>
          <p:cNvPr id="93" name="文本框 92">
            <a:extLst>
              <a:ext uri="{FF2B5EF4-FFF2-40B4-BE49-F238E27FC236}">
                <a16:creationId xmlns:a16="http://schemas.microsoft.com/office/drawing/2014/main" id="{98776826-5D07-FD8D-6A2E-DB3296E04CF8}"/>
              </a:ext>
            </a:extLst>
          </p:cNvPr>
          <p:cNvSpPr txBox="1"/>
          <p:nvPr/>
        </p:nvSpPr>
        <p:spPr>
          <a:xfrm>
            <a:off x="5110754" y="3580910"/>
            <a:ext cx="1899795" cy="307777"/>
          </a:xfrm>
          <a:prstGeom prst="rect">
            <a:avLst/>
          </a:prstGeom>
          <a:noFill/>
        </p:spPr>
        <p:txBody>
          <a:bodyPr wrap="square" lIns="0" tIns="0" rIns="0" bIns="0">
            <a:spAutoFit/>
          </a:bodyPr>
          <a:lstStyle/>
          <a:p>
            <a:pPr algn="ctr"/>
            <a:r>
              <a:rPr lang="zh-CN" altLang="en-US" sz="2000" b="1" dirty="0">
                <a:solidFill>
                  <a:schemeClr val="accent1"/>
                </a:solidFill>
                <a:latin typeface="+mj-ea"/>
                <a:ea typeface="+mj-ea"/>
              </a:rPr>
              <a:t>能力多方联动</a:t>
            </a:r>
            <a:endParaRPr lang="en-US" altLang="zh-CN" sz="2000" b="1" dirty="0">
              <a:solidFill>
                <a:schemeClr val="accent1"/>
              </a:solidFill>
              <a:latin typeface="+mj-ea"/>
              <a:ea typeface="+mj-ea"/>
            </a:endParaRPr>
          </a:p>
        </p:txBody>
      </p:sp>
      <p:sp>
        <p:nvSpPr>
          <p:cNvPr id="94" name="文本框 93">
            <a:extLst>
              <a:ext uri="{FF2B5EF4-FFF2-40B4-BE49-F238E27FC236}">
                <a16:creationId xmlns:a16="http://schemas.microsoft.com/office/drawing/2014/main" id="{C4AB0EF3-F72A-8C21-FB82-7AF8BBA2AAFF}"/>
              </a:ext>
            </a:extLst>
          </p:cNvPr>
          <p:cNvSpPr txBox="1"/>
          <p:nvPr/>
        </p:nvSpPr>
        <p:spPr>
          <a:xfrm>
            <a:off x="4286423" y="2220379"/>
            <a:ext cx="1144798" cy="277000"/>
          </a:xfrm>
          <a:prstGeom prst="rect">
            <a:avLst/>
          </a:prstGeom>
          <a:noFill/>
        </p:spPr>
        <p:txBody>
          <a:bodyPr wrap="square" lIns="0" tIns="0" rIns="0" bIns="0">
            <a:spAutoFit/>
          </a:bodyPr>
          <a:lstStyle/>
          <a:p>
            <a:pPr algn="ctr"/>
            <a:r>
              <a:rPr lang="zh-CN" altLang="en-US" b="1" dirty="0">
                <a:solidFill>
                  <a:schemeClr val="accent2"/>
                </a:solidFill>
                <a:latin typeface="+mj-ea"/>
                <a:ea typeface="+mj-ea"/>
              </a:rPr>
              <a:t>生态</a:t>
            </a:r>
            <a:r>
              <a:rPr lang="en-US" altLang="zh-CN" b="1" dirty="0">
                <a:solidFill>
                  <a:schemeClr val="accent2"/>
                </a:solidFill>
                <a:latin typeface="+mj-ea"/>
                <a:ea typeface="+mj-ea"/>
              </a:rPr>
              <a:t>ISV</a:t>
            </a:r>
          </a:p>
        </p:txBody>
      </p:sp>
      <p:sp>
        <p:nvSpPr>
          <p:cNvPr id="95" name="文本框 94">
            <a:extLst>
              <a:ext uri="{FF2B5EF4-FFF2-40B4-BE49-F238E27FC236}">
                <a16:creationId xmlns:a16="http://schemas.microsoft.com/office/drawing/2014/main" id="{3B2AAC4A-7522-9C17-A146-DF97E5D79FFA}"/>
              </a:ext>
            </a:extLst>
          </p:cNvPr>
          <p:cNvSpPr txBox="1"/>
          <p:nvPr/>
        </p:nvSpPr>
        <p:spPr>
          <a:xfrm>
            <a:off x="6689534" y="2220379"/>
            <a:ext cx="1144798" cy="277000"/>
          </a:xfrm>
          <a:prstGeom prst="rect">
            <a:avLst/>
          </a:prstGeom>
          <a:noFill/>
        </p:spPr>
        <p:txBody>
          <a:bodyPr wrap="square" lIns="0" tIns="0" rIns="0" bIns="0">
            <a:spAutoFit/>
          </a:bodyPr>
          <a:lstStyle/>
          <a:p>
            <a:pPr algn="ctr"/>
            <a:r>
              <a:rPr lang="zh-CN" altLang="en-US" b="1" dirty="0">
                <a:solidFill>
                  <a:schemeClr val="accent2"/>
                </a:solidFill>
                <a:latin typeface="+mj-ea"/>
                <a:ea typeface="+mj-ea"/>
              </a:rPr>
              <a:t>高校合作</a:t>
            </a:r>
            <a:endParaRPr lang="en-US" altLang="zh-CN" b="1" dirty="0">
              <a:solidFill>
                <a:schemeClr val="accent2"/>
              </a:solidFill>
              <a:latin typeface="+mj-ea"/>
              <a:ea typeface="+mj-ea"/>
            </a:endParaRPr>
          </a:p>
        </p:txBody>
      </p:sp>
      <p:sp>
        <p:nvSpPr>
          <p:cNvPr id="96" name="文本框 95">
            <a:extLst>
              <a:ext uri="{FF2B5EF4-FFF2-40B4-BE49-F238E27FC236}">
                <a16:creationId xmlns:a16="http://schemas.microsoft.com/office/drawing/2014/main" id="{34EEDF2C-B274-BC57-C20C-C19E5972972F}"/>
              </a:ext>
            </a:extLst>
          </p:cNvPr>
          <p:cNvSpPr txBox="1"/>
          <p:nvPr/>
        </p:nvSpPr>
        <p:spPr>
          <a:xfrm>
            <a:off x="4364145" y="1301827"/>
            <a:ext cx="3393016" cy="369332"/>
          </a:xfrm>
          <a:prstGeom prst="rect">
            <a:avLst/>
          </a:prstGeom>
          <a:noFill/>
        </p:spPr>
        <p:txBody>
          <a:bodyPr wrap="square" lIns="0" tIns="0" rIns="0" bIns="0">
            <a:spAutoFit/>
          </a:bodyPr>
          <a:lstStyle/>
          <a:p>
            <a:pPr algn="ctr"/>
            <a:r>
              <a:rPr lang="zh-CN" altLang="en-US" sz="2400" b="1" dirty="0">
                <a:solidFill>
                  <a:schemeClr val="accent2"/>
                </a:solidFill>
                <a:latin typeface="+mj-ea"/>
                <a:ea typeface="+mj-ea"/>
              </a:rPr>
              <a:t>数字化品牌团队建设</a:t>
            </a:r>
            <a:endParaRPr lang="en-US" altLang="zh-CN" sz="2400" b="1" dirty="0">
              <a:solidFill>
                <a:schemeClr val="accent2"/>
              </a:solidFill>
              <a:latin typeface="+mj-ea"/>
              <a:ea typeface="+mj-ea"/>
            </a:endParaRPr>
          </a:p>
        </p:txBody>
      </p:sp>
      <p:cxnSp>
        <p:nvCxnSpPr>
          <p:cNvPr id="98" name="直接连接符 97">
            <a:extLst>
              <a:ext uri="{FF2B5EF4-FFF2-40B4-BE49-F238E27FC236}">
                <a16:creationId xmlns:a16="http://schemas.microsoft.com/office/drawing/2014/main" id="{2093A961-A33F-8AFE-BF87-0EDC9EAFE436}"/>
              </a:ext>
            </a:extLst>
          </p:cNvPr>
          <p:cNvCxnSpPr>
            <a:cxnSpLocks/>
          </p:cNvCxnSpPr>
          <p:nvPr/>
        </p:nvCxnSpPr>
        <p:spPr>
          <a:xfrm>
            <a:off x="5023839" y="1791405"/>
            <a:ext cx="2144321" cy="0"/>
          </a:xfrm>
          <a:prstGeom prst="line">
            <a:avLst/>
          </a:prstGeom>
          <a:ln w="15875">
            <a:gradFill>
              <a:gsLst>
                <a:gs pos="0">
                  <a:schemeClr val="accent2">
                    <a:alpha val="0"/>
                  </a:schemeClr>
                </a:gs>
                <a:gs pos="35000">
                  <a:schemeClr val="accent2"/>
                </a:gs>
                <a:gs pos="65000">
                  <a:schemeClr val="accent2"/>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96941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9449335"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软件产品与服务体系能力全景图</a:t>
            </a:r>
            <a:endParaRPr lang="en-US" altLang="zh-CN" dirty="0"/>
          </a:p>
        </p:txBody>
      </p:sp>
      <p:sp>
        <p:nvSpPr>
          <p:cNvPr id="1078" name="椭圆 1077">
            <a:extLst>
              <a:ext uri="{FF2B5EF4-FFF2-40B4-BE49-F238E27FC236}">
                <a16:creationId xmlns:a16="http://schemas.microsoft.com/office/drawing/2014/main" id="{E1054FE9-9CCF-C411-42CE-14C64AB3780B}"/>
              </a:ext>
            </a:extLst>
          </p:cNvPr>
          <p:cNvSpPr>
            <a:spLocks/>
          </p:cNvSpPr>
          <p:nvPr/>
        </p:nvSpPr>
        <p:spPr>
          <a:xfrm>
            <a:off x="2865787" y="4970971"/>
            <a:ext cx="6460427" cy="1106197"/>
          </a:xfrm>
          <a:prstGeom prst="ellipse">
            <a:avLst/>
          </a:prstGeom>
          <a:solidFill>
            <a:schemeClr val="accent1">
              <a:alpha val="10000"/>
            </a:schemeClr>
          </a:solidFill>
          <a:ln w="952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76" name="椭圆 1075">
            <a:extLst>
              <a:ext uri="{FF2B5EF4-FFF2-40B4-BE49-F238E27FC236}">
                <a16:creationId xmlns:a16="http://schemas.microsoft.com/office/drawing/2014/main" id="{9CC4C84E-844E-14CA-35CD-D76F5363483C}"/>
              </a:ext>
            </a:extLst>
          </p:cNvPr>
          <p:cNvSpPr>
            <a:spLocks/>
          </p:cNvSpPr>
          <p:nvPr/>
        </p:nvSpPr>
        <p:spPr>
          <a:xfrm>
            <a:off x="3254370" y="4970971"/>
            <a:ext cx="5683260" cy="1046323"/>
          </a:xfrm>
          <a:prstGeom prst="ellipse">
            <a:avLst/>
          </a:prstGeom>
          <a:solidFill>
            <a:schemeClr val="accent1">
              <a:alpha val="20000"/>
            </a:schemeClr>
          </a:solidFill>
          <a:ln w="9525">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a:extLst>
              <a:ext uri="{FF2B5EF4-FFF2-40B4-BE49-F238E27FC236}">
                <a16:creationId xmlns:a16="http://schemas.microsoft.com/office/drawing/2014/main" id="{95EDFB15-AECA-5B51-6563-89795478B8B9}"/>
              </a:ext>
            </a:extLst>
          </p:cNvPr>
          <p:cNvSpPr>
            <a:spLocks/>
          </p:cNvSpPr>
          <p:nvPr/>
        </p:nvSpPr>
        <p:spPr>
          <a:xfrm>
            <a:off x="3067603" y="1506614"/>
            <a:ext cx="6056793" cy="1167196"/>
          </a:xfrm>
          <a:prstGeom prst="ellipse">
            <a:avLst/>
          </a:prstGeom>
          <a:gradFill flip="none" rotWithShape="1">
            <a:gsLst>
              <a:gs pos="53000">
                <a:schemeClr val="accent1">
                  <a:alpha val="0"/>
                </a:schemeClr>
              </a:gs>
              <a:gs pos="100000">
                <a:schemeClr val="accent1">
                  <a:alpha val="18000"/>
                </a:schemeClr>
              </a:gs>
            </a:gsLst>
            <a:lin ang="5400000" scaled="0"/>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椭圆 3">
            <a:extLst>
              <a:ext uri="{FF2B5EF4-FFF2-40B4-BE49-F238E27FC236}">
                <a16:creationId xmlns:a16="http://schemas.microsoft.com/office/drawing/2014/main" id="{C20B0B5C-E50D-348E-7418-178CAE2579E7}"/>
              </a:ext>
            </a:extLst>
          </p:cNvPr>
          <p:cNvSpPr>
            <a:spLocks/>
          </p:cNvSpPr>
          <p:nvPr/>
        </p:nvSpPr>
        <p:spPr>
          <a:xfrm>
            <a:off x="4365855" y="1575487"/>
            <a:ext cx="3460290" cy="552432"/>
          </a:xfrm>
          <a:prstGeom prst="ellipse">
            <a:avLst/>
          </a:prstGeom>
          <a:gradFill flip="none" rotWithShape="1">
            <a:gsLst>
              <a:gs pos="53000">
                <a:schemeClr val="accent1">
                  <a:alpha val="0"/>
                </a:schemeClr>
              </a:gs>
              <a:gs pos="100000">
                <a:schemeClr val="accent1">
                  <a:alpha val="18000"/>
                </a:schemeClr>
              </a:gs>
            </a:gsLst>
            <a:lin ang="5400000" scaled="0"/>
            <a:tileRect/>
          </a:grad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椭圆 5">
            <a:extLst>
              <a:ext uri="{FF2B5EF4-FFF2-40B4-BE49-F238E27FC236}">
                <a16:creationId xmlns:a16="http://schemas.microsoft.com/office/drawing/2014/main" id="{07C514B5-2962-319A-A50C-9CC71D30817B}"/>
              </a:ext>
            </a:extLst>
          </p:cNvPr>
          <p:cNvSpPr>
            <a:spLocks/>
          </p:cNvSpPr>
          <p:nvPr/>
        </p:nvSpPr>
        <p:spPr>
          <a:xfrm>
            <a:off x="5397387" y="1663575"/>
            <a:ext cx="1399037" cy="243709"/>
          </a:xfrm>
          <a:prstGeom prst="ellipse">
            <a:avLst/>
          </a:prstGeom>
          <a:gradFill flip="none" rotWithShape="1">
            <a:gsLst>
              <a:gs pos="53000">
                <a:schemeClr val="accent1">
                  <a:alpha val="0"/>
                </a:schemeClr>
              </a:gs>
              <a:gs pos="100000">
                <a:schemeClr val="accent1">
                  <a:alpha val="18000"/>
                </a:schemeClr>
              </a:gs>
            </a:gsLst>
            <a:lin ang="5400000" scaled="0"/>
            <a:tileRect/>
          </a:grad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a:extLst>
              <a:ext uri="{FF2B5EF4-FFF2-40B4-BE49-F238E27FC236}">
                <a16:creationId xmlns:a16="http://schemas.microsoft.com/office/drawing/2014/main" id="{59E61ACF-7360-FCDB-6711-A6EBA28C41FF}"/>
              </a:ext>
            </a:extLst>
          </p:cNvPr>
          <p:cNvSpPr txBox="1"/>
          <p:nvPr/>
        </p:nvSpPr>
        <p:spPr>
          <a:xfrm>
            <a:off x="5480224" y="1586477"/>
            <a:ext cx="1233364" cy="215444"/>
          </a:xfrm>
          <a:prstGeom prst="rect">
            <a:avLst/>
          </a:prstGeom>
          <a:noFill/>
        </p:spPr>
        <p:txBody>
          <a:bodyPr wrap="square" lIns="0" tIns="0" rIns="0" bIns="0">
            <a:spAutoFit/>
          </a:bodyPr>
          <a:lstStyle/>
          <a:p>
            <a:pPr algn="ctr"/>
            <a:r>
              <a:rPr lang="zh-CN" altLang="en-US" sz="1400" b="1" dirty="0">
                <a:solidFill>
                  <a:schemeClr val="accent1"/>
                </a:solidFill>
                <a:latin typeface="+mj-ea"/>
                <a:ea typeface="+mj-ea"/>
              </a:rPr>
              <a:t>三大服务体系</a:t>
            </a:r>
            <a:endParaRPr lang="en-US" altLang="zh-CN" sz="1400" b="1" dirty="0">
              <a:solidFill>
                <a:schemeClr val="accent1"/>
              </a:solidFill>
              <a:latin typeface="+mj-ea"/>
              <a:ea typeface="+mj-ea"/>
            </a:endParaRPr>
          </a:p>
        </p:txBody>
      </p:sp>
      <p:grpSp>
        <p:nvGrpSpPr>
          <p:cNvPr id="1263" name="组合 1262">
            <a:extLst>
              <a:ext uri="{FF2B5EF4-FFF2-40B4-BE49-F238E27FC236}">
                <a16:creationId xmlns:a16="http://schemas.microsoft.com/office/drawing/2014/main" id="{13595321-266F-D0E0-6751-4A7DB47C88AA}"/>
              </a:ext>
            </a:extLst>
          </p:cNvPr>
          <p:cNvGrpSpPr/>
          <p:nvPr/>
        </p:nvGrpSpPr>
        <p:grpSpPr>
          <a:xfrm>
            <a:off x="6015615" y="2047532"/>
            <a:ext cx="160770" cy="160770"/>
            <a:chOff x="6015615" y="2047532"/>
            <a:chExt cx="160770" cy="160770"/>
          </a:xfrm>
        </p:grpSpPr>
        <p:sp>
          <p:nvSpPr>
            <p:cNvPr id="11" name="椭圆 10">
              <a:extLst>
                <a:ext uri="{FF2B5EF4-FFF2-40B4-BE49-F238E27FC236}">
                  <a16:creationId xmlns:a16="http://schemas.microsoft.com/office/drawing/2014/main" id="{8C89C5B4-77CD-F56E-C50D-DA0FEFD5C3C4}"/>
                </a:ext>
              </a:extLst>
            </p:cNvPr>
            <p:cNvSpPr/>
            <p:nvPr/>
          </p:nvSpPr>
          <p:spPr>
            <a:xfrm>
              <a:off x="6015615" y="2047532"/>
              <a:ext cx="160770" cy="160770"/>
            </a:xfrm>
            <a:prstGeom prst="ellipse">
              <a:avLst/>
            </a:prstGeom>
            <a:gradFill flip="none" rotWithShape="1">
              <a:gsLst>
                <a:gs pos="0">
                  <a:schemeClr val="tx1"/>
                </a:gs>
                <a:gs pos="100000">
                  <a:schemeClr val="accent1"/>
                </a:gs>
              </a:gsLst>
              <a:path path="circle">
                <a:fillToRect l="50000" t="50000" r="50000" b="50000"/>
              </a:path>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88B4B569-29CF-0167-05B1-2A5EBAC45658}"/>
                </a:ext>
              </a:extLst>
            </p:cNvPr>
            <p:cNvSpPr/>
            <p:nvPr/>
          </p:nvSpPr>
          <p:spPr>
            <a:xfrm>
              <a:off x="6057215" y="2089132"/>
              <a:ext cx="77570" cy="77570"/>
            </a:xfrm>
            <a:prstGeom prst="ellipse">
              <a:avLst/>
            </a:prstGeom>
            <a:solidFill>
              <a:schemeClr val="accent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BB997A17-5DC3-9A52-ED26-6BDB077D0870}"/>
              </a:ext>
            </a:extLst>
          </p:cNvPr>
          <p:cNvSpPr>
            <a:spLocks/>
          </p:cNvSpPr>
          <p:nvPr/>
        </p:nvSpPr>
        <p:spPr>
          <a:xfrm>
            <a:off x="2914815" y="1507074"/>
            <a:ext cx="6362370" cy="1279315"/>
          </a:xfrm>
          <a:prstGeom prst="ellipse">
            <a:avLst/>
          </a:prstGeom>
          <a:noFill/>
          <a:ln w="952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椭圆 17">
            <a:extLst>
              <a:ext uri="{FF2B5EF4-FFF2-40B4-BE49-F238E27FC236}">
                <a16:creationId xmlns:a16="http://schemas.microsoft.com/office/drawing/2014/main" id="{3C8B6DB3-A126-27D8-D67B-554EDF72C1A0}"/>
              </a:ext>
            </a:extLst>
          </p:cNvPr>
          <p:cNvSpPr>
            <a:spLocks/>
          </p:cNvSpPr>
          <p:nvPr/>
        </p:nvSpPr>
        <p:spPr>
          <a:xfrm>
            <a:off x="2562490" y="1489970"/>
            <a:ext cx="7067020" cy="1381935"/>
          </a:xfrm>
          <a:prstGeom prst="ellipse">
            <a:avLst/>
          </a:prstGeom>
          <a:noFill/>
          <a:ln w="9525">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椭圆 35">
            <a:extLst>
              <a:ext uri="{FF2B5EF4-FFF2-40B4-BE49-F238E27FC236}">
                <a16:creationId xmlns:a16="http://schemas.microsoft.com/office/drawing/2014/main" id="{0D585A64-39AD-D172-CB11-20CD54F74FD2}"/>
              </a:ext>
            </a:extLst>
          </p:cNvPr>
          <p:cNvSpPr>
            <a:spLocks/>
          </p:cNvSpPr>
          <p:nvPr/>
        </p:nvSpPr>
        <p:spPr>
          <a:xfrm>
            <a:off x="3346953" y="3012153"/>
            <a:ext cx="5498092" cy="1149231"/>
          </a:xfrm>
          <a:prstGeom prst="ellipse">
            <a:avLst/>
          </a:prstGeom>
          <a:noFill/>
          <a:ln w="9525">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椭圆 36">
            <a:extLst>
              <a:ext uri="{FF2B5EF4-FFF2-40B4-BE49-F238E27FC236}">
                <a16:creationId xmlns:a16="http://schemas.microsoft.com/office/drawing/2014/main" id="{643C1F92-2B86-0407-86D2-0DA7AEB9385B}"/>
              </a:ext>
            </a:extLst>
          </p:cNvPr>
          <p:cNvSpPr>
            <a:spLocks/>
          </p:cNvSpPr>
          <p:nvPr/>
        </p:nvSpPr>
        <p:spPr>
          <a:xfrm>
            <a:off x="3166802" y="3018994"/>
            <a:ext cx="5858397" cy="1222775"/>
          </a:xfrm>
          <a:prstGeom prst="ellipse">
            <a:avLst/>
          </a:prstGeom>
          <a:noFill/>
          <a:ln w="9525">
            <a:gradFill>
              <a:gsLst>
                <a:gs pos="70000">
                  <a:srgbClr val="3045A6">
                    <a:alpha val="0"/>
                  </a:srgbClr>
                </a:gs>
                <a:gs pos="0">
                  <a:schemeClr val="accent1">
                    <a:alpha val="50000"/>
                  </a:schemeClr>
                </a:gs>
                <a:gs pos="30000">
                  <a:schemeClr val="accent1">
                    <a:alpha val="0"/>
                  </a:schemeClr>
                </a:gs>
                <a:gs pos="100000">
                  <a:schemeClr val="accent1">
                    <a:alpha val="50000"/>
                  </a:schemeClr>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椭圆 37">
            <a:extLst>
              <a:ext uri="{FF2B5EF4-FFF2-40B4-BE49-F238E27FC236}">
                <a16:creationId xmlns:a16="http://schemas.microsoft.com/office/drawing/2014/main" id="{35259B63-E5D8-6D3D-0614-91C0731743D7}"/>
              </a:ext>
            </a:extLst>
          </p:cNvPr>
          <p:cNvSpPr>
            <a:spLocks/>
          </p:cNvSpPr>
          <p:nvPr/>
        </p:nvSpPr>
        <p:spPr>
          <a:xfrm>
            <a:off x="3504874" y="3771897"/>
            <a:ext cx="5182253" cy="1081650"/>
          </a:xfrm>
          <a:prstGeom prst="ellipse">
            <a:avLst/>
          </a:prstGeom>
          <a:noFill/>
          <a:ln w="9525">
            <a:gradFill>
              <a:gsLst>
                <a:gs pos="70000">
                  <a:srgbClr val="3045A6">
                    <a:alpha val="0"/>
                  </a:srgbClr>
                </a:gs>
                <a:gs pos="0">
                  <a:schemeClr val="accent1">
                    <a:alpha val="40000"/>
                  </a:schemeClr>
                </a:gs>
                <a:gs pos="30000">
                  <a:schemeClr val="accent1">
                    <a:alpha val="0"/>
                  </a:schemeClr>
                </a:gs>
                <a:gs pos="100000">
                  <a:schemeClr val="accent1">
                    <a:alpha val="40000"/>
                  </a:schemeClr>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椭圆 38">
            <a:extLst>
              <a:ext uri="{FF2B5EF4-FFF2-40B4-BE49-F238E27FC236}">
                <a16:creationId xmlns:a16="http://schemas.microsoft.com/office/drawing/2014/main" id="{BAC57B6B-6D3A-9F16-89C7-42A901229E61}"/>
              </a:ext>
            </a:extLst>
          </p:cNvPr>
          <p:cNvSpPr>
            <a:spLocks/>
          </p:cNvSpPr>
          <p:nvPr/>
        </p:nvSpPr>
        <p:spPr>
          <a:xfrm>
            <a:off x="3704981" y="4080471"/>
            <a:ext cx="4782039" cy="998119"/>
          </a:xfrm>
          <a:prstGeom prst="ellipse">
            <a:avLst/>
          </a:prstGeom>
          <a:noFill/>
          <a:ln w="9525">
            <a:gradFill>
              <a:gsLst>
                <a:gs pos="70000">
                  <a:srgbClr val="3045A6">
                    <a:alpha val="0"/>
                  </a:srgbClr>
                </a:gs>
                <a:gs pos="0">
                  <a:schemeClr val="accent1">
                    <a:alpha val="30000"/>
                  </a:schemeClr>
                </a:gs>
                <a:gs pos="30000">
                  <a:schemeClr val="accent1">
                    <a:alpha val="0"/>
                  </a:schemeClr>
                </a:gs>
                <a:gs pos="100000">
                  <a:schemeClr val="accent1">
                    <a:alpha val="30000"/>
                  </a:schemeClr>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椭圆 40">
            <a:extLst>
              <a:ext uri="{FF2B5EF4-FFF2-40B4-BE49-F238E27FC236}">
                <a16:creationId xmlns:a16="http://schemas.microsoft.com/office/drawing/2014/main" id="{37E1C2C6-27CD-1750-0A7A-D04229565C18}"/>
              </a:ext>
            </a:extLst>
          </p:cNvPr>
          <p:cNvSpPr>
            <a:spLocks/>
          </p:cNvSpPr>
          <p:nvPr/>
        </p:nvSpPr>
        <p:spPr>
          <a:xfrm>
            <a:off x="3935304" y="4383956"/>
            <a:ext cx="4321393" cy="901971"/>
          </a:xfrm>
          <a:prstGeom prst="ellipse">
            <a:avLst/>
          </a:prstGeom>
          <a:noFill/>
          <a:ln w="9525">
            <a:gradFill>
              <a:gsLst>
                <a:gs pos="70000">
                  <a:srgbClr val="3045A6">
                    <a:alpha val="0"/>
                  </a:srgbClr>
                </a:gs>
                <a:gs pos="0">
                  <a:schemeClr val="accent1">
                    <a:alpha val="20000"/>
                  </a:schemeClr>
                </a:gs>
                <a:gs pos="30000">
                  <a:schemeClr val="accent1">
                    <a:alpha val="0"/>
                  </a:schemeClr>
                </a:gs>
                <a:gs pos="100000">
                  <a:schemeClr val="accent1">
                    <a:alpha val="20000"/>
                  </a:schemeClr>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椭圆 42">
            <a:extLst>
              <a:ext uri="{FF2B5EF4-FFF2-40B4-BE49-F238E27FC236}">
                <a16:creationId xmlns:a16="http://schemas.microsoft.com/office/drawing/2014/main" id="{698E9B92-A7A3-DE4D-D230-DF6EF36478C8}"/>
              </a:ext>
            </a:extLst>
          </p:cNvPr>
          <p:cNvSpPr>
            <a:spLocks/>
          </p:cNvSpPr>
          <p:nvPr/>
        </p:nvSpPr>
        <p:spPr>
          <a:xfrm>
            <a:off x="4140541" y="4689289"/>
            <a:ext cx="3910918" cy="816297"/>
          </a:xfrm>
          <a:prstGeom prst="ellipse">
            <a:avLst/>
          </a:prstGeom>
          <a:noFill/>
          <a:ln w="9525">
            <a:gradFill>
              <a:gsLst>
                <a:gs pos="70000">
                  <a:srgbClr val="3045A6">
                    <a:alpha val="0"/>
                  </a:srgbClr>
                </a:gs>
                <a:gs pos="0">
                  <a:schemeClr val="accent1">
                    <a:alpha val="10000"/>
                  </a:schemeClr>
                </a:gs>
                <a:gs pos="30000">
                  <a:schemeClr val="accent1">
                    <a:alpha val="0"/>
                  </a:schemeClr>
                </a:gs>
                <a:gs pos="100000">
                  <a:schemeClr val="accent1">
                    <a:alpha val="10000"/>
                  </a:schemeClr>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68" name="组合 1267">
            <a:extLst>
              <a:ext uri="{FF2B5EF4-FFF2-40B4-BE49-F238E27FC236}">
                <a16:creationId xmlns:a16="http://schemas.microsoft.com/office/drawing/2014/main" id="{15BD8D5D-76EF-7474-7C31-5346DEC33325}"/>
              </a:ext>
            </a:extLst>
          </p:cNvPr>
          <p:cNvGrpSpPr/>
          <p:nvPr/>
        </p:nvGrpSpPr>
        <p:grpSpPr>
          <a:xfrm>
            <a:off x="1817129" y="1907283"/>
            <a:ext cx="8557742" cy="3552874"/>
            <a:chOff x="1812606" y="1907283"/>
            <a:chExt cx="8557742" cy="3552874"/>
          </a:xfrm>
        </p:grpSpPr>
        <p:grpSp>
          <p:nvGrpSpPr>
            <p:cNvPr id="35" name="组合 34">
              <a:extLst>
                <a:ext uri="{FF2B5EF4-FFF2-40B4-BE49-F238E27FC236}">
                  <a16:creationId xmlns:a16="http://schemas.microsoft.com/office/drawing/2014/main" id="{09AE5CB7-9F53-0719-2809-827DB4BDD35D}"/>
                </a:ext>
              </a:extLst>
            </p:cNvPr>
            <p:cNvGrpSpPr/>
            <p:nvPr/>
          </p:nvGrpSpPr>
          <p:grpSpPr>
            <a:xfrm>
              <a:off x="1812606" y="1907283"/>
              <a:ext cx="1907001" cy="3552874"/>
              <a:chOff x="2343150" y="2038346"/>
              <a:chExt cx="1770063" cy="3297750"/>
            </a:xfrm>
          </p:grpSpPr>
          <p:grpSp>
            <p:nvGrpSpPr>
              <p:cNvPr id="34" name="组合 33">
                <a:extLst>
                  <a:ext uri="{FF2B5EF4-FFF2-40B4-BE49-F238E27FC236}">
                    <a16:creationId xmlns:a16="http://schemas.microsoft.com/office/drawing/2014/main" id="{D2DFDD9F-5B6C-FBB9-F378-9DCE39A08EDF}"/>
                  </a:ext>
                </a:extLst>
              </p:cNvPr>
              <p:cNvGrpSpPr/>
              <p:nvPr/>
            </p:nvGrpSpPr>
            <p:grpSpPr>
              <a:xfrm>
                <a:off x="2745316" y="2038346"/>
                <a:ext cx="1367897" cy="3297750"/>
                <a:chOff x="2745316" y="2038346"/>
                <a:chExt cx="1367897" cy="3297750"/>
              </a:xfrm>
            </p:grpSpPr>
            <p:sp>
              <p:nvSpPr>
                <p:cNvPr id="22" name="弧形 21">
                  <a:extLst>
                    <a:ext uri="{FF2B5EF4-FFF2-40B4-BE49-F238E27FC236}">
                      <a16:creationId xmlns:a16="http://schemas.microsoft.com/office/drawing/2014/main" id="{1D210216-7C8B-3590-CFA8-B67CFA5B0C84}"/>
                    </a:ext>
                  </a:extLst>
                </p:cNvPr>
                <p:cNvSpPr/>
                <p:nvPr/>
              </p:nvSpPr>
              <p:spPr>
                <a:xfrm>
                  <a:off x="2745316" y="2038346"/>
                  <a:ext cx="1348316" cy="3297750"/>
                </a:xfrm>
                <a:custGeom>
                  <a:avLst/>
                  <a:gdLst>
                    <a:gd name="connsiteX0" fmla="*/ 1348316 w 2696633"/>
                    <a:gd name="connsiteY0" fmla="*/ 0 h 5704775"/>
                    <a:gd name="connsiteX1" fmla="*/ 2624728 w 2696633"/>
                    <a:gd name="connsiteY1" fmla="*/ 1933342 h 5704775"/>
                    <a:gd name="connsiteX2" fmla="*/ 2680096 w 2696633"/>
                    <a:gd name="connsiteY2" fmla="*/ 3297750 h 5704775"/>
                    <a:gd name="connsiteX3" fmla="*/ 1348317 w 2696633"/>
                    <a:gd name="connsiteY3" fmla="*/ 2852388 h 5704775"/>
                    <a:gd name="connsiteX4" fmla="*/ 1348316 w 2696633"/>
                    <a:gd name="connsiteY4" fmla="*/ 0 h 5704775"/>
                    <a:gd name="connsiteX0" fmla="*/ 1348316 w 2696633"/>
                    <a:gd name="connsiteY0" fmla="*/ 0 h 5704775"/>
                    <a:gd name="connsiteX1" fmla="*/ 2624728 w 2696633"/>
                    <a:gd name="connsiteY1" fmla="*/ 1933342 h 5704775"/>
                    <a:gd name="connsiteX2" fmla="*/ 2680096 w 2696633"/>
                    <a:gd name="connsiteY2" fmla="*/ 3297750 h 5704775"/>
                    <a:gd name="connsiteX0" fmla="*/ 1 w 1348316"/>
                    <a:gd name="connsiteY0" fmla="*/ 2852388 h 3297750"/>
                    <a:gd name="connsiteX1" fmla="*/ 0 w 1348316"/>
                    <a:gd name="connsiteY1" fmla="*/ 0 h 3297750"/>
                    <a:gd name="connsiteX2" fmla="*/ 1276412 w 1348316"/>
                    <a:gd name="connsiteY2" fmla="*/ 1933342 h 3297750"/>
                    <a:gd name="connsiteX3" fmla="*/ 1331780 w 1348316"/>
                    <a:gd name="connsiteY3" fmla="*/ 3297750 h 3297750"/>
                    <a:gd name="connsiteX4" fmla="*/ 91441 w 1348316"/>
                    <a:gd name="connsiteY4" fmla="*/ 2943828 h 3297750"/>
                    <a:gd name="connsiteX0" fmla="*/ 0 w 1348316"/>
                    <a:gd name="connsiteY0" fmla="*/ 0 h 3297750"/>
                    <a:gd name="connsiteX1" fmla="*/ 1276412 w 1348316"/>
                    <a:gd name="connsiteY1" fmla="*/ 1933342 h 3297750"/>
                    <a:gd name="connsiteX2" fmla="*/ 1331780 w 1348316"/>
                    <a:gd name="connsiteY2" fmla="*/ 3297750 h 3297750"/>
                    <a:gd name="connsiteX0" fmla="*/ 1 w 1348316"/>
                    <a:gd name="connsiteY0" fmla="*/ 2852388 h 3297750"/>
                    <a:gd name="connsiteX1" fmla="*/ 0 w 1348316"/>
                    <a:gd name="connsiteY1" fmla="*/ 0 h 3297750"/>
                    <a:gd name="connsiteX2" fmla="*/ 1276412 w 1348316"/>
                    <a:gd name="connsiteY2" fmla="*/ 1933342 h 3297750"/>
                    <a:gd name="connsiteX3" fmla="*/ 1331780 w 1348316"/>
                    <a:gd name="connsiteY3" fmla="*/ 3297750 h 3297750"/>
                    <a:gd name="connsiteX0" fmla="*/ 0 w 1348316"/>
                    <a:gd name="connsiteY0" fmla="*/ 0 h 3297750"/>
                    <a:gd name="connsiteX1" fmla="*/ 1276412 w 1348316"/>
                    <a:gd name="connsiteY1" fmla="*/ 1933342 h 3297750"/>
                    <a:gd name="connsiteX2" fmla="*/ 1331780 w 1348316"/>
                    <a:gd name="connsiteY2" fmla="*/ 3297750 h 3297750"/>
                    <a:gd name="connsiteX0" fmla="*/ 0 w 1348316"/>
                    <a:gd name="connsiteY0" fmla="*/ 0 h 3297750"/>
                    <a:gd name="connsiteX1" fmla="*/ 1276412 w 1348316"/>
                    <a:gd name="connsiteY1" fmla="*/ 1933342 h 3297750"/>
                    <a:gd name="connsiteX2" fmla="*/ 1331780 w 1348316"/>
                    <a:gd name="connsiteY2" fmla="*/ 3297750 h 3297750"/>
                    <a:gd name="connsiteX0" fmla="*/ 0 w 1348316"/>
                    <a:gd name="connsiteY0" fmla="*/ 0 h 3297750"/>
                    <a:gd name="connsiteX1" fmla="*/ 1276412 w 1348316"/>
                    <a:gd name="connsiteY1" fmla="*/ 1933342 h 3297750"/>
                    <a:gd name="connsiteX2" fmla="*/ 1331780 w 1348316"/>
                    <a:gd name="connsiteY2" fmla="*/ 3297750 h 3297750"/>
                  </a:gdLst>
                  <a:ahLst/>
                  <a:cxnLst>
                    <a:cxn ang="0">
                      <a:pos x="connsiteX0" y="connsiteY0"/>
                    </a:cxn>
                    <a:cxn ang="0">
                      <a:pos x="connsiteX1" y="connsiteY1"/>
                    </a:cxn>
                    <a:cxn ang="0">
                      <a:pos x="connsiteX2" y="connsiteY2"/>
                    </a:cxn>
                  </a:cxnLst>
                  <a:rect l="l" t="t" r="r" b="b"/>
                  <a:pathLst>
                    <a:path w="1348316" h="3297750" stroke="0" extrusionOk="0">
                      <a:moveTo>
                        <a:pt x="0" y="0"/>
                      </a:moveTo>
                      <a:cubicBezTo>
                        <a:pt x="577229" y="0"/>
                        <a:pt x="1090428" y="777325"/>
                        <a:pt x="1276412" y="1933342"/>
                      </a:cubicBezTo>
                      <a:cubicBezTo>
                        <a:pt x="1346967" y="2371885"/>
                        <a:pt x="1365970" y="2840184"/>
                        <a:pt x="1331780" y="3297750"/>
                      </a:cubicBezTo>
                    </a:path>
                    <a:path w="1348316" h="3297750" fill="none">
                      <a:moveTo>
                        <a:pt x="0" y="0"/>
                      </a:moveTo>
                      <a:cubicBezTo>
                        <a:pt x="577229" y="0"/>
                        <a:pt x="1090428" y="777325"/>
                        <a:pt x="1276412" y="1933342"/>
                      </a:cubicBezTo>
                      <a:cubicBezTo>
                        <a:pt x="1346967" y="2371885"/>
                        <a:pt x="1365970" y="2840184"/>
                        <a:pt x="1331780" y="3297750"/>
                      </a:cubicBezTo>
                    </a:path>
                  </a:pathLst>
                </a:custGeom>
                <a:noFill/>
                <a:ln>
                  <a:gradFill>
                    <a:gsLst>
                      <a:gs pos="9000">
                        <a:schemeClr val="accent2">
                          <a:alpha val="0"/>
                        </a:schemeClr>
                      </a:gs>
                      <a:gs pos="27000">
                        <a:srgbClr val="C99371">
                          <a:alpha val="65000"/>
                        </a:srgbClr>
                      </a:gs>
                      <a:gs pos="41000">
                        <a:schemeClr val="accent2">
                          <a:alpha val="0"/>
                        </a:schemeClr>
                      </a:gs>
                      <a:gs pos="66000">
                        <a:schemeClr val="accent1">
                          <a:alpha val="20000"/>
                        </a:schemeClr>
                      </a:gs>
                      <a:gs pos="100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a:extLst>
                    <a:ext uri="{FF2B5EF4-FFF2-40B4-BE49-F238E27FC236}">
                      <a16:creationId xmlns:a16="http://schemas.microsoft.com/office/drawing/2014/main" id="{2AF33D98-4A76-2765-CFB8-EEB95310A1EC}"/>
                    </a:ext>
                  </a:extLst>
                </p:cNvPr>
                <p:cNvGrpSpPr/>
                <p:nvPr/>
              </p:nvGrpSpPr>
              <p:grpSpPr>
                <a:xfrm>
                  <a:off x="4016375" y="4241800"/>
                  <a:ext cx="96838" cy="146050"/>
                  <a:chOff x="4016375" y="4241800"/>
                  <a:chExt cx="96838" cy="146050"/>
                </a:xfrm>
                <a:gradFill>
                  <a:gsLst>
                    <a:gs pos="0">
                      <a:schemeClr val="accent1"/>
                    </a:gs>
                    <a:gs pos="100000">
                      <a:schemeClr val="accent1">
                        <a:alpha val="40000"/>
                      </a:schemeClr>
                    </a:gs>
                  </a:gsLst>
                  <a:lin ang="5400000" scaled="1"/>
                </a:gradFill>
              </p:grpSpPr>
              <p:sp>
                <p:nvSpPr>
                  <p:cNvPr id="23" name="箭头: V 形 22">
                    <a:extLst>
                      <a:ext uri="{FF2B5EF4-FFF2-40B4-BE49-F238E27FC236}">
                        <a16:creationId xmlns:a16="http://schemas.microsoft.com/office/drawing/2014/main" id="{9AFC65FA-856B-2CFA-C611-EF356E90BDD9}"/>
                      </a:ext>
                    </a:extLst>
                  </p:cNvPr>
                  <p:cNvSpPr/>
                  <p:nvPr/>
                </p:nvSpPr>
                <p:spPr>
                  <a:xfrm rot="16200000">
                    <a:off x="4025900" y="4232275"/>
                    <a:ext cx="77787" cy="96838"/>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箭头: V 形 24">
                    <a:extLst>
                      <a:ext uri="{FF2B5EF4-FFF2-40B4-BE49-F238E27FC236}">
                        <a16:creationId xmlns:a16="http://schemas.microsoft.com/office/drawing/2014/main" id="{1D8CF097-BDF7-D309-BE69-F43E46BB94D0}"/>
                      </a:ext>
                    </a:extLst>
                  </p:cNvPr>
                  <p:cNvSpPr/>
                  <p:nvPr/>
                </p:nvSpPr>
                <p:spPr>
                  <a:xfrm rot="16200000">
                    <a:off x="4025900" y="4300538"/>
                    <a:ext cx="77787" cy="96838"/>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33" name="组合 32">
                <a:extLst>
                  <a:ext uri="{FF2B5EF4-FFF2-40B4-BE49-F238E27FC236}">
                    <a16:creationId xmlns:a16="http://schemas.microsoft.com/office/drawing/2014/main" id="{B0333410-91F8-A174-2922-BB90F55D65CF}"/>
                  </a:ext>
                </a:extLst>
              </p:cNvPr>
              <p:cNvGrpSpPr/>
              <p:nvPr/>
            </p:nvGrpSpPr>
            <p:grpSpPr>
              <a:xfrm>
                <a:off x="2343150" y="2207136"/>
                <a:ext cx="1348316" cy="3128960"/>
                <a:chOff x="2343150" y="2207136"/>
                <a:chExt cx="1348316" cy="3128960"/>
              </a:xfrm>
            </p:grpSpPr>
            <p:sp>
              <p:nvSpPr>
                <p:cNvPr id="28" name="弧形 21">
                  <a:extLst>
                    <a:ext uri="{FF2B5EF4-FFF2-40B4-BE49-F238E27FC236}">
                      <a16:creationId xmlns:a16="http://schemas.microsoft.com/office/drawing/2014/main" id="{4E310400-42DD-BEC3-092D-F4C0FF71B5E1}"/>
                    </a:ext>
                  </a:extLst>
                </p:cNvPr>
                <p:cNvSpPr/>
                <p:nvPr/>
              </p:nvSpPr>
              <p:spPr>
                <a:xfrm>
                  <a:off x="2343150" y="2207136"/>
                  <a:ext cx="1348316" cy="3128960"/>
                </a:xfrm>
                <a:custGeom>
                  <a:avLst/>
                  <a:gdLst>
                    <a:gd name="connsiteX0" fmla="*/ 1348316 w 2696633"/>
                    <a:gd name="connsiteY0" fmla="*/ 0 h 5704775"/>
                    <a:gd name="connsiteX1" fmla="*/ 2624728 w 2696633"/>
                    <a:gd name="connsiteY1" fmla="*/ 1933342 h 5704775"/>
                    <a:gd name="connsiteX2" fmla="*/ 2680096 w 2696633"/>
                    <a:gd name="connsiteY2" fmla="*/ 3297750 h 5704775"/>
                    <a:gd name="connsiteX3" fmla="*/ 1348317 w 2696633"/>
                    <a:gd name="connsiteY3" fmla="*/ 2852388 h 5704775"/>
                    <a:gd name="connsiteX4" fmla="*/ 1348316 w 2696633"/>
                    <a:gd name="connsiteY4" fmla="*/ 0 h 5704775"/>
                    <a:gd name="connsiteX0" fmla="*/ 1348316 w 2696633"/>
                    <a:gd name="connsiteY0" fmla="*/ 0 h 5704775"/>
                    <a:gd name="connsiteX1" fmla="*/ 2624728 w 2696633"/>
                    <a:gd name="connsiteY1" fmla="*/ 1933342 h 5704775"/>
                    <a:gd name="connsiteX2" fmla="*/ 2680096 w 2696633"/>
                    <a:gd name="connsiteY2" fmla="*/ 3297750 h 5704775"/>
                    <a:gd name="connsiteX0" fmla="*/ 1 w 1348316"/>
                    <a:gd name="connsiteY0" fmla="*/ 2852388 h 3297750"/>
                    <a:gd name="connsiteX1" fmla="*/ 0 w 1348316"/>
                    <a:gd name="connsiteY1" fmla="*/ 0 h 3297750"/>
                    <a:gd name="connsiteX2" fmla="*/ 1276412 w 1348316"/>
                    <a:gd name="connsiteY2" fmla="*/ 1933342 h 3297750"/>
                    <a:gd name="connsiteX3" fmla="*/ 1331780 w 1348316"/>
                    <a:gd name="connsiteY3" fmla="*/ 3297750 h 3297750"/>
                    <a:gd name="connsiteX4" fmla="*/ 91441 w 1348316"/>
                    <a:gd name="connsiteY4" fmla="*/ 2943828 h 3297750"/>
                    <a:gd name="connsiteX0" fmla="*/ 0 w 1348316"/>
                    <a:gd name="connsiteY0" fmla="*/ 0 h 3297750"/>
                    <a:gd name="connsiteX1" fmla="*/ 1276412 w 1348316"/>
                    <a:gd name="connsiteY1" fmla="*/ 1933342 h 3297750"/>
                    <a:gd name="connsiteX2" fmla="*/ 1331780 w 1348316"/>
                    <a:gd name="connsiteY2" fmla="*/ 3297750 h 3297750"/>
                    <a:gd name="connsiteX0" fmla="*/ 1 w 1348316"/>
                    <a:gd name="connsiteY0" fmla="*/ 2852388 h 3297750"/>
                    <a:gd name="connsiteX1" fmla="*/ 0 w 1348316"/>
                    <a:gd name="connsiteY1" fmla="*/ 0 h 3297750"/>
                    <a:gd name="connsiteX2" fmla="*/ 1276412 w 1348316"/>
                    <a:gd name="connsiteY2" fmla="*/ 1933342 h 3297750"/>
                    <a:gd name="connsiteX3" fmla="*/ 1331780 w 1348316"/>
                    <a:gd name="connsiteY3" fmla="*/ 3297750 h 3297750"/>
                    <a:gd name="connsiteX0" fmla="*/ 0 w 1348316"/>
                    <a:gd name="connsiteY0" fmla="*/ 0 h 3297750"/>
                    <a:gd name="connsiteX1" fmla="*/ 1276412 w 1348316"/>
                    <a:gd name="connsiteY1" fmla="*/ 1933342 h 3297750"/>
                    <a:gd name="connsiteX2" fmla="*/ 1331780 w 1348316"/>
                    <a:gd name="connsiteY2" fmla="*/ 3297750 h 3297750"/>
                    <a:gd name="connsiteX0" fmla="*/ 0 w 1348316"/>
                    <a:gd name="connsiteY0" fmla="*/ 0 h 3297750"/>
                    <a:gd name="connsiteX1" fmla="*/ 1276412 w 1348316"/>
                    <a:gd name="connsiteY1" fmla="*/ 1933342 h 3297750"/>
                    <a:gd name="connsiteX2" fmla="*/ 1331780 w 1348316"/>
                    <a:gd name="connsiteY2" fmla="*/ 3297750 h 3297750"/>
                    <a:gd name="connsiteX0" fmla="*/ 0 w 1348316"/>
                    <a:gd name="connsiteY0" fmla="*/ 0 h 3297750"/>
                    <a:gd name="connsiteX1" fmla="*/ 1276412 w 1348316"/>
                    <a:gd name="connsiteY1" fmla="*/ 1933342 h 3297750"/>
                    <a:gd name="connsiteX2" fmla="*/ 1331780 w 1348316"/>
                    <a:gd name="connsiteY2" fmla="*/ 3297750 h 3297750"/>
                  </a:gdLst>
                  <a:ahLst/>
                  <a:cxnLst>
                    <a:cxn ang="0">
                      <a:pos x="connsiteX0" y="connsiteY0"/>
                    </a:cxn>
                    <a:cxn ang="0">
                      <a:pos x="connsiteX1" y="connsiteY1"/>
                    </a:cxn>
                    <a:cxn ang="0">
                      <a:pos x="connsiteX2" y="connsiteY2"/>
                    </a:cxn>
                  </a:cxnLst>
                  <a:rect l="l" t="t" r="r" b="b"/>
                  <a:pathLst>
                    <a:path w="1348316" h="3297750" stroke="0" extrusionOk="0">
                      <a:moveTo>
                        <a:pt x="0" y="0"/>
                      </a:moveTo>
                      <a:cubicBezTo>
                        <a:pt x="577229" y="0"/>
                        <a:pt x="1090428" y="777325"/>
                        <a:pt x="1276412" y="1933342"/>
                      </a:cubicBezTo>
                      <a:cubicBezTo>
                        <a:pt x="1346967" y="2371885"/>
                        <a:pt x="1365970" y="2840184"/>
                        <a:pt x="1331780" y="3297750"/>
                      </a:cubicBezTo>
                    </a:path>
                    <a:path w="1348316" h="3297750" fill="none">
                      <a:moveTo>
                        <a:pt x="0" y="0"/>
                      </a:moveTo>
                      <a:cubicBezTo>
                        <a:pt x="577229" y="0"/>
                        <a:pt x="1090428" y="777325"/>
                        <a:pt x="1276412" y="1933342"/>
                      </a:cubicBezTo>
                      <a:cubicBezTo>
                        <a:pt x="1346967" y="2371885"/>
                        <a:pt x="1365970" y="2840184"/>
                        <a:pt x="1331780" y="3297750"/>
                      </a:cubicBezTo>
                    </a:path>
                  </a:pathLst>
                </a:custGeom>
                <a:noFill/>
                <a:ln>
                  <a:gradFill>
                    <a:gsLst>
                      <a:gs pos="9000">
                        <a:schemeClr val="accent2">
                          <a:alpha val="0"/>
                        </a:schemeClr>
                      </a:gs>
                      <a:gs pos="27000">
                        <a:srgbClr val="C99371">
                          <a:alpha val="65000"/>
                        </a:srgbClr>
                      </a:gs>
                      <a:gs pos="41000">
                        <a:schemeClr val="accent2">
                          <a:alpha val="0"/>
                        </a:schemeClr>
                      </a:gs>
                      <a:gs pos="66000">
                        <a:schemeClr val="accent1">
                          <a:alpha val="20000"/>
                        </a:schemeClr>
                      </a:gs>
                      <a:gs pos="100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a:extLst>
                    <a:ext uri="{FF2B5EF4-FFF2-40B4-BE49-F238E27FC236}">
                      <a16:creationId xmlns:a16="http://schemas.microsoft.com/office/drawing/2014/main" id="{47DECFFD-6394-1BDD-20CB-11C59070A394}"/>
                    </a:ext>
                  </a:extLst>
                </p:cNvPr>
                <p:cNvGrpSpPr/>
                <p:nvPr/>
              </p:nvGrpSpPr>
              <p:grpSpPr>
                <a:xfrm rot="20139799">
                  <a:off x="3307536" y="3048703"/>
                  <a:ext cx="96838" cy="146050"/>
                  <a:chOff x="4016375" y="4241800"/>
                  <a:chExt cx="96838" cy="146050"/>
                </a:xfrm>
                <a:gradFill>
                  <a:gsLst>
                    <a:gs pos="0">
                      <a:schemeClr val="accent2"/>
                    </a:gs>
                    <a:gs pos="100000">
                      <a:schemeClr val="accent2">
                        <a:alpha val="40000"/>
                      </a:schemeClr>
                    </a:gs>
                  </a:gsLst>
                  <a:lin ang="5400000" scaled="1"/>
                </a:gradFill>
              </p:grpSpPr>
              <p:sp>
                <p:nvSpPr>
                  <p:cNvPr id="31" name="箭头: V 形 30">
                    <a:extLst>
                      <a:ext uri="{FF2B5EF4-FFF2-40B4-BE49-F238E27FC236}">
                        <a16:creationId xmlns:a16="http://schemas.microsoft.com/office/drawing/2014/main" id="{DC84F743-AA42-6E92-0329-9B6F562B85BA}"/>
                      </a:ext>
                    </a:extLst>
                  </p:cNvPr>
                  <p:cNvSpPr/>
                  <p:nvPr/>
                </p:nvSpPr>
                <p:spPr>
                  <a:xfrm rot="16200000">
                    <a:off x="4025900" y="4232275"/>
                    <a:ext cx="77787" cy="96838"/>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2" name="箭头: V 形 31">
                    <a:extLst>
                      <a:ext uri="{FF2B5EF4-FFF2-40B4-BE49-F238E27FC236}">
                        <a16:creationId xmlns:a16="http://schemas.microsoft.com/office/drawing/2014/main" id="{D77E636C-C550-DF9A-81E1-103926BF0786}"/>
                      </a:ext>
                    </a:extLst>
                  </p:cNvPr>
                  <p:cNvSpPr/>
                  <p:nvPr/>
                </p:nvSpPr>
                <p:spPr>
                  <a:xfrm rot="16200000">
                    <a:off x="4025900" y="4300538"/>
                    <a:ext cx="77787" cy="96838"/>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grpSp>
          <p:nvGrpSpPr>
            <p:cNvPr id="1065" name="组合 1064">
              <a:extLst>
                <a:ext uri="{FF2B5EF4-FFF2-40B4-BE49-F238E27FC236}">
                  <a16:creationId xmlns:a16="http://schemas.microsoft.com/office/drawing/2014/main" id="{544ECB9A-8B26-859E-958E-1F98F1C20DF5}"/>
                </a:ext>
              </a:extLst>
            </p:cNvPr>
            <p:cNvGrpSpPr/>
            <p:nvPr/>
          </p:nvGrpSpPr>
          <p:grpSpPr>
            <a:xfrm flipH="1">
              <a:off x="8463347" y="1907283"/>
              <a:ext cx="1907001" cy="3552874"/>
              <a:chOff x="2343150" y="2038346"/>
              <a:chExt cx="1770063" cy="3297750"/>
            </a:xfrm>
          </p:grpSpPr>
          <p:grpSp>
            <p:nvGrpSpPr>
              <p:cNvPr id="1066" name="组合 1065">
                <a:extLst>
                  <a:ext uri="{FF2B5EF4-FFF2-40B4-BE49-F238E27FC236}">
                    <a16:creationId xmlns:a16="http://schemas.microsoft.com/office/drawing/2014/main" id="{2D2CADA8-CFDA-290F-7EE4-0441C0587533}"/>
                  </a:ext>
                </a:extLst>
              </p:cNvPr>
              <p:cNvGrpSpPr/>
              <p:nvPr/>
            </p:nvGrpSpPr>
            <p:grpSpPr>
              <a:xfrm>
                <a:off x="2745316" y="2038346"/>
                <a:ext cx="1367897" cy="3297750"/>
                <a:chOff x="2745316" y="2038346"/>
                <a:chExt cx="1367897" cy="3297750"/>
              </a:xfrm>
            </p:grpSpPr>
            <p:sp>
              <p:nvSpPr>
                <p:cNvPr id="1072" name="弧形 21">
                  <a:extLst>
                    <a:ext uri="{FF2B5EF4-FFF2-40B4-BE49-F238E27FC236}">
                      <a16:creationId xmlns:a16="http://schemas.microsoft.com/office/drawing/2014/main" id="{1FC1522A-C5F8-D086-BD54-9729FFDDB0F4}"/>
                    </a:ext>
                  </a:extLst>
                </p:cNvPr>
                <p:cNvSpPr/>
                <p:nvPr/>
              </p:nvSpPr>
              <p:spPr>
                <a:xfrm>
                  <a:off x="2745316" y="2038346"/>
                  <a:ext cx="1348316" cy="3297750"/>
                </a:xfrm>
                <a:custGeom>
                  <a:avLst/>
                  <a:gdLst>
                    <a:gd name="connsiteX0" fmla="*/ 1348316 w 2696633"/>
                    <a:gd name="connsiteY0" fmla="*/ 0 h 5704775"/>
                    <a:gd name="connsiteX1" fmla="*/ 2624728 w 2696633"/>
                    <a:gd name="connsiteY1" fmla="*/ 1933342 h 5704775"/>
                    <a:gd name="connsiteX2" fmla="*/ 2680096 w 2696633"/>
                    <a:gd name="connsiteY2" fmla="*/ 3297750 h 5704775"/>
                    <a:gd name="connsiteX3" fmla="*/ 1348317 w 2696633"/>
                    <a:gd name="connsiteY3" fmla="*/ 2852388 h 5704775"/>
                    <a:gd name="connsiteX4" fmla="*/ 1348316 w 2696633"/>
                    <a:gd name="connsiteY4" fmla="*/ 0 h 5704775"/>
                    <a:gd name="connsiteX0" fmla="*/ 1348316 w 2696633"/>
                    <a:gd name="connsiteY0" fmla="*/ 0 h 5704775"/>
                    <a:gd name="connsiteX1" fmla="*/ 2624728 w 2696633"/>
                    <a:gd name="connsiteY1" fmla="*/ 1933342 h 5704775"/>
                    <a:gd name="connsiteX2" fmla="*/ 2680096 w 2696633"/>
                    <a:gd name="connsiteY2" fmla="*/ 3297750 h 5704775"/>
                    <a:gd name="connsiteX0" fmla="*/ 1 w 1348316"/>
                    <a:gd name="connsiteY0" fmla="*/ 2852388 h 3297750"/>
                    <a:gd name="connsiteX1" fmla="*/ 0 w 1348316"/>
                    <a:gd name="connsiteY1" fmla="*/ 0 h 3297750"/>
                    <a:gd name="connsiteX2" fmla="*/ 1276412 w 1348316"/>
                    <a:gd name="connsiteY2" fmla="*/ 1933342 h 3297750"/>
                    <a:gd name="connsiteX3" fmla="*/ 1331780 w 1348316"/>
                    <a:gd name="connsiteY3" fmla="*/ 3297750 h 3297750"/>
                    <a:gd name="connsiteX4" fmla="*/ 91441 w 1348316"/>
                    <a:gd name="connsiteY4" fmla="*/ 2943828 h 3297750"/>
                    <a:gd name="connsiteX0" fmla="*/ 0 w 1348316"/>
                    <a:gd name="connsiteY0" fmla="*/ 0 h 3297750"/>
                    <a:gd name="connsiteX1" fmla="*/ 1276412 w 1348316"/>
                    <a:gd name="connsiteY1" fmla="*/ 1933342 h 3297750"/>
                    <a:gd name="connsiteX2" fmla="*/ 1331780 w 1348316"/>
                    <a:gd name="connsiteY2" fmla="*/ 3297750 h 3297750"/>
                    <a:gd name="connsiteX0" fmla="*/ 1 w 1348316"/>
                    <a:gd name="connsiteY0" fmla="*/ 2852388 h 3297750"/>
                    <a:gd name="connsiteX1" fmla="*/ 0 w 1348316"/>
                    <a:gd name="connsiteY1" fmla="*/ 0 h 3297750"/>
                    <a:gd name="connsiteX2" fmla="*/ 1276412 w 1348316"/>
                    <a:gd name="connsiteY2" fmla="*/ 1933342 h 3297750"/>
                    <a:gd name="connsiteX3" fmla="*/ 1331780 w 1348316"/>
                    <a:gd name="connsiteY3" fmla="*/ 3297750 h 3297750"/>
                    <a:gd name="connsiteX0" fmla="*/ 0 w 1348316"/>
                    <a:gd name="connsiteY0" fmla="*/ 0 h 3297750"/>
                    <a:gd name="connsiteX1" fmla="*/ 1276412 w 1348316"/>
                    <a:gd name="connsiteY1" fmla="*/ 1933342 h 3297750"/>
                    <a:gd name="connsiteX2" fmla="*/ 1331780 w 1348316"/>
                    <a:gd name="connsiteY2" fmla="*/ 3297750 h 3297750"/>
                    <a:gd name="connsiteX0" fmla="*/ 0 w 1348316"/>
                    <a:gd name="connsiteY0" fmla="*/ 0 h 3297750"/>
                    <a:gd name="connsiteX1" fmla="*/ 1276412 w 1348316"/>
                    <a:gd name="connsiteY1" fmla="*/ 1933342 h 3297750"/>
                    <a:gd name="connsiteX2" fmla="*/ 1331780 w 1348316"/>
                    <a:gd name="connsiteY2" fmla="*/ 3297750 h 3297750"/>
                    <a:gd name="connsiteX0" fmla="*/ 0 w 1348316"/>
                    <a:gd name="connsiteY0" fmla="*/ 0 h 3297750"/>
                    <a:gd name="connsiteX1" fmla="*/ 1276412 w 1348316"/>
                    <a:gd name="connsiteY1" fmla="*/ 1933342 h 3297750"/>
                    <a:gd name="connsiteX2" fmla="*/ 1331780 w 1348316"/>
                    <a:gd name="connsiteY2" fmla="*/ 3297750 h 3297750"/>
                  </a:gdLst>
                  <a:ahLst/>
                  <a:cxnLst>
                    <a:cxn ang="0">
                      <a:pos x="connsiteX0" y="connsiteY0"/>
                    </a:cxn>
                    <a:cxn ang="0">
                      <a:pos x="connsiteX1" y="connsiteY1"/>
                    </a:cxn>
                    <a:cxn ang="0">
                      <a:pos x="connsiteX2" y="connsiteY2"/>
                    </a:cxn>
                  </a:cxnLst>
                  <a:rect l="l" t="t" r="r" b="b"/>
                  <a:pathLst>
                    <a:path w="1348316" h="3297750" stroke="0" extrusionOk="0">
                      <a:moveTo>
                        <a:pt x="0" y="0"/>
                      </a:moveTo>
                      <a:cubicBezTo>
                        <a:pt x="577229" y="0"/>
                        <a:pt x="1090428" y="777325"/>
                        <a:pt x="1276412" y="1933342"/>
                      </a:cubicBezTo>
                      <a:cubicBezTo>
                        <a:pt x="1346967" y="2371885"/>
                        <a:pt x="1365970" y="2840184"/>
                        <a:pt x="1331780" y="3297750"/>
                      </a:cubicBezTo>
                    </a:path>
                    <a:path w="1348316" h="3297750" fill="none">
                      <a:moveTo>
                        <a:pt x="0" y="0"/>
                      </a:moveTo>
                      <a:cubicBezTo>
                        <a:pt x="577229" y="0"/>
                        <a:pt x="1090428" y="777325"/>
                        <a:pt x="1276412" y="1933342"/>
                      </a:cubicBezTo>
                      <a:cubicBezTo>
                        <a:pt x="1346967" y="2371885"/>
                        <a:pt x="1365970" y="2840184"/>
                        <a:pt x="1331780" y="3297750"/>
                      </a:cubicBezTo>
                    </a:path>
                  </a:pathLst>
                </a:custGeom>
                <a:noFill/>
                <a:ln>
                  <a:gradFill>
                    <a:gsLst>
                      <a:gs pos="9000">
                        <a:schemeClr val="accent2">
                          <a:alpha val="0"/>
                        </a:schemeClr>
                      </a:gs>
                      <a:gs pos="27000">
                        <a:srgbClr val="C99371">
                          <a:alpha val="65000"/>
                        </a:srgbClr>
                      </a:gs>
                      <a:gs pos="41000">
                        <a:schemeClr val="accent2">
                          <a:alpha val="0"/>
                        </a:schemeClr>
                      </a:gs>
                      <a:gs pos="66000">
                        <a:schemeClr val="accent1">
                          <a:alpha val="20000"/>
                        </a:schemeClr>
                      </a:gs>
                      <a:gs pos="100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73" name="组合 1072">
                  <a:extLst>
                    <a:ext uri="{FF2B5EF4-FFF2-40B4-BE49-F238E27FC236}">
                      <a16:creationId xmlns:a16="http://schemas.microsoft.com/office/drawing/2014/main" id="{9E698673-755E-C749-BA76-9FE2FE94EEFE}"/>
                    </a:ext>
                  </a:extLst>
                </p:cNvPr>
                <p:cNvGrpSpPr/>
                <p:nvPr/>
              </p:nvGrpSpPr>
              <p:grpSpPr>
                <a:xfrm>
                  <a:off x="4016375" y="4241800"/>
                  <a:ext cx="96838" cy="146050"/>
                  <a:chOff x="4016375" y="4241800"/>
                  <a:chExt cx="96838" cy="146050"/>
                </a:xfrm>
                <a:gradFill>
                  <a:gsLst>
                    <a:gs pos="0">
                      <a:schemeClr val="accent1"/>
                    </a:gs>
                    <a:gs pos="100000">
                      <a:schemeClr val="accent1">
                        <a:alpha val="40000"/>
                      </a:schemeClr>
                    </a:gs>
                  </a:gsLst>
                  <a:lin ang="5400000" scaled="1"/>
                </a:gradFill>
              </p:grpSpPr>
              <p:sp>
                <p:nvSpPr>
                  <p:cNvPr id="1074" name="箭头: V 形 1073">
                    <a:extLst>
                      <a:ext uri="{FF2B5EF4-FFF2-40B4-BE49-F238E27FC236}">
                        <a16:creationId xmlns:a16="http://schemas.microsoft.com/office/drawing/2014/main" id="{60C98329-6F73-3B45-B031-DBEA5E397980}"/>
                      </a:ext>
                    </a:extLst>
                  </p:cNvPr>
                  <p:cNvSpPr/>
                  <p:nvPr/>
                </p:nvSpPr>
                <p:spPr>
                  <a:xfrm rot="16200000">
                    <a:off x="4025900" y="4232275"/>
                    <a:ext cx="77787" cy="96838"/>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75" name="箭头: V 形 1074">
                    <a:extLst>
                      <a:ext uri="{FF2B5EF4-FFF2-40B4-BE49-F238E27FC236}">
                        <a16:creationId xmlns:a16="http://schemas.microsoft.com/office/drawing/2014/main" id="{79F8176E-1BEB-56E7-482B-B3AD841A4A22}"/>
                      </a:ext>
                    </a:extLst>
                  </p:cNvPr>
                  <p:cNvSpPr/>
                  <p:nvPr/>
                </p:nvSpPr>
                <p:spPr>
                  <a:xfrm rot="16200000">
                    <a:off x="4025900" y="4300538"/>
                    <a:ext cx="77787" cy="96838"/>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1067" name="组合 1066">
                <a:extLst>
                  <a:ext uri="{FF2B5EF4-FFF2-40B4-BE49-F238E27FC236}">
                    <a16:creationId xmlns:a16="http://schemas.microsoft.com/office/drawing/2014/main" id="{A32670F1-63D5-9E7E-1A67-D8FA019488A7}"/>
                  </a:ext>
                </a:extLst>
              </p:cNvPr>
              <p:cNvGrpSpPr/>
              <p:nvPr/>
            </p:nvGrpSpPr>
            <p:grpSpPr>
              <a:xfrm>
                <a:off x="2343150" y="2207136"/>
                <a:ext cx="1348316" cy="3128960"/>
                <a:chOff x="2343150" y="2207136"/>
                <a:chExt cx="1348316" cy="3128960"/>
              </a:xfrm>
            </p:grpSpPr>
            <p:sp>
              <p:nvSpPr>
                <p:cNvPr id="1068" name="弧形 21">
                  <a:extLst>
                    <a:ext uri="{FF2B5EF4-FFF2-40B4-BE49-F238E27FC236}">
                      <a16:creationId xmlns:a16="http://schemas.microsoft.com/office/drawing/2014/main" id="{54B177DA-276B-7B70-D14B-498030F08C68}"/>
                    </a:ext>
                  </a:extLst>
                </p:cNvPr>
                <p:cNvSpPr/>
                <p:nvPr/>
              </p:nvSpPr>
              <p:spPr>
                <a:xfrm>
                  <a:off x="2343150" y="2207136"/>
                  <a:ext cx="1348316" cy="3128960"/>
                </a:xfrm>
                <a:custGeom>
                  <a:avLst/>
                  <a:gdLst>
                    <a:gd name="connsiteX0" fmla="*/ 1348316 w 2696633"/>
                    <a:gd name="connsiteY0" fmla="*/ 0 h 5704775"/>
                    <a:gd name="connsiteX1" fmla="*/ 2624728 w 2696633"/>
                    <a:gd name="connsiteY1" fmla="*/ 1933342 h 5704775"/>
                    <a:gd name="connsiteX2" fmla="*/ 2680096 w 2696633"/>
                    <a:gd name="connsiteY2" fmla="*/ 3297750 h 5704775"/>
                    <a:gd name="connsiteX3" fmla="*/ 1348317 w 2696633"/>
                    <a:gd name="connsiteY3" fmla="*/ 2852388 h 5704775"/>
                    <a:gd name="connsiteX4" fmla="*/ 1348316 w 2696633"/>
                    <a:gd name="connsiteY4" fmla="*/ 0 h 5704775"/>
                    <a:gd name="connsiteX0" fmla="*/ 1348316 w 2696633"/>
                    <a:gd name="connsiteY0" fmla="*/ 0 h 5704775"/>
                    <a:gd name="connsiteX1" fmla="*/ 2624728 w 2696633"/>
                    <a:gd name="connsiteY1" fmla="*/ 1933342 h 5704775"/>
                    <a:gd name="connsiteX2" fmla="*/ 2680096 w 2696633"/>
                    <a:gd name="connsiteY2" fmla="*/ 3297750 h 5704775"/>
                    <a:gd name="connsiteX0" fmla="*/ 1 w 1348316"/>
                    <a:gd name="connsiteY0" fmla="*/ 2852388 h 3297750"/>
                    <a:gd name="connsiteX1" fmla="*/ 0 w 1348316"/>
                    <a:gd name="connsiteY1" fmla="*/ 0 h 3297750"/>
                    <a:gd name="connsiteX2" fmla="*/ 1276412 w 1348316"/>
                    <a:gd name="connsiteY2" fmla="*/ 1933342 h 3297750"/>
                    <a:gd name="connsiteX3" fmla="*/ 1331780 w 1348316"/>
                    <a:gd name="connsiteY3" fmla="*/ 3297750 h 3297750"/>
                    <a:gd name="connsiteX4" fmla="*/ 91441 w 1348316"/>
                    <a:gd name="connsiteY4" fmla="*/ 2943828 h 3297750"/>
                    <a:gd name="connsiteX0" fmla="*/ 0 w 1348316"/>
                    <a:gd name="connsiteY0" fmla="*/ 0 h 3297750"/>
                    <a:gd name="connsiteX1" fmla="*/ 1276412 w 1348316"/>
                    <a:gd name="connsiteY1" fmla="*/ 1933342 h 3297750"/>
                    <a:gd name="connsiteX2" fmla="*/ 1331780 w 1348316"/>
                    <a:gd name="connsiteY2" fmla="*/ 3297750 h 3297750"/>
                    <a:gd name="connsiteX0" fmla="*/ 1 w 1348316"/>
                    <a:gd name="connsiteY0" fmla="*/ 2852388 h 3297750"/>
                    <a:gd name="connsiteX1" fmla="*/ 0 w 1348316"/>
                    <a:gd name="connsiteY1" fmla="*/ 0 h 3297750"/>
                    <a:gd name="connsiteX2" fmla="*/ 1276412 w 1348316"/>
                    <a:gd name="connsiteY2" fmla="*/ 1933342 h 3297750"/>
                    <a:gd name="connsiteX3" fmla="*/ 1331780 w 1348316"/>
                    <a:gd name="connsiteY3" fmla="*/ 3297750 h 3297750"/>
                    <a:gd name="connsiteX0" fmla="*/ 0 w 1348316"/>
                    <a:gd name="connsiteY0" fmla="*/ 0 h 3297750"/>
                    <a:gd name="connsiteX1" fmla="*/ 1276412 w 1348316"/>
                    <a:gd name="connsiteY1" fmla="*/ 1933342 h 3297750"/>
                    <a:gd name="connsiteX2" fmla="*/ 1331780 w 1348316"/>
                    <a:gd name="connsiteY2" fmla="*/ 3297750 h 3297750"/>
                    <a:gd name="connsiteX0" fmla="*/ 0 w 1348316"/>
                    <a:gd name="connsiteY0" fmla="*/ 0 h 3297750"/>
                    <a:gd name="connsiteX1" fmla="*/ 1276412 w 1348316"/>
                    <a:gd name="connsiteY1" fmla="*/ 1933342 h 3297750"/>
                    <a:gd name="connsiteX2" fmla="*/ 1331780 w 1348316"/>
                    <a:gd name="connsiteY2" fmla="*/ 3297750 h 3297750"/>
                    <a:gd name="connsiteX0" fmla="*/ 0 w 1348316"/>
                    <a:gd name="connsiteY0" fmla="*/ 0 h 3297750"/>
                    <a:gd name="connsiteX1" fmla="*/ 1276412 w 1348316"/>
                    <a:gd name="connsiteY1" fmla="*/ 1933342 h 3297750"/>
                    <a:gd name="connsiteX2" fmla="*/ 1331780 w 1348316"/>
                    <a:gd name="connsiteY2" fmla="*/ 3297750 h 3297750"/>
                  </a:gdLst>
                  <a:ahLst/>
                  <a:cxnLst>
                    <a:cxn ang="0">
                      <a:pos x="connsiteX0" y="connsiteY0"/>
                    </a:cxn>
                    <a:cxn ang="0">
                      <a:pos x="connsiteX1" y="connsiteY1"/>
                    </a:cxn>
                    <a:cxn ang="0">
                      <a:pos x="connsiteX2" y="connsiteY2"/>
                    </a:cxn>
                  </a:cxnLst>
                  <a:rect l="l" t="t" r="r" b="b"/>
                  <a:pathLst>
                    <a:path w="1348316" h="3297750" stroke="0" extrusionOk="0">
                      <a:moveTo>
                        <a:pt x="0" y="0"/>
                      </a:moveTo>
                      <a:cubicBezTo>
                        <a:pt x="577229" y="0"/>
                        <a:pt x="1090428" y="777325"/>
                        <a:pt x="1276412" y="1933342"/>
                      </a:cubicBezTo>
                      <a:cubicBezTo>
                        <a:pt x="1346967" y="2371885"/>
                        <a:pt x="1365970" y="2840184"/>
                        <a:pt x="1331780" y="3297750"/>
                      </a:cubicBezTo>
                    </a:path>
                    <a:path w="1348316" h="3297750" fill="none">
                      <a:moveTo>
                        <a:pt x="0" y="0"/>
                      </a:moveTo>
                      <a:cubicBezTo>
                        <a:pt x="577229" y="0"/>
                        <a:pt x="1090428" y="777325"/>
                        <a:pt x="1276412" y="1933342"/>
                      </a:cubicBezTo>
                      <a:cubicBezTo>
                        <a:pt x="1346967" y="2371885"/>
                        <a:pt x="1365970" y="2840184"/>
                        <a:pt x="1331780" y="3297750"/>
                      </a:cubicBezTo>
                    </a:path>
                  </a:pathLst>
                </a:custGeom>
                <a:noFill/>
                <a:ln>
                  <a:gradFill>
                    <a:gsLst>
                      <a:gs pos="9000">
                        <a:schemeClr val="accent2">
                          <a:alpha val="0"/>
                        </a:schemeClr>
                      </a:gs>
                      <a:gs pos="27000">
                        <a:srgbClr val="C99371">
                          <a:alpha val="65000"/>
                        </a:srgbClr>
                      </a:gs>
                      <a:gs pos="41000">
                        <a:schemeClr val="accent2">
                          <a:alpha val="0"/>
                        </a:schemeClr>
                      </a:gs>
                      <a:gs pos="66000">
                        <a:schemeClr val="accent1">
                          <a:alpha val="20000"/>
                        </a:schemeClr>
                      </a:gs>
                      <a:gs pos="100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69" name="组合 1068">
                  <a:extLst>
                    <a:ext uri="{FF2B5EF4-FFF2-40B4-BE49-F238E27FC236}">
                      <a16:creationId xmlns:a16="http://schemas.microsoft.com/office/drawing/2014/main" id="{2BF70994-C6A2-E2E5-44EC-8126EB1D4234}"/>
                    </a:ext>
                  </a:extLst>
                </p:cNvPr>
                <p:cNvGrpSpPr/>
                <p:nvPr/>
              </p:nvGrpSpPr>
              <p:grpSpPr>
                <a:xfrm rot="20139799">
                  <a:off x="3307536" y="3048703"/>
                  <a:ext cx="96838" cy="146050"/>
                  <a:chOff x="4016375" y="4241800"/>
                  <a:chExt cx="96838" cy="146050"/>
                </a:xfrm>
                <a:gradFill>
                  <a:gsLst>
                    <a:gs pos="0">
                      <a:schemeClr val="accent2"/>
                    </a:gs>
                    <a:gs pos="100000">
                      <a:schemeClr val="accent2">
                        <a:alpha val="40000"/>
                      </a:schemeClr>
                    </a:gs>
                  </a:gsLst>
                  <a:lin ang="5400000" scaled="1"/>
                </a:gradFill>
              </p:grpSpPr>
              <p:sp>
                <p:nvSpPr>
                  <p:cNvPr id="1070" name="箭头: V 形 1069">
                    <a:extLst>
                      <a:ext uri="{FF2B5EF4-FFF2-40B4-BE49-F238E27FC236}">
                        <a16:creationId xmlns:a16="http://schemas.microsoft.com/office/drawing/2014/main" id="{08E8D372-2771-2B9B-C58A-BC321860B248}"/>
                      </a:ext>
                    </a:extLst>
                  </p:cNvPr>
                  <p:cNvSpPr/>
                  <p:nvPr/>
                </p:nvSpPr>
                <p:spPr>
                  <a:xfrm rot="16200000">
                    <a:off x="4025900" y="4232275"/>
                    <a:ext cx="77787" cy="96838"/>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71" name="箭头: V 形 1070">
                    <a:extLst>
                      <a:ext uri="{FF2B5EF4-FFF2-40B4-BE49-F238E27FC236}">
                        <a16:creationId xmlns:a16="http://schemas.microsoft.com/office/drawing/2014/main" id="{FC949005-08EE-99CD-05EB-31CDD2854BE8}"/>
                      </a:ext>
                    </a:extLst>
                  </p:cNvPr>
                  <p:cNvSpPr/>
                  <p:nvPr/>
                </p:nvSpPr>
                <p:spPr>
                  <a:xfrm rot="16200000">
                    <a:off x="4025900" y="4300538"/>
                    <a:ext cx="77787" cy="96838"/>
                  </a:xfrm>
                  <a:prstGeom prst="chevron">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grpSp>
      <p:sp>
        <p:nvSpPr>
          <p:cNvPr id="1080" name="文本框 1079">
            <a:extLst>
              <a:ext uri="{FF2B5EF4-FFF2-40B4-BE49-F238E27FC236}">
                <a16:creationId xmlns:a16="http://schemas.microsoft.com/office/drawing/2014/main" id="{F14EB2BE-59F7-783A-A8D0-51567FB2EBEE}"/>
              </a:ext>
            </a:extLst>
          </p:cNvPr>
          <p:cNvSpPr txBox="1"/>
          <p:nvPr/>
        </p:nvSpPr>
        <p:spPr>
          <a:xfrm>
            <a:off x="5516628" y="3336357"/>
            <a:ext cx="1160556" cy="174084"/>
          </a:xfrm>
          <a:prstGeom prst="rect">
            <a:avLst/>
          </a:prstGeom>
          <a:noFill/>
        </p:spPr>
        <p:txBody>
          <a:bodyPr wrap="none" lIns="0" tIns="0" rIns="0" bIns="0" rtlCol="0">
            <a:spAutoFit/>
          </a:bodyPr>
          <a:lstStyle/>
          <a:p>
            <a:pPr algn="ctr"/>
            <a:r>
              <a:rPr lang="zh-CN" altLang="en-US" sz="1050" b="1" dirty="0">
                <a:solidFill>
                  <a:schemeClr val="accent1"/>
                </a:solidFill>
              </a:rPr>
              <a:t>十大行业解决方案</a:t>
            </a:r>
          </a:p>
        </p:txBody>
      </p:sp>
      <p:sp>
        <p:nvSpPr>
          <p:cNvPr id="1081" name="文本框 1080">
            <a:extLst>
              <a:ext uri="{FF2B5EF4-FFF2-40B4-BE49-F238E27FC236}">
                <a16:creationId xmlns:a16="http://schemas.microsoft.com/office/drawing/2014/main" id="{68215A9E-66C6-8A0C-1D1F-EE6A594BF15A}"/>
              </a:ext>
            </a:extLst>
          </p:cNvPr>
          <p:cNvSpPr txBox="1"/>
          <p:nvPr/>
        </p:nvSpPr>
        <p:spPr>
          <a:xfrm>
            <a:off x="5138309" y="3524788"/>
            <a:ext cx="1917193" cy="107722"/>
          </a:xfrm>
          <a:prstGeom prst="rect">
            <a:avLst/>
          </a:prstGeom>
          <a:noFill/>
        </p:spPr>
        <p:txBody>
          <a:bodyPr wrap="none" lIns="0" tIns="0" rIns="0" bIns="0" rtlCol="0">
            <a:spAutoFit/>
          </a:bodyPr>
          <a:lstStyle/>
          <a:p>
            <a:pPr algn="ctr"/>
            <a:r>
              <a:rPr lang="zh-CN" altLang="en-US" sz="700" dirty="0">
                <a:solidFill>
                  <a:schemeClr val="bg1"/>
                </a:solidFill>
              </a:rPr>
              <a:t>深耕</a:t>
            </a:r>
            <a:r>
              <a:rPr lang="en-US" altLang="zh-CN" sz="700" dirty="0">
                <a:solidFill>
                  <a:schemeClr val="bg1"/>
                </a:solidFill>
              </a:rPr>
              <a:t>10</a:t>
            </a:r>
            <a:r>
              <a:rPr lang="zh-CN" altLang="en-US" sz="700" dirty="0">
                <a:solidFill>
                  <a:schemeClr val="bg1"/>
                </a:solidFill>
              </a:rPr>
              <a:t>大行业，覆盖</a:t>
            </a:r>
            <a:r>
              <a:rPr lang="en-US" altLang="zh-CN" sz="700" dirty="0">
                <a:solidFill>
                  <a:schemeClr val="bg1"/>
                </a:solidFill>
              </a:rPr>
              <a:t>24</a:t>
            </a:r>
            <a:r>
              <a:rPr lang="zh-CN" altLang="en-US" sz="700" dirty="0">
                <a:solidFill>
                  <a:schemeClr val="bg1"/>
                </a:solidFill>
              </a:rPr>
              <a:t>个细分行业解决方案服务</a:t>
            </a:r>
          </a:p>
        </p:txBody>
      </p:sp>
      <p:sp>
        <p:nvSpPr>
          <p:cNvPr id="1100" name="文本框 1099">
            <a:extLst>
              <a:ext uri="{FF2B5EF4-FFF2-40B4-BE49-F238E27FC236}">
                <a16:creationId xmlns:a16="http://schemas.microsoft.com/office/drawing/2014/main" id="{1AA18F5C-842F-330D-BE63-14F944F281C5}"/>
              </a:ext>
            </a:extLst>
          </p:cNvPr>
          <p:cNvSpPr txBox="1"/>
          <p:nvPr/>
        </p:nvSpPr>
        <p:spPr>
          <a:xfrm>
            <a:off x="5787839" y="2253522"/>
            <a:ext cx="615554" cy="123111"/>
          </a:xfrm>
          <a:prstGeom prst="rect">
            <a:avLst/>
          </a:prstGeom>
          <a:noFill/>
        </p:spPr>
        <p:txBody>
          <a:bodyPr wrap="none" lIns="0" tIns="0" rIns="0" bIns="0" rtlCol="0">
            <a:spAutoFit/>
          </a:bodyPr>
          <a:lstStyle/>
          <a:p>
            <a:pPr algn="ctr"/>
            <a:r>
              <a:rPr lang="zh-CN" altLang="en-US" sz="800" b="1" dirty="0">
                <a:solidFill>
                  <a:schemeClr val="accent1"/>
                </a:solidFill>
              </a:rPr>
              <a:t>专业服务生态</a:t>
            </a:r>
          </a:p>
        </p:txBody>
      </p:sp>
      <p:sp>
        <p:nvSpPr>
          <p:cNvPr id="1101" name="文本框 1100">
            <a:extLst>
              <a:ext uri="{FF2B5EF4-FFF2-40B4-BE49-F238E27FC236}">
                <a16:creationId xmlns:a16="http://schemas.microsoft.com/office/drawing/2014/main" id="{69C317FE-DB6F-A5CA-FA7E-06FD006A17BA}"/>
              </a:ext>
            </a:extLst>
          </p:cNvPr>
          <p:cNvSpPr txBox="1"/>
          <p:nvPr/>
        </p:nvSpPr>
        <p:spPr>
          <a:xfrm>
            <a:off x="4782111" y="2392631"/>
            <a:ext cx="2627026" cy="196016"/>
          </a:xfrm>
          <a:prstGeom prst="rect">
            <a:avLst/>
          </a:prstGeom>
          <a:noFill/>
        </p:spPr>
        <p:txBody>
          <a:bodyPr wrap="square" lIns="0" tIns="0" rIns="0" bIns="0" rtlCol="0">
            <a:spAutoFit/>
          </a:bodyPr>
          <a:lstStyle/>
          <a:p>
            <a:pPr algn="ctr">
              <a:lnSpc>
                <a:spcPct val="110000"/>
              </a:lnSpc>
            </a:pPr>
            <a:r>
              <a:rPr lang="zh-CN" altLang="en-US" sz="600" dirty="0">
                <a:solidFill>
                  <a:schemeClr val="bg1"/>
                </a:solidFill>
              </a:rPr>
              <a:t>丰富的咨询、实施、开发、运维服务经验：企业数据中心、行业方案咨询落地、定制化数据信息平台、知识培训、项目管理、专项数据可视化</a:t>
            </a:r>
            <a:r>
              <a:rPr lang="en-US" altLang="zh-CN" sz="600" dirty="0">
                <a:solidFill>
                  <a:schemeClr val="bg1"/>
                </a:solidFill>
              </a:rPr>
              <a:t>……</a:t>
            </a:r>
            <a:endParaRPr lang="zh-CN" altLang="en-US" sz="600" dirty="0">
              <a:solidFill>
                <a:schemeClr val="bg1"/>
              </a:solidFill>
            </a:endParaRPr>
          </a:p>
        </p:txBody>
      </p:sp>
      <p:grpSp>
        <p:nvGrpSpPr>
          <p:cNvPr id="1256" name="组合 1255">
            <a:extLst>
              <a:ext uri="{FF2B5EF4-FFF2-40B4-BE49-F238E27FC236}">
                <a16:creationId xmlns:a16="http://schemas.microsoft.com/office/drawing/2014/main" id="{C76BB859-C3ED-778C-E07D-FAC46F883CC4}"/>
              </a:ext>
            </a:extLst>
          </p:cNvPr>
          <p:cNvGrpSpPr/>
          <p:nvPr/>
        </p:nvGrpSpPr>
        <p:grpSpPr>
          <a:xfrm>
            <a:off x="3535736" y="3416572"/>
            <a:ext cx="710325" cy="366594"/>
            <a:chOff x="3535736" y="3342299"/>
            <a:chExt cx="710325" cy="366594"/>
          </a:xfrm>
        </p:grpSpPr>
        <p:sp>
          <p:nvSpPr>
            <p:cNvPr id="1106" name="椭圆 1105">
              <a:extLst>
                <a:ext uri="{FF2B5EF4-FFF2-40B4-BE49-F238E27FC236}">
                  <a16:creationId xmlns:a16="http://schemas.microsoft.com/office/drawing/2014/main" id="{A9FD1D6A-94F9-402D-E5BB-D2E15C36CA71}"/>
                </a:ext>
              </a:extLst>
            </p:cNvPr>
            <p:cNvSpPr/>
            <p:nvPr/>
          </p:nvSpPr>
          <p:spPr>
            <a:xfrm>
              <a:off x="3535736" y="3593790"/>
              <a:ext cx="710325"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07" name="文本框 1106">
              <a:extLst>
                <a:ext uri="{FF2B5EF4-FFF2-40B4-BE49-F238E27FC236}">
                  <a16:creationId xmlns:a16="http://schemas.microsoft.com/office/drawing/2014/main" id="{69CE5C2A-B47D-A7D6-19B2-002EA26E4BE5}"/>
                </a:ext>
              </a:extLst>
            </p:cNvPr>
            <p:cNvSpPr txBox="1"/>
            <p:nvPr/>
          </p:nvSpPr>
          <p:spPr>
            <a:xfrm>
              <a:off x="3669839" y="3620608"/>
              <a:ext cx="442118" cy="66317"/>
            </a:xfrm>
            <a:prstGeom prst="rect">
              <a:avLst/>
            </a:prstGeom>
            <a:noFill/>
          </p:spPr>
          <p:txBody>
            <a:bodyPr wrap="none" lIns="0" tIns="0" rIns="0" bIns="0" rtlCol="0">
              <a:spAutoFit/>
            </a:bodyPr>
            <a:lstStyle/>
            <a:p>
              <a:pPr algn="ctr"/>
              <a:r>
                <a:rPr lang="zh-CN" altLang="en-US" sz="400" dirty="0">
                  <a:solidFill>
                    <a:schemeClr val="bg1"/>
                  </a:solidFill>
                </a:rPr>
                <a:t>财务管理解决方案</a:t>
              </a:r>
            </a:p>
          </p:txBody>
        </p:sp>
        <p:sp>
          <p:nvSpPr>
            <p:cNvPr id="1104" name="椭圆 1103">
              <a:extLst>
                <a:ext uri="{FF2B5EF4-FFF2-40B4-BE49-F238E27FC236}">
                  <a16:creationId xmlns:a16="http://schemas.microsoft.com/office/drawing/2014/main" id="{72AC0B87-068C-B0AA-99AC-272BAA5F72CD}"/>
                </a:ext>
              </a:extLst>
            </p:cNvPr>
            <p:cNvSpPr/>
            <p:nvPr/>
          </p:nvSpPr>
          <p:spPr>
            <a:xfrm>
              <a:off x="3535736" y="3494341"/>
              <a:ext cx="710325"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088" name="椭圆 1087">
              <a:extLst>
                <a:ext uri="{FF2B5EF4-FFF2-40B4-BE49-F238E27FC236}">
                  <a16:creationId xmlns:a16="http://schemas.microsoft.com/office/drawing/2014/main" id="{CBF7CAC4-30B7-3760-BBE1-1F51D9345028}"/>
                </a:ext>
              </a:extLst>
            </p:cNvPr>
            <p:cNvSpPr/>
            <p:nvPr/>
          </p:nvSpPr>
          <p:spPr>
            <a:xfrm>
              <a:off x="3535736" y="3381174"/>
              <a:ext cx="710325" cy="115103"/>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089" name="文本框 1088">
              <a:extLst>
                <a:ext uri="{FF2B5EF4-FFF2-40B4-BE49-F238E27FC236}">
                  <a16:creationId xmlns:a16="http://schemas.microsoft.com/office/drawing/2014/main" id="{84A9FFA1-1BA8-7592-E0F3-D0A3CE30B92A}"/>
                </a:ext>
              </a:extLst>
            </p:cNvPr>
            <p:cNvSpPr txBox="1"/>
            <p:nvPr/>
          </p:nvSpPr>
          <p:spPr>
            <a:xfrm>
              <a:off x="3697472" y="3342299"/>
              <a:ext cx="386853" cy="116056"/>
            </a:xfrm>
            <a:prstGeom prst="rect">
              <a:avLst/>
            </a:prstGeom>
            <a:noFill/>
          </p:spPr>
          <p:txBody>
            <a:bodyPr wrap="none" lIns="0" tIns="0" rIns="0" bIns="0" rtlCol="0">
              <a:spAutoFit/>
            </a:bodyPr>
            <a:lstStyle/>
            <a:p>
              <a:pPr algn="ctr"/>
              <a:r>
                <a:rPr lang="zh-CN" altLang="en-US" sz="700" b="1" dirty="0">
                  <a:solidFill>
                    <a:schemeClr val="accent1"/>
                  </a:solidFill>
                </a:rPr>
                <a:t>医药健康</a:t>
              </a:r>
            </a:p>
          </p:txBody>
        </p:sp>
        <p:sp>
          <p:nvSpPr>
            <p:cNvPr id="1105" name="文本框 1104">
              <a:extLst>
                <a:ext uri="{FF2B5EF4-FFF2-40B4-BE49-F238E27FC236}">
                  <a16:creationId xmlns:a16="http://schemas.microsoft.com/office/drawing/2014/main" id="{B2FD17EE-B928-7269-13A2-BA999048BD24}"/>
                </a:ext>
              </a:extLst>
            </p:cNvPr>
            <p:cNvSpPr txBox="1"/>
            <p:nvPr/>
          </p:nvSpPr>
          <p:spPr>
            <a:xfrm>
              <a:off x="3586943" y="3508526"/>
              <a:ext cx="607911" cy="66317"/>
            </a:xfrm>
            <a:prstGeom prst="rect">
              <a:avLst/>
            </a:prstGeom>
            <a:noFill/>
          </p:spPr>
          <p:txBody>
            <a:bodyPr wrap="none" lIns="0" tIns="0" rIns="0" bIns="0" rtlCol="0">
              <a:spAutoFit/>
            </a:bodyPr>
            <a:lstStyle/>
            <a:p>
              <a:pPr algn="ctr"/>
              <a:r>
                <a:rPr lang="zh-CN" altLang="en-US" sz="400" dirty="0">
                  <a:solidFill>
                    <a:schemeClr val="bg1"/>
                  </a:solidFill>
                </a:rPr>
                <a:t>生产制造供应链解决方案</a:t>
              </a:r>
            </a:p>
          </p:txBody>
        </p:sp>
      </p:grpSp>
      <p:grpSp>
        <p:nvGrpSpPr>
          <p:cNvPr id="1258" name="组合 1257">
            <a:extLst>
              <a:ext uri="{FF2B5EF4-FFF2-40B4-BE49-F238E27FC236}">
                <a16:creationId xmlns:a16="http://schemas.microsoft.com/office/drawing/2014/main" id="{005450CD-0852-8394-0C34-73B9CB926830}"/>
              </a:ext>
            </a:extLst>
          </p:cNvPr>
          <p:cNvGrpSpPr/>
          <p:nvPr/>
        </p:nvGrpSpPr>
        <p:grpSpPr>
          <a:xfrm>
            <a:off x="4219748" y="3058724"/>
            <a:ext cx="710325" cy="373906"/>
            <a:chOff x="4303438" y="3010498"/>
            <a:chExt cx="710325" cy="373906"/>
          </a:xfrm>
        </p:grpSpPr>
        <p:sp>
          <p:nvSpPr>
            <p:cNvPr id="1111" name="椭圆 1110">
              <a:extLst>
                <a:ext uri="{FF2B5EF4-FFF2-40B4-BE49-F238E27FC236}">
                  <a16:creationId xmlns:a16="http://schemas.microsoft.com/office/drawing/2014/main" id="{D9F95AC6-A636-FD62-5156-25A05A3FEBA6}"/>
                </a:ext>
              </a:extLst>
            </p:cNvPr>
            <p:cNvSpPr/>
            <p:nvPr/>
          </p:nvSpPr>
          <p:spPr>
            <a:xfrm>
              <a:off x="4303438" y="3269301"/>
              <a:ext cx="710325"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12" name="文本框 1111">
              <a:extLst>
                <a:ext uri="{FF2B5EF4-FFF2-40B4-BE49-F238E27FC236}">
                  <a16:creationId xmlns:a16="http://schemas.microsoft.com/office/drawing/2014/main" id="{6C0F738B-35F7-E5C1-9EE2-B2AE295A2EE6}"/>
                </a:ext>
              </a:extLst>
            </p:cNvPr>
            <p:cNvSpPr txBox="1"/>
            <p:nvPr/>
          </p:nvSpPr>
          <p:spPr>
            <a:xfrm>
              <a:off x="4382277" y="3296119"/>
              <a:ext cx="552647" cy="66317"/>
            </a:xfrm>
            <a:prstGeom prst="rect">
              <a:avLst/>
            </a:prstGeom>
            <a:noFill/>
          </p:spPr>
          <p:txBody>
            <a:bodyPr wrap="none" lIns="0" tIns="0" rIns="0" bIns="0" rtlCol="0">
              <a:spAutoFit/>
            </a:bodyPr>
            <a:lstStyle/>
            <a:p>
              <a:pPr algn="ctr"/>
              <a:r>
                <a:rPr lang="zh-CN" altLang="en-US" sz="400" dirty="0">
                  <a:solidFill>
                    <a:schemeClr val="bg1"/>
                  </a:solidFill>
                </a:rPr>
                <a:t>智慧医院财务管理平台</a:t>
              </a:r>
            </a:p>
          </p:txBody>
        </p:sp>
        <p:sp>
          <p:nvSpPr>
            <p:cNvPr id="1109" name="椭圆 1108">
              <a:extLst>
                <a:ext uri="{FF2B5EF4-FFF2-40B4-BE49-F238E27FC236}">
                  <a16:creationId xmlns:a16="http://schemas.microsoft.com/office/drawing/2014/main" id="{EA70BA81-D1A7-5565-15BE-5EE967444DFC}"/>
                </a:ext>
              </a:extLst>
            </p:cNvPr>
            <p:cNvSpPr/>
            <p:nvPr/>
          </p:nvSpPr>
          <p:spPr>
            <a:xfrm>
              <a:off x="4303438" y="3169852"/>
              <a:ext cx="710325"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10" name="文本框 1109">
              <a:extLst>
                <a:ext uri="{FF2B5EF4-FFF2-40B4-BE49-F238E27FC236}">
                  <a16:creationId xmlns:a16="http://schemas.microsoft.com/office/drawing/2014/main" id="{C8E12A48-EBB6-3E9B-E9B1-719AEF2FBA1D}"/>
                </a:ext>
              </a:extLst>
            </p:cNvPr>
            <p:cNvSpPr txBox="1"/>
            <p:nvPr/>
          </p:nvSpPr>
          <p:spPr>
            <a:xfrm>
              <a:off x="4382277" y="3184037"/>
              <a:ext cx="552647" cy="66317"/>
            </a:xfrm>
            <a:prstGeom prst="rect">
              <a:avLst/>
            </a:prstGeom>
            <a:noFill/>
          </p:spPr>
          <p:txBody>
            <a:bodyPr wrap="none" lIns="0" tIns="0" rIns="0" bIns="0" rtlCol="0">
              <a:spAutoFit/>
            </a:bodyPr>
            <a:lstStyle/>
            <a:p>
              <a:pPr algn="ctr"/>
              <a:r>
                <a:rPr lang="zh-CN" altLang="en-US" sz="400" dirty="0">
                  <a:solidFill>
                    <a:schemeClr val="bg1"/>
                  </a:solidFill>
                </a:rPr>
                <a:t>智慧医院运营管理平台</a:t>
              </a:r>
            </a:p>
          </p:txBody>
        </p:sp>
        <p:sp>
          <p:nvSpPr>
            <p:cNvPr id="1090" name="椭圆 1089">
              <a:extLst>
                <a:ext uri="{FF2B5EF4-FFF2-40B4-BE49-F238E27FC236}">
                  <a16:creationId xmlns:a16="http://schemas.microsoft.com/office/drawing/2014/main" id="{7FDC5381-3602-EE93-5B7D-CB572B778B8B}"/>
                </a:ext>
              </a:extLst>
            </p:cNvPr>
            <p:cNvSpPr/>
            <p:nvPr/>
          </p:nvSpPr>
          <p:spPr>
            <a:xfrm>
              <a:off x="4307087" y="3045952"/>
              <a:ext cx="686246" cy="115103"/>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091" name="文本框 1090">
              <a:extLst>
                <a:ext uri="{FF2B5EF4-FFF2-40B4-BE49-F238E27FC236}">
                  <a16:creationId xmlns:a16="http://schemas.microsoft.com/office/drawing/2014/main" id="{AFBC3346-7C60-233B-C641-7C5A33F20DCE}"/>
                </a:ext>
              </a:extLst>
            </p:cNvPr>
            <p:cNvSpPr txBox="1"/>
            <p:nvPr/>
          </p:nvSpPr>
          <p:spPr>
            <a:xfrm>
              <a:off x="4456784" y="3010498"/>
              <a:ext cx="386852" cy="116056"/>
            </a:xfrm>
            <a:prstGeom prst="rect">
              <a:avLst/>
            </a:prstGeom>
            <a:noFill/>
          </p:spPr>
          <p:txBody>
            <a:bodyPr wrap="none" lIns="0" tIns="0" rIns="0" bIns="0" rtlCol="0">
              <a:spAutoFit/>
            </a:bodyPr>
            <a:lstStyle/>
            <a:p>
              <a:pPr algn="ctr"/>
              <a:r>
                <a:rPr lang="zh-CN" altLang="en-US" sz="700" b="1" dirty="0">
                  <a:solidFill>
                    <a:schemeClr val="accent1"/>
                  </a:solidFill>
                </a:rPr>
                <a:t>医疗卫生</a:t>
              </a:r>
            </a:p>
          </p:txBody>
        </p:sp>
      </p:grpSp>
      <p:grpSp>
        <p:nvGrpSpPr>
          <p:cNvPr id="1261" name="组合 1260">
            <a:extLst>
              <a:ext uri="{FF2B5EF4-FFF2-40B4-BE49-F238E27FC236}">
                <a16:creationId xmlns:a16="http://schemas.microsoft.com/office/drawing/2014/main" id="{3239C24E-6D64-392E-DEB6-CDFB46053A37}"/>
              </a:ext>
            </a:extLst>
          </p:cNvPr>
          <p:cNvGrpSpPr/>
          <p:nvPr/>
        </p:nvGrpSpPr>
        <p:grpSpPr>
          <a:xfrm>
            <a:off x="4994849" y="2923271"/>
            <a:ext cx="639954" cy="362594"/>
            <a:chOff x="5112646" y="2923271"/>
            <a:chExt cx="639954" cy="362594"/>
          </a:xfrm>
        </p:grpSpPr>
        <p:sp>
          <p:nvSpPr>
            <p:cNvPr id="1113" name="椭圆 1112">
              <a:extLst>
                <a:ext uri="{FF2B5EF4-FFF2-40B4-BE49-F238E27FC236}">
                  <a16:creationId xmlns:a16="http://schemas.microsoft.com/office/drawing/2014/main" id="{DC93FAA2-1A71-8C7C-2EA2-7F8DAEB9C911}"/>
                </a:ext>
              </a:extLst>
            </p:cNvPr>
            <p:cNvSpPr/>
            <p:nvPr/>
          </p:nvSpPr>
          <p:spPr>
            <a:xfrm>
              <a:off x="5112646" y="3170762"/>
              <a:ext cx="639954"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14" name="文本框 1113">
              <a:extLst>
                <a:ext uri="{FF2B5EF4-FFF2-40B4-BE49-F238E27FC236}">
                  <a16:creationId xmlns:a16="http://schemas.microsoft.com/office/drawing/2014/main" id="{53B3F8FD-D509-8485-E69F-8511E51B080A}"/>
                </a:ext>
              </a:extLst>
            </p:cNvPr>
            <p:cNvSpPr txBox="1"/>
            <p:nvPr/>
          </p:nvSpPr>
          <p:spPr>
            <a:xfrm>
              <a:off x="5322094" y="3197580"/>
              <a:ext cx="221058" cy="66317"/>
            </a:xfrm>
            <a:prstGeom prst="rect">
              <a:avLst/>
            </a:prstGeom>
            <a:noFill/>
          </p:spPr>
          <p:txBody>
            <a:bodyPr wrap="none" lIns="0" tIns="0" rIns="0" bIns="0" rtlCol="0">
              <a:spAutoFit/>
            </a:bodyPr>
            <a:lstStyle/>
            <a:p>
              <a:pPr algn="ctr"/>
              <a:r>
                <a:rPr lang="zh-CN" altLang="en-US" sz="400" dirty="0">
                  <a:solidFill>
                    <a:schemeClr val="bg1"/>
                  </a:solidFill>
                </a:rPr>
                <a:t>师生画像</a:t>
              </a:r>
            </a:p>
          </p:txBody>
        </p:sp>
        <p:sp>
          <p:nvSpPr>
            <p:cNvPr id="1115" name="椭圆 1114">
              <a:extLst>
                <a:ext uri="{FF2B5EF4-FFF2-40B4-BE49-F238E27FC236}">
                  <a16:creationId xmlns:a16="http://schemas.microsoft.com/office/drawing/2014/main" id="{DB89EA02-B558-0E0C-CE24-286185C99A7E}"/>
                </a:ext>
              </a:extLst>
            </p:cNvPr>
            <p:cNvSpPr/>
            <p:nvPr/>
          </p:nvSpPr>
          <p:spPr>
            <a:xfrm>
              <a:off x="5112646" y="3071313"/>
              <a:ext cx="639954"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16" name="文本框 1115">
              <a:extLst>
                <a:ext uri="{FF2B5EF4-FFF2-40B4-BE49-F238E27FC236}">
                  <a16:creationId xmlns:a16="http://schemas.microsoft.com/office/drawing/2014/main" id="{13CDBA7D-5D2E-7040-CB68-654ACB5A8E35}"/>
                </a:ext>
              </a:extLst>
            </p:cNvPr>
            <p:cNvSpPr txBox="1"/>
            <p:nvPr/>
          </p:nvSpPr>
          <p:spPr>
            <a:xfrm>
              <a:off x="5266829" y="3085499"/>
              <a:ext cx="331588" cy="66317"/>
            </a:xfrm>
            <a:prstGeom prst="rect">
              <a:avLst/>
            </a:prstGeom>
            <a:noFill/>
          </p:spPr>
          <p:txBody>
            <a:bodyPr wrap="none" lIns="0" tIns="0" rIns="0" bIns="0" rtlCol="0">
              <a:spAutoFit/>
            </a:bodyPr>
            <a:lstStyle/>
            <a:p>
              <a:pPr algn="ctr"/>
              <a:r>
                <a:rPr lang="zh-CN" altLang="en-US" sz="400" dirty="0">
                  <a:solidFill>
                    <a:schemeClr val="bg1"/>
                  </a:solidFill>
                </a:rPr>
                <a:t>师生办事大厅</a:t>
              </a:r>
            </a:p>
          </p:txBody>
        </p:sp>
        <p:sp>
          <p:nvSpPr>
            <p:cNvPr id="1092" name="椭圆 1091">
              <a:extLst>
                <a:ext uri="{FF2B5EF4-FFF2-40B4-BE49-F238E27FC236}">
                  <a16:creationId xmlns:a16="http://schemas.microsoft.com/office/drawing/2014/main" id="{55FFFE23-CB68-1AC4-B95E-446ECA89A3AA}"/>
                </a:ext>
              </a:extLst>
            </p:cNvPr>
            <p:cNvSpPr/>
            <p:nvPr/>
          </p:nvSpPr>
          <p:spPr>
            <a:xfrm>
              <a:off x="5112646" y="2958725"/>
              <a:ext cx="639954" cy="115103"/>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093" name="文本框 1092">
              <a:extLst>
                <a:ext uri="{FF2B5EF4-FFF2-40B4-BE49-F238E27FC236}">
                  <a16:creationId xmlns:a16="http://schemas.microsoft.com/office/drawing/2014/main" id="{6AE17BEB-FC57-E854-CB95-BD2B15A23D87}"/>
                </a:ext>
              </a:extLst>
            </p:cNvPr>
            <p:cNvSpPr txBox="1"/>
            <p:nvPr/>
          </p:nvSpPr>
          <p:spPr>
            <a:xfrm>
              <a:off x="5239197" y="2923271"/>
              <a:ext cx="386852" cy="116056"/>
            </a:xfrm>
            <a:prstGeom prst="rect">
              <a:avLst/>
            </a:prstGeom>
            <a:noFill/>
          </p:spPr>
          <p:txBody>
            <a:bodyPr wrap="none" lIns="0" tIns="0" rIns="0" bIns="0" rtlCol="0">
              <a:spAutoFit/>
            </a:bodyPr>
            <a:lstStyle/>
            <a:p>
              <a:pPr algn="ctr"/>
              <a:r>
                <a:rPr lang="zh-CN" altLang="en-US" sz="700" b="1" dirty="0">
                  <a:solidFill>
                    <a:schemeClr val="accent1"/>
                  </a:solidFill>
                </a:rPr>
                <a:t>高校教育</a:t>
              </a:r>
            </a:p>
          </p:txBody>
        </p:sp>
      </p:grpSp>
      <p:grpSp>
        <p:nvGrpSpPr>
          <p:cNvPr id="1262" name="组合 1261">
            <a:extLst>
              <a:ext uri="{FF2B5EF4-FFF2-40B4-BE49-F238E27FC236}">
                <a16:creationId xmlns:a16="http://schemas.microsoft.com/office/drawing/2014/main" id="{17E06548-327E-DC42-EB85-A095221E102E}"/>
              </a:ext>
            </a:extLst>
          </p:cNvPr>
          <p:cNvGrpSpPr/>
          <p:nvPr/>
        </p:nvGrpSpPr>
        <p:grpSpPr>
          <a:xfrm>
            <a:off x="5784595" y="2893122"/>
            <a:ext cx="622811" cy="355682"/>
            <a:chOff x="5852651" y="2893122"/>
            <a:chExt cx="622811" cy="355682"/>
          </a:xfrm>
        </p:grpSpPr>
        <p:sp>
          <p:nvSpPr>
            <p:cNvPr id="1117" name="椭圆 1116">
              <a:extLst>
                <a:ext uri="{FF2B5EF4-FFF2-40B4-BE49-F238E27FC236}">
                  <a16:creationId xmlns:a16="http://schemas.microsoft.com/office/drawing/2014/main" id="{219042C5-7119-705E-F64B-D5C30BB926FB}"/>
                </a:ext>
              </a:extLst>
            </p:cNvPr>
            <p:cNvSpPr/>
            <p:nvPr/>
          </p:nvSpPr>
          <p:spPr>
            <a:xfrm>
              <a:off x="5852651" y="3133701"/>
              <a:ext cx="622811"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18" name="文本框 1117">
              <a:extLst>
                <a:ext uri="{FF2B5EF4-FFF2-40B4-BE49-F238E27FC236}">
                  <a16:creationId xmlns:a16="http://schemas.microsoft.com/office/drawing/2014/main" id="{CB798536-7C59-9647-07FD-11EE68848D7E}"/>
                </a:ext>
              </a:extLst>
            </p:cNvPr>
            <p:cNvSpPr txBox="1"/>
            <p:nvPr/>
          </p:nvSpPr>
          <p:spPr>
            <a:xfrm>
              <a:off x="5942998" y="3160519"/>
              <a:ext cx="442118" cy="66317"/>
            </a:xfrm>
            <a:prstGeom prst="rect">
              <a:avLst/>
            </a:prstGeom>
            <a:noFill/>
          </p:spPr>
          <p:txBody>
            <a:bodyPr wrap="none" lIns="0" tIns="0" rIns="0" bIns="0" rtlCol="0">
              <a:spAutoFit/>
            </a:bodyPr>
            <a:lstStyle/>
            <a:p>
              <a:pPr algn="ctr"/>
              <a:r>
                <a:rPr lang="zh-CN" altLang="en-US" sz="400" dirty="0">
                  <a:solidFill>
                    <a:schemeClr val="bg1"/>
                  </a:solidFill>
                </a:rPr>
                <a:t>交通体系解决方案</a:t>
              </a:r>
            </a:p>
          </p:txBody>
        </p:sp>
        <p:sp>
          <p:nvSpPr>
            <p:cNvPr id="1119" name="椭圆 1118">
              <a:extLst>
                <a:ext uri="{FF2B5EF4-FFF2-40B4-BE49-F238E27FC236}">
                  <a16:creationId xmlns:a16="http://schemas.microsoft.com/office/drawing/2014/main" id="{47531B1B-0C3D-2E19-3337-EFDED2BDFE2D}"/>
                </a:ext>
              </a:extLst>
            </p:cNvPr>
            <p:cNvSpPr/>
            <p:nvPr/>
          </p:nvSpPr>
          <p:spPr>
            <a:xfrm>
              <a:off x="5852651" y="3034252"/>
              <a:ext cx="622811"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20" name="文本框 1119">
              <a:extLst>
                <a:ext uri="{FF2B5EF4-FFF2-40B4-BE49-F238E27FC236}">
                  <a16:creationId xmlns:a16="http://schemas.microsoft.com/office/drawing/2014/main" id="{9A83C36E-AD10-8142-6780-3DEC12E242B1}"/>
                </a:ext>
              </a:extLst>
            </p:cNvPr>
            <p:cNvSpPr txBox="1"/>
            <p:nvPr/>
          </p:nvSpPr>
          <p:spPr>
            <a:xfrm>
              <a:off x="6025895" y="3057464"/>
              <a:ext cx="276322" cy="66317"/>
            </a:xfrm>
            <a:prstGeom prst="rect">
              <a:avLst/>
            </a:prstGeom>
            <a:noFill/>
          </p:spPr>
          <p:txBody>
            <a:bodyPr wrap="none" lIns="0" tIns="0" rIns="0" bIns="0" rtlCol="0">
              <a:spAutoFit/>
            </a:bodyPr>
            <a:lstStyle/>
            <a:p>
              <a:pPr algn="ctr"/>
              <a:r>
                <a:rPr lang="zh-CN" altLang="en-US" sz="400" dirty="0">
                  <a:solidFill>
                    <a:schemeClr val="bg1"/>
                  </a:solidFill>
                </a:rPr>
                <a:t>物流可视化</a:t>
              </a:r>
            </a:p>
          </p:txBody>
        </p:sp>
        <p:sp>
          <p:nvSpPr>
            <p:cNvPr id="1094" name="椭圆 1093">
              <a:extLst>
                <a:ext uri="{FF2B5EF4-FFF2-40B4-BE49-F238E27FC236}">
                  <a16:creationId xmlns:a16="http://schemas.microsoft.com/office/drawing/2014/main" id="{09D71AE2-0C1C-E170-8069-C997367EBA51}"/>
                </a:ext>
              </a:extLst>
            </p:cNvPr>
            <p:cNvSpPr/>
            <p:nvPr/>
          </p:nvSpPr>
          <p:spPr>
            <a:xfrm>
              <a:off x="5852651" y="2928576"/>
              <a:ext cx="622811" cy="115103"/>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095" name="文本框 1094">
              <a:extLst>
                <a:ext uri="{FF2B5EF4-FFF2-40B4-BE49-F238E27FC236}">
                  <a16:creationId xmlns:a16="http://schemas.microsoft.com/office/drawing/2014/main" id="{B7B0156E-B9DB-ABF9-3B1D-4C81AA01A277}"/>
                </a:ext>
              </a:extLst>
            </p:cNvPr>
            <p:cNvSpPr txBox="1"/>
            <p:nvPr/>
          </p:nvSpPr>
          <p:spPr>
            <a:xfrm>
              <a:off x="5970630" y="2893122"/>
              <a:ext cx="386853" cy="116056"/>
            </a:xfrm>
            <a:prstGeom prst="rect">
              <a:avLst/>
            </a:prstGeom>
            <a:noFill/>
          </p:spPr>
          <p:txBody>
            <a:bodyPr wrap="none" lIns="0" tIns="0" rIns="0" bIns="0" rtlCol="0">
              <a:spAutoFit/>
            </a:bodyPr>
            <a:lstStyle/>
            <a:p>
              <a:pPr algn="ctr"/>
              <a:r>
                <a:rPr lang="zh-CN" altLang="en-US" sz="700" b="1" dirty="0">
                  <a:solidFill>
                    <a:schemeClr val="accent1"/>
                  </a:solidFill>
                </a:rPr>
                <a:t>物流交通</a:t>
              </a:r>
            </a:p>
          </p:txBody>
        </p:sp>
      </p:grpSp>
      <p:grpSp>
        <p:nvGrpSpPr>
          <p:cNvPr id="1260" name="组合 1259">
            <a:extLst>
              <a:ext uri="{FF2B5EF4-FFF2-40B4-BE49-F238E27FC236}">
                <a16:creationId xmlns:a16="http://schemas.microsoft.com/office/drawing/2014/main" id="{AB6F6FCF-7EED-B5FF-150C-DFA9655CC2B0}"/>
              </a:ext>
            </a:extLst>
          </p:cNvPr>
          <p:cNvGrpSpPr/>
          <p:nvPr/>
        </p:nvGrpSpPr>
        <p:grpSpPr>
          <a:xfrm>
            <a:off x="6561820" y="2928310"/>
            <a:ext cx="706192" cy="357555"/>
            <a:chOff x="6594774" y="2928310"/>
            <a:chExt cx="706192" cy="357555"/>
          </a:xfrm>
        </p:grpSpPr>
        <p:sp>
          <p:nvSpPr>
            <p:cNvPr id="1121" name="椭圆 1120">
              <a:extLst>
                <a:ext uri="{FF2B5EF4-FFF2-40B4-BE49-F238E27FC236}">
                  <a16:creationId xmlns:a16="http://schemas.microsoft.com/office/drawing/2014/main" id="{C7BC29F9-1480-85C6-9435-AE8E6AE470AA}"/>
                </a:ext>
              </a:extLst>
            </p:cNvPr>
            <p:cNvSpPr/>
            <p:nvPr/>
          </p:nvSpPr>
          <p:spPr>
            <a:xfrm>
              <a:off x="6594774" y="3170762"/>
              <a:ext cx="706192"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22" name="文本框 1121">
              <a:extLst>
                <a:ext uri="{FF2B5EF4-FFF2-40B4-BE49-F238E27FC236}">
                  <a16:creationId xmlns:a16="http://schemas.microsoft.com/office/drawing/2014/main" id="{463C638C-9F3B-F3E6-BCB0-26B5F22606C6}"/>
                </a:ext>
              </a:extLst>
            </p:cNvPr>
            <p:cNvSpPr txBox="1"/>
            <p:nvPr/>
          </p:nvSpPr>
          <p:spPr>
            <a:xfrm>
              <a:off x="6687091" y="3197580"/>
              <a:ext cx="521560" cy="66317"/>
            </a:xfrm>
            <a:prstGeom prst="rect">
              <a:avLst/>
            </a:prstGeom>
            <a:noFill/>
          </p:spPr>
          <p:txBody>
            <a:bodyPr wrap="none" lIns="0" tIns="0" rIns="0" bIns="0" rtlCol="0">
              <a:spAutoFit/>
            </a:bodyPr>
            <a:lstStyle/>
            <a:p>
              <a:pPr algn="ctr"/>
              <a:r>
                <a:rPr lang="zh-CN" altLang="en-US" sz="400" dirty="0">
                  <a:solidFill>
                    <a:schemeClr val="bg1"/>
                  </a:solidFill>
                </a:rPr>
                <a:t>电网</a:t>
              </a:r>
              <a:r>
                <a:rPr lang="en-US" altLang="zh-CN" sz="400" dirty="0">
                  <a:solidFill>
                    <a:schemeClr val="bg1"/>
                  </a:solidFill>
                </a:rPr>
                <a:t>/</a:t>
              </a:r>
              <a:r>
                <a:rPr lang="zh-CN" altLang="en-US" sz="400" dirty="0">
                  <a:solidFill>
                    <a:schemeClr val="bg1"/>
                  </a:solidFill>
                </a:rPr>
                <a:t>水务数字化应用</a:t>
              </a:r>
            </a:p>
          </p:txBody>
        </p:sp>
        <p:sp>
          <p:nvSpPr>
            <p:cNvPr id="1123" name="椭圆 1122">
              <a:extLst>
                <a:ext uri="{FF2B5EF4-FFF2-40B4-BE49-F238E27FC236}">
                  <a16:creationId xmlns:a16="http://schemas.microsoft.com/office/drawing/2014/main" id="{596155FF-6A03-8581-2C61-FA1C6B281111}"/>
                </a:ext>
              </a:extLst>
            </p:cNvPr>
            <p:cNvSpPr/>
            <p:nvPr/>
          </p:nvSpPr>
          <p:spPr>
            <a:xfrm>
              <a:off x="6594774" y="3071313"/>
              <a:ext cx="706192"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24" name="文本框 1123">
              <a:extLst>
                <a:ext uri="{FF2B5EF4-FFF2-40B4-BE49-F238E27FC236}">
                  <a16:creationId xmlns:a16="http://schemas.microsoft.com/office/drawing/2014/main" id="{B45CDAB8-3161-1C70-FE32-36220F63898D}"/>
                </a:ext>
              </a:extLst>
            </p:cNvPr>
            <p:cNvSpPr txBox="1"/>
            <p:nvPr/>
          </p:nvSpPr>
          <p:spPr>
            <a:xfrm>
              <a:off x="6699180" y="3085499"/>
              <a:ext cx="497382" cy="66317"/>
            </a:xfrm>
            <a:prstGeom prst="rect">
              <a:avLst/>
            </a:prstGeom>
            <a:noFill/>
          </p:spPr>
          <p:txBody>
            <a:bodyPr wrap="none" lIns="0" tIns="0" rIns="0" bIns="0" rtlCol="0">
              <a:spAutoFit/>
            </a:bodyPr>
            <a:lstStyle/>
            <a:p>
              <a:pPr algn="ctr"/>
              <a:r>
                <a:rPr lang="zh-CN" altLang="en-US" sz="400" dirty="0">
                  <a:solidFill>
                    <a:schemeClr val="bg1"/>
                  </a:solidFill>
                </a:rPr>
                <a:t>发电企业数字化平台</a:t>
              </a:r>
            </a:p>
          </p:txBody>
        </p:sp>
        <p:sp>
          <p:nvSpPr>
            <p:cNvPr id="1096" name="椭圆 1095">
              <a:extLst>
                <a:ext uri="{FF2B5EF4-FFF2-40B4-BE49-F238E27FC236}">
                  <a16:creationId xmlns:a16="http://schemas.microsoft.com/office/drawing/2014/main" id="{7CC6AF7E-D97C-69C0-9538-CFF4192CC2CB}"/>
                </a:ext>
              </a:extLst>
            </p:cNvPr>
            <p:cNvSpPr/>
            <p:nvPr/>
          </p:nvSpPr>
          <p:spPr>
            <a:xfrm>
              <a:off x="6594774" y="2963764"/>
              <a:ext cx="706192" cy="115103"/>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097" name="文本框 1096">
              <a:extLst>
                <a:ext uri="{FF2B5EF4-FFF2-40B4-BE49-F238E27FC236}">
                  <a16:creationId xmlns:a16="http://schemas.microsoft.com/office/drawing/2014/main" id="{F3FFEAF7-050E-8668-5090-5C022F0DFAEB}"/>
                </a:ext>
              </a:extLst>
            </p:cNvPr>
            <p:cNvSpPr txBox="1"/>
            <p:nvPr/>
          </p:nvSpPr>
          <p:spPr>
            <a:xfrm>
              <a:off x="6754444" y="2928310"/>
              <a:ext cx="386853" cy="116056"/>
            </a:xfrm>
            <a:prstGeom prst="rect">
              <a:avLst/>
            </a:prstGeom>
            <a:noFill/>
          </p:spPr>
          <p:txBody>
            <a:bodyPr wrap="none" lIns="0" tIns="0" rIns="0" bIns="0" rtlCol="0">
              <a:spAutoFit/>
            </a:bodyPr>
            <a:lstStyle/>
            <a:p>
              <a:pPr algn="ctr"/>
              <a:r>
                <a:rPr lang="zh-CN" altLang="en-US" sz="700" b="1" dirty="0">
                  <a:solidFill>
                    <a:schemeClr val="accent1"/>
                  </a:solidFill>
                </a:rPr>
                <a:t>电力水务</a:t>
              </a:r>
            </a:p>
          </p:txBody>
        </p:sp>
      </p:grpSp>
      <p:grpSp>
        <p:nvGrpSpPr>
          <p:cNvPr id="1259" name="组合 1258">
            <a:extLst>
              <a:ext uri="{FF2B5EF4-FFF2-40B4-BE49-F238E27FC236}">
                <a16:creationId xmlns:a16="http://schemas.microsoft.com/office/drawing/2014/main" id="{C321C506-BCCF-1BF4-D5A5-DAE8728A3E62}"/>
              </a:ext>
            </a:extLst>
          </p:cNvPr>
          <p:cNvGrpSpPr/>
          <p:nvPr/>
        </p:nvGrpSpPr>
        <p:grpSpPr>
          <a:xfrm>
            <a:off x="7421619" y="3083139"/>
            <a:ext cx="659346" cy="349491"/>
            <a:chOff x="7383636" y="3003694"/>
            <a:chExt cx="659346" cy="349491"/>
          </a:xfrm>
        </p:grpSpPr>
        <p:sp>
          <p:nvSpPr>
            <p:cNvPr id="1125" name="椭圆 1124">
              <a:extLst>
                <a:ext uri="{FF2B5EF4-FFF2-40B4-BE49-F238E27FC236}">
                  <a16:creationId xmlns:a16="http://schemas.microsoft.com/office/drawing/2014/main" id="{F4ECAF34-39EB-5029-4D5C-C2421FF7EC50}"/>
                </a:ext>
              </a:extLst>
            </p:cNvPr>
            <p:cNvSpPr/>
            <p:nvPr/>
          </p:nvSpPr>
          <p:spPr>
            <a:xfrm>
              <a:off x="7383636" y="3238082"/>
              <a:ext cx="659346"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26" name="文本框 1125">
              <a:extLst>
                <a:ext uri="{FF2B5EF4-FFF2-40B4-BE49-F238E27FC236}">
                  <a16:creationId xmlns:a16="http://schemas.microsoft.com/office/drawing/2014/main" id="{B196337D-67D5-E623-18A2-E21191E62412}"/>
                </a:ext>
              </a:extLst>
            </p:cNvPr>
            <p:cNvSpPr txBox="1"/>
            <p:nvPr/>
          </p:nvSpPr>
          <p:spPr>
            <a:xfrm>
              <a:off x="7436986" y="3264900"/>
              <a:ext cx="552647" cy="66317"/>
            </a:xfrm>
            <a:prstGeom prst="rect">
              <a:avLst/>
            </a:prstGeom>
            <a:noFill/>
          </p:spPr>
          <p:txBody>
            <a:bodyPr wrap="none" lIns="0" tIns="0" rIns="0" bIns="0" rtlCol="0">
              <a:spAutoFit/>
            </a:bodyPr>
            <a:lstStyle/>
            <a:p>
              <a:pPr algn="ctr"/>
              <a:r>
                <a:rPr lang="zh-CN" altLang="en-US" sz="400" dirty="0">
                  <a:solidFill>
                    <a:schemeClr val="bg1"/>
                  </a:solidFill>
                </a:rPr>
                <a:t>工程项目管理解决方案</a:t>
              </a:r>
            </a:p>
          </p:txBody>
        </p:sp>
        <p:sp>
          <p:nvSpPr>
            <p:cNvPr id="1127" name="椭圆 1126">
              <a:extLst>
                <a:ext uri="{FF2B5EF4-FFF2-40B4-BE49-F238E27FC236}">
                  <a16:creationId xmlns:a16="http://schemas.microsoft.com/office/drawing/2014/main" id="{967E299C-E336-6B99-CE3B-FB128E6B19EB}"/>
                </a:ext>
              </a:extLst>
            </p:cNvPr>
            <p:cNvSpPr/>
            <p:nvPr/>
          </p:nvSpPr>
          <p:spPr>
            <a:xfrm>
              <a:off x="7383636" y="3138633"/>
              <a:ext cx="659346"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28" name="文本框 1127">
              <a:extLst>
                <a:ext uri="{FF2B5EF4-FFF2-40B4-BE49-F238E27FC236}">
                  <a16:creationId xmlns:a16="http://schemas.microsoft.com/office/drawing/2014/main" id="{9F6ECD05-250E-3FFD-F6DD-855F1C62EC99}"/>
                </a:ext>
              </a:extLst>
            </p:cNvPr>
            <p:cNvSpPr txBox="1"/>
            <p:nvPr/>
          </p:nvSpPr>
          <p:spPr>
            <a:xfrm>
              <a:off x="7436986" y="3161846"/>
              <a:ext cx="552647" cy="66317"/>
            </a:xfrm>
            <a:prstGeom prst="rect">
              <a:avLst/>
            </a:prstGeom>
            <a:noFill/>
          </p:spPr>
          <p:txBody>
            <a:bodyPr wrap="none" lIns="0" tIns="0" rIns="0" bIns="0" rtlCol="0">
              <a:spAutoFit/>
            </a:bodyPr>
            <a:lstStyle/>
            <a:p>
              <a:pPr algn="ctr"/>
              <a:r>
                <a:rPr lang="zh-CN" altLang="en-US" sz="400" dirty="0">
                  <a:solidFill>
                    <a:schemeClr val="bg1"/>
                  </a:solidFill>
                </a:rPr>
                <a:t>经营管理平台解决方案</a:t>
              </a:r>
            </a:p>
          </p:txBody>
        </p:sp>
        <p:sp>
          <p:nvSpPr>
            <p:cNvPr id="1098" name="椭圆 1097">
              <a:extLst>
                <a:ext uri="{FF2B5EF4-FFF2-40B4-BE49-F238E27FC236}">
                  <a16:creationId xmlns:a16="http://schemas.microsoft.com/office/drawing/2014/main" id="{0F0A5F72-F1C2-912C-B7B0-014126616E2B}"/>
                </a:ext>
              </a:extLst>
            </p:cNvPr>
            <p:cNvSpPr/>
            <p:nvPr/>
          </p:nvSpPr>
          <p:spPr>
            <a:xfrm>
              <a:off x="7383636" y="3034016"/>
              <a:ext cx="659346" cy="115103"/>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099" name="文本框 1098">
              <a:extLst>
                <a:ext uri="{FF2B5EF4-FFF2-40B4-BE49-F238E27FC236}">
                  <a16:creationId xmlns:a16="http://schemas.microsoft.com/office/drawing/2014/main" id="{6A0734FC-3B84-CDC2-CA20-8F8D694ECA12}"/>
                </a:ext>
              </a:extLst>
            </p:cNvPr>
            <p:cNvSpPr txBox="1"/>
            <p:nvPr/>
          </p:nvSpPr>
          <p:spPr>
            <a:xfrm>
              <a:off x="7519883" y="3003694"/>
              <a:ext cx="386853" cy="116056"/>
            </a:xfrm>
            <a:prstGeom prst="rect">
              <a:avLst/>
            </a:prstGeom>
            <a:noFill/>
          </p:spPr>
          <p:txBody>
            <a:bodyPr wrap="none" lIns="0" tIns="0" rIns="0" bIns="0" rtlCol="0">
              <a:spAutoFit/>
            </a:bodyPr>
            <a:lstStyle/>
            <a:p>
              <a:pPr algn="ctr"/>
              <a:r>
                <a:rPr lang="zh-CN" altLang="en-US" sz="700" b="1" dirty="0">
                  <a:solidFill>
                    <a:schemeClr val="accent1"/>
                  </a:solidFill>
                </a:rPr>
                <a:t>建筑地产</a:t>
              </a:r>
            </a:p>
          </p:txBody>
        </p:sp>
      </p:grpSp>
      <p:grpSp>
        <p:nvGrpSpPr>
          <p:cNvPr id="1255" name="组合 1254">
            <a:extLst>
              <a:ext uri="{FF2B5EF4-FFF2-40B4-BE49-F238E27FC236}">
                <a16:creationId xmlns:a16="http://schemas.microsoft.com/office/drawing/2014/main" id="{C0BC3041-E42D-6175-1799-46AA0026F1EA}"/>
              </a:ext>
            </a:extLst>
          </p:cNvPr>
          <p:cNvGrpSpPr/>
          <p:nvPr/>
        </p:nvGrpSpPr>
        <p:grpSpPr>
          <a:xfrm>
            <a:off x="5616256" y="3722166"/>
            <a:ext cx="959488" cy="350259"/>
            <a:chOff x="5659064" y="3722166"/>
            <a:chExt cx="959488" cy="350259"/>
          </a:xfrm>
        </p:grpSpPr>
        <p:sp>
          <p:nvSpPr>
            <p:cNvPr id="1137" name="椭圆 1136">
              <a:extLst>
                <a:ext uri="{FF2B5EF4-FFF2-40B4-BE49-F238E27FC236}">
                  <a16:creationId xmlns:a16="http://schemas.microsoft.com/office/drawing/2014/main" id="{2D1C1EE3-D5C2-5F1B-69AA-2F20CB7BA034}"/>
                </a:ext>
              </a:extLst>
            </p:cNvPr>
            <p:cNvSpPr/>
            <p:nvPr/>
          </p:nvSpPr>
          <p:spPr>
            <a:xfrm>
              <a:off x="5659064" y="3957322"/>
              <a:ext cx="469850"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38" name="文本框 1137">
              <a:extLst>
                <a:ext uri="{FF2B5EF4-FFF2-40B4-BE49-F238E27FC236}">
                  <a16:creationId xmlns:a16="http://schemas.microsoft.com/office/drawing/2014/main" id="{D9C06F28-5252-31E0-C107-D77B855EBF28}"/>
                </a:ext>
              </a:extLst>
            </p:cNvPr>
            <p:cNvSpPr txBox="1"/>
            <p:nvPr/>
          </p:nvSpPr>
          <p:spPr>
            <a:xfrm>
              <a:off x="5728194" y="3984140"/>
              <a:ext cx="331589" cy="66317"/>
            </a:xfrm>
            <a:prstGeom prst="rect">
              <a:avLst/>
            </a:prstGeom>
            <a:noFill/>
          </p:spPr>
          <p:txBody>
            <a:bodyPr wrap="none" lIns="0" tIns="0" rIns="0" bIns="0" rtlCol="0">
              <a:spAutoFit/>
            </a:bodyPr>
            <a:lstStyle/>
            <a:p>
              <a:pPr algn="ctr"/>
              <a:r>
                <a:rPr lang="zh-CN" altLang="en-US" sz="400" dirty="0">
                  <a:solidFill>
                    <a:schemeClr val="bg1"/>
                  </a:solidFill>
                </a:rPr>
                <a:t>营销分析管理</a:t>
              </a:r>
            </a:p>
          </p:txBody>
        </p:sp>
        <p:sp>
          <p:nvSpPr>
            <p:cNvPr id="1139" name="椭圆 1138">
              <a:extLst>
                <a:ext uri="{FF2B5EF4-FFF2-40B4-BE49-F238E27FC236}">
                  <a16:creationId xmlns:a16="http://schemas.microsoft.com/office/drawing/2014/main" id="{3E6591C3-6FE4-A0A9-9F62-89E7A7F4522B}"/>
                </a:ext>
              </a:extLst>
            </p:cNvPr>
            <p:cNvSpPr/>
            <p:nvPr/>
          </p:nvSpPr>
          <p:spPr>
            <a:xfrm>
              <a:off x="5659064" y="3857873"/>
              <a:ext cx="469850"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40" name="文本框 1139">
              <a:extLst>
                <a:ext uri="{FF2B5EF4-FFF2-40B4-BE49-F238E27FC236}">
                  <a16:creationId xmlns:a16="http://schemas.microsoft.com/office/drawing/2014/main" id="{5968DDF1-E5F4-CA5E-F7C6-F2A36B30BD0C}"/>
                </a:ext>
              </a:extLst>
            </p:cNvPr>
            <p:cNvSpPr txBox="1"/>
            <p:nvPr/>
          </p:nvSpPr>
          <p:spPr>
            <a:xfrm>
              <a:off x="5728194" y="3872059"/>
              <a:ext cx="331589" cy="66317"/>
            </a:xfrm>
            <a:prstGeom prst="rect">
              <a:avLst/>
            </a:prstGeom>
            <a:noFill/>
          </p:spPr>
          <p:txBody>
            <a:bodyPr wrap="none" lIns="0" tIns="0" rIns="0" bIns="0" rtlCol="0">
              <a:spAutoFit/>
            </a:bodyPr>
            <a:lstStyle/>
            <a:p>
              <a:pPr algn="ctr"/>
              <a:r>
                <a:rPr lang="zh-CN" altLang="en-US" sz="400" dirty="0">
                  <a:solidFill>
                    <a:schemeClr val="bg1"/>
                  </a:solidFill>
                </a:rPr>
                <a:t>企业经营管理</a:t>
              </a:r>
            </a:p>
          </p:txBody>
        </p:sp>
        <p:sp>
          <p:nvSpPr>
            <p:cNvPr id="1141" name="椭圆 1140">
              <a:extLst>
                <a:ext uri="{FF2B5EF4-FFF2-40B4-BE49-F238E27FC236}">
                  <a16:creationId xmlns:a16="http://schemas.microsoft.com/office/drawing/2014/main" id="{3B545ADA-DFA7-C339-46A3-10F4D9E405C0}"/>
                </a:ext>
              </a:extLst>
            </p:cNvPr>
            <p:cNvSpPr/>
            <p:nvPr/>
          </p:nvSpPr>
          <p:spPr>
            <a:xfrm>
              <a:off x="6132399" y="3957322"/>
              <a:ext cx="469850"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42" name="文本框 1141">
              <a:extLst>
                <a:ext uri="{FF2B5EF4-FFF2-40B4-BE49-F238E27FC236}">
                  <a16:creationId xmlns:a16="http://schemas.microsoft.com/office/drawing/2014/main" id="{57B28810-A09B-4354-DAD8-59C4C497F681}"/>
                </a:ext>
              </a:extLst>
            </p:cNvPr>
            <p:cNvSpPr txBox="1"/>
            <p:nvPr/>
          </p:nvSpPr>
          <p:spPr>
            <a:xfrm>
              <a:off x="6173897" y="3984140"/>
              <a:ext cx="386853" cy="66317"/>
            </a:xfrm>
            <a:prstGeom prst="rect">
              <a:avLst/>
            </a:prstGeom>
            <a:noFill/>
          </p:spPr>
          <p:txBody>
            <a:bodyPr wrap="none" lIns="0" tIns="0" rIns="0" bIns="0" rtlCol="0">
              <a:spAutoFit/>
            </a:bodyPr>
            <a:lstStyle/>
            <a:p>
              <a:pPr algn="ctr"/>
              <a:r>
                <a:rPr lang="zh-CN" altLang="en-US" sz="400" dirty="0">
                  <a:solidFill>
                    <a:schemeClr val="bg1"/>
                  </a:solidFill>
                </a:rPr>
                <a:t>生产制造供应链</a:t>
              </a:r>
            </a:p>
          </p:txBody>
        </p:sp>
        <p:sp>
          <p:nvSpPr>
            <p:cNvPr id="1143" name="椭圆 1142">
              <a:extLst>
                <a:ext uri="{FF2B5EF4-FFF2-40B4-BE49-F238E27FC236}">
                  <a16:creationId xmlns:a16="http://schemas.microsoft.com/office/drawing/2014/main" id="{E683A894-A6C7-1941-E2C4-8490BE642E0C}"/>
                </a:ext>
              </a:extLst>
            </p:cNvPr>
            <p:cNvSpPr/>
            <p:nvPr/>
          </p:nvSpPr>
          <p:spPr>
            <a:xfrm>
              <a:off x="6132399" y="3857873"/>
              <a:ext cx="469850"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44" name="文本框 1143">
              <a:extLst>
                <a:ext uri="{FF2B5EF4-FFF2-40B4-BE49-F238E27FC236}">
                  <a16:creationId xmlns:a16="http://schemas.microsoft.com/office/drawing/2014/main" id="{FEA8A605-1082-A223-8F42-3D556AD971F9}"/>
                </a:ext>
              </a:extLst>
            </p:cNvPr>
            <p:cNvSpPr txBox="1"/>
            <p:nvPr/>
          </p:nvSpPr>
          <p:spPr>
            <a:xfrm>
              <a:off x="6256795" y="3872059"/>
              <a:ext cx="221058" cy="66317"/>
            </a:xfrm>
            <a:prstGeom prst="rect">
              <a:avLst/>
            </a:prstGeom>
            <a:noFill/>
          </p:spPr>
          <p:txBody>
            <a:bodyPr wrap="none" lIns="0" tIns="0" rIns="0" bIns="0" rtlCol="0">
              <a:spAutoFit/>
            </a:bodyPr>
            <a:lstStyle/>
            <a:p>
              <a:pPr algn="ctr"/>
              <a:r>
                <a:rPr lang="zh-CN" altLang="en-US" sz="400" dirty="0">
                  <a:solidFill>
                    <a:schemeClr val="bg1"/>
                  </a:solidFill>
                </a:rPr>
                <a:t>财务管理</a:t>
              </a:r>
            </a:p>
          </p:txBody>
        </p:sp>
        <p:sp>
          <p:nvSpPr>
            <p:cNvPr id="1082" name="椭圆 1081">
              <a:extLst>
                <a:ext uri="{FF2B5EF4-FFF2-40B4-BE49-F238E27FC236}">
                  <a16:creationId xmlns:a16="http://schemas.microsoft.com/office/drawing/2014/main" id="{D88628B6-77A2-BE38-DE26-B0879DFA0CA5}"/>
                </a:ext>
              </a:extLst>
            </p:cNvPr>
            <p:cNvSpPr/>
            <p:nvPr/>
          </p:nvSpPr>
          <p:spPr>
            <a:xfrm>
              <a:off x="5659065" y="3741641"/>
              <a:ext cx="959487" cy="124112"/>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083" name="文本框 1082">
              <a:extLst>
                <a:ext uri="{FF2B5EF4-FFF2-40B4-BE49-F238E27FC236}">
                  <a16:creationId xmlns:a16="http://schemas.microsoft.com/office/drawing/2014/main" id="{22415BA1-9A74-E914-4957-97A5F1FF881B}"/>
                </a:ext>
              </a:extLst>
            </p:cNvPr>
            <p:cNvSpPr txBox="1"/>
            <p:nvPr/>
          </p:nvSpPr>
          <p:spPr>
            <a:xfrm>
              <a:off x="5945383" y="3722166"/>
              <a:ext cx="386852" cy="116056"/>
            </a:xfrm>
            <a:prstGeom prst="rect">
              <a:avLst/>
            </a:prstGeom>
            <a:noFill/>
          </p:spPr>
          <p:txBody>
            <a:bodyPr wrap="none" lIns="0" tIns="0" rIns="0" bIns="0" rtlCol="0">
              <a:spAutoFit/>
            </a:bodyPr>
            <a:lstStyle/>
            <a:p>
              <a:pPr algn="ctr"/>
              <a:r>
                <a:rPr lang="zh-CN" altLang="en-US" sz="700" b="1" dirty="0">
                  <a:solidFill>
                    <a:schemeClr val="accent1"/>
                  </a:solidFill>
                </a:rPr>
                <a:t>制造行业</a:t>
              </a:r>
            </a:p>
          </p:txBody>
        </p:sp>
      </p:grpSp>
      <p:grpSp>
        <p:nvGrpSpPr>
          <p:cNvPr id="1254" name="组合 1253">
            <a:extLst>
              <a:ext uri="{FF2B5EF4-FFF2-40B4-BE49-F238E27FC236}">
                <a16:creationId xmlns:a16="http://schemas.microsoft.com/office/drawing/2014/main" id="{9B7E3465-09CD-359A-A674-81D718608E22}"/>
              </a:ext>
            </a:extLst>
          </p:cNvPr>
          <p:cNvGrpSpPr/>
          <p:nvPr/>
        </p:nvGrpSpPr>
        <p:grpSpPr>
          <a:xfrm>
            <a:off x="4519037" y="3682547"/>
            <a:ext cx="3153927" cy="351300"/>
            <a:chOff x="4564464" y="3682547"/>
            <a:chExt cx="3153927" cy="351300"/>
          </a:xfrm>
        </p:grpSpPr>
        <p:grpSp>
          <p:nvGrpSpPr>
            <p:cNvPr id="1252" name="组合 1251">
              <a:extLst>
                <a:ext uri="{FF2B5EF4-FFF2-40B4-BE49-F238E27FC236}">
                  <a16:creationId xmlns:a16="http://schemas.microsoft.com/office/drawing/2014/main" id="{76AE9B7A-F8E9-2623-771B-55CF7212844E}"/>
                </a:ext>
              </a:extLst>
            </p:cNvPr>
            <p:cNvGrpSpPr/>
            <p:nvPr/>
          </p:nvGrpSpPr>
          <p:grpSpPr>
            <a:xfrm>
              <a:off x="4564464" y="3682547"/>
              <a:ext cx="786389" cy="351300"/>
              <a:chOff x="4564464" y="3682547"/>
              <a:chExt cx="786389" cy="351300"/>
            </a:xfrm>
          </p:grpSpPr>
          <p:grpSp>
            <p:nvGrpSpPr>
              <p:cNvPr id="1251" name="组合 1250">
                <a:extLst>
                  <a:ext uri="{FF2B5EF4-FFF2-40B4-BE49-F238E27FC236}">
                    <a16:creationId xmlns:a16="http://schemas.microsoft.com/office/drawing/2014/main" id="{4783F9C6-E73A-81CF-B0DC-08AF875BE5B5}"/>
                  </a:ext>
                </a:extLst>
              </p:cNvPr>
              <p:cNvGrpSpPr/>
              <p:nvPr/>
            </p:nvGrpSpPr>
            <p:grpSpPr>
              <a:xfrm>
                <a:off x="4564464" y="3819295"/>
                <a:ext cx="786389" cy="214552"/>
                <a:chOff x="4564464" y="3819295"/>
                <a:chExt cx="786389" cy="214552"/>
              </a:xfrm>
            </p:grpSpPr>
            <p:sp>
              <p:nvSpPr>
                <p:cNvPr id="1129" name="椭圆 1128">
                  <a:extLst>
                    <a:ext uri="{FF2B5EF4-FFF2-40B4-BE49-F238E27FC236}">
                      <a16:creationId xmlns:a16="http://schemas.microsoft.com/office/drawing/2014/main" id="{FE5CE9E0-E72B-A88A-2E25-9D82F2B915A9}"/>
                    </a:ext>
                  </a:extLst>
                </p:cNvPr>
                <p:cNvSpPr/>
                <p:nvPr/>
              </p:nvSpPr>
              <p:spPr>
                <a:xfrm>
                  <a:off x="4564464" y="3918744"/>
                  <a:ext cx="413466"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30" name="文本框 1129">
                  <a:extLst>
                    <a:ext uri="{FF2B5EF4-FFF2-40B4-BE49-F238E27FC236}">
                      <a16:creationId xmlns:a16="http://schemas.microsoft.com/office/drawing/2014/main" id="{4848C2DD-3D10-5162-D04E-0BC540B66859}"/>
                    </a:ext>
                  </a:extLst>
                </p:cNvPr>
                <p:cNvSpPr txBox="1"/>
                <p:nvPr/>
              </p:nvSpPr>
              <p:spPr>
                <a:xfrm>
                  <a:off x="4660668" y="3945562"/>
                  <a:ext cx="221058" cy="66317"/>
                </a:xfrm>
                <a:prstGeom prst="rect">
                  <a:avLst/>
                </a:prstGeom>
                <a:noFill/>
              </p:spPr>
              <p:txBody>
                <a:bodyPr wrap="none" lIns="0" tIns="0" rIns="0" bIns="0" rtlCol="0">
                  <a:spAutoFit/>
                </a:bodyPr>
                <a:lstStyle/>
                <a:p>
                  <a:pPr algn="ctr"/>
                  <a:r>
                    <a:rPr lang="zh-CN" altLang="en-US" sz="400" dirty="0">
                      <a:solidFill>
                        <a:schemeClr val="bg1"/>
                      </a:solidFill>
                    </a:rPr>
                    <a:t>专项方案</a:t>
                  </a:r>
                </a:p>
              </p:txBody>
            </p:sp>
            <p:sp>
              <p:nvSpPr>
                <p:cNvPr id="1131" name="椭圆 1130">
                  <a:extLst>
                    <a:ext uri="{FF2B5EF4-FFF2-40B4-BE49-F238E27FC236}">
                      <a16:creationId xmlns:a16="http://schemas.microsoft.com/office/drawing/2014/main" id="{C385317D-6B48-31D9-094F-A8D94E7D42C3}"/>
                    </a:ext>
                  </a:extLst>
                </p:cNvPr>
                <p:cNvSpPr/>
                <p:nvPr/>
              </p:nvSpPr>
              <p:spPr>
                <a:xfrm>
                  <a:off x="4564464" y="3819295"/>
                  <a:ext cx="413466"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32" name="文本框 1131">
                  <a:extLst>
                    <a:ext uri="{FF2B5EF4-FFF2-40B4-BE49-F238E27FC236}">
                      <a16:creationId xmlns:a16="http://schemas.microsoft.com/office/drawing/2014/main" id="{970FB95C-F7E0-4DCE-7CA1-712300161DBF}"/>
                    </a:ext>
                  </a:extLst>
                </p:cNvPr>
                <p:cNvSpPr txBox="1"/>
                <p:nvPr/>
              </p:nvSpPr>
              <p:spPr>
                <a:xfrm>
                  <a:off x="4633036" y="3833481"/>
                  <a:ext cx="276322" cy="66317"/>
                </a:xfrm>
                <a:prstGeom prst="rect">
                  <a:avLst/>
                </a:prstGeom>
                <a:noFill/>
              </p:spPr>
              <p:txBody>
                <a:bodyPr wrap="none" lIns="0" tIns="0" rIns="0" bIns="0" rtlCol="0">
                  <a:spAutoFit/>
                </a:bodyPr>
                <a:lstStyle/>
                <a:p>
                  <a:pPr algn="ctr"/>
                  <a:r>
                    <a:rPr lang="zh-CN" altLang="en-US" sz="400" dirty="0">
                      <a:solidFill>
                        <a:schemeClr val="bg1"/>
                      </a:solidFill>
                    </a:rPr>
                    <a:t>国资监管类</a:t>
                  </a:r>
                </a:p>
              </p:txBody>
            </p:sp>
            <p:sp>
              <p:nvSpPr>
                <p:cNvPr id="1133" name="椭圆 1132">
                  <a:extLst>
                    <a:ext uri="{FF2B5EF4-FFF2-40B4-BE49-F238E27FC236}">
                      <a16:creationId xmlns:a16="http://schemas.microsoft.com/office/drawing/2014/main" id="{52D604BE-27BB-E779-CE76-5A3DE9AD1FAA}"/>
                    </a:ext>
                  </a:extLst>
                </p:cNvPr>
                <p:cNvSpPr/>
                <p:nvPr/>
              </p:nvSpPr>
              <p:spPr>
                <a:xfrm>
                  <a:off x="4937387" y="3918744"/>
                  <a:ext cx="413466"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34" name="文本框 1133">
                  <a:extLst>
                    <a:ext uri="{FF2B5EF4-FFF2-40B4-BE49-F238E27FC236}">
                      <a16:creationId xmlns:a16="http://schemas.microsoft.com/office/drawing/2014/main" id="{0F588160-821D-260F-C07F-6E2259A3B7B6}"/>
                    </a:ext>
                  </a:extLst>
                </p:cNvPr>
                <p:cNvSpPr txBox="1"/>
                <p:nvPr/>
              </p:nvSpPr>
              <p:spPr>
                <a:xfrm>
                  <a:off x="4978325" y="3945562"/>
                  <a:ext cx="331589" cy="66317"/>
                </a:xfrm>
                <a:prstGeom prst="rect">
                  <a:avLst/>
                </a:prstGeom>
                <a:noFill/>
              </p:spPr>
              <p:txBody>
                <a:bodyPr wrap="none" lIns="0" tIns="0" rIns="0" bIns="0" rtlCol="0">
                  <a:spAutoFit/>
                </a:bodyPr>
                <a:lstStyle/>
                <a:p>
                  <a:pPr algn="ctr"/>
                  <a:r>
                    <a:rPr lang="zh-CN" altLang="en-US" sz="400" dirty="0">
                      <a:solidFill>
                        <a:schemeClr val="bg1"/>
                      </a:solidFill>
                    </a:rPr>
                    <a:t>特色设计运用</a:t>
                  </a:r>
                </a:p>
              </p:txBody>
            </p:sp>
            <p:sp>
              <p:nvSpPr>
                <p:cNvPr id="1135" name="椭圆 1134">
                  <a:extLst>
                    <a:ext uri="{FF2B5EF4-FFF2-40B4-BE49-F238E27FC236}">
                      <a16:creationId xmlns:a16="http://schemas.microsoft.com/office/drawing/2014/main" id="{6C5427A9-8732-38EF-A440-05F825D12B7C}"/>
                    </a:ext>
                  </a:extLst>
                </p:cNvPr>
                <p:cNvSpPr/>
                <p:nvPr/>
              </p:nvSpPr>
              <p:spPr>
                <a:xfrm>
                  <a:off x="4937387" y="3819295"/>
                  <a:ext cx="413466"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36" name="文本框 1135">
                  <a:extLst>
                    <a:ext uri="{FF2B5EF4-FFF2-40B4-BE49-F238E27FC236}">
                      <a16:creationId xmlns:a16="http://schemas.microsoft.com/office/drawing/2014/main" id="{625CD285-8D8D-C079-8301-BE9446FC7BF2}"/>
                    </a:ext>
                  </a:extLst>
                </p:cNvPr>
                <p:cNvSpPr txBox="1"/>
                <p:nvPr/>
              </p:nvSpPr>
              <p:spPr>
                <a:xfrm>
                  <a:off x="5005959" y="3833481"/>
                  <a:ext cx="276322" cy="66317"/>
                </a:xfrm>
                <a:prstGeom prst="rect">
                  <a:avLst/>
                </a:prstGeom>
                <a:noFill/>
              </p:spPr>
              <p:txBody>
                <a:bodyPr wrap="none" lIns="0" tIns="0" rIns="0" bIns="0" rtlCol="0">
                  <a:spAutoFit/>
                </a:bodyPr>
                <a:lstStyle/>
                <a:p>
                  <a:pPr algn="ctr"/>
                  <a:r>
                    <a:rPr lang="zh-CN" altLang="en-US" sz="400" dirty="0">
                      <a:solidFill>
                        <a:schemeClr val="bg1"/>
                      </a:solidFill>
                    </a:rPr>
                    <a:t>数字孪生类</a:t>
                  </a:r>
                </a:p>
              </p:txBody>
            </p:sp>
          </p:grpSp>
          <p:grpSp>
            <p:nvGrpSpPr>
              <p:cNvPr id="1246" name="组合 1245">
                <a:extLst>
                  <a:ext uri="{FF2B5EF4-FFF2-40B4-BE49-F238E27FC236}">
                    <a16:creationId xmlns:a16="http://schemas.microsoft.com/office/drawing/2014/main" id="{9C3280CC-44FC-518B-0615-1A9450BE3FEC}"/>
                  </a:ext>
                </a:extLst>
              </p:cNvPr>
              <p:cNvGrpSpPr/>
              <p:nvPr/>
            </p:nvGrpSpPr>
            <p:grpSpPr>
              <a:xfrm>
                <a:off x="4564464" y="3682547"/>
                <a:ext cx="786389" cy="143714"/>
                <a:chOff x="4564464" y="3682547"/>
                <a:chExt cx="786389" cy="143714"/>
              </a:xfrm>
            </p:grpSpPr>
            <p:sp>
              <p:nvSpPr>
                <p:cNvPr id="1077" name="椭圆 1076">
                  <a:extLst>
                    <a:ext uri="{FF2B5EF4-FFF2-40B4-BE49-F238E27FC236}">
                      <a16:creationId xmlns:a16="http://schemas.microsoft.com/office/drawing/2014/main" id="{7F98C3C5-9675-DF38-E409-83881593D40F}"/>
                    </a:ext>
                  </a:extLst>
                </p:cNvPr>
                <p:cNvSpPr/>
                <p:nvPr/>
              </p:nvSpPr>
              <p:spPr>
                <a:xfrm>
                  <a:off x="4564464" y="3711158"/>
                  <a:ext cx="786389" cy="115103"/>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079" name="文本框 1078">
                  <a:extLst>
                    <a:ext uri="{FF2B5EF4-FFF2-40B4-BE49-F238E27FC236}">
                      <a16:creationId xmlns:a16="http://schemas.microsoft.com/office/drawing/2014/main" id="{4CDAD6CB-20B1-7F3A-76A8-2F6CF0D30B12}"/>
                    </a:ext>
                  </a:extLst>
                </p:cNvPr>
                <p:cNvSpPr txBox="1"/>
                <p:nvPr/>
              </p:nvSpPr>
              <p:spPr>
                <a:xfrm>
                  <a:off x="4764232" y="3682547"/>
                  <a:ext cx="386852" cy="116056"/>
                </a:xfrm>
                <a:prstGeom prst="rect">
                  <a:avLst/>
                </a:prstGeom>
                <a:noFill/>
              </p:spPr>
              <p:txBody>
                <a:bodyPr wrap="none" lIns="0" tIns="0" rIns="0" bIns="0" rtlCol="0">
                  <a:spAutoFit/>
                </a:bodyPr>
                <a:lstStyle/>
                <a:p>
                  <a:pPr algn="ctr"/>
                  <a:r>
                    <a:rPr lang="zh-CN" altLang="en-US" sz="700" b="1" dirty="0">
                      <a:solidFill>
                        <a:schemeClr val="accent1"/>
                      </a:solidFill>
                    </a:rPr>
                    <a:t>国资央企</a:t>
                  </a:r>
                </a:p>
              </p:txBody>
            </p:sp>
          </p:grpSp>
        </p:grpSp>
        <p:grpSp>
          <p:nvGrpSpPr>
            <p:cNvPr id="1253" name="组合 1252">
              <a:extLst>
                <a:ext uri="{FF2B5EF4-FFF2-40B4-BE49-F238E27FC236}">
                  <a16:creationId xmlns:a16="http://schemas.microsoft.com/office/drawing/2014/main" id="{1C5473B7-78AB-2EA5-AFFE-18E63D78FE07}"/>
                </a:ext>
              </a:extLst>
            </p:cNvPr>
            <p:cNvGrpSpPr/>
            <p:nvPr/>
          </p:nvGrpSpPr>
          <p:grpSpPr>
            <a:xfrm>
              <a:off x="6903945" y="3682547"/>
              <a:ext cx="814446" cy="351300"/>
              <a:chOff x="6903945" y="3682547"/>
              <a:chExt cx="814446" cy="351300"/>
            </a:xfrm>
          </p:grpSpPr>
          <p:grpSp>
            <p:nvGrpSpPr>
              <p:cNvPr id="1250" name="组合 1249">
                <a:extLst>
                  <a:ext uri="{FF2B5EF4-FFF2-40B4-BE49-F238E27FC236}">
                    <a16:creationId xmlns:a16="http://schemas.microsoft.com/office/drawing/2014/main" id="{D0C262C1-A28A-D664-CF65-0AE9DEA9D47D}"/>
                  </a:ext>
                </a:extLst>
              </p:cNvPr>
              <p:cNvGrpSpPr/>
              <p:nvPr/>
            </p:nvGrpSpPr>
            <p:grpSpPr>
              <a:xfrm>
                <a:off x="6903945" y="3819294"/>
                <a:ext cx="814446" cy="214553"/>
                <a:chOff x="6903945" y="3774557"/>
                <a:chExt cx="814446" cy="214553"/>
              </a:xfrm>
            </p:grpSpPr>
            <p:sp>
              <p:nvSpPr>
                <p:cNvPr id="1145" name="椭圆 1144">
                  <a:extLst>
                    <a:ext uri="{FF2B5EF4-FFF2-40B4-BE49-F238E27FC236}">
                      <a16:creationId xmlns:a16="http://schemas.microsoft.com/office/drawing/2014/main" id="{4C74A670-7C94-64DC-EB79-7BB7DEC2D95E}"/>
                    </a:ext>
                  </a:extLst>
                </p:cNvPr>
                <p:cNvSpPr/>
                <p:nvPr/>
              </p:nvSpPr>
              <p:spPr>
                <a:xfrm>
                  <a:off x="6903945" y="3874007"/>
                  <a:ext cx="423257"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46" name="文本框 1145">
                  <a:extLst>
                    <a:ext uri="{FF2B5EF4-FFF2-40B4-BE49-F238E27FC236}">
                      <a16:creationId xmlns:a16="http://schemas.microsoft.com/office/drawing/2014/main" id="{22AE0108-65CC-FA12-F4BF-F3795DDAFF43}"/>
                    </a:ext>
                  </a:extLst>
                </p:cNvPr>
                <p:cNvSpPr txBox="1"/>
                <p:nvPr/>
              </p:nvSpPr>
              <p:spPr>
                <a:xfrm>
                  <a:off x="6949780" y="3900824"/>
                  <a:ext cx="331589" cy="66317"/>
                </a:xfrm>
                <a:prstGeom prst="rect">
                  <a:avLst/>
                </a:prstGeom>
                <a:noFill/>
              </p:spPr>
              <p:txBody>
                <a:bodyPr wrap="none" lIns="0" tIns="0" rIns="0" bIns="0" rtlCol="0">
                  <a:spAutoFit/>
                </a:bodyPr>
                <a:lstStyle/>
                <a:p>
                  <a:pPr algn="ctr"/>
                  <a:r>
                    <a:rPr lang="zh-CN" altLang="en-US" sz="400" dirty="0">
                      <a:solidFill>
                        <a:schemeClr val="bg1"/>
                      </a:solidFill>
                    </a:rPr>
                    <a:t>线下渠道策略</a:t>
                  </a:r>
                </a:p>
              </p:txBody>
            </p:sp>
            <p:sp>
              <p:nvSpPr>
                <p:cNvPr id="1147" name="椭圆 1146">
                  <a:extLst>
                    <a:ext uri="{FF2B5EF4-FFF2-40B4-BE49-F238E27FC236}">
                      <a16:creationId xmlns:a16="http://schemas.microsoft.com/office/drawing/2014/main" id="{BF45F450-678C-4A1C-6508-0035FF599EA8}"/>
                    </a:ext>
                  </a:extLst>
                </p:cNvPr>
                <p:cNvSpPr/>
                <p:nvPr/>
              </p:nvSpPr>
              <p:spPr>
                <a:xfrm>
                  <a:off x="6903945" y="3774557"/>
                  <a:ext cx="423257"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48" name="文本框 1147">
                  <a:extLst>
                    <a:ext uri="{FF2B5EF4-FFF2-40B4-BE49-F238E27FC236}">
                      <a16:creationId xmlns:a16="http://schemas.microsoft.com/office/drawing/2014/main" id="{70E4D760-0F06-7CC6-AB5D-6D4EC342635A}"/>
                    </a:ext>
                  </a:extLst>
                </p:cNvPr>
                <p:cNvSpPr txBox="1"/>
                <p:nvPr/>
              </p:nvSpPr>
              <p:spPr>
                <a:xfrm>
                  <a:off x="6949780" y="3788743"/>
                  <a:ext cx="331589" cy="66317"/>
                </a:xfrm>
                <a:prstGeom prst="rect">
                  <a:avLst/>
                </a:prstGeom>
                <a:noFill/>
              </p:spPr>
              <p:txBody>
                <a:bodyPr wrap="none" lIns="0" tIns="0" rIns="0" bIns="0" rtlCol="0">
                  <a:spAutoFit/>
                </a:bodyPr>
                <a:lstStyle/>
                <a:p>
                  <a:pPr algn="ctr"/>
                  <a:r>
                    <a:rPr lang="zh-CN" altLang="en-US" sz="400" dirty="0">
                      <a:solidFill>
                        <a:schemeClr val="bg1"/>
                      </a:solidFill>
                    </a:rPr>
                    <a:t>企业经营管理</a:t>
                  </a:r>
                </a:p>
              </p:txBody>
            </p:sp>
            <p:sp>
              <p:nvSpPr>
                <p:cNvPr id="1149" name="椭圆 1148">
                  <a:extLst>
                    <a:ext uri="{FF2B5EF4-FFF2-40B4-BE49-F238E27FC236}">
                      <a16:creationId xmlns:a16="http://schemas.microsoft.com/office/drawing/2014/main" id="{875CA481-F67C-FDAC-8EA3-28943EE28FA4}"/>
                    </a:ext>
                  </a:extLst>
                </p:cNvPr>
                <p:cNvSpPr/>
                <p:nvPr/>
              </p:nvSpPr>
              <p:spPr>
                <a:xfrm>
                  <a:off x="7295134" y="3874007"/>
                  <a:ext cx="423257"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50" name="文本框 1149">
                  <a:extLst>
                    <a:ext uri="{FF2B5EF4-FFF2-40B4-BE49-F238E27FC236}">
                      <a16:creationId xmlns:a16="http://schemas.microsoft.com/office/drawing/2014/main" id="{75641C9E-8A70-5481-9C6B-3C87B92D610C}"/>
                    </a:ext>
                  </a:extLst>
                </p:cNvPr>
                <p:cNvSpPr txBox="1"/>
                <p:nvPr/>
              </p:nvSpPr>
              <p:spPr>
                <a:xfrm>
                  <a:off x="7396234" y="3900824"/>
                  <a:ext cx="221058" cy="66317"/>
                </a:xfrm>
                <a:prstGeom prst="rect">
                  <a:avLst/>
                </a:prstGeom>
                <a:noFill/>
              </p:spPr>
              <p:txBody>
                <a:bodyPr wrap="none" lIns="0" tIns="0" rIns="0" bIns="0" rtlCol="0">
                  <a:spAutoFit/>
                </a:bodyPr>
                <a:lstStyle/>
                <a:p>
                  <a:pPr algn="ctr"/>
                  <a:r>
                    <a:rPr lang="zh-CN" altLang="en-US" sz="400" dirty="0">
                      <a:solidFill>
                        <a:schemeClr val="bg1"/>
                      </a:solidFill>
                    </a:rPr>
                    <a:t>品牌零售</a:t>
                  </a:r>
                </a:p>
              </p:txBody>
            </p:sp>
            <p:sp>
              <p:nvSpPr>
                <p:cNvPr id="1151" name="椭圆 1150">
                  <a:extLst>
                    <a:ext uri="{FF2B5EF4-FFF2-40B4-BE49-F238E27FC236}">
                      <a16:creationId xmlns:a16="http://schemas.microsoft.com/office/drawing/2014/main" id="{F7FB51D6-B0AD-1F54-6F32-F642FC66E09C}"/>
                    </a:ext>
                  </a:extLst>
                </p:cNvPr>
                <p:cNvSpPr/>
                <p:nvPr/>
              </p:nvSpPr>
              <p:spPr>
                <a:xfrm>
                  <a:off x="7295134" y="3774557"/>
                  <a:ext cx="423257"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52" name="文本框 1151">
                  <a:extLst>
                    <a:ext uri="{FF2B5EF4-FFF2-40B4-BE49-F238E27FC236}">
                      <a16:creationId xmlns:a16="http://schemas.microsoft.com/office/drawing/2014/main" id="{12613424-A182-3C50-E8F2-DDCBF31345C9}"/>
                    </a:ext>
                  </a:extLst>
                </p:cNvPr>
                <p:cNvSpPr txBox="1"/>
                <p:nvPr/>
              </p:nvSpPr>
              <p:spPr>
                <a:xfrm>
                  <a:off x="7340968" y="3788743"/>
                  <a:ext cx="331589" cy="66317"/>
                </a:xfrm>
                <a:prstGeom prst="rect">
                  <a:avLst/>
                </a:prstGeom>
                <a:noFill/>
              </p:spPr>
              <p:txBody>
                <a:bodyPr wrap="none" lIns="0" tIns="0" rIns="0" bIns="0" rtlCol="0">
                  <a:spAutoFit/>
                </a:bodyPr>
                <a:lstStyle/>
                <a:p>
                  <a:pPr algn="ctr"/>
                  <a:r>
                    <a:rPr lang="zh-CN" altLang="en-US" sz="400" dirty="0">
                      <a:solidFill>
                        <a:schemeClr val="bg1"/>
                      </a:solidFill>
                    </a:rPr>
                    <a:t>线上渠道策略</a:t>
                  </a:r>
                </a:p>
              </p:txBody>
            </p:sp>
          </p:grpSp>
          <p:grpSp>
            <p:nvGrpSpPr>
              <p:cNvPr id="1247" name="组合 1246">
                <a:extLst>
                  <a:ext uri="{FF2B5EF4-FFF2-40B4-BE49-F238E27FC236}">
                    <a16:creationId xmlns:a16="http://schemas.microsoft.com/office/drawing/2014/main" id="{73B889D9-8E32-AA8C-B619-0A8D15E07944}"/>
                  </a:ext>
                </a:extLst>
              </p:cNvPr>
              <p:cNvGrpSpPr/>
              <p:nvPr/>
            </p:nvGrpSpPr>
            <p:grpSpPr>
              <a:xfrm>
                <a:off x="6904871" y="3682547"/>
                <a:ext cx="813520" cy="143714"/>
                <a:chOff x="6904871" y="3636004"/>
                <a:chExt cx="813520" cy="143714"/>
              </a:xfrm>
            </p:grpSpPr>
            <p:sp>
              <p:nvSpPr>
                <p:cNvPr id="1084" name="椭圆 1083">
                  <a:extLst>
                    <a:ext uri="{FF2B5EF4-FFF2-40B4-BE49-F238E27FC236}">
                      <a16:creationId xmlns:a16="http://schemas.microsoft.com/office/drawing/2014/main" id="{C0897877-12A8-169D-6A02-3385EA21345C}"/>
                    </a:ext>
                  </a:extLst>
                </p:cNvPr>
                <p:cNvSpPr/>
                <p:nvPr/>
              </p:nvSpPr>
              <p:spPr>
                <a:xfrm>
                  <a:off x="6904871" y="3664615"/>
                  <a:ext cx="813520" cy="115103"/>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085" name="文本框 1084">
                  <a:extLst>
                    <a:ext uri="{FF2B5EF4-FFF2-40B4-BE49-F238E27FC236}">
                      <a16:creationId xmlns:a16="http://schemas.microsoft.com/office/drawing/2014/main" id="{D080C283-37CA-4A26-6F16-3F75732CBFCF}"/>
                    </a:ext>
                  </a:extLst>
                </p:cNvPr>
                <p:cNvSpPr txBox="1"/>
                <p:nvPr/>
              </p:nvSpPr>
              <p:spPr>
                <a:xfrm>
                  <a:off x="7118204" y="3636004"/>
                  <a:ext cx="386853" cy="116056"/>
                </a:xfrm>
                <a:prstGeom prst="rect">
                  <a:avLst/>
                </a:prstGeom>
                <a:noFill/>
              </p:spPr>
              <p:txBody>
                <a:bodyPr wrap="none" lIns="0" tIns="0" rIns="0" bIns="0" rtlCol="0">
                  <a:spAutoFit/>
                </a:bodyPr>
                <a:lstStyle/>
                <a:p>
                  <a:pPr algn="ctr"/>
                  <a:r>
                    <a:rPr lang="zh-CN" altLang="en-US" sz="700" b="1" dirty="0">
                      <a:solidFill>
                        <a:schemeClr val="accent1"/>
                      </a:solidFill>
                    </a:rPr>
                    <a:t>消费零售</a:t>
                  </a:r>
                </a:p>
              </p:txBody>
            </p:sp>
          </p:grpSp>
        </p:grpSp>
      </p:grpSp>
      <p:grpSp>
        <p:nvGrpSpPr>
          <p:cNvPr id="1257" name="组合 1256">
            <a:extLst>
              <a:ext uri="{FF2B5EF4-FFF2-40B4-BE49-F238E27FC236}">
                <a16:creationId xmlns:a16="http://schemas.microsoft.com/office/drawing/2014/main" id="{008ECB47-C89D-87D9-C4A8-0D4653A0A1D2}"/>
              </a:ext>
            </a:extLst>
          </p:cNvPr>
          <p:cNvGrpSpPr/>
          <p:nvPr/>
        </p:nvGrpSpPr>
        <p:grpSpPr>
          <a:xfrm>
            <a:off x="7933539" y="3427990"/>
            <a:ext cx="780518" cy="355176"/>
            <a:chOff x="7933539" y="3379131"/>
            <a:chExt cx="780518" cy="355176"/>
          </a:xfrm>
        </p:grpSpPr>
        <p:sp>
          <p:nvSpPr>
            <p:cNvPr id="1153" name="椭圆 1152">
              <a:extLst>
                <a:ext uri="{FF2B5EF4-FFF2-40B4-BE49-F238E27FC236}">
                  <a16:creationId xmlns:a16="http://schemas.microsoft.com/office/drawing/2014/main" id="{E6C9A0A0-6697-F56A-4686-15D1200F7C96}"/>
                </a:ext>
              </a:extLst>
            </p:cNvPr>
            <p:cNvSpPr/>
            <p:nvPr/>
          </p:nvSpPr>
          <p:spPr>
            <a:xfrm>
              <a:off x="7933539" y="3619204"/>
              <a:ext cx="405245"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54" name="文本框 1153">
              <a:extLst>
                <a:ext uri="{FF2B5EF4-FFF2-40B4-BE49-F238E27FC236}">
                  <a16:creationId xmlns:a16="http://schemas.microsoft.com/office/drawing/2014/main" id="{6B850179-0852-853E-AD3F-3EF097346D42}"/>
                </a:ext>
              </a:extLst>
            </p:cNvPr>
            <p:cNvSpPr txBox="1"/>
            <p:nvPr/>
          </p:nvSpPr>
          <p:spPr>
            <a:xfrm>
              <a:off x="7970364" y="3646022"/>
              <a:ext cx="331589" cy="66317"/>
            </a:xfrm>
            <a:prstGeom prst="rect">
              <a:avLst/>
            </a:prstGeom>
            <a:noFill/>
          </p:spPr>
          <p:txBody>
            <a:bodyPr wrap="none" lIns="0" tIns="0" rIns="0" bIns="0" rtlCol="0">
              <a:spAutoFit/>
            </a:bodyPr>
            <a:lstStyle/>
            <a:p>
              <a:pPr algn="ctr"/>
              <a:r>
                <a:rPr lang="zh-CN" altLang="en-US" sz="400" dirty="0">
                  <a:solidFill>
                    <a:schemeClr val="bg1"/>
                  </a:solidFill>
                </a:rPr>
                <a:t>营销分析管理</a:t>
              </a:r>
            </a:p>
          </p:txBody>
        </p:sp>
        <p:sp>
          <p:nvSpPr>
            <p:cNvPr id="1155" name="椭圆 1154">
              <a:extLst>
                <a:ext uri="{FF2B5EF4-FFF2-40B4-BE49-F238E27FC236}">
                  <a16:creationId xmlns:a16="http://schemas.microsoft.com/office/drawing/2014/main" id="{10F6A843-8B9A-9A66-CC48-A3F99C246BD7}"/>
                </a:ext>
              </a:extLst>
            </p:cNvPr>
            <p:cNvSpPr/>
            <p:nvPr/>
          </p:nvSpPr>
          <p:spPr>
            <a:xfrm>
              <a:off x="7933539" y="3519755"/>
              <a:ext cx="405245"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56" name="文本框 1155">
              <a:extLst>
                <a:ext uri="{FF2B5EF4-FFF2-40B4-BE49-F238E27FC236}">
                  <a16:creationId xmlns:a16="http://schemas.microsoft.com/office/drawing/2014/main" id="{175A6D66-0FC7-0801-1A3D-0BCE352A1E82}"/>
                </a:ext>
              </a:extLst>
            </p:cNvPr>
            <p:cNvSpPr txBox="1"/>
            <p:nvPr/>
          </p:nvSpPr>
          <p:spPr>
            <a:xfrm>
              <a:off x="8025632" y="3533940"/>
              <a:ext cx="221058" cy="66317"/>
            </a:xfrm>
            <a:prstGeom prst="rect">
              <a:avLst/>
            </a:prstGeom>
            <a:noFill/>
          </p:spPr>
          <p:txBody>
            <a:bodyPr wrap="none" lIns="0" tIns="0" rIns="0" bIns="0" rtlCol="0">
              <a:spAutoFit/>
            </a:bodyPr>
            <a:lstStyle/>
            <a:p>
              <a:pPr algn="ctr"/>
              <a:r>
                <a:rPr lang="zh-CN" altLang="en-US" sz="400" dirty="0">
                  <a:solidFill>
                    <a:schemeClr val="bg1"/>
                  </a:solidFill>
                </a:rPr>
                <a:t>经营管理</a:t>
              </a:r>
            </a:p>
          </p:txBody>
        </p:sp>
        <p:sp>
          <p:nvSpPr>
            <p:cNvPr id="1157" name="椭圆 1156">
              <a:extLst>
                <a:ext uri="{FF2B5EF4-FFF2-40B4-BE49-F238E27FC236}">
                  <a16:creationId xmlns:a16="http://schemas.microsoft.com/office/drawing/2014/main" id="{ABEB3563-BBDA-3430-094E-5A28FA918670}"/>
                </a:ext>
              </a:extLst>
            </p:cNvPr>
            <p:cNvSpPr/>
            <p:nvPr/>
          </p:nvSpPr>
          <p:spPr>
            <a:xfrm>
              <a:off x="8308812" y="3619204"/>
              <a:ext cx="405245"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58" name="文本框 1157">
              <a:extLst>
                <a:ext uri="{FF2B5EF4-FFF2-40B4-BE49-F238E27FC236}">
                  <a16:creationId xmlns:a16="http://schemas.microsoft.com/office/drawing/2014/main" id="{39CF827C-CCBA-B217-A570-9F6C3FEB872C}"/>
                </a:ext>
              </a:extLst>
            </p:cNvPr>
            <p:cNvSpPr txBox="1"/>
            <p:nvPr/>
          </p:nvSpPr>
          <p:spPr>
            <a:xfrm>
              <a:off x="8400905" y="3646022"/>
              <a:ext cx="221058" cy="66317"/>
            </a:xfrm>
            <a:prstGeom prst="rect">
              <a:avLst/>
            </a:prstGeom>
            <a:noFill/>
          </p:spPr>
          <p:txBody>
            <a:bodyPr wrap="none" lIns="0" tIns="0" rIns="0" bIns="0" rtlCol="0">
              <a:spAutoFit/>
            </a:bodyPr>
            <a:lstStyle/>
            <a:p>
              <a:pPr algn="ctr"/>
              <a:r>
                <a:rPr lang="zh-CN" altLang="en-US" sz="400" dirty="0">
                  <a:solidFill>
                    <a:schemeClr val="bg1"/>
                  </a:solidFill>
                </a:rPr>
                <a:t>风险管理</a:t>
              </a:r>
            </a:p>
          </p:txBody>
        </p:sp>
        <p:sp>
          <p:nvSpPr>
            <p:cNvPr id="1159" name="椭圆 1158">
              <a:extLst>
                <a:ext uri="{FF2B5EF4-FFF2-40B4-BE49-F238E27FC236}">
                  <a16:creationId xmlns:a16="http://schemas.microsoft.com/office/drawing/2014/main" id="{47840792-93C3-EAFE-4469-8AAF33E24752}"/>
                </a:ext>
              </a:extLst>
            </p:cNvPr>
            <p:cNvSpPr/>
            <p:nvPr/>
          </p:nvSpPr>
          <p:spPr>
            <a:xfrm>
              <a:off x="8308812" y="3519755"/>
              <a:ext cx="405245" cy="115103"/>
            </a:xfrm>
            <a:prstGeom prst="ellipse">
              <a:avLst/>
            </a:prstGeom>
            <a:solidFill>
              <a:schemeClr val="tx2"/>
            </a:solidFill>
            <a:ln w="6350">
              <a:gradFill>
                <a:gsLst>
                  <a:gs pos="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160" name="文本框 1159">
              <a:extLst>
                <a:ext uri="{FF2B5EF4-FFF2-40B4-BE49-F238E27FC236}">
                  <a16:creationId xmlns:a16="http://schemas.microsoft.com/office/drawing/2014/main" id="{87078892-06CD-BE35-4A02-3EEB78399D6C}"/>
                </a:ext>
              </a:extLst>
            </p:cNvPr>
            <p:cNvSpPr txBox="1"/>
            <p:nvPr/>
          </p:nvSpPr>
          <p:spPr>
            <a:xfrm>
              <a:off x="8400905" y="3533940"/>
              <a:ext cx="221058" cy="66317"/>
            </a:xfrm>
            <a:prstGeom prst="rect">
              <a:avLst/>
            </a:prstGeom>
            <a:noFill/>
          </p:spPr>
          <p:txBody>
            <a:bodyPr wrap="none" lIns="0" tIns="0" rIns="0" bIns="0" rtlCol="0">
              <a:spAutoFit/>
            </a:bodyPr>
            <a:lstStyle/>
            <a:p>
              <a:pPr algn="ctr"/>
              <a:r>
                <a:rPr lang="zh-CN" altLang="en-US" sz="400" dirty="0">
                  <a:solidFill>
                    <a:schemeClr val="bg1"/>
                  </a:solidFill>
                </a:rPr>
                <a:t>财务管理</a:t>
              </a:r>
            </a:p>
          </p:txBody>
        </p:sp>
        <p:sp>
          <p:nvSpPr>
            <p:cNvPr id="1086" name="椭圆 1085">
              <a:extLst>
                <a:ext uri="{FF2B5EF4-FFF2-40B4-BE49-F238E27FC236}">
                  <a16:creationId xmlns:a16="http://schemas.microsoft.com/office/drawing/2014/main" id="{32D1177C-FBDA-CC04-7B8A-1007574DF694}"/>
                </a:ext>
              </a:extLst>
            </p:cNvPr>
            <p:cNvSpPr/>
            <p:nvPr/>
          </p:nvSpPr>
          <p:spPr>
            <a:xfrm>
              <a:off x="7934065" y="3400898"/>
              <a:ext cx="776483" cy="120234"/>
            </a:xfrm>
            <a:prstGeom prst="ellipse">
              <a:avLst/>
            </a:prstGeom>
            <a:gradFill>
              <a:gsLst>
                <a:gs pos="0">
                  <a:schemeClr val="accent1">
                    <a:alpha val="0"/>
                  </a:schemeClr>
                </a:gs>
                <a:gs pos="98000">
                  <a:schemeClr val="accent1">
                    <a:alpha val="23000"/>
                  </a:schemeClr>
                </a:gs>
              </a:gsLst>
              <a:lin ang="5400000" scaled="1"/>
            </a:grad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dirty="0">
                <a:solidFill>
                  <a:schemeClr val="bg1"/>
                </a:solidFill>
              </a:endParaRPr>
            </a:p>
          </p:txBody>
        </p:sp>
        <p:sp>
          <p:nvSpPr>
            <p:cNvPr id="1087" name="文本框 1086">
              <a:extLst>
                <a:ext uri="{FF2B5EF4-FFF2-40B4-BE49-F238E27FC236}">
                  <a16:creationId xmlns:a16="http://schemas.microsoft.com/office/drawing/2014/main" id="{60083EE2-A4ED-C179-EE43-3DDE60855442}"/>
                </a:ext>
              </a:extLst>
            </p:cNvPr>
            <p:cNvSpPr txBox="1"/>
            <p:nvPr/>
          </p:nvSpPr>
          <p:spPr>
            <a:xfrm>
              <a:off x="8128881" y="3379131"/>
              <a:ext cx="386852" cy="116056"/>
            </a:xfrm>
            <a:prstGeom prst="rect">
              <a:avLst/>
            </a:prstGeom>
            <a:noFill/>
          </p:spPr>
          <p:txBody>
            <a:bodyPr wrap="none" lIns="0" tIns="0" rIns="0" bIns="0" rtlCol="0">
              <a:spAutoFit/>
            </a:bodyPr>
            <a:lstStyle/>
            <a:p>
              <a:pPr algn="ctr"/>
              <a:r>
                <a:rPr lang="zh-CN" altLang="en-US" sz="700" b="1" dirty="0">
                  <a:solidFill>
                    <a:schemeClr val="accent1"/>
                  </a:solidFill>
                </a:rPr>
                <a:t>金融行业</a:t>
              </a:r>
            </a:p>
          </p:txBody>
        </p:sp>
      </p:grpSp>
      <p:sp>
        <p:nvSpPr>
          <p:cNvPr id="1161" name="文本框 1160">
            <a:extLst>
              <a:ext uri="{FF2B5EF4-FFF2-40B4-BE49-F238E27FC236}">
                <a16:creationId xmlns:a16="http://schemas.microsoft.com/office/drawing/2014/main" id="{FD598DE6-B993-FDBA-8131-7E4BD8FEB990}"/>
              </a:ext>
            </a:extLst>
          </p:cNvPr>
          <p:cNvSpPr txBox="1"/>
          <p:nvPr/>
        </p:nvSpPr>
        <p:spPr>
          <a:xfrm>
            <a:off x="7933539" y="1779050"/>
            <a:ext cx="615553" cy="123111"/>
          </a:xfrm>
          <a:prstGeom prst="rect">
            <a:avLst/>
          </a:prstGeom>
          <a:noFill/>
        </p:spPr>
        <p:txBody>
          <a:bodyPr wrap="none" lIns="0" tIns="0" rIns="0" bIns="0" rtlCol="0">
            <a:spAutoFit/>
          </a:bodyPr>
          <a:lstStyle/>
          <a:p>
            <a:r>
              <a:rPr lang="zh-CN" altLang="en-US" sz="800" b="1" dirty="0">
                <a:solidFill>
                  <a:schemeClr val="accent1"/>
                </a:solidFill>
              </a:rPr>
              <a:t>用户生态体系</a:t>
            </a:r>
          </a:p>
        </p:txBody>
      </p:sp>
      <p:sp>
        <p:nvSpPr>
          <p:cNvPr id="1162" name="文本框 1161">
            <a:extLst>
              <a:ext uri="{FF2B5EF4-FFF2-40B4-BE49-F238E27FC236}">
                <a16:creationId xmlns:a16="http://schemas.microsoft.com/office/drawing/2014/main" id="{8844967B-AAD0-B61A-3C71-25F178A9441E}"/>
              </a:ext>
            </a:extLst>
          </p:cNvPr>
          <p:cNvSpPr txBox="1"/>
          <p:nvPr/>
        </p:nvSpPr>
        <p:spPr>
          <a:xfrm>
            <a:off x="7920997" y="1965489"/>
            <a:ext cx="1283875" cy="196016"/>
          </a:xfrm>
          <a:prstGeom prst="rect">
            <a:avLst/>
          </a:prstGeom>
          <a:noFill/>
        </p:spPr>
        <p:txBody>
          <a:bodyPr wrap="square" lIns="0" tIns="0" rIns="0" bIns="0" rtlCol="0">
            <a:spAutoFit/>
          </a:bodyPr>
          <a:lstStyle/>
          <a:p>
            <a:pPr>
              <a:lnSpc>
                <a:spcPct val="110000"/>
              </a:lnSpc>
            </a:pPr>
            <a:r>
              <a:rPr lang="zh-CN" altLang="en-US" sz="600" dirty="0">
                <a:solidFill>
                  <a:schemeClr val="bg1"/>
                </a:solidFill>
              </a:rPr>
              <a:t>产品帮助文档  插件</a:t>
            </a:r>
            <a:r>
              <a:rPr lang="en-US" altLang="zh-CN" sz="600" dirty="0">
                <a:solidFill>
                  <a:schemeClr val="bg1"/>
                </a:solidFill>
              </a:rPr>
              <a:t>/</a:t>
            </a:r>
            <a:r>
              <a:rPr lang="zh-CN" altLang="en-US" sz="600" dirty="0">
                <a:solidFill>
                  <a:schemeClr val="bg1"/>
                </a:solidFill>
              </a:rPr>
              <a:t>组件</a:t>
            </a:r>
            <a:r>
              <a:rPr lang="en-US" altLang="zh-CN" sz="600" dirty="0">
                <a:solidFill>
                  <a:schemeClr val="bg1"/>
                </a:solidFill>
              </a:rPr>
              <a:t>/</a:t>
            </a:r>
            <a:r>
              <a:rPr lang="zh-CN" altLang="en-US" sz="600" dirty="0">
                <a:solidFill>
                  <a:schemeClr val="bg1"/>
                </a:solidFill>
              </a:rPr>
              <a:t>模版资源 </a:t>
            </a:r>
            <a:endParaRPr lang="en-US" altLang="zh-CN" sz="600" dirty="0">
              <a:solidFill>
                <a:schemeClr val="bg1"/>
              </a:solidFill>
            </a:endParaRPr>
          </a:p>
          <a:p>
            <a:pPr>
              <a:lnSpc>
                <a:spcPct val="110000"/>
              </a:lnSpc>
            </a:pPr>
            <a:r>
              <a:rPr lang="zh-CN" altLang="en-US" sz="600" dirty="0">
                <a:solidFill>
                  <a:schemeClr val="bg1"/>
                </a:solidFill>
              </a:rPr>
              <a:t>职业认证  企业数据人才服务</a:t>
            </a:r>
          </a:p>
        </p:txBody>
      </p:sp>
      <p:sp>
        <p:nvSpPr>
          <p:cNvPr id="1165" name="椭圆 1164">
            <a:extLst>
              <a:ext uri="{FF2B5EF4-FFF2-40B4-BE49-F238E27FC236}">
                <a16:creationId xmlns:a16="http://schemas.microsoft.com/office/drawing/2014/main" id="{745E7A42-79A1-F2F1-499D-90FC51F97426}"/>
              </a:ext>
            </a:extLst>
          </p:cNvPr>
          <p:cNvSpPr/>
          <p:nvPr/>
        </p:nvSpPr>
        <p:spPr>
          <a:xfrm>
            <a:off x="7741396" y="1760220"/>
            <a:ext cx="160770" cy="160770"/>
          </a:xfrm>
          <a:prstGeom prst="ellipse">
            <a:avLst/>
          </a:prstGeom>
          <a:gradFill flip="none" rotWithShape="1">
            <a:gsLst>
              <a:gs pos="0">
                <a:schemeClr val="tx1"/>
              </a:gs>
              <a:gs pos="100000">
                <a:schemeClr val="accent1"/>
              </a:gs>
            </a:gsLst>
            <a:path path="circle">
              <a:fillToRect l="50000" t="50000" r="50000" b="50000"/>
            </a:path>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6" name="椭圆 1165">
            <a:extLst>
              <a:ext uri="{FF2B5EF4-FFF2-40B4-BE49-F238E27FC236}">
                <a16:creationId xmlns:a16="http://schemas.microsoft.com/office/drawing/2014/main" id="{851BDA9B-4E09-5F8D-4603-829932A5F070}"/>
              </a:ext>
            </a:extLst>
          </p:cNvPr>
          <p:cNvSpPr/>
          <p:nvPr/>
        </p:nvSpPr>
        <p:spPr>
          <a:xfrm>
            <a:off x="7782995" y="1801819"/>
            <a:ext cx="77570" cy="77570"/>
          </a:xfrm>
          <a:prstGeom prst="ellipse">
            <a:avLst/>
          </a:prstGeom>
          <a:solidFill>
            <a:schemeClr val="accent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7" name="椭圆 1166">
            <a:extLst>
              <a:ext uri="{FF2B5EF4-FFF2-40B4-BE49-F238E27FC236}">
                <a16:creationId xmlns:a16="http://schemas.microsoft.com/office/drawing/2014/main" id="{B657568E-8060-9EE3-3650-E3C5FBC8BD7A}"/>
              </a:ext>
            </a:extLst>
          </p:cNvPr>
          <p:cNvSpPr/>
          <p:nvPr/>
        </p:nvSpPr>
        <p:spPr>
          <a:xfrm>
            <a:off x="4268560" y="1760220"/>
            <a:ext cx="160770" cy="160770"/>
          </a:xfrm>
          <a:prstGeom prst="ellipse">
            <a:avLst/>
          </a:prstGeom>
          <a:gradFill flip="none" rotWithShape="1">
            <a:gsLst>
              <a:gs pos="0">
                <a:schemeClr val="tx1"/>
              </a:gs>
              <a:gs pos="100000">
                <a:schemeClr val="accent1"/>
              </a:gs>
            </a:gsLst>
            <a:path path="circle">
              <a:fillToRect l="50000" t="50000" r="50000" b="50000"/>
            </a:path>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8" name="椭圆 1167">
            <a:extLst>
              <a:ext uri="{FF2B5EF4-FFF2-40B4-BE49-F238E27FC236}">
                <a16:creationId xmlns:a16="http://schemas.microsoft.com/office/drawing/2014/main" id="{9D797F66-B8F5-5B64-0905-772F735AC8DC}"/>
              </a:ext>
            </a:extLst>
          </p:cNvPr>
          <p:cNvSpPr/>
          <p:nvPr/>
        </p:nvSpPr>
        <p:spPr>
          <a:xfrm>
            <a:off x="4310160" y="1801819"/>
            <a:ext cx="77570" cy="77570"/>
          </a:xfrm>
          <a:prstGeom prst="ellipse">
            <a:avLst/>
          </a:prstGeom>
          <a:solidFill>
            <a:schemeClr val="accent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9" name="文本框 1168">
            <a:extLst>
              <a:ext uri="{FF2B5EF4-FFF2-40B4-BE49-F238E27FC236}">
                <a16:creationId xmlns:a16="http://schemas.microsoft.com/office/drawing/2014/main" id="{6062479F-20B3-71DD-ECE0-8CC3EDFBE6BF}"/>
              </a:ext>
            </a:extLst>
          </p:cNvPr>
          <p:cNvSpPr txBox="1"/>
          <p:nvPr/>
        </p:nvSpPr>
        <p:spPr>
          <a:xfrm>
            <a:off x="3587420" y="1779050"/>
            <a:ext cx="615554" cy="123111"/>
          </a:xfrm>
          <a:prstGeom prst="rect">
            <a:avLst/>
          </a:prstGeom>
          <a:noFill/>
        </p:spPr>
        <p:txBody>
          <a:bodyPr wrap="none" lIns="0" tIns="0" rIns="0" bIns="0" rtlCol="0">
            <a:spAutoFit/>
          </a:bodyPr>
          <a:lstStyle/>
          <a:p>
            <a:pPr algn="r"/>
            <a:r>
              <a:rPr lang="zh-CN" altLang="en-US" sz="800" b="1" dirty="0">
                <a:solidFill>
                  <a:schemeClr val="accent1"/>
                </a:solidFill>
              </a:rPr>
              <a:t>伙伴生态体系</a:t>
            </a:r>
          </a:p>
        </p:txBody>
      </p:sp>
      <p:sp>
        <p:nvSpPr>
          <p:cNvPr id="1170" name="文本框 1169">
            <a:extLst>
              <a:ext uri="{FF2B5EF4-FFF2-40B4-BE49-F238E27FC236}">
                <a16:creationId xmlns:a16="http://schemas.microsoft.com/office/drawing/2014/main" id="{DB404E91-B27F-F92F-8863-AD7B677B14E0}"/>
              </a:ext>
            </a:extLst>
          </p:cNvPr>
          <p:cNvSpPr txBox="1"/>
          <p:nvPr/>
        </p:nvSpPr>
        <p:spPr>
          <a:xfrm>
            <a:off x="3203222" y="1965489"/>
            <a:ext cx="1316998" cy="297582"/>
          </a:xfrm>
          <a:prstGeom prst="rect">
            <a:avLst/>
          </a:prstGeom>
          <a:noFill/>
        </p:spPr>
        <p:txBody>
          <a:bodyPr wrap="square" lIns="0" tIns="0" rIns="0" bIns="0" rtlCol="0">
            <a:spAutoFit/>
          </a:bodyPr>
          <a:lstStyle/>
          <a:p>
            <a:pPr>
              <a:lnSpc>
                <a:spcPct val="110000"/>
              </a:lnSpc>
            </a:pPr>
            <a:r>
              <a:rPr lang="en-US" altLang="zh-CN" sz="600" dirty="0">
                <a:solidFill>
                  <a:schemeClr val="bg1"/>
                </a:solidFill>
              </a:rPr>
              <a:t>2700+</a:t>
            </a:r>
            <a:r>
              <a:rPr lang="zh-CN" altLang="en-US" sz="600" dirty="0">
                <a:solidFill>
                  <a:schemeClr val="bg1"/>
                </a:solidFill>
              </a:rPr>
              <a:t>家</a:t>
            </a:r>
            <a:r>
              <a:rPr lang="en-US" altLang="zh-CN" sz="600" dirty="0">
                <a:solidFill>
                  <a:schemeClr val="bg1"/>
                </a:solidFill>
              </a:rPr>
              <a:t>ISV</a:t>
            </a:r>
            <a:r>
              <a:rPr lang="zh-CN" altLang="en-US" sz="600" dirty="0">
                <a:solidFill>
                  <a:schemeClr val="bg1"/>
                </a:solidFill>
              </a:rPr>
              <a:t>生态合作伙伴</a:t>
            </a:r>
            <a:r>
              <a:rPr lang="en-US" altLang="zh-CN" sz="600" dirty="0">
                <a:solidFill>
                  <a:schemeClr val="bg1"/>
                </a:solidFill>
              </a:rPr>
              <a:t>,</a:t>
            </a:r>
            <a:r>
              <a:rPr lang="zh-CN" altLang="en-US" sz="600" dirty="0">
                <a:solidFill>
                  <a:schemeClr val="bg1"/>
                </a:solidFill>
              </a:rPr>
              <a:t>服务最终客户</a:t>
            </a:r>
            <a:r>
              <a:rPr lang="en-US" altLang="zh-CN" sz="600" dirty="0">
                <a:solidFill>
                  <a:schemeClr val="bg1"/>
                </a:solidFill>
              </a:rPr>
              <a:t>1000+</a:t>
            </a:r>
            <a:r>
              <a:rPr lang="zh-CN" altLang="en-US" sz="600" dirty="0">
                <a:solidFill>
                  <a:schemeClr val="bg1"/>
                </a:solidFill>
              </a:rPr>
              <a:t>家，数据库、流程引擎、文件盘、</a:t>
            </a:r>
            <a:r>
              <a:rPr lang="en-US" altLang="zh-CN" sz="600" dirty="0">
                <a:solidFill>
                  <a:schemeClr val="bg1"/>
                </a:solidFill>
              </a:rPr>
              <a:t>3D</a:t>
            </a:r>
            <a:r>
              <a:rPr lang="zh-CN" altLang="en-US" sz="600" dirty="0">
                <a:solidFill>
                  <a:schemeClr val="bg1"/>
                </a:solidFill>
              </a:rPr>
              <a:t>可视化、</a:t>
            </a:r>
            <a:r>
              <a:rPr lang="en-US" altLang="zh-CN" sz="600" dirty="0">
                <a:solidFill>
                  <a:schemeClr val="bg1"/>
                </a:solidFill>
              </a:rPr>
              <a:t>RPA</a:t>
            </a:r>
            <a:r>
              <a:rPr lang="zh-CN" altLang="en-US" sz="600" dirty="0">
                <a:solidFill>
                  <a:schemeClr val="bg1"/>
                </a:solidFill>
              </a:rPr>
              <a:t>、智能问答</a:t>
            </a:r>
            <a:r>
              <a:rPr lang="en-US" altLang="zh-CN" sz="600" dirty="0">
                <a:solidFill>
                  <a:schemeClr val="bg1"/>
                </a:solidFill>
              </a:rPr>
              <a:t>……</a:t>
            </a:r>
            <a:endParaRPr lang="zh-CN" altLang="en-US" sz="600" dirty="0">
              <a:solidFill>
                <a:schemeClr val="bg1"/>
              </a:solidFill>
            </a:endParaRPr>
          </a:p>
        </p:txBody>
      </p:sp>
      <p:sp>
        <p:nvSpPr>
          <p:cNvPr id="1171" name="文本框 1170">
            <a:extLst>
              <a:ext uri="{FF2B5EF4-FFF2-40B4-BE49-F238E27FC236}">
                <a16:creationId xmlns:a16="http://schemas.microsoft.com/office/drawing/2014/main" id="{57D182B4-BB45-3421-1601-0EF4FE1092F0}"/>
              </a:ext>
            </a:extLst>
          </p:cNvPr>
          <p:cNvSpPr txBox="1"/>
          <p:nvPr/>
        </p:nvSpPr>
        <p:spPr>
          <a:xfrm>
            <a:off x="5515723" y="4494889"/>
            <a:ext cx="1160555" cy="174084"/>
          </a:xfrm>
          <a:prstGeom prst="rect">
            <a:avLst/>
          </a:prstGeom>
          <a:noFill/>
        </p:spPr>
        <p:txBody>
          <a:bodyPr wrap="none" lIns="0" tIns="0" rIns="0" bIns="0" rtlCol="0">
            <a:spAutoFit/>
          </a:bodyPr>
          <a:lstStyle/>
          <a:p>
            <a:pPr algn="ctr"/>
            <a:r>
              <a:rPr lang="zh-CN" altLang="en-US" sz="1050" b="1" dirty="0">
                <a:solidFill>
                  <a:schemeClr val="accent1"/>
                </a:solidFill>
              </a:rPr>
              <a:t>覆盖多个业务场景</a:t>
            </a:r>
          </a:p>
        </p:txBody>
      </p:sp>
      <p:grpSp>
        <p:nvGrpSpPr>
          <p:cNvPr id="1267" name="组合 1266">
            <a:extLst>
              <a:ext uri="{FF2B5EF4-FFF2-40B4-BE49-F238E27FC236}">
                <a16:creationId xmlns:a16="http://schemas.microsoft.com/office/drawing/2014/main" id="{DF0145BF-67DD-6CEB-D1E6-B85DE5B6FD3F}"/>
              </a:ext>
            </a:extLst>
          </p:cNvPr>
          <p:cNvGrpSpPr/>
          <p:nvPr/>
        </p:nvGrpSpPr>
        <p:grpSpPr>
          <a:xfrm>
            <a:off x="4279300" y="4239732"/>
            <a:ext cx="874523" cy="634415"/>
            <a:chOff x="4279300" y="4239732"/>
            <a:chExt cx="874523" cy="634415"/>
          </a:xfrm>
        </p:grpSpPr>
        <p:sp>
          <p:nvSpPr>
            <p:cNvPr id="5" name="文本框 4">
              <a:extLst>
                <a:ext uri="{FF2B5EF4-FFF2-40B4-BE49-F238E27FC236}">
                  <a16:creationId xmlns:a16="http://schemas.microsoft.com/office/drawing/2014/main" id="{DD00F8C3-318A-B20B-F466-C77BEEE212BB}"/>
                </a:ext>
              </a:extLst>
            </p:cNvPr>
            <p:cNvSpPr txBox="1"/>
            <p:nvPr/>
          </p:nvSpPr>
          <p:spPr>
            <a:xfrm>
              <a:off x="4279300" y="4244960"/>
              <a:ext cx="107722" cy="597261"/>
            </a:xfrm>
            <a:prstGeom prst="rect">
              <a:avLst/>
            </a:prstGeom>
            <a:noFill/>
          </p:spPr>
          <p:txBody>
            <a:bodyPr vert="eaVert" wrap="square" lIns="0" tIns="0" rIns="0" bIns="0" rtlCol="0">
              <a:spAutoFit/>
            </a:bodyPr>
            <a:lstStyle/>
            <a:p>
              <a:pPr algn="ctr"/>
              <a:r>
                <a:rPr lang="zh-CN" altLang="en-US" sz="700" spc="40" dirty="0">
                  <a:solidFill>
                    <a:schemeClr val="accent1"/>
                  </a:solidFill>
                </a:rPr>
                <a:t>企业经营管理</a:t>
              </a:r>
            </a:p>
          </p:txBody>
        </p:sp>
        <p:sp>
          <p:nvSpPr>
            <p:cNvPr id="8" name="文本框 7">
              <a:extLst>
                <a:ext uri="{FF2B5EF4-FFF2-40B4-BE49-F238E27FC236}">
                  <a16:creationId xmlns:a16="http://schemas.microsoft.com/office/drawing/2014/main" id="{7DA98039-A26C-D589-D88E-D2561697188B}"/>
                </a:ext>
              </a:extLst>
            </p:cNvPr>
            <p:cNvSpPr txBox="1"/>
            <p:nvPr/>
          </p:nvSpPr>
          <p:spPr>
            <a:xfrm>
              <a:off x="4471000" y="4276886"/>
              <a:ext cx="107722" cy="597261"/>
            </a:xfrm>
            <a:prstGeom prst="rect">
              <a:avLst/>
            </a:prstGeom>
            <a:noFill/>
          </p:spPr>
          <p:txBody>
            <a:bodyPr vert="eaVert" wrap="square" lIns="0" tIns="0" rIns="0" bIns="0" rtlCol="0">
              <a:spAutoFit/>
            </a:bodyPr>
            <a:lstStyle/>
            <a:p>
              <a:pPr algn="ctr"/>
              <a:r>
                <a:rPr lang="zh-CN" altLang="en-US" sz="700" spc="40" dirty="0">
                  <a:solidFill>
                    <a:schemeClr val="accent1"/>
                  </a:solidFill>
                </a:rPr>
                <a:t>财务管理</a:t>
              </a:r>
            </a:p>
          </p:txBody>
        </p:sp>
        <p:sp>
          <p:nvSpPr>
            <p:cNvPr id="9" name="文本框 8">
              <a:extLst>
                <a:ext uri="{FF2B5EF4-FFF2-40B4-BE49-F238E27FC236}">
                  <a16:creationId xmlns:a16="http://schemas.microsoft.com/office/drawing/2014/main" id="{2E5DBBF4-E491-3C7F-7A60-CF3468EA23BC}"/>
                </a:ext>
              </a:extLst>
            </p:cNvPr>
            <p:cNvSpPr txBox="1"/>
            <p:nvPr/>
          </p:nvSpPr>
          <p:spPr>
            <a:xfrm>
              <a:off x="4662700" y="4258646"/>
              <a:ext cx="107722" cy="597261"/>
            </a:xfrm>
            <a:prstGeom prst="rect">
              <a:avLst/>
            </a:prstGeom>
            <a:noFill/>
          </p:spPr>
          <p:txBody>
            <a:bodyPr vert="eaVert" wrap="square" lIns="0" tIns="0" rIns="0" bIns="0" rtlCol="0">
              <a:spAutoFit/>
            </a:bodyPr>
            <a:lstStyle/>
            <a:p>
              <a:pPr algn="ctr"/>
              <a:r>
                <a:rPr lang="zh-CN" altLang="en-US" sz="700" spc="40" dirty="0">
                  <a:solidFill>
                    <a:schemeClr val="accent1"/>
                  </a:solidFill>
                </a:rPr>
                <a:t>人力资源管理</a:t>
              </a:r>
            </a:p>
          </p:txBody>
        </p:sp>
        <p:sp>
          <p:nvSpPr>
            <p:cNvPr id="10" name="文本框 9">
              <a:extLst>
                <a:ext uri="{FF2B5EF4-FFF2-40B4-BE49-F238E27FC236}">
                  <a16:creationId xmlns:a16="http://schemas.microsoft.com/office/drawing/2014/main" id="{1B36668E-E7B2-D25C-4DB1-86C305BFC948}"/>
                </a:ext>
              </a:extLst>
            </p:cNvPr>
            <p:cNvSpPr txBox="1"/>
            <p:nvPr/>
          </p:nvSpPr>
          <p:spPr>
            <a:xfrm>
              <a:off x="4854400" y="4239732"/>
              <a:ext cx="107722" cy="597261"/>
            </a:xfrm>
            <a:prstGeom prst="rect">
              <a:avLst/>
            </a:prstGeom>
            <a:noFill/>
          </p:spPr>
          <p:txBody>
            <a:bodyPr vert="eaVert" wrap="square" lIns="0" tIns="0" rIns="0" bIns="0" rtlCol="0">
              <a:spAutoFit/>
            </a:bodyPr>
            <a:lstStyle/>
            <a:p>
              <a:pPr algn="ctr"/>
              <a:r>
                <a:rPr lang="zh-CN" altLang="en-US" sz="700" spc="40" dirty="0">
                  <a:solidFill>
                    <a:schemeClr val="accent1"/>
                  </a:solidFill>
                </a:rPr>
                <a:t>营销分析管理</a:t>
              </a:r>
            </a:p>
          </p:txBody>
        </p:sp>
        <p:sp>
          <p:nvSpPr>
            <p:cNvPr id="13" name="文本框 12">
              <a:extLst>
                <a:ext uri="{FF2B5EF4-FFF2-40B4-BE49-F238E27FC236}">
                  <a16:creationId xmlns:a16="http://schemas.microsoft.com/office/drawing/2014/main" id="{8EF4FD3B-AF08-9A6C-077D-95D3EAF27EE5}"/>
                </a:ext>
              </a:extLst>
            </p:cNvPr>
            <p:cNvSpPr txBox="1"/>
            <p:nvPr/>
          </p:nvSpPr>
          <p:spPr>
            <a:xfrm>
              <a:off x="5046101" y="4249794"/>
              <a:ext cx="107722" cy="597261"/>
            </a:xfrm>
            <a:prstGeom prst="rect">
              <a:avLst/>
            </a:prstGeom>
            <a:noFill/>
          </p:spPr>
          <p:txBody>
            <a:bodyPr vert="eaVert" wrap="square" lIns="0" tIns="0" rIns="0" bIns="0" rtlCol="0">
              <a:spAutoFit/>
            </a:bodyPr>
            <a:lstStyle/>
            <a:p>
              <a:pPr algn="ctr"/>
              <a:r>
                <a:rPr lang="zh-CN" altLang="en-US" sz="700" spc="40" dirty="0">
                  <a:solidFill>
                    <a:schemeClr val="accent1"/>
                  </a:solidFill>
                </a:rPr>
                <a:t>分析管理</a:t>
              </a:r>
            </a:p>
          </p:txBody>
        </p:sp>
      </p:grpSp>
      <p:sp>
        <p:nvSpPr>
          <p:cNvPr id="14" name="文本框 13">
            <a:extLst>
              <a:ext uri="{FF2B5EF4-FFF2-40B4-BE49-F238E27FC236}">
                <a16:creationId xmlns:a16="http://schemas.microsoft.com/office/drawing/2014/main" id="{BCF616B3-A63C-B08E-CA6D-1318E3E7A301}"/>
              </a:ext>
            </a:extLst>
          </p:cNvPr>
          <p:cNvSpPr txBox="1"/>
          <p:nvPr/>
        </p:nvSpPr>
        <p:spPr>
          <a:xfrm>
            <a:off x="7055528" y="4222926"/>
            <a:ext cx="107722" cy="691361"/>
          </a:xfrm>
          <a:prstGeom prst="rect">
            <a:avLst/>
          </a:prstGeom>
          <a:noFill/>
        </p:spPr>
        <p:txBody>
          <a:bodyPr vert="eaVert" wrap="square" lIns="0" tIns="0" rIns="0" bIns="0" rtlCol="0">
            <a:spAutoFit/>
          </a:bodyPr>
          <a:lstStyle/>
          <a:p>
            <a:pPr algn="ctr"/>
            <a:r>
              <a:rPr lang="zh-CN" altLang="en-US" sz="700" spc="40" dirty="0">
                <a:solidFill>
                  <a:schemeClr val="accent1"/>
                </a:solidFill>
              </a:rPr>
              <a:t>生产制造供应链</a:t>
            </a:r>
          </a:p>
        </p:txBody>
      </p:sp>
      <p:sp>
        <p:nvSpPr>
          <p:cNvPr id="15" name="文本框 14">
            <a:extLst>
              <a:ext uri="{FF2B5EF4-FFF2-40B4-BE49-F238E27FC236}">
                <a16:creationId xmlns:a16="http://schemas.microsoft.com/office/drawing/2014/main" id="{644EC05C-E244-DC7B-DB76-041EF962F340}"/>
              </a:ext>
            </a:extLst>
          </p:cNvPr>
          <p:cNvSpPr txBox="1"/>
          <p:nvPr/>
        </p:nvSpPr>
        <p:spPr>
          <a:xfrm>
            <a:off x="7247228" y="4140833"/>
            <a:ext cx="107722" cy="831492"/>
          </a:xfrm>
          <a:prstGeom prst="rect">
            <a:avLst/>
          </a:prstGeom>
          <a:noFill/>
        </p:spPr>
        <p:txBody>
          <a:bodyPr vert="eaVert" wrap="square" lIns="0" tIns="0" rIns="0" bIns="0" rtlCol="0">
            <a:spAutoFit/>
          </a:bodyPr>
          <a:lstStyle/>
          <a:p>
            <a:pPr algn="ctr"/>
            <a:r>
              <a:rPr lang="zh-CN" altLang="en-US" sz="700" spc="40" dirty="0">
                <a:solidFill>
                  <a:schemeClr val="accent1"/>
                </a:solidFill>
              </a:rPr>
              <a:t>售后服务管理分析</a:t>
            </a:r>
          </a:p>
        </p:txBody>
      </p:sp>
      <p:sp>
        <p:nvSpPr>
          <p:cNvPr id="19" name="文本框 18">
            <a:extLst>
              <a:ext uri="{FF2B5EF4-FFF2-40B4-BE49-F238E27FC236}">
                <a16:creationId xmlns:a16="http://schemas.microsoft.com/office/drawing/2014/main" id="{2D17FC04-3AC3-1E84-0B00-72B712667D1B}"/>
              </a:ext>
            </a:extLst>
          </p:cNvPr>
          <p:cNvSpPr txBox="1"/>
          <p:nvPr/>
        </p:nvSpPr>
        <p:spPr>
          <a:xfrm>
            <a:off x="7438928" y="4236612"/>
            <a:ext cx="107722" cy="597261"/>
          </a:xfrm>
          <a:prstGeom prst="rect">
            <a:avLst/>
          </a:prstGeom>
          <a:noFill/>
        </p:spPr>
        <p:txBody>
          <a:bodyPr vert="eaVert" wrap="square" lIns="0" tIns="0" rIns="0" bIns="0" rtlCol="0">
            <a:spAutoFit/>
          </a:bodyPr>
          <a:lstStyle/>
          <a:p>
            <a:pPr algn="ctr"/>
            <a:r>
              <a:rPr lang="zh-CN" altLang="en-US" sz="700" spc="40" dirty="0">
                <a:solidFill>
                  <a:schemeClr val="accent1"/>
                </a:solidFill>
              </a:rPr>
              <a:t>数据应用分析</a:t>
            </a:r>
          </a:p>
        </p:txBody>
      </p:sp>
      <p:sp>
        <p:nvSpPr>
          <p:cNvPr id="20" name="文本框 19">
            <a:extLst>
              <a:ext uri="{FF2B5EF4-FFF2-40B4-BE49-F238E27FC236}">
                <a16:creationId xmlns:a16="http://schemas.microsoft.com/office/drawing/2014/main" id="{26900954-3D38-F02B-CDD9-B0A733382697}"/>
              </a:ext>
            </a:extLst>
          </p:cNvPr>
          <p:cNvSpPr txBox="1"/>
          <p:nvPr/>
        </p:nvSpPr>
        <p:spPr>
          <a:xfrm>
            <a:off x="7630628" y="4242784"/>
            <a:ext cx="107722" cy="597261"/>
          </a:xfrm>
          <a:prstGeom prst="rect">
            <a:avLst/>
          </a:prstGeom>
          <a:noFill/>
        </p:spPr>
        <p:txBody>
          <a:bodyPr vert="eaVert" wrap="square" lIns="0" tIns="0" rIns="0" bIns="0" rtlCol="0">
            <a:spAutoFit/>
          </a:bodyPr>
          <a:lstStyle/>
          <a:p>
            <a:pPr algn="ctr"/>
            <a:r>
              <a:rPr lang="zh-CN" altLang="en-US" sz="700" spc="40" dirty="0">
                <a:solidFill>
                  <a:schemeClr val="accent1"/>
                </a:solidFill>
              </a:rPr>
              <a:t>数据管控</a:t>
            </a:r>
          </a:p>
        </p:txBody>
      </p:sp>
      <p:sp>
        <p:nvSpPr>
          <p:cNvPr id="21" name="文本框 20">
            <a:extLst>
              <a:ext uri="{FF2B5EF4-FFF2-40B4-BE49-F238E27FC236}">
                <a16:creationId xmlns:a16="http://schemas.microsoft.com/office/drawing/2014/main" id="{6095286D-47A3-E9ED-A777-40DAE082D677}"/>
              </a:ext>
            </a:extLst>
          </p:cNvPr>
          <p:cNvSpPr txBox="1"/>
          <p:nvPr/>
        </p:nvSpPr>
        <p:spPr>
          <a:xfrm>
            <a:off x="7822328" y="4255125"/>
            <a:ext cx="107722" cy="597261"/>
          </a:xfrm>
          <a:prstGeom prst="rect">
            <a:avLst/>
          </a:prstGeom>
          <a:noFill/>
        </p:spPr>
        <p:txBody>
          <a:bodyPr vert="eaVert" wrap="square" lIns="0" tIns="0" rIns="0" bIns="0" rtlCol="0">
            <a:spAutoFit/>
          </a:bodyPr>
          <a:lstStyle/>
          <a:p>
            <a:pPr algn="ctr"/>
            <a:r>
              <a:rPr lang="zh-CN" altLang="en-US" sz="700" spc="40" dirty="0">
                <a:solidFill>
                  <a:schemeClr val="accent1"/>
                </a:solidFill>
              </a:rPr>
              <a:t>轻应用搭建</a:t>
            </a:r>
          </a:p>
        </p:txBody>
      </p:sp>
      <p:grpSp>
        <p:nvGrpSpPr>
          <p:cNvPr id="46" name="组合 45">
            <a:extLst>
              <a:ext uri="{FF2B5EF4-FFF2-40B4-BE49-F238E27FC236}">
                <a16:creationId xmlns:a16="http://schemas.microsoft.com/office/drawing/2014/main" id="{9CE6894A-2599-E2A5-92EF-7C5797F4CC7E}"/>
              </a:ext>
            </a:extLst>
          </p:cNvPr>
          <p:cNvGrpSpPr/>
          <p:nvPr/>
        </p:nvGrpSpPr>
        <p:grpSpPr>
          <a:xfrm>
            <a:off x="8236366" y="2716411"/>
            <a:ext cx="104384" cy="379290"/>
            <a:chOff x="8122710" y="2745969"/>
            <a:chExt cx="120777" cy="438860"/>
          </a:xfrm>
        </p:grpSpPr>
        <p:sp>
          <p:nvSpPr>
            <p:cNvPr id="26" name="等腰三角形 25">
              <a:extLst>
                <a:ext uri="{FF2B5EF4-FFF2-40B4-BE49-F238E27FC236}">
                  <a16:creationId xmlns:a16="http://schemas.microsoft.com/office/drawing/2014/main" id="{9A927C76-1DA0-85F3-C08B-E143D5AB77DA}"/>
                </a:ext>
              </a:extLst>
            </p:cNvPr>
            <p:cNvSpPr/>
            <p:nvPr/>
          </p:nvSpPr>
          <p:spPr>
            <a:xfrm>
              <a:off x="8122710" y="27459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等腰三角形 25">
              <a:extLst>
                <a:ext uri="{FF2B5EF4-FFF2-40B4-BE49-F238E27FC236}">
                  <a16:creationId xmlns:a16="http://schemas.microsoft.com/office/drawing/2014/main" id="{1EBC6A63-4F7F-E69F-819D-0D5AB583F9BD}"/>
                </a:ext>
              </a:extLst>
            </p:cNvPr>
            <p:cNvSpPr/>
            <p:nvPr/>
          </p:nvSpPr>
          <p:spPr>
            <a:xfrm>
              <a:off x="8122710" y="28221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等腰三角形 25">
              <a:extLst>
                <a:ext uri="{FF2B5EF4-FFF2-40B4-BE49-F238E27FC236}">
                  <a16:creationId xmlns:a16="http://schemas.microsoft.com/office/drawing/2014/main" id="{9A4A9018-3072-FFE1-6018-C0A9915F2ED6}"/>
                </a:ext>
              </a:extLst>
            </p:cNvPr>
            <p:cNvSpPr/>
            <p:nvPr/>
          </p:nvSpPr>
          <p:spPr>
            <a:xfrm>
              <a:off x="8122710" y="28983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等腰三角形 25">
              <a:extLst>
                <a:ext uri="{FF2B5EF4-FFF2-40B4-BE49-F238E27FC236}">
                  <a16:creationId xmlns:a16="http://schemas.microsoft.com/office/drawing/2014/main" id="{198CC527-DA75-5663-F3DE-90E02725A4A2}"/>
                </a:ext>
              </a:extLst>
            </p:cNvPr>
            <p:cNvSpPr/>
            <p:nvPr/>
          </p:nvSpPr>
          <p:spPr>
            <a:xfrm>
              <a:off x="8122710" y="29745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等腰三角形 25">
              <a:extLst>
                <a:ext uri="{FF2B5EF4-FFF2-40B4-BE49-F238E27FC236}">
                  <a16:creationId xmlns:a16="http://schemas.microsoft.com/office/drawing/2014/main" id="{252F130D-742D-3D42-54E8-C057ADA09272}"/>
                </a:ext>
              </a:extLst>
            </p:cNvPr>
            <p:cNvSpPr/>
            <p:nvPr/>
          </p:nvSpPr>
          <p:spPr>
            <a:xfrm>
              <a:off x="8122710" y="30507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25">
              <a:extLst>
                <a:ext uri="{FF2B5EF4-FFF2-40B4-BE49-F238E27FC236}">
                  <a16:creationId xmlns:a16="http://schemas.microsoft.com/office/drawing/2014/main" id="{C4F317D2-D181-1DB9-A94B-E21448194B3F}"/>
                </a:ext>
              </a:extLst>
            </p:cNvPr>
            <p:cNvSpPr/>
            <p:nvPr/>
          </p:nvSpPr>
          <p:spPr>
            <a:xfrm>
              <a:off x="8122710" y="31269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4" name="组合 53">
            <a:extLst>
              <a:ext uri="{FF2B5EF4-FFF2-40B4-BE49-F238E27FC236}">
                <a16:creationId xmlns:a16="http://schemas.microsoft.com/office/drawing/2014/main" id="{86B7E37C-EB40-311E-6BD2-8BED709D80A4}"/>
              </a:ext>
            </a:extLst>
          </p:cNvPr>
          <p:cNvGrpSpPr/>
          <p:nvPr/>
        </p:nvGrpSpPr>
        <p:grpSpPr>
          <a:xfrm>
            <a:off x="6781262" y="4390939"/>
            <a:ext cx="104384" cy="379290"/>
            <a:chOff x="8122710" y="2745969"/>
            <a:chExt cx="120777" cy="438860"/>
          </a:xfrm>
        </p:grpSpPr>
        <p:sp>
          <p:nvSpPr>
            <p:cNvPr id="55" name="等腰三角形 25">
              <a:extLst>
                <a:ext uri="{FF2B5EF4-FFF2-40B4-BE49-F238E27FC236}">
                  <a16:creationId xmlns:a16="http://schemas.microsoft.com/office/drawing/2014/main" id="{91C0DF4E-CC01-4152-B48A-445C7C2CD7BB}"/>
                </a:ext>
              </a:extLst>
            </p:cNvPr>
            <p:cNvSpPr/>
            <p:nvPr/>
          </p:nvSpPr>
          <p:spPr>
            <a:xfrm>
              <a:off x="8122710" y="27459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等腰三角形 25">
              <a:extLst>
                <a:ext uri="{FF2B5EF4-FFF2-40B4-BE49-F238E27FC236}">
                  <a16:creationId xmlns:a16="http://schemas.microsoft.com/office/drawing/2014/main" id="{DBDD589F-D80F-FBF7-14E9-9BC5EA0FEC1B}"/>
                </a:ext>
              </a:extLst>
            </p:cNvPr>
            <p:cNvSpPr/>
            <p:nvPr/>
          </p:nvSpPr>
          <p:spPr>
            <a:xfrm>
              <a:off x="8122710" y="28221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等腰三角形 25">
              <a:extLst>
                <a:ext uri="{FF2B5EF4-FFF2-40B4-BE49-F238E27FC236}">
                  <a16:creationId xmlns:a16="http://schemas.microsoft.com/office/drawing/2014/main" id="{0C04E820-383E-2A25-FE54-0807D4A74D60}"/>
                </a:ext>
              </a:extLst>
            </p:cNvPr>
            <p:cNvSpPr/>
            <p:nvPr/>
          </p:nvSpPr>
          <p:spPr>
            <a:xfrm>
              <a:off x="8122710" y="28983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等腰三角形 25">
              <a:extLst>
                <a:ext uri="{FF2B5EF4-FFF2-40B4-BE49-F238E27FC236}">
                  <a16:creationId xmlns:a16="http://schemas.microsoft.com/office/drawing/2014/main" id="{AFDBEBAB-3C3B-B7D7-A070-5F4150A92986}"/>
                </a:ext>
              </a:extLst>
            </p:cNvPr>
            <p:cNvSpPr/>
            <p:nvPr/>
          </p:nvSpPr>
          <p:spPr>
            <a:xfrm>
              <a:off x="8122710" y="29745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等腰三角形 25">
              <a:extLst>
                <a:ext uri="{FF2B5EF4-FFF2-40B4-BE49-F238E27FC236}">
                  <a16:creationId xmlns:a16="http://schemas.microsoft.com/office/drawing/2014/main" id="{905B05D5-BA87-47D2-C66A-096044123AF2}"/>
                </a:ext>
              </a:extLst>
            </p:cNvPr>
            <p:cNvSpPr/>
            <p:nvPr/>
          </p:nvSpPr>
          <p:spPr>
            <a:xfrm>
              <a:off x="8122710" y="30507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等腰三角形 25">
              <a:extLst>
                <a:ext uri="{FF2B5EF4-FFF2-40B4-BE49-F238E27FC236}">
                  <a16:creationId xmlns:a16="http://schemas.microsoft.com/office/drawing/2014/main" id="{89FD6134-55E9-2EE7-47F2-577799ABC997}"/>
                </a:ext>
              </a:extLst>
            </p:cNvPr>
            <p:cNvSpPr/>
            <p:nvPr/>
          </p:nvSpPr>
          <p:spPr>
            <a:xfrm>
              <a:off x="8122710" y="31269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2" name="组合 61">
            <a:extLst>
              <a:ext uri="{FF2B5EF4-FFF2-40B4-BE49-F238E27FC236}">
                <a16:creationId xmlns:a16="http://schemas.microsoft.com/office/drawing/2014/main" id="{3D24908A-9B7B-EED1-7546-6DA06DCBE6BC}"/>
              </a:ext>
            </a:extLst>
          </p:cNvPr>
          <p:cNvGrpSpPr/>
          <p:nvPr/>
        </p:nvGrpSpPr>
        <p:grpSpPr>
          <a:xfrm>
            <a:off x="5306355" y="4390939"/>
            <a:ext cx="104384" cy="379290"/>
            <a:chOff x="8122710" y="2745969"/>
            <a:chExt cx="120777" cy="438860"/>
          </a:xfrm>
        </p:grpSpPr>
        <p:sp>
          <p:nvSpPr>
            <p:cNvPr id="63" name="等腰三角形 25">
              <a:extLst>
                <a:ext uri="{FF2B5EF4-FFF2-40B4-BE49-F238E27FC236}">
                  <a16:creationId xmlns:a16="http://schemas.microsoft.com/office/drawing/2014/main" id="{C274553D-E47F-87AF-4D18-226595116BB5}"/>
                </a:ext>
              </a:extLst>
            </p:cNvPr>
            <p:cNvSpPr/>
            <p:nvPr/>
          </p:nvSpPr>
          <p:spPr>
            <a:xfrm>
              <a:off x="8122710" y="27459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4" name="等腰三角形 25">
              <a:extLst>
                <a:ext uri="{FF2B5EF4-FFF2-40B4-BE49-F238E27FC236}">
                  <a16:creationId xmlns:a16="http://schemas.microsoft.com/office/drawing/2014/main" id="{DDB0A751-BE0D-798A-2C74-DB685BB15BFD}"/>
                </a:ext>
              </a:extLst>
            </p:cNvPr>
            <p:cNvSpPr/>
            <p:nvPr/>
          </p:nvSpPr>
          <p:spPr>
            <a:xfrm>
              <a:off x="8122710" y="28221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5" name="等腰三角形 25">
              <a:extLst>
                <a:ext uri="{FF2B5EF4-FFF2-40B4-BE49-F238E27FC236}">
                  <a16:creationId xmlns:a16="http://schemas.microsoft.com/office/drawing/2014/main" id="{2AE844E0-8F05-899B-65EF-5A608C16A19B}"/>
                </a:ext>
              </a:extLst>
            </p:cNvPr>
            <p:cNvSpPr/>
            <p:nvPr/>
          </p:nvSpPr>
          <p:spPr>
            <a:xfrm>
              <a:off x="8122710" y="28983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6" name="等腰三角形 25">
              <a:extLst>
                <a:ext uri="{FF2B5EF4-FFF2-40B4-BE49-F238E27FC236}">
                  <a16:creationId xmlns:a16="http://schemas.microsoft.com/office/drawing/2014/main" id="{ECC9DCBD-ED19-4997-40F1-6E07EF9CA891}"/>
                </a:ext>
              </a:extLst>
            </p:cNvPr>
            <p:cNvSpPr/>
            <p:nvPr/>
          </p:nvSpPr>
          <p:spPr>
            <a:xfrm>
              <a:off x="8122710" y="29745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7" name="等腰三角形 25">
              <a:extLst>
                <a:ext uri="{FF2B5EF4-FFF2-40B4-BE49-F238E27FC236}">
                  <a16:creationId xmlns:a16="http://schemas.microsoft.com/office/drawing/2014/main" id="{56AED8ED-8394-992C-D969-4B81469F9F6F}"/>
                </a:ext>
              </a:extLst>
            </p:cNvPr>
            <p:cNvSpPr/>
            <p:nvPr/>
          </p:nvSpPr>
          <p:spPr>
            <a:xfrm>
              <a:off x="8122710" y="30507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8" name="等腰三角形 25">
              <a:extLst>
                <a:ext uri="{FF2B5EF4-FFF2-40B4-BE49-F238E27FC236}">
                  <a16:creationId xmlns:a16="http://schemas.microsoft.com/office/drawing/2014/main" id="{5CC94CF5-5D45-1D8E-73DA-CF1D4DE04966}"/>
                </a:ext>
              </a:extLst>
            </p:cNvPr>
            <p:cNvSpPr/>
            <p:nvPr/>
          </p:nvSpPr>
          <p:spPr>
            <a:xfrm>
              <a:off x="8122710" y="31269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a:extLst>
              <a:ext uri="{FF2B5EF4-FFF2-40B4-BE49-F238E27FC236}">
                <a16:creationId xmlns:a16="http://schemas.microsoft.com/office/drawing/2014/main" id="{9270D786-5220-5664-A65C-307D53E7C492}"/>
              </a:ext>
            </a:extLst>
          </p:cNvPr>
          <p:cNvGrpSpPr/>
          <p:nvPr/>
        </p:nvGrpSpPr>
        <p:grpSpPr>
          <a:xfrm>
            <a:off x="8041601" y="4097063"/>
            <a:ext cx="104384" cy="379290"/>
            <a:chOff x="8122710" y="2745969"/>
            <a:chExt cx="120777" cy="438860"/>
          </a:xfrm>
        </p:grpSpPr>
        <p:sp>
          <p:nvSpPr>
            <p:cNvPr id="48" name="等腰三角形 25">
              <a:extLst>
                <a:ext uri="{FF2B5EF4-FFF2-40B4-BE49-F238E27FC236}">
                  <a16:creationId xmlns:a16="http://schemas.microsoft.com/office/drawing/2014/main" id="{83EC064F-6A54-B581-1915-994925FE3124}"/>
                </a:ext>
              </a:extLst>
            </p:cNvPr>
            <p:cNvSpPr/>
            <p:nvPr/>
          </p:nvSpPr>
          <p:spPr>
            <a:xfrm>
              <a:off x="8122710" y="27459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25">
              <a:extLst>
                <a:ext uri="{FF2B5EF4-FFF2-40B4-BE49-F238E27FC236}">
                  <a16:creationId xmlns:a16="http://schemas.microsoft.com/office/drawing/2014/main" id="{50C6C91F-373D-D097-2E8E-2E25BAD12E2D}"/>
                </a:ext>
              </a:extLst>
            </p:cNvPr>
            <p:cNvSpPr/>
            <p:nvPr/>
          </p:nvSpPr>
          <p:spPr>
            <a:xfrm>
              <a:off x="8122710" y="28221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等腰三角形 25">
              <a:extLst>
                <a:ext uri="{FF2B5EF4-FFF2-40B4-BE49-F238E27FC236}">
                  <a16:creationId xmlns:a16="http://schemas.microsoft.com/office/drawing/2014/main" id="{8FBD7986-7818-762B-03E1-D9B8591D393D}"/>
                </a:ext>
              </a:extLst>
            </p:cNvPr>
            <p:cNvSpPr/>
            <p:nvPr/>
          </p:nvSpPr>
          <p:spPr>
            <a:xfrm>
              <a:off x="8122710" y="28983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等腰三角形 25">
              <a:extLst>
                <a:ext uri="{FF2B5EF4-FFF2-40B4-BE49-F238E27FC236}">
                  <a16:creationId xmlns:a16="http://schemas.microsoft.com/office/drawing/2014/main" id="{10DC6FDF-E679-F46E-F14A-B959A5C148D1}"/>
                </a:ext>
              </a:extLst>
            </p:cNvPr>
            <p:cNvSpPr/>
            <p:nvPr/>
          </p:nvSpPr>
          <p:spPr>
            <a:xfrm>
              <a:off x="8122710" y="29745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等腰三角形 25">
              <a:extLst>
                <a:ext uri="{FF2B5EF4-FFF2-40B4-BE49-F238E27FC236}">
                  <a16:creationId xmlns:a16="http://schemas.microsoft.com/office/drawing/2014/main" id="{D699948D-CDF8-7020-8FEE-2713F0EF86D3}"/>
                </a:ext>
              </a:extLst>
            </p:cNvPr>
            <p:cNvSpPr/>
            <p:nvPr/>
          </p:nvSpPr>
          <p:spPr>
            <a:xfrm>
              <a:off x="8122710" y="30507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等腰三角形 25">
              <a:extLst>
                <a:ext uri="{FF2B5EF4-FFF2-40B4-BE49-F238E27FC236}">
                  <a16:creationId xmlns:a16="http://schemas.microsoft.com/office/drawing/2014/main" id="{73CD9083-411F-8731-1A12-7236DDEE7955}"/>
                </a:ext>
              </a:extLst>
            </p:cNvPr>
            <p:cNvSpPr/>
            <p:nvPr/>
          </p:nvSpPr>
          <p:spPr>
            <a:xfrm>
              <a:off x="8122710" y="31269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29" name="组合 1028">
            <a:extLst>
              <a:ext uri="{FF2B5EF4-FFF2-40B4-BE49-F238E27FC236}">
                <a16:creationId xmlns:a16="http://schemas.microsoft.com/office/drawing/2014/main" id="{CA511CC4-69ED-F0C7-F3DA-5D502B5435B1}"/>
              </a:ext>
            </a:extLst>
          </p:cNvPr>
          <p:cNvGrpSpPr/>
          <p:nvPr/>
        </p:nvGrpSpPr>
        <p:grpSpPr>
          <a:xfrm>
            <a:off x="4046016" y="4097063"/>
            <a:ext cx="104384" cy="379290"/>
            <a:chOff x="8122710" y="2745969"/>
            <a:chExt cx="120777" cy="438860"/>
          </a:xfrm>
        </p:grpSpPr>
        <p:sp>
          <p:nvSpPr>
            <p:cNvPr id="1030" name="等腰三角形 25">
              <a:extLst>
                <a:ext uri="{FF2B5EF4-FFF2-40B4-BE49-F238E27FC236}">
                  <a16:creationId xmlns:a16="http://schemas.microsoft.com/office/drawing/2014/main" id="{7CB262B3-AF40-33CC-FD4D-8D3753526918}"/>
                </a:ext>
              </a:extLst>
            </p:cNvPr>
            <p:cNvSpPr/>
            <p:nvPr/>
          </p:nvSpPr>
          <p:spPr>
            <a:xfrm>
              <a:off x="8122710" y="27459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1" name="等腰三角形 25">
              <a:extLst>
                <a:ext uri="{FF2B5EF4-FFF2-40B4-BE49-F238E27FC236}">
                  <a16:creationId xmlns:a16="http://schemas.microsoft.com/office/drawing/2014/main" id="{C4354699-15E7-8E81-1521-A8E23B9B0EDF}"/>
                </a:ext>
              </a:extLst>
            </p:cNvPr>
            <p:cNvSpPr/>
            <p:nvPr/>
          </p:nvSpPr>
          <p:spPr>
            <a:xfrm>
              <a:off x="8122710" y="28221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2" name="等腰三角形 25">
              <a:extLst>
                <a:ext uri="{FF2B5EF4-FFF2-40B4-BE49-F238E27FC236}">
                  <a16:creationId xmlns:a16="http://schemas.microsoft.com/office/drawing/2014/main" id="{96FA4C02-2FAC-B3C0-7CCC-6B0FDF98A302}"/>
                </a:ext>
              </a:extLst>
            </p:cNvPr>
            <p:cNvSpPr/>
            <p:nvPr/>
          </p:nvSpPr>
          <p:spPr>
            <a:xfrm>
              <a:off x="8122710" y="28983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3" name="等腰三角形 25">
              <a:extLst>
                <a:ext uri="{FF2B5EF4-FFF2-40B4-BE49-F238E27FC236}">
                  <a16:creationId xmlns:a16="http://schemas.microsoft.com/office/drawing/2014/main" id="{54969A4D-8BFC-0910-DEE6-8AA2E2A410A5}"/>
                </a:ext>
              </a:extLst>
            </p:cNvPr>
            <p:cNvSpPr/>
            <p:nvPr/>
          </p:nvSpPr>
          <p:spPr>
            <a:xfrm>
              <a:off x="8122710" y="29745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4" name="等腰三角形 25">
              <a:extLst>
                <a:ext uri="{FF2B5EF4-FFF2-40B4-BE49-F238E27FC236}">
                  <a16:creationId xmlns:a16="http://schemas.microsoft.com/office/drawing/2014/main" id="{27972831-F5A2-3F68-3D9F-A0FAEDAAC834}"/>
                </a:ext>
              </a:extLst>
            </p:cNvPr>
            <p:cNvSpPr/>
            <p:nvPr/>
          </p:nvSpPr>
          <p:spPr>
            <a:xfrm>
              <a:off x="8122710" y="30507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5" name="等腰三角形 25">
              <a:extLst>
                <a:ext uri="{FF2B5EF4-FFF2-40B4-BE49-F238E27FC236}">
                  <a16:creationId xmlns:a16="http://schemas.microsoft.com/office/drawing/2014/main" id="{F1F087FF-0F51-943D-A3BA-4FF23F321EA4}"/>
                </a:ext>
              </a:extLst>
            </p:cNvPr>
            <p:cNvSpPr/>
            <p:nvPr/>
          </p:nvSpPr>
          <p:spPr>
            <a:xfrm>
              <a:off x="8122710" y="31269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36" name="组合 1035">
            <a:extLst>
              <a:ext uri="{FF2B5EF4-FFF2-40B4-BE49-F238E27FC236}">
                <a16:creationId xmlns:a16="http://schemas.microsoft.com/office/drawing/2014/main" id="{6C88C7A9-C83F-4B13-B6E0-E980D87C0B53}"/>
              </a:ext>
            </a:extLst>
          </p:cNvPr>
          <p:cNvGrpSpPr/>
          <p:nvPr/>
        </p:nvGrpSpPr>
        <p:grpSpPr>
          <a:xfrm>
            <a:off x="3851250" y="2716411"/>
            <a:ext cx="104384" cy="379290"/>
            <a:chOff x="8122710" y="2745969"/>
            <a:chExt cx="120777" cy="438860"/>
          </a:xfrm>
        </p:grpSpPr>
        <p:sp>
          <p:nvSpPr>
            <p:cNvPr id="1037" name="等腰三角形 25">
              <a:extLst>
                <a:ext uri="{FF2B5EF4-FFF2-40B4-BE49-F238E27FC236}">
                  <a16:creationId xmlns:a16="http://schemas.microsoft.com/office/drawing/2014/main" id="{E9BF0707-8C8F-0E15-1838-5B25D5C65488}"/>
                </a:ext>
              </a:extLst>
            </p:cNvPr>
            <p:cNvSpPr/>
            <p:nvPr/>
          </p:nvSpPr>
          <p:spPr>
            <a:xfrm>
              <a:off x="8122710" y="27459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8" name="等腰三角形 25">
              <a:extLst>
                <a:ext uri="{FF2B5EF4-FFF2-40B4-BE49-F238E27FC236}">
                  <a16:creationId xmlns:a16="http://schemas.microsoft.com/office/drawing/2014/main" id="{6F1ACEF4-CDE6-552F-2AD6-D4A0FA3B6D24}"/>
                </a:ext>
              </a:extLst>
            </p:cNvPr>
            <p:cNvSpPr/>
            <p:nvPr/>
          </p:nvSpPr>
          <p:spPr>
            <a:xfrm>
              <a:off x="8122710" y="28221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9" name="等腰三角形 25">
              <a:extLst>
                <a:ext uri="{FF2B5EF4-FFF2-40B4-BE49-F238E27FC236}">
                  <a16:creationId xmlns:a16="http://schemas.microsoft.com/office/drawing/2014/main" id="{A72F5DB5-9B65-C84E-3D9D-CBF29C93E860}"/>
                </a:ext>
              </a:extLst>
            </p:cNvPr>
            <p:cNvSpPr/>
            <p:nvPr/>
          </p:nvSpPr>
          <p:spPr>
            <a:xfrm>
              <a:off x="8122710" y="28983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0" name="等腰三角形 25">
              <a:extLst>
                <a:ext uri="{FF2B5EF4-FFF2-40B4-BE49-F238E27FC236}">
                  <a16:creationId xmlns:a16="http://schemas.microsoft.com/office/drawing/2014/main" id="{8D1BF144-BD44-B70A-87B0-CD67DAA33A38}"/>
                </a:ext>
              </a:extLst>
            </p:cNvPr>
            <p:cNvSpPr/>
            <p:nvPr/>
          </p:nvSpPr>
          <p:spPr>
            <a:xfrm>
              <a:off x="8122710" y="29745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1" name="等腰三角形 25">
              <a:extLst>
                <a:ext uri="{FF2B5EF4-FFF2-40B4-BE49-F238E27FC236}">
                  <a16:creationId xmlns:a16="http://schemas.microsoft.com/office/drawing/2014/main" id="{C02DE8F8-FDB5-F7BD-8FC1-F56C68694713}"/>
                </a:ext>
              </a:extLst>
            </p:cNvPr>
            <p:cNvSpPr/>
            <p:nvPr/>
          </p:nvSpPr>
          <p:spPr>
            <a:xfrm>
              <a:off x="8122710" y="30507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2" name="等腰三角形 25">
              <a:extLst>
                <a:ext uri="{FF2B5EF4-FFF2-40B4-BE49-F238E27FC236}">
                  <a16:creationId xmlns:a16="http://schemas.microsoft.com/office/drawing/2014/main" id="{9FD1B058-31A1-A641-AFE5-F87678CBD9A8}"/>
                </a:ext>
              </a:extLst>
            </p:cNvPr>
            <p:cNvSpPr/>
            <p:nvPr/>
          </p:nvSpPr>
          <p:spPr>
            <a:xfrm>
              <a:off x="8122710" y="31269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43" name="组合 1042">
            <a:extLst>
              <a:ext uri="{FF2B5EF4-FFF2-40B4-BE49-F238E27FC236}">
                <a16:creationId xmlns:a16="http://schemas.microsoft.com/office/drawing/2014/main" id="{1519EE35-8C72-EC4A-5850-B582E3E81EC6}"/>
              </a:ext>
            </a:extLst>
          </p:cNvPr>
          <p:cNvGrpSpPr/>
          <p:nvPr/>
        </p:nvGrpSpPr>
        <p:grpSpPr>
          <a:xfrm>
            <a:off x="6043809" y="4268788"/>
            <a:ext cx="104384" cy="591984"/>
            <a:chOff x="8122710" y="2745969"/>
            <a:chExt cx="120777" cy="684959"/>
          </a:xfrm>
        </p:grpSpPr>
        <p:sp>
          <p:nvSpPr>
            <p:cNvPr id="1044" name="等腰三角形 25">
              <a:extLst>
                <a:ext uri="{FF2B5EF4-FFF2-40B4-BE49-F238E27FC236}">
                  <a16:creationId xmlns:a16="http://schemas.microsoft.com/office/drawing/2014/main" id="{31A17C88-72E2-0FFB-233C-5DCF463B9EC5}"/>
                </a:ext>
              </a:extLst>
            </p:cNvPr>
            <p:cNvSpPr/>
            <p:nvPr/>
          </p:nvSpPr>
          <p:spPr>
            <a:xfrm>
              <a:off x="8122710" y="27459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5" name="等腰三角形 25">
              <a:extLst>
                <a:ext uri="{FF2B5EF4-FFF2-40B4-BE49-F238E27FC236}">
                  <a16:creationId xmlns:a16="http://schemas.microsoft.com/office/drawing/2014/main" id="{16B9C465-C0FE-279A-7A24-368F95F614E7}"/>
                </a:ext>
              </a:extLst>
            </p:cNvPr>
            <p:cNvSpPr/>
            <p:nvPr/>
          </p:nvSpPr>
          <p:spPr>
            <a:xfrm>
              <a:off x="8122710" y="28221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6" name="等腰三角形 25">
              <a:extLst>
                <a:ext uri="{FF2B5EF4-FFF2-40B4-BE49-F238E27FC236}">
                  <a16:creationId xmlns:a16="http://schemas.microsoft.com/office/drawing/2014/main" id="{D5B515B6-A71E-69B1-27A4-8CE60A019E11}"/>
                </a:ext>
              </a:extLst>
            </p:cNvPr>
            <p:cNvSpPr/>
            <p:nvPr/>
          </p:nvSpPr>
          <p:spPr>
            <a:xfrm>
              <a:off x="8122710" y="2898369"/>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7" name="等腰三角形 25">
              <a:extLst>
                <a:ext uri="{FF2B5EF4-FFF2-40B4-BE49-F238E27FC236}">
                  <a16:creationId xmlns:a16="http://schemas.microsoft.com/office/drawing/2014/main" id="{5D6AE87B-9EB9-E1C9-9903-AA4F601E0F26}"/>
                </a:ext>
              </a:extLst>
            </p:cNvPr>
            <p:cNvSpPr/>
            <p:nvPr/>
          </p:nvSpPr>
          <p:spPr>
            <a:xfrm>
              <a:off x="8122710" y="3220668"/>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 name="等腰三角形 25">
              <a:extLst>
                <a:ext uri="{FF2B5EF4-FFF2-40B4-BE49-F238E27FC236}">
                  <a16:creationId xmlns:a16="http://schemas.microsoft.com/office/drawing/2014/main" id="{B073B2F3-0F1F-ACCB-A644-80C0252A90BC}"/>
                </a:ext>
              </a:extLst>
            </p:cNvPr>
            <p:cNvSpPr/>
            <p:nvPr/>
          </p:nvSpPr>
          <p:spPr>
            <a:xfrm>
              <a:off x="8122710" y="3296868"/>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9" name="等腰三角形 25">
              <a:extLst>
                <a:ext uri="{FF2B5EF4-FFF2-40B4-BE49-F238E27FC236}">
                  <a16:creationId xmlns:a16="http://schemas.microsoft.com/office/drawing/2014/main" id="{977324DB-5855-C38C-95F3-C8D2FA1D9C3A}"/>
                </a:ext>
              </a:extLst>
            </p:cNvPr>
            <p:cNvSpPr/>
            <p:nvPr/>
          </p:nvSpPr>
          <p:spPr>
            <a:xfrm>
              <a:off x="8122710" y="3373068"/>
              <a:ext cx="120777" cy="57860"/>
            </a:xfrm>
            <a:custGeom>
              <a:avLst/>
              <a:gdLst>
                <a:gd name="connsiteX0" fmla="*/ 0 w 1060704"/>
                <a:gd name="connsiteY0" fmla="*/ 508144 h 508144"/>
                <a:gd name="connsiteX1" fmla="*/ 530352 w 1060704"/>
                <a:gd name="connsiteY1" fmla="*/ 0 h 508144"/>
                <a:gd name="connsiteX2" fmla="*/ 1060704 w 1060704"/>
                <a:gd name="connsiteY2" fmla="*/ 508144 h 508144"/>
                <a:gd name="connsiteX3" fmla="*/ 0 w 1060704"/>
                <a:gd name="connsiteY3" fmla="*/ 508144 h 508144"/>
                <a:gd name="connsiteX0" fmla="*/ 0 w 1060704"/>
                <a:gd name="connsiteY0" fmla="*/ 508144 h 599584"/>
                <a:gd name="connsiteX1" fmla="*/ 530352 w 1060704"/>
                <a:gd name="connsiteY1" fmla="*/ 0 h 599584"/>
                <a:gd name="connsiteX2" fmla="*/ 1060704 w 1060704"/>
                <a:gd name="connsiteY2" fmla="*/ 508144 h 599584"/>
                <a:gd name="connsiteX3" fmla="*/ 91440 w 1060704"/>
                <a:gd name="connsiteY3" fmla="*/ 599584 h 599584"/>
                <a:gd name="connsiteX0" fmla="*/ 0 w 1060704"/>
                <a:gd name="connsiteY0" fmla="*/ 508144 h 508144"/>
                <a:gd name="connsiteX1" fmla="*/ 530352 w 1060704"/>
                <a:gd name="connsiteY1" fmla="*/ 0 h 508144"/>
                <a:gd name="connsiteX2" fmla="*/ 1060704 w 1060704"/>
                <a:gd name="connsiteY2" fmla="*/ 508144 h 508144"/>
              </a:gdLst>
              <a:ahLst/>
              <a:cxnLst>
                <a:cxn ang="0">
                  <a:pos x="connsiteX0" y="connsiteY0"/>
                </a:cxn>
                <a:cxn ang="0">
                  <a:pos x="connsiteX1" y="connsiteY1"/>
                </a:cxn>
                <a:cxn ang="0">
                  <a:pos x="connsiteX2" y="connsiteY2"/>
                </a:cxn>
              </a:cxnLst>
              <a:rect l="l" t="t" r="r" b="b"/>
              <a:pathLst>
                <a:path w="1060704" h="508144">
                  <a:moveTo>
                    <a:pt x="0" y="508144"/>
                  </a:moveTo>
                  <a:lnTo>
                    <a:pt x="530352" y="0"/>
                  </a:lnTo>
                  <a:lnTo>
                    <a:pt x="1060704" y="508144"/>
                  </a:lnTo>
                </a:path>
              </a:pathLst>
            </a:custGeom>
            <a:noFill/>
            <a:ln w="9525" cap="rnd">
              <a:solidFill>
                <a:schemeClr val="accent1">
                  <a:alpha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78" name="组合 1177">
            <a:extLst>
              <a:ext uri="{FF2B5EF4-FFF2-40B4-BE49-F238E27FC236}">
                <a16:creationId xmlns:a16="http://schemas.microsoft.com/office/drawing/2014/main" id="{EC5ABE49-DF3A-2AE7-9CBC-B4119FF63E8B}"/>
              </a:ext>
            </a:extLst>
          </p:cNvPr>
          <p:cNvGrpSpPr/>
          <p:nvPr/>
        </p:nvGrpSpPr>
        <p:grpSpPr>
          <a:xfrm>
            <a:off x="681003" y="2141184"/>
            <a:ext cx="1380470" cy="252205"/>
            <a:chOff x="789800" y="2448668"/>
            <a:chExt cx="1380470" cy="252205"/>
          </a:xfrm>
        </p:grpSpPr>
        <p:sp>
          <p:nvSpPr>
            <p:cNvPr id="1102" name="矩形: 圆角 1101">
              <a:extLst>
                <a:ext uri="{FF2B5EF4-FFF2-40B4-BE49-F238E27FC236}">
                  <a16:creationId xmlns:a16="http://schemas.microsoft.com/office/drawing/2014/main" id="{9BAAFD59-D071-C8B7-6513-4D995CCEE2CC}"/>
                </a:ext>
              </a:extLst>
            </p:cNvPr>
            <p:cNvSpPr/>
            <p:nvPr/>
          </p:nvSpPr>
          <p:spPr>
            <a:xfrm>
              <a:off x="789800" y="2448668"/>
              <a:ext cx="1375089" cy="252205"/>
            </a:xfrm>
            <a:prstGeom prst="roundRect">
              <a:avLst>
                <a:gd name="adj" fmla="val 50000"/>
              </a:avLst>
            </a:prstGeom>
            <a:gradFill>
              <a:gsLst>
                <a:gs pos="0">
                  <a:schemeClr val="accent2">
                    <a:alpha val="50000"/>
                  </a:schemeClr>
                </a:gs>
                <a:gs pos="100000">
                  <a:schemeClr val="accent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mn-ea"/>
              </a:endParaRPr>
            </a:p>
          </p:txBody>
        </p:sp>
        <p:sp>
          <p:nvSpPr>
            <p:cNvPr id="1163" name="椭圆 1162">
              <a:extLst>
                <a:ext uri="{FF2B5EF4-FFF2-40B4-BE49-F238E27FC236}">
                  <a16:creationId xmlns:a16="http://schemas.microsoft.com/office/drawing/2014/main" id="{FDE7558F-5311-7118-1058-423414D904F8}"/>
                </a:ext>
              </a:extLst>
            </p:cNvPr>
            <p:cNvSpPr/>
            <p:nvPr/>
          </p:nvSpPr>
          <p:spPr>
            <a:xfrm>
              <a:off x="836889" y="2476337"/>
              <a:ext cx="196867" cy="19686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mn-ea"/>
              </a:endParaRPr>
            </a:p>
          </p:txBody>
        </p:sp>
        <p:sp>
          <p:nvSpPr>
            <p:cNvPr id="1174" name="文本框 1173">
              <a:extLst>
                <a:ext uri="{FF2B5EF4-FFF2-40B4-BE49-F238E27FC236}">
                  <a16:creationId xmlns:a16="http://schemas.microsoft.com/office/drawing/2014/main" id="{377ADF7B-5BD1-FCC0-9ED9-B5A4C373F193}"/>
                </a:ext>
              </a:extLst>
            </p:cNvPr>
            <p:cNvSpPr txBox="1"/>
            <p:nvPr/>
          </p:nvSpPr>
          <p:spPr>
            <a:xfrm>
              <a:off x="1093052" y="2503506"/>
              <a:ext cx="1077218" cy="161583"/>
            </a:xfrm>
            <a:prstGeom prst="rect">
              <a:avLst/>
            </a:prstGeom>
            <a:noFill/>
          </p:spPr>
          <p:txBody>
            <a:bodyPr wrap="none" lIns="0" tIns="0" rIns="0" bIns="0" rtlCol="0">
              <a:spAutoFit/>
            </a:bodyPr>
            <a:lstStyle/>
            <a:p>
              <a:r>
                <a:rPr lang="zh-CN" altLang="en-US" sz="1050" b="1" dirty="0">
                  <a:solidFill>
                    <a:schemeClr val="accent2"/>
                  </a:solidFill>
                  <a:latin typeface="+mn-ea"/>
                </a:rPr>
                <a:t>覆盖多个业务场景</a:t>
              </a:r>
            </a:p>
          </p:txBody>
        </p:sp>
        <p:sp>
          <p:nvSpPr>
            <p:cNvPr id="1177" name="图形 1175">
              <a:extLst>
                <a:ext uri="{FF2B5EF4-FFF2-40B4-BE49-F238E27FC236}">
                  <a16:creationId xmlns:a16="http://schemas.microsoft.com/office/drawing/2014/main" id="{C37802AE-2168-5D1E-F22E-F816ED79C179}"/>
                </a:ext>
              </a:extLst>
            </p:cNvPr>
            <p:cNvSpPr/>
            <p:nvPr/>
          </p:nvSpPr>
          <p:spPr>
            <a:xfrm>
              <a:off x="888083" y="2521357"/>
              <a:ext cx="94478" cy="106827"/>
            </a:xfrm>
            <a:custGeom>
              <a:avLst/>
              <a:gdLst>
                <a:gd name="connsiteX0" fmla="*/ 172930 w 174110"/>
                <a:gd name="connsiteY0" fmla="*/ 54330 h 196867"/>
                <a:gd name="connsiteX1" fmla="*/ 165056 w 174110"/>
                <a:gd name="connsiteY1" fmla="*/ 41929 h 196867"/>
                <a:gd name="connsiteX2" fmla="*/ 97734 w 174110"/>
                <a:gd name="connsiteY2" fmla="*/ 2953 h 196867"/>
                <a:gd name="connsiteX3" fmla="*/ 74408 w 174110"/>
                <a:gd name="connsiteY3" fmla="*/ 2953 h 196867"/>
                <a:gd name="connsiteX4" fmla="*/ 7579 w 174110"/>
                <a:gd name="connsiteY4" fmla="*/ 41830 h 196867"/>
                <a:gd name="connsiteX5" fmla="*/ 0 w 174110"/>
                <a:gd name="connsiteY5" fmla="*/ 53444 h 196867"/>
                <a:gd name="connsiteX6" fmla="*/ 0 w 174110"/>
                <a:gd name="connsiteY6" fmla="*/ 139466 h 196867"/>
                <a:gd name="connsiteX7" fmla="*/ 9842 w 174110"/>
                <a:gd name="connsiteY7" fmla="*/ 155804 h 196867"/>
                <a:gd name="connsiteX8" fmla="*/ 75884 w 174110"/>
                <a:gd name="connsiteY8" fmla="*/ 193993 h 196867"/>
                <a:gd name="connsiteX9" fmla="*/ 98620 w 174110"/>
                <a:gd name="connsiteY9" fmla="*/ 193993 h 196867"/>
                <a:gd name="connsiteX10" fmla="*/ 164268 w 174110"/>
                <a:gd name="connsiteY10" fmla="*/ 155903 h 196867"/>
                <a:gd name="connsiteX11" fmla="*/ 174111 w 174110"/>
                <a:gd name="connsiteY11" fmla="*/ 139565 h 196867"/>
                <a:gd name="connsiteX12" fmla="*/ 174111 w 174110"/>
                <a:gd name="connsiteY12" fmla="*/ 54429 h 196867"/>
                <a:gd name="connsiteX13" fmla="*/ 84250 w 174110"/>
                <a:gd name="connsiteY13" fmla="*/ 19685 h 196867"/>
                <a:gd name="connsiteX14" fmla="*/ 87794 w 174110"/>
                <a:gd name="connsiteY14" fmla="*/ 19685 h 196867"/>
                <a:gd name="connsiteX15" fmla="*/ 146847 w 174110"/>
                <a:gd name="connsiteY15" fmla="*/ 54035 h 196867"/>
                <a:gd name="connsiteX16" fmla="*/ 88384 w 174110"/>
                <a:gd name="connsiteY16" fmla="*/ 88581 h 196867"/>
                <a:gd name="connsiteX17" fmla="*/ 84742 w 174110"/>
                <a:gd name="connsiteY17" fmla="*/ 88581 h 196867"/>
                <a:gd name="connsiteX18" fmla="*/ 25688 w 174110"/>
                <a:gd name="connsiteY18" fmla="*/ 54232 h 196867"/>
                <a:gd name="connsiteX19" fmla="*/ 19389 w 174110"/>
                <a:gd name="connsiteY19" fmla="*/ 139466 h 196867"/>
                <a:gd name="connsiteX20" fmla="*/ 19389 w 174110"/>
                <a:gd name="connsiteY20" fmla="*/ 73621 h 196867"/>
                <a:gd name="connsiteX21" fmla="*/ 74900 w 174110"/>
                <a:gd name="connsiteY21" fmla="*/ 105707 h 196867"/>
                <a:gd name="connsiteX22" fmla="*/ 75687 w 174110"/>
                <a:gd name="connsiteY22" fmla="*/ 105707 h 196867"/>
                <a:gd name="connsiteX23" fmla="*/ 75687 w 174110"/>
                <a:gd name="connsiteY23" fmla="*/ 171355 h 196867"/>
                <a:gd name="connsiteX24" fmla="*/ 95372 w 174110"/>
                <a:gd name="connsiteY24" fmla="*/ 172635 h 196867"/>
                <a:gd name="connsiteX25" fmla="*/ 95372 w 174110"/>
                <a:gd name="connsiteY25" fmla="*/ 106790 h 196867"/>
                <a:gd name="connsiteX26" fmla="*/ 98226 w 174110"/>
                <a:gd name="connsiteY26" fmla="*/ 105609 h 196867"/>
                <a:gd name="connsiteX27" fmla="*/ 153245 w 174110"/>
                <a:gd name="connsiteY27" fmla="*/ 73621 h 196867"/>
                <a:gd name="connsiteX28" fmla="*/ 153245 w 174110"/>
                <a:gd name="connsiteY28" fmla="*/ 138777 h 196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4110" h="196867">
                  <a:moveTo>
                    <a:pt x="172930" y="54330"/>
                  </a:moveTo>
                  <a:cubicBezTo>
                    <a:pt x="172776" y="49066"/>
                    <a:pt x="169755" y="44307"/>
                    <a:pt x="165056" y="41929"/>
                  </a:cubicBezTo>
                  <a:lnTo>
                    <a:pt x="97734" y="2953"/>
                  </a:lnTo>
                  <a:cubicBezTo>
                    <a:pt x="90457" y="-984"/>
                    <a:pt x="81685" y="-984"/>
                    <a:pt x="74408" y="2953"/>
                  </a:cubicBezTo>
                  <a:lnTo>
                    <a:pt x="7579" y="41830"/>
                  </a:lnTo>
                  <a:cubicBezTo>
                    <a:pt x="3228" y="44146"/>
                    <a:pt x="367" y="48530"/>
                    <a:pt x="0" y="53444"/>
                  </a:cubicBezTo>
                  <a:lnTo>
                    <a:pt x="0" y="139466"/>
                  </a:lnTo>
                  <a:cubicBezTo>
                    <a:pt x="90" y="146290"/>
                    <a:pt x="3852" y="152535"/>
                    <a:pt x="9842" y="155804"/>
                  </a:cubicBezTo>
                  <a:lnTo>
                    <a:pt x="75884" y="193993"/>
                  </a:lnTo>
                  <a:cubicBezTo>
                    <a:pt x="82978" y="197825"/>
                    <a:pt x="91526" y="197825"/>
                    <a:pt x="98620" y="193993"/>
                  </a:cubicBezTo>
                  <a:lnTo>
                    <a:pt x="164268" y="155903"/>
                  </a:lnTo>
                  <a:cubicBezTo>
                    <a:pt x="170244" y="152618"/>
                    <a:pt x="174000" y="146382"/>
                    <a:pt x="174111" y="139565"/>
                  </a:cubicBezTo>
                  <a:lnTo>
                    <a:pt x="174111" y="54429"/>
                  </a:lnTo>
                  <a:close/>
                  <a:moveTo>
                    <a:pt x="84250" y="19685"/>
                  </a:moveTo>
                  <a:cubicBezTo>
                    <a:pt x="85404" y="19322"/>
                    <a:pt x="86640" y="19322"/>
                    <a:pt x="87794" y="19685"/>
                  </a:cubicBezTo>
                  <a:lnTo>
                    <a:pt x="146847" y="54035"/>
                  </a:lnTo>
                  <a:lnTo>
                    <a:pt x="88384" y="88581"/>
                  </a:lnTo>
                  <a:cubicBezTo>
                    <a:pt x="87200" y="88965"/>
                    <a:pt x="85926" y="88965"/>
                    <a:pt x="84742" y="88581"/>
                  </a:cubicBezTo>
                  <a:lnTo>
                    <a:pt x="25688" y="54232"/>
                  </a:lnTo>
                  <a:close/>
                  <a:moveTo>
                    <a:pt x="19389" y="139466"/>
                  </a:moveTo>
                  <a:lnTo>
                    <a:pt x="19389" y="73621"/>
                  </a:lnTo>
                  <a:lnTo>
                    <a:pt x="74900" y="105707"/>
                  </a:lnTo>
                  <a:lnTo>
                    <a:pt x="75687" y="105707"/>
                  </a:lnTo>
                  <a:lnTo>
                    <a:pt x="75687" y="171355"/>
                  </a:lnTo>
                  <a:close/>
                  <a:moveTo>
                    <a:pt x="95372" y="172635"/>
                  </a:moveTo>
                  <a:lnTo>
                    <a:pt x="95372" y="106790"/>
                  </a:lnTo>
                  <a:cubicBezTo>
                    <a:pt x="96352" y="106468"/>
                    <a:pt x="97306" y="106073"/>
                    <a:pt x="98226" y="105609"/>
                  </a:cubicBezTo>
                  <a:lnTo>
                    <a:pt x="153245" y="73621"/>
                  </a:lnTo>
                  <a:lnTo>
                    <a:pt x="153245" y="138777"/>
                  </a:lnTo>
                  <a:close/>
                </a:path>
              </a:pathLst>
            </a:custGeom>
            <a:solidFill>
              <a:schemeClr val="tx1"/>
            </a:solidFill>
            <a:ln w="186" cap="flat">
              <a:noFill/>
              <a:prstDash val="solid"/>
              <a:miter/>
            </a:ln>
          </p:spPr>
          <p:txBody>
            <a:bodyPr rtlCol="0" anchor="ctr"/>
            <a:lstStyle/>
            <a:p>
              <a:endParaRPr lang="zh-CN" altLang="en-US" b="1">
                <a:latin typeface="+mn-ea"/>
              </a:endParaRPr>
            </a:p>
          </p:txBody>
        </p:sp>
      </p:grpSp>
      <p:sp>
        <p:nvSpPr>
          <p:cNvPr id="1180" name="矩形: 圆角 1179">
            <a:extLst>
              <a:ext uri="{FF2B5EF4-FFF2-40B4-BE49-F238E27FC236}">
                <a16:creationId xmlns:a16="http://schemas.microsoft.com/office/drawing/2014/main" id="{BE311710-D386-435E-E2D5-26EB72F4F221}"/>
              </a:ext>
            </a:extLst>
          </p:cNvPr>
          <p:cNvSpPr/>
          <p:nvPr/>
        </p:nvSpPr>
        <p:spPr>
          <a:xfrm>
            <a:off x="681003" y="3732715"/>
            <a:ext cx="1375089" cy="252205"/>
          </a:xfrm>
          <a:prstGeom prst="roundRect">
            <a:avLst>
              <a:gd name="adj" fmla="val 50000"/>
            </a:avLst>
          </a:prstGeom>
          <a:gradFill>
            <a:gsLst>
              <a:gs pos="0">
                <a:schemeClr val="accent2">
                  <a:alpha val="50000"/>
                </a:schemeClr>
              </a:gs>
              <a:gs pos="100000">
                <a:schemeClr val="accent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81" name="椭圆 1180">
            <a:extLst>
              <a:ext uri="{FF2B5EF4-FFF2-40B4-BE49-F238E27FC236}">
                <a16:creationId xmlns:a16="http://schemas.microsoft.com/office/drawing/2014/main" id="{E9037C4C-558A-64BF-26AC-22C1942E8C0F}"/>
              </a:ext>
            </a:extLst>
          </p:cNvPr>
          <p:cNvSpPr/>
          <p:nvPr/>
        </p:nvSpPr>
        <p:spPr>
          <a:xfrm>
            <a:off x="728092" y="3760384"/>
            <a:ext cx="196867" cy="19686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2" name="文本框 1181">
            <a:extLst>
              <a:ext uri="{FF2B5EF4-FFF2-40B4-BE49-F238E27FC236}">
                <a16:creationId xmlns:a16="http://schemas.microsoft.com/office/drawing/2014/main" id="{AD0D05DB-8CA2-45B0-45C9-E672F10FA395}"/>
              </a:ext>
            </a:extLst>
          </p:cNvPr>
          <p:cNvSpPr txBox="1"/>
          <p:nvPr/>
        </p:nvSpPr>
        <p:spPr>
          <a:xfrm>
            <a:off x="984255" y="3787553"/>
            <a:ext cx="1750479" cy="161583"/>
          </a:xfrm>
          <a:prstGeom prst="rect">
            <a:avLst/>
          </a:prstGeom>
          <a:noFill/>
        </p:spPr>
        <p:txBody>
          <a:bodyPr wrap="none" lIns="0" tIns="0" rIns="0" bIns="0" rtlCol="0">
            <a:spAutoFit/>
          </a:bodyPr>
          <a:lstStyle/>
          <a:p>
            <a:r>
              <a:rPr lang="zh-CN" altLang="en-US" sz="1050" b="1" dirty="0">
                <a:solidFill>
                  <a:schemeClr val="accent2"/>
                </a:solidFill>
                <a:latin typeface="+mn-ea"/>
              </a:rPr>
              <a:t>产品满足企业数据全链路应用</a:t>
            </a:r>
          </a:p>
        </p:txBody>
      </p:sp>
      <p:sp>
        <p:nvSpPr>
          <p:cNvPr id="1186" name="图形 1184">
            <a:extLst>
              <a:ext uri="{FF2B5EF4-FFF2-40B4-BE49-F238E27FC236}">
                <a16:creationId xmlns:a16="http://schemas.microsoft.com/office/drawing/2014/main" id="{E40DB227-BE1F-838F-21BD-D325622E95D4}"/>
              </a:ext>
            </a:extLst>
          </p:cNvPr>
          <p:cNvSpPr/>
          <p:nvPr/>
        </p:nvSpPr>
        <p:spPr>
          <a:xfrm>
            <a:off x="772858" y="3799990"/>
            <a:ext cx="107334" cy="117655"/>
          </a:xfrm>
          <a:custGeom>
            <a:avLst/>
            <a:gdLst>
              <a:gd name="connsiteX0" fmla="*/ 28965 w 79007"/>
              <a:gd name="connsiteY0" fmla="*/ 49798 h 86604"/>
              <a:gd name="connsiteX1" fmla="*/ 34476 w 79007"/>
              <a:gd name="connsiteY1" fmla="*/ 52750 h 86604"/>
              <a:gd name="connsiteX2" fmla="*/ 40972 w 79007"/>
              <a:gd name="connsiteY2" fmla="*/ 55703 h 86604"/>
              <a:gd name="connsiteX3" fmla="*/ 46680 w 79007"/>
              <a:gd name="connsiteY3" fmla="*/ 51766 h 86604"/>
              <a:gd name="connsiteX4" fmla="*/ 50419 w 79007"/>
              <a:gd name="connsiteY4" fmla="*/ 49010 h 86604"/>
              <a:gd name="connsiteX5" fmla="*/ 50419 w 79007"/>
              <a:gd name="connsiteY5" fmla="*/ 43302 h 86604"/>
              <a:gd name="connsiteX6" fmla="*/ 50223 w 79007"/>
              <a:gd name="connsiteY6" fmla="*/ 35232 h 86604"/>
              <a:gd name="connsiteX7" fmla="*/ 44515 w 79007"/>
              <a:gd name="connsiteY7" fmla="*/ 32280 h 86604"/>
              <a:gd name="connsiteX8" fmla="*/ 38807 w 79007"/>
              <a:gd name="connsiteY8" fmla="*/ 29721 h 86604"/>
              <a:gd name="connsiteX9" fmla="*/ 33295 w 79007"/>
              <a:gd name="connsiteY9" fmla="*/ 33461 h 86604"/>
              <a:gd name="connsiteX10" fmla="*/ 28965 w 79007"/>
              <a:gd name="connsiteY10" fmla="*/ 36807 h 86604"/>
              <a:gd name="connsiteX11" fmla="*/ 28768 w 79007"/>
              <a:gd name="connsiteY11" fmla="*/ 43302 h 86604"/>
              <a:gd name="connsiteX12" fmla="*/ 28965 w 79007"/>
              <a:gd name="connsiteY12" fmla="*/ 49798 h 86604"/>
              <a:gd name="connsiteX13" fmla="*/ 24832 w 79007"/>
              <a:gd name="connsiteY13" fmla="*/ 47633 h 86604"/>
              <a:gd name="connsiteX14" fmla="*/ 24832 w 79007"/>
              <a:gd name="connsiteY14" fmla="*/ 43302 h 86604"/>
              <a:gd name="connsiteX15" fmla="*/ 24832 w 79007"/>
              <a:gd name="connsiteY15" fmla="*/ 39956 h 86604"/>
              <a:gd name="connsiteX16" fmla="*/ 20108 w 79007"/>
              <a:gd name="connsiteY16" fmla="*/ 44483 h 86604"/>
              <a:gd name="connsiteX17" fmla="*/ 24832 w 79007"/>
              <a:gd name="connsiteY17" fmla="*/ 47633 h 86604"/>
              <a:gd name="connsiteX18" fmla="*/ 54159 w 79007"/>
              <a:gd name="connsiteY18" fmla="*/ 37594 h 86604"/>
              <a:gd name="connsiteX19" fmla="*/ 54356 w 79007"/>
              <a:gd name="connsiteY19" fmla="*/ 43302 h 86604"/>
              <a:gd name="connsiteX20" fmla="*/ 54356 w 79007"/>
              <a:gd name="connsiteY20" fmla="*/ 45664 h 86604"/>
              <a:gd name="connsiteX21" fmla="*/ 59474 w 79007"/>
              <a:gd name="connsiteY21" fmla="*/ 40940 h 86604"/>
              <a:gd name="connsiteX22" fmla="*/ 54159 w 79007"/>
              <a:gd name="connsiteY22" fmla="*/ 37594 h 86604"/>
              <a:gd name="connsiteX23" fmla="*/ 49435 w 79007"/>
              <a:gd name="connsiteY23" fmla="*/ 58852 h 86604"/>
              <a:gd name="connsiteX24" fmla="*/ 50026 w 79007"/>
              <a:gd name="connsiteY24" fmla="*/ 54325 h 86604"/>
              <a:gd name="connsiteX25" fmla="*/ 49042 w 79007"/>
              <a:gd name="connsiteY25" fmla="*/ 55112 h 86604"/>
              <a:gd name="connsiteX26" fmla="*/ 45499 w 79007"/>
              <a:gd name="connsiteY26" fmla="*/ 57671 h 86604"/>
              <a:gd name="connsiteX27" fmla="*/ 49435 w 79007"/>
              <a:gd name="connsiteY27" fmla="*/ 58852 h 86604"/>
              <a:gd name="connsiteX28" fmla="*/ 53372 w 79007"/>
              <a:gd name="connsiteY28" fmla="*/ 60033 h 86604"/>
              <a:gd name="connsiteX29" fmla="*/ 74826 w 79007"/>
              <a:gd name="connsiteY29" fmla="*/ 59639 h 86604"/>
              <a:gd name="connsiteX30" fmla="*/ 62820 w 79007"/>
              <a:gd name="connsiteY30" fmla="*/ 43302 h 86604"/>
              <a:gd name="connsiteX31" fmla="*/ 54159 w 79007"/>
              <a:gd name="connsiteY31" fmla="*/ 50979 h 86604"/>
              <a:gd name="connsiteX32" fmla="*/ 53372 w 79007"/>
              <a:gd name="connsiteY32" fmla="*/ 60033 h 86604"/>
              <a:gd name="connsiteX33" fmla="*/ 29949 w 79007"/>
              <a:gd name="connsiteY33" fmla="*/ 26178 h 86604"/>
              <a:gd name="connsiteX34" fmla="*/ 29359 w 79007"/>
              <a:gd name="connsiteY34" fmla="*/ 31296 h 86604"/>
              <a:gd name="connsiteX35" fmla="*/ 30933 w 79007"/>
              <a:gd name="connsiteY35" fmla="*/ 30115 h 86604"/>
              <a:gd name="connsiteX36" fmla="*/ 34279 w 79007"/>
              <a:gd name="connsiteY36" fmla="*/ 27753 h 86604"/>
              <a:gd name="connsiteX37" fmla="*/ 29949 w 79007"/>
              <a:gd name="connsiteY37" fmla="*/ 26178 h 86604"/>
              <a:gd name="connsiteX38" fmla="*/ 26013 w 79007"/>
              <a:gd name="connsiteY38" fmla="*/ 24997 h 86604"/>
              <a:gd name="connsiteX39" fmla="*/ 4165 w 79007"/>
              <a:gd name="connsiteY39" fmla="*/ 25194 h 86604"/>
              <a:gd name="connsiteX40" fmla="*/ 16762 w 79007"/>
              <a:gd name="connsiteY40" fmla="*/ 42121 h 86604"/>
              <a:gd name="connsiteX41" fmla="*/ 25028 w 79007"/>
              <a:gd name="connsiteY41" fmla="*/ 34642 h 86604"/>
              <a:gd name="connsiteX42" fmla="*/ 26013 w 79007"/>
              <a:gd name="connsiteY42" fmla="*/ 24997 h 86604"/>
              <a:gd name="connsiteX43" fmla="*/ 25028 w 79007"/>
              <a:gd name="connsiteY43" fmla="*/ 52357 h 86604"/>
              <a:gd name="connsiteX44" fmla="*/ 17155 w 79007"/>
              <a:gd name="connsiteY44" fmla="*/ 47436 h 86604"/>
              <a:gd name="connsiteX45" fmla="*/ 8101 w 79007"/>
              <a:gd name="connsiteY45" fmla="*/ 65741 h 86604"/>
              <a:gd name="connsiteX46" fmla="*/ 26406 w 79007"/>
              <a:gd name="connsiteY46" fmla="*/ 63576 h 86604"/>
              <a:gd name="connsiteX47" fmla="*/ 25028 w 79007"/>
              <a:gd name="connsiteY47" fmla="*/ 52357 h 86604"/>
              <a:gd name="connsiteX48" fmla="*/ 29359 w 79007"/>
              <a:gd name="connsiteY48" fmla="*/ 54522 h 86604"/>
              <a:gd name="connsiteX49" fmla="*/ 30343 w 79007"/>
              <a:gd name="connsiteY49" fmla="*/ 61804 h 86604"/>
              <a:gd name="connsiteX50" fmla="*/ 37035 w 79007"/>
              <a:gd name="connsiteY50" fmla="*/ 58261 h 86604"/>
              <a:gd name="connsiteX51" fmla="*/ 32902 w 79007"/>
              <a:gd name="connsiteY51" fmla="*/ 56293 h 86604"/>
              <a:gd name="connsiteX52" fmla="*/ 29359 w 79007"/>
              <a:gd name="connsiteY52" fmla="*/ 54522 h 86604"/>
              <a:gd name="connsiteX53" fmla="*/ 26800 w 79007"/>
              <a:gd name="connsiteY53" fmla="*/ 21061 h 86604"/>
              <a:gd name="connsiteX54" fmla="*/ 39594 w 79007"/>
              <a:gd name="connsiteY54" fmla="*/ 0 h 86604"/>
              <a:gd name="connsiteX55" fmla="*/ 51797 w 79007"/>
              <a:gd name="connsiteY55" fmla="*/ 17911 h 86604"/>
              <a:gd name="connsiteX56" fmla="*/ 74826 w 79007"/>
              <a:gd name="connsiteY56" fmla="*/ 17124 h 86604"/>
              <a:gd name="connsiteX57" fmla="*/ 65575 w 79007"/>
              <a:gd name="connsiteY57" fmla="*/ 40547 h 86604"/>
              <a:gd name="connsiteX58" fmla="*/ 78369 w 79007"/>
              <a:gd name="connsiteY58" fmla="*/ 61608 h 86604"/>
              <a:gd name="connsiteX59" fmla="*/ 52781 w 79007"/>
              <a:gd name="connsiteY59" fmla="*/ 64166 h 86604"/>
              <a:gd name="connsiteX60" fmla="*/ 39594 w 79007"/>
              <a:gd name="connsiteY60" fmla="*/ 86605 h 86604"/>
              <a:gd name="connsiteX61" fmla="*/ 27194 w 79007"/>
              <a:gd name="connsiteY61" fmla="*/ 67512 h 86604"/>
              <a:gd name="connsiteX62" fmla="*/ 4952 w 79007"/>
              <a:gd name="connsiteY62" fmla="*/ 67906 h 86604"/>
              <a:gd name="connsiteX63" fmla="*/ 14006 w 79007"/>
              <a:gd name="connsiteY63" fmla="*/ 44877 h 86604"/>
              <a:gd name="connsiteX64" fmla="*/ 622 w 79007"/>
              <a:gd name="connsiteY64" fmla="*/ 23423 h 86604"/>
              <a:gd name="connsiteX65" fmla="*/ 26800 w 79007"/>
              <a:gd name="connsiteY65" fmla="*/ 21061 h 86604"/>
              <a:gd name="connsiteX66" fmla="*/ 30540 w 79007"/>
              <a:gd name="connsiteY66" fmla="*/ 22242 h 86604"/>
              <a:gd name="connsiteX67" fmla="*/ 38216 w 79007"/>
              <a:gd name="connsiteY67" fmla="*/ 24997 h 86604"/>
              <a:gd name="connsiteX68" fmla="*/ 48057 w 79007"/>
              <a:gd name="connsiteY68" fmla="*/ 19486 h 86604"/>
              <a:gd name="connsiteX69" fmla="*/ 39594 w 79007"/>
              <a:gd name="connsiteY69" fmla="*/ 3740 h 86604"/>
              <a:gd name="connsiteX70" fmla="*/ 30540 w 79007"/>
              <a:gd name="connsiteY70" fmla="*/ 22242 h 86604"/>
              <a:gd name="connsiteX71" fmla="*/ 48845 w 79007"/>
              <a:gd name="connsiteY71" fmla="*/ 62789 h 86604"/>
              <a:gd name="connsiteX72" fmla="*/ 41365 w 79007"/>
              <a:gd name="connsiteY72" fmla="*/ 60033 h 86604"/>
              <a:gd name="connsiteX73" fmla="*/ 30933 w 79007"/>
              <a:gd name="connsiteY73" fmla="*/ 65741 h 86604"/>
              <a:gd name="connsiteX74" fmla="*/ 39594 w 79007"/>
              <a:gd name="connsiteY74" fmla="*/ 82471 h 86604"/>
              <a:gd name="connsiteX75" fmla="*/ 48845 w 79007"/>
              <a:gd name="connsiteY75" fmla="*/ 62789 h 86604"/>
              <a:gd name="connsiteX76" fmla="*/ 49829 w 79007"/>
              <a:gd name="connsiteY76" fmla="*/ 30509 h 86604"/>
              <a:gd name="connsiteX77" fmla="*/ 48845 w 79007"/>
              <a:gd name="connsiteY77" fmla="*/ 23816 h 86604"/>
              <a:gd name="connsiteX78" fmla="*/ 42743 w 79007"/>
              <a:gd name="connsiteY78" fmla="*/ 27162 h 86604"/>
              <a:gd name="connsiteX79" fmla="*/ 46286 w 79007"/>
              <a:gd name="connsiteY79" fmla="*/ 28737 h 86604"/>
              <a:gd name="connsiteX80" fmla="*/ 49829 w 79007"/>
              <a:gd name="connsiteY80" fmla="*/ 30509 h 86604"/>
              <a:gd name="connsiteX81" fmla="*/ 53962 w 79007"/>
              <a:gd name="connsiteY81" fmla="*/ 32674 h 86604"/>
              <a:gd name="connsiteX82" fmla="*/ 62229 w 79007"/>
              <a:gd name="connsiteY82" fmla="*/ 37988 h 86604"/>
              <a:gd name="connsiteX83" fmla="*/ 71480 w 79007"/>
              <a:gd name="connsiteY83" fmla="*/ 19289 h 86604"/>
              <a:gd name="connsiteX84" fmla="*/ 52388 w 79007"/>
              <a:gd name="connsiteY84" fmla="*/ 21848 h 86604"/>
              <a:gd name="connsiteX85" fmla="*/ 53962 w 79007"/>
              <a:gd name="connsiteY85" fmla="*/ 32674 h 86604"/>
              <a:gd name="connsiteX86" fmla="*/ 38610 w 79007"/>
              <a:gd name="connsiteY86" fmla="*/ 45271 h 86604"/>
              <a:gd name="connsiteX87" fmla="*/ 34673 w 79007"/>
              <a:gd name="connsiteY87" fmla="*/ 41334 h 86604"/>
              <a:gd name="connsiteX88" fmla="*/ 38610 w 79007"/>
              <a:gd name="connsiteY88" fmla="*/ 37398 h 86604"/>
              <a:gd name="connsiteX89" fmla="*/ 42546 w 79007"/>
              <a:gd name="connsiteY89" fmla="*/ 41334 h 86604"/>
              <a:gd name="connsiteX90" fmla="*/ 38610 w 79007"/>
              <a:gd name="connsiteY90" fmla="*/ 45271 h 86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79007" h="86604">
                <a:moveTo>
                  <a:pt x="28965" y="49798"/>
                </a:moveTo>
                <a:cubicBezTo>
                  <a:pt x="30737" y="50782"/>
                  <a:pt x="32508" y="51766"/>
                  <a:pt x="34476" y="52750"/>
                </a:cubicBezTo>
                <a:lnTo>
                  <a:pt x="40972" y="55703"/>
                </a:lnTo>
                <a:cubicBezTo>
                  <a:pt x="42940" y="54522"/>
                  <a:pt x="44711" y="53144"/>
                  <a:pt x="46680" y="51766"/>
                </a:cubicBezTo>
                <a:cubicBezTo>
                  <a:pt x="47861" y="50782"/>
                  <a:pt x="49238" y="49995"/>
                  <a:pt x="50419" y="49010"/>
                </a:cubicBezTo>
                <a:lnTo>
                  <a:pt x="50419" y="43302"/>
                </a:lnTo>
                <a:cubicBezTo>
                  <a:pt x="50419" y="40547"/>
                  <a:pt x="50419" y="37791"/>
                  <a:pt x="50223" y="35232"/>
                </a:cubicBezTo>
                <a:cubicBezTo>
                  <a:pt x="48451" y="34248"/>
                  <a:pt x="46483" y="33264"/>
                  <a:pt x="44515" y="32280"/>
                </a:cubicBezTo>
                <a:cubicBezTo>
                  <a:pt x="42546" y="31296"/>
                  <a:pt x="40578" y="30509"/>
                  <a:pt x="38807" y="29721"/>
                </a:cubicBezTo>
                <a:cubicBezTo>
                  <a:pt x="37035" y="30902"/>
                  <a:pt x="35067" y="32083"/>
                  <a:pt x="33295" y="33461"/>
                </a:cubicBezTo>
                <a:cubicBezTo>
                  <a:pt x="31917" y="34445"/>
                  <a:pt x="30343" y="35626"/>
                  <a:pt x="28965" y="36807"/>
                </a:cubicBezTo>
                <a:cubicBezTo>
                  <a:pt x="28768" y="38775"/>
                  <a:pt x="28768" y="40940"/>
                  <a:pt x="28768" y="43302"/>
                </a:cubicBezTo>
                <a:cubicBezTo>
                  <a:pt x="28768" y="45468"/>
                  <a:pt x="28768" y="47829"/>
                  <a:pt x="28965" y="49798"/>
                </a:cubicBezTo>
                <a:close/>
                <a:moveTo>
                  <a:pt x="24832" y="47633"/>
                </a:moveTo>
                <a:lnTo>
                  <a:pt x="24832" y="43302"/>
                </a:lnTo>
                <a:lnTo>
                  <a:pt x="24832" y="39956"/>
                </a:lnTo>
                <a:cubicBezTo>
                  <a:pt x="23060" y="41531"/>
                  <a:pt x="21486" y="42909"/>
                  <a:pt x="20108" y="44483"/>
                </a:cubicBezTo>
                <a:cubicBezTo>
                  <a:pt x="21682" y="45468"/>
                  <a:pt x="23257" y="46452"/>
                  <a:pt x="24832" y="47633"/>
                </a:cubicBezTo>
                <a:close/>
                <a:moveTo>
                  <a:pt x="54159" y="37594"/>
                </a:moveTo>
                <a:cubicBezTo>
                  <a:pt x="54356" y="39366"/>
                  <a:pt x="54356" y="41334"/>
                  <a:pt x="54356" y="43302"/>
                </a:cubicBezTo>
                <a:lnTo>
                  <a:pt x="54356" y="45664"/>
                </a:lnTo>
                <a:cubicBezTo>
                  <a:pt x="56127" y="44090"/>
                  <a:pt x="57899" y="42515"/>
                  <a:pt x="59474" y="40940"/>
                </a:cubicBezTo>
                <a:cubicBezTo>
                  <a:pt x="57899" y="39759"/>
                  <a:pt x="56127" y="38579"/>
                  <a:pt x="54159" y="37594"/>
                </a:cubicBezTo>
                <a:close/>
                <a:moveTo>
                  <a:pt x="49435" y="58852"/>
                </a:moveTo>
                <a:cubicBezTo>
                  <a:pt x="49632" y="57277"/>
                  <a:pt x="49829" y="55899"/>
                  <a:pt x="50026" y="54325"/>
                </a:cubicBezTo>
                <a:cubicBezTo>
                  <a:pt x="49632" y="54522"/>
                  <a:pt x="49435" y="54915"/>
                  <a:pt x="49042" y="55112"/>
                </a:cubicBezTo>
                <a:cubicBezTo>
                  <a:pt x="47861" y="55899"/>
                  <a:pt x="46680" y="56884"/>
                  <a:pt x="45499" y="57671"/>
                </a:cubicBezTo>
                <a:cubicBezTo>
                  <a:pt x="46877" y="58065"/>
                  <a:pt x="48057" y="58458"/>
                  <a:pt x="49435" y="58852"/>
                </a:cubicBezTo>
                <a:close/>
                <a:moveTo>
                  <a:pt x="53372" y="60033"/>
                </a:moveTo>
                <a:cubicBezTo>
                  <a:pt x="64591" y="63182"/>
                  <a:pt x="73055" y="63182"/>
                  <a:pt x="74826" y="59639"/>
                </a:cubicBezTo>
                <a:cubicBezTo>
                  <a:pt x="76401" y="56293"/>
                  <a:pt x="71677" y="49995"/>
                  <a:pt x="62820" y="43302"/>
                </a:cubicBezTo>
                <a:cubicBezTo>
                  <a:pt x="60261" y="45861"/>
                  <a:pt x="57308" y="48420"/>
                  <a:pt x="54159" y="50979"/>
                </a:cubicBezTo>
                <a:cubicBezTo>
                  <a:pt x="53962" y="54128"/>
                  <a:pt x="53766" y="57277"/>
                  <a:pt x="53372" y="60033"/>
                </a:cubicBezTo>
                <a:close/>
                <a:moveTo>
                  <a:pt x="29949" y="26178"/>
                </a:moveTo>
                <a:cubicBezTo>
                  <a:pt x="29752" y="27753"/>
                  <a:pt x="29556" y="29524"/>
                  <a:pt x="29359" y="31296"/>
                </a:cubicBezTo>
                <a:cubicBezTo>
                  <a:pt x="29949" y="30902"/>
                  <a:pt x="30343" y="30509"/>
                  <a:pt x="30933" y="30115"/>
                </a:cubicBezTo>
                <a:cubicBezTo>
                  <a:pt x="32114" y="29328"/>
                  <a:pt x="33098" y="28540"/>
                  <a:pt x="34279" y="27753"/>
                </a:cubicBezTo>
                <a:cubicBezTo>
                  <a:pt x="32705" y="27162"/>
                  <a:pt x="31327" y="26769"/>
                  <a:pt x="29949" y="26178"/>
                </a:cubicBezTo>
                <a:close/>
                <a:moveTo>
                  <a:pt x="26013" y="24997"/>
                </a:moveTo>
                <a:cubicBezTo>
                  <a:pt x="14597" y="21651"/>
                  <a:pt x="5739" y="21651"/>
                  <a:pt x="4165" y="25194"/>
                </a:cubicBezTo>
                <a:cubicBezTo>
                  <a:pt x="2590" y="28540"/>
                  <a:pt x="7708" y="35232"/>
                  <a:pt x="16762" y="42121"/>
                </a:cubicBezTo>
                <a:cubicBezTo>
                  <a:pt x="19320" y="39563"/>
                  <a:pt x="22076" y="37004"/>
                  <a:pt x="25028" y="34642"/>
                </a:cubicBezTo>
                <a:cubicBezTo>
                  <a:pt x="25225" y="31296"/>
                  <a:pt x="25619" y="27950"/>
                  <a:pt x="26013" y="24997"/>
                </a:cubicBezTo>
                <a:close/>
                <a:moveTo>
                  <a:pt x="25028" y="52357"/>
                </a:moveTo>
                <a:cubicBezTo>
                  <a:pt x="22273" y="50782"/>
                  <a:pt x="19517" y="49010"/>
                  <a:pt x="17155" y="47436"/>
                </a:cubicBezTo>
                <a:cubicBezTo>
                  <a:pt x="9676" y="55703"/>
                  <a:pt x="5936" y="62789"/>
                  <a:pt x="8101" y="65741"/>
                </a:cubicBezTo>
                <a:cubicBezTo>
                  <a:pt x="10069" y="68497"/>
                  <a:pt x="17155" y="67512"/>
                  <a:pt x="26406" y="63576"/>
                </a:cubicBezTo>
                <a:cubicBezTo>
                  <a:pt x="25816" y="60033"/>
                  <a:pt x="25422" y="56293"/>
                  <a:pt x="25028" y="52357"/>
                </a:cubicBezTo>
                <a:close/>
                <a:moveTo>
                  <a:pt x="29359" y="54522"/>
                </a:moveTo>
                <a:cubicBezTo>
                  <a:pt x="29556" y="57080"/>
                  <a:pt x="29949" y="59442"/>
                  <a:pt x="30343" y="61804"/>
                </a:cubicBezTo>
                <a:cubicBezTo>
                  <a:pt x="32508" y="60820"/>
                  <a:pt x="34673" y="59442"/>
                  <a:pt x="37035" y="58261"/>
                </a:cubicBezTo>
                <a:cubicBezTo>
                  <a:pt x="35657" y="57671"/>
                  <a:pt x="34279" y="57080"/>
                  <a:pt x="32902" y="56293"/>
                </a:cubicBezTo>
                <a:cubicBezTo>
                  <a:pt x="31524" y="55703"/>
                  <a:pt x="30343" y="55112"/>
                  <a:pt x="29359" y="54522"/>
                </a:cubicBezTo>
                <a:close/>
                <a:moveTo>
                  <a:pt x="26800" y="21061"/>
                </a:moveTo>
                <a:cubicBezTo>
                  <a:pt x="29162" y="8464"/>
                  <a:pt x="33886" y="0"/>
                  <a:pt x="39594" y="0"/>
                </a:cubicBezTo>
                <a:cubicBezTo>
                  <a:pt x="44908" y="0"/>
                  <a:pt x="49238" y="7086"/>
                  <a:pt x="51797" y="17911"/>
                </a:cubicBezTo>
                <a:cubicBezTo>
                  <a:pt x="62623" y="13188"/>
                  <a:pt x="71480" y="12400"/>
                  <a:pt x="74826" y="17124"/>
                </a:cubicBezTo>
                <a:cubicBezTo>
                  <a:pt x="78369" y="22045"/>
                  <a:pt x="74236" y="30902"/>
                  <a:pt x="65575" y="40547"/>
                </a:cubicBezTo>
                <a:cubicBezTo>
                  <a:pt x="75614" y="48223"/>
                  <a:pt x="80928" y="56293"/>
                  <a:pt x="78369" y="61608"/>
                </a:cubicBezTo>
                <a:cubicBezTo>
                  <a:pt x="75614" y="67119"/>
                  <a:pt x="65575" y="67709"/>
                  <a:pt x="52781" y="64166"/>
                </a:cubicBezTo>
                <a:cubicBezTo>
                  <a:pt x="50419" y="77551"/>
                  <a:pt x="45696" y="86605"/>
                  <a:pt x="39594" y="86605"/>
                </a:cubicBezTo>
                <a:cubicBezTo>
                  <a:pt x="34083" y="86605"/>
                  <a:pt x="29752" y="79125"/>
                  <a:pt x="27194" y="67512"/>
                </a:cubicBezTo>
                <a:cubicBezTo>
                  <a:pt x="16762" y="71843"/>
                  <a:pt x="8298" y="72433"/>
                  <a:pt x="4952" y="67906"/>
                </a:cubicBezTo>
                <a:cubicBezTo>
                  <a:pt x="1409" y="62985"/>
                  <a:pt x="5346" y="54325"/>
                  <a:pt x="14006" y="44877"/>
                </a:cubicBezTo>
                <a:cubicBezTo>
                  <a:pt x="3574" y="37004"/>
                  <a:pt x="-1937" y="28934"/>
                  <a:pt x="622" y="23423"/>
                </a:cubicBezTo>
                <a:cubicBezTo>
                  <a:pt x="3377" y="17911"/>
                  <a:pt x="13612" y="17518"/>
                  <a:pt x="26800" y="21061"/>
                </a:cubicBezTo>
                <a:close/>
                <a:moveTo>
                  <a:pt x="30540" y="22242"/>
                </a:moveTo>
                <a:cubicBezTo>
                  <a:pt x="33098" y="23029"/>
                  <a:pt x="35657" y="24013"/>
                  <a:pt x="38216" y="24997"/>
                </a:cubicBezTo>
                <a:cubicBezTo>
                  <a:pt x="41562" y="22832"/>
                  <a:pt x="44908" y="21061"/>
                  <a:pt x="48057" y="19486"/>
                </a:cubicBezTo>
                <a:cubicBezTo>
                  <a:pt x="45892" y="10038"/>
                  <a:pt x="42743" y="3740"/>
                  <a:pt x="39594" y="3740"/>
                </a:cubicBezTo>
                <a:cubicBezTo>
                  <a:pt x="36051" y="3937"/>
                  <a:pt x="32705" y="11219"/>
                  <a:pt x="30540" y="22242"/>
                </a:cubicBezTo>
                <a:close/>
                <a:moveTo>
                  <a:pt x="48845" y="62789"/>
                </a:moveTo>
                <a:cubicBezTo>
                  <a:pt x="46483" y="62001"/>
                  <a:pt x="43924" y="61017"/>
                  <a:pt x="41365" y="60033"/>
                </a:cubicBezTo>
                <a:cubicBezTo>
                  <a:pt x="37822" y="62198"/>
                  <a:pt x="34279" y="64166"/>
                  <a:pt x="30933" y="65741"/>
                </a:cubicBezTo>
                <a:cubicBezTo>
                  <a:pt x="33098" y="75779"/>
                  <a:pt x="36248" y="82471"/>
                  <a:pt x="39594" y="82471"/>
                </a:cubicBezTo>
                <a:cubicBezTo>
                  <a:pt x="43137" y="82668"/>
                  <a:pt x="46877" y="74598"/>
                  <a:pt x="48845" y="62789"/>
                </a:cubicBezTo>
                <a:close/>
                <a:moveTo>
                  <a:pt x="49829" y="30509"/>
                </a:moveTo>
                <a:cubicBezTo>
                  <a:pt x="49632" y="28147"/>
                  <a:pt x="49238" y="25785"/>
                  <a:pt x="48845" y="23816"/>
                </a:cubicBezTo>
                <a:cubicBezTo>
                  <a:pt x="46877" y="24800"/>
                  <a:pt x="44908" y="25981"/>
                  <a:pt x="42743" y="27162"/>
                </a:cubicBezTo>
                <a:cubicBezTo>
                  <a:pt x="43924" y="27753"/>
                  <a:pt x="45105" y="28147"/>
                  <a:pt x="46286" y="28737"/>
                </a:cubicBezTo>
                <a:cubicBezTo>
                  <a:pt x="47467" y="29131"/>
                  <a:pt x="48648" y="29918"/>
                  <a:pt x="49829" y="30509"/>
                </a:cubicBezTo>
                <a:close/>
                <a:moveTo>
                  <a:pt x="53962" y="32674"/>
                </a:moveTo>
                <a:cubicBezTo>
                  <a:pt x="56915" y="34445"/>
                  <a:pt x="59670" y="36217"/>
                  <a:pt x="62229" y="37988"/>
                </a:cubicBezTo>
                <a:cubicBezTo>
                  <a:pt x="69906" y="29721"/>
                  <a:pt x="73645" y="22439"/>
                  <a:pt x="71480" y="19289"/>
                </a:cubicBezTo>
                <a:cubicBezTo>
                  <a:pt x="69315" y="16337"/>
                  <a:pt x="62032" y="17518"/>
                  <a:pt x="52388" y="21848"/>
                </a:cubicBezTo>
                <a:cubicBezTo>
                  <a:pt x="53175" y="25194"/>
                  <a:pt x="53569" y="28934"/>
                  <a:pt x="53962" y="32674"/>
                </a:cubicBezTo>
                <a:close/>
                <a:moveTo>
                  <a:pt x="38610" y="45271"/>
                </a:moveTo>
                <a:cubicBezTo>
                  <a:pt x="36445" y="45271"/>
                  <a:pt x="34673" y="43499"/>
                  <a:pt x="34673" y="41334"/>
                </a:cubicBezTo>
                <a:cubicBezTo>
                  <a:pt x="34673" y="39169"/>
                  <a:pt x="36445" y="37398"/>
                  <a:pt x="38610" y="37398"/>
                </a:cubicBezTo>
                <a:cubicBezTo>
                  <a:pt x="40775" y="37398"/>
                  <a:pt x="42546" y="39169"/>
                  <a:pt x="42546" y="41334"/>
                </a:cubicBezTo>
                <a:cubicBezTo>
                  <a:pt x="42546" y="43499"/>
                  <a:pt x="40775" y="45271"/>
                  <a:pt x="38610" y="45271"/>
                </a:cubicBezTo>
                <a:close/>
              </a:path>
            </a:pathLst>
          </a:custGeom>
          <a:solidFill>
            <a:schemeClr val="tx1"/>
          </a:solidFill>
          <a:ln w="84" cap="flat">
            <a:solidFill>
              <a:schemeClr val="tx1"/>
            </a:solidFill>
            <a:prstDash val="solid"/>
            <a:miter/>
          </a:ln>
        </p:spPr>
        <p:txBody>
          <a:bodyPr rtlCol="0" anchor="ctr"/>
          <a:lstStyle/>
          <a:p>
            <a:endParaRPr lang="zh-CN" altLang="en-US"/>
          </a:p>
        </p:txBody>
      </p:sp>
      <p:sp>
        <p:nvSpPr>
          <p:cNvPr id="1187" name="文本框 1186">
            <a:extLst>
              <a:ext uri="{FF2B5EF4-FFF2-40B4-BE49-F238E27FC236}">
                <a16:creationId xmlns:a16="http://schemas.microsoft.com/office/drawing/2014/main" id="{3E80E5DB-6C2C-B227-4303-641EE1F1D8FA}"/>
              </a:ext>
            </a:extLst>
          </p:cNvPr>
          <p:cNvSpPr txBox="1"/>
          <p:nvPr/>
        </p:nvSpPr>
        <p:spPr>
          <a:xfrm>
            <a:off x="733830" y="2567436"/>
            <a:ext cx="615553" cy="123111"/>
          </a:xfrm>
          <a:prstGeom prst="rect">
            <a:avLst/>
          </a:prstGeom>
          <a:noFill/>
        </p:spPr>
        <p:txBody>
          <a:bodyPr wrap="none" lIns="0" tIns="0" rIns="0" bIns="0" rtlCol="0">
            <a:spAutoFit/>
          </a:bodyPr>
          <a:lstStyle/>
          <a:p>
            <a:r>
              <a:rPr lang="zh-CN" altLang="en-US" sz="800" b="1" dirty="0">
                <a:solidFill>
                  <a:schemeClr val="accent2"/>
                </a:solidFill>
              </a:rPr>
              <a:t>企业综合管理</a:t>
            </a:r>
          </a:p>
        </p:txBody>
      </p:sp>
      <p:sp>
        <p:nvSpPr>
          <p:cNvPr id="1189" name="文本框 1188">
            <a:extLst>
              <a:ext uri="{FF2B5EF4-FFF2-40B4-BE49-F238E27FC236}">
                <a16:creationId xmlns:a16="http://schemas.microsoft.com/office/drawing/2014/main" id="{1B170C4C-086D-332A-43C8-DA7C1BC1921E}"/>
              </a:ext>
            </a:extLst>
          </p:cNvPr>
          <p:cNvSpPr txBox="1"/>
          <p:nvPr/>
        </p:nvSpPr>
        <p:spPr>
          <a:xfrm>
            <a:off x="628524" y="2704069"/>
            <a:ext cx="647613" cy="686535"/>
          </a:xfrm>
          <a:prstGeom prst="rect">
            <a:avLst/>
          </a:prstGeom>
          <a:noFill/>
        </p:spPr>
        <p:txBody>
          <a:bodyPr wrap="none" lIns="0" tIns="0" rIns="0" bIns="0" rtlCol="0">
            <a:spAutoFit/>
          </a:bodyPr>
          <a:lstStyle/>
          <a:p>
            <a:pPr indent="-108000">
              <a:lnSpc>
                <a:spcPct val="130000"/>
              </a:lnSpc>
              <a:buFont typeface="Arial" panose="020B0604020202020204" pitchFamily="34" charset="0"/>
              <a:buChar char="•"/>
            </a:pPr>
            <a:r>
              <a:rPr lang="zh-CN" altLang="en-US" sz="700" dirty="0">
                <a:solidFill>
                  <a:schemeClr val="bg1"/>
                </a:solidFill>
              </a:rPr>
              <a:t>企业经营管理</a:t>
            </a:r>
            <a:endParaRPr lang="en-US" altLang="zh-CN" sz="700" dirty="0">
              <a:solidFill>
                <a:schemeClr val="bg1"/>
              </a:solidFill>
            </a:endParaRPr>
          </a:p>
          <a:p>
            <a:pPr indent="-108000">
              <a:lnSpc>
                <a:spcPct val="130000"/>
              </a:lnSpc>
              <a:buFont typeface="Arial" panose="020B0604020202020204" pitchFamily="34" charset="0"/>
              <a:buChar char="•"/>
            </a:pPr>
            <a:r>
              <a:rPr lang="zh-CN" altLang="en-US" sz="700" dirty="0">
                <a:solidFill>
                  <a:schemeClr val="bg1"/>
                </a:solidFill>
              </a:rPr>
              <a:t>财务管理</a:t>
            </a:r>
            <a:endParaRPr lang="en-US" altLang="zh-CN" sz="700" dirty="0">
              <a:solidFill>
                <a:schemeClr val="bg1"/>
              </a:solidFill>
            </a:endParaRPr>
          </a:p>
          <a:p>
            <a:pPr indent="-108000">
              <a:lnSpc>
                <a:spcPct val="130000"/>
              </a:lnSpc>
              <a:buFont typeface="Arial" panose="020B0604020202020204" pitchFamily="34" charset="0"/>
              <a:buChar char="•"/>
            </a:pPr>
            <a:r>
              <a:rPr lang="zh-CN" altLang="en-US" sz="700" dirty="0">
                <a:solidFill>
                  <a:schemeClr val="bg1"/>
                </a:solidFill>
              </a:rPr>
              <a:t>人力资源管理</a:t>
            </a:r>
            <a:endParaRPr lang="en-US" altLang="zh-CN" sz="700" dirty="0">
              <a:solidFill>
                <a:schemeClr val="bg1"/>
              </a:solidFill>
            </a:endParaRPr>
          </a:p>
          <a:p>
            <a:pPr indent="-108000">
              <a:lnSpc>
                <a:spcPct val="130000"/>
              </a:lnSpc>
              <a:buFont typeface="Arial" panose="020B0604020202020204" pitchFamily="34" charset="0"/>
              <a:buChar char="•"/>
            </a:pPr>
            <a:r>
              <a:rPr lang="zh-CN" altLang="en-US" sz="700" dirty="0">
                <a:solidFill>
                  <a:schemeClr val="bg1"/>
                </a:solidFill>
              </a:rPr>
              <a:t>风险管理</a:t>
            </a:r>
            <a:endParaRPr lang="en-US" altLang="zh-CN" sz="700" dirty="0">
              <a:solidFill>
                <a:schemeClr val="bg1"/>
              </a:solidFill>
            </a:endParaRPr>
          </a:p>
          <a:p>
            <a:pPr indent="-108000">
              <a:lnSpc>
                <a:spcPct val="130000"/>
              </a:lnSpc>
              <a:buFont typeface="Arial" panose="020B0604020202020204" pitchFamily="34" charset="0"/>
              <a:buChar char="•"/>
            </a:pPr>
            <a:r>
              <a:rPr lang="zh-CN" altLang="en-US" sz="700" dirty="0">
                <a:solidFill>
                  <a:schemeClr val="bg1"/>
                </a:solidFill>
              </a:rPr>
              <a:t>资源管理</a:t>
            </a:r>
          </a:p>
        </p:txBody>
      </p:sp>
      <p:sp>
        <p:nvSpPr>
          <p:cNvPr id="1190" name="文本框 1189">
            <a:extLst>
              <a:ext uri="{FF2B5EF4-FFF2-40B4-BE49-F238E27FC236}">
                <a16:creationId xmlns:a16="http://schemas.microsoft.com/office/drawing/2014/main" id="{1F77EEDA-2234-8C41-4D0A-506C95549981}"/>
              </a:ext>
            </a:extLst>
          </p:cNvPr>
          <p:cNvSpPr txBox="1"/>
          <p:nvPr/>
        </p:nvSpPr>
        <p:spPr>
          <a:xfrm>
            <a:off x="1707493" y="2567436"/>
            <a:ext cx="615553" cy="123111"/>
          </a:xfrm>
          <a:prstGeom prst="rect">
            <a:avLst/>
          </a:prstGeom>
          <a:noFill/>
        </p:spPr>
        <p:txBody>
          <a:bodyPr wrap="none" lIns="0" tIns="0" rIns="0" bIns="0" rtlCol="0">
            <a:spAutoFit/>
          </a:bodyPr>
          <a:lstStyle/>
          <a:p>
            <a:r>
              <a:rPr lang="zh-CN" altLang="en-US" sz="800" b="1" dirty="0">
                <a:solidFill>
                  <a:schemeClr val="accent2"/>
                </a:solidFill>
              </a:rPr>
              <a:t>业务场景应用</a:t>
            </a:r>
          </a:p>
        </p:txBody>
      </p:sp>
      <p:sp>
        <p:nvSpPr>
          <p:cNvPr id="1191" name="文本框 1190">
            <a:extLst>
              <a:ext uri="{FF2B5EF4-FFF2-40B4-BE49-F238E27FC236}">
                <a16:creationId xmlns:a16="http://schemas.microsoft.com/office/drawing/2014/main" id="{F9D810BB-83B4-72A5-2614-0DAA8C5B7B51}"/>
              </a:ext>
            </a:extLst>
          </p:cNvPr>
          <p:cNvSpPr txBox="1"/>
          <p:nvPr/>
        </p:nvSpPr>
        <p:spPr>
          <a:xfrm>
            <a:off x="1595700" y="2704069"/>
            <a:ext cx="647613" cy="686535"/>
          </a:xfrm>
          <a:prstGeom prst="rect">
            <a:avLst/>
          </a:prstGeom>
          <a:noFill/>
        </p:spPr>
        <p:txBody>
          <a:bodyPr wrap="none" lIns="0" tIns="0" rIns="0" bIns="0" rtlCol="0">
            <a:spAutoFit/>
          </a:bodyPr>
          <a:lstStyle/>
          <a:p>
            <a:pPr indent="-108000">
              <a:lnSpc>
                <a:spcPct val="130000"/>
              </a:lnSpc>
              <a:buFont typeface="Arial" panose="020B0604020202020204" pitchFamily="34" charset="0"/>
              <a:buChar char="•"/>
            </a:pPr>
            <a:r>
              <a:rPr lang="zh-CN" altLang="en-US" sz="700" dirty="0">
                <a:solidFill>
                  <a:schemeClr val="bg1"/>
                </a:solidFill>
              </a:rPr>
              <a:t>营销分析管理</a:t>
            </a:r>
            <a:endParaRPr lang="en-US" altLang="zh-CN" sz="700" dirty="0">
              <a:solidFill>
                <a:schemeClr val="bg1"/>
              </a:solidFill>
            </a:endParaRPr>
          </a:p>
          <a:p>
            <a:pPr indent="-108000">
              <a:lnSpc>
                <a:spcPct val="130000"/>
              </a:lnSpc>
              <a:buFont typeface="Arial" panose="020B0604020202020204" pitchFamily="34" charset="0"/>
              <a:buChar char="•"/>
            </a:pPr>
            <a:r>
              <a:rPr lang="zh-CN" altLang="en-US" sz="700" dirty="0">
                <a:solidFill>
                  <a:schemeClr val="bg1"/>
                </a:solidFill>
              </a:rPr>
              <a:t>生产制造管理</a:t>
            </a:r>
            <a:endParaRPr lang="en-US" altLang="zh-CN" sz="700" dirty="0">
              <a:solidFill>
                <a:schemeClr val="bg1"/>
              </a:solidFill>
            </a:endParaRPr>
          </a:p>
          <a:p>
            <a:pPr indent="-108000">
              <a:lnSpc>
                <a:spcPct val="130000"/>
              </a:lnSpc>
              <a:buFont typeface="Arial" panose="020B0604020202020204" pitchFamily="34" charset="0"/>
              <a:buChar char="•"/>
            </a:pPr>
            <a:r>
              <a:rPr lang="zh-CN" altLang="en-US" sz="700" dirty="0">
                <a:solidFill>
                  <a:schemeClr val="bg1"/>
                </a:solidFill>
              </a:rPr>
              <a:t>供应链管理</a:t>
            </a:r>
            <a:endParaRPr lang="en-US" altLang="zh-CN" sz="700" dirty="0">
              <a:solidFill>
                <a:schemeClr val="bg1"/>
              </a:solidFill>
            </a:endParaRPr>
          </a:p>
          <a:p>
            <a:pPr indent="-108000">
              <a:lnSpc>
                <a:spcPct val="130000"/>
              </a:lnSpc>
              <a:buFont typeface="Arial" panose="020B0604020202020204" pitchFamily="34" charset="0"/>
              <a:buChar char="•"/>
            </a:pPr>
            <a:r>
              <a:rPr lang="zh-CN" altLang="en-US" sz="700" dirty="0">
                <a:solidFill>
                  <a:schemeClr val="bg1"/>
                </a:solidFill>
              </a:rPr>
              <a:t>售后服务管理</a:t>
            </a:r>
            <a:endParaRPr lang="en-US" altLang="zh-CN" sz="700" dirty="0">
              <a:solidFill>
                <a:schemeClr val="bg1"/>
              </a:solidFill>
            </a:endParaRPr>
          </a:p>
          <a:p>
            <a:pPr indent="-108000">
              <a:lnSpc>
                <a:spcPct val="130000"/>
              </a:lnSpc>
              <a:buFont typeface="Arial" panose="020B0604020202020204" pitchFamily="34" charset="0"/>
              <a:buChar char="•"/>
            </a:pPr>
            <a:r>
              <a:rPr lang="en-US" altLang="zh-CN" sz="700" dirty="0">
                <a:solidFill>
                  <a:schemeClr val="bg1"/>
                </a:solidFill>
              </a:rPr>
              <a:t>……</a:t>
            </a:r>
            <a:endParaRPr lang="zh-CN" altLang="en-US" sz="700" dirty="0">
              <a:solidFill>
                <a:schemeClr val="bg1"/>
              </a:solidFill>
            </a:endParaRPr>
          </a:p>
        </p:txBody>
      </p:sp>
      <p:cxnSp>
        <p:nvCxnSpPr>
          <p:cNvPr id="1193" name="直接连接符 1192">
            <a:extLst>
              <a:ext uri="{FF2B5EF4-FFF2-40B4-BE49-F238E27FC236}">
                <a16:creationId xmlns:a16="http://schemas.microsoft.com/office/drawing/2014/main" id="{30580EB3-88B8-405F-0DC7-A48FB2C54514}"/>
              </a:ext>
            </a:extLst>
          </p:cNvPr>
          <p:cNvCxnSpPr>
            <a:cxnSpLocks/>
          </p:cNvCxnSpPr>
          <p:nvPr/>
        </p:nvCxnSpPr>
        <p:spPr>
          <a:xfrm>
            <a:off x="1497041" y="2594522"/>
            <a:ext cx="0" cy="780541"/>
          </a:xfrm>
          <a:prstGeom prst="line">
            <a:avLst/>
          </a:prstGeom>
        </p:spPr>
        <p:style>
          <a:lnRef idx="1">
            <a:schemeClr val="accent1"/>
          </a:lnRef>
          <a:fillRef idx="0">
            <a:schemeClr val="accent1"/>
          </a:fillRef>
          <a:effectRef idx="0">
            <a:schemeClr val="accent1"/>
          </a:effectRef>
          <a:fontRef idx="minor">
            <a:schemeClr val="tx1"/>
          </a:fontRef>
        </p:style>
      </p:cxnSp>
      <p:sp>
        <p:nvSpPr>
          <p:cNvPr id="1195" name="文本框 1194">
            <a:extLst>
              <a:ext uri="{FF2B5EF4-FFF2-40B4-BE49-F238E27FC236}">
                <a16:creationId xmlns:a16="http://schemas.microsoft.com/office/drawing/2014/main" id="{CDBE0DE8-E890-B563-97A9-6B4F8C0F034B}"/>
              </a:ext>
            </a:extLst>
          </p:cNvPr>
          <p:cNvSpPr txBox="1"/>
          <p:nvPr/>
        </p:nvSpPr>
        <p:spPr>
          <a:xfrm>
            <a:off x="733830" y="4131500"/>
            <a:ext cx="410369" cy="123111"/>
          </a:xfrm>
          <a:prstGeom prst="rect">
            <a:avLst/>
          </a:prstGeom>
          <a:noFill/>
        </p:spPr>
        <p:txBody>
          <a:bodyPr wrap="none" lIns="0" tIns="0" rIns="0" bIns="0" rtlCol="0">
            <a:spAutoFit/>
          </a:bodyPr>
          <a:lstStyle/>
          <a:p>
            <a:r>
              <a:rPr lang="zh-CN" altLang="en-US" sz="800" b="1" dirty="0">
                <a:solidFill>
                  <a:schemeClr val="accent2"/>
                </a:solidFill>
              </a:rPr>
              <a:t>软件产品</a:t>
            </a:r>
          </a:p>
        </p:txBody>
      </p:sp>
      <p:sp>
        <p:nvSpPr>
          <p:cNvPr id="1196" name="文本框 1195">
            <a:extLst>
              <a:ext uri="{FF2B5EF4-FFF2-40B4-BE49-F238E27FC236}">
                <a16:creationId xmlns:a16="http://schemas.microsoft.com/office/drawing/2014/main" id="{7E6B3116-69B1-BEAE-5A4D-9D030595E24B}"/>
              </a:ext>
            </a:extLst>
          </p:cNvPr>
          <p:cNvSpPr txBox="1"/>
          <p:nvPr/>
        </p:nvSpPr>
        <p:spPr>
          <a:xfrm>
            <a:off x="628524" y="4268133"/>
            <a:ext cx="1925207" cy="826573"/>
          </a:xfrm>
          <a:prstGeom prst="rect">
            <a:avLst/>
          </a:prstGeom>
          <a:noFill/>
        </p:spPr>
        <p:txBody>
          <a:bodyPr wrap="none" lIns="0" tIns="0" rIns="0" bIns="0" rtlCol="0">
            <a:spAutoFit/>
          </a:bodyPr>
          <a:lstStyle/>
          <a:p>
            <a:pPr indent="-108000">
              <a:lnSpc>
                <a:spcPct val="130000"/>
              </a:lnSpc>
              <a:buFont typeface="Arial" panose="020B0604020202020204" pitchFamily="34" charset="0"/>
              <a:buChar char="•"/>
            </a:pPr>
            <a:r>
              <a:rPr lang="zh-CN" altLang="en-US" sz="700" dirty="0">
                <a:solidFill>
                  <a:schemeClr val="bg1"/>
                </a:solidFill>
              </a:rPr>
              <a:t>满足企业不同阶段，不同需求的数据应用场景</a:t>
            </a:r>
          </a:p>
          <a:p>
            <a:pPr indent="-108000">
              <a:lnSpc>
                <a:spcPct val="130000"/>
              </a:lnSpc>
              <a:buFont typeface="Arial" panose="020B0604020202020204" pitchFamily="34" charset="0"/>
              <a:buChar char="•"/>
            </a:pPr>
            <a:r>
              <a:rPr lang="zh-CN" altLang="en-US" sz="700" dirty="0">
                <a:solidFill>
                  <a:schemeClr val="bg1"/>
                </a:solidFill>
              </a:rPr>
              <a:t>数据集成：</a:t>
            </a:r>
            <a:r>
              <a:rPr lang="en-US" altLang="zh-CN" sz="700" dirty="0" err="1">
                <a:solidFill>
                  <a:schemeClr val="bg1"/>
                </a:solidFill>
              </a:rPr>
              <a:t>FineDataLink</a:t>
            </a:r>
            <a:endParaRPr lang="en-US" altLang="zh-CN" sz="700" dirty="0">
              <a:solidFill>
                <a:schemeClr val="bg1"/>
              </a:solidFill>
            </a:endParaRPr>
          </a:p>
          <a:p>
            <a:pPr indent="-108000">
              <a:lnSpc>
                <a:spcPct val="130000"/>
              </a:lnSpc>
              <a:buFont typeface="Arial" panose="020B0604020202020204" pitchFamily="34" charset="0"/>
              <a:buChar char="•"/>
            </a:pPr>
            <a:r>
              <a:rPr lang="zh-CN" altLang="en-US" sz="700" dirty="0">
                <a:solidFill>
                  <a:schemeClr val="bg1"/>
                </a:solidFill>
              </a:rPr>
              <a:t>商业智能：</a:t>
            </a:r>
            <a:r>
              <a:rPr lang="en-US" altLang="zh-CN" sz="700" dirty="0" err="1">
                <a:solidFill>
                  <a:schemeClr val="bg1"/>
                </a:solidFill>
              </a:rPr>
              <a:t>FineReport</a:t>
            </a:r>
            <a:r>
              <a:rPr lang="zh-CN" altLang="en-US" sz="700" dirty="0">
                <a:solidFill>
                  <a:schemeClr val="bg1"/>
                </a:solidFill>
              </a:rPr>
              <a:t>、</a:t>
            </a:r>
            <a:r>
              <a:rPr lang="en-US" altLang="zh-CN" sz="700" dirty="0" err="1">
                <a:solidFill>
                  <a:schemeClr val="bg1"/>
                </a:solidFill>
              </a:rPr>
              <a:t>FineBI</a:t>
            </a:r>
            <a:r>
              <a:rPr lang="zh-CN" altLang="en-US" sz="700" dirty="0">
                <a:solidFill>
                  <a:schemeClr val="bg1"/>
                </a:solidFill>
              </a:rPr>
              <a:t>、九数云</a:t>
            </a:r>
          </a:p>
          <a:p>
            <a:pPr indent="-108000">
              <a:lnSpc>
                <a:spcPct val="130000"/>
              </a:lnSpc>
              <a:buFont typeface="Arial" panose="020B0604020202020204" pitchFamily="34" charset="0"/>
              <a:buChar char="•"/>
            </a:pPr>
            <a:r>
              <a:rPr lang="zh-CN" altLang="en-US" sz="700" dirty="0">
                <a:solidFill>
                  <a:schemeClr val="bg1"/>
                </a:solidFill>
              </a:rPr>
              <a:t>场景应用：</a:t>
            </a:r>
            <a:r>
              <a:rPr lang="en-US" altLang="zh-CN" sz="700" dirty="0" err="1">
                <a:solidFill>
                  <a:schemeClr val="bg1"/>
                </a:solidFill>
              </a:rPr>
              <a:t>FineOps</a:t>
            </a:r>
            <a:r>
              <a:rPr lang="zh-CN" altLang="en-US" sz="700" dirty="0">
                <a:solidFill>
                  <a:schemeClr val="bg1"/>
                </a:solidFill>
              </a:rPr>
              <a:t>、资产中心</a:t>
            </a:r>
          </a:p>
          <a:p>
            <a:pPr indent="-108000">
              <a:lnSpc>
                <a:spcPct val="130000"/>
              </a:lnSpc>
              <a:buFont typeface="Arial" panose="020B0604020202020204" pitchFamily="34" charset="0"/>
              <a:buChar char="•"/>
            </a:pPr>
            <a:r>
              <a:rPr lang="zh-CN" altLang="en-US" sz="700" dirty="0">
                <a:solidFill>
                  <a:schemeClr val="bg1"/>
                </a:solidFill>
              </a:rPr>
              <a:t>数据可视化：</a:t>
            </a:r>
            <a:r>
              <a:rPr lang="en-US" altLang="zh-CN" sz="700" dirty="0" err="1">
                <a:solidFill>
                  <a:schemeClr val="bg1"/>
                </a:solidFill>
              </a:rPr>
              <a:t>FineVis</a:t>
            </a:r>
            <a:endParaRPr lang="en-US" altLang="zh-CN" sz="700" dirty="0">
              <a:solidFill>
                <a:schemeClr val="bg1"/>
              </a:solidFill>
            </a:endParaRPr>
          </a:p>
          <a:p>
            <a:pPr indent="-108000">
              <a:lnSpc>
                <a:spcPct val="130000"/>
              </a:lnSpc>
              <a:buFont typeface="Arial" panose="020B0604020202020204" pitchFamily="34" charset="0"/>
              <a:buChar char="•"/>
            </a:pPr>
            <a:r>
              <a:rPr lang="zh-CN" altLang="en-US" sz="700" dirty="0">
                <a:solidFill>
                  <a:schemeClr val="bg1"/>
                </a:solidFill>
              </a:rPr>
              <a:t>轻应用搭建：简道云，搭建企业个性化应用</a:t>
            </a:r>
          </a:p>
        </p:txBody>
      </p:sp>
      <p:sp>
        <p:nvSpPr>
          <p:cNvPr id="1197" name="文本框 1196">
            <a:extLst>
              <a:ext uri="{FF2B5EF4-FFF2-40B4-BE49-F238E27FC236}">
                <a16:creationId xmlns:a16="http://schemas.microsoft.com/office/drawing/2014/main" id="{589ADEC3-1D14-AAA1-5649-5D2E542E91F2}"/>
              </a:ext>
            </a:extLst>
          </p:cNvPr>
          <p:cNvSpPr txBox="1"/>
          <p:nvPr/>
        </p:nvSpPr>
        <p:spPr>
          <a:xfrm>
            <a:off x="733830" y="5393559"/>
            <a:ext cx="410369" cy="123111"/>
          </a:xfrm>
          <a:prstGeom prst="rect">
            <a:avLst/>
          </a:prstGeom>
          <a:noFill/>
        </p:spPr>
        <p:txBody>
          <a:bodyPr wrap="none" lIns="0" tIns="0" rIns="0" bIns="0" rtlCol="0">
            <a:spAutoFit/>
          </a:bodyPr>
          <a:lstStyle/>
          <a:p>
            <a:r>
              <a:rPr lang="zh-CN" altLang="en-US" sz="800" b="1" dirty="0">
                <a:solidFill>
                  <a:schemeClr val="accent2"/>
                </a:solidFill>
              </a:rPr>
              <a:t>终端展示</a:t>
            </a:r>
          </a:p>
        </p:txBody>
      </p:sp>
      <p:sp>
        <p:nvSpPr>
          <p:cNvPr id="1198" name="文本框 1197">
            <a:extLst>
              <a:ext uri="{FF2B5EF4-FFF2-40B4-BE49-F238E27FC236}">
                <a16:creationId xmlns:a16="http://schemas.microsoft.com/office/drawing/2014/main" id="{3846C9C0-42F9-052D-A902-645AEA516C44}"/>
              </a:ext>
            </a:extLst>
          </p:cNvPr>
          <p:cNvSpPr txBox="1"/>
          <p:nvPr/>
        </p:nvSpPr>
        <p:spPr>
          <a:xfrm>
            <a:off x="628524" y="5530192"/>
            <a:ext cx="1275990" cy="126381"/>
          </a:xfrm>
          <a:prstGeom prst="rect">
            <a:avLst/>
          </a:prstGeom>
          <a:noFill/>
        </p:spPr>
        <p:txBody>
          <a:bodyPr wrap="none" lIns="0" tIns="0" rIns="0" bIns="0" rtlCol="0">
            <a:spAutoFit/>
          </a:bodyPr>
          <a:lstStyle/>
          <a:p>
            <a:pPr indent="-108000">
              <a:lnSpc>
                <a:spcPct val="130000"/>
              </a:lnSpc>
              <a:buFont typeface="Arial" panose="020B0604020202020204" pitchFamily="34" charset="0"/>
              <a:buChar char="•"/>
            </a:pPr>
            <a:r>
              <a:rPr lang="zh-CN" altLang="en-US" sz="700" dirty="0">
                <a:solidFill>
                  <a:schemeClr val="bg1"/>
                </a:solidFill>
              </a:rPr>
              <a:t>满足企业不同的数据展示场景</a:t>
            </a:r>
          </a:p>
        </p:txBody>
      </p:sp>
      <p:sp>
        <p:nvSpPr>
          <p:cNvPr id="1204" name="矩形: 圆角 1203">
            <a:extLst>
              <a:ext uri="{FF2B5EF4-FFF2-40B4-BE49-F238E27FC236}">
                <a16:creationId xmlns:a16="http://schemas.microsoft.com/office/drawing/2014/main" id="{1E7366FF-9BAD-1AEE-CA35-6406A80F4BCA}"/>
              </a:ext>
            </a:extLst>
          </p:cNvPr>
          <p:cNvSpPr/>
          <p:nvPr/>
        </p:nvSpPr>
        <p:spPr>
          <a:xfrm>
            <a:off x="9790524" y="3261130"/>
            <a:ext cx="1375089" cy="252205"/>
          </a:xfrm>
          <a:prstGeom prst="roundRect">
            <a:avLst>
              <a:gd name="adj" fmla="val 50000"/>
            </a:avLst>
          </a:prstGeom>
          <a:gradFill>
            <a:gsLst>
              <a:gs pos="0">
                <a:schemeClr val="accent2">
                  <a:alpha val="50000"/>
                </a:schemeClr>
              </a:gs>
              <a:gs pos="100000">
                <a:schemeClr val="accent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5" name="椭圆 1204">
            <a:extLst>
              <a:ext uri="{FF2B5EF4-FFF2-40B4-BE49-F238E27FC236}">
                <a16:creationId xmlns:a16="http://schemas.microsoft.com/office/drawing/2014/main" id="{3558DD4B-D496-7BF7-BC1D-410FD1283A82}"/>
              </a:ext>
            </a:extLst>
          </p:cNvPr>
          <p:cNvSpPr/>
          <p:nvPr/>
        </p:nvSpPr>
        <p:spPr>
          <a:xfrm>
            <a:off x="9837613" y="3288799"/>
            <a:ext cx="196867" cy="19686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6" name="文本框 1205">
            <a:extLst>
              <a:ext uri="{FF2B5EF4-FFF2-40B4-BE49-F238E27FC236}">
                <a16:creationId xmlns:a16="http://schemas.microsoft.com/office/drawing/2014/main" id="{04800EF1-56D4-52FE-97D0-0EA50959A651}"/>
              </a:ext>
            </a:extLst>
          </p:cNvPr>
          <p:cNvSpPr txBox="1"/>
          <p:nvPr/>
        </p:nvSpPr>
        <p:spPr>
          <a:xfrm>
            <a:off x="10093776" y="3315968"/>
            <a:ext cx="751809" cy="161583"/>
          </a:xfrm>
          <a:prstGeom prst="rect">
            <a:avLst/>
          </a:prstGeom>
          <a:noFill/>
        </p:spPr>
        <p:txBody>
          <a:bodyPr wrap="none" lIns="0" tIns="0" rIns="0" bIns="0" rtlCol="0">
            <a:spAutoFit/>
          </a:bodyPr>
          <a:lstStyle/>
          <a:p>
            <a:r>
              <a:rPr lang="en-US" altLang="zh-CN" sz="1050" b="1" dirty="0">
                <a:solidFill>
                  <a:schemeClr val="accent2"/>
                </a:solidFill>
                <a:latin typeface="+mn-ea"/>
              </a:rPr>
              <a:t>3</a:t>
            </a:r>
            <a:r>
              <a:rPr lang="zh-CN" altLang="en-US" sz="1050" b="1" dirty="0">
                <a:solidFill>
                  <a:schemeClr val="accent2"/>
                </a:solidFill>
                <a:latin typeface="+mn-ea"/>
              </a:rPr>
              <a:t>大服务体系</a:t>
            </a:r>
          </a:p>
        </p:txBody>
      </p:sp>
      <p:sp>
        <p:nvSpPr>
          <p:cNvPr id="1209" name="文本框 1208">
            <a:extLst>
              <a:ext uri="{FF2B5EF4-FFF2-40B4-BE49-F238E27FC236}">
                <a16:creationId xmlns:a16="http://schemas.microsoft.com/office/drawing/2014/main" id="{898A7D26-27BF-3AA4-F823-2EFFD7DA93FC}"/>
              </a:ext>
            </a:extLst>
          </p:cNvPr>
          <p:cNvSpPr txBox="1"/>
          <p:nvPr/>
        </p:nvSpPr>
        <p:spPr>
          <a:xfrm>
            <a:off x="9663093" y="2457396"/>
            <a:ext cx="1713541" cy="635367"/>
          </a:xfrm>
          <a:prstGeom prst="rect">
            <a:avLst/>
          </a:prstGeom>
          <a:noFill/>
        </p:spPr>
        <p:txBody>
          <a:bodyPr wrap="square" lIns="0" tIns="0" rIns="0" bIns="0" rtlCol="0">
            <a:spAutoFit/>
          </a:bodyPr>
          <a:lstStyle/>
          <a:p>
            <a:pPr marL="180000" indent="-108000">
              <a:lnSpc>
                <a:spcPct val="120000"/>
              </a:lnSpc>
              <a:buFont typeface="Arial" panose="020B0604020202020204" pitchFamily="34" charset="0"/>
              <a:buChar char="•"/>
            </a:pPr>
            <a:r>
              <a:rPr lang="zh-CN" altLang="en-US" sz="700" dirty="0">
                <a:solidFill>
                  <a:schemeClr val="bg1"/>
                </a:solidFill>
              </a:rPr>
              <a:t>覆盖制造、金融、国资央企、消费零售、物流交通、电力水务、建筑地产、医药健康、医疗卫生、高校教育等</a:t>
            </a:r>
            <a:r>
              <a:rPr lang="en-US" altLang="zh-CN" sz="700" dirty="0">
                <a:solidFill>
                  <a:schemeClr val="bg1"/>
                </a:solidFill>
              </a:rPr>
              <a:t>10</a:t>
            </a:r>
            <a:r>
              <a:rPr lang="zh-CN" altLang="en-US" sz="700" dirty="0">
                <a:solidFill>
                  <a:schemeClr val="bg1"/>
                </a:solidFill>
              </a:rPr>
              <a:t>大行业，</a:t>
            </a:r>
            <a:r>
              <a:rPr lang="en-US" altLang="zh-CN" sz="700" dirty="0">
                <a:solidFill>
                  <a:schemeClr val="bg1"/>
                </a:solidFill>
              </a:rPr>
              <a:t>24</a:t>
            </a:r>
            <a:r>
              <a:rPr lang="zh-CN" altLang="en-US" sz="700" dirty="0">
                <a:solidFill>
                  <a:schemeClr val="bg1"/>
                </a:solidFill>
              </a:rPr>
              <a:t>个细分行业解决方案</a:t>
            </a:r>
          </a:p>
          <a:p>
            <a:pPr marL="180000" indent="-108000">
              <a:lnSpc>
                <a:spcPct val="120000"/>
              </a:lnSpc>
              <a:buFont typeface="Arial" panose="020B0604020202020204" pitchFamily="34" charset="0"/>
              <a:buChar char="•"/>
            </a:pPr>
            <a:r>
              <a:rPr lang="zh-CN" altLang="en-US" sz="700" dirty="0">
                <a:solidFill>
                  <a:schemeClr val="bg1"/>
                </a:solidFill>
              </a:rPr>
              <a:t>安全可信的国产化信创适配</a:t>
            </a:r>
          </a:p>
        </p:txBody>
      </p:sp>
      <p:sp>
        <p:nvSpPr>
          <p:cNvPr id="1213" name="文本框 1212">
            <a:extLst>
              <a:ext uri="{FF2B5EF4-FFF2-40B4-BE49-F238E27FC236}">
                <a16:creationId xmlns:a16="http://schemas.microsoft.com/office/drawing/2014/main" id="{3DFA1DF4-429B-B10E-5727-0E6370E1BFAE}"/>
              </a:ext>
            </a:extLst>
          </p:cNvPr>
          <p:cNvSpPr txBox="1"/>
          <p:nvPr/>
        </p:nvSpPr>
        <p:spPr>
          <a:xfrm>
            <a:off x="9830797" y="3632397"/>
            <a:ext cx="613192" cy="123111"/>
          </a:xfrm>
          <a:prstGeom prst="rect">
            <a:avLst/>
          </a:prstGeom>
          <a:noFill/>
        </p:spPr>
        <p:txBody>
          <a:bodyPr wrap="square" lIns="0" tIns="0" rIns="0" bIns="0" rtlCol="0">
            <a:spAutoFit/>
          </a:bodyPr>
          <a:lstStyle/>
          <a:p>
            <a:r>
              <a:rPr lang="zh-CN" altLang="en-US" sz="800" b="1" dirty="0">
                <a:solidFill>
                  <a:schemeClr val="accent2"/>
                </a:solidFill>
              </a:rPr>
              <a:t>专业服务态度</a:t>
            </a:r>
          </a:p>
        </p:txBody>
      </p:sp>
      <p:sp>
        <p:nvSpPr>
          <p:cNvPr id="1214" name="文本框 1213">
            <a:extLst>
              <a:ext uri="{FF2B5EF4-FFF2-40B4-BE49-F238E27FC236}">
                <a16:creationId xmlns:a16="http://schemas.microsoft.com/office/drawing/2014/main" id="{C742EBDC-CBCF-D8A1-8B95-BFAC0D7C5566}"/>
              </a:ext>
            </a:extLst>
          </p:cNvPr>
          <p:cNvSpPr txBox="1"/>
          <p:nvPr/>
        </p:nvSpPr>
        <p:spPr>
          <a:xfrm>
            <a:off x="9726440" y="3769030"/>
            <a:ext cx="1924079" cy="247568"/>
          </a:xfrm>
          <a:prstGeom prst="rect">
            <a:avLst/>
          </a:prstGeom>
          <a:noFill/>
        </p:spPr>
        <p:txBody>
          <a:bodyPr wrap="square" lIns="0" tIns="0" rIns="0" bIns="0" rtlCol="0">
            <a:spAutoFit/>
          </a:bodyPr>
          <a:lstStyle/>
          <a:p>
            <a:pPr indent="-108000">
              <a:lnSpc>
                <a:spcPct val="120000"/>
              </a:lnSpc>
              <a:buFont typeface="Arial" panose="020B0604020202020204" pitchFamily="34" charset="0"/>
              <a:buChar char="•"/>
            </a:pPr>
            <a:r>
              <a:rPr lang="zh-CN" altLang="en-US" sz="700" dirty="0">
                <a:solidFill>
                  <a:schemeClr val="bg1"/>
                </a:solidFill>
              </a:rPr>
              <a:t>累计服务</a:t>
            </a:r>
            <a:r>
              <a:rPr lang="en-US" altLang="zh-CN" sz="700" dirty="0">
                <a:solidFill>
                  <a:schemeClr val="bg1"/>
                </a:solidFill>
              </a:rPr>
              <a:t>4500+</a:t>
            </a:r>
            <a:r>
              <a:rPr lang="zh-CN" altLang="en-US" sz="700" dirty="0">
                <a:solidFill>
                  <a:schemeClr val="bg1"/>
                </a:solidFill>
              </a:rPr>
              <a:t>客户，</a:t>
            </a:r>
            <a:r>
              <a:rPr lang="en-US" altLang="zh-CN" sz="700" dirty="0">
                <a:solidFill>
                  <a:schemeClr val="bg1"/>
                </a:solidFill>
              </a:rPr>
              <a:t>92000</a:t>
            </a:r>
            <a:r>
              <a:rPr lang="zh-CN" altLang="en-US" sz="700" dirty="0">
                <a:solidFill>
                  <a:schemeClr val="bg1"/>
                </a:solidFill>
              </a:rPr>
              <a:t>个信息化项目</a:t>
            </a:r>
          </a:p>
          <a:p>
            <a:pPr indent="-108000">
              <a:lnSpc>
                <a:spcPct val="120000"/>
              </a:lnSpc>
              <a:buFont typeface="Arial" panose="020B0604020202020204" pitchFamily="34" charset="0"/>
              <a:buChar char="•"/>
            </a:pPr>
            <a:r>
              <a:rPr lang="zh-CN" altLang="en-US" sz="700" dirty="0">
                <a:solidFill>
                  <a:schemeClr val="bg1"/>
                </a:solidFill>
              </a:rPr>
              <a:t>本地化服务，全国省份</a:t>
            </a:r>
            <a:r>
              <a:rPr lang="en-US" altLang="zh-CN" sz="700" dirty="0">
                <a:solidFill>
                  <a:schemeClr val="bg1"/>
                </a:solidFill>
              </a:rPr>
              <a:t>100%</a:t>
            </a:r>
            <a:r>
              <a:rPr lang="zh-CN" altLang="en-US" sz="700" dirty="0">
                <a:solidFill>
                  <a:schemeClr val="bg1"/>
                </a:solidFill>
              </a:rPr>
              <a:t>覆盖</a:t>
            </a:r>
          </a:p>
        </p:txBody>
      </p:sp>
      <p:grpSp>
        <p:nvGrpSpPr>
          <p:cNvPr id="1231" name="组合 1230">
            <a:extLst>
              <a:ext uri="{FF2B5EF4-FFF2-40B4-BE49-F238E27FC236}">
                <a16:creationId xmlns:a16="http://schemas.microsoft.com/office/drawing/2014/main" id="{D20636B9-2962-52B4-FBA5-F10AD21F40A5}"/>
              </a:ext>
            </a:extLst>
          </p:cNvPr>
          <p:cNvGrpSpPr/>
          <p:nvPr/>
        </p:nvGrpSpPr>
        <p:grpSpPr>
          <a:xfrm>
            <a:off x="9790524" y="2141184"/>
            <a:ext cx="1402912" cy="252205"/>
            <a:chOff x="10533240" y="2448668"/>
            <a:chExt cx="1402912" cy="252205"/>
          </a:xfrm>
        </p:grpSpPr>
        <p:sp>
          <p:nvSpPr>
            <p:cNvPr id="1200" name="矩形: 圆角 1199">
              <a:extLst>
                <a:ext uri="{FF2B5EF4-FFF2-40B4-BE49-F238E27FC236}">
                  <a16:creationId xmlns:a16="http://schemas.microsoft.com/office/drawing/2014/main" id="{6C289309-7D6F-CB8F-005C-A29A39BEDE1A}"/>
                </a:ext>
              </a:extLst>
            </p:cNvPr>
            <p:cNvSpPr/>
            <p:nvPr/>
          </p:nvSpPr>
          <p:spPr>
            <a:xfrm>
              <a:off x="10533240" y="2448668"/>
              <a:ext cx="1375089" cy="252205"/>
            </a:xfrm>
            <a:prstGeom prst="roundRect">
              <a:avLst>
                <a:gd name="adj" fmla="val 50000"/>
              </a:avLst>
            </a:prstGeom>
            <a:gradFill>
              <a:gsLst>
                <a:gs pos="0">
                  <a:schemeClr val="accent2">
                    <a:alpha val="50000"/>
                  </a:schemeClr>
                </a:gs>
                <a:gs pos="100000">
                  <a:schemeClr val="accent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mn-ea"/>
              </a:endParaRPr>
            </a:p>
          </p:txBody>
        </p:sp>
        <p:sp>
          <p:nvSpPr>
            <p:cNvPr id="1201" name="椭圆 1200">
              <a:extLst>
                <a:ext uri="{FF2B5EF4-FFF2-40B4-BE49-F238E27FC236}">
                  <a16:creationId xmlns:a16="http://schemas.microsoft.com/office/drawing/2014/main" id="{43725E78-941A-D3B0-FD41-E561567B15BD}"/>
                </a:ext>
              </a:extLst>
            </p:cNvPr>
            <p:cNvSpPr/>
            <p:nvPr/>
          </p:nvSpPr>
          <p:spPr>
            <a:xfrm>
              <a:off x="10580329" y="2476337"/>
              <a:ext cx="196867" cy="19686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mn-ea"/>
              </a:endParaRPr>
            </a:p>
          </p:txBody>
        </p:sp>
        <p:sp>
          <p:nvSpPr>
            <p:cNvPr id="1202" name="文本框 1201">
              <a:extLst>
                <a:ext uri="{FF2B5EF4-FFF2-40B4-BE49-F238E27FC236}">
                  <a16:creationId xmlns:a16="http://schemas.microsoft.com/office/drawing/2014/main" id="{B9FA6F2D-7200-6ADD-A7FE-0B7F6F5CFA70}"/>
                </a:ext>
              </a:extLst>
            </p:cNvPr>
            <p:cNvSpPr txBox="1"/>
            <p:nvPr/>
          </p:nvSpPr>
          <p:spPr>
            <a:xfrm>
              <a:off x="10836492" y="2503506"/>
              <a:ext cx="1099660" cy="161583"/>
            </a:xfrm>
            <a:prstGeom prst="rect">
              <a:avLst/>
            </a:prstGeom>
            <a:noFill/>
          </p:spPr>
          <p:txBody>
            <a:bodyPr wrap="none" lIns="0" tIns="0" rIns="0" bIns="0" rtlCol="0">
              <a:spAutoFit/>
            </a:bodyPr>
            <a:lstStyle/>
            <a:p>
              <a:r>
                <a:rPr lang="en-US" altLang="zh-CN" sz="1050" b="1" dirty="0">
                  <a:solidFill>
                    <a:schemeClr val="accent2"/>
                  </a:solidFill>
                  <a:latin typeface="+mn-ea"/>
                </a:rPr>
                <a:t>10</a:t>
              </a:r>
              <a:r>
                <a:rPr lang="zh-CN" altLang="en-US" sz="1050" b="1" dirty="0">
                  <a:solidFill>
                    <a:schemeClr val="accent2"/>
                  </a:solidFill>
                  <a:latin typeface="+mn-ea"/>
                </a:rPr>
                <a:t>大行业解决方案</a:t>
              </a:r>
            </a:p>
          </p:txBody>
        </p:sp>
        <p:sp>
          <p:nvSpPr>
            <p:cNvPr id="1223" name="任意多边形: 形状 1222">
              <a:extLst>
                <a:ext uri="{FF2B5EF4-FFF2-40B4-BE49-F238E27FC236}">
                  <a16:creationId xmlns:a16="http://schemas.microsoft.com/office/drawing/2014/main" id="{BE371512-DE08-7588-C2CE-C010BDC64EA9}"/>
                </a:ext>
              </a:extLst>
            </p:cNvPr>
            <p:cNvSpPr/>
            <p:nvPr/>
          </p:nvSpPr>
          <p:spPr>
            <a:xfrm>
              <a:off x="10634170" y="2533888"/>
              <a:ext cx="89192" cy="81765"/>
            </a:xfrm>
            <a:custGeom>
              <a:avLst/>
              <a:gdLst>
                <a:gd name="connsiteX0" fmla="*/ 83988 w 89192"/>
                <a:gd name="connsiteY0" fmla="*/ 58099 h 81765"/>
                <a:gd name="connsiteX1" fmla="*/ 88915 w 89192"/>
                <a:gd name="connsiteY1" fmla="*/ 60175 h 81765"/>
                <a:gd name="connsiteX2" fmla="*/ 86839 w 89192"/>
                <a:gd name="connsiteY2" fmla="*/ 65102 h 81765"/>
                <a:gd name="connsiteX3" fmla="*/ 47027 w 89192"/>
                <a:gd name="connsiteY3" fmla="*/ 81294 h 81765"/>
                <a:gd name="connsiteX4" fmla="*/ 44656 w 89192"/>
                <a:gd name="connsiteY4" fmla="*/ 81765 h 81765"/>
                <a:gd name="connsiteX5" fmla="*/ 42303 w 89192"/>
                <a:gd name="connsiteY5" fmla="*/ 81304 h 81765"/>
                <a:gd name="connsiteX6" fmla="*/ 2556 w 89192"/>
                <a:gd name="connsiteY6" fmla="*/ 65259 h 81765"/>
                <a:gd name="connsiteX7" fmla="*/ 471 w 89192"/>
                <a:gd name="connsiteY7" fmla="*/ 60341 h 81765"/>
                <a:gd name="connsiteX8" fmla="*/ 5389 w 89192"/>
                <a:gd name="connsiteY8" fmla="*/ 58247 h 81765"/>
                <a:gd name="connsiteX9" fmla="*/ 44656 w 89192"/>
                <a:gd name="connsiteY9" fmla="*/ 74098 h 81765"/>
                <a:gd name="connsiteX10" fmla="*/ 83794 w 89192"/>
                <a:gd name="connsiteY10" fmla="*/ 36029 h 81765"/>
                <a:gd name="connsiteX11" fmla="*/ 88721 w 89192"/>
                <a:gd name="connsiteY11" fmla="*/ 38105 h 81765"/>
                <a:gd name="connsiteX12" fmla="*/ 86645 w 89192"/>
                <a:gd name="connsiteY12" fmla="*/ 43032 h 81765"/>
                <a:gd name="connsiteX13" fmla="*/ 46833 w 89192"/>
                <a:gd name="connsiteY13" fmla="*/ 59215 h 81765"/>
                <a:gd name="connsiteX14" fmla="*/ 44453 w 89192"/>
                <a:gd name="connsiteY14" fmla="*/ 59676 h 81765"/>
                <a:gd name="connsiteX15" fmla="*/ 42100 w 89192"/>
                <a:gd name="connsiteY15" fmla="*/ 59215 h 81765"/>
                <a:gd name="connsiteX16" fmla="*/ 2362 w 89192"/>
                <a:gd name="connsiteY16" fmla="*/ 43180 h 81765"/>
                <a:gd name="connsiteX17" fmla="*/ 277 w 89192"/>
                <a:gd name="connsiteY17" fmla="*/ 38262 h 81765"/>
                <a:gd name="connsiteX18" fmla="*/ 5195 w 89192"/>
                <a:gd name="connsiteY18" fmla="*/ 36177 h 81765"/>
                <a:gd name="connsiteX19" fmla="*/ 44462 w 89192"/>
                <a:gd name="connsiteY19" fmla="*/ 52028 h 81765"/>
                <a:gd name="connsiteX20" fmla="*/ 44573 w 89192"/>
                <a:gd name="connsiteY20" fmla="*/ 7953 h 81765"/>
                <a:gd name="connsiteX21" fmla="*/ 15519 w 89192"/>
                <a:gd name="connsiteY21" fmla="*/ 19772 h 81765"/>
                <a:gd name="connsiteX22" fmla="*/ 44480 w 89192"/>
                <a:gd name="connsiteY22" fmla="*/ 31462 h 81765"/>
                <a:gd name="connsiteX23" fmla="*/ 73534 w 89192"/>
                <a:gd name="connsiteY23" fmla="*/ 19643 h 81765"/>
                <a:gd name="connsiteX24" fmla="*/ 44573 w 89192"/>
                <a:gd name="connsiteY24" fmla="*/ 0 h 81765"/>
                <a:gd name="connsiteX25" fmla="*/ 45551 w 89192"/>
                <a:gd name="connsiteY25" fmla="*/ 194 h 81765"/>
                <a:gd name="connsiteX26" fmla="*/ 87125 w 89192"/>
                <a:gd name="connsiteY26" fmla="*/ 16977 h 81765"/>
                <a:gd name="connsiteX27" fmla="*/ 87116 w 89192"/>
                <a:gd name="connsiteY27" fmla="*/ 22282 h 81765"/>
                <a:gd name="connsiteX28" fmla="*/ 45486 w 89192"/>
                <a:gd name="connsiteY28" fmla="*/ 39221 h 81765"/>
                <a:gd name="connsiteX29" fmla="*/ 44490 w 89192"/>
                <a:gd name="connsiteY29" fmla="*/ 39415 h 81765"/>
                <a:gd name="connsiteX30" fmla="*/ 43502 w 89192"/>
                <a:gd name="connsiteY30" fmla="*/ 39221 h 81765"/>
                <a:gd name="connsiteX31" fmla="*/ 1938 w 89192"/>
                <a:gd name="connsiteY31" fmla="*/ 22439 h 81765"/>
                <a:gd name="connsiteX32" fmla="*/ 1947 w 89192"/>
                <a:gd name="connsiteY32" fmla="*/ 17133 h 81765"/>
                <a:gd name="connsiteX33" fmla="*/ 43576 w 89192"/>
                <a:gd name="connsiteY33" fmla="*/ 194 h 81765"/>
                <a:gd name="connsiteX34" fmla="*/ 44573 w 89192"/>
                <a:gd name="connsiteY34" fmla="*/ 0 h 81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9192" h="81765">
                  <a:moveTo>
                    <a:pt x="83988" y="58099"/>
                  </a:moveTo>
                  <a:cubicBezTo>
                    <a:pt x="85916" y="57315"/>
                    <a:pt x="88121" y="58238"/>
                    <a:pt x="88915" y="60175"/>
                  </a:cubicBezTo>
                  <a:cubicBezTo>
                    <a:pt x="89699" y="62113"/>
                    <a:pt x="88767" y="64309"/>
                    <a:pt x="86839" y="65102"/>
                  </a:cubicBezTo>
                  <a:lnTo>
                    <a:pt x="47027" y="81294"/>
                  </a:lnTo>
                  <a:cubicBezTo>
                    <a:pt x="46271" y="81608"/>
                    <a:pt x="45459" y="81765"/>
                    <a:pt x="44656" y="81765"/>
                  </a:cubicBezTo>
                  <a:cubicBezTo>
                    <a:pt x="43853" y="81765"/>
                    <a:pt x="43060" y="81608"/>
                    <a:pt x="42303" y="81304"/>
                  </a:cubicBezTo>
                  <a:lnTo>
                    <a:pt x="2556" y="65259"/>
                  </a:lnTo>
                  <a:cubicBezTo>
                    <a:pt x="619" y="64475"/>
                    <a:pt x="-313" y="62279"/>
                    <a:pt x="471" y="60341"/>
                  </a:cubicBezTo>
                  <a:cubicBezTo>
                    <a:pt x="1255" y="58404"/>
                    <a:pt x="3460" y="57472"/>
                    <a:pt x="5389" y="58247"/>
                  </a:cubicBezTo>
                  <a:lnTo>
                    <a:pt x="44656" y="74098"/>
                  </a:lnTo>
                  <a:close/>
                  <a:moveTo>
                    <a:pt x="83794" y="36029"/>
                  </a:moveTo>
                  <a:cubicBezTo>
                    <a:pt x="85722" y="35236"/>
                    <a:pt x="87927" y="36168"/>
                    <a:pt x="88721" y="38105"/>
                  </a:cubicBezTo>
                  <a:cubicBezTo>
                    <a:pt x="89505" y="40043"/>
                    <a:pt x="88582" y="42248"/>
                    <a:pt x="86645" y="43032"/>
                  </a:cubicBezTo>
                  <a:lnTo>
                    <a:pt x="46833" y="59215"/>
                  </a:lnTo>
                  <a:cubicBezTo>
                    <a:pt x="46067" y="59519"/>
                    <a:pt x="45265" y="59676"/>
                    <a:pt x="44453" y="59676"/>
                  </a:cubicBezTo>
                  <a:cubicBezTo>
                    <a:pt x="43659" y="59676"/>
                    <a:pt x="42857" y="59519"/>
                    <a:pt x="42100" y="59215"/>
                  </a:cubicBezTo>
                  <a:lnTo>
                    <a:pt x="2362" y="43180"/>
                  </a:lnTo>
                  <a:cubicBezTo>
                    <a:pt x="425" y="42395"/>
                    <a:pt x="-507" y="40199"/>
                    <a:pt x="277" y="38262"/>
                  </a:cubicBezTo>
                  <a:cubicBezTo>
                    <a:pt x="1061" y="36324"/>
                    <a:pt x="3266" y="35393"/>
                    <a:pt x="5195" y="36177"/>
                  </a:cubicBezTo>
                  <a:lnTo>
                    <a:pt x="44462" y="52028"/>
                  </a:lnTo>
                  <a:close/>
                  <a:moveTo>
                    <a:pt x="44573" y="7953"/>
                  </a:moveTo>
                  <a:lnTo>
                    <a:pt x="15519" y="19772"/>
                  </a:lnTo>
                  <a:lnTo>
                    <a:pt x="44480" y="31462"/>
                  </a:lnTo>
                  <a:lnTo>
                    <a:pt x="73534" y="19643"/>
                  </a:lnTo>
                  <a:close/>
                  <a:moveTo>
                    <a:pt x="44573" y="0"/>
                  </a:moveTo>
                  <a:cubicBezTo>
                    <a:pt x="44905" y="0"/>
                    <a:pt x="45237" y="65"/>
                    <a:pt x="45551" y="194"/>
                  </a:cubicBezTo>
                  <a:lnTo>
                    <a:pt x="87125" y="16977"/>
                  </a:lnTo>
                  <a:cubicBezTo>
                    <a:pt x="89441" y="17918"/>
                    <a:pt x="89441" y="21341"/>
                    <a:pt x="87116" y="22282"/>
                  </a:cubicBezTo>
                  <a:lnTo>
                    <a:pt x="45486" y="39221"/>
                  </a:lnTo>
                  <a:cubicBezTo>
                    <a:pt x="45163" y="39350"/>
                    <a:pt x="44831" y="39415"/>
                    <a:pt x="44490" y="39415"/>
                  </a:cubicBezTo>
                  <a:cubicBezTo>
                    <a:pt x="44148" y="39415"/>
                    <a:pt x="43816" y="39350"/>
                    <a:pt x="43502" y="39221"/>
                  </a:cubicBezTo>
                  <a:lnTo>
                    <a:pt x="1938" y="22439"/>
                  </a:lnTo>
                  <a:cubicBezTo>
                    <a:pt x="-378" y="21497"/>
                    <a:pt x="-378" y="18074"/>
                    <a:pt x="1947" y="17133"/>
                  </a:cubicBezTo>
                  <a:lnTo>
                    <a:pt x="43576" y="194"/>
                  </a:lnTo>
                  <a:cubicBezTo>
                    <a:pt x="43899" y="65"/>
                    <a:pt x="44231" y="0"/>
                    <a:pt x="44573" y="0"/>
                  </a:cubicBezTo>
                  <a:close/>
                </a:path>
              </a:pathLst>
            </a:custGeom>
            <a:solidFill>
              <a:schemeClr val="tx1"/>
            </a:solidFill>
            <a:ln w="84" cap="flat">
              <a:noFill/>
              <a:prstDash val="solid"/>
              <a:miter/>
            </a:ln>
          </p:spPr>
          <p:txBody>
            <a:bodyPr rtlCol="0" anchor="ctr"/>
            <a:lstStyle/>
            <a:p>
              <a:endParaRPr lang="zh-CN" altLang="en-US" b="1">
                <a:latin typeface="+mn-ea"/>
              </a:endParaRPr>
            </a:p>
          </p:txBody>
        </p:sp>
      </p:grpSp>
      <p:sp>
        <p:nvSpPr>
          <p:cNvPr id="1226" name="图形 1224">
            <a:extLst>
              <a:ext uri="{FF2B5EF4-FFF2-40B4-BE49-F238E27FC236}">
                <a16:creationId xmlns:a16="http://schemas.microsoft.com/office/drawing/2014/main" id="{9E24B90D-BE59-7427-A312-31842A20DD87}"/>
              </a:ext>
            </a:extLst>
          </p:cNvPr>
          <p:cNvSpPr/>
          <p:nvPr/>
        </p:nvSpPr>
        <p:spPr>
          <a:xfrm>
            <a:off x="9882422" y="3339863"/>
            <a:ext cx="105634" cy="94739"/>
          </a:xfrm>
          <a:custGeom>
            <a:avLst/>
            <a:gdLst>
              <a:gd name="connsiteX0" fmla="*/ 103218 w 105634"/>
              <a:gd name="connsiteY0" fmla="*/ 21068 h 94739"/>
              <a:gd name="connsiteX1" fmla="*/ 95745 w 105634"/>
              <a:gd name="connsiteY1" fmla="*/ 9840 h 94739"/>
              <a:gd name="connsiteX2" fmla="*/ 72241 w 105634"/>
              <a:gd name="connsiteY2" fmla="*/ 176 h 94739"/>
              <a:gd name="connsiteX3" fmla="*/ 52776 w 105634"/>
              <a:gd name="connsiteY3" fmla="*/ 6348 h 94739"/>
              <a:gd name="connsiteX4" fmla="*/ 33232 w 105634"/>
              <a:gd name="connsiteY4" fmla="*/ 0 h 94739"/>
              <a:gd name="connsiteX5" fmla="*/ 9708 w 105634"/>
              <a:gd name="connsiteY5" fmla="*/ 9875 h 94739"/>
              <a:gd name="connsiteX6" fmla="*/ 2394 w 105634"/>
              <a:gd name="connsiteY6" fmla="*/ 21078 h 94739"/>
              <a:gd name="connsiteX7" fmla="*/ 0 w 105634"/>
              <a:gd name="connsiteY7" fmla="*/ 33801 h 94739"/>
              <a:gd name="connsiteX8" fmla="*/ 2466 w 105634"/>
              <a:gd name="connsiteY8" fmla="*/ 46304 h 94739"/>
              <a:gd name="connsiteX9" fmla="*/ 9723 w 105634"/>
              <a:gd name="connsiteY9" fmla="*/ 57212 h 94739"/>
              <a:gd name="connsiteX10" fmla="*/ 43044 w 105634"/>
              <a:gd name="connsiteY10" fmla="*/ 90753 h 94739"/>
              <a:gd name="connsiteX11" fmla="*/ 52627 w 105634"/>
              <a:gd name="connsiteY11" fmla="*/ 94739 h 94739"/>
              <a:gd name="connsiteX12" fmla="*/ 62212 w 105634"/>
              <a:gd name="connsiteY12" fmla="*/ 90752 h 94739"/>
              <a:gd name="connsiteX13" fmla="*/ 95497 w 105634"/>
              <a:gd name="connsiteY13" fmla="*/ 57247 h 94739"/>
              <a:gd name="connsiteX14" fmla="*/ 103020 w 105634"/>
              <a:gd name="connsiteY14" fmla="*/ 46386 h 94739"/>
              <a:gd name="connsiteX15" fmla="*/ 105632 w 105634"/>
              <a:gd name="connsiteY15" fmla="*/ 33854 h 94739"/>
              <a:gd name="connsiteX16" fmla="*/ 103218 w 105634"/>
              <a:gd name="connsiteY16" fmla="*/ 21068 h 94739"/>
              <a:gd name="connsiteX17" fmla="*/ 89287 w 105634"/>
              <a:gd name="connsiteY17" fmla="*/ 50651 h 94739"/>
              <a:gd name="connsiteX18" fmla="*/ 89179 w 105634"/>
              <a:gd name="connsiteY18" fmla="*/ 50758 h 94739"/>
              <a:gd name="connsiteX19" fmla="*/ 55869 w 105634"/>
              <a:gd name="connsiteY19" fmla="*/ 84288 h 94739"/>
              <a:gd name="connsiteX20" fmla="*/ 55858 w 105634"/>
              <a:gd name="connsiteY20" fmla="*/ 84299 h 94739"/>
              <a:gd name="connsiteX21" fmla="*/ 52627 w 105634"/>
              <a:gd name="connsiteY21" fmla="*/ 85622 h 94739"/>
              <a:gd name="connsiteX22" fmla="*/ 49397 w 105634"/>
              <a:gd name="connsiteY22" fmla="*/ 84300 h 94739"/>
              <a:gd name="connsiteX23" fmla="*/ 49385 w 105634"/>
              <a:gd name="connsiteY23" fmla="*/ 84287 h 94739"/>
              <a:gd name="connsiteX24" fmla="*/ 16068 w 105634"/>
              <a:gd name="connsiteY24" fmla="*/ 50750 h 94739"/>
              <a:gd name="connsiteX25" fmla="*/ 16034 w 105634"/>
              <a:gd name="connsiteY25" fmla="*/ 50716 h 94739"/>
              <a:gd name="connsiteX26" fmla="*/ 8995 w 105634"/>
              <a:gd name="connsiteY26" fmla="*/ 33753 h 94739"/>
              <a:gd name="connsiteX27" fmla="*/ 16067 w 105634"/>
              <a:gd name="connsiteY27" fmla="*/ 16322 h 94739"/>
              <a:gd name="connsiteX28" fmla="*/ 33232 w 105634"/>
              <a:gd name="connsiteY28" fmla="*/ 9117 h 94739"/>
              <a:gd name="connsiteX29" fmla="*/ 49739 w 105634"/>
              <a:gd name="connsiteY29" fmla="*/ 15546 h 94739"/>
              <a:gd name="connsiteX30" fmla="*/ 52709 w 105634"/>
              <a:gd name="connsiteY30" fmla="*/ 18250 h 94739"/>
              <a:gd name="connsiteX31" fmla="*/ 55710 w 105634"/>
              <a:gd name="connsiteY31" fmla="*/ 15581 h 94739"/>
              <a:gd name="connsiteX32" fmla="*/ 72241 w 105634"/>
              <a:gd name="connsiteY32" fmla="*/ 9294 h 94739"/>
              <a:gd name="connsiteX33" fmla="*/ 89452 w 105634"/>
              <a:gd name="connsiteY33" fmla="*/ 16355 h 94739"/>
              <a:gd name="connsiteX34" fmla="*/ 96639 w 105634"/>
              <a:gd name="connsiteY34" fmla="*/ 33759 h 94739"/>
              <a:gd name="connsiteX35" fmla="*/ 89287 w 105634"/>
              <a:gd name="connsiteY35" fmla="*/ 50651 h 94739"/>
              <a:gd name="connsiteX36" fmla="*/ 33106 w 105634"/>
              <a:gd name="connsiteY36" fmla="*/ 16653 h 94739"/>
              <a:gd name="connsiteX37" fmla="*/ 22143 w 105634"/>
              <a:gd name="connsiteY37" fmla="*/ 21307 h 94739"/>
              <a:gd name="connsiteX38" fmla="*/ 17551 w 105634"/>
              <a:gd name="connsiteY38" fmla="*/ 32421 h 94739"/>
              <a:gd name="connsiteX39" fmla="*/ 20614 w 105634"/>
              <a:gd name="connsiteY39" fmla="*/ 35526 h 94739"/>
              <a:gd name="connsiteX40" fmla="*/ 23678 w 105634"/>
              <a:gd name="connsiteY40" fmla="*/ 32421 h 94739"/>
              <a:gd name="connsiteX41" fmla="*/ 26383 w 105634"/>
              <a:gd name="connsiteY41" fmla="*/ 25866 h 94739"/>
              <a:gd name="connsiteX42" fmla="*/ 32850 w 105634"/>
              <a:gd name="connsiteY42" fmla="*/ 23123 h 94739"/>
              <a:gd name="connsiteX43" fmla="*/ 35895 w 105634"/>
              <a:gd name="connsiteY43" fmla="*/ 20379 h 94739"/>
              <a:gd name="connsiteX44" fmla="*/ 35698 w 105634"/>
              <a:gd name="connsiteY44" fmla="*/ 18016 h 94739"/>
              <a:gd name="connsiteX45" fmla="*/ 33106 w 105634"/>
              <a:gd name="connsiteY45" fmla="*/ 16653 h 9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5634" h="94739">
                <a:moveTo>
                  <a:pt x="103218" y="21068"/>
                </a:moveTo>
                <a:cubicBezTo>
                  <a:pt x="101516" y="16853"/>
                  <a:pt x="99003" y="13076"/>
                  <a:pt x="95745" y="9840"/>
                </a:cubicBezTo>
                <a:cubicBezTo>
                  <a:pt x="89462" y="3608"/>
                  <a:pt x="81115" y="176"/>
                  <a:pt x="72241" y="176"/>
                </a:cubicBezTo>
                <a:cubicBezTo>
                  <a:pt x="65236" y="176"/>
                  <a:pt x="58452" y="2346"/>
                  <a:pt x="52776" y="6348"/>
                </a:cubicBezTo>
                <a:cubicBezTo>
                  <a:pt x="47084" y="2232"/>
                  <a:pt x="40271" y="0"/>
                  <a:pt x="33232" y="0"/>
                </a:cubicBezTo>
                <a:cubicBezTo>
                  <a:pt x="24346" y="0"/>
                  <a:pt x="15991" y="3507"/>
                  <a:pt x="9708" y="9875"/>
                </a:cubicBezTo>
                <a:cubicBezTo>
                  <a:pt x="6524" y="13102"/>
                  <a:pt x="4064" y="16871"/>
                  <a:pt x="2394" y="21078"/>
                </a:cubicBezTo>
                <a:cubicBezTo>
                  <a:pt x="783" y="25137"/>
                  <a:pt x="-22" y="29417"/>
                  <a:pt x="0" y="33801"/>
                </a:cubicBezTo>
                <a:cubicBezTo>
                  <a:pt x="23" y="38129"/>
                  <a:pt x="852" y="42336"/>
                  <a:pt x="2466" y="46304"/>
                </a:cubicBezTo>
                <a:cubicBezTo>
                  <a:pt x="4138" y="50417"/>
                  <a:pt x="6579" y="54087"/>
                  <a:pt x="9723" y="57212"/>
                </a:cubicBezTo>
                <a:cubicBezTo>
                  <a:pt x="13020" y="60553"/>
                  <a:pt x="42492" y="90198"/>
                  <a:pt x="43044" y="90753"/>
                </a:cubicBezTo>
                <a:cubicBezTo>
                  <a:pt x="45583" y="93324"/>
                  <a:pt x="48986" y="94739"/>
                  <a:pt x="52627" y="94739"/>
                </a:cubicBezTo>
                <a:cubicBezTo>
                  <a:pt x="56268" y="94739"/>
                  <a:pt x="59671" y="93323"/>
                  <a:pt x="62212" y="90752"/>
                </a:cubicBezTo>
                <a:cubicBezTo>
                  <a:pt x="63610" y="89345"/>
                  <a:pt x="93914" y="58845"/>
                  <a:pt x="95497" y="57247"/>
                </a:cubicBezTo>
                <a:cubicBezTo>
                  <a:pt x="98747" y="54138"/>
                  <a:pt x="101278" y="50485"/>
                  <a:pt x="103020" y="46386"/>
                </a:cubicBezTo>
                <a:cubicBezTo>
                  <a:pt x="104709" y="42415"/>
                  <a:pt x="105588" y="38198"/>
                  <a:pt x="105632" y="33854"/>
                </a:cubicBezTo>
                <a:cubicBezTo>
                  <a:pt x="105678" y="29452"/>
                  <a:pt x="104865" y="25151"/>
                  <a:pt x="103218" y="21068"/>
                </a:cubicBezTo>
                <a:close/>
                <a:moveTo>
                  <a:pt x="89287" y="50651"/>
                </a:moveTo>
                <a:lnTo>
                  <a:pt x="89179" y="50758"/>
                </a:lnTo>
                <a:cubicBezTo>
                  <a:pt x="88718" y="51226"/>
                  <a:pt x="67188" y="72896"/>
                  <a:pt x="55869" y="84288"/>
                </a:cubicBezTo>
                <a:lnTo>
                  <a:pt x="55858" y="84299"/>
                </a:lnTo>
                <a:cubicBezTo>
                  <a:pt x="55016" y="85152"/>
                  <a:pt x="53868" y="85622"/>
                  <a:pt x="52627" y="85622"/>
                </a:cubicBezTo>
                <a:cubicBezTo>
                  <a:pt x="51385" y="85622"/>
                  <a:pt x="50238" y="85152"/>
                  <a:pt x="49397" y="84300"/>
                </a:cubicBezTo>
                <a:lnTo>
                  <a:pt x="49385" y="84287"/>
                </a:lnTo>
                <a:cubicBezTo>
                  <a:pt x="49084" y="83985"/>
                  <a:pt x="19287" y="54014"/>
                  <a:pt x="16068" y="50750"/>
                </a:cubicBezTo>
                <a:lnTo>
                  <a:pt x="16034" y="50716"/>
                </a:lnTo>
                <a:cubicBezTo>
                  <a:pt x="11528" y="46243"/>
                  <a:pt x="9028" y="40219"/>
                  <a:pt x="8995" y="33753"/>
                </a:cubicBezTo>
                <a:cubicBezTo>
                  <a:pt x="8961" y="27171"/>
                  <a:pt x="11472" y="20980"/>
                  <a:pt x="16067" y="16322"/>
                </a:cubicBezTo>
                <a:cubicBezTo>
                  <a:pt x="20652" y="11676"/>
                  <a:pt x="26748" y="9117"/>
                  <a:pt x="33232" y="9117"/>
                </a:cubicBezTo>
                <a:cubicBezTo>
                  <a:pt x="39321" y="9117"/>
                  <a:pt x="45184" y="11401"/>
                  <a:pt x="49739" y="15546"/>
                </a:cubicBezTo>
                <a:lnTo>
                  <a:pt x="52709" y="18250"/>
                </a:lnTo>
                <a:lnTo>
                  <a:pt x="55710" y="15581"/>
                </a:lnTo>
                <a:cubicBezTo>
                  <a:pt x="60267" y="11527"/>
                  <a:pt x="66138" y="9294"/>
                  <a:pt x="72241" y="9294"/>
                </a:cubicBezTo>
                <a:cubicBezTo>
                  <a:pt x="78750" y="9294"/>
                  <a:pt x="84863" y="11802"/>
                  <a:pt x="89452" y="16355"/>
                </a:cubicBezTo>
                <a:cubicBezTo>
                  <a:pt x="94154" y="21024"/>
                  <a:pt x="96706" y="27205"/>
                  <a:pt x="96639" y="33759"/>
                </a:cubicBezTo>
                <a:cubicBezTo>
                  <a:pt x="96573" y="40199"/>
                  <a:pt x="93962" y="46198"/>
                  <a:pt x="89287" y="50651"/>
                </a:cubicBezTo>
                <a:close/>
                <a:moveTo>
                  <a:pt x="33106" y="16653"/>
                </a:moveTo>
                <a:cubicBezTo>
                  <a:pt x="28997" y="16653"/>
                  <a:pt x="25104" y="18306"/>
                  <a:pt x="22143" y="21307"/>
                </a:cubicBezTo>
                <a:cubicBezTo>
                  <a:pt x="19181" y="24309"/>
                  <a:pt x="17551" y="28256"/>
                  <a:pt x="17551" y="32421"/>
                </a:cubicBezTo>
                <a:cubicBezTo>
                  <a:pt x="17551" y="34191"/>
                  <a:pt x="18868" y="35526"/>
                  <a:pt x="20614" y="35526"/>
                </a:cubicBezTo>
                <a:cubicBezTo>
                  <a:pt x="22361" y="35526"/>
                  <a:pt x="23678" y="34191"/>
                  <a:pt x="23678" y="32421"/>
                </a:cubicBezTo>
                <a:cubicBezTo>
                  <a:pt x="23678" y="29962"/>
                  <a:pt x="24638" y="27634"/>
                  <a:pt x="26383" y="25866"/>
                </a:cubicBezTo>
                <a:cubicBezTo>
                  <a:pt x="28128" y="24097"/>
                  <a:pt x="30424" y="23123"/>
                  <a:pt x="32850" y="23123"/>
                </a:cubicBezTo>
                <a:cubicBezTo>
                  <a:pt x="34475" y="23123"/>
                  <a:pt x="35729" y="21967"/>
                  <a:pt x="35895" y="20379"/>
                </a:cubicBezTo>
                <a:cubicBezTo>
                  <a:pt x="36192" y="19564"/>
                  <a:pt x="36125" y="18719"/>
                  <a:pt x="35698" y="18016"/>
                </a:cubicBezTo>
                <a:cubicBezTo>
                  <a:pt x="35179" y="17162"/>
                  <a:pt x="34210" y="16653"/>
                  <a:pt x="33106" y="16653"/>
                </a:cubicBezTo>
                <a:close/>
              </a:path>
            </a:pathLst>
          </a:custGeom>
          <a:solidFill>
            <a:schemeClr val="tx1"/>
          </a:solidFill>
          <a:ln w="101" cap="flat">
            <a:noFill/>
            <a:prstDash val="solid"/>
            <a:miter/>
          </a:ln>
        </p:spPr>
        <p:txBody>
          <a:bodyPr rtlCol="0" anchor="ctr"/>
          <a:lstStyle/>
          <a:p>
            <a:endParaRPr lang="zh-CN" altLang="en-US"/>
          </a:p>
        </p:txBody>
      </p:sp>
      <p:sp>
        <p:nvSpPr>
          <p:cNvPr id="1227" name="文本框 1226">
            <a:extLst>
              <a:ext uri="{FF2B5EF4-FFF2-40B4-BE49-F238E27FC236}">
                <a16:creationId xmlns:a16="http://schemas.microsoft.com/office/drawing/2014/main" id="{AB767B4D-C92B-617C-B941-CE767F84943C}"/>
              </a:ext>
            </a:extLst>
          </p:cNvPr>
          <p:cNvSpPr txBox="1"/>
          <p:nvPr/>
        </p:nvSpPr>
        <p:spPr>
          <a:xfrm>
            <a:off x="9830797" y="4112878"/>
            <a:ext cx="613192" cy="123111"/>
          </a:xfrm>
          <a:prstGeom prst="rect">
            <a:avLst/>
          </a:prstGeom>
          <a:noFill/>
        </p:spPr>
        <p:txBody>
          <a:bodyPr wrap="square" lIns="0" tIns="0" rIns="0" bIns="0" rtlCol="0">
            <a:spAutoFit/>
          </a:bodyPr>
          <a:lstStyle/>
          <a:p>
            <a:r>
              <a:rPr lang="zh-CN" altLang="en-US" sz="800" b="1" dirty="0">
                <a:solidFill>
                  <a:schemeClr val="accent2"/>
                </a:solidFill>
              </a:rPr>
              <a:t>伙伴生态体系</a:t>
            </a:r>
          </a:p>
        </p:txBody>
      </p:sp>
      <p:sp>
        <p:nvSpPr>
          <p:cNvPr id="1228" name="文本框 1227">
            <a:extLst>
              <a:ext uri="{FF2B5EF4-FFF2-40B4-BE49-F238E27FC236}">
                <a16:creationId xmlns:a16="http://schemas.microsoft.com/office/drawing/2014/main" id="{311BA045-8EC2-9BF3-A114-FEA4597B9A02}"/>
              </a:ext>
            </a:extLst>
          </p:cNvPr>
          <p:cNvSpPr txBox="1"/>
          <p:nvPr/>
        </p:nvSpPr>
        <p:spPr>
          <a:xfrm>
            <a:off x="9664832" y="4249511"/>
            <a:ext cx="1868030" cy="506101"/>
          </a:xfrm>
          <a:prstGeom prst="rect">
            <a:avLst/>
          </a:prstGeom>
          <a:noFill/>
        </p:spPr>
        <p:txBody>
          <a:bodyPr wrap="square" lIns="0" tIns="0" rIns="0" bIns="0" rtlCol="0">
            <a:spAutoFit/>
          </a:bodyPr>
          <a:lstStyle/>
          <a:p>
            <a:pPr marL="180000" indent="-108000">
              <a:lnSpc>
                <a:spcPct val="120000"/>
              </a:lnSpc>
              <a:buFont typeface="Arial" panose="020B0604020202020204" pitchFamily="34" charset="0"/>
              <a:buChar char="•"/>
            </a:pPr>
            <a:r>
              <a:rPr lang="en-US" altLang="zh-CN" sz="700" dirty="0">
                <a:solidFill>
                  <a:schemeClr val="bg1"/>
                </a:solidFill>
              </a:rPr>
              <a:t>2700+</a:t>
            </a:r>
            <a:r>
              <a:rPr lang="zh-CN" altLang="en-US" sz="700" dirty="0">
                <a:solidFill>
                  <a:schemeClr val="bg1"/>
                </a:solidFill>
              </a:rPr>
              <a:t>家</a:t>
            </a:r>
            <a:r>
              <a:rPr lang="en-US" altLang="zh-CN" sz="700" dirty="0">
                <a:solidFill>
                  <a:schemeClr val="bg1"/>
                </a:solidFill>
              </a:rPr>
              <a:t>SV</a:t>
            </a:r>
            <a:r>
              <a:rPr lang="zh-CN" altLang="en-US" sz="700" dirty="0">
                <a:solidFill>
                  <a:schemeClr val="bg1"/>
                </a:solidFill>
              </a:rPr>
              <a:t>生态合作伙伴，目前帆软生态伙伴在消费、制造、健康、民生、金融、地产等行业均有涉及</a:t>
            </a:r>
          </a:p>
          <a:p>
            <a:pPr marL="180000" indent="-108000">
              <a:lnSpc>
                <a:spcPct val="120000"/>
              </a:lnSpc>
              <a:buFont typeface="Arial" panose="020B0604020202020204" pitchFamily="34" charset="0"/>
              <a:buChar char="•"/>
            </a:pPr>
            <a:r>
              <a:rPr lang="zh-CN" altLang="en-US" sz="700" dirty="0">
                <a:solidFill>
                  <a:schemeClr val="bg1"/>
                </a:solidFill>
              </a:rPr>
              <a:t>服务最终客户</a:t>
            </a:r>
            <a:r>
              <a:rPr lang="en-US" altLang="zh-CN" sz="700" dirty="0">
                <a:solidFill>
                  <a:schemeClr val="bg1"/>
                </a:solidFill>
              </a:rPr>
              <a:t>1000+</a:t>
            </a:r>
            <a:r>
              <a:rPr lang="zh-CN" altLang="en-US" sz="700" dirty="0">
                <a:solidFill>
                  <a:schemeClr val="bg1"/>
                </a:solidFill>
              </a:rPr>
              <a:t>家</a:t>
            </a:r>
          </a:p>
        </p:txBody>
      </p:sp>
      <p:sp>
        <p:nvSpPr>
          <p:cNvPr id="1229" name="文本框 1228">
            <a:extLst>
              <a:ext uri="{FF2B5EF4-FFF2-40B4-BE49-F238E27FC236}">
                <a16:creationId xmlns:a16="http://schemas.microsoft.com/office/drawing/2014/main" id="{CD622270-43D1-3053-7ED9-6E49ABEAE4CB}"/>
              </a:ext>
            </a:extLst>
          </p:cNvPr>
          <p:cNvSpPr txBox="1"/>
          <p:nvPr/>
        </p:nvSpPr>
        <p:spPr>
          <a:xfrm>
            <a:off x="9830797" y="4843976"/>
            <a:ext cx="613192" cy="123111"/>
          </a:xfrm>
          <a:prstGeom prst="rect">
            <a:avLst/>
          </a:prstGeom>
          <a:noFill/>
        </p:spPr>
        <p:txBody>
          <a:bodyPr wrap="square" lIns="0" tIns="0" rIns="0" bIns="0" rtlCol="0">
            <a:spAutoFit/>
          </a:bodyPr>
          <a:lstStyle/>
          <a:p>
            <a:r>
              <a:rPr lang="zh-CN" altLang="en-US" sz="800" b="1" dirty="0">
                <a:solidFill>
                  <a:schemeClr val="accent2"/>
                </a:solidFill>
              </a:rPr>
              <a:t>用户生态体系</a:t>
            </a:r>
          </a:p>
        </p:txBody>
      </p:sp>
      <p:sp>
        <p:nvSpPr>
          <p:cNvPr id="1230" name="文本框 1229">
            <a:extLst>
              <a:ext uri="{FF2B5EF4-FFF2-40B4-BE49-F238E27FC236}">
                <a16:creationId xmlns:a16="http://schemas.microsoft.com/office/drawing/2014/main" id="{5467D67B-EF75-6DCE-AE86-001318B9F734}"/>
              </a:ext>
            </a:extLst>
          </p:cNvPr>
          <p:cNvSpPr txBox="1"/>
          <p:nvPr/>
        </p:nvSpPr>
        <p:spPr>
          <a:xfrm>
            <a:off x="9664832" y="4980609"/>
            <a:ext cx="1868030" cy="764633"/>
          </a:xfrm>
          <a:prstGeom prst="rect">
            <a:avLst/>
          </a:prstGeom>
          <a:noFill/>
        </p:spPr>
        <p:txBody>
          <a:bodyPr wrap="square" lIns="0" tIns="0" rIns="0" bIns="0" rtlCol="0">
            <a:spAutoFit/>
          </a:bodyPr>
          <a:lstStyle/>
          <a:p>
            <a:pPr marL="180000" indent="-108000">
              <a:lnSpc>
                <a:spcPct val="120000"/>
              </a:lnSpc>
              <a:buFont typeface="Arial" panose="020B0604020202020204" pitchFamily="34" charset="0"/>
              <a:buChar char="•"/>
            </a:pPr>
            <a:r>
              <a:rPr lang="en-US" altLang="zh-CN" sz="700" dirty="0">
                <a:solidFill>
                  <a:schemeClr val="bg1"/>
                </a:solidFill>
              </a:rPr>
              <a:t>250</a:t>
            </a:r>
            <a:r>
              <a:rPr lang="zh-CN" altLang="en-US" sz="700" dirty="0">
                <a:solidFill>
                  <a:schemeClr val="bg1"/>
                </a:solidFill>
              </a:rPr>
              <a:t>万</a:t>
            </a:r>
            <a:r>
              <a:rPr lang="en-US" altLang="zh-CN" sz="700" dirty="0">
                <a:solidFill>
                  <a:schemeClr val="bg1"/>
                </a:solidFill>
              </a:rPr>
              <a:t>+</a:t>
            </a:r>
            <a:r>
              <a:rPr lang="zh-CN" altLang="en-US" sz="700" dirty="0">
                <a:solidFill>
                  <a:schemeClr val="bg1"/>
                </a:solidFill>
              </a:rPr>
              <a:t>社区用户</a:t>
            </a:r>
          </a:p>
          <a:p>
            <a:pPr marL="180000" indent="-108000">
              <a:lnSpc>
                <a:spcPct val="120000"/>
              </a:lnSpc>
              <a:buFont typeface="Arial" panose="020B0604020202020204" pitchFamily="34" charset="0"/>
              <a:buChar char="•"/>
            </a:pPr>
            <a:r>
              <a:rPr lang="zh-CN" altLang="en-US" sz="700" dirty="0">
                <a:solidFill>
                  <a:schemeClr val="bg1"/>
                </a:solidFill>
              </a:rPr>
              <a:t>多种形式免费教学：线下城市课堂累计覆盖</a:t>
            </a:r>
            <a:r>
              <a:rPr lang="en-US" altLang="zh-CN" sz="700" dirty="0">
                <a:solidFill>
                  <a:schemeClr val="bg1"/>
                </a:solidFill>
              </a:rPr>
              <a:t>3</a:t>
            </a:r>
            <a:r>
              <a:rPr lang="zh-CN" altLang="en-US" sz="700" dirty="0">
                <a:solidFill>
                  <a:schemeClr val="bg1"/>
                </a:solidFill>
              </a:rPr>
              <a:t>万</a:t>
            </a:r>
            <a:r>
              <a:rPr lang="en-US" altLang="zh-CN" sz="700" dirty="0">
                <a:solidFill>
                  <a:schemeClr val="bg1"/>
                </a:solidFill>
              </a:rPr>
              <a:t>+</a:t>
            </a:r>
            <a:r>
              <a:rPr lang="zh-CN" altLang="en-US" sz="700" dirty="0">
                <a:solidFill>
                  <a:schemeClr val="bg1"/>
                </a:solidFill>
              </a:rPr>
              <a:t>人次，线上课程</a:t>
            </a:r>
            <a:r>
              <a:rPr lang="en-US" altLang="zh-CN" sz="700" dirty="0">
                <a:solidFill>
                  <a:schemeClr val="bg1"/>
                </a:solidFill>
              </a:rPr>
              <a:t>1800+</a:t>
            </a:r>
            <a:r>
              <a:rPr lang="zh-CN" altLang="en-US" sz="700" dirty="0">
                <a:solidFill>
                  <a:schemeClr val="bg1"/>
                </a:solidFill>
              </a:rPr>
              <a:t>课时，线上帮助文档共</a:t>
            </a:r>
            <a:r>
              <a:rPr lang="en-US" altLang="zh-CN" sz="700" dirty="0">
                <a:solidFill>
                  <a:schemeClr val="bg1"/>
                </a:solidFill>
              </a:rPr>
              <a:t>5.6</a:t>
            </a:r>
            <a:r>
              <a:rPr lang="zh-CN" altLang="en-US" sz="700" dirty="0">
                <a:solidFill>
                  <a:schemeClr val="bg1"/>
                </a:solidFill>
              </a:rPr>
              <a:t>万</a:t>
            </a:r>
            <a:r>
              <a:rPr lang="en-US" altLang="zh-CN" sz="700" dirty="0">
                <a:solidFill>
                  <a:schemeClr val="bg1"/>
                </a:solidFill>
              </a:rPr>
              <a:t>+</a:t>
            </a:r>
            <a:r>
              <a:rPr lang="zh-CN" altLang="en-US" sz="700" dirty="0">
                <a:solidFill>
                  <a:schemeClr val="bg1"/>
                </a:solidFill>
              </a:rPr>
              <a:t>篇</a:t>
            </a:r>
          </a:p>
          <a:p>
            <a:pPr marL="180000" indent="-108000">
              <a:lnSpc>
                <a:spcPct val="120000"/>
              </a:lnSpc>
              <a:buFont typeface="Arial" panose="020B0604020202020204" pitchFamily="34" charset="0"/>
              <a:buChar char="•"/>
            </a:pPr>
            <a:r>
              <a:rPr lang="zh-CN" altLang="en-US" sz="700" dirty="0">
                <a:solidFill>
                  <a:schemeClr val="bg1"/>
                </a:solidFill>
              </a:rPr>
              <a:t>定制化企业数据人才服务：企业内训、课题共创、业务沙盘、翻转课堂、企业竞赛</a:t>
            </a:r>
            <a:r>
              <a:rPr lang="en-US" altLang="zh-CN" sz="700" dirty="0">
                <a:solidFill>
                  <a:schemeClr val="bg1"/>
                </a:solidFill>
              </a:rPr>
              <a:t>…</a:t>
            </a:r>
            <a:endParaRPr lang="zh-CN" altLang="en-US" sz="700" dirty="0">
              <a:solidFill>
                <a:schemeClr val="bg1"/>
              </a:solidFill>
            </a:endParaRPr>
          </a:p>
        </p:txBody>
      </p:sp>
      <p:sp>
        <p:nvSpPr>
          <p:cNvPr id="56" name="椭圆 55">
            <a:extLst>
              <a:ext uri="{FF2B5EF4-FFF2-40B4-BE49-F238E27FC236}">
                <a16:creationId xmlns:a16="http://schemas.microsoft.com/office/drawing/2014/main" id="{DFA386E8-D98B-7057-73F1-A8431A7BA76E}"/>
              </a:ext>
            </a:extLst>
          </p:cNvPr>
          <p:cNvSpPr>
            <a:spLocks/>
          </p:cNvSpPr>
          <p:nvPr/>
        </p:nvSpPr>
        <p:spPr>
          <a:xfrm>
            <a:off x="4022031" y="4914287"/>
            <a:ext cx="4147170" cy="863442"/>
          </a:xfrm>
          <a:prstGeom prst="ellipse">
            <a:avLst/>
          </a:prstGeom>
          <a:gradFill flip="none" rotWithShape="1">
            <a:gsLst>
              <a:gs pos="18000">
                <a:schemeClr val="accent1">
                  <a:alpha val="0"/>
                </a:schemeClr>
              </a:gs>
              <a:gs pos="100000">
                <a:schemeClr val="accent1">
                  <a:alpha val="63000"/>
                </a:schemeClr>
              </a:gs>
            </a:gsLst>
            <a:path path="circle">
              <a:fillToRect l="50000" t="50000" r="50000" b="50000"/>
            </a:path>
            <a:tileRect/>
          </a:gradFill>
          <a:ln w="9525">
            <a:gradFill>
              <a:gsLst>
                <a:gs pos="23000">
                  <a:schemeClr val="accent1">
                    <a:alpha val="0"/>
                  </a:schemeClr>
                </a:gs>
                <a:gs pos="100000">
                  <a:schemeClr val="accent1">
                    <a:alpha val="64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64" name="Freeform 1037">
            <a:extLst>
              <a:ext uri="{FF2B5EF4-FFF2-40B4-BE49-F238E27FC236}">
                <a16:creationId xmlns:a16="http://schemas.microsoft.com/office/drawing/2014/main" id="{5A77251B-7E73-0396-D84B-EBDB212DB712}"/>
              </a:ext>
            </a:extLst>
          </p:cNvPr>
          <p:cNvSpPr/>
          <p:nvPr/>
        </p:nvSpPr>
        <p:spPr>
          <a:xfrm>
            <a:off x="6129655" y="4915801"/>
            <a:ext cx="651607" cy="153242"/>
          </a:xfrm>
          <a:custGeom>
            <a:avLst/>
            <a:gdLst>
              <a:gd name="connsiteX0" fmla="*/ 36814 w 604816"/>
              <a:gd name="connsiteY0" fmla="*/ 10 h 142238"/>
              <a:gd name="connsiteX1" fmla="*/ 300668 w 604816"/>
              <a:gd name="connsiteY1" fmla="*/ 5976 h 142238"/>
              <a:gd name="connsiteX2" fmla="*/ 604816 w 604816"/>
              <a:gd name="connsiteY2" fmla="*/ 27152 h 142238"/>
              <a:gd name="connsiteX3" fmla="*/ 507671 w 604816"/>
              <a:gd name="connsiteY3" fmla="*/ 16654 h 142238"/>
              <a:gd name="connsiteX4" fmla="*/ 517321 w 604816"/>
              <a:gd name="connsiteY4" fmla="*/ 85811 h 142238"/>
              <a:gd name="connsiteX5" fmla="*/ 384548 w 604816"/>
              <a:gd name="connsiteY5" fmla="*/ 139604 h 142238"/>
              <a:gd name="connsiteX6" fmla="*/ 369258 w 604816"/>
              <a:gd name="connsiteY6" fmla="*/ 142195 h 142238"/>
              <a:gd name="connsiteX7" fmla="*/ 212535 w 604816"/>
              <a:gd name="connsiteY7" fmla="*/ 134474 h 142238"/>
              <a:gd name="connsiteX8" fmla="*/ 211340 w 604816"/>
              <a:gd name="connsiteY8" fmla="*/ 134434 h 142238"/>
              <a:gd name="connsiteX9" fmla="*/ 35424 w 604816"/>
              <a:gd name="connsiteY9" fmla="*/ 131619 h 142238"/>
              <a:gd name="connsiteX10" fmla="*/ 0 w 604816"/>
              <a:gd name="connsiteY10" fmla="*/ 95624 h 142238"/>
              <a:gd name="connsiteX11" fmla="*/ 0 w 604816"/>
              <a:gd name="connsiteY11" fmla="*/ 36001 h 142238"/>
              <a:gd name="connsiteX12" fmla="*/ 36814 w 604816"/>
              <a:gd name="connsiteY12" fmla="*/ 10 h 142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4816" h="142238">
                <a:moveTo>
                  <a:pt x="36814" y="10"/>
                </a:moveTo>
                <a:lnTo>
                  <a:pt x="300668" y="5976"/>
                </a:lnTo>
                <a:cubicBezTo>
                  <a:pt x="406146" y="10818"/>
                  <a:pt x="507891" y="17957"/>
                  <a:pt x="604816" y="27152"/>
                </a:cubicBezTo>
                <a:lnTo>
                  <a:pt x="507671" y="16654"/>
                </a:lnTo>
                <a:cubicBezTo>
                  <a:pt x="544830" y="20670"/>
                  <a:pt x="551961" y="71777"/>
                  <a:pt x="517321" y="85811"/>
                </a:cubicBezTo>
                <a:lnTo>
                  <a:pt x="384548" y="139604"/>
                </a:lnTo>
                <a:cubicBezTo>
                  <a:pt x="379706" y="141566"/>
                  <a:pt x="374476" y="142452"/>
                  <a:pt x="369258" y="142195"/>
                </a:cubicBezTo>
                <a:lnTo>
                  <a:pt x="212535" y="134474"/>
                </a:lnTo>
                <a:cubicBezTo>
                  <a:pt x="212535" y="134474"/>
                  <a:pt x="211340" y="134434"/>
                  <a:pt x="211340" y="134434"/>
                </a:cubicBezTo>
                <a:lnTo>
                  <a:pt x="35424" y="131619"/>
                </a:lnTo>
                <a:cubicBezTo>
                  <a:pt x="15764" y="131304"/>
                  <a:pt x="0" y="115286"/>
                  <a:pt x="0" y="95624"/>
                </a:cubicBezTo>
                <a:lnTo>
                  <a:pt x="0" y="36001"/>
                </a:lnTo>
                <a:cubicBezTo>
                  <a:pt x="0" y="15785"/>
                  <a:pt x="16603" y="-446"/>
                  <a:pt x="36814" y="10"/>
                </a:cubicBezTo>
              </a:path>
            </a:pathLst>
          </a:custGeom>
          <a:solidFill>
            <a:schemeClr val="tx1"/>
          </a:solidFill>
          <a:ln w="9525">
            <a:noFill/>
          </a:ln>
          <a:effectLst>
            <a:outerShdw blurRad="12700" dist="25400" dir="5400000" algn="t" rotWithShape="0">
              <a:schemeClr val="accent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endParaRPr>
          </a:p>
        </p:txBody>
      </p:sp>
      <p:sp>
        <p:nvSpPr>
          <p:cNvPr id="1063" name="Freeform 1036">
            <a:extLst>
              <a:ext uri="{FF2B5EF4-FFF2-40B4-BE49-F238E27FC236}">
                <a16:creationId xmlns:a16="http://schemas.microsoft.com/office/drawing/2014/main" id="{815D4F12-1E23-D166-117A-D2D1EA1199D9}"/>
              </a:ext>
            </a:extLst>
          </p:cNvPr>
          <p:cNvSpPr/>
          <p:nvPr/>
        </p:nvSpPr>
        <p:spPr>
          <a:xfrm>
            <a:off x="5422283" y="4915866"/>
            <a:ext cx="648706" cy="153432"/>
          </a:xfrm>
          <a:custGeom>
            <a:avLst/>
            <a:gdLst>
              <a:gd name="connsiteX0" fmla="*/ 602124 w 602124"/>
              <a:gd name="connsiteY0" fmla="*/ 36001 h 142414"/>
              <a:gd name="connsiteX1" fmla="*/ 602124 w 602124"/>
              <a:gd name="connsiteY1" fmla="*/ 95606 h 142414"/>
              <a:gd name="connsiteX2" fmla="*/ 566700 w 602124"/>
              <a:gd name="connsiteY2" fmla="*/ 131602 h 142414"/>
              <a:gd name="connsiteX3" fmla="*/ 393474 w 602124"/>
              <a:gd name="connsiteY3" fmla="*/ 134373 h 142414"/>
              <a:gd name="connsiteX4" fmla="*/ 392278 w 602124"/>
              <a:gd name="connsiteY4" fmla="*/ 134413 h 142414"/>
              <a:gd name="connsiteX5" fmla="*/ 230750 w 602124"/>
              <a:gd name="connsiteY5" fmla="*/ 142371 h 142414"/>
              <a:gd name="connsiteX6" fmla="*/ 215460 w 602124"/>
              <a:gd name="connsiteY6" fmla="*/ 139780 h 142414"/>
              <a:gd name="connsiteX7" fmla="*/ 83237 w 602124"/>
              <a:gd name="connsiteY7" fmla="*/ 86210 h 142414"/>
              <a:gd name="connsiteX8" fmla="*/ 92888 w 602124"/>
              <a:gd name="connsiteY8" fmla="*/ 17053 h 142414"/>
              <a:gd name="connsiteX9" fmla="*/ 0 w 602124"/>
              <a:gd name="connsiteY9" fmla="*/ 27091 h 142414"/>
              <a:gd name="connsiteX10" fmla="*/ 304148 w 602124"/>
              <a:gd name="connsiteY10" fmla="*/ 5915 h 142414"/>
              <a:gd name="connsiteX11" fmla="*/ 565311 w 602124"/>
              <a:gd name="connsiteY11" fmla="*/ 10 h 142414"/>
              <a:gd name="connsiteX12" fmla="*/ 602124 w 602124"/>
              <a:gd name="connsiteY12" fmla="*/ 36001 h 142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2124" h="142414">
                <a:moveTo>
                  <a:pt x="602124" y="36001"/>
                </a:moveTo>
                <a:lnTo>
                  <a:pt x="602124" y="95606"/>
                </a:lnTo>
                <a:cubicBezTo>
                  <a:pt x="602124" y="115269"/>
                  <a:pt x="586360" y="131287"/>
                  <a:pt x="566700" y="131602"/>
                </a:cubicBezTo>
                <a:lnTo>
                  <a:pt x="393474" y="134373"/>
                </a:lnTo>
                <a:cubicBezTo>
                  <a:pt x="393474" y="134373"/>
                  <a:pt x="392278" y="134413"/>
                  <a:pt x="392278" y="134413"/>
                </a:cubicBezTo>
                <a:lnTo>
                  <a:pt x="230750" y="142371"/>
                </a:lnTo>
                <a:cubicBezTo>
                  <a:pt x="225531" y="142628"/>
                  <a:pt x="220302" y="141742"/>
                  <a:pt x="215460" y="139780"/>
                </a:cubicBezTo>
                <a:lnTo>
                  <a:pt x="83237" y="86210"/>
                </a:lnTo>
                <a:cubicBezTo>
                  <a:pt x="48597" y="72176"/>
                  <a:pt x="55729" y="21069"/>
                  <a:pt x="92888" y="17053"/>
                </a:cubicBezTo>
                <a:lnTo>
                  <a:pt x="0" y="27091"/>
                </a:lnTo>
                <a:cubicBezTo>
                  <a:pt x="96925" y="17896"/>
                  <a:pt x="198670" y="10757"/>
                  <a:pt x="304148" y="5915"/>
                </a:cubicBezTo>
                <a:lnTo>
                  <a:pt x="565311" y="10"/>
                </a:lnTo>
                <a:cubicBezTo>
                  <a:pt x="585521" y="-447"/>
                  <a:pt x="602124" y="15785"/>
                  <a:pt x="602124" y="36001"/>
                </a:cubicBezTo>
              </a:path>
            </a:pathLst>
          </a:custGeom>
          <a:solidFill>
            <a:schemeClr val="tx1"/>
          </a:solidFill>
          <a:ln w="9525">
            <a:noFill/>
          </a:ln>
          <a:effectLst>
            <a:outerShdw blurRad="12700" dist="25400" dir="5400000" algn="t" rotWithShape="0">
              <a:schemeClr val="accent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lt1"/>
              </a:solidFill>
            </a:endParaRPr>
          </a:p>
        </p:txBody>
      </p:sp>
      <p:sp>
        <p:nvSpPr>
          <p:cNvPr id="1057" name="Freeform 1026">
            <a:extLst>
              <a:ext uri="{FF2B5EF4-FFF2-40B4-BE49-F238E27FC236}">
                <a16:creationId xmlns:a16="http://schemas.microsoft.com/office/drawing/2014/main" id="{AB663DC7-F0CD-6529-3FBB-ED7486F5CFAA}"/>
              </a:ext>
            </a:extLst>
          </p:cNvPr>
          <p:cNvSpPr/>
          <p:nvPr/>
        </p:nvSpPr>
        <p:spPr>
          <a:xfrm>
            <a:off x="4351778" y="5294784"/>
            <a:ext cx="1047653" cy="325203"/>
          </a:xfrm>
          <a:custGeom>
            <a:avLst/>
            <a:gdLst>
              <a:gd name="connsiteX0" fmla="*/ 35120 w 972423"/>
              <a:gd name="connsiteY0" fmla="*/ 0 h 301851"/>
              <a:gd name="connsiteX1" fmla="*/ 449148 w 972423"/>
              <a:gd name="connsiteY1" fmla="*/ 0 h 301851"/>
              <a:gd name="connsiteX2" fmla="*/ 475102 w 972423"/>
              <a:gd name="connsiteY2" fmla="*/ 11051 h 301851"/>
              <a:gd name="connsiteX3" fmla="*/ 468260 w 972423"/>
              <a:gd name="connsiteY3" fmla="*/ 3934 h 301851"/>
              <a:gd name="connsiteX4" fmla="*/ 964555 w 972423"/>
              <a:gd name="connsiteY4" fmla="*/ 121508 h 301851"/>
              <a:gd name="connsiteX5" fmla="*/ 939512 w 972423"/>
              <a:gd name="connsiteY5" fmla="*/ 119350 h 301851"/>
              <a:gd name="connsiteX6" fmla="*/ 949940 w 972423"/>
              <a:gd name="connsiteY6" fmla="*/ 188583 h 301851"/>
              <a:gd name="connsiteX7" fmla="*/ 676872 w 972423"/>
              <a:gd name="connsiteY7" fmla="*/ 299218 h 301851"/>
              <a:gd name="connsiteX8" fmla="*/ 657399 w 972423"/>
              <a:gd name="connsiteY8" fmla="*/ 301356 h 301851"/>
              <a:gd name="connsiteX9" fmla="*/ 593662 w 972423"/>
              <a:gd name="connsiteY9" fmla="*/ 290666 h 301851"/>
              <a:gd name="connsiteX10" fmla="*/ 4020 w 972423"/>
              <a:gd name="connsiteY10" fmla="*/ 10238 h 301851"/>
              <a:gd name="connsiteX11" fmla="*/ 0 w 972423"/>
              <a:gd name="connsiteY11" fmla="*/ 28092 h 301851"/>
              <a:gd name="connsiteX12" fmla="*/ 35120 w 972423"/>
              <a:gd name="connsiteY12" fmla="*/ 0 h 301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2423" h="301851">
                <a:moveTo>
                  <a:pt x="35120" y="0"/>
                </a:moveTo>
                <a:lnTo>
                  <a:pt x="449148" y="0"/>
                </a:lnTo>
                <a:cubicBezTo>
                  <a:pt x="458944" y="0"/>
                  <a:pt x="468313" y="3990"/>
                  <a:pt x="475102" y="11051"/>
                </a:cubicBezTo>
                <a:lnTo>
                  <a:pt x="468260" y="3934"/>
                </a:lnTo>
                <a:cubicBezTo>
                  <a:pt x="531137" y="52710"/>
                  <a:pt x="713441" y="94579"/>
                  <a:pt x="964555" y="121508"/>
                </a:cubicBezTo>
                <a:lnTo>
                  <a:pt x="939512" y="119350"/>
                </a:lnTo>
                <a:cubicBezTo>
                  <a:pt x="977189" y="122596"/>
                  <a:pt x="984989" y="174382"/>
                  <a:pt x="949940" y="188583"/>
                </a:cubicBezTo>
                <a:lnTo>
                  <a:pt x="676872" y="299218"/>
                </a:lnTo>
                <a:cubicBezTo>
                  <a:pt x="670712" y="301714"/>
                  <a:pt x="663954" y="302456"/>
                  <a:pt x="657399" y="301356"/>
                </a:cubicBezTo>
                <a:lnTo>
                  <a:pt x="593662" y="290666"/>
                </a:lnTo>
                <a:cubicBezTo>
                  <a:pt x="233553" y="224011"/>
                  <a:pt x="4020" y="123136"/>
                  <a:pt x="4020" y="10238"/>
                </a:cubicBezTo>
                <a:lnTo>
                  <a:pt x="0" y="28092"/>
                </a:lnTo>
                <a:cubicBezTo>
                  <a:pt x="3700" y="11658"/>
                  <a:pt x="18275" y="0"/>
                  <a:pt x="35120" y="0"/>
                </a:cubicBezTo>
              </a:path>
            </a:pathLst>
          </a:custGeom>
          <a:solidFill>
            <a:schemeClr val="tx1"/>
          </a:solidFill>
          <a:ln w="9525">
            <a:noFill/>
          </a:ln>
          <a:effectLst>
            <a:outerShdw blurRad="12700" dist="25400" dir="5400000" algn="t" rotWithShape="0">
              <a:schemeClr val="accent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endParaRPr>
          </a:p>
        </p:txBody>
      </p:sp>
      <p:sp>
        <p:nvSpPr>
          <p:cNvPr id="1060" name="Freeform 1023">
            <a:extLst>
              <a:ext uri="{FF2B5EF4-FFF2-40B4-BE49-F238E27FC236}">
                <a16:creationId xmlns:a16="http://schemas.microsoft.com/office/drawing/2014/main" id="{440FA8E6-C416-ABB5-C3A6-AB3FB53035A9}"/>
              </a:ext>
            </a:extLst>
          </p:cNvPr>
          <p:cNvSpPr/>
          <p:nvPr/>
        </p:nvSpPr>
        <p:spPr>
          <a:xfrm>
            <a:off x="6806097" y="5294785"/>
            <a:ext cx="1045667" cy="324919"/>
          </a:xfrm>
          <a:custGeom>
            <a:avLst/>
            <a:gdLst>
              <a:gd name="connsiteX0" fmla="*/ 521427 w 970580"/>
              <a:gd name="connsiteY0" fmla="*/ 0 h 301587"/>
              <a:gd name="connsiteX1" fmla="*/ 935460 w 970580"/>
              <a:gd name="connsiteY1" fmla="*/ 0 h 301587"/>
              <a:gd name="connsiteX2" fmla="*/ 970580 w 970580"/>
              <a:gd name="connsiteY2" fmla="*/ 28092 h 301587"/>
              <a:gd name="connsiteX3" fmla="*/ 966560 w 970580"/>
              <a:gd name="connsiteY3" fmla="*/ 10238 h 301587"/>
              <a:gd name="connsiteX4" fmla="*/ 376918 w 970580"/>
              <a:gd name="connsiteY4" fmla="*/ 290666 h 301587"/>
              <a:gd name="connsiteX5" fmla="*/ 314763 w 970580"/>
              <a:gd name="connsiteY5" fmla="*/ 301091 h 301587"/>
              <a:gd name="connsiteX6" fmla="*/ 295290 w 970580"/>
              <a:gd name="connsiteY6" fmla="*/ 298953 h 301587"/>
              <a:gd name="connsiteX7" fmla="*/ 22484 w 970580"/>
              <a:gd name="connsiteY7" fmla="*/ 188424 h 301587"/>
              <a:gd name="connsiteX8" fmla="*/ 32911 w 970580"/>
              <a:gd name="connsiteY8" fmla="*/ 119191 h 301587"/>
              <a:gd name="connsiteX9" fmla="*/ 6023 w 970580"/>
              <a:gd name="connsiteY9" fmla="*/ 121508 h 301587"/>
              <a:gd name="connsiteX10" fmla="*/ 502318 w 970580"/>
              <a:gd name="connsiteY10" fmla="*/ 3934 h 301587"/>
              <a:gd name="connsiteX11" fmla="*/ 495477 w 970580"/>
              <a:gd name="connsiteY11" fmla="*/ 11047 h 301587"/>
              <a:gd name="connsiteX12" fmla="*/ 521427 w 970580"/>
              <a:gd name="connsiteY12" fmla="*/ 0 h 301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0580" h="301587">
                <a:moveTo>
                  <a:pt x="521427" y="0"/>
                </a:moveTo>
                <a:lnTo>
                  <a:pt x="935460" y="0"/>
                </a:lnTo>
                <a:cubicBezTo>
                  <a:pt x="952305" y="0"/>
                  <a:pt x="966880" y="11658"/>
                  <a:pt x="970580" y="28092"/>
                </a:cubicBezTo>
                <a:lnTo>
                  <a:pt x="966560" y="10238"/>
                </a:lnTo>
                <a:cubicBezTo>
                  <a:pt x="966560" y="123136"/>
                  <a:pt x="737027" y="224011"/>
                  <a:pt x="376918" y="290666"/>
                </a:cubicBezTo>
                <a:lnTo>
                  <a:pt x="314763" y="301091"/>
                </a:lnTo>
                <a:cubicBezTo>
                  <a:pt x="308197" y="302192"/>
                  <a:pt x="301460" y="301453"/>
                  <a:pt x="295290" y="298953"/>
                </a:cubicBezTo>
                <a:lnTo>
                  <a:pt x="22484" y="188424"/>
                </a:lnTo>
                <a:cubicBezTo>
                  <a:pt x="-12564" y="174223"/>
                  <a:pt x="-4765" y="122437"/>
                  <a:pt x="32911" y="119191"/>
                </a:cubicBezTo>
                <a:lnTo>
                  <a:pt x="6023" y="121508"/>
                </a:lnTo>
                <a:cubicBezTo>
                  <a:pt x="257137" y="94579"/>
                  <a:pt x="439441" y="52710"/>
                  <a:pt x="502318" y="3934"/>
                </a:cubicBezTo>
                <a:lnTo>
                  <a:pt x="495477" y="11047"/>
                </a:lnTo>
                <a:cubicBezTo>
                  <a:pt x="502265" y="3988"/>
                  <a:pt x="511634" y="0"/>
                  <a:pt x="521427" y="0"/>
                </a:cubicBezTo>
              </a:path>
            </a:pathLst>
          </a:custGeom>
          <a:solidFill>
            <a:schemeClr val="tx1"/>
          </a:solidFill>
          <a:ln w="9525">
            <a:noFill/>
          </a:ln>
          <a:effectLst>
            <a:outerShdw blurRad="12700" dist="25400" dir="5400000" algn="t" rotWithShape="0">
              <a:schemeClr val="accent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endParaRPr>
          </a:p>
        </p:txBody>
      </p:sp>
      <p:sp>
        <p:nvSpPr>
          <p:cNvPr id="1059" name="Freeform 60">
            <a:extLst>
              <a:ext uri="{FF2B5EF4-FFF2-40B4-BE49-F238E27FC236}">
                <a16:creationId xmlns:a16="http://schemas.microsoft.com/office/drawing/2014/main" id="{90DFA978-F3FB-C9A7-3912-9DFBDCE9C722}"/>
              </a:ext>
            </a:extLst>
          </p:cNvPr>
          <p:cNvSpPr/>
          <p:nvPr/>
        </p:nvSpPr>
        <p:spPr>
          <a:xfrm>
            <a:off x="6129654" y="5445970"/>
            <a:ext cx="804203" cy="249857"/>
          </a:xfrm>
          <a:custGeom>
            <a:avLst/>
            <a:gdLst>
              <a:gd name="connsiteX0" fmla="*/ 416393 w 746455"/>
              <a:gd name="connsiteY0" fmla="*/ 2635 h 231915"/>
              <a:gd name="connsiteX1" fmla="*/ 719201 w 746455"/>
              <a:gd name="connsiteY1" fmla="*/ 125318 h 231915"/>
              <a:gd name="connsiteX2" fmla="*/ 710543 w 746455"/>
              <a:gd name="connsiteY2" fmla="*/ 194354 h 231915"/>
              <a:gd name="connsiteX3" fmla="*/ 746455 w 746455"/>
              <a:gd name="connsiteY3" fmla="*/ 189461 h 231915"/>
              <a:gd name="connsiteX4" fmla="*/ 300668 w 746455"/>
              <a:gd name="connsiteY4" fmla="*/ 225940 h 231915"/>
              <a:gd name="connsiteX5" fmla="*/ 36814 w 746455"/>
              <a:gd name="connsiteY5" fmla="*/ 231906 h 231915"/>
              <a:gd name="connsiteX6" fmla="*/ 0 w 746455"/>
              <a:gd name="connsiteY6" fmla="*/ 195915 h 231915"/>
              <a:gd name="connsiteX7" fmla="*/ 0 w 746455"/>
              <a:gd name="connsiteY7" fmla="*/ 48184 h 231915"/>
              <a:gd name="connsiteX8" fmla="*/ 35424 w 746455"/>
              <a:gd name="connsiteY8" fmla="*/ 12189 h 231915"/>
              <a:gd name="connsiteX9" fmla="*/ 211340 w 746455"/>
              <a:gd name="connsiteY9" fmla="*/ 9374 h 231915"/>
              <a:gd name="connsiteX10" fmla="*/ 212536 w 746455"/>
              <a:gd name="connsiteY10" fmla="*/ 9335 h 231915"/>
              <a:gd name="connsiteX11" fmla="*/ 401103 w 746455"/>
              <a:gd name="connsiteY11" fmla="*/ 44 h 231915"/>
              <a:gd name="connsiteX12" fmla="*/ 416393 w 746455"/>
              <a:gd name="connsiteY12" fmla="*/ 2635 h 231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6455" h="231915">
                <a:moveTo>
                  <a:pt x="416393" y="2635"/>
                </a:moveTo>
                <a:lnTo>
                  <a:pt x="719201" y="125318"/>
                </a:lnTo>
                <a:cubicBezTo>
                  <a:pt x="753417" y="139181"/>
                  <a:pt x="747123" y="189370"/>
                  <a:pt x="710543" y="194354"/>
                </a:cubicBezTo>
                <a:lnTo>
                  <a:pt x="746455" y="189461"/>
                </a:lnTo>
                <a:cubicBezTo>
                  <a:pt x="608703" y="206245"/>
                  <a:pt x="458885" y="218678"/>
                  <a:pt x="300668" y="225940"/>
                </a:cubicBezTo>
                <a:lnTo>
                  <a:pt x="36814" y="231906"/>
                </a:lnTo>
                <a:cubicBezTo>
                  <a:pt x="16603" y="232363"/>
                  <a:pt x="0" y="216131"/>
                  <a:pt x="0" y="195915"/>
                </a:cubicBezTo>
                <a:lnTo>
                  <a:pt x="0" y="48184"/>
                </a:lnTo>
                <a:cubicBezTo>
                  <a:pt x="0" y="28522"/>
                  <a:pt x="15764" y="12504"/>
                  <a:pt x="35424" y="12189"/>
                </a:cubicBezTo>
                <a:lnTo>
                  <a:pt x="211340" y="9374"/>
                </a:lnTo>
                <a:cubicBezTo>
                  <a:pt x="211340" y="9374"/>
                  <a:pt x="212536" y="9335"/>
                  <a:pt x="212536" y="9335"/>
                </a:cubicBezTo>
                <a:lnTo>
                  <a:pt x="401103" y="44"/>
                </a:lnTo>
                <a:cubicBezTo>
                  <a:pt x="406322" y="-213"/>
                  <a:pt x="411551" y="673"/>
                  <a:pt x="416393" y="2635"/>
                </a:cubicBezTo>
              </a:path>
            </a:pathLst>
          </a:custGeom>
          <a:solidFill>
            <a:schemeClr val="tx1"/>
          </a:solidFill>
          <a:ln w="9525">
            <a:noFill/>
          </a:ln>
          <a:effectLst>
            <a:outerShdw blurRad="12700" dist="25400" dir="5400000" algn="t" rotWithShape="0">
              <a:schemeClr val="accent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endParaRPr>
          </a:p>
        </p:txBody>
      </p:sp>
      <p:sp>
        <p:nvSpPr>
          <p:cNvPr id="1058" name="Freeform 59">
            <a:extLst>
              <a:ext uri="{FF2B5EF4-FFF2-40B4-BE49-F238E27FC236}">
                <a16:creationId xmlns:a16="http://schemas.microsoft.com/office/drawing/2014/main" id="{13FFCA10-76AC-5D3E-9EB9-F34611EB46AF}"/>
              </a:ext>
            </a:extLst>
          </p:cNvPr>
          <p:cNvSpPr/>
          <p:nvPr/>
        </p:nvSpPr>
        <p:spPr>
          <a:xfrm>
            <a:off x="5269685" y="5446075"/>
            <a:ext cx="801303" cy="249685"/>
          </a:xfrm>
          <a:custGeom>
            <a:avLst/>
            <a:gdLst>
              <a:gd name="connsiteX0" fmla="*/ 347345 w 743763"/>
              <a:gd name="connsiteY0" fmla="*/ 44 h 231756"/>
              <a:gd name="connsiteX1" fmla="*/ 533918 w 743763"/>
              <a:gd name="connsiteY1" fmla="*/ 9237 h 231756"/>
              <a:gd name="connsiteX2" fmla="*/ 535113 w 743763"/>
              <a:gd name="connsiteY2" fmla="*/ 9276 h 231756"/>
              <a:gd name="connsiteX3" fmla="*/ 708339 w 743763"/>
              <a:gd name="connsiteY3" fmla="*/ 12048 h 231756"/>
              <a:gd name="connsiteX4" fmla="*/ 743763 w 743763"/>
              <a:gd name="connsiteY4" fmla="*/ 48044 h 231756"/>
              <a:gd name="connsiteX5" fmla="*/ 743763 w 743763"/>
              <a:gd name="connsiteY5" fmla="*/ 195756 h 231756"/>
              <a:gd name="connsiteX6" fmla="*/ 706949 w 743763"/>
              <a:gd name="connsiteY6" fmla="*/ 231747 h 231756"/>
              <a:gd name="connsiteX7" fmla="*/ 445787 w 743763"/>
              <a:gd name="connsiteY7" fmla="*/ 225842 h 231756"/>
              <a:gd name="connsiteX8" fmla="*/ 0 w 743763"/>
              <a:gd name="connsiteY8" fmla="*/ 189363 h 231756"/>
              <a:gd name="connsiteX9" fmla="*/ 37584 w 743763"/>
              <a:gd name="connsiteY9" fmla="*/ 194485 h 231756"/>
              <a:gd name="connsiteX10" fmla="*/ 28926 w 743763"/>
              <a:gd name="connsiteY10" fmla="*/ 125448 h 231756"/>
              <a:gd name="connsiteX11" fmla="*/ 332055 w 743763"/>
              <a:gd name="connsiteY11" fmla="*/ 2635 h 231756"/>
              <a:gd name="connsiteX12" fmla="*/ 347345 w 743763"/>
              <a:gd name="connsiteY12" fmla="*/ 44 h 231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3763" h="231756">
                <a:moveTo>
                  <a:pt x="347345" y="44"/>
                </a:moveTo>
                <a:lnTo>
                  <a:pt x="533918" y="9237"/>
                </a:lnTo>
                <a:cubicBezTo>
                  <a:pt x="533918" y="9237"/>
                  <a:pt x="535113" y="9276"/>
                  <a:pt x="535113" y="9276"/>
                </a:cubicBezTo>
                <a:lnTo>
                  <a:pt x="708339" y="12048"/>
                </a:lnTo>
                <a:cubicBezTo>
                  <a:pt x="727999" y="12363"/>
                  <a:pt x="743763" y="28381"/>
                  <a:pt x="743763" y="48044"/>
                </a:cubicBezTo>
                <a:lnTo>
                  <a:pt x="743763" y="195756"/>
                </a:lnTo>
                <a:cubicBezTo>
                  <a:pt x="743763" y="215972"/>
                  <a:pt x="727160" y="232204"/>
                  <a:pt x="706949" y="231747"/>
                </a:cubicBezTo>
                <a:lnTo>
                  <a:pt x="445787" y="225842"/>
                </a:lnTo>
                <a:cubicBezTo>
                  <a:pt x="287570" y="218580"/>
                  <a:pt x="137753" y="206147"/>
                  <a:pt x="0" y="189363"/>
                </a:cubicBezTo>
                <a:lnTo>
                  <a:pt x="37584" y="194485"/>
                </a:lnTo>
                <a:cubicBezTo>
                  <a:pt x="1005" y="189500"/>
                  <a:pt x="-5289" y="139311"/>
                  <a:pt x="28926" y="125448"/>
                </a:cubicBezTo>
                <a:lnTo>
                  <a:pt x="332055" y="2635"/>
                </a:lnTo>
                <a:cubicBezTo>
                  <a:pt x="336897" y="673"/>
                  <a:pt x="342126" y="-213"/>
                  <a:pt x="347345" y="44"/>
                </a:cubicBezTo>
              </a:path>
            </a:pathLst>
          </a:custGeom>
          <a:solidFill>
            <a:schemeClr val="tx1"/>
          </a:solidFill>
          <a:ln w="9525">
            <a:noFill/>
          </a:ln>
          <a:effectLst>
            <a:outerShdw blurRad="12700" dist="25400" dir="5400000" algn="t" rotWithShape="0">
              <a:schemeClr val="accent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endParaRPr>
          </a:p>
        </p:txBody>
      </p:sp>
      <p:sp>
        <p:nvSpPr>
          <p:cNvPr id="24" name="任意多边形: 形状 23">
            <a:extLst>
              <a:ext uri="{FF2B5EF4-FFF2-40B4-BE49-F238E27FC236}">
                <a16:creationId xmlns:a16="http://schemas.microsoft.com/office/drawing/2014/main" id="{0FF30FE7-345A-0122-B7A0-0525D199A7D8}"/>
              </a:ext>
            </a:extLst>
          </p:cNvPr>
          <p:cNvSpPr/>
          <p:nvPr/>
        </p:nvSpPr>
        <p:spPr>
          <a:xfrm>
            <a:off x="4021645" y="5338747"/>
            <a:ext cx="4148710" cy="562182"/>
          </a:xfrm>
          <a:custGeom>
            <a:avLst/>
            <a:gdLst>
              <a:gd name="connsiteX0" fmla="*/ 2547747 w 2560700"/>
              <a:gd name="connsiteY0" fmla="*/ 38481 h 346995"/>
              <a:gd name="connsiteX1" fmla="*/ 2543937 w 2560700"/>
              <a:gd name="connsiteY1" fmla="*/ 43529 h 346995"/>
              <a:gd name="connsiteX2" fmla="*/ 2540603 w 2560700"/>
              <a:gd name="connsiteY2" fmla="*/ 47720 h 346995"/>
              <a:gd name="connsiteX3" fmla="*/ 2537651 w 2560700"/>
              <a:gd name="connsiteY3" fmla="*/ 51054 h 346995"/>
              <a:gd name="connsiteX4" fmla="*/ 2533745 w 2560700"/>
              <a:gd name="connsiteY4" fmla="*/ 55245 h 346995"/>
              <a:gd name="connsiteX5" fmla="*/ 2530412 w 2560700"/>
              <a:gd name="connsiteY5" fmla="*/ 58484 h 346995"/>
              <a:gd name="connsiteX6" fmla="*/ 2525935 w 2560700"/>
              <a:gd name="connsiteY6" fmla="*/ 62675 h 346995"/>
              <a:gd name="connsiteX7" fmla="*/ 2522220 w 2560700"/>
              <a:gd name="connsiteY7" fmla="*/ 65913 h 346995"/>
              <a:gd name="connsiteX8" fmla="*/ 2517172 w 2560700"/>
              <a:gd name="connsiteY8" fmla="*/ 70009 h 346995"/>
              <a:gd name="connsiteX9" fmla="*/ 2513076 w 2560700"/>
              <a:gd name="connsiteY9" fmla="*/ 73152 h 346995"/>
              <a:gd name="connsiteX10" fmla="*/ 2507552 w 2560700"/>
              <a:gd name="connsiteY10" fmla="*/ 77248 h 346995"/>
              <a:gd name="connsiteX11" fmla="*/ 2502980 w 2560700"/>
              <a:gd name="connsiteY11" fmla="*/ 80391 h 346995"/>
              <a:gd name="connsiteX12" fmla="*/ 2496884 w 2560700"/>
              <a:gd name="connsiteY12" fmla="*/ 84392 h 346995"/>
              <a:gd name="connsiteX13" fmla="*/ 2491931 w 2560700"/>
              <a:gd name="connsiteY13" fmla="*/ 87440 h 346995"/>
              <a:gd name="connsiteX14" fmla="*/ 2485358 w 2560700"/>
              <a:gd name="connsiteY14" fmla="*/ 91440 h 346995"/>
              <a:gd name="connsiteX15" fmla="*/ 2480024 w 2560700"/>
              <a:gd name="connsiteY15" fmla="*/ 94488 h 346995"/>
              <a:gd name="connsiteX16" fmla="*/ 2472976 w 2560700"/>
              <a:gd name="connsiteY16" fmla="*/ 98393 h 346995"/>
              <a:gd name="connsiteX17" fmla="*/ 2467166 w 2560700"/>
              <a:gd name="connsiteY17" fmla="*/ 101441 h 346995"/>
              <a:gd name="connsiteX18" fmla="*/ 2459641 w 2560700"/>
              <a:gd name="connsiteY18" fmla="*/ 105251 h 346995"/>
              <a:gd name="connsiteX19" fmla="*/ 2453449 w 2560700"/>
              <a:gd name="connsiteY19" fmla="*/ 108204 h 346995"/>
              <a:gd name="connsiteX20" fmla="*/ 2445449 w 2560700"/>
              <a:gd name="connsiteY20" fmla="*/ 112014 h 346995"/>
              <a:gd name="connsiteX21" fmla="*/ 2438876 w 2560700"/>
              <a:gd name="connsiteY21" fmla="*/ 114967 h 346995"/>
              <a:gd name="connsiteX22" fmla="*/ 2430494 w 2560700"/>
              <a:gd name="connsiteY22" fmla="*/ 118682 h 346995"/>
              <a:gd name="connsiteX23" fmla="*/ 2423446 w 2560700"/>
              <a:gd name="connsiteY23" fmla="*/ 121634 h 346995"/>
              <a:gd name="connsiteX24" fmla="*/ 2414683 w 2560700"/>
              <a:gd name="connsiteY24" fmla="*/ 125254 h 346995"/>
              <a:gd name="connsiteX25" fmla="*/ 2407158 w 2560700"/>
              <a:gd name="connsiteY25" fmla="*/ 128207 h 346995"/>
              <a:gd name="connsiteX26" fmla="*/ 2398014 w 2560700"/>
              <a:gd name="connsiteY26" fmla="*/ 131731 h 346995"/>
              <a:gd name="connsiteX27" fmla="*/ 2390108 w 2560700"/>
              <a:gd name="connsiteY27" fmla="*/ 134684 h 346995"/>
              <a:gd name="connsiteX28" fmla="*/ 2380583 w 2560700"/>
              <a:gd name="connsiteY28" fmla="*/ 138113 h 346995"/>
              <a:gd name="connsiteX29" fmla="*/ 2372201 w 2560700"/>
              <a:gd name="connsiteY29" fmla="*/ 140970 h 346995"/>
              <a:gd name="connsiteX30" fmla="*/ 2362391 w 2560700"/>
              <a:gd name="connsiteY30" fmla="*/ 144304 h 346995"/>
              <a:gd name="connsiteX31" fmla="*/ 2353437 w 2560700"/>
              <a:gd name="connsiteY31" fmla="*/ 147161 h 346995"/>
              <a:gd name="connsiteX32" fmla="*/ 2343245 w 2560700"/>
              <a:gd name="connsiteY32" fmla="*/ 150400 h 346995"/>
              <a:gd name="connsiteX33" fmla="*/ 2334006 w 2560700"/>
              <a:gd name="connsiteY33" fmla="*/ 153257 h 346995"/>
              <a:gd name="connsiteX34" fmla="*/ 2323433 w 2560700"/>
              <a:gd name="connsiteY34" fmla="*/ 156496 h 346995"/>
              <a:gd name="connsiteX35" fmla="*/ 2313623 w 2560700"/>
              <a:gd name="connsiteY35" fmla="*/ 159353 h 346995"/>
              <a:gd name="connsiteX36" fmla="*/ 2302859 w 2560700"/>
              <a:gd name="connsiteY36" fmla="*/ 162401 h 346995"/>
              <a:gd name="connsiteX37" fmla="*/ 2292477 w 2560700"/>
              <a:gd name="connsiteY37" fmla="*/ 165259 h 346995"/>
              <a:gd name="connsiteX38" fmla="*/ 2281523 w 2560700"/>
              <a:gd name="connsiteY38" fmla="*/ 168212 h 346995"/>
              <a:gd name="connsiteX39" fmla="*/ 2270570 w 2560700"/>
              <a:gd name="connsiteY39" fmla="*/ 171069 h 346995"/>
              <a:gd name="connsiteX40" fmla="*/ 2259521 w 2560700"/>
              <a:gd name="connsiteY40" fmla="*/ 173927 h 346995"/>
              <a:gd name="connsiteX41" fmla="*/ 2247995 w 2560700"/>
              <a:gd name="connsiteY41" fmla="*/ 176784 h 346995"/>
              <a:gd name="connsiteX42" fmla="*/ 2236851 w 2560700"/>
              <a:gd name="connsiteY42" fmla="*/ 179451 h 346995"/>
              <a:gd name="connsiteX43" fmla="*/ 2224850 w 2560700"/>
              <a:gd name="connsiteY43" fmla="*/ 182213 h 346995"/>
              <a:gd name="connsiteX44" fmla="*/ 2213420 w 2560700"/>
              <a:gd name="connsiteY44" fmla="*/ 184880 h 346995"/>
              <a:gd name="connsiteX45" fmla="*/ 2200847 w 2560700"/>
              <a:gd name="connsiteY45" fmla="*/ 187643 h 346995"/>
              <a:gd name="connsiteX46" fmla="*/ 2189321 w 2560700"/>
              <a:gd name="connsiteY46" fmla="*/ 190119 h 346995"/>
              <a:gd name="connsiteX47" fmla="*/ 2176082 w 2560700"/>
              <a:gd name="connsiteY47" fmla="*/ 192881 h 346995"/>
              <a:gd name="connsiteX48" fmla="*/ 2164556 w 2560700"/>
              <a:gd name="connsiteY48" fmla="*/ 195263 h 346995"/>
              <a:gd name="connsiteX49" fmla="*/ 2150555 w 2560700"/>
              <a:gd name="connsiteY49" fmla="*/ 198025 h 346995"/>
              <a:gd name="connsiteX50" fmla="*/ 2139220 w 2560700"/>
              <a:gd name="connsiteY50" fmla="*/ 200216 h 346995"/>
              <a:gd name="connsiteX51" fmla="*/ 2124075 w 2560700"/>
              <a:gd name="connsiteY51" fmla="*/ 203073 h 346995"/>
              <a:gd name="connsiteX52" fmla="*/ 2113121 w 2560700"/>
              <a:gd name="connsiteY52" fmla="*/ 205073 h 346995"/>
              <a:gd name="connsiteX53" fmla="*/ 2097215 w 2560700"/>
              <a:gd name="connsiteY53" fmla="*/ 207931 h 346995"/>
              <a:gd name="connsiteX54" fmla="*/ 2086451 w 2560700"/>
              <a:gd name="connsiteY54" fmla="*/ 209836 h 346995"/>
              <a:gd name="connsiteX55" fmla="*/ 2068925 w 2560700"/>
              <a:gd name="connsiteY55" fmla="*/ 212789 h 346995"/>
              <a:gd name="connsiteX56" fmla="*/ 2059210 w 2560700"/>
              <a:gd name="connsiteY56" fmla="*/ 214408 h 346995"/>
              <a:gd name="connsiteX57" fmla="*/ 2040255 w 2560700"/>
              <a:gd name="connsiteY57" fmla="*/ 217361 h 346995"/>
              <a:gd name="connsiteX58" fmla="*/ 2031302 w 2560700"/>
              <a:gd name="connsiteY58" fmla="*/ 218789 h 346995"/>
              <a:gd name="connsiteX59" fmla="*/ 2009585 w 2560700"/>
              <a:gd name="connsiteY59" fmla="*/ 222028 h 346995"/>
              <a:gd name="connsiteX60" fmla="*/ 2002917 w 2560700"/>
              <a:gd name="connsiteY60" fmla="*/ 222980 h 346995"/>
              <a:gd name="connsiteX61" fmla="*/ 1979009 w 2560700"/>
              <a:gd name="connsiteY61" fmla="*/ 226314 h 346995"/>
              <a:gd name="connsiteX62" fmla="*/ 1973866 w 2560700"/>
              <a:gd name="connsiteY62" fmla="*/ 227076 h 346995"/>
              <a:gd name="connsiteX63" fmla="*/ 1944243 w 2560700"/>
              <a:gd name="connsiteY63" fmla="*/ 230981 h 346995"/>
              <a:gd name="connsiteX64" fmla="*/ 1280446 w 2560700"/>
              <a:gd name="connsiteY64" fmla="*/ 270034 h 346995"/>
              <a:gd name="connsiteX65" fmla="*/ 616649 w 2560700"/>
              <a:gd name="connsiteY65" fmla="*/ 230981 h 346995"/>
              <a:gd name="connsiteX66" fmla="*/ 587026 w 2560700"/>
              <a:gd name="connsiteY66" fmla="*/ 227076 h 346995"/>
              <a:gd name="connsiteX67" fmla="*/ 581882 w 2560700"/>
              <a:gd name="connsiteY67" fmla="*/ 226314 h 346995"/>
              <a:gd name="connsiteX68" fmla="*/ 557975 w 2560700"/>
              <a:gd name="connsiteY68" fmla="*/ 222980 h 346995"/>
              <a:gd name="connsiteX69" fmla="*/ 551307 w 2560700"/>
              <a:gd name="connsiteY69" fmla="*/ 222028 h 346995"/>
              <a:gd name="connsiteX70" fmla="*/ 529590 w 2560700"/>
              <a:gd name="connsiteY70" fmla="*/ 218789 h 346995"/>
              <a:gd name="connsiteX71" fmla="*/ 520637 w 2560700"/>
              <a:gd name="connsiteY71" fmla="*/ 217361 h 346995"/>
              <a:gd name="connsiteX72" fmla="*/ 501682 w 2560700"/>
              <a:gd name="connsiteY72" fmla="*/ 214408 h 346995"/>
              <a:gd name="connsiteX73" fmla="*/ 491966 w 2560700"/>
              <a:gd name="connsiteY73" fmla="*/ 212789 h 346995"/>
              <a:gd name="connsiteX74" fmla="*/ 474440 w 2560700"/>
              <a:gd name="connsiteY74" fmla="*/ 209836 h 346995"/>
              <a:gd name="connsiteX75" fmla="*/ 463677 w 2560700"/>
              <a:gd name="connsiteY75" fmla="*/ 207931 h 346995"/>
              <a:gd name="connsiteX76" fmla="*/ 447770 w 2560700"/>
              <a:gd name="connsiteY76" fmla="*/ 205073 h 346995"/>
              <a:gd name="connsiteX77" fmla="*/ 436817 w 2560700"/>
              <a:gd name="connsiteY77" fmla="*/ 203073 h 346995"/>
              <a:gd name="connsiteX78" fmla="*/ 421672 w 2560700"/>
              <a:gd name="connsiteY78" fmla="*/ 200216 h 346995"/>
              <a:gd name="connsiteX79" fmla="*/ 410337 w 2560700"/>
              <a:gd name="connsiteY79" fmla="*/ 198025 h 346995"/>
              <a:gd name="connsiteX80" fmla="*/ 396335 w 2560700"/>
              <a:gd name="connsiteY80" fmla="*/ 195263 h 346995"/>
              <a:gd name="connsiteX81" fmla="*/ 384810 w 2560700"/>
              <a:gd name="connsiteY81" fmla="*/ 192881 h 346995"/>
              <a:gd name="connsiteX82" fmla="*/ 371570 w 2560700"/>
              <a:gd name="connsiteY82" fmla="*/ 190119 h 346995"/>
              <a:gd name="connsiteX83" fmla="*/ 360045 w 2560700"/>
              <a:gd name="connsiteY83" fmla="*/ 187643 h 346995"/>
              <a:gd name="connsiteX84" fmla="*/ 347472 w 2560700"/>
              <a:gd name="connsiteY84" fmla="*/ 184880 h 346995"/>
              <a:gd name="connsiteX85" fmla="*/ 336042 w 2560700"/>
              <a:gd name="connsiteY85" fmla="*/ 182213 h 346995"/>
              <a:gd name="connsiteX86" fmla="*/ 324041 w 2560700"/>
              <a:gd name="connsiteY86" fmla="*/ 179451 h 346995"/>
              <a:gd name="connsiteX87" fmla="*/ 312896 w 2560700"/>
              <a:gd name="connsiteY87" fmla="*/ 176784 h 346995"/>
              <a:gd name="connsiteX88" fmla="*/ 301371 w 2560700"/>
              <a:gd name="connsiteY88" fmla="*/ 173927 h 346995"/>
              <a:gd name="connsiteX89" fmla="*/ 290322 w 2560700"/>
              <a:gd name="connsiteY89" fmla="*/ 171069 h 346995"/>
              <a:gd name="connsiteX90" fmla="*/ 279368 w 2560700"/>
              <a:gd name="connsiteY90" fmla="*/ 168212 h 346995"/>
              <a:gd name="connsiteX91" fmla="*/ 268415 w 2560700"/>
              <a:gd name="connsiteY91" fmla="*/ 165259 h 346995"/>
              <a:gd name="connsiteX92" fmla="*/ 258032 w 2560700"/>
              <a:gd name="connsiteY92" fmla="*/ 162401 h 346995"/>
              <a:gd name="connsiteX93" fmla="*/ 247269 w 2560700"/>
              <a:gd name="connsiteY93" fmla="*/ 159353 h 346995"/>
              <a:gd name="connsiteX94" fmla="*/ 237458 w 2560700"/>
              <a:gd name="connsiteY94" fmla="*/ 156496 h 346995"/>
              <a:gd name="connsiteX95" fmla="*/ 226886 w 2560700"/>
              <a:gd name="connsiteY95" fmla="*/ 153257 h 346995"/>
              <a:gd name="connsiteX96" fmla="*/ 217646 w 2560700"/>
              <a:gd name="connsiteY96" fmla="*/ 150400 h 346995"/>
              <a:gd name="connsiteX97" fmla="*/ 207455 w 2560700"/>
              <a:gd name="connsiteY97" fmla="*/ 147161 h 346995"/>
              <a:gd name="connsiteX98" fmla="*/ 198501 w 2560700"/>
              <a:gd name="connsiteY98" fmla="*/ 144304 h 346995"/>
              <a:gd name="connsiteX99" fmla="*/ 188690 w 2560700"/>
              <a:gd name="connsiteY99" fmla="*/ 140970 h 346995"/>
              <a:gd name="connsiteX100" fmla="*/ 180308 w 2560700"/>
              <a:gd name="connsiteY100" fmla="*/ 138113 h 346995"/>
              <a:gd name="connsiteX101" fmla="*/ 170783 w 2560700"/>
              <a:gd name="connsiteY101" fmla="*/ 134684 h 346995"/>
              <a:gd name="connsiteX102" fmla="*/ 162878 w 2560700"/>
              <a:gd name="connsiteY102" fmla="*/ 131731 h 346995"/>
              <a:gd name="connsiteX103" fmla="*/ 153734 w 2560700"/>
              <a:gd name="connsiteY103" fmla="*/ 128207 h 346995"/>
              <a:gd name="connsiteX104" fmla="*/ 146209 w 2560700"/>
              <a:gd name="connsiteY104" fmla="*/ 125254 h 346995"/>
              <a:gd name="connsiteX105" fmla="*/ 137446 w 2560700"/>
              <a:gd name="connsiteY105" fmla="*/ 121634 h 346995"/>
              <a:gd name="connsiteX106" fmla="*/ 130397 w 2560700"/>
              <a:gd name="connsiteY106" fmla="*/ 118682 h 346995"/>
              <a:gd name="connsiteX107" fmla="*/ 122015 w 2560700"/>
              <a:gd name="connsiteY107" fmla="*/ 114967 h 346995"/>
              <a:gd name="connsiteX108" fmla="*/ 115443 w 2560700"/>
              <a:gd name="connsiteY108" fmla="*/ 112014 h 346995"/>
              <a:gd name="connsiteX109" fmla="*/ 107442 w 2560700"/>
              <a:gd name="connsiteY109" fmla="*/ 108204 h 346995"/>
              <a:gd name="connsiteX110" fmla="*/ 101251 w 2560700"/>
              <a:gd name="connsiteY110" fmla="*/ 105251 h 346995"/>
              <a:gd name="connsiteX111" fmla="*/ 93726 w 2560700"/>
              <a:gd name="connsiteY111" fmla="*/ 101441 h 346995"/>
              <a:gd name="connsiteX112" fmla="*/ 87916 w 2560700"/>
              <a:gd name="connsiteY112" fmla="*/ 98393 h 346995"/>
              <a:gd name="connsiteX113" fmla="*/ 80867 w 2560700"/>
              <a:gd name="connsiteY113" fmla="*/ 94488 h 346995"/>
              <a:gd name="connsiteX114" fmla="*/ 75533 w 2560700"/>
              <a:gd name="connsiteY114" fmla="*/ 91440 h 346995"/>
              <a:gd name="connsiteX115" fmla="*/ 68961 w 2560700"/>
              <a:gd name="connsiteY115" fmla="*/ 87440 h 346995"/>
              <a:gd name="connsiteX116" fmla="*/ 64008 w 2560700"/>
              <a:gd name="connsiteY116" fmla="*/ 84392 h 346995"/>
              <a:gd name="connsiteX117" fmla="*/ 57912 w 2560700"/>
              <a:gd name="connsiteY117" fmla="*/ 80391 h 346995"/>
              <a:gd name="connsiteX118" fmla="*/ 53340 w 2560700"/>
              <a:gd name="connsiteY118" fmla="*/ 77248 h 346995"/>
              <a:gd name="connsiteX119" fmla="*/ 47816 w 2560700"/>
              <a:gd name="connsiteY119" fmla="*/ 73152 h 346995"/>
              <a:gd name="connsiteX120" fmla="*/ 43720 w 2560700"/>
              <a:gd name="connsiteY120" fmla="*/ 70009 h 346995"/>
              <a:gd name="connsiteX121" fmla="*/ 38672 w 2560700"/>
              <a:gd name="connsiteY121" fmla="*/ 65913 h 346995"/>
              <a:gd name="connsiteX122" fmla="*/ 34957 w 2560700"/>
              <a:gd name="connsiteY122" fmla="*/ 62675 h 346995"/>
              <a:gd name="connsiteX123" fmla="*/ 30480 w 2560700"/>
              <a:gd name="connsiteY123" fmla="*/ 58484 h 346995"/>
              <a:gd name="connsiteX124" fmla="*/ 27146 w 2560700"/>
              <a:gd name="connsiteY124" fmla="*/ 55245 h 346995"/>
              <a:gd name="connsiteX125" fmla="*/ 23241 w 2560700"/>
              <a:gd name="connsiteY125" fmla="*/ 51054 h 346995"/>
              <a:gd name="connsiteX126" fmla="*/ 20288 w 2560700"/>
              <a:gd name="connsiteY126" fmla="*/ 47720 h 346995"/>
              <a:gd name="connsiteX127" fmla="*/ 16955 w 2560700"/>
              <a:gd name="connsiteY127" fmla="*/ 43529 h 346995"/>
              <a:gd name="connsiteX128" fmla="*/ 13145 w 2560700"/>
              <a:gd name="connsiteY128" fmla="*/ 38481 h 346995"/>
              <a:gd name="connsiteX129" fmla="*/ 0 w 2560700"/>
              <a:gd name="connsiteY129" fmla="*/ 0 h 346995"/>
              <a:gd name="connsiteX130" fmla="*/ 0 w 2560700"/>
              <a:gd name="connsiteY130" fmla="*/ 76962 h 346995"/>
              <a:gd name="connsiteX131" fmla="*/ 0 w 2560700"/>
              <a:gd name="connsiteY131" fmla="*/ 77057 h 346995"/>
              <a:gd name="connsiteX132" fmla="*/ 0 w 2560700"/>
              <a:gd name="connsiteY132" fmla="*/ 77153 h 346995"/>
              <a:gd name="connsiteX133" fmla="*/ 227552 w 2560700"/>
              <a:gd name="connsiteY133" fmla="*/ 230791 h 346995"/>
              <a:gd name="connsiteX134" fmla="*/ 1278255 w 2560700"/>
              <a:gd name="connsiteY134" fmla="*/ 346996 h 346995"/>
              <a:gd name="connsiteX135" fmla="*/ 1280351 w 2560700"/>
              <a:gd name="connsiteY135" fmla="*/ 346996 h 346995"/>
              <a:gd name="connsiteX136" fmla="*/ 1282446 w 2560700"/>
              <a:gd name="connsiteY136" fmla="*/ 346996 h 346995"/>
              <a:gd name="connsiteX137" fmla="*/ 2333149 w 2560700"/>
              <a:gd name="connsiteY137" fmla="*/ 230791 h 346995"/>
              <a:gd name="connsiteX138" fmla="*/ 2560701 w 2560700"/>
              <a:gd name="connsiteY138" fmla="*/ 77153 h 346995"/>
              <a:gd name="connsiteX139" fmla="*/ 2560701 w 2560700"/>
              <a:gd name="connsiteY139" fmla="*/ 77057 h 346995"/>
              <a:gd name="connsiteX140" fmla="*/ 2560701 w 2560700"/>
              <a:gd name="connsiteY140" fmla="*/ 76962 h 346995"/>
              <a:gd name="connsiteX141" fmla="*/ 2560701 w 2560700"/>
              <a:gd name="connsiteY141" fmla="*/ 0 h 346995"/>
              <a:gd name="connsiteX142" fmla="*/ 2547652 w 2560700"/>
              <a:gd name="connsiteY142" fmla="*/ 38481 h 34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2560700" h="346995">
                <a:moveTo>
                  <a:pt x="2547747" y="38481"/>
                </a:moveTo>
                <a:cubicBezTo>
                  <a:pt x="2546604" y="40196"/>
                  <a:pt x="2545271" y="41910"/>
                  <a:pt x="2543937" y="43529"/>
                </a:cubicBezTo>
                <a:cubicBezTo>
                  <a:pt x="2542889" y="44958"/>
                  <a:pt x="2541746" y="46292"/>
                  <a:pt x="2540603" y="47720"/>
                </a:cubicBezTo>
                <a:cubicBezTo>
                  <a:pt x="2539651" y="48863"/>
                  <a:pt x="2538698" y="49911"/>
                  <a:pt x="2537651" y="51054"/>
                </a:cubicBezTo>
                <a:cubicBezTo>
                  <a:pt x="2536412" y="52483"/>
                  <a:pt x="2535079" y="53816"/>
                  <a:pt x="2533745" y="55245"/>
                </a:cubicBezTo>
                <a:cubicBezTo>
                  <a:pt x="2532698" y="56293"/>
                  <a:pt x="2531555" y="57436"/>
                  <a:pt x="2530412" y="58484"/>
                </a:cubicBezTo>
                <a:cubicBezTo>
                  <a:pt x="2528983" y="59912"/>
                  <a:pt x="2527459" y="61246"/>
                  <a:pt x="2525935" y="62675"/>
                </a:cubicBezTo>
                <a:cubicBezTo>
                  <a:pt x="2524697" y="63722"/>
                  <a:pt x="2523458" y="64770"/>
                  <a:pt x="2522220" y="65913"/>
                </a:cubicBezTo>
                <a:cubicBezTo>
                  <a:pt x="2520601" y="67247"/>
                  <a:pt x="2518886" y="68675"/>
                  <a:pt x="2517172" y="70009"/>
                </a:cubicBezTo>
                <a:cubicBezTo>
                  <a:pt x="2515838" y="71057"/>
                  <a:pt x="2514410" y="72104"/>
                  <a:pt x="2513076" y="73152"/>
                </a:cubicBezTo>
                <a:cubicBezTo>
                  <a:pt x="2511266" y="74486"/>
                  <a:pt x="2509457" y="75914"/>
                  <a:pt x="2507552" y="77248"/>
                </a:cubicBezTo>
                <a:cubicBezTo>
                  <a:pt x="2506123" y="78296"/>
                  <a:pt x="2504504" y="79343"/>
                  <a:pt x="2502980" y="80391"/>
                </a:cubicBezTo>
                <a:cubicBezTo>
                  <a:pt x="2500979" y="81724"/>
                  <a:pt x="2498979" y="83058"/>
                  <a:pt x="2496884" y="84392"/>
                </a:cubicBezTo>
                <a:cubicBezTo>
                  <a:pt x="2495264" y="85439"/>
                  <a:pt x="2493645" y="86487"/>
                  <a:pt x="2491931" y="87440"/>
                </a:cubicBezTo>
                <a:cubicBezTo>
                  <a:pt x="2489740" y="88773"/>
                  <a:pt x="2487549" y="90107"/>
                  <a:pt x="2485358" y="91440"/>
                </a:cubicBezTo>
                <a:cubicBezTo>
                  <a:pt x="2483644" y="92488"/>
                  <a:pt x="2481834" y="93440"/>
                  <a:pt x="2480024" y="94488"/>
                </a:cubicBezTo>
                <a:cubicBezTo>
                  <a:pt x="2477738" y="95822"/>
                  <a:pt x="2475357" y="97155"/>
                  <a:pt x="2472976" y="98393"/>
                </a:cubicBezTo>
                <a:cubicBezTo>
                  <a:pt x="2471071" y="99441"/>
                  <a:pt x="2469166" y="100393"/>
                  <a:pt x="2467166" y="101441"/>
                </a:cubicBezTo>
                <a:cubicBezTo>
                  <a:pt x="2464689" y="102775"/>
                  <a:pt x="2462213" y="104013"/>
                  <a:pt x="2459641" y="105251"/>
                </a:cubicBezTo>
                <a:cubicBezTo>
                  <a:pt x="2457641" y="106299"/>
                  <a:pt x="2455545" y="107252"/>
                  <a:pt x="2453449" y="108204"/>
                </a:cubicBezTo>
                <a:cubicBezTo>
                  <a:pt x="2450783" y="109442"/>
                  <a:pt x="2448211" y="110776"/>
                  <a:pt x="2445449" y="112014"/>
                </a:cubicBezTo>
                <a:cubicBezTo>
                  <a:pt x="2443258" y="112967"/>
                  <a:pt x="2441067" y="114014"/>
                  <a:pt x="2438876" y="114967"/>
                </a:cubicBezTo>
                <a:cubicBezTo>
                  <a:pt x="2436114" y="116205"/>
                  <a:pt x="2433352" y="117443"/>
                  <a:pt x="2430494" y="118682"/>
                </a:cubicBezTo>
                <a:cubicBezTo>
                  <a:pt x="2428208" y="119634"/>
                  <a:pt x="2425827" y="120682"/>
                  <a:pt x="2423446" y="121634"/>
                </a:cubicBezTo>
                <a:cubicBezTo>
                  <a:pt x="2420588" y="122873"/>
                  <a:pt x="2417636" y="124016"/>
                  <a:pt x="2414683" y="125254"/>
                </a:cubicBezTo>
                <a:cubicBezTo>
                  <a:pt x="2412206" y="126206"/>
                  <a:pt x="2409730" y="127254"/>
                  <a:pt x="2407158" y="128207"/>
                </a:cubicBezTo>
                <a:cubicBezTo>
                  <a:pt x="2404110" y="129349"/>
                  <a:pt x="2401062" y="130588"/>
                  <a:pt x="2398014" y="131731"/>
                </a:cubicBezTo>
                <a:cubicBezTo>
                  <a:pt x="2395442" y="132683"/>
                  <a:pt x="2392775" y="133636"/>
                  <a:pt x="2390108" y="134684"/>
                </a:cubicBezTo>
                <a:cubicBezTo>
                  <a:pt x="2386965" y="135827"/>
                  <a:pt x="2383822" y="136970"/>
                  <a:pt x="2380583" y="138113"/>
                </a:cubicBezTo>
                <a:cubicBezTo>
                  <a:pt x="2377821" y="139065"/>
                  <a:pt x="2374964" y="140018"/>
                  <a:pt x="2372201" y="140970"/>
                </a:cubicBezTo>
                <a:cubicBezTo>
                  <a:pt x="2368963" y="142113"/>
                  <a:pt x="2365724" y="143161"/>
                  <a:pt x="2362391" y="144304"/>
                </a:cubicBezTo>
                <a:cubicBezTo>
                  <a:pt x="2359438" y="145256"/>
                  <a:pt x="2356485" y="146209"/>
                  <a:pt x="2353437" y="147161"/>
                </a:cubicBezTo>
                <a:cubicBezTo>
                  <a:pt x="2350103" y="148209"/>
                  <a:pt x="2346674" y="149352"/>
                  <a:pt x="2343245" y="150400"/>
                </a:cubicBezTo>
                <a:cubicBezTo>
                  <a:pt x="2340197" y="151352"/>
                  <a:pt x="2337149" y="152305"/>
                  <a:pt x="2334006" y="153257"/>
                </a:cubicBezTo>
                <a:cubicBezTo>
                  <a:pt x="2330482" y="154305"/>
                  <a:pt x="2327053" y="155353"/>
                  <a:pt x="2323433" y="156496"/>
                </a:cubicBezTo>
                <a:cubicBezTo>
                  <a:pt x="2320195" y="157448"/>
                  <a:pt x="2316956" y="158401"/>
                  <a:pt x="2313623" y="159353"/>
                </a:cubicBezTo>
                <a:cubicBezTo>
                  <a:pt x="2310003" y="160401"/>
                  <a:pt x="2306479" y="161449"/>
                  <a:pt x="2302859" y="162401"/>
                </a:cubicBezTo>
                <a:cubicBezTo>
                  <a:pt x="2299430" y="163354"/>
                  <a:pt x="2296001" y="164306"/>
                  <a:pt x="2292477" y="165259"/>
                </a:cubicBezTo>
                <a:cubicBezTo>
                  <a:pt x="2288858" y="166211"/>
                  <a:pt x="2285238" y="167259"/>
                  <a:pt x="2281523" y="168212"/>
                </a:cubicBezTo>
                <a:cubicBezTo>
                  <a:pt x="2277904" y="169164"/>
                  <a:pt x="2274189" y="170117"/>
                  <a:pt x="2270570" y="171069"/>
                </a:cubicBezTo>
                <a:cubicBezTo>
                  <a:pt x="2266855" y="172021"/>
                  <a:pt x="2263235" y="172974"/>
                  <a:pt x="2259521" y="173927"/>
                </a:cubicBezTo>
                <a:cubicBezTo>
                  <a:pt x="2255711" y="174879"/>
                  <a:pt x="2251805" y="175832"/>
                  <a:pt x="2247995" y="176784"/>
                </a:cubicBezTo>
                <a:cubicBezTo>
                  <a:pt x="2244281" y="177641"/>
                  <a:pt x="2240566" y="178594"/>
                  <a:pt x="2236851" y="179451"/>
                </a:cubicBezTo>
                <a:cubicBezTo>
                  <a:pt x="2232946" y="180404"/>
                  <a:pt x="2228850" y="181261"/>
                  <a:pt x="2224850" y="182213"/>
                </a:cubicBezTo>
                <a:cubicBezTo>
                  <a:pt x="2221040" y="183071"/>
                  <a:pt x="2217230" y="183928"/>
                  <a:pt x="2213420" y="184880"/>
                </a:cubicBezTo>
                <a:cubicBezTo>
                  <a:pt x="2209324" y="185833"/>
                  <a:pt x="2205038" y="186690"/>
                  <a:pt x="2200847" y="187643"/>
                </a:cubicBezTo>
                <a:cubicBezTo>
                  <a:pt x="2197037" y="188500"/>
                  <a:pt x="2193227" y="189357"/>
                  <a:pt x="2189321" y="190119"/>
                </a:cubicBezTo>
                <a:cubicBezTo>
                  <a:pt x="2184940" y="191071"/>
                  <a:pt x="2180463" y="191929"/>
                  <a:pt x="2176082" y="192881"/>
                </a:cubicBezTo>
                <a:cubicBezTo>
                  <a:pt x="2172272" y="193643"/>
                  <a:pt x="2168462" y="194501"/>
                  <a:pt x="2164556" y="195263"/>
                </a:cubicBezTo>
                <a:cubicBezTo>
                  <a:pt x="2159984" y="196215"/>
                  <a:pt x="2155222" y="197072"/>
                  <a:pt x="2150555" y="198025"/>
                </a:cubicBezTo>
                <a:cubicBezTo>
                  <a:pt x="2146745" y="198787"/>
                  <a:pt x="2143030" y="199549"/>
                  <a:pt x="2139220" y="200216"/>
                </a:cubicBezTo>
                <a:cubicBezTo>
                  <a:pt x="2134267" y="201168"/>
                  <a:pt x="2129123" y="202121"/>
                  <a:pt x="2124075" y="203073"/>
                </a:cubicBezTo>
                <a:cubicBezTo>
                  <a:pt x="2120456" y="203740"/>
                  <a:pt x="2116836" y="204407"/>
                  <a:pt x="2113121" y="205073"/>
                </a:cubicBezTo>
                <a:cubicBezTo>
                  <a:pt x="2107883" y="206026"/>
                  <a:pt x="2102549" y="206978"/>
                  <a:pt x="2097215" y="207931"/>
                </a:cubicBezTo>
                <a:cubicBezTo>
                  <a:pt x="2093595" y="208598"/>
                  <a:pt x="2090071" y="209169"/>
                  <a:pt x="2086451" y="209836"/>
                </a:cubicBezTo>
                <a:cubicBezTo>
                  <a:pt x="2080641" y="210788"/>
                  <a:pt x="2074831" y="211741"/>
                  <a:pt x="2068925" y="212789"/>
                </a:cubicBezTo>
                <a:cubicBezTo>
                  <a:pt x="2065687" y="213360"/>
                  <a:pt x="2062448" y="213836"/>
                  <a:pt x="2059210" y="214408"/>
                </a:cubicBezTo>
                <a:cubicBezTo>
                  <a:pt x="2052923" y="215456"/>
                  <a:pt x="2046637" y="216408"/>
                  <a:pt x="2040255" y="217361"/>
                </a:cubicBezTo>
                <a:cubicBezTo>
                  <a:pt x="2037302" y="217837"/>
                  <a:pt x="2034350" y="218313"/>
                  <a:pt x="2031302" y="218789"/>
                </a:cubicBezTo>
                <a:cubicBezTo>
                  <a:pt x="2024158" y="219932"/>
                  <a:pt x="2016824" y="220980"/>
                  <a:pt x="2009585" y="222028"/>
                </a:cubicBezTo>
                <a:cubicBezTo>
                  <a:pt x="2007394" y="222314"/>
                  <a:pt x="2005203" y="222695"/>
                  <a:pt x="2002917" y="222980"/>
                </a:cubicBezTo>
                <a:cubicBezTo>
                  <a:pt x="1995011" y="224123"/>
                  <a:pt x="1987010" y="225266"/>
                  <a:pt x="1979009" y="226314"/>
                </a:cubicBezTo>
                <a:cubicBezTo>
                  <a:pt x="1977295" y="226600"/>
                  <a:pt x="1975580" y="226790"/>
                  <a:pt x="1973866" y="227076"/>
                </a:cubicBezTo>
                <a:cubicBezTo>
                  <a:pt x="1964055" y="228409"/>
                  <a:pt x="1954244" y="229743"/>
                  <a:pt x="1944243" y="230981"/>
                </a:cubicBezTo>
                <a:cubicBezTo>
                  <a:pt x="1750695" y="255746"/>
                  <a:pt x="1523429" y="270034"/>
                  <a:pt x="1280446" y="270034"/>
                </a:cubicBezTo>
                <a:cubicBezTo>
                  <a:pt x="1037463" y="270034"/>
                  <a:pt x="810197" y="255746"/>
                  <a:pt x="616649" y="230981"/>
                </a:cubicBezTo>
                <a:cubicBezTo>
                  <a:pt x="606647" y="229743"/>
                  <a:pt x="596837" y="228409"/>
                  <a:pt x="587026" y="227076"/>
                </a:cubicBezTo>
                <a:cubicBezTo>
                  <a:pt x="585311" y="226886"/>
                  <a:pt x="583597" y="226600"/>
                  <a:pt x="581882" y="226314"/>
                </a:cubicBezTo>
                <a:cubicBezTo>
                  <a:pt x="573881" y="225171"/>
                  <a:pt x="565880" y="224123"/>
                  <a:pt x="557975" y="222980"/>
                </a:cubicBezTo>
                <a:cubicBezTo>
                  <a:pt x="555689" y="222695"/>
                  <a:pt x="553593" y="222314"/>
                  <a:pt x="551307" y="222028"/>
                </a:cubicBezTo>
                <a:cubicBezTo>
                  <a:pt x="543973" y="220980"/>
                  <a:pt x="536734" y="219932"/>
                  <a:pt x="529590" y="218789"/>
                </a:cubicBezTo>
                <a:cubicBezTo>
                  <a:pt x="526542" y="218313"/>
                  <a:pt x="523589" y="217837"/>
                  <a:pt x="520637" y="217361"/>
                </a:cubicBezTo>
                <a:cubicBezTo>
                  <a:pt x="514255" y="216408"/>
                  <a:pt x="507968" y="215360"/>
                  <a:pt x="501682" y="214408"/>
                </a:cubicBezTo>
                <a:cubicBezTo>
                  <a:pt x="498443" y="213836"/>
                  <a:pt x="495205" y="213360"/>
                  <a:pt x="491966" y="212789"/>
                </a:cubicBezTo>
                <a:cubicBezTo>
                  <a:pt x="486156" y="211836"/>
                  <a:pt x="480250" y="210884"/>
                  <a:pt x="474440" y="209836"/>
                </a:cubicBezTo>
                <a:cubicBezTo>
                  <a:pt x="470821" y="209264"/>
                  <a:pt x="467297" y="208598"/>
                  <a:pt x="463677" y="207931"/>
                </a:cubicBezTo>
                <a:cubicBezTo>
                  <a:pt x="458343" y="206978"/>
                  <a:pt x="453009" y="206026"/>
                  <a:pt x="447770" y="205073"/>
                </a:cubicBezTo>
                <a:cubicBezTo>
                  <a:pt x="444056" y="204407"/>
                  <a:pt x="440436" y="203740"/>
                  <a:pt x="436817" y="203073"/>
                </a:cubicBezTo>
                <a:cubicBezTo>
                  <a:pt x="431768" y="202121"/>
                  <a:pt x="426720" y="201168"/>
                  <a:pt x="421672" y="200216"/>
                </a:cubicBezTo>
                <a:cubicBezTo>
                  <a:pt x="417862" y="199454"/>
                  <a:pt x="414052" y="198692"/>
                  <a:pt x="410337" y="198025"/>
                </a:cubicBezTo>
                <a:cubicBezTo>
                  <a:pt x="405670" y="197072"/>
                  <a:pt x="400907" y="196215"/>
                  <a:pt x="396335" y="195263"/>
                </a:cubicBezTo>
                <a:cubicBezTo>
                  <a:pt x="392430" y="194501"/>
                  <a:pt x="388620" y="193643"/>
                  <a:pt x="384810" y="192881"/>
                </a:cubicBezTo>
                <a:cubicBezTo>
                  <a:pt x="380333" y="191929"/>
                  <a:pt x="375952" y="191071"/>
                  <a:pt x="371570" y="190119"/>
                </a:cubicBezTo>
                <a:cubicBezTo>
                  <a:pt x="367665" y="189262"/>
                  <a:pt x="363855" y="188405"/>
                  <a:pt x="360045" y="187643"/>
                </a:cubicBezTo>
                <a:cubicBezTo>
                  <a:pt x="355854" y="186690"/>
                  <a:pt x="351663" y="185833"/>
                  <a:pt x="347472" y="184880"/>
                </a:cubicBezTo>
                <a:cubicBezTo>
                  <a:pt x="343567" y="184023"/>
                  <a:pt x="339852" y="183166"/>
                  <a:pt x="336042" y="182213"/>
                </a:cubicBezTo>
                <a:cubicBezTo>
                  <a:pt x="332042" y="181261"/>
                  <a:pt x="327946" y="180404"/>
                  <a:pt x="324041" y="179451"/>
                </a:cubicBezTo>
                <a:cubicBezTo>
                  <a:pt x="320231" y="178594"/>
                  <a:pt x="316611" y="177641"/>
                  <a:pt x="312896" y="176784"/>
                </a:cubicBezTo>
                <a:cubicBezTo>
                  <a:pt x="309086" y="175832"/>
                  <a:pt x="305181" y="174879"/>
                  <a:pt x="301371" y="173927"/>
                </a:cubicBezTo>
                <a:cubicBezTo>
                  <a:pt x="297656" y="172974"/>
                  <a:pt x="294037" y="172021"/>
                  <a:pt x="290322" y="171069"/>
                </a:cubicBezTo>
                <a:cubicBezTo>
                  <a:pt x="286703" y="170117"/>
                  <a:pt x="282988" y="169164"/>
                  <a:pt x="279368" y="168212"/>
                </a:cubicBezTo>
                <a:cubicBezTo>
                  <a:pt x="275654" y="167259"/>
                  <a:pt x="272034" y="166211"/>
                  <a:pt x="268415" y="165259"/>
                </a:cubicBezTo>
                <a:cubicBezTo>
                  <a:pt x="264986" y="164306"/>
                  <a:pt x="261461" y="163354"/>
                  <a:pt x="258032" y="162401"/>
                </a:cubicBezTo>
                <a:cubicBezTo>
                  <a:pt x="254413" y="161354"/>
                  <a:pt x="250793" y="160306"/>
                  <a:pt x="247269" y="159353"/>
                </a:cubicBezTo>
                <a:cubicBezTo>
                  <a:pt x="244031" y="158401"/>
                  <a:pt x="240697" y="157448"/>
                  <a:pt x="237458" y="156496"/>
                </a:cubicBezTo>
                <a:cubicBezTo>
                  <a:pt x="233839" y="155448"/>
                  <a:pt x="230410" y="154400"/>
                  <a:pt x="226886" y="153257"/>
                </a:cubicBezTo>
                <a:cubicBezTo>
                  <a:pt x="223838" y="152305"/>
                  <a:pt x="220694" y="151352"/>
                  <a:pt x="217646" y="150400"/>
                </a:cubicBezTo>
                <a:cubicBezTo>
                  <a:pt x="214217" y="149352"/>
                  <a:pt x="210884" y="148209"/>
                  <a:pt x="207455" y="147161"/>
                </a:cubicBezTo>
                <a:cubicBezTo>
                  <a:pt x="204502" y="146209"/>
                  <a:pt x="201454" y="145256"/>
                  <a:pt x="198501" y="144304"/>
                </a:cubicBezTo>
                <a:cubicBezTo>
                  <a:pt x="195167" y="143161"/>
                  <a:pt x="191929" y="142113"/>
                  <a:pt x="188690" y="140970"/>
                </a:cubicBezTo>
                <a:cubicBezTo>
                  <a:pt x="185833" y="140018"/>
                  <a:pt x="183071" y="139065"/>
                  <a:pt x="180308" y="138113"/>
                </a:cubicBezTo>
                <a:cubicBezTo>
                  <a:pt x="177070" y="136970"/>
                  <a:pt x="173927" y="135827"/>
                  <a:pt x="170783" y="134684"/>
                </a:cubicBezTo>
                <a:cubicBezTo>
                  <a:pt x="168116" y="133731"/>
                  <a:pt x="165449" y="132779"/>
                  <a:pt x="162878" y="131731"/>
                </a:cubicBezTo>
                <a:cubicBezTo>
                  <a:pt x="159734" y="130588"/>
                  <a:pt x="156781" y="129349"/>
                  <a:pt x="153734" y="128207"/>
                </a:cubicBezTo>
                <a:cubicBezTo>
                  <a:pt x="151257" y="127254"/>
                  <a:pt x="148685" y="126206"/>
                  <a:pt x="146209" y="125254"/>
                </a:cubicBezTo>
                <a:cubicBezTo>
                  <a:pt x="143256" y="124016"/>
                  <a:pt x="140303" y="122873"/>
                  <a:pt x="137446" y="121634"/>
                </a:cubicBezTo>
                <a:cubicBezTo>
                  <a:pt x="135065" y="120682"/>
                  <a:pt x="132683" y="119634"/>
                  <a:pt x="130397" y="118682"/>
                </a:cubicBezTo>
                <a:cubicBezTo>
                  <a:pt x="127540" y="117443"/>
                  <a:pt x="124778" y="116205"/>
                  <a:pt x="122015" y="114967"/>
                </a:cubicBezTo>
                <a:cubicBezTo>
                  <a:pt x="119825" y="114014"/>
                  <a:pt x="117634" y="112967"/>
                  <a:pt x="115443" y="112014"/>
                </a:cubicBezTo>
                <a:cubicBezTo>
                  <a:pt x="112681" y="110776"/>
                  <a:pt x="110109" y="109442"/>
                  <a:pt x="107442" y="108204"/>
                </a:cubicBezTo>
                <a:cubicBezTo>
                  <a:pt x="105347" y="107252"/>
                  <a:pt x="103251" y="106204"/>
                  <a:pt x="101251" y="105251"/>
                </a:cubicBezTo>
                <a:cubicBezTo>
                  <a:pt x="98679" y="104013"/>
                  <a:pt x="96203" y="102680"/>
                  <a:pt x="93726" y="101441"/>
                </a:cubicBezTo>
                <a:cubicBezTo>
                  <a:pt x="91821" y="100393"/>
                  <a:pt x="89821" y="99441"/>
                  <a:pt x="87916" y="98393"/>
                </a:cubicBezTo>
                <a:cubicBezTo>
                  <a:pt x="85534" y="97060"/>
                  <a:pt x="83153" y="95822"/>
                  <a:pt x="80867" y="94488"/>
                </a:cubicBezTo>
                <a:cubicBezTo>
                  <a:pt x="79058" y="93440"/>
                  <a:pt x="77248" y="92488"/>
                  <a:pt x="75533" y="91440"/>
                </a:cubicBezTo>
                <a:cubicBezTo>
                  <a:pt x="73247" y="90107"/>
                  <a:pt x="71057" y="88773"/>
                  <a:pt x="68961" y="87440"/>
                </a:cubicBezTo>
                <a:cubicBezTo>
                  <a:pt x="67342" y="86392"/>
                  <a:pt x="65627" y="85439"/>
                  <a:pt x="64008" y="84392"/>
                </a:cubicBezTo>
                <a:cubicBezTo>
                  <a:pt x="61913" y="83058"/>
                  <a:pt x="59912" y="81724"/>
                  <a:pt x="57912" y="80391"/>
                </a:cubicBezTo>
                <a:cubicBezTo>
                  <a:pt x="56388" y="79343"/>
                  <a:pt x="54864" y="78296"/>
                  <a:pt x="53340" y="77248"/>
                </a:cubicBezTo>
                <a:cubicBezTo>
                  <a:pt x="51435" y="75914"/>
                  <a:pt x="49625" y="74486"/>
                  <a:pt x="47816" y="73152"/>
                </a:cubicBezTo>
                <a:cubicBezTo>
                  <a:pt x="46387" y="72104"/>
                  <a:pt x="45053" y="71057"/>
                  <a:pt x="43720" y="70009"/>
                </a:cubicBezTo>
                <a:cubicBezTo>
                  <a:pt x="42005" y="68675"/>
                  <a:pt x="40291" y="67247"/>
                  <a:pt x="38672" y="65913"/>
                </a:cubicBezTo>
                <a:cubicBezTo>
                  <a:pt x="37433" y="64865"/>
                  <a:pt x="36100" y="63818"/>
                  <a:pt x="34957" y="62675"/>
                </a:cubicBezTo>
                <a:cubicBezTo>
                  <a:pt x="33433" y="61341"/>
                  <a:pt x="31909" y="59912"/>
                  <a:pt x="30480" y="58484"/>
                </a:cubicBezTo>
                <a:cubicBezTo>
                  <a:pt x="29337" y="57436"/>
                  <a:pt x="28194" y="56293"/>
                  <a:pt x="27146" y="55245"/>
                </a:cubicBezTo>
                <a:cubicBezTo>
                  <a:pt x="25813" y="53816"/>
                  <a:pt x="24479" y="52483"/>
                  <a:pt x="23241" y="51054"/>
                </a:cubicBezTo>
                <a:cubicBezTo>
                  <a:pt x="22289" y="49911"/>
                  <a:pt x="21241" y="48863"/>
                  <a:pt x="20288" y="47720"/>
                </a:cubicBezTo>
                <a:cubicBezTo>
                  <a:pt x="19145" y="46292"/>
                  <a:pt x="18002" y="44958"/>
                  <a:pt x="16955" y="43529"/>
                </a:cubicBezTo>
                <a:cubicBezTo>
                  <a:pt x="15621" y="41815"/>
                  <a:pt x="14288" y="40196"/>
                  <a:pt x="13145" y="38481"/>
                </a:cubicBezTo>
                <a:cubicBezTo>
                  <a:pt x="4572" y="25908"/>
                  <a:pt x="0" y="13049"/>
                  <a:pt x="0" y="0"/>
                </a:cubicBezTo>
                <a:lnTo>
                  <a:pt x="0" y="76962"/>
                </a:lnTo>
                <a:cubicBezTo>
                  <a:pt x="0" y="76962"/>
                  <a:pt x="0" y="76962"/>
                  <a:pt x="0" y="77057"/>
                </a:cubicBezTo>
                <a:cubicBezTo>
                  <a:pt x="0" y="77153"/>
                  <a:pt x="0" y="77057"/>
                  <a:pt x="0" y="77153"/>
                </a:cubicBezTo>
                <a:cubicBezTo>
                  <a:pt x="95" y="134303"/>
                  <a:pt x="84201" y="187262"/>
                  <a:pt x="227552" y="230791"/>
                </a:cubicBezTo>
                <a:cubicBezTo>
                  <a:pt x="458343" y="300990"/>
                  <a:pt x="842867" y="346996"/>
                  <a:pt x="1278255" y="346996"/>
                </a:cubicBezTo>
                <a:cubicBezTo>
                  <a:pt x="1278922" y="346996"/>
                  <a:pt x="1279684" y="346996"/>
                  <a:pt x="1280351" y="346996"/>
                </a:cubicBezTo>
                <a:cubicBezTo>
                  <a:pt x="1281017" y="346996"/>
                  <a:pt x="1281779" y="346996"/>
                  <a:pt x="1282446" y="346996"/>
                </a:cubicBezTo>
                <a:cubicBezTo>
                  <a:pt x="1717834" y="346996"/>
                  <a:pt x="2102358" y="300990"/>
                  <a:pt x="2333149" y="230791"/>
                </a:cubicBezTo>
                <a:cubicBezTo>
                  <a:pt x="2476500" y="187166"/>
                  <a:pt x="2560606" y="134207"/>
                  <a:pt x="2560701" y="77153"/>
                </a:cubicBezTo>
                <a:cubicBezTo>
                  <a:pt x="2560701" y="77153"/>
                  <a:pt x="2560701" y="77153"/>
                  <a:pt x="2560701" y="77057"/>
                </a:cubicBezTo>
                <a:cubicBezTo>
                  <a:pt x="2560701" y="76962"/>
                  <a:pt x="2560701" y="77057"/>
                  <a:pt x="2560701" y="76962"/>
                </a:cubicBezTo>
                <a:lnTo>
                  <a:pt x="2560701" y="0"/>
                </a:lnTo>
                <a:cubicBezTo>
                  <a:pt x="2560701" y="13049"/>
                  <a:pt x="2556129" y="25908"/>
                  <a:pt x="2547652" y="38481"/>
                </a:cubicBezTo>
                <a:close/>
              </a:path>
            </a:pathLst>
          </a:custGeom>
          <a:gradFill>
            <a:gsLst>
              <a:gs pos="100000">
                <a:schemeClr val="accent1">
                  <a:alpha val="81000"/>
                </a:schemeClr>
              </a:gs>
              <a:gs pos="64800">
                <a:schemeClr val="accent1">
                  <a:alpha val="29000"/>
                </a:schemeClr>
              </a:gs>
              <a:gs pos="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endParaRPr>
          </a:p>
        </p:txBody>
      </p:sp>
      <p:sp>
        <p:nvSpPr>
          <p:cNvPr id="1172" name="文本框 1171">
            <a:extLst>
              <a:ext uri="{FF2B5EF4-FFF2-40B4-BE49-F238E27FC236}">
                <a16:creationId xmlns:a16="http://schemas.microsoft.com/office/drawing/2014/main" id="{85403835-C94B-13CA-419C-659CE39A5B52}"/>
              </a:ext>
            </a:extLst>
          </p:cNvPr>
          <p:cNvSpPr txBox="1"/>
          <p:nvPr/>
        </p:nvSpPr>
        <p:spPr>
          <a:xfrm>
            <a:off x="5780850" y="5133406"/>
            <a:ext cx="580279" cy="174084"/>
          </a:xfrm>
          <a:prstGeom prst="rect">
            <a:avLst/>
          </a:prstGeom>
          <a:noFill/>
        </p:spPr>
        <p:txBody>
          <a:bodyPr wrap="none" lIns="0" tIns="0" rIns="0" bIns="0" rtlCol="0">
            <a:spAutoFit/>
          </a:bodyPr>
          <a:lstStyle/>
          <a:p>
            <a:pPr algn="ctr"/>
            <a:r>
              <a:rPr lang="zh-CN" altLang="en-US" sz="1050" b="1" dirty="0">
                <a:solidFill>
                  <a:schemeClr val="accent1"/>
                </a:solidFill>
              </a:rPr>
              <a:t>核心产品</a:t>
            </a:r>
          </a:p>
        </p:txBody>
      </p:sp>
      <p:sp>
        <p:nvSpPr>
          <p:cNvPr id="1050" name="文本框 1049">
            <a:extLst>
              <a:ext uri="{FF2B5EF4-FFF2-40B4-BE49-F238E27FC236}">
                <a16:creationId xmlns:a16="http://schemas.microsoft.com/office/drawing/2014/main" id="{3E111798-149F-11AF-7083-9CA9B2EC9D3E}"/>
              </a:ext>
            </a:extLst>
          </p:cNvPr>
          <p:cNvSpPr txBox="1"/>
          <p:nvPr/>
        </p:nvSpPr>
        <p:spPr>
          <a:xfrm>
            <a:off x="5512450" y="5325204"/>
            <a:ext cx="207242" cy="82897"/>
          </a:xfrm>
          <a:prstGeom prst="rect">
            <a:avLst/>
          </a:prstGeom>
          <a:noFill/>
        </p:spPr>
        <p:txBody>
          <a:bodyPr wrap="none" lIns="0" tIns="0" rIns="0" bIns="0" rtlCol="0">
            <a:spAutoFit/>
          </a:bodyPr>
          <a:lstStyle/>
          <a:p>
            <a:pPr algn="ctr"/>
            <a:r>
              <a:rPr lang="zh-CN" altLang="en-US" sz="500" dirty="0">
                <a:solidFill>
                  <a:schemeClr val="bg1"/>
                </a:solidFill>
              </a:rPr>
              <a:t>从底层</a:t>
            </a:r>
          </a:p>
        </p:txBody>
      </p:sp>
      <p:cxnSp>
        <p:nvCxnSpPr>
          <p:cNvPr id="1052" name="直接箭头连接符 1051">
            <a:extLst>
              <a:ext uri="{FF2B5EF4-FFF2-40B4-BE49-F238E27FC236}">
                <a16:creationId xmlns:a16="http://schemas.microsoft.com/office/drawing/2014/main" id="{C8055999-3339-1C07-32E9-5FDA6AB709F0}"/>
              </a:ext>
            </a:extLst>
          </p:cNvPr>
          <p:cNvCxnSpPr>
            <a:cxnSpLocks/>
          </p:cNvCxnSpPr>
          <p:nvPr/>
        </p:nvCxnSpPr>
        <p:spPr>
          <a:xfrm>
            <a:off x="5726683" y="5366653"/>
            <a:ext cx="141389" cy="0"/>
          </a:xfrm>
          <a:prstGeom prst="straightConnector1">
            <a:avLst/>
          </a:prstGeom>
          <a:ln>
            <a:tailEnd type="arrow" w="sm" len="sm"/>
          </a:ln>
        </p:spPr>
        <p:style>
          <a:lnRef idx="1">
            <a:schemeClr val="accent1"/>
          </a:lnRef>
          <a:fillRef idx="0">
            <a:schemeClr val="accent1"/>
          </a:fillRef>
          <a:effectRef idx="0">
            <a:schemeClr val="accent1"/>
          </a:effectRef>
          <a:fontRef idx="minor">
            <a:schemeClr val="tx1"/>
          </a:fontRef>
        </p:style>
      </p:cxnSp>
      <p:sp>
        <p:nvSpPr>
          <p:cNvPr id="1055" name="文本框 1054">
            <a:extLst>
              <a:ext uri="{FF2B5EF4-FFF2-40B4-BE49-F238E27FC236}">
                <a16:creationId xmlns:a16="http://schemas.microsoft.com/office/drawing/2014/main" id="{B3344FE3-D36B-3728-A936-C6D35C91614B}"/>
              </a:ext>
            </a:extLst>
          </p:cNvPr>
          <p:cNvSpPr txBox="1"/>
          <p:nvPr/>
        </p:nvSpPr>
        <p:spPr>
          <a:xfrm>
            <a:off x="5875062" y="5325204"/>
            <a:ext cx="964886" cy="82897"/>
          </a:xfrm>
          <a:prstGeom prst="rect">
            <a:avLst/>
          </a:prstGeom>
          <a:noFill/>
        </p:spPr>
        <p:txBody>
          <a:bodyPr wrap="square" lIns="0" tIns="0" rIns="0" bIns="0" rtlCol="0">
            <a:spAutoFit/>
          </a:bodyPr>
          <a:lstStyle/>
          <a:p>
            <a:pPr algn="ctr"/>
            <a:r>
              <a:rPr lang="zh-CN" altLang="en-US" sz="500" dirty="0">
                <a:solidFill>
                  <a:schemeClr val="bg1"/>
                </a:solidFill>
              </a:rPr>
              <a:t>应用，企业数据全链路应用产品</a:t>
            </a:r>
          </a:p>
        </p:txBody>
      </p:sp>
      <p:sp>
        <p:nvSpPr>
          <p:cNvPr id="1232" name="文本框 1231">
            <a:extLst>
              <a:ext uri="{FF2B5EF4-FFF2-40B4-BE49-F238E27FC236}">
                <a16:creationId xmlns:a16="http://schemas.microsoft.com/office/drawing/2014/main" id="{1574B535-FDD5-DA0F-2D52-97244A057920}"/>
              </a:ext>
            </a:extLst>
          </p:cNvPr>
          <p:cNvSpPr txBox="1"/>
          <p:nvPr/>
        </p:nvSpPr>
        <p:spPr>
          <a:xfrm>
            <a:off x="5662725" y="4923686"/>
            <a:ext cx="269304" cy="107722"/>
          </a:xfrm>
          <a:prstGeom prst="rect">
            <a:avLst/>
          </a:prstGeom>
          <a:noFill/>
        </p:spPr>
        <p:txBody>
          <a:bodyPr wrap="none" lIns="0" tIns="0" rIns="0" bIns="0" rtlCol="0">
            <a:spAutoFit/>
          </a:bodyPr>
          <a:lstStyle/>
          <a:p>
            <a:pPr algn="ctr"/>
            <a:r>
              <a:rPr lang="zh-CN" altLang="en-US" sz="700" b="1" dirty="0">
                <a:solidFill>
                  <a:schemeClr val="accent1"/>
                </a:solidFill>
                <a:latin typeface="+mn-ea"/>
              </a:rPr>
              <a:t>简道云</a:t>
            </a:r>
          </a:p>
        </p:txBody>
      </p:sp>
      <p:sp>
        <p:nvSpPr>
          <p:cNvPr id="1233" name="文本框 1232">
            <a:extLst>
              <a:ext uri="{FF2B5EF4-FFF2-40B4-BE49-F238E27FC236}">
                <a16:creationId xmlns:a16="http://schemas.microsoft.com/office/drawing/2014/main" id="{F8EB8BAF-8300-0106-7C1E-63145FD5C668}"/>
              </a:ext>
            </a:extLst>
          </p:cNvPr>
          <p:cNvSpPr txBox="1"/>
          <p:nvPr/>
        </p:nvSpPr>
        <p:spPr>
          <a:xfrm>
            <a:off x="6248838" y="4915865"/>
            <a:ext cx="269306" cy="107722"/>
          </a:xfrm>
          <a:prstGeom prst="rect">
            <a:avLst/>
          </a:prstGeom>
          <a:noFill/>
        </p:spPr>
        <p:txBody>
          <a:bodyPr wrap="none" lIns="0" tIns="0" rIns="0" bIns="0" rtlCol="0">
            <a:spAutoFit/>
          </a:bodyPr>
          <a:lstStyle/>
          <a:p>
            <a:pPr algn="ctr"/>
            <a:r>
              <a:rPr lang="zh-CN" altLang="en-US" sz="700" b="1" dirty="0">
                <a:solidFill>
                  <a:schemeClr val="accent1"/>
                </a:solidFill>
                <a:latin typeface="+mn-ea"/>
              </a:rPr>
              <a:t>九数云</a:t>
            </a:r>
          </a:p>
        </p:txBody>
      </p:sp>
      <p:sp>
        <p:nvSpPr>
          <p:cNvPr id="1234" name="文本框 1233">
            <a:extLst>
              <a:ext uri="{FF2B5EF4-FFF2-40B4-BE49-F238E27FC236}">
                <a16:creationId xmlns:a16="http://schemas.microsoft.com/office/drawing/2014/main" id="{FF4333D4-0DD3-05A4-C992-8AB36FAEAD32}"/>
              </a:ext>
            </a:extLst>
          </p:cNvPr>
          <p:cNvSpPr txBox="1"/>
          <p:nvPr/>
        </p:nvSpPr>
        <p:spPr>
          <a:xfrm>
            <a:off x="5502906" y="5504545"/>
            <a:ext cx="496931" cy="107722"/>
          </a:xfrm>
          <a:prstGeom prst="rect">
            <a:avLst/>
          </a:prstGeom>
          <a:noFill/>
        </p:spPr>
        <p:txBody>
          <a:bodyPr wrap="none" lIns="0" tIns="0" rIns="0" bIns="0" rtlCol="0">
            <a:spAutoFit/>
          </a:bodyPr>
          <a:lstStyle/>
          <a:p>
            <a:pPr algn="ctr"/>
            <a:r>
              <a:rPr lang="en-US" altLang="zh-CN" sz="700" b="1" dirty="0" err="1">
                <a:solidFill>
                  <a:schemeClr val="accent1"/>
                </a:solidFill>
                <a:latin typeface="+mn-ea"/>
              </a:rPr>
              <a:t>FineReport</a:t>
            </a:r>
            <a:endParaRPr lang="zh-CN" altLang="en-US" sz="700" b="1" dirty="0">
              <a:solidFill>
                <a:schemeClr val="accent1"/>
              </a:solidFill>
              <a:latin typeface="+mn-ea"/>
            </a:endParaRPr>
          </a:p>
        </p:txBody>
      </p:sp>
      <p:sp>
        <p:nvSpPr>
          <p:cNvPr id="1235" name="文本框 1234">
            <a:extLst>
              <a:ext uri="{FF2B5EF4-FFF2-40B4-BE49-F238E27FC236}">
                <a16:creationId xmlns:a16="http://schemas.microsoft.com/office/drawing/2014/main" id="{DBEC0DA6-682B-99A5-D63C-175FA5EC5101}"/>
              </a:ext>
            </a:extLst>
          </p:cNvPr>
          <p:cNvSpPr txBox="1"/>
          <p:nvPr/>
        </p:nvSpPr>
        <p:spPr>
          <a:xfrm>
            <a:off x="6306983" y="5506415"/>
            <a:ext cx="278924" cy="107722"/>
          </a:xfrm>
          <a:prstGeom prst="rect">
            <a:avLst/>
          </a:prstGeom>
          <a:noFill/>
        </p:spPr>
        <p:txBody>
          <a:bodyPr wrap="none" lIns="0" tIns="0" rIns="0" bIns="0" rtlCol="0">
            <a:spAutoFit/>
          </a:bodyPr>
          <a:lstStyle/>
          <a:p>
            <a:pPr algn="ctr"/>
            <a:r>
              <a:rPr lang="en-US" altLang="zh-CN" sz="700" b="1" dirty="0" err="1">
                <a:solidFill>
                  <a:schemeClr val="accent1"/>
                </a:solidFill>
                <a:latin typeface="+mn-ea"/>
              </a:rPr>
              <a:t>FineBI</a:t>
            </a:r>
            <a:endParaRPr lang="zh-CN" altLang="en-US" sz="700" b="1" dirty="0">
              <a:solidFill>
                <a:schemeClr val="accent1"/>
              </a:solidFill>
              <a:latin typeface="+mn-ea"/>
            </a:endParaRPr>
          </a:p>
        </p:txBody>
      </p:sp>
      <p:sp>
        <p:nvSpPr>
          <p:cNvPr id="1240" name="文本框 1239">
            <a:extLst>
              <a:ext uri="{FF2B5EF4-FFF2-40B4-BE49-F238E27FC236}">
                <a16:creationId xmlns:a16="http://schemas.microsoft.com/office/drawing/2014/main" id="{9B995B98-0101-0DC9-B68C-18B01FCF516C}"/>
              </a:ext>
            </a:extLst>
          </p:cNvPr>
          <p:cNvSpPr txBox="1"/>
          <p:nvPr/>
        </p:nvSpPr>
        <p:spPr>
          <a:xfrm rot="1593101">
            <a:off x="4415968" y="5346826"/>
            <a:ext cx="192360" cy="76944"/>
          </a:xfrm>
          <a:prstGeom prst="rect">
            <a:avLst/>
          </a:prstGeom>
          <a:noFill/>
        </p:spPr>
        <p:txBody>
          <a:bodyPr wrap="none" lIns="0" tIns="0" rIns="0" bIns="0" rtlCol="0">
            <a:spAutoFit/>
          </a:bodyPr>
          <a:lstStyle/>
          <a:p>
            <a:pPr algn="ctr"/>
            <a:r>
              <a:rPr lang="zh-CN" altLang="en-US" sz="500" b="1" dirty="0">
                <a:solidFill>
                  <a:schemeClr val="accent1"/>
                </a:solidFill>
                <a:latin typeface="+mn-ea"/>
              </a:rPr>
              <a:t>移动端</a:t>
            </a:r>
          </a:p>
        </p:txBody>
      </p:sp>
      <p:sp>
        <p:nvSpPr>
          <p:cNvPr id="1244" name="Freeform 1035">
            <a:extLst>
              <a:ext uri="{FF2B5EF4-FFF2-40B4-BE49-F238E27FC236}">
                <a16:creationId xmlns:a16="http://schemas.microsoft.com/office/drawing/2014/main" id="{54E666B9-6AA6-DC06-4D03-1761587355DC}"/>
              </a:ext>
            </a:extLst>
          </p:cNvPr>
          <p:cNvSpPr/>
          <p:nvPr/>
        </p:nvSpPr>
        <p:spPr>
          <a:xfrm>
            <a:off x="6775080" y="4959097"/>
            <a:ext cx="1018552" cy="285039"/>
          </a:xfrm>
          <a:custGeom>
            <a:avLst/>
            <a:gdLst>
              <a:gd name="connsiteX0" fmla="*/ 147748 w 963093"/>
              <a:gd name="connsiteY0" fmla="*/ 0 h 265540"/>
              <a:gd name="connsiteX1" fmla="*/ 148039 w 963093"/>
              <a:gd name="connsiteY1" fmla="*/ 31 h 265540"/>
              <a:gd name="connsiteX2" fmla="*/ 963093 w 963093"/>
              <a:gd name="connsiteY2" fmla="*/ 246342 h 265540"/>
              <a:gd name="connsiteX3" fmla="*/ 936578 w 963093"/>
              <a:gd name="connsiteY3" fmla="*/ 207374 h 265540"/>
              <a:gd name="connsiteX4" fmla="*/ 906814 w 963093"/>
              <a:gd name="connsiteY4" fmla="*/ 263626 h 265540"/>
              <a:gd name="connsiteX5" fmla="*/ 578283 w 963093"/>
              <a:gd name="connsiteY5" fmla="*/ 263626 h 265540"/>
              <a:gd name="connsiteX6" fmla="*/ 559647 w 963093"/>
              <a:gd name="connsiteY6" fmla="*/ 256241 h 265540"/>
              <a:gd name="connsiteX7" fmla="*/ 549652 w 963093"/>
              <a:gd name="connsiteY7" fmla="*/ 256377 h 265540"/>
              <a:gd name="connsiteX8" fmla="*/ 35475 w 963093"/>
              <a:gd name="connsiteY8" fmla="*/ 120205 h 265540"/>
              <a:gd name="connsiteX9" fmla="*/ 32912 w 963093"/>
              <a:gd name="connsiteY9" fmla="*/ 119984 h 265540"/>
              <a:gd name="connsiteX10" fmla="*/ 22485 w 963093"/>
              <a:gd name="connsiteY10" fmla="*/ 50751 h 265540"/>
              <a:gd name="connsiteX0" fmla="*/ 147748 w 963093"/>
              <a:gd name="connsiteY0" fmla="*/ 0 h 263938"/>
              <a:gd name="connsiteX1" fmla="*/ 148039 w 963093"/>
              <a:gd name="connsiteY1" fmla="*/ 31 h 263938"/>
              <a:gd name="connsiteX2" fmla="*/ 963093 w 963093"/>
              <a:gd name="connsiteY2" fmla="*/ 246342 h 263938"/>
              <a:gd name="connsiteX3" fmla="*/ 936578 w 963093"/>
              <a:gd name="connsiteY3" fmla="*/ 207374 h 263938"/>
              <a:gd name="connsiteX4" fmla="*/ 906814 w 963093"/>
              <a:gd name="connsiteY4" fmla="*/ 263626 h 263938"/>
              <a:gd name="connsiteX5" fmla="*/ 578283 w 963093"/>
              <a:gd name="connsiteY5" fmla="*/ 263626 h 263938"/>
              <a:gd name="connsiteX6" fmla="*/ 559647 w 963093"/>
              <a:gd name="connsiteY6" fmla="*/ 256241 h 263938"/>
              <a:gd name="connsiteX7" fmla="*/ 549652 w 963093"/>
              <a:gd name="connsiteY7" fmla="*/ 256377 h 263938"/>
              <a:gd name="connsiteX8" fmla="*/ 35475 w 963093"/>
              <a:gd name="connsiteY8" fmla="*/ 120205 h 263938"/>
              <a:gd name="connsiteX9" fmla="*/ 32912 w 963093"/>
              <a:gd name="connsiteY9" fmla="*/ 119984 h 263938"/>
              <a:gd name="connsiteX10" fmla="*/ 22485 w 963093"/>
              <a:gd name="connsiteY10" fmla="*/ 50751 h 263938"/>
              <a:gd name="connsiteX0" fmla="*/ 147748 w 963093"/>
              <a:gd name="connsiteY0" fmla="*/ 0 h 266555"/>
              <a:gd name="connsiteX1" fmla="*/ 148039 w 963093"/>
              <a:gd name="connsiteY1" fmla="*/ 31 h 266555"/>
              <a:gd name="connsiteX2" fmla="*/ 963093 w 963093"/>
              <a:gd name="connsiteY2" fmla="*/ 246342 h 266555"/>
              <a:gd name="connsiteX3" fmla="*/ 936578 w 963093"/>
              <a:gd name="connsiteY3" fmla="*/ 207374 h 266555"/>
              <a:gd name="connsiteX4" fmla="*/ 906814 w 963093"/>
              <a:gd name="connsiteY4" fmla="*/ 263626 h 266555"/>
              <a:gd name="connsiteX5" fmla="*/ 578283 w 963093"/>
              <a:gd name="connsiteY5" fmla="*/ 263626 h 266555"/>
              <a:gd name="connsiteX6" fmla="*/ 559357 w 963093"/>
              <a:gd name="connsiteY6" fmla="*/ 261464 h 266555"/>
              <a:gd name="connsiteX7" fmla="*/ 549652 w 963093"/>
              <a:gd name="connsiteY7" fmla="*/ 256377 h 266555"/>
              <a:gd name="connsiteX8" fmla="*/ 35475 w 963093"/>
              <a:gd name="connsiteY8" fmla="*/ 120205 h 266555"/>
              <a:gd name="connsiteX9" fmla="*/ 32912 w 963093"/>
              <a:gd name="connsiteY9" fmla="*/ 119984 h 266555"/>
              <a:gd name="connsiteX10" fmla="*/ 22485 w 963093"/>
              <a:gd name="connsiteY10" fmla="*/ 50751 h 266555"/>
              <a:gd name="connsiteX0" fmla="*/ 147748 w 963093"/>
              <a:gd name="connsiteY0" fmla="*/ 0 h 266555"/>
              <a:gd name="connsiteX1" fmla="*/ 148039 w 963093"/>
              <a:gd name="connsiteY1" fmla="*/ 31 h 266555"/>
              <a:gd name="connsiteX2" fmla="*/ 963093 w 963093"/>
              <a:gd name="connsiteY2" fmla="*/ 246342 h 266555"/>
              <a:gd name="connsiteX3" fmla="*/ 936578 w 963093"/>
              <a:gd name="connsiteY3" fmla="*/ 207374 h 266555"/>
              <a:gd name="connsiteX4" fmla="*/ 906814 w 963093"/>
              <a:gd name="connsiteY4" fmla="*/ 263626 h 266555"/>
              <a:gd name="connsiteX5" fmla="*/ 578283 w 963093"/>
              <a:gd name="connsiteY5" fmla="*/ 263626 h 266555"/>
              <a:gd name="connsiteX6" fmla="*/ 559357 w 963093"/>
              <a:gd name="connsiteY6" fmla="*/ 261464 h 266555"/>
              <a:gd name="connsiteX7" fmla="*/ 549652 w 963093"/>
              <a:gd name="connsiteY7" fmla="*/ 256377 h 266555"/>
              <a:gd name="connsiteX8" fmla="*/ 35475 w 963093"/>
              <a:gd name="connsiteY8" fmla="*/ 120205 h 266555"/>
              <a:gd name="connsiteX9" fmla="*/ 32912 w 963093"/>
              <a:gd name="connsiteY9" fmla="*/ 119984 h 266555"/>
              <a:gd name="connsiteX10" fmla="*/ 22485 w 963093"/>
              <a:gd name="connsiteY10" fmla="*/ 50751 h 266555"/>
              <a:gd name="connsiteX0" fmla="*/ 147748 w 963093"/>
              <a:gd name="connsiteY0" fmla="*/ 0 h 263626"/>
              <a:gd name="connsiteX1" fmla="*/ 148039 w 963093"/>
              <a:gd name="connsiteY1" fmla="*/ 31 h 263626"/>
              <a:gd name="connsiteX2" fmla="*/ 963093 w 963093"/>
              <a:gd name="connsiteY2" fmla="*/ 246342 h 263626"/>
              <a:gd name="connsiteX3" fmla="*/ 936578 w 963093"/>
              <a:gd name="connsiteY3" fmla="*/ 207374 h 263626"/>
              <a:gd name="connsiteX4" fmla="*/ 906814 w 963093"/>
              <a:gd name="connsiteY4" fmla="*/ 263626 h 263626"/>
              <a:gd name="connsiteX5" fmla="*/ 578283 w 963093"/>
              <a:gd name="connsiteY5" fmla="*/ 263626 h 263626"/>
              <a:gd name="connsiteX6" fmla="*/ 559357 w 963093"/>
              <a:gd name="connsiteY6" fmla="*/ 261464 h 263626"/>
              <a:gd name="connsiteX7" fmla="*/ 549652 w 963093"/>
              <a:gd name="connsiteY7" fmla="*/ 256377 h 263626"/>
              <a:gd name="connsiteX8" fmla="*/ 35475 w 963093"/>
              <a:gd name="connsiteY8" fmla="*/ 120205 h 263626"/>
              <a:gd name="connsiteX9" fmla="*/ 32912 w 963093"/>
              <a:gd name="connsiteY9" fmla="*/ 119984 h 263626"/>
              <a:gd name="connsiteX10" fmla="*/ 22485 w 963093"/>
              <a:gd name="connsiteY10" fmla="*/ 50751 h 263626"/>
              <a:gd name="connsiteX0" fmla="*/ 147748 w 963093"/>
              <a:gd name="connsiteY0" fmla="*/ 0 h 263626"/>
              <a:gd name="connsiteX1" fmla="*/ 148039 w 963093"/>
              <a:gd name="connsiteY1" fmla="*/ 31 h 263626"/>
              <a:gd name="connsiteX2" fmla="*/ 963093 w 963093"/>
              <a:gd name="connsiteY2" fmla="*/ 246342 h 263626"/>
              <a:gd name="connsiteX3" fmla="*/ 936578 w 963093"/>
              <a:gd name="connsiteY3" fmla="*/ 207374 h 263626"/>
              <a:gd name="connsiteX4" fmla="*/ 906814 w 963093"/>
              <a:gd name="connsiteY4" fmla="*/ 263626 h 263626"/>
              <a:gd name="connsiteX5" fmla="*/ 578283 w 963093"/>
              <a:gd name="connsiteY5" fmla="*/ 263626 h 263626"/>
              <a:gd name="connsiteX6" fmla="*/ 559357 w 963093"/>
              <a:gd name="connsiteY6" fmla="*/ 261464 h 263626"/>
              <a:gd name="connsiteX7" fmla="*/ 549652 w 963093"/>
              <a:gd name="connsiteY7" fmla="*/ 256377 h 263626"/>
              <a:gd name="connsiteX8" fmla="*/ 35475 w 963093"/>
              <a:gd name="connsiteY8" fmla="*/ 120205 h 263626"/>
              <a:gd name="connsiteX9" fmla="*/ 32912 w 963093"/>
              <a:gd name="connsiteY9" fmla="*/ 119984 h 263626"/>
              <a:gd name="connsiteX10" fmla="*/ 22485 w 963093"/>
              <a:gd name="connsiteY10" fmla="*/ 50751 h 263626"/>
              <a:gd name="connsiteX0" fmla="*/ 147748 w 963093"/>
              <a:gd name="connsiteY0" fmla="*/ 0 h 263736"/>
              <a:gd name="connsiteX1" fmla="*/ 148039 w 963093"/>
              <a:gd name="connsiteY1" fmla="*/ 31 h 263736"/>
              <a:gd name="connsiteX2" fmla="*/ 963093 w 963093"/>
              <a:gd name="connsiteY2" fmla="*/ 246342 h 263736"/>
              <a:gd name="connsiteX3" fmla="*/ 936578 w 963093"/>
              <a:gd name="connsiteY3" fmla="*/ 207374 h 263736"/>
              <a:gd name="connsiteX4" fmla="*/ 906814 w 963093"/>
              <a:gd name="connsiteY4" fmla="*/ 263626 h 263736"/>
              <a:gd name="connsiteX5" fmla="*/ 578283 w 963093"/>
              <a:gd name="connsiteY5" fmla="*/ 263626 h 263736"/>
              <a:gd name="connsiteX6" fmla="*/ 562549 w 963093"/>
              <a:gd name="connsiteY6" fmla="*/ 262625 h 263736"/>
              <a:gd name="connsiteX7" fmla="*/ 549652 w 963093"/>
              <a:gd name="connsiteY7" fmla="*/ 256377 h 263736"/>
              <a:gd name="connsiteX8" fmla="*/ 35475 w 963093"/>
              <a:gd name="connsiteY8" fmla="*/ 120205 h 263736"/>
              <a:gd name="connsiteX9" fmla="*/ 32912 w 963093"/>
              <a:gd name="connsiteY9" fmla="*/ 119984 h 263736"/>
              <a:gd name="connsiteX10" fmla="*/ 22485 w 963093"/>
              <a:gd name="connsiteY10" fmla="*/ 50751 h 263736"/>
              <a:gd name="connsiteX0" fmla="*/ 147748 w 963093"/>
              <a:gd name="connsiteY0" fmla="*/ 0 h 263835"/>
              <a:gd name="connsiteX1" fmla="*/ 148039 w 963093"/>
              <a:gd name="connsiteY1" fmla="*/ 31 h 263835"/>
              <a:gd name="connsiteX2" fmla="*/ 963093 w 963093"/>
              <a:gd name="connsiteY2" fmla="*/ 246342 h 263835"/>
              <a:gd name="connsiteX3" fmla="*/ 936578 w 963093"/>
              <a:gd name="connsiteY3" fmla="*/ 207374 h 263835"/>
              <a:gd name="connsiteX4" fmla="*/ 906814 w 963093"/>
              <a:gd name="connsiteY4" fmla="*/ 263626 h 263835"/>
              <a:gd name="connsiteX5" fmla="*/ 578283 w 963093"/>
              <a:gd name="connsiteY5" fmla="*/ 263626 h 263835"/>
              <a:gd name="connsiteX6" fmla="*/ 562549 w 963093"/>
              <a:gd name="connsiteY6" fmla="*/ 262625 h 263835"/>
              <a:gd name="connsiteX7" fmla="*/ 549652 w 963093"/>
              <a:gd name="connsiteY7" fmla="*/ 256377 h 263835"/>
              <a:gd name="connsiteX8" fmla="*/ 35475 w 963093"/>
              <a:gd name="connsiteY8" fmla="*/ 120205 h 263835"/>
              <a:gd name="connsiteX9" fmla="*/ 32912 w 963093"/>
              <a:gd name="connsiteY9" fmla="*/ 119984 h 263835"/>
              <a:gd name="connsiteX10" fmla="*/ 22485 w 963093"/>
              <a:gd name="connsiteY10" fmla="*/ 50751 h 263835"/>
              <a:gd name="connsiteX0" fmla="*/ 147748 w 942953"/>
              <a:gd name="connsiteY0" fmla="*/ 0 h 263835"/>
              <a:gd name="connsiteX1" fmla="*/ 148039 w 942953"/>
              <a:gd name="connsiteY1" fmla="*/ 31 h 263835"/>
              <a:gd name="connsiteX2" fmla="*/ 942953 w 942953"/>
              <a:gd name="connsiteY2" fmla="*/ 225937 h 263835"/>
              <a:gd name="connsiteX3" fmla="*/ 936578 w 942953"/>
              <a:gd name="connsiteY3" fmla="*/ 207374 h 263835"/>
              <a:gd name="connsiteX4" fmla="*/ 906814 w 942953"/>
              <a:gd name="connsiteY4" fmla="*/ 263626 h 263835"/>
              <a:gd name="connsiteX5" fmla="*/ 578283 w 942953"/>
              <a:gd name="connsiteY5" fmla="*/ 263626 h 263835"/>
              <a:gd name="connsiteX6" fmla="*/ 562549 w 942953"/>
              <a:gd name="connsiteY6" fmla="*/ 262625 h 263835"/>
              <a:gd name="connsiteX7" fmla="*/ 549652 w 942953"/>
              <a:gd name="connsiteY7" fmla="*/ 256377 h 263835"/>
              <a:gd name="connsiteX8" fmla="*/ 35475 w 942953"/>
              <a:gd name="connsiteY8" fmla="*/ 120205 h 263835"/>
              <a:gd name="connsiteX9" fmla="*/ 32912 w 942953"/>
              <a:gd name="connsiteY9" fmla="*/ 119984 h 263835"/>
              <a:gd name="connsiteX10" fmla="*/ 22485 w 942953"/>
              <a:gd name="connsiteY10" fmla="*/ 50751 h 263835"/>
              <a:gd name="connsiteX0" fmla="*/ 147748 w 942953"/>
              <a:gd name="connsiteY0" fmla="*/ 0 h 263835"/>
              <a:gd name="connsiteX1" fmla="*/ 148039 w 942953"/>
              <a:gd name="connsiteY1" fmla="*/ 31 h 263835"/>
              <a:gd name="connsiteX2" fmla="*/ 942953 w 942953"/>
              <a:gd name="connsiteY2" fmla="*/ 225937 h 263835"/>
              <a:gd name="connsiteX3" fmla="*/ 936578 w 942953"/>
              <a:gd name="connsiteY3" fmla="*/ 207374 h 263835"/>
              <a:gd name="connsiteX4" fmla="*/ 906814 w 942953"/>
              <a:gd name="connsiteY4" fmla="*/ 263626 h 263835"/>
              <a:gd name="connsiteX5" fmla="*/ 578283 w 942953"/>
              <a:gd name="connsiteY5" fmla="*/ 263626 h 263835"/>
              <a:gd name="connsiteX6" fmla="*/ 562549 w 942953"/>
              <a:gd name="connsiteY6" fmla="*/ 262625 h 263835"/>
              <a:gd name="connsiteX7" fmla="*/ 549652 w 942953"/>
              <a:gd name="connsiteY7" fmla="*/ 256377 h 263835"/>
              <a:gd name="connsiteX8" fmla="*/ 35475 w 942953"/>
              <a:gd name="connsiteY8" fmla="*/ 120205 h 263835"/>
              <a:gd name="connsiteX9" fmla="*/ 32912 w 942953"/>
              <a:gd name="connsiteY9" fmla="*/ 119984 h 263835"/>
              <a:gd name="connsiteX10" fmla="*/ 22485 w 942953"/>
              <a:gd name="connsiteY10" fmla="*/ 50751 h 263835"/>
              <a:gd name="connsiteX0" fmla="*/ 147748 w 944899"/>
              <a:gd name="connsiteY0" fmla="*/ 0 h 263835"/>
              <a:gd name="connsiteX1" fmla="*/ 148039 w 944899"/>
              <a:gd name="connsiteY1" fmla="*/ 31 h 263835"/>
              <a:gd name="connsiteX2" fmla="*/ 942953 w 944899"/>
              <a:gd name="connsiteY2" fmla="*/ 225937 h 263835"/>
              <a:gd name="connsiteX3" fmla="*/ 938999 w 944899"/>
              <a:gd name="connsiteY3" fmla="*/ 222387 h 263835"/>
              <a:gd name="connsiteX4" fmla="*/ 906814 w 944899"/>
              <a:gd name="connsiteY4" fmla="*/ 263626 h 263835"/>
              <a:gd name="connsiteX5" fmla="*/ 578283 w 944899"/>
              <a:gd name="connsiteY5" fmla="*/ 263626 h 263835"/>
              <a:gd name="connsiteX6" fmla="*/ 562549 w 944899"/>
              <a:gd name="connsiteY6" fmla="*/ 262625 h 263835"/>
              <a:gd name="connsiteX7" fmla="*/ 549652 w 944899"/>
              <a:gd name="connsiteY7" fmla="*/ 256377 h 263835"/>
              <a:gd name="connsiteX8" fmla="*/ 35475 w 944899"/>
              <a:gd name="connsiteY8" fmla="*/ 120205 h 263835"/>
              <a:gd name="connsiteX9" fmla="*/ 32912 w 944899"/>
              <a:gd name="connsiteY9" fmla="*/ 119984 h 263835"/>
              <a:gd name="connsiteX10" fmla="*/ 22485 w 944899"/>
              <a:gd name="connsiteY10" fmla="*/ 50751 h 263835"/>
              <a:gd name="connsiteX0" fmla="*/ 147748 w 942953"/>
              <a:gd name="connsiteY0" fmla="*/ 0 h 263835"/>
              <a:gd name="connsiteX1" fmla="*/ 148039 w 942953"/>
              <a:gd name="connsiteY1" fmla="*/ 31 h 263835"/>
              <a:gd name="connsiteX2" fmla="*/ 942953 w 942953"/>
              <a:gd name="connsiteY2" fmla="*/ 225937 h 263835"/>
              <a:gd name="connsiteX3" fmla="*/ 938999 w 942953"/>
              <a:gd name="connsiteY3" fmla="*/ 222387 h 263835"/>
              <a:gd name="connsiteX4" fmla="*/ 906814 w 942953"/>
              <a:gd name="connsiteY4" fmla="*/ 263626 h 263835"/>
              <a:gd name="connsiteX5" fmla="*/ 578283 w 942953"/>
              <a:gd name="connsiteY5" fmla="*/ 263626 h 263835"/>
              <a:gd name="connsiteX6" fmla="*/ 562549 w 942953"/>
              <a:gd name="connsiteY6" fmla="*/ 262625 h 263835"/>
              <a:gd name="connsiteX7" fmla="*/ 549652 w 942953"/>
              <a:gd name="connsiteY7" fmla="*/ 256377 h 263835"/>
              <a:gd name="connsiteX8" fmla="*/ 35475 w 942953"/>
              <a:gd name="connsiteY8" fmla="*/ 120205 h 263835"/>
              <a:gd name="connsiteX9" fmla="*/ 32912 w 942953"/>
              <a:gd name="connsiteY9" fmla="*/ 119984 h 263835"/>
              <a:gd name="connsiteX10" fmla="*/ 22485 w 942953"/>
              <a:gd name="connsiteY10" fmla="*/ 50751 h 263835"/>
              <a:gd name="connsiteX0" fmla="*/ 147748 w 942782"/>
              <a:gd name="connsiteY0" fmla="*/ 0 h 263835"/>
              <a:gd name="connsiteX1" fmla="*/ 148039 w 942782"/>
              <a:gd name="connsiteY1" fmla="*/ 31 h 263835"/>
              <a:gd name="connsiteX2" fmla="*/ 937384 w 942782"/>
              <a:gd name="connsiteY2" fmla="*/ 221094 h 263835"/>
              <a:gd name="connsiteX3" fmla="*/ 938999 w 942782"/>
              <a:gd name="connsiteY3" fmla="*/ 222387 h 263835"/>
              <a:gd name="connsiteX4" fmla="*/ 906814 w 942782"/>
              <a:gd name="connsiteY4" fmla="*/ 263626 h 263835"/>
              <a:gd name="connsiteX5" fmla="*/ 578283 w 942782"/>
              <a:gd name="connsiteY5" fmla="*/ 263626 h 263835"/>
              <a:gd name="connsiteX6" fmla="*/ 562549 w 942782"/>
              <a:gd name="connsiteY6" fmla="*/ 262625 h 263835"/>
              <a:gd name="connsiteX7" fmla="*/ 549652 w 942782"/>
              <a:gd name="connsiteY7" fmla="*/ 256377 h 263835"/>
              <a:gd name="connsiteX8" fmla="*/ 35475 w 942782"/>
              <a:gd name="connsiteY8" fmla="*/ 120205 h 263835"/>
              <a:gd name="connsiteX9" fmla="*/ 32912 w 942782"/>
              <a:gd name="connsiteY9" fmla="*/ 119984 h 263835"/>
              <a:gd name="connsiteX10" fmla="*/ 22485 w 942782"/>
              <a:gd name="connsiteY10" fmla="*/ 50751 h 26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2782" h="263835">
                <a:moveTo>
                  <a:pt x="147748" y="0"/>
                </a:moveTo>
                <a:lnTo>
                  <a:pt x="148039" y="31"/>
                </a:lnTo>
                <a:cubicBezTo>
                  <a:pt x="561295" y="50382"/>
                  <a:pt x="840256" y="114636"/>
                  <a:pt x="937384" y="221094"/>
                </a:cubicBezTo>
                <a:lnTo>
                  <a:pt x="938999" y="222387"/>
                </a:lnTo>
                <a:cubicBezTo>
                  <a:pt x="950181" y="235882"/>
                  <a:pt x="935731" y="263626"/>
                  <a:pt x="906814" y="263626"/>
                </a:cubicBezTo>
                <a:lnTo>
                  <a:pt x="578283" y="263626"/>
                </a:lnTo>
                <a:cubicBezTo>
                  <a:pt x="562593" y="263626"/>
                  <a:pt x="569046" y="264518"/>
                  <a:pt x="562549" y="262625"/>
                </a:cubicBezTo>
                <a:cubicBezTo>
                  <a:pt x="558638" y="261897"/>
                  <a:pt x="553329" y="258422"/>
                  <a:pt x="549652" y="256377"/>
                </a:cubicBezTo>
                <a:cubicBezTo>
                  <a:pt x="513394" y="199705"/>
                  <a:pt x="317979" y="150500"/>
                  <a:pt x="35475" y="120205"/>
                </a:cubicBezTo>
                <a:lnTo>
                  <a:pt x="32912" y="119984"/>
                </a:lnTo>
                <a:cubicBezTo>
                  <a:pt x="-4766" y="116738"/>
                  <a:pt x="-12565" y="64952"/>
                  <a:pt x="22485" y="50751"/>
                </a:cubicBezTo>
              </a:path>
            </a:pathLst>
          </a:custGeom>
          <a:solidFill>
            <a:schemeClr val="tx1"/>
          </a:solidFill>
          <a:ln w="9525">
            <a:noFill/>
          </a:ln>
          <a:effectLst>
            <a:outerShdw blurRad="12700" dist="25400" dir="5400000" algn="t" rotWithShape="0">
              <a:schemeClr val="accent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37" name="文本框 1236">
            <a:extLst>
              <a:ext uri="{FF2B5EF4-FFF2-40B4-BE49-F238E27FC236}">
                <a16:creationId xmlns:a16="http://schemas.microsoft.com/office/drawing/2014/main" id="{FB20D0DB-33BF-3C04-102B-4A82E6356F51}"/>
              </a:ext>
            </a:extLst>
          </p:cNvPr>
          <p:cNvSpPr txBox="1"/>
          <p:nvPr/>
        </p:nvSpPr>
        <p:spPr>
          <a:xfrm rot="1188345">
            <a:off x="7093151" y="5032346"/>
            <a:ext cx="323808" cy="107722"/>
          </a:xfrm>
          <a:prstGeom prst="rect">
            <a:avLst/>
          </a:prstGeom>
          <a:noFill/>
        </p:spPr>
        <p:txBody>
          <a:bodyPr wrap="none" lIns="0" tIns="0" rIns="0" bIns="0" rtlCol="0">
            <a:spAutoFit/>
          </a:bodyPr>
          <a:lstStyle/>
          <a:p>
            <a:pPr algn="ctr"/>
            <a:r>
              <a:rPr lang="en-US" altLang="zh-CN" sz="700" b="1" dirty="0" err="1">
                <a:solidFill>
                  <a:schemeClr val="accent1"/>
                </a:solidFill>
                <a:latin typeface="+mn-ea"/>
              </a:rPr>
              <a:t>FineVis</a:t>
            </a:r>
            <a:endParaRPr lang="zh-CN" altLang="en-US" sz="700" b="1" dirty="0">
              <a:solidFill>
                <a:schemeClr val="accent1"/>
              </a:solidFill>
              <a:latin typeface="+mn-ea"/>
            </a:endParaRPr>
          </a:p>
        </p:txBody>
      </p:sp>
      <p:sp>
        <p:nvSpPr>
          <p:cNvPr id="1238" name="文本框 1237">
            <a:extLst>
              <a:ext uri="{FF2B5EF4-FFF2-40B4-BE49-F238E27FC236}">
                <a16:creationId xmlns:a16="http://schemas.microsoft.com/office/drawing/2014/main" id="{B5302E01-E79C-C70D-2ADF-53C4F043FF6A}"/>
              </a:ext>
            </a:extLst>
          </p:cNvPr>
          <p:cNvSpPr txBox="1"/>
          <p:nvPr/>
        </p:nvSpPr>
        <p:spPr>
          <a:xfrm rot="20438196">
            <a:off x="6941107" y="5303640"/>
            <a:ext cx="684787" cy="160564"/>
          </a:xfrm>
          <a:prstGeom prst="rect">
            <a:avLst/>
          </a:prstGeom>
          <a:noFill/>
        </p:spPr>
        <p:txBody>
          <a:bodyPr wrap="none" lIns="0" tIns="0" rIns="0" bIns="0" rtlCol="0">
            <a:prstTxWarp prst="textArchDown">
              <a:avLst>
                <a:gd name="adj" fmla="val 462261"/>
              </a:avLst>
            </a:prstTxWarp>
            <a:spAutoFit/>
          </a:bodyPr>
          <a:lstStyle/>
          <a:p>
            <a:pPr algn="ctr"/>
            <a:r>
              <a:rPr lang="en-US" altLang="zh-CN" sz="700" b="1" dirty="0" err="1">
                <a:solidFill>
                  <a:schemeClr val="accent1"/>
                </a:solidFill>
                <a:latin typeface="+mn-ea"/>
              </a:rPr>
              <a:t>FineDataLink</a:t>
            </a:r>
            <a:endParaRPr lang="zh-CN" altLang="en-US" sz="700" b="1" dirty="0">
              <a:solidFill>
                <a:schemeClr val="accent1"/>
              </a:solidFill>
              <a:latin typeface="+mn-ea"/>
            </a:endParaRPr>
          </a:p>
        </p:txBody>
      </p:sp>
      <p:sp>
        <p:nvSpPr>
          <p:cNvPr id="1245" name="Freeform 1035">
            <a:extLst>
              <a:ext uri="{FF2B5EF4-FFF2-40B4-BE49-F238E27FC236}">
                <a16:creationId xmlns:a16="http://schemas.microsoft.com/office/drawing/2014/main" id="{CA024F44-A491-CCE7-A036-4431A5FFFB67}"/>
              </a:ext>
            </a:extLst>
          </p:cNvPr>
          <p:cNvSpPr/>
          <p:nvPr/>
        </p:nvSpPr>
        <p:spPr>
          <a:xfrm flipH="1">
            <a:off x="4402019" y="4959097"/>
            <a:ext cx="1018552" cy="285039"/>
          </a:xfrm>
          <a:custGeom>
            <a:avLst/>
            <a:gdLst>
              <a:gd name="connsiteX0" fmla="*/ 147748 w 963093"/>
              <a:gd name="connsiteY0" fmla="*/ 0 h 265540"/>
              <a:gd name="connsiteX1" fmla="*/ 148039 w 963093"/>
              <a:gd name="connsiteY1" fmla="*/ 31 h 265540"/>
              <a:gd name="connsiteX2" fmla="*/ 963093 w 963093"/>
              <a:gd name="connsiteY2" fmla="*/ 246342 h 265540"/>
              <a:gd name="connsiteX3" fmla="*/ 936578 w 963093"/>
              <a:gd name="connsiteY3" fmla="*/ 207374 h 265540"/>
              <a:gd name="connsiteX4" fmla="*/ 906814 w 963093"/>
              <a:gd name="connsiteY4" fmla="*/ 263626 h 265540"/>
              <a:gd name="connsiteX5" fmla="*/ 578283 w 963093"/>
              <a:gd name="connsiteY5" fmla="*/ 263626 h 265540"/>
              <a:gd name="connsiteX6" fmla="*/ 559647 w 963093"/>
              <a:gd name="connsiteY6" fmla="*/ 256241 h 265540"/>
              <a:gd name="connsiteX7" fmla="*/ 549652 w 963093"/>
              <a:gd name="connsiteY7" fmla="*/ 256377 h 265540"/>
              <a:gd name="connsiteX8" fmla="*/ 35475 w 963093"/>
              <a:gd name="connsiteY8" fmla="*/ 120205 h 265540"/>
              <a:gd name="connsiteX9" fmla="*/ 32912 w 963093"/>
              <a:gd name="connsiteY9" fmla="*/ 119984 h 265540"/>
              <a:gd name="connsiteX10" fmla="*/ 22485 w 963093"/>
              <a:gd name="connsiteY10" fmla="*/ 50751 h 265540"/>
              <a:gd name="connsiteX0" fmla="*/ 147748 w 963093"/>
              <a:gd name="connsiteY0" fmla="*/ 0 h 263938"/>
              <a:gd name="connsiteX1" fmla="*/ 148039 w 963093"/>
              <a:gd name="connsiteY1" fmla="*/ 31 h 263938"/>
              <a:gd name="connsiteX2" fmla="*/ 963093 w 963093"/>
              <a:gd name="connsiteY2" fmla="*/ 246342 h 263938"/>
              <a:gd name="connsiteX3" fmla="*/ 936578 w 963093"/>
              <a:gd name="connsiteY3" fmla="*/ 207374 h 263938"/>
              <a:gd name="connsiteX4" fmla="*/ 906814 w 963093"/>
              <a:gd name="connsiteY4" fmla="*/ 263626 h 263938"/>
              <a:gd name="connsiteX5" fmla="*/ 578283 w 963093"/>
              <a:gd name="connsiteY5" fmla="*/ 263626 h 263938"/>
              <a:gd name="connsiteX6" fmla="*/ 559647 w 963093"/>
              <a:gd name="connsiteY6" fmla="*/ 256241 h 263938"/>
              <a:gd name="connsiteX7" fmla="*/ 549652 w 963093"/>
              <a:gd name="connsiteY7" fmla="*/ 256377 h 263938"/>
              <a:gd name="connsiteX8" fmla="*/ 35475 w 963093"/>
              <a:gd name="connsiteY8" fmla="*/ 120205 h 263938"/>
              <a:gd name="connsiteX9" fmla="*/ 32912 w 963093"/>
              <a:gd name="connsiteY9" fmla="*/ 119984 h 263938"/>
              <a:gd name="connsiteX10" fmla="*/ 22485 w 963093"/>
              <a:gd name="connsiteY10" fmla="*/ 50751 h 263938"/>
              <a:gd name="connsiteX0" fmla="*/ 147748 w 963093"/>
              <a:gd name="connsiteY0" fmla="*/ 0 h 266555"/>
              <a:gd name="connsiteX1" fmla="*/ 148039 w 963093"/>
              <a:gd name="connsiteY1" fmla="*/ 31 h 266555"/>
              <a:gd name="connsiteX2" fmla="*/ 963093 w 963093"/>
              <a:gd name="connsiteY2" fmla="*/ 246342 h 266555"/>
              <a:gd name="connsiteX3" fmla="*/ 936578 w 963093"/>
              <a:gd name="connsiteY3" fmla="*/ 207374 h 266555"/>
              <a:gd name="connsiteX4" fmla="*/ 906814 w 963093"/>
              <a:gd name="connsiteY4" fmla="*/ 263626 h 266555"/>
              <a:gd name="connsiteX5" fmla="*/ 578283 w 963093"/>
              <a:gd name="connsiteY5" fmla="*/ 263626 h 266555"/>
              <a:gd name="connsiteX6" fmla="*/ 559357 w 963093"/>
              <a:gd name="connsiteY6" fmla="*/ 261464 h 266555"/>
              <a:gd name="connsiteX7" fmla="*/ 549652 w 963093"/>
              <a:gd name="connsiteY7" fmla="*/ 256377 h 266555"/>
              <a:gd name="connsiteX8" fmla="*/ 35475 w 963093"/>
              <a:gd name="connsiteY8" fmla="*/ 120205 h 266555"/>
              <a:gd name="connsiteX9" fmla="*/ 32912 w 963093"/>
              <a:gd name="connsiteY9" fmla="*/ 119984 h 266555"/>
              <a:gd name="connsiteX10" fmla="*/ 22485 w 963093"/>
              <a:gd name="connsiteY10" fmla="*/ 50751 h 266555"/>
              <a:gd name="connsiteX0" fmla="*/ 147748 w 963093"/>
              <a:gd name="connsiteY0" fmla="*/ 0 h 266555"/>
              <a:gd name="connsiteX1" fmla="*/ 148039 w 963093"/>
              <a:gd name="connsiteY1" fmla="*/ 31 h 266555"/>
              <a:gd name="connsiteX2" fmla="*/ 963093 w 963093"/>
              <a:gd name="connsiteY2" fmla="*/ 246342 h 266555"/>
              <a:gd name="connsiteX3" fmla="*/ 936578 w 963093"/>
              <a:gd name="connsiteY3" fmla="*/ 207374 h 266555"/>
              <a:gd name="connsiteX4" fmla="*/ 906814 w 963093"/>
              <a:gd name="connsiteY4" fmla="*/ 263626 h 266555"/>
              <a:gd name="connsiteX5" fmla="*/ 578283 w 963093"/>
              <a:gd name="connsiteY5" fmla="*/ 263626 h 266555"/>
              <a:gd name="connsiteX6" fmla="*/ 559357 w 963093"/>
              <a:gd name="connsiteY6" fmla="*/ 261464 h 266555"/>
              <a:gd name="connsiteX7" fmla="*/ 549652 w 963093"/>
              <a:gd name="connsiteY7" fmla="*/ 256377 h 266555"/>
              <a:gd name="connsiteX8" fmla="*/ 35475 w 963093"/>
              <a:gd name="connsiteY8" fmla="*/ 120205 h 266555"/>
              <a:gd name="connsiteX9" fmla="*/ 32912 w 963093"/>
              <a:gd name="connsiteY9" fmla="*/ 119984 h 266555"/>
              <a:gd name="connsiteX10" fmla="*/ 22485 w 963093"/>
              <a:gd name="connsiteY10" fmla="*/ 50751 h 266555"/>
              <a:gd name="connsiteX0" fmla="*/ 147748 w 963093"/>
              <a:gd name="connsiteY0" fmla="*/ 0 h 263626"/>
              <a:gd name="connsiteX1" fmla="*/ 148039 w 963093"/>
              <a:gd name="connsiteY1" fmla="*/ 31 h 263626"/>
              <a:gd name="connsiteX2" fmla="*/ 963093 w 963093"/>
              <a:gd name="connsiteY2" fmla="*/ 246342 h 263626"/>
              <a:gd name="connsiteX3" fmla="*/ 936578 w 963093"/>
              <a:gd name="connsiteY3" fmla="*/ 207374 h 263626"/>
              <a:gd name="connsiteX4" fmla="*/ 906814 w 963093"/>
              <a:gd name="connsiteY4" fmla="*/ 263626 h 263626"/>
              <a:gd name="connsiteX5" fmla="*/ 578283 w 963093"/>
              <a:gd name="connsiteY5" fmla="*/ 263626 h 263626"/>
              <a:gd name="connsiteX6" fmla="*/ 559357 w 963093"/>
              <a:gd name="connsiteY6" fmla="*/ 261464 h 263626"/>
              <a:gd name="connsiteX7" fmla="*/ 549652 w 963093"/>
              <a:gd name="connsiteY7" fmla="*/ 256377 h 263626"/>
              <a:gd name="connsiteX8" fmla="*/ 35475 w 963093"/>
              <a:gd name="connsiteY8" fmla="*/ 120205 h 263626"/>
              <a:gd name="connsiteX9" fmla="*/ 32912 w 963093"/>
              <a:gd name="connsiteY9" fmla="*/ 119984 h 263626"/>
              <a:gd name="connsiteX10" fmla="*/ 22485 w 963093"/>
              <a:gd name="connsiteY10" fmla="*/ 50751 h 263626"/>
              <a:gd name="connsiteX0" fmla="*/ 147748 w 963093"/>
              <a:gd name="connsiteY0" fmla="*/ 0 h 263626"/>
              <a:gd name="connsiteX1" fmla="*/ 148039 w 963093"/>
              <a:gd name="connsiteY1" fmla="*/ 31 h 263626"/>
              <a:gd name="connsiteX2" fmla="*/ 963093 w 963093"/>
              <a:gd name="connsiteY2" fmla="*/ 246342 h 263626"/>
              <a:gd name="connsiteX3" fmla="*/ 936578 w 963093"/>
              <a:gd name="connsiteY3" fmla="*/ 207374 h 263626"/>
              <a:gd name="connsiteX4" fmla="*/ 906814 w 963093"/>
              <a:gd name="connsiteY4" fmla="*/ 263626 h 263626"/>
              <a:gd name="connsiteX5" fmla="*/ 578283 w 963093"/>
              <a:gd name="connsiteY5" fmla="*/ 263626 h 263626"/>
              <a:gd name="connsiteX6" fmla="*/ 559357 w 963093"/>
              <a:gd name="connsiteY6" fmla="*/ 261464 h 263626"/>
              <a:gd name="connsiteX7" fmla="*/ 549652 w 963093"/>
              <a:gd name="connsiteY7" fmla="*/ 256377 h 263626"/>
              <a:gd name="connsiteX8" fmla="*/ 35475 w 963093"/>
              <a:gd name="connsiteY8" fmla="*/ 120205 h 263626"/>
              <a:gd name="connsiteX9" fmla="*/ 32912 w 963093"/>
              <a:gd name="connsiteY9" fmla="*/ 119984 h 263626"/>
              <a:gd name="connsiteX10" fmla="*/ 22485 w 963093"/>
              <a:gd name="connsiteY10" fmla="*/ 50751 h 263626"/>
              <a:gd name="connsiteX0" fmla="*/ 147748 w 963093"/>
              <a:gd name="connsiteY0" fmla="*/ 0 h 263736"/>
              <a:gd name="connsiteX1" fmla="*/ 148039 w 963093"/>
              <a:gd name="connsiteY1" fmla="*/ 31 h 263736"/>
              <a:gd name="connsiteX2" fmla="*/ 963093 w 963093"/>
              <a:gd name="connsiteY2" fmla="*/ 246342 h 263736"/>
              <a:gd name="connsiteX3" fmla="*/ 936578 w 963093"/>
              <a:gd name="connsiteY3" fmla="*/ 207374 h 263736"/>
              <a:gd name="connsiteX4" fmla="*/ 906814 w 963093"/>
              <a:gd name="connsiteY4" fmla="*/ 263626 h 263736"/>
              <a:gd name="connsiteX5" fmla="*/ 578283 w 963093"/>
              <a:gd name="connsiteY5" fmla="*/ 263626 h 263736"/>
              <a:gd name="connsiteX6" fmla="*/ 562549 w 963093"/>
              <a:gd name="connsiteY6" fmla="*/ 262625 h 263736"/>
              <a:gd name="connsiteX7" fmla="*/ 549652 w 963093"/>
              <a:gd name="connsiteY7" fmla="*/ 256377 h 263736"/>
              <a:gd name="connsiteX8" fmla="*/ 35475 w 963093"/>
              <a:gd name="connsiteY8" fmla="*/ 120205 h 263736"/>
              <a:gd name="connsiteX9" fmla="*/ 32912 w 963093"/>
              <a:gd name="connsiteY9" fmla="*/ 119984 h 263736"/>
              <a:gd name="connsiteX10" fmla="*/ 22485 w 963093"/>
              <a:gd name="connsiteY10" fmla="*/ 50751 h 263736"/>
              <a:gd name="connsiteX0" fmla="*/ 147748 w 963093"/>
              <a:gd name="connsiteY0" fmla="*/ 0 h 263835"/>
              <a:gd name="connsiteX1" fmla="*/ 148039 w 963093"/>
              <a:gd name="connsiteY1" fmla="*/ 31 h 263835"/>
              <a:gd name="connsiteX2" fmla="*/ 963093 w 963093"/>
              <a:gd name="connsiteY2" fmla="*/ 246342 h 263835"/>
              <a:gd name="connsiteX3" fmla="*/ 936578 w 963093"/>
              <a:gd name="connsiteY3" fmla="*/ 207374 h 263835"/>
              <a:gd name="connsiteX4" fmla="*/ 906814 w 963093"/>
              <a:gd name="connsiteY4" fmla="*/ 263626 h 263835"/>
              <a:gd name="connsiteX5" fmla="*/ 578283 w 963093"/>
              <a:gd name="connsiteY5" fmla="*/ 263626 h 263835"/>
              <a:gd name="connsiteX6" fmla="*/ 562549 w 963093"/>
              <a:gd name="connsiteY6" fmla="*/ 262625 h 263835"/>
              <a:gd name="connsiteX7" fmla="*/ 549652 w 963093"/>
              <a:gd name="connsiteY7" fmla="*/ 256377 h 263835"/>
              <a:gd name="connsiteX8" fmla="*/ 35475 w 963093"/>
              <a:gd name="connsiteY8" fmla="*/ 120205 h 263835"/>
              <a:gd name="connsiteX9" fmla="*/ 32912 w 963093"/>
              <a:gd name="connsiteY9" fmla="*/ 119984 h 263835"/>
              <a:gd name="connsiteX10" fmla="*/ 22485 w 963093"/>
              <a:gd name="connsiteY10" fmla="*/ 50751 h 263835"/>
              <a:gd name="connsiteX0" fmla="*/ 147748 w 942953"/>
              <a:gd name="connsiteY0" fmla="*/ 0 h 263835"/>
              <a:gd name="connsiteX1" fmla="*/ 148039 w 942953"/>
              <a:gd name="connsiteY1" fmla="*/ 31 h 263835"/>
              <a:gd name="connsiteX2" fmla="*/ 942953 w 942953"/>
              <a:gd name="connsiteY2" fmla="*/ 225937 h 263835"/>
              <a:gd name="connsiteX3" fmla="*/ 936578 w 942953"/>
              <a:gd name="connsiteY3" fmla="*/ 207374 h 263835"/>
              <a:gd name="connsiteX4" fmla="*/ 906814 w 942953"/>
              <a:gd name="connsiteY4" fmla="*/ 263626 h 263835"/>
              <a:gd name="connsiteX5" fmla="*/ 578283 w 942953"/>
              <a:gd name="connsiteY5" fmla="*/ 263626 h 263835"/>
              <a:gd name="connsiteX6" fmla="*/ 562549 w 942953"/>
              <a:gd name="connsiteY6" fmla="*/ 262625 h 263835"/>
              <a:gd name="connsiteX7" fmla="*/ 549652 w 942953"/>
              <a:gd name="connsiteY7" fmla="*/ 256377 h 263835"/>
              <a:gd name="connsiteX8" fmla="*/ 35475 w 942953"/>
              <a:gd name="connsiteY8" fmla="*/ 120205 h 263835"/>
              <a:gd name="connsiteX9" fmla="*/ 32912 w 942953"/>
              <a:gd name="connsiteY9" fmla="*/ 119984 h 263835"/>
              <a:gd name="connsiteX10" fmla="*/ 22485 w 942953"/>
              <a:gd name="connsiteY10" fmla="*/ 50751 h 263835"/>
              <a:gd name="connsiteX0" fmla="*/ 147748 w 942953"/>
              <a:gd name="connsiteY0" fmla="*/ 0 h 263835"/>
              <a:gd name="connsiteX1" fmla="*/ 148039 w 942953"/>
              <a:gd name="connsiteY1" fmla="*/ 31 h 263835"/>
              <a:gd name="connsiteX2" fmla="*/ 942953 w 942953"/>
              <a:gd name="connsiteY2" fmla="*/ 225937 h 263835"/>
              <a:gd name="connsiteX3" fmla="*/ 936578 w 942953"/>
              <a:gd name="connsiteY3" fmla="*/ 207374 h 263835"/>
              <a:gd name="connsiteX4" fmla="*/ 906814 w 942953"/>
              <a:gd name="connsiteY4" fmla="*/ 263626 h 263835"/>
              <a:gd name="connsiteX5" fmla="*/ 578283 w 942953"/>
              <a:gd name="connsiteY5" fmla="*/ 263626 h 263835"/>
              <a:gd name="connsiteX6" fmla="*/ 562549 w 942953"/>
              <a:gd name="connsiteY6" fmla="*/ 262625 h 263835"/>
              <a:gd name="connsiteX7" fmla="*/ 549652 w 942953"/>
              <a:gd name="connsiteY7" fmla="*/ 256377 h 263835"/>
              <a:gd name="connsiteX8" fmla="*/ 35475 w 942953"/>
              <a:gd name="connsiteY8" fmla="*/ 120205 h 263835"/>
              <a:gd name="connsiteX9" fmla="*/ 32912 w 942953"/>
              <a:gd name="connsiteY9" fmla="*/ 119984 h 263835"/>
              <a:gd name="connsiteX10" fmla="*/ 22485 w 942953"/>
              <a:gd name="connsiteY10" fmla="*/ 50751 h 263835"/>
              <a:gd name="connsiteX0" fmla="*/ 147748 w 944899"/>
              <a:gd name="connsiteY0" fmla="*/ 0 h 263835"/>
              <a:gd name="connsiteX1" fmla="*/ 148039 w 944899"/>
              <a:gd name="connsiteY1" fmla="*/ 31 h 263835"/>
              <a:gd name="connsiteX2" fmla="*/ 942953 w 944899"/>
              <a:gd name="connsiteY2" fmla="*/ 225937 h 263835"/>
              <a:gd name="connsiteX3" fmla="*/ 938999 w 944899"/>
              <a:gd name="connsiteY3" fmla="*/ 222387 h 263835"/>
              <a:gd name="connsiteX4" fmla="*/ 906814 w 944899"/>
              <a:gd name="connsiteY4" fmla="*/ 263626 h 263835"/>
              <a:gd name="connsiteX5" fmla="*/ 578283 w 944899"/>
              <a:gd name="connsiteY5" fmla="*/ 263626 h 263835"/>
              <a:gd name="connsiteX6" fmla="*/ 562549 w 944899"/>
              <a:gd name="connsiteY6" fmla="*/ 262625 h 263835"/>
              <a:gd name="connsiteX7" fmla="*/ 549652 w 944899"/>
              <a:gd name="connsiteY7" fmla="*/ 256377 h 263835"/>
              <a:gd name="connsiteX8" fmla="*/ 35475 w 944899"/>
              <a:gd name="connsiteY8" fmla="*/ 120205 h 263835"/>
              <a:gd name="connsiteX9" fmla="*/ 32912 w 944899"/>
              <a:gd name="connsiteY9" fmla="*/ 119984 h 263835"/>
              <a:gd name="connsiteX10" fmla="*/ 22485 w 944899"/>
              <a:gd name="connsiteY10" fmla="*/ 50751 h 263835"/>
              <a:gd name="connsiteX0" fmla="*/ 147748 w 942953"/>
              <a:gd name="connsiteY0" fmla="*/ 0 h 263835"/>
              <a:gd name="connsiteX1" fmla="*/ 148039 w 942953"/>
              <a:gd name="connsiteY1" fmla="*/ 31 h 263835"/>
              <a:gd name="connsiteX2" fmla="*/ 942953 w 942953"/>
              <a:gd name="connsiteY2" fmla="*/ 225937 h 263835"/>
              <a:gd name="connsiteX3" fmla="*/ 938999 w 942953"/>
              <a:gd name="connsiteY3" fmla="*/ 222387 h 263835"/>
              <a:gd name="connsiteX4" fmla="*/ 906814 w 942953"/>
              <a:gd name="connsiteY4" fmla="*/ 263626 h 263835"/>
              <a:gd name="connsiteX5" fmla="*/ 578283 w 942953"/>
              <a:gd name="connsiteY5" fmla="*/ 263626 h 263835"/>
              <a:gd name="connsiteX6" fmla="*/ 562549 w 942953"/>
              <a:gd name="connsiteY6" fmla="*/ 262625 h 263835"/>
              <a:gd name="connsiteX7" fmla="*/ 549652 w 942953"/>
              <a:gd name="connsiteY7" fmla="*/ 256377 h 263835"/>
              <a:gd name="connsiteX8" fmla="*/ 35475 w 942953"/>
              <a:gd name="connsiteY8" fmla="*/ 120205 h 263835"/>
              <a:gd name="connsiteX9" fmla="*/ 32912 w 942953"/>
              <a:gd name="connsiteY9" fmla="*/ 119984 h 263835"/>
              <a:gd name="connsiteX10" fmla="*/ 22485 w 942953"/>
              <a:gd name="connsiteY10" fmla="*/ 50751 h 263835"/>
              <a:gd name="connsiteX0" fmla="*/ 147748 w 942782"/>
              <a:gd name="connsiteY0" fmla="*/ 0 h 263835"/>
              <a:gd name="connsiteX1" fmla="*/ 148039 w 942782"/>
              <a:gd name="connsiteY1" fmla="*/ 31 h 263835"/>
              <a:gd name="connsiteX2" fmla="*/ 937384 w 942782"/>
              <a:gd name="connsiteY2" fmla="*/ 221094 h 263835"/>
              <a:gd name="connsiteX3" fmla="*/ 938999 w 942782"/>
              <a:gd name="connsiteY3" fmla="*/ 222387 h 263835"/>
              <a:gd name="connsiteX4" fmla="*/ 906814 w 942782"/>
              <a:gd name="connsiteY4" fmla="*/ 263626 h 263835"/>
              <a:gd name="connsiteX5" fmla="*/ 578283 w 942782"/>
              <a:gd name="connsiteY5" fmla="*/ 263626 h 263835"/>
              <a:gd name="connsiteX6" fmla="*/ 562549 w 942782"/>
              <a:gd name="connsiteY6" fmla="*/ 262625 h 263835"/>
              <a:gd name="connsiteX7" fmla="*/ 549652 w 942782"/>
              <a:gd name="connsiteY7" fmla="*/ 256377 h 263835"/>
              <a:gd name="connsiteX8" fmla="*/ 35475 w 942782"/>
              <a:gd name="connsiteY8" fmla="*/ 120205 h 263835"/>
              <a:gd name="connsiteX9" fmla="*/ 32912 w 942782"/>
              <a:gd name="connsiteY9" fmla="*/ 119984 h 263835"/>
              <a:gd name="connsiteX10" fmla="*/ 22485 w 942782"/>
              <a:gd name="connsiteY10" fmla="*/ 50751 h 26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2782" h="263835">
                <a:moveTo>
                  <a:pt x="147748" y="0"/>
                </a:moveTo>
                <a:lnTo>
                  <a:pt x="148039" y="31"/>
                </a:lnTo>
                <a:cubicBezTo>
                  <a:pt x="561295" y="50382"/>
                  <a:pt x="840256" y="114636"/>
                  <a:pt x="937384" y="221094"/>
                </a:cubicBezTo>
                <a:lnTo>
                  <a:pt x="938999" y="222387"/>
                </a:lnTo>
                <a:cubicBezTo>
                  <a:pt x="950181" y="235882"/>
                  <a:pt x="935731" y="263626"/>
                  <a:pt x="906814" y="263626"/>
                </a:cubicBezTo>
                <a:lnTo>
                  <a:pt x="578283" y="263626"/>
                </a:lnTo>
                <a:cubicBezTo>
                  <a:pt x="562593" y="263626"/>
                  <a:pt x="569046" y="264518"/>
                  <a:pt x="562549" y="262625"/>
                </a:cubicBezTo>
                <a:cubicBezTo>
                  <a:pt x="558638" y="261897"/>
                  <a:pt x="553329" y="258422"/>
                  <a:pt x="549652" y="256377"/>
                </a:cubicBezTo>
                <a:cubicBezTo>
                  <a:pt x="513394" y="199705"/>
                  <a:pt x="317979" y="150500"/>
                  <a:pt x="35475" y="120205"/>
                </a:cubicBezTo>
                <a:lnTo>
                  <a:pt x="32912" y="119984"/>
                </a:lnTo>
                <a:cubicBezTo>
                  <a:pt x="-4766" y="116738"/>
                  <a:pt x="-12565" y="64952"/>
                  <a:pt x="22485" y="50751"/>
                </a:cubicBezTo>
              </a:path>
            </a:pathLst>
          </a:custGeom>
          <a:solidFill>
            <a:schemeClr val="tx1"/>
          </a:solidFill>
          <a:ln w="9525">
            <a:noFill/>
          </a:ln>
          <a:effectLst>
            <a:outerShdw blurRad="12700" dist="25400" dir="5400000" algn="t" rotWithShape="0">
              <a:schemeClr val="accent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36" name="文本框 1235">
            <a:extLst>
              <a:ext uri="{FF2B5EF4-FFF2-40B4-BE49-F238E27FC236}">
                <a16:creationId xmlns:a16="http://schemas.microsoft.com/office/drawing/2014/main" id="{20B4EA8C-15AD-9D67-30A6-70356BEAF3EC}"/>
              </a:ext>
            </a:extLst>
          </p:cNvPr>
          <p:cNvSpPr txBox="1"/>
          <p:nvPr/>
        </p:nvSpPr>
        <p:spPr>
          <a:xfrm rot="20531384">
            <a:off x="4727568" y="5036351"/>
            <a:ext cx="351058" cy="107722"/>
          </a:xfrm>
          <a:prstGeom prst="rect">
            <a:avLst/>
          </a:prstGeom>
          <a:noFill/>
        </p:spPr>
        <p:txBody>
          <a:bodyPr wrap="none" lIns="0" tIns="0" rIns="0" bIns="0" rtlCol="0">
            <a:spAutoFit/>
          </a:bodyPr>
          <a:lstStyle/>
          <a:p>
            <a:pPr algn="ctr"/>
            <a:r>
              <a:rPr lang="en-US" altLang="zh-CN" sz="700" b="1" dirty="0" err="1">
                <a:solidFill>
                  <a:schemeClr val="accent1"/>
                </a:solidFill>
                <a:latin typeface="+mn-ea"/>
              </a:rPr>
              <a:t>Fineops</a:t>
            </a:r>
            <a:endParaRPr lang="zh-CN" altLang="en-US" sz="700" b="1" dirty="0">
              <a:solidFill>
                <a:schemeClr val="accent1"/>
              </a:solidFill>
              <a:latin typeface="+mn-ea"/>
            </a:endParaRPr>
          </a:p>
        </p:txBody>
      </p:sp>
      <p:sp>
        <p:nvSpPr>
          <p:cNvPr id="1239" name="文本框 1238">
            <a:extLst>
              <a:ext uri="{FF2B5EF4-FFF2-40B4-BE49-F238E27FC236}">
                <a16:creationId xmlns:a16="http://schemas.microsoft.com/office/drawing/2014/main" id="{5F6DA5CD-912E-8B0F-D4C9-9215E2FBA034}"/>
              </a:ext>
            </a:extLst>
          </p:cNvPr>
          <p:cNvSpPr txBox="1"/>
          <p:nvPr/>
        </p:nvSpPr>
        <p:spPr>
          <a:xfrm rot="1039124">
            <a:off x="4693981" y="5350973"/>
            <a:ext cx="359074" cy="107722"/>
          </a:xfrm>
          <a:prstGeom prst="rect">
            <a:avLst/>
          </a:prstGeom>
          <a:noFill/>
        </p:spPr>
        <p:txBody>
          <a:bodyPr wrap="none" lIns="0" tIns="0" rIns="0" bIns="0" rtlCol="0">
            <a:spAutoFit/>
          </a:bodyPr>
          <a:lstStyle/>
          <a:p>
            <a:pPr algn="ctr"/>
            <a:r>
              <a:rPr lang="zh-CN" altLang="en-US" sz="700" b="1" dirty="0">
                <a:solidFill>
                  <a:schemeClr val="accent1"/>
                </a:solidFill>
                <a:latin typeface="+mn-ea"/>
              </a:rPr>
              <a:t>终端展示</a:t>
            </a:r>
          </a:p>
        </p:txBody>
      </p:sp>
      <p:sp>
        <p:nvSpPr>
          <p:cNvPr id="1241" name="文本框 1240">
            <a:extLst>
              <a:ext uri="{FF2B5EF4-FFF2-40B4-BE49-F238E27FC236}">
                <a16:creationId xmlns:a16="http://schemas.microsoft.com/office/drawing/2014/main" id="{F1BC52F3-83A7-888A-C35B-A618602E6B0C}"/>
              </a:ext>
            </a:extLst>
          </p:cNvPr>
          <p:cNvSpPr txBox="1"/>
          <p:nvPr/>
        </p:nvSpPr>
        <p:spPr>
          <a:xfrm rot="1207044">
            <a:off x="4649124" y="5445557"/>
            <a:ext cx="149080" cy="76944"/>
          </a:xfrm>
          <a:prstGeom prst="rect">
            <a:avLst/>
          </a:prstGeom>
          <a:noFill/>
        </p:spPr>
        <p:txBody>
          <a:bodyPr wrap="none" lIns="0" tIns="0" rIns="0" bIns="0" rtlCol="0">
            <a:spAutoFit/>
          </a:bodyPr>
          <a:lstStyle/>
          <a:p>
            <a:pPr algn="ctr"/>
            <a:r>
              <a:rPr lang="en-US" altLang="zh-CN" sz="500" b="1" dirty="0">
                <a:solidFill>
                  <a:schemeClr val="accent1"/>
                </a:solidFill>
                <a:latin typeface="+mn-ea"/>
              </a:rPr>
              <a:t>PC</a:t>
            </a:r>
            <a:r>
              <a:rPr lang="zh-CN" altLang="en-US" sz="500" b="1" dirty="0">
                <a:solidFill>
                  <a:schemeClr val="accent1"/>
                </a:solidFill>
                <a:latin typeface="+mn-ea"/>
              </a:rPr>
              <a:t>端</a:t>
            </a:r>
          </a:p>
        </p:txBody>
      </p:sp>
      <p:sp>
        <p:nvSpPr>
          <p:cNvPr id="1242" name="文本框 1241">
            <a:extLst>
              <a:ext uri="{FF2B5EF4-FFF2-40B4-BE49-F238E27FC236}">
                <a16:creationId xmlns:a16="http://schemas.microsoft.com/office/drawing/2014/main" id="{3EADCE25-98B9-D313-8303-3A0D7D43A5AD}"/>
              </a:ext>
            </a:extLst>
          </p:cNvPr>
          <p:cNvSpPr txBox="1"/>
          <p:nvPr/>
        </p:nvSpPr>
        <p:spPr>
          <a:xfrm rot="619101">
            <a:off x="4836737" y="5505668"/>
            <a:ext cx="256480" cy="76944"/>
          </a:xfrm>
          <a:prstGeom prst="rect">
            <a:avLst/>
          </a:prstGeom>
          <a:noFill/>
        </p:spPr>
        <p:txBody>
          <a:bodyPr wrap="none" lIns="0" tIns="0" rIns="0" bIns="0" rtlCol="0">
            <a:spAutoFit/>
          </a:bodyPr>
          <a:lstStyle/>
          <a:p>
            <a:pPr algn="ctr"/>
            <a:r>
              <a:rPr lang="zh-CN" altLang="en-US" sz="500" b="1" dirty="0">
                <a:solidFill>
                  <a:schemeClr val="accent1"/>
                </a:solidFill>
                <a:latin typeface="+mn-ea"/>
              </a:rPr>
              <a:t>数据大屏</a:t>
            </a:r>
          </a:p>
        </p:txBody>
      </p:sp>
    </p:spTree>
    <p:extLst>
      <p:ext uri="{BB962C8B-B14F-4D97-AF65-F5344CB8AC3E}">
        <p14:creationId xmlns:p14="http://schemas.microsoft.com/office/powerpoint/2010/main" val="30356928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5314E860-1BF7-91A8-F3AA-3F49DF2564EA}"/>
              </a:ext>
            </a:extLst>
          </p:cNvPr>
          <p:cNvSpPr txBox="1">
            <a:spLocks/>
          </p:cNvSpPr>
          <p:nvPr/>
        </p:nvSpPr>
        <p:spPr>
          <a:xfrm>
            <a:off x="8614699" y="1644650"/>
            <a:ext cx="728662" cy="231657"/>
          </a:xfrm>
          <a:prstGeom prst="roundRect">
            <a:avLst>
              <a:gd name="adj" fmla="val 33553"/>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t>服务模式</a:t>
            </a:r>
          </a:p>
        </p:txBody>
      </p:sp>
      <p:sp>
        <p:nvSpPr>
          <p:cNvPr id="7" name="文本框 6">
            <a:extLst>
              <a:ext uri="{FF2B5EF4-FFF2-40B4-BE49-F238E27FC236}">
                <a16:creationId xmlns:a16="http://schemas.microsoft.com/office/drawing/2014/main" id="{A994AC49-2A6B-6929-4A6F-BE3CD951ED06}"/>
              </a:ext>
            </a:extLst>
          </p:cNvPr>
          <p:cNvSpPr txBox="1"/>
          <p:nvPr/>
        </p:nvSpPr>
        <p:spPr>
          <a:xfrm>
            <a:off x="9552159" y="1587542"/>
            <a:ext cx="992579" cy="200055"/>
          </a:xfrm>
          <a:prstGeom prst="rect">
            <a:avLst/>
          </a:prstGeom>
          <a:noFill/>
        </p:spPr>
        <p:txBody>
          <a:bodyPr wrap="none" lIns="73440" tIns="45720" rIns="73440" bIns="45720" rtlCol="0">
            <a:spAutoFit/>
          </a:bodyPr>
          <a:lstStyle/>
          <a:p>
            <a:r>
              <a:rPr lang="zh-CN" altLang="en-US" sz="700" dirty="0">
                <a:solidFill>
                  <a:schemeClr val="bg1"/>
                </a:solidFill>
              </a:rPr>
              <a:t>专业的项目服务团队</a:t>
            </a:r>
          </a:p>
        </p:txBody>
      </p:sp>
      <p:sp>
        <p:nvSpPr>
          <p:cNvPr id="8" name="文本框 7">
            <a:extLst>
              <a:ext uri="{FF2B5EF4-FFF2-40B4-BE49-F238E27FC236}">
                <a16:creationId xmlns:a16="http://schemas.microsoft.com/office/drawing/2014/main" id="{41C996CD-9DE1-0805-FA5A-0ED42A9F0E97}"/>
              </a:ext>
            </a:extLst>
          </p:cNvPr>
          <p:cNvSpPr txBox="1"/>
          <p:nvPr/>
        </p:nvSpPr>
        <p:spPr>
          <a:xfrm>
            <a:off x="9552159" y="1749467"/>
            <a:ext cx="949816" cy="200055"/>
          </a:xfrm>
          <a:prstGeom prst="rect">
            <a:avLst/>
          </a:prstGeom>
          <a:noFill/>
        </p:spPr>
        <p:txBody>
          <a:bodyPr wrap="none" lIns="73440" tIns="45720" rIns="73440" bIns="45720" rtlCol="0">
            <a:spAutoFit/>
          </a:bodyPr>
          <a:lstStyle/>
          <a:p>
            <a:r>
              <a:rPr lang="zh-CN" altLang="en-US" sz="700" dirty="0">
                <a:solidFill>
                  <a:schemeClr val="bg1"/>
                </a:solidFill>
              </a:rPr>
              <a:t>标准的</a:t>
            </a:r>
            <a:r>
              <a:rPr lang="en-US" altLang="zh-CN" sz="700" dirty="0">
                <a:solidFill>
                  <a:schemeClr val="bg1"/>
                </a:solidFill>
              </a:rPr>
              <a:t>7+5</a:t>
            </a:r>
            <a:r>
              <a:rPr lang="zh-CN" altLang="en-US" sz="700" dirty="0">
                <a:solidFill>
                  <a:schemeClr val="bg1"/>
                </a:solidFill>
              </a:rPr>
              <a:t>服务模式</a:t>
            </a:r>
          </a:p>
        </p:txBody>
      </p:sp>
      <p:cxnSp>
        <p:nvCxnSpPr>
          <p:cNvPr id="9" name="连接符: 肘形 8">
            <a:extLst>
              <a:ext uri="{FF2B5EF4-FFF2-40B4-BE49-F238E27FC236}">
                <a16:creationId xmlns:a16="http://schemas.microsoft.com/office/drawing/2014/main" id="{A484E1AD-53E6-C8B3-2FE9-ADAB815881F8}"/>
              </a:ext>
            </a:extLst>
          </p:cNvPr>
          <p:cNvCxnSpPr>
            <a:cxnSpLocks/>
            <a:stCxn id="5" idx="3"/>
            <a:endCxn id="7" idx="1"/>
          </p:cNvCxnSpPr>
          <p:nvPr/>
        </p:nvCxnSpPr>
        <p:spPr>
          <a:xfrm flipV="1">
            <a:off x="9343361" y="1687570"/>
            <a:ext cx="208798" cy="72909"/>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连接符: 肘形 9">
            <a:extLst>
              <a:ext uri="{FF2B5EF4-FFF2-40B4-BE49-F238E27FC236}">
                <a16:creationId xmlns:a16="http://schemas.microsoft.com/office/drawing/2014/main" id="{230E27F8-7684-A0F9-CBCE-FA462AECA344}"/>
              </a:ext>
            </a:extLst>
          </p:cNvPr>
          <p:cNvCxnSpPr>
            <a:endCxn id="8" idx="1"/>
          </p:cNvCxnSpPr>
          <p:nvPr/>
        </p:nvCxnSpPr>
        <p:spPr>
          <a:xfrm>
            <a:off x="9343361" y="1760478"/>
            <a:ext cx="208798" cy="89017"/>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C2809BE6-7B36-CB06-6338-79FA5FA410CF}"/>
              </a:ext>
            </a:extLst>
          </p:cNvPr>
          <p:cNvSpPr txBox="1"/>
          <p:nvPr/>
        </p:nvSpPr>
        <p:spPr>
          <a:xfrm>
            <a:off x="9552159" y="1992355"/>
            <a:ext cx="1045996" cy="200055"/>
          </a:xfrm>
          <a:prstGeom prst="rect">
            <a:avLst/>
          </a:prstGeom>
          <a:noFill/>
        </p:spPr>
        <p:txBody>
          <a:bodyPr wrap="none" lIns="73440" tIns="45720" rIns="73440" bIns="45720" rtlCol="0">
            <a:spAutoFit/>
          </a:bodyPr>
          <a:lstStyle/>
          <a:p>
            <a:r>
              <a:rPr lang="zh-CN" altLang="en-US" sz="700" dirty="0">
                <a:solidFill>
                  <a:schemeClr val="bg1"/>
                </a:solidFill>
              </a:rPr>
              <a:t>系统的流程和工具支撑</a:t>
            </a:r>
          </a:p>
        </p:txBody>
      </p:sp>
      <p:sp>
        <p:nvSpPr>
          <p:cNvPr id="12" name="文本框 11">
            <a:extLst>
              <a:ext uri="{FF2B5EF4-FFF2-40B4-BE49-F238E27FC236}">
                <a16:creationId xmlns:a16="http://schemas.microsoft.com/office/drawing/2014/main" id="{5372660C-A05D-769D-F48C-371813DE44AC}"/>
              </a:ext>
            </a:extLst>
          </p:cNvPr>
          <p:cNvSpPr txBox="1"/>
          <p:nvPr/>
        </p:nvSpPr>
        <p:spPr>
          <a:xfrm>
            <a:off x="9552159" y="2154280"/>
            <a:ext cx="1405069" cy="200055"/>
          </a:xfrm>
          <a:prstGeom prst="rect">
            <a:avLst/>
          </a:prstGeom>
          <a:noFill/>
        </p:spPr>
        <p:txBody>
          <a:bodyPr wrap="none" lIns="73440" tIns="45720" rIns="73440" bIns="45720" rtlCol="0">
            <a:spAutoFit/>
          </a:bodyPr>
          <a:lstStyle/>
          <a:p>
            <a:r>
              <a:rPr lang="zh-CN" altLang="en-US" sz="700" dirty="0">
                <a:solidFill>
                  <a:schemeClr val="bg1"/>
                </a:solidFill>
              </a:rPr>
              <a:t>保障项目的高效率、高质量交付</a:t>
            </a:r>
          </a:p>
        </p:txBody>
      </p:sp>
      <p:cxnSp>
        <p:nvCxnSpPr>
          <p:cNvPr id="13" name="连接符: 肘形 12">
            <a:extLst>
              <a:ext uri="{FF2B5EF4-FFF2-40B4-BE49-F238E27FC236}">
                <a16:creationId xmlns:a16="http://schemas.microsoft.com/office/drawing/2014/main" id="{142BE1EF-F59E-F84E-1E44-E816965682BF}"/>
              </a:ext>
            </a:extLst>
          </p:cNvPr>
          <p:cNvCxnSpPr>
            <a:cxnSpLocks/>
            <a:stCxn id="1351" idx="3"/>
            <a:endCxn id="11" idx="1"/>
          </p:cNvCxnSpPr>
          <p:nvPr/>
        </p:nvCxnSpPr>
        <p:spPr>
          <a:xfrm flipV="1">
            <a:off x="9343361" y="2092383"/>
            <a:ext cx="208798" cy="72909"/>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DD5B8C34-2EFA-3195-EB14-F5142FA268CD}"/>
              </a:ext>
            </a:extLst>
          </p:cNvPr>
          <p:cNvCxnSpPr>
            <a:endCxn id="12" idx="1"/>
          </p:cNvCxnSpPr>
          <p:nvPr/>
        </p:nvCxnSpPr>
        <p:spPr>
          <a:xfrm>
            <a:off x="9343361" y="2165291"/>
            <a:ext cx="208798" cy="89017"/>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67C26876-87F0-A04B-4D0D-6124C5F03546}"/>
              </a:ext>
            </a:extLst>
          </p:cNvPr>
          <p:cNvSpPr txBox="1"/>
          <p:nvPr/>
        </p:nvSpPr>
        <p:spPr>
          <a:xfrm>
            <a:off x="9552159" y="2394485"/>
            <a:ext cx="992579" cy="200055"/>
          </a:xfrm>
          <a:prstGeom prst="rect">
            <a:avLst/>
          </a:prstGeom>
          <a:noFill/>
        </p:spPr>
        <p:txBody>
          <a:bodyPr wrap="none" lIns="73440" tIns="45720" rIns="73440" bIns="45720" rtlCol="0">
            <a:spAutoFit/>
          </a:bodyPr>
          <a:lstStyle/>
          <a:p>
            <a:r>
              <a:rPr lang="zh-CN" altLang="en-US" sz="700" dirty="0">
                <a:solidFill>
                  <a:schemeClr val="bg1"/>
                </a:solidFill>
              </a:rPr>
              <a:t>项目全周期深度参与</a:t>
            </a:r>
          </a:p>
        </p:txBody>
      </p:sp>
      <p:sp>
        <p:nvSpPr>
          <p:cNvPr id="16" name="文本框 15">
            <a:extLst>
              <a:ext uri="{FF2B5EF4-FFF2-40B4-BE49-F238E27FC236}">
                <a16:creationId xmlns:a16="http://schemas.microsoft.com/office/drawing/2014/main" id="{43A95B50-96B6-BD84-AF8A-D2F83C0570AF}"/>
              </a:ext>
            </a:extLst>
          </p:cNvPr>
          <p:cNvSpPr txBox="1"/>
          <p:nvPr/>
        </p:nvSpPr>
        <p:spPr>
          <a:xfrm>
            <a:off x="9552159" y="2556410"/>
            <a:ext cx="1674373" cy="200055"/>
          </a:xfrm>
          <a:prstGeom prst="rect">
            <a:avLst/>
          </a:prstGeom>
          <a:noFill/>
        </p:spPr>
        <p:txBody>
          <a:bodyPr wrap="none" lIns="73440" tIns="45720" rIns="73440" bIns="45720" rtlCol="0">
            <a:spAutoFit/>
          </a:bodyPr>
          <a:lstStyle/>
          <a:p>
            <a:r>
              <a:rPr lang="zh-CN" altLang="en-US" sz="700" dirty="0">
                <a:solidFill>
                  <a:schemeClr val="bg1"/>
                </a:solidFill>
              </a:rPr>
              <a:t>覆盖项目需求端到运维端的全过程管理</a:t>
            </a:r>
          </a:p>
        </p:txBody>
      </p:sp>
      <p:cxnSp>
        <p:nvCxnSpPr>
          <p:cNvPr id="17" name="连接符: 肘形 16">
            <a:extLst>
              <a:ext uri="{FF2B5EF4-FFF2-40B4-BE49-F238E27FC236}">
                <a16:creationId xmlns:a16="http://schemas.microsoft.com/office/drawing/2014/main" id="{FE33B4F0-6D72-167B-CF10-2620A8410110}"/>
              </a:ext>
            </a:extLst>
          </p:cNvPr>
          <p:cNvCxnSpPr>
            <a:cxnSpLocks/>
            <a:stCxn id="1352" idx="3"/>
            <a:endCxn id="15" idx="1"/>
          </p:cNvCxnSpPr>
          <p:nvPr/>
        </p:nvCxnSpPr>
        <p:spPr>
          <a:xfrm flipV="1">
            <a:off x="9343361" y="2494513"/>
            <a:ext cx="208798" cy="72909"/>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8E79BBB1-14E3-2CD9-F5AD-71FE2ADC3DFA}"/>
              </a:ext>
            </a:extLst>
          </p:cNvPr>
          <p:cNvCxnSpPr>
            <a:endCxn id="16" idx="1"/>
          </p:cNvCxnSpPr>
          <p:nvPr/>
        </p:nvCxnSpPr>
        <p:spPr>
          <a:xfrm>
            <a:off x="9343361" y="2567421"/>
            <a:ext cx="208798" cy="89017"/>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连接符: 肘形 18">
            <a:extLst>
              <a:ext uri="{FF2B5EF4-FFF2-40B4-BE49-F238E27FC236}">
                <a16:creationId xmlns:a16="http://schemas.microsoft.com/office/drawing/2014/main" id="{FE000640-7DB2-F596-372E-FF0F0CB167F2}"/>
              </a:ext>
            </a:extLst>
          </p:cNvPr>
          <p:cNvCxnSpPr>
            <a:cxnSpLocks/>
            <a:stCxn id="5" idx="1"/>
            <a:endCxn id="1352" idx="1"/>
          </p:cNvCxnSpPr>
          <p:nvPr/>
        </p:nvCxnSpPr>
        <p:spPr>
          <a:xfrm rot="10800000" flipV="1">
            <a:off x="8614699" y="1760478"/>
            <a:ext cx="12700" cy="806943"/>
          </a:xfrm>
          <a:prstGeom prst="bentConnector3">
            <a:avLst>
              <a:gd name="adj1" fmla="val 1100000"/>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51" name="文本框 1350">
            <a:extLst>
              <a:ext uri="{FF2B5EF4-FFF2-40B4-BE49-F238E27FC236}">
                <a16:creationId xmlns:a16="http://schemas.microsoft.com/office/drawing/2014/main" id="{E693EDD1-614E-D2B9-A199-CC358415BC99}"/>
              </a:ext>
            </a:extLst>
          </p:cNvPr>
          <p:cNvSpPr txBox="1">
            <a:spLocks/>
          </p:cNvSpPr>
          <p:nvPr/>
        </p:nvSpPr>
        <p:spPr>
          <a:xfrm>
            <a:off x="8614699" y="2049463"/>
            <a:ext cx="728662" cy="231657"/>
          </a:xfrm>
          <a:prstGeom prst="roundRect">
            <a:avLst>
              <a:gd name="adj" fmla="val 33553"/>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t>服务效率</a:t>
            </a:r>
          </a:p>
        </p:txBody>
      </p:sp>
      <p:sp>
        <p:nvSpPr>
          <p:cNvPr id="1352" name="文本框 1351">
            <a:extLst>
              <a:ext uri="{FF2B5EF4-FFF2-40B4-BE49-F238E27FC236}">
                <a16:creationId xmlns:a16="http://schemas.microsoft.com/office/drawing/2014/main" id="{6A7BB387-3837-9930-8FE6-66BF69A94902}"/>
              </a:ext>
            </a:extLst>
          </p:cNvPr>
          <p:cNvSpPr txBox="1">
            <a:spLocks/>
          </p:cNvSpPr>
          <p:nvPr/>
        </p:nvSpPr>
        <p:spPr>
          <a:xfrm>
            <a:off x="8614699" y="2451593"/>
            <a:ext cx="728662" cy="231657"/>
          </a:xfrm>
          <a:prstGeom prst="roundRect">
            <a:avLst>
              <a:gd name="adj" fmla="val 32640"/>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t>全周期管理</a:t>
            </a:r>
          </a:p>
        </p:txBody>
      </p:sp>
      <p:sp>
        <p:nvSpPr>
          <p:cNvPr id="1353" name="矩形 1100">
            <a:extLst>
              <a:ext uri="{FF2B5EF4-FFF2-40B4-BE49-F238E27FC236}">
                <a16:creationId xmlns:a16="http://schemas.microsoft.com/office/drawing/2014/main" id="{09893306-33B8-D734-65DC-2BE0268F61AA}"/>
              </a:ext>
            </a:extLst>
          </p:cNvPr>
          <p:cNvSpPr/>
          <p:nvPr/>
        </p:nvSpPr>
        <p:spPr>
          <a:xfrm>
            <a:off x="8266803" y="2160862"/>
            <a:ext cx="217957" cy="333652"/>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914400 w 1005840"/>
              <a:gd name="connsiteY0" fmla="*/ 914400 h 1005840"/>
              <a:gd name="connsiteX1" fmla="*/ 0 w 1005840"/>
              <a:gd name="connsiteY1" fmla="*/ 914400 h 1005840"/>
              <a:gd name="connsiteX2" fmla="*/ 0 w 1005840"/>
              <a:gd name="connsiteY2" fmla="*/ 0 h 1005840"/>
              <a:gd name="connsiteX3" fmla="*/ 914400 w 1005840"/>
              <a:gd name="connsiteY3" fmla="*/ 0 h 1005840"/>
              <a:gd name="connsiteX4" fmla="*/ 1005840 w 1005840"/>
              <a:gd name="connsiteY4" fmla="*/ 1005840 h 1005840"/>
              <a:gd name="connsiteX0" fmla="*/ 914400 w 914400"/>
              <a:gd name="connsiteY0" fmla="*/ 914400 h 914400"/>
              <a:gd name="connsiteX1" fmla="*/ 0 w 914400"/>
              <a:gd name="connsiteY1" fmla="*/ 914400 h 914400"/>
              <a:gd name="connsiteX2" fmla="*/ 0 w 914400"/>
              <a:gd name="connsiteY2" fmla="*/ 0 h 914400"/>
              <a:gd name="connsiteX3" fmla="*/ 914400 w 914400"/>
              <a:gd name="connsiteY3" fmla="*/ 0 h 914400"/>
              <a:gd name="connsiteX0" fmla="*/ 0 w 914400"/>
              <a:gd name="connsiteY0" fmla="*/ 914400 h 914400"/>
              <a:gd name="connsiteX1" fmla="*/ 0 w 914400"/>
              <a:gd name="connsiteY1" fmla="*/ 0 h 914400"/>
              <a:gd name="connsiteX2" fmla="*/ 914400 w 914400"/>
              <a:gd name="connsiteY2" fmla="*/ 0 h 914400"/>
            </a:gdLst>
            <a:ahLst/>
            <a:cxnLst>
              <a:cxn ang="0">
                <a:pos x="connsiteX0" y="connsiteY0"/>
              </a:cxn>
              <a:cxn ang="0">
                <a:pos x="connsiteX1" y="connsiteY1"/>
              </a:cxn>
              <a:cxn ang="0">
                <a:pos x="connsiteX2" y="connsiteY2"/>
              </a:cxn>
            </a:cxnLst>
            <a:rect l="l" t="t" r="r" b="b"/>
            <a:pathLst>
              <a:path w="914400" h="914400">
                <a:moveTo>
                  <a:pt x="0" y="914400"/>
                </a:moveTo>
                <a:lnTo>
                  <a:pt x="0" y="0"/>
                </a:lnTo>
                <a:lnTo>
                  <a:pt x="914400" y="0"/>
                </a:lnTo>
              </a:path>
            </a:pathLst>
          </a:custGeom>
          <a:noFill/>
          <a:ln w="9525">
            <a:solidFill>
              <a:schemeClr val="accent2"/>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94" name="组合 1093">
            <a:extLst>
              <a:ext uri="{FF2B5EF4-FFF2-40B4-BE49-F238E27FC236}">
                <a16:creationId xmlns:a16="http://schemas.microsoft.com/office/drawing/2014/main" id="{BD7F025D-AAD7-3280-C74C-82C335FB69F0}"/>
              </a:ext>
            </a:extLst>
          </p:cNvPr>
          <p:cNvGrpSpPr/>
          <p:nvPr/>
        </p:nvGrpSpPr>
        <p:grpSpPr>
          <a:xfrm>
            <a:off x="7079405" y="4114319"/>
            <a:ext cx="4668402" cy="2171648"/>
            <a:chOff x="7320886" y="3865217"/>
            <a:chExt cx="4668402" cy="2171648"/>
          </a:xfrm>
        </p:grpSpPr>
        <p:sp>
          <p:nvSpPr>
            <p:cNvPr id="20" name="文本框 19">
              <a:extLst>
                <a:ext uri="{FF2B5EF4-FFF2-40B4-BE49-F238E27FC236}">
                  <a16:creationId xmlns:a16="http://schemas.microsoft.com/office/drawing/2014/main" id="{239AE843-1D91-3420-B82D-253F8E6BB085}"/>
                </a:ext>
              </a:extLst>
            </p:cNvPr>
            <p:cNvSpPr txBox="1"/>
            <p:nvPr/>
          </p:nvSpPr>
          <p:spPr>
            <a:xfrm>
              <a:off x="9596770" y="3865217"/>
              <a:ext cx="1584605" cy="200055"/>
            </a:xfrm>
            <a:prstGeom prst="rect">
              <a:avLst/>
            </a:prstGeom>
            <a:noFill/>
          </p:spPr>
          <p:txBody>
            <a:bodyPr wrap="none" lIns="48240" tIns="45720" rIns="73440" bIns="45720" rtlCol="0">
              <a:spAutoFit/>
            </a:bodyPr>
            <a:lstStyle/>
            <a:p>
              <a:r>
                <a:rPr lang="zh-CN" altLang="en-US" sz="700" dirty="0">
                  <a:solidFill>
                    <a:schemeClr val="bg1"/>
                  </a:solidFill>
                </a:rPr>
                <a:t>提供全面系统的人才培养和评估方案</a:t>
              </a:r>
            </a:p>
          </p:txBody>
        </p:sp>
        <p:sp>
          <p:nvSpPr>
            <p:cNvPr id="21" name="文本框 20">
              <a:extLst>
                <a:ext uri="{FF2B5EF4-FFF2-40B4-BE49-F238E27FC236}">
                  <a16:creationId xmlns:a16="http://schemas.microsoft.com/office/drawing/2014/main" id="{7617551F-F52F-25BD-D018-16D560C22028}"/>
                </a:ext>
              </a:extLst>
            </p:cNvPr>
            <p:cNvSpPr txBox="1"/>
            <p:nvPr/>
          </p:nvSpPr>
          <p:spPr>
            <a:xfrm>
              <a:off x="9596770" y="4027935"/>
              <a:ext cx="686923" cy="200055"/>
            </a:xfrm>
            <a:prstGeom prst="rect">
              <a:avLst/>
            </a:prstGeom>
            <a:noFill/>
          </p:spPr>
          <p:txBody>
            <a:bodyPr wrap="none" lIns="48240" tIns="45720" rIns="73440" bIns="45720" rtlCol="0">
              <a:spAutoFit/>
            </a:bodyPr>
            <a:lstStyle/>
            <a:p>
              <a:r>
                <a:rPr lang="zh-CN" altLang="en-US" sz="700" dirty="0">
                  <a:solidFill>
                    <a:schemeClr val="bg1"/>
                  </a:solidFill>
                </a:rPr>
                <a:t>聚焦综合能力</a:t>
              </a:r>
            </a:p>
          </p:txBody>
        </p:sp>
        <p:cxnSp>
          <p:nvCxnSpPr>
            <p:cNvPr id="22" name="连接符: 肘形 21">
              <a:extLst>
                <a:ext uri="{FF2B5EF4-FFF2-40B4-BE49-F238E27FC236}">
                  <a16:creationId xmlns:a16="http://schemas.microsoft.com/office/drawing/2014/main" id="{1A9D9C7B-FB5E-54DB-015D-17EE9A17B23C}"/>
                </a:ext>
              </a:extLst>
            </p:cNvPr>
            <p:cNvCxnSpPr>
              <a:cxnSpLocks/>
              <a:stCxn id="1354" idx="3"/>
              <a:endCxn id="20" idx="1"/>
            </p:cNvCxnSpPr>
            <p:nvPr/>
          </p:nvCxnSpPr>
          <p:spPr>
            <a:xfrm flipV="1">
              <a:off x="9387972" y="3965245"/>
              <a:ext cx="208798" cy="155562"/>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824F1666-C0E7-F5ED-85D6-A368896545D3}"/>
                </a:ext>
              </a:extLst>
            </p:cNvPr>
            <p:cNvCxnSpPr>
              <a:cxnSpLocks/>
              <a:stCxn id="1354" idx="3"/>
              <a:endCxn id="24" idx="1"/>
            </p:cNvCxnSpPr>
            <p:nvPr/>
          </p:nvCxnSpPr>
          <p:spPr>
            <a:xfrm>
              <a:off x="9387972" y="4120807"/>
              <a:ext cx="208798" cy="169875"/>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07BD91A3-F95C-85DE-0B52-542028CBB798}"/>
                </a:ext>
              </a:extLst>
            </p:cNvPr>
            <p:cNvSpPr txBox="1"/>
            <p:nvPr/>
          </p:nvSpPr>
          <p:spPr>
            <a:xfrm>
              <a:off x="9596770" y="4190654"/>
              <a:ext cx="1405069" cy="200055"/>
            </a:xfrm>
            <a:prstGeom prst="rect">
              <a:avLst/>
            </a:prstGeom>
            <a:noFill/>
          </p:spPr>
          <p:txBody>
            <a:bodyPr wrap="none" lIns="48240" tIns="45720" rIns="73440" bIns="45720" rtlCol="0">
              <a:spAutoFit/>
            </a:bodyPr>
            <a:lstStyle/>
            <a:p>
              <a:r>
                <a:rPr lang="zh-CN" altLang="en-US" sz="700" dirty="0">
                  <a:solidFill>
                    <a:schemeClr val="bg1"/>
                  </a:solidFill>
                </a:rPr>
                <a:t>培养实践性技术人才和业务人才</a:t>
              </a:r>
            </a:p>
          </p:txBody>
        </p:sp>
        <p:sp>
          <p:nvSpPr>
            <p:cNvPr id="25" name="文本框 24">
              <a:extLst>
                <a:ext uri="{FF2B5EF4-FFF2-40B4-BE49-F238E27FC236}">
                  <a16:creationId xmlns:a16="http://schemas.microsoft.com/office/drawing/2014/main" id="{4593BEE4-64E8-BF7B-F5E2-ADA7F169DEF4}"/>
                </a:ext>
              </a:extLst>
            </p:cNvPr>
            <p:cNvSpPr txBox="1"/>
            <p:nvPr/>
          </p:nvSpPr>
          <p:spPr>
            <a:xfrm>
              <a:off x="9596770" y="4413066"/>
              <a:ext cx="2392518" cy="200055"/>
            </a:xfrm>
            <a:prstGeom prst="rect">
              <a:avLst/>
            </a:prstGeom>
            <a:noFill/>
          </p:spPr>
          <p:txBody>
            <a:bodyPr wrap="none" lIns="48240" tIns="45720" rIns="73440" bIns="45720" rtlCol="0">
              <a:spAutoFit/>
            </a:bodyPr>
            <a:lstStyle/>
            <a:p>
              <a:r>
                <a:rPr lang="zh-CN" altLang="en-US" sz="700" dirty="0">
                  <a:solidFill>
                    <a:schemeClr val="bg1"/>
                  </a:solidFill>
                </a:rPr>
                <a:t>训练营、业务沙盘、翻转课堂、考试竞赛等多种服务方式</a:t>
              </a:r>
            </a:p>
          </p:txBody>
        </p:sp>
        <p:sp>
          <p:nvSpPr>
            <p:cNvPr id="26" name="文本框 25">
              <a:extLst>
                <a:ext uri="{FF2B5EF4-FFF2-40B4-BE49-F238E27FC236}">
                  <a16:creationId xmlns:a16="http://schemas.microsoft.com/office/drawing/2014/main" id="{022CBDEC-D517-E9A5-2083-8CB353A7D7A2}"/>
                </a:ext>
              </a:extLst>
            </p:cNvPr>
            <p:cNvSpPr txBox="1"/>
            <p:nvPr/>
          </p:nvSpPr>
          <p:spPr>
            <a:xfrm>
              <a:off x="9596770" y="4574991"/>
              <a:ext cx="2212982" cy="200055"/>
            </a:xfrm>
            <a:prstGeom prst="rect">
              <a:avLst/>
            </a:prstGeom>
            <a:noFill/>
          </p:spPr>
          <p:txBody>
            <a:bodyPr wrap="none" lIns="48240" tIns="45720" rIns="73440" bIns="45720" rtlCol="0">
              <a:spAutoFit/>
            </a:bodyPr>
            <a:lstStyle/>
            <a:p>
              <a:r>
                <a:rPr lang="zh-CN" altLang="en-US" sz="700" dirty="0">
                  <a:solidFill>
                    <a:schemeClr val="bg1"/>
                  </a:solidFill>
                </a:rPr>
                <a:t>覆盖线上线下，学、练、训、战相结合，立体化教学</a:t>
              </a:r>
            </a:p>
          </p:txBody>
        </p:sp>
        <p:cxnSp>
          <p:nvCxnSpPr>
            <p:cNvPr id="27" name="连接符: 肘形 26">
              <a:extLst>
                <a:ext uri="{FF2B5EF4-FFF2-40B4-BE49-F238E27FC236}">
                  <a16:creationId xmlns:a16="http://schemas.microsoft.com/office/drawing/2014/main" id="{6077D033-6707-F8E9-9943-8DD3A6F70608}"/>
                </a:ext>
              </a:extLst>
            </p:cNvPr>
            <p:cNvCxnSpPr>
              <a:cxnSpLocks/>
              <a:stCxn id="1355" idx="3"/>
              <a:endCxn id="25" idx="1"/>
            </p:cNvCxnSpPr>
            <p:nvPr/>
          </p:nvCxnSpPr>
          <p:spPr>
            <a:xfrm flipV="1">
              <a:off x="9387972" y="4513094"/>
              <a:ext cx="208798" cy="72909"/>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连接符: 肘形 27">
              <a:extLst>
                <a:ext uri="{FF2B5EF4-FFF2-40B4-BE49-F238E27FC236}">
                  <a16:creationId xmlns:a16="http://schemas.microsoft.com/office/drawing/2014/main" id="{D240A1AC-6BDD-5431-EE6E-70911D344A90}"/>
                </a:ext>
              </a:extLst>
            </p:cNvPr>
            <p:cNvCxnSpPr>
              <a:endCxn id="26" idx="1"/>
            </p:cNvCxnSpPr>
            <p:nvPr/>
          </p:nvCxnSpPr>
          <p:spPr>
            <a:xfrm>
              <a:off x="9387972" y="4586002"/>
              <a:ext cx="208798" cy="89017"/>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C5105047-95FE-211E-2BC2-E075855BCF94}"/>
                </a:ext>
              </a:extLst>
            </p:cNvPr>
            <p:cNvSpPr txBox="1"/>
            <p:nvPr/>
          </p:nvSpPr>
          <p:spPr>
            <a:xfrm>
              <a:off x="9596770" y="4848890"/>
              <a:ext cx="2122554" cy="321050"/>
            </a:xfrm>
            <a:prstGeom prst="rect">
              <a:avLst/>
            </a:prstGeom>
            <a:noFill/>
          </p:spPr>
          <p:txBody>
            <a:bodyPr wrap="square" lIns="48240" tIns="45720" rIns="73440" bIns="45720" rtlCol="0">
              <a:spAutoFit/>
            </a:bodyPr>
            <a:lstStyle/>
            <a:p>
              <a:pPr>
                <a:lnSpc>
                  <a:spcPct val="110000"/>
                </a:lnSpc>
              </a:pPr>
              <a:r>
                <a:rPr lang="zh-CN" altLang="en-US" sz="700" dirty="0">
                  <a:solidFill>
                    <a:schemeClr val="bg1"/>
                  </a:solidFill>
                </a:rPr>
                <a:t>根据客户的需求，提供适合企业自己的定制化培训方案、宣传推广方案</a:t>
              </a:r>
            </a:p>
          </p:txBody>
        </p:sp>
        <p:sp>
          <p:nvSpPr>
            <p:cNvPr id="31" name="文本框 30">
              <a:extLst>
                <a:ext uri="{FF2B5EF4-FFF2-40B4-BE49-F238E27FC236}">
                  <a16:creationId xmlns:a16="http://schemas.microsoft.com/office/drawing/2014/main" id="{D19464E8-D268-727F-2BBD-2DE97785C600}"/>
                </a:ext>
              </a:extLst>
            </p:cNvPr>
            <p:cNvSpPr txBox="1"/>
            <p:nvPr/>
          </p:nvSpPr>
          <p:spPr>
            <a:xfrm>
              <a:off x="9596770" y="5254278"/>
              <a:ext cx="1584605" cy="200055"/>
            </a:xfrm>
            <a:prstGeom prst="rect">
              <a:avLst/>
            </a:prstGeom>
            <a:noFill/>
          </p:spPr>
          <p:txBody>
            <a:bodyPr wrap="none" lIns="48240" tIns="45720" rIns="73440" bIns="45720" rtlCol="0">
              <a:spAutoFit/>
            </a:bodyPr>
            <a:lstStyle/>
            <a:p>
              <a:r>
                <a:rPr lang="zh-CN" altLang="en-US" sz="700" dirty="0">
                  <a:solidFill>
                    <a:schemeClr val="bg1"/>
                  </a:solidFill>
                </a:rPr>
                <a:t>配备班主任、助教、讲师等多种角色</a:t>
              </a:r>
            </a:p>
          </p:txBody>
        </p:sp>
        <p:sp>
          <p:nvSpPr>
            <p:cNvPr id="32" name="文本框 31">
              <a:extLst>
                <a:ext uri="{FF2B5EF4-FFF2-40B4-BE49-F238E27FC236}">
                  <a16:creationId xmlns:a16="http://schemas.microsoft.com/office/drawing/2014/main" id="{DE959882-EE44-B62B-9CBC-BA88BE38B5C6}"/>
                </a:ext>
              </a:extLst>
            </p:cNvPr>
            <p:cNvSpPr txBox="1"/>
            <p:nvPr/>
          </p:nvSpPr>
          <p:spPr>
            <a:xfrm>
              <a:off x="9596770" y="5416203"/>
              <a:ext cx="2212982" cy="200055"/>
            </a:xfrm>
            <a:prstGeom prst="rect">
              <a:avLst/>
            </a:prstGeom>
            <a:noFill/>
          </p:spPr>
          <p:txBody>
            <a:bodyPr wrap="none" lIns="48240" tIns="45720" rIns="73440" bIns="45720" rtlCol="0">
              <a:spAutoFit/>
            </a:bodyPr>
            <a:lstStyle/>
            <a:p>
              <a:r>
                <a:rPr lang="zh-CN" altLang="en-US" sz="700" dirty="0">
                  <a:solidFill>
                    <a:schemeClr val="bg1"/>
                  </a:solidFill>
                </a:rPr>
                <a:t>全流程跟进学员学习情况，全方面助力企业人才培养</a:t>
              </a:r>
            </a:p>
          </p:txBody>
        </p:sp>
        <p:cxnSp>
          <p:nvCxnSpPr>
            <p:cNvPr id="33" name="连接符: 肘形 32">
              <a:extLst>
                <a:ext uri="{FF2B5EF4-FFF2-40B4-BE49-F238E27FC236}">
                  <a16:creationId xmlns:a16="http://schemas.microsoft.com/office/drawing/2014/main" id="{232CB879-DC9F-C6CD-8E67-70CFEDB6B6E0}"/>
                </a:ext>
              </a:extLst>
            </p:cNvPr>
            <p:cNvCxnSpPr>
              <a:cxnSpLocks/>
              <a:stCxn id="1359" idx="3"/>
              <a:endCxn id="31" idx="1"/>
            </p:cNvCxnSpPr>
            <p:nvPr/>
          </p:nvCxnSpPr>
          <p:spPr>
            <a:xfrm flipV="1">
              <a:off x="9387972" y="5354306"/>
              <a:ext cx="208798" cy="72909"/>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连接符: 肘形 33">
              <a:extLst>
                <a:ext uri="{FF2B5EF4-FFF2-40B4-BE49-F238E27FC236}">
                  <a16:creationId xmlns:a16="http://schemas.microsoft.com/office/drawing/2014/main" id="{2F19D2C6-7F92-48DD-5EEF-91CE00C8A595}"/>
                </a:ext>
              </a:extLst>
            </p:cNvPr>
            <p:cNvCxnSpPr>
              <a:endCxn id="32" idx="1"/>
            </p:cNvCxnSpPr>
            <p:nvPr/>
          </p:nvCxnSpPr>
          <p:spPr>
            <a:xfrm>
              <a:off x="9387972" y="5427214"/>
              <a:ext cx="208798" cy="89017"/>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D8661574-A32E-046C-2C3D-034B16148675}"/>
                </a:ext>
              </a:extLst>
            </p:cNvPr>
            <p:cNvSpPr txBox="1"/>
            <p:nvPr/>
          </p:nvSpPr>
          <p:spPr>
            <a:xfrm>
              <a:off x="9596770" y="5674885"/>
              <a:ext cx="2212982" cy="200055"/>
            </a:xfrm>
            <a:prstGeom prst="rect">
              <a:avLst/>
            </a:prstGeom>
            <a:noFill/>
          </p:spPr>
          <p:txBody>
            <a:bodyPr wrap="none" lIns="48240" tIns="45720" rIns="73440" bIns="45720" rtlCol="0">
              <a:spAutoFit/>
            </a:bodyPr>
            <a:lstStyle/>
            <a:p>
              <a:r>
                <a:rPr lang="zh-CN" altLang="en-US" sz="700" dirty="0">
                  <a:solidFill>
                    <a:schemeClr val="bg1"/>
                  </a:solidFill>
                </a:rPr>
                <a:t>提供管理咨询、业务咨询、课程培训等多种类型专家</a:t>
              </a:r>
            </a:p>
          </p:txBody>
        </p:sp>
        <p:sp>
          <p:nvSpPr>
            <p:cNvPr id="36" name="文本框 35">
              <a:extLst>
                <a:ext uri="{FF2B5EF4-FFF2-40B4-BE49-F238E27FC236}">
                  <a16:creationId xmlns:a16="http://schemas.microsoft.com/office/drawing/2014/main" id="{C2FE8A05-579E-4738-4CAF-3CC9BB845B0B}"/>
                </a:ext>
              </a:extLst>
            </p:cNvPr>
            <p:cNvSpPr txBox="1"/>
            <p:nvPr/>
          </p:nvSpPr>
          <p:spPr>
            <a:xfrm>
              <a:off x="9596770" y="5836810"/>
              <a:ext cx="2392518" cy="200055"/>
            </a:xfrm>
            <a:prstGeom prst="rect">
              <a:avLst/>
            </a:prstGeom>
            <a:noFill/>
          </p:spPr>
          <p:txBody>
            <a:bodyPr wrap="none" lIns="48240" tIns="45720" rIns="73440" bIns="45720" rtlCol="0">
              <a:spAutoFit/>
            </a:bodyPr>
            <a:lstStyle/>
            <a:p>
              <a:r>
                <a:rPr lang="zh-CN" altLang="en-US" sz="700" dirty="0">
                  <a:solidFill>
                    <a:schemeClr val="bg1"/>
                  </a:solidFill>
                </a:rPr>
                <a:t>帮助企业客户培养专业人才，提升公司整体数据应用能力</a:t>
              </a:r>
            </a:p>
          </p:txBody>
        </p:sp>
        <p:cxnSp>
          <p:nvCxnSpPr>
            <p:cNvPr id="37" name="连接符: 肘形 36">
              <a:extLst>
                <a:ext uri="{FF2B5EF4-FFF2-40B4-BE49-F238E27FC236}">
                  <a16:creationId xmlns:a16="http://schemas.microsoft.com/office/drawing/2014/main" id="{693B7AEE-23D1-3783-CA61-D0D7F0356A66}"/>
                </a:ext>
              </a:extLst>
            </p:cNvPr>
            <p:cNvCxnSpPr>
              <a:cxnSpLocks/>
              <a:stCxn id="1360" idx="3"/>
              <a:endCxn id="35" idx="1"/>
            </p:cNvCxnSpPr>
            <p:nvPr/>
          </p:nvCxnSpPr>
          <p:spPr>
            <a:xfrm flipV="1">
              <a:off x="9387972" y="5774913"/>
              <a:ext cx="208798" cy="72909"/>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连接符: 肘形 37">
              <a:extLst>
                <a:ext uri="{FF2B5EF4-FFF2-40B4-BE49-F238E27FC236}">
                  <a16:creationId xmlns:a16="http://schemas.microsoft.com/office/drawing/2014/main" id="{F2EC6B0F-4B7B-78D3-BD89-CBB0ECE94D0C}"/>
                </a:ext>
              </a:extLst>
            </p:cNvPr>
            <p:cNvCxnSpPr>
              <a:endCxn id="36" idx="1"/>
            </p:cNvCxnSpPr>
            <p:nvPr/>
          </p:nvCxnSpPr>
          <p:spPr>
            <a:xfrm>
              <a:off x="9387972" y="5847821"/>
              <a:ext cx="208798" cy="89017"/>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8F8AE4BA-C74E-6715-682E-5AFAAAD5F163}"/>
                </a:ext>
              </a:extLst>
            </p:cNvPr>
            <p:cNvCxnSpPr>
              <a:cxnSpLocks/>
              <a:endCxn id="30" idx="1"/>
            </p:cNvCxnSpPr>
            <p:nvPr/>
          </p:nvCxnSpPr>
          <p:spPr>
            <a:xfrm flipV="1">
              <a:off x="9387972" y="5009415"/>
              <a:ext cx="208798" cy="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54" name="文本框 1353">
              <a:extLst>
                <a:ext uri="{FF2B5EF4-FFF2-40B4-BE49-F238E27FC236}">
                  <a16:creationId xmlns:a16="http://schemas.microsoft.com/office/drawing/2014/main" id="{418BF143-7A2E-647B-C767-249C2E0A3318}"/>
                </a:ext>
              </a:extLst>
            </p:cNvPr>
            <p:cNvSpPr txBox="1">
              <a:spLocks/>
            </p:cNvSpPr>
            <p:nvPr/>
          </p:nvSpPr>
          <p:spPr>
            <a:xfrm>
              <a:off x="8460908" y="4004978"/>
              <a:ext cx="927064" cy="231657"/>
            </a:xfrm>
            <a:prstGeom prst="roundRect">
              <a:avLst>
                <a:gd name="adj" fmla="val 33553"/>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t>体系化服务方案</a:t>
              </a:r>
            </a:p>
          </p:txBody>
        </p:sp>
        <p:sp>
          <p:nvSpPr>
            <p:cNvPr id="1355" name="文本框 1354">
              <a:extLst>
                <a:ext uri="{FF2B5EF4-FFF2-40B4-BE49-F238E27FC236}">
                  <a16:creationId xmlns:a16="http://schemas.microsoft.com/office/drawing/2014/main" id="{699E4EB7-43E1-0004-1F94-2329FC57C36C}"/>
                </a:ext>
              </a:extLst>
            </p:cNvPr>
            <p:cNvSpPr txBox="1">
              <a:spLocks/>
            </p:cNvSpPr>
            <p:nvPr/>
          </p:nvSpPr>
          <p:spPr>
            <a:xfrm>
              <a:off x="8460908" y="4470174"/>
              <a:ext cx="927064" cy="231657"/>
            </a:xfrm>
            <a:prstGeom prst="roundRect">
              <a:avLst>
                <a:gd name="adj" fmla="val 33553"/>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t>多样化服务形式</a:t>
              </a:r>
            </a:p>
          </p:txBody>
        </p:sp>
        <p:sp>
          <p:nvSpPr>
            <p:cNvPr id="1356" name="文本框 1355">
              <a:extLst>
                <a:ext uri="{FF2B5EF4-FFF2-40B4-BE49-F238E27FC236}">
                  <a16:creationId xmlns:a16="http://schemas.microsoft.com/office/drawing/2014/main" id="{17B50E92-FEA5-D580-4A08-B974DD8E968F}"/>
                </a:ext>
              </a:extLst>
            </p:cNvPr>
            <p:cNvSpPr txBox="1">
              <a:spLocks/>
            </p:cNvSpPr>
            <p:nvPr/>
          </p:nvSpPr>
          <p:spPr>
            <a:xfrm>
              <a:off x="8460908" y="4893587"/>
              <a:ext cx="927064" cy="231657"/>
            </a:xfrm>
            <a:prstGeom prst="roundRect">
              <a:avLst>
                <a:gd name="adj" fmla="val 32640"/>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t>定制化服务内容</a:t>
              </a:r>
            </a:p>
          </p:txBody>
        </p:sp>
        <p:cxnSp>
          <p:nvCxnSpPr>
            <p:cNvPr id="1357" name="连接符: 肘形 1356">
              <a:extLst>
                <a:ext uri="{FF2B5EF4-FFF2-40B4-BE49-F238E27FC236}">
                  <a16:creationId xmlns:a16="http://schemas.microsoft.com/office/drawing/2014/main" id="{2EE8A65F-65A2-3047-1EAC-1E7E62E00B80}"/>
                </a:ext>
              </a:extLst>
            </p:cNvPr>
            <p:cNvCxnSpPr>
              <a:cxnSpLocks/>
              <a:stCxn id="1354" idx="1"/>
              <a:endCxn id="1360" idx="1"/>
            </p:cNvCxnSpPr>
            <p:nvPr/>
          </p:nvCxnSpPr>
          <p:spPr>
            <a:xfrm rot="10800000" flipV="1">
              <a:off x="8460908" y="4120806"/>
              <a:ext cx="12700" cy="1727015"/>
            </a:xfrm>
            <a:prstGeom prst="bentConnector3">
              <a:avLst>
                <a:gd name="adj1" fmla="val 1800000"/>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58" name="矩形 1100">
              <a:extLst>
                <a:ext uri="{FF2B5EF4-FFF2-40B4-BE49-F238E27FC236}">
                  <a16:creationId xmlns:a16="http://schemas.microsoft.com/office/drawing/2014/main" id="{84FD8A16-8897-5BE2-0763-43A7F835A16C}"/>
                </a:ext>
              </a:extLst>
            </p:cNvPr>
            <p:cNvSpPr/>
            <p:nvPr/>
          </p:nvSpPr>
          <p:spPr>
            <a:xfrm>
              <a:off x="7320886" y="4995597"/>
              <a:ext cx="920551" cy="743215"/>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914400 w 1005840"/>
                <a:gd name="connsiteY0" fmla="*/ 914400 h 1005840"/>
                <a:gd name="connsiteX1" fmla="*/ 0 w 1005840"/>
                <a:gd name="connsiteY1" fmla="*/ 914400 h 1005840"/>
                <a:gd name="connsiteX2" fmla="*/ 0 w 1005840"/>
                <a:gd name="connsiteY2" fmla="*/ 0 h 1005840"/>
                <a:gd name="connsiteX3" fmla="*/ 914400 w 1005840"/>
                <a:gd name="connsiteY3" fmla="*/ 0 h 1005840"/>
                <a:gd name="connsiteX4" fmla="*/ 1005840 w 1005840"/>
                <a:gd name="connsiteY4" fmla="*/ 1005840 h 1005840"/>
                <a:gd name="connsiteX0" fmla="*/ 914400 w 914400"/>
                <a:gd name="connsiteY0" fmla="*/ 914400 h 914400"/>
                <a:gd name="connsiteX1" fmla="*/ 0 w 914400"/>
                <a:gd name="connsiteY1" fmla="*/ 914400 h 914400"/>
                <a:gd name="connsiteX2" fmla="*/ 0 w 914400"/>
                <a:gd name="connsiteY2" fmla="*/ 0 h 914400"/>
                <a:gd name="connsiteX3" fmla="*/ 914400 w 914400"/>
                <a:gd name="connsiteY3" fmla="*/ 0 h 914400"/>
                <a:gd name="connsiteX0" fmla="*/ 0 w 914400"/>
                <a:gd name="connsiteY0" fmla="*/ 914400 h 914400"/>
                <a:gd name="connsiteX1" fmla="*/ 0 w 914400"/>
                <a:gd name="connsiteY1" fmla="*/ 0 h 914400"/>
                <a:gd name="connsiteX2" fmla="*/ 914400 w 914400"/>
                <a:gd name="connsiteY2" fmla="*/ 0 h 914400"/>
                <a:gd name="connsiteX0" fmla="*/ 5425 w 919825"/>
                <a:gd name="connsiteY0" fmla="*/ 914400 h 916341"/>
                <a:gd name="connsiteX1" fmla="*/ 0 w 919825"/>
                <a:gd name="connsiteY1" fmla="*/ 916341 h 916341"/>
                <a:gd name="connsiteX2" fmla="*/ 5425 w 919825"/>
                <a:gd name="connsiteY2" fmla="*/ 0 h 916341"/>
                <a:gd name="connsiteX3" fmla="*/ 919825 w 919825"/>
                <a:gd name="connsiteY3" fmla="*/ 0 h 916341"/>
                <a:gd name="connsiteX0" fmla="*/ 239 w 914639"/>
                <a:gd name="connsiteY0" fmla="*/ 914400 h 914400"/>
                <a:gd name="connsiteX1" fmla="*/ 5667 w 914639"/>
                <a:gd name="connsiteY1" fmla="*/ 873645 h 914400"/>
                <a:gd name="connsiteX2" fmla="*/ 239 w 914639"/>
                <a:gd name="connsiteY2" fmla="*/ 0 h 914400"/>
                <a:gd name="connsiteX3" fmla="*/ 914639 w 914639"/>
                <a:gd name="connsiteY3" fmla="*/ 0 h 914400"/>
                <a:gd name="connsiteX0" fmla="*/ 0 w 3378038"/>
                <a:gd name="connsiteY0" fmla="*/ 896933 h 896933"/>
                <a:gd name="connsiteX1" fmla="*/ 2469066 w 3378038"/>
                <a:gd name="connsiteY1" fmla="*/ 873645 h 896933"/>
                <a:gd name="connsiteX2" fmla="*/ 2463638 w 3378038"/>
                <a:gd name="connsiteY2" fmla="*/ 0 h 896933"/>
                <a:gd name="connsiteX3" fmla="*/ 3378038 w 3378038"/>
                <a:gd name="connsiteY3" fmla="*/ 0 h 896933"/>
                <a:gd name="connsiteX0" fmla="*/ 0 w 3378038"/>
                <a:gd name="connsiteY0" fmla="*/ 896933 h 908577"/>
                <a:gd name="connsiteX1" fmla="*/ 2469067 w 3378038"/>
                <a:gd name="connsiteY1" fmla="*/ 908577 h 908577"/>
                <a:gd name="connsiteX2" fmla="*/ 2463638 w 3378038"/>
                <a:gd name="connsiteY2" fmla="*/ 0 h 908577"/>
                <a:gd name="connsiteX3" fmla="*/ 3378038 w 3378038"/>
                <a:gd name="connsiteY3" fmla="*/ 0 h 908577"/>
                <a:gd name="connsiteX0" fmla="*/ 0 w 3345479"/>
                <a:gd name="connsiteY0" fmla="*/ 902755 h 908577"/>
                <a:gd name="connsiteX1" fmla="*/ 2436508 w 3345479"/>
                <a:gd name="connsiteY1" fmla="*/ 908577 h 908577"/>
                <a:gd name="connsiteX2" fmla="*/ 2431079 w 3345479"/>
                <a:gd name="connsiteY2" fmla="*/ 0 h 908577"/>
                <a:gd name="connsiteX3" fmla="*/ 3345479 w 3345479"/>
                <a:gd name="connsiteY3" fmla="*/ 0 h 908577"/>
              </a:gdLst>
              <a:ahLst/>
              <a:cxnLst>
                <a:cxn ang="0">
                  <a:pos x="connsiteX0" y="connsiteY0"/>
                </a:cxn>
                <a:cxn ang="0">
                  <a:pos x="connsiteX1" y="connsiteY1"/>
                </a:cxn>
                <a:cxn ang="0">
                  <a:pos x="connsiteX2" y="connsiteY2"/>
                </a:cxn>
                <a:cxn ang="0">
                  <a:pos x="connsiteX3" y="connsiteY3"/>
                </a:cxn>
              </a:cxnLst>
              <a:rect l="l" t="t" r="r" b="b"/>
              <a:pathLst>
                <a:path w="3345479" h="908577">
                  <a:moveTo>
                    <a:pt x="0" y="902755"/>
                  </a:moveTo>
                  <a:lnTo>
                    <a:pt x="2436508" y="908577"/>
                  </a:lnTo>
                  <a:cubicBezTo>
                    <a:pt x="2438316" y="603130"/>
                    <a:pt x="2429271" y="305447"/>
                    <a:pt x="2431079" y="0"/>
                  </a:cubicBezTo>
                  <a:lnTo>
                    <a:pt x="3345479" y="0"/>
                  </a:lnTo>
                </a:path>
              </a:pathLst>
            </a:custGeom>
            <a:noFill/>
            <a:ln w="9525">
              <a:solidFill>
                <a:schemeClr val="accent2"/>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9" name="文本框 1358">
              <a:extLst>
                <a:ext uri="{FF2B5EF4-FFF2-40B4-BE49-F238E27FC236}">
                  <a16:creationId xmlns:a16="http://schemas.microsoft.com/office/drawing/2014/main" id="{567529EE-FEB0-7954-36E2-BF50C28E3077}"/>
                </a:ext>
              </a:extLst>
            </p:cNvPr>
            <p:cNvSpPr txBox="1">
              <a:spLocks/>
            </p:cNvSpPr>
            <p:nvPr/>
          </p:nvSpPr>
          <p:spPr>
            <a:xfrm>
              <a:off x="8460908" y="5311386"/>
              <a:ext cx="927064" cy="231657"/>
            </a:xfrm>
            <a:prstGeom prst="roundRect">
              <a:avLst>
                <a:gd name="adj" fmla="val 33553"/>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t>精细化服务质量</a:t>
              </a:r>
            </a:p>
          </p:txBody>
        </p:sp>
        <p:sp>
          <p:nvSpPr>
            <p:cNvPr id="1360" name="文本框 1359">
              <a:extLst>
                <a:ext uri="{FF2B5EF4-FFF2-40B4-BE49-F238E27FC236}">
                  <a16:creationId xmlns:a16="http://schemas.microsoft.com/office/drawing/2014/main" id="{D5CC753D-BBAF-C8AA-2232-8106FAEC6B8C}"/>
                </a:ext>
              </a:extLst>
            </p:cNvPr>
            <p:cNvSpPr txBox="1">
              <a:spLocks/>
            </p:cNvSpPr>
            <p:nvPr/>
          </p:nvSpPr>
          <p:spPr>
            <a:xfrm>
              <a:off x="8460908" y="5731993"/>
              <a:ext cx="927064" cy="231657"/>
            </a:xfrm>
            <a:prstGeom prst="roundRect">
              <a:avLst>
                <a:gd name="adj" fmla="val 32640"/>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900" dirty="0"/>
                <a:t>专业化师资力量</a:t>
              </a:r>
            </a:p>
          </p:txBody>
        </p:sp>
      </p:grpSp>
      <p:grpSp>
        <p:nvGrpSpPr>
          <p:cNvPr id="46" name="组合 45">
            <a:extLst>
              <a:ext uri="{FF2B5EF4-FFF2-40B4-BE49-F238E27FC236}">
                <a16:creationId xmlns:a16="http://schemas.microsoft.com/office/drawing/2014/main" id="{1BD6A03A-50B6-7E93-78E6-0A6C469430BD}"/>
              </a:ext>
            </a:extLst>
          </p:cNvPr>
          <p:cNvGrpSpPr/>
          <p:nvPr/>
        </p:nvGrpSpPr>
        <p:grpSpPr>
          <a:xfrm>
            <a:off x="413665" y="3886757"/>
            <a:ext cx="2744330" cy="1313386"/>
            <a:chOff x="500045" y="3632314"/>
            <a:chExt cx="2744330" cy="1313386"/>
          </a:xfrm>
        </p:grpSpPr>
        <p:sp>
          <p:nvSpPr>
            <p:cNvPr id="40" name="文本框 39">
              <a:extLst>
                <a:ext uri="{FF2B5EF4-FFF2-40B4-BE49-F238E27FC236}">
                  <a16:creationId xmlns:a16="http://schemas.microsoft.com/office/drawing/2014/main" id="{0AF1393A-72D7-6B74-2F7A-71760187EF44}"/>
                </a:ext>
              </a:extLst>
            </p:cNvPr>
            <p:cNvSpPr txBox="1">
              <a:spLocks/>
            </p:cNvSpPr>
            <p:nvPr/>
          </p:nvSpPr>
          <p:spPr>
            <a:xfrm>
              <a:off x="2079841" y="3689422"/>
              <a:ext cx="728662" cy="231657"/>
            </a:xfrm>
            <a:prstGeom prst="roundRect">
              <a:avLst>
                <a:gd name="adj" fmla="val 33553"/>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800" dirty="0"/>
                <a:t>快速响应</a:t>
              </a:r>
            </a:p>
          </p:txBody>
        </p:sp>
        <p:sp>
          <p:nvSpPr>
            <p:cNvPr id="41" name="文本框 40">
              <a:extLst>
                <a:ext uri="{FF2B5EF4-FFF2-40B4-BE49-F238E27FC236}">
                  <a16:creationId xmlns:a16="http://schemas.microsoft.com/office/drawing/2014/main" id="{E64AEC7D-2EB6-CC95-6BD0-057CF4A7D79A}"/>
                </a:ext>
              </a:extLst>
            </p:cNvPr>
            <p:cNvSpPr txBox="1"/>
            <p:nvPr/>
          </p:nvSpPr>
          <p:spPr>
            <a:xfrm>
              <a:off x="1001785" y="3632314"/>
              <a:ext cx="841014" cy="200055"/>
            </a:xfrm>
            <a:prstGeom prst="rect">
              <a:avLst/>
            </a:prstGeom>
            <a:noFill/>
          </p:spPr>
          <p:txBody>
            <a:bodyPr wrap="none" lIns="73440" tIns="45720" rIns="48240" bIns="45720" rtlCol="0">
              <a:spAutoFit/>
            </a:bodyPr>
            <a:lstStyle/>
            <a:p>
              <a:pPr algn="r"/>
              <a:r>
                <a:rPr lang="zh-CN" altLang="en-US" sz="700" dirty="0">
                  <a:solidFill>
                    <a:schemeClr val="bg1"/>
                  </a:solidFill>
                </a:rPr>
                <a:t>主要官方支撑渠道</a:t>
              </a:r>
            </a:p>
          </p:txBody>
        </p:sp>
        <p:sp>
          <p:nvSpPr>
            <p:cNvPr id="42" name="文本框 41">
              <a:extLst>
                <a:ext uri="{FF2B5EF4-FFF2-40B4-BE49-F238E27FC236}">
                  <a16:creationId xmlns:a16="http://schemas.microsoft.com/office/drawing/2014/main" id="{02D6A8E1-0FBC-E788-AB51-BD327F5F85F5}"/>
                </a:ext>
              </a:extLst>
            </p:cNvPr>
            <p:cNvSpPr txBox="1"/>
            <p:nvPr/>
          </p:nvSpPr>
          <p:spPr>
            <a:xfrm>
              <a:off x="500045" y="3794239"/>
              <a:ext cx="1342754" cy="200055"/>
            </a:xfrm>
            <a:prstGeom prst="rect">
              <a:avLst/>
            </a:prstGeom>
            <a:noFill/>
          </p:spPr>
          <p:txBody>
            <a:bodyPr wrap="none" lIns="73440" tIns="45720" rIns="48240" bIns="45720" rtlCol="0">
              <a:spAutoFit/>
            </a:bodyPr>
            <a:lstStyle/>
            <a:p>
              <a:pPr algn="r"/>
              <a:r>
                <a:rPr lang="zh-CN" altLang="en-US" sz="700" dirty="0">
                  <a:solidFill>
                    <a:schemeClr val="bg1"/>
                  </a:solidFill>
                </a:rPr>
                <a:t>工作时间内平均响应时长</a:t>
              </a:r>
              <a:r>
                <a:rPr lang="en-US" altLang="zh-CN" sz="700" dirty="0">
                  <a:solidFill>
                    <a:schemeClr val="bg1"/>
                  </a:solidFill>
                </a:rPr>
                <a:t>5</a:t>
              </a:r>
              <a:r>
                <a:rPr lang="zh-CN" altLang="en-US" sz="700" dirty="0">
                  <a:solidFill>
                    <a:schemeClr val="bg1"/>
                  </a:solidFill>
                </a:rPr>
                <a:t>分钟</a:t>
              </a:r>
            </a:p>
          </p:txBody>
        </p:sp>
        <p:cxnSp>
          <p:nvCxnSpPr>
            <p:cNvPr id="43" name="连接符: 肘形 42">
              <a:extLst>
                <a:ext uri="{FF2B5EF4-FFF2-40B4-BE49-F238E27FC236}">
                  <a16:creationId xmlns:a16="http://schemas.microsoft.com/office/drawing/2014/main" id="{51DAD9EE-02B2-DD1D-1736-A2C97660B115}"/>
                </a:ext>
              </a:extLst>
            </p:cNvPr>
            <p:cNvCxnSpPr>
              <a:cxnSpLocks/>
              <a:stCxn id="40" idx="1"/>
              <a:endCxn id="41" idx="3"/>
            </p:cNvCxnSpPr>
            <p:nvPr/>
          </p:nvCxnSpPr>
          <p:spPr>
            <a:xfrm rot="10800000">
              <a:off x="1842799" y="3732343"/>
              <a:ext cx="237042" cy="72909"/>
            </a:xfrm>
            <a:prstGeom prst="bentConnector3">
              <a:avLst>
                <a:gd name="adj1" fmla="val 50000"/>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连接符: 肘形 43">
              <a:extLst>
                <a:ext uri="{FF2B5EF4-FFF2-40B4-BE49-F238E27FC236}">
                  <a16:creationId xmlns:a16="http://schemas.microsoft.com/office/drawing/2014/main" id="{2B3EF746-A209-7BCE-634B-CCAFBA23FED4}"/>
                </a:ext>
              </a:extLst>
            </p:cNvPr>
            <p:cNvCxnSpPr>
              <a:cxnSpLocks/>
              <a:stCxn id="42" idx="3"/>
              <a:endCxn id="40" idx="1"/>
            </p:cNvCxnSpPr>
            <p:nvPr/>
          </p:nvCxnSpPr>
          <p:spPr>
            <a:xfrm flipV="1">
              <a:off x="1842799" y="3805251"/>
              <a:ext cx="237042" cy="89016"/>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5FEB65C3-6C5D-D214-2387-854FCD1D60D6}"/>
                </a:ext>
              </a:extLst>
            </p:cNvPr>
            <p:cNvSpPr txBox="1">
              <a:spLocks/>
            </p:cNvSpPr>
            <p:nvPr/>
          </p:nvSpPr>
          <p:spPr>
            <a:xfrm>
              <a:off x="2079841" y="4076701"/>
              <a:ext cx="728662" cy="266726"/>
            </a:xfrm>
            <a:prstGeom prst="roundRect">
              <a:avLst>
                <a:gd name="adj" fmla="val 33553"/>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800" dirty="0"/>
                <a:t>一体化</a:t>
              </a:r>
              <a:endParaRPr lang="en-US" altLang="zh-CN" sz="800" dirty="0"/>
            </a:p>
            <a:p>
              <a:r>
                <a:rPr lang="zh-CN" altLang="en-US" sz="800" dirty="0"/>
                <a:t>服务平台</a:t>
              </a:r>
            </a:p>
          </p:txBody>
        </p:sp>
        <p:sp>
          <p:nvSpPr>
            <p:cNvPr id="48" name="文本框 47">
              <a:extLst>
                <a:ext uri="{FF2B5EF4-FFF2-40B4-BE49-F238E27FC236}">
                  <a16:creationId xmlns:a16="http://schemas.microsoft.com/office/drawing/2014/main" id="{F54B65A3-960E-9053-5BB9-2A5F97FB333E}"/>
                </a:ext>
              </a:extLst>
            </p:cNvPr>
            <p:cNvSpPr txBox="1"/>
            <p:nvPr/>
          </p:nvSpPr>
          <p:spPr>
            <a:xfrm>
              <a:off x="732481" y="4037127"/>
              <a:ext cx="1110318" cy="200055"/>
            </a:xfrm>
            <a:prstGeom prst="rect">
              <a:avLst/>
            </a:prstGeom>
            <a:noFill/>
          </p:spPr>
          <p:txBody>
            <a:bodyPr wrap="none" lIns="73440" tIns="45720" rIns="48240" bIns="45720" rtlCol="0">
              <a:spAutoFit/>
            </a:bodyPr>
            <a:lstStyle/>
            <a:p>
              <a:pPr algn="r"/>
              <a:r>
                <a:rPr lang="zh-CN" altLang="en-US" sz="700" dirty="0">
                  <a:solidFill>
                    <a:schemeClr val="bg1"/>
                  </a:solidFill>
                </a:rPr>
                <a:t>支持自动化查询需求进度</a:t>
              </a:r>
            </a:p>
          </p:txBody>
        </p:sp>
        <p:sp>
          <p:nvSpPr>
            <p:cNvPr id="49" name="文本框 48">
              <a:extLst>
                <a:ext uri="{FF2B5EF4-FFF2-40B4-BE49-F238E27FC236}">
                  <a16:creationId xmlns:a16="http://schemas.microsoft.com/office/drawing/2014/main" id="{9A7755DE-E957-DEFF-EA73-B2E371D46832}"/>
                </a:ext>
              </a:extLst>
            </p:cNvPr>
            <p:cNvSpPr txBox="1"/>
            <p:nvPr/>
          </p:nvSpPr>
          <p:spPr>
            <a:xfrm>
              <a:off x="1181322" y="4199052"/>
              <a:ext cx="661477" cy="200055"/>
            </a:xfrm>
            <a:prstGeom prst="rect">
              <a:avLst/>
            </a:prstGeom>
            <a:noFill/>
          </p:spPr>
          <p:txBody>
            <a:bodyPr wrap="none" lIns="73440" tIns="45720" rIns="48240" bIns="45720" rtlCol="0">
              <a:spAutoFit/>
            </a:bodyPr>
            <a:lstStyle/>
            <a:p>
              <a:pPr algn="r"/>
              <a:r>
                <a:rPr lang="zh-CN" altLang="en-US" sz="700" dirty="0">
                  <a:solidFill>
                    <a:schemeClr val="bg1"/>
                  </a:solidFill>
                </a:rPr>
                <a:t>生成服务月报</a:t>
              </a:r>
            </a:p>
          </p:txBody>
        </p:sp>
        <p:cxnSp>
          <p:nvCxnSpPr>
            <p:cNvPr id="52" name="连接符: 肘形 51">
              <a:extLst>
                <a:ext uri="{FF2B5EF4-FFF2-40B4-BE49-F238E27FC236}">
                  <a16:creationId xmlns:a16="http://schemas.microsoft.com/office/drawing/2014/main" id="{3214AF4E-0584-8C5B-A8F2-2C6E3DC58E80}"/>
                </a:ext>
              </a:extLst>
            </p:cNvPr>
            <p:cNvCxnSpPr>
              <a:cxnSpLocks/>
              <a:stCxn id="47" idx="1"/>
              <a:endCxn id="48" idx="3"/>
            </p:cNvCxnSpPr>
            <p:nvPr/>
          </p:nvCxnSpPr>
          <p:spPr>
            <a:xfrm rot="10800000">
              <a:off x="1842799" y="4137156"/>
              <a:ext cx="237042" cy="72909"/>
            </a:xfrm>
            <a:prstGeom prst="bentConnector3">
              <a:avLst>
                <a:gd name="adj1" fmla="val 50000"/>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3" name="连接符: 肘形 52">
              <a:extLst>
                <a:ext uri="{FF2B5EF4-FFF2-40B4-BE49-F238E27FC236}">
                  <a16:creationId xmlns:a16="http://schemas.microsoft.com/office/drawing/2014/main" id="{C03D4398-3F98-6860-201D-128E85342A8A}"/>
                </a:ext>
              </a:extLst>
            </p:cNvPr>
            <p:cNvCxnSpPr>
              <a:cxnSpLocks/>
              <a:stCxn id="49" idx="3"/>
              <a:endCxn id="47" idx="1"/>
            </p:cNvCxnSpPr>
            <p:nvPr/>
          </p:nvCxnSpPr>
          <p:spPr>
            <a:xfrm flipV="1">
              <a:off x="1842799" y="4210064"/>
              <a:ext cx="237042" cy="89016"/>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EEDC68A6-91DA-1DB9-6E42-6A5BBC6505B3}"/>
                </a:ext>
              </a:extLst>
            </p:cNvPr>
            <p:cNvSpPr txBox="1">
              <a:spLocks/>
            </p:cNvSpPr>
            <p:nvPr/>
          </p:nvSpPr>
          <p:spPr>
            <a:xfrm>
              <a:off x="2079841" y="4585380"/>
              <a:ext cx="728662" cy="231657"/>
            </a:xfrm>
            <a:prstGeom prst="roundRect">
              <a:avLst>
                <a:gd name="adj" fmla="val 32640"/>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800" dirty="0"/>
                <a:t>服务体系完善</a:t>
              </a:r>
            </a:p>
          </p:txBody>
        </p:sp>
        <p:sp>
          <p:nvSpPr>
            <p:cNvPr id="63" name="文本框 62">
              <a:extLst>
                <a:ext uri="{FF2B5EF4-FFF2-40B4-BE49-F238E27FC236}">
                  <a16:creationId xmlns:a16="http://schemas.microsoft.com/office/drawing/2014/main" id="{BED007C1-B169-BDEB-9C84-B77D00DDE51C}"/>
                </a:ext>
              </a:extLst>
            </p:cNvPr>
            <p:cNvSpPr txBox="1"/>
            <p:nvPr/>
          </p:nvSpPr>
          <p:spPr>
            <a:xfrm>
              <a:off x="732480" y="4439257"/>
              <a:ext cx="1110319" cy="200055"/>
            </a:xfrm>
            <a:prstGeom prst="rect">
              <a:avLst/>
            </a:prstGeom>
            <a:noFill/>
          </p:spPr>
          <p:txBody>
            <a:bodyPr wrap="none" lIns="73440" tIns="45720" rIns="48240" bIns="45720" rtlCol="0">
              <a:spAutoFit/>
            </a:bodyPr>
            <a:lstStyle/>
            <a:p>
              <a:pPr algn="r"/>
              <a:r>
                <a:rPr lang="zh-CN" altLang="en-US" sz="700" dirty="0">
                  <a:solidFill>
                    <a:schemeClr val="bg1"/>
                  </a:solidFill>
                </a:rPr>
                <a:t>标准严格的问题解决机制</a:t>
              </a:r>
            </a:p>
          </p:txBody>
        </p:sp>
        <p:sp>
          <p:nvSpPr>
            <p:cNvPr id="1344" name="文本框 1343">
              <a:extLst>
                <a:ext uri="{FF2B5EF4-FFF2-40B4-BE49-F238E27FC236}">
                  <a16:creationId xmlns:a16="http://schemas.microsoft.com/office/drawing/2014/main" id="{53A03ADC-A590-9868-EF0A-34FACE40CD8D}"/>
                </a:ext>
              </a:extLst>
            </p:cNvPr>
            <p:cNvSpPr txBox="1"/>
            <p:nvPr/>
          </p:nvSpPr>
          <p:spPr>
            <a:xfrm>
              <a:off x="912017" y="4601182"/>
              <a:ext cx="930782" cy="200055"/>
            </a:xfrm>
            <a:prstGeom prst="rect">
              <a:avLst/>
            </a:prstGeom>
            <a:noFill/>
          </p:spPr>
          <p:txBody>
            <a:bodyPr wrap="none" lIns="73440" tIns="45720" rIns="48240" bIns="45720" rtlCol="0">
              <a:spAutoFit/>
            </a:bodyPr>
            <a:lstStyle/>
            <a:p>
              <a:pPr algn="r"/>
              <a:r>
                <a:rPr lang="zh-CN" altLang="en-US" sz="700" dirty="0">
                  <a:solidFill>
                    <a:schemeClr val="bg1"/>
                  </a:solidFill>
                </a:rPr>
                <a:t>完善的服务监督制度</a:t>
              </a:r>
            </a:p>
          </p:txBody>
        </p:sp>
        <p:cxnSp>
          <p:nvCxnSpPr>
            <p:cNvPr id="1347" name="连接符: 肘形 1346">
              <a:extLst>
                <a:ext uri="{FF2B5EF4-FFF2-40B4-BE49-F238E27FC236}">
                  <a16:creationId xmlns:a16="http://schemas.microsoft.com/office/drawing/2014/main" id="{8177D6D5-BD61-4B4E-AECC-B08BCD6ABB7F}"/>
                </a:ext>
              </a:extLst>
            </p:cNvPr>
            <p:cNvCxnSpPr>
              <a:cxnSpLocks/>
              <a:stCxn id="62" idx="1"/>
              <a:endCxn id="63" idx="3"/>
            </p:cNvCxnSpPr>
            <p:nvPr/>
          </p:nvCxnSpPr>
          <p:spPr>
            <a:xfrm rot="10800000">
              <a:off x="1842799" y="4539285"/>
              <a:ext cx="237042" cy="161924"/>
            </a:xfrm>
            <a:prstGeom prst="bentConnector3">
              <a:avLst>
                <a:gd name="adj1" fmla="val 50000"/>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48" name="连接符: 肘形 1347">
              <a:extLst>
                <a:ext uri="{FF2B5EF4-FFF2-40B4-BE49-F238E27FC236}">
                  <a16:creationId xmlns:a16="http://schemas.microsoft.com/office/drawing/2014/main" id="{DDBCE638-5F78-51D2-AF12-C1CC79DBB538}"/>
                </a:ext>
              </a:extLst>
            </p:cNvPr>
            <p:cNvCxnSpPr>
              <a:cxnSpLocks/>
              <a:stCxn id="1350" idx="3"/>
              <a:endCxn id="62" idx="1"/>
            </p:cNvCxnSpPr>
            <p:nvPr/>
          </p:nvCxnSpPr>
          <p:spPr>
            <a:xfrm flipV="1">
              <a:off x="1842799" y="4701209"/>
              <a:ext cx="237042" cy="144464"/>
            </a:xfrm>
            <a:prstGeom prst="bentConnector3">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49" name="连接符: 肘形 1348">
              <a:extLst>
                <a:ext uri="{FF2B5EF4-FFF2-40B4-BE49-F238E27FC236}">
                  <a16:creationId xmlns:a16="http://schemas.microsoft.com/office/drawing/2014/main" id="{BA5176D1-91CE-DDF0-D778-CCD5F8E0A072}"/>
                </a:ext>
              </a:extLst>
            </p:cNvPr>
            <p:cNvCxnSpPr>
              <a:cxnSpLocks/>
              <a:stCxn id="40" idx="3"/>
              <a:endCxn id="62" idx="3"/>
            </p:cNvCxnSpPr>
            <p:nvPr/>
          </p:nvCxnSpPr>
          <p:spPr>
            <a:xfrm>
              <a:off x="2808503" y="3805251"/>
              <a:ext cx="12700" cy="895958"/>
            </a:xfrm>
            <a:prstGeom prst="bentConnector3">
              <a:avLst>
                <a:gd name="adj1" fmla="val 1466669"/>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50" name="文本框 1349">
              <a:extLst>
                <a:ext uri="{FF2B5EF4-FFF2-40B4-BE49-F238E27FC236}">
                  <a16:creationId xmlns:a16="http://schemas.microsoft.com/office/drawing/2014/main" id="{90B9D3FB-A236-ACAF-BB99-27F80624F756}"/>
                </a:ext>
              </a:extLst>
            </p:cNvPr>
            <p:cNvSpPr txBox="1"/>
            <p:nvPr/>
          </p:nvSpPr>
          <p:spPr>
            <a:xfrm>
              <a:off x="971329" y="4745645"/>
              <a:ext cx="871470" cy="200055"/>
            </a:xfrm>
            <a:prstGeom prst="rect">
              <a:avLst/>
            </a:prstGeom>
            <a:noFill/>
          </p:spPr>
          <p:txBody>
            <a:bodyPr wrap="none" lIns="73440" tIns="45720" rIns="48240" bIns="45720" rtlCol="0">
              <a:spAutoFit/>
            </a:bodyPr>
            <a:lstStyle/>
            <a:p>
              <a:pPr algn="r"/>
              <a:r>
                <a:rPr lang="zh-CN" altLang="en-US" sz="700" dirty="0">
                  <a:solidFill>
                    <a:schemeClr val="bg1"/>
                  </a:solidFill>
                </a:rPr>
                <a:t>通过</a:t>
              </a:r>
              <a:r>
                <a:rPr lang="en-US" altLang="zh-CN" sz="700" dirty="0">
                  <a:solidFill>
                    <a:schemeClr val="bg1"/>
                  </a:solidFill>
                </a:rPr>
                <a:t>1SO9001</a:t>
              </a:r>
              <a:r>
                <a:rPr lang="zh-CN" altLang="en-US" sz="700" dirty="0">
                  <a:solidFill>
                    <a:schemeClr val="bg1"/>
                  </a:solidFill>
                </a:rPr>
                <a:t>认证</a:t>
              </a:r>
            </a:p>
          </p:txBody>
        </p:sp>
        <p:sp>
          <p:nvSpPr>
            <p:cNvPr id="1361" name="矩形 1100">
              <a:extLst>
                <a:ext uri="{FF2B5EF4-FFF2-40B4-BE49-F238E27FC236}">
                  <a16:creationId xmlns:a16="http://schemas.microsoft.com/office/drawing/2014/main" id="{4B930CE2-63FD-40D8-EB06-2243E74032AC}"/>
                </a:ext>
              </a:extLst>
            </p:cNvPr>
            <p:cNvSpPr/>
            <p:nvPr/>
          </p:nvSpPr>
          <p:spPr>
            <a:xfrm flipH="1" flipV="1">
              <a:off x="2997585" y="3732343"/>
              <a:ext cx="246790" cy="558500"/>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914400 w 1005840"/>
                <a:gd name="connsiteY0" fmla="*/ 914400 h 1005840"/>
                <a:gd name="connsiteX1" fmla="*/ 0 w 1005840"/>
                <a:gd name="connsiteY1" fmla="*/ 914400 h 1005840"/>
                <a:gd name="connsiteX2" fmla="*/ 0 w 1005840"/>
                <a:gd name="connsiteY2" fmla="*/ 0 h 1005840"/>
                <a:gd name="connsiteX3" fmla="*/ 914400 w 1005840"/>
                <a:gd name="connsiteY3" fmla="*/ 0 h 1005840"/>
                <a:gd name="connsiteX4" fmla="*/ 1005840 w 1005840"/>
                <a:gd name="connsiteY4" fmla="*/ 1005840 h 1005840"/>
                <a:gd name="connsiteX0" fmla="*/ 914400 w 914400"/>
                <a:gd name="connsiteY0" fmla="*/ 914400 h 914400"/>
                <a:gd name="connsiteX1" fmla="*/ 0 w 914400"/>
                <a:gd name="connsiteY1" fmla="*/ 914400 h 914400"/>
                <a:gd name="connsiteX2" fmla="*/ 0 w 914400"/>
                <a:gd name="connsiteY2" fmla="*/ 0 h 914400"/>
                <a:gd name="connsiteX3" fmla="*/ 914400 w 914400"/>
                <a:gd name="connsiteY3" fmla="*/ 0 h 914400"/>
                <a:gd name="connsiteX0" fmla="*/ 0 w 914400"/>
                <a:gd name="connsiteY0" fmla="*/ 914400 h 914400"/>
                <a:gd name="connsiteX1" fmla="*/ 0 w 914400"/>
                <a:gd name="connsiteY1" fmla="*/ 0 h 914400"/>
                <a:gd name="connsiteX2" fmla="*/ 914400 w 914400"/>
                <a:gd name="connsiteY2" fmla="*/ 0 h 914400"/>
              </a:gdLst>
              <a:ahLst/>
              <a:cxnLst>
                <a:cxn ang="0">
                  <a:pos x="connsiteX0" y="connsiteY0"/>
                </a:cxn>
                <a:cxn ang="0">
                  <a:pos x="connsiteX1" y="connsiteY1"/>
                </a:cxn>
                <a:cxn ang="0">
                  <a:pos x="connsiteX2" y="connsiteY2"/>
                </a:cxn>
              </a:cxnLst>
              <a:rect l="l" t="t" r="r" b="b"/>
              <a:pathLst>
                <a:path w="914400" h="914400">
                  <a:moveTo>
                    <a:pt x="0" y="914400"/>
                  </a:moveTo>
                  <a:lnTo>
                    <a:pt x="0" y="0"/>
                  </a:lnTo>
                  <a:lnTo>
                    <a:pt x="914400" y="0"/>
                  </a:lnTo>
                </a:path>
              </a:pathLst>
            </a:custGeom>
            <a:noFill/>
            <a:ln w="9525">
              <a:solidFill>
                <a:schemeClr val="accent2"/>
              </a:solidFill>
              <a:headEnd type="oval"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3" name="组合 1092">
            <a:extLst>
              <a:ext uri="{FF2B5EF4-FFF2-40B4-BE49-F238E27FC236}">
                <a16:creationId xmlns:a16="http://schemas.microsoft.com/office/drawing/2014/main" id="{66A68890-19EE-6B29-867E-DC233A54456B}"/>
              </a:ext>
            </a:extLst>
          </p:cNvPr>
          <p:cNvGrpSpPr/>
          <p:nvPr/>
        </p:nvGrpSpPr>
        <p:grpSpPr>
          <a:xfrm>
            <a:off x="2583377" y="1281202"/>
            <a:ext cx="5720076" cy="5176748"/>
            <a:chOff x="2983427" y="1391728"/>
            <a:chExt cx="5720076" cy="5176748"/>
          </a:xfrm>
        </p:grpSpPr>
        <p:sp>
          <p:nvSpPr>
            <p:cNvPr id="4" name="任意多边形: 形状 3">
              <a:extLst>
                <a:ext uri="{FF2B5EF4-FFF2-40B4-BE49-F238E27FC236}">
                  <a16:creationId xmlns:a16="http://schemas.microsoft.com/office/drawing/2014/main" id="{5243E206-60F9-F246-5235-6BAF887BAD05}"/>
                </a:ext>
              </a:extLst>
            </p:cNvPr>
            <p:cNvSpPr>
              <a:spLocks/>
            </p:cNvSpPr>
            <p:nvPr/>
          </p:nvSpPr>
          <p:spPr>
            <a:xfrm>
              <a:off x="3765620" y="1391728"/>
              <a:ext cx="4680000" cy="4680000"/>
            </a:xfrm>
            <a:custGeom>
              <a:avLst/>
              <a:gdLst>
                <a:gd name="connsiteX0" fmla="*/ 2502364 w 5004728"/>
                <a:gd name="connsiteY0" fmla="*/ 824526 h 4063924"/>
                <a:gd name="connsiteX1" fmla="*/ 1015404 w 5004728"/>
                <a:gd name="connsiteY1" fmla="*/ 2031962 h 4063924"/>
                <a:gd name="connsiteX2" fmla="*/ 2502364 w 5004728"/>
                <a:gd name="connsiteY2" fmla="*/ 3239398 h 4063924"/>
                <a:gd name="connsiteX3" fmla="*/ 3989324 w 5004728"/>
                <a:gd name="connsiteY3" fmla="*/ 2031962 h 4063924"/>
                <a:gd name="connsiteX4" fmla="*/ 2502364 w 5004728"/>
                <a:gd name="connsiteY4" fmla="*/ 824526 h 4063924"/>
                <a:gd name="connsiteX5" fmla="*/ 2502364 w 5004728"/>
                <a:gd name="connsiteY5" fmla="*/ 0 h 4063924"/>
                <a:gd name="connsiteX6" fmla="*/ 5004728 w 5004728"/>
                <a:gd name="connsiteY6" fmla="*/ 2031962 h 4063924"/>
                <a:gd name="connsiteX7" fmla="*/ 2502364 w 5004728"/>
                <a:gd name="connsiteY7" fmla="*/ 4063924 h 4063924"/>
                <a:gd name="connsiteX8" fmla="*/ 0 w 5004728"/>
                <a:gd name="connsiteY8" fmla="*/ 2031962 h 4063924"/>
                <a:gd name="connsiteX9" fmla="*/ 2502364 w 5004728"/>
                <a:gd name="connsiteY9" fmla="*/ 0 h 4063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04728" h="4063924">
                  <a:moveTo>
                    <a:pt x="2502364" y="824526"/>
                  </a:moveTo>
                  <a:cubicBezTo>
                    <a:pt x="1681139" y="824526"/>
                    <a:pt x="1015404" y="1365114"/>
                    <a:pt x="1015404" y="2031962"/>
                  </a:cubicBezTo>
                  <a:cubicBezTo>
                    <a:pt x="1015404" y="2698810"/>
                    <a:pt x="1681139" y="3239398"/>
                    <a:pt x="2502364" y="3239398"/>
                  </a:cubicBezTo>
                  <a:cubicBezTo>
                    <a:pt x="3323589" y="3239398"/>
                    <a:pt x="3989324" y="2698810"/>
                    <a:pt x="3989324" y="2031962"/>
                  </a:cubicBezTo>
                  <a:cubicBezTo>
                    <a:pt x="3989324" y="1365114"/>
                    <a:pt x="3323589" y="824526"/>
                    <a:pt x="2502364" y="824526"/>
                  </a:cubicBezTo>
                  <a:close/>
                  <a:moveTo>
                    <a:pt x="2502364" y="0"/>
                  </a:moveTo>
                  <a:cubicBezTo>
                    <a:pt x="3884381" y="0"/>
                    <a:pt x="5004728" y="909740"/>
                    <a:pt x="5004728" y="2031962"/>
                  </a:cubicBezTo>
                  <a:cubicBezTo>
                    <a:pt x="5004728" y="3154184"/>
                    <a:pt x="3884381" y="4063924"/>
                    <a:pt x="2502364" y="4063924"/>
                  </a:cubicBezTo>
                  <a:cubicBezTo>
                    <a:pt x="1120347" y="4063924"/>
                    <a:pt x="0" y="3154184"/>
                    <a:pt x="0" y="2031962"/>
                  </a:cubicBezTo>
                  <a:cubicBezTo>
                    <a:pt x="0" y="909740"/>
                    <a:pt x="1120347" y="0"/>
                    <a:pt x="2502364" y="0"/>
                  </a:cubicBezTo>
                  <a:close/>
                </a:path>
              </a:pathLst>
            </a:custGeom>
            <a:gradFill flip="none" rotWithShape="1">
              <a:gsLst>
                <a:gs pos="56000">
                  <a:schemeClr val="accent1">
                    <a:alpha val="7000"/>
                  </a:schemeClr>
                </a:gs>
                <a:gs pos="32000">
                  <a:schemeClr val="accent1">
                    <a:alpha val="0"/>
                  </a:schemeClr>
                </a:gs>
                <a:gs pos="94000">
                  <a:schemeClr val="accent1">
                    <a:alpha val="0"/>
                  </a:schemeClr>
                </a:gs>
              </a:gsLst>
              <a:path path="circle">
                <a:fillToRect l="50000" t="50000" r="50000" b="50000"/>
              </a:path>
              <a:tileRect/>
            </a:gradFill>
            <a:ln w="6350">
              <a:noFill/>
              <a:headEnd type="oval"/>
              <a:tailEnd type="ova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365" name="椭圆 1364">
              <a:extLst>
                <a:ext uri="{FF2B5EF4-FFF2-40B4-BE49-F238E27FC236}">
                  <a16:creationId xmlns:a16="http://schemas.microsoft.com/office/drawing/2014/main" id="{1F2AF4BA-103F-0751-9E82-8A38159E57B6}"/>
                </a:ext>
              </a:extLst>
            </p:cNvPr>
            <p:cNvSpPr/>
            <p:nvPr/>
          </p:nvSpPr>
          <p:spPr>
            <a:xfrm>
              <a:off x="5427048" y="3067626"/>
              <a:ext cx="1332000" cy="1331066"/>
            </a:xfrm>
            <a:prstGeom prst="ellipse">
              <a:avLst/>
            </a:prstGeom>
            <a:solidFill>
              <a:schemeClr val="tx1"/>
            </a:solidFill>
            <a:ln w="6350">
              <a:noFill/>
              <a:headEnd type="oval"/>
              <a:tailEnd type="oval"/>
            </a:ln>
            <a:effectLst>
              <a:outerShdw blurRad="12700" dist="25400" dir="5400000" algn="t" rotWithShape="0">
                <a:schemeClr val="accent1">
                  <a:alpha val="6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1032" name="弧形 1031">
              <a:extLst>
                <a:ext uri="{FF2B5EF4-FFF2-40B4-BE49-F238E27FC236}">
                  <a16:creationId xmlns:a16="http://schemas.microsoft.com/office/drawing/2014/main" id="{204EACE2-4DCE-C752-CBFF-EB58713A8F19}"/>
                </a:ext>
              </a:extLst>
            </p:cNvPr>
            <p:cNvSpPr/>
            <p:nvPr/>
          </p:nvSpPr>
          <p:spPr>
            <a:xfrm>
              <a:off x="5109020" y="2761159"/>
              <a:ext cx="1944000" cy="1944000"/>
            </a:xfrm>
            <a:prstGeom prst="arc">
              <a:avLst>
                <a:gd name="adj1" fmla="val 8394994"/>
                <a:gd name="adj2" fmla="val 16083675"/>
              </a:avLst>
            </a:prstGeom>
            <a:gradFill>
              <a:gsLst>
                <a:gs pos="100000">
                  <a:schemeClr val="accent1">
                    <a:alpha val="0"/>
                  </a:schemeClr>
                </a:gs>
                <a:gs pos="0">
                  <a:schemeClr val="accent1">
                    <a:alpha val="18000"/>
                  </a:schemeClr>
                </a:gs>
              </a:gsLst>
              <a:lin ang="18600000" scaled="0"/>
            </a:gradFill>
            <a:ln w="6350">
              <a:noFill/>
              <a:headEnd type="none"/>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1037" name="弧形 1036">
              <a:extLst>
                <a:ext uri="{FF2B5EF4-FFF2-40B4-BE49-F238E27FC236}">
                  <a16:creationId xmlns:a16="http://schemas.microsoft.com/office/drawing/2014/main" id="{9DF206F1-E099-E9D1-9E59-E33A7CFFD6B8}"/>
                </a:ext>
              </a:extLst>
            </p:cNvPr>
            <p:cNvSpPr/>
            <p:nvPr/>
          </p:nvSpPr>
          <p:spPr>
            <a:xfrm>
              <a:off x="5109020" y="2761159"/>
              <a:ext cx="1944000" cy="1944000"/>
            </a:xfrm>
            <a:prstGeom prst="arc">
              <a:avLst>
                <a:gd name="adj1" fmla="val 16347130"/>
                <a:gd name="adj2" fmla="val 2313129"/>
              </a:avLst>
            </a:prstGeom>
            <a:gradFill>
              <a:gsLst>
                <a:gs pos="6000">
                  <a:schemeClr val="accent1">
                    <a:alpha val="0"/>
                  </a:schemeClr>
                </a:gs>
                <a:gs pos="100000">
                  <a:schemeClr val="accent1">
                    <a:alpha val="18000"/>
                  </a:schemeClr>
                </a:gs>
              </a:gsLst>
              <a:lin ang="3000000" scaled="0"/>
            </a:gradFill>
            <a:ln w="6350">
              <a:noFill/>
              <a:headEnd type="none"/>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1044" name="椭圆 1043">
              <a:extLst>
                <a:ext uri="{FF2B5EF4-FFF2-40B4-BE49-F238E27FC236}">
                  <a16:creationId xmlns:a16="http://schemas.microsoft.com/office/drawing/2014/main" id="{826978EA-7D9F-FC22-E71E-139354B80548}"/>
                </a:ext>
              </a:extLst>
            </p:cNvPr>
            <p:cNvSpPr/>
            <p:nvPr/>
          </p:nvSpPr>
          <p:spPr>
            <a:xfrm>
              <a:off x="5427048" y="3067626"/>
              <a:ext cx="1332000" cy="1331066"/>
            </a:xfrm>
            <a:prstGeom prst="ellipse">
              <a:avLst/>
            </a:prstGeom>
            <a:gradFill flip="none" rotWithShape="1">
              <a:gsLst>
                <a:gs pos="60000">
                  <a:schemeClr val="accent1">
                    <a:alpha val="0"/>
                  </a:schemeClr>
                </a:gs>
                <a:gs pos="100000">
                  <a:schemeClr val="accent1">
                    <a:alpha val="49000"/>
                  </a:schemeClr>
                </a:gs>
              </a:gsLst>
              <a:path path="circle">
                <a:fillToRect l="50000" t="50000" r="50000" b="50000"/>
              </a:path>
              <a:tileRect/>
            </a:gradFill>
            <a:ln w="6350">
              <a:noFill/>
              <a:headEnd type="oval"/>
              <a:tailEnd type="ova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1041" name="弧形 1040">
              <a:extLst>
                <a:ext uri="{FF2B5EF4-FFF2-40B4-BE49-F238E27FC236}">
                  <a16:creationId xmlns:a16="http://schemas.microsoft.com/office/drawing/2014/main" id="{9FEFC836-25F4-39C5-39F9-9E9501EACE2B}"/>
                </a:ext>
              </a:extLst>
            </p:cNvPr>
            <p:cNvSpPr/>
            <p:nvPr/>
          </p:nvSpPr>
          <p:spPr>
            <a:xfrm>
              <a:off x="5109020" y="2761159"/>
              <a:ext cx="1944000" cy="1944000"/>
            </a:xfrm>
            <a:prstGeom prst="arc">
              <a:avLst>
                <a:gd name="adj1" fmla="val 2483232"/>
                <a:gd name="adj2" fmla="val 8160460"/>
              </a:avLst>
            </a:prstGeom>
            <a:gradFill>
              <a:gsLst>
                <a:gs pos="0">
                  <a:schemeClr val="accent1">
                    <a:alpha val="0"/>
                  </a:schemeClr>
                </a:gs>
                <a:gs pos="100000">
                  <a:schemeClr val="accent1">
                    <a:alpha val="18000"/>
                  </a:schemeClr>
                </a:gs>
              </a:gsLst>
              <a:lin ang="5400000" scaled="1"/>
            </a:gradFill>
            <a:ln w="6350">
              <a:noFill/>
              <a:headEnd type="none"/>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1362" name="弧形 1361">
              <a:extLst>
                <a:ext uri="{FF2B5EF4-FFF2-40B4-BE49-F238E27FC236}">
                  <a16:creationId xmlns:a16="http://schemas.microsoft.com/office/drawing/2014/main" id="{C5F4AC95-5F74-AEB7-0163-353DA63ECC1D}"/>
                </a:ext>
              </a:extLst>
            </p:cNvPr>
            <p:cNvSpPr/>
            <p:nvPr/>
          </p:nvSpPr>
          <p:spPr>
            <a:xfrm>
              <a:off x="3757021" y="1391728"/>
              <a:ext cx="4680000" cy="4680000"/>
            </a:xfrm>
            <a:prstGeom prst="arc">
              <a:avLst>
                <a:gd name="adj1" fmla="val 14495374"/>
                <a:gd name="adj2" fmla="val 17992597"/>
              </a:avLst>
            </a:prstGeom>
            <a:noFill/>
            <a:ln w="6350">
              <a:solidFill>
                <a:schemeClr val="accent1"/>
              </a:solidFill>
              <a:headEnd type="ova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弧形 50">
              <a:extLst>
                <a:ext uri="{FF2B5EF4-FFF2-40B4-BE49-F238E27FC236}">
                  <a16:creationId xmlns:a16="http://schemas.microsoft.com/office/drawing/2014/main" id="{D21109CA-9D59-A0BA-49C0-4285FF433FBE}"/>
                </a:ext>
              </a:extLst>
            </p:cNvPr>
            <p:cNvSpPr/>
            <p:nvPr/>
          </p:nvSpPr>
          <p:spPr>
            <a:xfrm>
              <a:off x="3757021" y="1391728"/>
              <a:ext cx="4680000" cy="4680000"/>
            </a:xfrm>
            <a:prstGeom prst="arc">
              <a:avLst>
                <a:gd name="adj1" fmla="val 7444735"/>
                <a:gd name="adj2" fmla="val 10175134"/>
              </a:avLst>
            </a:prstGeom>
            <a:noFill/>
            <a:ln w="6350">
              <a:solidFill>
                <a:schemeClr val="accent1"/>
              </a:solidFill>
              <a:headEnd type="ova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90" name="弧形 1089">
              <a:extLst>
                <a:ext uri="{FF2B5EF4-FFF2-40B4-BE49-F238E27FC236}">
                  <a16:creationId xmlns:a16="http://schemas.microsoft.com/office/drawing/2014/main" id="{B08CE910-03B3-3769-016B-248E76350869}"/>
                </a:ext>
              </a:extLst>
            </p:cNvPr>
            <p:cNvSpPr/>
            <p:nvPr/>
          </p:nvSpPr>
          <p:spPr>
            <a:xfrm>
              <a:off x="3757021" y="1391728"/>
              <a:ext cx="4680000" cy="4680000"/>
            </a:xfrm>
            <a:prstGeom prst="arc">
              <a:avLst>
                <a:gd name="adj1" fmla="val 816296"/>
                <a:gd name="adj2" fmla="val 3077424"/>
              </a:avLst>
            </a:prstGeom>
            <a:noFill/>
            <a:ln w="6350">
              <a:solidFill>
                <a:schemeClr val="accent1"/>
              </a:solidFill>
              <a:headEnd type="oval"/>
              <a:tailEnd type="ova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366" name="直接连接符 1365">
              <a:extLst>
                <a:ext uri="{FF2B5EF4-FFF2-40B4-BE49-F238E27FC236}">
                  <a16:creationId xmlns:a16="http://schemas.microsoft.com/office/drawing/2014/main" id="{B0BAB01F-25B6-9129-055D-EE1C48C02D73}"/>
                </a:ext>
              </a:extLst>
            </p:cNvPr>
            <p:cNvCxnSpPr>
              <a:cxnSpLocks/>
            </p:cNvCxnSpPr>
            <p:nvPr/>
          </p:nvCxnSpPr>
          <p:spPr>
            <a:xfrm>
              <a:off x="4976003" y="1970220"/>
              <a:ext cx="321399" cy="522030"/>
            </a:xfrm>
            <a:prstGeom prst="line">
              <a:avLst/>
            </a:prstGeom>
            <a:ln w="12700" cap="rnd">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367" name="文本框 1366">
              <a:extLst>
                <a:ext uri="{FF2B5EF4-FFF2-40B4-BE49-F238E27FC236}">
                  <a16:creationId xmlns:a16="http://schemas.microsoft.com/office/drawing/2014/main" id="{7CB8F4C5-220B-53DC-48DF-27ECDB9A9E0C}"/>
                </a:ext>
              </a:extLst>
            </p:cNvPr>
            <p:cNvSpPr txBox="1">
              <a:spLocks/>
            </p:cNvSpPr>
            <p:nvPr/>
          </p:nvSpPr>
          <p:spPr>
            <a:xfrm rot="20679550">
              <a:off x="5325604" y="2267981"/>
              <a:ext cx="734456" cy="171707"/>
            </a:xfrm>
            <a:prstGeom prst="rect">
              <a:avLst/>
            </a:prstGeom>
            <a:noFill/>
          </p:spPr>
          <p:txBody>
            <a:bodyPr wrap="none" lIns="0" tIns="0" rIns="0" bIns="0" rtlCol="0">
              <a:prstTxWarp prst="textArchUp">
                <a:avLst/>
              </a:prstTxWarp>
              <a:spAutoFit/>
            </a:bodyPr>
            <a:lstStyle/>
            <a:p>
              <a:pPr algn="ctr"/>
              <a:r>
                <a:rPr lang="zh-CN" altLang="en-US" sz="700" b="1" dirty="0">
                  <a:solidFill>
                    <a:schemeClr val="bg1"/>
                  </a:solidFill>
                </a:rPr>
                <a:t>其他线上服务</a:t>
              </a:r>
            </a:p>
          </p:txBody>
        </p:sp>
        <p:sp>
          <p:nvSpPr>
            <p:cNvPr id="1368" name="文本框 1367">
              <a:extLst>
                <a:ext uri="{FF2B5EF4-FFF2-40B4-BE49-F238E27FC236}">
                  <a16:creationId xmlns:a16="http://schemas.microsoft.com/office/drawing/2014/main" id="{CD768C18-D84C-BA69-980F-5C64B2933FB8}"/>
                </a:ext>
              </a:extLst>
            </p:cNvPr>
            <p:cNvSpPr txBox="1"/>
            <p:nvPr/>
          </p:nvSpPr>
          <p:spPr>
            <a:xfrm rot="20289056">
              <a:off x="5297329" y="1732347"/>
              <a:ext cx="520892" cy="473361"/>
            </a:xfrm>
            <a:prstGeom prst="rect">
              <a:avLst/>
            </a:prstGeom>
            <a:noFill/>
          </p:spPr>
          <p:txBody>
            <a:bodyPr wrap="none" lIns="0" tIns="0" rIns="0" bIns="0" rtlCol="0">
              <a:spAutoFit/>
            </a:bodyPr>
            <a:lstStyle/>
            <a:p>
              <a:pPr indent="-72000">
                <a:buFont typeface="Arial" panose="020B0604020202020204" pitchFamily="34" charset="0"/>
                <a:buChar char="•"/>
              </a:pPr>
              <a:r>
                <a:rPr lang="zh-CN" altLang="en-US" sz="600" dirty="0">
                  <a:solidFill>
                    <a:schemeClr val="bg1"/>
                  </a:solidFill>
                </a:rPr>
                <a:t>智能客服</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企业服务工单</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帮助文档</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社区问答</a:t>
              </a:r>
            </a:p>
          </p:txBody>
        </p:sp>
        <p:cxnSp>
          <p:nvCxnSpPr>
            <p:cNvPr id="1369" name="直接连接符 1368">
              <a:extLst>
                <a:ext uri="{FF2B5EF4-FFF2-40B4-BE49-F238E27FC236}">
                  <a16:creationId xmlns:a16="http://schemas.microsoft.com/office/drawing/2014/main" id="{42C714C8-CCA2-FFEE-B892-D2626CB601C4}"/>
                </a:ext>
              </a:extLst>
            </p:cNvPr>
            <p:cNvCxnSpPr>
              <a:cxnSpLocks/>
            </p:cNvCxnSpPr>
            <p:nvPr/>
          </p:nvCxnSpPr>
          <p:spPr>
            <a:xfrm>
              <a:off x="4217832" y="2871315"/>
              <a:ext cx="578948" cy="282115"/>
            </a:xfrm>
            <a:prstGeom prst="line">
              <a:avLst/>
            </a:prstGeom>
            <a:ln w="12700" cap="rnd">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370" name="直接连接符 1369">
              <a:extLst>
                <a:ext uri="{FF2B5EF4-FFF2-40B4-BE49-F238E27FC236}">
                  <a16:creationId xmlns:a16="http://schemas.microsoft.com/office/drawing/2014/main" id="{9B845DF9-7EFB-7F02-9AC5-160A831E6D27}"/>
                </a:ext>
              </a:extLst>
            </p:cNvPr>
            <p:cNvCxnSpPr>
              <a:cxnSpLocks/>
            </p:cNvCxnSpPr>
            <p:nvPr/>
          </p:nvCxnSpPr>
          <p:spPr>
            <a:xfrm flipV="1">
              <a:off x="4099710" y="4114702"/>
              <a:ext cx="550646" cy="187681"/>
            </a:xfrm>
            <a:prstGeom prst="line">
              <a:avLst/>
            </a:prstGeom>
            <a:ln w="12700" cap="rnd">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371" name="直接连接符 1370">
              <a:extLst>
                <a:ext uri="{FF2B5EF4-FFF2-40B4-BE49-F238E27FC236}">
                  <a16:creationId xmlns:a16="http://schemas.microsoft.com/office/drawing/2014/main" id="{D2CBDDAC-4011-D2E3-1498-3283B7BBF17A}"/>
                </a:ext>
              </a:extLst>
            </p:cNvPr>
            <p:cNvCxnSpPr>
              <a:cxnSpLocks/>
            </p:cNvCxnSpPr>
            <p:nvPr/>
          </p:nvCxnSpPr>
          <p:spPr>
            <a:xfrm flipV="1">
              <a:off x="5724286" y="5012665"/>
              <a:ext cx="110972" cy="763391"/>
            </a:xfrm>
            <a:prstGeom prst="line">
              <a:avLst/>
            </a:prstGeom>
            <a:ln w="12700" cap="rnd">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372" name="直接连接符 1371">
              <a:extLst>
                <a:ext uri="{FF2B5EF4-FFF2-40B4-BE49-F238E27FC236}">
                  <a16:creationId xmlns:a16="http://schemas.microsoft.com/office/drawing/2014/main" id="{5707A1D8-5079-B99E-C338-6633693B513A}"/>
                </a:ext>
              </a:extLst>
            </p:cNvPr>
            <p:cNvCxnSpPr>
              <a:cxnSpLocks/>
            </p:cNvCxnSpPr>
            <p:nvPr/>
          </p:nvCxnSpPr>
          <p:spPr>
            <a:xfrm flipH="1" flipV="1">
              <a:off x="6430870" y="5002165"/>
              <a:ext cx="150480" cy="773890"/>
            </a:xfrm>
            <a:prstGeom prst="line">
              <a:avLst/>
            </a:prstGeom>
            <a:ln w="12700" cap="rnd">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373" name="文本框 1372">
              <a:extLst>
                <a:ext uri="{FF2B5EF4-FFF2-40B4-BE49-F238E27FC236}">
                  <a16:creationId xmlns:a16="http://schemas.microsoft.com/office/drawing/2014/main" id="{EE52978E-7B08-CB03-F183-A98BF0F85CFA}"/>
                </a:ext>
              </a:extLst>
            </p:cNvPr>
            <p:cNvSpPr txBox="1">
              <a:spLocks/>
            </p:cNvSpPr>
            <p:nvPr/>
          </p:nvSpPr>
          <p:spPr>
            <a:xfrm rot="18659364">
              <a:off x="4633407" y="2715724"/>
              <a:ext cx="734456" cy="171707"/>
            </a:xfrm>
            <a:prstGeom prst="rect">
              <a:avLst/>
            </a:prstGeom>
            <a:noFill/>
          </p:spPr>
          <p:txBody>
            <a:bodyPr wrap="none" lIns="0" tIns="0" rIns="0" bIns="0" rtlCol="0">
              <a:prstTxWarp prst="textArchUp">
                <a:avLst/>
              </a:prstTxWarp>
              <a:spAutoFit/>
            </a:bodyPr>
            <a:lstStyle/>
            <a:p>
              <a:pPr algn="ctr"/>
              <a:r>
                <a:rPr lang="zh-CN" altLang="en-US" sz="700" b="1" dirty="0">
                  <a:solidFill>
                    <a:schemeClr val="bg1"/>
                  </a:solidFill>
                </a:rPr>
                <a:t>线下服务网点</a:t>
              </a:r>
            </a:p>
          </p:txBody>
        </p:sp>
        <p:sp>
          <p:nvSpPr>
            <p:cNvPr id="1374" name="文本框 1373">
              <a:extLst>
                <a:ext uri="{FF2B5EF4-FFF2-40B4-BE49-F238E27FC236}">
                  <a16:creationId xmlns:a16="http://schemas.microsoft.com/office/drawing/2014/main" id="{A9CC490E-198B-D332-647A-5AC42049952E}"/>
                </a:ext>
              </a:extLst>
            </p:cNvPr>
            <p:cNvSpPr txBox="1">
              <a:spLocks/>
            </p:cNvSpPr>
            <p:nvPr/>
          </p:nvSpPr>
          <p:spPr>
            <a:xfrm rot="16665096">
              <a:off x="4297718" y="3473634"/>
              <a:ext cx="734456" cy="171707"/>
            </a:xfrm>
            <a:prstGeom prst="rect">
              <a:avLst/>
            </a:prstGeom>
            <a:noFill/>
          </p:spPr>
          <p:txBody>
            <a:bodyPr wrap="none" lIns="0" tIns="0" rIns="0" bIns="0" rtlCol="0">
              <a:prstTxWarp prst="textArchUp">
                <a:avLst/>
              </a:prstTxWarp>
              <a:spAutoFit/>
            </a:bodyPr>
            <a:lstStyle/>
            <a:p>
              <a:pPr algn="ctr"/>
              <a:r>
                <a:rPr lang="zh-CN" altLang="en-US" sz="700" b="1" dirty="0">
                  <a:solidFill>
                    <a:schemeClr val="bg1"/>
                  </a:solidFill>
                </a:rPr>
                <a:t>商务咨询服务</a:t>
              </a:r>
            </a:p>
          </p:txBody>
        </p:sp>
        <p:sp>
          <p:nvSpPr>
            <p:cNvPr id="1375" name="文本框 1374">
              <a:extLst>
                <a:ext uri="{FF2B5EF4-FFF2-40B4-BE49-F238E27FC236}">
                  <a16:creationId xmlns:a16="http://schemas.microsoft.com/office/drawing/2014/main" id="{E6F00B7C-D6C7-9AC4-3F08-59D643070F68}"/>
                </a:ext>
              </a:extLst>
            </p:cNvPr>
            <p:cNvSpPr txBox="1"/>
            <p:nvPr/>
          </p:nvSpPr>
          <p:spPr>
            <a:xfrm rot="16200000">
              <a:off x="3886048" y="3434431"/>
              <a:ext cx="742094" cy="180092"/>
            </a:xfrm>
            <a:prstGeom prst="rect">
              <a:avLst/>
            </a:prstGeom>
            <a:noFill/>
          </p:spPr>
          <p:txBody>
            <a:bodyPr wrap="none" lIns="0" tIns="0" rIns="0" bIns="0" rtlCol="0">
              <a:spAutoFit/>
            </a:bodyPr>
            <a:lstStyle/>
            <a:p>
              <a:pPr indent="-72000">
                <a:buFont typeface="Arial" panose="020B0604020202020204" pitchFamily="34" charset="0"/>
                <a:buChar char="•"/>
              </a:pPr>
              <a:r>
                <a:rPr lang="zh-CN" altLang="en-US" sz="600" dirty="0">
                  <a:solidFill>
                    <a:schemeClr val="bg1"/>
                  </a:solidFill>
                </a:rPr>
                <a:t>商务咨询</a:t>
              </a:r>
              <a:r>
                <a:rPr lang="en-US" altLang="zh-CN" sz="600" dirty="0">
                  <a:solidFill>
                    <a:schemeClr val="bg1"/>
                  </a:solidFill>
                </a:rPr>
                <a:t>Email</a:t>
              </a:r>
            </a:p>
            <a:p>
              <a:pPr indent="-72000">
                <a:buFont typeface="Arial" panose="020B0604020202020204" pitchFamily="34" charset="0"/>
                <a:buChar char="•"/>
              </a:pPr>
              <a:r>
                <a:rPr lang="zh-CN" altLang="en-US" sz="600" dirty="0">
                  <a:solidFill>
                    <a:schemeClr val="bg1"/>
                  </a:solidFill>
                </a:rPr>
                <a:t>商务咨询电话</a:t>
              </a:r>
            </a:p>
          </p:txBody>
        </p:sp>
        <p:sp>
          <p:nvSpPr>
            <p:cNvPr id="1376" name="文本框 1375">
              <a:extLst>
                <a:ext uri="{FF2B5EF4-FFF2-40B4-BE49-F238E27FC236}">
                  <a16:creationId xmlns:a16="http://schemas.microsoft.com/office/drawing/2014/main" id="{2002A786-D488-71C0-63F0-9EB7686C19F7}"/>
                </a:ext>
              </a:extLst>
            </p:cNvPr>
            <p:cNvSpPr txBox="1">
              <a:spLocks/>
            </p:cNvSpPr>
            <p:nvPr/>
          </p:nvSpPr>
          <p:spPr>
            <a:xfrm rot="3507538">
              <a:off x="4482787" y="4427181"/>
              <a:ext cx="734456" cy="171707"/>
            </a:xfrm>
            <a:prstGeom prst="rect">
              <a:avLst/>
            </a:prstGeom>
            <a:noFill/>
          </p:spPr>
          <p:txBody>
            <a:bodyPr wrap="none" lIns="0" tIns="0" rIns="0" bIns="0" rtlCol="0">
              <a:prstTxWarp prst="textArchDown">
                <a:avLst/>
              </a:prstTxWarp>
              <a:spAutoFit/>
            </a:bodyPr>
            <a:lstStyle/>
            <a:p>
              <a:pPr algn="ctr"/>
              <a:r>
                <a:rPr lang="zh-CN" altLang="en-US" sz="700" b="1" dirty="0">
                  <a:solidFill>
                    <a:schemeClr val="bg1"/>
                  </a:solidFill>
                </a:rPr>
                <a:t>技术支持服务</a:t>
              </a:r>
            </a:p>
          </p:txBody>
        </p:sp>
        <p:sp>
          <p:nvSpPr>
            <p:cNvPr id="1377" name="文本框 1376">
              <a:extLst>
                <a:ext uri="{FF2B5EF4-FFF2-40B4-BE49-F238E27FC236}">
                  <a16:creationId xmlns:a16="http://schemas.microsoft.com/office/drawing/2014/main" id="{ED9356A2-87C6-4F62-61ED-356A1216C014}"/>
                </a:ext>
              </a:extLst>
            </p:cNvPr>
            <p:cNvSpPr txBox="1"/>
            <p:nvPr/>
          </p:nvSpPr>
          <p:spPr>
            <a:xfrm rot="3539639">
              <a:off x="4204970" y="4590955"/>
              <a:ext cx="742094" cy="270139"/>
            </a:xfrm>
            <a:prstGeom prst="rect">
              <a:avLst/>
            </a:prstGeom>
            <a:noFill/>
          </p:spPr>
          <p:txBody>
            <a:bodyPr wrap="none" lIns="0" tIns="0" rIns="0" bIns="0" rtlCol="0">
              <a:spAutoFit/>
            </a:bodyPr>
            <a:lstStyle/>
            <a:p>
              <a:pPr indent="-72000">
                <a:buFont typeface="Arial" panose="020B0604020202020204" pitchFamily="34" charset="0"/>
                <a:buChar char="•"/>
              </a:pPr>
              <a:r>
                <a:rPr lang="zh-CN" altLang="en-US" sz="600" dirty="0">
                  <a:solidFill>
                    <a:schemeClr val="bg1"/>
                  </a:solidFill>
                </a:rPr>
                <a:t>技术支持</a:t>
              </a:r>
              <a:r>
                <a:rPr lang="en-US" altLang="zh-CN" sz="600" dirty="0">
                  <a:solidFill>
                    <a:schemeClr val="bg1"/>
                  </a:solidFill>
                </a:rPr>
                <a:t>Email</a:t>
              </a:r>
            </a:p>
            <a:p>
              <a:pPr indent="-72000">
                <a:buFont typeface="Arial" panose="020B0604020202020204" pitchFamily="34" charset="0"/>
                <a:buChar char="•"/>
              </a:pPr>
              <a:r>
                <a:rPr lang="zh-CN" altLang="en-US" sz="600" dirty="0">
                  <a:solidFill>
                    <a:schemeClr val="bg1"/>
                  </a:solidFill>
                </a:rPr>
                <a:t>技术支持电话</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服务平台</a:t>
              </a:r>
            </a:p>
          </p:txBody>
        </p:sp>
        <p:sp>
          <p:nvSpPr>
            <p:cNvPr id="1378" name="文本框 1377">
              <a:extLst>
                <a:ext uri="{FF2B5EF4-FFF2-40B4-BE49-F238E27FC236}">
                  <a16:creationId xmlns:a16="http://schemas.microsoft.com/office/drawing/2014/main" id="{7D17159D-8D85-A976-E7D6-8DBFFAF6539E}"/>
                </a:ext>
              </a:extLst>
            </p:cNvPr>
            <p:cNvSpPr txBox="1">
              <a:spLocks/>
            </p:cNvSpPr>
            <p:nvPr/>
          </p:nvSpPr>
          <p:spPr>
            <a:xfrm rot="764126">
              <a:off x="6079720" y="2238396"/>
              <a:ext cx="641338" cy="171707"/>
            </a:xfrm>
            <a:prstGeom prst="rect">
              <a:avLst/>
            </a:prstGeom>
            <a:noFill/>
          </p:spPr>
          <p:txBody>
            <a:bodyPr wrap="none" lIns="0" tIns="0" rIns="0" bIns="0" rtlCol="0">
              <a:prstTxWarp prst="textArchUp">
                <a:avLst/>
              </a:prstTxWarp>
              <a:spAutoFit/>
            </a:bodyPr>
            <a:lstStyle/>
            <a:p>
              <a:pPr algn="ctr"/>
              <a:r>
                <a:rPr lang="zh-CN" altLang="en-US" sz="700" b="1" dirty="0">
                  <a:solidFill>
                    <a:schemeClr val="bg1"/>
                  </a:solidFill>
                </a:rPr>
                <a:t>需求规划</a:t>
              </a:r>
            </a:p>
          </p:txBody>
        </p:sp>
        <p:sp>
          <p:nvSpPr>
            <p:cNvPr id="1379" name="文本框 1378">
              <a:extLst>
                <a:ext uri="{FF2B5EF4-FFF2-40B4-BE49-F238E27FC236}">
                  <a16:creationId xmlns:a16="http://schemas.microsoft.com/office/drawing/2014/main" id="{7CBDA5E3-FE83-C593-F1AC-0C6EFFCFAF3D}"/>
                </a:ext>
              </a:extLst>
            </p:cNvPr>
            <p:cNvSpPr txBox="1"/>
            <p:nvPr/>
          </p:nvSpPr>
          <p:spPr>
            <a:xfrm rot="458916">
              <a:off x="6019017" y="1748971"/>
              <a:ext cx="853875" cy="355021"/>
            </a:xfrm>
            <a:prstGeom prst="rect">
              <a:avLst/>
            </a:prstGeom>
            <a:noFill/>
          </p:spPr>
          <p:txBody>
            <a:bodyPr wrap="none" lIns="0" tIns="0" rIns="0" bIns="0" rtlCol="0">
              <a:spAutoFit/>
            </a:bodyPr>
            <a:lstStyle/>
            <a:p>
              <a:pPr indent="-72000">
                <a:buFont typeface="Arial" panose="020B0604020202020204" pitchFamily="34" charset="0"/>
                <a:buChar char="•"/>
              </a:pPr>
              <a:r>
                <a:rPr lang="zh-CN" altLang="en-US" sz="600" dirty="0">
                  <a:solidFill>
                    <a:schemeClr val="bg1"/>
                  </a:solidFill>
                </a:rPr>
                <a:t>丰富案例库支撑</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引导式</a:t>
              </a:r>
              <a:r>
                <a:rPr lang="en-US" altLang="zh-CN" sz="600" dirty="0">
                  <a:solidFill>
                    <a:schemeClr val="bg1"/>
                  </a:solidFill>
                </a:rPr>
                <a:t>/</a:t>
              </a:r>
              <a:r>
                <a:rPr lang="zh-CN" altLang="en-US" sz="600" dirty="0">
                  <a:solidFill>
                    <a:schemeClr val="bg1"/>
                  </a:solidFill>
                </a:rPr>
                <a:t>咨询师需求挖掘</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面向价值的需求挖掘</a:t>
              </a:r>
            </a:p>
          </p:txBody>
        </p:sp>
        <p:sp>
          <p:nvSpPr>
            <p:cNvPr id="1380" name="文本框 1379">
              <a:extLst>
                <a:ext uri="{FF2B5EF4-FFF2-40B4-BE49-F238E27FC236}">
                  <a16:creationId xmlns:a16="http://schemas.microsoft.com/office/drawing/2014/main" id="{6A4AEAC1-381A-6761-F0DB-54047815BBFF}"/>
                </a:ext>
              </a:extLst>
            </p:cNvPr>
            <p:cNvSpPr txBox="1">
              <a:spLocks/>
            </p:cNvSpPr>
            <p:nvPr/>
          </p:nvSpPr>
          <p:spPr>
            <a:xfrm rot="2369340">
              <a:off x="6692564" y="2535269"/>
              <a:ext cx="641338" cy="171707"/>
            </a:xfrm>
            <a:prstGeom prst="rect">
              <a:avLst/>
            </a:prstGeom>
            <a:noFill/>
          </p:spPr>
          <p:txBody>
            <a:bodyPr wrap="none" lIns="0" tIns="0" rIns="0" bIns="0" rtlCol="0">
              <a:prstTxWarp prst="textArchUp">
                <a:avLst/>
              </a:prstTxWarp>
              <a:spAutoFit/>
            </a:bodyPr>
            <a:lstStyle/>
            <a:p>
              <a:pPr algn="ctr"/>
              <a:r>
                <a:rPr lang="zh-CN" altLang="en-US" sz="700" b="1" dirty="0">
                  <a:solidFill>
                    <a:schemeClr val="bg1"/>
                  </a:solidFill>
                </a:rPr>
                <a:t>系统构建</a:t>
              </a:r>
            </a:p>
          </p:txBody>
        </p:sp>
        <p:sp>
          <p:nvSpPr>
            <p:cNvPr id="1381" name="文本框 1380">
              <a:extLst>
                <a:ext uri="{FF2B5EF4-FFF2-40B4-BE49-F238E27FC236}">
                  <a16:creationId xmlns:a16="http://schemas.microsoft.com/office/drawing/2014/main" id="{08726DCC-343A-2A3E-538A-5ADB722E0EE8}"/>
                </a:ext>
              </a:extLst>
            </p:cNvPr>
            <p:cNvSpPr txBox="1"/>
            <p:nvPr/>
          </p:nvSpPr>
          <p:spPr>
            <a:xfrm rot="2298172">
              <a:off x="6912121" y="2165984"/>
              <a:ext cx="670969" cy="355021"/>
            </a:xfrm>
            <a:prstGeom prst="rect">
              <a:avLst/>
            </a:prstGeom>
            <a:noFill/>
          </p:spPr>
          <p:txBody>
            <a:bodyPr wrap="none" lIns="0" tIns="0" rIns="0" bIns="0" rtlCol="0">
              <a:spAutoFit/>
            </a:bodyPr>
            <a:lstStyle/>
            <a:p>
              <a:pPr indent="-72000">
                <a:buFont typeface="Arial" panose="020B0604020202020204" pitchFamily="34" charset="0"/>
                <a:buChar char="•"/>
              </a:pPr>
              <a:r>
                <a:rPr lang="zh-CN" altLang="en-US" sz="600" dirty="0">
                  <a:solidFill>
                    <a:schemeClr val="bg1"/>
                  </a:solidFill>
                </a:rPr>
                <a:t>长效系统运营机制</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模块化开发</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可扩张性技术预研</a:t>
              </a:r>
            </a:p>
          </p:txBody>
        </p:sp>
        <p:sp>
          <p:nvSpPr>
            <p:cNvPr id="1382" name="文本框 1381">
              <a:extLst>
                <a:ext uri="{FF2B5EF4-FFF2-40B4-BE49-F238E27FC236}">
                  <a16:creationId xmlns:a16="http://schemas.microsoft.com/office/drawing/2014/main" id="{3086FD4C-20A6-2246-6438-A9B48EBF3DAA}"/>
                </a:ext>
              </a:extLst>
            </p:cNvPr>
            <p:cNvSpPr txBox="1">
              <a:spLocks/>
            </p:cNvSpPr>
            <p:nvPr/>
          </p:nvSpPr>
          <p:spPr>
            <a:xfrm rot="3881915">
              <a:off x="7082792" y="3038585"/>
              <a:ext cx="641338" cy="171707"/>
            </a:xfrm>
            <a:prstGeom prst="rect">
              <a:avLst/>
            </a:prstGeom>
            <a:noFill/>
          </p:spPr>
          <p:txBody>
            <a:bodyPr wrap="none" lIns="0" tIns="0" rIns="0" bIns="0" rtlCol="0">
              <a:prstTxWarp prst="textArchUp">
                <a:avLst/>
              </a:prstTxWarp>
              <a:spAutoFit/>
            </a:bodyPr>
            <a:lstStyle/>
            <a:p>
              <a:pPr algn="ctr"/>
              <a:r>
                <a:rPr lang="zh-CN" altLang="en-US" sz="700" b="1" dirty="0">
                  <a:solidFill>
                    <a:schemeClr val="bg1"/>
                  </a:solidFill>
                </a:rPr>
                <a:t>数据策略</a:t>
              </a:r>
            </a:p>
          </p:txBody>
        </p:sp>
        <p:sp>
          <p:nvSpPr>
            <p:cNvPr id="1383" name="文本框 1382">
              <a:extLst>
                <a:ext uri="{FF2B5EF4-FFF2-40B4-BE49-F238E27FC236}">
                  <a16:creationId xmlns:a16="http://schemas.microsoft.com/office/drawing/2014/main" id="{C939F3BA-5699-1FB3-B937-D52C8815EC84}"/>
                </a:ext>
              </a:extLst>
            </p:cNvPr>
            <p:cNvSpPr txBox="1"/>
            <p:nvPr/>
          </p:nvSpPr>
          <p:spPr>
            <a:xfrm rot="3973993">
              <a:off x="7432266" y="2923253"/>
              <a:ext cx="783184" cy="270139"/>
            </a:xfrm>
            <a:prstGeom prst="rect">
              <a:avLst/>
            </a:prstGeom>
            <a:noFill/>
          </p:spPr>
          <p:txBody>
            <a:bodyPr wrap="none" lIns="0" tIns="0" rIns="0" bIns="0" rtlCol="0">
              <a:spAutoFit/>
            </a:bodyPr>
            <a:lstStyle/>
            <a:p>
              <a:pPr indent="-72000">
                <a:buFont typeface="Arial" panose="020B0604020202020204" pitchFamily="34" charset="0"/>
                <a:buChar char="•"/>
              </a:pPr>
              <a:r>
                <a:rPr lang="zh-CN" altLang="en-US" sz="600" dirty="0">
                  <a:solidFill>
                    <a:schemeClr val="bg1"/>
                  </a:solidFill>
                </a:rPr>
                <a:t>数据监控自动化</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数据治理策略</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数据问题洞察</a:t>
              </a:r>
            </a:p>
          </p:txBody>
        </p:sp>
        <p:cxnSp>
          <p:nvCxnSpPr>
            <p:cNvPr id="1384" name="直接连接符 1383">
              <a:extLst>
                <a:ext uri="{FF2B5EF4-FFF2-40B4-BE49-F238E27FC236}">
                  <a16:creationId xmlns:a16="http://schemas.microsoft.com/office/drawing/2014/main" id="{599CC0B2-0915-5C90-254E-3ABF1C4B2D5C}"/>
                </a:ext>
              </a:extLst>
            </p:cNvPr>
            <p:cNvCxnSpPr>
              <a:cxnSpLocks/>
            </p:cNvCxnSpPr>
            <p:nvPr/>
          </p:nvCxnSpPr>
          <p:spPr>
            <a:xfrm flipH="1">
              <a:off x="6789329" y="1855417"/>
              <a:ext cx="211005" cy="554985"/>
            </a:xfrm>
            <a:prstGeom prst="line">
              <a:avLst/>
            </a:prstGeom>
            <a:ln w="12700" cap="rnd">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385" name="直接连接符 1384">
              <a:extLst>
                <a:ext uri="{FF2B5EF4-FFF2-40B4-BE49-F238E27FC236}">
                  <a16:creationId xmlns:a16="http://schemas.microsoft.com/office/drawing/2014/main" id="{E9863609-379E-6871-F899-3BBFA6E47A99}"/>
                </a:ext>
              </a:extLst>
            </p:cNvPr>
            <p:cNvCxnSpPr>
              <a:cxnSpLocks/>
            </p:cNvCxnSpPr>
            <p:nvPr/>
          </p:nvCxnSpPr>
          <p:spPr>
            <a:xfrm flipH="1">
              <a:off x="7303736" y="2482916"/>
              <a:ext cx="383193" cy="370604"/>
            </a:xfrm>
            <a:prstGeom prst="line">
              <a:avLst/>
            </a:prstGeom>
            <a:ln w="12700" cap="rnd">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386" name="直接连接符 1385">
              <a:extLst>
                <a:ext uri="{FF2B5EF4-FFF2-40B4-BE49-F238E27FC236}">
                  <a16:creationId xmlns:a16="http://schemas.microsoft.com/office/drawing/2014/main" id="{B1CB70B3-6988-B982-0943-545FF9867FAF}"/>
                </a:ext>
              </a:extLst>
            </p:cNvPr>
            <p:cNvCxnSpPr>
              <a:cxnSpLocks/>
            </p:cNvCxnSpPr>
            <p:nvPr/>
          </p:nvCxnSpPr>
          <p:spPr>
            <a:xfrm flipH="1">
              <a:off x="7544503" y="3362788"/>
              <a:ext cx="493569" cy="93646"/>
            </a:xfrm>
            <a:prstGeom prst="line">
              <a:avLst/>
            </a:prstGeom>
            <a:ln w="12700" cap="rnd">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387" name="直接连接符 1386">
              <a:extLst>
                <a:ext uri="{FF2B5EF4-FFF2-40B4-BE49-F238E27FC236}">
                  <a16:creationId xmlns:a16="http://schemas.microsoft.com/office/drawing/2014/main" id="{80FBC1D9-E48B-42D2-FDDB-FCE3C2E3DF63}"/>
                </a:ext>
              </a:extLst>
            </p:cNvPr>
            <p:cNvCxnSpPr>
              <a:cxnSpLocks/>
            </p:cNvCxnSpPr>
            <p:nvPr/>
          </p:nvCxnSpPr>
          <p:spPr>
            <a:xfrm flipH="1" flipV="1">
              <a:off x="7500823" y="4196564"/>
              <a:ext cx="578741" cy="207109"/>
            </a:xfrm>
            <a:prstGeom prst="line">
              <a:avLst/>
            </a:prstGeom>
            <a:ln w="12700" cap="rnd">
              <a:gradFill>
                <a:gsLst>
                  <a:gs pos="0">
                    <a:schemeClr val="accent1"/>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388" name="文本框 1387">
              <a:extLst>
                <a:ext uri="{FF2B5EF4-FFF2-40B4-BE49-F238E27FC236}">
                  <a16:creationId xmlns:a16="http://schemas.microsoft.com/office/drawing/2014/main" id="{5BC2BB1C-B8BA-0208-3B38-04854581A9D7}"/>
                </a:ext>
              </a:extLst>
            </p:cNvPr>
            <p:cNvSpPr txBox="1"/>
            <p:nvPr/>
          </p:nvSpPr>
          <p:spPr>
            <a:xfrm rot="20829892">
              <a:off x="5491131" y="2505035"/>
              <a:ext cx="668292" cy="125985"/>
            </a:xfrm>
            <a:prstGeom prst="rect">
              <a:avLst/>
            </a:prstGeom>
            <a:noFill/>
          </p:spPr>
          <p:txBody>
            <a:bodyPr wrap="none" lIns="0" tIns="0" rIns="0" bIns="0" rtlCol="0">
              <a:prstTxWarp prst="textArchUp">
                <a:avLst/>
              </a:prstTxWarp>
              <a:spAutoFit/>
            </a:bodyPr>
            <a:lstStyle/>
            <a:p>
              <a:pPr algn="ctr"/>
              <a:r>
                <a:rPr lang="zh-CN" altLang="en-US" sz="700" b="1" dirty="0">
                  <a:solidFill>
                    <a:schemeClr val="accent1"/>
                  </a:solidFill>
                </a:rPr>
                <a:t>协助二次开发</a:t>
              </a:r>
            </a:p>
          </p:txBody>
        </p:sp>
        <p:sp>
          <p:nvSpPr>
            <p:cNvPr id="1389" name="文本框 1388">
              <a:extLst>
                <a:ext uri="{FF2B5EF4-FFF2-40B4-BE49-F238E27FC236}">
                  <a16:creationId xmlns:a16="http://schemas.microsoft.com/office/drawing/2014/main" id="{A7CAF046-ABE5-F32B-6DB7-7F479860F3A6}"/>
                </a:ext>
              </a:extLst>
            </p:cNvPr>
            <p:cNvSpPr txBox="1"/>
            <p:nvPr/>
          </p:nvSpPr>
          <p:spPr>
            <a:xfrm rot="20794811">
              <a:off x="5594968" y="2691305"/>
              <a:ext cx="497447" cy="125985"/>
            </a:xfrm>
            <a:prstGeom prst="rect">
              <a:avLst/>
            </a:prstGeom>
            <a:noFill/>
          </p:spPr>
          <p:txBody>
            <a:bodyPr wrap="none" lIns="0" tIns="0" rIns="0" bIns="0" rtlCol="0">
              <a:prstTxWarp prst="textArchUp">
                <a:avLst/>
              </a:prstTxWarp>
              <a:spAutoFit/>
            </a:bodyPr>
            <a:lstStyle/>
            <a:p>
              <a:pPr algn="ctr"/>
              <a:r>
                <a:rPr lang="zh-CN" altLang="en-US" sz="700" b="1" dirty="0">
                  <a:solidFill>
                    <a:schemeClr val="accent1"/>
                  </a:solidFill>
                </a:rPr>
                <a:t>信息巡检</a:t>
              </a:r>
            </a:p>
          </p:txBody>
        </p:sp>
        <p:sp>
          <p:nvSpPr>
            <p:cNvPr id="1390" name="文本框 1389">
              <a:extLst>
                <a:ext uri="{FF2B5EF4-FFF2-40B4-BE49-F238E27FC236}">
                  <a16:creationId xmlns:a16="http://schemas.microsoft.com/office/drawing/2014/main" id="{22F8FAE7-87CB-7751-00FD-2DA5050E5CF4}"/>
                </a:ext>
              </a:extLst>
            </p:cNvPr>
            <p:cNvSpPr txBox="1"/>
            <p:nvPr/>
          </p:nvSpPr>
          <p:spPr>
            <a:xfrm rot="19075951">
              <a:off x="4996955" y="2788768"/>
              <a:ext cx="575066" cy="125985"/>
            </a:xfrm>
            <a:prstGeom prst="rect">
              <a:avLst/>
            </a:prstGeom>
            <a:noFill/>
          </p:spPr>
          <p:txBody>
            <a:bodyPr wrap="none" lIns="0" tIns="0" rIns="0" bIns="0" rtlCol="0">
              <a:prstTxWarp prst="textArchUp">
                <a:avLst/>
              </a:prstTxWarp>
              <a:spAutoFit/>
            </a:bodyPr>
            <a:lstStyle/>
            <a:p>
              <a:pPr algn="ctr"/>
              <a:r>
                <a:rPr lang="zh-CN" altLang="en-US" sz="700" b="1" dirty="0">
                  <a:solidFill>
                    <a:schemeClr val="accent1"/>
                  </a:solidFill>
                </a:rPr>
                <a:t>紧急救援服务</a:t>
              </a:r>
            </a:p>
          </p:txBody>
        </p:sp>
        <p:sp>
          <p:nvSpPr>
            <p:cNvPr id="1391" name="文本框 1390">
              <a:extLst>
                <a:ext uri="{FF2B5EF4-FFF2-40B4-BE49-F238E27FC236}">
                  <a16:creationId xmlns:a16="http://schemas.microsoft.com/office/drawing/2014/main" id="{CE69FCB8-8F12-FA62-1CA5-B424BC8565CF}"/>
                </a:ext>
              </a:extLst>
            </p:cNvPr>
            <p:cNvSpPr txBox="1">
              <a:spLocks/>
            </p:cNvSpPr>
            <p:nvPr/>
          </p:nvSpPr>
          <p:spPr>
            <a:xfrm rot="18996247">
              <a:off x="5167531" y="2928190"/>
              <a:ext cx="454079" cy="95863"/>
            </a:xfrm>
            <a:prstGeom prst="rect">
              <a:avLst/>
            </a:prstGeom>
            <a:noFill/>
          </p:spPr>
          <p:txBody>
            <a:bodyPr wrap="none" lIns="0" tIns="0" rIns="0" bIns="0" rtlCol="0">
              <a:prstTxWarp prst="textArchUp">
                <a:avLst/>
              </a:prstTxWarp>
              <a:spAutoFit/>
            </a:bodyPr>
            <a:lstStyle/>
            <a:p>
              <a:pPr algn="ctr"/>
              <a:r>
                <a:rPr lang="zh-CN" altLang="en-US" sz="700" b="1" dirty="0">
                  <a:solidFill>
                    <a:schemeClr val="accent1"/>
                  </a:solidFill>
                </a:rPr>
                <a:t>定期培训</a:t>
              </a:r>
            </a:p>
          </p:txBody>
        </p:sp>
        <p:sp>
          <p:nvSpPr>
            <p:cNvPr id="1392" name="文本框 1391">
              <a:extLst>
                <a:ext uri="{FF2B5EF4-FFF2-40B4-BE49-F238E27FC236}">
                  <a16:creationId xmlns:a16="http://schemas.microsoft.com/office/drawing/2014/main" id="{BCF0CC11-4831-D249-AADA-6952AEDC6540}"/>
                </a:ext>
              </a:extLst>
            </p:cNvPr>
            <p:cNvSpPr txBox="1"/>
            <p:nvPr/>
          </p:nvSpPr>
          <p:spPr>
            <a:xfrm rot="17344234">
              <a:off x="4638757" y="3243098"/>
              <a:ext cx="762828" cy="253786"/>
            </a:xfrm>
            <a:prstGeom prst="rect">
              <a:avLst/>
            </a:prstGeom>
            <a:noFill/>
          </p:spPr>
          <p:txBody>
            <a:bodyPr wrap="none" lIns="0" tIns="0" rIns="0" bIns="0" rtlCol="0">
              <a:prstTxWarp prst="textArchUp">
                <a:avLst/>
              </a:prstTxWarp>
              <a:spAutoFit/>
            </a:bodyPr>
            <a:lstStyle/>
            <a:p>
              <a:pPr algn="ctr"/>
              <a:r>
                <a:rPr lang="zh-CN" altLang="en-US" sz="700" b="1" dirty="0">
                  <a:solidFill>
                    <a:schemeClr val="accent1"/>
                  </a:solidFill>
                </a:rPr>
                <a:t>现场技术支持</a:t>
              </a:r>
            </a:p>
          </p:txBody>
        </p:sp>
        <p:sp>
          <p:nvSpPr>
            <p:cNvPr id="1393" name="文本框 1392">
              <a:extLst>
                <a:ext uri="{FF2B5EF4-FFF2-40B4-BE49-F238E27FC236}">
                  <a16:creationId xmlns:a16="http://schemas.microsoft.com/office/drawing/2014/main" id="{887478EA-F5D8-A076-02D0-0CBBCF66655A}"/>
                </a:ext>
              </a:extLst>
            </p:cNvPr>
            <p:cNvSpPr txBox="1"/>
            <p:nvPr/>
          </p:nvSpPr>
          <p:spPr>
            <a:xfrm rot="17407994">
              <a:off x="4917367" y="3333028"/>
              <a:ext cx="419953" cy="103652"/>
            </a:xfrm>
            <a:prstGeom prst="rect">
              <a:avLst/>
            </a:prstGeom>
            <a:noFill/>
          </p:spPr>
          <p:txBody>
            <a:bodyPr wrap="none" lIns="0" tIns="0" rIns="0" bIns="0" rtlCol="0">
              <a:prstTxWarp prst="textArchUp">
                <a:avLst/>
              </a:prstTxWarp>
              <a:spAutoFit/>
            </a:bodyPr>
            <a:lstStyle/>
            <a:p>
              <a:pPr algn="ctr"/>
              <a:r>
                <a:rPr lang="zh-CN" altLang="en-US" sz="700" b="1" dirty="0">
                  <a:solidFill>
                    <a:schemeClr val="accent1"/>
                  </a:solidFill>
                </a:rPr>
                <a:t>问题解析</a:t>
              </a:r>
            </a:p>
          </p:txBody>
        </p:sp>
        <p:sp>
          <p:nvSpPr>
            <p:cNvPr id="1394" name="文本框 1393">
              <a:extLst>
                <a:ext uri="{FF2B5EF4-FFF2-40B4-BE49-F238E27FC236}">
                  <a16:creationId xmlns:a16="http://schemas.microsoft.com/office/drawing/2014/main" id="{3B875B7D-D469-E599-61B6-492D94FC60CE}"/>
                </a:ext>
              </a:extLst>
            </p:cNvPr>
            <p:cNvSpPr txBox="1"/>
            <p:nvPr/>
          </p:nvSpPr>
          <p:spPr>
            <a:xfrm rot="15605638">
              <a:off x="4646811" y="3902914"/>
              <a:ext cx="524941" cy="95863"/>
            </a:xfrm>
            <a:prstGeom prst="rect">
              <a:avLst/>
            </a:prstGeom>
            <a:noFill/>
          </p:spPr>
          <p:txBody>
            <a:bodyPr wrap="none" lIns="0" tIns="0" rIns="0" bIns="0" rtlCol="0">
              <a:prstTxWarp prst="textArchUp">
                <a:avLst/>
              </a:prstTxWarp>
              <a:spAutoFit/>
            </a:bodyPr>
            <a:lstStyle/>
            <a:p>
              <a:pPr algn="ctr"/>
              <a:r>
                <a:rPr lang="zh-CN" altLang="en-US" sz="700" b="1" dirty="0">
                  <a:solidFill>
                    <a:schemeClr val="accent1"/>
                  </a:solidFill>
                </a:rPr>
                <a:t>定制化培训</a:t>
              </a:r>
            </a:p>
          </p:txBody>
        </p:sp>
        <p:sp>
          <p:nvSpPr>
            <p:cNvPr id="1395" name="文本框 1394">
              <a:extLst>
                <a:ext uri="{FF2B5EF4-FFF2-40B4-BE49-F238E27FC236}">
                  <a16:creationId xmlns:a16="http://schemas.microsoft.com/office/drawing/2014/main" id="{24B39ADB-A778-1144-7813-81B862B9EA99}"/>
                </a:ext>
              </a:extLst>
            </p:cNvPr>
            <p:cNvSpPr txBox="1"/>
            <p:nvPr/>
          </p:nvSpPr>
          <p:spPr>
            <a:xfrm rot="15639312">
              <a:off x="4833902" y="3829787"/>
              <a:ext cx="493402" cy="95863"/>
            </a:xfrm>
            <a:prstGeom prst="rect">
              <a:avLst/>
            </a:prstGeom>
            <a:noFill/>
          </p:spPr>
          <p:txBody>
            <a:bodyPr wrap="none" lIns="0" tIns="0" rIns="0" bIns="0" rtlCol="0">
              <a:prstTxWarp prst="textArchUp">
                <a:avLst/>
              </a:prstTxWarp>
              <a:spAutoFit/>
            </a:bodyPr>
            <a:lstStyle/>
            <a:p>
              <a:pPr algn="ctr"/>
              <a:r>
                <a:rPr lang="zh-CN" altLang="en-US" sz="700" b="1" dirty="0">
                  <a:solidFill>
                    <a:schemeClr val="accent1"/>
                  </a:solidFill>
                </a:rPr>
                <a:t>需求反馈</a:t>
              </a:r>
            </a:p>
          </p:txBody>
        </p:sp>
        <p:sp>
          <p:nvSpPr>
            <p:cNvPr id="1396" name="文本框 1395">
              <a:extLst>
                <a:ext uri="{FF2B5EF4-FFF2-40B4-BE49-F238E27FC236}">
                  <a16:creationId xmlns:a16="http://schemas.microsoft.com/office/drawing/2014/main" id="{83358774-BA4E-E144-CEF9-1AB94FC87CA6}"/>
                </a:ext>
              </a:extLst>
            </p:cNvPr>
            <p:cNvSpPr txBox="1"/>
            <p:nvPr/>
          </p:nvSpPr>
          <p:spPr>
            <a:xfrm rot="3230841">
              <a:off x="4825439" y="4382235"/>
              <a:ext cx="524941" cy="95863"/>
            </a:xfrm>
            <a:prstGeom prst="rect">
              <a:avLst/>
            </a:prstGeom>
            <a:noFill/>
          </p:spPr>
          <p:txBody>
            <a:bodyPr wrap="square" lIns="0" tIns="0" rIns="0" bIns="0" rtlCol="0">
              <a:prstTxWarp prst="textArchDown">
                <a:avLst/>
              </a:prstTxWarp>
              <a:spAutoFit/>
            </a:bodyPr>
            <a:lstStyle/>
            <a:p>
              <a:pPr algn="ctr"/>
              <a:r>
                <a:rPr lang="zh-CN" altLang="en-US" sz="700" b="1" dirty="0">
                  <a:solidFill>
                    <a:schemeClr val="accent1"/>
                  </a:solidFill>
                </a:rPr>
                <a:t>专属服务</a:t>
              </a:r>
            </a:p>
          </p:txBody>
        </p:sp>
        <p:sp>
          <p:nvSpPr>
            <p:cNvPr id="1397" name="文本框 1396">
              <a:extLst>
                <a:ext uri="{FF2B5EF4-FFF2-40B4-BE49-F238E27FC236}">
                  <a16:creationId xmlns:a16="http://schemas.microsoft.com/office/drawing/2014/main" id="{06282EE0-5646-7BCE-4E67-5BED8D7BB825}"/>
                </a:ext>
              </a:extLst>
            </p:cNvPr>
            <p:cNvSpPr txBox="1">
              <a:spLocks/>
            </p:cNvSpPr>
            <p:nvPr/>
          </p:nvSpPr>
          <p:spPr>
            <a:xfrm rot="3204914">
              <a:off x="5022792" y="4314916"/>
              <a:ext cx="454079" cy="95863"/>
            </a:xfrm>
            <a:prstGeom prst="rect">
              <a:avLst/>
            </a:prstGeom>
            <a:noFill/>
          </p:spPr>
          <p:txBody>
            <a:bodyPr wrap="none" lIns="0" tIns="0" rIns="0" bIns="0" rtlCol="0">
              <a:prstTxWarp prst="textArchDown">
                <a:avLst/>
              </a:prstTxWarp>
              <a:spAutoFit/>
            </a:bodyPr>
            <a:lstStyle/>
            <a:p>
              <a:pPr algn="ctr"/>
              <a:r>
                <a:rPr lang="zh-CN" altLang="en-US" sz="700" b="1" dirty="0">
                  <a:solidFill>
                    <a:schemeClr val="accent1"/>
                  </a:solidFill>
                </a:rPr>
                <a:t>版本升级</a:t>
              </a:r>
            </a:p>
          </p:txBody>
        </p:sp>
        <p:sp>
          <p:nvSpPr>
            <p:cNvPr id="1398" name="文本框 1397">
              <a:extLst>
                <a:ext uri="{FF2B5EF4-FFF2-40B4-BE49-F238E27FC236}">
                  <a16:creationId xmlns:a16="http://schemas.microsoft.com/office/drawing/2014/main" id="{3A66605A-E14D-992E-122B-1B25B6B058F7}"/>
                </a:ext>
              </a:extLst>
            </p:cNvPr>
            <p:cNvSpPr txBox="1"/>
            <p:nvPr/>
          </p:nvSpPr>
          <p:spPr>
            <a:xfrm rot="1827301">
              <a:off x="5227982" y="4663033"/>
              <a:ext cx="639182" cy="125985"/>
            </a:xfrm>
            <a:prstGeom prst="rect">
              <a:avLst/>
            </a:prstGeom>
            <a:noFill/>
          </p:spPr>
          <p:txBody>
            <a:bodyPr wrap="square" lIns="0" tIns="0" rIns="0" bIns="0" rtlCol="0">
              <a:prstTxWarp prst="textArchDown">
                <a:avLst/>
              </a:prstTxWarp>
              <a:spAutoFit/>
            </a:bodyPr>
            <a:lstStyle/>
            <a:p>
              <a:pPr algn="ctr"/>
              <a:r>
                <a:rPr lang="zh-CN" altLang="en-US" sz="700" b="1" dirty="0">
                  <a:solidFill>
                    <a:schemeClr val="accent1"/>
                  </a:solidFill>
                </a:rPr>
                <a:t>数据人才诊断</a:t>
              </a:r>
            </a:p>
          </p:txBody>
        </p:sp>
        <p:sp>
          <p:nvSpPr>
            <p:cNvPr id="1399" name="文本框 1398">
              <a:extLst>
                <a:ext uri="{FF2B5EF4-FFF2-40B4-BE49-F238E27FC236}">
                  <a16:creationId xmlns:a16="http://schemas.microsoft.com/office/drawing/2014/main" id="{DD93F41F-F152-A56F-AAAA-4CF0997CE901}"/>
                </a:ext>
              </a:extLst>
            </p:cNvPr>
            <p:cNvSpPr txBox="1"/>
            <p:nvPr/>
          </p:nvSpPr>
          <p:spPr>
            <a:xfrm>
              <a:off x="5773621" y="4808320"/>
              <a:ext cx="704362" cy="125985"/>
            </a:xfrm>
            <a:prstGeom prst="rect">
              <a:avLst/>
            </a:prstGeom>
            <a:noFill/>
          </p:spPr>
          <p:txBody>
            <a:bodyPr wrap="square" lIns="0" tIns="0" rIns="0" bIns="0" rtlCol="0">
              <a:prstTxWarp prst="textArchDown">
                <a:avLst/>
              </a:prstTxWarp>
              <a:spAutoFit/>
            </a:bodyPr>
            <a:lstStyle/>
            <a:p>
              <a:pPr algn="ctr"/>
              <a:r>
                <a:rPr lang="zh-CN" altLang="en-US" sz="700" b="1" dirty="0">
                  <a:solidFill>
                    <a:schemeClr val="accent1"/>
                  </a:solidFill>
                </a:rPr>
                <a:t>数据人才培养</a:t>
              </a:r>
            </a:p>
          </p:txBody>
        </p:sp>
        <p:sp>
          <p:nvSpPr>
            <p:cNvPr id="1400" name="文本框 1399">
              <a:extLst>
                <a:ext uri="{FF2B5EF4-FFF2-40B4-BE49-F238E27FC236}">
                  <a16:creationId xmlns:a16="http://schemas.microsoft.com/office/drawing/2014/main" id="{5499023F-326C-6C96-EE3E-A67F917F1E2A}"/>
                </a:ext>
              </a:extLst>
            </p:cNvPr>
            <p:cNvSpPr txBox="1"/>
            <p:nvPr/>
          </p:nvSpPr>
          <p:spPr>
            <a:xfrm rot="19405358">
              <a:off x="6414021" y="4644607"/>
              <a:ext cx="535271" cy="125985"/>
            </a:xfrm>
            <a:prstGeom prst="rect">
              <a:avLst/>
            </a:prstGeom>
            <a:noFill/>
          </p:spPr>
          <p:txBody>
            <a:bodyPr wrap="square" lIns="0" tIns="0" rIns="0" bIns="0" rtlCol="0">
              <a:prstTxWarp prst="textArchDown">
                <a:avLst/>
              </a:prstTxWarp>
              <a:spAutoFit/>
            </a:bodyPr>
            <a:lstStyle/>
            <a:p>
              <a:pPr algn="ctr"/>
              <a:r>
                <a:rPr lang="zh-CN" altLang="en-US" sz="700" b="1" dirty="0">
                  <a:solidFill>
                    <a:schemeClr val="accent1"/>
                  </a:solidFill>
                </a:rPr>
                <a:t>数据人才评估</a:t>
              </a:r>
            </a:p>
          </p:txBody>
        </p:sp>
        <p:sp>
          <p:nvSpPr>
            <p:cNvPr id="1401" name="文本框 1400">
              <a:extLst>
                <a:ext uri="{FF2B5EF4-FFF2-40B4-BE49-F238E27FC236}">
                  <a16:creationId xmlns:a16="http://schemas.microsoft.com/office/drawing/2014/main" id="{A143BCBE-3FCC-82A6-C49D-24784AAFA557}"/>
                </a:ext>
              </a:extLst>
            </p:cNvPr>
            <p:cNvSpPr txBox="1"/>
            <p:nvPr/>
          </p:nvSpPr>
          <p:spPr>
            <a:xfrm rot="1472172">
              <a:off x="6145452" y="2574571"/>
              <a:ext cx="820010" cy="185983"/>
            </a:xfrm>
            <a:prstGeom prst="rect">
              <a:avLst/>
            </a:prstGeom>
            <a:noFill/>
          </p:spPr>
          <p:txBody>
            <a:bodyPr wrap="none" lIns="0" tIns="0" rIns="0" bIns="0" rtlCol="0">
              <a:prstTxWarp prst="textArchUp">
                <a:avLst/>
              </a:prstTxWarp>
              <a:spAutoFit/>
            </a:bodyPr>
            <a:lstStyle/>
            <a:p>
              <a:pPr algn="ctr"/>
              <a:r>
                <a:rPr lang="zh-CN" altLang="en-US" sz="700" b="1" dirty="0">
                  <a:solidFill>
                    <a:schemeClr val="accent1"/>
                  </a:solidFill>
                </a:rPr>
                <a:t>定制化数据信息平台</a:t>
              </a:r>
            </a:p>
          </p:txBody>
        </p:sp>
        <p:sp>
          <p:nvSpPr>
            <p:cNvPr id="1402" name="文本框 1401">
              <a:extLst>
                <a:ext uri="{FF2B5EF4-FFF2-40B4-BE49-F238E27FC236}">
                  <a16:creationId xmlns:a16="http://schemas.microsoft.com/office/drawing/2014/main" id="{F6C5635C-523B-F199-A79B-6FF95481C752}"/>
                </a:ext>
              </a:extLst>
            </p:cNvPr>
            <p:cNvSpPr txBox="1"/>
            <p:nvPr/>
          </p:nvSpPr>
          <p:spPr>
            <a:xfrm rot="1292307">
              <a:off x="6069534" y="2718078"/>
              <a:ext cx="752840" cy="245358"/>
            </a:xfrm>
            <a:prstGeom prst="rect">
              <a:avLst/>
            </a:prstGeom>
            <a:noFill/>
          </p:spPr>
          <p:txBody>
            <a:bodyPr wrap="none" lIns="0" tIns="0" rIns="0" bIns="0" rtlCol="0">
              <a:prstTxWarp prst="textArchUp">
                <a:avLst/>
              </a:prstTxWarp>
              <a:spAutoFit/>
            </a:bodyPr>
            <a:lstStyle/>
            <a:p>
              <a:pPr algn="ctr"/>
              <a:r>
                <a:rPr lang="zh-CN" altLang="en-US" sz="700" b="1" dirty="0">
                  <a:solidFill>
                    <a:schemeClr val="accent1"/>
                  </a:solidFill>
                </a:rPr>
                <a:t>建设企业数据中心</a:t>
              </a:r>
            </a:p>
          </p:txBody>
        </p:sp>
        <p:sp>
          <p:nvSpPr>
            <p:cNvPr id="1403" name="文本框 1402">
              <a:extLst>
                <a:ext uri="{FF2B5EF4-FFF2-40B4-BE49-F238E27FC236}">
                  <a16:creationId xmlns:a16="http://schemas.microsoft.com/office/drawing/2014/main" id="{8E9A3655-3A9A-EFB6-651D-9BEF5A738206}"/>
                </a:ext>
              </a:extLst>
            </p:cNvPr>
            <p:cNvSpPr txBox="1"/>
            <p:nvPr/>
          </p:nvSpPr>
          <p:spPr>
            <a:xfrm rot="3994522">
              <a:off x="6776146" y="3130080"/>
              <a:ext cx="734916" cy="168782"/>
            </a:xfrm>
            <a:prstGeom prst="rect">
              <a:avLst/>
            </a:prstGeom>
            <a:noFill/>
          </p:spPr>
          <p:txBody>
            <a:bodyPr wrap="none" lIns="0" tIns="0" rIns="0" bIns="0" rtlCol="0">
              <a:prstTxWarp prst="textArchUp">
                <a:avLst/>
              </a:prstTxWarp>
              <a:spAutoFit/>
            </a:bodyPr>
            <a:lstStyle/>
            <a:p>
              <a:pPr algn="ctr"/>
              <a:r>
                <a:rPr lang="zh-CN" altLang="en-US" sz="700" b="1" dirty="0">
                  <a:solidFill>
                    <a:schemeClr val="accent1"/>
                  </a:solidFill>
                </a:rPr>
                <a:t>实现数据可视化</a:t>
              </a:r>
            </a:p>
          </p:txBody>
        </p:sp>
        <p:sp>
          <p:nvSpPr>
            <p:cNvPr id="1404" name="文本框 1403">
              <a:extLst>
                <a:ext uri="{FF2B5EF4-FFF2-40B4-BE49-F238E27FC236}">
                  <a16:creationId xmlns:a16="http://schemas.microsoft.com/office/drawing/2014/main" id="{11B26926-428B-66BC-2078-2C52E76BAEC7}"/>
                </a:ext>
              </a:extLst>
            </p:cNvPr>
            <p:cNvSpPr txBox="1"/>
            <p:nvPr/>
          </p:nvSpPr>
          <p:spPr>
            <a:xfrm rot="4264189">
              <a:off x="6188837" y="3161313"/>
              <a:ext cx="1232839" cy="629984"/>
            </a:xfrm>
            <a:prstGeom prst="rect">
              <a:avLst/>
            </a:prstGeom>
            <a:noFill/>
          </p:spPr>
          <p:txBody>
            <a:bodyPr wrap="none" lIns="0" tIns="0" rIns="0" bIns="0" rtlCol="0">
              <a:prstTxWarp prst="textArchUp">
                <a:avLst>
                  <a:gd name="adj" fmla="val 11090054"/>
                </a:avLst>
              </a:prstTxWarp>
              <a:spAutoFit/>
            </a:bodyPr>
            <a:lstStyle/>
            <a:p>
              <a:pPr algn="ctr"/>
              <a:r>
                <a:rPr lang="zh-CN" altLang="en-US" sz="700" b="1" dirty="0">
                  <a:solidFill>
                    <a:schemeClr val="accent1"/>
                  </a:solidFill>
                </a:rPr>
                <a:t>行业业务方案咨询落地</a:t>
              </a:r>
            </a:p>
          </p:txBody>
        </p:sp>
        <p:sp>
          <p:nvSpPr>
            <p:cNvPr id="1405" name="文本框 1404">
              <a:extLst>
                <a:ext uri="{FF2B5EF4-FFF2-40B4-BE49-F238E27FC236}">
                  <a16:creationId xmlns:a16="http://schemas.microsoft.com/office/drawing/2014/main" id="{3F80E583-5C64-323B-795C-31A902BA3D53}"/>
                </a:ext>
              </a:extLst>
            </p:cNvPr>
            <p:cNvSpPr txBox="1"/>
            <p:nvPr/>
          </p:nvSpPr>
          <p:spPr>
            <a:xfrm rot="6528706">
              <a:off x="6713116" y="3912045"/>
              <a:ext cx="911065" cy="264416"/>
            </a:xfrm>
            <a:prstGeom prst="rect">
              <a:avLst/>
            </a:prstGeom>
            <a:noFill/>
          </p:spPr>
          <p:txBody>
            <a:bodyPr wrap="none" lIns="0" tIns="0" rIns="0" bIns="0" rtlCol="0">
              <a:prstTxWarp prst="textArchUp">
                <a:avLst/>
              </a:prstTxWarp>
              <a:spAutoFit/>
            </a:bodyPr>
            <a:lstStyle/>
            <a:p>
              <a:pPr algn="ctr"/>
              <a:r>
                <a:rPr lang="zh-CN" altLang="en-US" sz="700" b="1" dirty="0">
                  <a:solidFill>
                    <a:schemeClr val="accent1"/>
                  </a:solidFill>
                </a:rPr>
                <a:t>实现数据可视化</a:t>
              </a:r>
            </a:p>
          </p:txBody>
        </p:sp>
        <p:sp>
          <p:nvSpPr>
            <p:cNvPr id="1406" name="文本框 1405">
              <a:extLst>
                <a:ext uri="{FF2B5EF4-FFF2-40B4-BE49-F238E27FC236}">
                  <a16:creationId xmlns:a16="http://schemas.microsoft.com/office/drawing/2014/main" id="{7B1C790B-062F-F01C-F0CF-1FC9BB0E7CC5}"/>
                </a:ext>
              </a:extLst>
            </p:cNvPr>
            <p:cNvSpPr txBox="1"/>
            <p:nvPr/>
          </p:nvSpPr>
          <p:spPr>
            <a:xfrm rot="6871093">
              <a:off x="6325285" y="3826737"/>
              <a:ext cx="1021811" cy="512235"/>
            </a:xfrm>
            <a:prstGeom prst="rect">
              <a:avLst/>
            </a:prstGeom>
            <a:noFill/>
          </p:spPr>
          <p:txBody>
            <a:bodyPr wrap="none" lIns="0" tIns="0" rIns="0" bIns="0" rtlCol="0">
              <a:prstTxWarp prst="textArchUp">
                <a:avLst/>
              </a:prstTxWarp>
              <a:spAutoFit/>
            </a:bodyPr>
            <a:lstStyle/>
            <a:p>
              <a:pPr algn="ctr"/>
              <a:r>
                <a:rPr lang="zh-CN" altLang="en-US" sz="700" b="1" dirty="0">
                  <a:solidFill>
                    <a:schemeClr val="accent1"/>
                  </a:solidFill>
                </a:rPr>
                <a:t>专业化项目管理</a:t>
              </a:r>
            </a:p>
          </p:txBody>
        </p:sp>
        <p:sp>
          <p:nvSpPr>
            <p:cNvPr id="1407" name="文本框 1406">
              <a:extLst>
                <a:ext uri="{FF2B5EF4-FFF2-40B4-BE49-F238E27FC236}">
                  <a16:creationId xmlns:a16="http://schemas.microsoft.com/office/drawing/2014/main" id="{76BB7BE1-264F-AFA6-3828-3E00B7E0BE66}"/>
                </a:ext>
              </a:extLst>
            </p:cNvPr>
            <p:cNvSpPr txBox="1">
              <a:spLocks/>
            </p:cNvSpPr>
            <p:nvPr/>
          </p:nvSpPr>
          <p:spPr>
            <a:xfrm rot="5674125">
              <a:off x="7210680" y="3764032"/>
              <a:ext cx="641338" cy="171707"/>
            </a:xfrm>
            <a:prstGeom prst="rect">
              <a:avLst/>
            </a:prstGeom>
            <a:noFill/>
          </p:spPr>
          <p:txBody>
            <a:bodyPr wrap="none" lIns="0" tIns="0" rIns="0" bIns="0" rtlCol="0">
              <a:prstTxWarp prst="textArchUp">
                <a:avLst/>
              </a:prstTxWarp>
              <a:spAutoFit/>
            </a:bodyPr>
            <a:lstStyle/>
            <a:p>
              <a:pPr algn="ctr"/>
              <a:r>
                <a:rPr lang="zh-CN" altLang="en-US" sz="700" b="1" dirty="0">
                  <a:solidFill>
                    <a:schemeClr val="bg1"/>
                  </a:solidFill>
                </a:rPr>
                <a:t>质量保障</a:t>
              </a:r>
            </a:p>
          </p:txBody>
        </p:sp>
        <p:sp>
          <p:nvSpPr>
            <p:cNvPr id="1025" name="文本框 1024">
              <a:extLst>
                <a:ext uri="{FF2B5EF4-FFF2-40B4-BE49-F238E27FC236}">
                  <a16:creationId xmlns:a16="http://schemas.microsoft.com/office/drawing/2014/main" id="{5EDC1A7F-AAA5-704C-0C4F-74ABE7E300B2}"/>
                </a:ext>
              </a:extLst>
            </p:cNvPr>
            <p:cNvSpPr txBox="1"/>
            <p:nvPr/>
          </p:nvSpPr>
          <p:spPr>
            <a:xfrm rot="5606225">
              <a:off x="7595135" y="3727839"/>
              <a:ext cx="684566" cy="360184"/>
            </a:xfrm>
            <a:prstGeom prst="rect">
              <a:avLst/>
            </a:prstGeom>
            <a:noFill/>
          </p:spPr>
          <p:txBody>
            <a:bodyPr wrap="none" lIns="0" tIns="0" rIns="0" bIns="0" rtlCol="0">
              <a:spAutoFit/>
            </a:bodyPr>
            <a:lstStyle/>
            <a:p>
              <a:pPr indent="-72000">
                <a:buFont typeface="Arial" panose="020B0604020202020204" pitchFamily="34" charset="0"/>
                <a:buChar char="•"/>
              </a:pPr>
              <a:r>
                <a:rPr lang="zh-CN" altLang="en-US" sz="600" dirty="0">
                  <a:solidFill>
                    <a:schemeClr val="bg1"/>
                  </a:solidFill>
                </a:rPr>
                <a:t>上线方案评审</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系统测试评审</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开发规范评审</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蓝图方案评审</a:t>
              </a:r>
            </a:p>
          </p:txBody>
        </p:sp>
        <p:sp>
          <p:nvSpPr>
            <p:cNvPr id="1026" name="文本框 1025">
              <a:extLst>
                <a:ext uri="{FF2B5EF4-FFF2-40B4-BE49-F238E27FC236}">
                  <a16:creationId xmlns:a16="http://schemas.microsoft.com/office/drawing/2014/main" id="{A57107B0-2716-4E44-F027-BB51AD8612C7}"/>
                </a:ext>
              </a:extLst>
            </p:cNvPr>
            <p:cNvSpPr txBox="1">
              <a:spLocks/>
            </p:cNvSpPr>
            <p:nvPr/>
          </p:nvSpPr>
          <p:spPr>
            <a:xfrm rot="18177850">
              <a:off x="6997289" y="4463176"/>
              <a:ext cx="641338" cy="171707"/>
            </a:xfrm>
            <a:prstGeom prst="rect">
              <a:avLst/>
            </a:prstGeom>
            <a:noFill/>
          </p:spPr>
          <p:txBody>
            <a:bodyPr wrap="none" lIns="0" tIns="0" rIns="0" bIns="0" rtlCol="0">
              <a:prstTxWarp prst="textArchDown">
                <a:avLst/>
              </a:prstTxWarp>
              <a:spAutoFit/>
            </a:bodyPr>
            <a:lstStyle/>
            <a:p>
              <a:pPr algn="ctr"/>
              <a:r>
                <a:rPr lang="zh-CN" altLang="en-US" sz="700" b="1" dirty="0">
                  <a:solidFill>
                    <a:schemeClr val="bg1"/>
                  </a:solidFill>
                </a:rPr>
                <a:t>持续运维</a:t>
              </a:r>
            </a:p>
          </p:txBody>
        </p:sp>
        <p:sp>
          <p:nvSpPr>
            <p:cNvPr id="1027" name="文本框 1026">
              <a:extLst>
                <a:ext uri="{FF2B5EF4-FFF2-40B4-BE49-F238E27FC236}">
                  <a16:creationId xmlns:a16="http://schemas.microsoft.com/office/drawing/2014/main" id="{AF1452FC-2633-D6EA-E019-BA003F03F637}"/>
                </a:ext>
              </a:extLst>
            </p:cNvPr>
            <p:cNvSpPr txBox="1"/>
            <p:nvPr/>
          </p:nvSpPr>
          <p:spPr>
            <a:xfrm rot="18154760">
              <a:off x="7348225" y="4531438"/>
              <a:ext cx="684566" cy="360184"/>
            </a:xfrm>
            <a:prstGeom prst="rect">
              <a:avLst/>
            </a:prstGeom>
            <a:noFill/>
          </p:spPr>
          <p:txBody>
            <a:bodyPr wrap="none" lIns="0" tIns="0" rIns="0" bIns="0" rtlCol="0">
              <a:spAutoFit/>
            </a:bodyPr>
            <a:lstStyle/>
            <a:p>
              <a:pPr indent="-72000">
                <a:buFont typeface="Arial" panose="020B0604020202020204" pitchFamily="34" charset="0"/>
                <a:buChar char="•"/>
              </a:pPr>
              <a:r>
                <a:rPr lang="zh-CN" altLang="en-US" sz="600" dirty="0">
                  <a:solidFill>
                    <a:schemeClr val="bg1"/>
                  </a:solidFill>
                </a:rPr>
                <a:t>推动持续活跃</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定制增值服务</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定期回访巡检</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实时系统维护</a:t>
              </a:r>
            </a:p>
          </p:txBody>
        </p:sp>
        <p:sp>
          <p:nvSpPr>
            <p:cNvPr id="1028" name="弧形 1027">
              <a:extLst>
                <a:ext uri="{FF2B5EF4-FFF2-40B4-BE49-F238E27FC236}">
                  <a16:creationId xmlns:a16="http://schemas.microsoft.com/office/drawing/2014/main" id="{C0FA1522-BF6B-F52A-F18E-9949DCEDF71C}"/>
                </a:ext>
              </a:extLst>
            </p:cNvPr>
            <p:cNvSpPr/>
            <p:nvPr/>
          </p:nvSpPr>
          <p:spPr>
            <a:xfrm>
              <a:off x="4796781" y="2297152"/>
              <a:ext cx="2595921" cy="2735930"/>
            </a:xfrm>
            <a:prstGeom prst="arc">
              <a:avLst>
                <a:gd name="adj1" fmla="val 2604778"/>
                <a:gd name="adj2" fmla="val 8019640"/>
              </a:avLst>
            </a:prstGeom>
            <a:noFill/>
            <a:ln cap="rnd">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029" name="文本框 1028">
              <a:extLst>
                <a:ext uri="{FF2B5EF4-FFF2-40B4-BE49-F238E27FC236}">
                  <a16:creationId xmlns:a16="http://schemas.microsoft.com/office/drawing/2014/main" id="{369FD9D1-0880-B40C-4181-65EE5C073016}"/>
                </a:ext>
              </a:extLst>
            </p:cNvPr>
            <p:cNvSpPr txBox="1"/>
            <p:nvPr/>
          </p:nvSpPr>
          <p:spPr>
            <a:xfrm>
              <a:off x="5827728" y="5204109"/>
              <a:ext cx="670969" cy="710042"/>
            </a:xfrm>
            <a:prstGeom prst="rect">
              <a:avLst/>
            </a:prstGeom>
            <a:noFill/>
          </p:spPr>
          <p:txBody>
            <a:bodyPr wrap="none" lIns="0" tIns="0" rIns="0" bIns="0" rtlCol="0">
              <a:spAutoFit/>
            </a:bodyPr>
            <a:lstStyle/>
            <a:p>
              <a:pPr indent="-72000">
                <a:buFont typeface="Arial" panose="020B0604020202020204" pitchFamily="34" charset="0"/>
                <a:buChar char="•"/>
              </a:pPr>
              <a:r>
                <a:rPr lang="zh-CN" altLang="en-US" sz="600" dirty="0">
                  <a:solidFill>
                    <a:schemeClr val="bg1"/>
                  </a:solidFill>
                </a:rPr>
                <a:t>高层领导力赋能</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业务场景沙盘</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翻转课堂</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企业训练营</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公开学习班</a:t>
              </a:r>
              <a:endParaRPr lang="en-US" altLang="zh-CN" sz="600" dirty="0">
                <a:solidFill>
                  <a:schemeClr val="bg1"/>
                </a:solidFill>
              </a:endParaRPr>
            </a:p>
            <a:p>
              <a:pPr indent="-72000">
                <a:buFont typeface="Arial" panose="020B0604020202020204" pitchFamily="34" charset="0"/>
                <a:buChar char="•"/>
              </a:pPr>
              <a:r>
                <a:rPr lang="zh-CN" altLang="en-US" sz="600" dirty="0">
                  <a:solidFill>
                    <a:schemeClr val="bg1"/>
                  </a:solidFill>
                </a:rPr>
                <a:t>企业数据分析竞赛</a:t>
              </a:r>
            </a:p>
          </p:txBody>
        </p:sp>
        <p:sp>
          <p:nvSpPr>
            <p:cNvPr id="1030" name="文本框 1029">
              <a:extLst>
                <a:ext uri="{FF2B5EF4-FFF2-40B4-BE49-F238E27FC236}">
                  <a16:creationId xmlns:a16="http://schemas.microsoft.com/office/drawing/2014/main" id="{D260C348-F936-F8D7-AECB-17B5C2074860}"/>
                </a:ext>
              </a:extLst>
            </p:cNvPr>
            <p:cNvSpPr txBox="1"/>
            <p:nvPr/>
          </p:nvSpPr>
          <p:spPr>
            <a:xfrm rot="1751577">
              <a:off x="4991478" y="4950566"/>
              <a:ext cx="821045" cy="162960"/>
            </a:xfrm>
            <a:prstGeom prst="rect">
              <a:avLst/>
            </a:prstGeom>
            <a:noFill/>
          </p:spPr>
          <p:txBody>
            <a:bodyPr wrap="none" lIns="0" tIns="0" rIns="0" bIns="0" rtlCol="0">
              <a:prstTxWarp prst="textArchDown">
                <a:avLst/>
              </a:prstTxWarp>
              <a:spAutoFit/>
            </a:bodyPr>
            <a:lstStyle/>
            <a:p>
              <a:pPr indent="-72000" algn="ctr">
                <a:lnSpc>
                  <a:spcPct val="130000"/>
                </a:lnSpc>
                <a:buFont typeface="Arial" panose="020B0604020202020204" pitchFamily="34" charset="0"/>
                <a:buChar char="•"/>
              </a:pPr>
              <a:r>
                <a:rPr lang="zh-CN" altLang="en-US" sz="600" dirty="0">
                  <a:solidFill>
                    <a:schemeClr val="bg1"/>
                  </a:solidFill>
                </a:rPr>
                <a:t>企业数据发展现状定位</a:t>
              </a:r>
              <a:endParaRPr lang="en-US" altLang="zh-CN" sz="600" dirty="0">
                <a:solidFill>
                  <a:schemeClr val="bg1"/>
                </a:solidFill>
              </a:endParaRPr>
            </a:p>
            <a:p>
              <a:pPr indent="-72000" algn="ctr">
                <a:lnSpc>
                  <a:spcPct val="130000"/>
                </a:lnSpc>
                <a:buFont typeface="Arial" panose="020B0604020202020204" pitchFamily="34" charset="0"/>
                <a:buChar char="•"/>
              </a:pPr>
              <a:r>
                <a:rPr lang="zh-CN" altLang="en-US" sz="600" dirty="0">
                  <a:solidFill>
                    <a:schemeClr val="bg1"/>
                  </a:solidFill>
                </a:rPr>
                <a:t>数据人才体系梳理</a:t>
              </a:r>
              <a:endParaRPr lang="en-US" altLang="zh-CN" sz="600" dirty="0">
                <a:solidFill>
                  <a:schemeClr val="bg1"/>
                </a:solidFill>
              </a:endParaRPr>
            </a:p>
            <a:p>
              <a:pPr indent="-72000" algn="ctr">
                <a:lnSpc>
                  <a:spcPct val="130000"/>
                </a:lnSpc>
                <a:buFont typeface="Arial" panose="020B0604020202020204" pitchFamily="34" charset="0"/>
                <a:buChar char="•"/>
              </a:pPr>
              <a:r>
                <a:rPr lang="zh-CN" altLang="en-US" sz="600" dirty="0">
                  <a:solidFill>
                    <a:schemeClr val="bg1"/>
                  </a:solidFill>
                </a:rPr>
                <a:t>人才培养方案设计</a:t>
              </a:r>
            </a:p>
          </p:txBody>
        </p:sp>
        <p:sp>
          <p:nvSpPr>
            <p:cNvPr id="1031" name="文本框 1030">
              <a:extLst>
                <a:ext uri="{FF2B5EF4-FFF2-40B4-BE49-F238E27FC236}">
                  <a16:creationId xmlns:a16="http://schemas.microsoft.com/office/drawing/2014/main" id="{E53979E3-0A90-764D-8C23-6C1FB7A0B7BB}"/>
                </a:ext>
              </a:extLst>
            </p:cNvPr>
            <p:cNvSpPr txBox="1"/>
            <p:nvPr/>
          </p:nvSpPr>
          <p:spPr>
            <a:xfrm rot="19867912">
              <a:off x="6348870" y="4895845"/>
              <a:ext cx="821045" cy="236682"/>
            </a:xfrm>
            <a:prstGeom prst="rect">
              <a:avLst/>
            </a:prstGeom>
            <a:noFill/>
          </p:spPr>
          <p:txBody>
            <a:bodyPr wrap="none" lIns="0" tIns="0" rIns="0" bIns="0" rtlCol="0">
              <a:prstTxWarp prst="textArchDown">
                <a:avLst/>
              </a:prstTxWarp>
              <a:spAutoFit/>
            </a:bodyPr>
            <a:lstStyle/>
            <a:p>
              <a:pPr indent="-72000" algn="ctr">
                <a:buFont typeface="Arial" panose="020B0604020202020204" pitchFamily="34" charset="0"/>
                <a:buChar char="•"/>
              </a:pPr>
              <a:r>
                <a:rPr lang="en-US" altLang="zh-CN" sz="600" dirty="0">
                  <a:solidFill>
                    <a:schemeClr val="bg1"/>
                  </a:solidFill>
                </a:rPr>
                <a:t>FCA-</a:t>
              </a:r>
              <a:r>
                <a:rPr lang="zh-CN" altLang="en-US" sz="600" dirty="0">
                  <a:solidFill>
                    <a:schemeClr val="bg1"/>
                  </a:solidFill>
                </a:rPr>
                <a:t>入门认证</a:t>
              </a:r>
              <a:endParaRPr lang="en-US" altLang="zh-CN" sz="600" dirty="0">
                <a:solidFill>
                  <a:schemeClr val="bg1"/>
                </a:solidFill>
              </a:endParaRPr>
            </a:p>
            <a:p>
              <a:pPr indent="-72000" algn="ctr">
                <a:buFont typeface="Arial" panose="020B0604020202020204" pitchFamily="34" charset="0"/>
                <a:buChar char="•"/>
              </a:pPr>
              <a:r>
                <a:rPr lang="en-US" altLang="zh-CN" sz="600" dirty="0">
                  <a:solidFill>
                    <a:schemeClr val="bg1"/>
                  </a:solidFill>
                </a:rPr>
                <a:t>FCP-</a:t>
              </a:r>
              <a:r>
                <a:rPr lang="zh-CN" altLang="en-US" sz="600" dirty="0">
                  <a:solidFill>
                    <a:schemeClr val="bg1"/>
                  </a:solidFill>
                </a:rPr>
                <a:t>资深认证</a:t>
              </a:r>
            </a:p>
          </p:txBody>
        </p:sp>
        <p:sp>
          <p:nvSpPr>
            <p:cNvPr id="1033" name="文本框 1032">
              <a:extLst>
                <a:ext uri="{FF2B5EF4-FFF2-40B4-BE49-F238E27FC236}">
                  <a16:creationId xmlns:a16="http://schemas.microsoft.com/office/drawing/2014/main" id="{74F5124B-B229-6FBB-15EB-F25A331AA3AD}"/>
                </a:ext>
              </a:extLst>
            </p:cNvPr>
            <p:cNvSpPr txBox="1">
              <a:spLocks/>
            </p:cNvSpPr>
            <p:nvPr/>
          </p:nvSpPr>
          <p:spPr>
            <a:xfrm rot="17310057">
              <a:off x="5265063" y="3102586"/>
              <a:ext cx="1134252" cy="1094396"/>
            </a:xfrm>
            <a:prstGeom prst="rect">
              <a:avLst/>
            </a:prstGeom>
            <a:noFill/>
          </p:spPr>
          <p:txBody>
            <a:bodyPr wrap="square" lIns="0" tIns="0" rIns="0" bIns="0" rtlCol="0">
              <a:prstTxWarp prst="textArchUp">
                <a:avLst/>
              </a:prstTxWarp>
              <a:spAutoFit/>
            </a:bodyPr>
            <a:lstStyle/>
            <a:p>
              <a:pPr algn="ctr"/>
              <a:r>
                <a:rPr lang="zh-CN" altLang="en-US" sz="1050" b="1" spc="300" dirty="0">
                  <a:solidFill>
                    <a:schemeClr val="accent1"/>
                  </a:solidFill>
                </a:rPr>
                <a:t>售后服务</a:t>
              </a:r>
            </a:p>
          </p:txBody>
        </p:sp>
        <p:sp>
          <p:nvSpPr>
            <p:cNvPr id="1039" name="文本框 1038">
              <a:extLst>
                <a:ext uri="{FF2B5EF4-FFF2-40B4-BE49-F238E27FC236}">
                  <a16:creationId xmlns:a16="http://schemas.microsoft.com/office/drawing/2014/main" id="{8770104A-E9AF-FCA7-CD0C-8696F894A823}"/>
                </a:ext>
              </a:extLst>
            </p:cNvPr>
            <p:cNvSpPr txBox="1">
              <a:spLocks/>
            </p:cNvSpPr>
            <p:nvPr/>
          </p:nvSpPr>
          <p:spPr>
            <a:xfrm rot="4348987">
              <a:off x="5762854" y="3101906"/>
              <a:ext cx="1134252" cy="1094396"/>
            </a:xfrm>
            <a:prstGeom prst="rect">
              <a:avLst/>
            </a:prstGeom>
            <a:noFill/>
          </p:spPr>
          <p:txBody>
            <a:bodyPr wrap="square" lIns="0" tIns="0" rIns="0" bIns="0" rtlCol="0">
              <a:prstTxWarp prst="textArchUp">
                <a:avLst/>
              </a:prstTxWarp>
              <a:spAutoFit/>
            </a:bodyPr>
            <a:lstStyle/>
            <a:p>
              <a:pPr algn="ctr"/>
              <a:r>
                <a:rPr lang="zh-CN" altLang="en-US" sz="1050" b="1" spc="300" dirty="0">
                  <a:solidFill>
                    <a:schemeClr val="accent1"/>
                  </a:solidFill>
                </a:rPr>
                <a:t>项目服务</a:t>
              </a:r>
            </a:p>
          </p:txBody>
        </p:sp>
        <p:sp>
          <p:nvSpPr>
            <p:cNvPr id="1042" name="文本框 1041">
              <a:extLst>
                <a:ext uri="{FF2B5EF4-FFF2-40B4-BE49-F238E27FC236}">
                  <a16:creationId xmlns:a16="http://schemas.microsoft.com/office/drawing/2014/main" id="{5DF27A0A-F177-20B7-2048-EE30E7B126F3}"/>
                </a:ext>
              </a:extLst>
            </p:cNvPr>
            <p:cNvSpPr txBox="1">
              <a:spLocks/>
            </p:cNvSpPr>
            <p:nvPr/>
          </p:nvSpPr>
          <p:spPr>
            <a:xfrm>
              <a:off x="5528874" y="3830165"/>
              <a:ext cx="1134252" cy="745693"/>
            </a:xfrm>
            <a:prstGeom prst="rect">
              <a:avLst/>
            </a:prstGeom>
            <a:noFill/>
          </p:spPr>
          <p:txBody>
            <a:bodyPr wrap="square" lIns="0" tIns="0" rIns="0" bIns="0" rtlCol="0">
              <a:prstTxWarp prst="textArchDown">
                <a:avLst>
                  <a:gd name="adj" fmla="val 841602"/>
                </a:avLst>
              </a:prstTxWarp>
              <a:spAutoFit/>
            </a:bodyPr>
            <a:lstStyle/>
            <a:p>
              <a:pPr algn="ctr"/>
              <a:r>
                <a:rPr lang="zh-CN" altLang="en-US" sz="1050" b="1" spc="300" dirty="0">
                  <a:solidFill>
                    <a:schemeClr val="accent1"/>
                  </a:solidFill>
                </a:rPr>
                <a:t>数据人才服务</a:t>
              </a:r>
            </a:p>
          </p:txBody>
        </p:sp>
        <p:grpSp>
          <p:nvGrpSpPr>
            <p:cNvPr id="1045" name="组合 1044">
              <a:extLst>
                <a:ext uri="{FF2B5EF4-FFF2-40B4-BE49-F238E27FC236}">
                  <a16:creationId xmlns:a16="http://schemas.microsoft.com/office/drawing/2014/main" id="{10D2B582-DDBD-53AA-0EF7-21A023497C6D}"/>
                </a:ext>
              </a:extLst>
            </p:cNvPr>
            <p:cNvGrpSpPr/>
            <p:nvPr/>
          </p:nvGrpSpPr>
          <p:grpSpPr>
            <a:xfrm>
              <a:off x="5691819" y="3425366"/>
              <a:ext cx="202400" cy="232120"/>
              <a:chOff x="187061" y="129182"/>
              <a:chExt cx="1530882" cy="1655000"/>
            </a:xfrm>
            <a:solidFill>
              <a:schemeClr val="accent1"/>
            </a:solidFill>
          </p:grpSpPr>
          <p:sp>
            <p:nvSpPr>
              <p:cNvPr id="1046" name="任意多边形: 形状 1045">
                <a:extLst>
                  <a:ext uri="{FF2B5EF4-FFF2-40B4-BE49-F238E27FC236}">
                    <a16:creationId xmlns:a16="http://schemas.microsoft.com/office/drawing/2014/main" id="{1181ABA9-2601-8320-3BDC-B0083698FB25}"/>
                  </a:ext>
                </a:extLst>
              </p:cNvPr>
              <p:cNvSpPr/>
              <p:nvPr/>
            </p:nvSpPr>
            <p:spPr>
              <a:xfrm>
                <a:off x="420866" y="129182"/>
                <a:ext cx="1063248" cy="1071860"/>
              </a:xfrm>
              <a:custGeom>
                <a:avLst/>
                <a:gdLst>
                  <a:gd name="connsiteX0" fmla="*/ 531633 w 1063248"/>
                  <a:gd name="connsiteY0" fmla="*/ 1071860 h 1071860"/>
                  <a:gd name="connsiteX1" fmla="*/ 16 w 1063248"/>
                  <a:gd name="connsiteY1" fmla="*/ 531947 h 1071860"/>
                  <a:gd name="connsiteX2" fmla="*/ 19 w 1063248"/>
                  <a:gd name="connsiteY2" fmla="*/ 531614 h 1071860"/>
                  <a:gd name="connsiteX3" fmla="*/ 531633 w 1063248"/>
                  <a:gd name="connsiteY3" fmla="*/ 0 h 1071860"/>
                  <a:gd name="connsiteX4" fmla="*/ 1063247 w 1063248"/>
                  <a:gd name="connsiteY4" fmla="*/ 531614 h 1071860"/>
                  <a:gd name="connsiteX5" fmla="*/ 1056103 w 1063248"/>
                  <a:gd name="connsiteY5" fmla="*/ 620911 h 1071860"/>
                  <a:gd name="connsiteX6" fmla="*/ 982603 w 1063248"/>
                  <a:gd name="connsiteY6" fmla="*/ 667714 h 1071860"/>
                  <a:gd name="connsiteX7" fmla="*/ 934660 w 1063248"/>
                  <a:gd name="connsiteY7" fmla="*/ 601266 h 1071860"/>
                  <a:gd name="connsiteX8" fmla="*/ 940017 w 1063248"/>
                  <a:gd name="connsiteY8" fmla="*/ 532507 h 1071860"/>
                  <a:gd name="connsiteX9" fmla="*/ 531633 w 1063248"/>
                  <a:gd name="connsiteY9" fmla="*/ 124123 h 1071860"/>
                  <a:gd name="connsiteX10" fmla="*/ 123249 w 1063248"/>
                  <a:gd name="connsiteY10" fmla="*/ 532507 h 1071860"/>
                  <a:gd name="connsiteX11" fmla="*/ 531633 w 1063248"/>
                  <a:gd name="connsiteY11" fmla="*/ 948631 h 1071860"/>
                  <a:gd name="connsiteX12" fmla="*/ 620930 w 1063248"/>
                  <a:gd name="connsiteY12" fmla="*/ 938510 h 1071860"/>
                  <a:gd name="connsiteX13" fmla="*/ 688106 w 1063248"/>
                  <a:gd name="connsiteY13" fmla="*/ 994009 h 1071860"/>
                  <a:gd name="connsiteX14" fmla="*/ 648314 w 1063248"/>
                  <a:gd name="connsiteY14" fmla="*/ 1057573 h 1071860"/>
                  <a:gd name="connsiteX15" fmla="*/ 529252 w 1063248"/>
                  <a:gd name="connsiteY15" fmla="*/ 1070967 h 1071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63248" h="1071860">
                    <a:moveTo>
                      <a:pt x="531633" y="1071860"/>
                    </a:moveTo>
                    <a:cubicBezTo>
                      <a:pt x="235738" y="1069569"/>
                      <a:pt x="-2275" y="827842"/>
                      <a:pt x="16" y="531947"/>
                    </a:cubicBezTo>
                    <a:cubicBezTo>
                      <a:pt x="17" y="531836"/>
                      <a:pt x="18" y="531725"/>
                      <a:pt x="19" y="531614"/>
                    </a:cubicBezTo>
                    <a:cubicBezTo>
                      <a:pt x="19" y="238012"/>
                      <a:pt x="238031" y="0"/>
                      <a:pt x="531633" y="0"/>
                    </a:cubicBezTo>
                    <a:cubicBezTo>
                      <a:pt x="825235" y="0"/>
                      <a:pt x="1063247" y="238012"/>
                      <a:pt x="1063247" y="531614"/>
                    </a:cubicBezTo>
                    <a:cubicBezTo>
                      <a:pt x="1063312" y="561525"/>
                      <a:pt x="1060923" y="591391"/>
                      <a:pt x="1056103" y="620911"/>
                    </a:cubicBezTo>
                    <a:cubicBezTo>
                      <a:pt x="1048731" y="654132"/>
                      <a:pt x="1015824" y="675086"/>
                      <a:pt x="982603" y="667714"/>
                    </a:cubicBezTo>
                    <a:cubicBezTo>
                      <a:pt x="952076" y="660939"/>
                      <a:pt x="931464" y="632372"/>
                      <a:pt x="934660" y="601266"/>
                    </a:cubicBezTo>
                    <a:cubicBezTo>
                      <a:pt x="938216" y="578519"/>
                      <a:pt x="940007" y="555530"/>
                      <a:pt x="940017" y="532507"/>
                    </a:cubicBezTo>
                    <a:cubicBezTo>
                      <a:pt x="940017" y="306963"/>
                      <a:pt x="757178" y="124123"/>
                      <a:pt x="531633" y="124123"/>
                    </a:cubicBezTo>
                    <a:cubicBezTo>
                      <a:pt x="306089" y="124123"/>
                      <a:pt x="123249" y="306963"/>
                      <a:pt x="123249" y="532507"/>
                    </a:cubicBezTo>
                    <a:cubicBezTo>
                      <a:pt x="121595" y="759994"/>
                      <a:pt x="304156" y="946014"/>
                      <a:pt x="531633" y="948631"/>
                    </a:cubicBezTo>
                    <a:cubicBezTo>
                      <a:pt x="561685" y="948629"/>
                      <a:pt x="591640" y="945234"/>
                      <a:pt x="620930" y="938510"/>
                    </a:cubicBezTo>
                    <a:cubicBezTo>
                      <a:pt x="654806" y="935286"/>
                      <a:pt x="684882" y="960133"/>
                      <a:pt x="688106" y="994009"/>
                    </a:cubicBezTo>
                    <a:cubicBezTo>
                      <a:pt x="690748" y="1021759"/>
                      <a:pt x="674430" y="1047825"/>
                      <a:pt x="648314" y="1057573"/>
                    </a:cubicBezTo>
                    <a:cubicBezTo>
                      <a:pt x="609276" y="1066610"/>
                      <a:pt x="569323" y="1071105"/>
                      <a:pt x="529252" y="1070967"/>
                    </a:cubicBezTo>
                    <a:close/>
                  </a:path>
                </a:pathLst>
              </a:custGeom>
              <a:grpFill/>
              <a:ln w="1860" cap="flat">
                <a:noFill/>
                <a:prstDash val="solid"/>
                <a:miter/>
              </a:ln>
            </p:spPr>
            <p:txBody>
              <a:bodyPr rtlCol="0" anchor="ctr"/>
              <a:lstStyle/>
              <a:p>
                <a:endParaRPr lang="zh-CN" altLang="en-US" sz="2000"/>
              </a:p>
            </p:txBody>
          </p:sp>
          <p:sp>
            <p:nvSpPr>
              <p:cNvPr id="1053" name="任意多边形: 形状 1052">
                <a:extLst>
                  <a:ext uri="{FF2B5EF4-FFF2-40B4-BE49-F238E27FC236}">
                    <a16:creationId xmlns:a16="http://schemas.microsoft.com/office/drawing/2014/main" id="{5FAB23CF-36F6-38B9-1BBF-B6418EA3EBA3}"/>
                  </a:ext>
                </a:extLst>
              </p:cNvPr>
              <p:cNvSpPr/>
              <p:nvPr/>
            </p:nvSpPr>
            <p:spPr>
              <a:xfrm>
                <a:off x="187061" y="735728"/>
                <a:ext cx="1530882" cy="1048454"/>
              </a:xfrm>
              <a:custGeom>
                <a:avLst/>
                <a:gdLst>
                  <a:gd name="connsiteX0" fmla="*/ 61482 w 1530882"/>
                  <a:gd name="connsiteY0" fmla="*/ 1048125 h 1048454"/>
                  <a:gd name="connsiteX1" fmla="*/ 49576 w 1530882"/>
                  <a:gd name="connsiteY1" fmla="*/ 1048125 h 1048454"/>
                  <a:gd name="connsiteX2" fmla="*/ 1058 w 1530882"/>
                  <a:gd name="connsiteY2" fmla="*/ 976390 h 1048454"/>
                  <a:gd name="connsiteX3" fmla="*/ 765439 w 1530882"/>
                  <a:gd name="connsiteY3" fmla="*/ 342680 h 1048454"/>
                  <a:gd name="connsiteX4" fmla="*/ 827054 w 1530882"/>
                  <a:gd name="connsiteY4" fmla="*/ 404294 h 1048454"/>
                  <a:gd name="connsiteX5" fmla="*/ 765439 w 1530882"/>
                  <a:gd name="connsiteY5" fmla="*/ 465909 h 1048454"/>
                  <a:gd name="connsiteX6" fmla="*/ 121906 w 1530882"/>
                  <a:gd name="connsiteY6" fmla="*/ 999012 h 1048454"/>
                  <a:gd name="connsiteX7" fmla="*/ 62375 w 1530882"/>
                  <a:gd name="connsiteY7" fmla="*/ 1048125 h 1048454"/>
                  <a:gd name="connsiteX8" fmla="*/ 1469098 w 1530882"/>
                  <a:gd name="connsiteY8" fmla="*/ 1048125 h 1048454"/>
                  <a:gd name="connsiteX9" fmla="*/ 1409567 w 1530882"/>
                  <a:gd name="connsiteY9" fmla="*/ 998416 h 1048454"/>
                  <a:gd name="connsiteX10" fmla="*/ 1087205 w 1530882"/>
                  <a:gd name="connsiteY10" fmla="*/ 548360 h 1048454"/>
                  <a:gd name="connsiteX11" fmla="*/ 1069877 w 1530882"/>
                  <a:gd name="connsiteY11" fmla="*/ 462964 h 1048454"/>
                  <a:gd name="connsiteX12" fmla="*/ 1146736 w 1530882"/>
                  <a:gd name="connsiteY12" fmla="*/ 440906 h 1048454"/>
                  <a:gd name="connsiteX13" fmla="*/ 1529820 w 1530882"/>
                  <a:gd name="connsiteY13" fmla="*/ 974902 h 1048454"/>
                  <a:gd name="connsiteX14" fmla="*/ 1481302 w 1530882"/>
                  <a:gd name="connsiteY14" fmla="*/ 1046934 h 1048454"/>
                  <a:gd name="connsiteX15" fmla="*/ 1469098 w 1530882"/>
                  <a:gd name="connsiteY15" fmla="*/ 1046934 h 1048454"/>
                  <a:gd name="connsiteX16" fmla="*/ 995527 w 1530882"/>
                  <a:gd name="connsiteY16" fmla="*/ 312616 h 1048454"/>
                  <a:gd name="connsiteX17" fmla="*/ 939568 w 1530882"/>
                  <a:gd name="connsiteY17" fmla="*/ 312616 h 1048454"/>
                  <a:gd name="connsiteX18" fmla="*/ 877953 w 1530882"/>
                  <a:gd name="connsiteY18" fmla="*/ 251002 h 1048454"/>
                  <a:gd name="connsiteX19" fmla="*/ 939568 w 1530882"/>
                  <a:gd name="connsiteY19" fmla="*/ 189387 h 1048454"/>
                  <a:gd name="connsiteX20" fmla="*/ 1315508 w 1530882"/>
                  <a:gd name="connsiteY20" fmla="*/ 42047 h 1048454"/>
                  <a:gd name="connsiteX21" fmla="*/ 1393512 w 1530882"/>
                  <a:gd name="connsiteY21" fmla="*/ 3212 h 1048454"/>
                  <a:gd name="connsiteX22" fmla="*/ 1432346 w 1530882"/>
                  <a:gd name="connsiteY22" fmla="*/ 81216 h 1048454"/>
                  <a:gd name="connsiteX23" fmla="*/ 1429808 w 1530882"/>
                  <a:gd name="connsiteY23" fmla="*/ 87588 h 1048454"/>
                  <a:gd name="connsiteX24" fmla="*/ 993146 w 1530882"/>
                  <a:gd name="connsiteY24" fmla="*/ 313212 h 1048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530882" h="1048454">
                    <a:moveTo>
                      <a:pt x="61482" y="1048125"/>
                    </a:moveTo>
                    <a:cubicBezTo>
                      <a:pt x="57525" y="1048565"/>
                      <a:pt x="53532" y="1048565"/>
                      <a:pt x="49576" y="1048125"/>
                    </a:cubicBezTo>
                    <a:cubicBezTo>
                      <a:pt x="16492" y="1041527"/>
                      <a:pt x="-5135" y="1009552"/>
                      <a:pt x="1058" y="976390"/>
                    </a:cubicBezTo>
                    <a:cubicBezTo>
                      <a:pt x="68912" y="608003"/>
                      <a:pt x="390858" y="341093"/>
                      <a:pt x="765439" y="342680"/>
                    </a:cubicBezTo>
                    <a:cubicBezTo>
                      <a:pt x="799468" y="342680"/>
                      <a:pt x="827054" y="370265"/>
                      <a:pt x="827054" y="404294"/>
                    </a:cubicBezTo>
                    <a:cubicBezTo>
                      <a:pt x="827054" y="438323"/>
                      <a:pt x="799468" y="465909"/>
                      <a:pt x="765439" y="465909"/>
                    </a:cubicBezTo>
                    <a:cubicBezTo>
                      <a:pt x="450084" y="464181"/>
                      <a:pt x="178885" y="688842"/>
                      <a:pt x="121906" y="999012"/>
                    </a:cubicBezTo>
                    <a:cubicBezTo>
                      <a:pt x="116145" y="1027384"/>
                      <a:pt x="91325" y="1047861"/>
                      <a:pt x="62375" y="1048125"/>
                    </a:cubicBezTo>
                    <a:close/>
                    <a:moveTo>
                      <a:pt x="1469098" y="1048125"/>
                    </a:moveTo>
                    <a:cubicBezTo>
                      <a:pt x="1439965" y="1047803"/>
                      <a:pt x="1415081" y="1027025"/>
                      <a:pt x="1409567" y="998416"/>
                    </a:cubicBezTo>
                    <a:cubicBezTo>
                      <a:pt x="1373427" y="808334"/>
                      <a:pt x="1255543" y="643754"/>
                      <a:pt x="1087205" y="548360"/>
                    </a:cubicBezTo>
                    <a:cubicBezTo>
                      <a:pt x="1058839" y="529564"/>
                      <a:pt x="1051080" y="491331"/>
                      <a:pt x="1069877" y="462964"/>
                    </a:cubicBezTo>
                    <a:cubicBezTo>
                      <a:pt x="1086599" y="437728"/>
                      <a:pt x="1119177" y="428379"/>
                      <a:pt x="1146736" y="440906"/>
                    </a:cubicBezTo>
                    <a:cubicBezTo>
                      <a:pt x="1346664" y="553999"/>
                      <a:pt x="1486755" y="749277"/>
                      <a:pt x="1529820" y="974902"/>
                    </a:cubicBezTo>
                    <a:cubicBezTo>
                      <a:pt x="1536024" y="1008132"/>
                      <a:pt x="1514428" y="1040195"/>
                      <a:pt x="1481302" y="1046934"/>
                    </a:cubicBezTo>
                    <a:cubicBezTo>
                      <a:pt x="1477240" y="1047242"/>
                      <a:pt x="1473160" y="1047242"/>
                      <a:pt x="1469098" y="1046934"/>
                    </a:cubicBezTo>
                    <a:close/>
                    <a:moveTo>
                      <a:pt x="995527" y="312616"/>
                    </a:moveTo>
                    <a:lnTo>
                      <a:pt x="939568" y="312616"/>
                    </a:lnTo>
                    <a:cubicBezTo>
                      <a:pt x="905539" y="312616"/>
                      <a:pt x="877953" y="285031"/>
                      <a:pt x="877953" y="251002"/>
                    </a:cubicBezTo>
                    <a:cubicBezTo>
                      <a:pt x="877953" y="216973"/>
                      <a:pt x="905539" y="189387"/>
                      <a:pt x="939568" y="189387"/>
                    </a:cubicBezTo>
                    <a:cubicBezTo>
                      <a:pt x="1118161" y="192661"/>
                      <a:pt x="1258953" y="184029"/>
                      <a:pt x="1315508" y="42047"/>
                    </a:cubicBezTo>
                    <a:cubicBezTo>
                      <a:pt x="1326324" y="9783"/>
                      <a:pt x="1361248" y="-7604"/>
                      <a:pt x="1393512" y="3212"/>
                    </a:cubicBezTo>
                    <a:cubicBezTo>
                      <a:pt x="1425776" y="14029"/>
                      <a:pt x="1443163" y="48952"/>
                      <a:pt x="1432346" y="81216"/>
                    </a:cubicBezTo>
                    <a:cubicBezTo>
                      <a:pt x="1431619" y="83386"/>
                      <a:pt x="1430772" y="85513"/>
                      <a:pt x="1429808" y="87588"/>
                    </a:cubicBezTo>
                    <a:cubicBezTo>
                      <a:pt x="1348250" y="292971"/>
                      <a:pt x="1143165" y="313212"/>
                      <a:pt x="993146" y="313212"/>
                    </a:cubicBezTo>
                    <a:close/>
                  </a:path>
                </a:pathLst>
              </a:custGeom>
              <a:grpFill/>
              <a:ln w="1860" cap="flat">
                <a:noFill/>
                <a:prstDash val="solid"/>
                <a:miter/>
              </a:ln>
            </p:spPr>
            <p:txBody>
              <a:bodyPr rtlCol="0" anchor="ctr"/>
              <a:lstStyle/>
              <a:p>
                <a:endParaRPr lang="zh-CN" altLang="en-US" sz="2000"/>
              </a:p>
            </p:txBody>
          </p:sp>
        </p:grpSp>
        <p:grpSp>
          <p:nvGrpSpPr>
            <p:cNvPr id="1054" name="组合 1053">
              <a:extLst>
                <a:ext uri="{FF2B5EF4-FFF2-40B4-BE49-F238E27FC236}">
                  <a16:creationId xmlns:a16="http://schemas.microsoft.com/office/drawing/2014/main" id="{24BA3AFF-711D-EFC1-C984-9A42FB7FE6CB}"/>
                </a:ext>
              </a:extLst>
            </p:cNvPr>
            <p:cNvGrpSpPr/>
            <p:nvPr/>
          </p:nvGrpSpPr>
          <p:grpSpPr>
            <a:xfrm>
              <a:off x="6264966" y="3424166"/>
              <a:ext cx="221070" cy="234520"/>
              <a:chOff x="5419292" y="3243587"/>
              <a:chExt cx="212929" cy="212929"/>
            </a:xfrm>
          </p:grpSpPr>
          <p:sp>
            <p:nvSpPr>
              <p:cNvPr id="1062" name="任意多边形: 形状 1061">
                <a:extLst>
                  <a:ext uri="{FF2B5EF4-FFF2-40B4-BE49-F238E27FC236}">
                    <a16:creationId xmlns:a16="http://schemas.microsoft.com/office/drawing/2014/main" id="{DCD3060E-6A15-2177-0A60-887A385BE844}"/>
                  </a:ext>
                </a:extLst>
              </p:cNvPr>
              <p:cNvSpPr/>
              <p:nvPr/>
            </p:nvSpPr>
            <p:spPr>
              <a:xfrm>
                <a:off x="5446070" y="3296770"/>
                <a:ext cx="133016" cy="13418"/>
              </a:xfrm>
              <a:custGeom>
                <a:avLst/>
                <a:gdLst>
                  <a:gd name="connsiteX0" fmla="*/ 86457 w 133016"/>
                  <a:gd name="connsiteY0" fmla="*/ 110 h 13418"/>
                  <a:gd name="connsiteX1" fmla="*/ 6702 w 133016"/>
                  <a:gd name="connsiteY1" fmla="*/ 110 h 13418"/>
                  <a:gd name="connsiteX2" fmla="*/ 0 w 133016"/>
                  <a:gd name="connsiteY2" fmla="*/ 6764 h 13418"/>
                  <a:gd name="connsiteX3" fmla="*/ 6702 w 133016"/>
                  <a:gd name="connsiteY3" fmla="*/ 13418 h 13418"/>
                  <a:gd name="connsiteX4" fmla="*/ 86457 w 133016"/>
                  <a:gd name="connsiteY4" fmla="*/ 13418 h 13418"/>
                  <a:gd name="connsiteX5" fmla="*/ 93157 w 133016"/>
                  <a:gd name="connsiteY5" fmla="*/ 6764 h 13418"/>
                  <a:gd name="connsiteX6" fmla="*/ 86457 w 133016"/>
                  <a:gd name="connsiteY6" fmla="*/ 110 h 13418"/>
                  <a:gd name="connsiteX7" fmla="*/ 126362 w 133016"/>
                  <a:gd name="connsiteY7" fmla="*/ 0 h 13418"/>
                  <a:gd name="connsiteX8" fmla="*/ 119708 w 133016"/>
                  <a:gd name="connsiteY8" fmla="*/ 6654 h 13418"/>
                  <a:gd name="connsiteX9" fmla="*/ 126362 w 133016"/>
                  <a:gd name="connsiteY9" fmla="*/ 13308 h 13418"/>
                  <a:gd name="connsiteX10" fmla="*/ 133016 w 133016"/>
                  <a:gd name="connsiteY10" fmla="*/ 6654 h 13418"/>
                  <a:gd name="connsiteX11" fmla="*/ 126362 w 133016"/>
                  <a:gd name="connsiteY11" fmla="*/ 0 h 13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3016" h="13418">
                    <a:moveTo>
                      <a:pt x="86457" y="110"/>
                    </a:moveTo>
                    <a:lnTo>
                      <a:pt x="6702" y="110"/>
                    </a:lnTo>
                    <a:cubicBezTo>
                      <a:pt x="3075" y="110"/>
                      <a:pt x="110" y="3055"/>
                      <a:pt x="0" y="6764"/>
                    </a:cubicBezTo>
                    <a:cubicBezTo>
                      <a:pt x="0" y="10474"/>
                      <a:pt x="3075" y="13418"/>
                      <a:pt x="6702" y="13418"/>
                    </a:cubicBezTo>
                    <a:lnTo>
                      <a:pt x="86457" y="13418"/>
                    </a:lnTo>
                    <a:cubicBezTo>
                      <a:pt x="90191" y="13418"/>
                      <a:pt x="93157" y="10364"/>
                      <a:pt x="93157" y="6764"/>
                    </a:cubicBezTo>
                    <a:cubicBezTo>
                      <a:pt x="93159" y="3057"/>
                      <a:pt x="90081" y="110"/>
                      <a:pt x="86457" y="110"/>
                    </a:cubicBezTo>
                    <a:close/>
                    <a:moveTo>
                      <a:pt x="126362" y="0"/>
                    </a:moveTo>
                    <a:cubicBezTo>
                      <a:pt x="122653" y="0"/>
                      <a:pt x="119708" y="3055"/>
                      <a:pt x="119708" y="6654"/>
                    </a:cubicBezTo>
                    <a:cubicBezTo>
                      <a:pt x="119708" y="10364"/>
                      <a:pt x="122761" y="13308"/>
                      <a:pt x="126362" y="13308"/>
                    </a:cubicBezTo>
                    <a:cubicBezTo>
                      <a:pt x="129962" y="13308"/>
                      <a:pt x="132908" y="10364"/>
                      <a:pt x="133016" y="6654"/>
                    </a:cubicBezTo>
                    <a:cubicBezTo>
                      <a:pt x="133018" y="2946"/>
                      <a:pt x="129962" y="0"/>
                      <a:pt x="126362" y="0"/>
                    </a:cubicBezTo>
                    <a:close/>
                  </a:path>
                </a:pathLst>
              </a:custGeom>
              <a:solidFill>
                <a:schemeClr val="accent1"/>
              </a:solidFill>
              <a:ln w="205" cap="flat">
                <a:noFill/>
                <a:prstDash val="solid"/>
                <a:miter/>
              </a:ln>
            </p:spPr>
            <p:txBody>
              <a:bodyPr rtlCol="0" anchor="ctr"/>
              <a:lstStyle/>
              <a:p>
                <a:endParaRPr lang="zh-CN" altLang="en-US" sz="2000"/>
              </a:p>
            </p:txBody>
          </p:sp>
          <p:sp>
            <p:nvSpPr>
              <p:cNvPr id="1064" name="任意多边形: 形状 1063">
                <a:extLst>
                  <a:ext uri="{FF2B5EF4-FFF2-40B4-BE49-F238E27FC236}">
                    <a16:creationId xmlns:a16="http://schemas.microsoft.com/office/drawing/2014/main" id="{120DB5F9-38ED-567F-DA43-6221C5C0C09E}"/>
                  </a:ext>
                </a:extLst>
              </p:cNvPr>
              <p:cNvSpPr/>
              <p:nvPr/>
            </p:nvSpPr>
            <p:spPr>
              <a:xfrm>
                <a:off x="5419292" y="3243587"/>
                <a:ext cx="212929" cy="212929"/>
              </a:xfrm>
              <a:custGeom>
                <a:avLst/>
                <a:gdLst>
                  <a:gd name="connsiteX0" fmla="*/ 181560 w 212929"/>
                  <a:gd name="connsiteY0" fmla="*/ 0 h 212929"/>
                  <a:gd name="connsiteX1" fmla="*/ 57986 w 212929"/>
                  <a:gd name="connsiteY1" fmla="*/ 0 h 212929"/>
                  <a:gd name="connsiteX2" fmla="*/ 26976 w 212929"/>
                  <a:gd name="connsiteY2" fmla="*/ 26616 h 212929"/>
                  <a:gd name="connsiteX3" fmla="*/ 26616 w 212929"/>
                  <a:gd name="connsiteY3" fmla="*/ 26616 h 212929"/>
                  <a:gd name="connsiteX4" fmla="*/ 0 w 212929"/>
                  <a:gd name="connsiteY4" fmla="*/ 53232 h 212929"/>
                  <a:gd name="connsiteX5" fmla="*/ 0 w 212929"/>
                  <a:gd name="connsiteY5" fmla="*/ 186313 h 212929"/>
                  <a:gd name="connsiteX6" fmla="*/ 26616 w 212929"/>
                  <a:gd name="connsiteY6" fmla="*/ 212929 h 212929"/>
                  <a:gd name="connsiteX7" fmla="*/ 159697 w 212929"/>
                  <a:gd name="connsiteY7" fmla="*/ 212929 h 212929"/>
                  <a:gd name="connsiteX8" fmla="*/ 186313 w 212929"/>
                  <a:gd name="connsiteY8" fmla="*/ 186313 h 212929"/>
                  <a:gd name="connsiteX9" fmla="*/ 186313 w 212929"/>
                  <a:gd name="connsiteY9" fmla="*/ 185953 h 212929"/>
                  <a:gd name="connsiteX10" fmla="*/ 212929 w 212929"/>
                  <a:gd name="connsiteY10" fmla="*/ 154943 h 212929"/>
                  <a:gd name="connsiteX11" fmla="*/ 212929 w 212929"/>
                  <a:gd name="connsiteY11" fmla="*/ 31370 h 212929"/>
                  <a:gd name="connsiteX12" fmla="*/ 181560 w 212929"/>
                  <a:gd name="connsiteY12" fmla="*/ 0 h 212929"/>
                  <a:gd name="connsiteX13" fmla="*/ 173005 w 212929"/>
                  <a:gd name="connsiteY13" fmla="*/ 186313 h 212929"/>
                  <a:gd name="connsiteX14" fmla="*/ 159697 w 212929"/>
                  <a:gd name="connsiteY14" fmla="*/ 199621 h 212929"/>
                  <a:gd name="connsiteX15" fmla="*/ 26616 w 212929"/>
                  <a:gd name="connsiteY15" fmla="*/ 199621 h 212929"/>
                  <a:gd name="connsiteX16" fmla="*/ 13308 w 212929"/>
                  <a:gd name="connsiteY16" fmla="*/ 186313 h 212929"/>
                  <a:gd name="connsiteX17" fmla="*/ 13308 w 212929"/>
                  <a:gd name="connsiteY17" fmla="*/ 93157 h 212929"/>
                  <a:gd name="connsiteX18" fmla="*/ 173005 w 212929"/>
                  <a:gd name="connsiteY18" fmla="*/ 93157 h 212929"/>
                  <a:gd name="connsiteX19" fmla="*/ 173005 w 212929"/>
                  <a:gd name="connsiteY19" fmla="*/ 186313 h 212929"/>
                  <a:gd name="connsiteX20" fmla="*/ 173005 w 212929"/>
                  <a:gd name="connsiteY20" fmla="*/ 79878 h 212929"/>
                  <a:gd name="connsiteX21" fmla="*/ 13308 w 212929"/>
                  <a:gd name="connsiteY21" fmla="*/ 79878 h 212929"/>
                  <a:gd name="connsiteX22" fmla="*/ 13308 w 212929"/>
                  <a:gd name="connsiteY22" fmla="*/ 53232 h 212929"/>
                  <a:gd name="connsiteX23" fmla="*/ 26616 w 212929"/>
                  <a:gd name="connsiteY23" fmla="*/ 39924 h 212929"/>
                  <a:gd name="connsiteX24" fmla="*/ 159697 w 212929"/>
                  <a:gd name="connsiteY24" fmla="*/ 39924 h 212929"/>
                  <a:gd name="connsiteX25" fmla="*/ 173005 w 212929"/>
                  <a:gd name="connsiteY25" fmla="*/ 53232 h 212929"/>
                  <a:gd name="connsiteX26" fmla="*/ 173005 w 212929"/>
                  <a:gd name="connsiteY26" fmla="*/ 79878 h 212929"/>
                  <a:gd name="connsiteX27" fmla="*/ 199621 w 212929"/>
                  <a:gd name="connsiteY27" fmla="*/ 154943 h 212929"/>
                  <a:gd name="connsiteX28" fmla="*/ 186313 w 212929"/>
                  <a:gd name="connsiteY28" fmla="*/ 172369 h 212929"/>
                  <a:gd name="connsiteX29" fmla="*/ 186313 w 212929"/>
                  <a:gd name="connsiteY29" fmla="*/ 53232 h 212929"/>
                  <a:gd name="connsiteX30" fmla="*/ 159697 w 212929"/>
                  <a:gd name="connsiteY30" fmla="*/ 26616 h 212929"/>
                  <a:gd name="connsiteX31" fmla="*/ 40561 w 212929"/>
                  <a:gd name="connsiteY31" fmla="*/ 26616 h 212929"/>
                  <a:gd name="connsiteX32" fmla="*/ 57986 w 212929"/>
                  <a:gd name="connsiteY32" fmla="*/ 13308 h 212929"/>
                  <a:gd name="connsiteX33" fmla="*/ 181560 w 212929"/>
                  <a:gd name="connsiteY33" fmla="*/ 13308 h 212929"/>
                  <a:gd name="connsiteX34" fmla="*/ 199621 w 212929"/>
                  <a:gd name="connsiteY34" fmla="*/ 31370 h 212929"/>
                  <a:gd name="connsiteX35" fmla="*/ 199621 w 212929"/>
                  <a:gd name="connsiteY35" fmla="*/ 154943 h 21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929" h="212929">
                    <a:moveTo>
                      <a:pt x="181560" y="0"/>
                    </a:moveTo>
                    <a:lnTo>
                      <a:pt x="57986" y="0"/>
                    </a:lnTo>
                    <a:cubicBezTo>
                      <a:pt x="42303" y="0"/>
                      <a:pt x="29274" y="11566"/>
                      <a:pt x="26976" y="26616"/>
                    </a:cubicBezTo>
                    <a:lnTo>
                      <a:pt x="26616" y="26616"/>
                    </a:lnTo>
                    <a:cubicBezTo>
                      <a:pt x="11977" y="26616"/>
                      <a:pt x="0" y="38593"/>
                      <a:pt x="0" y="53232"/>
                    </a:cubicBezTo>
                    <a:lnTo>
                      <a:pt x="0" y="186313"/>
                    </a:lnTo>
                    <a:cubicBezTo>
                      <a:pt x="0" y="200952"/>
                      <a:pt x="11977" y="212929"/>
                      <a:pt x="26616" y="212929"/>
                    </a:cubicBezTo>
                    <a:lnTo>
                      <a:pt x="159697" y="212929"/>
                    </a:lnTo>
                    <a:cubicBezTo>
                      <a:pt x="174336" y="212929"/>
                      <a:pt x="186313" y="200952"/>
                      <a:pt x="186313" y="186313"/>
                    </a:cubicBezTo>
                    <a:lnTo>
                      <a:pt x="186313" y="185953"/>
                    </a:lnTo>
                    <a:cubicBezTo>
                      <a:pt x="201364" y="183656"/>
                      <a:pt x="212929" y="170626"/>
                      <a:pt x="212929" y="154943"/>
                    </a:cubicBezTo>
                    <a:lnTo>
                      <a:pt x="212929" y="31370"/>
                    </a:lnTo>
                    <a:cubicBezTo>
                      <a:pt x="212929" y="14071"/>
                      <a:pt x="198856" y="0"/>
                      <a:pt x="181560" y="0"/>
                    </a:cubicBezTo>
                    <a:close/>
                    <a:moveTo>
                      <a:pt x="173005" y="186313"/>
                    </a:moveTo>
                    <a:cubicBezTo>
                      <a:pt x="173005" y="193651"/>
                      <a:pt x="167035" y="199621"/>
                      <a:pt x="159697" y="199621"/>
                    </a:cubicBezTo>
                    <a:lnTo>
                      <a:pt x="26616" y="199621"/>
                    </a:lnTo>
                    <a:cubicBezTo>
                      <a:pt x="19278" y="199621"/>
                      <a:pt x="13308" y="193651"/>
                      <a:pt x="13308" y="186313"/>
                    </a:cubicBezTo>
                    <a:lnTo>
                      <a:pt x="13308" y="93157"/>
                    </a:lnTo>
                    <a:lnTo>
                      <a:pt x="173005" y="93157"/>
                    </a:lnTo>
                    <a:lnTo>
                      <a:pt x="173005" y="186313"/>
                    </a:lnTo>
                    <a:close/>
                    <a:moveTo>
                      <a:pt x="173005" y="79878"/>
                    </a:moveTo>
                    <a:lnTo>
                      <a:pt x="13308" y="79878"/>
                    </a:lnTo>
                    <a:lnTo>
                      <a:pt x="13308" y="53232"/>
                    </a:lnTo>
                    <a:cubicBezTo>
                      <a:pt x="13308" y="45894"/>
                      <a:pt x="19278" y="39924"/>
                      <a:pt x="26616" y="39924"/>
                    </a:cubicBezTo>
                    <a:lnTo>
                      <a:pt x="159697" y="39924"/>
                    </a:lnTo>
                    <a:cubicBezTo>
                      <a:pt x="167035" y="39924"/>
                      <a:pt x="173005" y="45894"/>
                      <a:pt x="173005" y="53232"/>
                    </a:cubicBezTo>
                    <a:lnTo>
                      <a:pt x="173005" y="79878"/>
                    </a:lnTo>
                    <a:close/>
                    <a:moveTo>
                      <a:pt x="199621" y="154943"/>
                    </a:moveTo>
                    <a:cubicBezTo>
                      <a:pt x="199621" y="163257"/>
                      <a:pt x="193974" y="170277"/>
                      <a:pt x="186313" y="172369"/>
                    </a:cubicBezTo>
                    <a:lnTo>
                      <a:pt x="186313" y="53232"/>
                    </a:lnTo>
                    <a:cubicBezTo>
                      <a:pt x="186313" y="38593"/>
                      <a:pt x="174336" y="26616"/>
                      <a:pt x="159697" y="26616"/>
                    </a:cubicBezTo>
                    <a:lnTo>
                      <a:pt x="40561" y="26616"/>
                    </a:lnTo>
                    <a:cubicBezTo>
                      <a:pt x="42652" y="18956"/>
                      <a:pt x="49672" y="13308"/>
                      <a:pt x="57986" y="13308"/>
                    </a:cubicBezTo>
                    <a:lnTo>
                      <a:pt x="181560" y="13308"/>
                    </a:lnTo>
                    <a:cubicBezTo>
                      <a:pt x="191518" y="13308"/>
                      <a:pt x="199621" y="21411"/>
                      <a:pt x="199621" y="31370"/>
                    </a:cubicBezTo>
                    <a:lnTo>
                      <a:pt x="199621" y="154943"/>
                    </a:lnTo>
                    <a:close/>
                  </a:path>
                </a:pathLst>
              </a:custGeom>
              <a:solidFill>
                <a:schemeClr val="accent1"/>
              </a:solidFill>
              <a:ln w="205" cap="flat">
                <a:noFill/>
                <a:prstDash val="solid"/>
                <a:miter/>
              </a:ln>
            </p:spPr>
            <p:txBody>
              <a:bodyPr rtlCol="0" anchor="ctr"/>
              <a:lstStyle/>
              <a:p>
                <a:endParaRPr lang="zh-CN" altLang="en-US" sz="2000"/>
              </a:p>
            </p:txBody>
          </p:sp>
        </p:grpSp>
        <p:grpSp>
          <p:nvGrpSpPr>
            <p:cNvPr id="1066" name="组合 1065">
              <a:extLst>
                <a:ext uri="{FF2B5EF4-FFF2-40B4-BE49-F238E27FC236}">
                  <a16:creationId xmlns:a16="http://schemas.microsoft.com/office/drawing/2014/main" id="{B227F424-1A0F-05EF-D632-75A0F599516F}"/>
                </a:ext>
              </a:extLst>
            </p:cNvPr>
            <p:cNvGrpSpPr/>
            <p:nvPr/>
          </p:nvGrpSpPr>
          <p:grpSpPr>
            <a:xfrm>
              <a:off x="6004131" y="4034668"/>
              <a:ext cx="176840" cy="173874"/>
              <a:chOff x="5478559" y="3283208"/>
              <a:chExt cx="170328" cy="170578"/>
            </a:xfrm>
          </p:grpSpPr>
          <p:sp>
            <p:nvSpPr>
              <p:cNvPr id="1068" name="任意多边形: 形状 1067">
                <a:extLst>
                  <a:ext uri="{FF2B5EF4-FFF2-40B4-BE49-F238E27FC236}">
                    <a16:creationId xmlns:a16="http://schemas.microsoft.com/office/drawing/2014/main" id="{E8B08BBC-E595-0AC6-F347-E145E80F3FF4}"/>
                  </a:ext>
                </a:extLst>
              </p:cNvPr>
              <p:cNvSpPr/>
              <p:nvPr/>
            </p:nvSpPr>
            <p:spPr>
              <a:xfrm>
                <a:off x="5530210" y="3319761"/>
                <a:ext cx="118677" cy="134025"/>
              </a:xfrm>
              <a:custGeom>
                <a:avLst/>
                <a:gdLst>
                  <a:gd name="connsiteX0" fmla="*/ 118660 w 118677"/>
                  <a:gd name="connsiteY0" fmla="*/ 126296 h 134025"/>
                  <a:gd name="connsiteX1" fmla="*/ 81917 w 118677"/>
                  <a:gd name="connsiteY1" fmla="*/ 58598 h 134025"/>
                  <a:gd name="connsiteX2" fmla="*/ 93226 w 118677"/>
                  <a:gd name="connsiteY2" fmla="*/ 33506 h 134025"/>
                  <a:gd name="connsiteX3" fmla="*/ 59719 w 118677"/>
                  <a:gd name="connsiteY3" fmla="*/ 0 h 134025"/>
                  <a:gd name="connsiteX4" fmla="*/ 26213 w 118677"/>
                  <a:gd name="connsiteY4" fmla="*/ 33506 h 134025"/>
                  <a:gd name="connsiteX5" fmla="*/ 37236 w 118677"/>
                  <a:gd name="connsiteY5" fmla="*/ 58332 h 134025"/>
                  <a:gd name="connsiteX6" fmla="*/ 17 w 118677"/>
                  <a:gd name="connsiteY6" fmla="*/ 126296 h 134025"/>
                  <a:gd name="connsiteX7" fmla="*/ 7232 w 118677"/>
                  <a:gd name="connsiteY7" fmla="*/ 134025 h 134025"/>
                  <a:gd name="connsiteX8" fmla="*/ 14448 w 118677"/>
                  <a:gd name="connsiteY8" fmla="*/ 127267 h 134025"/>
                  <a:gd name="connsiteX9" fmla="*/ 18255 w 118677"/>
                  <a:gd name="connsiteY9" fmla="*/ 106592 h 134025"/>
                  <a:gd name="connsiteX10" fmla="*/ 28878 w 118677"/>
                  <a:gd name="connsiteY10" fmla="*/ 84965 h 134025"/>
                  <a:gd name="connsiteX11" fmla="*/ 59339 w 118677"/>
                  <a:gd name="connsiteY11" fmla="*/ 67032 h 134025"/>
                  <a:gd name="connsiteX12" fmla="*/ 89799 w 118677"/>
                  <a:gd name="connsiteY12" fmla="*/ 84965 h 134025"/>
                  <a:gd name="connsiteX13" fmla="*/ 100422 w 118677"/>
                  <a:gd name="connsiteY13" fmla="*/ 106592 h 134025"/>
                  <a:gd name="connsiteX14" fmla="*/ 104230 w 118677"/>
                  <a:gd name="connsiteY14" fmla="*/ 127267 h 134025"/>
                  <a:gd name="connsiteX15" fmla="*/ 111445 w 118677"/>
                  <a:gd name="connsiteY15" fmla="*/ 134025 h 134025"/>
                  <a:gd name="connsiteX16" fmla="*/ 118660 w 118677"/>
                  <a:gd name="connsiteY16" fmla="*/ 126296 h 134025"/>
                  <a:gd name="connsiteX17" fmla="*/ 40682 w 118677"/>
                  <a:gd name="connsiteY17" fmla="*/ 32878 h 134025"/>
                  <a:gd name="connsiteX18" fmla="*/ 59072 w 118677"/>
                  <a:gd name="connsiteY18" fmla="*/ 14488 h 134025"/>
                  <a:gd name="connsiteX19" fmla="*/ 78738 w 118677"/>
                  <a:gd name="connsiteY19" fmla="*/ 34154 h 134025"/>
                  <a:gd name="connsiteX20" fmla="*/ 60348 w 118677"/>
                  <a:gd name="connsiteY20" fmla="*/ 52544 h 134025"/>
                  <a:gd name="connsiteX21" fmla="*/ 40682 w 118677"/>
                  <a:gd name="connsiteY21" fmla="*/ 32878 h 134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8677" h="134025">
                    <a:moveTo>
                      <a:pt x="118660" y="126296"/>
                    </a:moveTo>
                    <a:cubicBezTo>
                      <a:pt x="116547" y="95588"/>
                      <a:pt x="101964" y="69830"/>
                      <a:pt x="81917" y="58598"/>
                    </a:cubicBezTo>
                    <a:cubicBezTo>
                      <a:pt x="88847" y="52468"/>
                      <a:pt x="93226" y="43501"/>
                      <a:pt x="93226" y="33506"/>
                    </a:cubicBezTo>
                    <a:cubicBezTo>
                      <a:pt x="93226" y="15040"/>
                      <a:pt x="78186" y="0"/>
                      <a:pt x="59719" y="0"/>
                    </a:cubicBezTo>
                    <a:cubicBezTo>
                      <a:pt x="41215" y="0"/>
                      <a:pt x="26213" y="15002"/>
                      <a:pt x="26213" y="33506"/>
                    </a:cubicBezTo>
                    <a:cubicBezTo>
                      <a:pt x="26213" y="43349"/>
                      <a:pt x="30477" y="52201"/>
                      <a:pt x="37236" y="58332"/>
                    </a:cubicBezTo>
                    <a:cubicBezTo>
                      <a:pt x="16942" y="69430"/>
                      <a:pt x="2149" y="95341"/>
                      <a:pt x="17" y="126296"/>
                    </a:cubicBezTo>
                    <a:cubicBezTo>
                      <a:pt x="-268" y="130484"/>
                      <a:pt x="3044" y="134025"/>
                      <a:pt x="7232" y="134025"/>
                    </a:cubicBezTo>
                    <a:cubicBezTo>
                      <a:pt x="11040" y="134025"/>
                      <a:pt x="14181" y="131075"/>
                      <a:pt x="14448" y="127267"/>
                    </a:cubicBezTo>
                    <a:cubicBezTo>
                      <a:pt x="14943" y="120109"/>
                      <a:pt x="16218" y="113179"/>
                      <a:pt x="18255" y="106592"/>
                    </a:cubicBezTo>
                    <a:cubicBezTo>
                      <a:pt x="20787" y="98425"/>
                      <a:pt x="24366" y="91152"/>
                      <a:pt x="28878" y="84965"/>
                    </a:cubicBezTo>
                    <a:cubicBezTo>
                      <a:pt x="37331" y="73390"/>
                      <a:pt x="48144" y="67032"/>
                      <a:pt x="59339" y="67032"/>
                    </a:cubicBezTo>
                    <a:cubicBezTo>
                      <a:pt x="70533" y="67032"/>
                      <a:pt x="81327" y="73409"/>
                      <a:pt x="89799" y="84965"/>
                    </a:cubicBezTo>
                    <a:cubicBezTo>
                      <a:pt x="94330" y="91152"/>
                      <a:pt x="97890" y="98425"/>
                      <a:pt x="100422" y="106592"/>
                    </a:cubicBezTo>
                    <a:cubicBezTo>
                      <a:pt x="102459" y="113198"/>
                      <a:pt x="103735" y="120128"/>
                      <a:pt x="104230" y="127267"/>
                    </a:cubicBezTo>
                    <a:cubicBezTo>
                      <a:pt x="104496" y="131075"/>
                      <a:pt x="107637" y="134025"/>
                      <a:pt x="111445" y="134025"/>
                    </a:cubicBezTo>
                    <a:cubicBezTo>
                      <a:pt x="115633" y="134025"/>
                      <a:pt x="118946" y="130465"/>
                      <a:pt x="118660" y="126296"/>
                    </a:cubicBezTo>
                    <a:close/>
                    <a:moveTo>
                      <a:pt x="40682" y="32878"/>
                    </a:moveTo>
                    <a:cubicBezTo>
                      <a:pt x="41005" y="22902"/>
                      <a:pt x="49096" y="14811"/>
                      <a:pt x="59072" y="14488"/>
                    </a:cubicBezTo>
                    <a:cubicBezTo>
                      <a:pt x="70076" y="14126"/>
                      <a:pt x="79081" y="23150"/>
                      <a:pt x="78738" y="34154"/>
                    </a:cubicBezTo>
                    <a:cubicBezTo>
                      <a:pt x="78414" y="44129"/>
                      <a:pt x="70323" y="52220"/>
                      <a:pt x="60348" y="52544"/>
                    </a:cubicBezTo>
                    <a:cubicBezTo>
                      <a:pt x="49344" y="52887"/>
                      <a:pt x="40320" y="43863"/>
                      <a:pt x="40682" y="32878"/>
                    </a:cubicBezTo>
                    <a:close/>
                  </a:path>
                </a:pathLst>
              </a:custGeom>
              <a:solidFill>
                <a:schemeClr val="accent1"/>
              </a:solidFill>
              <a:ln w="186" cap="flat">
                <a:noFill/>
                <a:prstDash val="solid"/>
                <a:miter/>
              </a:ln>
            </p:spPr>
            <p:txBody>
              <a:bodyPr rtlCol="0" anchor="ctr"/>
              <a:lstStyle/>
              <a:p>
                <a:endParaRPr lang="zh-CN" altLang="en-US" sz="2000"/>
              </a:p>
            </p:txBody>
          </p:sp>
          <p:sp>
            <p:nvSpPr>
              <p:cNvPr id="1070" name="任意多边形: 形状 1069">
                <a:extLst>
                  <a:ext uri="{FF2B5EF4-FFF2-40B4-BE49-F238E27FC236}">
                    <a16:creationId xmlns:a16="http://schemas.microsoft.com/office/drawing/2014/main" id="{E76BBD12-31FC-09AC-B865-CFD466345BEB}"/>
                  </a:ext>
                </a:extLst>
              </p:cNvPr>
              <p:cNvSpPr/>
              <p:nvPr/>
            </p:nvSpPr>
            <p:spPr>
              <a:xfrm>
                <a:off x="5478559" y="3283208"/>
                <a:ext cx="158393" cy="146019"/>
              </a:xfrm>
              <a:custGeom>
                <a:avLst/>
                <a:gdLst>
                  <a:gd name="connsiteX0" fmla="*/ 40626 w 158393"/>
                  <a:gd name="connsiteY0" fmla="*/ 131550 h 146019"/>
                  <a:gd name="connsiteX1" fmla="*/ 14450 w 158393"/>
                  <a:gd name="connsiteY1" fmla="*/ 131550 h 146019"/>
                  <a:gd name="connsiteX2" fmla="*/ 14450 w 158393"/>
                  <a:gd name="connsiteY2" fmla="*/ 14469 h 146019"/>
                  <a:gd name="connsiteX3" fmla="*/ 143906 w 158393"/>
                  <a:gd name="connsiteY3" fmla="*/ 14469 h 146019"/>
                  <a:gd name="connsiteX4" fmla="*/ 143906 w 158393"/>
                  <a:gd name="connsiteY4" fmla="*/ 34116 h 146019"/>
                  <a:gd name="connsiteX5" fmla="*/ 144382 w 158393"/>
                  <a:gd name="connsiteY5" fmla="*/ 35372 h 146019"/>
                  <a:gd name="connsiteX6" fmla="*/ 154757 w 158393"/>
                  <a:gd name="connsiteY6" fmla="*/ 49574 h 146019"/>
                  <a:gd name="connsiteX7" fmla="*/ 158394 w 158393"/>
                  <a:gd name="connsiteY7" fmla="*/ 48775 h 146019"/>
                  <a:gd name="connsiteX8" fmla="*/ 158394 w 158393"/>
                  <a:gd name="connsiteY8" fmla="*/ 7615 h 146019"/>
                  <a:gd name="connsiteX9" fmla="*/ 150779 w 158393"/>
                  <a:gd name="connsiteY9" fmla="*/ 0 h 146019"/>
                  <a:gd name="connsiteX10" fmla="*/ 7615 w 158393"/>
                  <a:gd name="connsiteY10" fmla="*/ 0 h 146019"/>
                  <a:gd name="connsiteX11" fmla="*/ 0 w 158393"/>
                  <a:gd name="connsiteY11" fmla="*/ 7615 h 146019"/>
                  <a:gd name="connsiteX12" fmla="*/ 0 w 158393"/>
                  <a:gd name="connsiteY12" fmla="*/ 138404 h 146019"/>
                  <a:gd name="connsiteX13" fmla="*/ 7615 w 158393"/>
                  <a:gd name="connsiteY13" fmla="*/ 146019 h 146019"/>
                  <a:gd name="connsiteX14" fmla="*/ 37809 w 158393"/>
                  <a:gd name="connsiteY14" fmla="*/ 146019 h 146019"/>
                  <a:gd name="connsiteX15" fmla="*/ 39675 w 158393"/>
                  <a:gd name="connsiteY15" fmla="*/ 144515 h 146019"/>
                  <a:gd name="connsiteX16" fmla="*/ 42454 w 158393"/>
                  <a:gd name="connsiteY16" fmla="*/ 134006 h 146019"/>
                  <a:gd name="connsiteX17" fmla="*/ 40626 w 158393"/>
                  <a:gd name="connsiteY17" fmla="*/ 131550 h 146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393" h="146019">
                    <a:moveTo>
                      <a:pt x="40626" y="131550"/>
                    </a:moveTo>
                    <a:lnTo>
                      <a:pt x="14450" y="131550"/>
                    </a:lnTo>
                    <a:lnTo>
                      <a:pt x="14450" y="14469"/>
                    </a:lnTo>
                    <a:lnTo>
                      <a:pt x="143906" y="14469"/>
                    </a:lnTo>
                    <a:lnTo>
                      <a:pt x="143906" y="34116"/>
                    </a:lnTo>
                    <a:cubicBezTo>
                      <a:pt x="143906" y="34572"/>
                      <a:pt x="144077" y="35029"/>
                      <a:pt x="144382" y="35372"/>
                    </a:cubicBezTo>
                    <a:cubicBezTo>
                      <a:pt x="146229" y="37466"/>
                      <a:pt x="152701" y="45253"/>
                      <a:pt x="154757" y="49574"/>
                    </a:cubicBezTo>
                    <a:cubicBezTo>
                      <a:pt x="155633" y="51421"/>
                      <a:pt x="158394" y="50812"/>
                      <a:pt x="158394" y="48775"/>
                    </a:cubicBezTo>
                    <a:lnTo>
                      <a:pt x="158394" y="7615"/>
                    </a:lnTo>
                    <a:cubicBezTo>
                      <a:pt x="158394" y="3408"/>
                      <a:pt x="154986" y="0"/>
                      <a:pt x="150779" y="0"/>
                    </a:cubicBezTo>
                    <a:lnTo>
                      <a:pt x="7615" y="0"/>
                    </a:lnTo>
                    <a:cubicBezTo>
                      <a:pt x="3408" y="0"/>
                      <a:pt x="0" y="3408"/>
                      <a:pt x="0" y="7615"/>
                    </a:cubicBezTo>
                    <a:lnTo>
                      <a:pt x="0" y="138404"/>
                    </a:lnTo>
                    <a:cubicBezTo>
                      <a:pt x="0" y="142611"/>
                      <a:pt x="3408" y="146019"/>
                      <a:pt x="7615" y="146019"/>
                    </a:cubicBezTo>
                    <a:lnTo>
                      <a:pt x="37809" y="146019"/>
                    </a:lnTo>
                    <a:cubicBezTo>
                      <a:pt x="38704" y="146019"/>
                      <a:pt x="39484" y="145391"/>
                      <a:pt x="39675" y="144515"/>
                    </a:cubicBezTo>
                    <a:cubicBezTo>
                      <a:pt x="40436" y="140936"/>
                      <a:pt x="41369" y="137433"/>
                      <a:pt x="42454" y="134006"/>
                    </a:cubicBezTo>
                    <a:cubicBezTo>
                      <a:pt x="42835" y="132788"/>
                      <a:pt x="41902" y="131550"/>
                      <a:pt x="40626" y="131550"/>
                    </a:cubicBezTo>
                    <a:close/>
                  </a:path>
                </a:pathLst>
              </a:custGeom>
              <a:solidFill>
                <a:schemeClr val="accent1"/>
              </a:solidFill>
              <a:ln w="186" cap="flat">
                <a:noFill/>
                <a:prstDash val="solid"/>
                <a:miter/>
              </a:ln>
            </p:spPr>
            <p:txBody>
              <a:bodyPr rtlCol="0" anchor="ctr"/>
              <a:lstStyle/>
              <a:p>
                <a:endParaRPr lang="zh-CN" altLang="en-US" sz="2000"/>
              </a:p>
            </p:txBody>
          </p:sp>
          <p:sp>
            <p:nvSpPr>
              <p:cNvPr id="1071" name="任意多边形: 形状 1070">
                <a:extLst>
                  <a:ext uri="{FF2B5EF4-FFF2-40B4-BE49-F238E27FC236}">
                    <a16:creationId xmlns:a16="http://schemas.microsoft.com/office/drawing/2014/main" id="{05F43FBD-7746-03F0-FABA-B65A47E23C5E}"/>
                  </a:ext>
                </a:extLst>
              </p:cNvPr>
              <p:cNvSpPr/>
              <p:nvPr/>
            </p:nvSpPr>
            <p:spPr>
              <a:xfrm>
                <a:off x="5502908" y="3307577"/>
                <a:ext cx="54828" cy="68154"/>
              </a:xfrm>
              <a:custGeom>
                <a:avLst/>
                <a:gdLst>
                  <a:gd name="connsiteX0" fmla="*/ 54829 w 54828"/>
                  <a:gd name="connsiteY0" fmla="*/ 7234 h 68154"/>
                  <a:gd name="connsiteX1" fmla="*/ 47594 w 54828"/>
                  <a:gd name="connsiteY1" fmla="*/ 0 h 68154"/>
                  <a:gd name="connsiteX2" fmla="*/ 7234 w 54828"/>
                  <a:gd name="connsiteY2" fmla="*/ 0 h 68154"/>
                  <a:gd name="connsiteX3" fmla="*/ 0 w 54828"/>
                  <a:gd name="connsiteY3" fmla="*/ 7234 h 68154"/>
                  <a:gd name="connsiteX4" fmla="*/ 7234 w 54828"/>
                  <a:gd name="connsiteY4" fmla="*/ 14469 h 68154"/>
                  <a:gd name="connsiteX5" fmla="*/ 47594 w 54828"/>
                  <a:gd name="connsiteY5" fmla="*/ 14469 h 68154"/>
                  <a:gd name="connsiteX6" fmla="*/ 54829 w 54828"/>
                  <a:gd name="connsiteY6" fmla="*/ 7234 h 68154"/>
                  <a:gd name="connsiteX7" fmla="*/ 7234 w 54828"/>
                  <a:gd name="connsiteY7" fmla="*/ 29318 h 68154"/>
                  <a:gd name="connsiteX8" fmla="*/ 0 w 54828"/>
                  <a:gd name="connsiteY8" fmla="*/ 36552 h 68154"/>
                  <a:gd name="connsiteX9" fmla="*/ 7234 w 54828"/>
                  <a:gd name="connsiteY9" fmla="*/ 43787 h 68154"/>
                  <a:gd name="connsiteX10" fmla="*/ 29318 w 54828"/>
                  <a:gd name="connsiteY10" fmla="*/ 43787 h 68154"/>
                  <a:gd name="connsiteX11" fmla="*/ 36552 w 54828"/>
                  <a:gd name="connsiteY11" fmla="*/ 36552 h 68154"/>
                  <a:gd name="connsiteX12" fmla="*/ 29318 w 54828"/>
                  <a:gd name="connsiteY12" fmla="*/ 29318 h 68154"/>
                  <a:gd name="connsiteX13" fmla="*/ 7234 w 54828"/>
                  <a:gd name="connsiteY13" fmla="*/ 29318 h 68154"/>
                  <a:gd name="connsiteX14" fmla="*/ 17134 w 54828"/>
                  <a:gd name="connsiteY14" fmla="*/ 53686 h 68154"/>
                  <a:gd name="connsiteX15" fmla="*/ 7234 w 54828"/>
                  <a:gd name="connsiteY15" fmla="*/ 53686 h 68154"/>
                  <a:gd name="connsiteX16" fmla="*/ 0 w 54828"/>
                  <a:gd name="connsiteY16" fmla="*/ 60921 h 68154"/>
                  <a:gd name="connsiteX17" fmla="*/ 7234 w 54828"/>
                  <a:gd name="connsiteY17" fmla="*/ 68155 h 68154"/>
                  <a:gd name="connsiteX18" fmla="*/ 17134 w 54828"/>
                  <a:gd name="connsiteY18" fmla="*/ 68155 h 68154"/>
                  <a:gd name="connsiteX19" fmla="*/ 24368 w 54828"/>
                  <a:gd name="connsiteY19" fmla="*/ 60921 h 68154"/>
                  <a:gd name="connsiteX20" fmla="*/ 17134 w 54828"/>
                  <a:gd name="connsiteY20" fmla="*/ 53686 h 6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4828" h="68154">
                    <a:moveTo>
                      <a:pt x="54829" y="7234"/>
                    </a:moveTo>
                    <a:cubicBezTo>
                      <a:pt x="54829" y="3236"/>
                      <a:pt x="51592" y="0"/>
                      <a:pt x="47594" y="0"/>
                    </a:cubicBezTo>
                    <a:lnTo>
                      <a:pt x="7234" y="0"/>
                    </a:lnTo>
                    <a:cubicBezTo>
                      <a:pt x="3236" y="0"/>
                      <a:pt x="0" y="3236"/>
                      <a:pt x="0" y="7234"/>
                    </a:cubicBezTo>
                    <a:cubicBezTo>
                      <a:pt x="0" y="11232"/>
                      <a:pt x="3236" y="14469"/>
                      <a:pt x="7234" y="14469"/>
                    </a:cubicBezTo>
                    <a:lnTo>
                      <a:pt x="47594" y="14469"/>
                    </a:lnTo>
                    <a:cubicBezTo>
                      <a:pt x="51592" y="14469"/>
                      <a:pt x="54829" y="11232"/>
                      <a:pt x="54829" y="7234"/>
                    </a:cubicBezTo>
                    <a:close/>
                    <a:moveTo>
                      <a:pt x="7234" y="29318"/>
                    </a:moveTo>
                    <a:cubicBezTo>
                      <a:pt x="3236" y="29318"/>
                      <a:pt x="0" y="32554"/>
                      <a:pt x="0" y="36552"/>
                    </a:cubicBezTo>
                    <a:cubicBezTo>
                      <a:pt x="0" y="40550"/>
                      <a:pt x="3236" y="43787"/>
                      <a:pt x="7234" y="43787"/>
                    </a:cubicBezTo>
                    <a:lnTo>
                      <a:pt x="29318" y="43787"/>
                    </a:lnTo>
                    <a:cubicBezTo>
                      <a:pt x="33316" y="43787"/>
                      <a:pt x="36552" y="40550"/>
                      <a:pt x="36552" y="36552"/>
                    </a:cubicBezTo>
                    <a:cubicBezTo>
                      <a:pt x="36552" y="32554"/>
                      <a:pt x="33316" y="29318"/>
                      <a:pt x="29318" y="29318"/>
                    </a:cubicBezTo>
                    <a:lnTo>
                      <a:pt x="7234" y="29318"/>
                    </a:lnTo>
                    <a:close/>
                    <a:moveTo>
                      <a:pt x="17134" y="53686"/>
                    </a:moveTo>
                    <a:lnTo>
                      <a:pt x="7234" y="53686"/>
                    </a:lnTo>
                    <a:cubicBezTo>
                      <a:pt x="3236" y="53686"/>
                      <a:pt x="0" y="56923"/>
                      <a:pt x="0" y="60921"/>
                    </a:cubicBezTo>
                    <a:cubicBezTo>
                      <a:pt x="0" y="64919"/>
                      <a:pt x="3236" y="68155"/>
                      <a:pt x="7234" y="68155"/>
                    </a:cubicBezTo>
                    <a:lnTo>
                      <a:pt x="17134" y="68155"/>
                    </a:lnTo>
                    <a:cubicBezTo>
                      <a:pt x="21132" y="68155"/>
                      <a:pt x="24368" y="64919"/>
                      <a:pt x="24368" y="60921"/>
                    </a:cubicBezTo>
                    <a:cubicBezTo>
                      <a:pt x="24368" y="56923"/>
                      <a:pt x="21132" y="53686"/>
                      <a:pt x="17134" y="53686"/>
                    </a:cubicBezTo>
                    <a:close/>
                  </a:path>
                </a:pathLst>
              </a:custGeom>
              <a:solidFill>
                <a:schemeClr val="accent1"/>
              </a:solidFill>
              <a:ln w="186" cap="flat">
                <a:noFill/>
                <a:prstDash val="solid"/>
                <a:miter/>
              </a:ln>
            </p:spPr>
            <p:txBody>
              <a:bodyPr rtlCol="0" anchor="ctr"/>
              <a:lstStyle/>
              <a:p>
                <a:endParaRPr lang="zh-CN" altLang="en-US" sz="2000"/>
              </a:p>
            </p:txBody>
          </p:sp>
        </p:grpSp>
        <p:sp>
          <p:nvSpPr>
            <p:cNvPr id="1072" name="文本框 1071">
              <a:extLst>
                <a:ext uri="{FF2B5EF4-FFF2-40B4-BE49-F238E27FC236}">
                  <a16:creationId xmlns:a16="http://schemas.microsoft.com/office/drawing/2014/main" id="{0FEDEEBA-F8D3-59AA-5AEC-33F27448A4A4}"/>
                </a:ext>
              </a:extLst>
            </p:cNvPr>
            <p:cNvSpPr txBox="1"/>
            <p:nvPr/>
          </p:nvSpPr>
          <p:spPr>
            <a:xfrm rot="18378221">
              <a:off x="4355473" y="2366673"/>
              <a:ext cx="821045" cy="355021"/>
            </a:xfrm>
            <a:prstGeom prst="rect">
              <a:avLst/>
            </a:prstGeom>
            <a:noFill/>
          </p:spPr>
          <p:txBody>
            <a:bodyPr wrap="none" lIns="0" tIns="0" rIns="0" bIns="0" rtlCol="0">
              <a:spAutoFit/>
            </a:bodyPr>
            <a:lstStyle/>
            <a:p>
              <a:pPr indent="-72000">
                <a:buFont typeface="Arial" panose="020B0604020202020204" pitchFamily="34" charset="0"/>
                <a:buChar char="•"/>
              </a:pPr>
              <a:r>
                <a:rPr lang="zh-CN" altLang="en-US" sz="600" dirty="0">
                  <a:solidFill>
                    <a:schemeClr val="bg1"/>
                  </a:solidFill>
                </a:rPr>
                <a:t>及时高效的本土化服务</a:t>
              </a:r>
              <a:endParaRPr lang="en-US" altLang="zh-CN" sz="600" dirty="0">
                <a:solidFill>
                  <a:schemeClr val="bg1"/>
                </a:solidFill>
              </a:endParaRPr>
            </a:p>
            <a:p>
              <a:pPr indent="-72000">
                <a:buFont typeface="Arial" panose="020B0604020202020204" pitchFamily="34" charset="0"/>
                <a:buChar char="•"/>
              </a:pPr>
              <a:r>
                <a:rPr lang="en-US" altLang="zh-CN" sz="600" dirty="0">
                  <a:solidFill>
                    <a:schemeClr val="bg1"/>
                  </a:solidFill>
                </a:rPr>
                <a:t>39</a:t>
              </a:r>
              <a:r>
                <a:rPr lang="zh-CN" altLang="en-US" sz="600" dirty="0">
                  <a:solidFill>
                    <a:schemeClr val="bg1"/>
                  </a:solidFill>
                </a:rPr>
                <a:t>个服务网点</a:t>
              </a:r>
              <a:endParaRPr lang="en-US" altLang="zh-CN" sz="600" dirty="0">
                <a:solidFill>
                  <a:schemeClr val="bg1"/>
                </a:solidFill>
              </a:endParaRPr>
            </a:p>
            <a:p>
              <a:pPr indent="-72000">
                <a:buFont typeface="Arial" panose="020B0604020202020204" pitchFamily="34" charset="0"/>
                <a:buChar char="•"/>
              </a:pPr>
              <a:r>
                <a:rPr lang="en-US" altLang="zh-CN" sz="600" dirty="0">
                  <a:solidFill>
                    <a:schemeClr val="bg1"/>
                  </a:solidFill>
                </a:rPr>
                <a:t>16</a:t>
              </a:r>
              <a:r>
                <a:rPr lang="zh-CN" altLang="en-US" sz="600" dirty="0">
                  <a:solidFill>
                    <a:schemeClr val="bg1"/>
                  </a:solidFill>
                </a:rPr>
                <a:t>个分支机构</a:t>
              </a:r>
            </a:p>
          </p:txBody>
        </p:sp>
        <p:grpSp>
          <p:nvGrpSpPr>
            <p:cNvPr id="1065" name="组合 1064">
              <a:extLst>
                <a:ext uri="{FF2B5EF4-FFF2-40B4-BE49-F238E27FC236}">
                  <a16:creationId xmlns:a16="http://schemas.microsoft.com/office/drawing/2014/main" id="{372887EC-08C4-2623-0348-C4118DFCA6E3}"/>
                </a:ext>
              </a:extLst>
            </p:cNvPr>
            <p:cNvGrpSpPr/>
            <p:nvPr/>
          </p:nvGrpSpPr>
          <p:grpSpPr>
            <a:xfrm rot="6697000">
              <a:off x="5624937" y="4775090"/>
              <a:ext cx="1357001" cy="2229772"/>
              <a:chOff x="7346502" y="1640367"/>
              <a:chExt cx="1357001" cy="2229772"/>
            </a:xfrm>
            <a:gradFill>
              <a:gsLst>
                <a:gs pos="74000">
                  <a:schemeClr val="accent1"/>
                </a:gs>
                <a:gs pos="0">
                  <a:schemeClr val="accent1">
                    <a:alpha val="26000"/>
                  </a:schemeClr>
                </a:gs>
              </a:gsLst>
              <a:lin ang="5400000" scaled="1"/>
            </a:gradFill>
          </p:grpSpPr>
          <p:sp>
            <p:nvSpPr>
              <p:cNvPr id="1067" name="任意多边形: 形状 1066">
                <a:extLst>
                  <a:ext uri="{FF2B5EF4-FFF2-40B4-BE49-F238E27FC236}">
                    <a16:creationId xmlns:a16="http://schemas.microsoft.com/office/drawing/2014/main" id="{5100A461-3F50-8AC4-474E-9FA23CBBEA8B}"/>
                  </a:ext>
                </a:extLst>
              </p:cNvPr>
              <p:cNvSpPr/>
              <p:nvPr/>
            </p:nvSpPr>
            <p:spPr>
              <a:xfrm rot="19028719" flipV="1">
                <a:off x="7647401" y="2046108"/>
                <a:ext cx="1056102" cy="1824031"/>
              </a:xfrm>
              <a:custGeom>
                <a:avLst/>
                <a:gdLst>
                  <a:gd name="connsiteX0" fmla="*/ 1052695 w 1056102"/>
                  <a:gd name="connsiteY0" fmla="*/ 1810957 h 1824031"/>
                  <a:gd name="connsiteX1" fmla="*/ 1056102 w 1056102"/>
                  <a:gd name="connsiteY1" fmla="*/ 1666275 h 1824031"/>
                  <a:gd name="connsiteX2" fmla="*/ 519798 w 1056102"/>
                  <a:gd name="connsiteY2" fmla="*/ 182267 h 1824031"/>
                  <a:gd name="connsiteX3" fmla="*/ 370584 w 1056102"/>
                  <a:gd name="connsiteY3" fmla="*/ 6123 h 1824031"/>
                  <a:gd name="connsiteX4" fmla="*/ 371196 w 1056102"/>
                  <a:gd name="connsiteY4" fmla="*/ 5554 h 1824031"/>
                  <a:gd name="connsiteX5" fmla="*/ 370087 w 1056102"/>
                  <a:gd name="connsiteY5" fmla="*/ 5537 h 1824031"/>
                  <a:gd name="connsiteX6" fmla="*/ 369023 w 1056102"/>
                  <a:gd name="connsiteY6" fmla="*/ 4280 h 1824031"/>
                  <a:gd name="connsiteX7" fmla="*/ 367709 w 1056102"/>
                  <a:gd name="connsiteY7" fmla="*/ 5499 h 1824031"/>
                  <a:gd name="connsiteX8" fmla="*/ 20686 w 1056102"/>
                  <a:gd name="connsiteY8" fmla="*/ 0 h 1824031"/>
                  <a:gd name="connsiteX9" fmla="*/ 206 w 1056102"/>
                  <a:gd name="connsiteY9" fmla="*/ 346463 h 1824031"/>
                  <a:gd name="connsiteX10" fmla="*/ 97 w 1056102"/>
                  <a:gd name="connsiteY10" fmla="*/ 346564 h 1824031"/>
                  <a:gd name="connsiteX11" fmla="*/ 193 w 1056102"/>
                  <a:gd name="connsiteY11" fmla="*/ 346677 h 1824031"/>
                  <a:gd name="connsiteX12" fmla="*/ 0 w 1056102"/>
                  <a:gd name="connsiteY12" fmla="*/ 349945 h 1824031"/>
                  <a:gd name="connsiteX13" fmla="*/ 1658 w 1056102"/>
                  <a:gd name="connsiteY13" fmla="*/ 348406 h 1824031"/>
                  <a:gd name="connsiteX14" fmla="*/ 121465 w 1056102"/>
                  <a:gd name="connsiteY14" fmla="*/ 489836 h 1824031"/>
                  <a:gd name="connsiteX15" fmla="*/ 553168 w 1056102"/>
                  <a:gd name="connsiteY15" fmla="*/ 1684403 h 1824031"/>
                  <a:gd name="connsiteX16" fmla="*/ 549880 w 1056102"/>
                  <a:gd name="connsiteY16" fmla="*/ 1824031 h 1824031"/>
                  <a:gd name="connsiteX17" fmla="*/ 808113 w 1056102"/>
                  <a:gd name="connsiteY17" fmla="*/ 1576717 h 182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6102" h="1824031">
                    <a:moveTo>
                      <a:pt x="1052695" y="1810957"/>
                    </a:moveTo>
                    <a:lnTo>
                      <a:pt x="1056102" y="1666275"/>
                    </a:lnTo>
                    <a:cubicBezTo>
                      <a:pt x="1036787" y="1130971"/>
                      <a:pt x="850981" y="611092"/>
                      <a:pt x="519798" y="182267"/>
                    </a:cubicBezTo>
                    <a:lnTo>
                      <a:pt x="370584" y="6123"/>
                    </a:lnTo>
                    <a:lnTo>
                      <a:pt x="371196" y="5554"/>
                    </a:lnTo>
                    <a:lnTo>
                      <a:pt x="370087" y="5537"/>
                    </a:lnTo>
                    <a:lnTo>
                      <a:pt x="369023" y="4280"/>
                    </a:lnTo>
                    <a:lnTo>
                      <a:pt x="367709" y="5499"/>
                    </a:lnTo>
                    <a:lnTo>
                      <a:pt x="20686" y="0"/>
                    </a:lnTo>
                    <a:lnTo>
                      <a:pt x="206" y="346463"/>
                    </a:lnTo>
                    <a:lnTo>
                      <a:pt x="97" y="346564"/>
                    </a:lnTo>
                    <a:lnTo>
                      <a:pt x="193" y="346677"/>
                    </a:lnTo>
                    <a:lnTo>
                      <a:pt x="0" y="349945"/>
                    </a:lnTo>
                    <a:lnTo>
                      <a:pt x="1658" y="348406"/>
                    </a:lnTo>
                    <a:lnTo>
                      <a:pt x="121465" y="489836"/>
                    </a:lnTo>
                    <a:cubicBezTo>
                      <a:pt x="388054" y="835023"/>
                      <a:pt x="537620" y="1253505"/>
                      <a:pt x="553168" y="1684403"/>
                    </a:cubicBezTo>
                    <a:lnTo>
                      <a:pt x="549880" y="1824031"/>
                    </a:lnTo>
                    <a:lnTo>
                      <a:pt x="808113" y="1576717"/>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69" name="箭头: V 形 1068">
                <a:extLst>
                  <a:ext uri="{FF2B5EF4-FFF2-40B4-BE49-F238E27FC236}">
                    <a16:creationId xmlns:a16="http://schemas.microsoft.com/office/drawing/2014/main" id="{B6A22F91-17A9-73E1-A2E0-5BEEB11AD47F}"/>
                  </a:ext>
                </a:extLst>
              </p:cNvPr>
              <p:cNvSpPr/>
              <p:nvPr/>
            </p:nvSpPr>
            <p:spPr>
              <a:xfrm rot="2537870">
                <a:off x="7535391" y="1814038"/>
                <a:ext cx="379095" cy="497859"/>
              </a:xfrm>
              <a:prstGeom prst="chevron">
                <a:avLst>
                  <a:gd name="adj" fmla="val 6117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73" name="箭头: V 形 1072">
                <a:extLst>
                  <a:ext uri="{FF2B5EF4-FFF2-40B4-BE49-F238E27FC236}">
                    <a16:creationId xmlns:a16="http://schemas.microsoft.com/office/drawing/2014/main" id="{F4C564FC-4797-05BD-EBF2-C244D978D379}"/>
                  </a:ext>
                </a:extLst>
              </p:cNvPr>
              <p:cNvSpPr/>
              <p:nvPr/>
            </p:nvSpPr>
            <p:spPr>
              <a:xfrm rot="2431105">
                <a:off x="7346502" y="1640367"/>
                <a:ext cx="379095" cy="497859"/>
              </a:xfrm>
              <a:prstGeom prst="chevron">
                <a:avLst>
                  <a:gd name="adj" fmla="val 6117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grpSp>
          <p:nvGrpSpPr>
            <p:cNvPr id="1063" name="组合 1062">
              <a:extLst>
                <a:ext uri="{FF2B5EF4-FFF2-40B4-BE49-F238E27FC236}">
                  <a16:creationId xmlns:a16="http://schemas.microsoft.com/office/drawing/2014/main" id="{014BAD5F-7E22-F8F0-448B-B8163F29DD0A}"/>
                </a:ext>
              </a:extLst>
            </p:cNvPr>
            <p:cNvGrpSpPr/>
            <p:nvPr/>
          </p:nvGrpSpPr>
          <p:grpSpPr>
            <a:xfrm>
              <a:off x="7346502" y="1640367"/>
              <a:ext cx="1357001" cy="2229772"/>
              <a:chOff x="7346502" y="1640367"/>
              <a:chExt cx="1357001" cy="2229772"/>
            </a:xfrm>
            <a:gradFill>
              <a:gsLst>
                <a:gs pos="74000">
                  <a:schemeClr val="accent1"/>
                </a:gs>
                <a:gs pos="0">
                  <a:schemeClr val="accent1">
                    <a:alpha val="26000"/>
                  </a:schemeClr>
                </a:gs>
              </a:gsLst>
              <a:lin ang="5400000" scaled="1"/>
            </a:gradFill>
          </p:grpSpPr>
          <p:sp>
            <p:nvSpPr>
              <p:cNvPr id="1061" name="任意多边形: 形状 1060">
                <a:extLst>
                  <a:ext uri="{FF2B5EF4-FFF2-40B4-BE49-F238E27FC236}">
                    <a16:creationId xmlns:a16="http://schemas.microsoft.com/office/drawing/2014/main" id="{0BC418F8-B6E8-65BE-0E9F-25F40AD16CC6}"/>
                  </a:ext>
                </a:extLst>
              </p:cNvPr>
              <p:cNvSpPr/>
              <p:nvPr/>
            </p:nvSpPr>
            <p:spPr>
              <a:xfrm rot="19028719" flipV="1">
                <a:off x="7647401" y="2046108"/>
                <a:ext cx="1056102" cy="1824031"/>
              </a:xfrm>
              <a:custGeom>
                <a:avLst/>
                <a:gdLst>
                  <a:gd name="connsiteX0" fmla="*/ 1052695 w 1056102"/>
                  <a:gd name="connsiteY0" fmla="*/ 1810957 h 1824031"/>
                  <a:gd name="connsiteX1" fmla="*/ 1056102 w 1056102"/>
                  <a:gd name="connsiteY1" fmla="*/ 1666275 h 1824031"/>
                  <a:gd name="connsiteX2" fmla="*/ 519798 w 1056102"/>
                  <a:gd name="connsiteY2" fmla="*/ 182267 h 1824031"/>
                  <a:gd name="connsiteX3" fmla="*/ 370584 w 1056102"/>
                  <a:gd name="connsiteY3" fmla="*/ 6123 h 1824031"/>
                  <a:gd name="connsiteX4" fmla="*/ 371196 w 1056102"/>
                  <a:gd name="connsiteY4" fmla="*/ 5554 h 1824031"/>
                  <a:gd name="connsiteX5" fmla="*/ 370087 w 1056102"/>
                  <a:gd name="connsiteY5" fmla="*/ 5537 h 1824031"/>
                  <a:gd name="connsiteX6" fmla="*/ 369023 w 1056102"/>
                  <a:gd name="connsiteY6" fmla="*/ 4280 h 1824031"/>
                  <a:gd name="connsiteX7" fmla="*/ 367709 w 1056102"/>
                  <a:gd name="connsiteY7" fmla="*/ 5499 h 1824031"/>
                  <a:gd name="connsiteX8" fmla="*/ 20686 w 1056102"/>
                  <a:gd name="connsiteY8" fmla="*/ 0 h 1824031"/>
                  <a:gd name="connsiteX9" fmla="*/ 206 w 1056102"/>
                  <a:gd name="connsiteY9" fmla="*/ 346463 h 1824031"/>
                  <a:gd name="connsiteX10" fmla="*/ 97 w 1056102"/>
                  <a:gd name="connsiteY10" fmla="*/ 346564 h 1824031"/>
                  <a:gd name="connsiteX11" fmla="*/ 193 w 1056102"/>
                  <a:gd name="connsiteY11" fmla="*/ 346677 h 1824031"/>
                  <a:gd name="connsiteX12" fmla="*/ 0 w 1056102"/>
                  <a:gd name="connsiteY12" fmla="*/ 349945 h 1824031"/>
                  <a:gd name="connsiteX13" fmla="*/ 1658 w 1056102"/>
                  <a:gd name="connsiteY13" fmla="*/ 348406 h 1824031"/>
                  <a:gd name="connsiteX14" fmla="*/ 121465 w 1056102"/>
                  <a:gd name="connsiteY14" fmla="*/ 489836 h 1824031"/>
                  <a:gd name="connsiteX15" fmla="*/ 553168 w 1056102"/>
                  <a:gd name="connsiteY15" fmla="*/ 1684403 h 1824031"/>
                  <a:gd name="connsiteX16" fmla="*/ 549880 w 1056102"/>
                  <a:gd name="connsiteY16" fmla="*/ 1824031 h 1824031"/>
                  <a:gd name="connsiteX17" fmla="*/ 808113 w 1056102"/>
                  <a:gd name="connsiteY17" fmla="*/ 1576717 h 182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6102" h="1824031">
                    <a:moveTo>
                      <a:pt x="1052695" y="1810957"/>
                    </a:moveTo>
                    <a:lnTo>
                      <a:pt x="1056102" y="1666275"/>
                    </a:lnTo>
                    <a:cubicBezTo>
                      <a:pt x="1036787" y="1130971"/>
                      <a:pt x="850981" y="611092"/>
                      <a:pt x="519798" y="182267"/>
                    </a:cubicBezTo>
                    <a:lnTo>
                      <a:pt x="370584" y="6123"/>
                    </a:lnTo>
                    <a:lnTo>
                      <a:pt x="371196" y="5554"/>
                    </a:lnTo>
                    <a:lnTo>
                      <a:pt x="370087" y="5537"/>
                    </a:lnTo>
                    <a:lnTo>
                      <a:pt x="369023" y="4280"/>
                    </a:lnTo>
                    <a:lnTo>
                      <a:pt x="367709" y="5499"/>
                    </a:lnTo>
                    <a:lnTo>
                      <a:pt x="20686" y="0"/>
                    </a:lnTo>
                    <a:lnTo>
                      <a:pt x="206" y="346463"/>
                    </a:lnTo>
                    <a:lnTo>
                      <a:pt x="97" y="346564"/>
                    </a:lnTo>
                    <a:lnTo>
                      <a:pt x="193" y="346677"/>
                    </a:lnTo>
                    <a:lnTo>
                      <a:pt x="0" y="349945"/>
                    </a:lnTo>
                    <a:lnTo>
                      <a:pt x="1658" y="348406"/>
                    </a:lnTo>
                    <a:lnTo>
                      <a:pt x="121465" y="489836"/>
                    </a:lnTo>
                    <a:cubicBezTo>
                      <a:pt x="388054" y="835023"/>
                      <a:pt x="537620" y="1253505"/>
                      <a:pt x="553168" y="1684403"/>
                    </a:cubicBezTo>
                    <a:lnTo>
                      <a:pt x="549880" y="1824031"/>
                    </a:lnTo>
                    <a:lnTo>
                      <a:pt x="808113" y="1576717"/>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9" name="箭头: V 形 58">
                <a:extLst>
                  <a:ext uri="{FF2B5EF4-FFF2-40B4-BE49-F238E27FC236}">
                    <a16:creationId xmlns:a16="http://schemas.microsoft.com/office/drawing/2014/main" id="{60B58301-F702-F564-749C-75F78CBF672E}"/>
                  </a:ext>
                </a:extLst>
              </p:cNvPr>
              <p:cNvSpPr/>
              <p:nvPr/>
            </p:nvSpPr>
            <p:spPr>
              <a:xfrm rot="2537870">
                <a:off x="7535391" y="1814038"/>
                <a:ext cx="379095" cy="497859"/>
              </a:xfrm>
              <a:prstGeom prst="chevron">
                <a:avLst>
                  <a:gd name="adj" fmla="val 6117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59" name="箭头: V 形 1058">
                <a:extLst>
                  <a:ext uri="{FF2B5EF4-FFF2-40B4-BE49-F238E27FC236}">
                    <a16:creationId xmlns:a16="http://schemas.microsoft.com/office/drawing/2014/main" id="{DCE0BD79-25CE-D9DD-ED03-D77E936D2A13}"/>
                  </a:ext>
                </a:extLst>
              </p:cNvPr>
              <p:cNvSpPr/>
              <p:nvPr/>
            </p:nvSpPr>
            <p:spPr>
              <a:xfrm rot="2431105">
                <a:off x="7346502" y="1640367"/>
                <a:ext cx="379095" cy="497859"/>
              </a:xfrm>
              <a:prstGeom prst="chevron">
                <a:avLst>
                  <a:gd name="adj" fmla="val 6117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102" name="文本框 1101">
              <a:extLst>
                <a:ext uri="{FF2B5EF4-FFF2-40B4-BE49-F238E27FC236}">
                  <a16:creationId xmlns:a16="http://schemas.microsoft.com/office/drawing/2014/main" id="{8D1E3138-B86B-7C88-0F1F-C667B37E0BF3}"/>
                </a:ext>
              </a:extLst>
            </p:cNvPr>
            <p:cNvSpPr txBox="1"/>
            <p:nvPr/>
          </p:nvSpPr>
          <p:spPr>
            <a:xfrm rot="4218695">
              <a:off x="7439825" y="2885263"/>
              <a:ext cx="1305975" cy="205329"/>
            </a:xfrm>
            <a:prstGeom prst="rect">
              <a:avLst/>
            </a:prstGeom>
            <a:noFill/>
          </p:spPr>
          <p:txBody>
            <a:bodyPr wrap="none" lIns="0" tIns="0" rIns="0" bIns="0" rtlCol="0">
              <a:prstTxWarp prst="textArchUp">
                <a:avLst/>
              </a:prstTxWarp>
              <a:spAutoFit/>
            </a:bodyPr>
            <a:lstStyle/>
            <a:p>
              <a:pPr algn="ctr">
                <a:lnSpc>
                  <a:spcPct val="120000"/>
                </a:lnSpc>
              </a:pPr>
              <a:r>
                <a:rPr lang="zh-CN" altLang="en-US" sz="900" b="1" dirty="0">
                  <a:latin typeface="+mn-ea"/>
                </a:rPr>
                <a:t>专业团队提供专业项目服务</a:t>
              </a:r>
              <a:endParaRPr lang="en-US" altLang="zh-CN" sz="900" b="1" dirty="0">
                <a:latin typeface="+mn-ea"/>
              </a:endParaRPr>
            </a:p>
            <a:p>
              <a:pPr algn="ctr">
                <a:lnSpc>
                  <a:spcPct val="120000"/>
                </a:lnSpc>
              </a:pPr>
              <a:r>
                <a:rPr lang="zh-CN" altLang="en-US" sz="900" b="1" dirty="0">
                  <a:latin typeface="+mn-ea"/>
                </a:rPr>
                <a:t>保障项目高质量落地</a:t>
              </a:r>
            </a:p>
          </p:txBody>
        </p:sp>
        <p:sp>
          <p:nvSpPr>
            <p:cNvPr id="1115" name="文本框 1114">
              <a:extLst>
                <a:ext uri="{FF2B5EF4-FFF2-40B4-BE49-F238E27FC236}">
                  <a16:creationId xmlns:a16="http://schemas.microsoft.com/office/drawing/2014/main" id="{6DCCC2B4-7496-C629-FEE3-0EF208F75D65}"/>
                </a:ext>
              </a:extLst>
            </p:cNvPr>
            <p:cNvSpPr txBox="1"/>
            <p:nvPr/>
          </p:nvSpPr>
          <p:spPr>
            <a:xfrm rot="300295">
              <a:off x="5189955" y="5754060"/>
              <a:ext cx="1524570" cy="252839"/>
            </a:xfrm>
            <a:prstGeom prst="rect">
              <a:avLst/>
            </a:prstGeom>
            <a:noFill/>
          </p:spPr>
          <p:txBody>
            <a:bodyPr wrap="none" lIns="0" tIns="0" rIns="0" bIns="0" rtlCol="0">
              <a:prstTxWarp prst="textArchDown">
                <a:avLst/>
              </a:prstTxWarp>
              <a:spAutoFit/>
            </a:bodyPr>
            <a:lstStyle/>
            <a:p>
              <a:pPr algn="ctr">
                <a:lnSpc>
                  <a:spcPct val="120000"/>
                </a:lnSpc>
              </a:pPr>
              <a:r>
                <a:rPr lang="zh-CN" altLang="en-US" sz="900" b="1" dirty="0">
                  <a:latin typeface="+mn-ea"/>
                </a:rPr>
                <a:t>全方位的数据人才服务</a:t>
              </a:r>
              <a:endParaRPr lang="en-US" altLang="zh-CN" sz="900" b="1" dirty="0">
                <a:latin typeface="+mn-ea"/>
              </a:endParaRPr>
            </a:p>
            <a:p>
              <a:pPr algn="ctr">
                <a:lnSpc>
                  <a:spcPct val="120000"/>
                </a:lnSpc>
              </a:pPr>
              <a:r>
                <a:rPr lang="zh-CN" altLang="en-US" sz="900" b="1" dirty="0">
                  <a:latin typeface="+mn-ea"/>
                </a:rPr>
                <a:t>助力企业数据生态建设</a:t>
              </a:r>
            </a:p>
          </p:txBody>
        </p:sp>
        <p:grpSp>
          <p:nvGrpSpPr>
            <p:cNvPr id="1081" name="组合 1080">
              <a:extLst>
                <a:ext uri="{FF2B5EF4-FFF2-40B4-BE49-F238E27FC236}">
                  <a16:creationId xmlns:a16="http://schemas.microsoft.com/office/drawing/2014/main" id="{44B9D539-7A6F-B434-25C3-F5746C27322E}"/>
                </a:ext>
              </a:extLst>
            </p:cNvPr>
            <p:cNvGrpSpPr/>
            <p:nvPr/>
          </p:nvGrpSpPr>
          <p:grpSpPr>
            <a:xfrm rot="13791049">
              <a:off x="3419812" y="1783124"/>
              <a:ext cx="1357001" cy="2229772"/>
              <a:chOff x="7346502" y="1640367"/>
              <a:chExt cx="1357001" cy="2229772"/>
            </a:xfrm>
            <a:gradFill>
              <a:gsLst>
                <a:gs pos="74000">
                  <a:schemeClr val="accent1"/>
                </a:gs>
                <a:gs pos="0">
                  <a:schemeClr val="accent1">
                    <a:alpha val="26000"/>
                  </a:schemeClr>
                </a:gs>
              </a:gsLst>
              <a:lin ang="5400000" scaled="1"/>
            </a:gradFill>
          </p:grpSpPr>
          <p:sp>
            <p:nvSpPr>
              <p:cNvPr id="1082" name="任意多边形: 形状 1081">
                <a:extLst>
                  <a:ext uri="{FF2B5EF4-FFF2-40B4-BE49-F238E27FC236}">
                    <a16:creationId xmlns:a16="http://schemas.microsoft.com/office/drawing/2014/main" id="{DF9213E7-EAB2-2267-1FDD-8FD53FA3069D}"/>
                  </a:ext>
                </a:extLst>
              </p:cNvPr>
              <p:cNvSpPr/>
              <p:nvPr/>
            </p:nvSpPr>
            <p:spPr>
              <a:xfrm rot="19028719" flipV="1">
                <a:off x="7647401" y="2046108"/>
                <a:ext cx="1056102" cy="1824031"/>
              </a:xfrm>
              <a:custGeom>
                <a:avLst/>
                <a:gdLst>
                  <a:gd name="connsiteX0" fmla="*/ 1052695 w 1056102"/>
                  <a:gd name="connsiteY0" fmla="*/ 1810957 h 1824031"/>
                  <a:gd name="connsiteX1" fmla="*/ 1056102 w 1056102"/>
                  <a:gd name="connsiteY1" fmla="*/ 1666275 h 1824031"/>
                  <a:gd name="connsiteX2" fmla="*/ 519798 w 1056102"/>
                  <a:gd name="connsiteY2" fmla="*/ 182267 h 1824031"/>
                  <a:gd name="connsiteX3" fmla="*/ 370584 w 1056102"/>
                  <a:gd name="connsiteY3" fmla="*/ 6123 h 1824031"/>
                  <a:gd name="connsiteX4" fmla="*/ 371196 w 1056102"/>
                  <a:gd name="connsiteY4" fmla="*/ 5554 h 1824031"/>
                  <a:gd name="connsiteX5" fmla="*/ 370087 w 1056102"/>
                  <a:gd name="connsiteY5" fmla="*/ 5537 h 1824031"/>
                  <a:gd name="connsiteX6" fmla="*/ 369023 w 1056102"/>
                  <a:gd name="connsiteY6" fmla="*/ 4280 h 1824031"/>
                  <a:gd name="connsiteX7" fmla="*/ 367709 w 1056102"/>
                  <a:gd name="connsiteY7" fmla="*/ 5499 h 1824031"/>
                  <a:gd name="connsiteX8" fmla="*/ 20686 w 1056102"/>
                  <a:gd name="connsiteY8" fmla="*/ 0 h 1824031"/>
                  <a:gd name="connsiteX9" fmla="*/ 206 w 1056102"/>
                  <a:gd name="connsiteY9" fmla="*/ 346463 h 1824031"/>
                  <a:gd name="connsiteX10" fmla="*/ 97 w 1056102"/>
                  <a:gd name="connsiteY10" fmla="*/ 346564 h 1824031"/>
                  <a:gd name="connsiteX11" fmla="*/ 193 w 1056102"/>
                  <a:gd name="connsiteY11" fmla="*/ 346677 h 1824031"/>
                  <a:gd name="connsiteX12" fmla="*/ 0 w 1056102"/>
                  <a:gd name="connsiteY12" fmla="*/ 349945 h 1824031"/>
                  <a:gd name="connsiteX13" fmla="*/ 1658 w 1056102"/>
                  <a:gd name="connsiteY13" fmla="*/ 348406 h 1824031"/>
                  <a:gd name="connsiteX14" fmla="*/ 121465 w 1056102"/>
                  <a:gd name="connsiteY14" fmla="*/ 489836 h 1824031"/>
                  <a:gd name="connsiteX15" fmla="*/ 553168 w 1056102"/>
                  <a:gd name="connsiteY15" fmla="*/ 1684403 h 1824031"/>
                  <a:gd name="connsiteX16" fmla="*/ 549880 w 1056102"/>
                  <a:gd name="connsiteY16" fmla="*/ 1824031 h 1824031"/>
                  <a:gd name="connsiteX17" fmla="*/ 808113 w 1056102"/>
                  <a:gd name="connsiteY17" fmla="*/ 1576717 h 182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6102" h="1824031">
                    <a:moveTo>
                      <a:pt x="1052695" y="1810957"/>
                    </a:moveTo>
                    <a:lnTo>
                      <a:pt x="1056102" y="1666275"/>
                    </a:lnTo>
                    <a:cubicBezTo>
                      <a:pt x="1036787" y="1130971"/>
                      <a:pt x="850981" y="611092"/>
                      <a:pt x="519798" y="182267"/>
                    </a:cubicBezTo>
                    <a:lnTo>
                      <a:pt x="370584" y="6123"/>
                    </a:lnTo>
                    <a:lnTo>
                      <a:pt x="371196" y="5554"/>
                    </a:lnTo>
                    <a:lnTo>
                      <a:pt x="370087" y="5537"/>
                    </a:lnTo>
                    <a:lnTo>
                      <a:pt x="369023" y="4280"/>
                    </a:lnTo>
                    <a:lnTo>
                      <a:pt x="367709" y="5499"/>
                    </a:lnTo>
                    <a:lnTo>
                      <a:pt x="20686" y="0"/>
                    </a:lnTo>
                    <a:lnTo>
                      <a:pt x="206" y="346463"/>
                    </a:lnTo>
                    <a:lnTo>
                      <a:pt x="97" y="346564"/>
                    </a:lnTo>
                    <a:lnTo>
                      <a:pt x="193" y="346677"/>
                    </a:lnTo>
                    <a:lnTo>
                      <a:pt x="0" y="349945"/>
                    </a:lnTo>
                    <a:lnTo>
                      <a:pt x="1658" y="348406"/>
                    </a:lnTo>
                    <a:lnTo>
                      <a:pt x="121465" y="489836"/>
                    </a:lnTo>
                    <a:cubicBezTo>
                      <a:pt x="388054" y="835023"/>
                      <a:pt x="537620" y="1253505"/>
                      <a:pt x="553168" y="1684403"/>
                    </a:cubicBezTo>
                    <a:lnTo>
                      <a:pt x="549880" y="1824031"/>
                    </a:lnTo>
                    <a:lnTo>
                      <a:pt x="808113" y="1576717"/>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83" name="箭头: V 形 1082">
                <a:extLst>
                  <a:ext uri="{FF2B5EF4-FFF2-40B4-BE49-F238E27FC236}">
                    <a16:creationId xmlns:a16="http://schemas.microsoft.com/office/drawing/2014/main" id="{BF7A1419-12C7-7D64-EF21-1DDCED5822A2}"/>
                  </a:ext>
                </a:extLst>
              </p:cNvPr>
              <p:cNvSpPr/>
              <p:nvPr/>
            </p:nvSpPr>
            <p:spPr>
              <a:xfrm rot="2537870">
                <a:off x="7535391" y="1814038"/>
                <a:ext cx="379095" cy="497859"/>
              </a:xfrm>
              <a:prstGeom prst="chevron">
                <a:avLst>
                  <a:gd name="adj" fmla="val 6117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084" name="箭头: V 形 1083">
                <a:extLst>
                  <a:ext uri="{FF2B5EF4-FFF2-40B4-BE49-F238E27FC236}">
                    <a16:creationId xmlns:a16="http://schemas.microsoft.com/office/drawing/2014/main" id="{CCD4BDFC-BA0D-16FC-4903-6AF6B7CC159C}"/>
                  </a:ext>
                </a:extLst>
              </p:cNvPr>
              <p:cNvSpPr/>
              <p:nvPr/>
            </p:nvSpPr>
            <p:spPr>
              <a:xfrm rot="2431105">
                <a:off x="7346502" y="1640367"/>
                <a:ext cx="379095" cy="497859"/>
              </a:xfrm>
              <a:prstGeom prst="chevron">
                <a:avLst>
                  <a:gd name="adj" fmla="val 6117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100" name="文本框 1099">
              <a:extLst>
                <a:ext uri="{FF2B5EF4-FFF2-40B4-BE49-F238E27FC236}">
                  <a16:creationId xmlns:a16="http://schemas.microsoft.com/office/drawing/2014/main" id="{54AB6D85-4354-86BF-37DB-85A802525EDF}"/>
                </a:ext>
              </a:extLst>
            </p:cNvPr>
            <p:cNvSpPr txBox="1"/>
            <p:nvPr/>
          </p:nvSpPr>
          <p:spPr>
            <a:xfrm rot="17961506">
              <a:off x="3668780" y="2535306"/>
              <a:ext cx="1292552" cy="324669"/>
            </a:xfrm>
            <a:prstGeom prst="rect">
              <a:avLst/>
            </a:prstGeom>
            <a:noFill/>
          </p:spPr>
          <p:txBody>
            <a:bodyPr wrap="none" lIns="0" tIns="0" rIns="0" bIns="0" rtlCol="0">
              <a:prstTxWarp prst="textArchUp">
                <a:avLst/>
              </a:prstTxWarp>
              <a:spAutoFit/>
            </a:bodyPr>
            <a:lstStyle/>
            <a:p>
              <a:pPr algn="ctr">
                <a:lnSpc>
                  <a:spcPct val="120000"/>
                </a:lnSpc>
              </a:pPr>
              <a:r>
                <a:rPr lang="zh-CN" altLang="en-US" sz="900" b="1" dirty="0">
                  <a:latin typeface="+mn-ea"/>
                </a:rPr>
                <a:t>完善的售后服务保障体系</a:t>
              </a:r>
              <a:endParaRPr lang="en-US" altLang="zh-CN" sz="900" b="1" dirty="0">
                <a:latin typeface="+mn-ea"/>
              </a:endParaRPr>
            </a:p>
            <a:p>
              <a:pPr algn="ctr">
                <a:lnSpc>
                  <a:spcPct val="120000"/>
                </a:lnSpc>
              </a:pPr>
              <a:r>
                <a:rPr lang="zh-CN" altLang="en-US" sz="900" b="1" dirty="0">
                  <a:latin typeface="+mn-ea"/>
                </a:rPr>
                <a:t>保障问题高效解决</a:t>
              </a:r>
            </a:p>
          </p:txBody>
        </p:sp>
      </p:grpSp>
      <p:sp>
        <p:nvSpPr>
          <p:cNvPr id="1101" name="文本框 1100">
            <a:extLst>
              <a:ext uri="{FF2B5EF4-FFF2-40B4-BE49-F238E27FC236}">
                <a16:creationId xmlns:a16="http://schemas.microsoft.com/office/drawing/2014/main" id="{37C6BFC4-32B9-34C7-CD65-F3E0B55EAC1E}"/>
              </a:ext>
            </a:extLst>
          </p:cNvPr>
          <p:cNvSpPr txBox="1"/>
          <p:nvPr/>
        </p:nvSpPr>
        <p:spPr>
          <a:xfrm>
            <a:off x="649705" y="523557"/>
            <a:ext cx="9449335"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软件服务能力全景图</a:t>
            </a:r>
            <a:endParaRPr lang="en-US" altLang="zh-CN" dirty="0"/>
          </a:p>
        </p:txBody>
      </p:sp>
    </p:spTree>
    <p:extLst>
      <p:ext uri="{BB962C8B-B14F-4D97-AF65-F5344CB8AC3E}">
        <p14:creationId xmlns:p14="http://schemas.microsoft.com/office/powerpoint/2010/main" val="9742889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2122" name="任意多边形: 形状 2121">
            <a:extLst>
              <a:ext uri="{FF2B5EF4-FFF2-40B4-BE49-F238E27FC236}">
                <a16:creationId xmlns:a16="http://schemas.microsoft.com/office/drawing/2014/main" id="{1E8DFF58-8C67-3D0E-27BD-51BA5906EF63}"/>
              </a:ext>
            </a:extLst>
          </p:cNvPr>
          <p:cNvSpPr/>
          <p:nvPr/>
        </p:nvSpPr>
        <p:spPr>
          <a:xfrm flipH="1">
            <a:off x="1889708" y="2317749"/>
            <a:ext cx="8439470" cy="3137209"/>
          </a:xfrm>
          <a:custGeom>
            <a:avLst/>
            <a:gdLst>
              <a:gd name="connsiteX0" fmla="*/ 8439470 w 8439470"/>
              <a:gd name="connsiteY0" fmla="*/ 0 h 3281446"/>
              <a:gd name="connsiteX1" fmla="*/ 4237806 w 8439470"/>
              <a:gd name="connsiteY1" fmla="*/ 0 h 3281446"/>
              <a:gd name="connsiteX2" fmla="*/ 4201664 w 8439470"/>
              <a:gd name="connsiteY2" fmla="*/ 0 h 3281446"/>
              <a:gd name="connsiteX3" fmla="*/ 0 w 8439470"/>
              <a:gd name="connsiteY3" fmla="*/ 0 h 3281446"/>
              <a:gd name="connsiteX4" fmla="*/ 16324 w 8439470"/>
              <a:gd name="connsiteY4" fmla="*/ 13408 h 3281446"/>
              <a:gd name="connsiteX5" fmla="*/ 444810 w 8439470"/>
              <a:gd name="connsiteY5" fmla="*/ 181045 h 3281446"/>
              <a:gd name="connsiteX6" fmla="*/ 1943236 w 8439470"/>
              <a:gd name="connsiteY6" fmla="*/ 1335230 h 3281446"/>
              <a:gd name="connsiteX7" fmla="*/ 2011910 w 8439470"/>
              <a:gd name="connsiteY7" fmla="*/ 1626146 h 3281446"/>
              <a:gd name="connsiteX8" fmla="*/ 2011094 w 8439470"/>
              <a:gd name="connsiteY8" fmla="*/ 1635669 h 3281446"/>
              <a:gd name="connsiteX9" fmla="*/ 2009202 w 8439470"/>
              <a:gd name="connsiteY9" fmla="*/ 1635719 h 3281446"/>
              <a:gd name="connsiteX10" fmla="*/ 2010529 w 8439470"/>
              <a:gd name="connsiteY10" fmla="*/ 1640723 h 3281446"/>
              <a:gd name="connsiteX11" fmla="*/ 2009202 w 8439470"/>
              <a:gd name="connsiteY11" fmla="*/ 1645727 h 3281446"/>
              <a:gd name="connsiteX12" fmla="*/ 2011094 w 8439470"/>
              <a:gd name="connsiteY12" fmla="*/ 1645777 h 3281446"/>
              <a:gd name="connsiteX13" fmla="*/ 2011910 w 8439470"/>
              <a:gd name="connsiteY13" fmla="*/ 1655300 h 3281446"/>
              <a:gd name="connsiteX14" fmla="*/ 1943236 w 8439470"/>
              <a:gd name="connsiteY14" fmla="*/ 1946216 h 3281446"/>
              <a:gd name="connsiteX15" fmla="*/ 444810 w 8439470"/>
              <a:gd name="connsiteY15" fmla="*/ 3100401 h 3281446"/>
              <a:gd name="connsiteX16" fmla="*/ 16324 w 8439470"/>
              <a:gd name="connsiteY16" fmla="*/ 3268038 h 3281446"/>
              <a:gd name="connsiteX17" fmla="*/ 0 w 8439470"/>
              <a:gd name="connsiteY17" fmla="*/ 3281446 h 3281446"/>
              <a:gd name="connsiteX18" fmla="*/ 4201664 w 8439470"/>
              <a:gd name="connsiteY18" fmla="*/ 3281446 h 3281446"/>
              <a:gd name="connsiteX19" fmla="*/ 4237806 w 8439470"/>
              <a:gd name="connsiteY19" fmla="*/ 3281446 h 3281446"/>
              <a:gd name="connsiteX20" fmla="*/ 8439470 w 8439470"/>
              <a:gd name="connsiteY20" fmla="*/ 3281446 h 3281446"/>
              <a:gd name="connsiteX21" fmla="*/ 8423146 w 8439470"/>
              <a:gd name="connsiteY21" fmla="*/ 3268038 h 3281446"/>
              <a:gd name="connsiteX22" fmla="*/ 7994660 w 8439470"/>
              <a:gd name="connsiteY22" fmla="*/ 3100401 h 3281446"/>
              <a:gd name="connsiteX23" fmla="*/ 6496234 w 8439470"/>
              <a:gd name="connsiteY23" fmla="*/ 1946216 h 3281446"/>
              <a:gd name="connsiteX24" fmla="*/ 6427561 w 8439470"/>
              <a:gd name="connsiteY24" fmla="*/ 1655300 h 3281446"/>
              <a:gd name="connsiteX25" fmla="*/ 6428377 w 8439470"/>
              <a:gd name="connsiteY25" fmla="*/ 1645777 h 3281446"/>
              <a:gd name="connsiteX26" fmla="*/ 6430268 w 8439470"/>
              <a:gd name="connsiteY26" fmla="*/ 1645727 h 3281446"/>
              <a:gd name="connsiteX27" fmla="*/ 6428941 w 8439470"/>
              <a:gd name="connsiteY27" fmla="*/ 1640723 h 3281446"/>
              <a:gd name="connsiteX28" fmla="*/ 6430268 w 8439470"/>
              <a:gd name="connsiteY28" fmla="*/ 1635719 h 3281446"/>
              <a:gd name="connsiteX29" fmla="*/ 6428377 w 8439470"/>
              <a:gd name="connsiteY29" fmla="*/ 1635669 h 3281446"/>
              <a:gd name="connsiteX30" fmla="*/ 6427561 w 8439470"/>
              <a:gd name="connsiteY30" fmla="*/ 1626146 h 3281446"/>
              <a:gd name="connsiteX31" fmla="*/ 6496234 w 8439470"/>
              <a:gd name="connsiteY31" fmla="*/ 1335230 h 3281446"/>
              <a:gd name="connsiteX32" fmla="*/ 7994660 w 8439470"/>
              <a:gd name="connsiteY32" fmla="*/ 181045 h 3281446"/>
              <a:gd name="connsiteX33" fmla="*/ 8423146 w 8439470"/>
              <a:gd name="connsiteY33" fmla="*/ 13408 h 3281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439470" h="3281446">
                <a:moveTo>
                  <a:pt x="8439470" y="0"/>
                </a:moveTo>
                <a:lnTo>
                  <a:pt x="4237806" y="0"/>
                </a:lnTo>
                <a:lnTo>
                  <a:pt x="4201664" y="0"/>
                </a:lnTo>
                <a:lnTo>
                  <a:pt x="0" y="0"/>
                </a:lnTo>
                <a:lnTo>
                  <a:pt x="16324" y="13408"/>
                </a:lnTo>
                <a:lnTo>
                  <a:pt x="444810" y="181045"/>
                </a:lnTo>
                <a:cubicBezTo>
                  <a:pt x="1243464" y="530476"/>
                  <a:pt x="1766120" y="920713"/>
                  <a:pt x="1943236" y="1335230"/>
                </a:cubicBezTo>
                <a:cubicBezTo>
                  <a:pt x="2004972" y="1500960"/>
                  <a:pt x="2013129" y="1589896"/>
                  <a:pt x="2011910" y="1626146"/>
                </a:cubicBezTo>
                <a:lnTo>
                  <a:pt x="2011094" y="1635669"/>
                </a:lnTo>
                <a:lnTo>
                  <a:pt x="2009202" y="1635719"/>
                </a:lnTo>
                <a:lnTo>
                  <a:pt x="2010529" y="1640723"/>
                </a:lnTo>
                <a:lnTo>
                  <a:pt x="2009202" y="1645727"/>
                </a:lnTo>
                <a:lnTo>
                  <a:pt x="2011094" y="1645777"/>
                </a:lnTo>
                <a:lnTo>
                  <a:pt x="2011910" y="1655300"/>
                </a:lnTo>
                <a:cubicBezTo>
                  <a:pt x="2013129" y="1691550"/>
                  <a:pt x="2004972" y="1780486"/>
                  <a:pt x="1943236" y="1946216"/>
                </a:cubicBezTo>
                <a:cubicBezTo>
                  <a:pt x="1766120" y="2360733"/>
                  <a:pt x="1243464" y="2750970"/>
                  <a:pt x="444810" y="3100401"/>
                </a:cubicBezTo>
                <a:lnTo>
                  <a:pt x="16324" y="3268038"/>
                </a:lnTo>
                <a:lnTo>
                  <a:pt x="0" y="3281446"/>
                </a:lnTo>
                <a:lnTo>
                  <a:pt x="4201664" y="3281446"/>
                </a:lnTo>
                <a:lnTo>
                  <a:pt x="4237806" y="3281446"/>
                </a:lnTo>
                <a:lnTo>
                  <a:pt x="8439470" y="3281446"/>
                </a:lnTo>
                <a:lnTo>
                  <a:pt x="8423146" y="3268038"/>
                </a:lnTo>
                <a:lnTo>
                  <a:pt x="7994660" y="3100401"/>
                </a:lnTo>
                <a:cubicBezTo>
                  <a:pt x="7196006" y="2750970"/>
                  <a:pt x="6673350" y="2360733"/>
                  <a:pt x="6496234" y="1946216"/>
                </a:cubicBezTo>
                <a:cubicBezTo>
                  <a:pt x="6434498" y="1780486"/>
                  <a:pt x="6426342" y="1691550"/>
                  <a:pt x="6427561" y="1655300"/>
                </a:cubicBezTo>
                <a:lnTo>
                  <a:pt x="6428377" y="1645777"/>
                </a:lnTo>
                <a:lnTo>
                  <a:pt x="6430268" y="1645727"/>
                </a:lnTo>
                <a:lnTo>
                  <a:pt x="6428941" y="1640723"/>
                </a:lnTo>
                <a:lnTo>
                  <a:pt x="6430268" y="1635719"/>
                </a:lnTo>
                <a:lnTo>
                  <a:pt x="6428377" y="1635669"/>
                </a:lnTo>
                <a:lnTo>
                  <a:pt x="6427561" y="1626146"/>
                </a:lnTo>
                <a:cubicBezTo>
                  <a:pt x="6426342" y="1589896"/>
                  <a:pt x="6434498" y="1500960"/>
                  <a:pt x="6496234" y="1335230"/>
                </a:cubicBezTo>
                <a:cubicBezTo>
                  <a:pt x="6673350" y="920713"/>
                  <a:pt x="7196006" y="530476"/>
                  <a:pt x="7994660" y="181045"/>
                </a:cubicBezTo>
                <a:lnTo>
                  <a:pt x="8423146" y="13408"/>
                </a:lnTo>
                <a:close/>
              </a:path>
            </a:pathLst>
          </a:custGeom>
          <a:solidFill>
            <a:schemeClr val="accent1">
              <a:lumMod val="20000"/>
              <a:lumOff val="80000"/>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2107" name="组合 2106">
            <a:extLst>
              <a:ext uri="{FF2B5EF4-FFF2-40B4-BE49-F238E27FC236}">
                <a16:creationId xmlns:a16="http://schemas.microsoft.com/office/drawing/2014/main" id="{4EA7B44B-F39C-117D-D462-E8AAFF308207}"/>
              </a:ext>
            </a:extLst>
          </p:cNvPr>
          <p:cNvGrpSpPr/>
          <p:nvPr/>
        </p:nvGrpSpPr>
        <p:grpSpPr>
          <a:xfrm>
            <a:off x="1445381" y="1403042"/>
            <a:ext cx="9301238" cy="1180954"/>
            <a:chOff x="1445381" y="1403042"/>
            <a:chExt cx="9301238" cy="1180954"/>
          </a:xfrm>
        </p:grpSpPr>
        <p:sp>
          <p:nvSpPr>
            <p:cNvPr id="5" name="椭圆 4">
              <a:extLst>
                <a:ext uri="{FF2B5EF4-FFF2-40B4-BE49-F238E27FC236}">
                  <a16:creationId xmlns:a16="http://schemas.microsoft.com/office/drawing/2014/main" id="{4F7F75E9-AD76-46E3-BC78-D2F9AB3936EE}"/>
                </a:ext>
              </a:extLst>
            </p:cNvPr>
            <p:cNvSpPr>
              <a:spLocks/>
            </p:cNvSpPr>
            <p:nvPr/>
          </p:nvSpPr>
          <p:spPr>
            <a:xfrm>
              <a:off x="1445381" y="1403042"/>
              <a:ext cx="9301238" cy="1180954"/>
            </a:xfrm>
            <a:prstGeom prst="ellipse">
              <a:avLst/>
            </a:prstGeom>
            <a:solidFill>
              <a:schemeClr val="tx2"/>
            </a:solidFill>
            <a:ln w="9525">
              <a:gradFill>
                <a:gsLst>
                  <a:gs pos="34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96" name="椭圆 2095">
              <a:extLst>
                <a:ext uri="{FF2B5EF4-FFF2-40B4-BE49-F238E27FC236}">
                  <a16:creationId xmlns:a16="http://schemas.microsoft.com/office/drawing/2014/main" id="{2D81BCD6-BB9A-F284-1041-7BB528A78DD9}"/>
                </a:ext>
              </a:extLst>
            </p:cNvPr>
            <p:cNvSpPr>
              <a:spLocks/>
            </p:cNvSpPr>
            <p:nvPr/>
          </p:nvSpPr>
          <p:spPr>
            <a:xfrm>
              <a:off x="1445381" y="1403042"/>
              <a:ext cx="9301238" cy="1180954"/>
            </a:xfrm>
            <a:prstGeom prst="ellipse">
              <a:avLst/>
            </a:prstGeom>
            <a:gradFill flip="none" rotWithShape="1">
              <a:gsLst>
                <a:gs pos="0">
                  <a:schemeClr val="accent2">
                    <a:alpha val="0"/>
                  </a:schemeClr>
                </a:gs>
                <a:gs pos="100000">
                  <a:schemeClr val="accent2">
                    <a:alpha val="18000"/>
                  </a:schemeClr>
                </a:gs>
              </a:gsLst>
              <a:lin ang="5400000" scaled="0"/>
              <a:tileRect/>
            </a:gradFill>
            <a:ln w="9525">
              <a:gradFill>
                <a:gsLst>
                  <a:gs pos="34000">
                    <a:schemeClr val="tx2"/>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9" name="椭圆 18">
            <a:extLst>
              <a:ext uri="{FF2B5EF4-FFF2-40B4-BE49-F238E27FC236}">
                <a16:creationId xmlns:a16="http://schemas.microsoft.com/office/drawing/2014/main" id="{2307557E-FF6A-E540-BF5A-D1FF3D2DBCA5}"/>
              </a:ext>
            </a:extLst>
          </p:cNvPr>
          <p:cNvSpPr>
            <a:spLocks/>
          </p:cNvSpPr>
          <p:nvPr/>
        </p:nvSpPr>
        <p:spPr>
          <a:xfrm>
            <a:off x="2425700" y="1655534"/>
            <a:ext cx="7340600" cy="700313"/>
          </a:xfrm>
          <a:prstGeom prst="ellipse">
            <a:avLst/>
          </a:prstGeom>
          <a:noFill/>
          <a:ln w="28575">
            <a:gradFill>
              <a:gsLst>
                <a:gs pos="0">
                  <a:schemeClr val="tx1">
                    <a:alpha val="0"/>
                  </a:schemeClr>
                </a:gs>
                <a:gs pos="100000">
                  <a:schemeClr val="tx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椭圆 1">
            <a:extLst>
              <a:ext uri="{FF2B5EF4-FFF2-40B4-BE49-F238E27FC236}">
                <a16:creationId xmlns:a16="http://schemas.microsoft.com/office/drawing/2014/main" id="{9D87B5CE-37AC-2B3D-F391-5E58E9DB54AD}"/>
              </a:ext>
            </a:extLst>
          </p:cNvPr>
          <p:cNvSpPr>
            <a:spLocks/>
          </p:cNvSpPr>
          <p:nvPr/>
        </p:nvSpPr>
        <p:spPr>
          <a:xfrm>
            <a:off x="1383506" y="1363133"/>
            <a:ext cx="9424988" cy="1283456"/>
          </a:xfrm>
          <a:prstGeom prst="ellipse">
            <a:avLst/>
          </a:prstGeom>
          <a:noFill/>
          <a:ln w="38100">
            <a:gradFill>
              <a:gsLst>
                <a:gs pos="53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EDEBF9E-E274-FEDF-7C86-EEDE458FE760}"/>
              </a:ext>
            </a:extLst>
          </p:cNvPr>
          <p:cNvSpPr txBox="1"/>
          <p:nvPr/>
        </p:nvSpPr>
        <p:spPr>
          <a:xfrm>
            <a:off x="5638799" y="1999492"/>
            <a:ext cx="914402" cy="202812"/>
          </a:xfrm>
          <a:prstGeom prst="rect">
            <a:avLst/>
          </a:prstGeom>
          <a:noFill/>
        </p:spPr>
        <p:txBody>
          <a:bodyPr wrap="square" lIns="0" tIns="0" rIns="0" bIns="0">
            <a:spAutoFit/>
          </a:bodyPr>
          <a:lstStyle/>
          <a:p>
            <a:pPr algn="ctr">
              <a:lnSpc>
                <a:spcPct val="120000"/>
              </a:lnSpc>
            </a:pPr>
            <a:r>
              <a:rPr lang="zh-CN" altLang="en-US" sz="1200" b="1" dirty="0">
                <a:solidFill>
                  <a:schemeClr val="accent2"/>
                </a:solidFill>
                <a:latin typeface="+mj-ea"/>
                <a:ea typeface="+mj-ea"/>
              </a:rPr>
              <a:t>拆分、流转</a:t>
            </a:r>
            <a:endParaRPr lang="en-US" altLang="zh-CN" sz="1200" b="1" dirty="0">
              <a:solidFill>
                <a:schemeClr val="accent2"/>
              </a:solidFill>
              <a:latin typeface="+mj-ea"/>
              <a:ea typeface="+mj-ea"/>
            </a:endParaRPr>
          </a:p>
        </p:txBody>
      </p:sp>
      <p:sp>
        <p:nvSpPr>
          <p:cNvPr id="2130" name="矩形 2129">
            <a:extLst>
              <a:ext uri="{FF2B5EF4-FFF2-40B4-BE49-F238E27FC236}">
                <a16:creationId xmlns:a16="http://schemas.microsoft.com/office/drawing/2014/main" id="{B3AE324C-07A6-DC98-7CA2-8792F04B83C1}"/>
              </a:ext>
            </a:extLst>
          </p:cNvPr>
          <p:cNvSpPr/>
          <p:nvPr/>
        </p:nvSpPr>
        <p:spPr>
          <a:xfrm>
            <a:off x="2856000" y="1558508"/>
            <a:ext cx="6480000" cy="72000"/>
          </a:xfrm>
          <a:prstGeom prst="rect">
            <a:avLst/>
          </a:prstGeom>
          <a:solidFill>
            <a:schemeClr val="tx1"/>
          </a:solidFill>
          <a:ln>
            <a:noFill/>
          </a:ln>
          <a:effectLst>
            <a:outerShdw blurRad="88900" dist="38100" dir="5400000" algn="t" rotWithShape="0">
              <a:schemeClr val="accent2">
                <a:alpha val="34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104" name="组合 2103">
            <a:extLst>
              <a:ext uri="{FF2B5EF4-FFF2-40B4-BE49-F238E27FC236}">
                <a16:creationId xmlns:a16="http://schemas.microsoft.com/office/drawing/2014/main" id="{6626322C-2CAF-3DB1-7B78-BF9E0B823CF7}"/>
              </a:ext>
            </a:extLst>
          </p:cNvPr>
          <p:cNvGrpSpPr/>
          <p:nvPr/>
        </p:nvGrpSpPr>
        <p:grpSpPr>
          <a:xfrm>
            <a:off x="1383506" y="5090896"/>
            <a:ext cx="9424988" cy="1243547"/>
            <a:chOff x="1383506" y="5090896"/>
            <a:chExt cx="9424988" cy="1243547"/>
          </a:xfrm>
        </p:grpSpPr>
        <p:sp>
          <p:nvSpPr>
            <p:cNvPr id="56" name="椭圆 55">
              <a:extLst>
                <a:ext uri="{FF2B5EF4-FFF2-40B4-BE49-F238E27FC236}">
                  <a16:creationId xmlns:a16="http://schemas.microsoft.com/office/drawing/2014/main" id="{9B7FF1CB-894A-617E-7C07-F01E4F1F8548}"/>
                </a:ext>
              </a:extLst>
            </p:cNvPr>
            <p:cNvSpPr>
              <a:spLocks/>
            </p:cNvSpPr>
            <p:nvPr/>
          </p:nvSpPr>
          <p:spPr>
            <a:xfrm>
              <a:off x="1445381" y="5090896"/>
              <a:ext cx="9301238" cy="1180954"/>
            </a:xfrm>
            <a:prstGeom prst="ellipse">
              <a:avLst/>
            </a:prstGeom>
            <a:gradFill flip="none" rotWithShape="1">
              <a:gsLst>
                <a:gs pos="0">
                  <a:schemeClr val="tx1"/>
                </a:gs>
                <a:gs pos="100000">
                  <a:schemeClr val="accent1">
                    <a:lumMod val="20000"/>
                    <a:lumOff val="80000"/>
                  </a:schemeClr>
                </a:gs>
              </a:gsLst>
              <a:lin ang="5400000" scaled="0"/>
              <a:tileRect/>
            </a:gradFill>
            <a:ln w="12700">
              <a:gradFill>
                <a:gsLst>
                  <a:gs pos="0">
                    <a:schemeClr val="tx1"/>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椭圆 56">
              <a:extLst>
                <a:ext uri="{FF2B5EF4-FFF2-40B4-BE49-F238E27FC236}">
                  <a16:creationId xmlns:a16="http://schemas.microsoft.com/office/drawing/2014/main" id="{1974941F-8BB8-EC99-8D60-D98C585FE0C5}"/>
                </a:ext>
              </a:extLst>
            </p:cNvPr>
            <p:cNvSpPr>
              <a:spLocks/>
            </p:cNvSpPr>
            <p:nvPr/>
          </p:nvSpPr>
          <p:spPr>
            <a:xfrm>
              <a:off x="2425700" y="5305291"/>
              <a:ext cx="7340600" cy="700313"/>
            </a:xfrm>
            <a:prstGeom prst="ellipse">
              <a:avLst/>
            </a:prstGeom>
            <a:noFill/>
            <a:ln w="28575">
              <a:gradFill>
                <a:gsLst>
                  <a:gs pos="0">
                    <a:schemeClr val="tx1">
                      <a:alpha val="0"/>
                    </a:schemeClr>
                  </a:gs>
                  <a:gs pos="100000">
                    <a:schemeClr val="tx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27" name="椭圆 2126">
              <a:extLst>
                <a:ext uri="{FF2B5EF4-FFF2-40B4-BE49-F238E27FC236}">
                  <a16:creationId xmlns:a16="http://schemas.microsoft.com/office/drawing/2014/main" id="{00F3B938-08E8-9441-BD06-91DE1D6670D0}"/>
                </a:ext>
              </a:extLst>
            </p:cNvPr>
            <p:cNvSpPr>
              <a:spLocks/>
            </p:cNvSpPr>
            <p:nvPr/>
          </p:nvSpPr>
          <p:spPr>
            <a:xfrm>
              <a:off x="1383506" y="5692715"/>
              <a:ext cx="9424988" cy="641728"/>
            </a:xfrm>
            <a:custGeom>
              <a:avLst/>
              <a:gdLst>
                <a:gd name="connsiteX0" fmla="*/ 0 w 9424988"/>
                <a:gd name="connsiteY0" fmla="*/ 641728 h 1283456"/>
                <a:gd name="connsiteX1" fmla="*/ 4712494 w 9424988"/>
                <a:gd name="connsiteY1" fmla="*/ 0 h 1283456"/>
                <a:gd name="connsiteX2" fmla="*/ 9424988 w 9424988"/>
                <a:gd name="connsiteY2" fmla="*/ 641728 h 1283456"/>
                <a:gd name="connsiteX3" fmla="*/ 4712494 w 9424988"/>
                <a:gd name="connsiteY3" fmla="*/ 1283456 h 1283456"/>
                <a:gd name="connsiteX4" fmla="*/ 0 w 9424988"/>
                <a:gd name="connsiteY4" fmla="*/ 641728 h 1283456"/>
                <a:gd name="connsiteX0" fmla="*/ 4712494 w 9424988"/>
                <a:gd name="connsiteY0" fmla="*/ 0 h 1283456"/>
                <a:gd name="connsiteX1" fmla="*/ 9424988 w 9424988"/>
                <a:gd name="connsiteY1" fmla="*/ 641728 h 1283456"/>
                <a:gd name="connsiteX2" fmla="*/ 4712494 w 9424988"/>
                <a:gd name="connsiteY2" fmla="*/ 1283456 h 1283456"/>
                <a:gd name="connsiteX3" fmla="*/ 0 w 9424988"/>
                <a:gd name="connsiteY3" fmla="*/ 641728 h 1283456"/>
                <a:gd name="connsiteX4" fmla="*/ 4803934 w 9424988"/>
                <a:gd name="connsiteY4" fmla="*/ 91440 h 1283456"/>
                <a:gd name="connsiteX0" fmla="*/ 4712494 w 9424988"/>
                <a:gd name="connsiteY0" fmla="*/ 0 h 1283456"/>
                <a:gd name="connsiteX1" fmla="*/ 9424988 w 9424988"/>
                <a:gd name="connsiteY1" fmla="*/ 641728 h 1283456"/>
                <a:gd name="connsiteX2" fmla="*/ 4712494 w 9424988"/>
                <a:gd name="connsiteY2" fmla="*/ 1283456 h 1283456"/>
                <a:gd name="connsiteX3" fmla="*/ 0 w 9424988"/>
                <a:gd name="connsiteY3" fmla="*/ 641728 h 1283456"/>
                <a:gd name="connsiteX0" fmla="*/ 9424988 w 9424988"/>
                <a:gd name="connsiteY0" fmla="*/ 0 h 641728"/>
                <a:gd name="connsiteX1" fmla="*/ 4712494 w 9424988"/>
                <a:gd name="connsiteY1" fmla="*/ 641728 h 641728"/>
                <a:gd name="connsiteX2" fmla="*/ 0 w 9424988"/>
                <a:gd name="connsiteY2" fmla="*/ 0 h 641728"/>
              </a:gdLst>
              <a:ahLst/>
              <a:cxnLst>
                <a:cxn ang="0">
                  <a:pos x="connsiteX0" y="connsiteY0"/>
                </a:cxn>
                <a:cxn ang="0">
                  <a:pos x="connsiteX1" y="connsiteY1"/>
                </a:cxn>
                <a:cxn ang="0">
                  <a:pos x="connsiteX2" y="connsiteY2"/>
                </a:cxn>
              </a:cxnLst>
              <a:rect l="l" t="t" r="r" b="b"/>
              <a:pathLst>
                <a:path w="9424988" h="641728">
                  <a:moveTo>
                    <a:pt x="9424988" y="0"/>
                  </a:moveTo>
                  <a:cubicBezTo>
                    <a:pt x="9424988" y="354417"/>
                    <a:pt x="7315133" y="641728"/>
                    <a:pt x="4712494" y="641728"/>
                  </a:cubicBezTo>
                  <a:cubicBezTo>
                    <a:pt x="2109855" y="641728"/>
                    <a:pt x="0" y="354417"/>
                    <a:pt x="0" y="0"/>
                  </a:cubicBezTo>
                </a:path>
              </a:pathLst>
            </a:custGeom>
            <a:noFill/>
            <a:ln w="38100">
              <a:gradFill>
                <a:gsLst>
                  <a:gs pos="0">
                    <a:schemeClr val="tx1">
                      <a:alpha val="0"/>
                    </a:schemeClr>
                  </a:gs>
                  <a:gs pos="3000">
                    <a:schemeClr val="accent1"/>
                  </a:gs>
                  <a:gs pos="19000">
                    <a:schemeClr val="accent1">
                      <a:lumMod val="40000"/>
                      <a:lumOff val="60000"/>
                    </a:schemeClr>
                  </a:gs>
                  <a:gs pos="81000">
                    <a:schemeClr val="accent1">
                      <a:lumMod val="40000"/>
                      <a:lumOff val="60000"/>
                    </a:schemeClr>
                  </a:gs>
                  <a:gs pos="100000">
                    <a:schemeClr val="tx1">
                      <a:alpha val="0"/>
                    </a:schemeClr>
                  </a:gs>
                  <a:gs pos="97000">
                    <a:schemeClr val="accent1"/>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9449335"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服务体系能力全景图</a:t>
            </a:r>
            <a:endParaRPr lang="en-US" altLang="zh-CN" dirty="0"/>
          </a:p>
        </p:txBody>
      </p:sp>
      <p:sp>
        <p:nvSpPr>
          <p:cNvPr id="25" name="椭圆 24">
            <a:extLst>
              <a:ext uri="{FF2B5EF4-FFF2-40B4-BE49-F238E27FC236}">
                <a16:creationId xmlns:a16="http://schemas.microsoft.com/office/drawing/2014/main" id="{35BFF79B-ACDD-CAF1-2795-8AC96134AA79}"/>
              </a:ext>
            </a:extLst>
          </p:cNvPr>
          <p:cNvSpPr>
            <a:spLocks/>
          </p:cNvSpPr>
          <p:nvPr/>
        </p:nvSpPr>
        <p:spPr>
          <a:xfrm>
            <a:off x="2454730" y="1684107"/>
            <a:ext cx="7336970" cy="671739"/>
          </a:xfrm>
          <a:prstGeom prst="ellipse">
            <a:avLst/>
          </a:prstGeom>
          <a:noFill/>
          <a:ln w="9525">
            <a:gradFill>
              <a:gsLst>
                <a:gs pos="34000">
                  <a:schemeClr val="tx1"/>
                </a:gs>
                <a:gs pos="100000">
                  <a:schemeClr val="tx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526D1644-B7A4-C76B-7601-C1E2E6CE1FBD}"/>
              </a:ext>
            </a:extLst>
          </p:cNvPr>
          <p:cNvSpPr txBox="1"/>
          <p:nvPr/>
        </p:nvSpPr>
        <p:spPr>
          <a:xfrm>
            <a:off x="2264915" y="1999492"/>
            <a:ext cx="706305" cy="202812"/>
          </a:xfrm>
          <a:prstGeom prst="rect">
            <a:avLst/>
          </a:prstGeom>
          <a:noFill/>
        </p:spPr>
        <p:txBody>
          <a:bodyPr wrap="square" lIns="0" tIns="0" rIns="0" bIns="0">
            <a:spAutoFit/>
          </a:bodyPr>
          <a:lstStyle/>
          <a:p>
            <a:pPr algn="ctr">
              <a:lnSpc>
                <a:spcPct val="120000"/>
              </a:lnSpc>
            </a:pPr>
            <a:r>
              <a:rPr lang="zh-CN" altLang="en-US" sz="1200" dirty="0">
                <a:solidFill>
                  <a:schemeClr val="bg1"/>
                </a:solidFill>
                <a:latin typeface="+mj-ea"/>
                <a:ea typeface="+mj-ea"/>
              </a:rPr>
              <a:t>核心企业</a:t>
            </a:r>
            <a:endParaRPr lang="en-US" altLang="zh-CN" sz="1200" dirty="0">
              <a:solidFill>
                <a:schemeClr val="bg1"/>
              </a:solidFill>
              <a:latin typeface="+mj-ea"/>
              <a:ea typeface="+mj-ea"/>
            </a:endParaRPr>
          </a:p>
        </p:txBody>
      </p:sp>
      <p:sp>
        <p:nvSpPr>
          <p:cNvPr id="13" name="文本框 12">
            <a:extLst>
              <a:ext uri="{FF2B5EF4-FFF2-40B4-BE49-F238E27FC236}">
                <a16:creationId xmlns:a16="http://schemas.microsoft.com/office/drawing/2014/main" id="{CE530C4B-929A-8C64-749E-5FA7CBBCF3AF}"/>
              </a:ext>
            </a:extLst>
          </p:cNvPr>
          <p:cNvSpPr txBox="1"/>
          <p:nvPr/>
        </p:nvSpPr>
        <p:spPr>
          <a:xfrm>
            <a:off x="3971197" y="1999492"/>
            <a:ext cx="914402" cy="202812"/>
          </a:xfrm>
          <a:prstGeom prst="rect">
            <a:avLst/>
          </a:prstGeom>
          <a:noFill/>
        </p:spPr>
        <p:txBody>
          <a:bodyPr wrap="square" lIns="0" tIns="0" rIns="0" bIns="0">
            <a:spAutoFit/>
          </a:bodyPr>
          <a:lstStyle/>
          <a:p>
            <a:pPr algn="ctr">
              <a:lnSpc>
                <a:spcPct val="120000"/>
              </a:lnSpc>
            </a:pPr>
            <a:r>
              <a:rPr lang="zh-CN" altLang="en-US" sz="1200" dirty="0">
                <a:solidFill>
                  <a:schemeClr val="bg1"/>
                </a:solidFill>
                <a:latin typeface="+mj-ea"/>
                <a:ea typeface="+mj-ea"/>
              </a:rPr>
              <a:t>一级供应商</a:t>
            </a:r>
            <a:endParaRPr lang="en-US" altLang="zh-CN" sz="1200" dirty="0">
              <a:solidFill>
                <a:schemeClr val="bg1"/>
              </a:solidFill>
              <a:latin typeface="+mj-ea"/>
              <a:ea typeface="+mj-ea"/>
            </a:endParaRPr>
          </a:p>
        </p:txBody>
      </p:sp>
      <p:sp>
        <p:nvSpPr>
          <p:cNvPr id="15" name="文本框 14">
            <a:extLst>
              <a:ext uri="{FF2B5EF4-FFF2-40B4-BE49-F238E27FC236}">
                <a16:creationId xmlns:a16="http://schemas.microsoft.com/office/drawing/2014/main" id="{7DA017C2-0980-433A-C4B1-EF50747A43DB}"/>
              </a:ext>
            </a:extLst>
          </p:cNvPr>
          <p:cNvSpPr txBox="1"/>
          <p:nvPr/>
        </p:nvSpPr>
        <p:spPr>
          <a:xfrm>
            <a:off x="7349397" y="1999492"/>
            <a:ext cx="914402" cy="202812"/>
          </a:xfrm>
          <a:prstGeom prst="rect">
            <a:avLst/>
          </a:prstGeom>
          <a:noFill/>
        </p:spPr>
        <p:txBody>
          <a:bodyPr wrap="square" lIns="0" tIns="0" rIns="0" bIns="0">
            <a:spAutoFit/>
          </a:bodyPr>
          <a:lstStyle/>
          <a:p>
            <a:pPr algn="ctr">
              <a:lnSpc>
                <a:spcPct val="120000"/>
              </a:lnSpc>
            </a:pPr>
            <a:r>
              <a:rPr lang="en-US" altLang="zh-CN" sz="1200" dirty="0">
                <a:solidFill>
                  <a:schemeClr val="bg1"/>
                </a:solidFill>
                <a:latin typeface="+mj-ea"/>
                <a:ea typeface="+mj-ea"/>
              </a:rPr>
              <a:t>N</a:t>
            </a:r>
            <a:r>
              <a:rPr lang="zh-CN" altLang="en-US" sz="1200" dirty="0">
                <a:solidFill>
                  <a:schemeClr val="bg1"/>
                </a:solidFill>
                <a:latin typeface="+mj-ea"/>
                <a:ea typeface="+mj-ea"/>
              </a:rPr>
              <a:t>级供应商</a:t>
            </a:r>
            <a:endParaRPr lang="en-US" altLang="zh-CN" sz="1200" dirty="0">
              <a:solidFill>
                <a:schemeClr val="bg1"/>
              </a:solidFill>
              <a:latin typeface="+mj-ea"/>
              <a:ea typeface="+mj-ea"/>
            </a:endParaRPr>
          </a:p>
        </p:txBody>
      </p:sp>
      <p:sp>
        <p:nvSpPr>
          <p:cNvPr id="16" name="文本框 15">
            <a:extLst>
              <a:ext uri="{FF2B5EF4-FFF2-40B4-BE49-F238E27FC236}">
                <a16:creationId xmlns:a16="http://schemas.microsoft.com/office/drawing/2014/main" id="{5BD0E65C-A632-B819-2627-16C4157BE7BD}"/>
              </a:ext>
            </a:extLst>
          </p:cNvPr>
          <p:cNvSpPr txBox="1"/>
          <p:nvPr/>
        </p:nvSpPr>
        <p:spPr>
          <a:xfrm>
            <a:off x="9051325" y="1999492"/>
            <a:ext cx="914402" cy="202812"/>
          </a:xfrm>
          <a:prstGeom prst="rect">
            <a:avLst/>
          </a:prstGeom>
          <a:noFill/>
        </p:spPr>
        <p:txBody>
          <a:bodyPr wrap="square" lIns="0" tIns="0" rIns="0" bIns="0">
            <a:spAutoFit/>
          </a:bodyPr>
          <a:lstStyle/>
          <a:p>
            <a:pPr algn="ctr">
              <a:lnSpc>
                <a:spcPct val="120000"/>
              </a:lnSpc>
            </a:pPr>
            <a:r>
              <a:rPr lang="zh-CN" altLang="en-US" sz="1200" dirty="0">
                <a:solidFill>
                  <a:schemeClr val="bg1"/>
                </a:solidFill>
                <a:latin typeface="+mj-ea"/>
                <a:ea typeface="+mj-ea"/>
              </a:rPr>
              <a:t>机构受让方</a:t>
            </a:r>
            <a:endParaRPr lang="en-US" altLang="zh-CN" sz="1200" dirty="0">
              <a:solidFill>
                <a:schemeClr val="bg1"/>
              </a:solidFill>
              <a:latin typeface="+mj-ea"/>
              <a:ea typeface="+mj-ea"/>
            </a:endParaRPr>
          </a:p>
        </p:txBody>
      </p:sp>
      <p:sp>
        <p:nvSpPr>
          <p:cNvPr id="17" name="文本框 16">
            <a:extLst>
              <a:ext uri="{FF2B5EF4-FFF2-40B4-BE49-F238E27FC236}">
                <a16:creationId xmlns:a16="http://schemas.microsoft.com/office/drawing/2014/main" id="{799CC0B6-8BBB-8DC2-12E5-E705F9F7C8E4}"/>
              </a:ext>
            </a:extLst>
          </p:cNvPr>
          <p:cNvSpPr txBox="1"/>
          <p:nvPr/>
        </p:nvSpPr>
        <p:spPr>
          <a:xfrm>
            <a:off x="3160514" y="1227668"/>
            <a:ext cx="706305" cy="185948"/>
          </a:xfrm>
          <a:prstGeom prst="rect">
            <a:avLst/>
          </a:prstGeom>
          <a:noFill/>
        </p:spPr>
        <p:txBody>
          <a:bodyPr wrap="square" lIns="0" tIns="0" rIns="0" bIns="0">
            <a:spAutoFit/>
          </a:bodyPr>
          <a:lstStyle/>
          <a:p>
            <a:pPr algn="ctr">
              <a:lnSpc>
                <a:spcPct val="120000"/>
              </a:lnSpc>
            </a:pPr>
            <a:r>
              <a:rPr lang="zh-CN" altLang="en-US" sz="1100" b="1" dirty="0">
                <a:solidFill>
                  <a:schemeClr val="accent2"/>
                </a:solidFill>
                <a:latin typeface="+mj-ea"/>
                <a:ea typeface="+mj-ea"/>
              </a:rPr>
              <a:t>核准确认</a:t>
            </a:r>
            <a:endParaRPr lang="en-US" altLang="zh-CN" sz="1100" b="1" dirty="0">
              <a:solidFill>
                <a:schemeClr val="accent2"/>
              </a:solidFill>
              <a:latin typeface="+mj-ea"/>
              <a:ea typeface="+mj-ea"/>
            </a:endParaRPr>
          </a:p>
        </p:txBody>
      </p:sp>
      <p:sp>
        <p:nvSpPr>
          <p:cNvPr id="18" name="文本框 17">
            <a:extLst>
              <a:ext uri="{FF2B5EF4-FFF2-40B4-BE49-F238E27FC236}">
                <a16:creationId xmlns:a16="http://schemas.microsoft.com/office/drawing/2014/main" id="{092ECA1C-2D8F-59B9-994E-D288C2BCDB57}"/>
              </a:ext>
            </a:extLst>
          </p:cNvPr>
          <p:cNvSpPr txBox="1"/>
          <p:nvPr/>
        </p:nvSpPr>
        <p:spPr>
          <a:xfrm>
            <a:off x="8325183" y="1227668"/>
            <a:ext cx="706305" cy="185948"/>
          </a:xfrm>
          <a:prstGeom prst="rect">
            <a:avLst/>
          </a:prstGeom>
          <a:noFill/>
        </p:spPr>
        <p:txBody>
          <a:bodyPr wrap="square" lIns="0" tIns="0" rIns="0" bIns="0">
            <a:spAutoFit/>
          </a:bodyPr>
          <a:lstStyle/>
          <a:p>
            <a:pPr algn="ctr">
              <a:lnSpc>
                <a:spcPct val="120000"/>
              </a:lnSpc>
            </a:pPr>
            <a:r>
              <a:rPr lang="zh-CN" altLang="en-US" sz="1100" b="1" dirty="0">
                <a:solidFill>
                  <a:schemeClr val="accent2"/>
                </a:solidFill>
                <a:latin typeface="+mj-ea"/>
                <a:ea typeface="+mj-ea"/>
              </a:rPr>
              <a:t>融资</a:t>
            </a:r>
            <a:endParaRPr lang="en-US" altLang="zh-CN" sz="1100" b="1" dirty="0">
              <a:solidFill>
                <a:schemeClr val="accent2"/>
              </a:solidFill>
              <a:latin typeface="+mj-ea"/>
              <a:ea typeface="+mj-ea"/>
            </a:endParaRPr>
          </a:p>
        </p:txBody>
      </p:sp>
      <p:sp>
        <p:nvSpPr>
          <p:cNvPr id="20" name="文本框 19">
            <a:extLst>
              <a:ext uri="{FF2B5EF4-FFF2-40B4-BE49-F238E27FC236}">
                <a16:creationId xmlns:a16="http://schemas.microsoft.com/office/drawing/2014/main" id="{C453AAB5-679F-288A-B33B-6742A7DC9454}"/>
              </a:ext>
            </a:extLst>
          </p:cNvPr>
          <p:cNvSpPr txBox="1"/>
          <p:nvPr/>
        </p:nvSpPr>
        <p:spPr>
          <a:xfrm>
            <a:off x="1745477" y="5469268"/>
            <a:ext cx="706305" cy="430104"/>
          </a:xfrm>
          <a:prstGeom prst="rect">
            <a:avLst/>
          </a:prstGeom>
          <a:noFill/>
        </p:spPr>
        <p:txBody>
          <a:bodyPr wrap="square" lIns="0" tIns="0" rIns="0" bIns="0">
            <a:spAutoFit/>
          </a:bodyPr>
          <a:lstStyle/>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身份认证</a:t>
            </a:r>
            <a:endParaRPr lang="en-US" altLang="zh-CN" sz="900" dirty="0">
              <a:solidFill>
                <a:schemeClr val="bg1"/>
              </a:solidFill>
              <a:latin typeface="+mj-ea"/>
              <a:ea typeface="+mj-ea"/>
            </a:endParaRPr>
          </a:p>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意愿鉴真</a:t>
            </a:r>
            <a:endParaRPr lang="en-US" altLang="zh-CN" sz="900" dirty="0">
              <a:solidFill>
                <a:schemeClr val="bg1"/>
              </a:solidFill>
              <a:latin typeface="+mj-ea"/>
              <a:ea typeface="+mj-ea"/>
            </a:endParaRPr>
          </a:p>
        </p:txBody>
      </p:sp>
      <p:sp>
        <p:nvSpPr>
          <p:cNvPr id="21" name="文本框 20">
            <a:extLst>
              <a:ext uri="{FF2B5EF4-FFF2-40B4-BE49-F238E27FC236}">
                <a16:creationId xmlns:a16="http://schemas.microsoft.com/office/drawing/2014/main" id="{BC17E2D8-73D8-09E0-DE11-46F1F9BC2C7C}"/>
              </a:ext>
            </a:extLst>
          </p:cNvPr>
          <p:cNvSpPr txBox="1"/>
          <p:nvPr/>
        </p:nvSpPr>
        <p:spPr>
          <a:xfrm>
            <a:off x="3046168" y="5457672"/>
            <a:ext cx="1104037" cy="658629"/>
          </a:xfrm>
          <a:prstGeom prst="rect">
            <a:avLst/>
          </a:prstGeom>
          <a:noFill/>
        </p:spPr>
        <p:txBody>
          <a:bodyPr wrap="square" lIns="0" tIns="0" rIns="0" bIns="0">
            <a:spAutoFit/>
          </a:bodyPr>
          <a:lstStyle/>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核心企业确认</a:t>
            </a:r>
            <a:endParaRPr lang="en-US" altLang="zh-CN" sz="900" dirty="0">
              <a:solidFill>
                <a:schemeClr val="bg1"/>
              </a:solidFill>
              <a:latin typeface="+mj-ea"/>
              <a:ea typeface="+mj-ea"/>
            </a:endParaRPr>
          </a:p>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供应商逐级转让</a:t>
            </a:r>
            <a:endParaRPr lang="en-US" altLang="zh-CN" sz="900" dirty="0">
              <a:solidFill>
                <a:schemeClr val="bg1"/>
              </a:solidFill>
              <a:latin typeface="+mj-ea"/>
              <a:ea typeface="+mj-ea"/>
            </a:endParaRPr>
          </a:p>
          <a:p>
            <a:pPr marL="171450" indent="-144000">
              <a:lnSpc>
                <a:spcPct val="150000"/>
              </a:lnSpc>
              <a:buClr>
                <a:schemeClr val="accent1"/>
              </a:buClr>
              <a:buSzPct val="74000"/>
              <a:buFont typeface="Wingdings" panose="05000000000000000000" pitchFamily="2" charset="2"/>
              <a:buChar char="n"/>
            </a:pPr>
            <a:endParaRPr lang="en-US" altLang="zh-CN" sz="900" dirty="0">
              <a:solidFill>
                <a:schemeClr val="bg1"/>
              </a:solidFill>
              <a:latin typeface="+mj-ea"/>
              <a:ea typeface="+mj-ea"/>
            </a:endParaRPr>
          </a:p>
        </p:txBody>
      </p:sp>
      <p:sp>
        <p:nvSpPr>
          <p:cNvPr id="6" name="文本框 5">
            <a:extLst>
              <a:ext uri="{FF2B5EF4-FFF2-40B4-BE49-F238E27FC236}">
                <a16:creationId xmlns:a16="http://schemas.microsoft.com/office/drawing/2014/main" id="{809E3ED3-E14D-7738-1E4B-00D1B19CF8D1}"/>
              </a:ext>
            </a:extLst>
          </p:cNvPr>
          <p:cNvSpPr txBox="1"/>
          <p:nvPr/>
        </p:nvSpPr>
        <p:spPr>
          <a:xfrm>
            <a:off x="4383902" y="5457672"/>
            <a:ext cx="1104037" cy="658629"/>
          </a:xfrm>
          <a:prstGeom prst="rect">
            <a:avLst/>
          </a:prstGeom>
          <a:noFill/>
        </p:spPr>
        <p:txBody>
          <a:bodyPr wrap="square" lIns="0" tIns="0" rIns="0" bIns="0">
            <a:spAutoFit/>
          </a:bodyPr>
          <a:lstStyle/>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自动推送人行</a:t>
            </a:r>
            <a:endParaRPr lang="en-US" altLang="zh-CN" sz="900" dirty="0">
              <a:solidFill>
                <a:schemeClr val="bg1"/>
              </a:solidFill>
              <a:latin typeface="+mj-ea"/>
              <a:ea typeface="+mj-ea"/>
            </a:endParaRPr>
          </a:p>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中登网登记应收账款债权</a:t>
            </a:r>
            <a:endParaRPr lang="en-US" altLang="zh-CN" sz="900" dirty="0">
              <a:solidFill>
                <a:schemeClr val="bg1"/>
              </a:solidFill>
              <a:latin typeface="+mj-ea"/>
              <a:ea typeface="+mj-ea"/>
            </a:endParaRPr>
          </a:p>
        </p:txBody>
      </p:sp>
      <p:sp>
        <p:nvSpPr>
          <p:cNvPr id="7" name="文本框 6">
            <a:extLst>
              <a:ext uri="{FF2B5EF4-FFF2-40B4-BE49-F238E27FC236}">
                <a16:creationId xmlns:a16="http://schemas.microsoft.com/office/drawing/2014/main" id="{D90278D2-D88F-A34D-477B-48411FF3B819}"/>
              </a:ext>
            </a:extLst>
          </p:cNvPr>
          <p:cNvSpPr txBox="1"/>
          <p:nvPr/>
        </p:nvSpPr>
        <p:spPr>
          <a:xfrm>
            <a:off x="5721637" y="5457672"/>
            <a:ext cx="1201451" cy="658629"/>
          </a:xfrm>
          <a:prstGeom prst="rect">
            <a:avLst/>
          </a:prstGeom>
          <a:noFill/>
        </p:spPr>
        <p:txBody>
          <a:bodyPr wrap="square" lIns="0" tIns="0" rIns="0" bIns="0">
            <a:spAutoFit/>
          </a:bodyPr>
          <a:lstStyle/>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定向引入机构受让方</a:t>
            </a:r>
            <a:endParaRPr lang="en-US" altLang="zh-CN" sz="900" dirty="0">
              <a:solidFill>
                <a:schemeClr val="bg1"/>
              </a:solidFill>
              <a:latin typeface="+mj-ea"/>
              <a:ea typeface="+mj-ea"/>
            </a:endParaRPr>
          </a:p>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供应商转让收款， 获得融资</a:t>
            </a:r>
            <a:endParaRPr lang="en-US" altLang="zh-CN" sz="900" dirty="0">
              <a:solidFill>
                <a:schemeClr val="bg1"/>
              </a:solidFill>
              <a:latin typeface="+mj-ea"/>
              <a:ea typeface="+mj-ea"/>
            </a:endParaRPr>
          </a:p>
        </p:txBody>
      </p:sp>
      <p:sp>
        <p:nvSpPr>
          <p:cNvPr id="22" name="文本框 21">
            <a:extLst>
              <a:ext uri="{FF2B5EF4-FFF2-40B4-BE49-F238E27FC236}">
                <a16:creationId xmlns:a16="http://schemas.microsoft.com/office/drawing/2014/main" id="{876F74B9-6C0A-0C9F-CA19-D044A524C907}"/>
              </a:ext>
            </a:extLst>
          </p:cNvPr>
          <p:cNvSpPr txBox="1"/>
          <p:nvPr/>
        </p:nvSpPr>
        <p:spPr>
          <a:xfrm>
            <a:off x="7065880" y="5457672"/>
            <a:ext cx="1396665" cy="658629"/>
          </a:xfrm>
          <a:prstGeom prst="rect">
            <a:avLst/>
          </a:prstGeom>
          <a:noFill/>
        </p:spPr>
        <p:txBody>
          <a:bodyPr wrap="square" lIns="0" tIns="0" rIns="0" bIns="0">
            <a:spAutoFit/>
          </a:bodyPr>
          <a:lstStyle/>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基础贸易信息管理</a:t>
            </a:r>
            <a:endParaRPr lang="en-US" altLang="zh-CN" sz="900" dirty="0">
              <a:solidFill>
                <a:schemeClr val="bg1"/>
              </a:solidFill>
              <a:latin typeface="+mj-ea"/>
              <a:ea typeface="+mj-ea"/>
            </a:endParaRPr>
          </a:p>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交易流程记录</a:t>
            </a:r>
            <a:endParaRPr lang="en-US" altLang="zh-CN" sz="900" dirty="0">
              <a:solidFill>
                <a:schemeClr val="bg1"/>
              </a:solidFill>
              <a:latin typeface="+mj-ea"/>
              <a:ea typeface="+mj-ea"/>
            </a:endParaRPr>
          </a:p>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应收账款状态监控</a:t>
            </a:r>
            <a:endParaRPr lang="en-US" altLang="zh-CN" sz="900" dirty="0">
              <a:solidFill>
                <a:schemeClr val="bg1"/>
              </a:solidFill>
              <a:latin typeface="+mj-ea"/>
              <a:ea typeface="+mj-ea"/>
            </a:endParaRPr>
          </a:p>
        </p:txBody>
      </p:sp>
      <p:sp>
        <p:nvSpPr>
          <p:cNvPr id="23" name="文本框 22">
            <a:extLst>
              <a:ext uri="{FF2B5EF4-FFF2-40B4-BE49-F238E27FC236}">
                <a16:creationId xmlns:a16="http://schemas.microsoft.com/office/drawing/2014/main" id="{B8F68D54-D67A-78CF-BF96-A0A0195E6F29}"/>
              </a:ext>
            </a:extLst>
          </p:cNvPr>
          <p:cNvSpPr txBox="1"/>
          <p:nvPr/>
        </p:nvSpPr>
        <p:spPr>
          <a:xfrm>
            <a:off x="8410493" y="5457672"/>
            <a:ext cx="1396665" cy="658629"/>
          </a:xfrm>
          <a:prstGeom prst="rect">
            <a:avLst/>
          </a:prstGeom>
          <a:noFill/>
        </p:spPr>
        <p:txBody>
          <a:bodyPr wrap="square" lIns="0" tIns="0" rIns="0" bIns="0">
            <a:spAutoFit/>
          </a:bodyPr>
          <a:lstStyle/>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账户及信用风险识别</a:t>
            </a:r>
            <a:endParaRPr lang="en-US" altLang="zh-CN" sz="900" dirty="0">
              <a:solidFill>
                <a:schemeClr val="bg1"/>
              </a:solidFill>
              <a:latin typeface="+mj-ea"/>
              <a:ea typeface="+mj-ea"/>
            </a:endParaRPr>
          </a:p>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风险核查</a:t>
            </a:r>
            <a:endParaRPr lang="en-US" altLang="zh-CN" sz="900" dirty="0">
              <a:solidFill>
                <a:schemeClr val="bg1"/>
              </a:solidFill>
              <a:latin typeface="+mj-ea"/>
              <a:ea typeface="+mj-ea"/>
            </a:endParaRPr>
          </a:p>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预警信号响应</a:t>
            </a:r>
            <a:endParaRPr lang="en-US" altLang="zh-CN" sz="900" dirty="0">
              <a:solidFill>
                <a:schemeClr val="bg1"/>
              </a:solidFill>
              <a:latin typeface="+mj-ea"/>
              <a:ea typeface="+mj-ea"/>
            </a:endParaRPr>
          </a:p>
        </p:txBody>
      </p:sp>
      <p:sp>
        <p:nvSpPr>
          <p:cNvPr id="24" name="文本框 23">
            <a:extLst>
              <a:ext uri="{FF2B5EF4-FFF2-40B4-BE49-F238E27FC236}">
                <a16:creationId xmlns:a16="http://schemas.microsoft.com/office/drawing/2014/main" id="{B0EDB256-2860-C18B-BEF2-18054A559D90}"/>
              </a:ext>
            </a:extLst>
          </p:cNvPr>
          <p:cNvSpPr txBox="1"/>
          <p:nvPr/>
        </p:nvSpPr>
        <p:spPr>
          <a:xfrm>
            <a:off x="9655863" y="5468059"/>
            <a:ext cx="1396665" cy="430104"/>
          </a:xfrm>
          <a:prstGeom prst="rect">
            <a:avLst/>
          </a:prstGeom>
          <a:noFill/>
        </p:spPr>
        <p:txBody>
          <a:bodyPr wrap="square" lIns="0" tIns="0" rIns="0" bIns="0">
            <a:spAutoFit/>
          </a:bodyPr>
          <a:lstStyle/>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备付金账户管理</a:t>
            </a:r>
            <a:endParaRPr lang="en-US" altLang="zh-CN" sz="900" dirty="0">
              <a:solidFill>
                <a:schemeClr val="bg1"/>
              </a:solidFill>
              <a:latin typeface="+mj-ea"/>
              <a:ea typeface="+mj-ea"/>
            </a:endParaRPr>
          </a:p>
          <a:p>
            <a:pPr marL="171450" indent="-144000">
              <a:lnSpc>
                <a:spcPct val="150000"/>
              </a:lnSpc>
              <a:buClr>
                <a:schemeClr val="accent1"/>
              </a:buClr>
              <a:buSzPct val="74000"/>
              <a:buFont typeface="Wingdings" panose="05000000000000000000" pitchFamily="2" charset="2"/>
              <a:buChar char="n"/>
            </a:pPr>
            <a:r>
              <a:rPr lang="zh-CN" altLang="en-US" sz="900" dirty="0">
                <a:solidFill>
                  <a:schemeClr val="bg1"/>
                </a:solidFill>
                <a:latin typeface="+mj-ea"/>
                <a:ea typeface="+mj-ea"/>
              </a:rPr>
              <a:t>账款到期清分</a:t>
            </a:r>
            <a:endParaRPr lang="en-US" altLang="zh-CN" sz="900" dirty="0">
              <a:solidFill>
                <a:schemeClr val="bg1"/>
              </a:solidFill>
              <a:latin typeface="+mj-ea"/>
              <a:ea typeface="+mj-ea"/>
            </a:endParaRPr>
          </a:p>
        </p:txBody>
      </p:sp>
      <p:sp>
        <p:nvSpPr>
          <p:cNvPr id="27" name="椭圆 26">
            <a:extLst>
              <a:ext uri="{FF2B5EF4-FFF2-40B4-BE49-F238E27FC236}">
                <a16:creationId xmlns:a16="http://schemas.microsoft.com/office/drawing/2014/main" id="{D1D686AF-0D76-18EA-5D96-9812A601E154}"/>
              </a:ext>
            </a:extLst>
          </p:cNvPr>
          <p:cNvSpPr/>
          <p:nvPr/>
        </p:nvSpPr>
        <p:spPr>
          <a:xfrm>
            <a:off x="1731715" y="4676176"/>
            <a:ext cx="730504" cy="730500"/>
          </a:xfrm>
          <a:prstGeom prst="ellipse">
            <a:avLst/>
          </a:prstGeom>
          <a:gradFill flip="none" rotWithShape="1">
            <a:gsLst>
              <a:gs pos="0">
                <a:schemeClr val="tx1"/>
              </a:gs>
              <a:gs pos="88000">
                <a:schemeClr val="tx1">
                  <a:lumMod val="95000"/>
                </a:schemeClr>
              </a:gs>
            </a:gsLst>
            <a:path path="circle">
              <a:fillToRect l="50000" t="50000" r="50000" b="50000"/>
            </a:path>
            <a:tileRect/>
          </a:gradFill>
          <a:ln>
            <a:noFill/>
          </a:ln>
          <a:effectLst>
            <a:outerShdw blurRad="101600" dist="254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9" name="文本框 28">
            <a:extLst>
              <a:ext uri="{FF2B5EF4-FFF2-40B4-BE49-F238E27FC236}">
                <a16:creationId xmlns:a16="http://schemas.microsoft.com/office/drawing/2014/main" id="{34E082F2-B7D5-2E30-311D-D4C5F46FEFF0}"/>
              </a:ext>
            </a:extLst>
          </p:cNvPr>
          <p:cNvSpPr txBox="1"/>
          <p:nvPr/>
        </p:nvSpPr>
        <p:spPr>
          <a:xfrm>
            <a:off x="1754061" y="5119513"/>
            <a:ext cx="706305" cy="169021"/>
          </a:xfrm>
          <a:prstGeom prst="rect">
            <a:avLst/>
          </a:prstGeom>
          <a:noFill/>
        </p:spPr>
        <p:txBody>
          <a:bodyPr wrap="square" lIns="0" tIns="0" rIns="0" bIns="0">
            <a:spAutoFit/>
          </a:bodyPr>
          <a:lstStyle/>
          <a:p>
            <a:pPr algn="ctr">
              <a:lnSpc>
                <a:spcPct val="120000"/>
              </a:lnSpc>
            </a:pPr>
            <a:r>
              <a:rPr lang="zh-CN" altLang="en-US" sz="1000" b="1" dirty="0">
                <a:solidFill>
                  <a:schemeClr val="bg1"/>
                </a:solidFill>
                <a:latin typeface="+mj-ea"/>
                <a:ea typeface="+mj-ea"/>
              </a:rPr>
              <a:t>交易鉴证</a:t>
            </a:r>
            <a:endParaRPr lang="en-US" altLang="zh-CN" sz="1000" b="1" dirty="0">
              <a:solidFill>
                <a:schemeClr val="bg1"/>
              </a:solidFill>
              <a:latin typeface="+mj-ea"/>
              <a:ea typeface="+mj-ea"/>
            </a:endParaRPr>
          </a:p>
        </p:txBody>
      </p:sp>
      <p:grpSp>
        <p:nvGrpSpPr>
          <p:cNvPr id="30" name="组合 29">
            <a:extLst>
              <a:ext uri="{FF2B5EF4-FFF2-40B4-BE49-F238E27FC236}">
                <a16:creationId xmlns:a16="http://schemas.microsoft.com/office/drawing/2014/main" id="{81B3ADC8-8D0F-0144-2887-896819322117}"/>
              </a:ext>
            </a:extLst>
          </p:cNvPr>
          <p:cNvGrpSpPr/>
          <p:nvPr/>
        </p:nvGrpSpPr>
        <p:grpSpPr>
          <a:xfrm>
            <a:off x="3074652" y="4676176"/>
            <a:ext cx="730504" cy="730500"/>
            <a:chOff x="4391220" y="1196514"/>
            <a:chExt cx="674292" cy="674288"/>
          </a:xfrm>
        </p:grpSpPr>
        <p:sp>
          <p:nvSpPr>
            <p:cNvPr id="31" name="椭圆 30">
              <a:extLst>
                <a:ext uri="{FF2B5EF4-FFF2-40B4-BE49-F238E27FC236}">
                  <a16:creationId xmlns:a16="http://schemas.microsoft.com/office/drawing/2014/main" id="{AE889191-BADF-5FC6-1754-A4FA2ECBE648}"/>
                </a:ext>
              </a:extLst>
            </p:cNvPr>
            <p:cNvSpPr/>
            <p:nvPr/>
          </p:nvSpPr>
          <p:spPr>
            <a:xfrm>
              <a:off x="4391220" y="1196514"/>
              <a:ext cx="674292" cy="674288"/>
            </a:xfrm>
            <a:prstGeom prst="ellipse">
              <a:avLst/>
            </a:prstGeom>
            <a:gradFill flip="none" rotWithShape="1">
              <a:gsLst>
                <a:gs pos="0">
                  <a:schemeClr val="tx1"/>
                </a:gs>
                <a:gs pos="88000">
                  <a:schemeClr val="tx1">
                    <a:lumMod val="95000"/>
                  </a:schemeClr>
                </a:gs>
              </a:gsLst>
              <a:path path="circle">
                <a:fillToRect l="50000" t="50000" r="50000" b="50000"/>
              </a:path>
              <a:tileRect/>
            </a:gradFill>
            <a:ln>
              <a:noFill/>
            </a:ln>
            <a:effectLst>
              <a:outerShdw blurRad="101600" dist="254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32" name="椭圆 31">
              <a:extLst>
                <a:ext uri="{FF2B5EF4-FFF2-40B4-BE49-F238E27FC236}">
                  <a16:creationId xmlns:a16="http://schemas.microsoft.com/office/drawing/2014/main" id="{9F919CD6-254B-5AB4-7708-4F248DBBF1C1}"/>
                </a:ext>
              </a:extLst>
            </p:cNvPr>
            <p:cNvSpPr/>
            <p:nvPr/>
          </p:nvSpPr>
          <p:spPr>
            <a:xfrm>
              <a:off x="4391220" y="1196514"/>
              <a:ext cx="674292" cy="674288"/>
            </a:xfrm>
            <a:prstGeom prst="ellipse">
              <a:avLst/>
            </a:prstGeom>
            <a:gradFill flip="none" rotWithShape="1">
              <a:gsLst>
                <a:gs pos="0">
                  <a:schemeClr val="tx1"/>
                </a:gs>
                <a:gs pos="88000">
                  <a:schemeClr val="tx1">
                    <a:lumMod val="95000"/>
                  </a:schemeClr>
                </a:gs>
              </a:gsLst>
              <a:path path="circle">
                <a:fillToRect l="50000" t="50000" r="50000" b="50000"/>
              </a:path>
              <a:tileRect/>
            </a:gradFill>
            <a:ln>
              <a:noFill/>
            </a:ln>
            <a:effectLst>
              <a:outerShdw blurRad="101600" dist="254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sp>
        <p:nvSpPr>
          <p:cNvPr id="33" name="文本框 32">
            <a:extLst>
              <a:ext uri="{FF2B5EF4-FFF2-40B4-BE49-F238E27FC236}">
                <a16:creationId xmlns:a16="http://schemas.microsoft.com/office/drawing/2014/main" id="{AE808FEA-C673-DC36-7199-06295297AE47}"/>
              </a:ext>
            </a:extLst>
          </p:cNvPr>
          <p:cNvSpPr txBox="1"/>
          <p:nvPr/>
        </p:nvSpPr>
        <p:spPr>
          <a:xfrm>
            <a:off x="3097086" y="5119513"/>
            <a:ext cx="706305" cy="169021"/>
          </a:xfrm>
          <a:prstGeom prst="rect">
            <a:avLst/>
          </a:prstGeom>
          <a:noFill/>
        </p:spPr>
        <p:txBody>
          <a:bodyPr wrap="square" lIns="0" tIns="0" rIns="0" bIns="0">
            <a:spAutoFit/>
          </a:bodyPr>
          <a:lstStyle/>
          <a:p>
            <a:pPr algn="ctr">
              <a:lnSpc>
                <a:spcPct val="120000"/>
              </a:lnSpc>
            </a:pPr>
            <a:r>
              <a:rPr lang="zh-CN" altLang="en-US" sz="1000" b="1" dirty="0">
                <a:solidFill>
                  <a:schemeClr val="bg1"/>
                </a:solidFill>
                <a:latin typeface="+mj-ea"/>
                <a:ea typeface="+mj-ea"/>
              </a:rPr>
              <a:t>确认</a:t>
            </a:r>
            <a:r>
              <a:rPr lang="en-US" altLang="zh-CN" sz="1000" b="1" dirty="0">
                <a:solidFill>
                  <a:schemeClr val="bg1"/>
                </a:solidFill>
                <a:latin typeface="+mj-ea"/>
                <a:ea typeface="+mj-ea"/>
              </a:rPr>
              <a:t>/</a:t>
            </a:r>
            <a:r>
              <a:rPr lang="zh-CN" altLang="en-US" sz="1000" b="1" dirty="0">
                <a:solidFill>
                  <a:schemeClr val="bg1"/>
                </a:solidFill>
                <a:latin typeface="+mj-ea"/>
                <a:ea typeface="+mj-ea"/>
              </a:rPr>
              <a:t>转让</a:t>
            </a:r>
            <a:endParaRPr lang="en-US" altLang="zh-CN" sz="1000" b="1" dirty="0">
              <a:solidFill>
                <a:schemeClr val="bg1"/>
              </a:solidFill>
              <a:latin typeface="+mj-ea"/>
              <a:ea typeface="+mj-ea"/>
            </a:endParaRPr>
          </a:p>
        </p:txBody>
      </p:sp>
      <p:grpSp>
        <p:nvGrpSpPr>
          <p:cNvPr id="34" name="组合 33">
            <a:extLst>
              <a:ext uri="{FF2B5EF4-FFF2-40B4-BE49-F238E27FC236}">
                <a16:creationId xmlns:a16="http://schemas.microsoft.com/office/drawing/2014/main" id="{FACD2AC7-525E-8E73-2268-AF2411785B28}"/>
              </a:ext>
            </a:extLst>
          </p:cNvPr>
          <p:cNvGrpSpPr/>
          <p:nvPr/>
        </p:nvGrpSpPr>
        <p:grpSpPr>
          <a:xfrm>
            <a:off x="4417589" y="4676176"/>
            <a:ext cx="730504" cy="730500"/>
            <a:chOff x="4391220" y="1196514"/>
            <a:chExt cx="674292" cy="674288"/>
          </a:xfrm>
        </p:grpSpPr>
        <p:sp>
          <p:nvSpPr>
            <p:cNvPr id="35" name="椭圆 34">
              <a:extLst>
                <a:ext uri="{FF2B5EF4-FFF2-40B4-BE49-F238E27FC236}">
                  <a16:creationId xmlns:a16="http://schemas.microsoft.com/office/drawing/2014/main" id="{42261159-8BA6-4124-7EC0-C7E97CF9388A}"/>
                </a:ext>
              </a:extLst>
            </p:cNvPr>
            <p:cNvSpPr/>
            <p:nvPr/>
          </p:nvSpPr>
          <p:spPr>
            <a:xfrm>
              <a:off x="4391220" y="1196514"/>
              <a:ext cx="674292" cy="674288"/>
            </a:xfrm>
            <a:prstGeom prst="ellipse">
              <a:avLst/>
            </a:prstGeom>
            <a:gradFill flip="none" rotWithShape="1">
              <a:gsLst>
                <a:gs pos="0">
                  <a:schemeClr val="tx1"/>
                </a:gs>
                <a:gs pos="88000">
                  <a:schemeClr val="tx1">
                    <a:lumMod val="95000"/>
                  </a:schemeClr>
                </a:gs>
              </a:gsLst>
              <a:path path="circle">
                <a:fillToRect l="50000" t="50000" r="50000" b="50000"/>
              </a:path>
              <a:tileRect/>
            </a:gradFill>
            <a:ln>
              <a:noFill/>
            </a:ln>
            <a:effectLst>
              <a:outerShdw blurRad="101600" dist="254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36" name="椭圆 35">
              <a:extLst>
                <a:ext uri="{FF2B5EF4-FFF2-40B4-BE49-F238E27FC236}">
                  <a16:creationId xmlns:a16="http://schemas.microsoft.com/office/drawing/2014/main" id="{E54D310B-82F4-7A66-FA99-A7915C6DDA2E}"/>
                </a:ext>
              </a:extLst>
            </p:cNvPr>
            <p:cNvSpPr/>
            <p:nvPr/>
          </p:nvSpPr>
          <p:spPr>
            <a:xfrm>
              <a:off x="4391220" y="1196514"/>
              <a:ext cx="674292" cy="674288"/>
            </a:xfrm>
            <a:prstGeom prst="ellipse">
              <a:avLst/>
            </a:prstGeom>
            <a:gradFill flip="none" rotWithShape="1">
              <a:gsLst>
                <a:gs pos="0">
                  <a:schemeClr val="tx1"/>
                </a:gs>
                <a:gs pos="88000">
                  <a:schemeClr val="tx1">
                    <a:lumMod val="95000"/>
                  </a:schemeClr>
                </a:gs>
              </a:gsLst>
              <a:path path="circle">
                <a:fillToRect l="50000" t="50000" r="50000" b="50000"/>
              </a:path>
              <a:tileRect/>
            </a:gradFill>
            <a:ln>
              <a:noFill/>
            </a:ln>
            <a:effectLst>
              <a:outerShdw blurRad="101600" dist="254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sp>
        <p:nvSpPr>
          <p:cNvPr id="37" name="文本框 36">
            <a:extLst>
              <a:ext uri="{FF2B5EF4-FFF2-40B4-BE49-F238E27FC236}">
                <a16:creationId xmlns:a16="http://schemas.microsoft.com/office/drawing/2014/main" id="{F7131225-3D7D-AAFE-457B-79D4819D761F}"/>
              </a:ext>
            </a:extLst>
          </p:cNvPr>
          <p:cNvSpPr txBox="1"/>
          <p:nvPr/>
        </p:nvSpPr>
        <p:spPr>
          <a:xfrm>
            <a:off x="4440111" y="5119513"/>
            <a:ext cx="706305" cy="169021"/>
          </a:xfrm>
          <a:prstGeom prst="rect">
            <a:avLst/>
          </a:prstGeom>
          <a:noFill/>
        </p:spPr>
        <p:txBody>
          <a:bodyPr wrap="square" lIns="0" tIns="0" rIns="0" bIns="0">
            <a:spAutoFit/>
          </a:bodyPr>
          <a:lstStyle/>
          <a:p>
            <a:pPr algn="ctr">
              <a:lnSpc>
                <a:spcPct val="120000"/>
              </a:lnSpc>
            </a:pPr>
            <a:r>
              <a:rPr lang="zh-CN" altLang="en-US" sz="1000" b="1" dirty="0">
                <a:solidFill>
                  <a:schemeClr val="bg1"/>
                </a:solidFill>
                <a:latin typeface="+mj-ea"/>
                <a:ea typeface="+mj-ea"/>
              </a:rPr>
              <a:t>转让登记</a:t>
            </a:r>
            <a:endParaRPr lang="en-US" altLang="zh-CN" sz="1000" b="1" dirty="0">
              <a:solidFill>
                <a:schemeClr val="bg1"/>
              </a:solidFill>
              <a:latin typeface="+mj-ea"/>
              <a:ea typeface="+mj-ea"/>
            </a:endParaRPr>
          </a:p>
        </p:txBody>
      </p:sp>
      <p:grpSp>
        <p:nvGrpSpPr>
          <p:cNvPr id="38" name="组合 37">
            <a:extLst>
              <a:ext uri="{FF2B5EF4-FFF2-40B4-BE49-F238E27FC236}">
                <a16:creationId xmlns:a16="http://schemas.microsoft.com/office/drawing/2014/main" id="{48DE8FD8-7D0E-5E87-5760-751F724B41E7}"/>
              </a:ext>
            </a:extLst>
          </p:cNvPr>
          <p:cNvGrpSpPr/>
          <p:nvPr/>
        </p:nvGrpSpPr>
        <p:grpSpPr>
          <a:xfrm>
            <a:off x="5760526" y="4676176"/>
            <a:ext cx="730504" cy="730500"/>
            <a:chOff x="4391220" y="1196514"/>
            <a:chExt cx="674292" cy="674288"/>
          </a:xfrm>
        </p:grpSpPr>
        <p:sp>
          <p:nvSpPr>
            <p:cNvPr id="39" name="椭圆 38">
              <a:extLst>
                <a:ext uri="{FF2B5EF4-FFF2-40B4-BE49-F238E27FC236}">
                  <a16:creationId xmlns:a16="http://schemas.microsoft.com/office/drawing/2014/main" id="{B89F9EBF-E40D-4FF6-FFBF-B88CFAD0F93A}"/>
                </a:ext>
              </a:extLst>
            </p:cNvPr>
            <p:cNvSpPr/>
            <p:nvPr/>
          </p:nvSpPr>
          <p:spPr>
            <a:xfrm>
              <a:off x="4391220" y="1196514"/>
              <a:ext cx="674292" cy="674288"/>
            </a:xfrm>
            <a:prstGeom prst="ellipse">
              <a:avLst/>
            </a:prstGeom>
            <a:gradFill flip="none" rotWithShape="1">
              <a:gsLst>
                <a:gs pos="0">
                  <a:schemeClr val="tx1"/>
                </a:gs>
                <a:gs pos="88000">
                  <a:schemeClr val="tx1">
                    <a:lumMod val="95000"/>
                  </a:schemeClr>
                </a:gs>
              </a:gsLst>
              <a:path path="circle">
                <a:fillToRect l="50000" t="50000" r="50000" b="50000"/>
              </a:path>
              <a:tileRect/>
            </a:gradFill>
            <a:ln>
              <a:noFill/>
            </a:ln>
            <a:effectLst>
              <a:outerShdw blurRad="101600" dist="254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40" name="椭圆 39">
              <a:extLst>
                <a:ext uri="{FF2B5EF4-FFF2-40B4-BE49-F238E27FC236}">
                  <a16:creationId xmlns:a16="http://schemas.microsoft.com/office/drawing/2014/main" id="{9DBD3F0F-6D20-7C97-3676-6C856040C6B3}"/>
                </a:ext>
              </a:extLst>
            </p:cNvPr>
            <p:cNvSpPr/>
            <p:nvPr/>
          </p:nvSpPr>
          <p:spPr>
            <a:xfrm>
              <a:off x="4391220" y="1196514"/>
              <a:ext cx="674292" cy="674288"/>
            </a:xfrm>
            <a:prstGeom prst="ellipse">
              <a:avLst/>
            </a:prstGeom>
            <a:gradFill flip="none" rotWithShape="1">
              <a:gsLst>
                <a:gs pos="0">
                  <a:schemeClr val="tx1"/>
                </a:gs>
                <a:gs pos="88000">
                  <a:schemeClr val="tx1">
                    <a:lumMod val="95000"/>
                  </a:schemeClr>
                </a:gs>
              </a:gsLst>
              <a:path path="circle">
                <a:fillToRect l="50000" t="50000" r="50000" b="50000"/>
              </a:path>
              <a:tileRect/>
            </a:gradFill>
            <a:ln>
              <a:noFill/>
            </a:ln>
            <a:effectLst>
              <a:outerShdw blurRad="101600" dist="254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sp>
        <p:nvSpPr>
          <p:cNvPr id="41" name="文本框 40">
            <a:extLst>
              <a:ext uri="{FF2B5EF4-FFF2-40B4-BE49-F238E27FC236}">
                <a16:creationId xmlns:a16="http://schemas.microsoft.com/office/drawing/2014/main" id="{5C32A078-1C32-2E43-A243-29498C6187D2}"/>
              </a:ext>
            </a:extLst>
          </p:cNvPr>
          <p:cNvSpPr txBox="1"/>
          <p:nvPr/>
        </p:nvSpPr>
        <p:spPr>
          <a:xfrm>
            <a:off x="5781548" y="5119513"/>
            <a:ext cx="706305" cy="169021"/>
          </a:xfrm>
          <a:prstGeom prst="rect">
            <a:avLst/>
          </a:prstGeom>
          <a:noFill/>
        </p:spPr>
        <p:txBody>
          <a:bodyPr wrap="square" lIns="0" tIns="0" rIns="0" bIns="0">
            <a:spAutoFit/>
          </a:bodyPr>
          <a:lstStyle/>
          <a:p>
            <a:pPr algn="ctr">
              <a:lnSpc>
                <a:spcPct val="120000"/>
              </a:lnSpc>
            </a:pPr>
            <a:r>
              <a:rPr lang="zh-CN" altLang="en-US" sz="1000" b="1" dirty="0">
                <a:solidFill>
                  <a:schemeClr val="bg1"/>
                </a:solidFill>
                <a:latin typeface="+mj-ea"/>
                <a:ea typeface="+mj-ea"/>
              </a:rPr>
              <a:t>机构受让</a:t>
            </a:r>
            <a:endParaRPr lang="en-US" altLang="zh-CN" sz="1000" b="1" dirty="0">
              <a:solidFill>
                <a:schemeClr val="bg1"/>
              </a:solidFill>
              <a:latin typeface="+mj-ea"/>
              <a:ea typeface="+mj-ea"/>
            </a:endParaRPr>
          </a:p>
        </p:txBody>
      </p:sp>
      <p:grpSp>
        <p:nvGrpSpPr>
          <p:cNvPr id="42" name="组合 41">
            <a:extLst>
              <a:ext uri="{FF2B5EF4-FFF2-40B4-BE49-F238E27FC236}">
                <a16:creationId xmlns:a16="http://schemas.microsoft.com/office/drawing/2014/main" id="{5C152052-D28B-CEA0-4087-513C135B1C97}"/>
              </a:ext>
            </a:extLst>
          </p:cNvPr>
          <p:cNvGrpSpPr/>
          <p:nvPr/>
        </p:nvGrpSpPr>
        <p:grpSpPr>
          <a:xfrm>
            <a:off x="7103463" y="4676176"/>
            <a:ext cx="730504" cy="730500"/>
            <a:chOff x="4391220" y="1196514"/>
            <a:chExt cx="674292" cy="674288"/>
          </a:xfrm>
        </p:grpSpPr>
        <p:sp>
          <p:nvSpPr>
            <p:cNvPr id="43" name="椭圆 42">
              <a:extLst>
                <a:ext uri="{FF2B5EF4-FFF2-40B4-BE49-F238E27FC236}">
                  <a16:creationId xmlns:a16="http://schemas.microsoft.com/office/drawing/2014/main" id="{D064CA7C-2056-D160-0522-156DD184C0EA}"/>
                </a:ext>
              </a:extLst>
            </p:cNvPr>
            <p:cNvSpPr/>
            <p:nvPr/>
          </p:nvSpPr>
          <p:spPr>
            <a:xfrm>
              <a:off x="4391220" y="1196514"/>
              <a:ext cx="674292" cy="674288"/>
            </a:xfrm>
            <a:prstGeom prst="ellipse">
              <a:avLst/>
            </a:prstGeom>
            <a:gradFill flip="none" rotWithShape="1">
              <a:gsLst>
                <a:gs pos="0">
                  <a:schemeClr val="tx1"/>
                </a:gs>
                <a:gs pos="88000">
                  <a:schemeClr val="tx1">
                    <a:lumMod val="95000"/>
                  </a:schemeClr>
                </a:gs>
              </a:gsLst>
              <a:path path="circle">
                <a:fillToRect l="50000" t="50000" r="50000" b="50000"/>
              </a:path>
              <a:tileRect/>
            </a:gradFill>
            <a:ln>
              <a:noFill/>
            </a:ln>
            <a:effectLst>
              <a:outerShdw blurRad="101600" dist="254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44" name="椭圆 43">
              <a:extLst>
                <a:ext uri="{FF2B5EF4-FFF2-40B4-BE49-F238E27FC236}">
                  <a16:creationId xmlns:a16="http://schemas.microsoft.com/office/drawing/2014/main" id="{B4787BB3-3F50-1B08-C131-5B27A5BC3B3F}"/>
                </a:ext>
              </a:extLst>
            </p:cNvPr>
            <p:cNvSpPr/>
            <p:nvPr/>
          </p:nvSpPr>
          <p:spPr>
            <a:xfrm>
              <a:off x="4391220" y="1196514"/>
              <a:ext cx="674292" cy="674288"/>
            </a:xfrm>
            <a:prstGeom prst="ellipse">
              <a:avLst/>
            </a:prstGeom>
            <a:gradFill flip="none" rotWithShape="1">
              <a:gsLst>
                <a:gs pos="0">
                  <a:schemeClr val="tx1"/>
                </a:gs>
                <a:gs pos="88000">
                  <a:schemeClr val="tx1">
                    <a:lumMod val="95000"/>
                  </a:schemeClr>
                </a:gs>
              </a:gsLst>
              <a:path path="circle">
                <a:fillToRect l="50000" t="50000" r="50000" b="50000"/>
              </a:path>
              <a:tileRect/>
            </a:gradFill>
            <a:ln>
              <a:noFill/>
            </a:ln>
            <a:effectLst>
              <a:outerShdw blurRad="101600" dist="254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sp>
        <p:nvSpPr>
          <p:cNvPr id="45" name="文本框 44">
            <a:extLst>
              <a:ext uri="{FF2B5EF4-FFF2-40B4-BE49-F238E27FC236}">
                <a16:creationId xmlns:a16="http://schemas.microsoft.com/office/drawing/2014/main" id="{D257AFF3-FB97-40EC-1279-764FF27C4A7A}"/>
              </a:ext>
            </a:extLst>
          </p:cNvPr>
          <p:cNvSpPr txBox="1"/>
          <p:nvPr/>
        </p:nvSpPr>
        <p:spPr>
          <a:xfrm>
            <a:off x="7119281" y="5119513"/>
            <a:ext cx="706305" cy="169021"/>
          </a:xfrm>
          <a:prstGeom prst="rect">
            <a:avLst/>
          </a:prstGeom>
          <a:noFill/>
        </p:spPr>
        <p:txBody>
          <a:bodyPr wrap="square" lIns="0" tIns="0" rIns="0" bIns="0">
            <a:spAutoFit/>
          </a:bodyPr>
          <a:lstStyle/>
          <a:p>
            <a:pPr algn="ctr">
              <a:lnSpc>
                <a:spcPct val="120000"/>
              </a:lnSpc>
            </a:pPr>
            <a:r>
              <a:rPr lang="zh-CN" altLang="en-US" sz="1000" b="1" dirty="0">
                <a:solidFill>
                  <a:schemeClr val="bg1"/>
                </a:solidFill>
                <a:latin typeface="+mj-ea"/>
                <a:ea typeface="+mj-ea"/>
              </a:rPr>
              <a:t>应收管理</a:t>
            </a:r>
            <a:endParaRPr lang="en-US" altLang="zh-CN" sz="1000" b="1" dirty="0">
              <a:solidFill>
                <a:schemeClr val="bg1"/>
              </a:solidFill>
              <a:latin typeface="+mj-ea"/>
              <a:ea typeface="+mj-ea"/>
            </a:endParaRPr>
          </a:p>
        </p:txBody>
      </p:sp>
      <p:grpSp>
        <p:nvGrpSpPr>
          <p:cNvPr id="46" name="组合 45">
            <a:extLst>
              <a:ext uri="{FF2B5EF4-FFF2-40B4-BE49-F238E27FC236}">
                <a16:creationId xmlns:a16="http://schemas.microsoft.com/office/drawing/2014/main" id="{22C79625-1A5A-1A0F-B127-9906DD690722}"/>
              </a:ext>
            </a:extLst>
          </p:cNvPr>
          <p:cNvGrpSpPr/>
          <p:nvPr/>
        </p:nvGrpSpPr>
        <p:grpSpPr>
          <a:xfrm>
            <a:off x="8446400" y="4676176"/>
            <a:ext cx="730504" cy="730500"/>
            <a:chOff x="4391220" y="1196514"/>
            <a:chExt cx="674292" cy="674288"/>
          </a:xfrm>
        </p:grpSpPr>
        <p:sp>
          <p:nvSpPr>
            <p:cNvPr id="47" name="椭圆 46">
              <a:extLst>
                <a:ext uri="{FF2B5EF4-FFF2-40B4-BE49-F238E27FC236}">
                  <a16:creationId xmlns:a16="http://schemas.microsoft.com/office/drawing/2014/main" id="{EEB683B3-9EC8-E6F2-1281-EB154F89A908}"/>
                </a:ext>
              </a:extLst>
            </p:cNvPr>
            <p:cNvSpPr/>
            <p:nvPr/>
          </p:nvSpPr>
          <p:spPr>
            <a:xfrm>
              <a:off x="4391220" y="1196514"/>
              <a:ext cx="674292" cy="674288"/>
            </a:xfrm>
            <a:prstGeom prst="ellipse">
              <a:avLst/>
            </a:prstGeom>
            <a:gradFill flip="none" rotWithShape="1">
              <a:gsLst>
                <a:gs pos="0">
                  <a:schemeClr val="tx1"/>
                </a:gs>
                <a:gs pos="88000">
                  <a:schemeClr val="tx1">
                    <a:lumMod val="95000"/>
                  </a:schemeClr>
                </a:gs>
              </a:gsLst>
              <a:path path="circle">
                <a:fillToRect l="50000" t="50000" r="50000" b="50000"/>
              </a:path>
              <a:tileRect/>
            </a:gradFill>
            <a:ln>
              <a:noFill/>
            </a:ln>
            <a:effectLst>
              <a:outerShdw blurRad="101600" dist="254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48" name="椭圆 47">
              <a:extLst>
                <a:ext uri="{FF2B5EF4-FFF2-40B4-BE49-F238E27FC236}">
                  <a16:creationId xmlns:a16="http://schemas.microsoft.com/office/drawing/2014/main" id="{B66D19BF-56EB-06FD-7628-4154060097B6}"/>
                </a:ext>
              </a:extLst>
            </p:cNvPr>
            <p:cNvSpPr/>
            <p:nvPr/>
          </p:nvSpPr>
          <p:spPr>
            <a:xfrm>
              <a:off x="4391220" y="1196514"/>
              <a:ext cx="674292" cy="674288"/>
            </a:xfrm>
            <a:prstGeom prst="ellipse">
              <a:avLst/>
            </a:prstGeom>
            <a:gradFill flip="none" rotWithShape="1">
              <a:gsLst>
                <a:gs pos="0">
                  <a:schemeClr val="tx1"/>
                </a:gs>
                <a:gs pos="88000">
                  <a:schemeClr val="tx1">
                    <a:lumMod val="95000"/>
                  </a:schemeClr>
                </a:gs>
              </a:gsLst>
              <a:path path="circle">
                <a:fillToRect l="50000" t="50000" r="50000" b="50000"/>
              </a:path>
              <a:tileRect/>
            </a:gradFill>
            <a:ln>
              <a:noFill/>
            </a:ln>
            <a:effectLst>
              <a:outerShdw blurRad="101600" dist="254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sp>
        <p:nvSpPr>
          <p:cNvPr id="49" name="文本框 48">
            <a:extLst>
              <a:ext uri="{FF2B5EF4-FFF2-40B4-BE49-F238E27FC236}">
                <a16:creationId xmlns:a16="http://schemas.microsoft.com/office/drawing/2014/main" id="{EB10334F-D3A3-A0CE-2DFF-B1E229DEAB5A}"/>
              </a:ext>
            </a:extLst>
          </p:cNvPr>
          <p:cNvSpPr txBox="1"/>
          <p:nvPr/>
        </p:nvSpPr>
        <p:spPr>
          <a:xfrm>
            <a:off x="8467598" y="5119513"/>
            <a:ext cx="706305" cy="169021"/>
          </a:xfrm>
          <a:prstGeom prst="rect">
            <a:avLst/>
          </a:prstGeom>
          <a:noFill/>
        </p:spPr>
        <p:txBody>
          <a:bodyPr wrap="square" lIns="0" tIns="0" rIns="0" bIns="0">
            <a:spAutoFit/>
          </a:bodyPr>
          <a:lstStyle/>
          <a:p>
            <a:pPr algn="ctr">
              <a:lnSpc>
                <a:spcPct val="120000"/>
              </a:lnSpc>
            </a:pPr>
            <a:r>
              <a:rPr lang="zh-CN" altLang="en-US" sz="1000" b="1" dirty="0">
                <a:solidFill>
                  <a:schemeClr val="bg1"/>
                </a:solidFill>
                <a:latin typeface="+mj-ea"/>
                <a:ea typeface="+mj-ea"/>
              </a:rPr>
              <a:t>结算清分</a:t>
            </a:r>
            <a:endParaRPr lang="en-US" altLang="zh-CN" sz="1000" b="1" dirty="0">
              <a:solidFill>
                <a:schemeClr val="bg1"/>
              </a:solidFill>
              <a:latin typeface="+mj-ea"/>
              <a:ea typeface="+mj-ea"/>
            </a:endParaRPr>
          </a:p>
        </p:txBody>
      </p:sp>
      <p:grpSp>
        <p:nvGrpSpPr>
          <p:cNvPr id="50" name="组合 49">
            <a:extLst>
              <a:ext uri="{FF2B5EF4-FFF2-40B4-BE49-F238E27FC236}">
                <a16:creationId xmlns:a16="http://schemas.microsoft.com/office/drawing/2014/main" id="{3167B454-007C-87E8-42E5-29BE1D51E931}"/>
              </a:ext>
            </a:extLst>
          </p:cNvPr>
          <p:cNvGrpSpPr/>
          <p:nvPr/>
        </p:nvGrpSpPr>
        <p:grpSpPr>
          <a:xfrm>
            <a:off x="9789335" y="4676176"/>
            <a:ext cx="730504" cy="730500"/>
            <a:chOff x="4391220" y="1196514"/>
            <a:chExt cx="674292" cy="674288"/>
          </a:xfrm>
        </p:grpSpPr>
        <p:sp>
          <p:nvSpPr>
            <p:cNvPr id="51" name="椭圆 50">
              <a:extLst>
                <a:ext uri="{FF2B5EF4-FFF2-40B4-BE49-F238E27FC236}">
                  <a16:creationId xmlns:a16="http://schemas.microsoft.com/office/drawing/2014/main" id="{E8187DC9-DD12-2B57-C6B9-8D75F4B2A7F9}"/>
                </a:ext>
              </a:extLst>
            </p:cNvPr>
            <p:cNvSpPr/>
            <p:nvPr/>
          </p:nvSpPr>
          <p:spPr>
            <a:xfrm>
              <a:off x="4391220" y="1196514"/>
              <a:ext cx="674292" cy="674288"/>
            </a:xfrm>
            <a:prstGeom prst="ellipse">
              <a:avLst/>
            </a:prstGeom>
            <a:gradFill flip="none" rotWithShape="1">
              <a:gsLst>
                <a:gs pos="0">
                  <a:schemeClr val="tx1"/>
                </a:gs>
                <a:gs pos="88000">
                  <a:schemeClr val="tx1">
                    <a:lumMod val="95000"/>
                  </a:schemeClr>
                </a:gs>
              </a:gsLst>
              <a:path path="circle">
                <a:fillToRect l="50000" t="50000" r="50000" b="50000"/>
              </a:path>
              <a:tileRect/>
            </a:gradFill>
            <a:ln>
              <a:noFill/>
            </a:ln>
            <a:effectLst>
              <a:outerShdw blurRad="101600" dist="254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52" name="椭圆 51">
              <a:extLst>
                <a:ext uri="{FF2B5EF4-FFF2-40B4-BE49-F238E27FC236}">
                  <a16:creationId xmlns:a16="http://schemas.microsoft.com/office/drawing/2014/main" id="{CB85A420-78B3-C652-7368-5F7600DD86E3}"/>
                </a:ext>
              </a:extLst>
            </p:cNvPr>
            <p:cNvSpPr/>
            <p:nvPr/>
          </p:nvSpPr>
          <p:spPr>
            <a:xfrm>
              <a:off x="4391220" y="1196514"/>
              <a:ext cx="674292" cy="674288"/>
            </a:xfrm>
            <a:prstGeom prst="ellipse">
              <a:avLst/>
            </a:prstGeom>
            <a:gradFill flip="none" rotWithShape="1">
              <a:gsLst>
                <a:gs pos="0">
                  <a:schemeClr val="tx1"/>
                </a:gs>
                <a:gs pos="88000">
                  <a:schemeClr val="tx1">
                    <a:lumMod val="95000"/>
                  </a:schemeClr>
                </a:gs>
              </a:gsLst>
              <a:path path="circle">
                <a:fillToRect l="50000" t="50000" r="50000" b="50000"/>
              </a:path>
              <a:tileRect/>
            </a:gradFill>
            <a:ln>
              <a:noFill/>
            </a:ln>
            <a:effectLst>
              <a:outerShdw blurRad="101600" dist="25400" dir="5400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sp>
        <p:nvSpPr>
          <p:cNvPr id="53" name="文本框 52">
            <a:extLst>
              <a:ext uri="{FF2B5EF4-FFF2-40B4-BE49-F238E27FC236}">
                <a16:creationId xmlns:a16="http://schemas.microsoft.com/office/drawing/2014/main" id="{25881592-3872-94FD-3B58-3B2DD820F66B}"/>
              </a:ext>
            </a:extLst>
          </p:cNvPr>
          <p:cNvSpPr txBox="1"/>
          <p:nvPr/>
        </p:nvSpPr>
        <p:spPr>
          <a:xfrm>
            <a:off x="9811681" y="5119513"/>
            <a:ext cx="706305" cy="169021"/>
          </a:xfrm>
          <a:prstGeom prst="rect">
            <a:avLst/>
          </a:prstGeom>
          <a:noFill/>
        </p:spPr>
        <p:txBody>
          <a:bodyPr wrap="square" lIns="0" tIns="0" rIns="0" bIns="0">
            <a:spAutoFit/>
          </a:bodyPr>
          <a:lstStyle/>
          <a:p>
            <a:pPr algn="ctr">
              <a:lnSpc>
                <a:spcPct val="120000"/>
              </a:lnSpc>
            </a:pPr>
            <a:r>
              <a:rPr lang="zh-CN" altLang="en-US" sz="1000" b="1" dirty="0">
                <a:solidFill>
                  <a:schemeClr val="bg1"/>
                </a:solidFill>
                <a:latin typeface="+mj-ea"/>
                <a:ea typeface="+mj-ea"/>
              </a:rPr>
              <a:t>预警管理</a:t>
            </a:r>
            <a:endParaRPr lang="en-US" altLang="zh-CN" sz="1000" b="1" dirty="0">
              <a:solidFill>
                <a:schemeClr val="bg1"/>
              </a:solidFill>
              <a:latin typeface="+mj-ea"/>
              <a:ea typeface="+mj-ea"/>
            </a:endParaRPr>
          </a:p>
        </p:txBody>
      </p:sp>
      <p:grpSp>
        <p:nvGrpSpPr>
          <p:cNvPr id="2049" name="组合 2048">
            <a:extLst>
              <a:ext uri="{FF2B5EF4-FFF2-40B4-BE49-F238E27FC236}">
                <a16:creationId xmlns:a16="http://schemas.microsoft.com/office/drawing/2014/main" id="{9A952F7D-217C-6930-CF0A-4388E2D74EC8}"/>
              </a:ext>
            </a:extLst>
          </p:cNvPr>
          <p:cNvGrpSpPr/>
          <p:nvPr/>
        </p:nvGrpSpPr>
        <p:grpSpPr>
          <a:xfrm>
            <a:off x="1959108" y="4771394"/>
            <a:ext cx="275719" cy="264159"/>
            <a:chOff x="1957896" y="4771394"/>
            <a:chExt cx="275719" cy="264159"/>
          </a:xfrm>
        </p:grpSpPr>
        <p:sp>
          <p:nvSpPr>
            <p:cNvPr id="28" name="椭圆 27">
              <a:extLst>
                <a:ext uri="{FF2B5EF4-FFF2-40B4-BE49-F238E27FC236}">
                  <a16:creationId xmlns:a16="http://schemas.microsoft.com/office/drawing/2014/main" id="{E62A78BB-87FF-DE96-B5F3-B9E3F082222D}"/>
                </a:ext>
              </a:extLst>
            </p:cNvPr>
            <p:cNvSpPr/>
            <p:nvPr/>
          </p:nvSpPr>
          <p:spPr>
            <a:xfrm>
              <a:off x="1957896" y="4771394"/>
              <a:ext cx="154621" cy="15462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63" name="椭圆 62">
              <a:extLst>
                <a:ext uri="{FF2B5EF4-FFF2-40B4-BE49-F238E27FC236}">
                  <a16:creationId xmlns:a16="http://schemas.microsoft.com/office/drawing/2014/main" id="{21D99BF4-8D6F-6D7A-8A06-40204048536E}"/>
                </a:ext>
              </a:extLst>
            </p:cNvPr>
            <p:cNvSpPr/>
            <p:nvPr/>
          </p:nvSpPr>
          <p:spPr>
            <a:xfrm>
              <a:off x="2012950" y="4814889"/>
              <a:ext cx="220665" cy="220664"/>
            </a:xfrm>
            <a:prstGeom prst="ellipse">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048" name="椭圆 2047">
              <a:extLst>
                <a:ext uri="{FF2B5EF4-FFF2-40B4-BE49-F238E27FC236}">
                  <a16:creationId xmlns:a16="http://schemas.microsoft.com/office/drawing/2014/main" id="{DDDDBE89-46C7-039D-1BFD-EA24D3C03092}"/>
                </a:ext>
              </a:extLst>
            </p:cNvPr>
            <p:cNvSpPr/>
            <p:nvPr/>
          </p:nvSpPr>
          <p:spPr>
            <a:xfrm>
              <a:off x="2012950" y="4814889"/>
              <a:ext cx="220665" cy="220664"/>
            </a:xfrm>
            <a:prstGeom prst="ellipse">
              <a:avLst/>
            </a:prstGeom>
            <a:gradFill>
              <a:gsLst>
                <a:gs pos="13000">
                  <a:schemeClr val="accent1">
                    <a:alpha val="39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sp>
        <p:nvSpPr>
          <p:cNvPr id="62" name="图形 60">
            <a:extLst>
              <a:ext uri="{FF2B5EF4-FFF2-40B4-BE49-F238E27FC236}">
                <a16:creationId xmlns:a16="http://schemas.microsoft.com/office/drawing/2014/main" id="{840B969C-95E7-96C4-1235-1A73D3150231}"/>
              </a:ext>
            </a:extLst>
          </p:cNvPr>
          <p:cNvSpPr/>
          <p:nvPr/>
        </p:nvSpPr>
        <p:spPr>
          <a:xfrm>
            <a:off x="2075091" y="4866487"/>
            <a:ext cx="96382" cy="117469"/>
          </a:xfrm>
          <a:custGeom>
            <a:avLst/>
            <a:gdLst>
              <a:gd name="connsiteX0" fmla="*/ 580287 w 594820"/>
              <a:gd name="connsiteY0" fmla="*/ 101829 h 724959"/>
              <a:gd name="connsiteX1" fmla="*/ 545953 w 594820"/>
              <a:gd name="connsiteY1" fmla="*/ 89735 h 724959"/>
              <a:gd name="connsiteX2" fmla="*/ 526467 w 594820"/>
              <a:gd name="connsiteY2" fmla="*/ 90210 h 724959"/>
              <a:gd name="connsiteX3" fmla="*/ 435048 w 594820"/>
              <a:gd name="connsiteY3" fmla="*/ 80334 h 724959"/>
              <a:gd name="connsiteX4" fmla="*/ 321809 w 594820"/>
              <a:gd name="connsiteY4" fmla="*/ 7652 h 724959"/>
              <a:gd name="connsiteX5" fmla="*/ 296391 w 594820"/>
              <a:gd name="connsiteY5" fmla="*/ 0 h 724959"/>
              <a:gd name="connsiteX6" fmla="*/ 271006 w 594820"/>
              <a:gd name="connsiteY6" fmla="*/ 7630 h 724959"/>
              <a:gd name="connsiteX7" fmla="*/ 160444 w 594820"/>
              <a:gd name="connsiteY7" fmla="*/ 80334 h 724959"/>
              <a:gd name="connsiteX8" fmla="*/ 68342 w 594820"/>
              <a:gd name="connsiteY8" fmla="*/ 90214 h 724959"/>
              <a:gd name="connsiteX9" fmla="*/ 48787 w 594820"/>
              <a:gd name="connsiteY9" fmla="*/ 89721 h 724959"/>
              <a:gd name="connsiteX10" fmla="*/ 45781 w 594820"/>
              <a:gd name="connsiteY10" fmla="*/ 89611 h 724959"/>
              <a:gd name="connsiteX11" fmla="*/ 14501 w 594820"/>
              <a:gd name="connsiteY11" fmla="*/ 101865 h 724959"/>
              <a:gd name="connsiteX12" fmla="*/ 0 w 594820"/>
              <a:gd name="connsiteY12" fmla="*/ 135001 h 724959"/>
              <a:gd name="connsiteX13" fmla="*/ 0 w 594820"/>
              <a:gd name="connsiteY13" fmla="*/ 248503 h 724959"/>
              <a:gd name="connsiteX14" fmla="*/ 288308 w 594820"/>
              <a:gd name="connsiteY14" fmla="*/ 724255 h 724959"/>
              <a:gd name="connsiteX15" fmla="*/ 296391 w 594820"/>
              <a:gd name="connsiteY15" fmla="*/ 724960 h 724959"/>
              <a:gd name="connsiteX16" fmla="*/ 304474 w 594820"/>
              <a:gd name="connsiteY16" fmla="*/ 724255 h 724959"/>
              <a:gd name="connsiteX17" fmla="*/ 594820 w 594820"/>
              <a:gd name="connsiteY17" fmla="*/ 248503 h 724959"/>
              <a:gd name="connsiteX18" fmla="*/ 594820 w 594820"/>
              <a:gd name="connsiteY18" fmla="*/ 135001 h 724959"/>
              <a:gd name="connsiteX19" fmla="*/ 580283 w 594820"/>
              <a:gd name="connsiteY19" fmla="*/ 101829 h 724959"/>
              <a:gd name="connsiteX20" fmla="*/ 549102 w 594820"/>
              <a:gd name="connsiteY20" fmla="*/ 248514 h 724959"/>
              <a:gd name="connsiteX21" fmla="*/ 296395 w 594820"/>
              <a:gd name="connsiteY21" fmla="*/ 679584 h 724959"/>
              <a:gd name="connsiteX22" fmla="*/ 45722 w 594820"/>
              <a:gd name="connsiteY22" fmla="*/ 248514 h 724959"/>
              <a:gd name="connsiteX23" fmla="*/ 45722 w 594820"/>
              <a:gd name="connsiteY23" fmla="*/ 135015 h 724959"/>
              <a:gd name="connsiteX24" fmla="*/ 68361 w 594820"/>
              <a:gd name="connsiteY24" fmla="*/ 135614 h 724959"/>
              <a:gd name="connsiteX25" fmla="*/ 171347 w 594820"/>
              <a:gd name="connsiteY25" fmla="*/ 124419 h 724959"/>
              <a:gd name="connsiteX26" fmla="*/ 296395 w 594820"/>
              <a:gd name="connsiteY26" fmla="*/ 45404 h 724959"/>
              <a:gd name="connsiteX27" fmla="*/ 424123 w 594820"/>
              <a:gd name="connsiteY27" fmla="*/ 124419 h 724959"/>
              <a:gd name="connsiteX28" fmla="*/ 526482 w 594820"/>
              <a:gd name="connsiteY28" fmla="*/ 135614 h 724959"/>
              <a:gd name="connsiteX29" fmla="*/ 549113 w 594820"/>
              <a:gd name="connsiteY29" fmla="*/ 135015 h 724959"/>
              <a:gd name="connsiteX30" fmla="*/ 549102 w 594820"/>
              <a:gd name="connsiteY30" fmla="*/ 248521 h 724959"/>
              <a:gd name="connsiteX31" fmla="*/ 438543 w 594820"/>
              <a:gd name="connsiteY31" fmla="*/ 224995 h 724959"/>
              <a:gd name="connsiteX32" fmla="*/ 261429 w 594820"/>
              <a:gd name="connsiteY32" fmla="*/ 400831 h 724959"/>
              <a:gd name="connsiteX33" fmla="*/ 173575 w 594820"/>
              <a:gd name="connsiteY33" fmla="*/ 313602 h 724959"/>
              <a:gd name="connsiteX34" fmla="*/ 134069 w 594820"/>
              <a:gd name="connsiteY34" fmla="*/ 313602 h 724959"/>
              <a:gd name="connsiteX35" fmla="*/ 133868 w 594820"/>
              <a:gd name="connsiteY35" fmla="*/ 352621 h 724959"/>
              <a:gd name="connsiteX36" fmla="*/ 134069 w 594820"/>
              <a:gd name="connsiteY36" fmla="*/ 352823 h 724959"/>
              <a:gd name="connsiteX37" fmla="*/ 236541 w 594820"/>
              <a:gd name="connsiteY37" fmla="*/ 454567 h 724959"/>
              <a:gd name="connsiteX38" fmla="*/ 261429 w 594820"/>
              <a:gd name="connsiteY38" fmla="*/ 468447 h 724959"/>
              <a:gd name="connsiteX39" fmla="*/ 286314 w 594820"/>
              <a:gd name="connsiteY39" fmla="*/ 454567 h 724959"/>
              <a:gd name="connsiteX40" fmla="*/ 478053 w 594820"/>
              <a:gd name="connsiteY40" fmla="*/ 264216 h 724959"/>
              <a:gd name="connsiteX41" fmla="*/ 478254 w 594820"/>
              <a:gd name="connsiteY41" fmla="*/ 225197 h 724959"/>
              <a:gd name="connsiteX42" fmla="*/ 478053 w 594820"/>
              <a:gd name="connsiteY42" fmla="*/ 224995 h 724959"/>
              <a:gd name="connsiteX43" fmla="*/ 438543 w 594820"/>
              <a:gd name="connsiteY43" fmla="*/ 224995 h 724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94820" h="724959">
                <a:moveTo>
                  <a:pt x="580287" y="101829"/>
                </a:moveTo>
                <a:cubicBezTo>
                  <a:pt x="571000" y="93235"/>
                  <a:pt x="558576" y="88859"/>
                  <a:pt x="545953" y="89735"/>
                </a:cubicBezTo>
                <a:cubicBezTo>
                  <a:pt x="545307" y="89783"/>
                  <a:pt x="537965" y="90210"/>
                  <a:pt x="526467" y="90210"/>
                </a:cubicBezTo>
                <a:cubicBezTo>
                  <a:pt x="507426" y="90210"/>
                  <a:pt x="470255" y="88932"/>
                  <a:pt x="435048" y="80334"/>
                </a:cubicBezTo>
                <a:cubicBezTo>
                  <a:pt x="389574" y="69244"/>
                  <a:pt x="337087" y="17810"/>
                  <a:pt x="321809" y="7652"/>
                </a:cubicBezTo>
                <a:cubicBezTo>
                  <a:pt x="314274" y="2655"/>
                  <a:pt x="305432" y="-7"/>
                  <a:pt x="296391" y="0"/>
                </a:cubicBezTo>
                <a:cubicBezTo>
                  <a:pt x="287552" y="0"/>
                  <a:pt x="278691" y="2553"/>
                  <a:pt x="271006" y="7630"/>
                </a:cubicBezTo>
                <a:cubicBezTo>
                  <a:pt x="269147" y="8872"/>
                  <a:pt x="214206" y="67232"/>
                  <a:pt x="160444" y="80334"/>
                </a:cubicBezTo>
                <a:cubicBezTo>
                  <a:pt x="125252" y="88932"/>
                  <a:pt x="87372" y="90214"/>
                  <a:pt x="68342" y="90214"/>
                </a:cubicBezTo>
                <a:cubicBezTo>
                  <a:pt x="56848" y="90214"/>
                  <a:pt x="49506" y="89768"/>
                  <a:pt x="48787" y="89721"/>
                </a:cubicBezTo>
                <a:cubicBezTo>
                  <a:pt x="47793" y="89662"/>
                  <a:pt x="46789" y="89611"/>
                  <a:pt x="45781" y="89611"/>
                </a:cubicBezTo>
                <a:cubicBezTo>
                  <a:pt x="34183" y="89612"/>
                  <a:pt x="23013" y="93988"/>
                  <a:pt x="14501" y="101865"/>
                </a:cubicBezTo>
                <a:cubicBezTo>
                  <a:pt x="5264" y="110409"/>
                  <a:pt x="9" y="122418"/>
                  <a:pt x="0" y="135001"/>
                </a:cubicBezTo>
                <a:lnTo>
                  <a:pt x="0" y="248503"/>
                </a:lnTo>
                <a:cubicBezTo>
                  <a:pt x="0" y="668112"/>
                  <a:pt x="276562" y="722162"/>
                  <a:pt x="288308" y="724255"/>
                </a:cubicBezTo>
                <a:cubicBezTo>
                  <a:pt x="290993" y="724733"/>
                  <a:pt x="293685" y="724960"/>
                  <a:pt x="296391" y="724960"/>
                </a:cubicBezTo>
                <a:cubicBezTo>
                  <a:pt x="299098" y="724960"/>
                  <a:pt x="301819" y="724733"/>
                  <a:pt x="304474" y="724255"/>
                </a:cubicBezTo>
                <a:cubicBezTo>
                  <a:pt x="316224" y="722147"/>
                  <a:pt x="594820" y="668115"/>
                  <a:pt x="594820" y="248503"/>
                </a:cubicBezTo>
                <a:lnTo>
                  <a:pt x="594820" y="135001"/>
                </a:lnTo>
                <a:cubicBezTo>
                  <a:pt x="594820" y="122414"/>
                  <a:pt x="589539" y="110416"/>
                  <a:pt x="580283" y="101829"/>
                </a:cubicBezTo>
                <a:close/>
                <a:moveTo>
                  <a:pt x="549102" y="248514"/>
                </a:moveTo>
                <a:cubicBezTo>
                  <a:pt x="549102" y="634987"/>
                  <a:pt x="296395" y="679584"/>
                  <a:pt x="296395" y="679584"/>
                </a:cubicBezTo>
                <a:cubicBezTo>
                  <a:pt x="296395" y="679584"/>
                  <a:pt x="45722" y="634987"/>
                  <a:pt x="45722" y="248514"/>
                </a:cubicBezTo>
                <a:lnTo>
                  <a:pt x="45722" y="135015"/>
                </a:lnTo>
                <a:cubicBezTo>
                  <a:pt x="45722" y="135015"/>
                  <a:pt x="54360" y="135614"/>
                  <a:pt x="68361" y="135614"/>
                </a:cubicBezTo>
                <a:cubicBezTo>
                  <a:pt x="92332" y="135614"/>
                  <a:pt x="132681" y="133869"/>
                  <a:pt x="171347" y="124419"/>
                </a:cubicBezTo>
                <a:cubicBezTo>
                  <a:pt x="234663" y="108995"/>
                  <a:pt x="296395" y="45404"/>
                  <a:pt x="296395" y="45404"/>
                </a:cubicBezTo>
                <a:cubicBezTo>
                  <a:pt x="296395" y="45404"/>
                  <a:pt x="360873" y="109006"/>
                  <a:pt x="424123" y="124419"/>
                </a:cubicBezTo>
                <a:cubicBezTo>
                  <a:pt x="462840" y="133869"/>
                  <a:pt x="502481" y="135614"/>
                  <a:pt x="526482" y="135614"/>
                </a:cubicBezTo>
                <a:cubicBezTo>
                  <a:pt x="540445" y="135614"/>
                  <a:pt x="549113" y="135015"/>
                  <a:pt x="549113" y="135015"/>
                </a:cubicBezTo>
                <a:lnTo>
                  <a:pt x="549102" y="248521"/>
                </a:lnTo>
                <a:close/>
                <a:moveTo>
                  <a:pt x="438543" y="224995"/>
                </a:moveTo>
                <a:lnTo>
                  <a:pt x="261429" y="400831"/>
                </a:lnTo>
                <a:lnTo>
                  <a:pt x="173575" y="313602"/>
                </a:lnTo>
                <a:cubicBezTo>
                  <a:pt x="162665" y="302776"/>
                  <a:pt x="144965" y="302776"/>
                  <a:pt x="134069" y="313602"/>
                </a:cubicBezTo>
                <a:cubicBezTo>
                  <a:pt x="123239" y="324321"/>
                  <a:pt x="123149" y="341790"/>
                  <a:pt x="133868" y="352621"/>
                </a:cubicBezTo>
                <a:cubicBezTo>
                  <a:pt x="133935" y="352688"/>
                  <a:pt x="134002" y="352756"/>
                  <a:pt x="134069" y="352823"/>
                </a:cubicBezTo>
                <a:lnTo>
                  <a:pt x="236541" y="454567"/>
                </a:lnTo>
                <a:cubicBezTo>
                  <a:pt x="241670" y="463402"/>
                  <a:pt x="251217" y="468727"/>
                  <a:pt x="261429" y="468447"/>
                </a:cubicBezTo>
                <a:cubicBezTo>
                  <a:pt x="271638" y="468720"/>
                  <a:pt x="281182" y="463397"/>
                  <a:pt x="286314" y="454567"/>
                </a:cubicBezTo>
                <a:lnTo>
                  <a:pt x="478053" y="264216"/>
                </a:lnTo>
                <a:cubicBezTo>
                  <a:pt x="488883" y="253497"/>
                  <a:pt x="488974" y="236027"/>
                  <a:pt x="478254" y="225197"/>
                </a:cubicBezTo>
                <a:cubicBezTo>
                  <a:pt x="478187" y="225129"/>
                  <a:pt x="478120" y="225062"/>
                  <a:pt x="478053" y="224995"/>
                </a:cubicBezTo>
                <a:cubicBezTo>
                  <a:pt x="467143" y="214147"/>
                  <a:pt x="449454" y="214147"/>
                  <a:pt x="438543" y="224995"/>
                </a:cubicBezTo>
                <a:close/>
              </a:path>
            </a:pathLst>
          </a:custGeom>
          <a:solidFill>
            <a:schemeClr val="tx1"/>
          </a:solidFill>
          <a:ln w="707" cap="flat">
            <a:noFill/>
            <a:prstDash val="solid"/>
            <a:miter/>
          </a:ln>
        </p:spPr>
        <p:txBody>
          <a:bodyPr rtlCol="0" anchor="ctr"/>
          <a:lstStyle/>
          <a:p>
            <a:endParaRPr lang="zh-CN" altLang="en-US"/>
          </a:p>
        </p:txBody>
      </p:sp>
      <p:sp>
        <p:nvSpPr>
          <p:cNvPr id="2052" name="椭圆 2051">
            <a:extLst>
              <a:ext uri="{FF2B5EF4-FFF2-40B4-BE49-F238E27FC236}">
                <a16:creationId xmlns:a16="http://schemas.microsoft.com/office/drawing/2014/main" id="{BBFAD40E-E7F1-4BB9-3390-8150B7317F93}"/>
              </a:ext>
            </a:extLst>
          </p:cNvPr>
          <p:cNvSpPr/>
          <p:nvPr/>
        </p:nvSpPr>
        <p:spPr>
          <a:xfrm>
            <a:off x="3302045" y="4771394"/>
            <a:ext cx="154621" cy="15462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nvGrpSpPr>
          <p:cNvPr id="2080" name="组合 2079">
            <a:extLst>
              <a:ext uri="{FF2B5EF4-FFF2-40B4-BE49-F238E27FC236}">
                <a16:creationId xmlns:a16="http://schemas.microsoft.com/office/drawing/2014/main" id="{0BFE8DB3-20E6-0124-2A40-8F6690C36A4B}"/>
              </a:ext>
            </a:extLst>
          </p:cNvPr>
          <p:cNvGrpSpPr/>
          <p:nvPr/>
        </p:nvGrpSpPr>
        <p:grpSpPr>
          <a:xfrm>
            <a:off x="3357099" y="4814889"/>
            <a:ext cx="220665" cy="220664"/>
            <a:chOff x="3357099" y="4814889"/>
            <a:chExt cx="220665" cy="220664"/>
          </a:xfrm>
        </p:grpSpPr>
        <p:sp>
          <p:nvSpPr>
            <p:cNvPr id="2053" name="椭圆 2052">
              <a:extLst>
                <a:ext uri="{FF2B5EF4-FFF2-40B4-BE49-F238E27FC236}">
                  <a16:creationId xmlns:a16="http://schemas.microsoft.com/office/drawing/2014/main" id="{E1D7F7F6-D345-72E2-9E04-09FCCE9F23F2}"/>
                </a:ext>
              </a:extLst>
            </p:cNvPr>
            <p:cNvSpPr/>
            <p:nvPr/>
          </p:nvSpPr>
          <p:spPr>
            <a:xfrm>
              <a:off x="3357099" y="4814889"/>
              <a:ext cx="220665" cy="220664"/>
            </a:xfrm>
            <a:prstGeom prst="ellipse">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054" name="椭圆 2053">
              <a:extLst>
                <a:ext uri="{FF2B5EF4-FFF2-40B4-BE49-F238E27FC236}">
                  <a16:creationId xmlns:a16="http://schemas.microsoft.com/office/drawing/2014/main" id="{A8D255C3-1D28-386F-BFA6-F264F32DF37D}"/>
                </a:ext>
              </a:extLst>
            </p:cNvPr>
            <p:cNvSpPr/>
            <p:nvPr/>
          </p:nvSpPr>
          <p:spPr>
            <a:xfrm>
              <a:off x="3357099" y="4814889"/>
              <a:ext cx="220665" cy="220664"/>
            </a:xfrm>
            <a:prstGeom prst="ellipse">
              <a:avLst/>
            </a:prstGeom>
            <a:gradFill>
              <a:gsLst>
                <a:gs pos="13000">
                  <a:schemeClr val="accent1">
                    <a:alpha val="39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2055" name="组合 2054">
            <a:extLst>
              <a:ext uri="{FF2B5EF4-FFF2-40B4-BE49-F238E27FC236}">
                <a16:creationId xmlns:a16="http://schemas.microsoft.com/office/drawing/2014/main" id="{98D8C56B-F3E2-88C2-3FDB-0830204357F1}"/>
              </a:ext>
            </a:extLst>
          </p:cNvPr>
          <p:cNvGrpSpPr/>
          <p:nvPr/>
        </p:nvGrpSpPr>
        <p:grpSpPr>
          <a:xfrm>
            <a:off x="4644982" y="4771394"/>
            <a:ext cx="275719" cy="264159"/>
            <a:chOff x="1957896" y="4771394"/>
            <a:chExt cx="275719" cy="264159"/>
          </a:xfrm>
        </p:grpSpPr>
        <p:sp>
          <p:nvSpPr>
            <p:cNvPr id="2056" name="椭圆 2055">
              <a:extLst>
                <a:ext uri="{FF2B5EF4-FFF2-40B4-BE49-F238E27FC236}">
                  <a16:creationId xmlns:a16="http://schemas.microsoft.com/office/drawing/2014/main" id="{E154E5CE-3C72-7471-28DC-FC6B38A9CEBC}"/>
                </a:ext>
              </a:extLst>
            </p:cNvPr>
            <p:cNvSpPr/>
            <p:nvPr/>
          </p:nvSpPr>
          <p:spPr>
            <a:xfrm>
              <a:off x="1957896" y="4771394"/>
              <a:ext cx="154621" cy="15462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057" name="椭圆 2056">
              <a:extLst>
                <a:ext uri="{FF2B5EF4-FFF2-40B4-BE49-F238E27FC236}">
                  <a16:creationId xmlns:a16="http://schemas.microsoft.com/office/drawing/2014/main" id="{0B068C93-4887-B042-B191-C6508FB6E230}"/>
                </a:ext>
              </a:extLst>
            </p:cNvPr>
            <p:cNvSpPr/>
            <p:nvPr/>
          </p:nvSpPr>
          <p:spPr>
            <a:xfrm>
              <a:off x="2012950" y="4814889"/>
              <a:ext cx="220665" cy="220664"/>
            </a:xfrm>
            <a:prstGeom prst="ellipse">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058" name="椭圆 2057">
              <a:extLst>
                <a:ext uri="{FF2B5EF4-FFF2-40B4-BE49-F238E27FC236}">
                  <a16:creationId xmlns:a16="http://schemas.microsoft.com/office/drawing/2014/main" id="{3E71C573-147C-5423-B79B-8B48884D60F8}"/>
                </a:ext>
              </a:extLst>
            </p:cNvPr>
            <p:cNvSpPr/>
            <p:nvPr/>
          </p:nvSpPr>
          <p:spPr>
            <a:xfrm>
              <a:off x="2012950" y="4814889"/>
              <a:ext cx="220665" cy="220664"/>
            </a:xfrm>
            <a:prstGeom prst="ellipse">
              <a:avLst/>
            </a:prstGeom>
            <a:gradFill>
              <a:gsLst>
                <a:gs pos="13000">
                  <a:schemeClr val="accent1">
                    <a:alpha val="39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2059" name="组合 2058">
            <a:extLst>
              <a:ext uri="{FF2B5EF4-FFF2-40B4-BE49-F238E27FC236}">
                <a16:creationId xmlns:a16="http://schemas.microsoft.com/office/drawing/2014/main" id="{462766E8-D92E-5A1C-3C75-181F73FF57EE}"/>
              </a:ext>
            </a:extLst>
          </p:cNvPr>
          <p:cNvGrpSpPr/>
          <p:nvPr/>
        </p:nvGrpSpPr>
        <p:grpSpPr>
          <a:xfrm>
            <a:off x="5987919" y="4771394"/>
            <a:ext cx="275719" cy="264159"/>
            <a:chOff x="1957896" y="4771394"/>
            <a:chExt cx="275719" cy="264159"/>
          </a:xfrm>
        </p:grpSpPr>
        <p:sp>
          <p:nvSpPr>
            <p:cNvPr id="2060" name="椭圆 2059">
              <a:extLst>
                <a:ext uri="{FF2B5EF4-FFF2-40B4-BE49-F238E27FC236}">
                  <a16:creationId xmlns:a16="http://schemas.microsoft.com/office/drawing/2014/main" id="{63301F51-9785-BDDD-9C32-D6C99724F9FA}"/>
                </a:ext>
              </a:extLst>
            </p:cNvPr>
            <p:cNvSpPr/>
            <p:nvPr/>
          </p:nvSpPr>
          <p:spPr>
            <a:xfrm>
              <a:off x="1957896" y="4771394"/>
              <a:ext cx="154621" cy="15462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061" name="椭圆 2060">
              <a:extLst>
                <a:ext uri="{FF2B5EF4-FFF2-40B4-BE49-F238E27FC236}">
                  <a16:creationId xmlns:a16="http://schemas.microsoft.com/office/drawing/2014/main" id="{EFD6D441-2808-9072-71FE-2A5353694CE9}"/>
                </a:ext>
              </a:extLst>
            </p:cNvPr>
            <p:cNvSpPr/>
            <p:nvPr/>
          </p:nvSpPr>
          <p:spPr>
            <a:xfrm>
              <a:off x="2012950" y="4814889"/>
              <a:ext cx="220665" cy="220664"/>
            </a:xfrm>
            <a:prstGeom prst="ellipse">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062" name="椭圆 2061">
              <a:extLst>
                <a:ext uri="{FF2B5EF4-FFF2-40B4-BE49-F238E27FC236}">
                  <a16:creationId xmlns:a16="http://schemas.microsoft.com/office/drawing/2014/main" id="{F9E608DB-865C-DA35-331C-ACB55AB3A380}"/>
                </a:ext>
              </a:extLst>
            </p:cNvPr>
            <p:cNvSpPr/>
            <p:nvPr/>
          </p:nvSpPr>
          <p:spPr>
            <a:xfrm>
              <a:off x="2012950" y="4814889"/>
              <a:ext cx="220665" cy="220664"/>
            </a:xfrm>
            <a:prstGeom prst="ellipse">
              <a:avLst/>
            </a:prstGeom>
            <a:gradFill>
              <a:gsLst>
                <a:gs pos="13000">
                  <a:schemeClr val="accent1">
                    <a:alpha val="39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2063" name="组合 2062">
            <a:extLst>
              <a:ext uri="{FF2B5EF4-FFF2-40B4-BE49-F238E27FC236}">
                <a16:creationId xmlns:a16="http://schemas.microsoft.com/office/drawing/2014/main" id="{1F140585-DFCA-727C-5BF4-5FFB632E764E}"/>
              </a:ext>
            </a:extLst>
          </p:cNvPr>
          <p:cNvGrpSpPr/>
          <p:nvPr/>
        </p:nvGrpSpPr>
        <p:grpSpPr>
          <a:xfrm>
            <a:off x="7330856" y="4771394"/>
            <a:ext cx="275719" cy="264159"/>
            <a:chOff x="1957896" y="4771394"/>
            <a:chExt cx="275719" cy="264159"/>
          </a:xfrm>
        </p:grpSpPr>
        <p:sp>
          <p:nvSpPr>
            <p:cNvPr id="2064" name="椭圆 2063">
              <a:extLst>
                <a:ext uri="{FF2B5EF4-FFF2-40B4-BE49-F238E27FC236}">
                  <a16:creationId xmlns:a16="http://schemas.microsoft.com/office/drawing/2014/main" id="{B4312584-0AC6-329A-D2D9-65B288432970}"/>
                </a:ext>
              </a:extLst>
            </p:cNvPr>
            <p:cNvSpPr/>
            <p:nvPr/>
          </p:nvSpPr>
          <p:spPr>
            <a:xfrm>
              <a:off x="1957896" y="4771394"/>
              <a:ext cx="154621" cy="15462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065" name="椭圆 2064">
              <a:extLst>
                <a:ext uri="{FF2B5EF4-FFF2-40B4-BE49-F238E27FC236}">
                  <a16:creationId xmlns:a16="http://schemas.microsoft.com/office/drawing/2014/main" id="{E534AF8B-2DB5-20D5-0823-009BD584B64B}"/>
                </a:ext>
              </a:extLst>
            </p:cNvPr>
            <p:cNvSpPr/>
            <p:nvPr/>
          </p:nvSpPr>
          <p:spPr>
            <a:xfrm>
              <a:off x="2012950" y="4814889"/>
              <a:ext cx="220665" cy="220664"/>
            </a:xfrm>
            <a:prstGeom prst="ellipse">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066" name="椭圆 2065">
              <a:extLst>
                <a:ext uri="{FF2B5EF4-FFF2-40B4-BE49-F238E27FC236}">
                  <a16:creationId xmlns:a16="http://schemas.microsoft.com/office/drawing/2014/main" id="{3F69FAAD-A813-56D4-4DD2-7AFC01418D3D}"/>
                </a:ext>
              </a:extLst>
            </p:cNvPr>
            <p:cNvSpPr/>
            <p:nvPr/>
          </p:nvSpPr>
          <p:spPr>
            <a:xfrm>
              <a:off x="2012950" y="4814889"/>
              <a:ext cx="220665" cy="220664"/>
            </a:xfrm>
            <a:prstGeom prst="ellipse">
              <a:avLst/>
            </a:prstGeom>
            <a:gradFill>
              <a:gsLst>
                <a:gs pos="13000">
                  <a:schemeClr val="accent1">
                    <a:alpha val="39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2067" name="组合 2066">
            <a:extLst>
              <a:ext uri="{FF2B5EF4-FFF2-40B4-BE49-F238E27FC236}">
                <a16:creationId xmlns:a16="http://schemas.microsoft.com/office/drawing/2014/main" id="{B2357053-B1A3-5237-E3D6-C5ACC70EBF4F}"/>
              </a:ext>
            </a:extLst>
          </p:cNvPr>
          <p:cNvGrpSpPr/>
          <p:nvPr/>
        </p:nvGrpSpPr>
        <p:grpSpPr>
          <a:xfrm>
            <a:off x="8673793" y="4771394"/>
            <a:ext cx="275719" cy="264159"/>
            <a:chOff x="1957896" y="4771394"/>
            <a:chExt cx="275719" cy="264159"/>
          </a:xfrm>
        </p:grpSpPr>
        <p:sp>
          <p:nvSpPr>
            <p:cNvPr id="2068" name="椭圆 2067">
              <a:extLst>
                <a:ext uri="{FF2B5EF4-FFF2-40B4-BE49-F238E27FC236}">
                  <a16:creationId xmlns:a16="http://schemas.microsoft.com/office/drawing/2014/main" id="{7EE827CC-9BB1-04D2-0964-54CE31728C22}"/>
                </a:ext>
              </a:extLst>
            </p:cNvPr>
            <p:cNvSpPr/>
            <p:nvPr/>
          </p:nvSpPr>
          <p:spPr>
            <a:xfrm>
              <a:off x="1957896" y="4771394"/>
              <a:ext cx="154621" cy="15462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069" name="椭圆 2068">
              <a:extLst>
                <a:ext uri="{FF2B5EF4-FFF2-40B4-BE49-F238E27FC236}">
                  <a16:creationId xmlns:a16="http://schemas.microsoft.com/office/drawing/2014/main" id="{C43C6847-1CEF-487D-5650-36DC5AE3E8E0}"/>
                </a:ext>
              </a:extLst>
            </p:cNvPr>
            <p:cNvSpPr/>
            <p:nvPr/>
          </p:nvSpPr>
          <p:spPr>
            <a:xfrm>
              <a:off x="2012950" y="4814889"/>
              <a:ext cx="220665" cy="220664"/>
            </a:xfrm>
            <a:prstGeom prst="ellipse">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070" name="椭圆 2069">
              <a:extLst>
                <a:ext uri="{FF2B5EF4-FFF2-40B4-BE49-F238E27FC236}">
                  <a16:creationId xmlns:a16="http://schemas.microsoft.com/office/drawing/2014/main" id="{5D3EC7EB-94D6-412C-A216-31E731413377}"/>
                </a:ext>
              </a:extLst>
            </p:cNvPr>
            <p:cNvSpPr/>
            <p:nvPr/>
          </p:nvSpPr>
          <p:spPr>
            <a:xfrm>
              <a:off x="2012950" y="4814889"/>
              <a:ext cx="220665" cy="220664"/>
            </a:xfrm>
            <a:prstGeom prst="ellipse">
              <a:avLst/>
            </a:prstGeom>
            <a:gradFill>
              <a:gsLst>
                <a:gs pos="13000">
                  <a:schemeClr val="accent1">
                    <a:alpha val="39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2071" name="组合 2070">
            <a:extLst>
              <a:ext uri="{FF2B5EF4-FFF2-40B4-BE49-F238E27FC236}">
                <a16:creationId xmlns:a16="http://schemas.microsoft.com/office/drawing/2014/main" id="{B9080325-C3DB-F647-1139-E25A3147FD6B}"/>
              </a:ext>
            </a:extLst>
          </p:cNvPr>
          <p:cNvGrpSpPr/>
          <p:nvPr/>
        </p:nvGrpSpPr>
        <p:grpSpPr>
          <a:xfrm>
            <a:off x="10016728" y="4771394"/>
            <a:ext cx="275719" cy="264159"/>
            <a:chOff x="1957896" y="4771394"/>
            <a:chExt cx="275719" cy="264159"/>
          </a:xfrm>
        </p:grpSpPr>
        <p:sp>
          <p:nvSpPr>
            <p:cNvPr id="2072" name="椭圆 2071">
              <a:extLst>
                <a:ext uri="{FF2B5EF4-FFF2-40B4-BE49-F238E27FC236}">
                  <a16:creationId xmlns:a16="http://schemas.microsoft.com/office/drawing/2014/main" id="{A4566657-B29F-A903-65B1-83CEF660EFDD}"/>
                </a:ext>
              </a:extLst>
            </p:cNvPr>
            <p:cNvSpPr/>
            <p:nvPr/>
          </p:nvSpPr>
          <p:spPr>
            <a:xfrm>
              <a:off x="1957896" y="4771394"/>
              <a:ext cx="154621" cy="15462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073" name="椭圆 2072">
              <a:extLst>
                <a:ext uri="{FF2B5EF4-FFF2-40B4-BE49-F238E27FC236}">
                  <a16:creationId xmlns:a16="http://schemas.microsoft.com/office/drawing/2014/main" id="{3C36F9BB-4F74-09E7-9C76-C920D9655EA6}"/>
                </a:ext>
              </a:extLst>
            </p:cNvPr>
            <p:cNvSpPr/>
            <p:nvPr/>
          </p:nvSpPr>
          <p:spPr>
            <a:xfrm>
              <a:off x="2012950" y="4814889"/>
              <a:ext cx="220665" cy="220664"/>
            </a:xfrm>
            <a:prstGeom prst="ellipse">
              <a:avLst/>
            </a:prstGeom>
            <a:solidFill>
              <a:schemeClr val="tx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074" name="椭圆 2073">
              <a:extLst>
                <a:ext uri="{FF2B5EF4-FFF2-40B4-BE49-F238E27FC236}">
                  <a16:creationId xmlns:a16="http://schemas.microsoft.com/office/drawing/2014/main" id="{D6E7AF18-CC65-0D6B-8A47-B4ACDBA1A665}"/>
                </a:ext>
              </a:extLst>
            </p:cNvPr>
            <p:cNvSpPr/>
            <p:nvPr/>
          </p:nvSpPr>
          <p:spPr>
            <a:xfrm>
              <a:off x="2012950" y="4814889"/>
              <a:ext cx="220665" cy="220664"/>
            </a:xfrm>
            <a:prstGeom prst="ellipse">
              <a:avLst/>
            </a:prstGeom>
            <a:gradFill>
              <a:gsLst>
                <a:gs pos="13000">
                  <a:schemeClr val="accent1">
                    <a:alpha val="39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sp>
        <p:nvSpPr>
          <p:cNvPr id="2079" name="任意多边形: 形状 2078">
            <a:extLst>
              <a:ext uri="{FF2B5EF4-FFF2-40B4-BE49-F238E27FC236}">
                <a16:creationId xmlns:a16="http://schemas.microsoft.com/office/drawing/2014/main" id="{E006E9E8-7FE2-35E2-951D-5315F1C53A36}"/>
              </a:ext>
            </a:extLst>
          </p:cNvPr>
          <p:cNvSpPr/>
          <p:nvPr/>
        </p:nvSpPr>
        <p:spPr>
          <a:xfrm>
            <a:off x="3423127" y="4879980"/>
            <a:ext cx="88608" cy="90484"/>
          </a:xfrm>
          <a:custGeom>
            <a:avLst/>
            <a:gdLst>
              <a:gd name="connsiteX0" fmla="*/ 27920 w 409971"/>
              <a:gd name="connsiteY0" fmla="*/ 245870 h 418650"/>
              <a:gd name="connsiteX1" fmla="*/ 382056 w 409971"/>
              <a:gd name="connsiteY1" fmla="*/ 245870 h 418650"/>
              <a:gd name="connsiteX2" fmla="*/ 409971 w 409971"/>
              <a:gd name="connsiteY2" fmla="*/ 274672 h 418650"/>
              <a:gd name="connsiteX3" fmla="*/ 382003 w 409971"/>
              <a:gd name="connsiteY3" fmla="*/ 303370 h 418650"/>
              <a:gd name="connsiteX4" fmla="*/ 94291 w 409971"/>
              <a:gd name="connsiteY4" fmla="*/ 303370 h 418650"/>
              <a:gd name="connsiteX5" fmla="*/ 156279 w 409971"/>
              <a:gd name="connsiteY5" fmla="*/ 368593 h 418650"/>
              <a:gd name="connsiteX6" fmla="*/ 156279 w 409971"/>
              <a:gd name="connsiteY6" fmla="*/ 410075 h 418650"/>
              <a:gd name="connsiteX7" fmla="*/ 118077 w 409971"/>
              <a:gd name="connsiteY7" fmla="*/ 411372 h 418650"/>
              <a:gd name="connsiteX8" fmla="*/ 116780 w 409971"/>
              <a:gd name="connsiteY8" fmla="*/ 410075 h 418650"/>
              <a:gd name="connsiteX9" fmla="*/ 11380 w 409971"/>
              <a:gd name="connsiteY9" fmla="*/ 299300 h 418650"/>
              <a:gd name="connsiteX10" fmla="*/ 9031 w 409971"/>
              <a:gd name="connsiteY10" fmla="*/ 295595 h 418650"/>
              <a:gd name="connsiteX11" fmla="*/ 4 w 409971"/>
              <a:gd name="connsiteY11" fmla="*/ 274672 h 418650"/>
              <a:gd name="connsiteX12" fmla="*/ 27920 w 409971"/>
              <a:gd name="connsiteY12" fmla="*/ 245870 h 418650"/>
              <a:gd name="connsiteX13" fmla="*/ 272745 w 409971"/>
              <a:gd name="connsiteY13" fmla="*/ 8 h 418650"/>
              <a:gd name="connsiteX14" fmla="*/ 292226 w 409971"/>
              <a:gd name="connsiteY14" fmla="*/ 7540 h 418650"/>
              <a:gd name="connsiteX15" fmla="*/ 293144 w 409971"/>
              <a:gd name="connsiteY15" fmla="*/ 8457 h 418650"/>
              <a:gd name="connsiteX16" fmla="*/ 398596 w 409971"/>
              <a:gd name="connsiteY16" fmla="*/ 116884 h 418650"/>
              <a:gd name="connsiteX17" fmla="*/ 399744 w 409971"/>
              <a:gd name="connsiteY17" fmla="*/ 118710 h 418650"/>
              <a:gd name="connsiteX18" fmla="*/ 409867 w 409971"/>
              <a:gd name="connsiteY18" fmla="*/ 140469 h 418650"/>
              <a:gd name="connsiteX19" fmla="*/ 382116 w 409971"/>
              <a:gd name="connsiteY19" fmla="*/ 169270 h 418650"/>
              <a:gd name="connsiteX20" fmla="*/ 382003 w 409971"/>
              <a:gd name="connsiteY20" fmla="*/ 169271 h 418650"/>
              <a:gd name="connsiteX21" fmla="*/ 27868 w 409971"/>
              <a:gd name="connsiteY21" fmla="*/ 169271 h 418650"/>
              <a:gd name="connsiteX22" fmla="*/ 4 w 409971"/>
              <a:gd name="connsiteY22" fmla="*/ 140469 h 418650"/>
              <a:gd name="connsiteX23" fmla="*/ 27868 w 409971"/>
              <a:gd name="connsiteY23" fmla="*/ 111718 h 418650"/>
              <a:gd name="connsiteX24" fmla="*/ 314484 w 409971"/>
              <a:gd name="connsiteY24" fmla="*/ 111718 h 418650"/>
              <a:gd name="connsiteX25" fmla="*/ 253644 w 409971"/>
              <a:gd name="connsiteY25" fmla="*/ 49104 h 418650"/>
              <a:gd name="connsiteX26" fmla="*/ 253644 w 409971"/>
              <a:gd name="connsiteY26" fmla="*/ 8457 h 418650"/>
              <a:gd name="connsiteX27" fmla="*/ 272745 w 409971"/>
              <a:gd name="connsiteY27" fmla="*/ 8 h 41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09971" h="418650">
                <a:moveTo>
                  <a:pt x="27920" y="245870"/>
                </a:moveTo>
                <a:lnTo>
                  <a:pt x="382056" y="245870"/>
                </a:lnTo>
                <a:cubicBezTo>
                  <a:pt x="397448" y="245870"/>
                  <a:pt x="409971" y="258757"/>
                  <a:pt x="409971" y="274672"/>
                </a:cubicBezTo>
                <a:cubicBezTo>
                  <a:pt x="409971" y="290482"/>
                  <a:pt x="397396" y="303370"/>
                  <a:pt x="382003" y="303370"/>
                </a:cubicBezTo>
                <a:lnTo>
                  <a:pt x="94291" y="303370"/>
                </a:lnTo>
                <a:lnTo>
                  <a:pt x="156279" y="368593"/>
                </a:lnTo>
                <a:cubicBezTo>
                  <a:pt x="167143" y="380287"/>
                  <a:pt x="167143" y="398382"/>
                  <a:pt x="156279" y="410075"/>
                </a:cubicBezTo>
                <a:cubicBezTo>
                  <a:pt x="146088" y="420982"/>
                  <a:pt x="128985" y="421563"/>
                  <a:pt x="118077" y="411372"/>
                </a:cubicBezTo>
                <a:cubicBezTo>
                  <a:pt x="117630" y="410955"/>
                  <a:pt x="117198" y="410522"/>
                  <a:pt x="116780" y="410075"/>
                </a:cubicBezTo>
                <a:lnTo>
                  <a:pt x="11380" y="299300"/>
                </a:lnTo>
                <a:cubicBezTo>
                  <a:pt x="10284" y="298204"/>
                  <a:pt x="9866" y="296796"/>
                  <a:pt x="9031" y="295595"/>
                </a:cubicBezTo>
                <a:cubicBezTo>
                  <a:pt x="3290" y="290148"/>
                  <a:pt x="28" y="282587"/>
                  <a:pt x="4" y="274672"/>
                </a:cubicBezTo>
                <a:cubicBezTo>
                  <a:pt x="4" y="258757"/>
                  <a:pt x="12475" y="245870"/>
                  <a:pt x="27920" y="245870"/>
                </a:cubicBezTo>
                <a:close/>
                <a:moveTo>
                  <a:pt x="272745" y="8"/>
                </a:moveTo>
                <a:cubicBezTo>
                  <a:pt x="279727" y="-158"/>
                  <a:pt x="286773" y="2340"/>
                  <a:pt x="292226" y="7540"/>
                </a:cubicBezTo>
                <a:cubicBezTo>
                  <a:pt x="292539" y="7839"/>
                  <a:pt x="292845" y="8144"/>
                  <a:pt x="293144" y="8457"/>
                </a:cubicBezTo>
                <a:lnTo>
                  <a:pt x="398596" y="116884"/>
                </a:lnTo>
                <a:cubicBezTo>
                  <a:pt x="399118" y="117406"/>
                  <a:pt x="399275" y="118084"/>
                  <a:pt x="399744" y="118710"/>
                </a:cubicBezTo>
                <a:cubicBezTo>
                  <a:pt x="406117" y="124150"/>
                  <a:pt x="409812" y="132090"/>
                  <a:pt x="409867" y="140469"/>
                </a:cubicBezTo>
                <a:cubicBezTo>
                  <a:pt x="410157" y="156085"/>
                  <a:pt x="397732" y="168980"/>
                  <a:pt x="382116" y="169270"/>
                </a:cubicBezTo>
                <a:cubicBezTo>
                  <a:pt x="382078" y="169270"/>
                  <a:pt x="382041" y="169271"/>
                  <a:pt x="382003" y="169271"/>
                </a:cubicBezTo>
                <a:lnTo>
                  <a:pt x="27868" y="169271"/>
                </a:lnTo>
                <a:cubicBezTo>
                  <a:pt x="12231" y="168986"/>
                  <a:pt x="-228" y="156106"/>
                  <a:pt x="4" y="140469"/>
                </a:cubicBezTo>
                <a:cubicBezTo>
                  <a:pt x="4" y="124606"/>
                  <a:pt x="12475" y="111718"/>
                  <a:pt x="27868" y="111718"/>
                </a:cubicBezTo>
                <a:lnTo>
                  <a:pt x="314484" y="111718"/>
                </a:lnTo>
                <a:lnTo>
                  <a:pt x="253644" y="49104"/>
                </a:lnTo>
                <a:cubicBezTo>
                  <a:pt x="242677" y="37775"/>
                  <a:pt x="242677" y="19787"/>
                  <a:pt x="253644" y="8457"/>
                </a:cubicBezTo>
                <a:cubicBezTo>
                  <a:pt x="258845" y="3004"/>
                  <a:pt x="265763" y="174"/>
                  <a:pt x="272745" y="8"/>
                </a:cubicBezTo>
                <a:close/>
              </a:path>
            </a:pathLst>
          </a:custGeom>
          <a:solidFill>
            <a:schemeClr val="tx1"/>
          </a:solidFill>
          <a:ln w="1860" cap="flat">
            <a:noFill/>
            <a:prstDash val="solid"/>
            <a:miter/>
          </a:ln>
        </p:spPr>
        <p:txBody>
          <a:bodyPr rtlCol="0" anchor="ctr"/>
          <a:lstStyle/>
          <a:p>
            <a:endParaRPr lang="zh-CN" altLang="en-US"/>
          </a:p>
        </p:txBody>
      </p:sp>
      <p:grpSp>
        <p:nvGrpSpPr>
          <p:cNvPr id="2087" name="组合 2086">
            <a:extLst>
              <a:ext uri="{FF2B5EF4-FFF2-40B4-BE49-F238E27FC236}">
                <a16:creationId xmlns:a16="http://schemas.microsoft.com/office/drawing/2014/main" id="{0BCC2B3D-9444-B078-865C-C0F68B8DE8C7}"/>
              </a:ext>
            </a:extLst>
          </p:cNvPr>
          <p:cNvGrpSpPr/>
          <p:nvPr/>
        </p:nvGrpSpPr>
        <p:grpSpPr>
          <a:xfrm>
            <a:off x="4763188" y="4856443"/>
            <a:ext cx="103020" cy="131117"/>
            <a:chOff x="3391577" y="4608015"/>
            <a:chExt cx="151707" cy="193082"/>
          </a:xfrm>
          <a:solidFill>
            <a:schemeClr val="tx1"/>
          </a:solidFill>
        </p:grpSpPr>
        <p:sp>
          <p:nvSpPr>
            <p:cNvPr id="2084" name="任意多边形: 形状 2083">
              <a:extLst>
                <a:ext uri="{FF2B5EF4-FFF2-40B4-BE49-F238E27FC236}">
                  <a16:creationId xmlns:a16="http://schemas.microsoft.com/office/drawing/2014/main" id="{EABCA052-781C-985B-74D2-94C20E2ACB1C}"/>
                </a:ext>
              </a:extLst>
            </p:cNvPr>
            <p:cNvSpPr/>
            <p:nvPr/>
          </p:nvSpPr>
          <p:spPr>
            <a:xfrm>
              <a:off x="3432952" y="4608015"/>
              <a:ext cx="13791" cy="34478"/>
            </a:xfrm>
            <a:custGeom>
              <a:avLst/>
              <a:gdLst>
                <a:gd name="connsiteX0" fmla="*/ 0 w 13791"/>
                <a:gd name="connsiteY0" fmla="*/ 0 h 34478"/>
                <a:gd name="connsiteX1" fmla="*/ 13792 w 13791"/>
                <a:gd name="connsiteY1" fmla="*/ 0 h 34478"/>
                <a:gd name="connsiteX2" fmla="*/ 13792 w 13791"/>
                <a:gd name="connsiteY2" fmla="*/ 34479 h 34478"/>
                <a:gd name="connsiteX3" fmla="*/ 0 w 13791"/>
                <a:gd name="connsiteY3" fmla="*/ 34479 h 34478"/>
              </a:gdLst>
              <a:ahLst/>
              <a:cxnLst>
                <a:cxn ang="0">
                  <a:pos x="connsiteX0" y="connsiteY0"/>
                </a:cxn>
                <a:cxn ang="0">
                  <a:pos x="connsiteX1" y="connsiteY1"/>
                </a:cxn>
                <a:cxn ang="0">
                  <a:pos x="connsiteX2" y="connsiteY2"/>
                </a:cxn>
                <a:cxn ang="0">
                  <a:pos x="connsiteX3" y="connsiteY3"/>
                </a:cxn>
              </a:cxnLst>
              <a:rect l="l" t="t" r="r" b="b"/>
              <a:pathLst>
                <a:path w="13791" h="34478">
                  <a:moveTo>
                    <a:pt x="0" y="0"/>
                  </a:moveTo>
                  <a:lnTo>
                    <a:pt x="13792" y="0"/>
                  </a:lnTo>
                  <a:lnTo>
                    <a:pt x="13792" y="34479"/>
                  </a:lnTo>
                  <a:lnTo>
                    <a:pt x="0" y="34479"/>
                  </a:lnTo>
                  <a:close/>
                </a:path>
              </a:pathLst>
            </a:custGeom>
            <a:grpFill/>
            <a:ln w="214" cap="flat">
              <a:noFill/>
              <a:prstDash val="solid"/>
              <a:miter/>
            </a:ln>
          </p:spPr>
          <p:txBody>
            <a:bodyPr rtlCol="0" anchor="ctr"/>
            <a:lstStyle/>
            <a:p>
              <a:endParaRPr lang="zh-CN" altLang="en-US"/>
            </a:p>
          </p:txBody>
        </p:sp>
        <p:sp>
          <p:nvSpPr>
            <p:cNvPr id="2085" name="任意多边形: 形状 2084">
              <a:extLst>
                <a:ext uri="{FF2B5EF4-FFF2-40B4-BE49-F238E27FC236}">
                  <a16:creationId xmlns:a16="http://schemas.microsoft.com/office/drawing/2014/main" id="{B7B41B73-6DC0-F0F5-8A41-A5697B307D3B}"/>
                </a:ext>
              </a:extLst>
            </p:cNvPr>
            <p:cNvSpPr/>
            <p:nvPr/>
          </p:nvSpPr>
          <p:spPr>
            <a:xfrm>
              <a:off x="3391577" y="4621807"/>
              <a:ext cx="151707" cy="179290"/>
            </a:xfrm>
            <a:custGeom>
              <a:avLst/>
              <a:gdLst>
                <a:gd name="connsiteX0" fmla="*/ 131020 w 151707"/>
                <a:gd name="connsiteY0" fmla="*/ 179290 h 179290"/>
                <a:gd name="connsiteX1" fmla="*/ 20687 w 151707"/>
                <a:gd name="connsiteY1" fmla="*/ 179290 h 179290"/>
                <a:gd name="connsiteX2" fmla="*/ 0 w 151707"/>
                <a:gd name="connsiteY2" fmla="*/ 158603 h 179290"/>
                <a:gd name="connsiteX3" fmla="*/ 0 w 151707"/>
                <a:gd name="connsiteY3" fmla="*/ 20687 h 179290"/>
                <a:gd name="connsiteX4" fmla="*/ 20687 w 151707"/>
                <a:gd name="connsiteY4" fmla="*/ 0 h 179290"/>
                <a:gd name="connsiteX5" fmla="*/ 34479 w 151707"/>
                <a:gd name="connsiteY5" fmla="*/ 0 h 179290"/>
                <a:gd name="connsiteX6" fmla="*/ 34479 w 151707"/>
                <a:gd name="connsiteY6" fmla="*/ 13792 h 179290"/>
                <a:gd name="connsiteX7" fmla="*/ 20687 w 151707"/>
                <a:gd name="connsiteY7" fmla="*/ 13792 h 179290"/>
                <a:gd name="connsiteX8" fmla="*/ 13792 w 151707"/>
                <a:gd name="connsiteY8" fmla="*/ 20687 h 179290"/>
                <a:gd name="connsiteX9" fmla="*/ 13792 w 151707"/>
                <a:gd name="connsiteY9" fmla="*/ 158603 h 179290"/>
                <a:gd name="connsiteX10" fmla="*/ 20687 w 151707"/>
                <a:gd name="connsiteY10" fmla="*/ 165499 h 179290"/>
                <a:gd name="connsiteX11" fmla="*/ 131020 w 151707"/>
                <a:gd name="connsiteY11" fmla="*/ 165499 h 179290"/>
                <a:gd name="connsiteX12" fmla="*/ 137916 w 151707"/>
                <a:gd name="connsiteY12" fmla="*/ 158603 h 179290"/>
                <a:gd name="connsiteX13" fmla="*/ 137916 w 151707"/>
                <a:gd name="connsiteY13" fmla="*/ 20687 h 179290"/>
                <a:gd name="connsiteX14" fmla="*/ 131020 w 151707"/>
                <a:gd name="connsiteY14" fmla="*/ 13792 h 179290"/>
                <a:gd name="connsiteX15" fmla="*/ 117228 w 151707"/>
                <a:gd name="connsiteY15" fmla="*/ 13792 h 179290"/>
                <a:gd name="connsiteX16" fmla="*/ 117228 w 151707"/>
                <a:gd name="connsiteY16" fmla="*/ 0 h 179290"/>
                <a:gd name="connsiteX17" fmla="*/ 131020 w 151707"/>
                <a:gd name="connsiteY17" fmla="*/ 0 h 179290"/>
                <a:gd name="connsiteX18" fmla="*/ 151707 w 151707"/>
                <a:gd name="connsiteY18" fmla="*/ 20687 h 179290"/>
                <a:gd name="connsiteX19" fmla="*/ 151707 w 151707"/>
                <a:gd name="connsiteY19" fmla="*/ 158603 h 179290"/>
                <a:gd name="connsiteX20" fmla="*/ 131020 w 151707"/>
                <a:gd name="connsiteY20" fmla="*/ 179290 h 179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707" h="179290">
                  <a:moveTo>
                    <a:pt x="131020" y="179290"/>
                  </a:moveTo>
                  <a:lnTo>
                    <a:pt x="20687" y="179290"/>
                  </a:lnTo>
                  <a:cubicBezTo>
                    <a:pt x="9266" y="179290"/>
                    <a:pt x="0" y="170024"/>
                    <a:pt x="0" y="158603"/>
                  </a:cubicBezTo>
                  <a:lnTo>
                    <a:pt x="0" y="20687"/>
                  </a:lnTo>
                  <a:cubicBezTo>
                    <a:pt x="0" y="9266"/>
                    <a:pt x="9266" y="0"/>
                    <a:pt x="20687" y="0"/>
                  </a:cubicBezTo>
                  <a:lnTo>
                    <a:pt x="34479" y="0"/>
                  </a:lnTo>
                  <a:lnTo>
                    <a:pt x="34479" y="13792"/>
                  </a:lnTo>
                  <a:lnTo>
                    <a:pt x="20687" y="13792"/>
                  </a:lnTo>
                  <a:cubicBezTo>
                    <a:pt x="16873" y="13792"/>
                    <a:pt x="13792" y="16873"/>
                    <a:pt x="13792" y="20687"/>
                  </a:cubicBezTo>
                  <a:lnTo>
                    <a:pt x="13792" y="158603"/>
                  </a:lnTo>
                  <a:cubicBezTo>
                    <a:pt x="13792" y="162417"/>
                    <a:pt x="16873" y="165499"/>
                    <a:pt x="20687" y="165499"/>
                  </a:cubicBezTo>
                  <a:lnTo>
                    <a:pt x="131020" y="165499"/>
                  </a:lnTo>
                  <a:cubicBezTo>
                    <a:pt x="134834" y="165499"/>
                    <a:pt x="137916" y="162417"/>
                    <a:pt x="137916" y="158603"/>
                  </a:cubicBezTo>
                  <a:lnTo>
                    <a:pt x="137916" y="20687"/>
                  </a:lnTo>
                  <a:cubicBezTo>
                    <a:pt x="137916" y="16873"/>
                    <a:pt x="134834" y="13792"/>
                    <a:pt x="131020" y="13792"/>
                  </a:cubicBezTo>
                  <a:lnTo>
                    <a:pt x="117228" y="13792"/>
                  </a:lnTo>
                  <a:lnTo>
                    <a:pt x="117228" y="0"/>
                  </a:lnTo>
                  <a:lnTo>
                    <a:pt x="131020" y="0"/>
                  </a:lnTo>
                  <a:cubicBezTo>
                    <a:pt x="142441" y="0"/>
                    <a:pt x="151707" y="9266"/>
                    <a:pt x="151707" y="20687"/>
                  </a:cubicBezTo>
                  <a:lnTo>
                    <a:pt x="151707" y="158603"/>
                  </a:lnTo>
                  <a:cubicBezTo>
                    <a:pt x="151707" y="170024"/>
                    <a:pt x="142441" y="179290"/>
                    <a:pt x="131020" y="179290"/>
                  </a:cubicBezTo>
                  <a:close/>
                </a:path>
              </a:pathLst>
            </a:custGeom>
            <a:grpFill/>
            <a:ln w="214" cap="flat">
              <a:noFill/>
              <a:prstDash val="solid"/>
              <a:miter/>
            </a:ln>
          </p:spPr>
          <p:txBody>
            <a:bodyPr rtlCol="0" anchor="ctr"/>
            <a:lstStyle/>
            <a:p>
              <a:endParaRPr lang="zh-CN" altLang="en-US"/>
            </a:p>
          </p:txBody>
        </p:sp>
        <p:sp>
          <p:nvSpPr>
            <p:cNvPr id="2086" name="任意多边形: 形状 2085">
              <a:extLst>
                <a:ext uri="{FF2B5EF4-FFF2-40B4-BE49-F238E27FC236}">
                  <a16:creationId xmlns:a16="http://schemas.microsoft.com/office/drawing/2014/main" id="{2F14A995-888C-7B4F-C3DB-E27F41FE7846}"/>
                </a:ext>
              </a:extLst>
            </p:cNvPr>
            <p:cNvSpPr/>
            <p:nvPr/>
          </p:nvSpPr>
          <p:spPr>
            <a:xfrm>
              <a:off x="3425970" y="4608015"/>
              <a:ext cx="82835" cy="151707"/>
            </a:xfrm>
            <a:custGeom>
              <a:avLst/>
              <a:gdLst>
                <a:gd name="connsiteX0" fmla="*/ 27669 w 82835"/>
                <a:gd name="connsiteY0" fmla="*/ 13792 h 151707"/>
                <a:gd name="connsiteX1" fmla="*/ 55252 w 82835"/>
                <a:gd name="connsiteY1" fmla="*/ 13792 h 151707"/>
                <a:gd name="connsiteX2" fmla="*/ 55252 w 82835"/>
                <a:gd name="connsiteY2" fmla="*/ 27583 h 151707"/>
                <a:gd name="connsiteX3" fmla="*/ 27669 w 82835"/>
                <a:gd name="connsiteY3" fmla="*/ 27583 h 151707"/>
                <a:gd name="connsiteX4" fmla="*/ 75940 w 82835"/>
                <a:gd name="connsiteY4" fmla="*/ 69173 h 151707"/>
                <a:gd name="connsiteX5" fmla="*/ 6896 w 82835"/>
                <a:gd name="connsiteY5" fmla="*/ 69173 h 151707"/>
                <a:gd name="connsiteX6" fmla="*/ 0 w 82835"/>
                <a:gd name="connsiteY6" fmla="*/ 62278 h 151707"/>
                <a:gd name="connsiteX7" fmla="*/ 6896 w 82835"/>
                <a:gd name="connsiteY7" fmla="*/ 55382 h 151707"/>
                <a:gd name="connsiteX8" fmla="*/ 75940 w 82835"/>
                <a:gd name="connsiteY8" fmla="*/ 55382 h 151707"/>
                <a:gd name="connsiteX9" fmla="*/ 82836 w 82835"/>
                <a:gd name="connsiteY9" fmla="*/ 62278 h 151707"/>
                <a:gd name="connsiteX10" fmla="*/ 75940 w 82835"/>
                <a:gd name="connsiteY10" fmla="*/ 69173 h 151707"/>
                <a:gd name="connsiteX11" fmla="*/ 75940 w 82835"/>
                <a:gd name="connsiteY11" fmla="*/ 110333 h 151707"/>
                <a:gd name="connsiteX12" fmla="*/ 6896 w 82835"/>
                <a:gd name="connsiteY12" fmla="*/ 110333 h 151707"/>
                <a:gd name="connsiteX13" fmla="*/ 0 w 82835"/>
                <a:gd name="connsiteY13" fmla="*/ 103437 h 151707"/>
                <a:gd name="connsiteX14" fmla="*/ 6896 w 82835"/>
                <a:gd name="connsiteY14" fmla="*/ 96541 h 151707"/>
                <a:gd name="connsiteX15" fmla="*/ 75940 w 82835"/>
                <a:gd name="connsiteY15" fmla="*/ 96541 h 151707"/>
                <a:gd name="connsiteX16" fmla="*/ 82836 w 82835"/>
                <a:gd name="connsiteY16" fmla="*/ 103437 h 151707"/>
                <a:gd name="connsiteX17" fmla="*/ 75940 w 82835"/>
                <a:gd name="connsiteY17" fmla="*/ 110333 h 151707"/>
                <a:gd name="connsiteX18" fmla="*/ 55899 w 82835"/>
                <a:gd name="connsiteY18" fmla="*/ 151707 h 151707"/>
                <a:gd name="connsiteX19" fmla="*/ 6896 w 82835"/>
                <a:gd name="connsiteY19" fmla="*/ 151707 h 151707"/>
                <a:gd name="connsiteX20" fmla="*/ 0 w 82835"/>
                <a:gd name="connsiteY20" fmla="*/ 144811 h 151707"/>
                <a:gd name="connsiteX21" fmla="*/ 6896 w 82835"/>
                <a:gd name="connsiteY21" fmla="*/ 137916 h 151707"/>
                <a:gd name="connsiteX22" fmla="*/ 55899 w 82835"/>
                <a:gd name="connsiteY22" fmla="*/ 137916 h 151707"/>
                <a:gd name="connsiteX23" fmla="*/ 62795 w 82835"/>
                <a:gd name="connsiteY23" fmla="*/ 144811 h 151707"/>
                <a:gd name="connsiteX24" fmla="*/ 55899 w 82835"/>
                <a:gd name="connsiteY24" fmla="*/ 151707 h 151707"/>
                <a:gd name="connsiteX25" fmla="*/ 62148 w 82835"/>
                <a:gd name="connsiteY25" fmla="*/ 0 h 151707"/>
                <a:gd name="connsiteX26" fmla="*/ 75940 w 82835"/>
                <a:gd name="connsiteY26" fmla="*/ 0 h 151707"/>
                <a:gd name="connsiteX27" fmla="*/ 75940 w 82835"/>
                <a:gd name="connsiteY27" fmla="*/ 34479 h 151707"/>
                <a:gd name="connsiteX28" fmla="*/ 62148 w 82835"/>
                <a:gd name="connsiteY28" fmla="*/ 34479 h 151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2835" h="151707">
                  <a:moveTo>
                    <a:pt x="27669" y="13792"/>
                  </a:moveTo>
                  <a:lnTo>
                    <a:pt x="55252" y="13792"/>
                  </a:lnTo>
                  <a:lnTo>
                    <a:pt x="55252" y="27583"/>
                  </a:lnTo>
                  <a:lnTo>
                    <a:pt x="27669" y="27583"/>
                  </a:lnTo>
                  <a:close/>
                  <a:moveTo>
                    <a:pt x="75940" y="69173"/>
                  </a:moveTo>
                  <a:lnTo>
                    <a:pt x="6896" y="69173"/>
                  </a:lnTo>
                  <a:cubicBezTo>
                    <a:pt x="3082" y="69173"/>
                    <a:pt x="0" y="66092"/>
                    <a:pt x="0" y="62278"/>
                  </a:cubicBezTo>
                  <a:cubicBezTo>
                    <a:pt x="0" y="58463"/>
                    <a:pt x="3082" y="55382"/>
                    <a:pt x="6896" y="55382"/>
                  </a:cubicBezTo>
                  <a:lnTo>
                    <a:pt x="75940" y="55382"/>
                  </a:lnTo>
                  <a:cubicBezTo>
                    <a:pt x="79754" y="55382"/>
                    <a:pt x="82836" y="58463"/>
                    <a:pt x="82836" y="62278"/>
                  </a:cubicBezTo>
                  <a:cubicBezTo>
                    <a:pt x="82836" y="66092"/>
                    <a:pt x="79754" y="69173"/>
                    <a:pt x="75940" y="69173"/>
                  </a:cubicBezTo>
                  <a:close/>
                  <a:moveTo>
                    <a:pt x="75940" y="110333"/>
                  </a:moveTo>
                  <a:lnTo>
                    <a:pt x="6896" y="110333"/>
                  </a:lnTo>
                  <a:cubicBezTo>
                    <a:pt x="3082" y="110333"/>
                    <a:pt x="0" y="107251"/>
                    <a:pt x="0" y="103437"/>
                  </a:cubicBezTo>
                  <a:cubicBezTo>
                    <a:pt x="0" y="99622"/>
                    <a:pt x="3082" y="96541"/>
                    <a:pt x="6896" y="96541"/>
                  </a:cubicBezTo>
                  <a:lnTo>
                    <a:pt x="75940" y="96541"/>
                  </a:lnTo>
                  <a:cubicBezTo>
                    <a:pt x="79754" y="96541"/>
                    <a:pt x="82836" y="99622"/>
                    <a:pt x="82836" y="103437"/>
                  </a:cubicBezTo>
                  <a:cubicBezTo>
                    <a:pt x="82836" y="107251"/>
                    <a:pt x="79754" y="110333"/>
                    <a:pt x="75940" y="110333"/>
                  </a:cubicBezTo>
                  <a:close/>
                  <a:moveTo>
                    <a:pt x="55899" y="151707"/>
                  </a:moveTo>
                  <a:lnTo>
                    <a:pt x="6896" y="151707"/>
                  </a:lnTo>
                  <a:cubicBezTo>
                    <a:pt x="3082" y="151707"/>
                    <a:pt x="0" y="148626"/>
                    <a:pt x="0" y="144811"/>
                  </a:cubicBezTo>
                  <a:cubicBezTo>
                    <a:pt x="0" y="140997"/>
                    <a:pt x="3082" y="137916"/>
                    <a:pt x="6896" y="137916"/>
                  </a:cubicBezTo>
                  <a:lnTo>
                    <a:pt x="55899" y="137916"/>
                  </a:lnTo>
                  <a:cubicBezTo>
                    <a:pt x="59713" y="137916"/>
                    <a:pt x="62795" y="140997"/>
                    <a:pt x="62795" y="144811"/>
                  </a:cubicBezTo>
                  <a:cubicBezTo>
                    <a:pt x="62795" y="148626"/>
                    <a:pt x="59713" y="151707"/>
                    <a:pt x="55899" y="151707"/>
                  </a:cubicBezTo>
                  <a:close/>
                  <a:moveTo>
                    <a:pt x="62148" y="0"/>
                  </a:moveTo>
                  <a:lnTo>
                    <a:pt x="75940" y="0"/>
                  </a:lnTo>
                  <a:lnTo>
                    <a:pt x="75940" y="34479"/>
                  </a:lnTo>
                  <a:lnTo>
                    <a:pt x="62148" y="34479"/>
                  </a:lnTo>
                  <a:close/>
                </a:path>
              </a:pathLst>
            </a:custGeom>
            <a:grpFill/>
            <a:ln w="214" cap="flat">
              <a:noFill/>
              <a:prstDash val="solid"/>
              <a:miter/>
            </a:ln>
          </p:spPr>
          <p:txBody>
            <a:bodyPr rtlCol="0" anchor="ctr"/>
            <a:lstStyle/>
            <a:p>
              <a:endParaRPr lang="zh-CN" altLang="en-US"/>
            </a:p>
          </p:txBody>
        </p:sp>
      </p:grpSp>
      <p:grpSp>
        <p:nvGrpSpPr>
          <p:cNvPr id="2094" name="组合 2093">
            <a:extLst>
              <a:ext uri="{FF2B5EF4-FFF2-40B4-BE49-F238E27FC236}">
                <a16:creationId xmlns:a16="http://schemas.microsoft.com/office/drawing/2014/main" id="{C1D4EC80-2DC0-20EF-E7FF-BCB59120F4B9}"/>
              </a:ext>
            </a:extLst>
          </p:cNvPr>
          <p:cNvGrpSpPr/>
          <p:nvPr/>
        </p:nvGrpSpPr>
        <p:grpSpPr>
          <a:xfrm>
            <a:off x="6109443" y="4868416"/>
            <a:ext cx="112264" cy="104111"/>
            <a:chOff x="4769626" y="4763282"/>
            <a:chExt cx="90041" cy="83502"/>
          </a:xfrm>
        </p:grpSpPr>
        <p:sp>
          <p:nvSpPr>
            <p:cNvPr id="2091" name="任意多边形: 形状 2090">
              <a:extLst>
                <a:ext uri="{FF2B5EF4-FFF2-40B4-BE49-F238E27FC236}">
                  <a16:creationId xmlns:a16="http://schemas.microsoft.com/office/drawing/2014/main" id="{D8ED8B2B-0C8A-FAC8-BF61-03B658308302}"/>
                </a:ext>
              </a:extLst>
            </p:cNvPr>
            <p:cNvSpPr/>
            <p:nvPr/>
          </p:nvSpPr>
          <p:spPr>
            <a:xfrm>
              <a:off x="4769626" y="4840346"/>
              <a:ext cx="90041" cy="6438"/>
            </a:xfrm>
            <a:custGeom>
              <a:avLst/>
              <a:gdLst>
                <a:gd name="connsiteX0" fmla="*/ 86823 w 90041"/>
                <a:gd name="connsiteY0" fmla="*/ 0 h 6438"/>
                <a:gd name="connsiteX1" fmla="*/ 3219 w 90041"/>
                <a:gd name="connsiteY1" fmla="*/ 0 h 6438"/>
                <a:gd name="connsiteX2" fmla="*/ 0 w 90041"/>
                <a:gd name="connsiteY2" fmla="*/ 3219 h 6438"/>
                <a:gd name="connsiteX3" fmla="*/ 3219 w 90041"/>
                <a:gd name="connsiteY3" fmla="*/ 6439 h 6438"/>
                <a:gd name="connsiteX4" fmla="*/ 86823 w 90041"/>
                <a:gd name="connsiteY4" fmla="*/ 6439 h 6438"/>
                <a:gd name="connsiteX5" fmla="*/ 90042 w 90041"/>
                <a:gd name="connsiteY5" fmla="*/ 3219 h 6438"/>
                <a:gd name="connsiteX6" fmla="*/ 86823 w 90041"/>
                <a:gd name="connsiteY6" fmla="*/ 0 h 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041" h="6438">
                  <a:moveTo>
                    <a:pt x="86823" y="0"/>
                  </a:moveTo>
                  <a:lnTo>
                    <a:pt x="3219" y="0"/>
                  </a:lnTo>
                  <a:cubicBezTo>
                    <a:pt x="1442" y="0"/>
                    <a:pt x="0" y="1442"/>
                    <a:pt x="0" y="3219"/>
                  </a:cubicBezTo>
                  <a:cubicBezTo>
                    <a:pt x="0" y="4997"/>
                    <a:pt x="1442" y="6439"/>
                    <a:pt x="3219" y="6439"/>
                  </a:cubicBezTo>
                  <a:lnTo>
                    <a:pt x="86823" y="6439"/>
                  </a:lnTo>
                  <a:cubicBezTo>
                    <a:pt x="88600" y="6439"/>
                    <a:pt x="90042" y="4997"/>
                    <a:pt x="90042" y="3219"/>
                  </a:cubicBezTo>
                  <a:cubicBezTo>
                    <a:pt x="90042" y="1442"/>
                    <a:pt x="88600" y="0"/>
                    <a:pt x="86823" y="0"/>
                  </a:cubicBezTo>
                  <a:close/>
                </a:path>
              </a:pathLst>
            </a:custGeom>
            <a:solidFill>
              <a:schemeClr val="tx1"/>
            </a:solidFill>
            <a:ln w="93" cap="flat">
              <a:noFill/>
              <a:prstDash val="solid"/>
              <a:miter/>
            </a:ln>
          </p:spPr>
          <p:txBody>
            <a:bodyPr rtlCol="0" anchor="ctr"/>
            <a:lstStyle/>
            <a:p>
              <a:endParaRPr lang="zh-CN" altLang="en-US"/>
            </a:p>
          </p:txBody>
        </p:sp>
        <p:sp>
          <p:nvSpPr>
            <p:cNvPr id="2092" name="任意多边形: 形状 2091">
              <a:extLst>
                <a:ext uri="{FF2B5EF4-FFF2-40B4-BE49-F238E27FC236}">
                  <a16:creationId xmlns:a16="http://schemas.microsoft.com/office/drawing/2014/main" id="{A7157994-2A1B-B006-DE7F-80335F2FFACF}"/>
                </a:ext>
              </a:extLst>
            </p:cNvPr>
            <p:cNvSpPr/>
            <p:nvPr/>
          </p:nvSpPr>
          <p:spPr>
            <a:xfrm>
              <a:off x="4780542" y="4763282"/>
              <a:ext cx="48592" cy="83502"/>
            </a:xfrm>
            <a:custGeom>
              <a:avLst/>
              <a:gdLst>
                <a:gd name="connsiteX0" fmla="*/ 40544 w 48592"/>
                <a:gd name="connsiteY0" fmla="*/ 6439 h 83502"/>
                <a:gd name="connsiteX1" fmla="*/ 42154 w 48592"/>
                <a:gd name="connsiteY1" fmla="*/ 8048 h 83502"/>
                <a:gd name="connsiteX2" fmla="*/ 42154 w 48592"/>
                <a:gd name="connsiteY2" fmla="*/ 77064 h 83502"/>
                <a:gd name="connsiteX3" fmla="*/ 6439 w 48592"/>
                <a:gd name="connsiteY3" fmla="*/ 77064 h 83502"/>
                <a:gd name="connsiteX4" fmla="*/ 6439 w 48592"/>
                <a:gd name="connsiteY4" fmla="*/ 8048 h 83502"/>
                <a:gd name="connsiteX5" fmla="*/ 8048 w 48592"/>
                <a:gd name="connsiteY5" fmla="*/ 6439 h 83502"/>
                <a:gd name="connsiteX6" fmla="*/ 40544 w 48592"/>
                <a:gd name="connsiteY6" fmla="*/ 6439 h 83502"/>
                <a:gd name="connsiteX7" fmla="*/ 40544 w 48592"/>
                <a:gd name="connsiteY7" fmla="*/ 0 h 83502"/>
                <a:gd name="connsiteX8" fmla="*/ 8048 w 48592"/>
                <a:gd name="connsiteY8" fmla="*/ 0 h 83502"/>
                <a:gd name="connsiteX9" fmla="*/ 0 w 48592"/>
                <a:gd name="connsiteY9" fmla="*/ 8048 h 83502"/>
                <a:gd name="connsiteX10" fmla="*/ 0 w 48592"/>
                <a:gd name="connsiteY10" fmla="*/ 83503 h 83502"/>
                <a:gd name="connsiteX11" fmla="*/ 48592 w 48592"/>
                <a:gd name="connsiteY11" fmla="*/ 83503 h 83502"/>
                <a:gd name="connsiteX12" fmla="*/ 48592 w 48592"/>
                <a:gd name="connsiteY12" fmla="*/ 8048 h 83502"/>
                <a:gd name="connsiteX13" fmla="*/ 40544 w 48592"/>
                <a:gd name="connsiteY13" fmla="*/ 0 h 8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592" h="83502">
                  <a:moveTo>
                    <a:pt x="40544" y="6439"/>
                  </a:moveTo>
                  <a:cubicBezTo>
                    <a:pt x="41431" y="6439"/>
                    <a:pt x="42154" y="7161"/>
                    <a:pt x="42154" y="8048"/>
                  </a:cubicBezTo>
                  <a:lnTo>
                    <a:pt x="42154" y="77064"/>
                  </a:lnTo>
                  <a:lnTo>
                    <a:pt x="6439" y="77064"/>
                  </a:lnTo>
                  <a:lnTo>
                    <a:pt x="6439" y="8048"/>
                  </a:lnTo>
                  <a:cubicBezTo>
                    <a:pt x="6439" y="7161"/>
                    <a:pt x="7161" y="6439"/>
                    <a:pt x="8048" y="6439"/>
                  </a:cubicBezTo>
                  <a:lnTo>
                    <a:pt x="40544" y="6439"/>
                  </a:lnTo>
                  <a:moveTo>
                    <a:pt x="40544" y="0"/>
                  </a:moveTo>
                  <a:lnTo>
                    <a:pt x="8048" y="0"/>
                  </a:lnTo>
                  <a:cubicBezTo>
                    <a:pt x="3604" y="0"/>
                    <a:pt x="0" y="3604"/>
                    <a:pt x="0" y="8048"/>
                  </a:cubicBezTo>
                  <a:lnTo>
                    <a:pt x="0" y="83503"/>
                  </a:lnTo>
                  <a:lnTo>
                    <a:pt x="48592" y="83503"/>
                  </a:lnTo>
                  <a:lnTo>
                    <a:pt x="48592" y="8048"/>
                  </a:lnTo>
                  <a:cubicBezTo>
                    <a:pt x="48592" y="3604"/>
                    <a:pt x="44989" y="0"/>
                    <a:pt x="40544" y="0"/>
                  </a:cubicBezTo>
                  <a:close/>
                </a:path>
              </a:pathLst>
            </a:custGeom>
            <a:solidFill>
              <a:schemeClr val="tx1"/>
            </a:solidFill>
            <a:ln w="93" cap="flat">
              <a:noFill/>
              <a:prstDash val="solid"/>
              <a:miter/>
            </a:ln>
          </p:spPr>
          <p:txBody>
            <a:bodyPr rtlCol="0" anchor="ctr"/>
            <a:lstStyle/>
            <a:p>
              <a:endParaRPr lang="zh-CN" altLang="en-US"/>
            </a:p>
          </p:txBody>
        </p:sp>
        <p:sp>
          <p:nvSpPr>
            <p:cNvPr id="2093" name="任意多边形: 形状 2092">
              <a:extLst>
                <a:ext uri="{FF2B5EF4-FFF2-40B4-BE49-F238E27FC236}">
                  <a16:creationId xmlns:a16="http://schemas.microsoft.com/office/drawing/2014/main" id="{FC02C9C2-C0A8-9B29-22DE-C84C3908CEB8}"/>
                </a:ext>
              </a:extLst>
            </p:cNvPr>
            <p:cNvSpPr/>
            <p:nvPr/>
          </p:nvSpPr>
          <p:spPr>
            <a:xfrm>
              <a:off x="4792086" y="4786170"/>
              <a:ext cx="56766" cy="60614"/>
            </a:xfrm>
            <a:custGeom>
              <a:avLst/>
              <a:gdLst>
                <a:gd name="connsiteX0" fmla="*/ 48718 w 56766"/>
                <a:gd name="connsiteY0" fmla="*/ 10815 h 60614"/>
                <a:gd name="connsiteX1" fmla="*/ 50328 w 56766"/>
                <a:gd name="connsiteY1" fmla="*/ 12425 h 60614"/>
                <a:gd name="connsiteX2" fmla="*/ 50328 w 56766"/>
                <a:gd name="connsiteY2" fmla="*/ 54176 h 60614"/>
                <a:gd name="connsiteX3" fmla="*/ 37048 w 56766"/>
                <a:gd name="connsiteY3" fmla="*/ 54176 h 60614"/>
                <a:gd name="connsiteX4" fmla="*/ 37048 w 56766"/>
                <a:gd name="connsiteY4" fmla="*/ 10815 h 60614"/>
                <a:gd name="connsiteX5" fmla="*/ 48718 w 56766"/>
                <a:gd name="connsiteY5" fmla="*/ 10815 h 60614"/>
                <a:gd name="connsiteX6" fmla="*/ 48718 w 56766"/>
                <a:gd name="connsiteY6" fmla="*/ 4376 h 60614"/>
                <a:gd name="connsiteX7" fmla="*/ 30609 w 56766"/>
                <a:gd name="connsiteY7" fmla="*/ 4376 h 60614"/>
                <a:gd name="connsiteX8" fmla="*/ 30609 w 56766"/>
                <a:gd name="connsiteY8" fmla="*/ 60615 h 60614"/>
                <a:gd name="connsiteX9" fmla="*/ 56767 w 56766"/>
                <a:gd name="connsiteY9" fmla="*/ 60615 h 60614"/>
                <a:gd name="connsiteX10" fmla="*/ 56767 w 56766"/>
                <a:gd name="connsiteY10" fmla="*/ 12425 h 60614"/>
                <a:gd name="connsiteX11" fmla="*/ 48718 w 56766"/>
                <a:gd name="connsiteY11" fmla="*/ 4376 h 60614"/>
                <a:gd name="connsiteX12" fmla="*/ 22284 w 56766"/>
                <a:gd name="connsiteY12" fmla="*/ 0 h 60614"/>
                <a:gd name="connsiteX13" fmla="*/ 3219 w 56766"/>
                <a:gd name="connsiteY13" fmla="*/ 0 h 60614"/>
                <a:gd name="connsiteX14" fmla="*/ 0 w 56766"/>
                <a:gd name="connsiteY14" fmla="*/ 3219 h 60614"/>
                <a:gd name="connsiteX15" fmla="*/ 3219 w 56766"/>
                <a:gd name="connsiteY15" fmla="*/ 6439 h 60614"/>
                <a:gd name="connsiteX16" fmla="*/ 22284 w 56766"/>
                <a:gd name="connsiteY16" fmla="*/ 6439 h 60614"/>
                <a:gd name="connsiteX17" fmla="*/ 25503 w 56766"/>
                <a:gd name="connsiteY17" fmla="*/ 3219 h 60614"/>
                <a:gd name="connsiteX18" fmla="*/ 22284 w 56766"/>
                <a:gd name="connsiteY18" fmla="*/ 0 h 60614"/>
                <a:gd name="connsiteX19" fmla="*/ 22284 w 56766"/>
                <a:gd name="connsiteY19" fmla="*/ 14638 h 60614"/>
                <a:gd name="connsiteX20" fmla="*/ 3219 w 56766"/>
                <a:gd name="connsiteY20" fmla="*/ 14638 h 60614"/>
                <a:gd name="connsiteX21" fmla="*/ 0 w 56766"/>
                <a:gd name="connsiteY21" fmla="*/ 17857 h 60614"/>
                <a:gd name="connsiteX22" fmla="*/ 3219 w 56766"/>
                <a:gd name="connsiteY22" fmla="*/ 21077 h 60614"/>
                <a:gd name="connsiteX23" fmla="*/ 22284 w 56766"/>
                <a:gd name="connsiteY23" fmla="*/ 21077 h 60614"/>
                <a:gd name="connsiteX24" fmla="*/ 25503 w 56766"/>
                <a:gd name="connsiteY24" fmla="*/ 17857 h 60614"/>
                <a:gd name="connsiteX25" fmla="*/ 22284 w 56766"/>
                <a:gd name="connsiteY25" fmla="*/ 14638 h 60614"/>
                <a:gd name="connsiteX26" fmla="*/ 22284 w 56766"/>
                <a:gd name="connsiteY26" fmla="*/ 29276 h 60614"/>
                <a:gd name="connsiteX27" fmla="*/ 3219 w 56766"/>
                <a:gd name="connsiteY27" fmla="*/ 29276 h 60614"/>
                <a:gd name="connsiteX28" fmla="*/ 0 w 56766"/>
                <a:gd name="connsiteY28" fmla="*/ 32496 h 60614"/>
                <a:gd name="connsiteX29" fmla="*/ 3219 w 56766"/>
                <a:gd name="connsiteY29" fmla="*/ 35715 h 60614"/>
                <a:gd name="connsiteX30" fmla="*/ 22284 w 56766"/>
                <a:gd name="connsiteY30" fmla="*/ 35715 h 60614"/>
                <a:gd name="connsiteX31" fmla="*/ 25503 w 56766"/>
                <a:gd name="connsiteY31" fmla="*/ 32496 h 60614"/>
                <a:gd name="connsiteX32" fmla="*/ 22284 w 56766"/>
                <a:gd name="connsiteY32" fmla="*/ 29276 h 60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6766" h="60614">
                  <a:moveTo>
                    <a:pt x="48718" y="10815"/>
                  </a:moveTo>
                  <a:cubicBezTo>
                    <a:pt x="49606" y="10815"/>
                    <a:pt x="50328" y="11537"/>
                    <a:pt x="50328" y="12425"/>
                  </a:cubicBezTo>
                  <a:lnTo>
                    <a:pt x="50328" y="54176"/>
                  </a:lnTo>
                  <a:lnTo>
                    <a:pt x="37048" y="54176"/>
                  </a:lnTo>
                  <a:lnTo>
                    <a:pt x="37048" y="10815"/>
                  </a:lnTo>
                  <a:lnTo>
                    <a:pt x="48718" y="10815"/>
                  </a:lnTo>
                  <a:moveTo>
                    <a:pt x="48718" y="4376"/>
                  </a:moveTo>
                  <a:lnTo>
                    <a:pt x="30609" y="4376"/>
                  </a:lnTo>
                  <a:lnTo>
                    <a:pt x="30609" y="60615"/>
                  </a:lnTo>
                  <a:lnTo>
                    <a:pt x="56767" y="60615"/>
                  </a:lnTo>
                  <a:lnTo>
                    <a:pt x="56767" y="12425"/>
                  </a:lnTo>
                  <a:cubicBezTo>
                    <a:pt x="56767" y="7980"/>
                    <a:pt x="53163" y="4376"/>
                    <a:pt x="48718" y="4376"/>
                  </a:cubicBezTo>
                  <a:close/>
                  <a:moveTo>
                    <a:pt x="22284" y="0"/>
                  </a:moveTo>
                  <a:lnTo>
                    <a:pt x="3219" y="0"/>
                  </a:lnTo>
                  <a:cubicBezTo>
                    <a:pt x="1442" y="0"/>
                    <a:pt x="0" y="1442"/>
                    <a:pt x="0" y="3219"/>
                  </a:cubicBezTo>
                  <a:cubicBezTo>
                    <a:pt x="0" y="4997"/>
                    <a:pt x="1442" y="6439"/>
                    <a:pt x="3219" y="6439"/>
                  </a:cubicBezTo>
                  <a:lnTo>
                    <a:pt x="22284" y="6439"/>
                  </a:lnTo>
                  <a:cubicBezTo>
                    <a:pt x="24062" y="6439"/>
                    <a:pt x="25503" y="4997"/>
                    <a:pt x="25503" y="3219"/>
                  </a:cubicBezTo>
                  <a:cubicBezTo>
                    <a:pt x="25503" y="1442"/>
                    <a:pt x="24062" y="0"/>
                    <a:pt x="22284" y="0"/>
                  </a:cubicBezTo>
                  <a:close/>
                  <a:moveTo>
                    <a:pt x="22284" y="14638"/>
                  </a:moveTo>
                  <a:lnTo>
                    <a:pt x="3219" y="14638"/>
                  </a:lnTo>
                  <a:cubicBezTo>
                    <a:pt x="1442" y="14638"/>
                    <a:pt x="0" y="16080"/>
                    <a:pt x="0" y="17857"/>
                  </a:cubicBezTo>
                  <a:cubicBezTo>
                    <a:pt x="0" y="19635"/>
                    <a:pt x="1442" y="21077"/>
                    <a:pt x="3219" y="21077"/>
                  </a:cubicBezTo>
                  <a:lnTo>
                    <a:pt x="22284" y="21077"/>
                  </a:lnTo>
                  <a:cubicBezTo>
                    <a:pt x="24062" y="21077"/>
                    <a:pt x="25503" y="19635"/>
                    <a:pt x="25503" y="17857"/>
                  </a:cubicBezTo>
                  <a:cubicBezTo>
                    <a:pt x="25503" y="16080"/>
                    <a:pt x="24062" y="14638"/>
                    <a:pt x="22284" y="14638"/>
                  </a:cubicBezTo>
                  <a:close/>
                  <a:moveTo>
                    <a:pt x="22284" y="29276"/>
                  </a:moveTo>
                  <a:lnTo>
                    <a:pt x="3219" y="29276"/>
                  </a:lnTo>
                  <a:cubicBezTo>
                    <a:pt x="1442" y="29276"/>
                    <a:pt x="0" y="30718"/>
                    <a:pt x="0" y="32496"/>
                  </a:cubicBezTo>
                  <a:cubicBezTo>
                    <a:pt x="0" y="34273"/>
                    <a:pt x="1442" y="35715"/>
                    <a:pt x="3219" y="35715"/>
                  </a:cubicBezTo>
                  <a:lnTo>
                    <a:pt x="22284" y="35715"/>
                  </a:lnTo>
                  <a:cubicBezTo>
                    <a:pt x="24062" y="35715"/>
                    <a:pt x="25503" y="34273"/>
                    <a:pt x="25503" y="32496"/>
                  </a:cubicBezTo>
                  <a:cubicBezTo>
                    <a:pt x="25503" y="30718"/>
                    <a:pt x="24062" y="29276"/>
                    <a:pt x="22284" y="29276"/>
                  </a:cubicBezTo>
                  <a:close/>
                </a:path>
              </a:pathLst>
            </a:custGeom>
            <a:solidFill>
              <a:schemeClr val="tx1"/>
            </a:solidFill>
            <a:ln w="93" cap="flat">
              <a:noFill/>
              <a:prstDash val="solid"/>
              <a:miter/>
            </a:ln>
          </p:spPr>
          <p:txBody>
            <a:bodyPr rtlCol="0" anchor="ctr"/>
            <a:lstStyle/>
            <a:p>
              <a:endParaRPr lang="zh-CN" altLang="en-US"/>
            </a:p>
          </p:txBody>
        </p:sp>
      </p:grpSp>
      <p:sp>
        <p:nvSpPr>
          <p:cNvPr id="2097" name="图形 2095">
            <a:extLst>
              <a:ext uri="{FF2B5EF4-FFF2-40B4-BE49-F238E27FC236}">
                <a16:creationId xmlns:a16="http://schemas.microsoft.com/office/drawing/2014/main" id="{3ED78C33-2B10-5A1C-8907-279A5D1B1A5A}"/>
              </a:ext>
            </a:extLst>
          </p:cNvPr>
          <p:cNvSpPr/>
          <p:nvPr/>
        </p:nvSpPr>
        <p:spPr>
          <a:xfrm>
            <a:off x="7453967" y="4879856"/>
            <a:ext cx="90613" cy="90608"/>
          </a:xfrm>
          <a:custGeom>
            <a:avLst/>
            <a:gdLst>
              <a:gd name="connsiteX0" fmla="*/ 23294 w 112266"/>
              <a:gd name="connsiteY0" fmla="*/ 87565 h 112260"/>
              <a:gd name="connsiteX1" fmla="*/ 56037 w 112266"/>
              <a:gd name="connsiteY1" fmla="*/ 102449 h 112260"/>
              <a:gd name="connsiteX2" fmla="*/ 88781 w 112266"/>
              <a:gd name="connsiteY2" fmla="*/ 87565 h 112260"/>
              <a:gd name="connsiteX3" fmla="*/ 88781 w 112266"/>
              <a:gd name="connsiteY3" fmla="*/ 24697 h 112260"/>
              <a:gd name="connsiteX4" fmla="*/ 56037 w 112266"/>
              <a:gd name="connsiteY4" fmla="*/ 9812 h 112260"/>
              <a:gd name="connsiteX5" fmla="*/ 23294 w 112266"/>
              <a:gd name="connsiteY5" fmla="*/ 24697 h 112260"/>
              <a:gd name="connsiteX6" fmla="*/ 23294 w 112266"/>
              <a:gd name="connsiteY6" fmla="*/ 87565 h 112260"/>
              <a:gd name="connsiteX7" fmla="*/ 13938 w 112266"/>
              <a:gd name="connsiteY7" fmla="*/ 83308 h 112260"/>
              <a:gd name="connsiteX8" fmla="*/ 13938 w 112266"/>
              <a:gd name="connsiteY8" fmla="*/ 28953 h 112260"/>
              <a:gd name="connsiteX9" fmla="*/ 6520 w 112266"/>
              <a:gd name="connsiteY9" fmla="*/ 32321 h 112260"/>
              <a:gd name="connsiteX10" fmla="*/ 378 w 112266"/>
              <a:gd name="connsiteY10" fmla="*/ 29862 h 112260"/>
              <a:gd name="connsiteX11" fmla="*/ 2647 w 112266"/>
              <a:gd name="connsiteY11" fmla="*/ 23808 h 112260"/>
              <a:gd name="connsiteX12" fmla="*/ 54101 w 112266"/>
              <a:gd name="connsiteY12" fmla="*/ 420 h 112260"/>
              <a:gd name="connsiteX13" fmla="*/ 57974 w 112266"/>
              <a:gd name="connsiteY13" fmla="*/ 420 h 112260"/>
              <a:gd name="connsiteX14" fmla="*/ 109428 w 112266"/>
              <a:gd name="connsiteY14" fmla="*/ 23808 h 112260"/>
              <a:gd name="connsiteX15" fmla="*/ 111887 w 112266"/>
              <a:gd name="connsiteY15" fmla="*/ 29949 h 112260"/>
              <a:gd name="connsiteX16" fmla="*/ 105746 w 112266"/>
              <a:gd name="connsiteY16" fmla="*/ 32408 h 112260"/>
              <a:gd name="connsiteX17" fmla="*/ 105555 w 112266"/>
              <a:gd name="connsiteY17" fmla="*/ 32321 h 112260"/>
              <a:gd name="connsiteX18" fmla="*/ 98141 w 112266"/>
              <a:gd name="connsiteY18" fmla="*/ 28953 h 112260"/>
              <a:gd name="connsiteX19" fmla="*/ 98141 w 112266"/>
              <a:gd name="connsiteY19" fmla="*/ 83308 h 112260"/>
              <a:gd name="connsiteX20" fmla="*/ 105560 w 112266"/>
              <a:gd name="connsiteY20" fmla="*/ 79940 h 112260"/>
              <a:gd name="connsiteX21" fmla="*/ 111680 w 112266"/>
              <a:gd name="connsiteY21" fmla="*/ 82450 h 112260"/>
              <a:gd name="connsiteX22" fmla="*/ 109428 w 112266"/>
              <a:gd name="connsiteY22" fmla="*/ 88453 h 112260"/>
              <a:gd name="connsiteX23" fmla="*/ 57974 w 112266"/>
              <a:gd name="connsiteY23" fmla="*/ 111842 h 112260"/>
              <a:gd name="connsiteX24" fmla="*/ 54106 w 112266"/>
              <a:gd name="connsiteY24" fmla="*/ 111842 h 112260"/>
              <a:gd name="connsiteX25" fmla="*/ 2651 w 112266"/>
              <a:gd name="connsiteY25" fmla="*/ 88453 h 112260"/>
              <a:gd name="connsiteX26" fmla="*/ 516 w 112266"/>
              <a:gd name="connsiteY26" fmla="*/ 82192 h 112260"/>
              <a:gd name="connsiteX27" fmla="*/ 6520 w 112266"/>
              <a:gd name="connsiteY27" fmla="*/ 79940 h 112260"/>
              <a:gd name="connsiteX28" fmla="*/ 13943 w 112266"/>
              <a:gd name="connsiteY28" fmla="*/ 83308 h 112260"/>
              <a:gd name="connsiteX29" fmla="*/ 65739 w 112266"/>
              <a:gd name="connsiteY29" fmla="*/ 51453 h 112260"/>
              <a:gd name="connsiteX30" fmla="*/ 75707 w 112266"/>
              <a:gd name="connsiteY30" fmla="*/ 51453 h 112260"/>
              <a:gd name="connsiteX31" fmla="*/ 75707 w 112266"/>
              <a:gd name="connsiteY31" fmla="*/ 60808 h 112260"/>
              <a:gd name="connsiteX32" fmla="*/ 61674 w 112266"/>
              <a:gd name="connsiteY32" fmla="*/ 60808 h 112260"/>
              <a:gd name="connsiteX33" fmla="*/ 61674 w 112266"/>
              <a:gd name="connsiteY33" fmla="*/ 65486 h 112260"/>
              <a:gd name="connsiteX34" fmla="*/ 75707 w 112266"/>
              <a:gd name="connsiteY34" fmla="*/ 65486 h 112260"/>
              <a:gd name="connsiteX35" fmla="*/ 75707 w 112266"/>
              <a:gd name="connsiteY35" fmla="*/ 74841 h 112260"/>
              <a:gd name="connsiteX36" fmla="*/ 61674 w 112266"/>
              <a:gd name="connsiteY36" fmla="*/ 74841 h 112260"/>
              <a:gd name="connsiteX37" fmla="*/ 61674 w 112266"/>
              <a:gd name="connsiteY37" fmla="*/ 84197 h 112260"/>
              <a:gd name="connsiteX38" fmla="*/ 52319 w 112266"/>
              <a:gd name="connsiteY38" fmla="*/ 84197 h 112260"/>
              <a:gd name="connsiteX39" fmla="*/ 52319 w 112266"/>
              <a:gd name="connsiteY39" fmla="*/ 74841 h 112260"/>
              <a:gd name="connsiteX40" fmla="*/ 38286 w 112266"/>
              <a:gd name="connsiteY40" fmla="*/ 74841 h 112260"/>
              <a:gd name="connsiteX41" fmla="*/ 38286 w 112266"/>
              <a:gd name="connsiteY41" fmla="*/ 65486 h 112260"/>
              <a:gd name="connsiteX42" fmla="*/ 52319 w 112266"/>
              <a:gd name="connsiteY42" fmla="*/ 65486 h 112260"/>
              <a:gd name="connsiteX43" fmla="*/ 52319 w 112266"/>
              <a:gd name="connsiteY43" fmla="*/ 60808 h 112260"/>
              <a:gd name="connsiteX44" fmla="*/ 38286 w 112266"/>
              <a:gd name="connsiteY44" fmla="*/ 60808 h 112260"/>
              <a:gd name="connsiteX45" fmla="*/ 38286 w 112266"/>
              <a:gd name="connsiteY45" fmla="*/ 51453 h 112260"/>
              <a:gd name="connsiteX46" fmla="*/ 48258 w 112266"/>
              <a:gd name="connsiteY46" fmla="*/ 51453 h 112260"/>
              <a:gd name="connsiteX47" fmla="*/ 32658 w 112266"/>
              <a:gd name="connsiteY47" fmla="*/ 28065 h 112260"/>
              <a:gd name="connsiteX48" fmla="*/ 43904 w 112266"/>
              <a:gd name="connsiteY48" fmla="*/ 28065 h 112260"/>
              <a:gd name="connsiteX49" fmla="*/ 56992 w 112266"/>
              <a:gd name="connsiteY49" fmla="*/ 47697 h 112260"/>
              <a:gd name="connsiteX50" fmla="*/ 70080 w 112266"/>
              <a:gd name="connsiteY50" fmla="*/ 28065 h 112260"/>
              <a:gd name="connsiteX51" fmla="*/ 81325 w 112266"/>
              <a:gd name="connsiteY51" fmla="*/ 28065 h 112260"/>
              <a:gd name="connsiteX52" fmla="*/ 65734 w 112266"/>
              <a:gd name="connsiteY52" fmla="*/ 51453 h 112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12266" h="112260">
                <a:moveTo>
                  <a:pt x="23294" y="87565"/>
                </a:moveTo>
                <a:lnTo>
                  <a:pt x="56037" y="102449"/>
                </a:lnTo>
                <a:lnTo>
                  <a:pt x="88781" y="87565"/>
                </a:lnTo>
                <a:lnTo>
                  <a:pt x="88781" y="24697"/>
                </a:lnTo>
                <a:lnTo>
                  <a:pt x="56037" y="9812"/>
                </a:lnTo>
                <a:lnTo>
                  <a:pt x="23294" y="24697"/>
                </a:lnTo>
                <a:lnTo>
                  <a:pt x="23294" y="87565"/>
                </a:lnTo>
                <a:close/>
                <a:moveTo>
                  <a:pt x="13938" y="83308"/>
                </a:moveTo>
                <a:lnTo>
                  <a:pt x="13938" y="28953"/>
                </a:lnTo>
                <a:lnTo>
                  <a:pt x="6520" y="32321"/>
                </a:lnTo>
                <a:cubicBezTo>
                  <a:pt x="4145" y="33338"/>
                  <a:pt x="1395" y="32237"/>
                  <a:pt x="378" y="29862"/>
                </a:cubicBezTo>
                <a:cubicBezTo>
                  <a:pt x="-606" y="27562"/>
                  <a:pt x="393" y="24895"/>
                  <a:pt x="2647" y="23808"/>
                </a:cubicBezTo>
                <a:lnTo>
                  <a:pt x="54101" y="420"/>
                </a:lnTo>
                <a:cubicBezTo>
                  <a:pt x="55331" y="-140"/>
                  <a:pt x="56744" y="-140"/>
                  <a:pt x="57974" y="420"/>
                </a:cubicBezTo>
                <a:lnTo>
                  <a:pt x="109428" y="23808"/>
                </a:lnTo>
                <a:cubicBezTo>
                  <a:pt x="111803" y="24825"/>
                  <a:pt x="112904" y="27574"/>
                  <a:pt x="111887" y="29949"/>
                </a:cubicBezTo>
                <a:cubicBezTo>
                  <a:pt x="110871" y="32324"/>
                  <a:pt x="108121" y="33425"/>
                  <a:pt x="105746" y="32408"/>
                </a:cubicBezTo>
                <a:cubicBezTo>
                  <a:pt x="105682" y="32381"/>
                  <a:pt x="105618" y="32352"/>
                  <a:pt x="105555" y="32321"/>
                </a:cubicBezTo>
                <a:lnTo>
                  <a:pt x="98141" y="28953"/>
                </a:lnTo>
                <a:lnTo>
                  <a:pt x="98141" y="83308"/>
                </a:lnTo>
                <a:lnTo>
                  <a:pt x="105560" y="79940"/>
                </a:lnTo>
                <a:cubicBezTo>
                  <a:pt x="107943" y="78943"/>
                  <a:pt x="110683" y="80067"/>
                  <a:pt x="111680" y="82450"/>
                </a:cubicBezTo>
                <a:cubicBezTo>
                  <a:pt x="112635" y="84732"/>
                  <a:pt x="111648" y="87362"/>
                  <a:pt x="109428" y="88453"/>
                </a:cubicBezTo>
                <a:lnTo>
                  <a:pt x="57974" y="111842"/>
                </a:lnTo>
                <a:cubicBezTo>
                  <a:pt x="56745" y="112400"/>
                  <a:pt x="55335" y="112400"/>
                  <a:pt x="54106" y="111842"/>
                </a:cubicBezTo>
                <a:lnTo>
                  <a:pt x="2651" y="88453"/>
                </a:lnTo>
                <a:cubicBezTo>
                  <a:pt x="333" y="87314"/>
                  <a:pt x="-623" y="84511"/>
                  <a:pt x="516" y="82192"/>
                </a:cubicBezTo>
                <a:cubicBezTo>
                  <a:pt x="1607" y="79972"/>
                  <a:pt x="4238" y="78986"/>
                  <a:pt x="6520" y="79940"/>
                </a:cubicBezTo>
                <a:lnTo>
                  <a:pt x="13943" y="83308"/>
                </a:lnTo>
                <a:close/>
                <a:moveTo>
                  <a:pt x="65739" y="51453"/>
                </a:moveTo>
                <a:lnTo>
                  <a:pt x="75707" y="51453"/>
                </a:lnTo>
                <a:lnTo>
                  <a:pt x="75707" y="60808"/>
                </a:lnTo>
                <a:lnTo>
                  <a:pt x="61674" y="60808"/>
                </a:lnTo>
                <a:lnTo>
                  <a:pt x="61674" y="65486"/>
                </a:lnTo>
                <a:lnTo>
                  <a:pt x="75707" y="65486"/>
                </a:lnTo>
                <a:lnTo>
                  <a:pt x="75707" y="74841"/>
                </a:lnTo>
                <a:lnTo>
                  <a:pt x="61674" y="74841"/>
                </a:lnTo>
                <a:lnTo>
                  <a:pt x="61674" y="84197"/>
                </a:lnTo>
                <a:lnTo>
                  <a:pt x="52319" y="84197"/>
                </a:lnTo>
                <a:lnTo>
                  <a:pt x="52319" y="74841"/>
                </a:lnTo>
                <a:lnTo>
                  <a:pt x="38286" y="74841"/>
                </a:lnTo>
                <a:lnTo>
                  <a:pt x="38286" y="65486"/>
                </a:lnTo>
                <a:lnTo>
                  <a:pt x="52319" y="65486"/>
                </a:lnTo>
                <a:lnTo>
                  <a:pt x="52319" y="60808"/>
                </a:lnTo>
                <a:lnTo>
                  <a:pt x="38286" y="60808"/>
                </a:lnTo>
                <a:lnTo>
                  <a:pt x="38286" y="51453"/>
                </a:lnTo>
                <a:lnTo>
                  <a:pt x="48258" y="51453"/>
                </a:lnTo>
                <a:lnTo>
                  <a:pt x="32658" y="28065"/>
                </a:lnTo>
                <a:lnTo>
                  <a:pt x="43904" y="28065"/>
                </a:lnTo>
                <a:lnTo>
                  <a:pt x="56992" y="47697"/>
                </a:lnTo>
                <a:lnTo>
                  <a:pt x="70080" y="28065"/>
                </a:lnTo>
                <a:lnTo>
                  <a:pt x="81325" y="28065"/>
                </a:lnTo>
                <a:lnTo>
                  <a:pt x="65734" y="51453"/>
                </a:lnTo>
                <a:close/>
              </a:path>
            </a:pathLst>
          </a:custGeom>
          <a:solidFill>
            <a:schemeClr val="tx1"/>
          </a:solidFill>
          <a:ln w="102" cap="flat">
            <a:noFill/>
            <a:prstDash val="solid"/>
            <a:miter/>
          </a:ln>
        </p:spPr>
        <p:txBody>
          <a:bodyPr rtlCol="0" anchor="ctr"/>
          <a:lstStyle/>
          <a:p>
            <a:endParaRPr lang="zh-CN" altLang="en-US"/>
          </a:p>
        </p:txBody>
      </p:sp>
      <p:grpSp>
        <p:nvGrpSpPr>
          <p:cNvPr id="2103" name="组合 2102">
            <a:extLst>
              <a:ext uri="{FF2B5EF4-FFF2-40B4-BE49-F238E27FC236}">
                <a16:creationId xmlns:a16="http://schemas.microsoft.com/office/drawing/2014/main" id="{6EE41C39-DA76-21ED-91DE-E5B640D2B87F}"/>
              </a:ext>
            </a:extLst>
          </p:cNvPr>
          <p:cNvGrpSpPr/>
          <p:nvPr/>
        </p:nvGrpSpPr>
        <p:grpSpPr>
          <a:xfrm>
            <a:off x="8784205" y="4869424"/>
            <a:ext cx="109080" cy="109080"/>
            <a:chOff x="8673793" y="4495675"/>
            <a:chExt cx="275719" cy="275719"/>
          </a:xfrm>
        </p:grpSpPr>
        <p:sp>
          <p:nvSpPr>
            <p:cNvPr id="2101" name="任意多边形: 形状 2100">
              <a:extLst>
                <a:ext uri="{FF2B5EF4-FFF2-40B4-BE49-F238E27FC236}">
                  <a16:creationId xmlns:a16="http://schemas.microsoft.com/office/drawing/2014/main" id="{E4396C9B-C1A9-B2EC-DA3E-6FA0D2607647}"/>
                </a:ext>
              </a:extLst>
            </p:cNvPr>
            <p:cNvSpPr/>
            <p:nvPr/>
          </p:nvSpPr>
          <p:spPr>
            <a:xfrm>
              <a:off x="8673793" y="4495675"/>
              <a:ext cx="275719" cy="275719"/>
            </a:xfrm>
            <a:custGeom>
              <a:avLst/>
              <a:gdLst>
                <a:gd name="connsiteX0" fmla="*/ 137860 w 275719"/>
                <a:gd name="connsiteY0" fmla="*/ 275719 h 275719"/>
                <a:gd name="connsiteX1" fmla="*/ 0 w 275719"/>
                <a:gd name="connsiteY1" fmla="*/ 137860 h 275719"/>
                <a:gd name="connsiteX2" fmla="*/ 137860 w 275719"/>
                <a:gd name="connsiteY2" fmla="*/ 0 h 275719"/>
                <a:gd name="connsiteX3" fmla="*/ 275719 w 275719"/>
                <a:gd name="connsiteY3" fmla="*/ 137860 h 275719"/>
                <a:gd name="connsiteX4" fmla="*/ 137860 w 275719"/>
                <a:gd name="connsiteY4" fmla="*/ 275719 h 275719"/>
                <a:gd name="connsiteX5" fmla="*/ 137860 w 275719"/>
                <a:gd name="connsiteY5" fmla="*/ 14139 h 275719"/>
                <a:gd name="connsiteX6" fmla="*/ 14139 w 275719"/>
                <a:gd name="connsiteY6" fmla="*/ 137860 h 275719"/>
                <a:gd name="connsiteX7" fmla="*/ 137860 w 275719"/>
                <a:gd name="connsiteY7" fmla="*/ 261580 h 275719"/>
                <a:gd name="connsiteX8" fmla="*/ 261580 w 275719"/>
                <a:gd name="connsiteY8" fmla="*/ 137860 h 275719"/>
                <a:gd name="connsiteX9" fmla="*/ 137860 w 275719"/>
                <a:gd name="connsiteY9" fmla="*/ 14139 h 27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719" h="275719">
                  <a:moveTo>
                    <a:pt x="137860" y="275719"/>
                  </a:moveTo>
                  <a:cubicBezTo>
                    <a:pt x="61722" y="275719"/>
                    <a:pt x="0" y="213997"/>
                    <a:pt x="0" y="137860"/>
                  </a:cubicBezTo>
                  <a:cubicBezTo>
                    <a:pt x="0" y="61722"/>
                    <a:pt x="61722" y="0"/>
                    <a:pt x="137860" y="0"/>
                  </a:cubicBezTo>
                  <a:cubicBezTo>
                    <a:pt x="213997" y="0"/>
                    <a:pt x="275719" y="61722"/>
                    <a:pt x="275719" y="137860"/>
                  </a:cubicBezTo>
                  <a:cubicBezTo>
                    <a:pt x="275602" y="213949"/>
                    <a:pt x="213949" y="275602"/>
                    <a:pt x="137860" y="275719"/>
                  </a:cubicBezTo>
                  <a:close/>
                  <a:moveTo>
                    <a:pt x="137860" y="14139"/>
                  </a:moveTo>
                  <a:cubicBezTo>
                    <a:pt x="69531" y="14139"/>
                    <a:pt x="14139" y="69531"/>
                    <a:pt x="14139" y="137860"/>
                  </a:cubicBezTo>
                  <a:cubicBezTo>
                    <a:pt x="14139" y="206188"/>
                    <a:pt x="69531" y="261580"/>
                    <a:pt x="137860" y="261580"/>
                  </a:cubicBezTo>
                  <a:cubicBezTo>
                    <a:pt x="206188" y="261580"/>
                    <a:pt x="261580" y="206188"/>
                    <a:pt x="261580" y="137860"/>
                  </a:cubicBezTo>
                  <a:cubicBezTo>
                    <a:pt x="261502" y="69563"/>
                    <a:pt x="206156" y="14217"/>
                    <a:pt x="137860" y="14139"/>
                  </a:cubicBezTo>
                  <a:close/>
                </a:path>
              </a:pathLst>
            </a:custGeom>
            <a:solidFill>
              <a:schemeClr val="tx1"/>
            </a:solidFill>
            <a:ln w="260" cap="flat">
              <a:noFill/>
              <a:prstDash val="solid"/>
              <a:miter/>
            </a:ln>
          </p:spPr>
          <p:txBody>
            <a:bodyPr rtlCol="0" anchor="ctr"/>
            <a:lstStyle/>
            <a:p>
              <a:endParaRPr lang="zh-CN" altLang="en-US"/>
            </a:p>
          </p:txBody>
        </p:sp>
        <p:sp>
          <p:nvSpPr>
            <p:cNvPr id="2102" name="任意多边形: 形状 2101">
              <a:extLst>
                <a:ext uri="{FF2B5EF4-FFF2-40B4-BE49-F238E27FC236}">
                  <a16:creationId xmlns:a16="http://schemas.microsoft.com/office/drawing/2014/main" id="{6315B4F3-8ADF-C4DD-1416-ED6E47CFAE6C}"/>
                </a:ext>
              </a:extLst>
            </p:cNvPr>
            <p:cNvSpPr/>
            <p:nvPr/>
          </p:nvSpPr>
          <p:spPr>
            <a:xfrm>
              <a:off x="8772698" y="4569200"/>
              <a:ext cx="78051" cy="142680"/>
            </a:xfrm>
            <a:custGeom>
              <a:avLst/>
              <a:gdLst>
                <a:gd name="connsiteX0" fmla="*/ 76777 w 78051"/>
                <a:gd name="connsiteY0" fmla="*/ 50478 h 142680"/>
                <a:gd name="connsiteX1" fmla="*/ 71121 w 78051"/>
                <a:gd name="connsiteY1" fmla="*/ 47296 h 142680"/>
                <a:gd name="connsiteX2" fmla="*/ 51114 w 78051"/>
                <a:gd name="connsiteY2" fmla="*/ 47296 h 142680"/>
                <a:gd name="connsiteX3" fmla="*/ 74303 w 78051"/>
                <a:gd name="connsiteY3" fmla="*/ 9968 h 142680"/>
                <a:gd name="connsiteX4" fmla="*/ 74303 w 78051"/>
                <a:gd name="connsiteY4" fmla="*/ 3393 h 142680"/>
                <a:gd name="connsiteX5" fmla="*/ 68647 w 78051"/>
                <a:gd name="connsiteY5" fmla="*/ 0 h 142680"/>
                <a:gd name="connsiteX6" fmla="*/ 19795 w 78051"/>
                <a:gd name="connsiteY6" fmla="*/ 0 h 142680"/>
                <a:gd name="connsiteX7" fmla="*/ 13432 w 78051"/>
                <a:gd name="connsiteY7" fmla="*/ 5373 h 142680"/>
                <a:gd name="connsiteX8" fmla="*/ 71 w 78051"/>
                <a:gd name="connsiteY8" fmla="*/ 74939 h 142680"/>
                <a:gd name="connsiteX9" fmla="*/ 5555 w 78051"/>
                <a:gd name="connsiteY9" fmla="*/ 82324 h 142680"/>
                <a:gd name="connsiteX10" fmla="*/ 7140 w 78051"/>
                <a:gd name="connsiteY10" fmla="*/ 82362 h 142680"/>
                <a:gd name="connsiteX11" fmla="*/ 25734 w 78051"/>
                <a:gd name="connsiteY11" fmla="*/ 82362 h 142680"/>
                <a:gd name="connsiteX12" fmla="*/ 19442 w 78051"/>
                <a:gd name="connsiteY12" fmla="*/ 135527 h 142680"/>
                <a:gd name="connsiteX13" fmla="*/ 25412 w 78051"/>
                <a:gd name="connsiteY13" fmla="*/ 142655 h 142680"/>
                <a:gd name="connsiteX14" fmla="*/ 31672 w 78051"/>
                <a:gd name="connsiteY14" fmla="*/ 139415 h 142680"/>
                <a:gd name="connsiteX15" fmla="*/ 77201 w 78051"/>
                <a:gd name="connsiteY15" fmla="*/ 56982 h 142680"/>
                <a:gd name="connsiteX16" fmla="*/ 77201 w 78051"/>
                <a:gd name="connsiteY16" fmla="*/ 50478 h 142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8051" h="142680">
                  <a:moveTo>
                    <a:pt x="76777" y="50478"/>
                  </a:moveTo>
                  <a:cubicBezTo>
                    <a:pt x="75583" y="48496"/>
                    <a:pt x="73435" y="47288"/>
                    <a:pt x="71121" y="47296"/>
                  </a:cubicBezTo>
                  <a:lnTo>
                    <a:pt x="51114" y="47296"/>
                  </a:lnTo>
                  <a:lnTo>
                    <a:pt x="74303" y="9968"/>
                  </a:lnTo>
                  <a:cubicBezTo>
                    <a:pt x="75539" y="7951"/>
                    <a:pt x="75539" y="5411"/>
                    <a:pt x="74303" y="3393"/>
                  </a:cubicBezTo>
                  <a:cubicBezTo>
                    <a:pt x="73162" y="1330"/>
                    <a:pt x="71004" y="35"/>
                    <a:pt x="68647" y="0"/>
                  </a:cubicBezTo>
                  <a:lnTo>
                    <a:pt x="19795" y="0"/>
                  </a:lnTo>
                  <a:cubicBezTo>
                    <a:pt x="16655" y="20"/>
                    <a:pt x="13978" y="2281"/>
                    <a:pt x="13432" y="5373"/>
                  </a:cubicBezTo>
                  <a:lnTo>
                    <a:pt x="71" y="74939"/>
                  </a:lnTo>
                  <a:cubicBezTo>
                    <a:pt x="-454" y="78493"/>
                    <a:pt x="2001" y="81799"/>
                    <a:pt x="5555" y="82324"/>
                  </a:cubicBezTo>
                  <a:cubicBezTo>
                    <a:pt x="6080" y="82401"/>
                    <a:pt x="6612" y="82414"/>
                    <a:pt x="7140" y="82362"/>
                  </a:cubicBezTo>
                  <a:lnTo>
                    <a:pt x="25734" y="82362"/>
                  </a:lnTo>
                  <a:lnTo>
                    <a:pt x="19442" y="135527"/>
                  </a:lnTo>
                  <a:cubicBezTo>
                    <a:pt x="19122" y="139144"/>
                    <a:pt x="21795" y="142335"/>
                    <a:pt x="25412" y="142655"/>
                  </a:cubicBezTo>
                  <a:cubicBezTo>
                    <a:pt x="27950" y="142879"/>
                    <a:pt x="30390" y="141617"/>
                    <a:pt x="31672" y="139415"/>
                  </a:cubicBezTo>
                  <a:lnTo>
                    <a:pt x="77201" y="56982"/>
                  </a:lnTo>
                  <a:cubicBezTo>
                    <a:pt x="78335" y="54962"/>
                    <a:pt x="78335" y="52498"/>
                    <a:pt x="77201" y="50478"/>
                  </a:cubicBezTo>
                  <a:close/>
                </a:path>
              </a:pathLst>
            </a:custGeom>
            <a:solidFill>
              <a:schemeClr val="tx1"/>
            </a:solidFill>
            <a:ln w="260" cap="flat">
              <a:noFill/>
              <a:prstDash val="solid"/>
              <a:miter/>
            </a:ln>
          </p:spPr>
          <p:txBody>
            <a:bodyPr rtlCol="0" anchor="ctr"/>
            <a:lstStyle/>
            <a:p>
              <a:endParaRPr lang="zh-CN" altLang="en-US"/>
            </a:p>
          </p:txBody>
        </p:sp>
      </p:grpSp>
      <p:sp>
        <p:nvSpPr>
          <p:cNvPr id="2106" name="图形 2104">
            <a:extLst>
              <a:ext uri="{FF2B5EF4-FFF2-40B4-BE49-F238E27FC236}">
                <a16:creationId xmlns:a16="http://schemas.microsoft.com/office/drawing/2014/main" id="{19017424-B613-0293-92AC-56C5EF9856D1}"/>
              </a:ext>
            </a:extLst>
          </p:cNvPr>
          <p:cNvSpPr/>
          <p:nvPr/>
        </p:nvSpPr>
        <p:spPr>
          <a:xfrm>
            <a:off x="10127744" y="4864372"/>
            <a:ext cx="109912" cy="103304"/>
          </a:xfrm>
          <a:custGeom>
            <a:avLst/>
            <a:gdLst>
              <a:gd name="connsiteX0" fmla="*/ 254903 w 262475"/>
              <a:gd name="connsiteY0" fmla="*/ 142743 h 246695"/>
              <a:gd name="connsiteX1" fmla="*/ 222089 w 262475"/>
              <a:gd name="connsiteY1" fmla="*/ 142743 h 246695"/>
              <a:gd name="connsiteX2" fmla="*/ 222089 w 262475"/>
              <a:gd name="connsiteY2" fmla="*/ 136887 h 246695"/>
              <a:gd name="connsiteX3" fmla="*/ 221613 w 262475"/>
              <a:gd name="connsiteY3" fmla="*/ 127172 h 246695"/>
              <a:gd name="connsiteX4" fmla="*/ 254943 w 262475"/>
              <a:gd name="connsiteY4" fmla="*/ 127172 h 246695"/>
              <a:gd name="connsiteX5" fmla="*/ 262471 w 262475"/>
              <a:gd name="connsiteY5" fmla="*/ 135213 h 246695"/>
              <a:gd name="connsiteX6" fmla="*/ 254903 w 262475"/>
              <a:gd name="connsiteY6" fmla="*/ 142743 h 246695"/>
              <a:gd name="connsiteX7" fmla="*/ 200731 w 262475"/>
              <a:gd name="connsiteY7" fmla="*/ 77107 h 246695"/>
              <a:gd name="connsiteX8" fmla="*/ 189913 w 262475"/>
              <a:gd name="connsiteY8" fmla="*/ 66035 h 246695"/>
              <a:gd name="connsiteX9" fmla="*/ 214176 w 262475"/>
              <a:gd name="connsiteY9" fmla="*/ 41064 h 246695"/>
              <a:gd name="connsiteX10" fmla="*/ 224722 w 262475"/>
              <a:gd name="connsiteY10" fmla="*/ 40832 h 246695"/>
              <a:gd name="connsiteX11" fmla="*/ 224955 w 262475"/>
              <a:gd name="connsiteY11" fmla="*/ 41064 h 246695"/>
              <a:gd name="connsiteX12" fmla="*/ 224955 w 262475"/>
              <a:gd name="connsiteY12" fmla="*/ 52176 h 246695"/>
              <a:gd name="connsiteX13" fmla="*/ 200731 w 262475"/>
              <a:gd name="connsiteY13" fmla="*/ 77107 h 246695"/>
              <a:gd name="connsiteX14" fmla="*/ 206935 w 262475"/>
              <a:gd name="connsiteY14" fmla="*/ 231082 h 246695"/>
              <a:gd name="connsiteX15" fmla="*/ 224596 w 262475"/>
              <a:gd name="connsiteY15" fmla="*/ 231082 h 246695"/>
              <a:gd name="connsiteX16" fmla="*/ 232142 w 262475"/>
              <a:gd name="connsiteY16" fmla="*/ 239134 h 246695"/>
              <a:gd name="connsiteX17" fmla="*/ 232142 w 262475"/>
              <a:gd name="connsiteY17" fmla="*/ 239135 h 246695"/>
              <a:gd name="connsiteX18" fmla="*/ 224596 w 262475"/>
              <a:gd name="connsiteY18" fmla="*/ 246696 h 246695"/>
              <a:gd name="connsiteX19" fmla="*/ 37858 w 262475"/>
              <a:gd name="connsiteY19" fmla="*/ 246696 h 246695"/>
              <a:gd name="connsiteX20" fmla="*/ 30312 w 262475"/>
              <a:gd name="connsiteY20" fmla="*/ 238638 h 246695"/>
              <a:gd name="connsiteX21" fmla="*/ 37858 w 262475"/>
              <a:gd name="connsiteY21" fmla="*/ 231082 h 246695"/>
              <a:gd name="connsiteX22" fmla="*/ 55518 w 262475"/>
              <a:gd name="connsiteY22" fmla="*/ 231082 h 246695"/>
              <a:gd name="connsiteX23" fmla="*/ 55518 w 262475"/>
              <a:gd name="connsiteY23" fmla="*/ 137526 h 246695"/>
              <a:gd name="connsiteX24" fmla="*/ 129193 w 262475"/>
              <a:gd name="connsiteY24" fmla="*/ 59639 h 246695"/>
              <a:gd name="connsiteX25" fmla="*/ 206975 w 262475"/>
              <a:gd name="connsiteY25" fmla="*/ 133415 h 246695"/>
              <a:gd name="connsiteX26" fmla="*/ 206975 w 262475"/>
              <a:gd name="connsiteY26" fmla="*/ 137526 h 246695"/>
              <a:gd name="connsiteX27" fmla="*/ 206935 w 262475"/>
              <a:gd name="connsiteY27" fmla="*/ 231082 h 246695"/>
              <a:gd name="connsiteX28" fmla="*/ 191821 w 262475"/>
              <a:gd name="connsiteY28" fmla="*/ 142743 h 246695"/>
              <a:gd name="connsiteX29" fmla="*/ 132948 w 262475"/>
              <a:gd name="connsiteY29" fmla="*/ 76755 h 246695"/>
              <a:gd name="connsiteX30" fmla="*/ 70672 w 262475"/>
              <a:gd name="connsiteY30" fmla="*/ 139340 h 246695"/>
              <a:gd name="connsiteX31" fmla="*/ 70672 w 262475"/>
              <a:gd name="connsiteY31" fmla="*/ 142743 h 246695"/>
              <a:gd name="connsiteX32" fmla="*/ 70672 w 262475"/>
              <a:gd name="connsiteY32" fmla="*/ 231082 h 246695"/>
              <a:gd name="connsiteX33" fmla="*/ 191821 w 262475"/>
              <a:gd name="connsiteY33" fmla="*/ 231082 h 246695"/>
              <a:gd name="connsiteX34" fmla="*/ 191821 w 262475"/>
              <a:gd name="connsiteY34" fmla="*/ 142743 h 246695"/>
              <a:gd name="connsiteX35" fmla="*/ 132560 w 262475"/>
              <a:gd name="connsiteY35" fmla="*/ 109526 h 246695"/>
              <a:gd name="connsiteX36" fmla="*/ 143148 w 262475"/>
              <a:gd name="connsiteY36" fmla="*/ 109376 h 246695"/>
              <a:gd name="connsiteX37" fmla="*/ 143298 w 262475"/>
              <a:gd name="connsiteY37" fmla="*/ 109526 h 246695"/>
              <a:gd name="connsiteX38" fmla="*/ 143298 w 262475"/>
              <a:gd name="connsiteY38" fmla="*/ 120598 h 246695"/>
              <a:gd name="connsiteX39" fmla="*/ 126831 w 262475"/>
              <a:gd name="connsiteY39" fmla="*/ 137526 h 246695"/>
              <a:gd name="connsiteX40" fmla="*/ 154037 w 262475"/>
              <a:gd name="connsiteY40" fmla="*/ 137526 h 246695"/>
              <a:gd name="connsiteX41" fmla="*/ 161594 w 262475"/>
              <a:gd name="connsiteY41" fmla="*/ 145284 h 246695"/>
              <a:gd name="connsiteX42" fmla="*/ 161594 w 262475"/>
              <a:gd name="connsiteY42" fmla="*/ 145289 h 246695"/>
              <a:gd name="connsiteX43" fmla="*/ 161594 w 262475"/>
              <a:gd name="connsiteY43" fmla="*/ 145333 h 246695"/>
              <a:gd name="connsiteX44" fmla="*/ 160999 w 262475"/>
              <a:gd name="connsiteY44" fmla="*/ 148398 h 246695"/>
              <a:gd name="connsiteX45" fmla="*/ 159127 w 262475"/>
              <a:gd name="connsiteY45" fmla="*/ 156525 h 246695"/>
              <a:gd name="connsiteX46" fmla="*/ 129458 w 262475"/>
              <a:gd name="connsiteY46" fmla="*/ 187112 h 246695"/>
              <a:gd name="connsiteX47" fmla="*/ 118501 w 262475"/>
              <a:gd name="connsiteY47" fmla="*/ 187291 h 246695"/>
              <a:gd name="connsiteX48" fmla="*/ 118491 w 262475"/>
              <a:gd name="connsiteY48" fmla="*/ 187282 h 246695"/>
              <a:gd name="connsiteX49" fmla="*/ 118320 w 262475"/>
              <a:gd name="connsiteY49" fmla="*/ 187112 h 246695"/>
              <a:gd name="connsiteX50" fmla="*/ 118320 w 262475"/>
              <a:gd name="connsiteY50" fmla="*/ 175640 h 246695"/>
              <a:gd name="connsiteX51" fmla="*/ 140157 w 262475"/>
              <a:gd name="connsiteY51" fmla="*/ 153140 h 246695"/>
              <a:gd name="connsiteX52" fmla="*/ 113626 w 262475"/>
              <a:gd name="connsiteY52" fmla="*/ 153140 h 246695"/>
              <a:gd name="connsiteX53" fmla="*/ 104041 w 262475"/>
              <a:gd name="connsiteY53" fmla="*/ 150031 h 246695"/>
              <a:gd name="connsiteX54" fmla="*/ 104041 w 262475"/>
              <a:gd name="connsiteY54" fmla="*/ 138999 h 246695"/>
              <a:gd name="connsiteX55" fmla="*/ 132560 w 262475"/>
              <a:gd name="connsiteY55" fmla="*/ 109526 h 246695"/>
              <a:gd name="connsiteX56" fmla="*/ 123770 w 262475"/>
              <a:gd name="connsiteY56" fmla="*/ 44369 h 246695"/>
              <a:gd name="connsiteX57" fmla="*/ 123770 w 262475"/>
              <a:gd name="connsiteY57" fmla="*/ 7568 h 246695"/>
              <a:gd name="connsiteX58" fmla="*/ 131326 w 262475"/>
              <a:gd name="connsiteY58" fmla="*/ 0 h 246695"/>
              <a:gd name="connsiteX59" fmla="*/ 138883 w 262475"/>
              <a:gd name="connsiteY59" fmla="*/ 7568 h 246695"/>
              <a:gd name="connsiteX60" fmla="*/ 138883 w 262475"/>
              <a:gd name="connsiteY60" fmla="*/ 44369 h 246695"/>
              <a:gd name="connsiteX61" fmla="*/ 131247 w 262475"/>
              <a:gd name="connsiteY61" fmla="*/ 43970 h 246695"/>
              <a:gd name="connsiteX62" fmla="*/ 123770 w 262475"/>
              <a:gd name="connsiteY62" fmla="*/ 44369 h 246695"/>
              <a:gd name="connsiteX63" fmla="*/ 62995 w 262475"/>
              <a:gd name="connsiteY63" fmla="*/ 75714 h 246695"/>
              <a:gd name="connsiteX64" fmla="*/ 38453 w 262475"/>
              <a:gd name="connsiteY64" fmla="*/ 50424 h 246695"/>
              <a:gd name="connsiteX65" fmla="*/ 38453 w 262475"/>
              <a:gd name="connsiteY65" fmla="*/ 39431 h 246695"/>
              <a:gd name="connsiteX66" fmla="*/ 48874 w 262475"/>
              <a:gd name="connsiteY66" fmla="*/ 39151 h 246695"/>
              <a:gd name="connsiteX67" fmla="*/ 49155 w 262475"/>
              <a:gd name="connsiteY67" fmla="*/ 39431 h 246695"/>
              <a:gd name="connsiteX68" fmla="*/ 73893 w 262475"/>
              <a:gd name="connsiteY68" fmla="*/ 64881 h 246695"/>
              <a:gd name="connsiteX69" fmla="*/ 62995 w 262475"/>
              <a:gd name="connsiteY69" fmla="*/ 75714 h 246695"/>
              <a:gd name="connsiteX70" fmla="*/ 40404 w 262475"/>
              <a:gd name="connsiteY70" fmla="*/ 136887 h 246695"/>
              <a:gd name="connsiteX71" fmla="*/ 40404 w 262475"/>
              <a:gd name="connsiteY71" fmla="*/ 142743 h 246695"/>
              <a:gd name="connsiteX72" fmla="*/ 7550 w 262475"/>
              <a:gd name="connsiteY72" fmla="*/ 142743 h 246695"/>
              <a:gd name="connsiteX73" fmla="*/ 4 w 262475"/>
              <a:gd name="connsiteY73" fmla="*/ 134690 h 246695"/>
              <a:gd name="connsiteX74" fmla="*/ 4 w 262475"/>
              <a:gd name="connsiteY74" fmla="*/ 134685 h 246695"/>
              <a:gd name="connsiteX75" fmla="*/ 7550 w 262475"/>
              <a:gd name="connsiteY75" fmla="*/ 127132 h 246695"/>
              <a:gd name="connsiteX76" fmla="*/ 40880 w 262475"/>
              <a:gd name="connsiteY76" fmla="*/ 127132 h 246695"/>
              <a:gd name="connsiteX77" fmla="*/ 40404 w 262475"/>
              <a:gd name="connsiteY77" fmla="*/ 136887 h 24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262475" h="246695">
                <a:moveTo>
                  <a:pt x="254903" y="142743"/>
                </a:moveTo>
                <a:lnTo>
                  <a:pt x="222089" y="142743"/>
                </a:lnTo>
                <a:lnTo>
                  <a:pt x="222089" y="136887"/>
                </a:lnTo>
                <a:cubicBezTo>
                  <a:pt x="222089" y="133582"/>
                  <a:pt x="221929" y="130357"/>
                  <a:pt x="221613" y="127172"/>
                </a:cubicBezTo>
                <a:lnTo>
                  <a:pt x="254943" y="127172"/>
                </a:lnTo>
                <a:cubicBezTo>
                  <a:pt x="259242" y="127314"/>
                  <a:pt x="262613" y="130914"/>
                  <a:pt x="262471" y="135213"/>
                </a:cubicBezTo>
                <a:cubicBezTo>
                  <a:pt x="262335" y="139329"/>
                  <a:pt x="259019" y="142628"/>
                  <a:pt x="254903" y="142743"/>
                </a:cubicBezTo>
                <a:close/>
                <a:moveTo>
                  <a:pt x="200731" y="77107"/>
                </a:moveTo>
                <a:cubicBezTo>
                  <a:pt x="197434" y="73127"/>
                  <a:pt x="193816" y="69423"/>
                  <a:pt x="189913" y="66035"/>
                </a:cubicBezTo>
                <a:lnTo>
                  <a:pt x="214176" y="41064"/>
                </a:lnTo>
                <a:cubicBezTo>
                  <a:pt x="217024" y="38088"/>
                  <a:pt x="221746" y="37984"/>
                  <a:pt x="224722" y="40832"/>
                </a:cubicBezTo>
                <a:cubicBezTo>
                  <a:pt x="224801" y="40907"/>
                  <a:pt x="224879" y="40985"/>
                  <a:pt x="224955" y="41064"/>
                </a:cubicBezTo>
                <a:cubicBezTo>
                  <a:pt x="227938" y="44167"/>
                  <a:pt x="227938" y="49073"/>
                  <a:pt x="224955" y="52176"/>
                </a:cubicBezTo>
                <a:lnTo>
                  <a:pt x="200731" y="77107"/>
                </a:lnTo>
                <a:close/>
                <a:moveTo>
                  <a:pt x="206935" y="231082"/>
                </a:moveTo>
                <a:lnTo>
                  <a:pt x="224596" y="231082"/>
                </a:lnTo>
                <a:cubicBezTo>
                  <a:pt x="228903" y="231222"/>
                  <a:pt x="232282" y="234827"/>
                  <a:pt x="232142" y="239134"/>
                </a:cubicBezTo>
                <a:cubicBezTo>
                  <a:pt x="232142" y="239135"/>
                  <a:pt x="232142" y="239135"/>
                  <a:pt x="232142" y="239135"/>
                </a:cubicBezTo>
                <a:cubicBezTo>
                  <a:pt x="232014" y="243251"/>
                  <a:pt x="228711" y="246560"/>
                  <a:pt x="224596" y="246696"/>
                </a:cubicBezTo>
                <a:lnTo>
                  <a:pt x="37858" y="246696"/>
                </a:lnTo>
                <a:cubicBezTo>
                  <a:pt x="33549" y="246554"/>
                  <a:pt x="30171" y="242947"/>
                  <a:pt x="30312" y="238638"/>
                </a:cubicBezTo>
                <a:cubicBezTo>
                  <a:pt x="30438" y="234522"/>
                  <a:pt x="33742" y="231214"/>
                  <a:pt x="37858" y="231082"/>
                </a:cubicBezTo>
                <a:lnTo>
                  <a:pt x="55518" y="231082"/>
                </a:lnTo>
                <a:lnTo>
                  <a:pt x="55518" y="137526"/>
                </a:lnTo>
                <a:cubicBezTo>
                  <a:pt x="54383" y="95645"/>
                  <a:pt x="87367" y="60774"/>
                  <a:pt x="129193" y="59639"/>
                </a:cubicBezTo>
                <a:cubicBezTo>
                  <a:pt x="171015" y="58503"/>
                  <a:pt x="205843" y="91531"/>
                  <a:pt x="206975" y="133415"/>
                </a:cubicBezTo>
                <a:cubicBezTo>
                  <a:pt x="207015" y="134783"/>
                  <a:pt x="207015" y="136154"/>
                  <a:pt x="206975" y="137526"/>
                </a:cubicBezTo>
                <a:lnTo>
                  <a:pt x="206935" y="231082"/>
                </a:lnTo>
                <a:close/>
                <a:moveTo>
                  <a:pt x="191821" y="142743"/>
                </a:moveTo>
                <a:cubicBezTo>
                  <a:pt x="192761" y="109243"/>
                  <a:pt x="166404" y="77695"/>
                  <a:pt x="132948" y="76755"/>
                </a:cubicBezTo>
                <a:cubicBezTo>
                  <a:pt x="99492" y="75815"/>
                  <a:pt x="71611" y="105836"/>
                  <a:pt x="70672" y="139340"/>
                </a:cubicBezTo>
                <a:cubicBezTo>
                  <a:pt x="70639" y="140472"/>
                  <a:pt x="70639" y="141607"/>
                  <a:pt x="70672" y="142743"/>
                </a:cubicBezTo>
                <a:lnTo>
                  <a:pt x="70672" y="231082"/>
                </a:lnTo>
                <a:lnTo>
                  <a:pt x="191821" y="231082"/>
                </a:lnTo>
                <a:lnTo>
                  <a:pt x="191821" y="142743"/>
                </a:lnTo>
                <a:close/>
                <a:moveTo>
                  <a:pt x="132560" y="109526"/>
                </a:moveTo>
                <a:cubicBezTo>
                  <a:pt x="135442" y="106560"/>
                  <a:pt x="140183" y="106493"/>
                  <a:pt x="143148" y="109376"/>
                </a:cubicBezTo>
                <a:cubicBezTo>
                  <a:pt x="143199" y="109425"/>
                  <a:pt x="143249" y="109475"/>
                  <a:pt x="143298" y="109526"/>
                </a:cubicBezTo>
                <a:cubicBezTo>
                  <a:pt x="146270" y="112620"/>
                  <a:pt x="146270" y="117507"/>
                  <a:pt x="143298" y="120598"/>
                </a:cubicBezTo>
                <a:lnTo>
                  <a:pt x="126831" y="137526"/>
                </a:lnTo>
                <a:lnTo>
                  <a:pt x="154037" y="137526"/>
                </a:lnTo>
                <a:cubicBezTo>
                  <a:pt x="158266" y="137581"/>
                  <a:pt x="161650" y="141055"/>
                  <a:pt x="161594" y="145284"/>
                </a:cubicBezTo>
                <a:cubicBezTo>
                  <a:pt x="161594" y="145286"/>
                  <a:pt x="161594" y="145288"/>
                  <a:pt x="161594" y="145289"/>
                </a:cubicBezTo>
                <a:lnTo>
                  <a:pt x="161594" y="145333"/>
                </a:lnTo>
                <a:cubicBezTo>
                  <a:pt x="161605" y="146385"/>
                  <a:pt x="161402" y="147426"/>
                  <a:pt x="160999" y="148398"/>
                </a:cubicBezTo>
                <a:cubicBezTo>
                  <a:pt x="161899" y="151246"/>
                  <a:pt x="161183" y="154358"/>
                  <a:pt x="159127" y="156525"/>
                </a:cubicBezTo>
                <a:lnTo>
                  <a:pt x="129458" y="187112"/>
                </a:lnTo>
                <a:cubicBezTo>
                  <a:pt x="126482" y="190187"/>
                  <a:pt x="121576" y="190268"/>
                  <a:pt x="118501" y="187291"/>
                </a:cubicBezTo>
                <a:cubicBezTo>
                  <a:pt x="118497" y="187288"/>
                  <a:pt x="118494" y="187285"/>
                  <a:pt x="118491" y="187282"/>
                </a:cubicBezTo>
                <a:lnTo>
                  <a:pt x="118320" y="187112"/>
                </a:lnTo>
                <a:cubicBezTo>
                  <a:pt x="115219" y="183917"/>
                  <a:pt x="115219" y="178835"/>
                  <a:pt x="118320" y="175640"/>
                </a:cubicBezTo>
                <a:lnTo>
                  <a:pt x="140157" y="153140"/>
                </a:lnTo>
                <a:lnTo>
                  <a:pt x="113626" y="153140"/>
                </a:lnTo>
                <a:cubicBezTo>
                  <a:pt x="110374" y="152287"/>
                  <a:pt x="107174" y="151249"/>
                  <a:pt x="104041" y="150031"/>
                </a:cubicBezTo>
                <a:cubicBezTo>
                  <a:pt x="101100" y="146942"/>
                  <a:pt x="101100" y="142088"/>
                  <a:pt x="104041" y="138999"/>
                </a:cubicBezTo>
                <a:lnTo>
                  <a:pt x="132560" y="109526"/>
                </a:lnTo>
                <a:close/>
                <a:moveTo>
                  <a:pt x="123770" y="44369"/>
                </a:moveTo>
                <a:lnTo>
                  <a:pt x="123770" y="7568"/>
                </a:lnTo>
                <a:cubicBezTo>
                  <a:pt x="123770" y="3388"/>
                  <a:pt x="127154" y="0"/>
                  <a:pt x="131326" y="0"/>
                </a:cubicBezTo>
                <a:cubicBezTo>
                  <a:pt x="135498" y="0"/>
                  <a:pt x="138883" y="3388"/>
                  <a:pt x="138883" y="7568"/>
                </a:cubicBezTo>
                <a:lnTo>
                  <a:pt x="138883" y="44369"/>
                </a:lnTo>
                <a:cubicBezTo>
                  <a:pt x="136337" y="44169"/>
                  <a:pt x="133833" y="43970"/>
                  <a:pt x="131247" y="43970"/>
                </a:cubicBezTo>
                <a:cubicBezTo>
                  <a:pt x="128660" y="43970"/>
                  <a:pt x="126236" y="44169"/>
                  <a:pt x="123770" y="44369"/>
                </a:cubicBezTo>
                <a:close/>
                <a:moveTo>
                  <a:pt x="62995" y="75714"/>
                </a:moveTo>
                <a:lnTo>
                  <a:pt x="38453" y="50424"/>
                </a:lnTo>
                <a:cubicBezTo>
                  <a:pt x="35509" y="47351"/>
                  <a:pt x="35509" y="42504"/>
                  <a:pt x="38453" y="39431"/>
                </a:cubicBezTo>
                <a:cubicBezTo>
                  <a:pt x="41253" y="36476"/>
                  <a:pt x="45919" y="36350"/>
                  <a:pt x="48874" y="39151"/>
                </a:cubicBezTo>
                <a:cubicBezTo>
                  <a:pt x="48970" y="39242"/>
                  <a:pt x="49064" y="39335"/>
                  <a:pt x="49155" y="39431"/>
                </a:cubicBezTo>
                <a:lnTo>
                  <a:pt x="73893" y="64881"/>
                </a:lnTo>
                <a:cubicBezTo>
                  <a:pt x="69969" y="68187"/>
                  <a:pt x="66324" y="71810"/>
                  <a:pt x="62995" y="75714"/>
                </a:cubicBezTo>
                <a:close/>
                <a:moveTo>
                  <a:pt x="40404" y="136887"/>
                </a:moveTo>
                <a:lnTo>
                  <a:pt x="40404" y="142743"/>
                </a:lnTo>
                <a:lnTo>
                  <a:pt x="7550" y="142743"/>
                </a:lnTo>
                <a:cubicBezTo>
                  <a:pt x="3243" y="142603"/>
                  <a:pt x="-136" y="138997"/>
                  <a:pt x="4" y="134690"/>
                </a:cubicBezTo>
                <a:cubicBezTo>
                  <a:pt x="4" y="134688"/>
                  <a:pt x="4" y="134687"/>
                  <a:pt x="4" y="134685"/>
                </a:cubicBezTo>
                <a:cubicBezTo>
                  <a:pt x="132" y="130571"/>
                  <a:pt x="3436" y="127264"/>
                  <a:pt x="7550" y="127132"/>
                </a:cubicBezTo>
                <a:lnTo>
                  <a:pt x="40880" y="127132"/>
                </a:lnTo>
                <a:cubicBezTo>
                  <a:pt x="40560" y="130374"/>
                  <a:pt x="40402" y="133630"/>
                  <a:pt x="40404" y="136887"/>
                </a:cubicBezTo>
                <a:close/>
              </a:path>
            </a:pathLst>
          </a:custGeom>
          <a:solidFill>
            <a:schemeClr val="tx1"/>
          </a:solidFill>
          <a:ln w="260" cap="flat">
            <a:noFill/>
            <a:prstDash val="solid"/>
            <a:miter/>
          </a:ln>
        </p:spPr>
        <p:txBody>
          <a:bodyPr rtlCol="0" anchor="ctr"/>
          <a:lstStyle/>
          <a:p>
            <a:endParaRPr lang="zh-CN" altLang="en-US"/>
          </a:p>
        </p:txBody>
      </p:sp>
      <p:sp>
        <p:nvSpPr>
          <p:cNvPr id="2133" name="图形 2131">
            <a:extLst>
              <a:ext uri="{FF2B5EF4-FFF2-40B4-BE49-F238E27FC236}">
                <a16:creationId xmlns:a16="http://schemas.microsoft.com/office/drawing/2014/main" id="{6CF0BC40-15CE-B89D-C9A2-E216BA343C20}"/>
              </a:ext>
            </a:extLst>
          </p:cNvPr>
          <p:cNvSpPr/>
          <p:nvPr/>
        </p:nvSpPr>
        <p:spPr>
          <a:xfrm>
            <a:off x="2299551" y="1288011"/>
            <a:ext cx="637033" cy="552095"/>
          </a:xfrm>
          <a:custGeom>
            <a:avLst/>
            <a:gdLst>
              <a:gd name="connsiteX0" fmla="*/ 1726406 w 1785937"/>
              <a:gd name="connsiteY0" fmla="*/ 1428750 h 1547812"/>
              <a:gd name="connsiteX1" fmla="*/ 1666875 w 1785937"/>
              <a:gd name="connsiteY1" fmla="*/ 1428750 h 1547812"/>
              <a:gd name="connsiteX2" fmla="*/ 1666875 w 1785937"/>
              <a:gd name="connsiteY2" fmla="*/ 595313 h 1547812"/>
              <a:gd name="connsiteX3" fmla="*/ 1428750 w 1785937"/>
              <a:gd name="connsiteY3" fmla="*/ 357188 h 1547812"/>
              <a:gd name="connsiteX4" fmla="*/ 1071563 w 1785937"/>
              <a:gd name="connsiteY4" fmla="*/ 357188 h 1547812"/>
              <a:gd name="connsiteX5" fmla="*/ 1071563 w 1785937"/>
              <a:gd name="connsiteY5" fmla="*/ 238125 h 1547812"/>
              <a:gd name="connsiteX6" fmla="*/ 833438 w 1785937"/>
              <a:gd name="connsiteY6" fmla="*/ 0 h 1547812"/>
              <a:gd name="connsiteX7" fmla="*/ 357188 w 1785937"/>
              <a:gd name="connsiteY7" fmla="*/ 0 h 1547812"/>
              <a:gd name="connsiteX8" fmla="*/ 119063 w 1785937"/>
              <a:gd name="connsiteY8" fmla="*/ 238125 h 1547812"/>
              <a:gd name="connsiteX9" fmla="*/ 119063 w 1785937"/>
              <a:gd name="connsiteY9" fmla="*/ 1428750 h 1547812"/>
              <a:gd name="connsiteX10" fmla="*/ 59531 w 1785937"/>
              <a:gd name="connsiteY10" fmla="*/ 1428750 h 1547812"/>
              <a:gd name="connsiteX11" fmla="*/ 0 w 1785937"/>
              <a:gd name="connsiteY11" fmla="*/ 1488281 h 1547812"/>
              <a:gd name="connsiteX12" fmla="*/ 59531 w 1785937"/>
              <a:gd name="connsiteY12" fmla="*/ 1547813 h 1547812"/>
              <a:gd name="connsiteX13" fmla="*/ 1726406 w 1785937"/>
              <a:gd name="connsiteY13" fmla="*/ 1547813 h 1547812"/>
              <a:gd name="connsiteX14" fmla="*/ 1785938 w 1785937"/>
              <a:gd name="connsiteY14" fmla="*/ 1488281 h 1547812"/>
              <a:gd name="connsiteX15" fmla="*/ 1726406 w 1785937"/>
              <a:gd name="connsiteY15" fmla="*/ 1428750 h 1547812"/>
              <a:gd name="connsiteX16" fmla="*/ 952500 w 1785937"/>
              <a:gd name="connsiteY16" fmla="*/ 357188 h 1547812"/>
              <a:gd name="connsiteX17" fmla="*/ 952500 w 1785937"/>
              <a:gd name="connsiteY17" fmla="*/ 476250 h 1547812"/>
              <a:gd name="connsiteX18" fmla="*/ 952500 w 1785937"/>
              <a:gd name="connsiteY18" fmla="*/ 1428750 h 1547812"/>
              <a:gd name="connsiteX19" fmla="*/ 238125 w 1785937"/>
              <a:gd name="connsiteY19" fmla="*/ 1428750 h 1547812"/>
              <a:gd name="connsiteX20" fmla="*/ 238125 w 1785937"/>
              <a:gd name="connsiteY20" fmla="*/ 238125 h 1547812"/>
              <a:gd name="connsiteX21" fmla="*/ 357188 w 1785937"/>
              <a:gd name="connsiteY21" fmla="*/ 119063 h 1547812"/>
              <a:gd name="connsiteX22" fmla="*/ 833438 w 1785937"/>
              <a:gd name="connsiteY22" fmla="*/ 119063 h 1547812"/>
              <a:gd name="connsiteX23" fmla="*/ 952500 w 1785937"/>
              <a:gd name="connsiteY23" fmla="*/ 238125 h 1547812"/>
              <a:gd name="connsiteX24" fmla="*/ 952500 w 1785937"/>
              <a:gd name="connsiteY24" fmla="*/ 357188 h 1547812"/>
              <a:gd name="connsiteX25" fmla="*/ 1547813 w 1785937"/>
              <a:gd name="connsiteY25" fmla="*/ 1428750 h 1547812"/>
              <a:gd name="connsiteX26" fmla="*/ 1071563 w 1785937"/>
              <a:gd name="connsiteY26" fmla="*/ 1428750 h 1547812"/>
              <a:gd name="connsiteX27" fmla="*/ 1071563 w 1785937"/>
              <a:gd name="connsiteY27" fmla="*/ 476250 h 1547812"/>
              <a:gd name="connsiteX28" fmla="*/ 1428750 w 1785937"/>
              <a:gd name="connsiteY28" fmla="*/ 476250 h 1547812"/>
              <a:gd name="connsiteX29" fmla="*/ 1547813 w 1785937"/>
              <a:gd name="connsiteY29" fmla="*/ 595313 h 1547812"/>
              <a:gd name="connsiteX30" fmla="*/ 1547813 w 1785937"/>
              <a:gd name="connsiteY30" fmla="*/ 1428750 h 1547812"/>
              <a:gd name="connsiteX31" fmla="*/ 773906 w 1785937"/>
              <a:gd name="connsiteY31" fmla="*/ 357188 h 1547812"/>
              <a:gd name="connsiteX32" fmla="*/ 416719 w 1785937"/>
              <a:gd name="connsiteY32" fmla="*/ 357188 h 1547812"/>
              <a:gd name="connsiteX33" fmla="*/ 357188 w 1785937"/>
              <a:gd name="connsiteY33" fmla="*/ 416719 h 1547812"/>
              <a:gd name="connsiteX34" fmla="*/ 416719 w 1785937"/>
              <a:gd name="connsiteY34" fmla="*/ 476250 h 1547812"/>
              <a:gd name="connsiteX35" fmla="*/ 773906 w 1785937"/>
              <a:gd name="connsiteY35" fmla="*/ 476250 h 1547812"/>
              <a:gd name="connsiteX36" fmla="*/ 833438 w 1785937"/>
              <a:gd name="connsiteY36" fmla="*/ 416719 h 1547812"/>
              <a:gd name="connsiteX37" fmla="*/ 773906 w 1785937"/>
              <a:gd name="connsiteY37" fmla="*/ 357188 h 1547812"/>
              <a:gd name="connsiteX38" fmla="*/ 773906 w 1785937"/>
              <a:gd name="connsiteY38" fmla="*/ 714375 h 1547812"/>
              <a:gd name="connsiteX39" fmla="*/ 416719 w 1785937"/>
              <a:gd name="connsiteY39" fmla="*/ 714375 h 1547812"/>
              <a:gd name="connsiteX40" fmla="*/ 357188 w 1785937"/>
              <a:gd name="connsiteY40" fmla="*/ 773906 h 1547812"/>
              <a:gd name="connsiteX41" fmla="*/ 416719 w 1785937"/>
              <a:gd name="connsiteY41" fmla="*/ 833438 h 1547812"/>
              <a:gd name="connsiteX42" fmla="*/ 773906 w 1785937"/>
              <a:gd name="connsiteY42" fmla="*/ 833438 h 1547812"/>
              <a:gd name="connsiteX43" fmla="*/ 833438 w 1785937"/>
              <a:gd name="connsiteY43" fmla="*/ 773906 h 1547812"/>
              <a:gd name="connsiteX44" fmla="*/ 773906 w 1785937"/>
              <a:gd name="connsiteY44" fmla="*/ 714375 h 1547812"/>
              <a:gd name="connsiteX45" fmla="*/ 773906 w 1785937"/>
              <a:gd name="connsiteY45" fmla="*/ 1071563 h 1547812"/>
              <a:gd name="connsiteX46" fmla="*/ 416719 w 1785937"/>
              <a:gd name="connsiteY46" fmla="*/ 1071563 h 1547812"/>
              <a:gd name="connsiteX47" fmla="*/ 357188 w 1785937"/>
              <a:gd name="connsiteY47" fmla="*/ 1131094 h 1547812"/>
              <a:gd name="connsiteX48" fmla="*/ 416719 w 1785937"/>
              <a:gd name="connsiteY48" fmla="*/ 1190625 h 1547812"/>
              <a:gd name="connsiteX49" fmla="*/ 773906 w 1785937"/>
              <a:gd name="connsiteY49" fmla="*/ 1190625 h 1547812"/>
              <a:gd name="connsiteX50" fmla="*/ 833438 w 1785937"/>
              <a:gd name="connsiteY50" fmla="*/ 1131094 h 1547812"/>
              <a:gd name="connsiteX51" fmla="*/ 773906 w 1785937"/>
              <a:gd name="connsiteY51" fmla="*/ 1071563 h 1547812"/>
              <a:gd name="connsiteX52" fmla="*/ 1369219 w 1785937"/>
              <a:gd name="connsiteY52" fmla="*/ 714375 h 1547812"/>
              <a:gd name="connsiteX53" fmla="*/ 1250156 w 1785937"/>
              <a:gd name="connsiteY53" fmla="*/ 714375 h 1547812"/>
              <a:gd name="connsiteX54" fmla="*/ 1190625 w 1785937"/>
              <a:gd name="connsiteY54" fmla="*/ 773906 h 1547812"/>
              <a:gd name="connsiteX55" fmla="*/ 1250156 w 1785937"/>
              <a:gd name="connsiteY55" fmla="*/ 833438 h 1547812"/>
              <a:gd name="connsiteX56" fmla="*/ 1369219 w 1785937"/>
              <a:gd name="connsiteY56" fmla="*/ 833438 h 1547812"/>
              <a:gd name="connsiteX57" fmla="*/ 1428750 w 1785937"/>
              <a:gd name="connsiteY57" fmla="*/ 773906 h 1547812"/>
              <a:gd name="connsiteX58" fmla="*/ 1369219 w 1785937"/>
              <a:gd name="connsiteY58" fmla="*/ 714375 h 1547812"/>
              <a:gd name="connsiteX59" fmla="*/ 1369219 w 1785937"/>
              <a:gd name="connsiteY59" fmla="*/ 1071563 h 1547812"/>
              <a:gd name="connsiteX60" fmla="*/ 1250156 w 1785937"/>
              <a:gd name="connsiteY60" fmla="*/ 1071563 h 1547812"/>
              <a:gd name="connsiteX61" fmla="*/ 1190625 w 1785937"/>
              <a:gd name="connsiteY61" fmla="*/ 1131094 h 1547812"/>
              <a:gd name="connsiteX62" fmla="*/ 1250156 w 1785937"/>
              <a:gd name="connsiteY62" fmla="*/ 1190625 h 1547812"/>
              <a:gd name="connsiteX63" fmla="*/ 1369219 w 1785937"/>
              <a:gd name="connsiteY63" fmla="*/ 1190625 h 1547812"/>
              <a:gd name="connsiteX64" fmla="*/ 1428750 w 1785937"/>
              <a:gd name="connsiteY64" fmla="*/ 1131094 h 1547812"/>
              <a:gd name="connsiteX65" fmla="*/ 1369219 w 1785937"/>
              <a:gd name="connsiteY65" fmla="*/ 107156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1785937" h="1547812">
                <a:moveTo>
                  <a:pt x="1726406" y="1428750"/>
                </a:moveTo>
                <a:lnTo>
                  <a:pt x="1666875" y="1428750"/>
                </a:lnTo>
                <a:lnTo>
                  <a:pt x="1666875" y="595313"/>
                </a:lnTo>
                <a:cubicBezTo>
                  <a:pt x="1666875" y="464344"/>
                  <a:pt x="1559719" y="357188"/>
                  <a:pt x="1428750" y="357188"/>
                </a:cubicBezTo>
                <a:lnTo>
                  <a:pt x="1071563" y="357188"/>
                </a:lnTo>
                <a:lnTo>
                  <a:pt x="1071563" y="238125"/>
                </a:lnTo>
                <a:cubicBezTo>
                  <a:pt x="1071563" y="107156"/>
                  <a:pt x="964406" y="0"/>
                  <a:pt x="833438" y="0"/>
                </a:cubicBezTo>
                <a:lnTo>
                  <a:pt x="357188" y="0"/>
                </a:lnTo>
                <a:cubicBezTo>
                  <a:pt x="226219" y="0"/>
                  <a:pt x="119063" y="107156"/>
                  <a:pt x="119063" y="238125"/>
                </a:cubicBezTo>
                <a:lnTo>
                  <a:pt x="119063" y="1428750"/>
                </a:lnTo>
                <a:lnTo>
                  <a:pt x="59531" y="1428750"/>
                </a:lnTo>
                <a:cubicBezTo>
                  <a:pt x="26194" y="1428750"/>
                  <a:pt x="0" y="1454944"/>
                  <a:pt x="0" y="1488281"/>
                </a:cubicBezTo>
                <a:cubicBezTo>
                  <a:pt x="0" y="1521619"/>
                  <a:pt x="26194" y="1547813"/>
                  <a:pt x="59531" y="1547813"/>
                </a:cubicBezTo>
                <a:lnTo>
                  <a:pt x="1726406" y="1547813"/>
                </a:lnTo>
                <a:cubicBezTo>
                  <a:pt x="1759744" y="1547813"/>
                  <a:pt x="1785938" y="1521619"/>
                  <a:pt x="1785938" y="1488281"/>
                </a:cubicBezTo>
                <a:cubicBezTo>
                  <a:pt x="1785938" y="1454944"/>
                  <a:pt x="1759744" y="1428750"/>
                  <a:pt x="1726406" y="1428750"/>
                </a:cubicBezTo>
                <a:close/>
                <a:moveTo>
                  <a:pt x="952500" y="357188"/>
                </a:moveTo>
                <a:lnTo>
                  <a:pt x="952500" y="476250"/>
                </a:lnTo>
                <a:lnTo>
                  <a:pt x="952500" y="1428750"/>
                </a:lnTo>
                <a:lnTo>
                  <a:pt x="238125" y="1428750"/>
                </a:lnTo>
                <a:lnTo>
                  <a:pt x="238125" y="238125"/>
                </a:lnTo>
                <a:cubicBezTo>
                  <a:pt x="238125" y="172641"/>
                  <a:pt x="291703" y="119063"/>
                  <a:pt x="357188" y="119063"/>
                </a:cubicBezTo>
                <a:lnTo>
                  <a:pt x="833438" y="119063"/>
                </a:lnTo>
                <a:cubicBezTo>
                  <a:pt x="898922" y="119063"/>
                  <a:pt x="952500" y="172641"/>
                  <a:pt x="952500" y="238125"/>
                </a:cubicBezTo>
                <a:lnTo>
                  <a:pt x="952500" y="357188"/>
                </a:lnTo>
                <a:close/>
                <a:moveTo>
                  <a:pt x="1547813" y="1428750"/>
                </a:moveTo>
                <a:lnTo>
                  <a:pt x="1071563" y="1428750"/>
                </a:lnTo>
                <a:lnTo>
                  <a:pt x="1071563" y="476250"/>
                </a:lnTo>
                <a:lnTo>
                  <a:pt x="1428750" y="476250"/>
                </a:lnTo>
                <a:cubicBezTo>
                  <a:pt x="1494234" y="476250"/>
                  <a:pt x="1547813" y="529828"/>
                  <a:pt x="1547813" y="595313"/>
                </a:cubicBezTo>
                <a:lnTo>
                  <a:pt x="1547813" y="1428750"/>
                </a:lnTo>
                <a:close/>
                <a:moveTo>
                  <a:pt x="773906" y="357188"/>
                </a:moveTo>
                <a:lnTo>
                  <a:pt x="416719" y="357188"/>
                </a:lnTo>
                <a:cubicBezTo>
                  <a:pt x="383381" y="357188"/>
                  <a:pt x="357188" y="383381"/>
                  <a:pt x="357188" y="416719"/>
                </a:cubicBezTo>
                <a:cubicBezTo>
                  <a:pt x="357188" y="450056"/>
                  <a:pt x="383381" y="476250"/>
                  <a:pt x="416719" y="476250"/>
                </a:cubicBezTo>
                <a:lnTo>
                  <a:pt x="773906" y="476250"/>
                </a:lnTo>
                <a:cubicBezTo>
                  <a:pt x="807244" y="476250"/>
                  <a:pt x="833438" y="450056"/>
                  <a:pt x="833438" y="416719"/>
                </a:cubicBezTo>
                <a:cubicBezTo>
                  <a:pt x="833438" y="383381"/>
                  <a:pt x="807244" y="357188"/>
                  <a:pt x="773906" y="357188"/>
                </a:cubicBezTo>
                <a:close/>
                <a:moveTo>
                  <a:pt x="773906" y="714375"/>
                </a:moveTo>
                <a:lnTo>
                  <a:pt x="416719" y="714375"/>
                </a:lnTo>
                <a:cubicBezTo>
                  <a:pt x="383381" y="714375"/>
                  <a:pt x="357188" y="740569"/>
                  <a:pt x="357188" y="773906"/>
                </a:cubicBezTo>
                <a:cubicBezTo>
                  <a:pt x="357188" y="807244"/>
                  <a:pt x="383381" y="833438"/>
                  <a:pt x="416719" y="833438"/>
                </a:cubicBezTo>
                <a:lnTo>
                  <a:pt x="773906" y="833438"/>
                </a:lnTo>
                <a:cubicBezTo>
                  <a:pt x="807244" y="833438"/>
                  <a:pt x="833438" y="807244"/>
                  <a:pt x="833438" y="773906"/>
                </a:cubicBezTo>
                <a:cubicBezTo>
                  <a:pt x="833438" y="740569"/>
                  <a:pt x="807244" y="714375"/>
                  <a:pt x="773906" y="714375"/>
                </a:cubicBezTo>
                <a:close/>
                <a:moveTo>
                  <a:pt x="773906" y="1071563"/>
                </a:moveTo>
                <a:lnTo>
                  <a:pt x="416719" y="1071563"/>
                </a:lnTo>
                <a:cubicBezTo>
                  <a:pt x="383381" y="1071563"/>
                  <a:pt x="357188" y="1097756"/>
                  <a:pt x="357188" y="1131094"/>
                </a:cubicBezTo>
                <a:cubicBezTo>
                  <a:pt x="357188" y="1164431"/>
                  <a:pt x="383381" y="1190625"/>
                  <a:pt x="416719" y="1190625"/>
                </a:cubicBezTo>
                <a:lnTo>
                  <a:pt x="773906" y="1190625"/>
                </a:lnTo>
                <a:cubicBezTo>
                  <a:pt x="807244" y="1190625"/>
                  <a:pt x="833438" y="1164431"/>
                  <a:pt x="833438" y="1131094"/>
                </a:cubicBezTo>
                <a:cubicBezTo>
                  <a:pt x="833438" y="1097756"/>
                  <a:pt x="807244" y="1071563"/>
                  <a:pt x="773906" y="1071563"/>
                </a:cubicBezTo>
                <a:close/>
                <a:moveTo>
                  <a:pt x="1369219" y="714375"/>
                </a:moveTo>
                <a:lnTo>
                  <a:pt x="1250156" y="714375"/>
                </a:lnTo>
                <a:cubicBezTo>
                  <a:pt x="1216819" y="714375"/>
                  <a:pt x="1190625" y="740569"/>
                  <a:pt x="1190625" y="773906"/>
                </a:cubicBezTo>
                <a:cubicBezTo>
                  <a:pt x="1190625" y="807244"/>
                  <a:pt x="1216819" y="833438"/>
                  <a:pt x="1250156" y="833438"/>
                </a:cubicBezTo>
                <a:lnTo>
                  <a:pt x="1369219" y="833438"/>
                </a:lnTo>
                <a:cubicBezTo>
                  <a:pt x="1402556" y="833438"/>
                  <a:pt x="1428750" y="807244"/>
                  <a:pt x="1428750" y="773906"/>
                </a:cubicBezTo>
                <a:cubicBezTo>
                  <a:pt x="1428750" y="740569"/>
                  <a:pt x="1402556" y="714375"/>
                  <a:pt x="1369219" y="714375"/>
                </a:cubicBezTo>
                <a:close/>
                <a:moveTo>
                  <a:pt x="1369219" y="1071563"/>
                </a:moveTo>
                <a:lnTo>
                  <a:pt x="1250156" y="1071563"/>
                </a:lnTo>
                <a:cubicBezTo>
                  <a:pt x="1216819" y="1071563"/>
                  <a:pt x="1190625" y="1097756"/>
                  <a:pt x="1190625" y="1131094"/>
                </a:cubicBezTo>
                <a:cubicBezTo>
                  <a:pt x="1190625" y="1164431"/>
                  <a:pt x="1216819" y="1190625"/>
                  <a:pt x="1250156" y="1190625"/>
                </a:cubicBezTo>
                <a:lnTo>
                  <a:pt x="1369219" y="1190625"/>
                </a:lnTo>
                <a:cubicBezTo>
                  <a:pt x="1402556" y="1190625"/>
                  <a:pt x="1428750" y="1164431"/>
                  <a:pt x="1428750" y="1131094"/>
                </a:cubicBezTo>
                <a:cubicBezTo>
                  <a:pt x="1428750" y="1097756"/>
                  <a:pt x="1402556" y="1071563"/>
                  <a:pt x="1369219" y="1071563"/>
                </a:cubicBezTo>
                <a:close/>
              </a:path>
            </a:pathLst>
          </a:custGeom>
          <a:solidFill>
            <a:schemeClr val="accent2"/>
          </a:solidFill>
          <a:ln w="1860" cap="flat">
            <a:noFill/>
            <a:prstDash val="solid"/>
            <a:miter/>
          </a:ln>
        </p:spPr>
        <p:txBody>
          <a:bodyPr rtlCol="0" anchor="ctr"/>
          <a:lstStyle/>
          <a:p>
            <a:endParaRPr lang="zh-CN" altLang="en-US"/>
          </a:p>
        </p:txBody>
      </p:sp>
      <p:grpSp>
        <p:nvGrpSpPr>
          <p:cNvPr id="2140" name="组合 2139">
            <a:extLst>
              <a:ext uri="{FF2B5EF4-FFF2-40B4-BE49-F238E27FC236}">
                <a16:creationId xmlns:a16="http://schemas.microsoft.com/office/drawing/2014/main" id="{3E223333-41E0-C696-626A-242E6CE3FDC8}"/>
              </a:ext>
            </a:extLst>
          </p:cNvPr>
          <p:cNvGrpSpPr/>
          <p:nvPr/>
        </p:nvGrpSpPr>
        <p:grpSpPr>
          <a:xfrm>
            <a:off x="7509673" y="1285273"/>
            <a:ext cx="593849" cy="557570"/>
            <a:chOff x="4074888" y="1072516"/>
            <a:chExt cx="637223" cy="598294"/>
          </a:xfrm>
          <a:solidFill>
            <a:schemeClr val="accent2"/>
          </a:solidFill>
        </p:grpSpPr>
        <p:sp>
          <p:nvSpPr>
            <p:cNvPr id="2137" name="任意多边形: 形状 2136">
              <a:extLst>
                <a:ext uri="{FF2B5EF4-FFF2-40B4-BE49-F238E27FC236}">
                  <a16:creationId xmlns:a16="http://schemas.microsoft.com/office/drawing/2014/main" id="{DDAC45B8-E51B-57B7-6380-0BA18867E467}"/>
                </a:ext>
              </a:extLst>
            </p:cNvPr>
            <p:cNvSpPr/>
            <p:nvPr/>
          </p:nvSpPr>
          <p:spPr>
            <a:xfrm>
              <a:off x="4074888" y="1072516"/>
              <a:ext cx="563698" cy="598294"/>
            </a:xfrm>
            <a:custGeom>
              <a:avLst/>
              <a:gdLst>
                <a:gd name="connsiteX0" fmla="*/ 269472 w 563698"/>
                <a:gd name="connsiteY0" fmla="*/ 395319 h 637033"/>
                <a:gd name="connsiteX1" fmla="*/ 260833 w 563698"/>
                <a:gd name="connsiteY1" fmla="*/ 376447 h 637033"/>
                <a:gd name="connsiteX2" fmla="*/ 282401 w 563698"/>
                <a:gd name="connsiteY2" fmla="*/ 352850 h 637033"/>
                <a:gd name="connsiteX3" fmla="*/ 303968 w 563698"/>
                <a:gd name="connsiteY3" fmla="*/ 376447 h 637033"/>
                <a:gd name="connsiteX4" fmla="*/ 295354 w 563698"/>
                <a:gd name="connsiteY4" fmla="*/ 395319 h 637033"/>
                <a:gd name="connsiteX5" fmla="*/ 324470 w 563698"/>
                <a:gd name="connsiteY5" fmla="*/ 507397 h 637033"/>
                <a:gd name="connsiteX6" fmla="*/ 319078 w 563698"/>
                <a:gd name="connsiteY6" fmla="*/ 529799 h 637033"/>
                <a:gd name="connsiteX7" fmla="*/ 289962 w 563698"/>
                <a:gd name="connsiteY7" fmla="*/ 561651 h 637033"/>
                <a:gd name="connsiteX8" fmla="*/ 275325 w 563698"/>
                <a:gd name="connsiteY8" fmla="*/ 562163 h 637033"/>
                <a:gd name="connsiteX9" fmla="*/ 274852 w 563698"/>
                <a:gd name="connsiteY9" fmla="*/ 561651 h 637033"/>
                <a:gd name="connsiteX10" fmla="*/ 245736 w 563698"/>
                <a:gd name="connsiteY10" fmla="*/ 529799 h 637033"/>
                <a:gd name="connsiteX11" fmla="*/ 240344 w 563698"/>
                <a:gd name="connsiteY11" fmla="*/ 507397 h 637033"/>
                <a:gd name="connsiteX12" fmla="*/ 269460 w 563698"/>
                <a:gd name="connsiteY12" fmla="*/ 395319 h 637033"/>
                <a:gd name="connsiteX13" fmla="*/ 187540 w 563698"/>
                <a:gd name="connsiteY13" fmla="*/ 294920 h 637033"/>
                <a:gd name="connsiteX14" fmla="*/ 130080 w 563698"/>
                <a:gd name="connsiteY14" fmla="*/ 165151 h 637033"/>
                <a:gd name="connsiteX15" fmla="*/ 281849 w 563698"/>
                <a:gd name="connsiteY15" fmla="*/ 0 h 637033"/>
                <a:gd name="connsiteX16" fmla="*/ 433619 w 563698"/>
                <a:gd name="connsiteY16" fmla="*/ 165151 h 637033"/>
                <a:gd name="connsiteX17" fmla="*/ 376159 w 563698"/>
                <a:gd name="connsiteY17" fmla="*/ 294920 h 637033"/>
                <a:gd name="connsiteX18" fmla="*/ 563699 w 563698"/>
                <a:gd name="connsiteY18" fmla="*/ 566256 h 637033"/>
                <a:gd name="connsiteX19" fmla="*/ 498653 w 563698"/>
                <a:gd name="connsiteY19" fmla="*/ 637033 h 637033"/>
                <a:gd name="connsiteX20" fmla="*/ 65046 w 563698"/>
                <a:gd name="connsiteY20" fmla="*/ 637033 h 637033"/>
                <a:gd name="connsiteX21" fmla="*/ 0 w 563698"/>
                <a:gd name="connsiteY21" fmla="*/ 566256 h 637033"/>
                <a:gd name="connsiteX22" fmla="*/ 187540 w 563698"/>
                <a:gd name="connsiteY22" fmla="*/ 294920 h 637033"/>
                <a:gd name="connsiteX23" fmla="*/ 282879 w 563698"/>
                <a:gd name="connsiteY23" fmla="*/ 290912 h 637033"/>
                <a:gd name="connsiteX24" fmla="*/ 399295 w 563698"/>
                <a:gd name="connsiteY24" fmla="*/ 164832 h 637033"/>
                <a:gd name="connsiteX25" fmla="*/ 282879 w 563698"/>
                <a:gd name="connsiteY25" fmla="*/ 38753 h 637033"/>
                <a:gd name="connsiteX26" fmla="*/ 166463 w 563698"/>
                <a:gd name="connsiteY26" fmla="*/ 164832 h 637033"/>
                <a:gd name="connsiteX27" fmla="*/ 282879 w 563698"/>
                <a:gd name="connsiteY27" fmla="*/ 290912 h 637033"/>
                <a:gd name="connsiteX28" fmla="*/ 504657 w 563698"/>
                <a:gd name="connsiteY28" fmla="*/ 597218 h 637033"/>
                <a:gd name="connsiteX29" fmla="*/ 526936 w 563698"/>
                <a:gd name="connsiteY29" fmla="*/ 571870 h 637033"/>
                <a:gd name="connsiteX30" fmla="*/ 304128 w 563698"/>
                <a:gd name="connsiteY30" fmla="*/ 318517 h 637033"/>
                <a:gd name="connsiteX31" fmla="*/ 259571 w 563698"/>
                <a:gd name="connsiteY31" fmla="*/ 318517 h 637033"/>
                <a:gd name="connsiteX32" fmla="*/ 36763 w 563698"/>
                <a:gd name="connsiteY32" fmla="*/ 571870 h 637033"/>
                <a:gd name="connsiteX33" fmla="*/ 59041 w 563698"/>
                <a:gd name="connsiteY33" fmla="*/ 597218 h 637033"/>
                <a:gd name="connsiteX34" fmla="*/ 504657 w 563698"/>
                <a:gd name="connsiteY34" fmla="*/ 597218 h 63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63698" h="637033">
                  <a:moveTo>
                    <a:pt x="269472" y="395319"/>
                  </a:moveTo>
                  <a:cubicBezTo>
                    <a:pt x="264081" y="390607"/>
                    <a:pt x="260833" y="384702"/>
                    <a:pt x="260833" y="376447"/>
                  </a:cubicBezTo>
                  <a:cubicBezTo>
                    <a:pt x="260833" y="363467"/>
                    <a:pt x="270539" y="352850"/>
                    <a:pt x="282401" y="352850"/>
                  </a:cubicBezTo>
                  <a:cubicBezTo>
                    <a:pt x="294275" y="352850"/>
                    <a:pt x="303968" y="363467"/>
                    <a:pt x="303968" y="376447"/>
                  </a:cubicBezTo>
                  <a:cubicBezTo>
                    <a:pt x="303968" y="384702"/>
                    <a:pt x="300745" y="390607"/>
                    <a:pt x="295354" y="395319"/>
                  </a:cubicBezTo>
                  <a:lnTo>
                    <a:pt x="324470" y="507397"/>
                  </a:lnTo>
                  <a:cubicBezTo>
                    <a:pt x="326627" y="515652"/>
                    <a:pt x="324470" y="523907"/>
                    <a:pt x="319078" y="529799"/>
                  </a:cubicBezTo>
                  <a:lnTo>
                    <a:pt x="289962" y="561651"/>
                  </a:lnTo>
                  <a:cubicBezTo>
                    <a:pt x="286051" y="566170"/>
                    <a:pt x="279498" y="566399"/>
                    <a:pt x="275325" y="562163"/>
                  </a:cubicBezTo>
                  <a:cubicBezTo>
                    <a:pt x="275162" y="561998"/>
                    <a:pt x="275005" y="561827"/>
                    <a:pt x="274852" y="561651"/>
                  </a:cubicBezTo>
                  <a:lnTo>
                    <a:pt x="245736" y="529799"/>
                  </a:lnTo>
                  <a:cubicBezTo>
                    <a:pt x="240344" y="523907"/>
                    <a:pt x="238187" y="515652"/>
                    <a:pt x="240344" y="507397"/>
                  </a:cubicBezTo>
                  <a:lnTo>
                    <a:pt x="269460" y="395319"/>
                  </a:lnTo>
                  <a:close/>
                  <a:moveTo>
                    <a:pt x="187540" y="294920"/>
                  </a:moveTo>
                  <a:cubicBezTo>
                    <a:pt x="152848" y="264263"/>
                    <a:pt x="130080" y="218250"/>
                    <a:pt x="130080" y="165151"/>
                  </a:cubicBezTo>
                  <a:cubicBezTo>
                    <a:pt x="130080" y="74321"/>
                    <a:pt x="198373" y="0"/>
                    <a:pt x="281849" y="0"/>
                  </a:cubicBezTo>
                  <a:cubicBezTo>
                    <a:pt x="365313" y="0"/>
                    <a:pt x="433619" y="74321"/>
                    <a:pt x="433619" y="165151"/>
                  </a:cubicBezTo>
                  <a:cubicBezTo>
                    <a:pt x="433619" y="217069"/>
                    <a:pt x="410851" y="264249"/>
                    <a:pt x="376159" y="294920"/>
                  </a:cubicBezTo>
                  <a:cubicBezTo>
                    <a:pt x="484560" y="329134"/>
                    <a:pt x="563699" y="437668"/>
                    <a:pt x="563699" y="566256"/>
                  </a:cubicBezTo>
                  <a:cubicBezTo>
                    <a:pt x="563699" y="605181"/>
                    <a:pt x="534423" y="637033"/>
                    <a:pt x="498653" y="637033"/>
                  </a:cubicBezTo>
                  <a:lnTo>
                    <a:pt x="65046" y="637033"/>
                  </a:lnTo>
                  <a:cubicBezTo>
                    <a:pt x="29263" y="637033"/>
                    <a:pt x="0" y="605181"/>
                    <a:pt x="0" y="566256"/>
                  </a:cubicBezTo>
                  <a:cubicBezTo>
                    <a:pt x="0" y="437655"/>
                    <a:pt x="79138" y="329134"/>
                    <a:pt x="187540" y="294920"/>
                  </a:cubicBezTo>
                  <a:close/>
                  <a:moveTo>
                    <a:pt x="282879" y="290912"/>
                  </a:moveTo>
                  <a:cubicBezTo>
                    <a:pt x="347173" y="290912"/>
                    <a:pt x="399295" y="234464"/>
                    <a:pt x="399295" y="164832"/>
                  </a:cubicBezTo>
                  <a:cubicBezTo>
                    <a:pt x="399295" y="95201"/>
                    <a:pt x="347173" y="38753"/>
                    <a:pt x="282879" y="38753"/>
                  </a:cubicBezTo>
                  <a:cubicBezTo>
                    <a:pt x="218584" y="38753"/>
                    <a:pt x="166463" y="95201"/>
                    <a:pt x="166463" y="164832"/>
                  </a:cubicBezTo>
                  <a:cubicBezTo>
                    <a:pt x="166463" y="234464"/>
                    <a:pt x="218584" y="290912"/>
                    <a:pt x="282879" y="290912"/>
                  </a:cubicBezTo>
                  <a:close/>
                  <a:moveTo>
                    <a:pt x="504657" y="597218"/>
                  </a:moveTo>
                  <a:cubicBezTo>
                    <a:pt x="516912" y="597218"/>
                    <a:pt x="526936" y="585805"/>
                    <a:pt x="526936" y="571870"/>
                  </a:cubicBezTo>
                  <a:cubicBezTo>
                    <a:pt x="526936" y="432545"/>
                    <a:pt x="426671" y="318517"/>
                    <a:pt x="304128" y="318517"/>
                  </a:cubicBezTo>
                  <a:lnTo>
                    <a:pt x="259571" y="318517"/>
                  </a:lnTo>
                  <a:cubicBezTo>
                    <a:pt x="137028" y="318517"/>
                    <a:pt x="36763" y="432532"/>
                    <a:pt x="36763" y="571870"/>
                  </a:cubicBezTo>
                  <a:cubicBezTo>
                    <a:pt x="36763" y="585805"/>
                    <a:pt x="46787" y="597218"/>
                    <a:pt x="59041" y="597218"/>
                  </a:cubicBezTo>
                  <a:lnTo>
                    <a:pt x="504657" y="597218"/>
                  </a:lnTo>
                  <a:close/>
                </a:path>
              </a:pathLst>
            </a:custGeom>
            <a:grpFill/>
            <a:ln w="12700" cap="flat">
              <a:solidFill>
                <a:schemeClr val="accent2"/>
              </a:solidFill>
              <a:prstDash val="solid"/>
              <a:miter/>
            </a:ln>
          </p:spPr>
          <p:txBody>
            <a:bodyPr rtlCol="0" anchor="ctr"/>
            <a:lstStyle/>
            <a:p>
              <a:endParaRPr lang="zh-CN" altLang="en-US"/>
            </a:p>
          </p:txBody>
        </p:sp>
        <p:sp>
          <p:nvSpPr>
            <p:cNvPr id="2138" name="任意多边形: 形状 2137">
              <a:extLst>
                <a:ext uri="{FF2B5EF4-FFF2-40B4-BE49-F238E27FC236}">
                  <a16:creationId xmlns:a16="http://schemas.microsoft.com/office/drawing/2014/main" id="{37E755CA-EB65-D0EC-5DCD-1D8984C960A1}"/>
                </a:ext>
              </a:extLst>
            </p:cNvPr>
            <p:cNvSpPr/>
            <p:nvPr/>
          </p:nvSpPr>
          <p:spPr>
            <a:xfrm>
              <a:off x="4418008" y="1352293"/>
              <a:ext cx="294103" cy="318516"/>
            </a:xfrm>
            <a:custGeom>
              <a:avLst/>
              <a:gdLst>
                <a:gd name="connsiteX0" fmla="*/ 0 w 294103"/>
                <a:gd name="connsiteY0" fmla="*/ 159258 h 318516"/>
                <a:gd name="connsiteX1" fmla="*/ 147052 w 294103"/>
                <a:gd name="connsiteY1" fmla="*/ 318517 h 318516"/>
                <a:gd name="connsiteX2" fmla="*/ 294104 w 294103"/>
                <a:gd name="connsiteY2" fmla="*/ 159258 h 318516"/>
                <a:gd name="connsiteX3" fmla="*/ 147052 w 294103"/>
                <a:gd name="connsiteY3" fmla="*/ 0 h 318516"/>
                <a:gd name="connsiteX4" fmla="*/ 0 w 294103"/>
                <a:gd name="connsiteY4" fmla="*/ 159258 h 318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03" h="318516">
                  <a:moveTo>
                    <a:pt x="0" y="159258"/>
                  </a:moveTo>
                  <a:cubicBezTo>
                    <a:pt x="0" y="247214"/>
                    <a:pt x="65837" y="318517"/>
                    <a:pt x="147052" y="318517"/>
                  </a:cubicBezTo>
                  <a:cubicBezTo>
                    <a:pt x="228266" y="318517"/>
                    <a:pt x="294104" y="247214"/>
                    <a:pt x="294104" y="159258"/>
                  </a:cubicBezTo>
                  <a:cubicBezTo>
                    <a:pt x="294104" y="71302"/>
                    <a:pt x="228266" y="0"/>
                    <a:pt x="147052" y="0"/>
                  </a:cubicBezTo>
                  <a:cubicBezTo>
                    <a:pt x="65837" y="0"/>
                    <a:pt x="0" y="71302"/>
                    <a:pt x="0" y="159258"/>
                  </a:cubicBezTo>
                  <a:close/>
                </a:path>
              </a:pathLst>
            </a:custGeom>
            <a:grpFill/>
            <a:ln w="567" cap="flat">
              <a:noFill/>
              <a:prstDash val="solid"/>
              <a:miter/>
            </a:ln>
          </p:spPr>
          <p:txBody>
            <a:bodyPr rtlCol="0" anchor="ctr"/>
            <a:lstStyle/>
            <a:p>
              <a:endParaRPr lang="zh-CN" altLang="en-US"/>
            </a:p>
          </p:txBody>
        </p:sp>
        <p:sp>
          <p:nvSpPr>
            <p:cNvPr id="2139" name="任意多边形: 形状 2138">
              <a:extLst>
                <a:ext uri="{FF2B5EF4-FFF2-40B4-BE49-F238E27FC236}">
                  <a16:creationId xmlns:a16="http://schemas.microsoft.com/office/drawing/2014/main" id="{1A9D94DF-A091-7F01-2A1F-12630C810854}"/>
                </a:ext>
              </a:extLst>
            </p:cNvPr>
            <p:cNvSpPr/>
            <p:nvPr/>
          </p:nvSpPr>
          <p:spPr>
            <a:xfrm>
              <a:off x="4479280" y="1431922"/>
              <a:ext cx="159894" cy="169450"/>
            </a:xfrm>
            <a:custGeom>
              <a:avLst/>
              <a:gdLst>
                <a:gd name="connsiteX0" fmla="*/ 42204 w 159894"/>
                <a:gd name="connsiteY0" fmla="*/ 0 h 169450"/>
                <a:gd name="connsiteX1" fmla="*/ 54213 w 159894"/>
                <a:gd name="connsiteY1" fmla="*/ 4088 h 169450"/>
                <a:gd name="connsiteX2" fmla="*/ 36714 w 159894"/>
                <a:gd name="connsiteY2" fmla="*/ 43849 h 169450"/>
                <a:gd name="connsiteX3" fmla="*/ 36714 w 159894"/>
                <a:gd name="connsiteY3" fmla="*/ 168893 h 169450"/>
                <a:gd name="connsiteX4" fmla="*/ 24190 w 159894"/>
                <a:gd name="connsiteY4" fmla="*/ 168893 h 169450"/>
                <a:gd name="connsiteX5" fmla="*/ 24190 w 159894"/>
                <a:gd name="connsiteY5" fmla="*/ 64659 h 169450"/>
                <a:gd name="connsiteX6" fmla="*/ 7206 w 159894"/>
                <a:gd name="connsiteY6" fmla="*/ 87141 h 169450"/>
                <a:gd name="connsiteX7" fmla="*/ 0 w 159894"/>
                <a:gd name="connsiteY7" fmla="*/ 73577 h 169450"/>
                <a:gd name="connsiteX8" fmla="*/ 42204 w 159894"/>
                <a:gd name="connsiteY8" fmla="*/ 0 h 169450"/>
                <a:gd name="connsiteX9" fmla="*/ 78746 w 159894"/>
                <a:gd name="connsiteY9" fmla="*/ 121700 h 169450"/>
                <a:gd name="connsiteX10" fmla="*/ 90927 w 159894"/>
                <a:gd name="connsiteY10" fmla="*/ 125787 h 169450"/>
                <a:gd name="connsiteX11" fmla="*/ 58159 w 159894"/>
                <a:gd name="connsiteY11" fmla="*/ 168708 h 169450"/>
                <a:gd name="connsiteX12" fmla="*/ 48037 w 159894"/>
                <a:gd name="connsiteY12" fmla="*/ 160161 h 169450"/>
                <a:gd name="connsiteX13" fmla="*/ 78746 w 159894"/>
                <a:gd name="connsiteY13" fmla="*/ 121700 h 169450"/>
                <a:gd name="connsiteX14" fmla="*/ 117519 w 159894"/>
                <a:gd name="connsiteY14" fmla="*/ 128389 h 169450"/>
                <a:gd name="connsiteX15" fmla="*/ 147199 w 159894"/>
                <a:gd name="connsiteY15" fmla="*/ 169451 h 169450"/>
                <a:gd name="connsiteX16" fmla="*/ 158007 w 159894"/>
                <a:gd name="connsiteY16" fmla="*/ 161833 h 169450"/>
                <a:gd name="connsiteX17" fmla="*/ 127469 w 159894"/>
                <a:gd name="connsiteY17" fmla="*/ 122257 h 169450"/>
                <a:gd name="connsiteX18" fmla="*/ 117519 w 159894"/>
                <a:gd name="connsiteY18" fmla="*/ 128389 h 169450"/>
                <a:gd name="connsiteX19" fmla="*/ 87667 w 159894"/>
                <a:gd name="connsiteY19" fmla="*/ 52396 h 169450"/>
                <a:gd name="connsiteX20" fmla="*/ 87667 w 159894"/>
                <a:gd name="connsiteY20" fmla="*/ 97732 h 169450"/>
                <a:gd name="connsiteX21" fmla="*/ 121122 w 159894"/>
                <a:gd name="connsiteY21" fmla="*/ 97732 h 169450"/>
                <a:gd name="connsiteX22" fmla="*/ 121122 w 159894"/>
                <a:gd name="connsiteY22" fmla="*/ 52396 h 169450"/>
                <a:gd name="connsiteX23" fmla="*/ 87667 w 159894"/>
                <a:gd name="connsiteY23" fmla="*/ 52396 h 169450"/>
                <a:gd name="connsiteX24" fmla="*/ 133474 w 159894"/>
                <a:gd name="connsiteY24" fmla="*/ 97732 h 169450"/>
                <a:gd name="connsiteX25" fmla="*/ 159894 w 159894"/>
                <a:gd name="connsiteY25" fmla="*/ 97732 h 169450"/>
                <a:gd name="connsiteX26" fmla="*/ 159894 w 159894"/>
                <a:gd name="connsiteY26" fmla="*/ 111295 h 169450"/>
                <a:gd name="connsiteX27" fmla="*/ 49066 w 159894"/>
                <a:gd name="connsiteY27" fmla="*/ 111295 h 169450"/>
                <a:gd name="connsiteX28" fmla="*/ 49066 w 159894"/>
                <a:gd name="connsiteY28" fmla="*/ 97732 h 169450"/>
                <a:gd name="connsiteX29" fmla="*/ 75315 w 159894"/>
                <a:gd name="connsiteY29" fmla="*/ 97732 h 169450"/>
                <a:gd name="connsiteX30" fmla="*/ 75315 w 159894"/>
                <a:gd name="connsiteY30" fmla="*/ 52396 h 169450"/>
                <a:gd name="connsiteX31" fmla="*/ 53184 w 159894"/>
                <a:gd name="connsiteY31" fmla="*/ 52396 h 169450"/>
                <a:gd name="connsiteX32" fmla="*/ 53184 w 159894"/>
                <a:gd name="connsiteY32" fmla="*/ 39018 h 169450"/>
                <a:gd name="connsiteX33" fmla="*/ 75315 w 159894"/>
                <a:gd name="connsiteY33" fmla="*/ 39018 h 169450"/>
                <a:gd name="connsiteX34" fmla="*/ 75315 w 159894"/>
                <a:gd name="connsiteY34" fmla="*/ 1672 h 169450"/>
                <a:gd name="connsiteX35" fmla="*/ 87667 w 159894"/>
                <a:gd name="connsiteY35" fmla="*/ 1672 h 169450"/>
                <a:gd name="connsiteX36" fmla="*/ 87667 w 159894"/>
                <a:gd name="connsiteY36" fmla="*/ 39018 h 169450"/>
                <a:gd name="connsiteX37" fmla="*/ 121122 w 159894"/>
                <a:gd name="connsiteY37" fmla="*/ 39018 h 169450"/>
                <a:gd name="connsiteX38" fmla="*/ 121122 w 159894"/>
                <a:gd name="connsiteY38" fmla="*/ 1486 h 169450"/>
                <a:gd name="connsiteX39" fmla="*/ 133474 w 159894"/>
                <a:gd name="connsiteY39" fmla="*/ 1486 h 169450"/>
                <a:gd name="connsiteX40" fmla="*/ 133474 w 159894"/>
                <a:gd name="connsiteY40" fmla="*/ 39018 h 169450"/>
                <a:gd name="connsiteX41" fmla="*/ 157836 w 159894"/>
                <a:gd name="connsiteY41" fmla="*/ 39018 h 169450"/>
                <a:gd name="connsiteX42" fmla="*/ 157836 w 159894"/>
                <a:gd name="connsiteY42" fmla="*/ 52396 h 169450"/>
                <a:gd name="connsiteX43" fmla="*/ 133474 w 159894"/>
                <a:gd name="connsiteY43" fmla="*/ 52396 h 169450"/>
                <a:gd name="connsiteX44" fmla="*/ 133474 w 159894"/>
                <a:gd name="connsiteY44" fmla="*/ 97732 h 16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9894" h="169450">
                  <a:moveTo>
                    <a:pt x="42204" y="0"/>
                  </a:moveTo>
                  <a:lnTo>
                    <a:pt x="54213" y="4088"/>
                  </a:lnTo>
                  <a:cubicBezTo>
                    <a:pt x="49256" y="17773"/>
                    <a:pt x="43409" y="31061"/>
                    <a:pt x="36714" y="43849"/>
                  </a:cubicBezTo>
                  <a:lnTo>
                    <a:pt x="36714" y="168893"/>
                  </a:lnTo>
                  <a:lnTo>
                    <a:pt x="24190" y="168893"/>
                  </a:lnTo>
                  <a:lnTo>
                    <a:pt x="24190" y="64659"/>
                  </a:lnTo>
                  <a:cubicBezTo>
                    <a:pt x="18872" y="73020"/>
                    <a:pt x="13039" y="80638"/>
                    <a:pt x="7206" y="87141"/>
                  </a:cubicBezTo>
                  <a:cubicBezTo>
                    <a:pt x="5092" y="82447"/>
                    <a:pt x="2684" y="77915"/>
                    <a:pt x="0" y="73577"/>
                  </a:cubicBezTo>
                  <a:cubicBezTo>
                    <a:pt x="16813" y="55926"/>
                    <a:pt x="32596" y="28056"/>
                    <a:pt x="42204" y="0"/>
                  </a:cubicBezTo>
                  <a:close/>
                  <a:moveTo>
                    <a:pt x="78746" y="121700"/>
                  </a:moveTo>
                  <a:lnTo>
                    <a:pt x="90927" y="125787"/>
                  </a:lnTo>
                  <a:cubicBezTo>
                    <a:pt x="82349" y="141952"/>
                    <a:pt x="69654" y="158117"/>
                    <a:pt x="58159" y="168708"/>
                  </a:cubicBezTo>
                  <a:cubicBezTo>
                    <a:pt x="55929" y="166292"/>
                    <a:pt x="50953" y="161833"/>
                    <a:pt x="48037" y="160161"/>
                  </a:cubicBezTo>
                  <a:cubicBezTo>
                    <a:pt x="59703" y="150499"/>
                    <a:pt x="71541" y="136007"/>
                    <a:pt x="78746" y="121700"/>
                  </a:cubicBezTo>
                  <a:close/>
                  <a:moveTo>
                    <a:pt x="117519" y="128389"/>
                  </a:moveTo>
                  <a:cubicBezTo>
                    <a:pt x="128842" y="140652"/>
                    <a:pt x="141537" y="157931"/>
                    <a:pt x="147199" y="169451"/>
                  </a:cubicBezTo>
                  <a:lnTo>
                    <a:pt x="158007" y="161833"/>
                  </a:lnTo>
                  <a:cubicBezTo>
                    <a:pt x="152003" y="150871"/>
                    <a:pt x="139307" y="134334"/>
                    <a:pt x="127469" y="122257"/>
                  </a:cubicBezTo>
                  <a:lnTo>
                    <a:pt x="117519" y="128389"/>
                  </a:lnTo>
                  <a:close/>
                  <a:moveTo>
                    <a:pt x="87667" y="52396"/>
                  </a:moveTo>
                  <a:lnTo>
                    <a:pt x="87667" y="97732"/>
                  </a:lnTo>
                  <a:lnTo>
                    <a:pt x="121122" y="97732"/>
                  </a:lnTo>
                  <a:lnTo>
                    <a:pt x="121122" y="52396"/>
                  </a:lnTo>
                  <a:lnTo>
                    <a:pt x="87667" y="52396"/>
                  </a:lnTo>
                  <a:close/>
                  <a:moveTo>
                    <a:pt x="133474" y="97732"/>
                  </a:moveTo>
                  <a:lnTo>
                    <a:pt x="159894" y="97732"/>
                  </a:lnTo>
                  <a:lnTo>
                    <a:pt x="159894" y="111295"/>
                  </a:lnTo>
                  <a:lnTo>
                    <a:pt x="49066" y="111295"/>
                  </a:lnTo>
                  <a:lnTo>
                    <a:pt x="49066" y="97732"/>
                  </a:lnTo>
                  <a:lnTo>
                    <a:pt x="75315" y="97732"/>
                  </a:lnTo>
                  <a:lnTo>
                    <a:pt x="75315" y="52396"/>
                  </a:lnTo>
                  <a:lnTo>
                    <a:pt x="53184" y="52396"/>
                  </a:lnTo>
                  <a:lnTo>
                    <a:pt x="53184" y="39018"/>
                  </a:lnTo>
                  <a:lnTo>
                    <a:pt x="75315" y="39018"/>
                  </a:lnTo>
                  <a:lnTo>
                    <a:pt x="75315" y="1672"/>
                  </a:lnTo>
                  <a:lnTo>
                    <a:pt x="87667" y="1672"/>
                  </a:lnTo>
                  <a:lnTo>
                    <a:pt x="87667" y="39018"/>
                  </a:lnTo>
                  <a:lnTo>
                    <a:pt x="121122" y="39018"/>
                  </a:lnTo>
                  <a:lnTo>
                    <a:pt x="121122" y="1486"/>
                  </a:lnTo>
                  <a:lnTo>
                    <a:pt x="133474" y="1486"/>
                  </a:lnTo>
                  <a:lnTo>
                    <a:pt x="133474" y="39018"/>
                  </a:lnTo>
                  <a:lnTo>
                    <a:pt x="157836" y="39018"/>
                  </a:lnTo>
                  <a:lnTo>
                    <a:pt x="157836" y="52396"/>
                  </a:lnTo>
                  <a:lnTo>
                    <a:pt x="133474" y="52396"/>
                  </a:lnTo>
                  <a:lnTo>
                    <a:pt x="133474" y="97732"/>
                  </a:lnTo>
                  <a:close/>
                </a:path>
              </a:pathLst>
            </a:custGeom>
            <a:solidFill>
              <a:schemeClr val="tx1"/>
            </a:solidFill>
            <a:ln w="567" cap="flat">
              <a:noFill/>
              <a:prstDash val="solid"/>
              <a:miter/>
            </a:ln>
          </p:spPr>
          <p:txBody>
            <a:bodyPr rtlCol="0" anchor="ctr"/>
            <a:lstStyle/>
            <a:p>
              <a:endParaRPr lang="zh-CN" altLang="en-US"/>
            </a:p>
          </p:txBody>
        </p:sp>
      </p:grpSp>
      <p:sp>
        <p:nvSpPr>
          <p:cNvPr id="2143" name="图形 2141">
            <a:extLst>
              <a:ext uri="{FF2B5EF4-FFF2-40B4-BE49-F238E27FC236}">
                <a16:creationId xmlns:a16="http://schemas.microsoft.com/office/drawing/2014/main" id="{5069F8C3-3FC6-CEA3-6AE3-1F6A7C10E974}"/>
              </a:ext>
            </a:extLst>
          </p:cNvPr>
          <p:cNvSpPr/>
          <p:nvPr/>
        </p:nvSpPr>
        <p:spPr>
          <a:xfrm>
            <a:off x="5817215" y="1285273"/>
            <a:ext cx="557570" cy="557570"/>
          </a:xfrm>
          <a:custGeom>
            <a:avLst/>
            <a:gdLst>
              <a:gd name="connsiteX0" fmla="*/ 527700 w 557570"/>
              <a:gd name="connsiteY0" fmla="*/ 0 h 557570"/>
              <a:gd name="connsiteX1" fmla="*/ 527700 w 557570"/>
              <a:gd name="connsiteY1" fmla="*/ 159306 h 557570"/>
              <a:gd name="connsiteX2" fmla="*/ 29870 w 557570"/>
              <a:gd name="connsiteY2" fmla="*/ 159306 h 557570"/>
              <a:gd name="connsiteX3" fmla="*/ 29870 w 557570"/>
              <a:gd name="connsiteY3" fmla="*/ 0 h 557570"/>
              <a:gd name="connsiteX4" fmla="*/ 71369 w 557570"/>
              <a:gd name="connsiteY4" fmla="*/ 0 h 557570"/>
              <a:gd name="connsiteX5" fmla="*/ 71369 w 557570"/>
              <a:gd name="connsiteY5" fmla="*/ 119479 h 557570"/>
              <a:gd name="connsiteX6" fmla="*/ 486241 w 557570"/>
              <a:gd name="connsiteY6" fmla="*/ 119479 h 557570"/>
              <a:gd name="connsiteX7" fmla="*/ 486241 w 557570"/>
              <a:gd name="connsiteY7" fmla="*/ 0 h 557570"/>
              <a:gd name="connsiteX8" fmla="*/ 29870 w 557570"/>
              <a:gd name="connsiteY8" fmla="*/ 557570 h 557570"/>
              <a:gd name="connsiteX9" fmla="*/ 29870 w 557570"/>
              <a:gd name="connsiteY9" fmla="*/ 398264 h 557570"/>
              <a:gd name="connsiteX10" fmla="*/ 527700 w 557570"/>
              <a:gd name="connsiteY10" fmla="*/ 398264 h 557570"/>
              <a:gd name="connsiteX11" fmla="*/ 527700 w 557570"/>
              <a:gd name="connsiteY11" fmla="*/ 557570 h 557570"/>
              <a:gd name="connsiteX12" fmla="*/ 486241 w 557570"/>
              <a:gd name="connsiteY12" fmla="*/ 557570 h 557570"/>
              <a:gd name="connsiteX13" fmla="*/ 486241 w 557570"/>
              <a:gd name="connsiteY13" fmla="*/ 438091 h 557570"/>
              <a:gd name="connsiteX14" fmla="*/ 71369 w 557570"/>
              <a:gd name="connsiteY14" fmla="*/ 438091 h 557570"/>
              <a:gd name="connsiteX15" fmla="*/ 71369 w 557570"/>
              <a:gd name="connsiteY15" fmla="*/ 557570 h 557570"/>
              <a:gd name="connsiteX16" fmla="*/ 0 w 557570"/>
              <a:gd name="connsiteY16" fmla="*/ 238959 h 557570"/>
              <a:gd name="connsiteX17" fmla="*/ 79653 w 557570"/>
              <a:gd name="connsiteY17" fmla="*/ 238959 h 557570"/>
              <a:gd name="connsiteX18" fmla="*/ 79653 w 557570"/>
              <a:gd name="connsiteY18" fmla="*/ 318612 h 557570"/>
              <a:gd name="connsiteX19" fmla="*/ 0 w 557570"/>
              <a:gd name="connsiteY19" fmla="*/ 318612 h 557570"/>
              <a:gd name="connsiteX20" fmla="*/ 477917 w 557570"/>
              <a:gd name="connsiteY20" fmla="*/ 238959 h 557570"/>
              <a:gd name="connsiteX21" fmla="*/ 557570 w 557570"/>
              <a:gd name="connsiteY21" fmla="*/ 238959 h 557570"/>
              <a:gd name="connsiteX22" fmla="*/ 557570 w 557570"/>
              <a:gd name="connsiteY22" fmla="*/ 318612 h 557570"/>
              <a:gd name="connsiteX23" fmla="*/ 477917 w 557570"/>
              <a:gd name="connsiteY23" fmla="*/ 318612 h 557570"/>
              <a:gd name="connsiteX24" fmla="*/ 119479 w 557570"/>
              <a:gd name="connsiteY24" fmla="*/ 238959 h 557570"/>
              <a:gd name="connsiteX25" fmla="*/ 199132 w 557570"/>
              <a:gd name="connsiteY25" fmla="*/ 238959 h 557570"/>
              <a:gd name="connsiteX26" fmla="*/ 199132 w 557570"/>
              <a:gd name="connsiteY26" fmla="*/ 318612 h 557570"/>
              <a:gd name="connsiteX27" fmla="*/ 119479 w 557570"/>
              <a:gd name="connsiteY27" fmla="*/ 318612 h 557570"/>
              <a:gd name="connsiteX28" fmla="*/ 238959 w 557570"/>
              <a:gd name="connsiteY28" fmla="*/ 238959 h 557570"/>
              <a:gd name="connsiteX29" fmla="*/ 318612 w 557570"/>
              <a:gd name="connsiteY29" fmla="*/ 238959 h 557570"/>
              <a:gd name="connsiteX30" fmla="*/ 318612 w 557570"/>
              <a:gd name="connsiteY30" fmla="*/ 318612 h 557570"/>
              <a:gd name="connsiteX31" fmla="*/ 238959 w 557570"/>
              <a:gd name="connsiteY31" fmla="*/ 318612 h 557570"/>
              <a:gd name="connsiteX32" fmla="*/ 358438 w 557570"/>
              <a:gd name="connsiteY32" fmla="*/ 238959 h 557570"/>
              <a:gd name="connsiteX33" fmla="*/ 438091 w 557570"/>
              <a:gd name="connsiteY33" fmla="*/ 238959 h 557570"/>
              <a:gd name="connsiteX34" fmla="*/ 438091 w 557570"/>
              <a:gd name="connsiteY34" fmla="*/ 318612 h 557570"/>
              <a:gd name="connsiteX35" fmla="*/ 358438 w 557570"/>
              <a:gd name="connsiteY35" fmla="*/ 318612 h 55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7570" h="557570">
                <a:moveTo>
                  <a:pt x="527700" y="0"/>
                </a:moveTo>
                <a:lnTo>
                  <a:pt x="527700" y="159306"/>
                </a:lnTo>
                <a:lnTo>
                  <a:pt x="29870" y="159306"/>
                </a:lnTo>
                <a:lnTo>
                  <a:pt x="29870" y="0"/>
                </a:lnTo>
                <a:lnTo>
                  <a:pt x="71369" y="0"/>
                </a:lnTo>
                <a:lnTo>
                  <a:pt x="71369" y="119479"/>
                </a:lnTo>
                <a:lnTo>
                  <a:pt x="486241" y="119479"/>
                </a:lnTo>
                <a:lnTo>
                  <a:pt x="486241" y="0"/>
                </a:lnTo>
                <a:close/>
                <a:moveTo>
                  <a:pt x="29870" y="557570"/>
                </a:moveTo>
                <a:lnTo>
                  <a:pt x="29870" y="398264"/>
                </a:lnTo>
                <a:lnTo>
                  <a:pt x="527700" y="398264"/>
                </a:lnTo>
                <a:lnTo>
                  <a:pt x="527700" y="557570"/>
                </a:lnTo>
                <a:lnTo>
                  <a:pt x="486241" y="557570"/>
                </a:lnTo>
                <a:lnTo>
                  <a:pt x="486241" y="438091"/>
                </a:lnTo>
                <a:lnTo>
                  <a:pt x="71369" y="438091"/>
                </a:lnTo>
                <a:lnTo>
                  <a:pt x="71369" y="557570"/>
                </a:lnTo>
                <a:close/>
                <a:moveTo>
                  <a:pt x="0" y="238959"/>
                </a:moveTo>
                <a:lnTo>
                  <a:pt x="79653" y="238959"/>
                </a:lnTo>
                <a:lnTo>
                  <a:pt x="79653" y="318612"/>
                </a:lnTo>
                <a:lnTo>
                  <a:pt x="0" y="318612"/>
                </a:lnTo>
                <a:close/>
                <a:moveTo>
                  <a:pt x="477917" y="238959"/>
                </a:moveTo>
                <a:lnTo>
                  <a:pt x="557570" y="238959"/>
                </a:lnTo>
                <a:lnTo>
                  <a:pt x="557570" y="318612"/>
                </a:lnTo>
                <a:lnTo>
                  <a:pt x="477917" y="318612"/>
                </a:lnTo>
                <a:close/>
                <a:moveTo>
                  <a:pt x="119479" y="238959"/>
                </a:moveTo>
                <a:lnTo>
                  <a:pt x="199132" y="238959"/>
                </a:lnTo>
                <a:lnTo>
                  <a:pt x="199132" y="318612"/>
                </a:lnTo>
                <a:lnTo>
                  <a:pt x="119479" y="318612"/>
                </a:lnTo>
                <a:close/>
                <a:moveTo>
                  <a:pt x="238959" y="238959"/>
                </a:moveTo>
                <a:lnTo>
                  <a:pt x="318612" y="238959"/>
                </a:lnTo>
                <a:lnTo>
                  <a:pt x="318612" y="318612"/>
                </a:lnTo>
                <a:lnTo>
                  <a:pt x="238959" y="318612"/>
                </a:lnTo>
                <a:close/>
                <a:moveTo>
                  <a:pt x="358438" y="238959"/>
                </a:moveTo>
                <a:lnTo>
                  <a:pt x="438091" y="238959"/>
                </a:lnTo>
                <a:lnTo>
                  <a:pt x="438091" y="318612"/>
                </a:lnTo>
                <a:lnTo>
                  <a:pt x="358438" y="318612"/>
                </a:lnTo>
                <a:close/>
              </a:path>
            </a:pathLst>
          </a:custGeom>
          <a:solidFill>
            <a:schemeClr val="accent2"/>
          </a:solidFill>
          <a:ln w="614" cap="flat">
            <a:noFill/>
            <a:prstDash val="solid"/>
            <a:miter/>
          </a:ln>
        </p:spPr>
        <p:txBody>
          <a:bodyPr rtlCol="0" anchor="ctr"/>
          <a:lstStyle/>
          <a:p>
            <a:endParaRPr lang="zh-CN" altLang="en-US"/>
          </a:p>
        </p:txBody>
      </p:sp>
      <p:grpSp>
        <p:nvGrpSpPr>
          <p:cNvPr id="2151" name="组合 2150">
            <a:extLst>
              <a:ext uri="{FF2B5EF4-FFF2-40B4-BE49-F238E27FC236}">
                <a16:creationId xmlns:a16="http://schemas.microsoft.com/office/drawing/2014/main" id="{A2AC4BAB-7913-0E8E-B79C-0BEE8DCB6F7D}"/>
              </a:ext>
            </a:extLst>
          </p:cNvPr>
          <p:cNvGrpSpPr/>
          <p:nvPr/>
        </p:nvGrpSpPr>
        <p:grpSpPr>
          <a:xfrm>
            <a:off x="4169526" y="1284760"/>
            <a:ext cx="517743" cy="558596"/>
            <a:chOff x="4134627" y="436380"/>
            <a:chExt cx="517743" cy="558596"/>
          </a:xfrm>
          <a:solidFill>
            <a:schemeClr val="accent2"/>
          </a:solidFill>
        </p:grpSpPr>
        <p:sp>
          <p:nvSpPr>
            <p:cNvPr id="2147" name="任意多边形: 形状 2146">
              <a:extLst>
                <a:ext uri="{FF2B5EF4-FFF2-40B4-BE49-F238E27FC236}">
                  <a16:creationId xmlns:a16="http://schemas.microsoft.com/office/drawing/2014/main" id="{7DF6EB5C-3E5D-1B2F-655A-9F757CE2C7D4}"/>
                </a:ext>
              </a:extLst>
            </p:cNvPr>
            <p:cNvSpPr/>
            <p:nvPr/>
          </p:nvSpPr>
          <p:spPr>
            <a:xfrm>
              <a:off x="4323753" y="590508"/>
              <a:ext cx="49832" cy="2962"/>
            </a:xfrm>
            <a:custGeom>
              <a:avLst/>
              <a:gdLst>
                <a:gd name="connsiteX0" fmla="*/ 0 w 49832"/>
                <a:gd name="connsiteY0" fmla="*/ 1481 h 2962"/>
                <a:gd name="connsiteX1" fmla="*/ 50 w 49832"/>
                <a:gd name="connsiteY1" fmla="*/ 2962 h 2962"/>
                <a:gd name="connsiteX2" fmla="*/ 50 w 49832"/>
                <a:gd name="connsiteY2" fmla="*/ 0 h 2962"/>
                <a:gd name="connsiteX3" fmla="*/ 0 w 49832"/>
                <a:gd name="connsiteY3" fmla="*/ 1481 h 2962"/>
                <a:gd name="connsiteX4" fmla="*/ 49833 w 49832"/>
                <a:gd name="connsiteY4" fmla="*/ 1481 h 2962"/>
                <a:gd name="connsiteX5" fmla="*/ 49833 w 49832"/>
                <a:gd name="connsiteY5" fmla="*/ 902 h 2962"/>
                <a:gd name="connsiteX6" fmla="*/ 49833 w 49832"/>
                <a:gd name="connsiteY6" fmla="*/ 1481 h 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832" h="2962">
                  <a:moveTo>
                    <a:pt x="0" y="1481"/>
                  </a:moveTo>
                  <a:cubicBezTo>
                    <a:pt x="0" y="1979"/>
                    <a:pt x="0" y="2477"/>
                    <a:pt x="50" y="2962"/>
                  </a:cubicBezTo>
                  <a:lnTo>
                    <a:pt x="50" y="0"/>
                  </a:lnTo>
                  <a:cubicBezTo>
                    <a:pt x="50" y="492"/>
                    <a:pt x="0" y="983"/>
                    <a:pt x="0" y="1481"/>
                  </a:cubicBezTo>
                  <a:close/>
                  <a:moveTo>
                    <a:pt x="49833" y="1481"/>
                  </a:moveTo>
                  <a:lnTo>
                    <a:pt x="49833" y="902"/>
                  </a:lnTo>
                  <a:lnTo>
                    <a:pt x="49833" y="1481"/>
                  </a:lnTo>
                  <a:close/>
                </a:path>
              </a:pathLst>
            </a:custGeom>
            <a:grpFill/>
            <a:ln w="614" cap="flat">
              <a:noFill/>
              <a:prstDash val="solid"/>
              <a:miter/>
            </a:ln>
          </p:spPr>
          <p:txBody>
            <a:bodyPr rtlCol="0" anchor="ctr"/>
            <a:lstStyle/>
            <a:p>
              <a:endParaRPr lang="zh-CN" altLang="en-US"/>
            </a:p>
          </p:txBody>
        </p:sp>
        <p:sp>
          <p:nvSpPr>
            <p:cNvPr id="2148" name="任意多边形: 形状 2147">
              <a:extLst>
                <a:ext uri="{FF2B5EF4-FFF2-40B4-BE49-F238E27FC236}">
                  <a16:creationId xmlns:a16="http://schemas.microsoft.com/office/drawing/2014/main" id="{46B4B994-E332-7843-7EBD-730E8A5B3196}"/>
                </a:ext>
              </a:extLst>
            </p:cNvPr>
            <p:cNvSpPr/>
            <p:nvPr/>
          </p:nvSpPr>
          <p:spPr>
            <a:xfrm>
              <a:off x="4573129" y="736124"/>
              <a:ext cx="35271" cy="38332"/>
            </a:xfrm>
            <a:custGeom>
              <a:avLst/>
              <a:gdLst>
                <a:gd name="connsiteX0" fmla="*/ 1089 w 35271"/>
                <a:gd name="connsiteY0" fmla="*/ 38333 h 38332"/>
                <a:gd name="connsiteX1" fmla="*/ 0 w 35271"/>
                <a:gd name="connsiteY1" fmla="*/ 37337 h 38332"/>
                <a:gd name="connsiteX2" fmla="*/ 1089 w 35271"/>
                <a:gd name="connsiteY2" fmla="*/ 38333 h 38332"/>
                <a:gd name="connsiteX3" fmla="*/ 32919 w 35271"/>
                <a:gd name="connsiteY3" fmla="*/ 0 h 38332"/>
                <a:gd name="connsiteX4" fmla="*/ 35271 w 35271"/>
                <a:gd name="connsiteY4" fmla="*/ 2147 h 38332"/>
                <a:gd name="connsiteX5" fmla="*/ 32919 w 35271"/>
                <a:gd name="connsiteY5" fmla="*/ 0 h 38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271" h="38332">
                  <a:moveTo>
                    <a:pt x="1089" y="38333"/>
                  </a:moveTo>
                  <a:lnTo>
                    <a:pt x="0" y="37337"/>
                  </a:lnTo>
                  <a:cubicBezTo>
                    <a:pt x="355" y="37680"/>
                    <a:pt x="716" y="38016"/>
                    <a:pt x="1089" y="38333"/>
                  </a:cubicBezTo>
                  <a:close/>
                  <a:moveTo>
                    <a:pt x="32919" y="0"/>
                  </a:moveTo>
                  <a:cubicBezTo>
                    <a:pt x="33711" y="709"/>
                    <a:pt x="34496" y="1425"/>
                    <a:pt x="35271" y="2147"/>
                  </a:cubicBezTo>
                  <a:cubicBezTo>
                    <a:pt x="34534" y="1382"/>
                    <a:pt x="33748" y="664"/>
                    <a:pt x="32919" y="0"/>
                  </a:cubicBezTo>
                  <a:close/>
                </a:path>
              </a:pathLst>
            </a:custGeom>
            <a:grpFill/>
            <a:ln w="614" cap="flat">
              <a:noFill/>
              <a:prstDash val="solid"/>
              <a:miter/>
            </a:ln>
          </p:spPr>
          <p:txBody>
            <a:bodyPr rtlCol="0" anchor="ctr"/>
            <a:lstStyle/>
            <a:p>
              <a:endParaRPr lang="zh-CN" altLang="en-US"/>
            </a:p>
          </p:txBody>
        </p:sp>
        <p:sp>
          <p:nvSpPr>
            <p:cNvPr id="2149" name="任意多边形: 形状 2148">
              <a:extLst>
                <a:ext uri="{FF2B5EF4-FFF2-40B4-BE49-F238E27FC236}">
                  <a16:creationId xmlns:a16="http://schemas.microsoft.com/office/drawing/2014/main" id="{2CA47E29-2D68-4419-F444-69C85FECC421}"/>
                </a:ext>
              </a:extLst>
            </p:cNvPr>
            <p:cNvSpPr/>
            <p:nvPr/>
          </p:nvSpPr>
          <p:spPr>
            <a:xfrm>
              <a:off x="4264063" y="436380"/>
              <a:ext cx="298698" cy="298698"/>
            </a:xfrm>
            <a:custGeom>
              <a:avLst/>
              <a:gdLst>
                <a:gd name="connsiteX0" fmla="*/ 149349 w 298698"/>
                <a:gd name="connsiteY0" fmla="*/ 0 h 298698"/>
                <a:gd name="connsiteX1" fmla="*/ 0 w 298698"/>
                <a:gd name="connsiteY1" fmla="*/ 149349 h 298698"/>
                <a:gd name="connsiteX2" fmla="*/ 149349 w 298698"/>
                <a:gd name="connsiteY2" fmla="*/ 298698 h 298698"/>
                <a:gd name="connsiteX3" fmla="*/ 298698 w 298698"/>
                <a:gd name="connsiteY3" fmla="*/ 149349 h 298698"/>
                <a:gd name="connsiteX4" fmla="*/ 149349 w 298698"/>
                <a:gd name="connsiteY4" fmla="*/ 0 h 298698"/>
                <a:gd name="connsiteX5" fmla="*/ 149349 w 298698"/>
                <a:gd name="connsiteY5" fmla="*/ 248915 h 298698"/>
                <a:gd name="connsiteX6" fmla="*/ 49783 w 298698"/>
                <a:gd name="connsiteY6" fmla="*/ 149349 h 298698"/>
                <a:gd name="connsiteX7" fmla="*/ 149349 w 298698"/>
                <a:gd name="connsiteY7" fmla="*/ 49783 h 298698"/>
                <a:gd name="connsiteX8" fmla="*/ 248915 w 298698"/>
                <a:gd name="connsiteY8" fmla="*/ 149349 h 298698"/>
                <a:gd name="connsiteX9" fmla="*/ 149349 w 298698"/>
                <a:gd name="connsiteY9" fmla="*/ 248915 h 298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8698" h="298698">
                  <a:moveTo>
                    <a:pt x="149349" y="0"/>
                  </a:moveTo>
                  <a:cubicBezTo>
                    <a:pt x="66865" y="0"/>
                    <a:pt x="0" y="66865"/>
                    <a:pt x="0" y="149349"/>
                  </a:cubicBezTo>
                  <a:cubicBezTo>
                    <a:pt x="0" y="231833"/>
                    <a:pt x="66865" y="298698"/>
                    <a:pt x="149349" y="298698"/>
                  </a:cubicBezTo>
                  <a:cubicBezTo>
                    <a:pt x="231833" y="298698"/>
                    <a:pt x="298698" y="231833"/>
                    <a:pt x="298698" y="149349"/>
                  </a:cubicBezTo>
                  <a:cubicBezTo>
                    <a:pt x="298698" y="66865"/>
                    <a:pt x="231833" y="0"/>
                    <a:pt x="149349" y="0"/>
                  </a:cubicBezTo>
                  <a:close/>
                  <a:moveTo>
                    <a:pt x="149349" y="248915"/>
                  </a:moveTo>
                  <a:cubicBezTo>
                    <a:pt x="94360" y="248915"/>
                    <a:pt x="49783" y="204338"/>
                    <a:pt x="49783" y="149349"/>
                  </a:cubicBezTo>
                  <a:cubicBezTo>
                    <a:pt x="49783" y="94360"/>
                    <a:pt x="94360" y="49783"/>
                    <a:pt x="149349" y="49783"/>
                  </a:cubicBezTo>
                  <a:cubicBezTo>
                    <a:pt x="204338" y="49783"/>
                    <a:pt x="248915" y="94360"/>
                    <a:pt x="248915" y="149349"/>
                  </a:cubicBezTo>
                  <a:cubicBezTo>
                    <a:pt x="248915" y="204338"/>
                    <a:pt x="204338" y="248915"/>
                    <a:pt x="149349" y="248915"/>
                  </a:cubicBezTo>
                  <a:close/>
                </a:path>
              </a:pathLst>
            </a:custGeom>
            <a:grpFill/>
            <a:ln w="614" cap="flat">
              <a:noFill/>
              <a:prstDash val="solid"/>
              <a:miter/>
            </a:ln>
          </p:spPr>
          <p:txBody>
            <a:bodyPr rtlCol="0" anchor="ctr"/>
            <a:lstStyle/>
            <a:p>
              <a:endParaRPr lang="zh-CN" altLang="en-US"/>
            </a:p>
          </p:txBody>
        </p:sp>
        <p:sp>
          <p:nvSpPr>
            <p:cNvPr id="2150" name="任意多边形: 形状 2149">
              <a:extLst>
                <a:ext uri="{FF2B5EF4-FFF2-40B4-BE49-F238E27FC236}">
                  <a16:creationId xmlns:a16="http://schemas.microsoft.com/office/drawing/2014/main" id="{1A8CE656-EAEC-1CF1-1287-E86268924406}"/>
                </a:ext>
              </a:extLst>
            </p:cNvPr>
            <p:cNvSpPr/>
            <p:nvPr/>
          </p:nvSpPr>
          <p:spPr>
            <a:xfrm>
              <a:off x="4134627" y="685506"/>
              <a:ext cx="517743" cy="309470"/>
            </a:xfrm>
            <a:custGeom>
              <a:avLst/>
              <a:gdLst>
                <a:gd name="connsiteX0" fmla="*/ 417605 w 517743"/>
                <a:gd name="connsiteY0" fmla="*/ 36977 h 309470"/>
                <a:gd name="connsiteX1" fmla="*/ 415228 w 517743"/>
                <a:gd name="connsiteY1" fmla="*/ 35626 h 309470"/>
                <a:gd name="connsiteX2" fmla="*/ 278785 w 517743"/>
                <a:gd name="connsiteY2" fmla="*/ 0 h 309470"/>
                <a:gd name="connsiteX3" fmla="*/ 0 w 517743"/>
                <a:gd name="connsiteY3" fmla="*/ 278785 h 309470"/>
                <a:gd name="connsiteX4" fmla="*/ 0 w 517743"/>
                <a:gd name="connsiteY4" fmla="*/ 283502 h 309470"/>
                <a:gd name="connsiteX5" fmla="*/ 81 w 517743"/>
                <a:gd name="connsiteY5" fmla="*/ 285450 h 309470"/>
                <a:gd name="connsiteX6" fmla="*/ 25859 w 517743"/>
                <a:gd name="connsiteY6" fmla="*/ 309455 h 309470"/>
                <a:gd name="connsiteX7" fmla="*/ 49864 w 517743"/>
                <a:gd name="connsiteY7" fmla="*/ 283677 h 309470"/>
                <a:gd name="connsiteX8" fmla="*/ 49864 w 517743"/>
                <a:gd name="connsiteY8" fmla="*/ 283502 h 309470"/>
                <a:gd name="connsiteX9" fmla="*/ 49827 w 517743"/>
                <a:gd name="connsiteY9" fmla="*/ 282189 h 309470"/>
                <a:gd name="connsiteX10" fmla="*/ 49827 w 517743"/>
                <a:gd name="connsiteY10" fmla="*/ 278779 h 309470"/>
                <a:gd name="connsiteX11" fmla="*/ 278829 w 517743"/>
                <a:gd name="connsiteY11" fmla="*/ 49777 h 309470"/>
                <a:gd name="connsiteX12" fmla="*/ 391102 w 517743"/>
                <a:gd name="connsiteY12" fmla="*/ 79149 h 309470"/>
                <a:gd name="connsiteX13" fmla="*/ 392602 w 517743"/>
                <a:gd name="connsiteY13" fmla="*/ 80008 h 309470"/>
                <a:gd name="connsiteX14" fmla="*/ 426644 w 517743"/>
                <a:gd name="connsiteY14" fmla="*/ 71013 h 309470"/>
                <a:gd name="connsiteX15" fmla="*/ 417649 w 517743"/>
                <a:gd name="connsiteY15" fmla="*/ 36970 h 309470"/>
                <a:gd name="connsiteX16" fmla="*/ 496424 w 517743"/>
                <a:gd name="connsiteY16" fmla="*/ 152554 h 309470"/>
                <a:gd name="connsiteX17" fmla="*/ 424008 w 517743"/>
                <a:gd name="connsiteY17" fmla="*/ 152554 h 309470"/>
                <a:gd name="connsiteX18" fmla="*/ 402689 w 517743"/>
                <a:gd name="connsiteY18" fmla="*/ 173874 h 309470"/>
                <a:gd name="connsiteX19" fmla="*/ 402689 w 517743"/>
                <a:gd name="connsiteY19" fmla="*/ 175486 h 309470"/>
                <a:gd name="connsiteX20" fmla="*/ 424008 w 517743"/>
                <a:gd name="connsiteY20" fmla="*/ 196805 h 309470"/>
                <a:gd name="connsiteX21" fmla="*/ 442204 w 517743"/>
                <a:gd name="connsiteY21" fmla="*/ 196805 h 309470"/>
                <a:gd name="connsiteX22" fmla="*/ 383952 w 517743"/>
                <a:gd name="connsiteY22" fmla="*/ 255033 h 309470"/>
                <a:gd name="connsiteX23" fmla="*/ 318263 w 517743"/>
                <a:gd name="connsiteY23" fmla="*/ 189313 h 309470"/>
                <a:gd name="connsiteX24" fmla="*/ 286995 w 517743"/>
                <a:gd name="connsiteY24" fmla="*/ 189292 h 309470"/>
                <a:gd name="connsiteX25" fmla="*/ 286974 w 517743"/>
                <a:gd name="connsiteY25" fmla="*/ 189313 h 309470"/>
                <a:gd name="connsiteX26" fmla="*/ 205610 w 517743"/>
                <a:gd name="connsiteY26" fmla="*/ 270665 h 309470"/>
                <a:gd name="connsiteX27" fmla="*/ 205610 w 517743"/>
                <a:gd name="connsiteY27" fmla="*/ 301959 h 309470"/>
                <a:gd name="connsiteX28" fmla="*/ 236905 w 517743"/>
                <a:gd name="connsiteY28" fmla="*/ 301959 h 309470"/>
                <a:gd name="connsiteX29" fmla="*/ 302612 w 517743"/>
                <a:gd name="connsiteY29" fmla="*/ 236258 h 309470"/>
                <a:gd name="connsiteX30" fmla="*/ 368326 w 517743"/>
                <a:gd name="connsiteY30" fmla="*/ 301972 h 309470"/>
                <a:gd name="connsiteX31" fmla="*/ 399612 w 517743"/>
                <a:gd name="connsiteY31" fmla="*/ 301981 h 309470"/>
                <a:gd name="connsiteX32" fmla="*/ 399621 w 517743"/>
                <a:gd name="connsiteY32" fmla="*/ 301972 h 309470"/>
                <a:gd name="connsiteX33" fmla="*/ 473493 w 517743"/>
                <a:gd name="connsiteY33" fmla="*/ 228094 h 309470"/>
                <a:gd name="connsiteX34" fmla="*/ 473493 w 517743"/>
                <a:gd name="connsiteY34" fmla="*/ 246289 h 309470"/>
                <a:gd name="connsiteX35" fmla="*/ 494812 w 517743"/>
                <a:gd name="connsiteY35" fmla="*/ 267609 h 309470"/>
                <a:gd name="connsiteX36" fmla="*/ 496424 w 517743"/>
                <a:gd name="connsiteY36" fmla="*/ 267609 h 309470"/>
                <a:gd name="connsiteX37" fmla="*/ 517744 w 517743"/>
                <a:gd name="connsiteY37" fmla="*/ 246289 h 309470"/>
                <a:gd name="connsiteX38" fmla="*/ 517744 w 517743"/>
                <a:gd name="connsiteY38" fmla="*/ 173874 h 309470"/>
                <a:gd name="connsiteX39" fmla="*/ 496424 w 517743"/>
                <a:gd name="connsiteY39" fmla="*/ 152554 h 309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17743" h="309470">
                  <a:moveTo>
                    <a:pt x="417605" y="36977"/>
                  </a:moveTo>
                  <a:cubicBezTo>
                    <a:pt x="416821" y="36522"/>
                    <a:pt x="416024" y="36074"/>
                    <a:pt x="415228" y="35626"/>
                  </a:cubicBezTo>
                  <a:cubicBezTo>
                    <a:pt x="373574" y="12199"/>
                    <a:pt x="326575" y="-73"/>
                    <a:pt x="278785" y="0"/>
                  </a:cubicBezTo>
                  <a:cubicBezTo>
                    <a:pt x="124819" y="0"/>
                    <a:pt x="0" y="124819"/>
                    <a:pt x="0" y="278785"/>
                  </a:cubicBezTo>
                  <a:lnTo>
                    <a:pt x="0" y="283502"/>
                  </a:lnTo>
                  <a:cubicBezTo>
                    <a:pt x="0" y="284162"/>
                    <a:pt x="0" y="284809"/>
                    <a:pt x="81" y="285450"/>
                  </a:cubicBezTo>
                  <a:cubicBezTo>
                    <a:pt x="571" y="299197"/>
                    <a:pt x="12112" y="309945"/>
                    <a:pt x="25859" y="309455"/>
                  </a:cubicBezTo>
                  <a:cubicBezTo>
                    <a:pt x="39606" y="308965"/>
                    <a:pt x="50354" y="297424"/>
                    <a:pt x="49864" y="283677"/>
                  </a:cubicBezTo>
                  <a:lnTo>
                    <a:pt x="49864" y="283502"/>
                  </a:lnTo>
                  <a:cubicBezTo>
                    <a:pt x="49864" y="283061"/>
                    <a:pt x="49864" y="282625"/>
                    <a:pt x="49827" y="282189"/>
                  </a:cubicBezTo>
                  <a:lnTo>
                    <a:pt x="49827" y="278779"/>
                  </a:lnTo>
                  <a:cubicBezTo>
                    <a:pt x="49827" y="152305"/>
                    <a:pt x="152355" y="49777"/>
                    <a:pt x="278829" y="49777"/>
                  </a:cubicBezTo>
                  <a:cubicBezTo>
                    <a:pt x="318160" y="49717"/>
                    <a:pt x="356839" y="59836"/>
                    <a:pt x="391102" y="79149"/>
                  </a:cubicBezTo>
                  <a:lnTo>
                    <a:pt x="392602" y="80008"/>
                  </a:lnTo>
                  <a:cubicBezTo>
                    <a:pt x="404486" y="86924"/>
                    <a:pt x="419727" y="82897"/>
                    <a:pt x="426644" y="71013"/>
                  </a:cubicBezTo>
                  <a:cubicBezTo>
                    <a:pt x="433560" y="59128"/>
                    <a:pt x="429533" y="43887"/>
                    <a:pt x="417649" y="36970"/>
                  </a:cubicBezTo>
                  <a:close/>
                  <a:moveTo>
                    <a:pt x="496424" y="152554"/>
                  </a:moveTo>
                  <a:lnTo>
                    <a:pt x="424008" y="152554"/>
                  </a:lnTo>
                  <a:cubicBezTo>
                    <a:pt x="412234" y="152554"/>
                    <a:pt x="402689" y="162099"/>
                    <a:pt x="402689" y="173874"/>
                  </a:cubicBezTo>
                  <a:lnTo>
                    <a:pt x="402689" y="175486"/>
                  </a:lnTo>
                  <a:cubicBezTo>
                    <a:pt x="402689" y="187260"/>
                    <a:pt x="412234" y="196805"/>
                    <a:pt x="424008" y="196805"/>
                  </a:cubicBezTo>
                  <a:lnTo>
                    <a:pt x="442204" y="196805"/>
                  </a:lnTo>
                  <a:lnTo>
                    <a:pt x="383952" y="255033"/>
                  </a:lnTo>
                  <a:lnTo>
                    <a:pt x="318263" y="189313"/>
                  </a:lnTo>
                  <a:cubicBezTo>
                    <a:pt x="309634" y="180673"/>
                    <a:pt x="295635" y="180663"/>
                    <a:pt x="286995" y="189292"/>
                  </a:cubicBezTo>
                  <a:cubicBezTo>
                    <a:pt x="286988" y="189299"/>
                    <a:pt x="286981" y="189306"/>
                    <a:pt x="286974" y="189313"/>
                  </a:cubicBezTo>
                  <a:lnTo>
                    <a:pt x="205610" y="270665"/>
                  </a:lnTo>
                  <a:cubicBezTo>
                    <a:pt x="196972" y="279308"/>
                    <a:pt x="196972" y="293316"/>
                    <a:pt x="205610" y="301959"/>
                  </a:cubicBezTo>
                  <a:cubicBezTo>
                    <a:pt x="214253" y="310598"/>
                    <a:pt x="228262" y="310598"/>
                    <a:pt x="236905" y="301959"/>
                  </a:cubicBezTo>
                  <a:lnTo>
                    <a:pt x="302612" y="236258"/>
                  </a:lnTo>
                  <a:lnTo>
                    <a:pt x="368326" y="301972"/>
                  </a:lnTo>
                  <a:cubicBezTo>
                    <a:pt x="376963" y="310614"/>
                    <a:pt x="390970" y="310618"/>
                    <a:pt x="399612" y="301981"/>
                  </a:cubicBezTo>
                  <a:cubicBezTo>
                    <a:pt x="399615" y="301978"/>
                    <a:pt x="399618" y="301975"/>
                    <a:pt x="399621" y="301972"/>
                  </a:cubicBezTo>
                  <a:lnTo>
                    <a:pt x="473493" y="228094"/>
                  </a:lnTo>
                  <a:lnTo>
                    <a:pt x="473493" y="246289"/>
                  </a:lnTo>
                  <a:cubicBezTo>
                    <a:pt x="473493" y="258064"/>
                    <a:pt x="483038" y="267609"/>
                    <a:pt x="494812" y="267609"/>
                  </a:cubicBezTo>
                  <a:lnTo>
                    <a:pt x="496424" y="267609"/>
                  </a:lnTo>
                  <a:cubicBezTo>
                    <a:pt x="508199" y="267609"/>
                    <a:pt x="517744" y="258064"/>
                    <a:pt x="517744" y="246289"/>
                  </a:cubicBezTo>
                  <a:lnTo>
                    <a:pt x="517744" y="173874"/>
                  </a:lnTo>
                  <a:cubicBezTo>
                    <a:pt x="517744" y="162099"/>
                    <a:pt x="508199" y="152554"/>
                    <a:pt x="496424" y="152554"/>
                  </a:cubicBezTo>
                  <a:close/>
                </a:path>
              </a:pathLst>
            </a:custGeom>
            <a:grpFill/>
            <a:ln w="614" cap="flat">
              <a:noFill/>
              <a:prstDash val="solid"/>
              <a:miter/>
            </a:ln>
          </p:spPr>
          <p:txBody>
            <a:bodyPr rtlCol="0" anchor="ctr"/>
            <a:lstStyle/>
            <a:p>
              <a:endParaRPr lang="zh-CN" altLang="en-US"/>
            </a:p>
          </p:txBody>
        </p:sp>
      </p:grpSp>
      <p:sp>
        <p:nvSpPr>
          <p:cNvPr id="2099" name="任意多边形: 形状 2098">
            <a:extLst>
              <a:ext uri="{FF2B5EF4-FFF2-40B4-BE49-F238E27FC236}">
                <a16:creationId xmlns:a16="http://schemas.microsoft.com/office/drawing/2014/main" id="{3339C83B-C744-D7BC-4200-A7E84132F23E}"/>
              </a:ext>
            </a:extLst>
          </p:cNvPr>
          <p:cNvSpPr/>
          <p:nvPr/>
        </p:nvSpPr>
        <p:spPr>
          <a:xfrm>
            <a:off x="9238897" y="1252202"/>
            <a:ext cx="539258" cy="557570"/>
          </a:xfrm>
          <a:custGeom>
            <a:avLst/>
            <a:gdLst>
              <a:gd name="connsiteX0" fmla="*/ 54894 w 603231"/>
              <a:gd name="connsiteY0" fmla="*/ 524036 h 623715"/>
              <a:gd name="connsiteX1" fmla="*/ 54894 w 603231"/>
              <a:gd name="connsiteY1" fmla="*/ 568889 h 623715"/>
              <a:gd name="connsiteX2" fmla="*/ 548470 w 603231"/>
              <a:gd name="connsiteY2" fmla="*/ 568889 h 623715"/>
              <a:gd name="connsiteX3" fmla="*/ 548470 w 603231"/>
              <a:gd name="connsiteY3" fmla="*/ 524036 h 623715"/>
              <a:gd name="connsiteX4" fmla="*/ 393027 w 603231"/>
              <a:gd name="connsiteY4" fmla="*/ 239860 h 623715"/>
              <a:gd name="connsiteX5" fmla="*/ 393027 w 603231"/>
              <a:gd name="connsiteY5" fmla="*/ 469209 h 623715"/>
              <a:gd name="connsiteX6" fmla="*/ 466197 w 603231"/>
              <a:gd name="connsiteY6" fmla="*/ 469209 h 623715"/>
              <a:gd name="connsiteX7" fmla="*/ 466197 w 603231"/>
              <a:gd name="connsiteY7" fmla="*/ 239860 h 623715"/>
              <a:gd name="connsiteX8" fmla="*/ 265097 w 603231"/>
              <a:gd name="connsiteY8" fmla="*/ 239860 h 623715"/>
              <a:gd name="connsiteX9" fmla="*/ 265097 w 603231"/>
              <a:gd name="connsiteY9" fmla="*/ 469209 h 623715"/>
              <a:gd name="connsiteX10" fmla="*/ 338200 w 603231"/>
              <a:gd name="connsiteY10" fmla="*/ 469209 h 623715"/>
              <a:gd name="connsiteX11" fmla="*/ 338200 w 603231"/>
              <a:gd name="connsiteY11" fmla="*/ 239860 h 623715"/>
              <a:gd name="connsiteX12" fmla="*/ 137101 w 603231"/>
              <a:gd name="connsiteY12" fmla="*/ 239860 h 623715"/>
              <a:gd name="connsiteX13" fmla="*/ 137101 w 603231"/>
              <a:gd name="connsiteY13" fmla="*/ 469209 h 623715"/>
              <a:gd name="connsiteX14" fmla="*/ 210271 w 603231"/>
              <a:gd name="connsiteY14" fmla="*/ 469209 h 623715"/>
              <a:gd name="connsiteX15" fmla="*/ 210271 w 603231"/>
              <a:gd name="connsiteY15" fmla="*/ 239860 h 623715"/>
              <a:gd name="connsiteX16" fmla="*/ 299306 w 603231"/>
              <a:gd name="connsiteY16" fmla="*/ 55296 h 623715"/>
              <a:gd name="connsiteX17" fmla="*/ 55564 w 603231"/>
              <a:gd name="connsiteY17" fmla="*/ 151026 h 623715"/>
              <a:gd name="connsiteX18" fmla="*/ 54827 w 603231"/>
              <a:gd name="connsiteY18" fmla="*/ 151092 h 623715"/>
              <a:gd name="connsiteX19" fmla="*/ 54827 w 603231"/>
              <a:gd name="connsiteY19" fmla="*/ 185032 h 623715"/>
              <a:gd name="connsiteX20" fmla="*/ 54894 w 603231"/>
              <a:gd name="connsiteY20" fmla="*/ 185032 h 623715"/>
              <a:gd name="connsiteX21" fmla="*/ 548470 w 603231"/>
              <a:gd name="connsiteY21" fmla="*/ 185032 h 623715"/>
              <a:gd name="connsiteX22" fmla="*/ 548470 w 603231"/>
              <a:gd name="connsiteY22" fmla="*/ 151561 h 623715"/>
              <a:gd name="connsiteX23" fmla="*/ 303991 w 603231"/>
              <a:gd name="connsiteY23" fmla="*/ 55296 h 623715"/>
              <a:gd name="connsiteX24" fmla="*/ 299306 w 603231"/>
              <a:gd name="connsiteY24" fmla="*/ 55296 h 623715"/>
              <a:gd name="connsiteX25" fmla="*/ 301641 w 603231"/>
              <a:gd name="connsiteY25" fmla="*/ 0 h 623715"/>
              <a:gd name="connsiteX26" fmla="*/ 324008 w 603231"/>
              <a:gd name="connsiteY26" fmla="*/ 4217 h 623715"/>
              <a:gd name="connsiteX27" fmla="*/ 567750 w 603231"/>
              <a:gd name="connsiteY27" fmla="*/ 99947 h 623715"/>
              <a:gd name="connsiteX28" fmla="*/ 603231 w 603231"/>
              <a:gd name="connsiteY28" fmla="*/ 150088 h 623715"/>
              <a:gd name="connsiteX29" fmla="*/ 603231 w 603231"/>
              <a:gd name="connsiteY29" fmla="*/ 193802 h 623715"/>
              <a:gd name="connsiteX30" fmla="*/ 553693 w 603231"/>
              <a:gd name="connsiteY30" fmla="*/ 239860 h 623715"/>
              <a:gd name="connsiteX31" fmla="*/ 521024 w 603231"/>
              <a:gd name="connsiteY31" fmla="*/ 239860 h 623715"/>
              <a:gd name="connsiteX32" fmla="*/ 521024 w 603231"/>
              <a:gd name="connsiteY32" fmla="*/ 469209 h 623715"/>
              <a:gd name="connsiteX33" fmla="*/ 562127 w 603231"/>
              <a:gd name="connsiteY33" fmla="*/ 469209 h 623715"/>
              <a:gd name="connsiteX34" fmla="*/ 603231 w 603231"/>
              <a:gd name="connsiteY34" fmla="*/ 510313 h 623715"/>
              <a:gd name="connsiteX35" fmla="*/ 603231 w 603231"/>
              <a:gd name="connsiteY35" fmla="*/ 582612 h 623715"/>
              <a:gd name="connsiteX36" fmla="*/ 562127 w 603231"/>
              <a:gd name="connsiteY36" fmla="*/ 623715 h 623715"/>
              <a:gd name="connsiteX37" fmla="*/ 41171 w 603231"/>
              <a:gd name="connsiteY37" fmla="*/ 623715 h 623715"/>
              <a:gd name="connsiteX38" fmla="*/ 66 w 603231"/>
              <a:gd name="connsiteY38" fmla="*/ 582612 h 623715"/>
              <a:gd name="connsiteX39" fmla="*/ 66 w 603231"/>
              <a:gd name="connsiteY39" fmla="*/ 510313 h 623715"/>
              <a:gd name="connsiteX40" fmla="*/ 41171 w 603231"/>
              <a:gd name="connsiteY40" fmla="*/ 469209 h 623715"/>
              <a:gd name="connsiteX41" fmla="*/ 82274 w 603231"/>
              <a:gd name="connsiteY41" fmla="*/ 469209 h 623715"/>
              <a:gd name="connsiteX42" fmla="*/ 82274 w 603231"/>
              <a:gd name="connsiteY42" fmla="*/ 239860 h 623715"/>
              <a:gd name="connsiteX43" fmla="*/ 49606 w 603231"/>
              <a:gd name="connsiteY43" fmla="*/ 239860 h 623715"/>
              <a:gd name="connsiteX44" fmla="*/ 0 w 603231"/>
              <a:gd name="connsiteY44" fmla="*/ 193802 h 623715"/>
              <a:gd name="connsiteX45" fmla="*/ 0 w 603231"/>
              <a:gd name="connsiteY45" fmla="*/ 150088 h 623715"/>
              <a:gd name="connsiteX46" fmla="*/ 35481 w 603231"/>
              <a:gd name="connsiteY46" fmla="*/ 99947 h 623715"/>
              <a:gd name="connsiteX47" fmla="*/ 279223 w 603231"/>
              <a:gd name="connsiteY47" fmla="*/ 4217 h 623715"/>
              <a:gd name="connsiteX48" fmla="*/ 301641 w 603231"/>
              <a:gd name="connsiteY48" fmla="*/ 0 h 623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603231" h="623715">
                <a:moveTo>
                  <a:pt x="54894" y="524036"/>
                </a:moveTo>
                <a:lnTo>
                  <a:pt x="54894" y="568889"/>
                </a:lnTo>
                <a:lnTo>
                  <a:pt x="548470" y="568889"/>
                </a:lnTo>
                <a:lnTo>
                  <a:pt x="548470" y="524036"/>
                </a:lnTo>
                <a:close/>
                <a:moveTo>
                  <a:pt x="393027" y="239860"/>
                </a:moveTo>
                <a:lnTo>
                  <a:pt x="393027" y="469209"/>
                </a:lnTo>
                <a:lnTo>
                  <a:pt x="466197" y="469209"/>
                </a:lnTo>
                <a:lnTo>
                  <a:pt x="466197" y="239860"/>
                </a:lnTo>
                <a:close/>
                <a:moveTo>
                  <a:pt x="265097" y="239860"/>
                </a:moveTo>
                <a:lnTo>
                  <a:pt x="265097" y="469209"/>
                </a:lnTo>
                <a:lnTo>
                  <a:pt x="338200" y="469209"/>
                </a:lnTo>
                <a:lnTo>
                  <a:pt x="338200" y="239860"/>
                </a:lnTo>
                <a:close/>
                <a:moveTo>
                  <a:pt x="137101" y="239860"/>
                </a:moveTo>
                <a:lnTo>
                  <a:pt x="137101" y="469209"/>
                </a:lnTo>
                <a:lnTo>
                  <a:pt x="210271" y="469209"/>
                </a:lnTo>
                <a:lnTo>
                  <a:pt x="210271" y="239860"/>
                </a:lnTo>
                <a:close/>
                <a:moveTo>
                  <a:pt x="299306" y="55296"/>
                </a:moveTo>
                <a:lnTo>
                  <a:pt x="55564" y="151026"/>
                </a:lnTo>
                <a:cubicBezTo>
                  <a:pt x="55095" y="151293"/>
                  <a:pt x="54961" y="151226"/>
                  <a:pt x="54827" y="151092"/>
                </a:cubicBezTo>
                <a:lnTo>
                  <a:pt x="54827" y="185032"/>
                </a:lnTo>
                <a:lnTo>
                  <a:pt x="54894" y="185032"/>
                </a:lnTo>
                <a:lnTo>
                  <a:pt x="548470" y="185032"/>
                </a:lnTo>
                <a:lnTo>
                  <a:pt x="548470" y="151561"/>
                </a:lnTo>
                <a:lnTo>
                  <a:pt x="303991" y="55296"/>
                </a:lnTo>
                <a:cubicBezTo>
                  <a:pt x="302586" y="54760"/>
                  <a:pt x="300711" y="54760"/>
                  <a:pt x="299306" y="55296"/>
                </a:cubicBezTo>
                <a:close/>
                <a:moveTo>
                  <a:pt x="301641" y="0"/>
                </a:moveTo>
                <a:cubicBezTo>
                  <a:pt x="309281" y="0"/>
                  <a:pt x="316913" y="1406"/>
                  <a:pt x="324008" y="4217"/>
                </a:cubicBezTo>
                <a:lnTo>
                  <a:pt x="567750" y="99947"/>
                </a:lnTo>
                <a:cubicBezTo>
                  <a:pt x="589306" y="108382"/>
                  <a:pt x="603231" y="128063"/>
                  <a:pt x="603231" y="150088"/>
                </a:cubicBezTo>
                <a:lnTo>
                  <a:pt x="603231" y="193802"/>
                </a:lnTo>
                <a:cubicBezTo>
                  <a:pt x="603297" y="211007"/>
                  <a:pt x="596805" y="239860"/>
                  <a:pt x="553693" y="239860"/>
                </a:cubicBezTo>
                <a:lnTo>
                  <a:pt x="521024" y="239860"/>
                </a:lnTo>
                <a:lnTo>
                  <a:pt x="521024" y="469209"/>
                </a:lnTo>
                <a:lnTo>
                  <a:pt x="562127" y="469209"/>
                </a:lnTo>
                <a:cubicBezTo>
                  <a:pt x="584821" y="469209"/>
                  <a:pt x="603231" y="487686"/>
                  <a:pt x="603231" y="510313"/>
                </a:cubicBezTo>
                <a:lnTo>
                  <a:pt x="603231" y="582612"/>
                </a:lnTo>
                <a:cubicBezTo>
                  <a:pt x="603297" y="605307"/>
                  <a:pt x="584821" y="623715"/>
                  <a:pt x="562127" y="623715"/>
                </a:cubicBezTo>
                <a:lnTo>
                  <a:pt x="41171" y="623715"/>
                </a:lnTo>
                <a:cubicBezTo>
                  <a:pt x="18476" y="623715"/>
                  <a:pt x="66" y="605239"/>
                  <a:pt x="66" y="582612"/>
                </a:cubicBezTo>
                <a:lnTo>
                  <a:pt x="66" y="510313"/>
                </a:lnTo>
                <a:cubicBezTo>
                  <a:pt x="66" y="487619"/>
                  <a:pt x="18544" y="469209"/>
                  <a:pt x="41171" y="469209"/>
                </a:cubicBezTo>
                <a:lnTo>
                  <a:pt x="82274" y="469209"/>
                </a:lnTo>
                <a:lnTo>
                  <a:pt x="82274" y="239860"/>
                </a:lnTo>
                <a:lnTo>
                  <a:pt x="49606" y="239860"/>
                </a:lnTo>
                <a:cubicBezTo>
                  <a:pt x="6494" y="239860"/>
                  <a:pt x="0" y="211007"/>
                  <a:pt x="0" y="193802"/>
                </a:cubicBezTo>
                <a:lnTo>
                  <a:pt x="0" y="150088"/>
                </a:lnTo>
                <a:cubicBezTo>
                  <a:pt x="0" y="128131"/>
                  <a:pt x="13925" y="108449"/>
                  <a:pt x="35481" y="99947"/>
                </a:cubicBezTo>
                <a:lnTo>
                  <a:pt x="279223" y="4217"/>
                </a:lnTo>
                <a:cubicBezTo>
                  <a:pt x="286353" y="1406"/>
                  <a:pt x="294001" y="0"/>
                  <a:pt x="301641" y="0"/>
                </a:cubicBezTo>
                <a:close/>
              </a:path>
            </a:pathLst>
          </a:custGeom>
          <a:solidFill>
            <a:schemeClr val="accent2"/>
          </a:solidFill>
          <a:ln w="6350" cap="flat">
            <a:solidFill>
              <a:schemeClr val="tx1"/>
            </a:solidFill>
            <a:prstDash val="solid"/>
            <a:miter/>
          </a:ln>
        </p:spPr>
        <p:txBody>
          <a:bodyPr rtlCol="0" anchor="ctr"/>
          <a:lstStyle/>
          <a:p>
            <a:endParaRPr lang="zh-CN" altLang="en-US" dirty="0"/>
          </a:p>
        </p:txBody>
      </p:sp>
      <p:grpSp>
        <p:nvGrpSpPr>
          <p:cNvPr id="2109" name="组合 2108">
            <a:extLst>
              <a:ext uri="{FF2B5EF4-FFF2-40B4-BE49-F238E27FC236}">
                <a16:creationId xmlns:a16="http://schemas.microsoft.com/office/drawing/2014/main" id="{B8023D3E-6A9D-0733-AAE8-6F787255A848}"/>
              </a:ext>
            </a:extLst>
          </p:cNvPr>
          <p:cNvGrpSpPr/>
          <p:nvPr/>
        </p:nvGrpSpPr>
        <p:grpSpPr>
          <a:xfrm>
            <a:off x="3398960" y="1486701"/>
            <a:ext cx="5394080" cy="212480"/>
            <a:chOff x="3398960" y="1448604"/>
            <a:chExt cx="5394080" cy="212480"/>
          </a:xfrm>
        </p:grpSpPr>
        <p:grpSp>
          <p:nvGrpSpPr>
            <p:cNvPr id="2076" name="组合 2075">
              <a:extLst>
                <a:ext uri="{FF2B5EF4-FFF2-40B4-BE49-F238E27FC236}">
                  <a16:creationId xmlns:a16="http://schemas.microsoft.com/office/drawing/2014/main" id="{391BEDB5-A41C-5C90-939A-3CC7EDE967F5}"/>
                </a:ext>
              </a:extLst>
            </p:cNvPr>
            <p:cNvGrpSpPr/>
            <p:nvPr/>
          </p:nvGrpSpPr>
          <p:grpSpPr>
            <a:xfrm>
              <a:off x="5126160" y="1448604"/>
              <a:ext cx="212480" cy="212480"/>
              <a:chOff x="5155968" y="1448604"/>
              <a:chExt cx="212480" cy="212480"/>
            </a:xfrm>
          </p:grpSpPr>
          <p:sp>
            <p:nvSpPr>
              <p:cNvPr id="2051" name="椭圆 2050">
                <a:extLst>
                  <a:ext uri="{FF2B5EF4-FFF2-40B4-BE49-F238E27FC236}">
                    <a16:creationId xmlns:a16="http://schemas.microsoft.com/office/drawing/2014/main" id="{07CEC356-362D-8D84-1E7F-A05FEE6D2101}"/>
                  </a:ext>
                </a:extLst>
              </p:cNvPr>
              <p:cNvSpPr/>
              <p:nvPr/>
            </p:nvSpPr>
            <p:spPr>
              <a:xfrm>
                <a:off x="5155968" y="1448604"/>
                <a:ext cx="212480" cy="212480"/>
              </a:xfrm>
              <a:prstGeom prst="ellipse">
                <a:avLst/>
              </a:prstGeom>
              <a:solidFill>
                <a:schemeClr val="tx1"/>
              </a:solidFill>
              <a:ln>
                <a:noFill/>
              </a:ln>
              <a:effectLst>
                <a:outerShdw blurRad="101600" sx="101000" sy="101000" algn="ctr" rotWithShape="0">
                  <a:schemeClr val="accent2">
                    <a:alpha val="27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a:solidFill>
                    <a:schemeClr val="tx1"/>
                  </a:solidFill>
                </a:endParaRPr>
              </a:p>
            </p:txBody>
          </p:sp>
          <p:sp>
            <p:nvSpPr>
              <p:cNvPr id="2075" name="箭头: V 形 2074">
                <a:extLst>
                  <a:ext uri="{FF2B5EF4-FFF2-40B4-BE49-F238E27FC236}">
                    <a16:creationId xmlns:a16="http://schemas.microsoft.com/office/drawing/2014/main" id="{D2AD1775-EC02-2F31-32B1-E2689D1FCF17}"/>
                  </a:ext>
                </a:extLst>
              </p:cNvPr>
              <p:cNvSpPr/>
              <p:nvPr/>
            </p:nvSpPr>
            <p:spPr>
              <a:xfrm>
                <a:off x="5217604" y="1510240"/>
                <a:ext cx="89209" cy="89209"/>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2077" name="组合 2076">
              <a:extLst>
                <a:ext uri="{FF2B5EF4-FFF2-40B4-BE49-F238E27FC236}">
                  <a16:creationId xmlns:a16="http://schemas.microsoft.com/office/drawing/2014/main" id="{0F4EF848-7774-E234-189E-A055D108FEEA}"/>
                </a:ext>
              </a:extLst>
            </p:cNvPr>
            <p:cNvGrpSpPr/>
            <p:nvPr/>
          </p:nvGrpSpPr>
          <p:grpSpPr>
            <a:xfrm>
              <a:off x="3398960" y="1448604"/>
              <a:ext cx="212480" cy="212480"/>
              <a:chOff x="5155968" y="1448604"/>
              <a:chExt cx="212480" cy="212480"/>
            </a:xfrm>
          </p:grpSpPr>
          <p:sp>
            <p:nvSpPr>
              <p:cNvPr id="2078" name="椭圆 2077">
                <a:extLst>
                  <a:ext uri="{FF2B5EF4-FFF2-40B4-BE49-F238E27FC236}">
                    <a16:creationId xmlns:a16="http://schemas.microsoft.com/office/drawing/2014/main" id="{2CCC8E75-5BEE-F2A1-467D-A110F7A91873}"/>
                  </a:ext>
                </a:extLst>
              </p:cNvPr>
              <p:cNvSpPr/>
              <p:nvPr/>
            </p:nvSpPr>
            <p:spPr>
              <a:xfrm>
                <a:off x="5155968" y="1448604"/>
                <a:ext cx="212480" cy="212480"/>
              </a:xfrm>
              <a:prstGeom prst="ellipse">
                <a:avLst/>
              </a:prstGeom>
              <a:solidFill>
                <a:schemeClr val="tx1"/>
              </a:solidFill>
              <a:ln>
                <a:noFill/>
              </a:ln>
              <a:effectLst>
                <a:outerShdw blurRad="101600" sx="101000" sy="101000" algn="ctr" rotWithShape="0">
                  <a:schemeClr val="accent2">
                    <a:alpha val="27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a:solidFill>
                    <a:schemeClr val="tx1"/>
                  </a:solidFill>
                </a:endParaRPr>
              </a:p>
            </p:txBody>
          </p:sp>
          <p:sp>
            <p:nvSpPr>
              <p:cNvPr id="2081" name="箭头: V 形 2080">
                <a:extLst>
                  <a:ext uri="{FF2B5EF4-FFF2-40B4-BE49-F238E27FC236}">
                    <a16:creationId xmlns:a16="http://schemas.microsoft.com/office/drawing/2014/main" id="{F6919CDB-5E74-6464-4690-01AEA74DE37C}"/>
                  </a:ext>
                </a:extLst>
              </p:cNvPr>
              <p:cNvSpPr/>
              <p:nvPr/>
            </p:nvSpPr>
            <p:spPr>
              <a:xfrm>
                <a:off x="5217604" y="1510240"/>
                <a:ext cx="89209" cy="89209"/>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2082" name="组合 2081">
              <a:extLst>
                <a:ext uri="{FF2B5EF4-FFF2-40B4-BE49-F238E27FC236}">
                  <a16:creationId xmlns:a16="http://schemas.microsoft.com/office/drawing/2014/main" id="{BAC552AC-5960-D11E-1677-3137766634DE}"/>
                </a:ext>
              </a:extLst>
            </p:cNvPr>
            <p:cNvGrpSpPr/>
            <p:nvPr/>
          </p:nvGrpSpPr>
          <p:grpSpPr>
            <a:xfrm>
              <a:off x="6853360" y="1448604"/>
              <a:ext cx="212480" cy="212480"/>
              <a:chOff x="5155968" y="1448604"/>
              <a:chExt cx="212480" cy="212480"/>
            </a:xfrm>
          </p:grpSpPr>
          <p:sp>
            <p:nvSpPr>
              <p:cNvPr id="2083" name="椭圆 2082">
                <a:extLst>
                  <a:ext uri="{FF2B5EF4-FFF2-40B4-BE49-F238E27FC236}">
                    <a16:creationId xmlns:a16="http://schemas.microsoft.com/office/drawing/2014/main" id="{8F30FB3C-403C-92EC-42C9-DA02D1315DF2}"/>
                  </a:ext>
                </a:extLst>
              </p:cNvPr>
              <p:cNvSpPr/>
              <p:nvPr/>
            </p:nvSpPr>
            <p:spPr>
              <a:xfrm>
                <a:off x="5155968" y="1448604"/>
                <a:ext cx="212480" cy="212480"/>
              </a:xfrm>
              <a:prstGeom prst="ellipse">
                <a:avLst/>
              </a:prstGeom>
              <a:solidFill>
                <a:schemeClr val="tx1"/>
              </a:solidFill>
              <a:ln>
                <a:noFill/>
              </a:ln>
              <a:effectLst>
                <a:outerShdw blurRad="101600" sx="101000" sy="101000" algn="ctr" rotWithShape="0">
                  <a:schemeClr val="accent2">
                    <a:alpha val="27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a:solidFill>
                    <a:schemeClr val="tx1"/>
                  </a:solidFill>
                </a:endParaRPr>
              </a:p>
            </p:txBody>
          </p:sp>
          <p:sp>
            <p:nvSpPr>
              <p:cNvPr id="2088" name="箭头: V 形 2087">
                <a:extLst>
                  <a:ext uri="{FF2B5EF4-FFF2-40B4-BE49-F238E27FC236}">
                    <a16:creationId xmlns:a16="http://schemas.microsoft.com/office/drawing/2014/main" id="{F8C9EC16-A4F9-D36D-08A3-B903A0080634}"/>
                  </a:ext>
                </a:extLst>
              </p:cNvPr>
              <p:cNvSpPr/>
              <p:nvPr/>
            </p:nvSpPr>
            <p:spPr>
              <a:xfrm>
                <a:off x="5217604" y="1510240"/>
                <a:ext cx="89209" cy="89209"/>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2089" name="组合 2088">
              <a:extLst>
                <a:ext uri="{FF2B5EF4-FFF2-40B4-BE49-F238E27FC236}">
                  <a16:creationId xmlns:a16="http://schemas.microsoft.com/office/drawing/2014/main" id="{D986A7BA-40D7-FD21-B6A0-3740E63400A0}"/>
                </a:ext>
              </a:extLst>
            </p:cNvPr>
            <p:cNvGrpSpPr/>
            <p:nvPr/>
          </p:nvGrpSpPr>
          <p:grpSpPr>
            <a:xfrm>
              <a:off x="8580560" y="1448604"/>
              <a:ext cx="212480" cy="212480"/>
              <a:chOff x="5155968" y="1448604"/>
              <a:chExt cx="212480" cy="212480"/>
            </a:xfrm>
          </p:grpSpPr>
          <p:sp>
            <p:nvSpPr>
              <p:cNvPr id="2090" name="椭圆 2089">
                <a:extLst>
                  <a:ext uri="{FF2B5EF4-FFF2-40B4-BE49-F238E27FC236}">
                    <a16:creationId xmlns:a16="http://schemas.microsoft.com/office/drawing/2014/main" id="{33BFEF5A-AD9B-A76D-9A74-D8B4EE8FF7C7}"/>
                  </a:ext>
                </a:extLst>
              </p:cNvPr>
              <p:cNvSpPr/>
              <p:nvPr/>
            </p:nvSpPr>
            <p:spPr>
              <a:xfrm>
                <a:off x="5155968" y="1448604"/>
                <a:ext cx="212480" cy="212480"/>
              </a:xfrm>
              <a:prstGeom prst="ellipse">
                <a:avLst/>
              </a:prstGeom>
              <a:solidFill>
                <a:schemeClr val="tx1"/>
              </a:solidFill>
              <a:ln>
                <a:noFill/>
              </a:ln>
              <a:effectLst>
                <a:outerShdw blurRad="101600" sx="101000" sy="101000" algn="ctr" rotWithShape="0">
                  <a:schemeClr val="accent2">
                    <a:alpha val="27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a:solidFill>
                    <a:schemeClr val="tx1"/>
                  </a:solidFill>
                </a:endParaRPr>
              </a:p>
            </p:txBody>
          </p:sp>
          <p:sp>
            <p:nvSpPr>
              <p:cNvPr id="2095" name="箭头: V 形 2094">
                <a:extLst>
                  <a:ext uri="{FF2B5EF4-FFF2-40B4-BE49-F238E27FC236}">
                    <a16:creationId xmlns:a16="http://schemas.microsoft.com/office/drawing/2014/main" id="{07F24AE4-1F75-6B32-BA44-01E5F4C3A9BB}"/>
                  </a:ext>
                </a:extLst>
              </p:cNvPr>
              <p:cNvSpPr/>
              <p:nvPr/>
            </p:nvSpPr>
            <p:spPr>
              <a:xfrm>
                <a:off x="5217604" y="1510240"/>
                <a:ext cx="89209" cy="89209"/>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grpSp>
        <p:nvGrpSpPr>
          <p:cNvPr id="2100" name="组合 2099">
            <a:extLst>
              <a:ext uri="{FF2B5EF4-FFF2-40B4-BE49-F238E27FC236}">
                <a16:creationId xmlns:a16="http://schemas.microsoft.com/office/drawing/2014/main" id="{C94171D7-31F3-B372-9E74-C6C4F40AFF0B}"/>
              </a:ext>
            </a:extLst>
          </p:cNvPr>
          <p:cNvGrpSpPr/>
          <p:nvPr/>
        </p:nvGrpSpPr>
        <p:grpSpPr>
          <a:xfrm>
            <a:off x="4080085" y="2916487"/>
            <a:ext cx="4031830" cy="1652491"/>
            <a:chOff x="4080085" y="2916487"/>
            <a:chExt cx="4031830" cy="1652491"/>
          </a:xfrm>
        </p:grpSpPr>
        <p:sp>
          <p:nvSpPr>
            <p:cNvPr id="59" name="椭圆 58">
              <a:extLst>
                <a:ext uri="{FF2B5EF4-FFF2-40B4-BE49-F238E27FC236}">
                  <a16:creationId xmlns:a16="http://schemas.microsoft.com/office/drawing/2014/main" id="{5A06F4B8-6A57-A829-4B11-CE1CAC08B44F}"/>
                </a:ext>
              </a:extLst>
            </p:cNvPr>
            <p:cNvSpPr>
              <a:spLocks/>
            </p:cNvSpPr>
            <p:nvPr/>
          </p:nvSpPr>
          <p:spPr>
            <a:xfrm>
              <a:off x="4080085" y="3662680"/>
              <a:ext cx="4031830" cy="906298"/>
            </a:xfrm>
            <a:prstGeom prst="ellipse">
              <a:avLst/>
            </a:prstGeom>
            <a:solidFill>
              <a:schemeClr val="accent1">
                <a:alpha val="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椭圆 7">
              <a:extLst>
                <a:ext uri="{FF2B5EF4-FFF2-40B4-BE49-F238E27FC236}">
                  <a16:creationId xmlns:a16="http://schemas.microsoft.com/office/drawing/2014/main" id="{97910980-246D-20C4-B87C-5421AD47F4F0}"/>
                </a:ext>
              </a:extLst>
            </p:cNvPr>
            <p:cNvSpPr>
              <a:spLocks/>
            </p:cNvSpPr>
            <p:nvPr/>
          </p:nvSpPr>
          <p:spPr>
            <a:xfrm>
              <a:off x="4273550" y="3276600"/>
              <a:ext cx="3644900" cy="837143"/>
            </a:xfrm>
            <a:prstGeom prst="ellipse">
              <a:avLst/>
            </a:prstGeom>
            <a:gradFill flip="none" rotWithShape="1">
              <a:gsLst>
                <a:gs pos="0">
                  <a:schemeClr val="accent1"/>
                </a:gs>
                <a:gs pos="50000">
                  <a:schemeClr val="accent1">
                    <a:alpha val="0"/>
                  </a:schemeClr>
                </a:gs>
                <a:gs pos="100000">
                  <a:schemeClr val="accent1"/>
                </a:gs>
              </a:gsLst>
              <a:lin ang="0" scaled="0"/>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椭圆 3">
              <a:extLst>
                <a:ext uri="{FF2B5EF4-FFF2-40B4-BE49-F238E27FC236}">
                  <a16:creationId xmlns:a16="http://schemas.microsoft.com/office/drawing/2014/main" id="{CB8DF79D-DB38-9D22-3ADA-A567F25D9F99}"/>
                </a:ext>
              </a:extLst>
            </p:cNvPr>
            <p:cNvSpPr>
              <a:spLocks/>
            </p:cNvSpPr>
            <p:nvPr/>
          </p:nvSpPr>
          <p:spPr>
            <a:xfrm>
              <a:off x="4294899" y="3248026"/>
              <a:ext cx="3602202" cy="779992"/>
            </a:xfrm>
            <a:prstGeom prst="ellipse">
              <a:avLst/>
            </a:prstGeom>
            <a:gradFill flip="none" rotWithShape="1">
              <a:gsLst>
                <a:gs pos="0">
                  <a:schemeClr val="tx2"/>
                </a:gs>
                <a:gs pos="100000">
                  <a:schemeClr val="accent1">
                    <a:lumMod val="60000"/>
                    <a:lumOff val="40000"/>
                  </a:schemeClr>
                </a:gs>
              </a:gsLst>
              <a:lin ang="5400000" scaled="0"/>
              <a:tileRect/>
            </a:gradFill>
            <a:ln w="12700">
              <a:gradFill>
                <a:gsLst>
                  <a:gs pos="0">
                    <a:schemeClr val="tx2">
                      <a:alpha val="0"/>
                    </a:schemeClr>
                  </a:gs>
                  <a:gs pos="100000">
                    <a:schemeClr val="tx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椭圆 10">
              <a:extLst>
                <a:ext uri="{FF2B5EF4-FFF2-40B4-BE49-F238E27FC236}">
                  <a16:creationId xmlns:a16="http://schemas.microsoft.com/office/drawing/2014/main" id="{85A5B42A-ACCA-5E61-6412-DCD75148FF8B}"/>
                </a:ext>
              </a:extLst>
            </p:cNvPr>
            <p:cNvSpPr>
              <a:spLocks/>
            </p:cNvSpPr>
            <p:nvPr/>
          </p:nvSpPr>
          <p:spPr>
            <a:xfrm flipV="1">
              <a:off x="4672195" y="3393017"/>
              <a:ext cx="2847610" cy="469370"/>
            </a:xfrm>
            <a:prstGeom prst="ellipse">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文本框 8">
              <a:extLst>
                <a:ext uri="{FF2B5EF4-FFF2-40B4-BE49-F238E27FC236}">
                  <a16:creationId xmlns:a16="http://schemas.microsoft.com/office/drawing/2014/main" id="{A77203BA-138B-B491-07EF-1887475D8085}"/>
                </a:ext>
              </a:extLst>
            </p:cNvPr>
            <p:cNvSpPr txBox="1"/>
            <p:nvPr/>
          </p:nvSpPr>
          <p:spPr>
            <a:xfrm>
              <a:off x="5479318" y="2916487"/>
              <a:ext cx="1233364" cy="276999"/>
            </a:xfrm>
            <a:prstGeom prst="rect">
              <a:avLst/>
            </a:prstGeom>
            <a:noFill/>
          </p:spPr>
          <p:txBody>
            <a:bodyPr wrap="square" lIns="0" tIns="0" rIns="0" bIns="0">
              <a:spAutoFit/>
            </a:bodyPr>
            <a:lstStyle/>
            <a:p>
              <a:pPr algn="ctr"/>
              <a:r>
                <a:rPr lang="zh-CN" altLang="en-US" b="1" dirty="0">
                  <a:solidFill>
                    <a:schemeClr val="accent1"/>
                  </a:solidFill>
                  <a:latin typeface="+mj-ea"/>
                  <a:ea typeface="+mj-ea"/>
                </a:rPr>
                <a:t>磁云唐票</a:t>
              </a:r>
              <a:endParaRPr lang="en-US" altLang="zh-CN" b="1" dirty="0">
                <a:solidFill>
                  <a:schemeClr val="accent1"/>
                </a:solidFill>
                <a:latin typeface="+mj-ea"/>
                <a:ea typeface="+mj-ea"/>
              </a:endParaRPr>
            </a:p>
          </p:txBody>
        </p:sp>
        <p:sp>
          <p:nvSpPr>
            <p:cNvPr id="10" name="文本框 9">
              <a:extLst>
                <a:ext uri="{FF2B5EF4-FFF2-40B4-BE49-F238E27FC236}">
                  <a16:creationId xmlns:a16="http://schemas.microsoft.com/office/drawing/2014/main" id="{0330322D-7D1C-9A41-35C5-C757A20ADC64}"/>
                </a:ext>
              </a:extLst>
            </p:cNvPr>
            <p:cNvSpPr txBox="1"/>
            <p:nvPr/>
          </p:nvSpPr>
          <p:spPr>
            <a:xfrm>
              <a:off x="4597274" y="3458002"/>
              <a:ext cx="2997452" cy="353687"/>
            </a:xfrm>
            <a:prstGeom prst="rect">
              <a:avLst/>
            </a:prstGeom>
            <a:noFill/>
          </p:spPr>
          <p:txBody>
            <a:bodyPr wrap="square" lIns="0" tIns="0" rIns="0" bIns="0">
              <a:spAutoFit/>
            </a:bodyPr>
            <a:lstStyle/>
            <a:p>
              <a:pPr algn="ctr">
                <a:lnSpc>
                  <a:spcPct val="120000"/>
                </a:lnSpc>
              </a:pPr>
              <a:r>
                <a:rPr lang="zh-CN" altLang="en-US" sz="1000" dirty="0">
                  <a:solidFill>
                    <a:schemeClr val="bg1"/>
                  </a:solidFill>
                  <a:latin typeface="+mj-ea"/>
                  <a:ea typeface="+mj-ea"/>
                </a:rPr>
                <a:t>平台为核心企业、供应商、机构受让方提供一站式的应收资产流转及交易相关的全流程功能服务</a:t>
              </a:r>
              <a:endParaRPr lang="en-US" altLang="zh-CN" sz="1000" dirty="0">
                <a:solidFill>
                  <a:schemeClr val="bg1"/>
                </a:solidFill>
                <a:latin typeface="+mj-ea"/>
                <a:ea typeface="+mj-ea"/>
              </a:endParaRPr>
            </a:p>
          </p:txBody>
        </p:sp>
        <p:sp>
          <p:nvSpPr>
            <p:cNvPr id="2098" name="箭头: V 形 2097">
              <a:extLst>
                <a:ext uri="{FF2B5EF4-FFF2-40B4-BE49-F238E27FC236}">
                  <a16:creationId xmlns:a16="http://schemas.microsoft.com/office/drawing/2014/main" id="{1D321FDC-45A2-E60C-B34C-4EABA93D1A3A}"/>
                </a:ext>
              </a:extLst>
            </p:cNvPr>
            <p:cNvSpPr/>
            <p:nvPr/>
          </p:nvSpPr>
          <p:spPr>
            <a:xfrm rot="5400000">
              <a:off x="6046152" y="3259547"/>
              <a:ext cx="99695" cy="133802"/>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extLst>
      <p:ext uri="{BB962C8B-B14F-4D97-AF65-F5344CB8AC3E}">
        <p14:creationId xmlns:p14="http://schemas.microsoft.com/office/powerpoint/2010/main" val="2956096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6" y="523557"/>
            <a:ext cx="3644656"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超级工作台</a:t>
            </a:r>
            <a:endParaRPr lang="en-US" altLang="zh-CN" dirty="0"/>
          </a:p>
        </p:txBody>
      </p:sp>
      <p:sp>
        <p:nvSpPr>
          <p:cNvPr id="2" name="等腰三角形 1">
            <a:extLst>
              <a:ext uri="{FF2B5EF4-FFF2-40B4-BE49-F238E27FC236}">
                <a16:creationId xmlns:a16="http://schemas.microsoft.com/office/drawing/2014/main" id="{28A5D500-3481-68D3-192A-6A19F50DED12}"/>
              </a:ext>
            </a:extLst>
          </p:cNvPr>
          <p:cNvSpPr/>
          <p:nvPr/>
        </p:nvSpPr>
        <p:spPr>
          <a:xfrm>
            <a:off x="1849490" y="926922"/>
            <a:ext cx="8497194" cy="541523"/>
          </a:xfrm>
          <a:prstGeom prst="triangle">
            <a:avLst/>
          </a:prstGeom>
          <a:gradFill>
            <a:gsLst>
              <a:gs pos="100000">
                <a:schemeClr val="accent1">
                  <a:alpha val="0"/>
                </a:schemeClr>
              </a:gs>
              <a:gs pos="0">
                <a:schemeClr val="accent1">
                  <a:alpha val="19000"/>
                </a:schemeClr>
              </a:gs>
            </a:gsLst>
            <a:lin ang="5400000" scaled="1"/>
          </a:gradFill>
          <a:ln>
            <a:gradFill>
              <a:gsLst>
                <a:gs pos="0">
                  <a:schemeClr val="accent1">
                    <a:alpha val="50000"/>
                  </a:schemeClr>
                </a:gs>
                <a:gs pos="94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76221C6-AFD1-FB8E-5E48-54C9C7EB07A3}"/>
              </a:ext>
            </a:extLst>
          </p:cNvPr>
          <p:cNvSpPr txBox="1"/>
          <p:nvPr/>
        </p:nvSpPr>
        <p:spPr>
          <a:xfrm>
            <a:off x="5132595" y="1329946"/>
            <a:ext cx="1926810" cy="169277"/>
          </a:xfrm>
          <a:prstGeom prst="rect">
            <a:avLst/>
          </a:prstGeom>
          <a:noFill/>
        </p:spPr>
        <p:txBody>
          <a:bodyPr wrap="none" lIns="0" tIns="0" rIns="0" bIns="0" rtlCol="0">
            <a:spAutoFit/>
          </a:bodyPr>
          <a:lstStyle/>
          <a:p>
            <a:pPr algn="ctr"/>
            <a:r>
              <a:rPr lang="zh-CN" altLang="en-US" sz="1100" dirty="0">
                <a:solidFill>
                  <a:schemeClr val="bg1"/>
                </a:solidFill>
                <a:latin typeface="+mn-ea"/>
              </a:rPr>
              <a:t>统一</a:t>
            </a:r>
            <a:r>
              <a:rPr lang="en-US" altLang="zh-CN" sz="1100" dirty="0">
                <a:solidFill>
                  <a:schemeClr val="bg1"/>
                </a:solidFill>
                <a:latin typeface="+mn-ea"/>
              </a:rPr>
              <a:t>APP | </a:t>
            </a:r>
            <a:r>
              <a:rPr lang="zh-CN" altLang="en-US" sz="1100" dirty="0">
                <a:solidFill>
                  <a:schemeClr val="bg1"/>
                </a:solidFill>
                <a:latin typeface="+mn-ea"/>
              </a:rPr>
              <a:t>统一门户 </a:t>
            </a:r>
            <a:r>
              <a:rPr lang="en-US" altLang="zh-CN" sz="1100" dirty="0">
                <a:solidFill>
                  <a:schemeClr val="bg1"/>
                </a:solidFill>
                <a:latin typeface="+mn-ea"/>
              </a:rPr>
              <a:t>| </a:t>
            </a:r>
            <a:r>
              <a:rPr lang="zh-CN" altLang="en-US" sz="1100" dirty="0">
                <a:solidFill>
                  <a:schemeClr val="bg1"/>
                </a:solidFill>
                <a:latin typeface="+mn-ea"/>
              </a:rPr>
              <a:t>统一服务</a:t>
            </a:r>
          </a:p>
        </p:txBody>
      </p:sp>
      <p:sp>
        <p:nvSpPr>
          <p:cNvPr id="5" name="文本框 4">
            <a:extLst>
              <a:ext uri="{FF2B5EF4-FFF2-40B4-BE49-F238E27FC236}">
                <a16:creationId xmlns:a16="http://schemas.microsoft.com/office/drawing/2014/main" id="{36D8AF4C-7AC8-1E1D-A2D2-1CA70584551A}"/>
              </a:ext>
            </a:extLst>
          </p:cNvPr>
          <p:cNvSpPr txBox="1"/>
          <p:nvPr/>
        </p:nvSpPr>
        <p:spPr>
          <a:xfrm>
            <a:off x="5647158" y="1058158"/>
            <a:ext cx="897683" cy="215444"/>
          </a:xfrm>
          <a:prstGeom prst="rect">
            <a:avLst/>
          </a:prstGeom>
          <a:noFill/>
        </p:spPr>
        <p:txBody>
          <a:bodyPr wrap="none" lIns="0" tIns="0" rIns="0" bIns="0" rtlCol="0">
            <a:spAutoFit/>
          </a:bodyPr>
          <a:lstStyle/>
          <a:p>
            <a:pPr algn="ctr"/>
            <a:r>
              <a:rPr lang="zh-CN" altLang="en-US" sz="1400" b="1" dirty="0">
                <a:solidFill>
                  <a:schemeClr val="accent1"/>
                </a:solidFill>
              </a:rPr>
              <a:t>超级工作台</a:t>
            </a:r>
          </a:p>
        </p:txBody>
      </p:sp>
      <p:sp>
        <p:nvSpPr>
          <p:cNvPr id="8" name="矩形: 圆角 7">
            <a:extLst>
              <a:ext uri="{FF2B5EF4-FFF2-40B4-BE49-F238E27FC236}">
                <a16:creationId xmlns:a16="http://schemas.microsoft.com/office/drawing/2014/main" id="{21945764-5A76-4A51-C73E-3FE733672D0C}"/>
              </a:ext>
            </a:extLst>
          </p:cNvPr>
          <p:cNvSpPr/>
          <p:nvPr/>
        </p:nvSpPr>
        <p:spPr>
          <a:xfrm>
            <a:off x="3365500" y="1735141"/>
            <a:ext cx="234950" cy="99695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rPr>
              <a:t>全域主数据</a:t>
            </a:r>
          </a:p>
        </p:txBody>
      </p:sp>
      <p:sp>
        <p:nvSpPr>
          <p:cNvPr id="10" name="梯形 9">
            <a:extLst>
              <a:ext uri="{FF2B5EF4-FFF2-40B4-BE49-F238E27FC236}">
                <a16:creationId xmlns:a16="http://schemas.microsoft.com/office/drawing/2014/main" id="{8112D765-B51F-C09E-563C-7C3E76110EDD}"/>
              </a:ext>
            </a:extLst>
          </p:cNvPr>
          <p:cNvSpPr/>
          <p:nvPr/>
        </p:nvSpPr>
        <p:spPr>
          <a:xfrm rot="5400000">
            <a:off x="2631294" y="2116142"/>
            <a:ext cx="1335088" cy="234949"/>
          </a:xfrm>
          <a:prstGeom prst="trapezoid">
            <a:avLst>
              <a:gd name="adj" fmla="val 89864"/>
            </a:avLst>
          </a:prstGeom>
          <a:gradFill>
            <a:gsLst>
              <a:gs pos="5000">
                <a:schemeClr val="accent1">
                  <a:alpha val="44000"/>
                </a:schemeClr>
              </a:gs>
              <a:gs pos="95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a:extLst>
              <a:ext uri="{FF2B5EF4-FFF2-40B4-BE49-F238E27FC236}">
                <a16:creationId xmlns:a16="http://schemas.microsoft.com/office/drawing/2014/main" id="{2F1D2A98-C9CA-C012-0568-4ED4DCECCC1D}"/>
              </a:ext>
            </a:extLst>
          </p:cNvPr>
          <p:cNvGrpSpPr/>
          <p:nvPr/>
        </p:nvGrpSpPr>
        <p:grpSpPr>
          <a:xfrm>
            <a:off x="1754226" y="1776416"/>
            <a:ext cx="1355712" cy="914400"/>
            <a:chOff x="1754226" y="1776416"/>
            <a:chExt cx="1355712" cy="914400"/>
          </a:xfrm>
        </p:grpSpPr>
        <p:sp>
          <p:nvSpPr>
            <p:cNvPr id="11" name="矩形 10">
              <a:extLst>
                <a:ext uri="{FF2B5EF4-FFF2-40B4-BE49-F238E27FC236}">
                  <a16:creationId xmlns:a16="http://schemas.microsoft.com/office/drawing/2014/main" id="{F9F129E8-E750-3A78-DBAE-4469D1F195C3}"/>
                </a:ext>
              </a:extLst>
            </p:cNvPr>
            <p:cNvSpPr/>
            <p:nvPr/>
          </p:nvSpPr>
          <p:spPr>
            <a:xfrm>
              <a:off x="1754226" y="1776416"/>
              <a:ext cx="274624" cy="914400"/>
            </a:xfrm>
            <a:prstGeom prst="rect">
              <a:avLst/>
            </a:prstGeom>
            <a:gradFill>
              <a:gsLst>
                <a:gs pos="0">
                  <a:schemeClr val="accent1">
                    <a:alpha val="0"/>
                  </a:schemeClr>
                </a:gs>
                <a:gs pos="50000">
                  <a:schemeClr val="accent1">
                    <a:alpha val="15000"/>
                  </a:schemeClr>
                </a:gs>
                <a:gs pos="99000">
                  <a:schemeClr val="accent1">
                    <a:alpha val="0"/>
                  </a:schemeClr>
                </a:gs>
              </a:gsLst>
              <a:lin ang="5400000" scaled="1"/>
            </a:gradFill>
            <a:ln w="12700">
              <a:gradFill>
                <a:gsLst>
                  <a:gs pos="5000">
                    <a:schemeClr val="accent1">
                      <a:alpha val="0"/>
                    </a:schemeClr>
                  </a:gs>
                  <a:gs pos="35000">
                    <a:schemeClr val="accent1">
                      <a:alpha val="63000"/>
                    </a:schemeClr>
                  </a:gs>
                  <a:gs pos="65000">
                    <a:schemeClr val="accent1">
                      <a:alpha val="63000"/>
                    </a:schemeClr>
                  </a:gs>
                  <a:gs pos="95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accent1"/>
                  </a:solidFill>
                </a:rPr>
                <a:t>采购</a:t>
              </a:r>
            </a:p>
          </p:txBody>
        </p:sp>
        <p:sp>
          <p:nvSpPr>
            <p:cNvPr id="12" name="矩形 11">
              <a:extLst>
                <a:ext uri="{FF2B5EF4-FFF2-40B4-BE49-F238E27FC236}">
                  <a16:creationId xmlns:a16="http://schemas.microsoft.com/office/drawing/2014/main" id="{A7FFE4A9-656D-BEB6-0DDE-A2CF3041AD88}"/>
                </a:ext>
              </a:extLst>
            </p:cNvPr>
            <p:cNvSpPr/>
            <p:nvPr/>
          </p:nvSpPr>
          <p:spPr>
            <a:xfrm>
              <a:off x="2024498" y="1776416"/>
              <a:ext cx="274624" cy="914400"/>
            </a:xfrm>
            <a:prstGeom prst="rect">
              <a:avLst/>
            </a:prstGeom>
            <a:gradFill>
              <a:gsLst>
                <a:gs pos="0">
                  <a:schemeClr val="accent1">
                    <a:alpha val="0"/>
                  </a:schemeClr>
                </a:gs>
                <a:gs pos="50000">
                  <a:schemeClr val="accent1">
                    <a:alpha val="15000"/>
                  </a:schemeClr>
                </a:gs>
                <a:gs pos="99000">
                  <a:schemeClr val="accent1">
                    <a:alpha val="0"/>
                  </a:schemeClr>
                </a:gs>
              </a:gsLst>
              <a:lin ang="5400000" scaled="1"/>
            </a:gradFill>
            <a:ln w="12700">
              <a:gradFill>
                <a:gsLst>
                  <a:gs pos="5000">
                    <a:schemeClr val="accent1">
                      <a:alpha val="0"/>
                    </a:schemeClr>
                  </a:gs>
                  <a:gs pos="35000">
                    <a:schemeClr val="accent1">
                      <a:alpha val="63000"/>
                    </a:schemeClr>
                  </a:gs>
                  <a:gs pos="65000">
                    <a:schemeClr val="accent1">
                      <a:alpha val="63000"/>
                    </a:schemeClr>
                  </a:gs>
                  <a:gs pos="95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accent1"/>
                  </a:solidFill>
                </a:rPr>
                <a:t>费用</a:t>
              </a:r>
            </a:p>
          </p:txBody>
        </p:sp>
        <p:sp>
          <p:nvSpPr>
            <p:cNvPr id="13" name="矩形 12">
              <a:extLst>
                <a:ext uri="{FF2B5EF4-FFF2-40B4-BE49-F238E27FC236}">
                  <a16:creationId xmlns:a16="http://schemas.microsoft.com/office/drawing/2014/main" id="{A9376155-10E1-1A3F-CDCC-093FF9A09B35}"/>
                </a:ext>
              </a:extLst>
            </p:cNvPr>
            <p:cNvSpPr/>
            <p:nvPr/>
          </p:nvSpPr>
          <p:spPr>
            <a:xfrm>
              <a:off x="2294770" y="1776416"/>
              <a:ext cx="274624" cy="914400"/>
            </a:xfrm>
            <a:prstGeom prst="rect">
              <a:avLst/>
            </a:prstGeom>
            <a:gradFill>
              <a:gsLst>
                <a:gs pos="0">
                  <a:schemeClr val="accent1">
                    <a:alpha val="0"/>
                  </a:schemeClr>
                </a:gs>
                <a:gs pos="50000">
                  <a:schemeClr val="accent1">
                    <a:alpha val="15000"/>
                  </a:schemeClr>
                </a:gs>
                <a:gs pos="99000">
                  <a:schemeClr val="accent1">
                    <a:alpha val="0"/>
                  </a:schemeClr>
                </a:gs>
              </a:gsLst>
              <a:lin ang="5400000" scaled="1"/>
            </a:gradFill>
            <a:ln w="12700">
              <a:gradFill>
                <a:gsLst>
                  <a:gs pos="5000">
                    <a:schemeClr val="accent1">
                      <a:alpha val="0"/>
                    </a:schemeClr>
                  </a:gs>
                  <a:gs pos="35000">
                    <a:schemeClr val="accent1">
                      <a:alpha val="63000"/>
                    </a:schemeClr>
                  </a:gs>
                  <a:gs pos="65000">
                    <a:schemeClr val="accent1">
                      <a:alpha val="63000"/>
                    </a:schemeClr>
                  </a:gs>
                  <a:gs pos="95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accent1"/>
                  </a:solidFill>
                </a:rPr>
                <a:t>计划</a:t>
              </a:r>
            </a:p>
          </p:txBody>
        </p:sp>
        <p:sp>
          <p:nvSpPr>
            <p:cNvPr id="14" name="矩形 13">
              <a:extLst>
                <a:ext uri="{FF2B5EF4-FFF2-40B4-BE49-F238E27FC236}">
                  <a16:creationId xmlns:a16="http://schemas.microsoft.com/office/drawing/2014/main" id="{B67C580D-8090-F35D-F217-A4C0F073D3BD}"/>
                </a:ext>
              </a:extLst>
            </p:cNvPr>
            <p:cNvSpPr/>
            <p:nvPr/>
          </p:nvSpPr>
          <p:spPr>
            <a:xfrm>
              <a:off x="2565042" y="1776416"/>
              <a:ext cx="274624" cy="914400"/>
            </a:xfrm>
            <a:prstGeom prst="rect">
              <a:avLst/>
            </a:prstGeom>
            <a:gradFill>
              <a:gsLst>
                <a:gs pos="0">
                  <a:schemeClr val="accent1">
                    <a:alpha val="0"/>
                  </a:schemeClr>
                </a:gs>
                <a:gs pos="50000">
                  <a:schemeClr val="accent1">
                    <a:alpha val="15000"/>
                  </a:schemeClr>
                </a:gs>
                <a:gs pos="99000">
                  <a:schemeClr val="accent1">
                    <a:alpha val="0"/>
                  </a:schemeClr>
                </a:gs>
              </a:gsLst>
              <a:lin ang="5400000" scaled="1"/>
            </a:gradFill>
            <a:ln w="12700">
              <a:gradFill>
                <a:gsLst>
                  <a:gs pos="5000">
                    <a:schemeClr val="accent1">
                      <a:alpha val="0"/>
                    </a:schemeClr>
                  </a:gs>
                  <a:gs pos="35000">
                    <a:schemeClr val="accent1">
                      <a:alpha val="63000"/>
                    </a:schemeClr>
                  </a:gs>
                  <a:gs pos="65000">
                    <a:schemeClr val="accent1">
                      <a:alpha val="63000"/>
                    </a:schemeClr>
                  </a:gs>
                  <a:gs pos="95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accent1"/>
                  </a:solidFill>
                </a:rPr>
                <a:t>成本</a:t>
              </a:r>
            </a:p>
          </p:txBody>
        </p:sp>
        <p:sp>
          <p:nvSpPr>
            <p:cNvPr id="15" name="矩形 14">
              <a:extLst>
                <a:ext uri="{FF2B5EF4-FFF2-40B4-BE49-F238E27FC236}">
                  <a16:creationId xmlns:a16="http://schemas.microsoft.com/office/drawing/2014/main" id="{1896CAA6-D12E-A676-3C30-20A367662D19}"/>
                </a:ext>
              </a:extLst>
            </p:cNvPr>
            <p:cNvSpPr/>
            <p:nvPr/>
          </p:nvSpPr>
          <p:spPr>
            <a:xfrm>
              <a:off x="2835314" y="1776416"/>
              <a:ext cx="274624" cy="914400"/>
            </a:xfrm>
            <a:prstGeom prst="rect">
              <a:avLst/>
            </a:prstGeom>
            <a:gradFill>
              <a:gsLst>
                <a:gs pos="0">
                  <a:schemeClr val="accent1">
                    <a:alpha val="0"/>
                  </a:schemeClr>
                </a:gs>
                <a:gs pos="50000">
                  <a:schemeClr val="accent1">
                    <a:alpha val="15000"/>
                  </a:schemeClr>
                </a:gs>
                <a:gs pos="99000">
                  <a:schemeClr val="accent1">
                    <a:alpha val="0"/>
                  </a:schemeClr>
                </a:gs>
              </a:gsLst>
              <a:lin ang="5400000" scaled="1"/>
            </a:gradFill>
            <a:ln w="12700">
              <a:gradFill>
                <a:gsLst>
                  <a:gs pos="5000">
                    <a:schemeClr val="accent1">
                      <a:alpha val="0"/>
                    </a:schemeClr>
                  </a:gs>
                  <a:gs pos="35000">
                    <a:schemeClr val="accent1">
                      <a:alpha val="63000"/>
                    </a:schemeClr>
                  </a:gs>
                  <a:gs pos="65000">
                    <a:schemeClr val="accent1">
                      <a:alpha val="63000"/>
                    </a:schemeClr>
                  </a:gs>
                  <a:gs pos="95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accent1"/>
                  </a:solidFill>
                </a:rPr>
                <a:t>销售</a:t>
              </a:r>
            </a:p>
          </p:txBody>
        </p:sp>
      </p:grpSp>
      <p:sp>
        <p:nvSpPr>
          <p:cNvPr id="20" name="椭圆 19">
            <a:extLst>
              <a:ext uri="{FF2B5EF4-FFF2-40B4-BE49-F238E27FC236}">
                <a16:creationId xmlns:a16="http://schemas.microsoft.com/office/drawing/2014/main" id="{1B7C674E-7656-11EA-A675-C00BCC51B6CD}"/>
              </a:ext>
            </a:extLst>
          </p:cNvPr>
          <p:cNvSpPr/>
          <p:nvPr/>
        </p:nvSpPr>
        <p:spPr>
          <a:xfrm>
            <a:off x="778783" y="1419365"/>
            <a:ext cx="840467" cy="1444485"/>
          </a:xfrm>
          <a:prstGeom prst="ellipse">
            <a:avLst/>
          </a:prstGeom>
          <a:gradFill>
            <a:gsLst>
              <a:gs pos="0">
                <a:schemeClr val="accent1">
                  <a:alpha val="13000"/>
                </a:schemeClr>
              </a:gs>
              <a:gs pos="85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2B34E566-2945-6060-5A18-E6E91C5BE847}"/>
              </a:ext>
            </a:extLst>
          </p:cNvPr>
          <p:cNvSpPr/>
          <p:nvPr/>
        </p:nvSpPr>
        <p:spPr>
          <a:xfrm>
            <a:off x="762221" y="2918872"/>
            <a:ext cx="1070706" cy="1395405"/>
          </a:xfrm>
          <a:prstGeom prst="ellipse">
            <a:avLst/>
          </a:prstGeom>
          <a:gradFill>
            <a:gsLst>
              <a:gs pos="0">
                <a:schemeClr val="accent1">
                  <a:alpha val="13000"/>
                </a:schemeClr>
              </a:gs>
              <a:gs pos="85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D69E4392-2717-343B-EF87-0620B8C29401}"/>
              </a:ext>
            </a:extLst>
          </p:cNvPr>
          <p:cNvSpPr/>
          <p:nvPr/>
        </p:nvSpPr>
        <p:spPr>
          <a:xfrm>
            <a:off x="778784" y="4400831"/>
            <a:ext cx="1070706" cy="1834869"/>
          </a:xfrm>
          <a:prstGeom prst="ellipse">
            <a:avLst/>
          </a:prstGeom>
          <a:gradFill>
            <a:gsLst>
              <a:gs pos="0">
                <a:schemeClr val="accent1">
                  <a:alpha val="10000"/>
                </a:schemeClr>
              </a:gs>
              <a:gs pos="85000">
                <a:schemeClr val="accent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F1E8556D-0F52-8BBE-24ED-8C62991E6E9D}"/>
              </a:ext>
            </a:extLst>
          </p:cNvPr>
          <p:cNvSpPr txBox="1"/>
          <p:nvPr/>
        </p:nvSpPr>
        <p:spPr>
          <a:xfrm>
            <a:off x="912947" y="1887692"/>
            <a:ext cx="157028" cy="507831"/>
          </a:xfrm>
          <a:prstGeom prst="rect">
            <a:avLst/>
          </a:prstGeom>
          <a:noFill/>
        </p:spPr>
        <p:txBody>
          <a:bodyPr wrap="square" lIns="0" tIns="0" rIns="0" bIns="0" rtlCol="0">
            <a:spAutoFit/>
          </a:bodyPr>
          <a:lstStyle/>
          <a:p>
            <a:pPr algn="ctr"/>
            <a:r>
              <a:rPr lang="zh-CN" altLang="en-US" sz="1100" b="1" dirty="0">
                <a:solidFill>
                  <a:schemeClr val="accent1"/>
                </a:solidFill>
                <a:latin typeface="+mj-ea"/>
                <a:ea typeface="+mj-ea"/>
              </a:rPr>
              <a:t>双模</a:t>
            </a:r>
            <a:r>
              <a:rPr lang="en-US" altLang="zh-CN" sz="1100" b="1" dirty="0">
                <a:solidFill>
                  <a:schemeClr val="accent1"/>
                </a:solidFill>
                <a:latin typeface="+mj-ea"/>
                <a:ea typeface="+mj-ea"/>
              </a:rPr>
              <a:t>IT</a:t>
            </a:r>
            <a:endParaRPr lang="zh-CN" altLang="en-US" sz="1100" b="1" dirty="0">
              <a:solidFill>
                <a:schemeClr val="accent1"/>
              </a:solidFill>
              <a:latin typeface="+mj-ea"/>
              <a:ea typeface="+mj-ea"/>
            </a:endParaRPr>
          </a:p>
        </p:txBody>
      </p:sp>
      <p:sp>
        <p:nvSpPr>
          <p:cNvPr id="18" name="文本框 17">
            <a:extLst>
              <a:ext uri="{FF2B5EF4-FFF2-40B4-BE49-F238E27FC236}">
                <a16:creationId xmlns:a16="http://schemas.microsoft.com/office/drawing/2014/main" id="{5A2C3221-7917-121E-782B-3D9797482D5E}"/>
              </a:ext>
            </a:extLst>
          </p:cNvPr>
          <p:cNvSpPr txBox="1"/>
          <p:nvPr/>
        </p:nvSpPr>
        <p:spPr>
          <a:xfrm>
            <a:off x="839094" y="3531936"/>
            <a:ext cx="458480" cy="169277"/>
          </a:xfrm>
          <a:prstGeom prst="rect">
            <a:avLst/>
          </a:prstGeom>
          <a:noFill/>
        </p:spPr>
        <p:txBody>
          <a:bodyPr wrap="square" lIns="0" tIns="0" rIns="0" bIns="0" rtlCol="0">
            <a:spAutoFit/>
          </a:bodyPr>
          <a:lstStyle/>
          <a:p>
            <a:pPr algn="ctr"/>
            <a:r>
              <a:rPr lang="en-US" altLang="zh-CN" sz="1100" b="1" dirty="0">
                <a:solidFill>
                  <a:schemeClr val="accent1"/>
                </a:solidFill>
                <a:latin typeface="+mj-ea"/>
                <a:ea typeface="+mj-ea"/>
              </a:rPr>
              <a:t>PaaS</a:t>
            </a:r>
            <a:endParaRPr lang="zh-CN" altLang="en-US" sz="1100" b="1" dirty="0">
              <a:solidFill>
                <a:schemeClr val="accent1"/>
              </a:solidFill>
              <a:latin typeface="+mj-ea"/>
              <a:ea typeface="+mj-ea"/>
            </a:endParaRPr>
          </a:p>
        </p:txBody>
      </p:sp>
      <p:sp>
        <p:nvSpPr>
          <p:cNvPr id="19" name="文本框 18">
            <a:extLst>
              <a:ext uri="{FF2B5EF4-FFF2-40B4-BE49-F238E27FC236}">
                <a16:creationId xmlns:a16="http://schemas.microsoft.com/office/drawing/2014/main" id="{675B9D3F-5A02-48F2-8C05-227169150292}"/>
              </a:ext>
            </a:extLst>
          </p:cNvPr>
          <p:cNvSpPr txBox="1"/>
          <p:nvPr/>
        </p:nvSpPr>
        <p:spPr>
          <a:xfrm>
            <a:off x="912947" y="5064350"/>
            <a:ext cx="157028" cy="507831"/>
          </a:xfrm>
          <a:prstGeom prst="rect">
            <a:avLst/>
          </a:prstGeom>
          <a:noFill/>
        </p:spPr>
        <p:txBody>
          <a:bodyPr wrap="square" lIns="0" tIns="0" rIns="0" bIns="0" rtlCol="0">
            <a:spAutoFit/>
          </a:bodyPr>
          <a:lstStyle/>
          <a:p>
            <a:pPr algn="ctr"/>
            <a:r>
              <a:rPr lang="zh-CN" altLang="en-US" sz="1100" b="1" dirty="0">
                <a:solidFill>
                  <a:schemeClr val="accent1"/>
                </a:solidFill>
                <a:latin typeface="+mj-ea"/>
                <a:ea typeface="+mj-ea"/>
              </a:rPr>
              <a:t>元原生</a:t>
            </a:r>
          </a:p>
        </p:txBody>
      </p:sp>
      <p:sp>
        <p:nvSpPr>
          <p:cNvPr id="23" name="矩形: 圆角 22">
            <a:extLst>
              <a:ext uri="{FF2B5EF4-FFF2-40B4-BE49-F238E27FC236}">
                <a16:creationId xmlns:a16="http://schemas.microsoft.com/office/drawing/2014/main" id="{F9AC38C8-2A67-21E0-A45E-02D65550950B}"/>
              </a:ext>
            </a:extLst>
          </p:cNvPr>
          <p:cNvSpPr/>
          <p:nvPr/>
        </p:nvSpPr>
        <p:spPr>
          <a:xfrm>
            <a:off x="8591552" y="1735141"/>
            <a:ext cx="234950" cy="99695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rPr>
              <a:t>全域主数据</a:t>
            </a:r>
          </a:p>
        </p:txBody>
      </p:sp>
      <p:sp>
        <p:nvSpPr>
          <p:cNvPr id="24" name="梯形 23">
            <a:extLst>
              <a:ext uri="{FF2B5EF4-FFF2-40B4-BE49-F238E27FC236}">
                <a16:creationId xmlns:a16="http://schemas.microsoft.com/office/drawing/2014/main" id="{AB596061-604F-5A14-F6A5-07921F9EDE49}"/>
              </a:ext>
            </a:extLst>
          </p:cNvPr>
          <p:cNvSpPr/>
          <p:nvPr/>
        </p:nvSpPr>
        <p:spPr>
          <a:xfrm rot="16200000" flipH="1">
            <a:off x="8248917" y="2116142"/>
            <a:ext cx="1335088" cy="234949"/>
          </a:xfrm>
          <a:prstGeom prst="trapezoid">
            <a:avLst>
              <a:gd name="adj" fmla="val 89864"/>
            </a:avLst>
          </a:prstGeom>
          <a:gradFill>
            <a:gsLst>
              <a:gs pos="5000">
                <a:schemeClr val="accent2">
                  <a:alpha val="44000"/>
                </a:schemeClr>
              </a:gs>
              <a:gs pos="95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a:extLst>
              <a:ext uri="{FF2B5EF4-FFF2-40B4-BE49-F238E27FC236}">
                <a16:creationId xmlns:a16="http://schemas.microsoft.com/office/drawing/2014/main" id="{F9E494B9-B614-2D2A-F367-4F412CF56F86}"/>
              </a:ext>
            </a:extLst>
          </p:cNvPr>
          <p:cNvGrpSpPr/>
          <p:nvPr/>
        </p:nvGrpSpPr>
        <p:grpSpPr>
          <a:xfrm>
            <a:off x="9082062" y="1666875"/>
            <a:ext cx="1355712" cy="1196975"/>
            <a:chOff x="9082062" y="1666875"/>
            <a:chExt cx="1355712" cy="1196975"/>
          </a:xfrm>
        </p:grpSpPr>
        <p:sp>
          <p:nvSpPr>
            <p:cNvPr id="27" name="矩形 26">
              <a:extLst>
                <a:ext uri="{FF2B5EF4-FFF2-40B4-BE49-F238E27FC236}">
                  <a16:creationId xmlns:a16="http://schemas.microsoft.com/office/drawing/2014/main" id="{605FCAC4-FED2-6C23-BC1A-AB20DB0EF8C8}"/>
                </a:ext>
              </a:extLst>
            </p:cNvPr>
            <p:cNvSpPr/>
            <p:nvPr/>
          </p:nvSpPr>
          <p:spPr>
            <a:xfrm>
              <a:off x="9082062" y="1666875"/>
              <a:ext cx="274624" cy="1196975"/>
            </a:xfrm>
            <a:prstGeom prst="rect">
              <a:avLst/>
            </a:prstGeom>
            <a:gradFill>
              <a:gsLst>
                <a:gs pos="0">
                  <a:schemeClr val="accent2">
                    <a:alpha val="0"/>
                  </a:schemeClr>
                </a:gs>
                <a:gs pos="50000">
                  <a:schemeClr val="accent2">
                    <a:alpha val="25000"/>
                  </a:schemeClr>
                </a:gs>
                <a:gs pos="99000">
                  <a:schemeClr val="accent2">
                    <a:alpha val="0"/>
                  </a:schemeClr>
                </a:gs>
              </a:gsLst>
              <a:lin ang="5400000" scaled="1"/>
            </a:gradFill>
            <a:ln w="12700">
              <a:gradFill>
                <a:gsLst>
                  <a:gs pos="5000">
                    <a:schemeClr val="accent2">
                      <a:alpha val="0"/>
                    </a:schemeClr>
                  </a:gs>
                  <a:gs pos="35000">
                    <a:schemeClr val="accent2">
                      <a:alpha val="68000"/>
                    </a:schemeClr>
                  </a:gs>
                  <a:gs pos="65000">
                    <a:schemeClr val="accent2">
                      <a:alpha val="68000"/>
                    </a:schemeClr>
                  </a:gs>
                  <a:gs pos="95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000" b="1" dirty="0">
                  <a:solidFill>
                    <a:schemeClr val="accent2"/>
                  </a:solidFill>
                </a:rPr>
                <a:t>营销云</a:t>
              </a:r>
              <a:r>
                <a:rPr lang="zh-CN" altLang="en-US" sz="1000" dirty="0">
                  <a:solidFill>
                    <a:schemeClr val="accent2"/>
                  </a:solidFill>
                </a:rPr>
                <a:t>（云客）</a:t>
              </a:r>
            </a:p>
          </p:txBody>
        </p:sp>
        <p:sp>
          <p:nvSpPr>
            <p:cNvPr id="28" name="矩形 27">
              <a:extLst>
                <a:ext uri="{FF2B5EF4-FFF2-40B4-BE49-F238E27FC236}">
                  <a16:creationId xmlns:a16="http://schemas.microsoft.com/office/drawing/2014/main" id="{10E3FA24-8D1F-7469-9802-D2CE102E51C4}"/>
                </a:ext>
              </a:extLst>
            </p:cNvPr>
            <p:cNvSpPr/>
            <p:nvPr/>
          </p:nvSpPr>
          <p:spPr>
            <a:xfrm>
              <a:off x="9352334" y="1666875"/>
              <a:ext cx="274624" cy="1196975"/>
            </a:xfrm>
            <a:prstGeom prst="rect">
              <a:avLst/>
            </a:prstGeom>
            <a:gradFill>
              <a:gsLst>
                <a:gs pos="0">
                  <a:schemeClr val="accent2">
                    <a:alpha val="0"/>
                  </a:schemeClr>
                </a:gs>
                <a:gs pos="50000">
                  <a:schemeClr val="accent2">
                    <a:alpha val="25000"/>
                  </a:schemeClr>
                </a:gs>
                <a:gs pos="99000">
                  <a:schemeClr val="accent2">
                    <a:alpha val="0"/>
                  </a:schemeClr>
                </a:gs>
              </a:gsLst>
              <a:lin ang="5400000" scaled="1"/>
            </a:gradFill>
            <a:ln w="12700">
              <a:gradFill>
                <a:gsLst>
                  <a:gs pos="5000">
                    <a:schemeClr val="accent2">
                      <a:alpha val="0"/>
                    </a:schemeClr>
                  </a:gs>
                  <a:gs pos="35000">
                    <a:schemeClr val="accent2">
                      <a:alpha val="68000"/>
                    </a:schemeClr>
                  </a:gs>
                  <a:gs pos="65000">
                    <a:schemeClr val="accent2">
                      <a:alpha val="68000"/>
                    </a:schemeClr>
                  </a:gs>
                  <a:gs pos="95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000" b="1" dirty="0">
                  <a:solidFill>
                    <a:schemeClr val="accent2"/>
                  </a:solidFill>
                </a:rPr>
                <a:t>工程云</a:t>
              </a:r>
              <a:r>
                <a:rPr lang="zh-CN" altLang="en-US" sz="1000" dirty="0">
                  <a:solidFill>
                    <a:schemeClr val="accent2"/>
                  </a:solidFill>
                </a:rPr>
                <a:t>（云链）</a:t>
              </a:r>
            </a:p>
          </p:txBody>
        </p:sp>
        <p:sp>
          <p:nvSpPr>
            <p:cNvPr id="29" name="矩形 28">
              <a:extLst>
                <a:ext uri="{FF2B5EF4-FFF2-40B4-BE49-F238E27FC236}">
                  <a16:creationId xmlns:a16="http://schemas.microsoft.com/office/drawing/2014/main" id="{B0664AC1-F07A-C760-CAA6-2CAA45F07DCD}"/>
                </a:ext>
              </a:extLst>
            </p:cNvPr>
            <p:cNvSpPr/>
            <p:nvPr/>
          </p:nvSpPr>
          <p:spPr>
            <a:xfrm>
              <a:off x="9622606" y="1666875"/>
              <a:ext cx="274624" cy="1196975"/>
            </a:xfrm>
            <a:prstGeom prst="rect">
              <a:avLst/>
            </a:prstGeom>
            <a:gradFill>
              <a:gsLst>
                <a:gs pos="0">
                  <a:schemeClr val="accent2">
                    <a:alpha val="0"/>
                  </a:schemeClr>
                </a:gs>
                <a:gs pos="50000">
                  <a:schemeClr val="accent2">
                    <a:alpha val="25000"/>
                  </a:schemeClr>
                </a:gs>
                <a:gs pos="99000">
                  <a:schemeClr val="accent2">
                    <a:alpha val="0"/>
                  </a:schemeClr>
                </a:gs>
              </a:gsLst>
              <a:lin ang="5400000" scaled="1"/>
            </a:gradFill>
            <a:ln w="12700">
              <a:gradFill>
                <a:gsLst>
                  <a:gs pos="5000">
                    <a:schemeClr val="accent2">
                      <a:alpha val="0"/>
                    </a:schemeClr>
                  </a:gs>
                  <a:gs pos="35000">
                    <a:schemeClr val="accent2">
                      <a:alpha val="68000"/>
                    </a:schemeClr>
                  </a:gs>
                  <a:gs pos="65000">
                    <a:schemeClr val="accent2">
                      <a:alpha val="68000"/>
                    </a:schemeClr>
                  </a:gs>
                  <a:gs pos="95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000" b="1" dirty="0">
                  <a:solidFill>
                    <a:schemeClr val="accent2"/>
                  </a:solidFill>
                </a:rPr>
                <a:t>服务云</a:t>
              </a:r>
              <a:r>
                <a:rPr lang="zh-CN" altLang="en-US" sz="1000" dirty="0">
                  <a:solidFill>
                    <a:schemeClr val="accent2"/>
                  </a:solidFill>
                </a:rPr>
                <a:t>（云物业）</a:t>
              </a:r>
            </a:p>
          </p:txBody>
        </p:sp>
        <p:sp>
          <p:nvSpPr>
            <p:cNvPr id="30" name="矩形 29">
              <a:extLst>
                <a:ext uri="{FF2B5EF4-FFF2-40B4-BE49-F238E27FC236}">
                  <a16:creationId xmlns:a16="http://schemas.microsoft.com/office/drawing/2014/main" id="{B81BD92C-4358-35B5-EFFD-92CE092F6888}"/>
                </a:ext>
              </a:extLst>
            </p:cNvPr>
            <p:cNvSpPr/>
            <p:nvPr/>
          </p:nvSpPr>
          <p:spPr>
            <a:xfrm>
              <a:off x="9892878" y="1666875"/>
              <a:ext cx="274624" cy="1196975"/>
            </a:xfrm>
            <a:prstGeom prst="rect">
              <a:avLst/>
            </a:prstGeom>
            <a:gradFill>
              <a:gsLst>
                <a:gs pos="0">
                  <a:schemeClr val="accent2">
                    <a:alpha val="0"/>
                  </a:schemeClr>
                </a:gs>
                <a:gs pos="50000">
                  <a:schemeClr val="accent2">
                    <a:alpha val="25000"/>
                  </a:schemeClr>
                </a:gs>
                <a:gs pos="99000">
                  <a:schemeClr val="accent2">
                    <a:alpha val="0"/>
                  </a:schemeClr>
                </a:gs>
              </a:gsLst>
              <a:lin ang="5400000" scaled="1"/>
            </a:gradFill>
            <a:ln w="12700">
              <a:gradFill>
                <a:gsLst>
                  <a:gs pos="5000">
                    <a:schemeClr val="accent2">
                      <a:alpha val="0"/>
                    </a:schemeClr>
                  </a:gs>
                  <a:gs pos="35000">
                    <a:schemeClr val="accent2">
                      <a:alpha val="68000"/>
                    </a:schemeClr>
                  </a:gs>
                  <a:gs pos="65000">
                    <a:schemeClr val="accent2">
                      <a:alpha val="68000"/>
                    </a:schemeClr>
                  </a:gs>
                  <a:gs pos="95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000" b="1" dirty="0">
                  <a:solidFill>
                    <a:schemeClr val="accent2"/>
                  </a:solidFill>
                </a:rPr>
                <a:t>资管云 </a:t>
              </a:r>
              <a:r>
                <a:rPr lang="zh-CN" altLang="en-US" sz="1000" dirty="0">
                  <a:solidFill>
                    <a:schemeClr val="accent2"/>
                  </a:solidFill>
                </a:rPr>
                <a:t>（云空间）</a:t>
              </a:r>
            </a:p>
          </p:txBody>
        </p:sp>
        <p:sp>
          <p:nvSpPr>
            <p:cNvPr id="31" name="矩形 30">
              <a:extLst>
                <a:ext uri="{FF2B5EF4-FFF2-40B4-BE49-F238E27FC236}">
                  <a16:creationId xmlns:a16="http://schemas.microsoft.com/office/drawing/2014/main" id="{D5A2B524-C359-1E47-D234-6D191A32A91A}"/>
                </a:ext>
              </a:extLst>
            </p:cNvPr>
            <p:cNvSpPr/>
            <p:nvPr/>
          </p:nvSpPr>
          <p:spPr>
            <a:xfrm>
              <a:off x="10163150" y="1666875"/>
              <a:ext cx="274624" cy="1196975"/>
            </a:xfrm>
            <a:prstGeom prst="rect">
              <a:avLst/>
            </a:prstGeom>
            <a:gradFill>
              <a:gsLst>
                <a:gs pos="0">
                  <a:schemeClr val="accent2">
                    <a:alpha val="0"/>
                  </a:schemeClr>
                </a:gs>
                <a:gs pos="50000">
                  <a:schemeClr val="accent2">
                    <a:alpha val="25000"/>
                  </a:schemeClr>
                </a:gs>
                <a:gs pos="99000">
                  <a:schemeClr val="accent2">
                    <a:alpha val="0"/>
                  </a:schemeClr>
                </a:gs>
              </a:gsLst>
              <a:lin ang="5400000" scaled="1"/>
            </a:gradFill>
            <a:ln w="12700">
              <a:gradFill>
                <a:gsLst>
                  <a:gs pos="5000">
                    <a:schemeClr val="accent2">
                      <a:alpha val="0"/>
                    </a:schemeClr>
                  </a:gs>
                  <a:gs pos="35000">
                    <a:schemeClr val="accent2">
                      <a:alpha val="68000"/>
                    </a:schemeClr>
                  </a:gs>
                  <a:gs pos="65000">
                    <a:schemeClr val="accent2">
                      <a:alpha val="68000"/>
                    </a:schemeClr>
                  </a:gs>
                  <a:gs pos="95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000" b="1" dirty="0">
                  <a:solidFill>
                    <a:schemeClr val="accent2"/>
                  </a:solidFill>
                </a:rPr>
                <a:t>采购云</a:t>
              </a:r>
              <a:r>
                <a:rPr lang="zh-CN" altLang="en-US" sz="1000" dirty="0">
                  <a:solidFill>
                    <a:schemeClr val="accent2"/>
                  </a:solidFill>
                </a:rPr>
                <a:t>（云采购）</a:t>
              </a:r>
            </a:p>
          </p:txBody>
        </p:sp>
      </p:grpSp>
      <p:sp>
        <p:nvSpPr>
          <p:cNvPr id="33" name="椭圆 32">
            <a:extLst>
              <a:ext uri="{FF2B5EF4-FFF2-40B4-BE49-F238E27FC236}">
                <a16:creationId xmlns:a16="http://schemas.microsoft.com/office/drawing/2014/main" id="{2E38E3DD-AC9E-9CA9-6349-AE50EBE85847}"/>
              </a:ext>
            </a:extLst>
          </p:cNvPr>
          <p:cNvSpPr/>
          <p:nvPr/>
        </p:nvSpPr>
        <p:spPr>
          <a:xfrm flipH="1">
            <a:off x="10582797" y="1419365"/>
            <a:ext cx="840467" cy="1444485"/>
          </a:xfrm>
          <a:prstGeom prst="ellipse">
            <a:avLst/>
          </a:prstGeom>
          <a:gradFill>
            <a:gsLst>
              <a:gs pos="0">
                <a:schemeClr val="accent2">
                  <a:alpha val="13000"/>
                </a:schemeClr>
              </a:gs>
              <a:gs pos="85000">
                <a:schemeClr val="accent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9AB30B1D-7AC2-B80C-93EB-F87BE165AF59}"/>
              </a:ext>
            </a:extLst>
          </p:cNvPr>
          <p:cNvSpPr txBox="1"/>
          <p:nvPr/>
        </p:nvSpPr>
        <p:spPr>
          <a:xfrm>
            <a:off x="11107461" y="1633776"/>
            <a:ext cx="157028" cy="1015663"/>
          </a:xfrm>
          <a:prstGeom prst="rect">
            <a:avLst/>
          </a:prstGeom>
          <a:noFill/>
        </p:spPr>
        <p:txBody>
          <a:bodyPr wrap="square" lIns="0" tIns="0" rIns="0" bIns="0" rtlCol="0">
            <a:spAutoFit/>
          </a:bodyPr>
          <a:lstStyle/>
          <a:p>
            <a:pPr algn="ctr"/>
            <a:r>
              <a:rPr lang="zh-CN" altLang="en-US" sz="1100" b="1" dirty="0">
                <a:solidFill>
                  <a:schemeClr val="accent2"/>
                </a:solidFill>
                <a:latin typeface="+mj-ea"/>
                <a:ea typeface="+mj-ea"/>
              </a:rPr>
              <a:t>科技重构业务</a:t>
            </a:r>
          </a:p>
        </p:txBody>
      </p:sp>
      <p:sp>
        <p:nvSpPr>
          <p:cNvPr id="35" name="椭圆 34">
            <a:extLst>
              <a:ext uri="{FF2B5EF4-FFF2-40B4-BE49-F238E27FC236}">
                <a16:creationId xmlns:a16="http://schemas.microsoft.com/office/drawing/2014/main" id="{6B606EF5-19F5-8336-9583-E38056817E12}"/>
              </a:ext>
            </a:extLst>
          </p:cNvPr>
          <p:cNvSpPr/>
          <p:nvPr/>
        </p:nvSpPr>
        <p:spPr>
          <a:xfrm flipH="1">
            <a:off x="10023477" y="2968625"/>
            <a:ext cx="1399787" cy="3365818"/>
          </a:xfrm>
          <a:prstGeom prst="ellipse">
            <a:avLst/>
          </a:prstGeom>
          <a:gradFill>
            <a:gsLst>
              <a:gs pos="0">
                <a:schemeClr val="accent2">
                  <a:alpha val="13000"/>
                </a:schemeClr>
              </a:gs>
              <a:gs pos="85000">
                <a:schemeClr val="accent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5C2703A9-C361-3850-3CDD-7CB8454A862C}"/>
              </a:ext>
            </a:extLst>
          </p:cNvPr>
          <p:cNvSpPr txBox="1"/>
          <p:nvPr/>
        </p:nvSpPr>
        <p:spPr>
          <a:xfrm>
            <a:off x="11107461" y="4059064"/>
            <a:ext cx="157028" cy="1184940"/>
          </a:xfrm>
          <a:prstGeom prst="rect">
            <a:avLst/>
          </a:prstGeom>
          <a:noFill/>
        </p:spPr>
        <p:txBody>
          <a:bodyPr wrap="square" lIns="0" tIns="0" rIns="0" bIns="0" rtlCol="0">
            <a:spAutoFit/>
          </a:bodyPr>
          <a:lstStyle/>
          <a:p>
            <a:pPr algn="ctr"/>
            <a:r>
              <a:rPr lang="zh-CN" altLang="en-US" sz="1100" b="1" dirty="0">
                <a:solidFill>
                  <a:schemeClr val="accent2"/>
                </a:solidFill>
                <a:latin typeface="+mj-ea"/>
                <a:ea typeface="+mj-ea"/>
              </a:rPr>
              <a:t>科技开放使能务</a:t>
            </a:r>
          </a:p>
        </p:txBody>
      </p:sp>
      <p:sp>
        <p:nvSpPr>
          <p:cNvPr id="37" name="椭圆 36">
            <a:extLst>
              <a:ext uri="{FF2B5EF4-FFF2-40B4-BE49-F238E27FC236}">
                <a16:creationId xmlns:a16="http://schemas.microsoft.com/office/drawing/2014/main" id="{AB0F9C82-4221-579C-7A65-1378216ECDCF}"/>
              </a:ext>
            </a:extLst>
          </p:cNvPr>
          <p:cNvSpPr>
            <a:spLocks/>
          </p:cNvSpPr>
          <p:nvPr/>
        </p:nvSpPr>
        <p:spPr>
          <a:xfrm>
            <a:off x="3600450" y="5419725"/>
            <a:ext cx="4980818" cy="714375"/>
          </a:xfrm>
          <a:prstGeom prst="ellipse">
            <a:avLst/>
          </a:prstGeom>
          <a:gradFill flip="none" rotWithShape="1">
            <a:gsLst>
              <a:gs pos="0">
                <a:schemeClr val="accent1">
                  <a:alpha val="0"/>
                </a:schemeClr>
              </a:gs>
              <a:gs pos="100000">
                <a:schemeClr val="accent1">
                  <a:alpha val="18000"/>
                </a:schemeClr>
              </a:gs>
            </a:gsLst>
            <a:lin ang="5400000" scaled="0"/>
            <a:tileRect/>
          </a:gradFill>
          <a:ln w="158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248CBF5E-9CE8-411B-5EFB-9DD7DC9F99F9}"/>
              </a:ext>
            </a:extLst>
          </p:cNvPr>
          <p:cNvSpPr/>
          <p:nvPr/>
        </p:nvSpPr>
        <p:spPr>
          <a:xfrm>
            <a:off x="5284366" y="5931078"/>
            <a:ext cx="1630784" cy="338604"/>
          </a:xfrm>
          <a:prstGeom prst="roundRect">
            <a:avLst>
              <a:gd name="adj" fmla="val 659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b="1" dirty="0" err="1">
                <a:solidFill>
                  <a:schemeClr val="accent1"/>
                </a:solidFill>
                <a:latin typeface="+mj-ea"/>
                <a:ea typeface="+mj-ea"/>
              </a:rPr>
              <a:t>laaS</a:t>
            </a:r>
            <a:r>
              <a:rPr lang="zh-CN" altLang="en-US" sz="1200" b="1" dirty="0">
                <a:solidFill>
                  <a:schemeClr val="accent1"/>
                </a:solidFill>
                <a:latin typeface="+mj-ea"/>
                <a:ea typeface="+mj-ea"/>
              </a:rPr>
              <a:t>基础设施</a:t>
            </a:r>
          </a:p>
        </p:txBody>
      </p:sp>
      <p:sp>
        <p:nvSpPr>
          <p:cNvPr id="39" name="椭圆 38">
            <a:extLst>
              <a:ext uri="{FF2B5EF4-FFF2-40B4-BE49-F238E27FC236}">
                <a16:creationId xmlns:a16="http://schemas.microsoft.com/office/drawing/2014/main" id="{6ABF55F5-D8BB-DDD2-7C24-1654A8A64CE6}"/>
              </a:ext>
            </a:extLst>
          </p:cNvPr>
          <p:cNvSpPr>
            <a:spLocks/>
          </p:cNvSpPr>
          <p:nvPr/>
        </p:nvSpPr>
        <p:spPr>
          <a:xfrm>
            <a:off x="2422525" y="4495508"/>
            <a:ext cx="7337425" cy="1054392"/>
          </a:xfrm>
          <a:prstGeom prst="ellipse">
            <a:avLst/>
          </a:prstGeom>
          <a:noFill/>
          <a:ln w="9525">
            <a:gradFill>
              <a:gsLst>
                <a:gs pos="46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文本框 39">
            <a:extLst>
              <a:ext uri="{FF2B5EF4-FFF2-40B4-BE49-F238E27FC236}">
                <a16:creationId xmlns:a16="http://schemas.microsoft.com/office/drawing/2014/main" id="{1859897A-20C4-2666-D2D2-CB0D9DEE9B25}"/>
              </a:ext>
            </a:extLst>
          </p:cNvPr>
          <p:cNvSpPr txBox="1"/>
          <p:nvPr/>
        </p:nvSpPr>
        <p:spPr>
          <a:xfrm>
            <a:off x="4230108" y="5710857"/>
            <a:ext cx="3731791" cy="153888"/>
          </a:xfrm>
          <a:prstGeom prst="rect">
            <a:avLst/>
          </a:prstGeom>
          <a:noFill/>
        </p:spPr>
        <p:txBody>
          <a:bodyPr wrap="none" lIns="0" tIns="0" rIns="0" bIns="0" rtlCol="0">
            <a:spAutoFit/>
          </a:bodyPr>
          <a:lstStyle/>
          <a:p>
            <a:pPr algn="ctr"/>
            <a:r>
              <a:rPr lang="zh-CN" altLang="en-US" sz="1000" dirty="0">
                <a:solidFill>
                  <a:schemeClr val="bg1"/>
                </a:solidFill>
                <a:latin typeface="+mn-ea"/>
              </a:rPr>
              <a:t>（</a:t>
            </a:r>
            <a:r>
              <a:rPr lang="en-US" altLang="zh-CN" sz="1000" dirty="0">
                <a:solidFill>
                  <a:schemeClr val="bg1"/>
                </a:solidFill>
                <a:latin typeface="+mn-ea"/>
              </a:rPr>
              <a:t>AWS</a:t>
            </a:r>
            <a:r>
              <a:rPr lang="zh-CN" altLang="en-US" sz="1000" dirty="0">
                <a:solidFill>
                  <a:schemeClr val="bg1"/>
                </a:solidFill>
                <a:latin typeface="+mn-ea"/>
              </a:rPr>
              <a:t>、华为云、京东云、阿里云、腾讯云、金山云、私有云</a:t>
            </a:r>
            <a:r>
              <a:rPr lang="en-US" altLang="zh-CN" sz="1000" dirty="0">
                <a:solidFill>
                  <a:schemeClr val="bg1"/>
                </a:solidFill>
                <a:latin typeface="+mn-ea"/>
              </a:rPr>
              <a:t>…</a:t>
            </a:r>
            <a:r>
              <a:rPr lang="zh-CN" altLang="en-US" sz="1000" dirty="0">
                <a:solidFill>
                  <a:schemeClr val="bg1"/>
                </a:solidFill>
                <a:latin typeface="+mn-ea"/>
              </a:rPr>
              <a:t>）</a:t>
            </a:r>
          </a:p>
        </p:txBody>
      </p:sp>
      <p:sp>
        <p:nvSpPr>
          <p:cNvPr id="43" name="椭圆 42">
            <a:extLst>
              <a:ext uri="{FF2B5EF4-FFF2-40B4-BE49-F238E27FC236}">
                <a16:creationId xmlns:a16="http://schemas.microsoft.com/office/drawing/2014/main" id="{85CD19B1-B5B1-A278-16FA-8886DD736F1F}"/>
              </a:ext>
            </a:extLst>
          </p:cNvPr>
          <p:cNvSpPr>
            <a:spLocks/>
          </p:cNvSpPr>
          <p:nvPr/>
        </p:nvSpPr>
        <p:spPr>
          <a:xfrm>
            <a:off x="2294770" y="4367449"/>
            <a:ext cx="7598108" cy="1054391"/>
          </a:xfrm>
          <a:prstGeom prst="ellipse">
            <a:avLst/>
          </a:prstGeom>
          <a:solidFill>
            <a:schemeClr val="accent1">
              <a:alpha val="5000"/>
            </a:schemeClr>
          </a:solidFill>
          <a:ln w="158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椭圆 43">
            <a:extLst>
              <a:ext uri="{FF2B5EF4-FFF2-40B4-BE49-F238E27FC236}">
                <a16:creationId xmlns:a16="http://schemas.microsoft.com/office/drawing/2014/main" id="{7347030A-B5F8-E62E-1178-9DC911E45350}"/>
              </a:ext>
            </a:extLst>
          </p:cNvPr>
          <p:cNvSpPr>
            <a:spLocks/>
          </p:cNvSpPr>
          <p:nvPr/>
        </p:nvSpPr>
        <p:spPr>
          <a:xfrm>
            <a:off x="2282070" y="4338874"/>
            <a:ext cx="7598108" cy="1054391"/>
          </a:xfrm>
          <a:prstGeom prst="ellipse">
            <a:avLst/>
          </a:prstGeom>
          <a:noFill/>
          <a:ln w="9525">
            <a:gradFill>
              <a:gsLst>
                <a:gs pos="65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8" name="组合 57">
            <a:extLst>
              <a:ext uri="{FF2B5EF4-FFF2-40B4-BE49-F238E27FC236}">
                <a16:creationId xmlns:a16="http://schemas.microsoft.com/office/drawing/2014/main" id="{CC0E6BB6-92C4-1F6D-FFC8-28359552DE17}"/>
              </a:ext>
            </a:extLst>
          </p:cNvPr>
          <p:cNvGrpSpPr/>
          <p:nvPr/>
        </p:nvGrpSpPr>
        <p:grpSpPr>
          <a:xfrm>
            <a:off x="5765801" y="4407627"/>
            <a:ext cx="642938" cy="346936"/>
            <a:chOff x="5765801" y="4407627"/>
            <a:chExt cx="642938" cy="346936"/>
          </a:xfrm>
        </p:grpSpPr>
        <p:grpSp>
          <p:nvGrpSpPr>
            <p:cNvPr id="50" name="组合 49">
              <a:extLst>
                <a:ext uri="{FF2B5EF4-FFF2-40B4-BE49-F238E27FC236}">
                  <a16:creationId xmlns:a16="http://schemas.microsoft.com/office/drawing/2014/main" id="{95650293-97B5-5B81-DAC0-AEF2277C9EE2}"/>
                </a:ext>
              </a:extLst>
            </p:cNvPr>
            <p:cNvGrpSpPr/>
            <p:nvPr/>
          </p:nvGrpSpPr>
          <p:grpSpPr>
            <a:xfrm>
              <a:off x="5765801" y="4561302"/>
              <a:ext cx="642938" cy="193261"/>
              <a:chOff x="5765801" y="4561302"/>
              <a:chExt cx="642938" cy="193261"/>
            </a:xfrm>
          </p:grpSpPr>
          <p:sp>
            <p:nvSpPr>
              <p:cNvPr id="45" name="椭圆 44">
                <a:extLst>
                  <a:ext uri="{FF2B5EF4-FFF2-40B4-BE49-F238E27FC236}">
                    <a16:creationId xmlns:a16="http://schemas.microsoft.com/office/drawing/2014/main" id="{0241C2CD-21FD-4403-449D-5DFD0D4BED47}"/>
                  </a:ext>
                </a:extLst>
              </p:cNvPr>
              <p:cNvSpPr/>
              <p:nvPr/>
            </p:nvSpPr>
            <p:spPr>
              <a:xfrm>
                <a:off x="5765801" y="4561302"/>
                <a:ext cx="642938" cy="193261"/>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56BFA858-5614-AC91-F95D-A0013DC36AB0}"/>
                  </a:ext>
                </a:extLst>
              </p:cNvPr>
              <p:cNvSpPr/>
              <p:nvPr/>
            </p:nvSpPr>
            <p:spPr>
              <a:xfrm>
                <a:off x="5830890" y="4568163"/>
                <a:ext cx="512760" cy="15413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6F261577-A255-38AB-E0CE-F59FC30C8FD1}"/>
                  </a:ext>
                </a:extLst>
              </p:cNvPr>
              <p:cNvSpPr/>
              <p:nvPr/>
            </p:nvSpPr>
            <p:spPr>
              <a:xfrm>
                <a:off x="5876699" y="4573993"/>
                <a:ext cx="421142" cy="12659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C224B49D-08DC-467C-6AA7-DA62842493FF}"/>
                  </a:ext>
                </a:extLst>
              </p:cNvPr>
              <p:cNvSpPr/>
              <p:nvPr/>
            </p:nvSpPr>
            <p:spPr>
              <a:xfrm>
                <a:off x="5948365" y="4603475"/>
                <a:ext cx="277810" cy="83508"/>
              </a:xfrm>
              <a:prstGeom prst="ellipse">
                <a:avLst/>
              </a:prstGeom>
              <a:no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a:extLst>
                  <a:ext uri="{FF2B5EF4-FFF2-40B4-BE49-F238E27FC236}">
                    <a16:creationId xmlns:a16="http://schemas.microsoft.com/office/drawing/2014/main" id="{120261E3-881C-5CBB-683B-D0B3097360F9}"/>
                  </a:ext>
                </a:extLst>
              </p:cNvPr>
              <p:cNvSpPr/>
              <p:nvPr/>
            </p:nvSpPr>
            <p:spPr>
              <a:xfrm>
                <a:off x="5997270" y="4658183"/>
                <a:ext cx="180000" cy="28800"/>
              </a:xfrm>
              <a:prstGeom prst="ellipse">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3" name="梯形 52">
              <a:extLst>
                <a:ext uri="{FF2B5EF4-FFF2-40B4-BE49-F238E27FC236}">
                  <a16:creationId xmlns:a16="http://schemas.microsoft.com/office/drawing/2014/main" id="{3904659E-81B5-B4E1-41E6-236EBB9876BA}"/>
                </a:ext>
              </a:extLst>
            </p:cNvPr>
            <p:cNvSpPr>
              <a:spLocks/>
            </p:cNvSpPr>
            <p:nvPr/>
          </p:nvSpPr>
          <p:spPr>
            <a:xfrm flipV="1">
              <a:off x="5842000" y="4407627"/>
              <a:ext cx="490540" cy="263922"/>
            </a:xfrm>
            <a:prstGeom prst="trapezoid">
              <a:avLst>
                <a:gd name="adj" fmla="val 52669"/>
              </a:avLst>
            </a:prstGeom>
            <a:gradFill>
              <a:gsLst>
                <a:gs pos="100000">
                  <a:schemeClr val="accent1">
                    <a:alpha val="0"/>
                  </a:schemeClr>
                </a:gs>
                <a:gs pos="0">
                  <a:schemeClr val="accent1">
                    <a:alpha val="2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5" name="文本框 54">
            <a:extLst>
              <a:ext uri="{FF2B5EF4-FFF2-40B4-BE49-F238E27FC236}">
                <a16:creationId xmlns:a16="http://schemas.microsoft.com/office/drawing/2014/main" id="{00E3EB72-439B-8577-5FF3-06B5EC32DBB9}"/>
              </a:ext>
            </a:extLst>
          </p:cNvPr>
          <p:cNvSpPr txBox="1"/>
          <p:nvPr/>
        </p:nvSpPr>
        <p:spPr>
          <a:xfrm>
            <a:off x="5790648" y="4291077"/>
            <a:ext cx="610704" cy="323165"/>
          </a:xfrm>
          <a:prstGeom prst="rect">
            <a:avLst/>
          </a:prstGeom>
          <a:noFill/>
        </p:spPr>
        <p:txBody>
          <a:bodyPr wrap="square" lIns="0" tIns="0" rIns="0" bIns="0" rtlCol="0">
            <a:spAutoFit/>
          </a:bodyPr>
          <a:lstStyle/>
          <a:p>
            <a:pPr algn="ctr"/>
            <a:r>
              <a:rPr lang="zh-CN" altLang="en-US" sz="1050" dirty="0">
                <a:solidFill>
                  <a:schemeClr val="bg1"/>
                </a:solidFill>
                <a:latin typeface="+mn-ea"/>
              </a:rPr>
              <a:t>日志追踪服务</a:t>
            </a:r>
          </a:p>
        </p:txBody>
      </p:sp>
      <p:sp>
        <p:nvSpPr>
          <p:cNvPr id="57" name="文本框 56">
            <a:extLst>
              <a:ext uri="{FF2B5EF4-FFF2-40B4-BE49-F238E27FC236}">
                <a16:creationId xmlns:a16="http://schemas.microsoft.com/office/drawing/2014/main" id="{78985D27-28E1-A662-9F77-534CFD589472}"/>
              </a:ext>
            </a:extLst>
          </p:cNvPr>
          <p:cNvSpPr txBox="1"/>
          <p:nvPr/>
        </p:nvSpPr>
        <p:spPr>
          <a:xfrm>
            <a:off x="5158317" y="4788466"/>
            <a:ext cx="1875366" cy="319446"/>
          </a:xfrm>
          <a:prstGeom prst="rect">
            <a:avLst/>
          </a:prstGeom>
          <a:noFill/>
        </p:spPr>
        <p:txBody>
          <a:bodyPr wrap="square" lIns="0" tIns="0" rIns="0" bIns="0" rtlCol="0">
            <a:spAutoFit/>
          </a:bodyPr>
          <a:lstStyle/>
          <a:p>
            <a:pPr algn="ctr">
              <a:lnSpc>
                <a:spcPct val="110000"/>
              </a:lnSpc>
            </a:pPr>
            <a:r>
              <a:rPr lang="zh-CN" altLang="en-US" sz="1050" dirty="0">
                <a:solidFill>
                  <a:schemeClr val="bg1"/>
                </a:solidFill>
                <a:latin typeface="+mn-ea"/>
              </a:rPr>
              <a:t>容器平台</a:t>
            </a:r>
            <a:endParaRPr lang="en-US" altLang="zh-CN" sz="1050" dirty="0">
              <a:solidFill>
                <a:schemeClr val="bg1"/>
              </a:solidFill>
              <a:latin typeface="+mn-ea"/>
            </a:endParaRPr>
          </a:p>
          <a:p>
            <a:pPr algn="ctr">
              <a:lnSpc>
                <a:spcPct val="110000"/>
              </a:lnSpc>
            </a:pPr>
            <a:r>
              <a:rPr lang="zh-CN" altLang="en-US" sz="900" dirty="0">
                <a:solidFill>
                  <a:schemeClr val="bg1"/>
                </a:solidFill>
                <a:latin typeface="+mn-ea"/>
              </a:rPr>
              <a:t>（应用管理、容器编排、多云适配）</a:t>
            </a:r>
          </a:p>
        </p:txBody>
      </p:sp>
      <p:grpSp>
        <p:nvGrpSpPr>
          <p:cNvPr id="59" name="组合 58">
            <a:extLst>
              <a:ext uri="{FF2B5EF4-FFF2-40B4-BE49-F238E27FC236}">
                <a16:creationId xmlns:a16="http://schemas.microsoft.com/office/drawing/2014/main" id="{39CC54FF-A619-2AD0-38CD-EC75B0E5C383}"/>
              </a:ext>
            </a:extLst>
          </p:cNvPr>
          <p:cNvGrpSpPr/>
          <p:nvPr/>
        </p:nvGrpSpPr>
        <p:grpSpPr>
          <a:xfrm>
            <a:off x="5675331" y="4815043"/>
            <a:ext cx="822307" cy="476622"/>
            <a:chOff x="5765801" y="4407627"/>
            <a:chExt cx="642938" cy="346936"/>
          </a:xfrm>
        </p:grpSpPr>
        <p:grpSp>
          <p:nvGrpSpPr>
            <p:cNvPr id="60" name="组合 59">
              <a:extLst>
                <a:ext uri="{FF2B5EF4-FFF2-40B4-BE49-F238E27FC236}">
                  <a16:creationId xmlns:a16="http://schemas.microsoft.com/office/drawing/2014/main" id="{5B3F3E8D-9645-AD21-70C5-DA4260BB6D3C}"/>
                </a:ext>
              </a:extLst>
            </p:cNvPr>
            <p:cNvGrpSpPr/>
            <p:nvPr/>
          </p:nvGrpSpPr>
          <p:grpSpPr>
            <a:xfrm>
              <a:off x="5765801" y="4561302"/>
              <a:ext cx="642938" cy="193261"/>
              <a:chOff x="5765801" y="4561302"/>
              <a:chExt cx="642938" cy="193261"/>
            </a:xfrm>
          </p:grpSpPr>
          <p:sp>
            <p:nvSpPr>
              <p:cNvPr id="62" name="椭圆 61">
                <a:extLst>
                  <a:ext uri="{FF2B5EF4-FFF2-40B4-BE49-F238E27FC236}">
                    <a16:creationId xmlns:a16="http://schemas.microsoft.com/office/drawing/2014/main" id="{7C2DA642-87BE-C58A-9383-937346DDA28A}"/>
                  </a:ext>
                </a:extLst>
              </p:cNvPr>
              <p:cNvSpPr/>
              <p:nvPr/>
            </p:nvSpPr>
            <p:spPr>
              <a:xfrm>
                <a:off x="5765801" y="4561302"/>
                <a:ext cx="642938" cy="193261"/>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a:extLst>
                  <a:ext uri="{FF2B5EF4-FFF2-40B4-BE49-F238E27FC236}">
                    <a16:creationId xmlns:a16="http://schemas.microsoft.com/office/drawing/2014/main" id="{2E79A272-3358-923E-C0A4-245BC8C17CBE}"/>
                  </a:ext>
                </a:extLst>
              </p:cNvPr>
              <p:cNvSpPr/>
              <p:nvPr/>
            </p:nvSpPr>
            <p:spPr>
              <a:xfrm>
                <a:off x="5830890" y="4568163"/>
                <a:ext cx="512760" cy="15413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4" name="椭圆 1023">
                <a:extLst>
                  <a:ext uri="{FF2B5EF4-FFF2-40B4-BE49-F238E27FC236}">
                    <a16:creationId xmlns:a16="http://schemas.microsoft.com/office/drawing/2014/main" id="{0EF5BFC7-3DF9-9767-9D97-F2966411452D}"/>
                  </a:ext>
                </a:extLst>
              </p:cNvPr>
              <p:cNvSpPr/>
              <p:nvPr/>
            </p:nvSpPr>
            <p:spPr>
              <a:xfrm>
                <a:off x="5876699" y="4573993"/>
                <a:ext cx="421142" cy="12659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5" name="椭圆 1024">
                <a:extLst>
                  <a:ext uri="{FF2B5EF4-FFF2-40B4-BE49-F238E27FC236}">
                    <a16:creationId xmlns:a16="http://schemas.microsoft.com/office/drawing/2014/main" id="{CD27CCBB-1D63-6493-0322-F1FE43B02882}"/>
                  </a:ext>
                </a:extLst>
              </p:cNvPr>
              <p:cNvSpPr/>
              <p:nvPr/>
            </p:nvSpPr>
            <p:spPr>
              <a:xfrm>
                <a:off x="5948365" y="4603475"/>
                <a:ext cx="277810" cy="83508"/>
              </a:xfrm>
              <a:prstGeom prst="ellipse">
                <a:avLst/>
              </a:prstGeom>
              <a:no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7" name="椭圆 1026">
                <a:extLst>
                  <a:ext uri="{FF2B5EF4-FFF2-40B4-BE49-F238E27FC236}">
                    <a16:creationId xmlns:a16="http://schemas.microsoft.com/office/drawing/2014/main" id="{3879FC56-09AD-1107-ADE9-8C7411E04128}"/>
                  </a:ext>
                </a:extLst>
              </p:cNvPr>
              <p:cNvSpPr/>
              <p:nvPr/>
            </p:nvSpPr>
            <p:spPr>
              <a:xfrm>
                <a:off x="5997270" y="4658183"/>
                <a:ext cx="180000" cy="28800"/>
              </a:xfrm>
              <a:prstGeom prst="ellipse">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1" name="梯形 60">
              <a:extLst>
                <a:ext uri="{FF2B5EF4-FFF2-40B4-BE49-F238E27FC236}">
                  <a16:creationId xmlns:a16="http://schemas.microsoft.com/office/drawing/2014/main" id="{2C7189EE-AADD-7585-6AA3-A1E56962B8F6}"/>
                </a:ext>
              </a:extLst>
            </p:cNvPr>
            <p:cNvSpPr>
              <a:spLocks/>
            </p:cNvSpPr>
            <p:nvPr/>
          </p:nvSpPr>
          <p:spPr>
            <a:xfrm flipV="1">
              <a:off x="5842000" y="4407627"/>
              <a:ext cx="490540" cy="263922"/>
            </a:xfrm>
            <a:prstGeom prst="trapezoid">
              <a:avLst>
                <a:gd name="adj" fmla="val 52669"/>
              </a:avLst>
            </a:prstGeom>
            <a:gradFill>
              <a:gsLst>
                <a:gs pos="100000">
                  <a:schemeClr val="accent1">
                    <a:alpha val="0"/>
                  </a:schemeClr>
                </a:gs>
                <a:gs pos="0">
                  <a:schemeClr val="accent1">
                    <a:alpha val="2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1" name="矩形: 圆角 40">
            <a:extLst>
              <a:ext uri="{FF2B5EF4-FFF2-40B4-BE49-F238E27FC236}">
                <a16:creationId xmlns:a16="http://schemas.microsoft.com/office/drawing/2014/main" id="{5EF66EC3-35B3-FC19-C7AD-EB27DF1615D0}"/>
              </a:ext>
            </a:extLst>
          </p:cNvPr>
          <p:cNvSpPr/>
          <p:nvPr/>
        </p:nvSpPr>
        <p:spPr>
          <a:xfrm>
            <a:off x="5284366" y="5168976"/>
            <a:ext cx="1630784" cy="458711"/>
          </a:xfrm>
          <a:prstGeom prst="roundRect">
            <a:avLst>
              <a:gd name="adj" fmla="val 659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accent1"/>
                </a:solidFill>
                <a:latin typeface="+mj-ea"/>
                <a:ea typeface="+mj-ea"/>
              </a:rPr>
              <a:t>容器云 </a:t>
            </a:r>
            <a:r>
              <a:rPr lang="en-US" altLang="zh-CN" sz="1200" b="1" dirty="0">
                <a:solidFill>
                  <a:schemeClr val="accent1"/>
                </a:solidFill>
                <a:latin typeface="+mj-ea"/>
                <a:ea typeface="+mj-ea"/>
              </a:rPr>
              <a:t>· </a:t>
            </a:r>
            <a:r>
              <a:rPr lang="zh-CN" altLang="en-US" sz="1200" b="1" dirty="0">
                <a:solidFill>
                  <a:schemeClr val="accent1"/>
                </a:solidFill>
                <a:latin typeface="+mj-ea"/>
                <a:ea typeface="+mj-ea"/>
              </a:rPr>
              <a:t>云原生平台</a:t>
            </a:r>
            <a:endParaRPr lang="en-US" altLang="zh-CN" sz="1200" b="1" dirty="0">
              <a:solidFill>
                <a:schemeClr val="accent1"/>
              </a:solidFill>
              <a:latin typeface="+mj-ea"/>
              <a:ea typeface="+mj-ea"/>
            </a:endParaRPr>
          </a:p>
          <a:p>
            <a:pPr algn="ctr"/>
            <a:r>
              <a:rPr lang="zh-CN" altLang="en-US" sz="1000" dirty="0">
                <a:solidFill>
                  <a:schemeClr val="accent1"/>
                </a:solidFill>
                <a:latin typeface="+mj-ea"/>
                <a:ea typeface="+mj-ea"/>
              </a:rPr>
              <a:t>（星舟）</a:t>
            </a:r>
          </a:p>
        </p:txBody>
      </p:sp>
      <p:grpSp>
        <p:nvGrpSpPr>
          <p:cNvPr id="1028" name="组合 1027">
            <a:extLst>
              <a:ext uri="{FF2B5EF4-FFF2-40B4-BE49-F238E27FC236}">
                <a16:creationId xmlns:a16="http://schemas.microsoft.com/office/drawing/2014/main" id="{47DF4757-F126-3867-C804-ECCD9BBDA96A}"/>
              </a:ext>
            </a:extLst>
          </p:cNvPr>
          <p:cNvGrpSpPr/>
          <p:nvPr/>
        </p:nvGrpSpPr>
        <p:grpSpPr>
          <a:xfrm>
            <a:off x="4722517" y="4487792"/>
            <a:ext cx="642938" cy="346936"/>
            <a:chOff x="5765801" y="4407627"/>
            <a:chExt cx="642938" cy="346936"/>
          </a:xfrm>
        </p:grpSpPr>
        <p:grpSp>
          <p:nvGrpSpPr>
            <p:cNvPr id="1029" name="组合 1028">
              <a:extLst>
                <a:ext uri="{FF2B5EF4-FFF2-40B4-BE49-F238E27FC236}">
                  <a16:creationId xmlns:a16="http://schemas.microsoft.com/office/drawing/2014/main" id="{73E293F4-97A2-805A-C6F2-891405A0985A}"/>
                </a:ext>
              </a:extLst>
            </p:cNvPr>
            <p:cNvGrpSpPr/>
            <p:nvPr/>
          </p:nvGrpSpPr>
          <p:grpSpPr>
            <a:xfrm>
              <a:off x="5765801" y="4561302"/>
              <a:ext cx="642938" cy="193261"/>
              <a:chOff x="5765801" y="4561302"/>
              <a:chExt cx="642938" cy="193261"/>
            </a:xfrm>
          </p:grpSpPr>
          <p:sp>
            <p:nvSpPr>
              <p:cNvPr id="1031" name="椭圆 1030">
                <a:extLst>
                  <a:ext uri="{FF2B5EF4-FFF2-40B4-BE49-F238E27FC236}">
                    <a16:creationId xmlns:a16="http://schemas.microsoft.com/office/drawing/2014/main" id="{B2996D15-C6F6-7D61-BA55-1197D1E5FF5D}"/>
                  </a:ext>
                </a:extLst>
              </p:cNvPr>
              <p:cNvSpPr/>
              <p:nvPr/>
            </p:nvSpPr>
            <p:spPr>
              <a:xfrm>
                <a:off x="5765801" y="4561302"/>
                <a:ext cx="642938" cy="193261"/>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2" name="椭圆 1031">
                <a:extLst>
                  <a:ext uri="{FF2B5EF4-FFF2-40B4-BE49-F238E27FC236}">
                    <a16:creationId xmlns:a16="http://schemas.microsoft.com/office/drawing/2014/main" id="{19F0E023-CA7C-07D0-DFE3-B1C1F31B858E}"/>
                  </a:ext>
                </a:extLst>
              </p:cNvPr>
              <p:cNvSpPr/>
              <p:nvPr/>
            </p:nvSpPr>
            <p:spPr>
              <a:xfrm>
                <a:off x="5830890" y="4568163"/>
                <a:ext cx="512760" cy="15413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3" name="椭圆 1032">
                <a:extLst>
                  <a:ext uri="{FF2B5EF4-FFF2-40B4-BE49-F238E27FC236}">
                    <a16:creationId xmlns:a16="http://schemas.microsoft.com/office/drawing/2014/main" id="{670C639E-1C9F-C2DE-3190-603EB802663D}"/>
                  </a:ext>
                </a:extLst>
              </p:cNvPr>
              <p:cNvSpPr/>
              <p:nvPr/>
            </p:nvSpPr>
            <p:spPr>
              <a:xfrm>
                <a:off x="5876699" y="4573993"/>
                <a:ext cx="421142" cy="12659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4" name="椭圆 1033">
                <a:extLst>
                  <a:ext uri="{FF2B5EF4-FFF2-40B4-BE49-F238E27FC236}">
                    <a16:creationId xmlns:a16="http://schemas.microsoft.com/office/drawing/2014/main" id="{59AD26D0-50C2-739D-0E9F-0AB2293C9FAB}"/>
                  </a:ext>
                </a:extLst>
              </p:cNvPr>
              <p:cNvSpPr/>
              <p:nvPr/>
            </p:nvSpPr>
            <p:spPr>
              <a:xfrm>
                <a:off x="5948365" y="4603475"/>
                <a:ext cx="277810" cy="83508"/>
              </a:xfrm>
              <a:prstGeom prst="ellipse">
                <a:avLst/>
              </a:prstGeom>
              <a:no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5" name="椭圆 1034">
                <a:extLst>
                  <a:ext uri="{FF2B5EF4-FFF2-40B4-BE49-F238E27FC236}">
                    <a16:creationId xmlns:a16="http://schemas.microsoft.com/office/drawing/2014/main" id="{24127295-9A83-D6E6-5338-5915159F528E}"/>
                  </a:ext>
                </a:extLst>
              </p:cNvPr>
              <p:cNvSpPr/>
              <p:nvPr/>
            </p:nvSpPr>
            <p:spPr>
              <a:xfrm>
                <a:off x="5997270" y="4658183"/>
                <a:ext cx="180000" cy="28800"/>
              </a:xfrm>
              <a:prstGeom prst="ellipse">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30" name="梯形 1029">
              <a:extLst>
                <a:ext uri="{FF2B5EF4-FFF2-40B4-BE49-F238E27FC236}">
                  <a16:creationId xmlns:a16="http://schemas.microsoft.com/office/drawing/2014/main" id="{4329C079-D679-4AAE-54A7-8CF558143C62}"/>
                </a:ext>
              </a:extLst>
            </p:cNvPr>
            <p:cNvSpPr>
              <a:spLocks/>
            </p:cNvSpPr>
            <p:nvPr/>
          </p:nvSpPr>
          <p:spPr>
            <a:xfrm flipV="1">
              <a:off x="5842000" y="4407627"/>
              <a:ext cx="490540" cy="263922"/>
            </a:xfrm>
            <a:prstGeom prst="trapezoid">
              <a:avLst>
                <a:gd name="adj" fmla="val 52669"/>
              </a:avLst>
            </a:prstGeom>
            <a:gradFill>
              <a:gsLst>
                <a:gs pos="100000">
                  <a:schemeClr val="accent1">
                    <a:alpha val="0"/>
                  </a:schemeClr>
                </a:gs>
                <a:gs pos="0">
                  <a:schemeClr val="accent1">
                    <a:alpha val="2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36" name="文本框 1035">
            <a:extLst>
              <a:ext uri="{FF2B5EF4-FFF2-40B4-BE49-F238E27FC236}">
                <a16:creationId xmlns:a16="http://schemas.microsoft.com/office/drawing/2014/main" id="{352665B1-E050-30C2-3F32-8980D7A13018}"/>
              </a:ext>
            </a:extLst>
          </p:cNvPr>
          <p:cNvSpPr txBox="1"/>
          <p:nvPr/>
        </p:nvSpPr>
        <p:spPr>
          <a:xfrm>
            <a:off x="4738634" y="4371242"/>
            <a:ext cx="610704" cy="323165"/>
          </a:xfrm>
          <a:prstGeom prst="rect">
            <a:avLst/>
          </a:prstGeom>
          <a:noFill/>
        </p:spPr>
        <p:txBody>
          <a:bodyPr wrap="square" lIns="0" tIns="0" rIns="0" bIns="0" rtlCol="0">
            <a:spAutoFit/>
          </a:bodyPr>
          <a:lstStyle/>
          <a:p>
            <a:pPr algn="ctr"/>
            <a:r>
              <a:rPr lang="zh-CN" altLang="en-US" sz="1050" dirty="0">
                <a:solidFill>
                  <a:schemeClr val="bg1"/>
                </a:solidFill>
                <a:latin typeface="+mn-ea"/>
              </a:rPr>
              <a:t>消息队列服务</a:t>
            </a:r>
          </a:p>
        </p:txBody>
      </p:sp>
      <p:grpSp>
        <p:nvGrpSpPr>
          <p:cNvPr id="1037" name="组合 1036">
            <a:extLst>
              <a:ext uri="{FF2B5EF4-FFF2-40B4-BE49-F238E27FC236}">
                <a16:creationId xmlns:a16="http://schemas.microsoft.com/office/drawing/2014/main" id="{4B4147E1-E495-DA48-D2CA-1309BDC0EFE7}"/>
              </a:ext>
            </a:extLst>
          </p:cNvPr>
          <p:cNvGrpSpPr/>
          <p:nvPr/>
        </p:nvGrpSpPr>
        <p:grpSpPr>
          <a:xfrm>
            <a:off x="4024189" y="4819547"/>
            <a:ext cx="642938" cy="346936"/>
            <a:chOff x="5765801" y="4407627"/>
            <a:chExt cx="642938" cy="346936"/>
          </a:xfrm>
        </p:grpSpPr>
        <p:grpSp>
          <p:nvGrpSpPr>
            <p:cNvPr id="1038" name="组合 1037">
              <a:extLst>
                <a:ext uri="{FF2B5EF4-FFF2-40B4-BE49-F238E27FC236}">
                  <a16:creationId xmlns:a16="http://schemas.microsoft.com/office/drawing/2014/main" id="{E69CE19A-A447-2B5C-571B-ABF223A78A63}"/>
                </a:ext>
              </a:extLst>
            </p:cNvPr>
            <p:cNvGrpSpPr/>
            <p:nvPr/>
          </p:nvGrpSpPr>
          <p:grpSpPr>
            <a:xfrm>
              <a:off x="5765801" y="4561302"/>
              <a:ext cx="642938" cy="193261"/>
              <a:chOff x="5765801" y="4561302"/>
              <a:chExt cx="642938" cy="193261"/>
            </a:xfrm>
          </p:grpSpPr>
          <p:sp>
            <p:nvSpPr>
              <p:cNvPr id="1040" name="椭圆 1039">
                <a:extLst>
                  <a:ext uri="{FF2B5EF4-FFF2-40B4-BE49-F238E27FC236}">
                    <a16:creationId xmlns:a16="http://schemas.microsoft.com/office/drawing/2014/main" id="{E18ADE3E-912A-20EA-86BA-80A7CC588267}"/>
                  </a:ext>
                </a:extLst>
              </p:cNvPr>
              <p:cNvSpPr/>
              <p:nvPr/>
            </p:nvSpPr>
            <p:spPr>
              <a:xfrm>
                <a:off x="5765801" y="4561302"/>
                <a:ext cx="642938" cy="193261"/>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1" name="椭圆 1040">
                <a:extLst>
                  <a:ext uri="{FF2B5EF4-FFF2-40B4-BE49-F238E27FC236}">
                    <a16:creationId xmlns:a16="http://schemas.microsoft.com/office/drawing/2014/main" id="{98455022-C83C-338E-EED4-27D884CBD6BD}"/>
                  </a:ext>
                </a:extLst>
              </p:cNvPr>
              <p:cNvSpPr/>
              <p:nvPr/>
            </p:nvSpPr>
            <p:spPr>
              <a:xfrm>
                <a:off x="5830890" y="4568163"/>
                <a:ext cx="512760" cy="15413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2" name="椭圆 1041">
                <a:extLst>
                  <a:ext uri="{FF2B5EF4-FFF2-40B4-BE49-F238E27FC236}">
                    <a16:creationId xmlns:a16="http://schemas.microsoft.com/office/drawing/2014/main" id="{F4C379CF-7804-B43B-22DF-5F04A256EB01}"/>
                  </a:ext>
                </a:extLst>
              </p:cNvPr>
              <p:cNvSpPr/>
              <p:nvPr/>
            </p:nvSpPr>
            <p:spPr>
              <a:xfrm>
                <a:off x="5876699" y="4573993"/>
                <a:ext cx="421142" cy="12659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3" name="椭圆 1042">
                <a:extLst>
                  <a:ext uri="{FF2B5EF4-FFF2-40B4-BE49-F238E27FC236}">
                    <a16:creationId xmlns:a16="http://schemas.microsoft.com/office/drawing/2014/main" id="{62BE5869-6DE9-BC93-0153-695043704A24}"/>
                  </a:ext>
                </a:extLst>
              </p:cNvPr>
              <p:cNvSpPr/>
              <p:nvPr/>
            </p:nvSpPr>
            <p:spPr>
              <a:xfrm>
                <a:off x="5948365" y="4603475"/>
                <a:ext cx="277810" cy="83508"/>
              </a:xfrm>
              <a:prstGeom prst="ellipse">
                <a:avLst/>
              </a:prstGeom>
              <a:no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4" name="椭圆 1043">
                <a:extLst>
                  <a:ext uri="{FF2B5EF4-FFF2-40B4-BE49-F238E27FC236}">
                    <a16:creationId xmlns:a16="http://schemas.microsoft.com/office/drawing/2014/main" id="{56D3C556-DFF8-5CC8-0DC7-E9429608555F}"/>
                  </a:ext>
                </a:extLst>
              </p:cNvPr>
              <p:cNvSpPr/>
              <p:nvPr/>
            </p:nvSpPr>
            <p:spPr>
              <a:xfrm>
                <a:off x="5997270" y="4658183"/>
                <a:ext cx="180000" cy="28800"/>
              </a:xfrm>
              <a:prstGeom prst="ellipse">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39" name="梯形 1038">
              <a:extLst>
                <a:ext uri="{FF2B5EF4-FFF2-40B4-BE49-F238E27FC236}">
                  <a16:creationId xmlns:a16="http://schemas.microsoft.com/office/drawing/2014/main" id="{C36B971F-1FCC-4E63-EA14-A8CB42FC1948}"/>
                </a:ext>
              </a:extLst>
            </p:cNvPr>
            <p:cNvSpPr>
              <a:spLocks/>
            </p:cNvSpPr>
            <p:nvPr/>
          </p:nvSpPr>
          <p:spPr>
            <a:xfrm flipV="1">
              <a:off x="5842000" y="4407627"/>
              <a:ext cx="490540" cy="263922"/>
            </a:xfrm>
            <a:prstGeom prst="trapezoid">
              <a:avLst>
                <a:gd name="adj" fmla="val 52669"/>
              </a:avLst>
            </a:prstGeom>
            <a:gradFill>
              <a:gsLst>
                <a:gs pos="100000">
                  <a:schemeClr val="accent1">
                    <a:alpha val="0"/>
                  </a:schemeClr>
                </a:gs>
                <a:gs pos="0">
                  <a:schemeClr val="accent1">
                    <a:alpha val="2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5" name="文本框 1044">
            <a:extLst>
              <a:ext uri="{FF2B5EF4-FFF2-40B4-BE49-F238E27FC236}">
                <a16:creationId xmlns:a16="http://schemas.microsoft.com/office/drawing/2014/main" id="{D62F7D18-0F72-C7B2-7302-31AC11A4E529}"/>
              </a:ext>
            </a:extLst>
          </p:cNvPr>
          <p:cNvSpPr txBox="1"/>
          <p:nvPr/>
        </p:nvSpPr>
        <p:spPr>
          <a:xfrm>
            <a:off x="4049036" y="4702997"/>
            <a:ext cx="610704" cy="323165"/>
          </a:xfrm>
          <a:prstGeom prst="rect">
            <a:avLst/>
          </a:prstGeom>
          <a:noFill/>
        </p:spPr>
        <p:txBody>
          <a:bodyPr wrap="square" lIns="0" tIns="0" rIns="0" bIns="0" rtlCol="0">
            <a:spAutoFit/>
          </a:bodyPr>
          <a:lstStyle/>
          <a:p>
            <a:pPr algn="ctr"/>
            <a:r>
              <a:rPr lang="zh-CN" altLang="en-US" sz="1050" dirty="0">
                <a:solidFill>
                  <a:schemeClr val="bg1"/>
                </a:solidFill>
                <a:latin typeface="+mn-ea"/>
              </a:rPr>
              <a:t>分布式</a:t>
            </a:r>
            <a:endParaRPr lang="en-US" altLang="zh-CN" sz="1050" dirty="0">
              <a:solidFill>
                <a:schemeClr val="bg1"/>
              </a:solidFill>
              <a:latin typeface="+mn-ea"/>
            </a:endParaRPr>
          </a:p>
          <a:p>
            <a:pPr algn="ctr"/>
            <a:r>
              <a:rPr lang="zh-CN" altLang="en-US" sz="1050" dirty="0">
                <a:solidFill>
                  <a:schemeClr val="bg1"/>
                </a:solidFill>
                <a:latin typeface="+mn-ea"/>
              </a:rPr>
              <a:t>缓存</a:t>
            </a:r>
          </a:p>
        </p:txBody>
      </p:sp>
      <p:grpSp>
        <p:nvGrpSpPr>
          <p:cNvPr id="1046" name="组合 1045">
            <a:extLst>
              <a:ext uri="{FF2B5EF4-FFF2-40B4-BE49-F238E27FC236}">
                <a16:creationId xmlns:a16="http://schemas.microsoft.com/office/drawing/2014/main" id="{376FFA19-D06A-ED8D-B3DA-68F5F97B326D}"/>
              </a:ext>
            </a:extLst>
          </p:cNvPr>
          <p:cNvGrpSpPr/>
          <p:nvPr/>
        </p:nvGrpSpPr>
        <p:grpSpPr>
          <a:xfrm>
            <a:off x="3355783" y="4496382"/>
            <a:ext cx="642938" cy="346936"/>
            <a:chOff x="5765801" y="4407627"/>
            <a:chExt cx="642938" cy="346936"/>
          </a:xfrm>
        </p:grpSpPr>
        <p:grpSp>
          <p:nvGrpSpPr>
            <p:cNvPr id="1047" name="组合 1046">
              <a:extLst>
                <a:ext uri="{FF2B5EF4-FFF2-40B4-BE49-F238E27FC236}">
                  <a16:creationId xmlns:a16="http://schemas.microsoft.com/office/drawing/2014/main" id="{93E849A5-9C54-CCEB-076D-3C1C68DAF6E6}"/>
                </a:ext>
              </a:extLst>
            </p:cNvPr>
            <p:cNvGrpSpPr/>
            <p:nvPr/>
          </p:nvGrpSpPr>
          <p:grpSpPr>
            <a:xfrm>
              <a:off x="5765801" y="4561302"/>
              <a:ext cx="642938" cy="193261"/>
              <a:chOff x="5765801" y="4561302"/>
              <a:chExt cx="642938" cy="193261"/>
            </a:xfrm>
          </p:grpSpPr>
          <p:sp>
            <p:nvSpPr>
              <p:cNvPr id="1049" name="椭圆 1048">
                <a:extLst>
                  <a:ext uri="{FF2B5EF4-FFF2-40B4-BE49-F238E27FC236}">
                    <a16:creationId xmlns:a16="http://schemas.microsoft.com/office/drawing/2014/main" id="{CE3BC381-A3DA-D80C-39AD-871EECD687D8}"/>
                  </a:ext>
                </a:extLst>
              </p:cNvPr>
              <p:cNvSpPr/>
              <p:nvPr/>
            </p:nvSpPr>
            <p:spPr>
              <a:xfrm>
                <a:off x="5765801" y="4561302"/>
                <a:ext cx="642938" cy="193261"/>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0" name="椭圆 1049">
                <a:extLst>
                  <a:ext uri="{FF2B5EF4-FFF2-40B4-BE49-F238E27FC236}">
                    <a16:creationId xmlns:a16="http://schemas.microsoft.com/office/drawing/2014/main" id="{D743EEBA-F7B0-8F18-C530-C0F08C2A3A12}"/>
                  </a:ext>
                </a:extLst>
              </p:cNvPr>
              <p:cNvSpPr/>
              <p:nvPr/>
            </p:nvSpPr>
            <p:spPr>
              <a:xfrm>
                <a:off x="5830890" y="4568163"/>
                <a:ext cx="512760" cy="15413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1" name="椭圆 1050">
                <a:extLst>
                  <a:ext uri="{FF2B5EF4-FFF2-40B4-BE49-F238E27FC236}">
                    <a16:creationId xmlns:a16="http://schemas.microsoft.com/office/drawing/2014/main" id="{85758FFD-1214-5DA9-32FB-8EC99917C07F}"/>
                  </a:ext>
                </a:extLst>
              </p:cNvPr>
              <p:cNvSpPr/>
              <p:nvPr/>
            </p:nvSpPr>
            <p:spPr>
              <a:xfrm>
                <a:off x="5876699" y="4573993"/>
                <a:ext cx="421142" cy="12659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2" name="椭圆 1051">
                <a:extLst>
                  <a:ext uri="{FF2B5EF4-FFF2-40B4-BE49-F238E27FC236}">
                    <a16:creationId xmlns:a16="http://schemas.microsoft.com/office/drawing/2014/main" id="{6D1415E6-21FF-D206-3CD0-95818F3320E6}"/>
                  </a:ext>
                </a:extLst>
              </p:cNvPr>
              <p:cNvSpPr/>
              <p:nvPr/>
            </p:nvSpPr>
            <p:spPr>
              <a:xfrm>
                <a:off x="5948365" y="4603475"/>
                <a:ext cx="277810" cy="83508"/>
              </a:xfrm>
              <a:prstGeom prst="ellipse">
                <a:avLst/>
              </a:prstGeom>
              <a:no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3" name="椭圆 1052">
                <a:extLst>
                  <a:ext uri="{FF2B5EF4-FFF2-40B4-BE49-F238E27FC236}">
                    <a16:creationId xmlns:a16="http://schemas.microsoft.com/office/drawing/2014/main" id="{291DDD6E-08A6-3470-480D-A0DBA9DFAAB7}"/>
                  </a:ext>
                </a:extLst>
              </p:cNvPr>
              <p:cNvSpPr/>
              <p:nvPr/>
            </p:nvSpPr>
            <p:spPr>
              <a:xfrm>
                <a:off x="5997270" y="4658183"/>
                <a:ext cx="180000" cy="28800"/>
              </a:xfrm>
              <a:prstGeom prst="ellipse">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 name="梯形 1047">
              <a:extLst>
                <a:ext uri="{FF2B5EF4-FFF2-40B4-BE49-F238E27FC236}">
                  <a16:creationId xmlns:a16="http://schemas.microsoft.com/office/drawing/2014/main" id="{C1B0ADAA-1D65-5085-FE52-9055E254431A}"/>
                </a:ext>
              </a:extLst>
            </p:cNvPr>
            <p:cNvSpPr>
              <a:spLocks/>
            </p:cNvSpPr>
            <p:nvPr/>
          </p:nvSpPr>
          <p:spPr>
            <a:xfrm flipV="1">
              <a:off x="5842000" y="4407627"/>
              <a:ext cx="490540" cy="263922"/>
            </a:xfrm>
            <a:prstGeom prst="trapezoid">
              <a:avLst>
                <a:gd name="adj" fmla="val 52669"/>
              </a:avLst>
            </a:prstGeom>
            <a:gradFill>
              <a:gsLst>
                <a:gs pos="100000">
                  <a:schemeClr val="accent1">
                    <a:alpha val="0"/>
                  </a:schemeClr>
                </a:gs>
                <a:gs pos="0">
                  <a:schemeClr val="accent1">
                    <a:alpha val="2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54" name="文本框 1053">
            <a:extLst>
              <a:ext uri="{FF2B5EF4-FFF2-40B4-BE49-F238E27FC236}">
                <a16:creationId xmlns:a16="http://schemas.microsoft.com/office/drawing/2014/main" id="{B74CCD95-9B0F-7D3A-E7E6-D64C0D8C65D1}"/>
              </a:ext>
            </a:extLst>
          </p:cNvPr>
          <p:cNvSpPr txBox="1"/>
          <p:nvPr/>
        </p:nvSpPr>
        <p:spPr>
          <a:xfrm>
            <a:off x="3371900" y="4379832"/>
            <a:ext cx="610704" cy="323165"/>
          </a:xfrm>
          <a:prstGeom prst="rect">
            <a:avLst/>
          </a:prstGeom>
          <a:noFill/>
        </p:spPr>
        <p:txBody>
          <a:bodyPr wrap="square" lIns="0" tIns="0" rIns="0" bIns="0" rtlCol="0">
            <a:spAutoFit/>
          </a:bodyPr>
          <a:lstStyle/>
          <a:p>
            <a:pPr algn="ctr"/>
            <a:r>
              <a:rPr lang="zh-CN" altLang="en-US" sz="1050" dirty="0">
                <a:solidFill>
                  <a:schemeClr val="bg1"/>
                </a:solidFill>
                <a:latin typeface="+mn-ea"/>
              </a:rPr>
              <a:t>分布式</a:t>
            </a:r>
            <a:endParaRPr lang="en-US" altLang="zh-CN" sz="1050" dirty="0">
              <a:solidFill>
                <a:schemeClr val="bg1"/>
              </a:solidFill>
              <a:latin typeface="+mn-ea"/>
            </a:endParaRPr>
          </a:p>
          <a:p>
            <a:pPr algn="ctr"/>
            <a:r>
              <a:rPr lang="zh-CN" altLang="en-US" sz="1050" dirty="0">
                <a:solidFill>
                  <a:schemeClr val="bg1"/>
                </a:solidFill>
                <a:latin typeface="+mn-ea"/>
              </a:rPr>
              <a:t>文件存储</a:t>
            </a:r>
          </a:p>
        </p:txBody>
      </p:sp>
      <p:grpSp>
        <p:nvGrpSpPr>
          <p:cNvPr id="1055" name="组合 1054">
            <a:extLst>
              <a:ext uri="{FF2B5EF4-FFF2-40B4-BE49-F238E27FC236}">
                <a16:creationId xmlns:a16="http://schemas.microsoft.com/office/drawing/2014/main" id="{5654596C-EF47-C27E-2F05-4E2EEB7A50B7}"/>
              </a:ext>
            </a:extLst>
          </p:cNvPr>
          <p:cNvGrpSpPr/>
          <p:nvPr/>
        </p:nvGrpSpPr>
        <p:grpSpPr>
          <a:xfrm>
            <a:off x="2554542" y="4610707"/>
            <a:ext cx="642938" cy="346936"/>
            <a:chOff x="5765801" y="4407627"/>
            <a:chExt cx="642938" cy="346936"/>
          </a:xfrm>
        </p:grpSpPr>
        <p:grpSp>
          <p:nvGrpSpPr>
            <p:cNvPr id="1056" name="组合 1055">
              <a:extLst>
                <a:ext uri="{FF2B5EF4-FFF2-40B4-BE49-F238E27FC236}">
                  <a16:creationId xmlns:a16="http://schemas.microsoft.com/office/drawing/2014/main" id="{3F4B9309-D394-76C1-9458-9E3268A297F3}"/>
                </a:ext>
              </a:extLst>
            </p:cNvPr>
            <p:cNvGrpSpPr/>
            <p:nvPr/>
          </p:nvGrpSpPr>
          <p:grpSpPr>
            <a:xfrm>
              <a:off x="5765801" y="4561302"/>
              <a:ext cx="642938" cy="193261"/>
              <a:chOff x="5765801" y="4561302"/>
              <a:chExt cx="642938" cy="193261"/>
            </a:xfrm>
          </p:grpSpPr>
          <p:sp>
            <p:nvSpPr>
              <p:cNvPr id="1058" name="椭圆 1057">
                <a:extLst>
                  <a:ext uri="{FF2B5EF4-FFF2-40B4-BE49-F238E27FC236}">
                    <a16:creationId xmlns:a16="http://schemas.microsoft.com/office/drawing/2014/main" id="{10CA9DF6-5E0B-5E72-06C1-B4CBB2B3FE12}"/>
                  </a:ext>
                </a:extLst>
              </p:cNvPr>
              <p:cNvSpPr/>
              <p:nvPr/>
            </p:nvSpPr>
            <p:spPr>
              <a:xfrm>
                <a:off x="5765801" y="4561302"/>
                <a:ext cx="642938" cy="193261"/>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9" name="椭圆 1058">
                <a:extLst>
                  <a:ext uri="{FF2B5EF4-FFF2-40B4-BE49-F238E27FC236}">
                    <a16:creationId xmlns:a16="http://schemas.microsoft.com/office/drawing/2014/main" id="{64E003DA-299B-D2BF-A533-FE82978E52C2}"/>
                  </a:ext>
                </a:extLst>
              </p:cNvPr>
              <p:cNvSpPr/>
              <p:nvPr/>
            </p:nvSpPr>
            <p:spPr>
              <a:xfrm>
                <a:off x="5830890" y="4568163"/>
                <a:ext cx="512760" cy="15413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0" name="椭圆 1059">
                <a:extLst>
                  <a:ext uri="{FF2B5EF4-FFF2-40B4-BE49-F238E27FC236}">
                    <a16:creationId xmlns:a16="http://schemas.microsoft.com/office/drawing/2014/main" id="{58E91C1A-B718-869C-B67C-6F5356069E0C}"/>
                  </a:ext>
                </a:extLst>
              </p:cNvPr>
              <p:cNvSpPr/>
              <p:nvPr/>
            </p:nvSpPr>
            <p:spPr>
              <a:xfrm>
                <a:off x="5876699" y="4573993"/>
                <a:ext cx="421142" cy="12659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1" name="椭圆 1060">
                <a:extLst>
                  <a:ext uri="{FF2B5EF4-FFF2-40B4-BE49-F238E27FC236}">
                    <a16:creationId xmlns:a16="http://schemas.microsoft.com/office/drawing/2014/main" id="{D02DA0BE-2D78-00C1-5E02-F707C9BD9D81}"/>
                  </a:ext>
                </a:extLst>
              </p:cNvPr>
              <p:cNvSpPr/>
              <p:nvPr/>
            </p:nvSpPr>
            <p:spPr>
              <a:xfrm>
                <a:off x="5948365" y="4603475"/>
                <a:ext cx="277810" cy="83508"/>
              </a:xfrm>
              <a:prstGeom prst="ellipse">
                <a:avLst/>
              </a:prstGeom>
              <a:no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2" name="椭圆 1061">
                <a:extLst>
                  <a:ext uri="{FF2B5EF4-FFF2-40B4-BE49-F238E27FC236}">
                    <a16:creationId xmlns:a16="http://schemas.microsoft.com/office/drawing/2014/main" id="{F109AA5C-9116-A124-0D01-1CDE5BE693A3}"/>
                  </a:ext>
                </a:extLst>
              </p:cNvPr>
              <p:cNvSpPr/>
              <p:nvPr/>
            </p:nvSpPr>
            <p:spPr>
              <a:xfrm>
                <a:off x="5997270" y="4658183"/>
                <a:ext cx="180000" cy="28800"/>
              </a:xfrm>
              <a:prstGeom prst="ellipse">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57" name="梯形 1056">
              <a:extLst>
                <a:ext uri="{FF2B5EF4-FFF2-40B4-BE49-F238E27FC236}">
                  <a16:creationId xmlns:a16="http://schemas.microsoft.com/office/drawing/2014/main" id="{C32599B3-9573-F6B5-77A3-F587CEC0DD52}"/>
                </a:ext>
              </a:extLst>
            </p:cNvPr>
            <p:cNvSpPr>
              <a:spLocks/>
            </p:cNvSpPr>
            <p:nvPr/>
          </p:nvSpPr>
          <p:spPr>
            <a:xfrm flipV="1">
              <a:off x="5842000" y="4407627"/>
              <a:ext cx="490540" cy="263922"/>
            </a:xfrm>
            <a:prstGeom prst="trapezoid">
              <a:avLst>
                <a:gd name="adj" fmla="val 52669"/>
              </a:avLst>
            </a:prstGeom>
            <a:gradFill>
              <a:gsLst>
                <a:gs pos="100000">
                  <a:schemeClr val="accent1">
                    <a:alpha val="0"/>
                  </a:schemeClr>
                </a:gs>
                <a:gs pos="0">
                  <a:schemeClr val="accent1">
                    <a:alpha val="2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63" name="文本框 1062">
            <a:extLst>
              <a:ext uri="{FF2B5EF4-FFF2-40B4-BE49-F238E27FC236}">
                <a16:creationId xmlns:a16="http://schemas.microsoft.com/office/drawing/2014/main" id="{407DE0E8-977B-3DDD-6626-0540C805CAB7}"/>
              </a:ext>
            </a:extLst>
          </p:cNvPr>
          <p:cNvSpPr txBox="1"/>
          <p:nvPr/>
        </p:nvSpPr>
        <p:spPr>
          <a:xfrm>
            <a:off x="2570659" y="4494157"/>
            <a:ext cx="610704" cy="323165"/>
          </a:xfrm>
          <a:prstGeom prst="rect">
            <a:avLst/>
          </a:prstGeom>
          <a:noFill/>
        </p:spPr>
        <p:txBody>
          <a:bodyPr wrap="square" lIns="0" tIns="0" rIns="0" bIns="0" rtlCol="0">
            <a:spAutoFit/>
          </a:bodyPr>
          <a:lstStyle/>
          <a:p>
            <a:pPr algn="ctr"/>
            <a:r>
              <a:rPr lang="zh-CN" altLang="en-US" sz="1050" dirty="0">
                <a:solidFill>
                  <a:schemeClr val="bg1"/>
                </a:solidFill>
                <a:latin typeface="+mn-ea"/>
              </a:rPr>
              <a:t>分布式</a:t>
            </a:r>
            <a:endParaRPr lang="en-US" altLang="zh-CN" sz="1050" dirty="0">
              <a:solidFill>
                <a:schemeClr val="bg1"/>
              </a:solidFill>
              <a:latin typeface="+mn-ea"/>
            </a:endParaRPr>
          </a:p>
          <a:p>
            <a:pPr algn="ctr"/>
            <a:r>
              <a:rPr lang="zh-CN" altLang="en-US" sz="1050" dirty="0">
                <a:solidFill>
                  <a:schemeClr val="bg1"/>
                </a:solidFill>
                <a:latin typeface="+mn-ea"/>
              </a:rPr>
              <a:t>数据库</a:t>
            </a:r>
          </a:p>
        </p:txBody>
      </p:sp>
      <p:grpSp>
        <p:nvGrpSpPr>
          <p:cNvPr id="1064" name="组合 1063">
            <a:extLst>
              <a:ext uri="{FF2B5EF4-FFF2-40B4-BE49-F238E27FC236}">
                <a16:creationId xmlns:a16="http://schemas.microsoft.com/office/drawing/2014/main" id="{875E2AED-4A25-E924-A272-0D54437FFB39}"/>
              </a:ext>
            </a:extLst>
          </p:cNvPr>
          <p:cNvGrpSpPr/>
          <p:nvPr/>
        </p:nvGrpSpPr>
        <p:grpSpPr>
          <a:xfrm>
            <a:off x="6806901" y="4490967"/>
            <a:ext cx="642938" cy="346936"/>
            <a:chOff x="5765801" y="4407627"/>
            <a:chExt cx="642938" cy="346936"/>
          </a:xfrm>
        </p:grpSpPr>
        <p:grpSp>
          <p:nvGrpSpPr>
            <p:cNvPr id="1065" name="组合 1064">
              <a:extLst>
                <a:ext uri="{FF2B5EF4-FFF2-40B4-BE49-F238E27FC236}">
                  <a16:creationId xmlns:a16="http://schemas.microsoft.com/office/drawing/2014/main" id="{3606AE4A-450D-5DCD-1135-210329C27D72}"/>
                </a:ext>
              </a:extLst>
            </p:cNvPr>
            <p:cNvGrpSpPr/>
            <p:nvPr/>
          </p:nvGrpSpPr>
          <p:grpSpPr>
            <a:xfrm>
              <a:off x="5765801" y="4561302"/>
              <a:ext cx="642938" cy="193261"/>
              <a:chOff x="5765801" y="4561302"/>
              <a:chExt cx="642938" cy="193261"/>
            </a:xfrm>
          </p:grpSpPr>
          <p:sp>
            <p:nvSpPr>
              <p:cNvPr id="1067" name="椭圆 1066">
                <a:extLst>
                  <a:ext uri="{FF2B5EF4-FFF2-40B4-BE49-F238E27FC236}">
                    <a16:creationId xmlns:a16="http://schemas.microsoft.com/office/drawing/2014/main" id="{673E434E-C7A7-F64A-A182-59940E248093}"/>
                  </a:ext>
                </a:extLst>
              </p:cNvPr>
              <p:cNvSpPr/>
              <p:nvPr/>
            </p:nvSpPr>
            <p:spPr>
              <a:xfrm>
                <a:off x="5765801" y="4561302"/>
                <a:ext cx="642938" cy="193261"/>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8" name="椭圆 1067">
                <a:extLst>
                  <a:ext uri="{FF2B5EF4-FFF2-40B4-BE49-F238E27FC236}">
                    <a16:creationId xmlns:a16="http://schemas.microsoft.com/office/drawing/2014/main" id="{E2993874-6998-D1D1-1D36-37BB7381DDEA}"/>
                  </a:ext>
                </a:extLst>
              </p:cNvPr>
              <p:cNvSpPr/>
              <p:nvPr/>
            </p:nvSpPr>
            <p:spPr>
              <a:xfrm>
                <a:off x="5830890" y="4568163"/>
                <a:ext cx="512760" cy="15413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9" name="椭圆 1068">
                <a:extLst>
                  <a:ext uri="{FF2B5EF4-FFF2-40B4-BE49-F238E27FC236}">
                    <a16:creationId xmlns:a16="http://schemas.microsoft.com/office/drawing/2014/main" id="{E2B53798-AD9B-1888-6DEA-9FB60A6D8FB9}"/>
                  </a:ext>
                </a:extLst>
              </p:cNvPr>
              <p:cNvSpPr/>
              <p:nvPr/>
            </p:nvSpPr>
            <p:spPr>
              <a:xfrm>
                <a:off x="5876699" y="4573993"/>
                <a:ext cx="421142" cy="12659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0" name="椭圆 1069">
                <a:extLst>
                  <a:ext uri="{FF2B5EF4-FFF2-40B4-BE49-F238E27FC236}">
                    <a16:creationId xmlns:a16="http://schemas.microsoft.com/office/drawing/2014/main" id="{D1C4AB9C-8147-0485-6AE1-2BD955E7D0C3}"/>
                  </a:ext>
                </a:extLst>
              </p:cNvPr>
              <p:cNvSpPr/>
              <p:nvPr/>
            </p:nvSpPr>
            <p:spPr>
              <a:xfrm>
                <a:off x="5948365" y="4603475"/>
                <a:ext cx="277810" cy="83508"/>
              </a:xfrm>
              <a:prstGeom prst="ellipse">
                <a:avLst/>
              </a:prstGeom>
              <a:no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1" name="椭圆 1070">
                <a:extLst>
                  <a:ext uri="{FF2B5EF4-FFF2-40B4-BE49-F238E27FC236}">
                    <a16:creationId xmlns:a16="http://schemas.microsoft.com/office/drawing/2014/main" id="{BD35C08B-76C0-EBF9-DC6D-1A4CA3B784B3}"/>
                  </a:ext>
                </a:extLst>
              </p:cNvPr>
              <p:cNvSpPr/>
              <p:nvPr/>
            </p:nvSpPr>
            <p:spPr>
              <a:xfrm>
                <a:off x="5997270" y="4658183"/>
                <a:ext cx="180000" cy="28800"/>
              </a:xfrm>
              <a:prstGeom prst="ellipse">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66" name="梯形 1065">
              <a:extLst>
                <a:ext uri="{FF2B5EF4-FFF2-40B4-BE49-F238E27FC236}">
                  <a16:creationId xmlns:a16="http://schemas.microsoft.com/office/drawing/2014/main" id="{522F1AA6-AA2F-EF04-56AB-07A7D33D2354}"/>
                </a:ext>
              </a:extLst>
            </p:cNvPr>
            <p:cNvSpPr>
              <a:spLocks/>
            </p:cNvSpPr>
            <p:nvPr/>
          </p:nvSpPr>
          <p:spPr>
            <a:xfrm flipV="1">
              <a:off x="5842000" y="4407627"/>
              <a:ext cx="490540" cy="263922"/>
            </a:xfrm>
            <a:prstGeom prst="trapezoid">
              <a:avLst>
                <a:gd name="adj" fmla="val 52669"/>
              </a:avLst>
            </a:prstGeom>
            <a:gradFill>
              <a:gsLst>
                <a:gs pos="100000">
                  <a:schemeClr val="accent1">
                    <a:alpha val="0"/>
                  </a:schemeClr>
                </a:gs>
                <a:gs pos="0">
                  <a:schemeClr val="accent1">
                    <a:alpha val="2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72" name="文本框 1071">
            <a:extLst>
              <a:ext uri="{FF2B5EF4-FFF2-40B4-BE49-F238E27FC236}">
                <a16:creationId xmlns:a16="http://schemas.microsoft.com/office/drawing/2014/main" id="{1B7DF92B-B46B-1E45-ABF9-B805097D791E}"/>
              </a:ext>
            </a:extLst>
          </p:cNvPr>
          <p:cNvSpPr txBox="1"/>
          <p:nvPr/>
        </p:nvSpPr>
        <p:spPr>
          <a:xfrm>
            <a:off x="6823018" y="4374417"/>
            <a:ext cx="610704" cy="323165"/>
          </a:xfrm>
          <a:prstGeom prst="rect">
            <a:avLst/>
          </a:prstGeom>
          <a:noFill/>
        </p:spPr>
        <p:txBody>
          <a:bodyPr wrap="square" lIns="0" tIns="0" rIns="0" bIns="0" rtlCol="0">
            <a:spAutoFit/>
          </a:bodyPr>
          <a:lstStyle/>
          <a:p>
            <a:pPr algn="ctr"/>
            <a:r>
              <a:rPr lang="zh-CN" altLang="en-US" sz="1050" dirty="0">
                <a:solidFill>
                  <a:schemeClr val="bg1"/>
                </a:solidFill>
                <a:latin typeface="+mn-ea"/>
              </a:rPr>
              <a:t>函数计算服务</a:t>
            </a:r>
          </a:p>
        </p:txBody>
      </p:sp>
      <p:grpSp>
        <p:nvGrpSpPr>
          <p:cNvPr id="1073" name="组合 1072">
            <a:extLst>
              <a:ext uri="{FF2B5EF4-FFF2-40B4-BE49-F238E27FC236}">
                <a16:creationId xmlns:a16="http://schemas.microsoft.com/office/drawing/2014/main" id="{1CA40E8E-D11D-3C53-54D8-0DAD0F72BE37}"/>
              </a:ext>
            </a:extLst>
          </p:cNvPr>
          <p:cNvGrpSpPr/>
          <p:nvPr/>
        </p:nvGrpSpPr>
        <p:grpSpPr>
          <a:xfrm>
            <a:off x="7565711" y="4819547"/>
            <a:ext cx="642938" cy="346936"/>
            <a:chOff x="5765801" y="4407627"/>
            <a:chExt cx="642938" cy="346936"/>
          </a:xfrm>
        </p:grpSpPr>
        <p:grpSp>
          <p:nvGrpSpPr>
            <p:cNvPr id="1074" name="组合 1073">
              <a:extLst>
                <a:ext uri="{FF2B5EF4-FFF2-40B4-BE49-F238E27FC236}">
                  <a16:creationId xmlns:a16="http://schemas.microsoft.com/office/drawing/2014/main" id="{DD528BE9-2A61-5CA8-0A7B-21A1BF4618AE}"/>
                </a:ext>
              </a:extLst>
            </p:cNvPr>
            <p:cNvGrpSpPr/>
            <p:nvPr/>
          </p:nvGrpSpPr>
          <p:grpSpPr>
            <a:xfrm>
              <a:off x="5765801" y="4561302"/>
              <a:ext cx="642938" cy="193261"/>
              <a:chOff x="5765801" y="4561302"/>
              <a:chExt cx="642938" cy="193261"/>
            </a:xfrm>
          </p:grpSpPr>
          <p:sp>
            <p:nvSpPr>
              <p:cNvPr id="1076" name="椭圆 1075">
                <a:extLst>
                  <a:ext uri="{FF2B5EF4-FFF2-40B4-BE49-F238E27FC236}">
                    <a16:creationId xmlns:a16="http://schemas.microsoft.com/office/drawing/2014/main" id="{25BC40AF-BABE-394B-FD3D-D1EEC67E5E0A}"/>
                  </a:ext>
                </a:extLst>
              </p:cNvPr>
              <p:cNvSpPr/>
              <p:nvPr/>
            </p:nvSpPr>
            <p:spPr>
              <a:xfrm>
                <a:off x="5765801" y="4561302"/>
                <a:ext cx="642938" cy="193261"/>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7" name="椭圆 1076">
                <a:extLst>
                  <a:ext uri="{FF2B5EF4-FFF2-40B4-BE49-F238E27FC236}">
                    <a16:creationId xmlns:a16="http://schemas.microsoft.com/office/drawing/2014/main" id="{21D49526-5B82-1FDE-3916-CC3CFE9E7842}"/>
                  </a:ext>
                </a:extLst>
              </p:cNvPr>
              <p:cNvSpPr/>
              <p:nvPr/>
            </p:nvSpPr>
            <p:spPr>
              <a:xfrm>
                <a:off x="5830890" y="4568163"/>
                <a:ext cx="512760" cy="15413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8" name="椭圆 1077">
                <a:extLst>
                  <a:ext uri="{FF2B5EF4-FFF2-40B4-BE49-F238E27FC236}">
                    <a16:creationId xmlns:a16="http://schemas.microsoft.com/office/drawing/2014/main" id="{6BA8B16A-D3EB-C51B-8E7E-4A4B866F7869}"/>
                  </a:ext>
                </a:extLst>
              </p:cNvPr>
              <p:cNvSpPr/>
              <p:nvPr/>
            </p:nvSpPr>
            <p:spPr>
              <a:xfrm>
                <a:off x="5876699" y="4573993"/>
                <a:ext cx="421142" cy="12659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9" name="椭圆 1078">
                <a:extLst>
                  <a:ext uri="{FF2B5EF4-FFF2-40B4-BE49-F238E27FC236}">
                    <a16:creationId xmlns:a16="http://schemas.microsoft.com/office/drawing/2014/main" id="{41F51C10-D504-5E3F-048A-F0E0CD58C914}"/>
                  </a:ext>
                </a:extLst>
              </p:cNvPr>
              <p:cNvSpPr/>
              <p:nvPr/>
            </p:nvSpPr>
            <p:spPr>
              <a:xfrm>
                <a:off x="5948365" y="4603475"/>
                <a:ext cx="277810" cy="83508"/>
              </a:xfrm>
              <a:prstGeom prst="ellipse">
                <a:avLst/>
              </a:prstGeom>
              <a:no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0" name="椭圆 1079">
                <a:extLst>
                  <a:ext uri="{FF2B5EF4-FFF2-40B4-BE49-F238E27FC236}">
                    <a16:creationId xmlns:a16="http://schemas.microsoft.com/office/drawing/2014/main" id="{CBEC8E10-474E-9C94-B66E-42263F0FB75F}"/>
                  </a:ext>
                </a:extLst>
              </p:cNvPr>
              <p:cNvSpPr/>
              <p:nvPr/>
            </p:nvSpPr>
            <p:spPr>
              <a:xfrm>
                <a:off x="5997270" y="4658183"/>
                <a:ext cx="180000" cy="28800"/>
              </a:xfrm>
              <a:prstGeom prst="ellipse">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75" name="梯形 1074">
              <a:extLst>
                <a:ext uri="{FF2B5EF4-FFF2-40B4-BE49-F238E27FC236}">
                  <a16:creationId xmlns:a16="http://schemas.microsoft.com/office/drawing/2014/main" id="{579DC413-2158-9065-9112-179E1056622E}"/>
                </a:ext>
              </a:extLst>
            </p:cNvPr>
            <p:cNvSpPr>
              <a:spLocks/>
            </p:cNvSpPr>
            <p:nvPr/>
          </p:nvSpPr>
          <p:spPr>
            <a:xfrm flipV="1">
              <a:off x="5842000" y="4407627"/>
              <a:ext cx="490540" cy="263922"/>
            </a:xfrm>
            <a:prstGeom prst="trapezoid">
              <a:avLst>
                <a:gd name="adj" fmla="val 52669"/>
              </a:avLst>
            </a:prstGeom>
            <a:gradFill>
              <a:gsLst>
                <a:gs pos="100000">
                  <a:schemeClr val="accent1">
                    <a:alpha val="0"/>
                  </a:schemeClr>
                </a:gs>
                <a:gs pos="0">
                  <a:schemeClr val="accent1">
                    <a:alpha val="2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81" name="文本框 1080">
            <a:extLst>
              <a:ext uri="{FF2B5EF4-FFF2-40B4-BE49-F238E27FC236}">
                <a16:creationId xmlns:a16="http://schemas.microsoft.com/office/drawing/2014/main" id="{0FE3B347-B16F-8193-BB8A-4977C71D57B9}"/>
              </a:ext>
            </a:extLst>
          </p:cNvPr>
          <p:cNvSpPr txBox="1"/>
          <p:nvPr/>
        </p:nvSpPr>
        <p:spPr>
          <a:xfrm>
            <a:off x="7581828" y="4702997"/>
            <a:ext cx="610704" cy="323165"/>
          </a:xfrm>
          <a:prstGeom prst="rect">
            <a:avLst/>
          </a:prstGeom>
          <a:noFill/>
        </p:spPr>
        <p:txBody>
          <a:bodyPr wrap="square" lIns="0" tIns="0" rIns="0" bIns="0" rtlCol="0">
            <a:spAutoFit/>
          </a:bodyPr>
          <a:lstStyle/>
          <a:p>
            <a:pPr algn="ctr"/>
            <a:r>
              <a:rPr lang="zh-CN" altLang="en-US" sz="1050" dirty="0">
                <a:solidFill>
                  <a:schemeClr val="bg1"/>
                </a:solidFill>
                <a:latin typeface="+mn-ea"/>
              </a:rPr>
              <a:t>离线计算服务</a:t>
            </a:r>
          </a:p>
        </p:txBody>
      </p:sp>
      <p:grpSp>
        <p:nvGrpSpPr>
          <p:cNvPr id="1082" name="组合 1081">
            <a:extLst>
              <a:ext uri="{FF2B5EF4-FFF2-40B4-BE49-F238E27FC236}">
                <a16:creationId xmlns:a16="http://schemas.microsoft.com/office/drawing/2014/main" id="{376F9678-00C3-2737-EFC2-32FF252F130A}"/>
              </a:ext>
            </a:extLst>
          </p:cNvPr>
          <p:cNvGrpSpPr/>
          <p:nvPr/>
        </p:nvGrpSpPr>
        <p:grpSpPr>
          <a:xfrm>
            <a:off x="8169799" y="4488669"/>
            <a:ext cx="642938" cy="346936"/>
            <a:chOff x="5765801" y="4407627"/>
            <a:chExt cx="642938" cy="346936"/>
          </a:xfrm>
        </p:grpSpPr>
        <p:grpSp>
          <p:nvGrpSpPr>
            <p:cNvPr id="1083" name="组合 1082">
              <a:extLst>
                <a:ext uri="{FF2B5EF4-FFF2-40B4-BE49-F238E27FC236}">
                  <a16:creationId xmlns:a16="http://schemas.microsoft.com/office/drawing/2014/main" id="{7DA897CB-857A-C187-FE38-8E62F932EDAA}"/>
                </a:ext>
              </a:extLst>
            </p:cNvPr>
            <p:cNvGrpSpPr/>
            <p:nvPr/>
          </p:nvGrpSpPr>
          <p:grpSpPr>
            <a:xfrm>
              <a:off x="5765801" y="4561302"/>
              <a:ext cx="642938" cy="193261"/>
              <a:chOff x="5765801" y="4561302"/>
              <a:chExt cx="642938" cy="193261"/>
            </a:xfrm>
          </p:grpSpPr>
          <p:sp>
            <p:nvSpPr>
              <p:cNvPr id="1085" name="椭圆 1084">
                <a:extLst>
                  <a:ext uri="{FF2B5EF4-FFF2-40B4-BE49-F238E27FC236}">
                    <a16:creationId xmlns:a16="http://schemas.microsoft.com/office/drawing/2014/main" id="{09430E62-4868-F068-D740-B713793452A5}"/>
                  </a:ext>
                </a:extLst>
              </p:cNvPr>
              <p:cNvSpPr/>
              <p:nvPr/>
            </p:nvSpPr>
            <p:spPr>
              <a:xfrm>
                <a:off x="5765801" y="4561302"/>
                <a:ext cx="642938" cy="193261"/>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6" name="椭圆 1085">
                <a:extLst>
                  <a:ext uri="{FF2B5EF4-FFF2-40B4-BE49-F238E27FC236}">
                    <a16:creationId xmlns:a16="http://schemas.microsoft.com/office/drawing/2014/main" id="{E507C0C5-B7AA-5B3D-7E09-EFFF6565864E}"/>
                  </a:ext>
                </a:extLst>
              </p:cNvPr>
              <p:cNvSpPr/>
              <p:nvPr/>
            </p:nvSpPr>
            <p:spPr>
              <a:xfrm>
                <a:off x="5830890" y="4568163"/>
                <a:ext cx="512760" cy="15413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7" name="椭圆 1086">
                <a:extLst>
                  <a:ext uri="{FF2B5EF4-FFF2-40B4-BE49-F238E27FC236}">
                    <a16:creationId xmlns:a16="http://schemas.microsoft.com/office/drawing/2014/main" id="{FC189895-1E89-6109-C524-775EED9060A8}"/>
                  </a:ext>
                </a:extLst>
              </p:cNvPr>
              <p:cNvSpPr/>
              <p:nvPr/>
            </p:nvSpPr>
            <p:spPr>
              <a:xfrm>
                <a:off x="5876699" y="4573993"/>
                <a:ext cx="421142" cy="12659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8" name="椭圆 1087">
                <a:extLst>
                  <a:ext uri="{FF2B5EF4-FFF2-40B4-BE49-F238E27FC236}">
                    <a16:creationId xmlns:a16="http://schemas.microsoft.com/office/drawing/2014/main" id="{2C190FC0-C707-B2FE-C20C-096E6FE3A769}"/>
                  </a:ext>
                </a:extLst>
              </p:cNvPr>
              <p:cNvSpPr/>
              <p:nvPr/>
            </p:nvSpPr>
            <p:spPr>
              <a:xfrm>
                <a:off x="5948365" y="4603475"/>
                <a:ext cx="277810" cy="83508"/>
              </a:xfrm>
              <a:prstGeom prst="ellipse">
                <a:avLst/>
              </a:prstGeom>
              <a:no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9" name="椭圆 1088">
                <a:extLst>
                  <a:ext uri="{FF2B5EF4-FFF2-40B4-BE49-F238E27FC236}">
                    <a16:creationId xmlns:a16="http://schemas.microsoft.com/office/drawing/2014/main" id="{501F5F5B-8D6A-8FF1-B40C-E5945D78B57D}"/>
                  </a:ext>
                </a:extLst>
              </p:cNvPr>
              <p:cNvSpPr/>
              <p:nvPr/>
            </p:nvSpPr>
            <p:spPr>
              <a:xfrm>
                <a:off x="5997270" y="4658183"/>
                <a:ext cx="180000" cy="28800"/>
              </a:xfrm>
              <a:prstGeom prst="ellipse">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84" name="梯形 1083">
              <a:extLst>
                <a:ext uri="{FF2B5EF4-FFF2-40B4-BE49-F238E27FC236}">
                  <a16:creationId xmlns:a16="http://schemas.microsoft.com/office/drawing/2014/main" id="{865534AF-CD53-A8D1-9482-BBB5FA62A520}"/>
                </a:ext>
              </a:extLst>
            </p:cNvPr>
            <p:cNvSpPr>
              <a:spLocks/>
            </p:cNvSpPr>
            <p:nvPr/>
          </p:nvSpPr>
          <p:spPr>
            <a:xfrm flipV="1">
              <a:off x="5842000" y="4407627"/>
              <a:ext cx="490540" cy="263922"/>
            </a:xfrm>
            <a:prstGeom prst="trapezoid">
              <a:avLst>
                <a:gd name="adj" fmla="val 52669"/>
              </a:avLst>
            </a:prstGeom>
            <a:gradFill>
              <a:gsLst>
                <a:gs pos="100000">
                  <a:schemeClr val="accent1">
                    <a:alpha val="0"/>
                  </a:schemeClr>
                </a:gs>
                <a:gs pos="0">
                  <a:schemeClr val="accent1">
                    <a:alpha val="2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90" name="文本框 1089">
            <a:extLst>
              <a:ext uri="{FF2B5EF4-FFF2-40B4-BE49-F238E27FC236}">
                <a16:creationId xmlns:a16="http://schemas.microsoft.com/office/drawing/2014/main" id="{71AF7DDE-DAEE-1067-51C8-314DD6AEB417}"/>
              </a:ext>
            </a:extLst>
          </p:cNvPr>
          <p:cNvSpPr txBox="1"/>
          <p:nvPr/>
        </p:nvSpPr>
        <p:spPr>
          <a:xfrm>
            <a:off x="8185916" y="4372119"/>
            <a:ext cx="610704" cy="323165"/>
          </a:xfrm>
          <a:prstGeom prst="rect">
            <a:avLst/>
          </a:prstGeom>
          <a:noFill/>
        </p:spPr>
        <p:txBody>
          <a:bodyPr wrap="square" lIns="0" tIns="0" rIns="0" bIns="0" rtlCol="0">
            <a:spAutoFit/>
          </a:bodyPr>
          <a:lstStyle/>
          <a:p>
            <a:pPr algn="ctr"/>
            <a:r>
              <a:rPr lang="zh-CN" altLang="en-US" sz="1050" dirty="0">
                <a:solidFill>
                  <a:schemeClr val="bg1"/>
                </a:solidFill>
                <a:latin typeface="+mn-ea"/>
              </a:rPr>
              <a:t>实时计算服务</a:t>
            </a:r>
          </a:p>
        </p:txBody>
      </p:sp>
      <p:grpSp>
        <p:nvGrpSpPr>
          <p:cNvPr id="1092" name="组合 1091">
            <a:extLst>
              <a:ext uri="{FF2B5EF4-FFF2-40B4-BE49-F238E27FC236}">
                <a16:creationId xmlns:a16="http://schemas.microsoft.com/office/drawing/2014/main" id="{6689E37F-B4CA-DEB5-91E0-0F26CBC199E8}"/>
              </a:ext>
            </a:extLst>
          </p:cNvPr>
          <p:cNvGrpSpPr/>
          <p:nvPr/>
        </p:nvGrpSpPr>
        <p:grpSpPr>
          <a:xfrm>
            <a:off x="8969466" y="4611885"/>
            <a:ext cx="642938" cy="346936"/>
            <a:chOff x="5765801" y="4407627"/>
            <a:chExt cx="642938" cy="346936"/>
          </a:xfrm>
        </p:grpSpPr>
        <p:grpSp>
          <p:nvGrpSpPr>
            <p:cNvPr id="1093" name="组合 1092">
              <a:extLst>
                <a:ext uri="{FF2B5EF4-FFF2-40B4-BE49-F238E27FC236}">
                  <a16:creationId xmlns:a16="http://schemas.microsoft.com/office/drawing/2014/main" id="{FCA9EB60-C9E8-72EF-CB88-5324F5704326}"/>
                </a:ext>
              </a:extLst>
            </p:cNvPr>
            <p:cNvGrpSpPr/>
            <p:nvPr/>
          </p:nvGrpSpPr>
          <p:grpSpPr>
            <a:xfrm>
              <a:off x="5765801" y="4561302"/>
              <a:ext cx="642938" cy="193261"/>
              <a:chOff x="5765801" y="4561302"/>
              <a:chExt cx="642938" cy="193261"/>
            </a:xfrm>
          </p:grpSpPr>
          <p:sp>
            <p:nvSpPr>
              <p:cNvPr id="1095" name="椭圆 1094">
                <a:extLst>
                  <a:ext uri="{FF2B5EF4-FFF2-40B4-BE49-F238E27FC236}">
                    <a16:creationId xmlns:a16="http://schemas.microsoft.com/office/drawing/2014/main" id="{75E47348-A9B4-1DB2-9932-FDBCB11E46FC}"/>
                  </a:ext>
                </a:extLst>
              </p:cNvPr>
              <p:cNvSpPr/>
              <p:nvPr/>
            </p:nvSpPr>
            <p:spPr>
              <a:xfrm>
                <a:off x="5765801" y="4561302"/>
                <a:ext cx="642938" cy="193261"/>
              </a:xfrm>
              <a:prstGeom prst="ellipse">
                <a:avLst/>
              </a:prstGeom>
              <a:noFill/>
              <a:ln w="3175">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6" name="椭圆 1095">
                <a:extLst>
                  <a:ext uri="{FF2B5EF4-FFF2-40B4-BE49-F238E27FC236}">
                    <a16:creationId xmlns:a16="http://schemas.microsoft.com/office/drawing/2014/main" id="{D48CB915-517A-8CEB-02FD-55DC4EE3B073}"/>
                  </a:ext>
                </a:extLst>
              </p:cNvPr>
              <p:cNvSpPr/>
              <p:nvPr/>
            </p:nvSpPr>
            <p:spPr>
              <a:xfrm>
                <a:off x="5830890" y="4568163"/>
                <a:ext cx="512760" cy="15413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7" name="椭圆 1096">
                <a:extLst>
                  <a:ext uri="{FF2B5EF4-FFF2-40B4-BE49-F238E27FC236}">
                    <a16:creationId xmlns:a16="http://schemas.microsoft.com/office/drawing/2014/main" id="{683537F3-E2CE-593D-5D30-6EDAA966F1BE}"/>
                  </a:ext>
                </a:extLst>
              </p:cNvPr>
              <p:cNvSpPr/>
              <p:nvPr/>
            </p:nvSpPr>
            <p:spPr>
              <a:xfrm>
                <a:off x="5876699" y="4573993"/>
                <a:ext cx="421142" cy="126592"/>
              </a:xfrm>
              <a:prstGeom prst="ellipse">
                <a:avLst/>
              </a:prstGeom>
              <a:noFill/>
              <a:ln w="6350">
                <a:gradFill>
                  <a:gsLst>
                    <a:gs pos="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8" name="椭圆 1097">
                <a:extLst>
                  <a:ext uri="{FF2B5EF4-FFF2-40B4-BE49-F238E27FC236}">
                    <a16:creationId xmlns:a16="http://schemas.microsoft.com/office/drawing/2014/main" id="{0D482A85-4EC6-BF61-3012-04F620B03F02}"/>
                  </a:ext>
                </a:extLst>
              </p:cNvPr>
              <p:cNvSpPr/>
              <p:nvPr/>
            </p:nvSpPr>
            <p:spPr>
              <a:xfrm>
                <a:off x="5948365" y="4603475"/>
                <a:ext cx="277810" cy="83508"/>
              </a:xfrm>
              <a:prstGeom prst="ellipse">
                <a:avLst/>
              </a:prstGeom>
              <a:noFill/>
              <a:ln w="31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9" name="椭圆 1098">
                <a:extLst>
                  <a:ext uri="{FF2B5EF4-FFF2-40B4-BE49-F238E27FC236}">
                    <a16:creationId xmlns:a16="http://schemas.microsoft.com/office/drawing/2014/main" id="{B9323429-2ADD-DBA3-92E3-11E63660862D}"/>
                  </a:ext>
                </a:extLst>
              </p:cNvPr>
              <p:cNvSpPr/>
              <p:nvPr/>
            </p:nvSpPr>
            <p:spPr>
              <a:xfrm>
                <a:off x="5997270" y="4658183"/>
                <a:ext cx="180000" cy="28800"/>
              </a:xfrm>
              <a:prstGeom prst="ellipse">
                <a:avLst/>
              </a:prstGeom>
              <a:solidFill>
                <a:schemeClr val="accent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94" name="梯形 1093">
              <a:extLst>
                <a:ext uri="{FF2B5EF4-FFF2-40B4-BE49-F238E27FC236}">
                  <a16:creationId xmlns:a16="http://schemas.microsoft.com/office/drawing/2014/main" id="{0CCDA9D4-22D4-1D32-5CA1-2B7E5F287B84}"/>
                </a:ext>
              </a:extLst>
            </p:cNvPr>
            <p:cNvSpPr>
              <a:spLocks/>
            </p:cNvSpPr>
            <p:nvPr/>
          </p:nvSpPr>
          <p:spPr>
            <a:xfrm flipV="1">
              <a:off x="5842000" y="4407627"/>
              <a:ext cx="490540" cy="263922"/>
            </a:xfrm>
            <a:prstGeom prst="trapezoid">
              <a:avLst>
                <a:gd name="adj" fmla="val 52669"/>
              </a:avLst>
            </a:prstGeom>
            <a:gradFill>
              <a:gsLst>
                <a:gs pos="100000">
                  <a:schemeClr val="accent1">
                    <a:alpha val="0"/>
                  </a:schemeClr>
                </a:gs>
                <a:gs pos="0">
                  <a:schemeClr val="accent1">
                    <a:alpha val="24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00" name="文本框 1099">
            <a:extLst>
              <a:ext uri="{FF2B5EF4-FFF2-40B4-BE49-F238E27FC236}">
                <a16:creationId xmlns:a16="http://schemas.microsoft.com/office/drawing/2014/main" id="{4095CDA5-2F23-7EFE-A16A-CF02706A1928}"/>
              </a:ext>
            </a:extLst>
          </p:cNvPr>
          <p:cNvSpPr txBox="1"/>
          <p:nvPr/>
        </p:nvSpPr>
        <p:spPr>
          <a:xfrm>
            <a:off x="8985583" y="4495335"/>
            <a:ext cx="610704" cy="323165"/>
          </a:xfrm>
          <a:prstGeom prst="rect">
            <a:avLst/>
          </a:prstGeom>
          <a:noFill/>
        </p:spPr>
        <p:txBody>
          <a:bodyPr wrap="square" lIns="0" tIns="0" rIns="0" bIns="0" rtlCol="0">
            <a:spAutoFit/>
          </a:bodyPr>
          <a:lstStyle/>
          <a:p>
            <a:pPr algn="ctr"/>
            <a:r>
              <a:rPr lang="zh-CN" altLang="en-US" sz="1050" dirty="0">
                <a:solidFill>
                  <a:schemeClr val="bg1"/>
                </a:solidFill>
                <a:latin typeface="+mn-ea"/>
              </a:rPr>
              <a:t>容器编排服务</a:t>
            </a:r>
          </a:p>
        </p:txBody>
      </p:sp>
      <p:sp>
        <p:nvSpPr>
          <p:cNvPr id="1101" name="椭圆 1100">
            <a:extLst>
              <a:ext uri="{FF2B5EF4-FFF2-40B4-BE49-F238E27FC236}">
                <a16:creationId xmlns:a16="http://schemas.microsoft.com/office/drawing/2014/main" id="{F67ACBCB-6D90-C04B-72A6-1E44426C8D1F}"/>
              </a:ext>
            </a:extLst>
          </p:cNvPr>
          <p:cNvSpPr>
            <a:spLocks/>
          </p:cNvSpPr>
          <p:nvPr/>
        </p:nvSpPr>
        <p:spPr>
          <a:xfrm>
            <a:off x="3538347" y="3381495"/>
            <a:ext cx="5091827" cy="714375"/>
          </a:xfrm>
          <a:prstGeom prst="ellipse">
            <a:avLst/>
          </a:prstGeom>
          <a:gradFill flip="none" rotWithShape="1">
            <a:gsLst>
              <a:gs pos="53000">
                <a:schemeClr val="accent1">
                  <a:alpha val="0"/>
                </a:schemeClr>
              </a:gs>
              <a:gs pos="100000">
                <a:schemeClr val="accent1">
                  <a:alpha val="18000"/>
                </a:schemeClr>
              </a:gs>
            </a:gsLst>
            <a:lin ang="5400000" scaled="0"/>
            <a:tileRect/>
          </a:gradFill>
          <a:ln w="9525">
            <a:gradFill>
              <a:gsLst>
                <a:gs pos="34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3" name="矩形: 圆角 1102">
            <a:extLst>
              <a:ext uri="{FF2B5EF4-FFF2-40B4-BE49-F238E27FC236}">
                <a16:creationId xmlns:a16="http://schemas.microsoft.com/office/drawing/2014/main" id="{534EC39C-A061-6028-40DD-47798F8B3AE0}"/>
              </a:ext>
            </a:extLst>
          </p:cNvPr>
          <p:cNvSpPr/>
          <p:nvPr/>
        </p:nvSpPr>
        <p:spPr>
          <a:xfrm>
            <a:off x="2921103" y="3074352"/>
            <a:ext cx="1241322" cy="458711"/>
          </a:xfrm>
          <a:prstGeom prst="roundRect">
            <a:avLst>
              <a:gd name="adj" fmla="val 659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accent1"/>
                </a:solidFill>
                <a:latin typeface="+mj-ea"/>
                <a:ea typeface="+mj-ea"/>
              </a:rPr>
              <a:t>集成开放平台</a:t>
            </a:r>
            <a:endParaRPr lang="en-US" altLang="zh-CN" sz="1200" b="1" dirty="0">
              <a:solidFill>
                <a:schemeClr val="accent1"/>
              </a:solidFill>
              <a:latin typeface="+mj-ea"/>
              <a:ea typeface="+mj-ea"/>
            </a:endParaRPr>
          </a:p>
          <a:p>
            <a:pPr algn="ctr"/>
            <a:r>
              <a:rPr lang="zh-CN" altLang="en-US" sz="1000" dirty="0">
                <a:solidFill>
                  <a:schemeClr val="accent1"/>
                </a:solidFill>
                <a:latin typeface="+mj-ea"/>
                <a:ea typeface="+mj-ea"/>
              </a:rPr>
              <a:t>（星图）</a:t>
            </a:r>
          </a:p>
        </p:txBody>
      </p:sp>
      <p:sp>
        <p:nvSpPr>
          <p:cNvPr id="1104" name="矩形: 圆角 1103">
            <a:extLst>
              <a:ext uri="{FF2B5EF4-FFF2-40B4-BE49-F238E27FC236}">
                <a16:creationId xmlns:a16="http://schemas.microsoft.com/office/drawing/2014/main" id="{106AD0AD-FE8C-54D7-A29F-4B709FEBF01E}"/>
              </a:ext>
            </a:extLst>
          </p:cNvPr>
          <p:cNvSpPr/>
          <p:nvPr/>
        </p:nvSpPr>
        <p:spPr>
          <a:xfrm>
            <a:off x="7976885" y="3074352"/>
            <a:ext cx="1241322" cy="458711"/>
          </a:xfrm>
          <a:prstGeom prst="roundRect">
            <a:avLst>
              <a:gd name="adj" fmla="val 659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accent1"/>
                </a:solidFill>
                <a:latin typeface="+mj-ea"/>
                <a:ea typeface="+mj-ea"/>
              </a:rPr>
              <a:t>应用市场</a:t>
            </a:r>
            <a:endParaRPr lang="en-US" altLang="zh-CN" sz="1200" b="1" dirty="0">
              <a:solidFill>
                <a:schemeClr val="accent1"/>
              </a:solidFill>
              <a:latin typeface="+mj-ea"/>
              <a:ea typeface="+mj-ea"/>
            </a:endParaRPr>
          </a:p>
          <a:p>
            <a:pPr algn="ctr"/>
            <a:r>
              <a:rPr lang="zh-CN" altLang="en-US" sz="1000" dirty="0">
                <a:solidFill>
                  <a:schemeClr val="accent1"/>
                </a:solidFill>
                <a:latin typeface="+mj-ea"/>
                <a:ea typeface="+mj-ea"/>
              </a:rPr>
              <a:t>（</a:t>
            </a:r>
            <a:r>
              <a:rPr lang="en-US" altLang="zh-CN" sz="1000" dirty="0">
                <a:solidFill>
                  <a:schemeClr val="accent1"/>
                </a:solidFill>
                <a:latin typeface="+mj-ea"/>
                <a:ea typeface="+mj-ea"/>
              </a:rPr>
              <a:t>APP Exchange</a:t>
            </a:r>
            <a:r>
              <a:rPr lang="zh-CN" altLang="en-US" sz="1000" dirty="0">
                <a:solidFill>
                  <a:schemeClr val="accent1"/>
                </a:solidFill>
                <a:latin typeface="+mj-ea"/>
                <a:ea typeface="+mj-ea"/>
              </a:rPr>
              <a:t>）</a:t>
            </a:r>
          </a:p>
        </p:txBody>
      </p:sp>
      <p:sp>
        <p:nvSpPr>
          <p:cNvPr id="1105" name="椭圆 1104">
            <a:extLst>
              <a:ext uri="{FF2B5EF4-FFF2-40B4-BE49-F238E27FC236}">
                <a16:creationId xmlns:a16="http://schemas.microsoft.com/office/drawing/2014/main" id="{FF7A36E6-5BA0-0590-FF21-C9CCD45F62C6}"/>
              </a:ext>
            </a:extLst>
          </p:cNvPr>
          <p:cNvSpPr>
            <a:spLocks/>
          </p:cNvSpPr>
          <p:nvPr/>
        </p:nvSpPr>
        <p:spPr>
          <a:xfrm>
            <a:off x="3600450" y="3435350"/>
            <a:ext cx="4980818" cy="714375"/>
          </a:xfrm>
          <a:prstGeom prst="ellipse">
            <a:avLst/>
          </a:prstGeom>
          <a:gradFill flip="none" rotWithShape="1">
            <a:gsLst>
              <a:gs pos="53000">
                <a:schemeClr val="accent1">
                  <a:alpha val="0"/>
                </a:schemeClr>
              </a:gs>
              <a:gs pos="100000">
                <a:schemeClr val="accent1">
                  <a:alpha val="18000"/>
                </a:schemeClr>
              </a:gs>
            </a:gsLst>
            <a:lin ang="5400000" scaled="0"/>
            <a:tileRect/>
          </a:gradFill>
          <a:ln w="9525">
            <a:gradFill>
              <a:gsLst>
                <a:gs pos="3400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6" name="椭圆 1105">
            <a:extLst>
              <a:ext uri="{FF2B5EF4-FFF2-40B4-BE49-F238E27FC236}">
                <a16:creationId xmlns:a16="http://schemas.microsoft.com/office/drawing/2014/main" id="{F83B3CAE-C538-1E38-3BED-F57D19D0906D}"/>
              </a:ext>
            </a:extLst>
          </p:cNvPr>
          <p:cNvSpPr>
            <a:spLocks/>
          </p:cNvSpPr>
          <p:nvPr/>
        </p:nvSpPr>
        <p:spPr>
          <a:xfrm>
            <a:off x="4135086" y="3432172"/>
            <a:ext cx="3890999" cy="527975"/>
          </a:xfrm>
          <a:prstGeom prst="ellipse">
            <a:avLst/>
          </a:prstGeom>
          <a:gradFill flip="none" rotWithShape="1">
            <a:gsLst>
              <a:gs pos="53000">
                <a:schemeClr val="accent1">
                  <a:alpha val="0"/>
                </a:schemeClr>
              </a:gs>
              <a:gs pos="100000">
                <a:schemeClr val="accent1">
                  <a:alpha val="18000"/>
                </a:schemeClr>
              </a:gs>
            </a:gsLst>
            <a:lin ang="5400000" scaled="0"/>
            <a:tileRect/>
          </a:gradFill>
          <a:ln w="9525">
            <a:gradFill>
              <a:gsLst>
                <a:gs pos="34000">
                  <a:schemeClr val="accent1">
                    <a:alpha val="0"/>
                  </a:schemeClr>
                </a:gs>
                <a:gs pos="100000">
                  <a:schemeClr val="accent1"/>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81" name="组合 1180">
            <a:extLst>
              <a:ext uri="{FF2B5EF4-FFF2-40B4-BE49-F238E27FC236}">
                <a16:creationId xmlns:a16="http://schemas.microsoft.com/office/drawing/2014/main" id="{93B5CAA8-1663-1CC8-DB4F-82C786C5C4D6}"/>
              </a:ext>
            </a:extLst>
          </p:cNvPr>
          <p:cNvGrpSpPr/>
          <p:nvPr/>
        </p:nvGrpSpPr>
        <p:grpSpPr>
          <a:xfrm>
            <a:off x="4278313" y="3193542"/>
            <a:ext cx="3597803" cy="446385"/>
            <a:chOff x="4278313" y="3193542"/>
            <a:chExt cx="3597803" cy="446385"/>
          </a:xfrm>
          <a:gradFill>
            <a:gsLst>
              <a:gs pos="0">
                <a:schemeClr val="accent1"/>
              </a:gs>
              <a:gs pos="50000">
                <a:schemeClr val="accent1">
                  <a:lumMod val="60000"/>
                  <a:lumOff val="40000"/>
                </a:schemeClr>
              </a:gs>
              <a:gs pos="100000">
                <a:schemeClr val="accent1"/>
              </a:gs>
            </a:gsLst>
            <a:lin ang="0" scaled="0"/>
          </a:gradFill>
        </p:grpSpPr>
        <p:sp>
          <p:nvSpPr>
            <p:cNvPr id="1154" name="任意多边形: 形状 1153">
              <a:extLst>
                <a:ext uri="{FF2B5EF4-FFF2-40B4-BE49-F238E27FC236}">
                  <a16:creationId xmlns:a16="http://schemas.microsoft.com/office/drawing/2014/main" id="{5A6FB4C4-BEDF-276D-21E1-D99F566C971E}"/>
                </a:ext>
              </a:extLst>
            </p:cNvPr>
            <p:cNvSpPr/>
            <p:nvPr/>
          </p:nvSpPr>
          <p:spPr>
            <a:xfrm flipV="1">
              <a:off x="5455047" y="3193542"/>
              <a:ext cx="1142308" cy="294651"/>
            </a:xfrm>
            <a:custGeom>
              <a:avLst/>
              <a:gdLst>
                <a:gd name="connsiteX0" fmla="*/ 622168 w 1142308"/>
                <a:gd name="connsiteY0" fmla="*/ 294651 h 294651"/>
                <a:gd name="connsiteX1" fmla="*/ 962704 w 1142308"/>
                <a:gd name="connsiteY1" fmla="*/ 291755 h 294651"/>
                <a:gd name="connsiteX2" fmla="*/ 1142308 w 1142308"/>
                <a:gd name="connsiteY2" fmla="*/ 287065 h 294651"/>
                <a:gd name="connsiteX3" fmla="*/ 1142308 w 1142308"/>
                <a:gd name="connsiteY3" fmla="*/ 2979 h 294651"/>
                <a:gd name="connsiteX4" fmla="*/ 1071742 w 1142308"/>
                <a:gd name="connsiteY4" fmla="*/ 5039 h 294651"/>
                <a:gd name="connsiteX5" fmla="*/ 622168 w 1142308"/>
                <a:gd name="connsiteY5" fmla="*/ 10135 h 294651"/>
                <a:gd name="connsiteX6" fmla="*/ 172595 w 1142308"/>
                <a:gd name="connsiteY6" fmla="*/ 5039 h 294651"/>
                <a:gd name="connsiteX7" fmla="*/ 0 w 1142308"/>
                <a:gd name="connsiteY7" fmla="*/ 0 h 294651"/>
                <a:gd name="connsiteX8" fmla="*/ 0 w 1142308"/>
                <a:gd name="connsiteY8" fmla="*/ 284401 h 294651"/>
                <a:gd name="connsiteX9" fmla="*/ 281632 w 1142308"/>
                <a:gd name="connsiteY9" fmla="*/ 291755 h 294651"/>
                <a:gd name="connsiteX10" fmla="*/ 622168 w 1142308"/>
                <a:gd name="connsiteY10" fmla="*/ 294651 h 294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2308" h="294651">
                  <a:moveTo>
                    <a:pt x="622168" y="294651"/>
                  </a:moveTo>
                  <a:cubicBezTo>
                    <a:pt x="738595" y="294651"/>
                    <a:pt x="852438" y="293656"/>
                    <a:pt x="962704" y="291755"/>
                  </a:cubicBezTo>
                  <a:lnTo>
                    <a:pt x="1142308" y="287065"/>
                  </a:lnTo>
                  <a:lnTo>
                    <a:pt x="1142308" y="2979"/>
                  </a:lnTo>
                  <a:lnTo>
                    <a:pt x="1071742" y="5039"/>
                  </a:lnTo>
                  <a:cubicBezTo>
                    <a:pt x="928046" y="8366"/>
                    <a:pt x="777404" y="10135"/>
                    <a:pt x="622168" y="10135"/>
                  </a:cubicBezTo>
                  <a:cubicBezTo>
                    <a:pt x="466933" y="10135"/>
                    <a:pt x="316290" y="8366"/>
                    <a:pt x="172595" y="5039"/>
                  </a:cubicBezTo>
                  <a:lnTo>
                    <a:pt x="0" y="0"/>
                  </a:lnTo>
                  <a:lnTo>
                    <a:pt x="0" y="284401"/>
                  </a:lnTo>
                  <a:lnTo>
                    <a:pt x="281632" y="291755"/>
                  </a:lnTo>
                  <a:cubicBezTo>
                    <a:pt x="391899" y="293656"/>
                    <a:pt x="505742" y="294651"/>
                    <a:pt x="622168" y="2946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53" name="任意多边形: 形状 1152">
              <a:extLst>
                <a:ext uri="{FF2B5EF4-FFF2-40B4-BE49-F238E27FC236}">
                  <a16:creationId xmlns:a16="http://schemas.microsoft.com/office/drawing/2014/main" id="{BF8005C5-EFC6-AE46-BDCF-EDE8842141BC}"/>
                </a:ext>
              </a:extLst>
            </p:cNvPr>
            <p:cNvSpPr/>
            <p:nvPr/>
          </p:nvSpPr>
          <p:spPr>
            <a:xfrm flipV="1">
              <a:off x="6686947" y="3203467"/>
              <a:ext cx="1189169" cy="436458"/>
            </a:xfrm>
            <a:custGeom>
              <a:avLst/>
              <a:gdLst>
                <a:gd name="connsiteX0" fmla="*/ 0 w 1189169"/>
                <a:gd name="connsiteY0" fmla="*/ 436458 h 436458"/>
                <a:gd name="connsiteX1" fmla="*/ 49880 w 1189169"/>
                <a:gd name="connsiteY1" fmla="*/ 435155 h 436458"/>
                <a:gd name="connsiteX2" fmla="*/ 1179882 w 1189169"/>
                <a:gd name="connsiteY2" fmla="*/ 301064 h 436458"/>
                <a:gd name="connsiteX3" fmla="*/ 1179912 w 1189169"/>
                <a:gd name="connsiteY3" fmla="*/ 301011 h 436458"/>
                <a:gd name="connsiteX4" fmla="*/ 1189169 w 1189169"/>
                <a:gd name="connsiteY4" fmla="*/ 284515 h 436458"/>
                <a:gd name="connsiteX5" fmla="*/ 1189169 w 1189169"/>
                <a:gd name="connsiteY5" fmla="*/ 284512 h 436458"/>
                <a:gd name="connsiteX6" fmla="*/ 1189169 w 1189169"/>
                <a:gd name="connsiteY6" fmla="*/ 0 h 436458"/>
                <a:gd name="connsiteX7" fmla="*/ 1179882 w 1189169"/>
                <a:gd name="connsiteY7" fmla="*/ 16548 h 436458"/>
                <a:gd name="connsiteX8" fmla="*/ 396051 w 1189169"/>
                <a:gd name="connsiteY8" fmla="*/ 134222 h 436458"/>
                <a:gd name="connsiteX9" fmla="*/ 249093 w 1189169"/>
                <a:gd name="connsiteY9" fmla="*/ 142256 h 436458"/>
                <a:gd name="connsiteX10" fmla="*/ 247732 w 1189169"/>
                <a:gd name="connsiteY10" fmla="*/ 142330 h 436458"/>
                <a:gd name="connsiteX11" fmla="*/ 49880 w 1189169"/>
                <a:gd name="connsiteY11" fmla="*/ 150639 h 436458"/>
                <a:gd name="connsiteX12" fmla="*/ 0 w 1189169"/>
                <a:gd name="connsiteY12" fmla="*/ 152095 h 436458"/>
                <a:gd name="connsiteX13" fmla="*/ 0 w 1189169"/>
                <a:gd name="connsiteY13" fmla="*/ 436458 h 436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9169" h="436458">
                  <a:moveTo>
                    <a:pt x="0" y="436458"/>
                  </a:moveTo>
                  <a:lnTo>
                    <a:pt x="49880" y="435155"/>
                  </a:lnTo>
                  <a:cubicBezTo>
                    <a:pt x="662598" y="413415"/>
                    <a:pt x="1110791" y="362281"/>
                    <a:pt x="1179882" y="301064"/>
                  </a:cubicBezTo>
                  <a:lnTo>
                    <a:pt x="1179912" y="301011"/>
                  </a:lnTo>
                  <a:lnTo>
                    <a:pt x="1189169" y="284515"/>
                  </a:lnTo>
                  <a:lnTo>
                    <a:pt x="1189169" y="284512"/>
                  </a:lnTo>
                  <a:lnTo>
                    <a:pt x="1189169" y="0"/>
                  </a:lnTo>
                  <a:lnTo>
                    <a:pt x="1179882" y="16548"/>
                  </a:lnTo>
                  <a:cubicBezTo>
                    <a:pt x="1124610" y="65522"/>
                    <a:pt x="826712" y="108042"/>
                    <a:pt x="396051" y="134222"/>
                  </a:cubicBezTo>
                  <a:lnTo>
                    <a:pt x="249093" y="142256"/>
                  </a:lnTo>
                  <a:lnTo>
                    <a:pt x="247732" y="142330"/>
                  </a:lnTo>
                  <a:cubicBezTo>
                    <a:pt x="184009" y="145445"/>
                    <a:pt x="117960" y="148224"/>
                    <a:pt x="49880" y="150639"/>
                  </a:cubicBezTo>
                  <a:lnTo>
                    <a:pt x="0" y="152095"/>
                  </a:lnTo>
                  <a:lnTo>
                    <a:pt x="0" y="436458"/>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52" name="任意多边形: 形状 1151">
              <a:extLst>
                <a:ext uri="{FF2B5EF4-FFF2-40B4-BE49-F238E27FC236}">
                  <a16:creationId xmlns:a16="http://schemas.microsoft.com/office/drawing/2014/main" id="{B01E7621-F57C-2FC3-F6A5-0B30E18C1ED2}"/>
                </a:ext>
              </a:extLst>
            </p:cNvPr>
            <p:cNvSpPr/>
            <p:nvPr/>
          </p:nvSpPr>
          <p:spPr>
            <a:xfrm flipV="1">
              <a:off x="4278313" y="3206874"/>
              <a:ext cx="1087142" cy="433053"/>
            </a:xfrm>
            <a:custGeom>
              <a:avLst/>
              <a:gdLst>
                <a:gd name="connsiteX0" fmla="*/ 1087142 w 1087142"/>
                <a:gd name="connsiteY0" fmla="*/ 433053 h 433053"/>
                <a:gd name="connsiteX1" fmla="*/ 1087142 w 1087142"/>
                <a:gd name="connsiteY1" fmla="*/ 148451 h 433053"/>
                <a:gd name="connsiteX2" fmla="*/ 941438 w 1087142"/>
                <a:gd name="connsiteY2" fmla="*/ 142332 h 433053"/>
                <a:gd name="connsiteX3" fmla="*/ 940079 w 1087142"/>
                <a:gd name="connsiteY3" fmla="*/ 142258 h 433053"/>
                <a:gd name="connsiteX4" fmla="*/ 793119 w 1087142"/>
                <a:gd name="connsiteY4" fmla="*/ 134224 h 433053"/>
                <a:gd name="connsiteX5" fmla="*/ 0 w 1087142"/>
                <a:gd name="connsiteY5" fmla="*/ 0 h 433053"/>
                <a:gd name="connsiteX6" fmla="*/ 0 w 1087142"/>
                <a:gd name="connsiteY6" fmla="*/ 284516 h 433053"/>
                <a:gd name="connsiteX7" fmla="*/ 9258 w 1087142"/>
                <a:gd name="connsiteY7" fmla="*/ 301013 h 433053"/>
                <a:gd name="connsiteX8" fmla="*/ 9288 w 1087142"/>
                <a:gd name="connsiteY8" fmla="*/ 301066 h 433053"/>
                <a:gd name="connsiteX9" fmla="*/ 989663 w 1087142"/>
                <a:gd name="connsiteY9" fmla="*/ 429121 h 433053"/>
                <a:gd name="connsiteX10" fmla="*/ 1087142 w 1087142"/>
                <a:gd name="connsiteY10" fmla="*/ 433053 h 433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7142" h="433053">
                  <a:moveTo>
                    <a:pt x="1087142" y="433053"/>
                  </a:moveTo>
                  <a:lnTo>
                    <a:pt x="1087142" y="148451"/>
                  </a:lnTo>
                  <a:lnTo>
                    <a:pt x="941438" y="142332"/>
                  </a:lnTo>
                  <a:lnTo>
                    <a:pt x="940079" y="142258"/>
                  </a:lnTo>
                  <a:lnTo>
                    <a:pt x="793119" y="134224"/>
                  </a:lnTo>
                  <a:cubicBezTo>
                    <a:pt x="314608" y="105136"/>
                    <a:pt x="0" y="55873"/>
                    <a:pt x="0" y="0"/>
                  </a:cubicBezTo>
                  <a:lnTo>
                    <a:pt x="0" y="284516"/>
                  </a:lnTo>
                  <a:lnTo>
                    <a:pt x="9258" y="301013"/>
                  </a:lnTo>
                  <a:lnTo>
                    <a:pt x="9288" y="301066"/>
                  </a:lnTo>
                  <a:cubicBezTo>
                    <a:pt x="72622" y="357182"/>
                    <a:pt x="454507" y="404824"/>
                    <a:pt x="989663" y="429121"/>
                  </a:cubicBezTo>
                  <a:lnTo>
                    <a:pt x="1087142" y="433053"/>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cxnSp>
        <p:nvCxnSpPr>
          <p:cNvPr id="1137" name="直接连接符 1136">
            <a:extLst>
              <a:ext uri="{FF2B5EF4-FFF2-40B4-BE49-F238E27FC236}">
                <a16:creationId xmlns:a16="http://schemas.microsoft.com/office/drawing/2014/main" id="{17E03CAB-862A-9779-C89B-7BDBC058630B}"/>
              </a:ext>
            </a:extLst>
          </p:cNvPr>
          <p:cNvCxnSpPr>
            <a:cxnSpLocks/>
          </p:cNvCxnSpPr>
          <p:nvPr/>
        </p:nvCxnSpPr>
        <p:spPr>
          <a:xfrm>
            <a:off x="871251" y="6326790"/>
            <a:ext cx="10449498" cy="0"/>
          </a:xfrm>
          <a:prstGeom prst="line">
            <a:avLst/>
          </a:prstGeom>
          <a:ln w="12700">
            <a:gradFill>
              <a:gsLst>
                <a:gs pos="0">
                  <a:schemeClr val="accent1">
                    <a:alpha val="78000"/>
                  </a:schemeClr>
                </a:gs>
                <a:gs pos="50000">
                  <a:schemeClr val="accent1">
                    <a:alpha val="0"/>
                  </a:schemeClr>
                </a:gs>
                <a:gs pos="100000">
                  <a:schemeClr val="accent1">
                    <a:alpha val="78000"/>
                  </a:schemeClr>
                </a:gs>
              </a:gsLst>
              <a:lin ang="0" scaled="0"/>
            </a:gradFill>
            <a:prstDash val="dash"/>
          </a:ln>
        </p:spPr>
        <p:style>
          <a:lnRef idx="1">
            <a:schemeClr val="accent1"/>
          </a:lnRef>
          <a:fillRef idx="0">
            <a:schemeClr val="accent1"/>
          </a:fillRef>
          <a:effectRef idx="0">
            <a:schemeClr val="accent1"/>
          </a:effectRef>
          <a:fontRef idx="minor">
            <a:schemeClr val="tx1"/>
          </a:fontRef>
        </p:style>
      </p:cxnSp>
      <p:cxnSp>
        <p:nvCxnSpPr>
          <p:cNvPr id="1179" name="直接连接符 1178">
            <a:extLst>
              <a:ext uri="{FF2B5EF4-FFF2-40B4-BE49-F238E27FC236}">
                <a16:creationId xmlns:a16="http://schemas.microsoft.com/office/drawing/2014/main" id="{C2D711E8-BFCF-5BA9-3F33-95B424A75566}"/>
              </a:ext>
            </a:extLst>
          </p:cNvPr>
          <p:cNvCxnSpPr>
            <a:cxnSpLocks/>
          </p:cNvCxnSpPr>
          <p:nvPr/>
        </p:nvCxnSpPr>
        <p:spPr>
          <a:xfrm>
            <a:off x="871251" y="2898917"/>
            <a:ext cx="10449498" cy="0"/>
          </a:xfrm>
          <a:prstGeom prst="line">
            <a:avLst/>
          </a:prstGeom>
          <a:ln w="12700">
            <a:gradFill>
              <a:gsLst>
                <a:gs pos="0">
                  <a:schemeClr val="accent1">
                    <a:alpha val="78000"/>
                  </a:schemeClr>
                </a:gs>
                <a:gs pos="50000">
                  <a:schemeClr val="accent1">
                    <a:alpha val="0"/>
                  </a:schemeClr>
                </a:gs>
                <a:gs pos="100000">
                  <a:schemeClr val="accent1">
                    <a:alpha val="78000"/>
                  </a:schemeClr>
                </a:gs>
              </a:gsLst>
              <a:lin ang="0" scaled="0"/>
            </a:gradFill>
            <a:prstDash val="dash"/>
          </a:ln>
        </p:spPr>
        <p:style>
          <a:lnRef idx="1">
            <a:schemeClr val="accent1"/>
          </a:lnRef>
          <a:fillRef idx="0">
            <a:schemeClr val="accent1"/>
          </a:fillRef>
          <a:effectRef idx="0">
            <a:schemeClr val="accent1"/>
          </a:effectRef>
          <a:fontRef idx="minor">
            <a:schemeClr val="tx1"/>
          </a:fontRef>
        </p:style>
      </p:cxnSp>
      <p:cxnSp>
        <p:nvCxnSpPr>
          <p:cNvPr id="1180" name="直接连接符 1179">
            <a:extLst>
              <a:ext uri="{FF2B5EF4-FFF2-40B4-BE49-F238E27FC236}">
                <a16:creationId xmlns:a16="http://schemas.microsoft.com/office/drawing/2014/main" id="{A06F20EC-2795-EC13-D863-52ED60AC3B84}"/>
              </a:ext>
            </a:extLst>
          </p:cNvPr>
          <p:cNvCxnSpPr>
            <a:cxnSpLocks/>
          </p:cNvCxnSpPr>
          <p:nvPr/>
        </p:nvCxnSpPr>
        <p:spPr>
          <a:xfrm>
            <a:off x="871251" y="4313309"/>
            <a:ext cx="10449498" cy="0"/>
          </a:xfrm>
          <a:prstGeom prst="line">
            <a:avLst/>
          </a:prstGeom>
          <a:ln w="12700">
            <a:gradFill>
              <a:gsLst>
                <a:gs pos="0">
                  <a:schemeClr val="accent1">
                    <a:alpha val="78000"/>
                  </a:schemeClr>
                </a:gs>
                <a:gs pos="50000">
                  <a:schemeClr val="accent1">
                    <a:alpha val="0"/>
                  </a:schemeClr>
                </a:gs>
              </a:gsLst>
              <a:lin ang="0" scaled="0"/>
            </a:gradFill>
            <a:prstDash val="dash"/>
          </a:ln>
        </p:spPr>
        <p:style>
          <a:lnRef idx="1">
            <a:schemeClr val="accent1"/>
          </a:lnRef>
          <a:fillRef idx="0">
            <a:schemeClr val="accent1"/>
          </a:fillRef>
          <a:effectRef idx="0">
            <a:schemeClr val="accent1"/>
          </a:effectRef>
          <a:fontRef idx="minor">
            <a:schemeClr val="tx1"/>
          </a:fontRef>
        </p:style>
      </p:cxnSp>
      <p:grpSp>
        <p:nvGrpSpPr>
          <p:cNvPr id="1182" name="组合 1181">
            <a:extLst>
              <a:ext uri="{FF2B5EF4-FFF2-40B4-BE49-F238E27FC236}">
                <a16:creationId xmlns:a16="http://schemas.microsoft.com/office/drawing/2014/main" id="{E2C72F6D-C5CB-C659-CEAB-C5A559954558}"/>
              </a:ext>
            </a:extLst>
          </p:cNvPr>
          <p:cNvGrpSpPr/>
          <p:nvPr/>
        </p:nvGrpSpPr>
        <p:grpSpPr>
          <a:xfrm>
            <a:off x="4278313" y="3384002"/>
            <a:ext cx="3597803" cy="445942"/>
            <a:chOff x="4278313" y="3384002"/>
            <a:chExt cx="3597803" cy="445942"/>
          </a:xfrm>
          <a:gradFill>
            <a:gsLst>
              <a:gs pos="0">
                <a:schemeClr val="accent1">
                  <a:lumMod val="40000"/>
                  <a:lumOff val="60000"/>
                </a:schemeClr>
              </a:gs>
              <a:gs pos="50000">
                <a:schemeClr val="accent1"/>
              </a:gs>
              <a:gs pos="100000">
                <a:schemeClr val="accent1">
                  <a:lumMod val="40000"/>
                  <a:lumOff val="60000"/>
                </a:schemeClr>
              </a:gs>
            </a:gsLst>
            <a:lin ang="0" scaled="0"/>
          </a:gradFill>
        </p:grpSpPr>
        <p:sp>
          <p:nvSpPr>
            <p:cNvPr id="1165" name="任意多边形: 形状 1164">
              <a:extLst>
                <a:ext uri="{FF2B5EF4-FFF2-40B4-BE49-F238E27FC236}">
                  <a16:creationId xmlns:a16="http://schemas.microsoft.com/office/drawing/2014/main" id="{686FB975-B750-525A-07F8-17D45CD62202}"/>
                </a:ext>
              </a:extLst>
            </p:cNvPr>
            <p:cNvSpPr/>
            <p:nvPr/>
          </p:nvSpPr>
          <p:spPr>
            <a:xfrm>
              <a:off x="4278313" y="3384002"/>
              <a:ext cx="310855" cy="375231"/>
            </a:xfrm>
            <a:custGeom>
              <a:avLst/>
              <a:gdLst>
                <a:gd name="connsiteX0" fmla="*/ 0 w 310855"/>
                <a:gd name="connsiteY0" fmla="*/ 0 h 375231"/>
                <a:gd name="connsiteX1" fmla="*/ 217118 w 310855"/>
                <a:gd name="connsiteY1" fmla="*/ 77157 h 375231"/>
                <a:gd name="connsiteX2" fmla="*/ 310855 w 310855"/>
                <a:gd name="connsiteY2" fmla="*/ 90672 h 375231"/>
                <a:gd name="connsiteX3" fmla="*/ 310855 w 310855"/>
                <a:gd name="connsiteY3" fmla="*/ 375231 h 375231"/>
                <a:gd name="connsiteX4" fmla="*/ 277579 w 310855"/>
                <a:gd name="connsiteY4" fmla="*/ 370939 h 375231"/>
                <a:gd name="connsiteX5" fmla="*/ 9288 w 310855"/>
                <a:gd name="connsiteY5" fmla="*/ 301066 h 375231"/>
                <a:gd name="connsiteX6" fmla="*/ 9258 w 310855"/>
                <a:gd name="connsiteY6" fmla="*/ 301013 h 375231"/>
                <a:gd name="connsiteX7" fmla="*/ 0 w 310855"/>
                <a:gd name="connsiteY7" fmla="*/ 284516 h 375231"/>
                <a:gd name="connsiteX8" fmla="*/ 0 w 310855"/>
                <a:gd name="connsiteY8" fmla="*/ 0 h 3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855" h="375231">
                  <a:moveTo>
                    <a:pt x="0" y="0"/>
                  </a:moveTo>
                  <a:cubicBezTo>
                    <a:pt x="0" y="27937"/>
                    <a:pt x="78652" y="54221"/>
                    <a:pt x="217118" y="77157"/>
                  </a:cubicBezTo>
                  <a:lnTo>
                    <a:pt x="310855" y="90672"/>
                  </a:lnTo>
                  <a:lnTo>
                    <a:pt x="310855" y="375231"/>
                  </a:lnTo>
                  <a:lnTo>
                    <a:pt x="277579" y="370939"/>
                  </a:lnTo>
                  <a:cubicBezTo>
                    <a:pt x="132681" y="350330"/>
                    <a:pt x="38076" y="326574"/>
                    <a:pt x="9288" y="301066"/>
                  </a:cubicBezTo>
                  <a:lnTo>
                    <a:pt x="9258" y="301013"/>
                  </a:lnTo>
                  <a:lnTo>
                    <a:pt x="0" y="284516"/>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64" name="任意多边形: 形状 1163">
              <a:extLst>
                <a:ext uri="{FF2B5EF4-FFF2-40B4-BE49-F238E27FC236}">
                  <a16:creationId xmlns:a16="http://schemas.microsoft.com/office/drawing/2014/main" id="{4857263A-2DE0-6620-6827-406966DA2A5A}"/>
                </a:ext>
              </a:extLst>
            </p:cNvPr>
            <p:cNvSpPr/>
            <p:nvPr/>
          </p:nvSpPr>
          <p:spPr>
            <a:xfrm>
              <a:off x="7511756" y="3384004"/>
              <a:ext cx="364360" cy="382131"/>
            </a:xfrm>
            <a:custGeom>
              <a:avLst/>
              <a:gdLst>
                <a:gd name="connsiteX0" fmla="*/ 364360 w 364360"/>
                <a:gd name="connsiteY0" fmla="*/ 0 h 382131"/>
                <a:gd name="connsiteX1" fmla="*/ 364360 w 364360"/>
                <a:gd name="connsiteY1" fmla="*/ 284512 h 382131"/>
                <a:gd name="connsiteX2" fmla="*/ 364360 w 364360"/>
                <a:gd name="connsiteY2" fmla="*/ 284516 h 382131"/>
                <a:gd name="connsiteX3" fmla="*/ 355103 w 364360"/>
                <a:gd name="connsiteY3" fmla="*/ 301011 h 382131"/>
                <a:gd name="connsiteX4" fmla="*/ 355073 w 364360"/>
                <a:gd name="connsiteY4" fmla="*/ 301064 h 382131"/>
                <a:gd name="connsiteX5" fmla="*/ 86782 w 364360"/>
                <a:gd name="connsiteY5" fmla="*/ 370937 h 382131"/>
                <a:gd name="connsiteX6" fmla="*/ 0 w 364360"/>
                <a:gd name="connsiteY6" fmla="*/ 382131 h 382131"/>
                <a:gd name="connsiteX7" fmla="*/ 0 w 364360"/>
                <a:gd name="connsiteY7" fmla="*/ 97600 h 382131"/>
                <a:gd name="connsiteX8" fmla="*/ 103928 w 364360"/>
                <a:gd name="connsiteY8" fmla="*/ 83933 h 382131"/>
                <a:gd name="connsiteX9" fmla="*/ 355073 w 364360"/>
                <a:gd name="connsiteY9" fmla="*/ 16549 h 382131"/>
                <a:gd name="connsiteX10" fmla="*/ 364360 w 364360"/>
                <a:gd name="connsiteY10" fmla="*/ 0 h 382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4360" h="382131">
                  <a:moveTo>
                    <a:pt x="364360" y="0"/>
                  </a:moveTo>
                  <a:lnTo>
                    <a:pt x="364360" y="284512"/>
                  </a:lnTo>
                  <a:lnTo>
                    <a:pt x="364360" y="284516"/>
                  </a:lnTo>
                  <a:lnTo>
                    <a:pt x="355103" y="301011"/>
                  </a:lnTo>
                  <a:lnTo>
                    <a:pt x="355073" y="301064"/>
                  </a:lnTo>
                  <a:cubicBezTo>
                    <a:pt x="326285" y="326572"/>
                    <a:pt x="231681" y="350328"/>
                    <a:pt x="86782" y="370937"/>
                  </a:cubicBezTo>
                  <a:lnTo>
                    <a:pt x="0" y="382131"/>
                  </a:lnTo>
                  <a:lnTo>
                    <a:pt x="0" y="97600"/>
                  </a:lnTo>
                  <a:lnTo>
                    <a:pt x="103928" y="83933"/>
                  </a:lnTo>
                  <a:cubicBezTo>
                    <a:pt x="239145" y="63909"/>
                    <a:pt x="327437" y="41036"/>
                    <a:pt x="355073" y="16549"/>
                  </a:cubicBezTo>
                  <a:lnTo>
                    <a:pt x="36436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63" name="任意多边形: 形状 1162">
              <a:extLst>
                <a:ext uri="{FF2B5EF4-FFF2-40B4-BE49-F238E27FC236}">
                  <a16:creationId xmlns:a16="http://schemas.microsoft.com/office/drawing/2014/main" id="{BACD23EB-A758-4FCB-20AF-7C6E215E5A46}"/>
                </a:ext>
              </a:extLst>
            </p:cNvPr>
            <p:cNvSpPr/>
            <p:nvPr/>
          </p:nvSpPr>
          <p:spPr>
            <a:xfrm>
              <a:off x="4722518" y="3490256"/>
              <a:ext cx="1246186" cy="339208"/>
            </a:xfrm>
            <a:custGeom>
              <a:avLst/>
              <a:gdLst>
                <a:gd name="connsiteX0" fmla="*/ 0 w 1246186"/>
                <a:gd name="connsiteY0" fmla="*/ 0 h 339208"/>
                <a:gd name="connsiteX1" fmla="*/ 23117 w 1246186"/>
                <a:gd name="connsiteY1" fmla="*/ 2583 h 339208"/>
                <a:gd name="connsiteX2" fmla="*/ 348914 w 1246186"/>
                <a:gd name="connsiteY2" fmla="*/ 27970 h 339208"/>
                <a:gd name="connsiteX3" fmla="*/ 495874 w 1246186"/>
                <a:gd name="connsiteY3" fmla="*/ 36004 h 339208"/>
                <a:gd name="connsiteX4" fmla="*/ 497233 w 1246186"/>
                <a:gd name="connsiteY4" fmla="*/ 36078 h 339208"/>
                <a:gd name="connsiteX5" fmla="*/ 1125583 w 1246186"/>
                <a:gd name="connsiteY5" fmla="*/ 54315 h 339208"/>
                <a:gd name="connsiteX6" fmla="*/ 1246186 w 1246186"/>
                <a:gd name="connsiteY6" fmla="*/ 54999 h 339208"/>
                <a:gd name="connsiteX7" fmla="*/ 1246186 w 1246186"/>
                <a:gd name="connsiteY7" fmla="*/ 339208 h 339208"/>
                <a:gd name="connsiteX8" fmla="*/ 1014161 w 1246186"/>
                <a:gd name="connsiteY8" fmla="*/ 337235 h 339208"/>
                <a:gd name="connsiteX9" fmla="*/ 30400 w 1246186"/>
                <a:gd name="connsiteY9" fmla="*/ 287816 h 339208"/>
                <a:gd name="connsiteX10" fmla="*/ 0 w 1246186"/>
                <a:gd name="connsiteY10" fmla="*/ 284561 h 339208"/>
                <a:gd name="connsiteX11" fmla="*/ 0 w 1246186"/>
                <a:gd name="connsiteY11" fmla="*/ 0 h 339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46186" h="339208">
                  <a:moveTo>
                    <a:pt x="0" y="0"/>
                  </a:moveTo>
                  <a:lnTo>
                    <a:pt x="23117" y="2583"/>
                  </a:lnTo>
                  <a:cubicBezTo>
                    <a:pt x="119903" y="12165"/>
                    <a:pt x="229286" y="20698"/>
                    <a:pt x="348914" y="27970"/>
                  </a:cubicBezTo>
                  <a:lnTo>
                    <a:pt x="495874" y="36004"/>
                  </a:lnTo>
                  <a:lnTo>
                    <a:pt x="497233" y="36078"/>
                  </a:lnTo>
                  <a:cubicBezTo>
                    <a:pt x="688403" y="45423"/>
                    <a:pt x="900502" y="51740"/>
                    <a:pt x="1125583" y="54315"/>
                  </a:cubicBezTo>
                  <a:lnTo>
                    <a:pt x="1246186" y="54999"/>
                  </a:lnTo>
                  <a:lnTo>
                    <a:pt x="1246186" y="339208"/>
                  </a:lnTo>
                  <a:lnTo>
                    <a:pt x="1014161" y="337235"/>
                  </a:lnTo>
                  <a:cubicBezTo>
                    <a:pt x="628229" y="330581"/>
                    <a:pt x="286111" y="312831"/>
                    <a:pt x="30400" y="287816"/>
                  </a:cubicBezTo>
                  <a:lnTo>
                    <a:pt x="0" y="284561"/>
                  </a:lnTo>
                  <a:lnTo>
                    <a:pt x="0"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162" name="任意多边形: 形状 1161">
              <a:extLst>
                <a:ext uri="{FF2B5EF4-FFF2-40B4-BE49-F238E27FC236}">
                  <a16:creationId xmlns:a16="http://schemas.microsoft.com/office/drawing/2014/main" id="{B67CE467-FA27-7135-54AF-4AE1BD80758E}"/>
                </a:ext>
              </a:extLst>
            </p:cNvPr>
            <p:cNvSpPr/>
            <p:nvPr/>
          </p:nvSpPr>
          <p:spPr>
            <a:xfrm>
              <a:off x="6129337" y="3495765"/>
              <a:ext cx="1249069" cy="334179"/>
            </a:xfrm>
            <a:custGeom>
              <a:avLst/>
              <a:gdLst>
                <a:gd name="connsiteX0" fmla="*/ 1249069 w 1249069"/>
                <a:gd name="connsiteY0" fmla="*/ 0 h 334179"/>
                <a:gd name="connsiteX1" fmla="*/ 1249069 w 1249069"/>
                <a:gd name="connsiteY1" fmla="*/ 284374 h 334179"/>
                <a:gd name="connsiteX2" fmla="*/ 1157419 w 1249069"/>
                <a:gd name="connsiteY2" fmla="*/ 292572 h 334179"/>
                <a:gd name="connsiteX3" fmla="*/ 288414 w 1249069"/>
                <a:gd name="connsiteY3" fmla="*/ 331726 h 334179"/>
                <a:gd name="connsiteX4" fmla="*/ 0 w 1249069"/>
                <a:gd name="connsiteY4" fmla="*/ 334179 h 334179"/>
                <a:gd name="connsiteX5" fmla="*/ 0 w 1249069"/>
                <a:gd name="connsiteY5" fmla="*/ 49810 h 334179"/>
                <a:gd name="connsiteX6" fmla="*/ 176992 w 1249069"/>
                <a:gd name="connsiteY6" fmla="*/ 48806 h 334179"/>
                <a:gd name="connsiteX7" fmla="*/ 805342 w 1249069"/>
                <a:gd name="connsiteY7" fmla="*/ 30569 h 334179"/>
                <a:gd name="connsiteX8" fmla="*/ 806703 w 1249069"/>
                <a:gd name="connsiteY8" fmla="*/ 30495 h 334179"/>
                <a:gd name="connsiteX9" fmla="*/ 953661 w 1249069"/>
                <a:gd name="connsiteY9" fmla="*/ 22461 h 334179"/>
                <a:gd name="connsiteX10" fmla="*/ 1108721 w 1249069"/>
                <a:gd name="connsiteY10" fmla="*/ 11897 h 334179"/>
                <a:gd name="connsiteX11" fmla="*/ 1249069 w 1249069"/>
                <a:gd name="connsiteY11" fmla="*/ 0 h 334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49069" h="334179">
                  <a:moveTo>
                    <a:pt x="1249069" y="0"/>
                  </a:moveTo>
                  <a:lnTo>
                    <a:pt x="1249069" y="284374"/>
                  </a:lnTo>
                  <a:lnTo>
                    <a:pt x="1157419" y="292572"/>
                  </a:lnTo>
                  <a:cubicBezTo>
                    <a:pt x="917823" y="312167"/>
                    <a:pt x="619214" y="326023"/>
                    <a:pt x="288414" y="331726"/>
                  </a:cubicBezTo>
                  <a:lnTo>
                    <a:pt x="0" y="334179"/>
                  </a:lnTo>
                  <a:lnTo>
                    <a:pt x="0" y="49810"/>
                  </a:lnTo>
                  <a:lnTo>
                    <a:pt x="176992" y="48806"/>
                  </a:lnTo>
                  <a:cubicBezTo>
                    <a:pt x="402074" y="46231"/>
                    <a:pt x="614172" y="39914"/>
                    <a:pt x="805342" y="30569"/>
                  </a:cubicBezTo>
                  <a:lnTo>
                    <a:pt x="806703" y="30495"/>
                  </a:lnTo>
                  <a:lnTo>
                    <a:pt x="953661" y="22461"/>
                  </a:lnTo>
                  <a:cubicBezTo>
                    <a:pt x="1007494" y="19189"/>
                    <a:pt x="1059252" y="15661"/>
                    <a:pt x="1108721" y="11897"/>
                  </a:cubicBezTo>
                  <a:lnTo>
                    <a:pt x="1249069"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173" name="文本框 1172">
            <a:extLst>
              <a:ext uri="{FF2B5EF4-FFF2-40B4-BE49-F238E27FC236}">
                <a16:creationId xmlns:a16="http://schemas.microsoft.com/office/drawing/2014/main" id="{DA459A59-924E-582F-3E9E-73A5009F54C5}"/>
              </a:ext>
            </a:extLst>
          </p:cNvPr>
          <p:cNvSpPr txBox="1">
            <a:spLocks/>
          </p:cNvSpPr>
          <p:nvPr/>
        </p:nvSpPr>
        <p:spPr>
          <a:xfrm rot="21313793">
            <a:off x="4297086" y="3451062"/>
            <a:ext cx="1185026" cy="114872"/>
          </a:xfrm>
          <a:prstGeom prst="rect">
            <a:avLst/>
          </a:prstGeom>
          <a:noFill/>
        </p:spPr>
        <p:txBody>
          <a:bodyPr wrap="none" rtlCol="0">
            <a:prstTxWarp prst="textArchUp">
              <a:avLst/>
            </a:prstTxWarp>
            <a:spAutoFit/>
          </a:bodyPr>
          <a:lstStyle/>
          <a:p>
            <a:pPr algn="ctr"/>
            <a:r>
              <a:rPr lang="zh-CN" altLang="en-US" sz="900" b="1" dirty="0">
                <a:latin typeface="+mj-ea"/>
                <a:ea typeface="+mj-ea"/>
              </a:rPr>
              <a:t>数据开发套装</a:t>
            </a:r>
            <a:endParaRPr lang="en-US" altLang="zh-CN" sz="900" b="1" dirty="0">
              <a:latin typeface="+mj-ea"/>
              <a:ea typeface="+mj-ea"/>
            </a:endParaRPr>
          </a:p>
          <a:p>
            <a:pPr algn="ctr"/>
            <a:r>
              <a:rPr lang="zh-CN" altLang="en-US" sz="700" dirty="0"/>
              <a:t>（数见、数芯）</a:t>
            </a:r>
          </a:p>
        </p:txBody>
      </p:sp>
      <p:sp>
        <p:nvSpPr>
          <p:cNvPr id="1175" name="文本框 1174">
            <a:extLst>
              <a:ext uri="{FF2B5EF4-FFF2-40B4-BE49-F238E27FC236}">
                <a16:creationId xmlns:a16="http://schemas.microsoft.com/office/drawing/2014/main" id="{A75E14D3-23EB-B020-F4FA-AA0610DA0F7A}"/>
              </a:ext>
            </a:extLst>
          </p:cNvPr>
          <p:cNvSpPr txBox="1">
            <a:spLocks/>
          </p:cNvSpPr>
          <p:nvPr/>
        </p:nvSpPr>
        <p:spPr>
          <a:xfrm rot="21428923">
            <a:off x="5991490" y="3526511"/>
            <a:ext cx="1515918" cy="114872"/>
          </a:xfrm>
          <a:prstGeom prst="rect">
            <a:avLst/>
          </a:prstGeom>
          <a:noFill/>
        </p:spPr>
        <p:txBody>
          <a:bodyPr wrap="none" rtlCol="0">
            <a:prstTxWarp prst="textArchDown">
              <a:avLst/>
            </a:prstTxWarp>
            <a:spAutoFit/>
          </a:bodyPr>
          <a:lstStyle/>
          <a:p>
            <a:pPr algn="ctr"/>
            <a:r>
              <a:rPr lang="zh-CN" altLang="en-US" sz="900" b="1" dirty="0">
                <a:latin typeface="+mj-ea"/>
                <a:ea typeface="+mj-ea"/>
              </a:rPr>
              <a:t>流程开发套装</a:t>
            </a:r>
            <a:endParaRPr lang="en-US" altLang="zh-CN" sz="700" b="1" dirty="0">
              <a:latin typeface="+mj-ea"/>
              <a:ea typeface="+mj-ea"/>
            </a:endParaRPr>
          </a:p>
          <a:p>
            <a:pPr algn="ctr"/>
            <a:r>
              <a:rPr lang="zh-CN" altLang="en-US" sz="700" b="1" dirty="0">
                <a:latin typeface="+mj-ea"/>
                <a:ea typeface="+mj-ea"/>
              </a:rPr>
              <a:t>（流程、</a:t>
            </a:r>
            <a:r>
              <a:rPr lang="en-US" altLang="zh-CN" sz="700" b="1" dirty="0">
                <a:latin typeface="+mj-ea"/>
                <a:ea typeface="+mj-ea"/>
              </a:rPr>
              <a:t>RPA</a:t>
            </a:r>
            <a:r>
              <a:rPr lang="zh-CN" altLang="en-US" sz="700" b="1" dirty="0">
                <a:latin typeface="+mj-ea"/>
                <a:ea typeface="+mj-ea"/>
              </a:rPr>
              <a:t>）</a:t>
            </a:r>
            <a:endParaRPr lang="en-US" altLang="zh-CN" sz="900" b="1" dirty="0">
              <a:latin typeface="+mj-ea"/>
              <a:ea typeface="+mj-ea"/>
            </a:endParaRPr>
          </a:p>
        </p:txBody>
      </p:sp>
      <p:sp>
        <p:nvSpPr>
          <p:cNvPr id="1176" name="文本框 1175">
            <a:extLst>
              <a:ext uri="{FF2B5EF4-FFF2-40B4-BE49-F238E27FC236}">
                <a16:creationId xmlns:a16="http://schemas.microsoft.com/office/drawing/2014/main" id="{85CC7846-0D85-FF4C-E9FF-C36AA955D791}"/>
              </a:ext>
            </a:extLst>
          </p:cNvPr>
          <p:cNvSpPr txBox="1">
            <a:spLocks/>
          </p:cNvSpPr>
          <p:nvPr/>
        </p:nvSpPr>
        <p:spPr>
          <a:xfrm rot="270983">
            <a:off x="6358422" y="3449924"/>
            <a:ext cx="1593306" cy="114872"/>
          </a:xfrm>
          <a:prstGeom prst="rect">
            <a:avLst/>
          </a:prstGeom>
          <a:noFill/>
        </p:spPr>
        <p:txBody>
          <a:bodyPr wrap="none" rtlCol="0">
            <a:prstTxWarp prst="textArchUp">
              <a:avLst/>
            </a:prstTxWarp>
            <a:spAutoFit/>
          </a:bodyPr>
          <a:lstStyle/>
          <a:p>
            <a:pPr algn="ctr"/>
            <a:r>
              <a:rPr lang="zh-CN" altLang="en-US" sz="900" b="1" dirty="0">
                <a:latin typeface="+mj-ea"/>
                <a:ea typeface="+mj-ea"/>
              </a:rPr>
              <a:t>其他开发套装</a:t>
            </a:r>
            <a:endParaRPr lang="en-US" altLang="zh-CN" sz="900" b="1" dirty="0">
              <a:latin typeface="+mj-ea"/>
              <a:ea typeface="+mj-ea"/>
            </a:endParaRPr>
          </a:p>
          <a:p>
            <a:pPr algn="ctr"/>
            <a:r>
              <a:rPr lang="zh-CN" altLang="en-US" sz="700" dirty="0"/>
              <a:t>（</a:t>
            </a:r>
            <a:r>
              <a:rPr lang="en-US" altLang="zh-CN" sz="700" dirty="0" err="1"/>
              <a:t>AloT</a:t>
            </a:r>
            <a:r>
              <a:rPr lang="en-US" altLang="zh-CN" sz="700" dirty="0"/>
              <a:t>/</a:t>
            </a:r>
            <a:r>
              <a:rPr lang="zh-CN" altLang="en-US" sz="700" dirty="0"/>
              <a:t>区块链</a:t>
            </a:r>
            <a:r>
              <a:rPr lang="en-US" altLang="zh-CN" sz="700" dirty="0"/>
              <a:t>/VR</a:t>
            </a:r>
            <a:r>
              <a:rPr lang="zh-CN" altLang="en-US" sz="700" dirty="0"/>
              <a:t>）</a:t>
            </a:r>
            <a:endParaRPr lang="en-US" altLang="zh-CN" sz="900" dirty="0"/>
          </a:p>
        </p:txBody>
      </p:sp>
      <p:sp>
        <p:nvSpPr>
          <p:cNvPr id="1174" name="文本框 1173">
            <a:extLst>
              <a:ext uri="{FF2B5EF4-FFF2-40B4-BE49-F238E27FC236}">
                <a16:creationId xmlns:a16="http://schemas.microsoft.com/office/drawing/2014/main" id="{D3ADFBB9-620E-CA35-BE0F-109B1C61E08E}"/>
              </a:ext>
            </a:extLst>
          </p:cNvPr>
          <p:cNvSpPr txBox="1">
            <a:spLocks/>
          </p:cNvSpPr>
          <p:nvPr/>
        </p:nvSpPr>
        <p:spPr>
          <a:xfrm rot="160808">
            <a:off x="4610666" y="3518641"/>
            <a:ext cx="1515918" cy="114872"/>
          </a:xfrm>
          <a:prstGeom prst="rect">
            <a:avLst/>
          </a:prstGeom>
          <a:noFill/>
        </p:spPr>
        <p:txBody>
          <a:bodyPr wrap="none" rtlCol="0">
            <a:prstTxWarp prst="textArchDown">
              <a:avLst>
                <a:gd name="adj" fmla="val 95777"/>
              </a:avLst>
            </a:prstTxWarp>
            <a:spAutoFit/>
          </a:bodyPr>
          <a:lstStyle/>
          <a:p>
            <a:pPr algn="ctr"/>
            <a:r>
              <a:rPr lang="zh-CN" altLang="en-US" sz="900" b="1" dirty="0">
                <a:latin typeface="+mj-ea"/>
                <a:ea typeface="+mj-ea"/>
              </a:rPr>
              <a:t>应用开发套装</a:t>
            </a:r>
            <a:endParaRPr lang="en-US" altLang="zh-CN" sz="700" b="1" dirty="0">
              <a:latin typeface="+mj-ea"/>
              <a:ea typeface="+mj-ea"/>
            </a:endParaRPr>
          </a:p>
          <a:p>
            <a:pPr algn="ctr"/>
            <a:r>
              <a:rPr lang="zh-CN" altLang="en-US" sz="700" dirty="0"/>
              <a:t>（建模、移动）</a:t>
            </a:r>
            <a:endParaRPr lang="en-US" altLang="zh-CN" sz="900" dirty="0"/>
          </a:p>
        </p:txBody>
      </p:sp>
      <p:sp>
        <p:nvSpPr>
          <p:cNvPr id="1201" name="任意多边形: 形状 1200">
            <a:extLst>
              <a:ext uri="{FF2B5EF4-FFF2-40B4-BE49-F238E27FC236}">
                <a16:creationId xmlns:a16="http://schemas.microsoft.com/office/drawing/2014/main" id="{7E8A65F0-CF40-AE6A-53C7-8048C78B63A4}"/>
              </a:ext>
            </a:extLst>
          </p:cNvPr>
          <p:cNvSpPr/>
          <p:nvPr/>
        </p:nvSpPr>
        <p:spPr>
          <a:xfrm>
            <a:off x="4849283" y="2573867"/>
            <a:ext cx="400050" cy="670983"/>
          </a:xfrm>
          <a:custGeom>
            <a:avLst/>
            <a:gdLst>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4634"/>
              <a:gd name="connsiteX1" fmla="*/ 328084 w 400050"/>
              <a:gd name="connsiteY1" fmla="*/ 385233 h 674634"/>
              <a:gd name="connsiteX2" fmla="*/ 400050 w 400050"/>
              <a:gd name="connsiteY2" fmla="*/ 0 h 674634"/>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3321 w 400050"/>
              <a:gd name="connsiteY1" fmla="*/ 382058 h 670983"/>
              <a:gd name="connsiteX2" fmla="*/ 400050 w 400050"/>
              <a:gd name="connsiteY2" fmla="*/ 0 h 670983"/>
              <a:gd name="connsiteX0" fmla="*/ 0 w 400050"/>
              <a:gd name="connsiteY0" fmla="*/ 670983 h 670983"/>
              <a:gd name="connsiteX1" fmla="*/ 323321 w 400050"/>
              <a:gd name="connsiteY1" fmla="*/ 382058 h 670983"/>
              <a:gd name="connsiteX2" fmla="*/ 400050 w 400050"/>
              <a:gd name="connsiteY2" fmla="*/ 0 h 670983"/>
            </a:gdLst>
            <a:ahLst/>
            <a:cxnLst>
              <a:cxn ang="0">
                <a:pos x="connsiteX0" y="connsiteY0"/>
              </a:cxn>
              <a:cxn ang="0">
                <a:pos x="connsiteX1" y="connsiteY1"/>
              </a:cxn>
              <a:cxn ang="0">
                <a:pos x="connsiteX2" y="connsiteY2"/>
              </a:cxn>
            </a:cxnLst>
            <a:rect l="l" t="t" r="r" b="b"/>
            <a:pathLst>
              <a:path w="400050" h="670983">
                <a:moveTo>
                  <a:pt x="0" y="670983"/>
                </a:moveTo>
                <a:cubicBezTo>
                  <a:pt x="122237" y="664456"/>
                  <a:pt x="256646" y="493888"/>
                  <a:pt x="323321" y="382058"/>
                </a:cubicBezTo>
                <a:cubicBezTo>
                  <a:pt x="384704" y="248003"/>
                  <a:pt x="397404" y="172684"/>
                  <a:pt x="400050" y="0"/>
                </a:cubicBezTo>
              </a:path>
            </a:pathLst>
          </a:custGeom>
          <a:noFill/>
          <a:ln cap="rnd">
            <a:solidFill>
              <a:schemeClr val="accent1"/>
            </a:solidFill>
            <a:headEnd type="ova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5" name="任意多边形: 形状 1204">
            <a:extLst>
              <a:ext uri="{FF2B5EF4-FFF2-40B4-BE49-F238E27FC236}">
                <a16:creationId xmlns:a16="http://schemas.microsoft.com/office/drawing/2014/main" id="{4BCBDE0F-D146-F202-B585-50E9D057DB5A}"/>
              </a:ext>
            </a:extLst>
          </p:cNvPr>
          <p:cNvSpPr/>
          <p:nvPr/>
        </p:nvSpPr>
        <p:spPr>
          <a:xfrm>
            <a:off x="5033420" y="2573867"/>
            <a:ext cx="1906285" cy="654549"/>
          </a:xfrm>
          <a:custGeom>
            <a:avLst/>
            <a:gdLst>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4634"/>
              <a:gd name="connsiteX1" fmla="*/ 328084 w 400050"/>
              <a:gd name="connsiteY1" fmla="*/ 385233 h 674634"/>
              <a:gd name="connsiteX2" fmla="*/ 400050 w 400050"/>
              <a:gd name="connsiteY2" fmla="*/ 0 h 674634"/>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3321 w 400050"/>
              <a:gd name="connsiteY1" fmla="*/ 382058 h 670983"/>
              <a:gd name="connsiteX2" fmla="*/ 400050 w 400050"/>
              <a:gd name="connsiteY2" fmla="*/ 0 h 670983"/>
              <a:gd name="connsiteX0" fmla="*/ 0 w 400050"/>
              <a:gd name="connsiteY0" fmla="*/ 670983 h 670983"/>
              <a:gd name="connsiteX1" fmla="*/ 323321 w 400050"/>
              <a:gd name="connsiteY1" fmla="*/ 382058 h 670983"/>
              <a:gd name="connsiteX2" fmla="*/ 400050 w 400050"/>
              <a:gd name="connsiteY2" fmla="*/ 0 h 670983"/>
              <a:gd name="connsiteX0" fmla="*/ 0 w 400050"/>
              <a:gd name="connsiteY0" fmla="*/ 670983 h 670983"/>
              <a:gd name="connsiteX1" fmla="*/ 302444 w 400050"/>
              <a:gd name="connsiteY1" fmla="*/ 462341 h 670983"/>
              <a:gd name="connsiteX2" fmla="*/ 400050 w 400050"/>
              <a:gd name="connsiteY2" fmla="*/ 0 h 670983"/>
              <a:gd name="connsiteX0" fmla="*/ 0 w 400050"/>
              <a:gd name="connsiteY0" fmla="*/ 670983 h 670983"/>
              <a:gd name="connsiteX1" fmla="*/ 302444 w 400050"/>
              <a:gd name="connsiteY1" fmla="*/ 462341 h 670983"/>
              <a:gd name="connsiteX2" fmla="*/ 400050 w 400050"/>
              <a:gd name="connsiteY2" fmla="*/ 0 h 670983"/>
            </a:gdLst>
            <a:ahLst/>
            <a:cxnLst>
              <a:cxn ang="0">
                <a:pos x="connsiteX0" y="connsiteY0"/>
              </a:cxn>
              <a:cxn ang="0">
                <a:pos x="connsiteX1" y="connsiteY1"/>
              </a:cxn>
              <a:cxn ang="0">
                <a:pos x="connsiteX2" y="connsiteY2"/>
              </a:cxn>
            </a:cxnLst>
            <a:rect l="l" t="t" r="r" b="b"/>
            <a:pathLst>
              <a:path w="400050" h="670983">
                <a:moveTo>
                  <a:pt x="0" y="670983"/>
                </a:moveTo>
                <a:cubicBezTo>
                  <a:pt x="122237" y="664456"/>
                  <a:pt x="235769" y="574171"/>
                  <a:pt x="302444" y="462341"/>
                </a:cubicBezTo>
                <a:cubicBezTo>
                  <a:pt x="388258" y="315267"/>
                  <a:pt x="397404" y="172684"/>
                  <a:pt x="400050" y="0"/>
                </a:cubicBezTo>
              </a:path>
            </a:pathLst>
          </a:custGeom>
          <a:noFill/>
          <a:ln cap="rnd">
            <a:solidFill>
              <a:schemeClr val="accent2"/>
            </a:solidFill>
            <a:headEnd type="ova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9" name="任意多边形: 形状 1208">
            <a:extLst>
              <a:ext uri="{FF2B5EF4-FFF2-40B4-BE49-F238E27FC236}">
                <a16:creationId xmlns:a16="http://schemas.microsoft.com/office/drawing/2014/main" id="{BCABA143-57D1-6185-8CC3-80098DF83808}"/>
              </a:ext>
            </a:extLst>
          </p:cNvPr>
          <p:cNvSpPr/>
          <p:nvPr/>
        </p:nvSpPr>
        <p:spPr>
          <a:xfrm>
            <a:off x="6804789" y="2573867"/>
            <a:ext cx="134915" cy="964892"/>
          </a:xfrm>
          <a:custGeom>
            <a:avLst/>
            <a:gdLst>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4634"/>
              <a:gd name="connsiteX1" fmla="*/ 328084 w 400050"/>
              <a:gd name="connsiteY1" fmla="*/ 385233 h 674634"/>
              <a:gd name="connsiteX2" fmla="*/ 400050 w 400050"/>
              <a:gd name="connsiteY2" fmla="*/ 0 h 674634"/>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3321 w 400050"/>
              <a:gd name="connsiteY1" fmla="*/ 382058 h 670983"/>
              <a:gd name="connsiteX2" fmla="*/ 400050 w 400050"/>
              <a:gd name="connsiteY2" fmla="*/ 0 h 670983"/>
              <a:gd name="connsiteX0" fmla="*/ 0 w 400050"/>
              <a:gd name="connsiteY0" fmla="*/ 670983 h 670983"/>
              <a:gd name="connsiteX1" fmla="*/ 323321 w 400050"/>
              <a:gd name="connsiteY1" fmla="*/ 382058 h 670983"/>
              <a:gd name="connsiteX2" fmla="*/ 400050 w 400050"/>
              <a:gd name="connsiteY2" fmla="*/ 0 h 670983"/>
              <a:gd name="connsiteX0" fmla="*/ 0 w 400050"/>
              <a:gd name="connsiteY0" fmla="*/ 670983 h 670983"/>
              <a:gd name="connsiteX1" fmla="*/ 302444 w 400050"/>
              <a:gd name="connsiteY1" fmla="*/ 462341 h 670983"/>
              <a:gd name="connsiteX2" fmla="*/ 400050 w 400050"/>
              <a:gd name="connsiteY2" fmla="*/ 0 h 670983"/>
              <a:gd name="connsiteX0" fmla="*/ 0 w 400050"/>
              <a:gd name="connsiteY0" fmla="*/ 670983 h 670983"/>
              <a:gd name="connsiteX1" fmla="*/ 302444 w 400050"/>
              <a:gd name="connsiteY1" fmla="*/ 462341 h 670983"/>
              <a:gd name="connsiteX2" fmla="*/ 400050 w 400050"/>
              <a:gd name="connsiteY2" fmla="*/ 0 h 670983"/>
            </a:gdLst>
            <a:ahLst/>
            <a:cxnLst>
              <a:cxn ang="0">
                <a:pos x="connsiteX0" y="connsiteY0"/>
              </a:cxn>
              <a:cxn ang="0">
                <a:pos x="connsiteX1" y="connsiteY1"/>
              </a:cxn>
              <a:cxn ang="0">
                <a:pos x="connsiteX2" y="connsiteY2"/>
              </a:cxn>
            </a:cxnLst>
            <a:rect l="l" t="t" r="r" b="b"/>
            <a:pathLst>
              <a:path w="400050" h="670983">
                <a:moveTo>
                  <a:pt x="0" y="670983"/>
                </a:moveTo>
                <a:cubicBezTo>
                  <a:pt x="122237" y="664456"/>
                  <a:pt x="235769" y="574171"/>
                  <a:pt x="302444" y="462341"/>
                </a:cubicBezTo>
                <a:cubicBezTo>
                  <a:pt x="388258" y="315267"/>
                  <a:pt x="397404" y="172684"/>
                  <a:pt x="400050" y="0"/>
                </a:cubicBezTo>
              </a:path>
            </a:pathLst>
          </a:custGeom>
          <a:noFill/>
          <a:ln cap="rnd">
            <a:solidFill>
              <a:schemeClr val="accent2"/>
            </a:solidFill>
            <a:headEnd type="ova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0" name="任意多边形: 形状 1209">
            <a:extLst>
              <a:ext uri="{FF2B5EF4-FFF2-40B4-BE49-F238E27FC236}">
                <a16:creationId xmlns:a16="http://schemas.microsoft.com/office/drawing/2014/main" id="{2197B592-DF54-70CF-9973-107CA4C57276}"/>
              </a:ext>
            </a:extLst>
          </p:cNvPr>
          <p:cNvSpPr/>
          <p:nvPr/>
        </p:nvSpPr>
        <p:spPr>
          <a:xfrm flipH="1">
            <a:off x="6948399" y="2573867"/>
            <a:ext cx="406599" cy="665614"/>
          </a:xfrm>
          <a:custGeom>
            <a:avLst/>
            <a:gdLst>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4634"/>
              <a:gd name="connsiteX1" fmla="*/ 328084 w 400050"/>
              <a:gd name="connsiteY1" fmla="*/ 385233 h 674634"/>
              <a:gd name="connsiteX2" fmla="*/ 400050 w 400050"/>
              <a:gd name="connsiteY2" fmla="*/ 0 h 674634"/>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3321 w 400050"/>
              <a:gd name="connsiteY1" fmla="*/ 382058 h 670983"/>
              <a:gd name="connsiteX2" fmla="*/ 400050 w 400050"/>
              <a:gd name="connsiteY2" fmla="*/ 0 h 670983"/>
              <a:gd name="connsiteX0" fmla="*/ 0 w 400050"/>
              <a:gd name="connsiteY0" fmla="*/ 670983 h 670983"/>
              <a:gd name="connsiteX1" fmla="*/ 323321 w 400050"/>
              <a:gd name="connsiteY1" fmla="*/ 382058 h 670983"/>
              <a:gd name="connsiteX2" fmla="*/ 400050 w 400050"/>
              <a:gd name="connsiteY2" fmla="*/ 0 h 670983"/>
              <a:gd name="connsiteX0" fmla="*/ 0 w 400050"/>
              <a:gd name="connsiteY0" fmla="*/ 670983 h 670983"/>
              <a:gd name="connsiteX1" fmla="*/ 302444 w 400050"/>
              <a:gd name="connsiteY1" fmla="*/ 462341 h 670983"/>
              <a:gd name="connsiteX2" fmla="*/ 400050 w 400050"/>
              <a:gd name="connsiteY2" fmla="*/ 0 h 670983"/>
              <a:gd name="connsiteX0" fmla="*/ 0 w 400050"/>
              <a:gd name="connsiteY0" fmla="*/ 670983 h 670983"/>
              <a:gd name="connsiteX1" fmla="*/ 302444 w 400050"/>
              <a:gd name="connsiteY1" fmla="*/ 462341 h 670983"/>
              <a:gd name="connsiteX2" fmla="*/ 400050 w 400050"/>
              <a:gd name="connsiteY2" fmla="*/ 0 h 670983"/>
            </a:gdLst>
            <a:ahLst/>
            <a:cxnLst>
              <a:cxn ang="0">
                <a:pos x="connsiteX0" y="connsiteY0"/>
              </a:cxn>
              <a:cxn ang="0">
                <a:pos x="connsiteX1" y="connsiteY1"/>
              </a:cxn>
              <a:cxn ang="0">
                <a:pos x="connsiteX2" y="connsiteY2"/>
              </a:cxn>
            </a:cxnLst>
            <a:rect l="l" t="t" r="r" b="b"/>
            <a:pathLst>
              <a:path w="400050" h="670983">
                <a:moveTo>
                  <a:pt x="0" y="670983"/>
                </a:moveTo>
                <a:cubicBezTo>
                  <a:pt x="122237" y="664456"/>
                  <a:pt x="235769" y="574171"/>
                  <a:pt x="302444" y="462341"/>
                </a:cubicBezTo>
                <a:cubicBezTo>
                  <a:pt x="388258" y="315267"/>
                  <a:pt x="397404" y="172684"/>
                  <a:pt x="400050" y="0"/>
                </a:cubicBezTo>
              </a:path>
            </a:pathLst>
          </a:custGeom>
          <a:noFill/>
          <a:ln cap="rnd">
            <a:solidFill>
              <a:schemeClr val="accent2"/>
            </a:solidFill>
            <a:headEnd type="ova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7" name="任意多边形: 形状 1206">
            <a:extLst>
              <a:ext uri="{FF2B5EF4-FFF2-40B4-BE49-F238E27FC236}">
                <a16:creationId xmlns:a16="http://schemas.microsoft.com/office/drawing/2014/main" id="{A8459B2E-4275-FEDE-3AAA-F49ACE4648DA}"/>
              </a:ext>
            </a:extLst>
          </p:cNvPr>
          <p:cNvSpPr/>
          <p:nvPr/>
        </p:nvSpPr>
        <p:spPr>
          <a:xfrm>
            <a:off x="5512860" y="2573867"/>
            <a:ext cx="1426845" cy="964892"/>
          </a:xfrm>
          <a:custGeom>
            <a:avLst/>
            <a:gdLst>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4634"/>
              <a:gd name="connsiteX1" fmla="*/ 328084 w 400050"/>
              <a:gd name="connsiteY1" fmla="*/ 385233 h 674634"/>
              <a:gd name="connsiteX2" fmla="*/ 400050 w 400050"/>
              <a:gd name="connsiteY2" fmla="*/ 0 h 674634"/>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3321 w 400050"/>
              <a:gd name="connsiteY1" fmla="*/ 382058 h 670983"/>
              <a:gd name="connsiteX2" fmla="*/ 400050 w 400050"/>
              <a:gd name="connsiteY2" fmla="*/ 0 h 670983"/>
              <a:gd name="connsiteX0" fmla="*/ 0 w 400050"/>
              <a:gd name="connsiteY0" fmla="*/ 670983 h 670983"/>
              <a:gd name="connsiteX1" fmla="*/ 323321 w 400050"/>
              <a:gd name="connsiteY1" fmla="*/ 382058 h 670983"/>
              <a:gd name="connsiteX2" fmla="*/ 400050 w 400050"/>
              <a:gd name="connsiteY2" fmla="*/ 0 h 670983"/>
              <a:gd name="connsiteX0" fmla="*/ 0 w 400050"/>
              <a:gd name="connsiteY0" fmla="*/ 670983 h 670983"/>
              <a:gd name="connsiteX1" fmla="*/ 302444 w 400050"/>
              <a:gd name="connsiteY1" fmla="*/ 462341 h 670983"/>
              <a:gd name="connsiteX2" fmla="*/ 400050 w 400050"/>
              <a:gd name="connsiteY2" fmla="*/ 0 h 670983"/>
              <a:gd name="connsiteX0" fmla="*/ 0 w 400050"/>
              <a:gd name="connsiteY0" fmla="*/ 670983 h 670983"/>
              <a:gd name="connsiteX1" fmla="*/ 302444 w 400050"/>
              <a:gd name="connsiteY1" fmla="*/ 462341 h 670983"/>
              <a:gd name="connsiteX2" fmla="*/ 400050 w 400050"/>
              <a:gd name="connsiteY2" fmla="*/ 0 h 670983"/>
              <a:gd name="connsiteX0" fmla="*/ 0 w 400050"/>
              <a:gd name="connsiteY0" fmla="*/ 670983 h 670983"/>
              <a:gd name="connsiteX1" fmla="*/ 311939 w 400050"/>
              <a:gd name="connsiteY1" fmla="*/ 516802 h 670983"/>
              <a:gd name="connsiteX2" fmla="*/ 400050 w 400050"/>
              <a:gd name="connsiteY2" fmla="*/ 0 h 670983"/>
              <a:gd name="connsiteX0" fmla="*/ 0 w 400050"/>
              <a:gd name="connsiteY0" fmla="*/ 670983 h 670983"/>
              <a:gd name="connsiteX1" fmla="*/ 311939 w 400050"/>
              <a:gd name="connsiteY1" fmla="*/ 516802 h 670983"/>
              <a:gd name="connsiteX2" fmla="*/ 400050 w 400050"/>
              <a:gd name="connsiteY2" fmla="*/ 0 h 670983"/>
            </a:gdLst>
            <a:ahLst/>
            <a:cxnLst>
              <a:cxn ang="0">
                <a:pos x="connsiteX0" y="connsiteY0"/>
              </a:cxn>
              <a:cxn ang="0">
                <a:pos x="connsiteX1" y="connsiteY1"/>
              </a:cxn>
              <a:cxn ang="0">
                <a:pos x="connsiteX2" y="connsiteY2"/>
              </a:cxn>
            </a:cxnLst>
            <a:rect l="l" t="t" r="r" b="b"/>
            <a:pathLst>
              <a:path w="400050" h="670983">
                <a:moveTo>
                  <a:pt x="0" y="670983"/>
                </a:moveTo>
                <a:cubicBezTo>
                  <a:pt x="122237" y="664456"/>
                  <a:pt x="233988" y="649239"/>
                  <a:pt x="311939" y="516802"/>
                </a:cubicBezTo>
                <a:cubicBezTo>
                  <a:pt x="397753" y="369728"/>
                  <a:pt x="397404" y="172684"/>
                  <a:pt x="400050" y="0"/>
                </a:cubicBezTo>
              </a:path>
            </a:pathLst>
          </a:custGeom>
          <a:noFill/>
          <a:ln cap="rnd">
            <a:solidFill>
              <a:schemeClr val="accent2"/>
            </a:solidFill>
            <a:headEnd type="ova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4" name="任意多边形: 形状 1203">
            <a:extLst>
              <a:ext uri="{FF2B5EF4-FFF2-40B4-BE49-F238E27FC236}">
                <a16:creationId xmlns:a16="http://schemas.microsoft.com/office/drawing/2014/main" id="{223404C8-E2D2-BAEB-B1B4-46AB3109C154}"/>
              </a:ext>
            </a:extLst>
          </p:cNvPr>
          <p:cNvSpPr/>
          <p:nvPr/>
        </p:nvSpPr>
        <p:spPr>
          <a:xfrm flipH="1">
            <a:off x="5258029" y="2573868"/>
            <a:ext cx="169096" cy="958056"/>
          </a:xfrm>
          <a:custGeom>
            <a:avLst/>
            <a:gdLst>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4634"/>
              <a:gd name="connsiteX1" fmla="*/ 328084 w 400050"/>
              <a:gd name="connsiteY1" fmla="*/ 385233 h 674634"/>
              <a:gd name="connsiteX2" fmla="*/ 400050 w 400050"/>
              <a:gd name="connsiteY2" fmla="*/ 0 h 674634"/>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3321 w 400050"/>
              <a:gd name="connsiteY1" fmla="*/ 382058 h 670983"/>
              <a:gd name="connsiteX2" fmla="*/ 400050 w 400050"/>
              <a:gd name="connsiteY2" fmla="*/ 0 h 670983"/>
              <a:gd name="connsiteX0" fmla="*/ 0 w 400050"/>
              <a:gd name="connsiteY0" fmla="*/ 670983 h 670983"/>
              <a:gd name="connsiteX1" fmla="*/ 323321 w 400050"/>
              <a:gd name="connsiteY1" fmla="*/ 382058 h 670983"/>
              <a:gd name="connsiteX2" fmla="*/ 400050 w 400050"/>
              <a:gd name="connsiteY2" fmla="*/ 0 h 670983"/>
            </a:gdLst>
            <a:ahLst/>
            <a:cxnLst>
              <a:cxn ang="0">
                <a:pos x="connsiteX0" y="connsiteY0"/>
              </a:cxn>
              <a:cxn ang="0">
                <a:pos x="connsiteX1" y="connsiteY1"/>
              </a:cxn>
              <a:cxn ang="0">
                <a:pos x="connsiteX2" y="connsiteY2"/>
              </a:cxn>
            </a:cxnLst>
            <a:rect l="l" t="t" r="r" b="b"/>
            <a:pathLst>
              <a:path w="400050" h="670983">
                <a:moveTo>
                  <a:pt x="0" y="670983"/>
                </a:moveTo>
                <a:cubicBezTo>
                  <a:pt x="122237" y="664456"/>
                  <a:pt x="256646" y="493888"/>
                  <a:pt x="323321" y="382058"/>
                </a:cubicBezTo>
                <a:cubicBezTo>
                  <a:pt x="384704" y="248003"/>
                  <a:pt x="397404" y="172684"/>
                  <a:pt x="400050" y="0"/>
                </a:cubicBezTo>
              </a:path>
            </a:pathLst>
          </a:custGeom>
          <a:noFill/>
          <a:ln cap="rnd">
            <a:solidFill>
              <a:schemeClr val="accent1"/>
            </a:solidFill>
            <a:headEnd type="ova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2" name="任意多边形: 形状 1201">
            <a:extLst>
              <a:ext uri="{FF2B5EF4-FFF2-40B4-BE49-F238E27FC236}">
                <a16:creationId xmlns:a16="http://schemas.microsoft.com/office/drawing/2014/main" id="{ECB08AB8-EA5A-8E9A-68D9-21B5E43A8B18}"/>
              </a:ext>
            </a:extLst>
          </p:cNvPr>
          <p:cNvSpPr/>
          <p:nvPr/>
        </p:nvSpPr>
        <p:spPr>
          <a:xfrm flipH="1">
            <a:off x="5254557" y="2573866"/>
            <a:ext cx="1374306" cy="958057"/>
          </a:xfrm>
          <a:custGeom>
            <a:avLst/>
            <a:gdLst>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4634"/>
              <a:gd name="connsiteX1" fmla="*/ 328084 w 400050"/>
              <a:gd name="connsiteY1" fmla="*/ 385233 h 674634"/>
              <a:gd name="connsiteX2" fmla="*/ 400050 w 400050"/>
              <a:gd name="connsiteY2" fmla="*/ 0 h 674634"/>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8084 w 400050"/>
              <a:gd name="connsiteY1" fmla="*/ 385233 h 670983"/>
              <a:gd name="connsiteX2" fmla="*/ 400050 w 400050"/>
              <a:gd name="connsiteY2" fmla="*/ 0 h 670983"/>
              <a:gd name="connsiteX0" fmla="*/ 0 w 400050"/>
              <a:gd name="connsiteY0" fmla="*/ 670983 h 670983"/>
              <a:gd name="connsiteX1" fmla="*/ 323321 w 400050"/>
              <a:gd name="connsiteY1" fmla="*/ 382058 h 670983"/>
              <a:gd name="connsiteX2" fmla="*/ 400050 w 400050"/>
              <a:gd name="connsiteY2" fmla="*/ 0 h 670983"/>
              <a:gd name="connsiteX0" fmla="*/ 0 w 400050"/>
              <a:gd name="connsiteY0" fmla="*/ 670983 h 670983"/>
              <a:gd name="connsiteX1" fmla="*/ 323321 w 400050"/>
              <a:gd name="connsiteY1" fmla="*/ 382058 h 670983"/>
              <a:gd name="connsiteX2" fmla="*/ 400050 w 400050"/>
              <a:gd name="connsiteY2" fmla="*/ 0 h 670983"/>
              <a:gd name="connsiteX0" fmla="*/ 0 w 400050"/>
              <a:gd name="connsiteY0" fmla="*/ 670983 h 670983"/>
              <a:gd name="connsiteX1" fmla="*/ 320240 w 400050"/>
              <a:gd name="connsiteY1" fmla="*/ 447284 h 670983"/>
              <a:gd name="connsiteX2" fmla="*/ 400050 w 400050"/>
              <a:gd name="connsiteY2" fmla="*/ 0 h 670983"/>
              <a:gd name="connsiteX0" fmla="*/ 0 w 400050"/>
              <a:gd name="connsiteY0" fmla="*/ 670983 h 670983"/>
              <a:gd name="connsiteX1" fmla="*/ 320240 w 400050"/>
              <a:gd name="connsiteY1" fmla="*/ 447284 h 670983"/>
              <a:gd name="connsiteX2" fmla="*/ 400050 w 400050"/>
              <a:gd name="connsiteY2" fmla="*/ 0 h 670983"/>
            </a:gdLst>
            <a:ahLst/>
            <a:cxnLst>
              <a:cxn ang="0">
                <a:pos x="connsiteX0" y="connsiteY0"/>
              </a:cxn>
              <a:cxn ang="0">
                <a:pos x="connsiteX1" y="connsiteY1"/>
              </a:cxn>
              <a:cxn ang="0">
                <a:pos x="connsiteX2" y="connsiteY2"/>
              </a:cxn>
            </a:cxnLst>
            <a:rect l="l" t="t" r="r" b="b"/>
            <a:pathLst>
              <a:path w="400050" h="670983">
                <a:moveTo>
                  <a:pt x="0" y="670983"/>
                </a:moveTo>
                <a:cubicBezTo>
                  <a:pt x="122237" y="664456"/>
                  <a:pt x="238778" y="591728"/>
                  <a:pt x="320240" y="447284"/>
                </a:cubicBezTo>
                <a:cubicBezTo>
                  <a:pt x="381623" y="313229"/>
                  <a:pt x="397404" y="172684"/>
                  <a:pt x="400050" y="0"/>
                </a:cubicBezTo>
              </a:path>
            </a:pathLst>
          </a:custGeom>
          <a:noFill/>
          <a:ln cap="rnd">
            <a:solidFill>
              <a:schemeClr val="accent1"/>
            </a:solidFill>
            <a:headEnd type="ova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2" name="矩形: 圆角 1101">
            <a:extLst>
              <a:ext uri="{FF2B5EF4-FFF2-40B4-BE49-F238E27FC236}">
                <a16:creationId xmlns:a16="http://schemas.microsoft.com/office/drawing/2014/main" id="{C2342AD1-3F18-747A-546D-60EBF8B560BF}"/>
              </a:ext>
            </a:extLst>
          </p:cNvPr>
          <p:cNvSpPr/>
          <p:nvPr/>
        </p:nvSpPr>
        <p:spPr>
          <a:xfrm>
            <a:off x="5142761" y="3804099"/>
            <a:ext cx="1832206" cy="464927"/>
          </a:xfrm>
          <a:prstGeom prst="roundRect">
            <a:avLst>
              <a:gd name="adj" fmla="val 6598"/>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b="1" dirty="0">
                <a:solidFill>
                  <a:schemeClr val="accent1"/>
                </a:solidFill>
                <a:latin typeface="+mj-ea"/>
                <a:ea typeface="+mj-ea"/>
              </a:rPr>
              <a:t>开发云 </a:t>
            </a:r>
            <a:r>
              <a:rPr lang="en-US" altLang="zh-CN" sz="1200" b="1" dirty="0">
                <a:solidFill>
                  <a:schemeClr val="accent1"/>
                </a:solidFill>
                <a:latin typeface="+mj-ea"/>
                <a:ea typeface="+mj-ea"/>
              </a:rPr>
              <a:t>· </a:t>
            </a:r>
            <a:r>
              <a:rPr lang="zh-CN" altLang="en-US" sz="1200" b="1" dirty="0">
                <a:solidFill>
                  <a:schemeClr val="accent1"/>
                </a:solidFill>
                <a:latin typeface="+mj-ea"/>
                <a:ea typeface="+mj-ea"/>
              </a:rPr>
              <a:t>一站式协同平台</a:t>
            </a:r>
            <a:endParaRPr lang="en-US" altLang="zh-CN" sz="1200" b="1" dirty="0">
              <a:solidFill>
                <a:schemeClr val="accent1"/>
              </a:solidFill>
              <a:latin typeface="+mj-ea"/>
              <a:ea typeface="+mj-ea"/>
            </a:endParaRPr>
          </a:p>
          <a:p>
            <a:pPr algn="ctr"/>
            <a:r>
              <a:rPr lang="zh-CN" altLang="en-US" sz="1000" dirty="0">
                <a:solidFill>
                  <a:schemeClr val="accent1"/>
                </a:solidFill>
                <a:latin typeface="+mj-ea"/>
                <a:ea typeface="+mj-ea"/>
              </a:rPr>
              <a:t>（星云）</a:t>
            </a:r>
          </a:p>
        </p:txBody>
      </p:sp>
      <p:sp>
        <p:nvSpPr>
          <p:cNvPr id="1211" name="任意多边形: 形状 1210">
            <a:extLst>
              <a:ext uri="{FF2B5EF4-FFF2-40B4-BE49-F238E27FC236}">
                <a16:creationId xmlns:a16="http://schemas.microsoft.com/office/drawing/2014/main" id="{C2515EEC-7C86-21EA-4D75-0CDE23F895D8}"/>
              </a:ext>
            </a:extLst>
          </p:cNvPr>
          <p:cNvSpPr/>
          <p:nvPr/>
        </p:nvSpPr>
        <p:spPr>
          <a:xfrm rot="16200000">
            <a:off x="3848807" y="2009785"/>
            <a:ext cx="653886" cy="440308"/>
          </a:xfrm>
          <a:custGeom>
            <a:avLst/>
            <a:gdLst>
              <a:gd name="connsiteX0" fmla="*/ 2005071 w 4009493"/>
              <a:gd name="connsiteY0" fmla="*/ 0 h 1992740"/>
              <a:gd name="connsiteX1" fmla="*/ 2013872 w 4009493"/>
              <a:gd name="connsiteY1" fmla="*/ 6500 h 1992740"/>
              <a:gd name="connsiteX2" fmla="*/ 2013872 w 4009493"/>
              <a:gd name="connsiteY2" fmla="*/ 7991 h 1992740"/>
              <a:gd name="connsiteX3" fmla="*/ 2754607 w 4009493"/>
              <a:gd name="connsiteY3" fmla="*/ 555078 h 1992740"/>
              <a:gd name="connsiteX4" fmla="*/ 2443701 w 4009493"/>
              <a:gd name="connsiteY4" fmla="*/ 555078 h 1992740"/>
              <a:gd name="connsiteX5" fmla="*/ 4009493 w 4009493"/>
              <a:gd name="connsiteY5" fmla="*/ 1992740 h 1992740"/>
              <a:gd name="connsiteX6" fmla="*/ 1995621 w 4009493"/>
              <a:gd name="connsiteY6" fmla="*/ 1992740 h 1992740"/>
              <a:gd name="connsiteX7" fmla="*/ 1995621 w 4009493"/>
              <a:gd name="connsiteY7" fmla="*/ 1991729 h 1992740"/>
              <a:gd name="connsiteX8" fmla="*/ 0 w 4009493"/>
              <a:gd name="connsiteY8" fmla="*/ 1991729 h 1992740"/>
              <a:gd name="connsiteX9" fmla="*/ 1565792 w 4009493"/>
              <a:gd name="connsiteY9" fmla="*/ 554067 h 1992740"/>
              <a:gd name="connsiteX10" fmla="*/ 1254886 w 4009493"/>
              <a:gd name="connsiteY10" fmla="*/ 554067 h 1992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09493" h="1992740">
                <a:moveTo>
                  <a:pt x="2005071" y="0"/>
                </a:moveTo>
                <a:lnTo>
                  <a:pt x="2013872" y="6500"/>
                </a:lnTo>
                <a:lnTo>
                  <a:pt x="2013872" y="7991"/>
                </a:lnTo>
                <a:lnTo>
                  <a:pt x="2754607" y="555078"/>
                </a:lnTo>
                <a:lnTo>
                  <a:pt x="2443701" y="555078"/>
                </a:lnTo>
                <a:cubicBezTo>
                  <a:pt x="2529828" y="824410"/>
                  <a:pt x="2963714" y="1992740"/>
                  <a:pt x="4009493" y="1992740"/>
                </a:cubicBezTo>
                <a:lnTo>
                  <a:pt x="1995621" y="1992740"/>
                </a:lnTo>
                <a:lnTo>
                  <a:pt x="1995621" y="1991729"/>
                </a:lnTo>
                <a:lnTo>
                  <a:pt x="0" y="1991729"/>
                </a:lnTo>
                <a:cubicBezTo>
                  <a:pt x="1045779" y="1991729"/>
                  <a:pt x="1479665" y="823399"/>
                  <a:pt x="1565792" y="554067"/>
                </a:cubicBezTo>
                <a:lnTo>
                  <a:pt x="1254886" y="554067"/>
                </a:lnTo>
                <a:close/>
              </a:path>
            </a:pathLst>
          </a:custGeom>
          <a:gradFill flip="none" rotWithShape="1">
            <a:gsLst>
              <a:gs pos="0">
                <a:schemeClr val="accent1">
                  <a:alpha val="0"/>
                </a:schemeClr>
              </a:gs>
              <a:gs pos="100000">
                <a:schemeClr val="accent1">
                  <a:alpha val="78000"/>
                </a:schemeClr>
              </a:gs>
            </a:gsLst>
            <a:lin ang="16200000" scaled="1"/>
            <a:tileRect/>
          </a:gradFill>
          <a:ln w="6345" cap="flat">
            <a:noFill/>
            <a:prstDash val="solid"/>
            <a:miter/>
          </a:ln>
        </p:spPr>
        <p:txBody>
          <a:bodyPr wrap="square" rtlCol="0" anchor="ctr">
            <a:noAutofit/>
          </a:bodyPr>
          <a:lstStyle/>
          <a:p>
            <a:pPr defTabSz="1460754"/>
            <a:endParaRPr lang="zh-CN" altLang="en-US" sz="2876">
              <a:solidFill>
                <a:srgbClr val="000000"/>
              </a:solidFill>
              <a:latin typeface="+mn-ea"/>
              <a:cs typeface="OPPOSans M"/>
              <a:sym typeface="+mn-lt"/>
            </a:endParaRPr>
          </a:p>
        </p:txBody>
      </p:sp>
      <p:sp>
        <p:nvSpPr>
          <p:cNvPr id="1212" name="任意多边形: 形状 1211">
            <a:extLst>
              <a:ext uri="{FF2B5EF4-FFF2-40B4-BE49-F238E27FC236}">
                <a16:creationId xmlns:a16="http://schemas.microsoft.com/office/drawing/2014/main" id="{3DF6ECD1-F21A-066B-1A74-908FD5A46717}"/>
              </a:ext>
            </a:extLst>
          </p:cNvPr>
          <p:cNvSpPr/>
          <p:nvPr/>
        </p:nvSpPr>
        <p:spPr>
          <a:xfrm rot="5400000" flipH="1">
            <a:off x="7675939" y="2009785"/>
            <a:ext cx="653886" cy="440308"/>
          </a:xfrm>
          <a:custGeom>
            <a:avLst/>
            <a:gdLst>
              <a:gd name="connsiteX0" fmla="*/ 2005071 w 4009493"/>
              <a:gd name="connsiteY0" fmla="*/ 0 h 1992740"/>
              <a:gd name="connsiteX1" fmla="*/ 2013872 w 4009493"/>
              <a:gd name="connsiteY1" fmla="*/ 6500 h 1992740"/>
              <a:gd name="connsiteX2" fmla="*/ 2013872 w 4009493"/>
              <a:gd name="connsiteY2" fmla="*/ 7991 h 1992740"/>
              <a:gd name="connsiteX3" fmla="*/ 2754607 w 4009493"/>
              <a:gd name="connsiteY3" fmla="*/ 555078 h 1992740"/>
              <a:gd name="connsiteX4" fmla="*/ 2443701 w 4009493"/>
              <a:gd name="connsiteY4" fmla="*/ 555078 h 1992740"/>
              <a:gd name="connsiteX5" fmla="*/ 4009493 w 4009493"/>
              <a:gd name="connsiteY5" fmla="*/ 1992740 h 1992740"/>
              <a:gd name="connsiteX6" fmla="*/ 1995621 w 4009493"/>
              <a:gd name="connsiteY6" fmla="*/ 1992740 h 1992740"/>
              <a:gd name="connsiteX7" fmla="*/ 1995621 w 4009493"/>
              <a:gd name="connsiteY7" fmla="*/ 1991729 h 1992740"/>
              <a:gd name="connsiteX8" fmla="*/ 0 w 4009493"/>
              <a:gd name="connsiteY8" fmla="*/ 1991729 h 1992740"/>
              <a:gd name="connsiteX9" fmla="*/ 1565792 w 4009493"/>
              <a:gd name="connsiteY9" fmla="*/ 554067 h 1992740"/>
              <a:gd name="connsiteX10" fmla="*/ 1254886 w 4009493"/>
              <a:gd name="connsiteY10" fmla="*/ 554067 h 1992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09493" h="1992740">
                <a:moveTo>
                  <a:pt x="2005071" y="0"/>
                </a:moveTo>
                <a:lnTo>
                  <a:pt x="2013872" y="6500"/>
                </a:lnTo>
                <a:lnTo>
                  <a:pt x="2013872" y="7991"/>
                </a:lnTo>
                <a:lnTo>
                  <a:pt x="2754607" y="555078"/>
                </a:lnTo>
                <a:lnTo>
                  <a:pt x="2443701" y="555078"/>
                </a:lnTo>
                <a:cubicBezTo>
                  <a:pt x="2529828" y="824410"/>
                  <a:pt x="2963714" y="1992740"/>
                  <a:pt x="4009493" y="1992740"/>
                </a:cubicBezTo>
                <a:lnTo>
                  <a:pt x="1995621" y="1992740"/>
                </a:lnTo>
                <a:lnTo>
                  <a:pt x="1995621" y="1991729"/>
                </a:lnTo>
                <a:lnTo>
                  <a:pt x="0" y="1991729"/>
                </a:lnTo>
                <a:cubicBezTo>
                  <a:pt x="1045779" y="1991729"/>
                  <a:pt x="1479665" y="823399"/>
                  <a:pt x="1565792" y="554067"/>
                </a:cubicBezTo>
                <a:lnTo>
                  <a:pt x="1254886" y="554067"/>
                </a:lnTo>
                <a:close/>
              </a:path>
            </a:pathLst>
          </a:custGeom>
          <a:gradFill flip="none" rotWithShape="1">
            <a:gsLst>
              <a:gs pos="0">
                <a:schemeClr val="accent2">
                  <a:alpha val="0"/>
                </a:schemeClr>
              </a:gs>
              <a:gs pos="100000">
                <a:schemeClr val="accent2">
                  <a:alpha val="78000"/>
                </a:schemeClr>
              </a:gs>
            </a:gsLst>
            <a:lin ang="16200000" scaled="1"/>
            <a:tileRect/>
          </a:gradFill>
          <a:ln w="6345" cap="flat">
            <a:noFill/>
            <a:prstDash val="solid"/>
            <a:miter/>
          </a:ln>
        </p:spPr>
        <p:txBody>
          <a:bodyPr wrap="square" rtlCol="0" anchor="ctr">
            <a:noAutofit/>
          </a:bodyPr>
          <a:lstStyle/>
          <a:p>
            <a:pPr defTabSz="1460754"/>
            <a:endParaRPr lang="zh-CN" altLang="en-US" sz="2876">
              <a:solidFill>
                <a:srgbClr val="000000"/>
              </a:solidFill>
              <a:latin typeface="+mn-ea"/>
              <a:cs typeface="OPPOSans M"/>
              <a:sym typeface="+mn-lt"/>
            </a:endParaRPr>
          </a:p>
        </p:txBody>
      </p:sp>
      <p:grpSp>
        <p:nvGrpSpPr>
          <p:cNvPr id="1228" name="组合 1227">
            <a:extLst>
              <a:ext uri="{FF2B5EF4-FFF2-40B4-BE49-F238E27FC236}">
                <a16:creationId xmlns:a16="http://schemas.microsoft.com/office/drawing/2014/main" id="{78763800-3778-3E2C-5B52-E0A48F776241}"/>
              </a:ext>
            </a:extLst>
          </p:cNvPr>
          <p:cNvGrpSpPr/>
          <p:nvPr/>
        </p:nvGrpSpPr>
        <p:grpSpPr>
          <a:xfrm>
            <a:off x="4706996" y="1806365"/>
            <a:ext cx="1101181" cy="586943"/>
            <a:chOff x="13629789" y="1052567"/>
            <a:chExt cx="1865373" cy="1305748"/>
          </a:xfrm>
        </p:grpSpPr>
        <p:sp>
          <p:nvSpPr>
            <p:cNvPr id="1216" name="任意多边形: 形状 1215">
              <a:extLst>
                <a:ext uri="{FF2B5EF4-FFF2-40B4-BE49-F238E27FC236}">
                  <a16:creationId xmlns:a16="http://schemas.microsoft.com/office/drawing/2014/main" id="{662935FC-6982-A7EB-F60A-D9BFB6DED032}"/>
                </a:ext>
              </a:extLst>
            </p:cNvPr>
            <p:cNvSpPr/>
            <p:nvPr/>
          </p:nvSpPr>
          <p:spPr>
            <a:xfrm>
              <a:off x="14474457" y="1477243"/>
              <a:ext cx="990767" cy="848998"/>
            </a:xfrm>
            <a:custGeom>
              <a:avLst/>
              <a:gdLst>
                <a:gd name="connsiteX0" fmla="*/ 0 w 990767"/>
                <a:gd name="connsiteY0" fmla="*/ 848998 h 848998"/>
                <a:gd name="connsiteX1" fmla="*/ 488275 w 990767"/>
                <a:gd name="connsiteY1" fmla="*/ 0 h 848998"/>
                <a:gd name="connsiteX2" fmla="*/ 990767 w 990767"/>
                <a:gd name="connsiteY2" fmla="*/ 848998 h 848998"/>
              </a:gdLst>
              <a:ahLst/>
              <a:cxnLst>
                <a:cxn ang="0">
                  <a:pos x="connsiteX0" y="connsiteY0"/>
                </a:cxn>
                <a:cxn ang="0">
                  <a:pos x="connsiteX1" y="connsiteY1"/>
                </a:cxn>
                <a:cxn ang="0">
                  <a:pos x="connsiteX2" y="connsiteY2"/>
                </a:cxn>
              </a:cxnLst>
              <a:rect l="l" t="t" r="r" b="b"/>
              <a:pathLst>
                <a:path w="990767" h="848998">
                  <a:moveTo>
                    <a:pt x="0" y="848998"/>
                  </a:moveTo>
                  <a:lnTo>
                    <a:pt x="488275" y="0"/>
                  </a:lnTo>
                  <a:lnTo>
                    <a:pt x="990767" y="848998"/>
                  </a:lnTo>
                  <a:close/>
                </a:path>
              </a:pathLst>
            </a:custGeom>
            <a:solidFill>
              <a:schemeClr val="tx2">
                <a:lumMod val="95000"/>
              </a:schemeClr>
            </a:solidFill>
            <a:ln w="1727" cap="flat">
              <a:noFill/>
              <a:prstDash val="solid"/>
              <a:miter/>
            </a:ln>
          </p:spPr>
          <p:txBody>
            <a:bodyPr rtlCol="0" anchor="ctr"/>
            <a:lstStyle/>
            <a:p>
              <a:pPr algn="ctr"/>
              <a:endParaRPr lang="zh-CN" altLang="en-US"/>
            </a:p>
          </p:txBody>
        </p:sp>
        <p:sp>
          <p:nvSpPr>
            <p:cNvPr id="1217" name="任意多边形: 形状 1216">
              <a:extLst>
                <a:ext uri="{FF2B5EF4-FFF2-40B4-BE49-F238E27FC236}">
                  <a16:creationId xmlns:a16="http://schemas.microsoft.com/office/drawing/2014/main" id="{9A16D188-C673-9BF6-636B-4842FFB83606}"/>
                </a:ext>
              </a:extLst>
            </p:cNvPr>
            <p:cNvSpPr/>
            <p:nvPr/>
          </p:nvSpPr>
          <p:spPr>
            <a:xfrm>
              <a:off x="14444674" y="1445162"/>
              <a:ext cx="1050488" cy="913153"/>
            </a:xfrm>
            <a:custGeom>
              <a:avLst/>
              <a:gdLst>
                <a:gd name="connsiteX0" fmla="*/ 1020700 w 1050488"/>
                <a:gd name="connsiteY0" fmla="*/ 913154 h 913153"/>
                <a:gd name="connsiteX1" fmla="*/ 29783 w 1050488"/>
                <a:gd name="connsiteY1" fmla="*/ 913154 h 913153"/>
                <a:gd name="connsiteX2" fmla="*/ 0 w 1050488"/>
                <a:gd name="connsiteY2" fmla="*/ 881087 h 913153"/>
                <a:gd name="connsiteX3" fmla="*/ 4466 w 1050488"/>
                <a:gd name="connsiteY3" fmla="*/ 864185 h 913153"/>
                <a:gd name="connsiteX4" fmla="*/ 492740 w 1050488"/>
                <a:gd name="connsiteY4" fmla="*/ 15187 h 913153"/>
                <a:gd name="connsiteX5" fmla="*/ 517857 w 1050488"/>
                <a:gd name="connsiteY5" fmla="*/ 0 h 913153"/>
                <a:gd name="connsiteX6" fmla="*/ 518050 w 1050488"/>
                <a:gd name="connsiteY6" fmla="*/ 0 h 913153"/>
                <a:gd name="connsiteX7" fmla="*/ 543160 w 1050488"/>
                <a:gd name="connsiteY7" fmla="*/ 14834 h 913153"/>
                <a:gd name="connsiteX8" fmla="*/ 1044230 w 1050488"/>
                <a:gd name="connsiteY8" fmla="*/ 861411 h 913153"/>
                <a:gd name="connsiteX9" fmla="*/ 1038971 w 1050488"/>
                <a:gd name="connsiteY9" fmla="*/ 906415 h 913153"/>
                <a:gd name="connsiteX10" fmla="*/ 1020699 w 1050488"/>
                <a:gd name="connsiteY10" fmla="*/ 913154 h 913153"/>
                <a:gd name="connsiteX11" fmla="*/ 83254 w 1050488"/>
                <a:gd name="connsiteY11" fmla="*/ 849006 h 913153"/>
                <a:gd name="connsiteX12" fmla="*/ 966261 w 1050488"/>
                <a:gd name="connsiteY12" fmla="*/ 849006 h 913153"/>
                <a:gd name="connsiteX13" fmla="*/ 518423 w 1050488"/>
                <a:gd name="connsiteY13" fmla="*/ 92356 h 913153"/>
                <a:gd name="connsiteX14" fmla="*/ 83254 w 1050488"/>
                <a:gd name="connsiteY14" fmla="*/ 849006 h 91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50488" h="913153">
                  <a:moveTo>
                    <a:pt x="1020700" y="913154"/>
                  </a:moveTo>
                  <a:lnTo>
                    <a:pt x="29783" y="913154"/>
                  </a:lnTo>
                  <a:cubicBezTo>
                    <a:pt x="13338" y="913158"/>
                    <a:pt x="4" y="898801"/>
                    <a:pt x="0" y="881087"/>
                  </a:cubicBezTo>
                  <a:cubicBezTo>
                    <a:pt x="-1" y="875115"/>
                    <a:pt x="1545" y="869261"/>
                    <a:pt x="4466" y="864185"/>
                  </a:cubicBezTo>
                  <a:lnTo>
                    <a:pt x="492740" y="15187"/>
                  </a:lnTo>
                  <a:cubicBezTo>
                    <a:pt x="498131" y="5810"/>
                    <a:pt x="507617" y="74"/>
                    <a:pt x="517857" y="0"/>
                  </a:cubicBezTo>
                  <a:lnTo>
                    <a:pt x="518050" y="0"/>
                  </a:lnTo>
                  <a:cubicBezTo>
                    <a:pt x="528223" y="0"/>
                    <a:pt x="537692" y="5594"/>
                    <a:pt x="543160" y="14834"/>
                  </a:cubicBezTo>
                  <a:lnTo>
                    <a:pt x="1044230" y="861411"/>
                  </a:lnTo>
                  <a:cubicBezTo>
                    <a:pt x="1054315" y="875403"/>
                    <a:pt x="1051960" y="895552"/>
                    <a:pt x="1038971" y="906415"/>
                  </a:cubicBezTo>
                  <a:cubicBezTo>
                    <a:pt x="1033744" y="910785"/>
                    <a:pt x="1027316" y="913156"/>
                    <a:pt x="1020699" y="913154"/>
                  </a:cubicBezTo>
                  <a:close/>
                  <a:moveTo>
                    <a:pt x="83254" y="849006"/>
                  </a:moveTo>
                  <a:lnTo>
                    <a:pt x="966261" y="849006"/>
                  </a:lnTo>
                  <a:lnTo>
                    <a:pt x="518423" y="92356"/>
                  </a:lnTo>
                  <a:lnTo>
                    <a:pt x="83254" y="849006"/>
                  </a:lnTo>
                  <a:close/>
                </a:path>
              </a:pathLst>
            </a:custGeom>
            <a:solidFill>
              <a:schemeClr val="accent1"/>
            </a:solidFill>
            <a:ln w="1727" cap="flat">
              <a:noFill/>
              <a:prstDash val="solid"/>
              <a:miter/>
            </a:ln>
          </p:spPr>
          <p:txBody>
            <a:bodyPr rtlCol="0" anchor="ctr"/>
            <a:lstStyle/>
            <a:p>
              <a:pPr algn="ctr"/>
              <a:endParaRPr lang="zh-CN" altLang="en-US"/>
            </a:p>
          </p:txBody>
        </p:sp>
        <p:sp>
          <p:nvSpPr>
            <p:cNvPr id="1218" name="任意多边形: 形状 1217">
              <a:extLst>
                <a:ext uri="{FF2B5EF4-FFF2-40B4-BE49-F238E27FC236}">
                  <a16:creationId xmlns:a16="http://schemas.microsoft.com/office/drawing/2014/main" id="{56F27365-93A1-7CDA-C9B2-7A8F99899394}"/>
                </a:ext>
              </a:extLst>
            </p:cNvPr>
            <p:cNvSpPr/>
            <p:nvPr/>
          </p:nvSpPr>
          <p:spPr>
            <a:xfrm>
              <a:off x="13659564" y="1500537"/>
              <a:ext cx="895549" cy="825704"/>
            </a:xfrm>
            <a:custGeom>
              <a:avLst/>
              <a:gdLst>
                <a:gd name="connsiteX0" fmla="*/ 0 w 895549"/>
                <a:gd name="connsiteY0" fmla="*/ 825705 h 825704"/>
                <a:gd name="connsiteX1" fmla="*/ 385352 w 895549"/>
                <a:gd name="connsiteY1" fmla="*/ 0 h 825704"/>
                <a:gd name="connsiteX2" fmla="*/ 895550 w 895549"/>
                <a:gd name="connsiteY2" fmla="*/ 825705 h 825704"/>
              </a:gdLst>
              <a:ahLst/>
              <a:cxnLst>
                <a:cxn ang="0">
                  <a:pos x="connsiteX0" y="connsiteY0"/>
                </a:cxn>
                <a:cxn ang="0">
                  <a:pos x="connsiteX1" y="connsiteY1"/>
                </a:cxn>
                <a:cxn ang="0">
                  <a:pos x="connsiteX2" y="connsiteY2"/>
                </a:cxn>
              </a:cxnLst>
              <a:rect l="l" t="t" r="r" b="b"/>
              <a:pathLst>
                <a:path w="895549" h="825704">
                  <a:moveTo>
                    <a:pt x="0" y="825705"/>
                  </a:moveTo>
                  <a:lnTo>
                    <a:pt x="385352" y="0"/>
                  </a:lnTo>
                  <a:lnTo>
                    <a:pt x="895550" y="825705"/>
                  </a:lnTo>
                  <a:close/>
                </a:path>
              </a:pathLst>
            </a:custGeom>
            <a:solidFill>
              <a:schemeClr val="tx2">
                <a:lumMod val="95000"/>
              </a:schemeClr>
            </a:solidFill>
            <a:ln w="1727" cap="flat">
              <a:noFill/>
              <a:prstDash val="solid"/>
              <a:miter/>
            </a:ln>
          </p:spPr>
          <p:txBody>
            <a:bodyPr rtlCol="0" anchor="ctr"/>
            <a:lstStyle/>
            <a:p>
              <a:pPr algn="ctr"/>
              <a:endParaRPr lang="zh-CN" altLang="en-US"/>
            </a:p>
          </p:txBody>
        </p:sp>
        <p:sp>
          <p:nvSpPr>
            <p:cNvPr id="1219" name="任意多边形: 形状 1218">
              <a:extLst>
                <a:ext uri="{FF2B5EF4-FFF2-40B4-BE49-F238E27FC236}">
                  <a16:creationId xmlns:a16="http://schemas.microsoft.com/office/drawing/2014/main" id="{7E27DFAA-C30F-50E9-943B-824B44F7D468}"/>
                </a:ext>
              </a:extLst>
            </p:cNvPr>
            <p:cNvSpPr/>
            <p:nvPr/>
          </p:nvSpPr>
          <p:spPr>
            <a:xfrm>
              <a:off x="13629789" y="1468445"/>
              <a:ext cx="955246" cy="889870"/>
            </a:xfrm>
            <a:custGeom>
              <a:avLst/>
              <a:gdLst>
                <a:gd name="connsiteX0" fmla="*/ 925467 w 955246"/>
                <a:gd name="connsiteY0" fmla="*/ 889871 h 889870"/>
                <a:gd name="connsiteX1" fmla="*/ 29776 w 955246"/>
                <a:gd name="connsiteY1" fmla="*/ 889871 h 889870"/>
                <a:gd name="connsiteX2" fmla="*/ 0 w 955246"/>
                <a:gd name="connsiteY2" fmla="*/ 857796 h 889870"/>
                <a:gd name="connsiteX3" fmla="*/ 3170 w 955246"/>
                <a:gd name="connsiteY3" fmla="*/ 843396 h 889870"/>
                <a:gd name="connsiteX4" fmla="*/ 388522 w 955246"/>
                <a:gd name="connsiteY4" fmla="*/ 17691 h 889870"/>
                <a:gd name="connsiteX5" fmla="*/ 413319 w 955246"/>
                <a:gd name="connsiteY5" fmla="*/ 91 h 889870"/>
                <a:gd name="connsiteX6" fmla="*/ 439917 w 955246"/>
                <a:gd name="connsiteY6" fmla="*/ 14331 h 889870"/>
                <a:gd name="connsiteX7" fmla="*/ 948648 w 955246"/>
                <a:gd name="connsiteY7" fmla="*/ 837663 h 889870"/>
                <a:gd name="connsiteX8" fmla="*/ 944161 w 955246"/>
                <a:gd name="connsiteY8" fmla="*/ 882764 h 889870"/>
                <a:gd name="connsiteX9" fmla="*/ 925467 w 955246"/>
                <a:gd name="connsiteY9" fmla="*/ 889871 h 889870"/>
                <a:gd name="connsiteX10" fmla="*/ 78073 w 955246"/>
                <a:gd name="connsiteY10" fmla="*/ 825723 h 889870"/>
                <a:gd name="connsiteX11" fmla="*/ 869740 w 955246"/>
                <a:gd name="connsiteY11" fmla="*/ 825723 h 889870"/>
                <a:gd name="connsiteX12" fmla="*/ 418723 w 955246"/>
                <a:gd name="connsiteY12" fmla="*/ 95807 h 889870"/>
                <a:gd name="connsiteX13" fmla="*/ 78073 w 955246"/>
                <a:gd name="connsiteY13" fmla="*/ 825723 h 88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5246" h="889870">
                  <a:moveTo>
                    <a:pt x="925467" y="889871"/>
                  </a:moveTo>
                  <a:lnTo>
                    <a:pt x="29776" y="889871"/>
                  </a:lnTo>
                  <a:cubicBezTo>
                    <a:pt x="13330" y="889870"/>
                    <a:pt x="-1" y="875510"/>
                    <a:pt x="0" y="857796"/>
                  </a:cubicBezTo>
                  <a:cubicBezTo>
                    <a:pt x="0" y="852795"/>
                    <a:pt x="1086" y="847864"/>
                    <a:pt x="3170" y="843396"/>
                  </a:cubicBezTo>
                  <a:lnTo>
                    <a:pt x="388522" y="17691"/>
                  </a:lnTo>
                  <a:cubicBezTo>
                    <a:pt x="393288" y="7487"/>
                    <a:pt x="402733" y="783"/>
                    <a:pt x="413319" y="91"/>
                  </a:cubicBezTo>
                  <a:cubicBezTo>
                    <a:pt x="423860" y="-791"/>
                    <a:pt x="434036" y="4822"/>
                    <a:pt x="439917" y="14331"/>
                  </a:cubicBezTo>
                  <a:lnTo>
                    <a:pt x="948648" y="837663"/>
                  </a:lnTo>
                  <a:cubicBezTo>
                    <a:pt x="958971" y="851451"/>
                    <a:pt x="956962" y="871644"/>
                    <a:pt x="944161" y="882764"/>
                  </a:cubicBezTo>
                  <a:cubicBezTo>
                    <a:pt x="938866" y="887363"/>
                    <a:pt x="932269" y="889871"/>
                    <a:pt x="925467" y="889871"/>
                  </a:cubicBezTo>
                  <a:close/>
                  <a:moveTo>
                    <a:pt x="78073" y="825723"/>
                  </a:moveTo>
                  <a:lnTo>
                    <a:pt x="869740" y="825723"/>
                  </a:lnTo>
                  <a:lnTo>
                    <a:pt x="418723" y="95807"/>
                  </a:lnTo>
                  <a:lnTo>
                    <a:pt x="78073" y="825723"/>
                  </a:lnTo>
                  <a:close/>
                </a:path>
              </a:pathLst>
            </a:custGeom>
            <a:solidFill>
              <a:schemeClr val="accent1"/>
            </a:solidFill>
            <a:ln w="1727" cap="flat">
              <a:noFill/>
              <a:prstDash val="solid"/>
              <a:miter/>
            </a:ln>
          </p:spPr>
          <p:txBody>
            <a:bodyPr rtlCol="0" anchor="ctr"/>
            <a:lstStyle/>
            <a:p>
              <a:pPr algn="ctr"/>
              <a:endParaRPr lang="zh-CN" altLang="en-US"/>
            </a:p>
          </p:txBody>
        </p:sp>
        <p:sp>
          <p:nvSpPr>
            <p:cNvPr id="1220" name="任意多边形: 形状 1219">
              <a:extLst>
                <a:ext uri="{FF2B5EF4-FFF2-40B4-BE49-F238E27FC236}">
                  <a16:creationId xmlns:a16="http://schemas.microsoft.com/office/drawing/2014/main" id="{40FAAD44-0BA0-2039-37BC-A633BADDBF4D}"/>
                </a:ext>
              </a:extLst>
            </p:cNvPr>
            <p:cNvSpPr/>
            <p:nvPr/>
          </p:nvSpPr>
          <p:spPr>
            <a:xfrm>
              <a:off x="13914384" y="1084646"/>
              <a:ext cx="1245050" cy="1241596"/>
            </a:xfrm>
            <a:custGeom>
              <a:avLst/>
              <a:gdLst>
                <a:gd name="connsiteX0" fmla="*/ 0 w 1245050"/>
                <a:gd name="connsiteY0" fmla="*/ 1241596 h 1241596"/>
                <a:gd name="connsiteX1" fmla="*/ 566817 w 1245050"/>
                <a:gd name="connsiteY1" fmla="*/ 0 h 1241596"/>
                <a:gd name="connsiteX2" fmla="*/ 1245051 w 1245050"/>
                <a:gd name="connsiteY2" fmla="*/ 1241596 h 1241596"/>
              </a:gdLst>
              <a:ahLst/>
              <a:cxnLst>
                <a:cxn ang="0">
                  <a:pos x="connsiteX0" y="connsiteY0"/>
                </a:cxn>
                <a:cxn ang="0">
                  <a:pos x="connsiteX1" y="connsiteY1"/>
                </a:cxn>
                <a:cxn ang="0">
                  <a:pos x="connsiteX2" y="connsiteY2"/>
                </a:cxn>
              </a:cxnLst>
              <a:rect l="l" t="t" r="r" b="b"/>
              <a:pathLst>
                <a:path w="1245050" h="1241596">
                  <a:moveTo>
                    <a:pt x="0" y="1241596"/>
                  </a:moveTo>
                  <a:lnTo>
                    <a:pt x="566817" y="0"/>
                  </a:lnTo>
                  <a:lnTo>
                    <a:pt x="1245051" y="1241596"/>
                  </a:lnTo>
                  <a:close/>
                </a:path>
              </a:pathLst>
            </a:custGeom>
            <a:solidFill>
              <a:schemeClr val="tx2">
                <a:lumMod val="95000"/>
              </a:schemeClr>
            </a:solidFill>
            <a:ln w="1727" cap="flat">
              <a:noFill/>
              <a:prstDash val="solid"/>
              <a:miter/>
            </a:ln>
          </p:spPr>
          <p:txBody>
            <a:bodyPr rtlCol="0" anchor="ctr"/>
            <a:lstStyle/>
            <a:p>
              <a:pPr algn="ctr"/>
              <a:endParaRPr lang="zh-CN" altLang="en-US"/>
            </a:p>
          </p:txBody>
        </p:sp>
        <p:sp>
          <p:nvSpPr>
            <p:cNvPr id="1221" name="任意多边形: 形状 1220">
              <a:extLst>
                <a:ext uri="{FF2B5EF4-FFF2-40B4-BE49-F238E27FC236}">
                  <a16:creationId xmlns:a16="http://schemas.microsoft.com/office/drawing/2014/main" id="{F45CD072-D898-41DC-8D62-0D714292C6D0}"/>
                </a:ext>
              </a:extLst>
            </p:cNvPr>
            <p:cNvSpPr/>
            <p:nvPr/>
          </p:nvSpPr>
          <p:spPr>
            <a:xfrm>
              <a:off x="13884604" y="1052567"/>
              <a:ext cx="1304760" cy="1305748"/>
            </a:xfrm>
            <a:custGeom>
              <a:avLst/>
              <a:gdLst>
                <a:gd name="connsiteX0" fmla="*/ 1274980 w 1304760"/>
                <a:gd name="connsiteY0" fmla="*/ 1305748 h 1305748"/>
                <a:gd name="connsiteX1" fmla="*/ 29780 w 1304760"/>
                <a:gd name="connsiteY1" fmla="*/ 1305748 h 1305748"/>
                <a:gd name="connsiteX2" fmla="*/ 0 w 1304760"/>
                <a:gd name="connsiteY2" fmla="*/ 1273678 h 1305748"/>
                <a:gd name="connsiteX3" fmla="*/ 3056 w 1304760"/>
                <a:gd name="connsiteY3" fmla="*/ 1259522 h 1305748"/>
                <a:gd name="connsiteX4" fmla="*/ 569873 w 1304760"/>
                <a:gd name="connsiteY4" fmla="*/ 17926 h 1305748"/>
                <a:gd name="connsiteX5" fmla="*/ 609734 w 1304760"/>
                <a:gd name="connsiteY5" fmla="*/ 3300 h 1305748"/>
                <a:gd name="connsiteX6" fmla="*/ 622257 w 1304760"/>
                <a:gd name="connsiteY6" fmla="*/ 15817 h 1305748"/>
                <a:gd name="connsiteX7" fmla="*/ 1299121 w 1304760"/>
                <a:gd name="connsiteY7" fmla="*/ 1254896 h 1305748"/>
                <a:gd name="connsiteX8" fmla="*/ 1292416 w 1304760"/>
                <a:gd name="connsiteY8" fmla="*/ 1299676 h 1305748"/>
                <a:gd name="connsiteX9" fmla="*/ 1274980 w 1304760"/>
                <a:gd name="connsiteY9" fmla="*/ 1305748 h 1305748"/>
                <a:gd name="connsiteX10" fmla="*/ 77608 w 1304760"/>
                <a:gd name="connsiteY10" fmla="*/ 1241601 h 1305748"/>
                <a:gd name="connsiteX11" fmla="*/ 1222759 w 1304760"/>
                <a:gd name="connsiteY11" fmla="*/ 1241601 h 1305748"/>
                <a:gd name="connsiteX12" fmla="*/ 598942 w 1304760"/>
                <a:gd name="connsiteY12" fmla="*/ 99626 h 1305748"/>
                <a:gd name="connsiteX13" fmla="*/ 77608 w 1304760"/>
                <a:gd name="connsiteY13" fmla="*/ 1241601 h 1305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4760" h="1305748">
                  <a:moveTo>
                    <a:pt x="1274980" y="1305748"/>
                  </a:moveTo>
                  <a:lnTo>
                    <a:pt x="29780" y="1305748"/>
                  </a:lnTo>
                  <a:cubicBezTo>
                    <a:pt x="13335" y="1305750"/>
                    <a:pt x="2" y="1291392"/>
                    <a:pt x="0" y="1273678"/>
                  </a:cubicBezTo>
                  <a:cubicBezTo>
                    <a:pt x="-1" y="1268770"/>
                    <a:pt x="1045" y="1263927"/>
                    <a:pt x="3056" y="1259522"/>
                  </a:cubicBezTo>
                  <a:lnTo>
                    <a:pt x="569873" y="17926"/>
                  </a:lnTo>
                  <a:cubicBezTo>
                    <a:pt x="577131" y="2031"/>
                    <a:pt x="594977" y="-4518"/>
                    <a:pt x="609734" y="3300"/>
                  </a:cubicBezTo>
                  <a:cubicBezTo>
                    <a:pt x="614954" y="6065"/>
                    <a:pt x="619308" y="10417"/>
                    <a:pt x="622257" y="15817"/>
                  </a:cubicBezTo>
                  <a:lnTo>
                    <a:pt x="1299121" y="1254896"/>
                  </a:lnTo>
                  <a:cubicBezTo>
                    <a:pt x="1308750" y="1269256"/>
                    <a:pt x="1305748" y="1289304"/>
                    <a:pt x="1292416" y="1299676"/>
                  </a:cubicBezTo>
                  <a:cubicBezTo>
                    <a:pt x="1287341" y="1303624"/>
                    <a:pt x="1281240" y="1305749"/>
                    <a:pt x="1274980" y="1305748"/>
                  </a:cubicBezTo>
                  <a:close/>
                  <a:moveTo>
                    <a:pt x="77608" y="1241601"/>
                  </a:moveTo>
                  <a:lnTo>
                    <a:pt x="1222759" y="1241601"/>
                  </a:lnTo>
                  <a:lnTo>
                    <a:pt x="598942" y="99626"/>
                  </a:lnTo>
                  <a:lnTo>
                    <a:pt x="77608" y="1241601"/>
                  </a:lnTo>
                  <a:close/>
                </a:path>
              </a:pathLst>
            </a:custGeom>
            <a:solidFill>
              <a:schemeClr val="accent1"/>
            </a:solidFill>
            <a:ln w="1727" cap="flat">
              <a:noFill/>
              <a:prstDash val="solid"/>
              <a:miter/>
            </a:ln>
          </p:spPr>
          <p:txBody>
            <a:bodyPr rtlCol="0" anchor="ctr"/>
            <a:lstStyle/>
            <a:p>
              <a:pPr algn="ctr"/>
              <a:endParaRPr lang="zh-CN" altLang="en-US"/>
            </a:p>
          </p:txBody>
        </p:sp>
        <p:sp>
          <p:nvSpPr>
            <p:cNvPr id="1222" name="任意多边形: 形状 1221">
              <a:extLst>
                <a:ext uri="{FF2B5EF4-FFF2-40B4-BE49-F238E27FC236}">
                  <a16:creationId xmlns:a16="http://schemas.microsoft.com/office/drawing/2014/main" id="{BDED71FF-6006-F5DD-2AC6-4C6BDCB6BC77}"/>
                </a:ext>
              </a:extLst>
            </p:cNvPr>
            <p:cNvSpPr/>
            <p:nvPr/>
          </p:nvSpPr>
          <p:spPr>
            <a:xfrm>
              <a:off x="13914384" y="1084646"/>
              <a:ext cx="1240323" cy="1241596"/>
            </a:xfrm>
            <a:custGeom>
              <a:avLst/>
              <a:gdLst>
                <a:gd name="connsiteX0" fmla="*/ 566817 w 1240323"/>
                <a:gd name="connsiteY0" fmla="*/ 0 h 1241596"/>
                <a:gd name="connsiteX1" fmla="*/ 918284 w 1240323"/>
                <a:gd name="connsiteY1" fmla="*/ 1010481 h 1241596"/>
                <a:gd name="connsiteX2" fmla="*/ 564621 w 1240323"/>
                <a:gd name="connsiteY2" fmla="*/ 583484 h 1241596"/>
                <a:gd name="connsiteX3" fmla="*/ 734273 w 1240323"/>
                <a:gd name="connsiteY3" fmla="*/ 1052137 h 1241596"/>
                <a:gd name="connsiteX4" fmla="*/ 210989 w 1240323"/>
                <a:gd name="connsiteY4" fmla="*/ 1131455 h 1241596"/>
                <a:gd name="connsiteX5" fmla="*/ 475523 w 1240323"/>
                <a:gd name="connsiteY5" fmla="*/ 201030 h 1241596"/>
                <a:gd name="connsiteX6" fmla="*/ 0 w 1240323"/>
                <a:gd name="connsiteY6" fmla="*/ 1241596 h 1241596"/>
                <a:gd name="connsiteX7" fmla="*/ 1240324 w 1240323"/>
                <a:gd name="connsiteY7" fmla="*/ 1232648 h 1241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323" h="1241596">
                  <a:moveTo>
                    <a:pt x="566817" y="0"/>
                  </a:moveTo>
                  <a:lnTo>
                    <a:pt x="918284" y="1010481"/>
                  </a:lnTo>
                  <a:lnTo>
                    <a:pt x="564621" y="583484"/>
                  </a:lnTo>
                  <a:lnTo>
                    <a:pt x="734273" y="1052137"/>
                  </a:lnTo>
                  <a:lnTo>
                    <a:pt x="210989" y="1131455"/>
                  </a:lnTo>
                  <a:lnTo>
                    <a:pt x="475523" y="201030"/>
                  </a:lnTo>
                  <a:lnTo>
                    <a:pt x="0" y="1241596"/>
                  </a:lnTo>
                  <a:lnTo>
                    <a:pt x="1240324" y="1232648"/>
                  </a:lnTo>
                  <a:close/>
                </a:path>
              </a:pathLst>
            </a:custGeom>
            <a:solidFill>
              <a:schemeClr val="accent1">
                <a:lumMod val="40000"/>
                <a:lumOff val="60000"/>
                <a:alpha val="40000"/>
              </a:schemeClr>
            </a:solidFill>
            <a:ln w="1727" cap="flat">
              <a:noFill/>
              <a:prstDash val="solid"/>
              <a:miter/>
            </a:ln>
          </p:spPr>
          <p:txBody>
            <a:bodyPr rtlCol="0" anchor="ctr"/>
            <a:lstStyle/>
            <a:p>
              <a:pPr algn="ctr"/>
              <a:endParaRPr lang="zh-CN" altLang="en-US"/>
            </a:p>
          </p:txBody>
        </p:sp>
        <p:sp>
          <p:nvSpPr>
            <p:cNvPr id="1223" name="任意多边形: 形状 1222">
              <a:extLst>
                <a:ext uri="{FF2B5EF4-FFF2-40B4-BE49-F238E27FC236}">
                  <a16:creationId xmlns:a16="http://schemas.microsoft.com/office/drawing/2014/main" id="{B5560575-48C6-9C12-7C76-7085868EBB76}"/>
                </a:ext>
              </a:extLst>
            </p:cNvPr>
            <p:cNvSpPr/>
            <p:nvPr/>
          </p:nvSpPr>
          <p:spPr>
            <a:xfrm>
              <a:off x="13659564" y="1477243"/>
              <a:ext cx="1805660" cy="848998"/>
            </a:xfrm>
            <a:custGeom>
              <a:avLst/>
              <a:gdLst>
                <a:gd name="connsiteX0" fmla="*/ 385352 w 1805660"/>
                <a:gd name="connsiteY0" fmla="*/ 23294 h 848998"/>
                <a:gd name="connsiteX1" fmla="*/ 155262 w 1805660"/>
                <a:gd name="connsiteY1" fmla="*/ 742826 h 848998"/>
                <a:gd name="connsiteX2" fmla="*/ 564353 w 1805660"/>
                <a:gd name="connsiteY2" fmla="*/ 131358 h 848998"/>
                <a:gd name="connsiteX3" fmla="*/ 564964 w 1805660"/>
                <a:gd name="connsiteY3" fmla="*/ 168692 h 848998"/>
                <a:gd name="connsiteX4" fmla="*/ 254820 w 1805660"/>
                <a:gd name="connsiteY4" fmla="*/ 848998 h 848998"/>
                <a:gd name="connsiteX5" fmla="*/ 0 w 1805660"/>
                <a:gd name="connsiteY5" fmla="*/ 848998 h 848998"/>
                <a:gd name="connsiteX6" fmla="*/ 1173267 w 1805660"/>
                <a:gd name="connsiteY6" fmla="*/ 182852 h 848998"/>
                <a:gd name="connsiteX7" fmla="*/ 1552642 w 1805660"/>
                <a:gd name="connsiteY7" fmla="*/ 763650 h 848998"/>
                <a:gd name="connsiteX8" fmla="*/ 1667653 w 1805660"/>
                <a:gd name="connsiteY8" fmla="*/ 763650 h 848998"/>
                <a:gd name="connsiteX9" fmla="*/ 1303167 w 1805660"/>
                <a:gd name="connsiteY9" fmla="*/ 0 h 848998"/>
                <a:gd name="connsiteX10" fmla="*/ 1805660 w 1805660"/>
                <a:gd name="connsiteY10" fmla="*/ 848998 h 848998"/>
                <a:gd name="connsiteX11" fmla="*/ 1495144 w 1805660"/>
                <a:gd name="connsiteY11" fmla="*/ 846986 h 848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05660" h="848998">
                  <a:moveTo>
                    <a:pt x="385352" y="23294"/>
                  </a:moveTo>
                  <a:lnTo>
                    <a:pt x="155262" y="742826"/>
                  </a:lnTo>
                  <a:lnTo>
                    <a:pt x="564353" y="131358"/>
                  </a:lnTo>
                  <a:lnTo>
                    <a:pt x="564964" y="168692"/>
                  </a:lnTo>
                  <a:lnTo>
                    <a:pt x="254820" y="848998"/>
                  </a:lnTo>
                  <a:lnTo>
                    <a:pt x="0" y="848998"/>
                  </a:lnTo>
                  <a:close/>
                  <a:moveTo>
                    <a:pt x="1173267" y="182852"/>
                  </a:moveTo>
                  <a:lnTo>
                    <a:pt x="1552642" y="763650"/>
                  </a:lnTo>
                  <a:lnTo>
                    <a:pt x="1667653" y="763650"/>
                  </a:lnTo>
                  <a:lnTo>
                    <a:pt x="1303167" y="0"/>
                  </a:lnTo>
                  <a:lnTo>
                    <a:pt x="1805660" y="848998"/>
                  </a:lnTo>
                  <a:lnTo>
                    <a:pt x="1495144" y="846986"/>
                  </a:lnTo>
                  <a:close/>
                </a:path>
              </a:pathLst>
            </a:custGeom>
            <a:solidFill>
              <a:schemeClr val="accent1">
                <a:lumMod val="40000"/>
                <a:lumOff val="60000"/>
                <a:alpha val="40000"/>
              </a:schemeClr>
            </a:solidFill>
            <a:ln w="1727" cap="flat">
              <a:noFill/>
              <a:prstDash val="solid"/>
              <a:miter/>
            </a:ln>
          </p:spPr>
          <p:txBody>
            <a:bodyPr rtlCol="0" anchor="ctr"/>
            <a:lstStyle/>
            <a:p>
              <a:pPr algn="ctr"/>
              <a:endParaRPr lang="zh-CN" altLang="en-US"/>
            </a:p>
          </p:txBody>
        </p:sp>
      </p:grpSp>
      <p:grpSp>
        <p:nvGrpSpPr>
          <p:cNvPr id="1229" name="组合 1228">
            <a:extLst>
              <a:ext uri="{FF2B5EF4-FFF2-40B4-BE49-F238E27FC236}">
                <a16:creationId xmlns:a16="http://schemas.microsoft.com/office/drawing/2014/main" id="{67EC8EA3-98C6-AD72-E049-F0D19A1116F5}"/>
              </a:ext>
            </a:extLst>
          </p:cNvPr>
          <p:cNvGrpSpPr/>
          <p:nvPr/>
        </p:nvGrpSpPr>
        <p:grpSpPr>
          <a:xfrm>
            <a:off x="6367523" y="1806365"/>
            <a:ext cx="1101181" cy="586943"/>
            <a:chOff x="13629789" y="1052567"/>
            <a:chExt cx="1865373" cy="1305748"/>
          </a:xfrm>
        </p:grpSpPr>
        <p:sp>
          <p:nvSpPr>
            <p:cNvPr id="1230" name="任意多边形: 形状 1229">
              <a:extLst>
                <a:ext uri="{FF2B5EF4-FFF2-40B4-BE49-F238E27FC236}">
                  <a16:creationId xmlns:a16="http://schemas.microsoft.com/office/drawing/2014/main" id="{8D99A287-664F-116D-C118-70042823D607}"/>
                </a:ext>
              </a:extLst>
            </p:cNvPr>
            <p:cNvSpPr/>
            <p:nvPr/>
          </p:nvSpPr>
          <p:spPr>
            <a:xfrm>
              <a:off x="14474457" y="1477243"/>
              <a:ext cx="990767" cy="848998"/>
            </a:xfrm>
            <a:custGeom>
              <a:avLst/>
              <a:gdLst>
                <a:gd name="connsiteX0" fmla="*/ 0 w 990767"/>
                <a:gd name="connsiteY0" fmla="*/ 848998 h 848998"/>
                <a:gd name="connsiteX1" fmla="*/ 488275 w 990767"/>
                <a:gd name="connsiteY1" fmla="*/ 0 h 848998"/>
                <a:gd name="connsiteX2" fmla="*/ 990767 w 990767"/>
                <a:gd name="connsiteY2" fmla="*/ 848998 h 848998"/>
              </a:gdLst>
              <a:ahLst/>
              <a:cxnLst>
                <a:cxn ang="0">
                  <a:pos x="connsiteX0" y="connsiteY0"/>
                </a:cxn>
                <a:cxn ang="0">
                  <a:pos x="connsiteX1" y="connsiteY1"/>
                </a:cxn>
                <a:cxn ang="0">
                  <a:pos x="connsiteX2" y="connsiteY2"/>
                </a:cxn>
              </a:cxnLst>
              <a:rect l="l" t="t" r="r" b="b"/>
              <a:pathLst>
                <a:path w="990767" h="848998">
                  <a:moveTo>
                    <a:pt x="0" y="848998"/>
                  </a:moveTo>
                  <a:lnTo>
                    <a:pt x="488275" y="0"/>
                  </a:lnTo>
                  <a:lnTo>
                    <a:pt x="990767" y="848998"/>
                  </a:lnTo>
                  <a:close/>
                </a:path>
              </a:pathLst>
            </a:custGeom>
            <a:solidFill>
              <a:schemeClr val="tx2">
                <a:lumMod val="95000"/>
              </a:schemeClr>
            </a:solidFill>
            <a:ln w="1727" cap="flat">
              <a:noFill/>
              <a:prstDash val="solid"/>
              <a:miter/>
            </a:ln>
          </p:spPr>
          <p:txBody>
            <a:bodyPr rtlCol="0" anchor="ctr"/>
            <a:lstStyle/>
            <a:p>
              <a:pPr algn="ctr"/>
              <a:endParaRPr lang="zh-CN" altLang="en-US"/>
            </a:p>
          </p:txBody>
        </p:sp>
        <p:sp>
          <p:nvSpPr>
            <p:cNvPr id="1231" name="任意多边形: 形状 1230">
              <a:extLst>
                <a:ext uri="{FF2B5EF4-FFF2-40B4-BE49-F238E27FC236}">
                  <a16:creationId xmlns:a16="http://schemas.microsoft.com/office/drawing/2014/main" id="{28C390CB-792D-83DF-5F12-DD4ED2F29514}"/>
                </a:ext>
              </a:extLst>
            </p:cNvPr>
            <p:cNvSpPr/>
            <p:nvPr/>
          </p:nvSpPr>
          <p:spPr>
            <a:xfrm>
              <a:off x="14444674" y="1445162"/>
              <a:ext cx="1050488" cy="913153"/>
            </a:xfrm>
            <a:custGeom>
              <a:avLst/>
              <a:gdLst>
                <a:gd name="connsiteX0" fmla="*/ 1020700 w 1050488"/>
                <a:gd name="connsiteY0" fmla="*/ 913154 h 913153"/>
                <a:gd name="connsiteX1" fmla="*/ 29783 w 1050488"/>
                <a:gd name="connsiteY1" fmla="*/ 913154 h 913153"/>
                <a:gd name="connsiteX2" fmla="*/ 0 w 1050488"/>
                <a:gd name="connsiteY2" fmla="*/ 881087 h 913153"/>
                <a:gd name="connsiteX3" fmla="*/ 4466 w 1050488"/>
                <a:gd name="connsiteY3" fmla="*/ 864185 h 913153"/>
                <a:gd name="connsiteX4" fmla="*/ 492740 w 1050488"/>
                <a:gd name="connsiteY4" fmla="*/ 15187 h 913153"/>
                <a:gd name="connsiteX5" fmla="*/ 517857 w 1050488"/>
                <a:gd name="connsiteY5" fmla="*/ 0 h 913153"/>
                <a:gd name="connsiteX6" fmla="*/ 518050 w 1050488"/>
                <a:gd name="connsiteY6" fmla="*/ 0 h 913153"/>
                <a:gd name="connsiteX7" fmla="*/ 543160 w 1050488"/>
                <a:gd name="connsiteY7" fmla="*/ 14834 h 913153"/>
                <a:gd name="connsiteX8" fmla="*/ 1044230 w 1050488"/>
                <a:gd name="connsiteY8" fmla="*/ 861411 h 913153"/>
                <a:gd name="connsiteX9" fmla="*/ 1038971 w 1050488"/>
                <a:gd name="connsiteY9" fmla="*/ 906415 h 913153"/>
                <a:gd name="connsiteX10" fmla="*/ 1020699 w 1050488"/>
                <a:gd name="connsiteY10" fmla="*/ 913154 h 913153"/>
                <a:gd name="connsiteX11" fmla="*/ 83254 w 1050488"/>
                <a:gd name="connsiteY11" fmla="*/ 849006 h 913153"/>
                <a:gd name="connsiteX12" fmla="*/ 966261 w 1050488"/>
                <a:gd name="connsiteY12" fmla="*/ 849006 h 913153"/>
                <a:gd name="connsiteX13" fmla="*/ 518423 w 1050488"/>
                <a:gd name="connsiteY13" fmla="*/ 92356 h 913153"/>
                <a:gd name="connsiteX14" fmla="*/ 83254 w 1050488"/>
                <a:gd name="connsiteY14" fmla="*/ 849006 h 91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50488" h="913153">
                  <a:moveTo>
                    <a:pt x="1020700" y="913154"/>
                  </a:moveTo>
                  <a:lnTo>
                    <a:pt x="29783" y="913154"/>
                  </a:lnTo>
                  <a:cubicBezTo>
                    <a:pt x="13338" y="913158"/>
                    <a:pt x="4" y="898801"/>
                    <a:pt x="0" y="881087"/>
                  </a:cubicBezTo>
                  <a:cubicBezTo>
                    <a:pt x="-1" y="875115"/>
                    <a:pt x="1545" y="869261"/>
                    <a:pt x="4466" y="864185"/>
                  </a:cubicBezTo>
                  <a:lnTo>
                    <a:pt x="492740" y="15187"/>
                  </a:lnTo>
                  <a:cubicBezTo>
                    <a:pt x="498131" y="5810"/>
                    <a:pt x="507617" y="74"/>
                    <a:pt x="517857" y="0"/>
                  </a:cubicBezTo>
                  <a:lnTo>
                    <a:pt x="518050" y="0"/>
                  </a:lnTo>
                  <a:cubicBezTo>
                    <a:pt x="528223" y="0"/>
                    <a:pt x="537692" y="5594"/>
                    <a:pt x="543160" y="14834"/>
                  </a:cubicBezTo>
                  <a:lnTo>
                    <a:pt x="1044230" y="861411"/>
                  </a:lnTo>
                  <a:cubicBezTo>
                    <a:pt x="1054315" y="875403"/>
                    <a:pt x="1051960" y="895552"/>
                    <a:pt x="1038971" y="906415"/>
                  </a:cubicBezTo>
                  <a:cubicBezTo>
                    <a:pt x="1033744" y="910785"/>
                    <a:pt x="1027316" y="913156"/>
                    <a:pt x="1020699" y="913154"/>
                  </a:cubicBezTo>
                  <a:close/>
                  <a:moveTo>
                    <a:pt x="83254" y="849006"/>
                  </a:moveTo>
                  <a:lnTo>
                    <a:pt x="966261" y="849006"/>
                  </a:lnTo>
                  <a:lnTo>
                    <a:pt x="518423" y="92356"/>
                  </a:lnTo>
                  <a:lnTo>
                    <a:pt x="83254" y="849006"/>
                  </a:lnTo>
                  <a:close/>
                </a:path>
              </a:pathLst>
            </a:custGeom>
            <a:solidFill>
              <a:schemeClr val="accent2"/>
            </a:solidFill>
            <a:ln w="1727" cap="flat">
              <a:noFill/>
              <a:prstDash val="solid"/>
              <a:miter/>
            </a:ln>
          </p:spPr>
          <p:txBody>
            <a:bodyPr rtlCol="0" anchor="ctr"/>
            <a:lstStyle/>
            <a:p>
              <a:pPr algn="ctr"/>
              <a:endParaRPr lang="zh-CN" altLang="en-US"/>
            </a:p>
          </p:txBody>
        </p:sp>
        <p:sp>
          <p:nvSpPr>
            <p:cNvPr id="1232" name="任意多边形: 形状 1231">
              <a:extLst>
                <a:ext uri="{FF2B5EF4-FFF2-40B4-BE49-F238E27FC236}">
                  <a16:creationId xmlns:a16="http://schemas.microsoft.com/office/drawing/2014/main" id="{5161DC3B-A371-A3E4-2364-914E3429D28B}"/>
                </a:ext>
              </a:extLst>
            </p:cNvPr>
            <p:cNvSpPr/>
            <p:nvPr/>
          </p:nvSpPr>
          <p:spPr>
            <a:xfrm>
              <a:off x="13659564" y="1500537"/>
              <a:ext cx="895549" cy="825704"/>
            </a:xfrm>
            <a:custGeom>
              <a:avLst/>
              <a:gdLst>
                <a:gd name="connsiteX0" fmla="*/ 0 w 895549"/>
                <a:gd name="connsiteY0" fmla="*/ 825705 h 825704"/>
                <a:gd name="connsiteX1" fmla="*/ 385352 w 895549"/>
                <a:gd name="connsiteY1" fmla="*/ 0 h 825704"/>
                <a:gd name="connsiteX2" fmla="*/ 895550 w 895549"/>
                <a:gd name="connsiteY2" fmla="*/ 825705 h 825704"/>
              </a:gdLst>
              <a:ahLst/>
              <a:cxnLst>
                <a:cxn ang="0">
                  <a:pos x="connsiteX0" y="connsiteY0"/>
                </a:cxn>
                <a:cxn ang="0">
                  <a:pos x="connsiteX1" y="connsiteY1"/>
                </a:cxn>
                <a:cxn ang="0">
                  <a:pos x="connsiteX2" y="connsiteY2"/>
                </a:cxn>
              </a:cxnLst>
              <a:rect l="l" t="t" r="r" b="b"/>
              <a:pathLst>
                <a:path w="895549" h="825704">
                  <a:moveTo>
                    <a:pt x="0" y="825705"/>
                  </a:moveTo>
                  <a:lnTo>
                    <a:pt x="385352" y="0"/>
                  </a:lnTo>
                  <a:lnTo>
                    <a:pt x="895550" y="825705"/>
                  </a:lnTo>
                  <a:close/>
                </a:path>
              </a:pathLst>
            </a:custGeom>
            <a:solidFill>
              <a:schemeClr val="tx2">
                <a:lumMod val="95000"/>
              </a:schemeClr>
            </a:solidFill>
            <a:ln w="1727" cap="flat">
              <a:noFill/>
              <a:prstDash val="solid"/>
              <a:miter/>
            </a:ln>
          </p:spPr>
          <p:txBody>
            <a:bodyPr rtlCol="0" anchor="ctr"/>
            <a:lstStyle/>
            <a:p>
              <a:pPr algn="ctr"/>
              <a:endParaRPr lang="zh-CN" altLang="en-US"/>
            </a:p>
          </p:txBody>
        </p:sp>
        <p:sp>
          <p:nvSpPr>
            <p:cNvPr id="1233" name="任意多边形: 形状 1232">
              <a:extLst>
                <a:ext uri="{FF2B5EF4-FFF2-40B4-BE49-F238E27FC236}">
                  <a16:creationId xmlns:a16="http://schemas.microsoft.com/office/drawing/2014/main" id="{9AD961AD-14F3-560A-AE1B-0DD7441EA0C1}"/>
                </a:ext>
              </a:extLst>
            </p:cNvPr>
            <p:cNvSpPr/>
            <p:nvPr/>
          </p:nvSpPr>
          <p:spPr>
            <a:xfrm>
              <a:off x="13629789" y="1468445"/>
              <a:ext cx="955246" cy="889870"/>
            </a:xfrm>
            <a:custGeom>
              <a:avLst/>
              <a:gdLst>
                <a:gd name="connsiteX0" fmla="*/ 925467 w 955246"/>
                <a:gd name="connsiteY0" fmla="*/ 889871 h 889870"/>
                <a:gd name="connsiteX1" fmla="*/ 29776 w 955246"/>
                <a:gd name="connsiteY1" fmla="*/ 889871 h 889870"/>
                <a:gd name="connsiteX2" fmla="*/ 0 w 955246"/>
                <a:gd name="connsiteY2" fmla="*/ 857796 h 889870"/>
                <a:gd name="connsiteX3" fmla="*/ 3170 w 955246"/>
                <a:gd name="connsiteY3" fmla="*/ 843396 h 889870"/>
                <a:gd name="connsiteX4" fmla="*/ 388522 w 955246"/>
                <a:gd name="connsiteY4" fmla="*/ 17691 h 889870"/>
                <a:gd name="connsiteX5" fmla="*/ 413319 w 955246"/>
                <a:gd name="connsiteY5" fmla="*/ 91 h 889870"/>
                <a:gd name="connsiteX6" fmla="*/ 439917 w 955246"/>
                <a:gd name="connsiteY6" fmla="*/ 14331 h 889870"/>
                <a:gd name="connsiteX7" fmla="*/ 948648 w 955246"/>
                <a:gd name="connsiteY7" fmla="*/ 837663 h 889870"/>
                <a:gd name="connsiteX8" fmla="*/ 944161 w 955246"/>
                <a:gd name="connsiteY8" fmla="*/ 882764 h 889870"/>
                <a:gd name="connsiteX9" fmla="*/ 925467 w 955246"/>
                <a:gd name="connsiteY9" fmla="*/ 889871 h 889870"/>
                <a:gd name="connsiteX10" fmla="*/ 78073 w 955246"/>
                <a:gd name="connsiteY10" fmla="*/ 825723 h 889870"/>
                <a:gd name="connsiteX11" fmla="*/ 869740 w 955246"/>
                <a:gd name="connsiteY11" fmla="*/ 825723 h 889870"/>
                <a:gd name="connsiteX12" fmla="*/ 418723 w 955246"/>
                <a:gd name="connsiteY12" fmla="*/ 95807 h 889870"/>
                <a:gd name="connsiteX13" fmla="*/ 78073 w 955246"/>
                <a:gd name="connsiteY13" fmla="*/ 825723 h 88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55246" h="889870">
                  <a:moveTo>
                    <a:pt x="925467" y="889871"/>
                  </a:moveTo>
                  <a:lnTo>
                    <a:pt x="29776" y="889871"/>
                  </a:lnTo>
                  <a:cubicBezTo>
                    <a:pt x="13330" y="889870"/>
                    <a:pt x="-1" y="875510"/>
                    <a:pt x="0" y="857796"/>
                  </a:cubicBezTo>
                  <a:cubicBezTo>
                    <a:pt x="0" y="852795"/>
                    <a:pt x="1086" y="847864"/>
                    <a:pt x="3170" y="843396"/>
                  </a:cubicBezTo>
                  <a:lnTo>
                    <a:pt x="388522" y="17691"/>
                  </a:lnTo>
                  <a:cubicBezTo>
                    <a:pt x="393288" y="7487"/>
                    <a:pt x="402733" y="783"/>
                    <a:pt x="413319" y="91"/>
                  </a:cubicBezTo>
                  <a:cubicBezTo>
                    <a:pt x="423860" y="-791"/>
                    <a:pt x="434036" y="4822"/>
                    <a:pt x="439917" y="14331"/>
                  </a:cubicBezTo>
                  <a:lnTo>
                    <a:pt x="948648" y="837663"/>
                  </a:lnTo>
                  <a:cubicBezTo>
                    <a:pt x="958971" y="851451"/>
                    <a:pt x="956962" y="871644"/>
                    <a:pt x="944161" y="882764"/>
                  </a:cubicBezTo>
                  <a:cubicBezTo>
                    <a:pt x="938866" y="887363"/>
                    <a:pt x="932269" y="889871"/>
                    <a:pt x="925467" y="889871"/>
                  </a:cubicBezTo>
                  <a:close/>
                  <a:moveTo>
                    <a:pt x="78073" y="825723"/>
                  </a:moveTo>
                  <a:lnTo>
                    <a:pt x="869740" y="825723"/>
                  </a:lnTo>
                  <a:lnTo>
                    <a:pt x="418723" y="95807"/>
                  </a:lnTo>
                  <a:lnTo>
                    <a:pt x="78073" y="825723"/>
                  </a:lnTo>
                  <a:close/>
                </a:path>
              </a:pathLst>
            </a:custGeom>
            <a:solidFill>
              <a:schemeClr val="accent2"/>
            </a:solidFill>
            <a:ln w="1727" cap="flat">
              <a:noFill/>
              <a:prstDash val="solid"/>
              <a:miter/>
            </a:ln>
          </p:spPr>
          <p:txBody>
            <a:bodyPr rtlCol="0" anchor="ctr"/>
            <a:lstStyle/>
            <a:p>
              <a:pPr algn="ctr"/>
              <a:endParaRPr lang="zh-CN" altLang="en-US"/>
            </a:p>
          </p:txBody>
        </p:sp>
        <p:sp>
          <p:nvSpPr>
            <p:cNvPr id="1234" name="任意多边形: 形状 1233">
              <a:extLst>
                <a:ext uri="{FF2B5EF4-FFF2-40B4-BE49-F238E27FC236}">
                  <a16:creationId xmlns:a16="http://schemas.microsoft.com/office/drawing/2014/main" id="{7A283885-4F42-E605-DD87-942E989864CB}"/>
                </a:ext>
              </a:extLst>
            </p:cNvPr>
            <p:cNvSpPr/>
            <p:nvPr/>
          </p:nvSpPr>
          <p:spPr>
            <a:xfrm>
              <a:off x="13914384" y="1084646"/>
              <a:ext cx="1245050" cy="1241596"/>
            </a:xfrm>
            <a:custGeom>
              <a:avLst/>
              <a:gdLst>
                <a:gd name="connsiteX0" fmla="*/ 0 w 1245050"/>
                <a:gd name="connsiteY0" fmla="*/ 1241596 h 1241596"/>
                <a:gd name="connsiteX1" fmla="*/ 566817 w 1245050"/>
                <a:gd name="connsiteY1" fmla="*/ 0 h 1241596"/>
                <a:gd name="connsiteX2" fmla="*/ 1245051 w 1245050"/>
                <a:gd name="connsiteY2" fmla="*/ 1241596 h 1241596"/>
              </a:gdLst>
              <a:ahLst/>
              <a:cxnLst>
                <a:cxn ang="0">
                  <a:pos x="connsiteX0" y="connsiteY0"/>
                </a:cxn>
                <a:cxn ang="0">
                  <a:pos x="connsiteX1" y="connsiteY1"/>
                </a:cxn>
                <a:cxn ang="0">
                  <a:pos x="connsiteX2" y="connsiteY2"/>
                </a:cxn>
              </a:cxnLst>
              <a:rect l="l" t="t" r="r" b="b"/>
              <a:pathLst>
                <a:path w="1245050" h="1241596">
                  <a:moveTo>
                    <a:pt x="0" y="1241596"/>
                  </a:moveTo>
                  <a:lnTo>
                    <a:pt x="566817" y="0"/>
                  </a:lnTo>
                  <a:lnTo>
                    <a:pt x="1245051" y="1241596"/>
                  </a:lnTo>
                  <a:close/>
                </a:path>
              </a:pathLst>
            </a:custGeom>
            <a:solidFill>
              <a:schemeClr val="tx2">
                <a:lumMod val="95000"/>
              </a:schemeClr>
            </a:solidFill>
            <a:ln w="1727" cap="flat">
              <a:noFill/>
              <a:prstDash val="solid"/>
              <a:miter/>
            </a:ln>
          </p:spPr>
          <p:txBody>
            <a:bodyPr rtlCol="0" anchor="ctr"/>
            <a:lstStyle/>
            <a:p>
              <a:pPr algn="ctr"/>
              <a:endParaRPr lang="zh-CN" altLang="en-US"/>
            </a:p>
          </p:txBody>
        </p:sp>
        <p:sp>
          <p:nvSpPr>
            <p:cNvPr id="1235" name="任意多边形: 形状 1234">
              <a:extLst>
                <a:ext uri="{FF2B5EF4-FFF2-40B4-BE49-F238E27FC236}">
                  <a16:creationId xmlns:a16="http://schemas.microsoft.com/office/drawing/2014/main" id="{C36FA68B-4C82-EB25-47BA-4A4186797B33}"/>
                </a:ext>
              </a:extLst>
            </p:cNvPr>
            <p:cNvSpPr/>
            <p:nvPr/>
          </p:nvSpPr>
          <p:spPr>
            <a:xfrm>
              <a:off x="13884604" y="1052567"/>
              <a:ext cx="1304760" cy="1305748"/>
            </a:xfrm>
            <a:custGeom>
              <a:avLst/>
              <a:gdLst>
                <a:gd name="connsiteX0" fmla="*/ 1274980 w 1304760"/>
                <a:gd name="connsiteY0" fmla="*/ 1305748 h 1305748"/>
                <a:gd name="connsiteX1" fmla="*/ 29780 w 1304760"/>
                <a:gd name="connsiteY1" fmla="*/ 1305748 h 1305748"/>
                <a:gd name="connsiteX2" fmla="*/ 0 w 1304760"/>
                <a:gd name="connsiteY2" fmla="*/ 1273678 h 1305748"/>
                <a:gd name="connsiteX3" fmla="*/ 3056 w 1304760"/>
                <a:gd name="connsiteY3" fmla="*/ 1259522 h 1305748"/>
                <a:gd name="connsiteX4" fmla="*/ 569873 w 1304760"/>
                <a:gd name="connsiteY4" fmla="*/ 17926 h 1305748"/>
                <a:gd name="connsiteX5" fmla="*/ 609734 w 1304760"/>
                <a:gd name="connsiteY5" fmla="*/ 3300 h 1305748"/>
                <a:gd name="connsiteX6" fmla="*/ 622257 w 1304760"/>
                <a:gd name="connsiteY6" fmla="*/ 15817 h 1305748"/>
                <a:gd name="connsiteX7" fmla="*/ 1299121 w 1304760"/>
                <a:gd name="connsiteY7" fmla="*/ 1254896 h 1305748"/>
                <a:gd name="connsiteX8" fmla="*/ 1292416 w 1304760"/>
                <a:gd name="connsiteY8" fmla="*/ 1299676 h 1305748"/>
                <a:gd name="connsiteX9" fmla="*/ 1274980 w 1304760"/>
                <a:gd name="connsiteY9" fmla="*/ 1305748 h 1305748"/>
                <a:gd name="connsiteX10" fmla="*/ 77608 w 1304760"/>
                <a:gd name="connsiteY10" fmla="*/ 1241601 h 1305748"/>
                <a:gd name="connsiteX11" fmla="*/ 1222759 w 1304760"/>
                <a:gd name="connsiteY11" fmla="*/ 1241601 h 1305748"/>
                <a:gd name="connsiteX12" fmla="*/ 598942 w 1304760"/>
                <a:gd name="connsiteY12" fmla="*/ 99626 h 1305748"/>
                <a:gd name="connsiteX13" fmla="*/ 77608 w 1304760"/>
                <a:gd name="connsiteY13" fmla="*/ 1241601 h 1305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4760" h="1305748">
                  <a:moveTo>
                    <a:pt x="1274980" y="1305748"/>
                  </a:moveTo>
                  <a:lnTo>
                    <a:pt x="29780" y="1305748"/>
                  </a:lnTo>
                  <a:cubicBezTo>
                    <a:pt x="13335" y="1305750"/>
                    <a:pt x="2" y="1291392"/>
                    <a:pt x="0" y="1273678"/>
                  </a:cubicBezTo>
                  <a:cubicBezTo>
                    <a:pt x="-1" y="1268770"/>
                    <a:pt x="1045" y="1263927"/>
                    <a:pt x="3056" y="1259522"/>
                  </a:cubicBezTo>
                  <a:lnTo>
                    <a:pt x="569873" y="17926"/>
                  </a:lnTo>
                  <a:cubicBezTo>
                    <a:pt x="577131" y="2031"/>
                    <a:pt x="594977" y="-4518"/>
                    <a:pt x="609734" y="3300"/>
                  </a:cubicBezTo>
                  <a:cubicBezTo>
                    <a:pt x="614954" y="6065"/>
                    <a:pt x="619308" y="10417"/>
                    <a:pt x="622257" y="15817"/>
                  </a:cubicBezTo>
                  <a:lnTo>
                    <a:pt x="1299121" y="1254896"/>
                  </a:lnTo>
                  <a:cubicBezTo>
                    <a:pt x="1308750" y="1269256"/>
                    <a:pt x="1305748" y="1289304"/>
                    <a:pt x="1292416" y="1299676"/>
                  </a:cubicBezTo>
                  <a:cubicBezTo>
                    <a:pt x="1287341" y="1303624"/>
                    <a:pt x="1281240" y="1305749"/>
                    <a:pt x="1274980" y="1305748"/>
                  </a:cubicBezTo>
                  <a:close/>
                  <a:moveTo>
                    <a:pt x="77608" y="1241601"/>
                  </a:moveTo>
                  <a:lnTo>
                    <a:pt x="1222759" y="1241601"/>
                  </a:lnTo>
                  <a:lnTo>
                    <a:pt x="598942" y="99626"/>
                  </a:lnTo>
                  <a:lnTo>
                    <a:pt x="77608" y="1241601"/>
                  </a:lnTo>
                  <a:close/>
                </a:path>
              </a:pathLst>
            </a:custGeom>
            <a:solidFill>
              <a:schemeClr val="accent2"/>
            </a:solidFill>
            <a:ln w="1727" cap="flat">
              <a:noFill/>
              <a:prstDash val="solid"/>
              <a:miter/>
            </a:ln>
          </p:spPr>
          <p:txBody>
            <a:bodyPr rtlCol="0" anchor="ctr"/>
            <a:lstStyle/>
            <a:p>
              <a:pPr algn="ctr"/>
              <a:endParaRPr lang="zh-CN" altLang="en-US"/>
            </a:p>
          </p:txBody>
        </p:sp>
        <p:sp>
          <p:nvSpPr>
            <p:cNvPr id="1236" name="任意多边形: 形状 1235">
              <a:extLst>
                <a:ext uri="{FF2B5EF4-FFF2-40B4-BE49-F238E27FC236}">
                  <a16:creationId xmlns:a16="http://schemas.microsoft.com/office/drawing/2014/main" id="{1B16671C-F366-8976-D800-C3CD4B54BC44}"/>
                </a:ext>
              </a:extLst>
            </p:cNvPr>
            <p:cNvSpPr/>
            <p:nvPr/>
          </p:nvSpPr>
          <p:spPr>
            <a:xfrm>
              <a:off x="13914384" y="1084646"/>
              <a:ext cx="1240323" cy="1241596"/>
            </a:xfrm>
            <a:custGeom>
              <a:avLst/>
              <a:gdLst>
                <a:gd name="connsiteX0" fmla="*/ 566817 w 1240323"/>
                <a:gd name="connsiteY0" fmla="*/ 0 h 1241596"/>
                <a:gd name="connsiteX1" fmla="*/ 918284 w 1240323"/>
                <a:gd name="connsiteY1" fmla="*/ 1010481 h 1241596"/>
                <a:gd name="connsiteX2" fmla="*/ 564621 w 1240323"/>
                <a:gd name="connsiteY2" fmla="*/ 583484 h 1241596"/>
                <a:gd name="connsiteX3" fmla="*/ 734273 w 1240323"/>
                <a:gd name="connsiteY3" fmla="*/ 1052137 h 1241596"/>
                <a:gd name="connsiteX4" fmla="*/ 210989 w 1240323"/>
                <a:gd name="connsiteY4" fmla="*/ 1131455 h 1241596"/>
                <a:gd name="connsiteX5" fmla="*/ 475523 w 1240323"/>
                <a:gd name="connsiteY5" fmla="*/ 201030 h 1241596"/>
                <a:gd name="connsiteX6" fmla="*/ 0 w 1240323"/>
                <a:gd name="connsiteY6" fmla="*/ 1241596 h 1241596"/>
                <a:gd name="connsiteX7" fmla="*/ 1240324 w 1240323"/>
                <a:gd name="connsiteY7" fmla="*/ 1232648 h 1241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0323" h="1241596">
                  <a:moveTo>
                    <a:pt x="566817" y="0"/>
                  </a:moveTo>
                  <a:lnTo>
                    <a:pt x="918284" y="1010481"/>
                  </a:lnTo>
                  <a:lnTo>
                    <a:pt x="564621" y="583484"/>
                  </a:lnTo>
                  <a:lnTo>
                    <a:pt x="734273" y="1052137"/>
                  </a:lnTo>
                  <a:lnTo>
                    <a:pt x="210989" y="1131455"/>
                  </a:lnTo>
                  <a:lnTo>
                    <a:pt x="475523" y="201030"/>
                  </a:lnTo>
                  <a:lnTo>
                    <a:pt x="0" y="1241596"/>
                  </a:lnTo>
                  <a:lnTo>
                    <a:pt x="1240324" y="1232648"/>
                  </a:lnTo>
                  <a:close/>
                </a:path>
              </a:pathLst>
            </a:custGeom>
            <a:solidFill>
              <a:schemeClr val="accent2">
                <a:lumMod val="40000"/>
                <a:lumOff val="60000"/>
                <a:alpha val="40000"/>
              </a:schemeClr>
            </a:solidFill>
            <a:ln w="1727" cap="flat">
              <a:noFill/>
              <a:prstDash val="solid"/>
              <a:miter/>
            </a:ln>
          </p:spPr>
          <p:txBody>
            <a:bodyPr rtlCol="0" anchor="ctr"/>
            <a:lstStyle/>
            <a:p>
              <a:pPr algn="ctr"/>
              <a:endParaRPr lang="zh-CN" altLang="en-US"/>
            </a:p>
          </p:txBody>
        </p:sp>
        <p:sp>
          <p:nvSpPr>
            <p:cNvPr id="1237" name="任意多边形: 形状 1236">
              <a:extLst>
                <a:ext uri="{FF2B5EF4-FFF2-40B4-BE49-F238E27FC236}">
                  <a16:creationId xmlns:a16="http://schemas.microsoft.com/office/drawing/2014/main" id="{9E12CE96-9A1E-0252-C099-E4AEEDA2C27D}"/>
                </a:ext>
              </a:extLst>
            </p:cNvPr>
            <p:cNvSpPr/>
            <p:nvPr/>
          </p:nvSpPr>
          <p:spPr>
            <a:xfrm>
              <a:off x="13659564" y="1477243"/>
              <a:ext cx="1805660" cy="848998"/>
            </a:xfrm>
            <a:custGeom>
              <a:avLst/>
              <a:gdLst>
                <a:gd name="connsiteX0" fmla="*/ 385352 w 1805660"/>
                <a:gd name="connsiteY0" fmla="*/ 23294 h 848998"/>
                <a:gd name="connsiteX1" fmla="*/ 155262 w 1805660"/>
                <a:gd name="connsiteY1" fmla="*/ 742826 h 848998"/>
                <a:gd name="connsiteX2" fmla="*/ 564353 w 1805660"/>
                <a:gd name="connsiteY2" fmla="*/ 131358 h 848998"/>
                <a:gd name="connsiteX3" fmla="*/ 564964 w 1805660"/>
                <a:gd name="connsiteY3" fmla="*/ 168692 h 848998"/>
                <a:gd name="connsiteX4" fmla="*/ 254820 w 1805660"/>
                <a:gd name="connsiteY4" fmla="*/ 848998 h 848998"/>
                <a:gd name="connsiteX5" fmla="*/ 0 w 1805660"/>
                <a:gd name="connsiteY5" fmla="*/ 848998 h 848998"/>
                <a:gd name="connsiteX6" fmla="*/ 1173267 w 1805660"/>
                <a:gd name="connsiteY6" fmla="*/ 182852 h 848998"/>
                <a:gd name="connsiteX7" fmla="*/ 1552642 w 1805660"/>
                <a:gd name="connsiteY7" fmla="*/ 763650 h 848998"/>
                <a:gd name="connsiteX8" fmla="*/ 1667653 w 1805660"/>
                <a:gd name="connsiteY8" fmla="*/ 763650 h 848998"/>
                <a:gd name="connsiteX9" fmla="*/ 1303167 w 1805660"/>
                <a:gd name="connsiteY9" fmla="*/ 0 h 848998"/>
                <a:gd name="connsiteX10" fmla="*/ 1805660 w 1805660"/>
                <a:gd name="connsiteY10" fmla="*/ 848998 h 848998"/>
                <a:gd name="connsiteX11" fmla="*/ 1495144 w 1805660"/>
                <a:gd name="connsiteY11" fmla="*/ 846986 h 848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05660" h="848998">
                  <a:moveTo>
                    <a:pt x="385352" y="23294"/>
                  </a:moveTo>
                  <a:lnTo>
                    <a:pt x="155262" y="742826"/>
                  </a:lnTo>
                  <a:lnTo>
                    <a:pt x="564353" y="131358"/>
                  </a:lnTo>
                  <a:lnTo>
                    <a:pt x="564964" y="168692"/>
                  </a:lnTo>
                  <a:lnTo>
                    <a:pt x="254820" y="848998"/>
                  </a:lnTo>
                  <a:lnTo>
                    <a:pt x="0" y="848998"/>
                  </a:lnTo>
                  <a:close/>
                  <a:moveTo>
                    <a:pt x="1173267" y="182852"/>
                  </a:moveTo>
                  <a:lnTo>
                    <a:pt x="1552642" y="763650"/>
                  </a:lnTo>
                  <a:lnTo>
                    <a:pt x="1667653" y="763650"/>
                  </a:lnTo>
                  <a:lnTo>
                    <a:pt x="1303167" y="0"/>
                  </a:lnTo>
                  <a:lnTo>
                    <a:pt x="1805660" y="848998"/>
                  </a:lnTo>
                  <a:lnTo>
                    <a:pt x="1495144" y="846986"/>
                  </a:lnTo>
                  <a:close/>
                </a:path>
              </a:pathLst>
            </a:custGeom>
            <a:solidFill>
              <a:schemeClr val="accent2">
                <a:lumMod val="40000"/>
                <a:lumOff val="60000"/>
                <a:alpha val="40000"/>
              </a:schemeClr>
            </a:solidFill>
            <a:ln w="1727" cap="flat">
              <a:noFill/>
              <a:prstDash val="solid"/>
              <a:miter/>
            </a:ln>
          </p:spPr>
          <p:txBody>
            <a:bodyPr rtlCol="0" anchor="ctr"/>
            <a:lstStyle/>
            <a:p>
              <a:pPr algn="ctr"/>
              <a:endParaRPr lang="zh-CN" altLang="en-US"/>
            </a:p>
          </p:txBody>
        </p:sp>
      </p:grpSp>
      <p:sp>
        <p:nvSpPr>
          <p:cNvPr id="6" name="文本框 5">
            <a:extLst>
              <a:ext uri="{FF2B5EF4-FFF2-40B4-BE49-F238E27FC236}">
                <a16:creationId xmlns:a16="http://schemas.microsoft.com/office/drawing/2014/main" id="{B8F5C003-4F41-1423-5E7A-EB2FBB55DF47}"/>
              </a:ext>
            </a:extLst>
          </p:cNvPr>
          <p:cNvSpPr txBox="1"/>
          <p:nvPr/>
        </p:nvSpPr>
        <p:spPr>
          <a:xfrm>
            <a:off x="5045990" y="1619831"/>
            <a:ext cx="423193" cy="169277"/>
          </a:xfrm>
          <a:prstGeom prst="rect">
            <a:avLst/>
          </a:prstGeom>
          <a:noFill/>
        </p:spPr>
        <p:txBody>
          <a:bodyPr wrap="none" lIns="0" tIns="0" rIns="0" bIns="0" rtlCol="0">
            <a:spAutoFit/>
          </a:bodyPr>
          <a:lstStyle/>
          <a:p>
            <a:pPr algn="ctr"/>
            <a:r>
              <a:rPr lang="zh-CN" altLang="en-US" sz="1100" dirty="0">
                <a:solidFill>
                  <a:schemeClr val="bg1"/>
                </a:solidFill>
                <a:latin typeface="+mn-ea"/>
              </a:rPr>
              <a:t>可预见</a:t>
            </a:r>
          </a:p>
        </p:txBody>
      </p:sp>
      <p:sp>
        <p:nvSpPr>
          <p:cNvPr id="7" name="文本框 6">
            <a:extLst>
              <a:ext uri="{FF2B5EF4-FFF2-40B4-BE49-F238E27FC236}">
                <a16:creationId xmlns:a16="http://schemas.microsoft.com/office/drawing/2014/main" id="{F1DFC99A-7A18-06A5-7FEE-5511B9C51375}"/>
              </a:ext>
            </a:extLst>
          </p:cNvPr>
          <p:cNvSpPr txBox="1"/>
          <p:nvPr/>
        </p:nvSpPr>
        <p:spPr>
          <a:xfrm>
            <a:off x="6635984" y="1619831"/>
            <a:ext cx="564258" cy="169277"/>
          </a:xfrm>
          <a:prstGeom prst="rect">
            <a:avLst/>
          </a:prstGeom>
          <a:noFill/>
        </p:spPr>
        <p:txBody>
          <a:bodyPr wrap="none" lIns="0" tIns="0" rIns="0" bIns="0" rtlCol="0">
            <a:spAutoFit/>
          </a:bodyPr>
          <a:lstStyle/>
          <a:p>
            <a:pPr algn="ctr"/>
            <a:r>
              <a:rPr lang="zh-CN" altLang="en-US" sz="1100" dirty="0">
                <a:solidFill>
                  <a:schemeClr val="bg1"/>
                </a:solidFill>
                <a:latin typeface="+mn-ea"/>
              </a:rPr>
              <a:t>灵活多变</a:t>
            </a:r>
          </a:p>
        </p:txBody>
      </p:sp>
      <p:sp>
        <p:nvSpPr>
          <p:cNvPr id="1187" name="文本框 1186">
            <a:extLst>
              <a:ext uri="{FF2B5EF4-FFF2-40B4-BE49-F238E27FC236}">
                <a16:creationId xmlns:a16="http://schemas.microsoft.com/office/drawing/2014/main" id="{7BE70980-85E0-2FC7-41D2-29D545A3C603}"/>
              </a:ext>
            </a:extLst>
          </p:cNvPr>
          <p:cNvSpPr txBox="1"/>
          <p:nvPr/>
        </p:nvSpPr>
        <p:spPr>
          <a:xfrm>
            <a:off x="5039701" y="2112703"/>
            <a:ext cx="410370" cy="246221"/>
          </a:xfrm>
          <a:prstGeom prst="rect">
            <a:avLst/>
          </a:prstGeom>
          <a:noFill/>
        </p:spPr>
        <p:txBody>
          <a:bodyPr wrap="none" lIns="0" tIns="0" rIns="0" bIns="0" rtlCol="0">
            <a:spAutoFit/>
          </a:bodyPr>
          <a:lstStyle/>
          <a:p>
            <a:pPr algn="ctr"/>
            <a:r>
              <a:rPr lang="zh-CN" altLang="en-US" sz="1600" b="1" dirty="0">
                <a:solidFill>
                  <a:schemeClr val="accent1"/>
                </a:solidFill>
                <a:latin typeface="+mn-ea"/>
              </a:rPr>
              <a:t>稳态</a:t>
            </a:r>
          </a:p>
        </p:txBody>
      </p:sp>
      <p:sp>
        <p:nvSpPr>
          <p:cNvPr id="1188" name="文本框 1187">
            <a:extLst>
              <a:ext uri="{FF2B5EF4-FFF2-40B4-BE49-F238E27FC236}">
                <a16:creationId xmlns:a16="http://schemas.microsoft.com/office/drawing/2014/main" id="{D6D73CC7-9865-549B-F8DE-B1A71036728B}"/>
              </a:ext>
            </a:extLst>
          </p:cNvPr>
          <p:cNvSpPr txBox="1"/>
          <p:nvPr/>
        </p:nvSpPr>
        <p:spPr>
          <a:xfrm>
            <a:off x="6700228" y="2088008"/>
            <a:ext cx="410370" cy="246221"/>
          </a:xfrm>
          <a:prstGeom prst="rect">
            <a:avLst/>
          </a:prstGeom>
          <a:noFill/>
        </p:spPr>
        <p:txBody>
          <a:bodyPr wrap="none" lIns="0" tIns="0" rIns="0" bIns="0" rtlCol="0">
            <a:spAutoFit/>
          </a:bodyPr>
          <a:lstStyle/>
          <a:p>
            <a:pPr algn="ctr"/>
            <a:r>
              <a:rPr lang="zh-CN" altLang="en-US" sz="1600" b="1" dirty="0">
                <a:solidFill>
                  <a:schemeClr val="accent2"/>
                </a:solidFill>
                <a:latin typeface="+mn-ea"/>
              </a:rPr>
              <a:t>敏态</a:t>
            </a:r>
          </a:p>
        </p:txBody>
      </p:sp>
      <p:sp>
        <p:nvSpPr>
          <p:cNvPr id="1189" name="文本框 1188">
            <a:extLst>
              <a:ext uri="{FF2B5EF4-FFF2-40B4-BE49-F238E27FC236}">
                <a16:creationId xmlns:a16="http://schemas.microsoft.com/office/drawing/2014/main" id="{A921F245-5653-3366-B72E-AEC5A54DC5AC}"/>
              </a:ext>
            </a:extLst>
          </p:cNvPr>
          <p:cNvSpPr txBox="1"/>
          <p:nvPr/>
        </p:nvSpPr>
        <p:spPr>
          <a:xfrm>
            <a:off x="4622373" y="2380896"/>
            <a:ext cx="1270426" cy="200974"/>
          </a:xfrm>
          <a:prstGeom prst="rect">
            <a:avLst/>
          </a:prstGeom>
          <a:solidFill>
            <a:schemeClr val="tx2"/>
          </a:solidFill>
          <a:ln w="12700">
            <a:solidFill>
              <a:schemeClr val="accent1"/>
            </a:solidFill>
          </a:ln>
        </p:spPr>
        <p:txBody>
          <a:bodyPr wrap="square" lIns="0" tIns="0" rIns="0" bIns="0" rtlCol="0" anchor="ctr" anchorCtr="0">
            <a:noAutofit/>
          </a:bodyPr>
          <a:lstStyle/>
          <a:p>
            <a:pPr algn="ctr"/>
            <a:r>
              <a:rPr lang="zh-CN" altLang="en-US" sz="1100" dirty="0">
                <a:solidFill>
                  <a:schemeClr val="bg1"/>
                </a:solidFill>
                <a:latin typeface="+mn-ea"/>
              </a:rPr>
              <a:t>管控、流程型系统</a:t>
            </a:r>
          </a:p>
        </p:txBody>
      </p:sp>
      <p:sp>
        <p:nvSpPr>
          <p:cNvPr id="1190" name="文本框 1189">
            <a:extLst>
              <a:ext uri="{FF2B5EF4-FFF2-40B4-BE49-F238E27FC236}">
                <a16:creationId xmlns:a16="http://schemas.microsoft.com/office/drawing/2014/main" id="{7908EA0D-38F3-A9AB-F4A4-4AD7F4CBC037}"/>
              </a:ext>
            </a:extLst>
          </p:cNvPr>
          <p:cNvSpPr txBox="1"/>
          <p:nvPr/>
        </p:nvSpPr>
        <p:spPr>
          <a:xfrm>
            <a:off x="6282900" y="2380896"/>
            <a:ext cx="1270426" cy="200974"/>
          </a:xfrm>
          <a:prstGeom prst="rect">
            <a:avLst/>
          </a:prstGeom>
          <a:solidFill>
            <a:schemeClr val="tx2"/>
          </a:solidFill>
          <a:ln w="12700">
            <a:solidFill>
              <a:schemeClr val="accent2"/>
            </a:solidFill>
          </a:ln>
        </p:spPr>
        <p:txBody>
          <a:bodyPr wrap="square" lIns="0" tIns="0" rIns="0" bIns="0" rtlCol="0" anchor="ctr" anchorCtr="0">
            <a:noAutofit/>
          </a:bodyPr>
          <a:lstStyle/>
          <a:p>
            <a:pPr algn="ctr"/>
            <a:r>
              <a:rPr lang="zh-CN" altLang="en-US" sz="1100" dirty="0">
                <a:solidFill>
                  <a:schemeClr val="bg1"/>
                </a:solidFill>
                <a:latin typeface="+mn-ea"/>
              </a:rPr>
              <a:t>赋能、场景型应用</a:t>
            </a:r>
          </a:p>
        </p:txBody>
      </p:sp>
    </p:spTree>
    <p:extLst>
      <p:ext uri="{BB962C8B-B14F-4D97-AF65-F5344CB8AC3E}">
        <p14:creationId xmlns:p14="http://schemas.microsoft.com/office/powerpoint/2010/main" val="23499747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2127" name="椭圆 2126">
            <a:extLst>
              <a:ext uri="{FF2B5EF4-FFF2-40B4-BE49-F238E27FC236}">
                <a16:creationId xmlns:a16="http://schemas.microsoft.com/office/drawing/2014/main" id="{3331EBB5-EB4F-46DB-8D1F-453F49B44101}"/>
              </a:ext>
            </a:extLst>
          </p:cNvPr>
          <p:cNvSpPr/>
          <p:nvPr/>
        </p:nvSpPr>
        <p:spPr>
          <a:xfrm>
            <a:off x="-246489" y="5280218"/>
            <a:ext cx="12684978" cy="955201"/>
          </a:xfrm>
          <a:prstGeom prst="ellipse">
            <a:avLst/>
          </a:prstGeom>
          <a:solidFill>
            <a:schemeClr val="accent1">
              <a:alpha val="1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33" name="组合 2132">
            <a:extLst>
              <a:ext uri="{FF2B5EF4-FFF2-40B4-BE49-F238E27FC236}">
                <a16:creationId xmlns:a16="http://schemas.microsoft.com/office/drawing/2014/main" id="{360C520F-EC4F-00EF-3E34-CE20F4BBF529}"/>
              </a:ext>
            </a:extLst>
          </p:cNvPr>
          <p:cNvGrpSpPr/>
          <p:nvPr/>
        </p:nvGrpSpPr>
        <p:grpSpPr>
          <a:xfrm>
            <a:off x="2456418" y="4834707"/>
            <a:ext cx="7279164" cy="1675882"/>
            <a:chOff x="2674324" y="4635063"/>
            <a:chExt cx="7279164" cy="1875526"/>
          </a:xfrm>
        </p:grpSpPr>
        <p:sp>
          <p:nvSpPr>
            <p:cNvPr id="2128" name="椭圆 2127">
              <a:extLst>
                <a:ext uri="{FF2B5EF4-FFF2-40B4-BE49-F238E27FC236}">
                  <a16:creationId xmlns:a16="http://schemas.microsoft.com/office/drawing/2014/main" id="{05DDB30D-A07B-0447-7A07-D21F27445451}"/>
                </a:ext>
              </a:extLst>
            </p:cNvPr>
            <p:cNvSpPr/>
            <p:nvPr/>
          </p:nvSpPr>
          <p:spPr>
            <a:xfrm>
              <a:off x="4225992" y="4965646"/>
              <a:ext cx="4346304" cy="1019923"/>
            </a:xfrm>
            <a:prstGeom prst="ellipse">
              <a:avLst/>
            </a:prstGeom>
            <a:gradFill>
              <a:gsLst>
                <a:gs pos="0">
                  <a:schemeClr val="accent1">
                    <a:lumMod val="20000"/>
                    <a:lumOff val="80000"/>
                  </a:schemeClr>
                </a:gs>
                <a:gs pos="100000">
                  <a:schemeClr val="tx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a:extLst>
                <a:ext uri="{FF2B5EF4-FFF2-40B4-BE49-F238E27FC236}">
                  <a16:creationId xmlns:a16="http://schemas.microsoft.com/office/drawing/2014/main" id="{EE38A28C-185F-82DB-BD5C-9C205D105CF9}"/>
                </a:ext>
              </a:extLst>
            </p:cNvPr>
            <p:cNvSpPr/>
            <p:nvPr/>
          </p:nvSpPr>
          <p:spPr>
            <a:xfrm>
              <a:off x="2674324" y="4635063"/>
              <a:ext cx="7279164" cy="1869340"/>
            </a:xfrm>
            <a:custGeom>
              <a:avLst/>
              <a:gdLst>
                <a:gd name="connsiteX0" fmla="*/ 3727515 w 7279164"/>
                <a:gd name="connsiteY0" fmla="*/ 333328 h 1869340"/>
                <a:gd name="connsiteX1" fmla="*/ 1561537 w 7279164"/>
                <a:gd name="connsiteY1" fmla="*/ 842329 h 1869340"/>
                <a:gd name="connsiteX2" fmla="*/ 3727515 w 7279164"/>
                <a:gd name="connsiteY2" fmla="*/ 1351330 h 1869340"/>
                <a:gd name="connsiteX3" fmla="*/ 5893493 w 7279164"/>
                <a:gd name="connsiteY3" fmla="*/ 842329 h 1869340"/>
                <a:gd name="connsiteX4" fmla="*/ 3727515 w 7279164"/>
                <a:gd name="connsiteY4" fmla="*/ 333328 h 1869340"/>
                <a:gd name="connsiteX5" fmla="*/ 3639582 w 7279164"/>
                <a:gd name="connsiteY5" fmla="*/ 0 h 1869340"/>
                <a:gd name="connsiteX6" fmla="*/ 7279164 w 7279164"/>
                <a:gd name="connsiteY6" fmla="*/ 934670 h 1869340"/>
                <a:gd name="connsiteX7" fmla="*/ 3639582 w 7279164"/>
                <a:gd name="connsiteY7" fmla="*/ 1869340 h 1869340"/>
                <a:gd name="connsiteX8" fmla="*/ 0 w 7279164"/>
                <a:gd name="connsiteY8" fmla="*/ 934670 h 1869340"/>
                <a:gd name="connsiteX9" fmla="*/ 3639582 w 7279164"/>
                <a:gd name="connsiteY9" fmla="*/ 0 h 1869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79164" h="1869340">
                  <a:moveTo>
                    <a:pt x="3727515" y="333328"/>
                  </a:moveTo>
                  <a:cubicBezTo>
                    <a:pt x="2531278" y="333328"/>
                    <a:pt x="1561537" y="561216"/>
                    <a:pt x="1561537" y="842329"/>
                  </a:cubicBezTo>
                  <a:cubicBezTo>
                    <a:pt x="1561537" y="1123442"/>
                    <a:pt x="2531278" y="1351330"/>
                    <a:pt x="3727515" y="1351330"/>
                  </a:cubicBezTo>
                  <a:cubicBezTo>
                    <a:pt x="4923752" y="1351330"/>
                    <a:pt x="5893493" y="1123442"/>
                    <a:pt x="5893493" y="842329"/>
                  </a:cubicBezTo>
                  <a:cubicBezTo>
                    <a:pt x="5893493" y="561216"/>
                    <a:pt x="4923752" y="333328"/>
                    <a:pt x="3727515" y="333328"/>
                  </a:cubicBezTo>
                  <a:close/>
                  <a:moveTo>
                    <a:pt x="3639582" y="0"/>
                  </a:moveTo>
                  <a:cubicBezTo>
                    <a:pt x="5649668" y="0"/>
                    <a:pt x="7279164" y="418466"/>
                    <a:pt x="7279164" y="934670"/>
                  </a:cubicBezTo>
                  <a:cubicBezTo>
                    <a:pt x="7279164" y="1450874"/>
                    <a:pt x="5649668" y="1869340"/>
                    <a:pt x="3639582" y="1869340"/>
                  </a:cubicBezTo>
                  <a:cubicBezTo>
                    <a:pt x="1629496" y="1869340"/>
                    <a:pt x="0" y="1450874"/>
                    <a:pt x="0" y="934670"/>
                  </a:cubicBezTo>
                  <a:cubicBezTo>
                    <a:pt x="0" y="418466"/>
                    <a:pt x="1629496" y="0"/>
                    <a:pt x="3639582"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a:extLst>
                <a:ext uri="{FF2B5EF4-FFF2-40B4-BE49-F238E27FC236}">
                  <a16:creationId xmlns:a16="http://schemas.microsoft.com/office/drawing/2014/main" id="{80494AF7-4F40-491B-2B93-94727BF014A6}"/>
                </a:ext>
              </a:extLst>
            </p:cNvPr>
            <p:cNvSpPr/>
            <p:nvPr/>
          </p:nvSpPr>
          <p:spPr>
            <a:xfrm>
              <a:off x="7679093" y="4924443"/>
              <a:ext cx="1321089" cy="136435"/>
            </a:xfrm>
            <a:custGeom>
              <a:avLst/>
              <a:gdLst>
                <a:gd name="connsiteX0" fmla="*/ 0 w 1297277"/>
                <a:gd name="connsiteY0" fmla="*/ 148136 h 148136"/>
                <a:gd name="connsiteX1" fmla="*/ 671161 w 1297277"/>
                <a:gd name="connsiteY1" fmla="*/ 13003 h 148136"/>
                <a:gd name="connsiteX2" fmla="*/ 1297277 w 1297277"/>
                <a:gd name="connsiteY2" fmla="*/ 13003 h 148136"/>
                <a:gd name="connsiteX0" fmla="*/ 0 w 1300452"/>
                <a:gd name="connsiteY0" fmla="*/ 133848 h 133848"/>
                <a:gd name="connsiteX1" fmla="*/ 674336 w 1300452"/>
                <a:gd name="connsiteY1" fmla="*/ 13003 h 133848"/>
                <a:gd name="connsiteX2" fmla="*/ 1300452 w 1300452"/>
                <a:gd name="connsiteY2" fmla="*/ 13003 h 133848"/>
                <a:gd name="connsiteX0" fmla="*/ 0 w 1271877"/>
                <a:gd name="connsiteY0" fmla="*/ 138610 h 138610"/>
                <a:gd name="connsiteX1" fmla="*/ 645761 w 1271877"/>
                <a:gd name="connsiteY1" fmla="*/ 13003 h 138610"/>
                <a:gd name="connsiteX2" fmla="*/ 1271877 w 1271877"/>
                <a:gd name="connsiteY2" fmla="*/ 13003 h 138610"/>
                <a:gd name="connsiteX0" fmla="*/ 0 w 1308389"/>
                <a:gd name="connsiteY0" fmla="*/ 135435 h 135435"/>
                <a:gd name="connsiteX1" fmla="*/ 682273 w 1308389"/>
                <a:gd name="connsiteY1" fmla="*/ 13003 h 135435"/>
                <a:gd name="connsiteX2" fmla="*/ 1308389 w 1308389"/>
                <a:gd name="connsiteY2" fmla="*/ 13003 h 135435"/>
                <a:gd name="connsiteX0" fmla="*/ 0 w 1276639"/>
                <a:gd name="connsiteY0" fmla="*/ 137023 h 137023"/>
                <a:gd name="connsiteX1" fmla="*/ 650523 w 1276639"/>
                <a:gd name="connsiteY1" fmla="*/ 13003 h 137023"/>
                <a:gd name="connsiteX2" fmla="*/ 1276639 w 1276639"/>
                <a:gd name="connsiteY2" fmla="*/ 13003 h 137023"/>
                <a:gd name="connsiteX0" fmla="*/ 0 w 1290927"/>
                <a:gd name="connsiteY0" fmla="*/ 137023 h 137023"/>
                <a:gd name="connsiteX1" fmla="*/ 664811 w 1290927"/>
                <a:gd name="connsiteY1" fmla="*/ 13003 h 137023"/>
                <a:gd name="connsiteX2" fmla="*/ 1290927 w 1290927"/>
                <a:gd name="connsiteY2" fmla="*/ 13003 h 137023"/>
                <a:gd name="connsiteX0" fmla="*/ 0 w 1321089"/>
                <a:gd name="connsiteY0" fmla="*/ 136435 h 136435"/>
                <a:gd name="connsiteX1" fmla="*/ 664811 w 1321089"/>
                <a:gd name="connsiteY1" fmla="*/ 12415 h 136435"/>
                <a:gd name="connsiteX2" fmla="*/ 1321089 w 1321089"/>
                <a:gd name="connsiteY2" fmla="*/ 14003 h 136435"/>
              </a:gdLst>
              <a:ahLst/>
              <a:cxnLst>
                <a:cxn ang="0">
                  <a:pos x="connsiteX0" y="connsiteY0"/>
                </a:cxn>
                <a:cxn ang="0">
                  <a:pos x="connsiteX1" y="connsiteY1"/>
                </a:cxn>
                <a:cxn ang="0">
                  <a:pos x="connsiteX2" y="connsiteY2"/>
                </a:cxn>
              </a:cxnLst>
              <a:rect l="l" t="t" r="r" b="b"/>
              <a:pathLst>
                <a:path w="1321089" h="136435">
                  <a:moveTo>
                    <a:pt x="0" y="136435"/>
                  </a:moveTo>
                  <a:cubicBezTo>
                    <a:pt x="227474" y="80129"/>
                    <a:pt x="448598" y="34937"/>
                    <a:pt x="664811" y="12415"/>
                  </a:cubicBezTo>
                  <a:cubicBezTo>
                    <a:pt x="881024" y="-10107"/>
                    <a:pt x="1116137" y="2742"/>
                    <a:pt x="1321089" y="14003"/>
                  </a:cubicBezTo>
                </a:path>
              </a:pathLst>
            </a:custGeom>
            <a:noFill/>
            <a:ln w="19050" cap="rnd">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a:extLst>
                <a:ext uri="{FF2B5EF4-FFF2-40B4-BE49-F238E27FC236}">
                  <a16:creationId xmlns:a16="http://schemas.microsoft.com/office/drawing/2014/main" id="{7A2D5FF8-D1A7-2554-FA5E-128FE968D76E}"/>
                </a:ext>
              </a:extLst>
            </p:cNvPr>
            <p:cNvSpPr/>
            <p:nvPr/>
          </p:nvSpPr>
          <p:spPr>
            <a:xfrm flipH="1">
              <a:off x="3207792" y="5146522"/>
              <a:ext cx="1259706" cy="85876"/>
            </a:xfrm>
            <a:custGeom>
              <a:avLst/>
              <a:gdLst>
                <a:gd name="connsiteX0" fmla="*/ 0 w 1297277"/>
                <a:gd name="connsiteY0" fmla="*/ 148136 h 148136"/>
                <a:gd name="connsiteX1" fmla="*/ 671161 w 1297277"/>
                <a:gd name="connsiteY1" fmla="*/ 13003 h 148136"/>
                <a:gd name="connsiteX2" fmla="*/ 1297277 w 1297277"/>
                <a:gd name="connsiteY2" fmla="*/ 13003 h 148136"/>
                <a:gd name="connsiteX0" fmla="*/ 0 w 1300452"/>
                <a:gd name="connsiteY0" fmla="*/ 133848 h 133848"/>
                <a:gd name="connsiteX1" fmla="*/ 674336 w 1300452"/>
                <a:gd name="connsiteY1" fmla="*/ 13003 h 133848"/>
                <a:gd name="connsiteX2" fmla="*/ 1300452 w 1300452"/>
                <a:gd name="connsiteY2" fmla="*/ 13003 h 133848"/>
                <a:gd name="connsiteX0" fmla="*/ 0 w 1271877"/>
                <a:gd name="connsiteY0" fmla="*/ 138610 h 138610"/>
                <a:gd name="connsiteX1" fmla="*/ 645761 w 1271877"/>
                <a:gd name="connsiteY1" fmla="*/ 13003 h 138610"/>
                <a:gd name="connsiteX2" fmla="*/ 1271877 w 1271877"/>
                <a:gd name="connsiteY2" fmla="*/ 13003 h 138610"/>
                <a:gd name="connsiteX0" fmla="*/ 0 w 1308389"/>
                <a:gd name="connsiteY0" fmla="*/ 135435 h 135435"/>
                <a:gd name="connsiteX1" fmla="*/ 682273 w 1308389"/>
                <a:gd name="connsiteY1" fmla="*/ 13003 h 135435"/>
                <a:gd name="connsiteX2" fmla="*/ 1308389 w 1308389"/>
                <a:gd name="connsiteY2" fmla="*/ 13003 h 135435"/>
                <a:gd name="connsiteX0" fmla="*/ 0 w 1276639"/>
                <a:gd name="connsiteY0" fmla="*/ 137023 h 137023"/>
                <a:gd name="connsiteX1" fmla="*/ 650523 w 1276639"/>
                <a:gd name="connsiteY1" fmla="*/ 13003 h 137023"/>
                <a:gd name="connsiteX2" fmla="*/ 1276639 w 1276639"/>
                <a:gd name="connsiteY2" fmla="*/ 13003 h 137023"/>
                <a:gd name="connsiteX0" fmla="*/ 0 w 1290927"/>
                <a:gd name="connsiteY0" fmla="*/ 137023 h 137023"/>
                <a:gd name="connsiteX1" fmla="*/ 664811 w 1290927"/>
                <a:gd name="connsiteY1" fmla="*/ 13003 h 137023"/>
                <a:gd name="connsiteX2" fmla="*/ 1290927 w 1290927"/>
                <a:gd name="connsiteY2" fmla="*/ 13003 h 137023"/>
                <a:gd name="connsiteX0" fmla="*/ 0 w 1321089"/>
                <a:gd name="connsiteY0" fmla="*/ 136435 h 136435"/>
                <a:gd name="connsiteX1" fmla="*/ 664811 w 1321089"/>
                <a:gd name="connsiteY1" fmla="*/ 12415 h 136435"/>
                <a:gd name="connsiteX2" fmla="*/ 1321089 w 1321089"/>
                <a:gd name="connsiteY2" fmla="*/ 14003 h 136435"/>
                <a:gd name="connsiteX0" fmla="*/ 0 w 1314739"/>
                <a:gd name="connsiteY0" fmla="*/ 130638 h 130638"/>
                <a:gd name="connsiteX1" fmla="*/ 664811 w 1314739"/>
                <a:gd name="connsiteY1" fmla="*/ 6618 h 130638"/>
                <a:gd name="connsiteX2" fmla="*/ 1314739 w 1314739"/>
                <a:gd name="connsiteY2" fmla="*/ 36630 h 130638"/>
                <a:gd name="connsiteX0" fmla="*/ 0 w 1308389"/>
                <a:gd name="connsiteY0" fmla="*/ 129502 h 129502"/>
                <a:gd name="connsiteX1" fmla="*/ 664811 w 1308389"/>
                <a:gd name="connsiteY1" fmla="*/ 5482 h 129502"/>
                <a:gd name="connsiteX2" fmla="*/ 1308389 w 1308389"/>
                <a:gd name="connsiteY2" fmla="*/ 47657 h 129502"/>
                <a:gd name="connsiteX0" fmla="*/ 0 w 1289339"/>
                <a:gd name="connsiteY0" fmla="*/ 117338 h 117338"/>
                <a:gd name="connsiteX1" fmla="*/ 645761 w 1289339"/>
                <a:gd name="connsiteY1" fmla="*/ 5482 h 117338"/>
                <a:gd name="connsiteX2" fmla="*/ 1289339 w 1289339"/>
                <a:gd name="connsiteY2" fmla="*/ 47657 h 117338"/>
                <a:gd name="connsiteX0" fmla="*/ 0 w 1289339"/>
                <a:gd name="connsiteY0" fmla="*/ 118079 h 118079"/>
                <a:gd name="connsiteX1" fmla="*/ 645761 w 1289339"/>
                <a:gd name="connsiteY1" fmla="*/ 6223 h 118079"/>
                <a:gd name="connsiteX2" fmla="*/ 1289339 w 1289339"/>
                <a:gd name="connsiteY2" fmla="*/ 48398 h 118079"/>
                <a:gd name="connsiteX0" fmla="*/ 0 w 1259706"/>
                <a:gd name="connsiteY0" fmla="*/ 115039 h 115039"/>
                <a:gd name="connsiteX1" fmla="*/ 616128 w 1259706"/>
                <a:gd name="connsiteY1" fmla="*/ 6224 h 115039"/>
                <a:gd name="connsiteX2" fmla="*/ 1259706 w 1259706"/>
                <a:gd name="connsiteY2" fmla="*/ 48399 h 115039"/>
                <a:gd name="connsiteX0" fmla="*/ 0 w 1259706"/>
                <a:gd name="connsiteY0" fmla="*/ 123374 h 123374"/>
                <a:gd name="connsiteX1" fmla="*/ 586495 w 1259706"/>
                <a:gd name="connsiteY1" fmla="*/ 5436 h 123374"/>
                <a:gd name="connsiteX2" fmla="*/ 1259706 w 1259706"/>
                <a:gd name="connsiteY2" fmla="*/ 56734 h 123374"/>
              </a:gdLst>
              <a:ahLst/>
              <a:cxnLst>
                <a:cxn ang="0">
                  <a:pos x="connsiteX0" y="connsiteY0"/>
                </a:cxn>
                <a:cxn ang="0">
                  <a:pos x="connsiteX1" y="connsiteY1"/>
                </a:cxn>
                <a:cxn ang="0">
                  <a:pos x="connsiteX2" y="connsiteY2"/>
                </a:cxn>
              </a:cxnLst>
              <a:rect l="l" t="t" r="r" b="b"/>
              <a:pathLst>
                <a:path w="1259706" h="123374">
                  <a:moveTo>
                    <a:pt x="0" y="123374"/>
                  </a:moveTo>
                  <a:cubicBezTo>
                    <a:pt x="227474" y="67068"/>
                    <a:pt x="370282" y="27958"/>
                    <a:pt x="586495" y="5436"/>
                  </a:cubicBezTo>
                  <a:cubicBezTo>
                    <a:pt x="802708" y="-17086"/>
                    <a:pt x="1073804" y="36351"/>
                    <a:pt x="1259706" y="56734"/>
                  </a:cubicBezTo>
                </a:path>
              </a:pathLst>
            </a:custGeom>
            <a:noFill/>
            <a:ln w="19050" cap="rnd">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a:extLst>
                <a:ext uri="{FF2B5EF4-FFF2-40B4-BE49-F238E27FC236}">
                  <a16:creationId xmlns:a16="http://schemas.microsoft.com/office/drawing/2014/main" id="{13B88615-251B-3B2E-47C2-6E47A8076239}"/>
                </a:ext>
              </a:extLst>
            </p:cNvPr>
            <p:cNvSpPr/>
            <p:nvPr/>
          </p:nvSpPr>
          <p:spPr>
            <a:xfrm rot="3540111" flipH="1">
              <a:off x="6516528" y="6199545"/>
              <a:ext cx="548877" cy="73211"/>
            </a:xfrm>
            <a:custGeom>
              <a:avLst/>
              <a:gdLst>
                <a:gd name="connsiteX0" fmla="*/ 0 w 1297277"/>
                <a:gd name="connsiteY0" fmla="*/ 148136 h 148136"/>
                <a:gd name="connsiteX1" fmla="*/ 671161 w 1297277"/>
                <a:gd name="connsiteY1" fmla="*/ 13003 h 148136"/>
                <a:gd name="connsiteX2" fmla="*/ 1297277 w 1297277"/>
                <a:gd name="connsiteY2" fmla="*/ 13003 h 148136"/>
                <a:gd name="connsiteX0" fmla="*/ 0 w 1300452"/>
                <a:gd name="connsiteY0" fmla="*/ 133848 h 133848"/>
                <a:gd name="connsiteX1" fmla="*/ 674336 w 1300452"/>
                <a:gd name="connsiteY1" fmla="*/ 13003 h 133848"/>
                <a:gd name="connsiteX2" fmla="*/ 1300452 w 1300452"/>
                <a:gd name="connsiteY2" fmla="*/ 13003 h 133848"/>
                <a:gd name="connsiteX0" fmla="*/ 0 w 1271877"/>
                <a:gd name="connsiteY0" fmla="*/ 138610 h 138610"/>
                <a:gd name="connsiteX1" fmla="*/ 645761 w 1271877"/>
                <a:gd name="connsiteY1" fmla="*/ 13003 h 138610"/>
                <a:gd name="connsiteX2" fmla="*/ 1271877 w 1271877"/>
                <a:gd name="connsiteY2" fmla="*/ 13003 h 138610"/>
                <a:gd name="connsiteX0" fmla="*/ 0 w 1308389"/>
                <a:gd name="connsiteY0" fmla="*/ 135435 h 135435"/>
                <a:gd name="connsiteX1" fmla="*/ 682273 w 1308389"/>
                <a:gd name="connsiteY1" fmla="*/ 13003 h 135435"/>
                <a:gd name="connsiteX2" fmla="*/ 1308389 w 1308389"/>
                <a:gd name="connsiteY2" fmla="*/ 13003 h 135435"/>
                <a:gd name="connsiteX0" fmla="*/ 0 w 1276639"/>
                <a:gd name="connsiteY0" fmla="*/ 137023 h 137023"/>
                <a:gd name="connsiteX1" fmla="*/ 650523 w 1276639"/>
                <a:gd name="connsiteY1" fmla="*/ 13003 h 137023"/>
                <a:gd name="connsiteX2" fmla="*/ 1276639 w 1276639"/>
                <a:gd name="connsiteY2" fmla="*/ 13003 h 137023"/>
                <a:gd name="connsiteX0" fmla="*/ 0 w 1290927"/>
                <a:gd name="connsiteY0" fmla="*/ 137023 h 137023"/>
                <a:gd name="connsiteX1" fmla="*/ 664811 w 1290927"/>
                <a:gd name="connsiteY1" fmla="*/ 13003 h 137023"/>
                <a:gd name="connsiteX2" fmla="*/ 1290927 w 1290927"/>
                <a:gd name="connsiteY2" fmla="*/ 13003 h 137023"/>
                <a:gd name="connsiteX0" fmla="*/ 0 w 1321089"/>
                <a:gd name="connsiteY0" fmla="*/ 136435 h 136435"/>
                <a:gd name="connsiteX1" fmla="*/ 664811 w 1321089"/>
                <a:gd name="connsiteY1" fmla="*/ 12415 h 136435"/>
                <a:gd name="connsiteX2" fmla="*/ 1321089 w 1321089"/>
                <a:gd name="connsiteY2" fmla="*/ 14003 h 136435"/>
                <a:gd name="connsiteX0" fmla="*/ 0 w 1314739"/>
                <a:gd name="connsiteY0" fmla="*/ 130638 h 130638"/>
                <a:gd name="connsiteX1" fmla="*/ 664811 w 1314739"/>
                <a:gd name="connsiteY1" fmla="*/ 6618 h 130638"/>
                <a:gd name="connsiteX2" fmla="*/ 1314739 w 1314739"/>
                <a:gd name="connsiteY2" fmla="*/ 36630 h 130638"/>
                <a:gd name="connsiteX0" fmla="*/ 0 w 1308389"/>
                <a:gd name="connsiteY0" fmla="*/ 129502 h 129502"/>
                <a:gd name="connsiteX1" fmla="*/ 664811 w 1308389"/>
                <a:gd name="connsiteY1" fmla="*/ 5482 h 129502"/>
                <a:gd name="connsiteX2" fmla="*/ 1308389 w 1308389"/>
                <a:gd name="connsiteY2" fmla="*/ 47657 h 129502"/>
                <a:gd name="connsiteX0" fmla="*/ 0 w 1289339"/>
                <a:gd name="connsiteY0" fmla="*/ 117338 h 117338"/>
                <a:gd name="connsiteX1" fmla="*/ 645761 w 1289339"/>
                <a:gd name="connsiteY1" fmla="*/ 5482 h 117338"/>
                <a:gd name="connsiteX2" fmla="*/ 1289339 w 1289339"/>
                <a:gd name="connsiteY2" fmla="*/ 47657 h 117338"/>
                <a:gd name="connsiteX0" fmla="*/ 0 w 1289339"/>
                <a:gd name="connsiteY0" fmla="*/ 118079 h 118079"/>
                <a:gd name="connsiteX1" fmla="*/ 645761 w 1289339"/>
                <a:gd name="connsiteY1" fmla="*/ 6223 h 118079"/>
                <a:gd name="connsiteX2" fmla="*/ 1289339 w 1289339"/>
                <a:gd name="connsiteY2" fmla="*/ 48398 h 118079"/>
                <a:gd name="connsiteX0" fmla="*/ 0 w 1259706"/>
                <a:gd name="connsiteY0" fmla="*/ 115039 h 115039"/>
                <a:gd name="connsiteX1" fmla="*/ 616128 w 1259706"/>
                <a:gd name="connsiteY1" fmla="*/ 6224 h 115039"/>
                <a:gd name="connsiteX2" fmla="*/ 1259706 w 1259706"/>
                <a:gd name="connsiteY2" fmla="*/ 48399 h 115039"/>
                <a:gd name="connsiteX0" fmla="*/ 0 w 1259706"/>
                <a:gd name="connsiteY0" fmla="*/ 123374 h 123374"/>
                <a:gd name="connsiteX1" fmla="*/ 586495 w 1259706"/>
                <a:gd name="connsiteY1" fmla="*/ 5436 h 123374"/>
                <a:gd name="connsiteX2" fmla="*/ 1259706 w 1259706"/>
                <a:gd name="connsiteY2" fmla="*/ 56734 h 123374"/>
                <a:gd name="connsiteX0" fmla="*/ 0 w 1259706"/>
                <a:gd name="connsiteY0" fmla="*/ 143088 h 143088"/>
                <a:gd name="connsiteX1" fmla="*/ 815075 w 1259706"/>
                <a:gd name="connsiteY1" fmla="*/ 4202 h 143088"/>
                <a:gd name="connsiteX2" fmla="*/ 1259706 w 1259706"/>
                <a:gd name="connsiteY2" fmla="*/ 76448 h 143088"/>
                <a:gd name="connsiteX0" fmla="*/ 0 w 1259706"/>
                <a:gd name="connsiteY0" fmla="*/ 143088 h 143088"/>
                <a:gd name="connsiteX1" fmla="*/ 815075 w 1259706"/>
                <a:gd name="connsiteY1" fmla="*/ 4202 h 143088"/>
                <a:gd name="connsiteX2" fmla="*/ 1259706 w 1259706"/>
                <a:gd name="connsiteY2" fmla="*/ 76448 h 143088"/>
                <a:gd name="connsiteX0" fmla="*/ 1 w 1225709"/>
                <a:gd name="connsiteY0" fmla="*/ 90923 h 90923"/>
                <a:gd name="connsiteX1" fmla="*/ 781078 w 1225709"/>
                <a:gd name="connsiteY1" fmla="*/ 4202 h 90923"/>
                <a:gd name="connsiteX2" fmla="*/ 1225709 w 1225709"/>
                <a:gd name="connsiteY2" fmla="*/ 76448 h 90923"/>
                <a:gd name="connsiteX0" fmla="*/ 1 w 1225709"/>
                <a:gd name="connsiteY0" fmla="*/ 90923 h 90923"/>
                <a:gd name="connsiteX1" fmla="*/ 781078 w 1225709"/>
                <a:gd name="connsiteY1" fmla="*/ 4202 h 90923"/>
                <a:gd name="connsiteX2" fmla="*/ 1225709 w 1225709"/>
                <a:gd name="connsiteY2" fmla="*/ 76448 h 90923"/>
                <a:gd name="connsiteX0" fmla="*/ 1 w 1225709"/>
                <a:gd name="connsiteY0" fmla="*/ 92021 h 92021"/>
                <a:gd name="connsiteX1" fmla="*/ 781078 w 1225709"/>
                <a:gd name="connsiteY1" fmla="*/ 5300 h 92021"/>
                <a:gd name="connsiteX2" fmla="*/ 1225709 w 1225709"/>
                <a:gd name="connsiteY2" fmla="*/ 77546 h 92021"/>
                <a:gd name="connsiteX0" fmla="*/ 1 w 1225709"/>
                <a:gd name="connsiteY0" fmla="*/ 108719 h 108719"/>
                <a:gd name="connsiteX1" fmla="*/ 753500 w 1225709"/>
                <a:gd name="connsiteY1" fmla="*/ 4278 h 108719"/>
                <a:gd name="connsiteX2" fmla="*/ 1225709 w 1225709"/>
                <a:gd name="connsiteY2" fmla="*/ 94244 h 108719"/>
                <a:gd name="connsiteX0" fmla="*/ 1 w 1225709"/>
                <a:gd name="connsiteY0" fmla="*/ 105179 h 105179"/>
                <a:gd name="connsiteX1" fmla="*/ 753500 w 1225709"/>
                <a:gd name="connsiteY1" fmla="*/ 738 h 105179"/>
                <a:gd name="connsiteX2" fmla="*/ 1225709 w 1225709"/>
                <a:gd name="connsiteY2" fmla="*/ 90704 h 105179"/>
                <a:gd name="connsiteX0" fmla="*/ 1 w 1225709"/>
                <a:gd name="connsiteY0" fmla="*/ 105179 h 105179"/>
                <a:gd name="connsiteX1" fmla="*/ 753500 w 1225709"/>
                <a:gd name="connsiteY1" fmla="*/ 738 h 105179"/>
                <a:gd name="connsiteX2" fmla="*/ 1225709 w 1225709"/>
                <a:gd name="connsiteY2" fmla="*/ 90704 h 105179"/>
              </a:gdLst>
              <a:ahLst/>
              <a:cxnLst>
                <a:cxn ang="0">
                  <a:pos x="connsiteX0" y="connsiteY0"/>
                </a:cxn>
                <a:cxn ang="0">
                  <a:pos x="connsiteX1" y="connsiteY1"/>
                </a:cxn>
                <a:cxn ang="0">
                  <a:pos x="connsiteX2" y="connsiteY2"/>
                </a:cxn>
              </a:cxnLst>
              <a:rect l="l" t="t" r="r" b="b"/>
              <a:pathLst>
                <a:path w="1225709" h="105179">
                  <a:moveTo>
                    <a:pt x="1" y="105179"/>
                  </a:moveTo>
                  <a:cubicBezTo>
                    <a:pt x="255850" y="55642"/>
                    <a:pt x="607804" y="10193"/>
                    <a:pt x="753500" y="738"/>
                  </a:cubicBezTo>
                  <a:cubicBezTo>
                    <a:pt x="895146" y="-7153"/>
                    <a:pt x="1064918" y="49973"/>
                    <a:pt x="1225709" y="90704"/>
                  </a:cubicBezTo>
                </a:path>
              </a:pathLst>
            </a:custGeom>
            <a:noFill/>
            <a:ln w="19050" cap="rnd">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文本框 21">
              <a:extLst>
                <a:ext uri="{FF2B5EF4-FFF2-40B4-BE49-F238E27FC236}">
                  <a16:creationId xmlns:a16="http://schemas.microsoft.com/office/drawing/2014/main" id="{89826825-0617-741C-B8D5-66F8B35A26FF}"/>
                </a:ext>
              </a:extLst>
            </p:cNvPr>
            <p:cNvSpPr txBox="1"/>
            <p:nvPr/>
          </p:nvSpPr>
          <p:spPr>
            <a:xfrm>
              <a:off x="5989945" y="5415311"/>
              <a:ext cx="897682" cy="215444"/>
            </a:xfrm>
            <a:prstGeom prst="rect">
              <a:avLst/>
            </a:prstGeom>
            <a:noFill/>
          </p:spPr>
          <p:txBody>
            <a:bodyPr wrap="none" lIns="0" tIns="0" rIns="0" bIns="0" rtlCol="0">
              <a:spAutoFit/>
            </a:bodyPr>
            <a:lstStyle/>
            <a:p>
              <a:pPr algn="ctr"/>
              <a:r>
                <a:rPr lang="zh-CN" altLang="en-US" sz="1400" b="1" dirty="0">
                  <a:solidFill>
                    <a:schemeClr val="accent1"/>
                  </a:solidFill>
                </a:rPr>
                <a:t>数字化底座</a:t>
              </a:r>
            </a:p>
          </p:txBody>
        </p:sp>
        <p:sp>
          <p:nvSpPr>
            <p:cNvPr id="23" name="文本框 22">
              <a:extLst>
                <a:ext uri="{FF2B5EF4-FFF2-40B4-BE49-F238E27FC236}">
                  <a16:creationId xmlns:a16="http://schemas.microsoft.com/office/drawing/2014/main" id="{7BCF877B-B4DD-4CDB-5D01-11CA89521809}"/>
                </a:ext>
              </a:extLst>
            </p:cNvPr>
            <p:cNvSpPr txBox="1"/>
            <p:nvPr/>
          </p:nvSpPr>
          <p:spPr>
            <a:xfrm rot="969702">
              <a:off x="4009012" y="5845769"/>
              <a:ext cx="1301638" cy="169277"/>
            </a:xfrm>
            <a:prstGeom prst="rect">
              <a:avLst/>
            </a:prstGeom>
            <a:noFill/>
          </p:spPr>
          <p:txBody>
            <a:bodyPr wrap="none" lIns="0" tIns="0" rIns="0" bIns="0" rtlCol="0">
              <a:prstTxWarp prst="textArchDown">
                <a:avLst/>
              </a:prstTxWarp>
              <a:spAutoFit/>
            </a:bodyPr>
            <a:lstStyle/>
            <a:p>
              <a:pPr algn="ctr"/>
              <a:r>
                <a:rPr lang="zh-CN" altLang="en-US" sz="1100" b="1" dirty="0"/>
                <a:t>企业数字化平台</a:t>
              </a:r>
              <a:r>
                <a:rPr lang="en-US" altLang="zh-CN" sz="1100" b="1" dirty="0"/>
                <a:t>Erda</a:t>
              </a:r>
              <a:endParaRPr lang="zh-CN" altLang="en-US" sz="1100" b="1" dirty="0"/>
            </a:p>
          </p:txBody>
        </p:sp>
        <p:sp>
          <p:nvSpPr>
            <p:cNvPr id="24" name="文本框 23">
              <a:extLst>
                <a:ext uri="{FF2B5EF4-FFF2-40B4-BE49-F238E27FC236}">
                  <a16:creationId xmlns:a16="http://schemas.microsoft.com/office/drawing/2014/main" id="{B26B3EAB-0314-3C22-E62E-D461A7826B57}"/>
                </a:ext>
              </a:extLst>
            </p:cNvPr>
            <p:cNvSpPr txBox="1"/>
            <p:nvPr/>
          </p:nvSpPr>
          <p:spPr>
            <a:xfrm rot="20429174">
              <a:off x="7589397" y="5782107"/>
              <a:ext cx="1376980" cy="169277"/>
            </a:xfrm>
            <a:prstGeom prst="rect">
              <a:avLst/>
            </a:prstGeom>
            <a:noFill/>
          </p:spPr>
          <p:txBody>
            <a:bodyPr wrap="none" lIns="0" tIns="0" rIns="0" bIns="0" rtlCol="0">
              <a:prstTxWarp prst="textArchDown">
                <a:avLst/>
              </a:prstTxWarp>
              <a:spAutoFit/>
            </a:bodyPr>
            <a:lstStyle/>
            <a:p>
              <a:pPr algn="ctr"/>
              <a:r>
                <a:rPr lang="zh-CN" altLang="en-US" sz="1100" b="1" dirty="0"/>
                <a:t>软件生产平台</a:t>
              </a:r>
              <a:r>
                <a:rPr lang="en-US" altLang="zh-CN" sz="1100" b="1" dirty="0" err="1"/>
                <a:t>Trantor</a:t>
              </a:r>
              <a:endParaRPr lang="zh-CN" altLang="en-US" sz="1100" b="1" dirty="0"/>
            </a:p>
          </p:txBody>
        </p:sp>
        <p:sp>
          <p:nvSpPr>
            <p:cNvPr id="25" name="文本框 24">
              <a:extLst>
                <a:ext uri="{FF2B5EF4-FFF2-40B4-BE49-F238E27FC236}">
                  <a16:creationId xmlns:a16="http://schemas.microsoft.com/office/drawing/2014/main" id="{C10C5542-3EDD-6260-9D1F-8E9457CDBE2B}"/>
                </a:ext>
              </a:extLst>
            </p:cNvPr>
            <p:cNvSpPr txBox="1"/>
            <p:nvPr/>
          </p:nvSpPr>
          <p:spPr>
            <a:xfrm>
              <a:off x="5882479" y="4715077"/>
              <a:ext cx="923330" cy="169277"/>
            </a:xfrm>
            <a:prstGeom prst="rect">
              <a:avLst/>
            </a:prstGeom>
            <a:noFill/>
          </p:spPr>
          <p:txBody>
            <a:bodyPr wrap="none" lIns="0" tIns="0" rIns="0" bIns="0" rtlCol="0">
              <a:spAutoFit/>
            </a:bodyPr>
            <a:lstStyle/>
            <a:p>
              <a:pPr algn="ctr"/>
              <a:r>
                <a:rPr lang="zh-CN" altLang="en-US" sz="1100" b="1" dirty="0"/>
                <a:t>集成平台</a:t>
              </a:r>
              <a:r>
                <a:rPr lang="en-US" altLang="zh-CN" sz="1100" b="1" dirty="0"/>
                <a:t>Mule</a:t>
              </a:r>
              <a:endParaRPr lang="zh-CN" altLang="en-US" sz="1100" b="1" dirty="0"/>
            </a:p>
          </p:txBody>
        </p:sp>
        <p:sp>
          <p:nvSpPr>
            <p:cNvPr id="26" name="文本框 25">
              <a:extLst>
                <a:ext uri="{FF2B5EF4-FFF2-40B4-BE49-F238E27FC236}">
                  <a16:creationId xmlns:a16="http://schemas.microsoft.com/office/drawing/2014/main" id="{7B87158A-B558-862A-290A-87B3E19A3F2C}"/>
                </a:ext>
              </a:extLst>
            </p:cNvPr>
            <p:cNvSpPr txBox="1"/>
            <p:nvPr/>
          </p:nvSpPr>
          <p:spPr>
            <a:xfrm>
              <a:off x="7186887" y="4754330"/>
              <a:ext cx="577081" cy="138499"/>
            </a:xfrm>
            <a:prstGeom prst="rect">
              <a:avLst/>
            </a:prstGeom>
            <a:noFill/>
          </p:spPr>
          <p:txBody>
            <a:bodyPr wrap="none" lIns="0" tIns="0" rIns="0" bIns="0" rtlCol="0">
              <a:spAutoFit/>
            </a:bodyPr>
            <a:lstStyle/>
            <a:p>
              <a:pPr algn="ctr"/>
              <a:r>
                <a:rPr lang="zh-CN" altLang="en-US" sz="900" dirty="0">
                  <a:latin typeface="+mn-ea"/>
                </a:rPr>
                <a:t>微服务治理</a:t>
              </a:r>
            </a:p>
          </p:txBody>
        </p:sp>
        <p:sp>
          <p:nvSpPr>
            <p:cNvPr id="27" name="文本框 26">
              <a:extLst>
                <a:ext uri="{FF2B5EF4-FFF2-40B4-BE49-F238E27FC236}">
                  <a16:creationId xmlns:a16="http://schemas.microsoft.com/office/drawing/2014/main" id="{B5CA94AC-80EF-F690-0DF4-51184FA5E582}"/>
                </a:ext>
              </a:extLst>
            </p:cNvPr>
            <p:cNvSpPr txBox="1"/>
            <p:nvPr/>
          </p:nvSpPr>
          <p:spPr>
            <a:xfrm>
              <a:off x="5806224" y="6144692"/>
              <a:ext cx="346249" cy="138499"/>
            </a:xfrm>
            <a:prstGeom prst="rect">
              <a:avLst/>
            </a:prstGeom>
            <a:noFill/>
          </p:spPr>
          <p:txBody>
            <a:bodyPr wrap="none" lIns="0" tIns="0" rIns="0" bIns="0" rtlCol="0">
              <a:spAutoFit/>
            </a:bodyPr>
            <a:lstStyle/>
            <a:p>
              <a:pPr algn="ctr"/>
              <a:r>
                <a:rPr lang="zh-CN" altLang="en-US" sz="900" dirty="0">
                  <a:latin typeface="+mn-ea"/>
                </a:rPr>
                <a:t>快数据</a:t>
              </a:r>
            </a:p>
          </p:txBody>
        </p:sp>
        <p:sp>
          <p:nvSpPr>
            <p:cNvPr id="28" name="文本框 27">
              <a:extLst>
                <a:ext uri="{FF2B5EF4-FFF2-40B4-BE49-F238E27FC236}">
                  <a16:creationId xmlns:a16="http://schemas.microsoft.com/office/drawing/2014/main" id="{2F0D197A-DB70-59E7-428B-DF78E02FB3ED}"/>
                </a:ext>
              </a:extLst>
            </p:cNvPr>
            <p:cNvSpPr txBox="1"/>
            <p:nvPr/>
          </p:nvSpPr>
          <p:spPr>
            <a:xfrm rot="989822">
              <a:off x="3680695" y="6054846"/>
              <a:ext cx="1709828" cy="138499"/>
            </a:xfrm>
            <a:prstGeom prst="rect">
              <a:avLst/>
            </a:prstGeom>
            <a:noFill/>
          </p:spPr>
          <p:txBody>
            <a:bodyPr wrap="square" lIns="0" tIns="0" rIns="0" bIns="0" rtlCol="0">
              <a:prstTxWarp prst="textArchDown">
                <a:avLst/>
              </a:prstTxWarp>
              <a:spAutoFit/>
            </a:bodyPr>
            <a:lstStyle/>
            <a:p>
              <a:pPr algn="ctr"/>
              <a:r>
                <a:rPr lang="en-US" altLang="zh-CN" sz="900" dirty="0" err="1">
                  <a:latin typeface="+mn-ea"/>
                </a:rPr>
                <a:t>Action&amp;Add-on</a:t>
              </a:r>
              <a:r>
                <a:rPr lang="en-US" altLang="zh-CN" sz="900" dirty="0">
                  <a:latin typeface="+mn-ea"/>
                </a:rPr>
                <a:t> Market</a:t>
              </a:r>
              <a:endParaRPr lang="zh-CN" altLang="en-US" sz="900" dirty="0">
                <a:latin typeface="+mn-ea"/>
              </a:endParaRPr>
            </a:p>
          </p:txBody>
        </p:sp>
        <p:sp>
          <p:nvSpPr>
            <p:cNvPr id="29" name="文本框 28">
              <a:extLst>
                <a:ext uri="{FF2B5EF4-FFF2-40B4-BE49-F238E27FC236}">
                  <a16:creationId xmlns:a16="http://schemas.microsoft.com/office/drawing/2014/main" id="{B4F8320F-9066-3A1C-2B40-C86611153C4B}"/>
                </a:ext>
              </a:extLst>
            </p:cNvPr>
            <p:cNvSpPr txBox="1"/>
            <p:nvPr/>
          </p:nvSpPr>
          <p:spPr>
            <a:xfrm>
              <a:off x="3685095" y="5364338"/>
              <a:ext cx="230832" cy="138499"/>
            </a:xfrm>
            <a:prstGeom prst="rect">
              <a:avLst/>
            </a:prstGeom>
            <a:noFill/>
          </p:spPr>
          <p:txBody>
            <a:bodyPr wrap="none" lIns="0" tIns="0" rIns="0" bIns="0" rtlCol="0">
              <a:spAutoFit/>
            </a:bodyPr>
            <a:lstStyle/>
            <a:p>
              <a:pPr algn="ctr"/>
              <a:r>
                <a:rPr lang="zh-CN" altLang="en-US" sz="900" dirty="0">
                  <a:latin typeface="+mn-ea"/>
                </a:rPr>
                <a:t>多云</a:t>
              </a:r>
            </a:p>
          </p:txBody>
        </p:sp>
        <p:sp>
          <p:nvSpPr>
            <p:cNvPr id="30" name="文本框 29">
              <a:extLst>
                <a:ext uri="{FF2B5EF4-FFF2-40B4-BE49-F238E27FC236}">
                  <a16:creationId xmlns:a16="http://schemas.microsoft.com/office/drawing/2014/main" id="{D45D661F-8EE5-5BB6-2A21-6E2D551E5BB8}"/>
                </a:ext>
              </a:extLst>
            </p:cNvPr>
            <p:cNvSpPr txBox="1"/>
            <p:nvPr/>
          </p:nvSpPr>
          <p:spPr>
            <a:xfrm>
              <a:off x="3176523" y="5597427"/>
              <a:ext cx="436018" cy="138499"/>
            </a:xfrm>
            <a:prstGeom prst="rect">
              <a:avLst/>
            </a:prstGeom>
            <a:noFill/>
          </p:spPr>
          <p:txBody>
            <a:bodyPr wrap="none" lIns="0" tIns="0" rIns="0" bIns="0" rtlCol="0">
              <a:spAutoFit/>
            </a:bodyPr>
            <a:lstStyle/>
            <a:p>
              <a:pPr algn="ctr"/>
              <a:r>
                <a:rPr lang="en-US" altLang="zh-CN" sz="900" dirty="0">
                  <a:latin typeface="+mn-ea"/>
                </a:rPr>
                <a:t>DevOps</a:t>
              </a:r>
              <a:endParaRPr lang="zh-CN" altLang="en-US" sz="900" dirty="0">
                <a:latin typeface="+mn-ea"/>
              </a:endParaRPr>
            </a:p>
          </p:txBody>
        </p:sp>
        <p:sp>
          <p:nvSpPr>
            <p:cNvPr id="31" name="文本框 30">
              <a:extLst>
                <a:ext uri="{FF2B5EF4-FFF2-40B4-BE49-F238E27FC236}">
                  <a16:creationId xmlns:a16="http://schemas.microsoft.com/office/drawing/2014/main" id="{C7F02ED1-49A2-D554-C6D0-8E0D5D6B868F}"/>
                </a:ext>
              </a:extLst>
            </p:cNvPr>
            <p:cNvSpPr txBox="1"/>
            <p:nvPr/>
          </p:nvSpPr>
          <p:spPr>
            <a:xfrm rot="21335850">
              <a:off x="6925071" y="6086059"/>
              <a:ext cx="610745" cy="138499"/>
            </a:xfrm>
            <a:prstGeom prst="rect">
              <a:avLst/>
            </a:prstGeom>
            <a:noFill/>
          </p:spPr>
          <p:txBody>
            <a:bodyPr wrap="none" lIns="0" tIns="0" rIns="0" bIns="0" rtlCol="0">
              <a:spAutoFit/>
            </a:bodyPr>
            <a:lstStyle/>
            <a:p>
              <a:pPr algn="ctr"/>
              <a:r>
                <a:rPr lang="en-US" altLang="zh-CN" sz="900" dirty="0">
                  <a:latin typeface="+mn-ea"/>
                </a:rPr>
                <a:t>Workspace</a:t>
              </a:r>
              <a:endParaRPr lang="zh-CN" altLang="en-US" sz="900" dirty="0">
                <a:latin typeface="+mn-ea"/>
              </a:endParaRPr>
            </a:p>
          </p:txBody>
        </p:sp>
        <p:sp>
          <p:nvSpPr>
            <p:cNvPr id="32" name="文本框 31">
              <a:extLst>
                <a:ext uri="{FF2B5EF4-FFF2-40B4-BE49-F238E27FC236}">
                  <a16:creationId xmlns:a16="http://schemas.microsoft.com/office/drawing/2014/main" id="{877A64D4-A1B1-5DF5-3BC3-3B23C3F71249}"/>
                </a:ext>
              </a:extLst>
            </p:cNvPr>
            <p:cNvSpPr txBox="1"/>
            <p:nvPr/>
          </p:nvSpPr>
          <p:spPr>
            <a:xfrm rot="20603397">
              <a:off x="7653203" y="6067288"/>
              <a:ext cx="890276" cy="172342"/>
            </a:xfrm>
            <a:prstGeom prst="rect">
              <a:avLst/>
            </a:prstGeom>
            <a:noFill/>
          </p:spPr>
          <p:txBody>
            <a:bodyPr wrap="none" lIns="0" tIns="0" rIns="0" bIns="0" rtlCol="0">
              <a:prstTxWarp prst="textArchDown">
                <a:avLst/>
              </a:prstTxWarp>
              <a:spAutoFit/>
            </a:bodyPr>
            <a:lstStyle/>
            <a:p>
              <a:pPr algn="ctr"/>
              <a:r>
                <a:rPr lang="en-US" altLang="zh-CN" sz="900" dirty="0" err="1">
                  <a:latin typeface="+mn-ea"/>
                </a:rPr>
                <a:t>MetaStore</a:t>
              </a:r>
              <a:endParaRPr lang="zh-CN" altLang="en-US" sz="900" dirty="0">
                <a:latin typeface="+mn-ea"/>
              </a:endParaRPr>
            </a:p>
          </p:txBody>
        </p:sp>
        <p:sp>
          <p:nvSpPr>
            <p:cNvPr id="33" name="文本框 32">
              <a:extLst>
                <a:ext uri="{FF2B5EF4-FFF2-40B4-BE49-F238E27FC236}">
                  <a16:creationId xmlns:a16="http://schemas.microsoft.com/office/drawing/2014/main" id="{EA5C0342-9616-72B1-B248-FA059EB57A57}"/>
                </a:ext>
              </a:extLst>
            </p:cNvPr>
            <p:cNvSpPr txBox="1"/>
            <p:nvPr/>
          </p:nvSpPr>
          <p:spPr>
            <a:xfrm rot="19847571">
              <a:off x="8349122" y="5762556"/>
              <a:ext cx="850818" cy="172342"/>
            </a:xfrm>
            <a:prstGeom prst="rect">
              <a:avLst/>
            </a:prstGeom>
            <a:noFill/>
          </p:spPr>
          <p:txBody>
            <a:bodyPr wrap="none" lIns="0" tIns="0" rIns="0" bIns="0" rtlCol="0">
              <a:prstTxWarp prst="textArchDown">
                <a:avLst/>
              </a:prstTxWarp>
              <a:spAutoFit/>
            </a:bodyPr>
            <a:lstStyle/>
            <a:p>
              <a:pPr algn="ctr"/>
              <a:r>
                <a:rPr lang="en-US" altLang="zh-CN" sz="900" dirty="0" err="1">
                  <a:latin typeface="+mn-ea"/>
                </a:rPr>
                <a:t>DataStore</a:t>
              </a:r>
              <a:endParaRPr lang="zh-CN" altLang="en-US" sz="900" dirty="0">
                <a:latin typeface="+mn-ea"/>
              </a:endParaRPr>
            </a:p>
          </p:txBody>
        </p:sp>
        <p:sp>
          <p:nvSpPr>
            <p:cNvPr id="34" name="文本框 33">
              <a:extLst>
                <a:ext uri="{FF2B5EF4-FFF2-40B4-BE49-F238E27FC236}">
                  <a16:creationId xmlns:a16="http://schemas.microsoft.com/office/drawing/2014/main" id="{0BB5723E-E27E-31C2-6EFB-358B26378FC1}"/>
                </a:ext>
              </a:extLst>
            </p:cNvPr>
            <p:cNvSpPr txBox="1"/>
            <p:nvPr/>
          </p:nvSpPr>
          <p:spPr>
            <a:xfrm>
              <a:off x="9297045" y="5426908"/>
              <a:ext cx="312586" cy="138499"/>
            </a:xfrm>
            <a:prstGeom prst="rect">
              <a:avLst/>
            </a:prstGeom>
            <a:noFill/>
          </p:spPr>
          <p:txBody>
            <a:bodyPr wrap="none" lIns="0" tIns="0" rIns="0" bIns="0" rtlCol="0">
              <a:spAutoFit/>
            </a:bodyPr>
            <a:lstStyle/>
            <a:p>
              <a:pPr algn="ctr"/>
              <a:r>
                <a:rPr lang="en-US" altLang="zh-CN" sz="900" dirty="0">
                  <a:latin typeface="+mn-ea"/>
                </a:rPr>
                <a:t>NUSE</a:t>
              </a:r>
              <a:endParaRPr lang="zh-CN" altLang="en-US" sz="900" dirty="0">
                <a:latin typeface="+mn-ea"/>
              </a:endParaRPr>
            </a:p>
          </p:txBody>
        </p:sp>
        <p:sp>
          <p:nvSpPr>
            <p:cNvPr id="35" name="文本框 34">
              <a:extLst>
                <a:ext uri="{FF2B5EF4-FFF2-40B4-BE49-F238E27FC236}">
                  <a16:creationId xmlns:a16="http://schemas.microsoft.com/office/drawing/2014/main" id="{E4F05765-6C46-AC1C-ED3F-A867C436CFB4}"/>
                </a:ext>
              </a:extLst>
            </p:cNvPr>
            <p:cNvSpPr txBox="1"/>
            <p:nvPr/>
          </p:nvSpPr>
          <p:spPr>
            <a:xfrm>
              <a:off x="8478227" y="5187160"/>
              <a:ext cx="1088439" cy="138499"/>
            </a:xfrm>
            <a:prstGeom prst="rect">
              <a:avLst/>
            </a:prstGeom>
            <a:noFill/>
          </p:spPr>
          <p:txBody>
            <a:bodyPr wrap="none" lIns="0" tIns="0" rIns="0" bIns="0" rtlCol="0">
              <a:spAutoFit/>
            </a:bodyPr>
            <a:lstStyle/>
            <a:p>
              <a:pPr algn="ctr"/>
              <a:r>
                <a:rPr lang="zh-CN" altLang="en-US" sz="900" dirty="0">
                  <a:latin typeface="+mn-ea"/>
                </a:rPr>
                <a:t>制品库</a:t>
              </a:r>
              <a:r>
                <a:rPr lang="en-US" altLang="zh-CN" sz="900" dirty="0">
                  <a:latin typeface="+mn-ea"/>
                </a:rPr>
                <a:t>-</a:t>
              </a:r>
              <a:r>
                <a:rPr lang="zh-CN" altLang="en-US" sz="900" dirty="0">
                  <a:latin typeface="+mn-ea"/>
                </a:rPr>
                <a:t>软件资产管理</a:t>
              </a:r>
            </a:p>
          </p:txBody>
        </p:sp>
        <p:sp>
          <p:nvSpPr>
            <p:cNvPr id="36" name="文本框 35">
              <a:extLst>
                <a:ext uri="{FF2B5EF4-FFF2-40B4-BE49-F238E27FC236}">
                  <a16:creationId xmlns:a16="http://schemas.microsoft.com/office/drawing/2014/main" id="{F3B4C043-0788-F3DD-0256-16A473FB51E9}"/>
                </a:ext>
              </a:extLst>
            </p:cNvPr>
            <p:cNvSpPr txBox="1"/>
            <p:nvPr/>
          </p:nvSpPr>
          <p:spPr>
            <a:xfrm>
              <a:off x="4168043" y="4940941"/>
              <a:ext cx="461665" cy="138499"/>
            </a:xfrm>
            <a:prstGeom prst="rect">
              <a:avLst/>
            </a:prstGeom>
            <a:noFill/>
          </p:spPr>
          <p:txBody>
            <a:bodyPr wrap="none" lIns="0" tIns="0" rIns="0" bIns="0" rtlCol="0">
              <a:spAutoFit/>
            </a:bodyPr>
            <a:lstStyle/>
            <a:p>
              <a:pPr algn="ctr"/>
              <a:r>
                <a:rPr lang="zh-CN" altLang="en-US" sz="900" dirty="0">
                  <a:latin typeface="+mn-ea"/>
                </a:rPr>
                <a:t>协议适配</a:t>
              </a:r>
            </a:p>
          </p:txBody>
        </p:sp>
        <p:sp>
          <p:nvSpPr>
            <p:cNvPr id="37" name="文本框 36">
              <a:extLst>
                <a:ext uri="{FF2B5EF4-FFF2-40B4-BE49-F238E27FC236}">
                  <a16:creationId xmlns:a16="http://schemas.microsoft.com/office/drawing/2014/main" id="{5438CDB2-02D5-7CE2-C484-509D52C6C658}"/>
                </a:ext>
              </a:extLst>
            </p:cNvPr>
            <p:cNvSpPr txBox="1"/>
            <p:nvPr/>
          </p:nvSpPr>
          <p:spPr>
            <a:xfrm>
              <a:off x="4767843" y="4802711"/>
              <a:ext cx="461665" cy="138499"/>
            </a:xfrm>
            <a:prstGeom prst="rect">
              <a:avLst/>
            </a:prstGeom>
            <a:noFill/>
          </p:spPr>
          <p:txBody>
            <a:bodyPr wrap="none" lIns="0" tIns="0" rIns="0" bIns="0" rtlCol="0">
              <a:spAutoFit/>
            </a:bodyPr>
            <a:lstStyle/>
            <a:p>
              <a:pPr algn="ctr"/>
              <a:r>
                <a:rPr lang="zh-CN" altLang="en-US" sz="900" dirty="0">
                  <a:latin typeface="+mn-ea"/>
                </a:rPr>
                <a:t>集成编排</a:t>
              </a:r>
            </a:p>
          </p:txBody>
        </p:sp>
      </p:gr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9449335"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技术驱动品牌变革</a:t>
            </a:r>
            <a:endParaRPr lang="en-US" altLang="zh-CN" dirty="0"/>
          </a:p>
        </p:txBody>
      </p:sp>
      <p:sp>
        <p:nvSpPr>
          <p:cNvPr id="2126" name="弧形 2125">
            <a:extLst>
              <a:ext uri="{FF2B5EF4-FFF2-40B4-BE49-F238E27FC236}">
                <a16:creationId xmlns:a16="http://schemas.microsoft.com/office/drawing/2014/main" id="{2477EA88-6E89-C4FC-873B-DBDEE9C2C4E9}"/>
              </a:ext>
            </a:extLst>
          </p:cNvPr>
          <p:cNvSpPr/>
          <p:nvPr/>
        </p:nvSpPr>
        <p:spPr>
          <a:xfrm>
            <a:off x="2395368" y="1545072"/>
            <a:ext cx="7307165" cy="4436981"/>
          </a:xfrm>
          <a:prstGeom prst="arc">
            <a:avLst>
              <a:gd name="adj1" fmla="val 11279990"/>
              <a:gd name="adj2" fmla="val 0"/>
            </a:avLst>
          </a:prstGeom>
          <a:ln w="63500">
            <a:gradFill>
              <a:gsLst>
                <a:gs pos="0">
                  <a:schemeClr val="accent1">
                    <a:alpha val="0"/>
                  </a:schemeClr>
                </a:gs>
                <a:gs pos="62000">
                  <a:schemeClr val="accent1">
                    <a:alpha val="40000"/>
                  </a:schemeClr>
                </a:gs>
                <a:gs pos="40000">
                  <a:schemeClr val="accent1">
                    <a:alpha val="40000"/>
                  </a:schemeClr>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055" name="组合 2054">
            <a:extLst>
              <a:ext uri="{FF2B5EF4-FFF2-40B4-BE49-F238E27FC236}">
                <a16:creationId xmlns:a16="http://schemas.microsoft.com/office/drawing/2014/main" id="{2A7A64D0-5025-E904-9F93-C725E31ABF2B}"/>
              </a:ext>
            </a:extLst>
          </p:cNvPr>
          <p:cNvGrpSpPr/>
          <p:nvPr/>
        </p:nvGrpSpPr>
        <p:grpSpPr>
          <a:xfrm>
            <a:off x="4120446" y="1114915"/>
            <a:ext cx="1412445" cy="1205653"/>
            <a:chOff x="3945373" y="1148610"/>
            <a:chExt cx="1412445" cy="1205653"/>
          </a:xfrm>
        </p:grpSpPr>
        <p:sp>
          <p:nvSpPr>
            <p:cNvPr id="63" name="椭圆 62">
              <a:extLst>
                <a:ext uri="{FF2B5EF4-FFF2-40B4-BE49-F238E27FC236}">
                  <a16:creationId xmlns:a16="http://schemas.microsoft.com/office/drawing/2014/main" id="{3AAD50EA-5F59-0F5C-8A68-D033771D137D}"/>
                </a:ext>
              </a:extLst>
            </p:cNvPr>
            <p:cNvSpPr/>
            <p:nvPr/>
          </p:nvSpPr>
          <p:spPr>
            <a:xfrm>
              <a:off x="4317747" y="1306553"/>
              <a:ext cx="826655" cy="826655"/>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dirty="0">
                  <a:solidFill>
                    <a:schemeClr val="accent2"/>
                  </a:solidFill>
                </a:rPr>
                <a:t>全渠道运营平台</a:t>
              </a:r>
              <a:endParaRPr lang="en-US" altLang="zh-CN" sz="1000" dirty="0">
                <a:solidFill>
                  <a:schemeClr val="accent2"/>
                </a:solidFill>
              </a:endParaRPr>
            </a:p>
            <a:p>
              <a:pPr algn="ctr"/>
              <a:r>
                <a:rPr lang="zh-CN" altLang="en-US" sz="1000" b="1" dirty="0">
                  <a:solidFill>
                    <a:schemeClr val="accent2"/>
                  </a:solidFill>
                </a:rPr>
                <a:t>（效率）</a:t>
              </a:r>
            </a:p>
          </p:txBody>
        </p:sp>
        <p:sp>
          <p:nvSpPr>
            <p:cNvPr id="2054" name="椭圆 2053">
              <a:extLst>
                <a:ext uri="{FF2B5EF4-FFF2-40B4-BE49-F238E27FC236}">
                  <a16:creationId xmlns:a16="http://schemas.microsoft.com/office/drawing/2014/main" id="{3BB53C8E-642B-DD61-FED5-506A2A7828AC}"/>
                </a:ext>
              </a:extLst>
            </p:cNvPr>
            <p:cNvSpPr/>
            <p:nvPr/>
          </p:nvSpPr>
          <p:spPr>
            <a:xfrm>
              <a:off x="4221163" y="1218596"/>
              <a:ext cx="1011198" cy="1011196"/>
            </a:xfrm>
            <a:prstGeom prst="ellipse">
              <a:avLst/>
            </a:prstGeom>
            <a:noFill/>
            <a:ln cap="rnd">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000" b="1" dirty="0">
                <a:solidFill>
                  <a:schemeClr val="accent2"/>
                </a:solidFill>
              </a:endParaRPr>
            </a:p>
          </p:txBody>
        </p:sp>
        <p:sp>
          <p:nvSpPr>
            <p:cNvPr id="2051" name="椭圆 2050">
              <a:extLst>
                <a:ext uri="{FF2B5EF4-FFF2-40B4-BE49-F238E27FC236}">
                  <a16:creationId xmlns:a16="http://schemas.microsoft.com/office/drawing/2014/main" id="{05C3CE54-9AFC-7BC3-60E4-9D4BCE608BA3}"/>
                </a:ext>
              </a:extLst>
            </p:cNvPr>
            <p:cNvSpPr/>
            <p:nvPr/>
          </p:nvSpPr>
          <p:spPr>
            <a:xfrm>
              <a:off x="4949090" y="1148610"/>
              <a:ext cx="408728" cy="408728"/>
            </a:xfrm>
            <a:prstGeom prst="ellipse">
              <a:avLst/>
            </a:prstGeom>
            <a:solidFill>
              <a:schemeClr val="accent2">
                <a:lumMod val="20000"/>
                <a:lumOff val="80000"/>
              </a:schemeClr>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900" dirty="0">
                  <a:solidFill>
                    <a:schemeClr val="accent2"/>
                  </a:solidFill>
                </a:rPr>
                <a:t>全域库存</a:t>
              </a:r>
            </a:p>
          </p:txBody>
        </p:sp>
        <p:sp>
          <p:nvSpPr>
            <p:cNvPr id="2052" name="椭圆 2051">
              <a:extLst>
                <a:ext uri="{FF2B5EF4-FFF2-40B4-BE49-F238E27FC236}">
                  <a16:creationId xmlns:a16="http://schemas.microsoft.com/office/drawing/2014/main" id="{67B81480-6B23-1F47-90BE-14A01E7566BB}"/>
                </a:ext>
              </a:extLst>
            </p:cNvPr>
            <p:cNvSpPr/>
            <p:nvPr/>
          </p:nvSpPr>
          <p:spPr>
            <a:xfrm>
              <a:off x="3945373" y="1480638"/>
              <a:ext cx="408728" cy="408728"/>
            </a:xfrm>
            <a:prstGeom prst="ellipse">
              <a:avLst/>
            </a:prstGeom>
            <a:solidFill>
              <a:schemeClr val="accent2">
                <a:lumMod val="20000"/>
                <a:lumOff val="80000"/>
              </a:schemeClr>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a:solidFill>
                    <a:schemeClr val="accent2"/>
                  </a:solidFill>
                </a:rPr>
                <a:t>OMS</a:t>
              </a:r>
              <a:endParaRPr lang="zh-CN" altLang="en-US" sz="900" dirty="0">
                <a:solidFill>
                  <a:schemeClr val="accent2"/>
                </a:solidFill>
              </a:endParaRPr>
            </a:p>
          </p:txBody>
        </p:sp>
        <p:sp>
          <p:nvSpPr>
            <p:cNvPr id="2053" name="椭圆 2052">
              <a:extLst>
                <a:ext uri="{FF2B5EF4-FFF2-40B4-BE49-F238E27FC236}">
                  <a16:creationId xmlns:a16="http://schemas.microsoft.com/office/drawing/2014/main" id="{EAB96B08-D3C7-172E-28E8-09B322A2C48C}"/>
                </a:ext>
              </a:extLst>
            </p:cNvPr>
            <p:cNvSpPr/>
            <p:nvPr/>
          </p:nvSpPr>
          <p:spPr>
            <a:xfrm>
              <a:off x="4836378" y="1945535"/>
              <a:ext cx="408728" cy="408728"/>
            </a:xfrm>
            <a:prstGeom prst="ellipse">
              <a:avLst/>
            </a:prstGeom>
            <a:solidFill>
              <a:schemeClr val="accent2">
                <a:lumMod val="20000"/>
                <a:lumOff val="80000"/>
              </a:schemeClr>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900" dirty="0">
                  <a:solidFill>
                    <a:schemeClr val="accent2"/>
                  </a:solidFill>
                </a:rPr>
                <a:t>业财一体</a:t>
              </a:r>
            </a:p>
          </p:txBody>
        </p:sp>
      </p:grpSp>
      <p:grpSp>
        <p:nvGrpSpPr>
          <p:cNvPr id="2062" name="组合 2061">
            <a:extLst>
              <a:ext uri="{FF2B5EF4-FFF2-40B4-BE49-F238E27FC236}">
                <a16:creationId xmlns:a16="http://schemas.microsoft.com/office/drawing/2014/main" id="{906E71A4-4FF4-C0B9-B2D9-5EC0212BAD51}"/>
              </a:ext>
            </a:extLst>
          </p:cNvPr>
          <p:cNvGrpSpPr/>
          <p:nvPr/>
        </p:nvGrpSpPr>
        <p:grpSpPr>
          <a:xfrm>
            <a:off x="6381504" y="1114915"/>
            <a:ext cx="1412445" cy="1205653"/>
            <a:chOff x="3945373" y="1148610"/>
            <a:chExt cx="1412445" cy="1205653"/>
          </a:xfrm>
        </p:grpSpPr>
        <p:sp>
          <p:nvSpPr>
            <p:cNvPr id="2063" name="椭圆 2062">
              <a:extLst>
                <a:ext uri="{FF2B5EF4-FFF2-40B4-BE49-F238E27FC236}">
                  <a16:creationId xmlns:a16="http://schemas.microsoft.com/office/drawing/2014/main" id="{FDC67308-33C8-1021-ACE0-B2157E013755}"/>
                </a:ext>
              </a:extLst>
            </p:cNvPr>
            <p:cNvSpPr/>
            <p:nvPr/>
          </p:nvSpPr>
          <p:spPr>
            <a:xfrm>
              <a:off x="4317747" y="1306553"/>
              <a:ext cx="826655" cy="826655"/>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dirty="0">
                  <a:solidFill>
                    <a:schemeClr val="accent1"/>
                  </a:solidFill>
                </a:rPr>
                <a:t>数字化</a:t>
              </a:r>
              <a:endParaRPr lang="en-US" altLang="zh-CN" sz="1000" dirty="0">
                <a:solidFill>
                  <a:schemeClr val="accent1"/>
                </a:solidFill>
              </a:endParaRPr>
            </a:p>
            <a:p>
              <a:pPr algn="ctr"/>
              <a:r>
                <a:rPr lang="zh-CN" altLang="en-US" sz="1000" dirty="0">
                  <a:solidFill>
                    <a:schemeClr val="accent1"/>
                  </a:solidFill>
                </a:rPr>
                <a:t>零售平台</a:t>
              </a:r>
              <a:endParaRPr lang="en-US" altLang="zh-CN" sz="1000" dirty="0">
                <a:solidFill>
                  <a:schemeClr val="accent1"/>
                </a:solidFill>
              </a:endParaRPr>
            </a:p>
            <a:p>
              <a:pPr algn="ctr"/>
              <a:r>
                <a:rPr lang="zh-CN" altLang="en-US" sz="1000" b="1" dirty="0">
                  <a:solidFill>
                    <a:schemeClr val="accent1"/>
                  </a:solidFill>
                </a:rPr>
                <a:t>（体验）</a:t>
              </a:r>
            </a:p>
          </p:txBody>
        </p:sp>
        <p:sp>
          <p:nvSpPr>
            <p:cNvPr id="2064" name="椭圆 2063">
              <a:extLst>
                <a:ext uri="{FF2B5EF4-FFF2-40B4-BE49-F238E27FC236}">
                  <a16:creationId xmlns:a16="http://schemas.microsoft.com/office/drawing/2014/main" id="{B09523BF-F2C0-D389-112E-BBC11E011FA1}"/>
                </a:ext>
              </a:extLst>
            </p:cNvPr>
            <p:cNvSpPr/>
            <p:nvPr/>
          </p:nvSpPr>
          <p:spPr>
            <a:xfrm>
              <a:off x="4221163" y="1218596"/>
              <a:ext cx="1011198" cy="1011196"/>
            </a:xfrm>
            <a:prstGeom prst="ellipse">
              <a:avLst/>
            </a:prstGeom>
            <a:noFill/>
            <a:ln cap="rnd">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000" b="1" dirty="0">
                <a:solidFill>
                  <a:schemeClr val="accent2"/>
                </a:solidFill>
              </a:endParaRPr>
            </a:p>
          </p:txBody>
        </p:sp>
        <p:sp>
          <p:nvSpPr>
            <p:cNvPr id="2065" name="椭圆 2064">
              <a:extLst>
                <a:ext uri="{FF2B5EF4-FFF2-40B4-BE49-F238E27FC236}">
                  <a16:creationId xmlns:a16="http://schemas.microsoft.com/office/drawing/2014/main" id="{EB773C89-3225-7DAB-1CB1-B65AF1D6F812}"/>
                </a:ext>
              </a:extLst>
            </p:cNvPr>
            <p:cNvSpPr/>
            <p:nvPr/>
          </p:nvSpPr>
          <p:spPr>
            <a:xfrm>
              <a:off x="4949090" y="1148610"/>
              <a:ext cx="408728" cy="408728"/>
            </a:xfrm>
            <a:prstGeom prst="ellipse">
              <a:avLst/>
            </a:prstGeom>
            <a:solidFill>
              <a:schemeClr val="accent1">
                <a:lumMod val="20000"/>
                <a:lumOff val="80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900" dirty="0">
                  <a:solidFill>
                    <a:schemeClr val="accent1"/>
                  </a:solidFill>
                </a:rPr>
                <a:t>自营商城</a:t>
              </a:r>
            </a:p>
          </p:txBody>
        </p:sp>
        <p:sp>
          <p:nvSpPr>
            <p:cNvPr id="2066" name="椭圆 2065">
              <a:extLst>
                <a:ext uri="{FF2B5EF4-FFF2-40B4-BE49-F238E27FC236}">
                  <a16:creationId xmlns:a16="http://schemas.microsoft.com/office/drawing/2014/main" id="{44EEEED8-7722-D03A-AF60-1B400D1AD2FC}"/>
                </a:ext>
              </a:extLst>
            </p:cNvPr>
            <p:cNvSpPr/>
            <p:nvPr/>
          </p:nvSpPr>
          <p:spPr>
            <a:xfrm>
              <a:off x="3945373" y="1480638"/>
              <a:ext cx="408728" cy="408728"/>
            </a:xfrm>
            <a:prstGeom prst="ellipse">
              <a:avLst/>
            </a:prstGeom>
            <a:solidFill>
              <a:schemeClr val="accent1">
                <a:lumMod val="20000"/>
                <a:lumOff val="80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900" dirty="0">
                  <a:solidFill>
                    <a:schemeClr val="accent1"/>
                  </a:solidFill>
                </a:rPr>
                <a:t>门店管理</a:t>
              </a:r>
            </a:p>
          </p:txBody>
        </p:sp>
        <p:sp>
          <p:nvSpPr>
            <p:cNvPr id="2067" name="椭圆 2066">
              <a:extLst>
                <a:ext uri="{FF2B5EF4-FFF2-40B4-BE49-F238E27FC236}">
                  <a16:creationId xmlns:a16="http://schemas.microsoft.com/office/drawing/2014/main" id="{1A750EE6-B83D-4BE1-0A55-B0C1C53DADB3}"/>
                </a:ext>
              </a:extLst>
            </p:cNvPr>
            <p:cNvSpPr/>
            <p:nvPr/>
          </p:nvSpPr>
          <p:spPr>
            <a:xfrm>
              <a:off x="4836378" y="1945535"/>
              <a:ext cx="408728" cy="408728"/>
            </a:xfrm>
            <a:prstGeom prst="ellipse">
              <a:avLst/>
            </a:prstGeom>
            <a:solidFill>
              <a:schemeClr val="accent1">
                <a:lumMod val="20000"/>
                <a:lumOff val="80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900" dirty="0">
                  <a:solidFill>
                    <a:schemeClr val="accent1"/>
                  </a:solidFill>
                </a:rPr>
                <a:t>客户服务</a:t>
              </a:r>
            </a:p>
          </p:txBody>
        </p:sp>
      </p:grpSp>
      <p:grpSp>
        <p:nvGrpSpPr>
          <p:cNvPr id="7" name="组合 6">
            <a:extLst>
              <a:ext uri="{FF2B5EF4-FFF2-40B4-BE49-F238E27FC236}">
                <a16:creationId xmlns:a16="http://schemas.microsoft.com/office/drawing/2014/main" id="{CFA41F92-9758-8F2D-F625-0CB5643ABCE8}"/>
              </a:ext>
            </a:extLst>
          </p:cNvPr>
          <p:cNvGrpSpPr/>
          <p:nvPr/>
        </p:nvGrpSpPr>
        <p:grpSpPr>
          <a:xfrm>
            <a:off x="2139747" y="2031893"/>
            <a:ext cx="7912507" cy="1205653"/>
            <a:chOff x="2040169" y="2031893"/>
            <a:chExt cx="7912507" cy="1205653"/>
          </a:xfrm>
        </p:grpSpPr>
        <p:grpSp>
          <p:nvGrpSpPr>
            <p:cNvPr id="2056" name="组合 2055">
              <a:extLst>
                <a:ext uri="{FF2B5EF4-FFF2-40B4-BE49-F238E27FC236}">
                  <a16:creationId xmlns:a16="http://schemas.microsoft.com/office/drawing/2014/main" id="{57861BDE-9CCC-5A46-BDF5-8BFA6A4D99CE}"/>
                </a:ext>
              </a:extLst>
            </p:cNvPr>
            <p:cNvGrpSpPr/>
            <p:nvPr/>
          </p:nvGrpSpPr>
          <p:grpSpPr>
            <a:xfrm>
              <a:off x="2040169" y="2031893"/>
              <a:ext cx="1412445" cy="1205653"/>
              <a:chOff x="3945373" y="1148610"/>
              <a:chExt cx="1412445" cy="1205653"/>
            </a:xfrm>
          </p:grpSpPr>
          <p:sp>
            <p:nvSpPr>
              <p:cNvPr id="2057" name="椭圆 2056">
                <a:extLst>
                  <a:ext uri="{FF2B5EF4-FFF2-40B4-BE49-F238E27FC236}">
                    <a16:creationId xmlns:a16="http://schemas.microsoft.com/office/drawing/2014/main" id="{798221E9-B799-7AAF-8FBD-0C427A7238BA}"/>
                  </a:ext>
                </a:extLst>
              </p:cNvPr>
              <p:cNvSpPr/>
              <p:nvPr/>
            </p:nvSpPr>
            <p:spPr>
              <a:xfrm>
                <a:off x="4317747" y="1306553"/>
                <a:ext cx="826655" cy="826655"/>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dirty="0">
                    <a:solidFill>
                      <a:schemeClr val="accent1"/>
                    </a:solidFill>
                  </a:rPr>
                  <a:t>数字化供应链平台</a:t>
                </a:r>
                <a:endParaRPr lang="en-US" altLang="zh-CN" sz="1000" dirty="0">
                  <a:solidFill>
                    <a:schemeClr val="accent1"/>
                  </a:solidFill>
                </a:endParaRPr>
              </a:p>
              <a:p>
                <a:pPr algn="ctr"/>
                <a:r>
                  <a:rPr lang="zh-CN" altLang="en-US" sz="1000" b="1" dirty="0">
                    <a:solidFill>
                      <a:schemeClr val="accent1"/>
                    </a:solidFill>
                  </a:rPr>
                  <a:t>（成本）</a:t>
                </a:r>
              </a:p>
            </p:txBody>
          </p:sp>
          <p:sp>
            <p:nvSpPr>
              <p:cNvPr id="2058" name="椭圆 2057">
                <a:extLst>
                  <a:ext uri="{FF2B5EF4-FFF2-40B4-BE49-F238E27FC236}">
                    <a16:creationId xmlns:a16="http://schemas.microsoft.com/office/drawing/2014/main" id="{BD6470FB-FC15-5086-5D1B-FDC30524786E}"/>
                  </a:ext>
                </a:extLst>
              </p:cNvPr>
              <p:cNvSpPr/>
              <p:nvPr/>
            </p:nvSpPr>
            <p:spPr>
              <a:xfrm>
                <a:off x="4221163" y="1218596"/>
                <a:ext cx="1011198" cy="1011196"/>
              </a:xfrm>
              <a:prstGeom prst="ellipse">
                <a:avLst/>
              </a:prstGeom>
              <a:noFill/>
              <a:ln cap="rnd">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000" b="1" dirty="0">
                  <a:solidFill>
                    <a:schemeClr val="accent2"/>
                  </a:solidFill>
                </a:endParaRPr>
              </a:p>
            </p:txBody>
          </p:sp>
          <p:sp>
            <p:nvSpPr>
              <p:cNvPr id="2059" name="椭圆 2058">
                <a:extLst>
                  <a:ext uri="{FF2B5EF4-FFF2-40B4-BE49-F238E27FC236}">
                    <a16:creationId xmlns:a16="http://schemas.microsoft.com/office/drawing/2014/main" id="{9C3B8CD6-ED13-DAD5-F3F8-7581527BF1A3}"/>
                  </a:ext>
                </a:extLst>
              </p:cNvPr>
              <p:cNvSpPr/>
              <p:nvPr/>
            </p:nvSpPr>
            <p:spPr>
              <a:xfrm>
                <a:off x="4949090" y="1148610"/>
                <a:ext cx="408728" cy="408728"/>
              </a:xfrm>
              <a:prstGeom prst="ellipse">
                <a:avLst/>
              </a:prstGeom>
              <a:solidFill>
                <a:schemeClr val="accent1">
                  <a:lumMod val="20000"/>
                  <a:lumOff val="80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a:solidFill>
                      <a:schemeClr val="accent1"/>
                    </a:solidFill>
                  </a:rPr>
                  <a:t>PLM</a:t>
                </a:r>
                <a:endParaRPr lang="zh-CN" altLang="en-US" sz="900" dirty="0">
                  <a:solidFill>
                    <a:schemeClr val="accent1"/>
                  </a:solidFill>
                </a:endParaRPr>
              </a:p>
            </p:txBody>
          </p:sp>
          <p:sp>
            <p:nvSpPr>
              <p:cNvPr id="2060" name="椭圆 2059">
                <a:extLst>
                  <a:ext uri="{FF2B5EF4-FFF2-40B4-BE49-F238E27FC236}">
                    <a16:creationId xmlns:a16="http://schemas.microsoft.com/office/drawing/2014/main" id="{C02C69A6-FBDA-E29D-0E64-6910B7637F9B}"/>
                  </a:ext>
                </a:extLst>
              </p:cNvPr>
              <p:cNvSpPr/>
              <p:nvPr/>
            </p:nvSpPr>
            <p:spPr>
              <a:xfrm>
                <a:off x="3945373" y="1480638"/>
                <a:ext cx="408728" cy="408728"/>
              </a:xfrm>
              <a:prstGeom prst="ellipse">
                <a:avLst/>
              </a:prstGeom>
              <a:solidFill>
                <a:schemeClr val="accent1">
                  <a:lumMod val="20000"/>
                  <a:lumOff val="80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a:solidFill>
                      <a:schemeClr val="accent1"/>
                    </a:solidFill>
                  </a:rPr>
                  <a:t>SCM</a:t>
                </a:r>
                <a:endParaRPr lang="zh-CN" altLang="en-US" sz="900" dirty="0">
                  <a:solidFill>
                    <a:schemeClr val="accent1"/>
                  </a:solidFill>
                </a:endParaRPr>
              </a:p>
            </p:txBody>
          </p:sp>
          <p:sp>
            <p:nvSpPr>
              <p:cNvPr id="2061" name="椭圆 2060">
                <a:extLst>
                  <a:ext uri="{FF2B5EF4-FFF2-40B4-BE49-F238E27FC236}">
                    <a16:creationId xmlns:a16="http://schemas.microsoft.com/office/drawing/2014/main" id="{B6836036-86F5-65CF-354E-3C55D5D66FF3}"/>
                  </a:ext>
                </a:extLst>
              </p:cNvPr>
              <p:cNvSpPr/>
              <p:nvPr/>
            </p:nvSpPr>
            <p:spPr>
              <a:xfrm>
                <a:off x="4836378" y="1945535"/>
                <a:ext cx="408728" cy="408728"/>
              </a:xfrm>
              <a:prstGeom prst="ellipse">
                <a:avLst/>
              </a:prstGeom>
              <a:solidFill>
                <a:schemeClr val="accent1">
                  <a:lumMod val="20000"/>
                  <a:lumOff val="80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900" dirty="0">
                    <a:solidFill>
                      <a:schemeClr val="accent1"/>
                    </a:solidFill>
                  </a:rPr>
                  <a:t>SRM</a:t>
                </a:r>
                <a:endParaRPr lang="zh-CN" altLang="en-US" sz="900" dirty="0">
                  <a:solidFill>
                    <a:schemeClr val="accent1"/>
                  </a:solidFill>
                </a:endParaRPr>
              </a:p>
            </p:txBody>
          </p:sp>
        </p:grpSp>
        <p:grpSp>
          <p:nvGrpSpPr>
            <p:cNvPr id="2068" name="组合 2067">
              <a:extLst>
                <a:ext uri="{FF2B5EF4-FFF2-40B4-BE49-F238E27FC236}">
                  <a16:creationId xmlns:a16="http://schemas.microsoft.com/office/drawing/2014/main" id="{50DB2DDA-5B43-E841-94D4-E5F44186404A}"/>
                </a:ext>
              </a:extLst>
            </p:cNvPr>
            <p:cNvGrpSpPr/>
            <p:nvPr/>
          </p:nvGrpSpPr>
          <p:grpSpPr>
            <a:xfrm>
              <a:off x="8540231" y="2031893"/>
              <a:ext cx="1412445" cy="1205653"/>
              <a:chOff x="3945373" y="1148610"/>
              <a:chExt cx="1412445" cy="1205653"/>
            </a:xfrm>
          </p:grpSpPr>
          <p:sp>
            <p:nvSpPr>
              <p:cNvPr id="2069" name="椭圆 2068">
                <a:extLst>
                  <a:ext uri="{FF2B5EF4-FFF2-40B4-BE49-F238E27FC236}">
                    <a16:creationId xmlns:a16="http://schemas.microsoft.com/office/drawing/2014/main" id="{1CBF1EA2-7612-75BB-C61E-98F96CA00CAB}"/>
                  </a:ext>
                </a:extLst>
              </p:cNvPr>
              <p:cNvSpPr/>
              <p:nvPr/>
            </p:nvSpPr>
            <p:spPr>
              <a:xfrm>
                <a:off x="4317747" y="1306553"/>
                <a:ext cx="826655" cy="826655"/>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000" dirty="0">
                    <a:solidFill>
                      <a:schemeClr val="accent2"/>
                    </a:solidFill>
                  </a:rPr>
                  <a:t>智能营销平台</a:t>
                </a:r>
                <a:endParaRPr lang="en-US" altLang="zh-CN" sz="1000" dirty="0">
                  <a:solidFill>
                    <a:schemeClr val="accent2"/>
                  </a:solidFill>
                </a:endParaRPr>
              </a:p>
              <a:p>
                <a:pPr algn="ctr"/>
                <a:r>
                  <a:rPr lang="zh-CN" altLang="en-US" sz="1000" b="1" dirty="0">
                    <a:solidFill>
                      <a:schemeClr val="accent2"/>
                    </a:solidFill>
                  </a:rPr>
                  <a:t>（获客）</a:t>
                </a:r>
              </a:p>
            </p:txBody>
          </p:sp>
          <p:sp>
            <p:nvSpPr>
              <p:cNvPr id="2070" name="椭圆 2069">
                <a:extLst>
                  <a:ext uri="{FF2B5EF4-FFF2-40B4-BE49-F238E27FC236}">
                    <a16:creationId xmlns:a16="http://schemas.microsoft.com/office/drawing/2014/main" id="{52ABD18F-D3DD-5B5E-933A-B5AE4D61A4A0}"/>
                  </a:ext>
                </a:extLst>
              </p:cNvPr>
              <p:cNvSpPr/>
              <p:nvPr/>
            </p:nvSpPr>
            <p:spPr>
              <a:xfrm>
                <a:off x="4221163" y="1218596"/>
                <a:ext cx="1011198" cy="1011196"/>
              </a:xfrm>
              <a:prstGeom prst="ellipse">
                <a:avLst/>
              </a:prstGeom>
              <a:noFill/>
              <a:ln cap="rnd">
                <a:solidFill>
                  <a:schemeClr val="accent2"/>
                </a:solidFill>
                <a:prstDash val="sysDot"/>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000" b="1" dirty="0">
                  <a:solidFill>
                    <a:schemeClr val="accent2"/>
                  </a:solidFill>
                </a:endParaRPr>
              </a:p>
            </p:txBody>
          </p:sp>
          <p:sp>
            <p:nvSpPr>
              <p:cNvPr id="2071" name="椭圆 2070">
                <a:extLst>
                  <a:ext uri="{FF2B5EF4-FFF2-40B4-BE49-F238E27FC236}">
                    <a16:creationId xmlns:a16="http://schemas.microsoft.com/office/drawing/2014/main" id="{692F3B86-CC00-E2D3-E147-97EFA350F088}"/>
                  </a:ext>
                </a:extLst>
              </p:cNvPr>
              <p:cNvSpPr/>
              <p:nvPr/>
            </p:nvSpPr>
            <p:spPr>
              <a:xfrm>
                <a:off x="4949090" y="1148610"/>
                <a:ext cx="408728" cy="408728"/>
              </a:xfrm>
              <a:prstGeom prst="ellipse">
                <a:avLst/>
              </a:prstGeom>
              <a:solidFill>
                <a:schemeClr val="accent2">
                  <a:lumMod val="20000"/>
                  <a:lumOff val="80000"/>
                </a:schemeClr>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900" dirty="0">
                    <a:solidFill>
                      <a:schemeClr val="accent2"/>
                    </a:solidFill>
                  </a:rPr>
                  <a:t>营销管理</a:t>
                </a:r>
              </a:p>
            </p:txBody>
          </p:sp>
          <p:sp>
            <p:nvSpPr>
              <p:cNvPr id="2072" name="椭圆 2071">
                <a:extLst>
                  <a:ext uri="{FF2B5EF4-FFF2-40B4-BE49-F238E27FC236}">
                    <a16:creationId xmlns:a16="http://schemas.microsoft.com/office/drawing/2014/main" id="{FE78BBC5-F5C2-049C-6FE1-F2A55F34B71E}"/>
                  </a:ext>
                </a:extLst>
              </p:cNvPr>
              <p:cNvSpPr/>
              <p:nvPr/>
            </p:nvSpPr>
            <p:spPr>
              <a:xfrm>
                <a:off x="3945373" y="1480638"/>
                <a:ext cx="408728" cy="408728"/>
              </a:xfrm>
              <a:prstGeom prst="ellipse">
                <a:avLst/>
              </a:prstGeom>
              <a:solidFill>
                <a:schemeClr val="accent2">
                  <a:lumMod val="20000"/>
                  <a:lumOff val="80000"/>
                </a:schemeClr>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900" dirty="0">
                    <a:solidFill>
                      <a:schemeClr val="accent2"/>
                    </a:solidFill>
                  </a:rPr>
                  <a:t>会员管理</a:t>
                </a:r>
              </a:p>
            </p:txBody>
          </p:sp>
          <p:sp>
            <p:nvSpPr>
              <p:cNvPr id="2073" name="椭圆 2072">
                <a:extLst>
                  <a:ext uri="{FF2B5EF4-FFF2-40B4-BE49-F238E27FC236}">
                    <a16:creationId xmlns:a16="http://schemas.microsoft.com/office/drawing/2014/main" id="{5BC89A26-11F9-6562-BDF0-6EE86726A6F6}"/>
                  </a:ext>
                </a:extLst>
              </p:cNvPr>
              <p:cNvSpPr/>
              <p:nvPr/>
            </p:nvSpPr>
            <p:spPr>
              <a:xfrm>
                <a:off x="4836378" y="1945535"/>
                <a:ext cx="408728" cy="408728"/>
              </a:xfrm>
              <a:prstGeom prst="ellipse">
                <a:avLst/>
              </a:prstGeom>
              <a:solidFill>
                <a:schemeClr val="accent2">
                  <a:lumMod val="20000"/>
                  <a:lumOff val="80000"/>
                </a:schemeClr>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900" dirty="0">
                    <a:solidFill>
                      <a:schemeClr val="accent2"/>
                    </a:solidFill>
                  </a:rPr>
                  <a:t>智能导购</a:t>
                </a:r>
              </a:p>
            </p:txBody>
          </p:sp>
        </p:grpSp>
      </p:grpSp>
      <p:sp>
        <p:nvSpPr>
          <p:cNvPr id="2077" name="矩形 2076">
            <a:extLst>
              <a:ext uri="{FF2B5EF4-FFF2-40B4-BE49-F238E27FC236}">
                <a16:creationId xmlns:a16="http://schemas.microsoft.com/office/drawing/2014/main" id="{E9066D3B-FA95-C7AD-CD50-EC9F7082C4C2}"/>
              </a:ext>
            </a:extLst>
          </p:cNvPr>
          <p:cNvSpPr/>
          <p:nvPr/>
        </p:nvSpPr>
        <p:spPr>
          <a:xfrm>
            <a:off x="6085491" y="2989170"/>
            <a:ext cx="2509486" cy="2176980"/>
          </a:xfrm>
          <a:prstGeom prst="rect">
            <a:avLst/>
          </a:prstGeom>
          <a:gradFill>
            <a:gsLst>
              <a:gs pos="0">
                <a:schemeClr val="accent1">
                  <a:lumMod val="40000"/>
                  <a:lumOff val="60000"/>
                </a:schemeClr>
              </a:gs>
              <a:gs pos="100000">
                <a:schemeClr val="accent1">
                  <a:lumMod val="20000"/>
                  <a:lumOff val="80000"/>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8" name="椭圆 2077">
            <a:extLst>
              <a:ext uri="{FF2B5EF4-FFF2-40B4-BE49-F238E27FC236}">
                <a16:creationId xmlns:a16="http://schemas.microsoft.com/office/drawing/2014/main" id="{9BB1AAD1-99DD-114A-5B1F-B8F8C8684E0D}"/>
              </a:ext>
            </a:extLst>
          </p:cNvPr>
          <p:cNvSpPr/>
          <p:nvPr/>
        </p:nvSpPr>
        <p:spPr>
          <a:xfrm>
            <a:off x="6085491" y="2673857"/>
            <a:ext cx="2509486" cy="644135"/>
          </a:xfrm>
          <a:prstGeom prst="ellipse">
            <a:avLst/>
          </a:prstGeom>
          <a:gradFill>
            <a:gsLst>
              <a:gs pos="0">
                <a:schemeClr val="accent1"/>
              </a:gs>
              <a:gs pos="100000">
                <a:schemeClr val="accent1">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矩形 12">
            <a:extLst>
              <a:ext uri="{FF2B5EF4-FFF2-40B4-BE49-F238E27FC236}">
                <a16:creationId xmlns:a16="http://schemas.microsoft.com/office/drawing/2014/main" id="{6D1D577B-DE3B-F2DF-7A88-CA8C0B781D2A}"/>
              </a:ext>
            </a:extLst>
          </p:cNvPr>
          <p:cNvSpPr/>
          <p:nvPr/>
        </p:nvSpPr>
        <p:spPr>
          <a:xfrm>
            <a:off x="3592949" y="2716175"/>
            <a:ext cx="2339668" cy="2176980"/>
          </a:xfrm>
          <a:prstGeom prst="rect">
            <a:avLst/>
          </a:prstGeom>
          <a:gradFill>
            <a:gsLst>
              <a:gs pos="0">
                <a:schemeClr val="accent2">
                  <a:lumMod val="40000"/>
                  <a:lumOff val="60000"/>
                </a:schemeClr>
              </a:gs>
              <a:gs pos="100000">
                <a:schemeClr val="accent2">
                  <a:lumMod val="20000"/>
                  <a:lumOff val="80000"/>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8546F844-4C60-87C2-C15E-84C754862691}"/>
              </a:ext>
            </a:extLst>
          </p:cNvPr>
          <p:cNvSpPr/>
          <p:nvPr/>
        </p:nvSpPr>
        <p:spPr>
          <a:xfrm>
            <a:off x="3592951" y="2400862"/>
            <a:ext cx="2339668" cy="644135"/>
          </a:xfrm>
          <a:prstGeom prst="ellipse">
            <a:avLst/>
          </a:prstGeom>
          <a:gradFill>
            <a:gsLst>
              <a:gs pos="0">
                <a:schemeClr val="accent2"/>
              </a:gs>
              <a:gs pos="100000">
                <a:schemeClr val="accent2">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080" name="组合 2079">
            <a:extLst>
              <a:ext uri="{FF2B5EF4-FFF2-40B4-BE49-F238E27FC236}">
                <a16:creationId xmlns:a16="http://schemas.microsoft.com/office/drawing/2014/main" id="{7027C6EE-682E-8C64-CE65-57FE663D0A08}"/>
              </a:ext>
            </a:extLst>
          </p:cNvPr>
          <p:cNvGrpSpPr/>
          <p:nvPr/>
        </p:nvGrpSpPr>
        <p:grpSpPr>
          <a:xfrm>
            <a:off x="3852361" y="3169545"/>
            <a:ext cx="1820844" cy="537644"/>
            <a:chOff x="3921673" y="3169545"/>
            <a:chExt cx="1820844" cy="537644"/>
          </a:xfrm>
          <a:solidFill>
            <a:schemeClr val="accent2"/>
          </a:solidFill>
        </p:grpSpPr>
        <p:sp>
          <p:nvSpPr>
            <p:cNvPr id="44" name="文本框 43">
              <a:extLst>
                <a:ext uri="{FF2B5EF4-FFF2-40B4-BE49-F238E27FC236}">
                  <a16:creationId xmlns:a16="http://schemas.microsoft.com/office/drawing/2014/main" id="{54321721-B9EE-8B24-76CA-3B7395650C86}"/>
                </a:ext>
              </a:extLst>
            </p:cNvPr>
            <p:cNvSpPr txBox="1"/>
            <p:nvPr/>
          </p:nvSpPr>
          <p:spPr>
            <a:xfrm>
              <a:off x="3921673" y="3169545"/>
              <a:ext cx="544494" cy="158231"/>
            </a:xfrm>
            <a:prstGeom prst="roundRect">
              <a:avLst>
                <a:gd name="adj" fmla="val 50000"/>
              </a:avLst>
            </a:prstGeom>
            <a:grpFill/>
            <a:ln>
              <a:noFill/>
            </a:ln>
          </p:spPr>
          <p:txBody>
            <a:bodyPr wrap="square" lIns="0" tIns="0" rIns="0" bIns="0" rtlCol="0" anchor="ctr" anchorCtr="0">
              <a:noAutofit/>
            </a:bodyPr>
            <a:lstStyle/>
            <a:p>
              <a:pPr algn="ctr"/>
              <a:r>
                <a:rPr lang="zh-CN" altLang="en-US" sz="900" dirty="0">
                  <a:latin typeface="+mn-ea"/>
                </a:rPr>
                <a:t>计划</a:t>
              </a:r>
            </a:p>
          </p:txBody>
        </p:sp>
        <p:sp>
          <p:nvSpPr>
            <p:cNvPr id="45" name="文本框 44">
              <a:extLst>
                <a:ext uri="{FF2B5EF4-FFF2-40B4-BE49-F238E27FC236}">
                  <a16:creationId xmlns:a16="http://schemas.microsoft.com/office/drawing/2014/main" id="{D6582243-D432-377E-B5B9-51C24ECD346C}"/>
                </a:ext>
              </a:extLst>
            </p:cNvPr>
            <p:cNvSpPr txBox="1"/>
            <p:nvPr/>
          </p:nvSpPr>
          <p:spPr>
            <a:xfrm>
              <a:off x="3921673" y="3359251"/>
              <a:ext cx="544494" cy="158231"/>
            </a:xfrm>
            <a:prstGeom prst="roundRect">
              <a:avLst>
                <a:gd name="adj" fmla="val 50000"/>
              </a:avLst>
            </a:prstGeom>
            <a:grpFill/>
            <a:ln>
              <a:noFill/>
            </a:ln>
          </p:spPr>
          <p:txBody>
            <a:bodyPr wrap="square" lIns="0" tIns="0" rIns="0" bIns="0" rtlCol="0" anchor="ctr" anchorCtr="0">
              <a:noAutofit/>
            </a:bodyPr>
            <a:lstStyle/>
            <a:p>
              <a:pPr algn="ctr"/>
              <a:r>
                <a:rPr lang="zh-CN" altLang="en-US" sz="900" dirty="0">
                  <a:latin typeface="+mn-ea"/>
                </a:rPr>
                <a:t>寻源</a:t>
              </a:r>
            </a:p>
          </p:txBody>
        </p:sp>
        <p:sp>
          <p:nvSpPr>
            <p:cNvPr id="46" name="文本框 45">
              <a:extLst>
                <a:ext uri="{FF2B5EF4-FFF2-40B4-BE49-F238E27FC236}">
                  <a16:creationId xmlns:a16="http://schemas.microsoft.com/office/drawing/2014/main" id="{EF9D84B0-B30D-9B80-8A07-E334EF90E125}"/>
                </a:ext>
              </a:extLst>
            </p:cNvPr>
            <p:cNvSpPr txBox="1"/>
            <p:nvPr/>
          </p:nvSpPr>
          <p:spPr>
            <a:xfrm>
              <a:off x="3921673" y="3548958"/>
              <a:ext cx="544494" cy="158231"/>
            </a:xfrm>
            <a:prstGeom prst="roundRect">
              <a:avLst>
                <a:gd name="adj" fmla="val 50000"/>
              </a:avLst>
            </a:prstGeom>
            <a:grpFill/>
            <a:ln>
              <a:noFill/>
            </a:ln>
          </p:spPr>
          <p:txBody>
            <a:bodyPr wrap="square" lIns="0" tIns="0" rIns="0" bIns="0" rtlCol="0" anchor="ctr" anchorCtr="0">
              <a:noAutofit/>
            </a:bodyPr>
            <a:lstStyle/>
            <a:p>
              <a:pPr algn="ctr"/>
              <a:r>
                <a:rPr lang="zh-CN" altLang="en-US" sz="900" dirty="0">
                  <a:latin typeface="+mn-ea"/>
                </a:rPr>
                <a:t>采购</a:t>
              </a:r>
            </a:p>
          </p:txBody>
        </p:sp>
        <p:sp>
          <p:nvSpPr>
            <p:cNvPr id="47" name="文本框 46">
              <a:extLst>
                <a:ext uri="{FF2B5EF4-FFF2-40B4-BE49-F238E27FC236}">
                  <a16:creationId xmlns:a16="http://schemas.microsoft.com/office/drawing/2014/main" id="{8F019A32-988C-021D-AF9C-A01061297442}"/>
                </a:ext>
              </a:extLst>
            </p:cNvPr>
            <p:cNvSpPr txBox="1"/>
            <p:nvPr/>
          </p:nvSpPr>
          <p:spPr>
            <a:xfrm>
              <a:off x="4559848" y="3169545"/>
              <a:ext cx="544494" cy="158231"/>
            </a:xfrm>
            <a:prstGeom prst="roundRect">
              <a:avLst>
                <a:gd name="adj" fmla="val 50000"/>
              </a:avLst>
            </a:prstGeom>
            <a:grpFill/>
            <a:ln>
              <a:noFill/>
            </a:ln>
          </p:spPr>
          <p:txBody>
            <a:bodyPr wrap="square" lIns="0" tIns="0" rIns="0" bIns="0" rtlCol="0" anchor="ctr" anchorCtr="0">
              <a:noAutofit/>
            </a:bodyPr>
            <a:lstStyle/>
            <a:p>
              <a:pPr algn="ctr"/>
              <a:r>
                <a:rPr lang="zh-CN" altLang="en-US" sz="900" dirty="0">
                  <a:latin typeface="+mn-ea"/>
                </a:rPr>
                <a:t>营销</a:t>
              </a:r>
            </a:p>
          </p:txBody>
        </p:sp>
        <p:sp>
          <p:nvSpPr>
            <p:cNvPr id="48" name="文本框 47">
              <a:extLst>
                <a:ext uri="{FF2B5EF4-FFF2-40B4-BE49-F238E27FC236}">
                  <a16:creationId xmlns:a16="http://schemas.microsoft.com/office/drawing/2014/main" id="{5D953B28-8C34-B9BC-4CE3-3E34822F0FA1}"/>
                </a:ext>
              </a:extLst>
            </p:cNvPr>
            <p:cNvSpPr txBox="1"/>
            <p:nvPr/>
          </p:nvSpPr>
          <p:spPr>
            <a:xfrm>
              <a:off x="4559848" y="3359251"/>
              <a:ext cx="544494" cy="158231"/>
            </a:xfrm>
            <a:prstGeom prst="roundRect">
              <a:avLst>
                <a:gd name="adj" fmla="val 50000"/>
              </a:avLst>
            </a:prstGeom>
            <a:grpFill/>
            <a:ln>
              <a:noFill/>
            </a:ln>
          </p:spPr>
          <p:txBody>
            <a:bodyPr wrap="square" lIns="0" tIns="0" rIns="0" bIns="0" rtlCol="0" anchor="ctr" anchorCtr="0">
              <a:noAutofit/>
            </a:bodyPr>
            <a:lstStyle/>
            <a:p>
              <a:pPr algn="ctr"/>
              <a:r>
                <a:rPr lang="zh-CN" altLang="en-US" sz="900" dirty="0">
                  <a:latin typeface="+mn-ea"/>
                </a:rPr>
                <a:t>服务</a:t>
              </a:r>
            </a:p>
          </p:txBody>
        </p:sp>
        <p:sp>
          <p:nvSpPr>
            <p:cNvPr id="49" name="文本框 48">
              <a:extLst>
                <a:ext uri="{FF2B5EF4-FFF2-40B4-BE49-F238E27FC236}">
                  <a16:creationId xmlns:a16="http://schemas.microsoft.com/office/drawing/2014/main" id="{522B0F51-CCA6-A905-C1A7-94C628399A88}"/>
                </a:ext>
              </a:extLst>
            </p:cNvPr>
            <p:cNvSpPr txBox="1"/>
            <p:nvPr/>
          </p:nvSpPr>
          <p:spPr>
            <a:xfrm>
              <a:off x="4559848" y="3548958"/>
              <a:ext cx="544494" cy="158231"/>
            </a:xfrm>
            <a:prstGeom prst="roundRect">
              <a:avLst>
                <a:gd name="adj" fmla="val 50000"/>
              </a:avLst>
            </a:prstGeom>
            <a:grpFill/>
            <a:ln>
              <a:noFill/>
            </a:ln>
          </p:spPr>
          <p:txBody>
            <a:bodyPr wrap="square" lIns="0" tIns="0" rIns="0" bIns="0" rtlCol="0" anchor="ctr" anchorCtr="0">
              <a:noAutofit/>
            </a:bodyPr>
            <a:lstStyle/>
            <a:p>
              <a:pPr algn="ctr"/>
              <a:r>
                <a:rPr lang="zh-CN" altLang="en-US" sz="900" dirty="0">
                  <a:latin typeface="+mn-ea"/>
                </a:rPr>
                <a:t>销售</a:t>
              </a:r>
            </a:p>
          </p:txBody>
        </p:sp>
        <p:sp>
          <p:nvSpPr>
            <p:cNvPr id="50" name="文本框 49">
              <a:extLst>
                <a:ext uri="{FF2B5EF4-FFF2-40B4-BE49-F238E27FC236}">
                  <a16:creationId xmlns:a16="http://schemas.microsoft.com/office/drawing/2014/main" id="{6C37FB7E-C85F-97C6-45A7-17923D56E794}"/>
                </a:ext>
              </a:extLst>
            </p:cNvPr>
            <p:cNvSpPr txBox="1"/>
            <p:nvPr/>
          </p:nvSpPr>
          <p:spPr>
            <a:xfrm>
              <a:off x="5198023" y="3169545"/>
              <a:ext cx="544494" cy="158231"/>
            </a:xfrm>
            <a:prstGeom prst="roundRect">
              <a:avLst>
                <a:gd name="adj" fmla="val 50000"/>
              </a:avLst>
            </a:prstGeom>
            <a:grpFill/>
            <a:ln>
              <a:noFill/>
            </a:ln>
          </p:spPr>
          <p:txBody>
            <a:bodyPr wrap="square" lIns="0" tIns="0" rIns="0" bIns="0" rtlCol="0" anchor="ctr" anchorCtr="0">
              <a:noAutofit/>
            </a:bodyPr>
            <a:lstStyle/>
            <a:p>
              <a:pPr algn="ctr"/>
              <a:r>
                <a:rPr lang="zh-CN" altLang="en-US" sz="900" dirty="0">
                  <a:latin typeface="+mn-ea"/>
                </a:rPr>
                <a:t>电商</a:t>
              </a:r>
            </a:p>
          </p:txBody>
        </p:sp>
        <p:sp>
          <p:nvSpPr>
            <p:cNvPr id="51" name="文本框 50">
              <a:extLst>
                <a:ext uri="{FF2B5EF4-FFF2-40B4-BE49-F238E27FC236}">
                  <a16:creationId xmlns:a16="http://schemas.microsoft.com/office/drawing/2014/main" id="{99D4592D-CF14-9A7D-CCBA-DDE69BE50FF6}"/>
                </a:ext>
              </a:extLst>
            </p:cNvPr>
            <p:cNvSpPr txBox="1"/>
            <p:nvPr/>
          </p:nvSpPr>
          <p:spPr>
            <a:xfrm>
              <a:off x="5198023" y="3359251"/>
              <a:ext cx="544494" cy="158231"/>
            </a:xfrm>
            <a:prstGeom prst="roundRect">
              <a:avLst>
                <a:gd name="adj" fmla="val 50000"/>
              </a:avLst>
            </a:prstGeom>
            <a:grpFill/>
            <a:ln>
              <a:noFill/>
            </a:ln>
          </p:spPr>
          <p:txBody>
            <a:bodyPr wrap="square" lIns="0" tIns="0" rIns="0" bIns="0" rtlCol="0" anchor="ctr" anchorCtr="0">
              <a:noAutofit/>
            </a:bodyPr>
            <a:lstStyle/>
            <a:p>
              <a:pPr algn="ctr"/>
              <a:r>
                <a:rPr lang="zh-CN" altLang="en-US" sz="900" dirty="0">
                  <a:latin typeface="+mn-ea"/>
                </a:rPr>
                <a:t>履约</a:t>
              </a:r>
            </a:p>
          </p:txBody>
        </p:sp>
        <p:sp>
          <p:nvSpPr>
            <p:cNvPr id="52" name="文本框 51">
              <a:extLst>
                <a:ext uri="{FF2B5EF4-FFF2-40B4-BE49-F238E27FC236}">
                  <a16:creationId xmlns:a16="http://schemas.microsoft.com/office/drawing/2014/main" id="{F68A0F66-F3F0-D01E-CCB6-938D5B937B24}"/>
                </a:ext>
              </a:extLst>
            </p:cNvPr>
            <p:cNvSpPr txBox="1"/>
            <p:nvPr/>
          </p:nvSpPr>
          <p:spPr>
            <a:xfrm>
              <a:off x="5198023" y="3548958"/>
              <a:ext cx="544494" cy="158231"/>
            </a:xfrm>
            <a:prstGeom prst="roundRect">
              <a:avLst>
                <a:gd name="adj" fmla="val 50000"/>
              </a:avLst>
            </a:prstGeom>
            <a:grpFill/>
            <a:ln>
              <a:noFill/>
            </a:ln>
          </p:spPr>
          <p:txBody>
            <a:bodyPr wrap="square" lIns="0" tIns="0" rIns="0" bIns="0" rtlCol="0" anchor="ctr" anchorCtr="0">
              <a:noAutofit/>
            </a:bodyPr>
            <a:lstStyle/>
            <a:p>
              <a:pPr algn="ctr"/>
              <a:r>
                <a:rPr lang="zh-CN" altLang="en-US" sz="900" dirty="0">
                  <a:latin typeface="+mn-ea"/>
                </a:rPr>
                <a:t>财务</a:t>
              </a:r>
            </a:p>
          </p:txBody>
        </p:sp>
      </p:grpSp>
      <p:grpSp>
        <p:nvGrpSpPr>
          <p:cNvPr id="2079" name="组合 2078">
            <a:extLst>
              <a:ext uri="{FF2B5EF4-FFF2-40B4-BE49-F238E27FC236}">
                <a16:creationId xmlns:a16="http://schemas.microsoft.com/office/drawing/2014/main" id="{0945B2A1-780C-6BBC-40DB-DF63D2F44072}"/>
              </a:ext>
            </a:extLst>
          </p:cNvPr>
          <p:cNvGrpSpPr/>
          <p:nvPr/>
        </p:nvGrpSpPr>
        <p:grpSpPr>
          <a:xfrm>
            <a:off x="6429811" y="3398989"/>
            <a:ext cx="1820844" cy="355951"/>
            <a:chOff x="6549330" y="3330873"/>
            <a:chExt cx="1820844" cy="355951"/>
          </a:xfrm>
        </p:grpSpPr>
        <p:sp>
          <p:nvSpPr>
            <p:cNvPr id="53" name="文本框 52">
              <a:extLst>
                <a:ext uri="{FF2B5EF4-FFF2-40B4-BE49-F238E27FC236}">
                  <a16:creationId xmlns:a16="http://schemas.microsoft.com/office/drawing/2014/main" id="{0451E925-EC57-717E-0932-DCFD9D3ED742}"/>
                </a:ext>
              </a:extLst>
            </p:cNvPr>
            <p:cNvSpPr txBox="1"/>
            <p:nvPr/>
          </p:nvSpPr>
          <p:spPr>
            <a:xfrm>
              <a:off x="6549330" y="3330873"/>
              <a:ext cx="544494" cy="158231"/>
            </a:xfrm>
            <a:prstGeom prst="roundRect">
              <a:avLst>
                <a:gd name="adj" fmla="val 50000"/>
              </a:avLst>
            </a:prstGeom>
            <a:solidFill>
              <a:schemeClr val="accent1">
                <a:lumMod val="60000"/>
                <a:lumOff val="40000"/>
              </a:schemeClr>
            </a:solidFill>
            <a:ln>
              <a:noFill/>
            </a:ln>
          </p:spPr>
          <p:txBody>
            <a:bodyPr wrap="square" lIns="0" tIns="0" rIns="0" bIns="0" rtlCol="0" anchor="ctr" anchorCtr="0">
              <a:noAutofit/>
            </a:bodyPr>
            <a:lstStyle/>
            <a:p>
              <a:pPr algn="ctr"/>
              <a:r>
                <a:rPr lang="zh-CN" altLang="en-US" sz="900" dirty="0">
                  <a:latin typeface="+mn-ea"/>
                </a:rPr>
                <a:t>资产</a:t>
              </a:r>
            </a:p>
          </p:txBody>
        </p:sp>
        <p:sp>
          <p:nvSpPr>
            <p:cNvPr id="54" name="文本框 53">
              <a:extLst>
                <a:ext uri="{FF2B5EF4-FFF2-40B4-BE49-F238E27FC236}">
                  <a16:creationId xmlns:a16="http://schemas.microsoft.com/office/drawing/2014/main" id="{7BF7E573-F511-09AC-78ED-C61C86AB741E}"/>
                </a:ext>
              </a:extLst>
            </p:cNvPr>
            <p:cNvSpPr txBox="1"/>
            <p:nvPr/>
          </p:nvSpPr>
          <p:spPr>
            <a:xfrm>
              <a:off x="6549330" y="3528593"/>
              <a:ext cx="544494" cy="158231"/>
            </a:xfrm>
            <a:prstGeom prst="roundRect">
              <a:avLst>
                <a:gd name="adj" fmla="val 50000"/>
              </a:avLst>
            </a:prstGeom>
            <a:solidFill>
              <a:schemeClr val="accent1">
                <a:lumMod val="60000"/>
                <a:lumOff val="40000"/>
              </a:schemeClr>
            </a:solidFill>
            <a:ln>
              <a:noFill/>
            </a:ln>
          </p:spPr>
          <p:txBody>
            <a:bodyPr wrap="square" lIns="0" tIns="0" rIns="0" bIns="0" rtlCol="0" anchor="ctr" anchorCtr="0">
              <a:noAutofit/>
            </a:bodyPr>
            <a:lstStyle/>
            <a:p>
              <a:pPr algn="ctr"/>
              <a:r>
                <a:rPr lang="zh-CN" altLang="en-US" sz="900" dirty="0">
                  <a:latin typeface="+mn-ea"/>
                </a:rPr>
                <a:t>集成</a:t>
              </a:r>
            </a:p>
          </p:txBody>
        </p:sp>
        <p:sp>
          <p:nvSpPr>
            <p:cNvPr id="55" name="文本框 54">
              <a:extLst>
                <a:ext uri="{FF2B5EF4-FFF2-40B4-BE49-F238E27FC236}">
                  <a16:creationId xmlns:a16="http://schemas.microsoft.com/office/drawing/2014/main" id="{03DA1446-9B12-67C1-A009-51CD21937A60}"/>
                </a:ext>
              </a:extLst>
            </p:cNvPr>
            <p:cNvSpPr txBox="1"/>
            <p:nvPr/>
          </p:nvSpPr>
          <p:spPr>
            <a:xfrm>
              <a:off x="7187505" y="3330873"/>
              <a:ext cx="544494" cy="158231"/>
            </a:xfrm>
            <a:prstGeom prst="roundRect">
              <a:avLst>
                <a:gd name="adj" fmla="val 50000"/>
              </a:avLst>
            </a:prstGeom>
            <a:solidFill>
              <a:schemeClr val="accent1">
                <a:lumMod val="60000"/>
                <a:lumOff val="40000"/>
              </a:schemeClr>
            </a:solidFill>
            <a:ln>
              <a:noFill/>
            </a:ln>
          </p:spPr>
          <p:txBody>
            <a:bodyPr wrap="square" lIns="0" tIns="0" rIns="0" bIns="0" rtlCol="0" anchor="ctr" anchorCtr="0">
              <a:noAutofit/>
            </a:bodyPr>
            <a:lstStyle/>
            <a:p>
              <a:pPr algn="ctr"/>
              <a:r>
                <a:rPr lang="zh-CN" altLang="en-US" sz="900" dirty="0">
                  <a:latin typeface="+mn-ea"/>
                </a:rPr>
                <a:t>智能</a:t>
              </a:r>
            </a:p>
          </p:txBody>
        </p:sp>
        <p:sp>
          <p:nvSpPr>
            <p:cNvPr id="56" name="文本框 55">
              <a:extLst>
                <a:ext uri="{FF2B5EF4-FFF2-40B4-BE49-F238E27FC236}">
                  <a16:creationId xmlns:a16="http://schemas.microsoft.com/office/drawing/2014/main" id="{EFF28FC0-A32B-A024-2CF0-45ECB1CD7450}"/>
                </a:ext>
              </a:extLst>
            </p:cNvPr>
            <p:cNvSpPr txBox="1"/>
            <p:nvPr/>
          </p:nvSpPr>
          <p:spPr>
            <a:xfrm>
              <a:off x="7187505" y="3528593"/>
              <a:ext cx="544494" cy="158231"/>
            </a:xfrm>
            <a:prstGeom prst="roundRect">
              <a:avLst>
                <a:gd name="adj" fmla="val 50000"/>
              </a:avLst>
            </a:prstGeom>
            <a:solidFill>
              <a:schemeClr val="accent1">
                <a:lumMod val="60000"/>
                <a:lumOff val="40000"/>
              </a:schemeClr>
            </a:solidFill>
            <a:ln>
              <a:noFill/>
            </a:ln>
          </p:spPr>
          <p:txBody>
            <a:bodyPr wrap="square" lIns="0" tIns="0" rIns="0" bIns="0" rtlCol="0" anchor="ctr" anchorCtr="0">
              <a:noAutofit/>
            </a:bodyPr>
            <a:lstStyle/>
            <a:p>
              <a:pPr algn="ctr"/>
              <a:r>
                <a:rPr lang="zh-CN" altLang="en-US" sz="900" dirty="0">
                  <a:latin typeface="+mn-ea"/>
                </a:rPr>
                <a:t>开发</a:t>
              </a:r>
            </a:p>
          </p:txBody>
        </p:sp>
        <p:sp>
          <p:nvSpPr>
            <p:cNvPr id="57" name="文本框 56">
              <a:extLst>
                <a:ext uri="{FF2B5EF4-FFF2-40B4-BE49-F238E27FC236}">
                  <a16:creationId xmlns:a16="http://schemas.microsoft.com/office/drawing/2014/main" id="{5148E178-3274-E310-8C90-B357160A94CA}"/>
                </a:ext>
              </a:extLst>
            </p:cNvPr>
            <p:cNvSpPr txBox="1"/>
            <p:nvPr/>
          </p:nvSpPr>
          <p:spPr>
            <a:xfrm>
              <a:off x="7825680" y="3330873"/>
              <a:ext cx="544494" cy="158231"/>
            </a:xfrm>
            <a:prstGeom prst="roundRect">
              <a:avLst>
                <a:gd name="adj" fmla="val 50000"/>
              </a:avLst>
            </a:prstGeom>
            <a:solidFill>
              <a:schemeClr val="accent1">
                <a:lumMod val="60000"/>
                <a:lumOff val="40000"/>
              </a:schemeClr>
            </a:solidFill>
            <a:ln>
              <a:noFill/>
            </a:ln>
          </p:spPr>
          <p:txBody>
            <a:bodyPr wrap="square" lIns="0" tIns="0" rIns="0" bIns="0" rtlCol="0" anchor="ctr" anchorCtr="0">
              <a:noAutofit/>
            </a:bodyPr>
            <a:lstStyle/>
            <a:p>
              <a:pPr algn="ctr"/>
              <a:r>
                <a:rPr lang="zh-CN" altLang="en-US" sz="900" dirty="0">
                  <a:latin typeface="+mn-ea"/>
                </a:rPr>
                <a:t>服务</a:t>
              </a:r>
            </a:p>
          </p:txBody>
        </p:sp>
        <p:sp>
          <p:nvSpPr>
            <p:cNvPr id="58" name="文本框 57">
              <a:extLst>
                <a:ext uri="{FF2B5EF4-FFF2-40B4-BE49-F238E27FC236}">
                  <a16:creationId xmlns:a16="http://schemas.microsoft.com/office/drawing/2014/main" id="{D4D18EF4-0B54-E91E-AE78-CC7598DF77D2}"/>
                </a:ext>
              </a:extLst>
            </p:cNvPr>
            <p:cNvSpPr txBox="1"/>
            <p:nvPr/>
          </p:nvSpPr>
          <p:spPr>
            <a:xfrm>
              <a:off x="7825680" y="3528593"/>
              <a:ext cx="544494" cy="158231"/>
            </a:xfrm>
            <a:prstGeom prst="roundRect">
              <a:avLst>
                <a:gd name="adj" fmla="val 50000"/>
              </a:avLst>
            </a:prstGeom>
            <a:solidFill>
              <a:schemeClr val="accent1">
                <a:lumMod val="60000"/>
                <a:lumOff val="40000"/>
              </a:schemeClr>
            </a:solidFill>
            <a:ln>
              <a:noFill/>
            </a:ln>
          </p:spPr>
          <p:txBody>
            <a:bodyPr wrap="square" lIns="0" tIns="0" rIns="0" bIns="0" rtlCol="0" anchor="ctr" anchorCtr="0">
              <a:noAutofit/>
            </a:bodyPr>
            <a:lstStyle/>
            <a:p>
              <a:pPr algn="ctr"/>
              <a:r>
                <a:rPr lang="zh-CN" altLang="en-US" sz="900" dirty="0">
                  <a:latin typeface="+mn-ea"/>
                </a:rPr>
                <a:t>质量</a:t>
              </a:r>
            </a:p>
          </p:txBody>
        </p:sp>
      </p:grpSp>
      <p:sp>
        <p:nvSpPr>
          <p:cNvPr id="61" name="文本框 60">
            <a:extLst>
              <a:ext uri="{FF2B5EF4-FFF2-40B4-BE49-F238E27FC236}">
                <a16:creationId xmlns:a16="http://schemas.microsoft.com/office/drawing/2014/main" id="{B0664DB4-98B6-B375-1867-DE1A1359057F}"/>
              </a:ext>
            </a:extLst>
          </p:cNvPr>
          <p:cNvSpPr txBox="1"/>
          <p:nvPr/>
        </p:nvSpPr>
        <p:spPr>
          <a:xfrm>
            <a:off x="4358909" y="2568688"/>
            <a:ext cx="718145" cy="215444"/>
          </a:xfrm>
          <a:prstGeom prst="rect">
            <a:avLst/>
          </a:prstGeom>
          <a:noFill/>
        </p:spPr>
        <p:txBody>
          <a:bodyPr wrap="none" lIns="0" tIns="0" rIns="0" bIns="0" rtlCol="0">
            <a:spAutoFit/>
          </a:bodyPr>
          <a:lstStyle/>
          <a:p>
            <a:pPr algn="ctr"/>
            <a:r>
              <a:rPr lang="zh-CN" altLang="en-US" sz="1400" b="1" dirty="0">
                <a:solidFill>
                  <a:schemeClr val="accent1"/>
                </a:solidFill>
              </a:rPr>
              <a:t>业务平台</a:t>
            </a:r>
          </a:p>
        </p:txBody>
      </p:sp>
      <p:sp>
        <p:nvSpPr>
          <p:cNvPr id="62" name="文本框 61">
            <a:extLst>
              <a:ext uri="{FF2B5EF4-FFF2-40B4-BE49-F238E27FC236}">
                <a16:creationId xmlns:a16="http://schemas.microsoft.com/office/drawing/2014/main" id="{BDAB2EE7-0B85-511D-E02A-81A6820458EE}"/>
              </a:ext>
            </a:extLst>
          </p:cNvPr>
          <p:cNvSpPr txBox="1"/>
          <p:nvPr/>
        </p:nvSpPr>
        <p:spPr>
          <a:xfrm>
            <a:off x="6620485" y="2971941"/>
            <a:ext cx="1439497" cy="215444"/>
          </a:xfrm>
          <a:prstGeom prst="rect">
            <a:avLst/>
          </a:prstGeom>
          <a:noFill/>
        </p:spPr>
        <p:txBody>
          <a:bodyPr wrap="none" lIns="0" tIns="0" rIns="0" bIns="0" rtlCol="0">
            <a:spAutoFit/>
          </a:bodyPr>
          <a:lstStyle/>
          <a:p>
            <a:pPr algn="ctr"/>
            <a:r>
              <a:rPr lang="zh-CN" altLang="en-US" sz="1400" b="1" dirty="0">
                <a:solidFill>
                  <a:schemeClr val="accent1"/>
                </a:solidFill>
              </a:rPr>
              <a:t>数据平台（</a:t>
            </a:r>
            <a:r>
              <a:rPr lang="en-US" altLang="zh-CN" sz="1400" b="1" dirty="0">
                <a:solidFill>
                  <a:schemeClr val="accent1"/>
                </a:solidFill>
              </a:rPr>
              <a:t>FDP</a:t>
            </a:r>
            <a:r>
              <a:rPr lang="zh-CN" altLang="en-US" sz="1400" b="1" dirty="0">
                <a:solidFill>
                  <a:schemeClr val="accent1"/>
                </a:solidFill>
              </a:rPr>
              <a:t>）</a:t>
            </a:r>
          </a:p>
        </p:txBody>
      </p:sp>
      <p:sp>
        <p:nvSpPr>
          <p:cNvPr id="2074" name="圆柱体 2073">
            <a:extLst>
              <a:ext uri="{FF2B5EF4-FFF2-40B4-BE49-F238E27FC236}">
                <a16:creationId xmlns:a16="http://schemas.microsoft.com/office/drawing/2014/main" id="{2FDCE5EA-40A8-DEE6-E94F-825D5E7D5A5B}"/>
              </a:ext>
            </a:extLst>
          </p:cNvPr>
          <p:cNvSpPr/>
          <p:nvPr/>
        </p:nvSpPr>
        <p:spPr>
          <a:xfrm>
            <a:off x="6329569" y="2478264"/>
            <a:ext cx="614239" cy="480743"/>
          </a:xfrm>
          <a:prstGeom prst="can">
            <a:avLst/>
          </a:prstGeom>
          <a:gradFill>
            <a:gsLst>
              <a:gs pos="47000">
                <a:schemeClr val="accent1">
                  <a:lumMod val="60000"/>
                  <a:lumOff val="40000"/>
                </a:schemeClr>
              </a:gs>
              <a:gs pos="100000">
                <a:schemeClr val="tx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t>CDP</a:t>
            </a:r>
            <a:endParaRPr lang="zh-CN" altLang="en-US" sz="1100" dirty="0"/>
          </a:p>
        </p:txBody>
      </p:sp>
      <p:sp>
        <p:nvSpPr>
          <p:cNvPr id="2075" name="圆柱体 2074">
            <a:extLst>
              <a:ext uri="{FF2B5EF4-FFF2-40B4-BE49-F238E27FC236}">
                <a16:creationId xmlns:a16="http://schemas.microsoft.com/office/drawing/2014/main" id="{713BA998-6CB8-0DE8-498D-15048D1E9E35}"/>
              </a:ext>
            </a:extLst>
          </p:cNvPr>
          <p:cNvSpPr/>
          <p:nvPr/>
        </p:nvSpPr>
        <p:spPr>
          <a:xfrm>
            <a:off x="7032343" y="2478264"/>
            <a:ext cx="614239" cy="480743"/>
          </a:xfrm>
          <a:prstGeom prst="can">
            <a:avLst/>
          </a:prstGeom>
          <a:gradFill>
            <a:gsLst>
              <a:gs pos="47000">
                <a:schemeClr val="accent1">
                  <a:lumMod val="60000"/>
                  <a:lumOff val="40000"/>
                </a:schemeClr>
              </a:gs>
              <a:gs pos="100000">
                <a:schemeClr val="tx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t>IDP</a:t>
            </a:r>
            <a:endParaRPr lang="zh-CN" altLang="en-US" sz="1100" dirty="0"/>
          </a:p>
        </p:txBody>
      </p:sp>
      <p:sp>
        <p:nvSpPr>
          <p:cNvPr id="2076" name="圆柱体 2075">
            <a:extLst>
              <a:ext uri="{FF2B5EF4-FFF2-40B4-BE49-F238E27FC236}">
                <a16:creationId xmlns:a16="http://schemas.microsoft.com/office/drawing/2014/main" id="{BF29018D-A233-FC19-D1ED-91333ED2BE53}"/>
              </a:ext>
            </a:extLst>
          </p:cNvPr>
          <p:cNvSpPr/>
          <p:nvPr/>
        </p:nvSpPr>
        <p:spPr>
          <a:xfrm>
            <a:off x="7735117" y="2478264"/>
            <a:ext cx="614239" cy="480743"/>
          </a:xfrm>
          <a:prstGeom prst="can">
            <a:avLst/>
          </a:prstGeom>
          <a:gradFill>
            <a:gsLst>
              <a:gs pos="47000">
                <a:schemeClr val="accent1">
                  <a:lumMod val="60000"/>
                  <a:lumOff val="40000"/>
                </a:schemeClr>
              </a:gs>
              <a:gs pos="100000">
                <a:schemeClr val="tx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t>TDP</a:t>
            </a:r>
            <a:endParaRPr lang="zh-CN" altLang="en-US" sz="1100" dirty="0"/>
          </a:p>
        </p:txBody>
      </p:sp>
      <p:grpSp>
        <p:nvGrpSpPr>
          <p:cNvPr id="9" name="组合 8">
            <a:extLst>
              <a:ext uri="{FF2B5EF4-FFF2-40B4-BE49-F238E27FC236}">
                <a16:creationId xmlns:a16="http://schemas.microsoft.com/office/drawing/2014/main" id="{F155DE1A-8F21-6045-FCE4-AA39F7D914C2}"/>
              </a:ext>
            </a:extLst>
          </p:cNvPr>
          <p:cNvGrpSpPr/>
          <p:nvPr/>
        </p:nvGrpSpPr>
        <p:grpSpPr>
          <a:xfrm>
            <a:off x="930460" y="2991160"/>
            <a:ext cx="10331080" cy="2383792"/>
            <a:chOff x="930460" y="2991160"/>
            <a:chExt cx="10331080" cy="2383792"/>
          </a:xfrm>
        </p:grpSpPr>
        <p:grpSp>
          <p:nvGrpSpPr>
            <p:cNvPr id="2132" name="组合 2131">
              <a:extLst>
                <a:ext uri="{FF2B5EF4-FFF2-40B4-BE49-F238E27FC236}">
                  <a16:creationId xmlns:a16="http://schemas.microsoft.com/office/drawing/2014/main" id="{ABC6AC60-0A7B-970F-298D-B892588CE946}"/>
                </a:ext>
              </a:extLst>
            </p:cNvPr>
            <p:cNvGrpSpPr/>
            <p:nvPr/>
          </p:nvGrpSpPr>
          <p:grpSpPr>
            <a:xfrm>
              <a:off x="930460" y="2991160"/>
              <a:ext cx="1389658" cy="2383792"/>
              <a:chOff x="930460" y="2991160"/>
              <a:chExt cx="1389658" cy="2383792"/>
            </a:xfrm>
          </p:grpSpPr>
          <p:sp>
            <p:nvSpPr>
              <p:cNvPr id="2088" name="矩形 2087">
                <a:extLst>
                  <a:ext uri="{FF2B5EF4-FFF2-40B4-BE49-F238E27FC236}">
                    <a16:creationId xmlns:a16="http://schemas.microsoft.com/office/drawing/2014/main" id="{D879E3CC-FFAD-1577-5185-D56101C53D9A}"/>
                  </a:ext>
                </a:extLst>
              </p:cNvPr>
              <p:cNvSpPr/>
              <p:nvPr/>
            </p:nvSpPr>
            <p:spPr>
              <a:xfrm>
                <a:off x="930460" y="4390770"/>
                <a:ext cx="1389658" cy="984182"/>
              </a:xfrm>
              <a:prstGeom prst="rect">
                <a:avLst/>
              </a:prstGeom>
              <a:gradFill>
                <a:gsLst>
                  <a:gs pos="39000">
                    <a:schemeClr val="tx1"/>
                  </a:gs>
                  <a:gs pos="0">
                    <a:schemeClr val="accent1">
                      <a:lumMod val="40000"/>
                      <a:lumOff val="60000"/>
                    </a:schemeClr>
                  </a:gs>
                  <a:gs pos="100000">
                    <a:schemeClr val="tx1"/>
                  </a:gs>
                  <a:gs pos="78000">
                    <a:schemeClr val="accent1">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82" name="矩形 2081">
                <a:extLst>
                  <a:ext uri="{FF2B5EF4-FFF2-40B4-BE49-F238E27FC236}">
                    <a16:creationId xmlns:a16="http://schemas.microsoft.com/office/drawing/2014/main" id="{CE66C28D-8B18-1F7F-BFC3-9CDE2505900A}"/>
                  </a:ext>
                </a:extLst>
              </p:cNvPr>
              <p:cNvSpPr/>
              <p:nvPr/>
            </p:nvSpPr>
            <p:spPr>
              <a:xfrm>
                <a:off x="930460" y="3125788"/>
                <a:ext cx="1389658" cy="1214433"/>
              </a:xfrm>
              <a:prstGeom prst="rect">
                <a:avLst/>
              </a:prstGeom>
              <a:gradFill>
                <a:gsLst>
                  <a:gs pos="39000">
                    <a:schemeClr val="tx1"/>
                  </a:gs>
                  <a:gs pos="0">
                    <a:schemeClr val="accent1">
                      <a:lumMod val="40000"/>
                      <a:lumOff val="60000"/>
                    </a:schemeClr>
                  </a:gs>
                  <a:gs pos="100000">
                    <a:schemeClr val="tx1"/>
                  </a:gs>
                  <a:gs pos="78000">
                    <a:schemeClr val="accent1">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3" name="矩形: 圆角 2082">
                <a:extLst>
                  <a:ext uri="{FF2B5EF4-FFF2-40B4-BE49-F238E27FC236}">
                    <a16:creationId xmlns:a16="http://schemas.microsoft.com/office/drawing/2014/main" id="{4AD34083-6682-40A7-A21E-DCCD4B7C5A19}"/>
                  </a:ext>
                </a:extLst>
              </p:cNvPr>
              <p:cNvSpPr/>
              <p:nvPr/>
            </p:nvSpPr>
            <p:spPr>
              <a:xfrm>
                <a:off x="1041397" y="2991160"/>
                <a:ext cx="1167785" cy="26374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To</a:t>
                </a:r>
                <a:r>
                  <a:rPr lang="zh-CN" altLang="en-US" sz="1200" dirty="0"/>
                  <a:t> </a:t>
                </a:r>
                <a:r>
                  <a:rPr lang="en-US" altLang="zh-CN" sz="1200" dirty="0"/>
                  <a:t>C</a:t>
                </a:r>
                <a:r>
                  <a:rPr lang="zh-CN" altLang="en-US" sz="1200" dirty="0"/>
                  <a:t>业务</a:t>
                </a:r>
                <a:endParaRPr lang="en-US" altLang="zh-CN" sz="1200" dirty="0"/>
              </a:p>
            </p:txBody>
          </p:sp>
          <p:sp>
            <p:nvSpPr>
              <p:cNvPr id="2084" name="文本框 2083">
                <a:extLst>
                  <a:ext uri="{FF2B5EF4-FFF2-40B4-BE49-F238E27FC236}">
                    <a16:creationId xmlns:a16="http://schemas.microsoft.com/office/drawing/2014/main" id="{82A13BDA-19F2-6BC6-974B-9295BC0AD6D5}"/>
                  </a:ext>
                </a:extLst>
              </p:cNvPr>
              <p:cNvSpPr txBox="1"/>
              <p:nvPr/>
            </p:nvSpPr>
            <p:spPr>
              <a:xfrm>
                <a:off x="1394457" y="3335563"/>
                <a:ext cx="461665" cy="138499"/>
              </a:xfrm>
              <a:prstGeom prst="rect">
                <a:avLst/>
              </a:prstGeom>
              <a:noFill/>
            </p:spPr>
            <p:txBody>
              <a:bodyPr wrap="none" lIns="0" tIns="0" rIns="0" bIns="0" rtlCol="0">
                <a:spAutoFit/>
              </a:bodyPr>
              <a:lstStyle/>
              <a:p>
                <a:pPr algn="ctr"/>
                <a:r>
                  <a:rPr lang="zh-CN" altLang="en-US" sz="900" dirty="0">
                    <a:solidFill>
                      <a:schemeClr val="accent1"/>
                    </a:solidFill>
                    <a:latin typeface="+mn-ea"/>
                  </a:rPr>
                  <a:t>集成编排</a:t>
                </a:r>
              </a:p>
            </p:txBody>
          </p:sp>
          <p:sp>
            <p:nvSpPr>
              <p:cNvPr id="2085" name="文本框 2084">
                <a:extLst>
                  <a:ext uri="{FF2B5EF4-FFF2-40B4-BE49-F238E27FC236}">
                    <a16:creationId xmlns:a16="http://schemas.microsoft.com/office/drawing/2014/main" id="{D6322790-6845-5503-62CB-2D877F8E1FC0}"/>
                  </a:ext>
                </a:extLst>
              </p:cNvPr>
              <p:cNvSpPr txBox="1"/>
              <p:nvPr/>
            </p:nvSpPr>
            <p:spPr>
              <a:xfrm>
                <a:off x="1394457" y="3784019"/>
                <a:ext cx="461666" cy="138499"/>
              </a:xfrm>
              <a:prstGeom prst="rect">
                <a:avLst/>
              </a:prstGeom>
              <a:noFill/>
            </p:spPr>
            <p:txBody>
              <a:bodyPr wrap="none" lIns="0" tIns="0" rIns="0" bIns="0" rtlCol="0">
                <a:spAutoFit/>
              </a:bodyPr>
              <a:lstStyle/>
              <a:p>
                <a:pPr algn="ctr"/>
                <a:r>
                  <a:rPr lang="zh-CN" altLang="en-US" sz="900" dirty="0">
                    <a:solidFill>
                      <a:schemeClr val="accent1"/>
                    </a:solidFill>
                    <a:latin typeface="+mn-ea"/>
                  </a:rPr>
                  <a:t>品牌</a:t>
                </a:r>
                <a:r>
                  <a:rPr lang="en-US" altLang="zh-CN" sz="900" dirty="0">
                    <a:solidFill>
                      <a:schemeClr val="accent1"/>
                    </a:solidFill>
                    <a:latin typeface="+mn-ea"/>
                  </a:rPr>
                  <a:t>DTC</a:t>
                </a:r>
                <a:endParaRPr lang="zh-CN" altLang="en-US" sz="900" dirty="0">
                  <a:solidFill>
                    <a:schemeClr val="accent1"/>
                  </a:solidFill>
                  <a:latin typeface="+mn-ea"/>
                </a:endParaRPr>
              </a:p>
            </p:txBody>
          </p:sp>
          <p:sp>
            <p:nvSpPr>
              <p:cNvPr id="2086" name="文本框 2085">
                <a:extLst>
                  <a:ext uri="{FF2B5EF4-FFF2-40B4-BE49-F238E27FC236}">
                    <a16:creationId xmlns:a16="http://schemas.microsoft.com/office/drawing/2014/main" id="{63A7CE50-D0AC-A0C5-A7C0-AC8AAF9424D6}"/>
                  </a:ext>
                </a:extLst>
              </p:cNvPr>
              <p:cNvSpPr txBox="1"/>
              <p:nvPr/>
            </p:nvSpPr>
            <p:spPr>
              <a:xfrm>
                <a:off x="1170421" y="3975683"/>
                <a:ext cx="320601" cy="123111"/>
              </a:xfrm>
              <a:prstGeom prst="rect">
                <a:avLst/>
              </a:prstGeom>
              <a:noFill/>
            </p:spPr>
            <p:txBody>
              <a:bodyPr wrap="none" lIns="0" tIns="0" rIns="0" bIns="0" rtlCol="0">
                <a:spAutoFit/>
              </a:bodyPr>
              <a:lstStyle/>
              <a:p>
                <a:pPr algn="ctr"/>
                <a:r>
                  <a:rPr lang="en-US" altLang="zh-CN" sz="800" dirty="0">
                    <a:solidFill>
                      <a:schemeClr val="accent1"/>
                    </a:solidFill>
                    <a:latin typeface="+mn-ea"/>
                  </a:rPr>
                  <a:t>Online</a:t>
                </a:r>
                <a:endParaRPr lang="zh-CN" altLang="en-US" sz="800" dirty="0">
                  <a:solidFill>
                    <a:schemeClr val="accent1"/>
                  </a:solidFill>
                  <a:latin typeface="+mn-ea"/>
                </a:endParaRPr>
              </a:p>
            </p:txBody>
          </p:sp>
          <p:sp>
            <p:nvSpPr>
              <p:cNvPr id="2087" name="文本框 2086">
                <a:extLst>
                  <a:ext uri="{FF2B5EF4-FFF2-40B4-BE49-F238E27FC236}">
                    <a16:creationId xmlns:a16="http://schemas.microsoft.com/office/drawing/2014/main" id="{FABB7BB3-6B6D-6D08-E1C4-4D09DDE82A8A}"/>
                  </a:ext>
                </a:extLst>
              </p:cNvPr>
              <p:cNvSpPr txBox="1"/>
              <p:nvPr/>
            </p:nvSpPr>
            <p:spPr>
              <a:xfrm>
                <a:off x="1777602" y="3975683"/>
                <a:ext cx="328615" cy="123111"/>
              </a:xfrm>
              <a:prstGeom prst="rect">
                <a:avLst/>
              </a:prstGeom>
              <a:noFill/>
            </p:spPr>
            <p:txBody>
              <a:bodyPr wrap="none" lIns="0" tIns="0" rIns="0" bIns="0" rtlCol="0">
                <a:spAutoFit/>
              </a:bodyPr>
              <a:lstStyle/>
              <a:p>
                <a:pPr algn="ctr"/>
                <a:r>
                  <a:rPr lang="en-US" altLang="zh-CN" sz="800" dirty="0">
                    <a:solidFill>
                      <a:schemeClr val="accent1"/>
                    </a:solidFill>
                    <a:latin typeface="+mn-ea"/>
                  </a:rPr>
                  <a:t>Offline</a:t>
                </a:r>
                <a:endParaRPr lang="zh-CN" altLang="en-US" sz="800" dirty="0">
                  <a:solidFill>
                    <a:schemeClr val="accent1"/>
                  </a:solidFill>
                  <a:latin typeface="+mn-ea"/>
                </a:endParaRPr>
              </a:p>
            </p:txBody>
          </p:sp>
          <p:sp>
            <p:nvSpPr>
              <p:cNvPr id="2089" name="矩形: 圆角 2088">
                <a:extLst>
                  <a:ext uri="{FF2B5EF4-FFF2-40B4-BE49-F238E27FC236}">
                    <a16:creationId xmlns:a16="http://schemas.microsoft.com/office/drawing/2014/main" id="{CA49135B-D044-384B-1734-C8A3350CEDCA}"/>
                  </a:ext>
                </a:extLst>
              </p:cNvPr>
              <p:cNvSpPr/>
              <p:nvPr/>
            </p:nvSpPr>
            <p:spPr>
              <a:xfrm>
                <a:off x="1041397" y="4256398"/>
                <a:ext cx="1167785" cy="26374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To</a:t>
                </a:r>
                <a:r>
                  <a:rPr lang="zh-CN" altLang="en-US" sz="1200" dirty="0"/>
                  <a:t> </a:t>
                </a:r>
                <a:r>
                  <a:rPr lang="en-US" altLang="zh-CN" sz="1200" dirty="0"/>
                  <a:t>C</a:t>
                </a:r>
                <a:r>
                  <a:rPr lang="zh-CN" altLang="en-US" sz="1200" dirty="0"/>
                  <a:t>业务</a:t>
                </a:r>
                <a:endParaRPr lang="en-US" altLang="zh-CN" sz="1200" dirty="0"/>
              </a:p>
            </p:txBody>
          </p:sp>
          <p:sp>
            <p:nvSpPr>
              <p:cNvPr id="2090" name="文本框 2089">
                <a:extLst>
                  <a:ext uri="{FF2B5EF4-FFF2-40B4-BE49-F238E27FC236}">
                    <a16:creationId xmlns:a16="http://schemas.microsoft.com/office/drawing/2014/main" id="{EC05391B-70EB-53B6-E8FF-5F206D696253}"/>
                  </a:ext>
                </a:extLst>
              </p:cNvPr>
              <p:cNvSpPr txBox="1"/>
              <p:nvPr/>
            </p:nvSpPr>
            <p:spPr>
              <a:xfrm>
                <a:off x="1230951" y="4600801"/>
                <a:ext cx="788677" cy="138499"/>
              </a:xfrm>
              <a:prstGeom prst="rect">
                <a:avLst/>
              </a:prstGeom>
              <a:noFill/>
            </p:spPr>
            <p:txBody>
              <a:bodyPr wrap="none" lIns="0" tIns="0" rIns="0" bIns="0" rtlCol="0">
                <a:spAutoFit/>
              </a:bodyPr>
              <a:lstStyle/>
              <a:p>
                <a:pPr algn="ctr"/>
                <a:r>
                  <a:rPr lang="zh-CN" altLang="en-US" sz="900" dirty="0">
                    <a:solidFill>
                      <a:schemeClr val="accent1"/>
                    </a:solidFill>
                    <a:latin typeface="+mn-ea"/>
                  </a:rPr>
                  <a:t>经销商</a:t>
                </a:r>
                <a:r>
                  <a:rPr lang="en-US" altLang="zh-CN" sz="900" dirty="0">
                    <a:solidFill>
                      <a:schemeClr val="accent1"/>
                    </a:solidFill>
                    <a:latin typeface="+mn-ea"/>
                  </a:rPr>
                  <a:t>B2B</a:t>
                </a:r>
                <a:r>
                  <a:rPr lang="zh-CN" altLang="en-US" sz="900" dirty="0">
                    <a:solidFill>
                      <a:schemeClr val="accent1"/>
                    </a:solidFill>
                    <a:latin typeface="+mn-ea"/>
                  </a:rPr>
                  <a:t>平台</a:t>
                </a:r>
              </a:p>
            </p:txBody>
          </p:sp>
          <p:sp>
            <p:nvSpPr>
              <p:cNvPr id="2091" name="文本框 2090">
                <a:extLst>
                  <a:ext uri="{FF2B5EF4-FFF2-40B4-BE49-F238E27FC236}">
                    <a16:creationId xmlns:a16="http://schemas.microsoft.com/office/drawing/2014/main" id="{1CB9C334-58F8-C827-48E8-1BA47B12AFD7}"/>
                  </a:ext>
                </a:extLst>
              </p:cNvPr>
              <p:cNvSpPr txBox="1"/>
              <p:nvPr/>
            </p:nvSpPr>
            <p:spPr>
              <a:xfrm>
                <a:off x="1041100" y="4875726"/>
                <a:ext cx="1168378" cy="397899"/>
              </a:xfrm>
              <a:prstGeom prst="roundRect">
                <a:avLst>
                  <a:gd name="adj" fmla="val 50000"/>
                </a:avLst>
              </a:prstGeom>
              <a:noFill/>
              <a:ln>
                <a:solidFill>
                  <a:schemeClr val="accent1"/>
                </a:solidFill>
                <a:prstDash val="dash"/>
              </a:ln>
            </p:spPr>
            <p:txBody>
              <a:bodyPr wrap="square" lIns="0" tIns="0" rIns="0" bIns="0" rtlCol="0">
                <a:spAutoFit/>
              </a:bodyPr>
              <a:lstStyle/>
              <a:p>
                <a:pPr algn="ctr">
                  <a:lnSpc>
                    <a:spcPct val="120000"/>
                  </a:lnSpc>
                </a:pPr>
                <a:r>
                  <a:rPr lang="zh-CN" altLang="en-US" sz="800" dirty="0">
                    <a:solidFill>
                      <a:schemeClr val="accent1"/>
                    </a:solidFill>
                    <a:latin typeface="+mn-ea"/>
                  </a:rPr>
                  <a:t>经销商</a:t>
                </a:r>
                <a:r>
                  <a:rPr lang="en-US" altLang="zh-CN" sz="800" dirty="0">
                    <a:solidFill>
                      <a:schemeClr val="accent1"/>
                    </a:solidFill>
                    <a:latin typeface="+mn-ea"/>
                  </a:rPr>
                  <a:t>B2B</a:t>
                </a:r>
                <a:r>
                  <a:rPr lang="zh-CN" altLang="en-US" sz="800" dirty="0">
                    <a:solidFill>
                      <a:schemeClr val="accent1"/>
                    </a:solidFill>
                    <a:latin typeface="+mn-ea"/>
                  </a:rPr>
                  <a:t>平台</a:t>
                </a:r>
                <a:endParaRPr lang="en-US" altLang="zh-CN" sz="800" dirty="0">
                  <a:solidFill>
                    <a:schemeClr val="accent1"/>
                  </a:solidFill>
                  <a:latin typeface="+mn-ea"/>
                </a:endParaRPr>
              </a:p>
              <a:p>
                <a:pPr algn="ctr">
                  <a:lnSpc>
                    <a:spcPct val="120000"/>
                  </a:lnSpc>
                </a:pPr>
                <a:r>
                  <a:rPr lang="zh-CN" altLang="en-US" sz="800" dirty="0">
                    <a:solidFill>
                      <a:schemeClr val="accent1"/>
                    </a:solidFill>
                    <a:latin typeface="+mn-ea"/>
                  </a:rPr>
                  <a:t>（小程序</a:t>
                </a:r>
                <a:r>
                  <a:rPr lang="en-US" altLang="zh-CN" sz="800" dirty="0">
                    <a:solidFill>
                      <a:schemeClr val="accent1"/>
                    </a:solidFill>
                    <a:latin typeface="+mn-ea"/>
                  </a:rPr>
                  <a:t>/H5/APP/PC)</a:t>
                </a:r>
                <a:endParaRPr lang="zh-CN" altLang="en-US" sz="800" dirty="0">
                  <a:solidFill>
                    <a:schemeClr val="accent1"/>
                  </a:solidFill>
                  <a:latin typeface="+mn-ea"/>
                </a:endParaRPr>
              </a:p>
            </p:txBody>
          </p:sp>
          <p:grpSp>
            <p:nvGrpSpPr>
              <p:cNvPr id="2101" name="组合 2100">
                <a:extLst>
                  <a:ext uri="{FF2B5EF4-FFF2-40B4-BE49-F238E27FC236}">
                    <a16:creationId xmlns:a16="http://schemas.microsoft.com/office/drawing/2014/main" id="{3F2B1E1B-1FDB-09B7-8954-3EDB5D23AA03}"/>
                  </a:ext>
                </a:extLst>
              </p:cNvPr>
              <p:cNvGrpSpPr/>
              <p:nvPr/>
            </p:nvGrpSpPr>
            <p:grpSpPr>
              <a:xfrm>
                <a:off x="1050660" y="3524611"/>
                <a:ext cx="1149259" cy="176304"/>
                <a:chOff x="-581219" y="3529375"/>
                <a:chExt cx="1149259" cy="176304"/>
              </a:xfrm>
            </p:grpSpPr>
            <p:pic>
              <p:nvPicPr>
                <p:cNvPr id="2093" name="图片 2092">
                  <a:extLst>
                    <a:ext uri="{FF2B5EF4-FFF2-40B4-BE49-F238E27FC236}">
                      <a16:creationId xmlns:a16="http://schemas.microsoft.com/office/drawing/2014/main" id="{2E3B8624-C3A3-7FE2-88D7-A7F6BC956620}"/>
                    </a:ext>
                  </a:extLst>
                </p:cNvPr>
                <p:cNvPicPr>
                  <a:picLocks noChangeAspect="1"/>
                </p:cNvPicPr>
                <p:nvPr/>
              </p:nvPicPr>
              <p:blipFill>
                <a:blip r:embed="rId3"/>
                <a:stretch>
                  <a:fillRect/>
                </a:stretch>
              </p:blipFill>
              <p:spPr>
                <a:xfrm>
                  <a:off x="-581219" y="3529375"/>
                  <a:ext cx="176304" cy="176304"/>
                </a:xfrm>
                <a:prstGeom prst="rect">
                  <a:avLst/>
                </a:prstGeom>
              </p:spPr>
            </p:pic>
            <p:pic>
              <p:nvPicPr>
                <p:cNvPr id="2094" name="图片 2093">
                  <a:extLst>
                    <a:ext uri="{FF2B5EF4-FFF2-40B4-BE49-F238E27FC236}">
                      <a16:creationId xmlns:a16="http://schemas.microsoft.com/office/drawing/2014/main" id="{5C6BFDF8-7F9D-858E-E872-6C23DC05B1CB}"/>
                    </a:ext>
                  </a:extLst>
                </p:cNvPr>
                <p:cNvPicPr>
                  <a:picLocks noChangeAspect="1"/>
                </p:cNvPicPr>
                <p:nvPr/>
              </p:nvPicPr>
              <p:blipFill>
                <a:blip r:embed="rId4"/>
                <a:stretch>
                  <a:fillRect/>
                </a:stretch>
              </p:blipFill>
              <p:spPr>
                <a:xfrm>
                  <a:off x="-386628" y="3529375"/>
                  <a:ext cx="176304" cy="176304"/>
                </a:xfrm>
                <a:prstGeom prst="rect">
                  <a:avLst/>
                </a:prstGeom>
              </p:spPr>
            </p:pic>
            <p:pic>
              <p:nvPicPr>
                <p:cNvPr id="2095" name="图片 2094">
                  <a:extLst>
                    <a:ext uri="{FF2B5EF4-FFF2-40B4-BE49-F238E27FC236}">
                      <a16:creationId xmlns:a16="http://schemas.microsoft.com/office/drawing/2014/main" id="{E9076786-DB88-A112-9E51-CD9E1E0F823F}"/>
                    </a:ext>
                  </a:extLst>
                </p:cNvPr>
                <p:cNvPicPr>
                  <a:picLocks noChangeAspect="1"/>
                </p:cNvPicPr>
                <p:nvPr/>
              </p:nvPicPr>
              <p:blipFill>
                <a:blip r:embed="rId5"/>
                <a:stretch>
                  <a:fillRect/>
                </a:stretch>
              </p:blipFill>
              <p:spPr>
                <a:xfrm>
                  <a:off x="-192037" y="3529375"/>
                  <a:ext cx="176304" cy="176304"/>
                </a:xfrm>
                <a:prstGeom prst="rect">
                  <a:avLst/>
                </a:prstGeom>
              </p:spPr>
            </p:pic>
            <p:pic>
              <p:nvPicPr>
                <p:cNvPr id="2096" name="图片 2095">
                  <a:extLst>
                    <a:ext uri="{FF2B5EF4-FFF2-40B4-BE49-F238E27FC236}">
                      <a16:creationId xmlns:a16="http://schemas.microsoft.com/office/drawing/2014/main" id="{00D0E970-2588-6491-201E-A636E070328D}"/>
                    </a:ext>
                  </a:extLst>
                </p:cNvPr>
                <p:cNvPicPr>
                  <a:picLocks noChangeAspect="1"/>
                </p:cNvPicPr>
                <p:nvPr/>
              </p:nvPicPr>
              <p:blipFill>
                <a:blip r:embed="rId6"/>
                <a:stretch>
                  <a:fillRect/>
                </a:stretch>
              </p:blipFill>
              <p:spPr>
                <a:xfrm>
                  <a:off x="2554" y="3529375"/>
                  <a:ext cx="176304" cy="176304"/>
                </a:xfrm>
                <a:prstGeom prst="rect">
                  <a:avLst/>
                </a:prstGeom>
              </p:spPr>
            </p:pic>
            <p:pic>
              <p:nvPicPr>
                <p:cNvPr id="2099" name="图片 2098">
                  <a:extLst>
                    <a:ext uri="{FF2B5EF4-FFF2-40B4-BE49-F238E27FC236}">
                      <a16:creationId xmlns:a16="http://schemas.microsoft.com/office/drawing/2014/main" id="{E6035FDA-18FB-4680-6ABF-9CF166ABFCC5}"/>
                    </a:ext>
                  </a:extLst>
                </p:cNvPr>
                <p:cNvPicPr>
                  <a:picLocks noChangeAspect="1"/>
                </p:cNvPicPr>
                <p:nvPr/>
              </p:nvPicPr>
              <p:blipFill>
                <a:blip r:embed="rId7"/>
                <a:stretch>
                  <a:fillRect/>
                </a:stretch>
              </p:blipFill>
              <p:spPr>
                <a:xfrm>
                  <a:off x="197145" y="3529375"/>
                  <a:ext cx="176304" cy="176304"/>
                </a:xfrm>
                <a:prstGeom prst="rect">
                  <a:avLst/>
                </a:prstGeom>
              </p:spPr>
            </p:pic>
            <p:pic>
              <p:nvPicPr>
                <p:cNvPr id="2100" name="图片 2099">
                  <a:extLst>
                    <a:ext uri="{FF2B5EF4-FFF2-40B4-BE49-F238E27FC236}">
                      <a16:creationId xmlns:a16="http://schemas.microsoft.com/office/drawing/2014/main" id="{2CC1218C-2DB0-9EFC-3DC9-E62B6110BC16}"/>
                    </a:ext>
                  </a:extLst>
                </p:cNvPr>
                <p:cNvPicPr>
                  <a:picLocks noChangeAspect="1"/>
                </p:cNvPicPr>
                <p:nvPr/>
              </p:nvPicPr>
              <p:blipFill>
                <a:blip r:embed="rId8"/>
                <a:stretch>
                  <a:fillRect/>
                </a:stretch>
              </p:blipFill>
              <p:spPr>
                <a:xfrm>
                  <a:off x="391736" y="3529375"/>
                  <a:ext cx="176304" cy="176304"/>
                </a:xfrm>
                <a:prstGeom prst="rect">
                  <a:avLst/>
                </a:prstGeom>
              </p:spPr>
            </p:pic>
          </p:grpSp>
        </p:grpSp>
        <p:grpSp>
          <p:nvGrpSpPr>
            <p:cNvPr id="2131" name="组合 2130">
              <a:extLst>
                <a:ext uri="{FF2B5EF4-FFF2-40B4-BE49-F238E27FC236}">
                  <a16:creationId xmlns:a16="http://schemas.microsoft.com/office/drawing/2014/main" id="{AE2E50BA-42DF-CFD4-B034-0F4504070E6E}"/>
                </a:ext>
              </a:extLst>
            </p:cNvPr>
            <p:cNvGrpSpPr/>
            <p:nvPr/>
          </p:nvGrpSpPr>
          <p:grpSpPr>
            <a:xfrm>
              <a:off x="9871882" y="2991160"/>
              <a:ext cx="1389658" cy="2332339"/>
              <a:chOff x="9871882" y="2991160"/>
              <a:chExt cx="1389658" cy="2332339"/>
            </a:xfrm>
          </p:grpSpPr>
          <p:sp>
            <p:nvSpPr>
              <p:cNvPr id="2102" name="矩形 2101">
                <a:extLst>
                  <a:ext uri="{FF2B5EF4-FFF2-40B4-BE49-F238E27FC236}">
                    <a16:creationId xmlns:a16="http://schemas.microsoft.com/office/drawing/2014/main" id="{852038B8-C879-2A66-0E9E-568B7249CE36}"/>
                  </a:ext>
                </a:extLst>
              </p:cNvPr>
              <p:cNvSpPr/>
              <p:nvPr/>
            </p:nvSpPr>
            <p:spPr>
              <a:xfrm>
                <a:off x="9871882" y="3125788"/>
                <a:ext cx="1389658" cy="2197711"/>
              </a:xfrm>
              <a:prstGeom prst="rect">
                <a:avLst/>
              </a:prstGeom>
              <a:gradFill>
                <a:gsLst>
                  <a:gs pos="39000">
                    <a:schemeClr val="tx1"/>
                  </a:gs>
                  <a:gs pos="0">
                    <a:schemeClr val="accent2">
                      <a:lumMod val="40000"/>
                      <a:lumOff val="60000"/>
                    </a:schemeClr>
                  </a:gs>
                  <a:gs pos="100000">
                    <a:schemeClr val="tx1"/>
                  </a:gs>
                  <a:gs pos="78000">
                    <a:schemeClr val="accent2">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03" name="矩形: 圆角 2102">
                <a:extLst>
                  <a:ext uri="{FF2B5EF4-FFF2-40B4-BE49-F238E27FC236}">
                    <a16:creationId xmlns:a16="http://schemas.microsoft.com/office/drawing/2014/main" id="{8F0267B5-A40C-A7BC-087B-634ACB8A97B1}"/>
                  </a:ext>
                </a:extLst>
              </p:cNvPr>
              <p:cNvSpPr/>
              <p:nvPr/>
            </p:nvSpPr>
            <p:spPr>
              <a:xfrm>
                <a:off x="9982819" y="2991160"/>
                <a:ext cx="1167785" cy="263743"/>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t>支撑平台</a:t>
                </a:r>
                <a:endParaRPr lang="en-US" altLang="zh-CN" sz="1200" dirty="0"/>
              </a:p>
            </p:txBody>
          </p:sp>
          <p:sp>
            <p:nvSpPr>
              <p:cNvPr id="2104" name="文本框 2103">
                <a:extLst>
                  <a:ext uri="{FF2B5EF4-FFF2-40B4-BE49-F238E27FC236}">
                    <a16:creationId xmlns:a16="http://schemas.microsoft.com/office/drawing/2014/main" id="{A3B6E053-6004-618B-1197-6BD58D4A7486}"/>
                  </a:ext>
                </a:extLst>
              </p:cNvPr>
              <p:cNvSpPr txBox="1"/>
              <p:nvPr/>
            </p:nvSpPr>
            <p:spPr>
              <a:xfrm>
                <a:off x="10106444" y="3418968"/>
                <a:ext cx="866775" cy="238329"/>
              </a:xfrm>
              <a:prstGeom prst="roundRect">
                <a:avLst>
                  <a:gd name="adj" fmla="val 50000"/>
                </a:avLst>
              </a:prstGeom>
              <a:noFill/>
              <a:ln>
                <a:solidFill>
                  <a:schemeClr val="accent2"/>
                </a:solidFill>
              </a:ln>
            </p:spPr>
            <p:txBody>
              <a:bodyPr wrap="square" lIns="0" tIns="0" rIns="0" bIns="0" rtlCol="0" anchor="ctr" anchorCtr="0">
                <a:noAutofit/>
              </a:bodyPr>
              <a:lstStyle/>
              <a:p>
                <a:pPr algn="ctr"/>
                <a:r>
                  <a:rPr lang="en-US" altLang="zh-CN" sz="900" dirty="0">
                    <a:solidFill>
                      <a:schemeClr val="accent2"/>
                    </a:solidFill>
                    <a:latin typeface="+mn-ea"/>
                  </a:rPr>
                  <a:t>HR</a:t>
                </a:r>
                <a:r>
                  <a:rPr lang="zh-CN" altLang="en-US" sz="900" dirty="0">
                    <a:solidFill>
                      <a:schemeClr val="accent2"/>
                    </a:solidFill>
                    <a:latin typeface="+mn-ea"/>
                  </a:rPr>
                  <a:t>系统</a:t>
                </a:r>
              </a:p>
            </p:txBody>
          </p:sp>
          <p:sp>
            <p:nvSpPr>
              <p:cNvPr id="2119" name="文本框 2118">
                <a:extLst>
                  <a:ext uri="{FF2B5EF4-FFF2-40B4-BE49-F238E27FC236}">
                    <a16:creationId xmlns:a16="http://schemas.microsoft.com/office/drawing/2014/main" id="{E06FC1AD-ACA5-043B-61C4-AB52BD934B53}"/>
                  </a:ext>
                </a:extLst>
              </p:cNvPr>
              <p:cNvSpPr txBox="1"/>
              <p:nvPr/>
            </p:nvSpPr>
            <p:spPr>
              <a:xfrm>
                <a:off x="10106444" y="3758693"/>
                <a:ext cx="866775" cy="238329"/>
              </a:xfrm>
              <a:prstGeom prst="roundRect">
                <a:avLst>
                  <a:gd name="adj" fmla="val 50000"/>
                </a:avLst>
              </a:prstGeom>
              <a:noFill/>
              <a:ln>
                <a:solidFill>
                  <a:schemeClr val="accent2"/>
                </a:solidFill>
              </a:ln>
            </p:spPr>
            <p:txBody>
              <a:bodyPr wrap="square" lIns="0" tIns="0" rIns="0" bIns="0" rtlCol="0" anchor="ctr" anchorCtr="0">
                <a:noAutofit/>
              </a:bodyPr>
              <a:lstStyle/>
              <a:p>
                <a:pPr algn="ctr"/>
                <a:r>
                  <a:rPr lang="zh-CN" altLang="en-US" sz="900" dirty="0">
                    <a:solidFill>
                      <a:schemeClr val="accent2"/>
                    </a:solidFill>
                    <a:latin typeface="+mn-ea"/>
                  </a:rPr>
                  <a:t>财务系统</a:t>
                </a:r>
              </a:p>
            </p:txBody>
          </p:sp>
          <p:sp>
            <p:nvSpPr>
              <p:cNvPr id="2120" name="文本框 2119">
                <a:extLst>
                  <a:ext uri="{FF2B5EF4-FFF2-40B4-BE49-F238E27FC236}">
                    <a16:creationId xmlns:a16="http://schemas.microsoft.com/office/drawing/2014/main" id="{F53B981C-92B8-072E-AD85-3742D6DB74D5}"/>
                  </a:ext>
                </a:extLst>
              </p:cNvPr>
              <p:cNvSpPr txBox="1"/>
              <p:nvPr/>
            </p:nvSpPr>
            <p:spPr>
              <a:xfrm>
                <a:off x="10106444" y="4123818"/>
                <a:ext cx="866775" cy="238329"/>
              </a:xfrm>
              <a:prstGeom prst="roundRect">
                <a:avLst>
                  <a:gd name="adj" fmla="val 50000"/>
                </a:avLst>
              </a:prstGeom>
              <a:noFill/>
              <a:ln>
                <a:solidFill>
                  <a:schemeClr val="accent2"/>
                </a:solidFill>
              </a:ln>
            </p:spPr>
            <p:txBody>
              <a:bodyPr wrap="square" lIns="0" tIns="0" rIns="0" bIns="0" rtlCol="0" anchor="ctr" anchorCtr="0">
                <a:noAutofit/>
              </a:bodyPr>
              <a:lstStyle/>
              <a:p>
                <a:pPr algn="ctr"/>
                <a:r>
                  <a:rPr lang="zh-CN" altLang="en-US" sz="900" dirty="0">
                    <a:solidFill>
                      <a:schemeClr val="accent2"/>
                    </a:solidFill>
                    <a:latin typeface="+mn-ea"/>
                  </a:rPr>
                  <a:t>经营决策系统</a:t>
                </a:r>
              </a:p>
            </p:txBody>
          </p:sp>
          <p:sp>
            <p:nvSpPr>
              <p:cNvPr id="2121" name="文本框 2120">
                <a:extLst>
                  <a:ext uri="{FF2B5EF4-FFF2-40B4-BE49-F238E27FC236}">
                    <a16:creationId xmlns:a16="http://schemas.microsoft.com/office/drawing/2014/main" id="{01A4D1ED-3CA8-D535-BB99-93BCCD650ED5}"/>
                  </a:ext>
                </a:extLst>
              </p:cNvPr>
              <p:cNvSpPr txBox="1"/>
              <p:nvPr/>
            </p:nvSpPr>
            <p:spPr>
              <a:xfrm>
                <a:off x="10106444" y="4488943"/>
                <a:ext cx="866775" cy="238329"/>
              </a:xfrm>
              <a:prstGeom prst="roundRect">
                <a:avLst>
                  <a:gd name="adj" fmla="val 50000"/>
                </a:avLst>
              </a:prstGeom>
              <a:noFill/>
              <a:ln>
                <a:solidFill>
                  <a:schemeClr val="accent2"/>
                </a:solidFill>
              </a:ln>
            </p:spPr>
            <p:txBody>
              <a:bodyPr wrap="square" lIns="0" tIns="0" rIns="0" bIns="0" rtlCol="0" anchor="ctr" anchorCtr="0">
                <a:noAutofit/>
              </a:bodyPr>
              <a:lstStyle/>
              <a:p>
                <a:pPr algn="ctr"/>
                <a:r>
                  <a:rPr lang="zh-CN" altLang="en-US" sz="900" dirty="0">
                    <a:solidFill>
                      <a:schemeClr val="accent2"/>
                    </a:solidFill>
                    <a:latin typeface="+mn-ea"/>
                  </a:rPr>
                  <a:t>协同平台</a:t>
                </a:r>
              </a:p>
            </p:txBody>
          </p:sp>
          <p:sp>
            <p:nvSpPr>
              <p:cNvPr id="2122" name="文本框 2121">
                <a:extLst>
                  <a:ext uri="{FF2B5EF4-FFF2-40B4-BE49-F238E27FC236}">
                    <a16:creationId xmlns:a16="http://schemas.microsoft.com/office/drawing/2014/main" id="{3784B011-8211-0E6F-D2C7-23C235619E5C}"/>
                  </a:ext>
                </a:extLst>
              </p:cNvPr>
              <p:cNvSpPr txBox="1"/>
              <p:nvPr/>
            </p:nvSpPr>
            <p:spPr>
              <a:xfrm>
                <a:off x="10106444" y="4854068"/>
                <a:ext cx="866775" cy="238329"/>
              </a:xfrm>
              <a:prstGeom prst="roundRect">
                <a:avLst>
                  <a:gd name="adj" fmla="val 50000"/>
                </a:avLst>
              </a:prstGeom>
              <a:noFill/>
              <a:ln>
                <a:solidFill>
                  <a:schemeClr val="accent2"/>
                </a:solidFill>
              </a:ln>
            </p:spPr>
            <p:txBody>
              <a:bodyPr wrap="square" lIns="0" tIns="0" rIns="0" bIns="0" rtlCol="0" anchor="ctr" anchorCtr="0">
                <a:noAutofit/>
              </a:bodyPr>
              <a:lstStyle/>
              <a:p>
                <a:pPr algn="ctr"/>
                <a:r>
                  <a:rPr lang="en-US" altLang="zh-CN" sz="900" dirty="0">
                    <a:solidFill>
                      <a:schemeClr val="accent2"/>
                    </a:solidFill>
                    <a:latin typeface="+mn-ea"/>
                  </a:rPr>
                  <a:t>OA</a:t>
                </a:r>
                <a:endParaRPr lang="zh-CN" altLang="en-US" sz="900" dirty="0">
                  <a:solidFill>
                    <a:schemeClr val="accent2"/>
                  </a:solidFill>
                  <a:latin typeface="+mn-ea"/>
                </a:endParaRPr>
              </a:p>
            </p:txBody>
          </p:sp>
          <p:sp>
            <p:nvSpPr>
              <p:cNvPr id="2124" name="文本框 2123">
                <a:extLst>
                  <a:ext uri="{FF2B5EF4-FFF2-40B4-BE49-F238E27FC236}">
                    <a16:creationId xmlns:a16="http://schemas.microsoft.com/office/drawing/2014/main" id="{7118A9BA-A06F-AD2D-2CDE-953296D549A9}"/>
                  </a:ext>
                </a:extLst>
              </p:cNvPr>
              <p:cNvSpPr txBox="1"/>
              <p:nvPr/>
            </p:nvSpPr>
            <p:spPr>
              <a:xfrm>
                <a:off x="10444110" y="5092397"/>
                <a:ext cx="298160" cy="161583"/>
              </a:xfrm>
              <a:prstGeom prst="rect">
                <a:avLst/>
              </a:prstGeom>
              <a:noFill/>
            </p:spPr>
            <p:txBody>
              <a:bodyPr wrap="none" lIns="0" tIns="0" rIns="0" bIns="0" rtlCol="0">
                <a:spAutoFit/>
              </a:bodyPr>
              <a:lstStyle/>
              <a:p>
                <a:pPr algn="ctr"/>
                <a:r>
                  <a:rPr lang="en-US" altLang="zh-CN" sz="1050" dirty="0">
                    <a:solidFill>
                      <a:schemeClr val="accent2"/>
                    </a:solidFill>
                    <a:latin typeface="+mn-ea"/>
                  </a:rPr>
                  <a:t>…  …</a:t>
                </a:r>
                <a:endParaRPr lang="zh-CN" altLang="en-US" sz="1050" dirty="0">
                  <a:solidFill>
                    <a:schemeClr val="accent2"/>
                  </a:solidFill>
                  <a:latin typeface="+mn-ea"/>
                </a:endParaRPr>
              </a:p>
            </p:txBody>
          </p:sp>
        </p:grpSp>
      </p:grpSp>
      <p:grpSp>
        <p:nvGrpSpPr>
          <p:cNvPr id="2" name="组合 1">
            <a:extLst>
              <a:ext uri="{FF2B5EF4-FFF2-40B4-BE49-F238E27FC236}">
                <a16:creationId xmlns:a16="http://schemas.microsoft.com/office/drawing/2014/main" id="{A9C53267-81F9-6DEB-E7DE-B98F6A47E28D}"/>
              </a:ext>
            </a:extLst>
          </p:cNvPr>
          <p:cNvGrpSpPr/>
          <p:nvPr/>
        </p:nvGrpSpPr>
        <p:grpSpPr>
          <a:xfrm>
            <a:off x="3544238" y="3851998"/>
            <a:ext cx="5103524" cy="1018002"/>
            <a:chOff x="3861991" y="3816705"/>
            <a:chExt cx="5103524" cy="1018002"/>
          </a:xfrm>
        </p:grpSpPr>
        <p:sp>
          <p:nvSpPr>
            <p:cNvPr id="12" name="任意多边形: 形状 11">
              <a:extLst>
                <a:ext uri="{FF2B5EF4-FFF2-40B4-BE49-F238E27FC236}">
                  <a16:creationId xmlns:a16="http://schemas.microsoft.com/office/drawing/2014/main" id="{F2170BD0-DFC3-08C0-1B0A-0DD007C738A9}"/>
                </a:ext>
              </a:extLst>
            </p:cNvPr>
            <p:cNvSpPr/>
            <p:nvPr/>
          </p:nvSpPr>
          <p:spPr>
            <a:xfrm>
              <a:off x="3861991" y="3816705"/>
              <a:ext cx="5103524" cy="1018002"/>
            </a:xfrm>
            <a:custGeom>
              <a:avLst/>
              <a:gdLst>
                <a:gd name="connsiteX0" fmla="*/ 2518464 w 5103524"/>
                <a:gd name="connsiteY0" fmla="*/ 288285 h 1018002"/>
                <a:gd name="connsiteX1" fmla="*/ 1265745 w 5103524"/>
                <a:gd name="connsiteY1" fmla="*/ 506750 h 1018002"/>
                <a:gd name="connsiteX2" fmla="*/ 2518464 w 5103524"/>
                <a:gd name="connsiteY2" fmla="*/ 725215 h 1018002"/>
                <a:gd name="connsiteX3" fmla="*/ 3771183 w 5103524"/>
                <a:gd name="connsiteY3" fmla="*/ 506750 h 1018002"/>
                <a:gd name="connsiteX4" fmla="*/ 2518464 w 5103524"/>
                <a:gd name="connsiteY4" fmla="*/ 288285 h 1018002"/>
                <a:gd name="connsiteX5" fmla="*/ 2551762 w 5103524"/>
                <a:gd name="connsiteY5" fmla="*/ 0 h 1018002"/>
                <a:gd name="connsiteX6" fmla="*/ 5103524 w 5103524"/>
                <a:gd name="connsiteY6" fmla="*/ 509001 h 1018002"/>
                <a:gd name="connsiteX7" fmla="*/ 2551762 w 5103524"/>
                <a:gd name="connsiteY7" fmla="*/ 1018002 h 1018002"/>
                <a:gd name="connsiteX8" fmla="*/ 0 w 5103524"/>
                <a:gd name="connsiteY8" fmla="*/ 509001 h 1018002"/>
                <a:gd name="connsiteX9" fmla="*/ 2551762 w 5103524"/>
                <a:gd name="connsiteY9" fmla="*/ 0 h 101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03524" h="1018002">
                  <a:moveTo>
                    <a:pt x="2518464" y="288285"/>
                  </a:moveTo>
                  <a:cubicBezTo>
                    <a:pt x="1826606" y="288285"/>
                    <a:pt x="1265745" y="386095"/>
                    <a:pt x="1265745" y="506750"/>
                  </a:cubicBezTo>
                  <a:cubicBezTo>
                    <a:pt x="1265745" y="627405"/>
                    <a:pt x="1826606" y="725215"/>
                    <a:pt x="2518464" y="725215"/>
                  </a:cubicBezTo>
                  <a:cubicBezTo>
                    <a:pt x="3210322" y="725215"/>
                    <a:pt x="3771183" y="627405"/>
                    <a:pt x="3771183" y="506750"/>
                  </a:cubicBezTo>
                  <a:cubicBezTo>
                    <a:pt x="3771183" y="386095"/>
                    <a:pt x="3210322" y="288285"/>
                    <a:pt x="2518464" y="288285"/>
                  </a:cubicBezTo>
                  <a:close/>
                  <a:moveTo>
                    <a:pt x="2551762" y="0"/>
                  </a:moveTo>
                  <a:cubicBezTo>
                    <a:pt x="3961061" y="0"/>
                    <a:pt x="5103524" y="227888"/>
                    <a:pt x="5103524" y="509001"/>
                  </a:cubicBezTo>
                  <a:cubicBezTo>
                    <a:pt x="5103524" y="790114"/>
                    <a:pt x="3961061" y="1018002"/>
                    <a:pt x="2551762" y="1018002"/>
                  </a:cubicBezTo>
                  <a:cubicBezTo>
                    <a:pt x="1142463" y="1018002"/>
                    <a:pt x="0" y="790114"/>
                    <a:pt x="0" y="509001"/>
                  </a:cubicBezTo>
                  <a:cubicBezTo>
                    <a:pt x="0" y="227888"/>
                    <a:pt x="1142463" y="0"/>
                    <a:pt x="2551762" y="0"/>
                  </a:cubicBezTo>
                  <a:close/>
                </a:path>
              </a:pathLst>
            </a:custGeom>
            <a:gradFill>
              <a:gsLst>
                <a:gs pos="0">
                  <a:schemeClr val="accent1">
                    <a:lumMod val="40000"/>
                    <a:lumOff val="60000"/>
                  </a:schemeClr>
                </a:gs>
                <a:gs pos="100000">
                  <a:schemeClr val="accent1">
                    <a:lumMod val="20000"/>
                    <a:lumOff val="80000"/>
                  </a:schemeClr>
                </a:gs>
              </a:gsLst>
              <a:lin ang="5400000" scaled="1"/>
            </a:gradFill>
            <a:ln>
              <a:solidFill>
                <a:schemeClr val="accent1">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11679E61-7997-0AF1-74C7-8A88F88310E4}"/>
                </a:ext>
              </a:extLst>
            </p:cNvPr>
            <p:cNvSpPr txBox="1"/>
            <p:nvPr/>
          </p:nvSpPr>
          <p:spPr>
            <a:xfrm>
              <a:off x="4825437" y="4045676"/>
              <a:ext cx="346249" cy="138499"/>
            </a:xfrm>
            <a:prstGeom prst="rect">
              <a:avLst/>
            </a:prstGeom>
            <a:noFill/>
          </p:spPr>
          <p:txBody>
            <a:bodyPr wrap="none" lIns="0" tIns="0" rIns="0" bIns="0" rtlCol="0">
              <a:spAutoFit/>
            </a:bodyPr>
            <a:lstStyle/>
            <a:p>
              <a:pPr algn="ctr"/>
              <a:r>
                <a:rPr lang="zh-CN" altLang="en-US" sz="900" dirty="0">
                  <a:solidFill>
                    <a:schemeClr val="bg1"/>
                  </a:solidFill>
                  <a:latin typeface="+mn-ea"/>
                </a:rPr>
                <a:t>审批流</a:t>
              </a:r>
            </a:p>
          </p:txBody>
        </p:sp>
        <p:sp>
          <p:nvSpPr>
            <p:cNvPr id="39" name="文本框 38">
              <a:extLst>
                <a:ext uri="{FF2B5EF4-FFF2-40B4-BE49-F238E27FC236}">
                  <a16:creationId xmlns:a16="http://schemas.microsoft.com/office/drawing/2014/main" id="{E1842516-55CC-8AC3-DC60-93B64566BAB3}"/>
                </a:ext>
              </a:extLst>
            </p:cNvPr>
            <p:cNvSpPr txBox="1"/>
            <p:nvPr/>
          </p:nvSpPr>
          <p:spPr>
            <a:xfrm>
              <a:off x="4380418" y="4298244"/>
              <a:ext cx="461665" cy="138499"/>
            </a:xfrm>
            <a:prstGeom prst="rect">
              <a:avLst/>
            </a:prstGeom>
            <a:noFill/>
          </p:spPr>
          <p:txBody>
            <a:bodyPr wrap="none" lIns="0" tIns="0" rIns="0" bIns="0" rtlCol="0">
              <a:spAutoFit/>
            </a:bodyPr>
            <a:lstStyle/>
            <a:p>
              <a:pPr algn="ctr"/>
              <a:r>
                <a:rPr lang="zh-CN" altLang="en-US" sz="900" dirty="0">
                  <a:solidFill>
                    <a:schemeClr val="bg1"/>
                  </a:solidFill>
                  <a:latin typeface="+mn-ea"/>
                </a:rPr>
                <a:t>系统通知</a:t>
              </a:r>
            </a:p>
          </p:txBody>
        </p:sp>
        <p:sp>
          <p:nvSpPr>
            <p:cNvPr id="41" name="文本框 40">
              <a:extLst>
                <a:ext uri="{FF2B5EF4-FFF2-40B4-BE49-F238E27FC236}">
                  <a16:creationId xmlns:a16="http://schemas.microsoft.com/office/drawing/2014/main" id="{57FB8721-5DFC-EB41-5E51-05F872BE973F}"/>
                </a:ext>
              </a:extLst>
            </p:cNvPr>
            <p:cNvSpPr txBox="1"/>
            <p:nvPr/>
          </p:nvSpPr>
          <p:spPr>
            <a:xfrm>
              <a:off x="7113610" y="4600656"/>
              <a:ext cx="461665" cy="138499"/>
            </a:xfrm>
            <a:prstGeom prst="rect">
              <a:avLst/>
            </a:prstGeom>
            <a:noFill/>
          </p:spPr>
          <p:txBody>
            <a:bodyPr wrap="none" lIns="0" tIns="0" rIns="0" bIns="0" rtlCol="0">
              <a:spAutoFit/>
            </a:bodyPr>
            <a:lstStyle/>
            <a:p>
              <a:pPr algn="ctr"/>
              <a:r>
                <a:rPr lang="zh-CN" altLang="en-US" sz="900" dirty="0">
                  <a:solidFill>
                    <a:schemeClr val="bg1"/>
                  </a:solidFill>
                  <a:latin typeface="+mn-ea"/>
                </a:rPr>
                <a:t>权限管理</a:t>
              </a:r>
            </a:p>
          </p:txBody>
        </p:sp>
        <p:sp>
          <p:nvSpPr>
            <p:cNvPr id="42" name="文本框 41">
              <a:extLst>
                <a:ext uri="{FF2B5EF4-FFF2-40B4-BE49-F238E27FC236}">
                  <a16:creationId xmlns:a16="http://schemas.microsoft.com/office/drawing/2014/main" id="{4B2B6A02-6798-FC87-423B-9BB779F135AC}"/>
                </a:ext>
              </a:extLst>
            </p:cNvPr>
            <p:cNvSpPr txBox="1"/>
            <p:nvPr/>
          </p:nvSpPr>
          <p:spPr>
            <a:xfrm>
              <a:off x="7936823" y="4321670"/>
              <a:ext cx="461665" cy="138499"/>
            </a:xfrm>
            <a:prstGeom prst="rect">
              <a:avLst/>
            </a:prstGeom>
            <a:noFill/>
          </p:spPr>
          <p:txBody>
            <a:bodyPr wrap="none" lIns="0" tIns="0" rIns="0" bIns="0" rtlCol="0">
              <a:spAutoFit/>
            </a:bodyPr>
            <a:lstStyle/>
            <a:p>
              <a:pPr algn="ctr"/>
              <a:r>
                <a:rPr lang="zh-CN" altLang="en-US" sz="900" dirty="0">
                  <a:solidFill>
                    <a:schemeClr val="bg1"/>
                  </a:solidFill>
                  <a:latin typeface="+mn-ea"/>
                </a:rPr>
                <a:t>账号管理</a:t>
              </a:r>
            </a:p>
          </p:txBody>
        </p:sp>
        <p:sp>
          <p:nvSpPr>
            <p:cNvPr id="43" name="文本框 42">
              <a:extLst>
                <a:ext uri="{FF2B5EF4-FFF2-40B4-BE49-F238E27FC236}">
                  <a16:creationId xmlns:a16="http://schemas.microsoft.com/office/drawing/2014/main" id="{22D3657A-C320-F2C0-A43B-CF490E4BCF44}"/>
                </a:ext>
              </a:extLst>
            </p:cNvPr>
            <p:cNvSpPr txBox="1"/>
            <p:nvPr/>
          </p:nvSpPr>
          <p:spPr>
            <a:xfrm>
              <a:off x="7437227" y="3892875"/>
              <a:ext cx="298160" cy="161583"/>
            </a:xfrm>
            <a:prstGeom prst="rect">
              <a:avLst/>
            </a:prstGeom>
            <a:noFill/>
          </p:spPr>
          <p:txBody>
            <a:bodyPr wrap="none" lIns="0" tIns="0" rIns="0" bIns="0" rtlCol="0">
              <a:spAutoFit/>
            </a:bodyPr>
            <a:lstStyle/>
            <a:p>
              <a:pPr algn="ctr"/>
              <a:r>
                <a:rPr lang="en-US" altLang="zh-CN" sz="1050" dirty="0">
                  <a:solidFill>
                    <a:schemeClr val="bg1"/>
                  </a:solidFill>
                  <a:latin typeface="+mn-ea"/>
                </a:rPr>
                <a:t>…  …</a:t>
              </a:r>
              <a:endParaRPr lang="zh-CN" altLang="en-US" sz="1050" dirty="0">
                <a:solidFill>
                  <a:schemeClr val="bg1"/>
                </a:solidFill>
                <a:latin typeface="+mn-ea"/>
              </a:endParaRPr>
            </a:p>
          </p:txBody>
        </p:sp>
        <p:sp>
          <p:nvSpPr>
            <p:cNvPr id="40" name="文本框 39">
              <a:extLst>
                <a:ext uri="{FF2B5EF4-FFF2-40B4-BE49-F238E27FC236}">
                  <a16:creationId xmlns:a16="http://schemas.microsoft.com/office/drawing/2014/main" id="{488A1562-6CAD-3BAB-6AE8-ABC41FA9EB53}"/>
                </a:ext>
              </a:extLst>
            </p:cNvPr>
            <p:cNvSpPr txBox="1"/>
            <p:nvPr/>
          </p:nvSpPr>
          <p:spPr>
            <a:xfrm>
              <a:off x="5361448" y="4611241"/>
              <a:ext cx="461665" cy="138499"/>
            </a:xfrm>
            <a:prstGeom prst="rect">
              <a:avLst/>
            </a:prstGeom>
            <a:noFill/>
          </p:spPr>
          <p:txBody>
            <a:bodyPr wrap="none" lIns="0" tIns="0" rIns="0" bIns="0" rtlCol="0">
              <a:spAutoFit/>
            </a:bodyPr>
            <a:lstStyle/>
            <a:p>
              <a:pPr algn="ctr"/>
              <a:r>
                <a:rPr lang="zh-CN" altLang="en-US" sz="900" dirty="0">
                  <a:solidFill>
                    <a:schemeClr val="bg1"/>
                  </a:solidFill>
                  <a:latin typeface="+mn-ea"/>
                </a:rPr>
                <a:t>组织管理</a:t>
              </a:r>
            </a:p>
          </p:txBody>
        </p:sp>
      </p:grpSp>
      <p:sp>
        <p:nvSpPr>
          <p:cNvPr id="60" name="文本框 59">
            <a:extLst>
              <a:ext uri="{FF2B5EF4-FFF2-40B4-BE49-F238E27FC236}">
                <a16:creationId xmlns:a16="http://schemas.microsoft.com/office/drawing/2014/main" id="{B0A2C28F-5A1F-E95B-9073-723A244FC4C0}"/>
              </a:ext>
            </a:extLst>
          </p:cNvPr>
          <p:cNvSpPr txBox="1"/>
          <p:nvPr/>
        </p:nvSpPr>
        <p:spPr>
          <a:xfrm>
            <a:off x="5736927" y="4199664"/>
            <a:ext cx="718145" cy="215444"/>
          </a:xfrm>
          <a:prstGeom prst="rect">
            <a:avLst/>
          </a:prstGeom>
          <a:noFill/>
        </p:spPr>
        <p:txBody>
          <a:bodyPr wrap="none" lIns="0" tIns="0" rIns="0" bIns="0" rtlCol="0">
            <a:spAutoFit/>
          </a:bodyPr>
          <a:lstStyle/>
          <a:p>
            <a:pPr algn="ctr"/>
            <a:r>
              <a:rPr lang="zh-CN" altLang="en-US" sz="1400" b="1" dirty="0">
                <a:solidFill>
                  <a:schemeClr val="accent1"/>
                </a:solidFill>
              </a:rPr>
              <a:t>基础组件</a:t>
            </a:r>
          </a:p>
        </p:txBody>
      </p:sp>
    </p:spTree>
    <p:extLst>
      <p:ext uri="{BB962C8B-B14F-4D97-AF65-F5344CB8AC3E}">
        <p14:creationId xmlns:p14="http://schemas.microsoft.com/office/powerpoint/2010/main" val="35051563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9449335"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构建规模企业的软件平台</a:t>
            </a:r>
            <a:endParaRPr lang="en-US" altLang="zh-CN" dirty="0"/>
          </a:p>
        </p:txBody>
      </p:sp>
      <p:sp>
        <p:nvSpPr>
          <p:cNvPr id="66" name="椭圆 65">
            <a:extLst>
              <a:ext uri="{FF2B5EF4-FFF2-40B4-BE49-F238E27FC236}">
                <a16:creationId xmlns:a16="http://schemas.microsoft.com/office/drawing/2014/main" id="{57ADAE0F-18EB-A7A8-2DBE-51190F873897}"/>
              </a:ext>
            </a:extLst>
          </p:cNvPr>
          <p:cNvSpPr>
            <a:spLocks/>
          </p:cNvSpPr>
          <p:nvPr/>
        </p:nvSpPr>
        <p:spPr>
          <a:xfrm>
            <a:off x="2528923" y="3934400"/>
            <a:ext cx="7134154" cy="1369785"/>
          </a:xfrm>
          <a:prstGeom prst="ellipse">
            <a:avLst/>
          </a:prstGeom>
          <a:gradFill flip="none" rotWithShape="1">
            <a:gsLst>
              <a:gs pos="53000">
                <a:schemeClr val="accent1">
                  <a:alpha val="0"/>
                </a:schemeClr>
              </a:gs>
              <a:gs pos="100000">
                <a:schemeClr val="accent1">
                  <a:alpha val="18000"/>
                </a:schemeClr>
              </a:gs>
            </a:gsLst>
            <a:lin ang="5400000" scaled="0"/>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t>x</a:t>
            </a:r>
            <a:endParaRPr lang="zh-CN" altLang="en-US" sz="2000" dirty="0"/>
          </a:p>
        </p:txBody>
      </p:sp>
      <p:sp>
        <p:nvSpPr>
          <p:cNvPr id="4" name="椭圆 3">
            <a:extLst>
              <a:ext uri="{FF2B5EF4-FFF2-40B4-BE49-F238E27FC236}">
                <a16:creationId xmlns:a16="http://schemas.microsoft.com/office/drawing/2014/main" id="{9B8F794C-A4FD-394A-6F28-9B19716480C2}"/>
              </a:ext>
            </a:extLst>
          </p:cNvPr>
          <p:cNvSpPr>
            <a:spLocks/>
          </p:cNvSpPr>
          <p:nvPr/>
        </p:nvSpPr>
        <p:spPr>
          <a:xfrm>
            <a:off x="2689648" y="1321828"/>
            <a:ext cx="6812704" cy="1369785"/>
          </a:xfrm>
          <a:prstGeom prst="ellipse">
            <a:avLst/>
          </a:prstGeom>
          <a:gradFill flip="none" rotWithShape="1">
            <a:gsLst>
              <a:gs pos="53000">
                <a:schemeClr val="accent2">
                  <a:alpha val="0"/>
                </a:schemeClr>
              </a:gs>
              <a:gs pos="100000">
                <a:schemeClr val="accent2">
                  <a:alpha val="45000"/>
                </a:schemeClr>
              </a:gs>
            </a:gsLst>
            <a:lin ang="5400000" scaled="0"/>
            <a:tileRect/>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114" name="椭圆 113">
            <a:extLst>
              <a:ext uri="{FF2B5EF4-FFF2-40B4-BE49-F238E27FC236}">
                <a16:creationId xmlns:a16="http://schemas.microsoft.com/office/drawing/2014/main" id="{A620782E-D20E-ED5E-E7EB-012D6C9B844A}"/>
              </a:ext>
            </a:extLst>
          </p:cNvPr>
          <p:cNvSpPr>
            <a:spLocks/>
          </p:cNvSpPr>
          <p:nvPr/>
        </p:nvSpPr>
        <p:spPr>
          <a:xfrm>
            <a:off x="2597446" y="1321828"/>
            <a:ext cx="6997108" cy="1369785"/>
          </a:xfrm>
          <a:prstGeom prst="ellipse">
            <a:avLst/>
          </a:prstGeom>
          <a:noFill/>
          <a:ln w="9525">
            <a:gradFill>
              <a:gsLst>
                <a:gs pos="45000">
                  <a:schemeClr val="accent1">
                    <a:lumMod val="5000"/>
                    <a:lumOff val="95000"/>
                    <a:alpha val="0"/>
                  </a:schemeClr>
                </a:gs>
                <a:gs pos="83000">
                  <a:schemeClr val="tx1"/>
                </a:gs>
                <a:gs pos="100000">
                  <a:schemeClr val="tx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grpSp>
        <p:nvGrpSpPr>
          <p:cNvPr id="93" name="组合 92">
            <a:extLst>
              <a:ext uri="{FF2B5EF4-FFF2-40B4-BE49-F238E27FC236}">
                <a16:creationId xmlns:a16="http://schemas.microsoft.com/office/drawing/2014/main" id="{721E443C-9547-901C-F235-1BC84E3BFA1C}"/>
              </a:ext>
            </a:extLst>
          </p:cNvPr>
          <p:cNvGrpSpPr/>
          <p:nvPr/>
        </p:nvGrpSpPr>
        <p:grpSpPr>
          <a:xfrm>
            <a:off x="2872273" y="2756885"/>
            <a:ext cx="6464387" cy="1427691"/>
            <a:chOff x="3433233" y="2893483"/>
            <a:chExt cx="5342468" cy="1427691"/>
          </a:xfrm>
        </p:grpSpPr>
        <p:sp>
          <p:nvSpPr>
            <p:cNvPr id="11" name="椭圆 10">
              <a:extLst>
                <a:ext uri="{FF2B5EF4-FFF2-40B4-BE49-F238E27FC236}">
                  <a16:creationId xmlns:a16="http://schemas.microsoft.com/office/drawing/2014/main" id="{6DAB0F51-6046-0E1F-8841-E9226FA78E18}"/>
                </a:ext>
              </a:extLst>
            </p:cNvPr>
            <p:cNvSpPr>
              <a:spLocks/>
            </p:cNvSpPr>
            <p:nvPr/>
          </p:nvSpPr>
          <p:spPr>
            <a:xfrm>
              <a:off x="3565525" y="2938609"/>
              <a:ext cx="5060950" cy="1279315"/>
            </a:xfrm>
            <a:prstGeom prst="ellipse">
              <a:avLst/>
            </a:prstGeom>
            <a:noFill/>
            <a:ln w="9525">
              <a:gradFill>
                <a:gsLst>
                  <a:gs pos="28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16" name="椭圆 15">
              <a:extLst>
                <a:ext uri="{FF2B5EF4-FFF2-40B4-BE49-F238E27FC236}">
                  <a16:creationId xmlns:a16="http://schemas.microsoft.com/office/drawing/2014/main" id="{AC239053-1892-D65E-E942-C6A74AB65DE2}"/>
                </a:ext>
              </a:extLst>
            </p:cNvPr>
            <p:cNvSpPr>
              <a:spLocks/>
            </p:cNvSpPr>
            <p:nvPr/>
          </p:nvSpPr>
          <p:spPr>
            <a:xfrm>
              <a:off x="3433233" y="2893483"/>
              <a:ext cx="5342468" cy="1427691"/>
            </a:xfrm>
            <a:prstGeom prst="ellipse">
              <a:avLst/>
            </a:prstGeom>
            <a:noFill/>
            <a:ln w="9525">
              <a:gradFill>
                <a:gsLst>
                  <a:gs pos="28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24" name="任意多边形: 形状 23">
              <a:extLst>
                <a:ext uri="{FF2B5EF4-FFF2-40B4-BE49-F238E27FC236}">
                  <a16:creationId xmlns:a16="http://schemas.microsoft.com/office/drawing/2014/main" id="{2076C428-F3E2-DD5D-D826-05A015A45A03}"/>
                </a:ext>
              </a:extLst>
            </p:cNvPr>
            <p:cNvSpPr>
              <a:spLocks/>
            </p:cNvSpPr>
            <p:nvPr/>
          </p:nvSpPr>
          <p:spPr>
            <a:xfrm>
              <a:off x="3471334" y="3308885"/>
              <a:ext cx="5249332" cy="993495"/>
            </a:xfrm>
            <a:custGeom>
              <a:avLst/>
              <a:gdLst>
                <a:gd name="connsiteX0" fmla="*/ 245007 w 5249332"/>
                <a:gd name="connsiteY0" fmla="*/ 0 h 993495"/>
                <a:gd name="connsiteX1" fmla="*/ 98945 w 5249332"/>
                <a:gd name="connsiteY1" fmla="*/ 124969 h 993495"/>
                <a:gd name="connsiteX2" fmla="*/ 46567 w 5249332"/>
                <a:gd name="connsiteY2" fmla="*/ 262963 h 993495"/>
                <a:gd name="connsiteX3" fmla="*/ 2624667 w 5249332"/>
                <a:gd name="connsiteY3" fmla="*/ 947678 h 993495"/>
                <a:gd name="connsiteX4" fmla="*/ 5202767 w 5249332"/>
                <a:gd name="connsiteY4" fmla="*/ 262963 h 993495"/>
                <a:gd name="connsiteX5" fmla="*/ 5150389 w 5249332"/>
                <a:gd name="connsiteY5" fmla="*/ 124969 h 993495"/>
                <a:gd name="connsiteX6" fmla="*/ 5004329 w 5249332"/>
                <a:gd name="connsiteY6" fmla="*/ 2 h 993495"/>
                <a:gd name="connsiteX7" fmla="*/ 5043073 w 5249332"/>
                <a:gd name="connsiteY7" fmla="*/ 19077 h 993495"/>
                <a:gd name="connsiteX8" fmla="*/ 5249332 w 5249332"/>
                <a:gd name="connsiteY8" fmla="*/ 292094 h 993495"/>
                <a:gd name="connsiteX9" fmla="*/ 2624666 w 5249332"/>
                <a:gd name="connsiteY9" fmla="*/ 993495 h 993495"/>
                <a:gd name="connsiteX10" fmla="*/ 0 w 5249332"/>
                <a:gd name="connsiteY10" fmla="*/ 292094 h 993495"/>
                <a:gd name="connsiteX11" fmla="*/ 206259 w 5249332"/>
                <a:gd name="connsiteY11" fmla="*/ 19077 h 993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49332" h="993495">
                  <a:moveTo>
                    <a:pt x="245007" y="0"/>
                  </a:moveTo>
                  <a:lnTo>
                    <a:pt x="98945" y="124969"/>
                  </a:lnTo>
                  <a:cubicBezTo>
                    <a:pt x="64602" y="169542"/>
                    <a:pt x="46567" y="215693"/>
                    <a:pt x="46567" y="262963"/>
                  </a:cubicBezTo>
                  <a:cubicBezTo>
                    <a:pt x="46567" y="641121"/>
                    <a:pt x="1200822" y="947678"/>
                    <a:pt x="2624667" y="947678"/>
                  </a:cubicBezTo>
                  <a:cubicBezTo>
                    <a:pt x="4048512" y="947678"/>
                    <a:pt x="5202767" y="641121"/>
                    <a:pt x="5202767" y="262963"/>
                  </a:cubicBezTo>
                  <a:cubicBezTo>
                    <a:pt x="5202767" y="215693"/>
                    <a:pt x="5184732" y="169542"/>
                    <a:pt x="5150389" y="124969"/>
                  </a:cubicBezTo>
                  <a:lnTo>
                    <a:pt x="5004329" y="2"/>
                  </a:lnTo>
                  <a:lnTo>
                    <a:pt x="5043073" y="19077"/>
                  </a:lnTo>
                  <a:cubicBezTo>
                    <a:pt x="5175888" y="102992"/>
                    <a:pt x="5249332" y="195251"/>
                    <a:pt x="5249332" y="292094"/>
                  </a:cubicBezTo>
                  <a:cubicBezTo>
                    <a:pt x="5249332" y="679467"/>
                    <a:pt x="4074229" y="993495"/>
                    <a:pt x="2624666" y="993495"/>
                  </a:cubicBezTo>
                  <a:cubicBezTo>
                    <a:pt x="1175103" y="993495"/>
                    <a:pt x="0" y="679467"/>
                    <a:pt x="0" y="292094"/>
                  </a:cubicBezTo>
                  <a:cubicBezTo>
                    <a:pt x="0" y="195251"/>
                    <a:pt x="73444" y="102992"/>
                    <a:pt x="206259" y="19077"/>
                  </a:cubicBezTo>
                  <a:close/>
                </a:path>
              </a:pathLst>
            </a:custGeom>
            <a:gradFill>
              <a:gsLst>
                <a:gs pos="28000">
                  <a:schemeClr val="accent1">
                    <a:alpha val="0"/>
                  </a:schemeClr>
                </a:gs>
                <a:gs pos="100000">
                  <a:schemeClr val="accent1"/>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p>
          </p:txBody>
        </p:sp>
      </p:grpSp>
      <p:sp>
        <p:nvSpPr>
          <p:cNvPr id="13" name="文本框 12">
            <a:extLst>
              <a:ext uri="{FF2B5EF4-FFF2-40B4-BE49-F238E27FC236}">
                <a16:creationId xmlns:a16="http://schemas.microsoft.com/office/drawing/2014/main" id="{5FDCEBD1-06A5-4FD3-7507-08B68C4B12AB}"/>
              </a:ext>
            </a:extLst>
          </p:cNvPr>
          <p:cNvSpPr txBox="1"/>
          <p:nvPr/>
        </p:nvSpPr>
        <p:spPr>
          <a:xfrm>
            <a:off x="5549907" y="3816641"/>
            <a:ext cx="1109118" cy="215444"/>
          </a:xfrm>
          <a:prstGeom prst="rect">
            <a:avLst/>
          </a:prstGeom>
          <a:noFill/>
        </p:spPr>
        <p:txBody>
          <a:bodyPr wrap="none" lIns="0" tIns="0" rIns="0" bIns="0" rtlCol="0">
            <a:spAutoFit/>
          </a:bodyPr>
          <a:lstStyle/>
          <a:p>
            <a:pPr algn="ctr"/>
            <a:r>
              <a:rPr lang="en-US" altLang="zh-CN" sz="1400" b="1" dirty="0">
                <a:solidFill>
                  <a:schemeClr val="accent1"/>
                </a:solidFill>
              </a:rPr>
              <a:t>6</a:t>
            </a:r>
            <a:r>
              <a:rPr lang="zh-CN" altLang="en-US" sz="1400" b="1" dirty="0">
                <a:solidFill>
                  <a:schemeClr val="accent1"/>
                </a:solidFill>
              </a:rPr>
              <a:t>大数实能力</a:t>
            </a:r>
          </a:p>
        </p:txBody>
      </p:sp>
      <p:sp>
        <p:nvSpPr>
          <p:cNvPr id="25" name="椭圆 24">
            <a:extLst>
              <a:ext uri="{FF2B5EF4-FFF2-40B4-BE49-F238E27FC236}">
                <a16:creationId xmlns:a16="http://schemas.microsoft.com/office/drawing/2014/main" id="{83DD94C1-0815-B0CD-0B9D-B32072CA5589}"/>
              </a:ext>
            </a:extLst>
          </p:cNvPr>
          <p:cNvSpPr>
            <a:spLocks/>
          </p:cNvSpPr>
          <p:nvPr/>
        </p:nvSpPr>
        <p:spPr>
          <a:xfrm>
            <a:off x="4290283" y="2692896"/>
            <a:ext cx="3685517" cy="852424"/>
          </a:xfrm>
          <a:prstGeom prst="ellipse">
            <a:avLst/>
          </a:prstGeom>
          <a:noFill/>
          <a:ln w="22225">
            <a:gradFill>
              <a:gsLst>
                <a:gs pos="47000">
                  <a:schemeClr val="tx2">
                    <a:alpha val="0"/>
                  </a:schemeClr>
                </a:gs>
                <a:gs pos="100000">
                  <a:schemeClr val="tx2"/>
                </a:gs>
                <a:gs pos="86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grpSp>
        <p:nvGrpSpPr>
          <p:cNvPr id="140" name="组合 139">
            <a:extLst>
              <a:ext uri="{FF2B5EF4-FFF2-40B4-BE49-F238E27FC236}">
                <a16:creationId xmlns:a16="http://schemas.microsoft.com/office/drawing/2014/main" id="{4FAA4BAE-0B06-2929-4EBA-BB72439945BF}"/>
              </a:ext>
            </a:extLst>
          </p:cNvPr>
          <p:cNvGrpSpPr/>
          <p:nvPr/>
        </p:nvGrpSpPr>
        <p:grpSpPr>
          <a:xfrm>
            <a:off x="5389794" y="3262276"/>
            <a:ext cx="1412407" cy="459317"/>
            <a:chOff x="5512360" y="3371850"/>
            <a:chExt cx="1167278" cy="459317"/>
          </a:xfrm>
          <a:effectLst>
            <a:outerShdw blurRad="50800" dist="38100" dir="8100000" algn="tr" rotWithShape="0">
              <a:prstClr val="black">
                <a:alpha val="40000"/>
              </a:prstClr>
            </a:outerShdw>
          </a:effectLst>
        </p:grpSpPr>
        <p:sp>
          <p:nvSpPr>
            <p:cNvPr id="26" name="矩形: 圆角 25">
              <a:extLst>
                <a:ext uri="{FF2B5EF4-FFF2-40B4-BE49-F238E27FC236}">
                  <a16:creationId xmlns:a16="http://schemas.microsoft.com/office/drawing/2014/main" id="{8A8974E5-1A46-F944-A746-105130275C21}"/>
                </a:ext>
              </a:extLst>
            </p:cNvPr>
            <p:cNvSpPr/>
            <p:nvPr/>
          </p:nvSpPr>
          <p:spPr>
            <a:xfrm>
              <a:off x="5518677" y="3371850"/>
              <a:ext cx="1154645" cy="459317"/>
            </a:xfrm>
            <a:prstGeom prst="roundRect">
              <a:avLst>
                <a:gd name="adj" fmla="val 7946"/>
              </a:avLst>
            </a:prstGeom>
            <a:gradFill flip="none" rotWithShape="1">
              <a:gsLst>
                <a:gs pos="41000">
                  <a:schemeClr val="tx2"/>
                </a:gs>
                <a:gs pos="0">
                  <a:schemeClr val="accent1">
                    <a:lumMod val="40000"/>
                    <a:lumOff val="60000"/>
                  </a:schemeClr>
                </a:gs>
              </a:gsLst>
              <a:path path="circle">
                <a:fillToRect l="100000" b="100000"/>
              </a:path>
              <a:tileRect t="-100000" r="-100000"/>
            </a:gra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8" name="文本框 27">
              <a:extLst>
                <a:ext uri="{FF2B5EF4-FFF2-40B4-BE49-F238E27FC236}">
                  <a16:creationId xmlns:a16="http://schemas.microsoft.com/office/drawing/2014/main" id="{9327E359-0167-4FA5-19DF-9C6A9BE86B41}"/>
                </a:ext>
              </a:extLst>
            </p:cNvPr>
            <p:cNvSpPr txBox="1"/>
            <p:nvPr/>
          </p:nvSpPr>
          <p:spPr>
            <a:xfrm>
              <a:off x="5897081" y="3409122"/>
              <a:ext cx="397836" cy="246221"/>
            </a:xfrm>
            <a:prstGeom prst="rect">
              <a:avLst/>
            </a:prstGeom>
            <a:noFill/>
          </p:spPr>
          <p:txBody>
            <a:bodyPr wrap="none" lIns="0" tIns="0" rIns="0" bIns="0" rtlCol="0">
              <a:spAutoFit/>
            </a:bodyPr>
            <a:lstStyle/>
            <a:p>
              <a:pPr algn="ctr"/>
              <a:r>
                <a:rPr lang="en-US" altLang="zh-CN" sz="800" b="1" dirty="0">
                  <a:solidFill>
                    <a:schemeClr val="accent1"/>
                  </a:solidFill>
                  <a:latin typeface="+mn-ea"/>
                </a:rPr>
                <a:t>Creation</a:t>
              </a:r>
            </a:p>
            <a:p>
              <a:pPr algn="ctr"/>
              <a:r>
                <a:rPr lang="zh-CN" altLang="en-US" sz="800" b="1" dirty="0">
                  <a:solidFill>
                    <a:schemeClr val="accent1"/>
                  </a:solidFill>
                  <a:latin typeface="+mn-ea"/>
                </a:rPr>
                <a:t>数智创新</a:t>
              </a:r>
            </a:p>
          </p:txBody>
        </p:sp>
        <p:sp>
          <p:nvSpPr>
            <p:cNvPr id="30" name="文本框 29">
              <a:extLst>
                <a:ext uri="{FF2B5EF4-FFF2-40B4-BE49-F238E27FC236}">
                  <a16:creationId xmlns:a16="http://schemas.microsoft.com/office/drawing/2014/main" id="{00725625-E57F-AFF4-50A4-290E21D03D41}"/>
                </a:ext>
              </a:extLst>
            </p:cNvPr>
            <p:cNvSpPr txBox="1"/>
            <p:nvPr/>
          </p:nvSpPr>
          <p:spPr>
            <a:xfrm>
              <a:off x="5512360" y="3679940"/>
              <a:ext cx="1167278" cy="107722"/>
            </a:xfrm>
            <a:prstGeom prst="rect">
              <a:avLst/>
            </a:prstGeom>
            <a:noFill/>
          </p:spPr>
          <p:txBody>
            <a:bodyPr wrap="none" lIns="0" tIns="0" rIns="0" bIns="0" rtlCol="0">
              <a:spAutoFit/>
            </a:bodyPr>
            <a:lstStyle/>
            <a:p>
              <a:pPr algn="ctr"/>
              <a:r>
                <a:rPr lang="zh-CN" altLang="en-US" sz="700" dirty="0">
                  <a:solidFill>
                    <a:schemeClr val="bg1"/>
                  </a:solidFill>
                  <a:latin typeface="+mn-ea"/>
                </a:rPr>
                <a:t>商品与服务融合 实体与数智融合</a:t>
              </a:r>
            </a:p>
          </p:txBody>
        </p:sp>
      </p:grpSp>
      <p:grpSp>
        <p:nvGrpSpPr>
          <p:cNvPr id="1056" name="组合 1055">
            <a:extLst>
              <a:ext uri="{FF2B5EF4-FFF2-40B4-BE49-F238E27FC236}">
                <a16:creationId xmlns:a16="http://schemas.microsoft.com/office/drawing/2014/main" id="{67959DA8-F35A-AE27-B187-3CECAD6D5676}"/>
              </a:ext>
            </a:extLst>
          </p:cNvPr>
          <p:cNvGrpSpPr/>
          <p:nvPr/>
        </p:nvGrpSpPr>
        <p:grpSpPr>
          <a:xfrm>
            <a:off x="7012478" y="2753581"/>
            <a:ext cx="1397121" cy="459317"/>
            <a:chOff x="7017804" y="2863155"/>
            <a:chExt cx="1154645" cy="459317"/>
          </a:xfrm>
          <a:effectLst>
            <a:outerShdw blurRad="50800" dist="38100" dir="8100000" algn="tr" rotWithShape="0">
              <a:prstClr val="black">
                <a:alpha val="40000"/>
              </a:prstClr>
            </a:outerShdw>
          </a:effectLst>
        </p:grpSpPr>
        <p:sp>
          <p:nvSpPr>
            <p:cNvPr id="32" name="矩形: 圆角 31">
              <a:extLst>
                <a:ext uri="{FF2B5EF4-FFF2-40B4-BE49-F238E27FC236}">
                  <a16:creationId xmlns:a16="http://schemas.microsoft.com/office/drawing/2014/main" id="{2C63D3A8-BD48-B39F-169C-893D7F164101}"/>
                </a:ext>
              </a:extLst>
            </p:cNvPr>
            <p:cNvSpPr/>
            <p:nvPr/>
          </p:nvSpPr>
          <p:spPr>
            <a:xfrm>
              <a:off x="7017804" y="2863155"/>
              <a:ext cx="1154645" cy="459317"/>
            </a:xfrm>
            <a:prstGeom prst="roundRect">
              <a:avLst>
                <a:gd name="adj" fmla="val 7946"/>
              </a:avLst>
            </a:prstGeom>
            <a:gradFill flip="none" rotWithShape="1">
              <a:gsLst>
                <a:gs pos="41000">
                  <a:schemeClr val="tx2"/>
                </a:gs>
                <a:gs pos="0">
                  <a:schemeClr val="accent1">
                    <a:lumMod val="40000"/>
                    <a:lumOff val="60000"/>
                  </a:schemeClr>
                </a:gs>
              </a:gsLst>
              <a:path path="circle">
                <a:fillToRect l="100000" b="100000"/>
              </a:path>
              <a:tileRect t="-100000" r="-100000"/>
            </a:gra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38" name="文本框 37">
              <a:extLst>
                <a:ext uri="{FF2B5EF4-FFF2-40B4-BE49-F238E27FC236}">
                  <a16:creationId xmlns:a16="http://schemas.microsoft.com/office/drawing/2014/main" id="{47E6032F-70FB-7E6E-24DA-433A7F1BB766}"/>
                </a:ext>
              </a:extLst>
            </p:cNvPr>
            <p:cNvSpPr txBox="1"/>
            <p:nvPr/>
          </p:nvSpPr>
          <p:spPr>
            <a:xfrm>
              <a:off x="7275984" y="2900427"/>
              <a:ext cx="638286" cy="246221"/>
            </a:xfrm>
            <a:prstGeom prst="rect">
              <a:avLst/>
            </a:prstGeom>
            <a:noFill/>
          </p:spPr>
          <p:txBody>
            <a:bodyPr wrap="none" lIns="0" tIns="0" rIns="0" bIns="0" rtlCol="0">
              <a:spAutoFit/>
            </a:bodyPr>
            <a:lstStyle/>
            <a:p>
              <a:pPr algn="ctr"/>
              <a:r>
                <a:rPr lang="en-US" altLang="zh-CN" sz="800" b="1" dirty="0">
                  <a:solidFill>
                    <a:schemeClr val="accent1"/>
                  </a:solidFill>
                  <a:latin typeface="+mn-ea"/>
                </a:rPr>
                <a:t>Collaboration</a:t>
              </a:r>
            </a:p>
            <a:p>
              <a:pPr algn="ctr"/>
              <a:r>
                <a:rPr lang="zh-CN" altLang="en-US" sz="800" b="1" dirty="0">
                  <a:solidFill>
                    <a:schemeClr val="accent1"/>
                  </a:solidFill>
                  <a:latin typeface="+mn-ea"/>
                </a:rPr>
                <a:t>生态融合</a:t>
              </a:r>
            </a:p>
          </p:txBody>
        </p:sp>
        <p:sp>
          <p:nvSpPr>
            <p:cNvPr id="40" name="文本框 39">
              <a:extLst>
                <a:ext uri="{FF2B5EF4-FFF2-40B4-BE49-F238E27FC236}">
                  <a16:creationId xmlns:a16="http://schemas.microsoft.com/office/drawing/2014/main" id="{632FB761-6AFB-5867-4BD5-4E24E2857789}"/>
                </a:ext>
              </a:extLst>
            </p:cNvPr>
            <p:cNvSpPr txBox="1"/>
            <p:nvPr/>
          </p:nvSpPr>
          <p:spPr>
            <a:xfrm>
              <a:off x="7093095" y="3171245"/>
              <a:ext cx="1004063" cy="107722"/>
            </a:xfrm>
            <a:prstGeom prst="rect">
              <a:avLst/>
            </a:prstGeom>
            <a:noFill/>
          </p:spPr>
          <p:txBody>
            <a:bodyPr wrap="none" lIns="0" tIns="0" rIns="0" bIns="0" rtlCol="0">
              <a:spAutoFit/>
            </a:bodyPr>
            <a:lstStyle/>
            <a:p>
              <a:pPr algn="ctr"/>
              <a:r>
                <a:rPr lang="zh-CN" altLang="en-US" sz="700" dirty="0">
                  <a:solidFill>
                    <a:schemeClr val="bg1"/>
                  </a:solidFill>
                  <a:latin typeface="+mn-ea"/>
                </a:rPr>
                <a:t>从竞争到共生 从企业到社会</a:t>
              </a:r>
            </a:p>
          </p:txBody>
        </p:sp>
      </p:grpSp>
      <p:grpSp>
        <p:nvGrpSpPr>
          <p:cNvPr id="1057" name="组合 1056">
            <a:extLst>
              <a:ext uri="{FF2B5EF4-FFF2-40B4-BE49-F238E27FC236}">
                <a16:creationId xmlns:a16="http://schemas.microsoft.com/office/drawing/2014/main" id="{9CCE4368-25B8-1AD0-0EFE-2C1659687283}"/>
              </a:ext>
            </a:extLst>
          </p:cNvPr>
          <p:cNvGrpSpPr/>
          <p:nvPr/>
        </p:nvGrpSpPr>
        <p:grpSpPr>
          <a:xfrm>
            <a:off x="3752438" y="2753581"/>
            <a:ext cx="1397121" cy="459317"/>
            <a:chOff x="4028542" y="2863155"/>
            <a:chExt cx="1154645" cy="459317"/>
          </a:xfrm>
          <a:effectLst>
            <a:outerShdw blurRad="50800" dist="38100" dir="8100000" algn="tr" rotWithShape="0">
              <a:prstClr val="black">
                <a:alpha val="40000"/>
              </a:prstClr>
            </a:outerShdw>
          </a:effectLst>
        </p:grpSpPr>
        <p:sp>
          <p:nvSpPr>
            <p:cNvPr id="41" name="矩形: 圆角 40">
              <a:extLst>
                <a:ext uri="{FF2B5EF4-FFF2-40B4-BE49-F238E27FC236}">
                  <a16:creationId xmlns:a16="http://schemas.microsoft.com/office/drawing/2014/main" id="{B76B0B97-B2FE-81AE-3202-84AA8F2465B1}"/>
                </a:ext>
              </a:extLst>
            </p:cNvPr>
            <p:cNvSpPr/>
            <p:nvPr/>
          </p:nvSpPr>
          <p:spPr>
            <a:xfrm>
              <a:off x="4028542" y="2863155"/>
              <a:ext cx="1154645" cy="459317"/>
            </a:xfrm>
            <a:prstGeom prst="roundRect">
              <a:avLst>
                <a:gd name="adj" fmla="val 7946"/>
              </a:avLst>
            </a:prstGeom>
            <a:gradFill flip="none" rotWithShape="1">
              <a:gsLst>
                <a:gs pos="41000">
                  <a:schemeClr val="tx2"/>
                </a:gs>
                <a:gs pos="0">
                  <a:schemeClr val="accent1">
                    <a:lumMod val="40000"/>
                    <a:lumOff val="60000"/>
                  </a:schemeClr>
                </a:gs>
              </a:gsLst>
              <a:path path="circle">
                <a:fillToRect l="100000" b="100000"/>
              </a:path>
              <a:tileRect t="-100000" r="-100000"/>
            </a:gra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2" name="文本框 41">
              <a:extLst>
                <a:ext uri="{FF2B5EF4-FFF2-40B4-BE49-F238E27FC236}">
                  <a16:creationId xmlns:a16="http://schemas.microsoft.com/office/drawing/2014/main" id="{2D68BAB3-DEF4-373D-8532-09311E4C9E9A}"/>
                </a:ext>
              </a:extLst>
            </p:cNvPr>
            <p:cNvSpPr txBox="1"/>
            <p:nvPr/>
          </p:nvSpPr>
          <p:spPr>
            <a:xfrm>
              <a:off x="4339183" y="2900427"/>
              <a:ext cx="533363" cy="246221"/>
            </a:xfrm>
            <a:prstGeom prst="rect">
              <a:avLst/>
            </a:prstGeom>
            <a:noFill/>
          </p:spPr>
          <p:txBody>
            <a:bodyPr wrap="none" lIns="0" tIns="0" rIns="0" bIns="0" rtlCol="0">
              <a:spAutoFit/>
            </a:bodyPr>
            <a:lstStyle/>
            <a:p>
              <a:pPr algn="ctr"/>
              <a:r>
                <a:rPr lang="en-US" altLang="zh-CN" sz="800" b="1" dirty="0">
                  <a:solidFill>
                    <a:schemeClr val="accent1"/>
                  </a:solidFill>
                  <a:latin typeface="+mn-ea"/>
                </a:rPr>
                <a:t>Connection</a:t>
              </a:r>
            </a:p>
            <a:p>
              <a:pPr algn="ctr"/>
              <a:r>
                <a:rPr lang="zh-CN" altLang="en-US" sz="800" b="1" dirty="0">
                  <a:solidFill>
                    <a:schemeClr val="accent1"/>
                  </a:solidFill>
                  <a:latin typeface="+mn-ea"/>
                </a:rPr>
                <a:t>产业联结</a:t>
              </a:r>
            </a:p>
          </p:txBody>
        </p:sp>
        <p:sp>
          <p:nvSpPr>
            <p:cNvPr id="43" name="文本框 42">
              <a:extLst>
                <a:ext uri="{FF2B5EF4-FFF2-40B4-BE49-F238E27FC236}">
                  <a16:creationId xmlns:a16="http://schemas.microsoft.com/office/drawing/2014/main" id="{092AF929-F115-896A-FFDD-3BB52047DEBF}"/>
                </a:ext>
              </a:extLst>
            </p:cNvPr>
            <p:cNvSpPr txBox="1"/>
            <p:nvPr/>
          </p:nvSpPr>
          <p:spPr>
            <a:xfrm>
              <a:off x="4103833" y="3171245"/>
              <a:ext cx="1004063" cy="107722"/>
            </a:xfrm>
            <a:prstGeom prst="rect">
              <a:avLst/>
            </a:prstGeom>
            <a:noFill/>
          </p:spPr>
          <p:txBody>
            <a:bodyPr wrap="none" lIns="0" tIns="0" rIns="0" bIns="0" rtlCol="0">
              <a:spAutoFit/>
            </a:bodyPr>
            <a:lstStyle/>
            <a:p>
              <a:pPr algn="ctr"/>
              <a:r>
                <a:rPr lang="zh-CN" altLang="en-US" sz="700" dirty="0">
                  <a:solidFill>
                    <a:schemeClr val="bg1"/>
                  </a:solidFill>
                  <a:latin typeface="+mn-ea"/>
                </a:rPr>
                <a:t>从流通到供给 从单点到链网</a:t>
              </a:r>
            </a:p>
          </p:txBody>
        </p:sp>
      </p:grpSp>
      <p:grpSp>
        <p:nvGrpSpPr>
          <p:cNvPr id="1058" name="组合 1057">
            <a:extLst>
              <a:ext uri="{FF2B5EF4-FFF2-40B4-BE49-F238E27FC236}">
                <a16:creationId xmlns:a16="http://schemas.microsoft.com/office/drawing/2014/main" id="{665F66D2-9762-AF8B-BC10-29CE38D4791E}"/>
              </a:ext>
            </a:extLst>
          </p:cNvPr>
          <p:cNvGrpSpPr/>
          <p:nvPr/>
        </p:nvGrpSpPr>
        <p:grpSpPr>
          <a:xfrm>
            <a:off x="5184866" y="2819301"/>
            <a:ext cx="1823857" cy="329971"/>
            <a:chOff x="5343134" y="2957508"/>
            <a:chExt cx="1507320" cy="272704"/>
          </a:xfrm>
        </p:grpSpPr>
        <p:sp>
          <p:nvSpPr>
            <p:cNvPr id="69" name="任意多边形: 形状 68">
              <a:extLst>
                <a:ext uri="{FF2B5EF4-FFF2-40B4-BE49-F238E27FC236}">
                  <a16:creationId xmlns:a16="http://schemas.microsoft.com/office/drawing/2014/main" id="{7B41108E-84A6-AF76-1DE8-0CDE1234702A}"/>
                </a:ext>
              </a:extLst>
            </p:cNvPr>
            <p:cNvSpPr/>
            <p:nvPr/>
          </p:nvSpPr>
          <p:spPr>
            <a:xfrm>
              <a:off x="5514309" y="2979536"/>
              <a:ext cx="1172370" cy="228647"/>
            </a:xfrm>
            <a:custGeom>
              <a:avLst/>
              <a:gdLst>
                <a:gd name="connsiteX0" fmla="*/ 109959 w 1172370"/>
                <a:gd name="connsiteY0" fmla="*/ 0 h 228647"/>
                <a:gd name="connsiteX1" fmla="*/ 142486 w 1172370"/>
                <a:gd name="connsiteY1" fmla="*/ 0 h 228647"/>
                <a:gd name="connsiteX2" fmla="*/ 1029885 w 1172370"/>
                <a:gd name="connsiteY2" fmla="*/ 0 h 228647"/>
                <a:gd name="connsiteX3" fmla="*/ 1062412 w 1172370"/>
                <a:gd name="connsiteY3" fmla="*/ 0 h 228647"/>
                <a:gd name="connsiteX4" fmla="*/ 1088586 w 1172370"/>
                <a:gd name="connsiteY4" fmla="*/ 11283 h 228647"/>
                <a:gd name="connsiteX5" fmla="*/ 1162550 w 1172370"/>
                <a:gd name="connsiteY5" fmla="*/ 89607 h 228647"/>
                <a:gd name="connsiteX6" fmla="*/ 1162550 w 1172370"/>
                <a:gd name="connsiteY6" fmla="*/ 139041 h 228647"/>
                <a:gd name="connsiteX7" fmla="*/ 1088586 w 1172370"/>
                <a:gd name="connsiteY7" fmla="*/ 217364 h 228647"/>
                <a:gd name="connsiteX8" fmla="*/ 1062412 w 1172370"/>
                <a:gd name="connsiteY8" fmla="*/ 228647 h 228647"/>
                <a:gd name="connsiteX9" fmla="*/ 1029885 w 1172370"/>
                <a:gd name="connsiteY9" fmla="*/ 228647 h 228647"/>
                <a:gd name="connsiteX10" fmla="*/ 142486 w 1172370"/>
                <a:gd name="connsiteY10" fmla="*/ 228647 h 228647"/>
                <a:gd name="connsiteX11" fmla="*/ 109959 w 1172370"/>
                <a:gd name="connsiteY11" fmla="*/ 228647 h 228647"/>
                <a:gd name="connsiteX12" fmla="*/ 83785 w 1172370"/>
                <a:gd name="connsiteY12" fmla="*/ 217364 h 228647"/>
                <a:gd name="connsiteX13" fmla="*/ 9821 w 1172370"/>
                <a:gd name="connsiteY13" fmla="*/ 139041 h 228647"/>
                <a:gd name="connsiteX14" fmla="*/ 9821 w 1172370"/>
                <a:gd name="connsiteY14" fmla="*/ 89607 h 228647"/>
                <a:gd name="connsiteX15" fmla="*/ 83785 w 1172370"/>
                <a:gd name="connsiteY15" fmla="*/ 11283 h 228647"/>
                <a:gd name="connsiteX16" fmla="*/ 109959 w 1172370"/>
                <a:gd name="connsiteY16" fmla="*/ 0 h 228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72370" h="228647">
                  <a:moveTo>
                    <a:pt x="109959" y="0"/>
                  </a:moveTo>
                  <a:lnTo>
                    <a:pt x="142486" y="0"/>
                  </a:lnTo>
                  <a:lnTo>
                    <a:pt x="1029885" y="0"/>
                  </a:lnTo>
                  <a:lnTo>
                    <a:pt x="1062412" y="0"/>
                  </a:lnTo>
                  <a:cubicBezTo>
                    <a:pt x="1072313" y="0"/>
                    <a:pt x="1081788" y="4084"/>
                    <a:pt x="1088586" y="11283"/>
                  </a:cubicBezTo>
                  <a:lnTo>
                    <a:pt x="1162550" y="89607"/>
                  </a:lnTo>
                  <a:cubicBezTo>
                    <a:pt x="1175644" y="103473"/>
                    <a:pt x="1175644" y="125175"/>
                    <a:pt x="1162550" y="139041"/>
                  </a:cubicBezTo>
                  <a:lnTo>
                    <a:pt x="1088586" y="217364"/>
                  </a:lnTo>
                  <a:cubicBezTo>
                    <a:pt x="1081788" y="224563"/>
                    <a:pt x="1072313" y="228647"/>
                    <a:pt x="1062412" y="228647"/>
                  </a:cubicBezTo>
                  <a:lnTo>
                    <a:pt x="1029885" y="228647"/>
                  </a:lnTo>
                  <a:lnTo>
                    <a:pt x="142486" y="228647"/>
                  </a:lnTo>
                  <a:lnTo>
                    <a:pt x="109959" y="228647"/>
                  </a:lnTo>
                  <a:cubicBezTo>
                    <a:pt x="100058" y="228647"/>
                    <a:pt x="90583" y="224563"/>
                    <a:pt x="83785" y="217364"/>
                  </a:cubicBezTo>
                  <a:lnTo>
                    <a:pt x="9821" y="139041"/>
                  </a:lnTo>
                  <a:cubicBezTo>
                    <a:pt x="-3273" y="125175"/>
                    <a:pt x="-3273" y="103473"/>
                    <a:pt x="9821" y="89607"/>
                  </a:cubicBezTo>
                  <a:lnTo>
                    <a:pt x="83785" y="11283"/>
                  </a:lnTo>
                  <a:cubicBezTo>
                    <a:pt x="90583" y="4084"/>
                    <a:pt x="100058" y="0"/>
                    <a:pt x="109959"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lt1"/>
                </a:solidFill>
              </a:endParaRPr>
            </a:p>
          </p:txBody>
        </p:sp>
        <p:sp>
          <p:nvSpPr>
            <p:cNvPr id="44" name="文本框 43">
              <a:extLst>
                <a:ext uri="{FF2B5EF4-FFF2-40B4-BE49-F238E27FC236}">
                  <a16:creationId xmlns:a16="http://schemas.microsoft.com/office/drawing/2014/main" id="{397C27FC-E3E6-3A79-081C-7D52A93401AF}"/>
                </a:ext>
              </a:extLst>
            </p:cNvPr>
            <p:cNvSpPr txBox="1"/>
            <p:nvPr/>
          </p:nvSpPr>
          <p:spPr>
            <a:xfrm>
              <a:off x="5687967" y="3004269"/>
              <a:ext cx="816075" cy="215444"/>
            </a:xfrm>
            <a:prstGeom prst="rect">
              <a:avLst/>
            </a:prstGeom>
            <a:noFill/>
          </p:spPr>
          <p:txBody>
            <a:bodyPr wrap="none" lIns="0" tIns="0" rIns="0" bIns="0" rtlCol="0">
              <a:spAutoFit/>
            </a:bodyPr>
            <a:lstStyle/>
            <a:p>
              <a:pPr algn="ctr"/>
              <a:r>
                <a:rPr lang="zh-CN" altLang="en-US" sz="1400" b="1" dirty="0"/>
                <a:t>数智供应链</a:t>
              </a:r>
            </a:p>
          </p:txBody>
        </p:sp>
        <p:sp>
          <p:nvSpPr>
            <p:cNvPr id="61" name="任意多边形: 形状 60">
              <a:extLst>
                <a:ext uri="{FF2B5EF4-FFF2-40B4-BE49-F238E27FC236}">
                  <a16:creationId xmlns:a16="http://schemas.microsoft.com/office/drawing/2014/main" id="{5966F2FD-C2AA-1C16-10A0-4A67ABF5F6FB}"/>
                </a:ext>
              </a:extLst>
            </p:cNvPr>
            <p:cNvSpPr/>
            <p:nvPr/>
          </p:nvSpPr>
          <p:spPr>
            <a:xfrm flipH="1">
              <a:off x="5343134" y="2957508"/>
              <a:ext cx="1505733" cy="96695"/>
            </a:xfrm>
            <a:custGeom>
              <a:avLst/>
              <a:gdLst>
                <a:gd name="connsiteX0" fmla="*/ 1243487 w 1505733"/>
                <a:gd name="connsiteY0" fmla="*/ 0 h 96695"/>
                <a:gd name="connsiteX1" fmla="*/ 1227607 w 1505733"/>
                <a:gd name="connsiteY1" fmla="*/ 0 h 96695"/>
                <a:gd name="connsiteX2" fmla="*/ 278126 w 1505733"/>
                <a:gd name="connsiteY2" fmla="*/ 0 h 96695"/>
                <a:gd name="connsiteX3" fmla="*/ 262246 w 1505733"/>
                <a:gd name="connsiteY3" fmla="*/ 0 h 96695"/>
                <a:gd name="connsiteX4" fmla="*/ 234779 w 1505733"/>
                <a:gd name="connsiteY4" fmla="*/ 11840 h 96695"/>
                <a:gd name="connsiteX5" fmla="*/ 157162 w 1505733"/>
                <a:gd name="connsiteY5" fmla="*/ 94032 h 96695"/>
                <a:gd name="connsiteX6" fmla="*/ 0 w 1505733"/>
                <a:gd name="connsiteY6" fmla="*/ 96695 h 96695"/>
                <a:gd name="connsiteX7" fmla="*/ 752867 w 1505733"/>
                <a:gd name="connsiteY7" fmla="*/ 95191 h 96695"/>
                <a:gd name="connsiteX8" fmla="*/ 1505733 w 1505733"/>
                <a:gd name="connsiteY8" fmla="*/ 96695 h 96695"/>
                <a:gd name="connsiteX9" fmla="*/ 1348571 w 1505733"/>
                <a:gd name="connsiteY9" fmla="*/ 94032 h 96695"/>
                <a:gd name="connsiteX10" fmla="*/ 1270954 w 1505733"/>
                <a:gd name="connsiteY10" fmla="*/ 11840 h 96695"/>
                <a:gd name="connsiteX11" fmla="*/ 1243487 w 1505733"/>
                <a:gd name="connsiteY11" fmla="*/ 0 h 96695"/>
                <a:gd name="connsiteX0" fmla="*/ 752867 w 1505733"/>
                <a:gd name="connsiteY0" fmla="*/ 95191 h 186631"/>
                <a:gd name="connsiteX1" fmla="*/ 1505733 w 1505733"/>
                <a:gd name="connsiteY1" fmla="*/ 96695 h 186631"/>
                <a:gd name="connsiteX2" fmla="*/ 1348571 w 1505733"/>
                <a:gd name="connsiteY2" fmla="*/ 94032 h 186631"/>
                <a:gd name="connsiteX3" fmla="*/ 1270954 w 1505733"/>
                <a:gd name="connsiteY3" fmla="*/ 11840 h 186631"/>
                <a:gd name="connsiteX4" fmla="*/ 1243487 w 1505733"/>
                <a:gd name="connsiteY4" fmla="*/ 0 h 186631"/>
                <a:gd name="connsiteX5" fmla="*/ 1227607 w 1505733"/>
                <a:gd name="connsiteY5" fmla="*/ 0 h 186631"/>
                <a:gd name="connsiteX6" fmla="*/ 278126 w 1505733"/>
                <a:gd name="connsiteY6" fmla="*/ 0 h 186631"/>
                <a:gd name="connsiteX7" fmla="*/ 262246 w 1505733"/>
                <a:gd name="connsiteY7" fmla="*/ 0 h 186631"/>
                <a:gd name="connsiteX8" fmla="*/ 234779 w 1505733"/>
                <a:gd name="connsiteY8" fmla="*/ 11840 h 186631"/>
                <a:gd name="connsiteX9" fmla="*/ 157162 w 1505733"/>
                <a:gd name="connsiteY9" fmla="*/ 94032 h 186631"/>
                <a:gd name="connsiteX10" fmla="*/ 0 w 1505733"/>
                <a:gd name="connsiteY10" fmla="*/ 96695 h 186631"/>
                <a:gd name="connsiteX11" fmla="*/ 844307 w 1505733"/>
                <a:gd name="connsiteY11" fmla="*/ 186631 h 186631"/>
                <a:gd name="connsiteX0" fmla="*/ 752867 w 1505733"/>
                <a:gd name="connsiteY0" fmla="*/ 95191 h 96695"/>
                <a:gd name="connsiteX1" fmla="*/ 1505733 w 1505733"/>
                <a:gd name="connsiteY1" fmla="*/ 96695 h 96695"/>
                <a:gd name="connsiteX2" fmla="*/ 1348571 w 1505733"/>
                <a:gd name="connsiteY2" fmla="*/ 94032 h 96695"/>
                <a:gd name="connsiteX3" fmla="*/ 1270954 w 1505733"/>
                <a:gd name="connsiteY3" fmla="*/ 11840 h 96695"/>
                <a:gd name="connsiteX4" fmla="*/ 1243487 w 1505733"/>
                <a:gd name="connsiteY4" fmla="*/ 0 h 96695"/>
                <a:gd name="connsiteX5" fmla="*/ 1227607 w 1505733"/>
                <a:gd name="connsiteY5" fmla="*/ 0 h 96695"/>
                <a:gd name="connsiteX6" fmla="*/ 278126 w 1505733"/>
                <a:gd name="connsiteY6" fmla="*/ 0 h 96695"/>
                <a:gd name="connsiteX7" fmla="*/ 262246 w 1505733"/>
                <a:gd name="connsiteY7" fmla="*/ 0 h 96695"/>
                <a:gd name="connsiteX8" fmla="*/ 234779 w 1505733"/>
                <a:gd name="connsiteY8" fmla="*/ 11840 h 96695"/>
                <a:gd name="connsiteX9" fmla="*/ 157162 w 1505733"/>
                <a:gd name="connsiteY9" fmla="*/ 94032 h 96695"/>
                <a:gd name="connsiteX10" fmla="*/ 0 w 1505733"/>
                <a:gd name="connsiteY10" fmla="*/ 96695 h 96695"/>
                <a:gd name="connsiteX0" fmla="*/ 1505733 w 1505733"/>
                <a:gd name="connsiteY0" fmla="*/ 96695 h 96695"/>
                <a:gd name="connsiteX1" fmla="*/ 1348571 w 1505733"/>
                <a:gd name="connsiteY1" fmla="*/ 94032 h 96695"/>
                <a:gd name="connsiteX2" fmla="*/ 1270954 w 1505733"/>
                <a:gd name="connsiteY2" fmla="*/ 11840 h 96695"/>
                <a:gd name="connsiteX3" fmla="*/ 1243487 w 1505733"/>
                <a:gd name="connsiteY3" fmla="*/ 0 h 96695"/>
                <a:gd name="connsiteX4" fmla="*/ 1227607 w 1505733"/>
                <a:gd name="connsiteY4" fmla="*/ 0 h 96695"/>
                <a:gd name="connsiteX5" fmla="*/ 278126 w 1505733"/>
                <a:gd name="connsiteY5" fmla="*/ 0 h 96695"/>
                <a:gd name="connsiteX6" fmla="*/ 262246 w 1505733"/>
                <a:gd name="connsiteY6" fmla="*/ 0 h 96695"/>
                <a:gd name="connsiteX7" fmla="*/ 234779 w 1505733"/>
                <a:gd name="connsiteY7" fmla="*/ 11840 h 96695"/>
                <a:gd name="connsiteX8" fmla="*/ 157162 w 1505733"/>
                <a:gd name="connsiteY8" fmla="*/ 94032 h 96695"/>
                <a:gd name="connsiteX9" fmla="*/ 0 w 1505733"/>
                <a:gd name="connsiteY9" fmla="*/ 96695 h 9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5733" h="96695">
                  <a:moveTo>
                    <a:pt x="1505733" y="96695"/>
                  </a:moveTo>
                  <a:lnTo>
                    <a:pt x="1348571" y="94032"/>
                  </a:lnTo>
                  <a:lnTo>
                    <a:pt x="1270954" y="11840"/>
                  </a:lnTo>
                  <a:cubicBezTo>
                    <a:pt x="1263820" y="4286"/>
                    <a:pt x="1253877" y="0"/>
                    <a:pt x="1243487" y="0"/>
                  </a:cubicBezTo>
                  <a:lnTo>
                    <a:pt x="1227607" y="0"/>
                  </a:lnTo>
                  <a:lnTo>
                    <a:pt x="278126" y="0"/>
                  </a:lnTo>
                  <a:lnTo>
                    <a:pt x="262246" y="0"/>
                  </a:lnTo>
                  <a:cubicBezTo>
                    <a:pt x="251856" y="0"/>
                    <a:pt x="241913" y="4286"/>
                    <a:pt x="234779" y="11840"/>
                  </a:cubicBezTo>
                  <a:lnTo>
                    <a:pt x="157162" y="94032"/>
                  </a:lnTo>
                  <a:lnTo>
                    <a:pt x="0" y="96695"/>
                  </a:lnTo>
                </a:path>
              </a:pathLst>
            </a:custGeom>
            <a:no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lt1"/>
                </a:solidFill>
              </a:endParaRPr>
            </a:p>
          </p:txBody>
        </p:sp>
        <p:sp>
          <p:nvSpPr>
            <p:cNvPr id="67" name="任意多边形: 形状 66">
              <a:extLst>
                <a:ext uri="{FF2B5EF4-FFF2-40B4-BE49-F238E27FC236}">
                  <a16:creationId xmlns:a16="http://schemas.microsoft.com/office/drawing/2014/main" id="{D3AFDF0A-CB71-537A-B8F9-13C917868B5B}"/>
                </a:ext>
              </a:extLst>
            </p:cNvPr>
            <p:cNvSpPr/>
            <p:nvPr/>
          </p:nvSpPr>
          <p:spPr>
            <a:xfrm flipH="1" flipV="1">
              <a:off x="5344721" y="3133517"/>
              <a:ext cx="1505733" cy="96695"/>
            </a:xfrm>
            <a:custGeom>
              <a:avLst/>
              <a:gdLst>
                <a:gd name="connsiteX0" fmla="*/ 1243487 w 1505733"/>
                <a:gd name="connsiteY0" fmla="*/ 0 h 96695"/>
                <a:gd name="connsiteX1" fmla="*/ 1227607 w 1505733"/>
                <a:gd name="connsiteY1" fmla="*/ 0 h 96695"/>
                <a:gd name="connsiteX2" fmla="*/ 278126 w 1505733"/>
                <a:gd name="connsiteY2" fmla="*/ 0 h 96695"/>
                <a:gd name="connsiteX3" fmla="*/ 262246 w 1505733"/>
                <a:gd name="connsiteY3" fmla="*/ 0 h 96695"/>
                <a:gd name="connsiteX4" fmla="*/ 234779 w 1505733"/>
                <a:gd name="connsiteY4" fmla="*/ 11840 h 96695"/>
                <a:gd name="connsiteX5" fmla="*/ 157162 w 1505733"/>
                <a:gd name="connsiteY5" fmla="*/ 94032 h 96695"/>
                <a:gd name="connsiteX6" fmla="*/ 0 w 1505733"/>
                <a:gd name="connsiteY6" fmla="*/ 96695 h 96695"/>
                <a:gd name="connsiteX7" fmla="*/ 752867 w 1505733"/>
                <a:gd name="connsiteY7" fmla="*/ 95191 h 96695"/>
                <a:gd name="connsiteX8" fmla="*/ 1505733 w 1505733"/>
                <a:gd name="connsiteY8" fmla="*/ 96695 h 96695"/>
                <a:gd name="connsiteX9" fmla="*/ 1348571 w 1505733"/>
                <a:gd name="connsiteY9" fmla="*/ 94032 h 96695"/>
                <a:gd name="connsiteX10" fmla="*/ 1270954 w 1505733"/>
                <a:gd name="connsiteY10" fmla="*/ 11840 h 96695"/>
                <a:gd name="connsiteX11" fmla="*/ 1243487 w 1505733"/>
                <a:gd name="connsiteY11" fmla="*/ 0 h 96695"/>
                <a:gd name="connsiteX0" fmla="*/ 752867 w 1505733"/>
                <a:gd name="connsiteY0" fmla="*/ 95191 h 186631"/>
                <a:gd name="connsiteX1" fmla="*/ 1505733 w 1505733"/>
                <a:gd name="connsiteY1" fmla="*/ 96695 h 186631"/>
                <a:gd name="connsiteX2" fmla="*/ 1348571 w 1505733"/>
                <a:gd name="connsiteY2" fmla="*/ 94032 h 186631"/>
                <a:gd name="connsiteX3" fmla="*/ 1270954 w 1505733"/>
                <a:gd name="connsiteY3" fmla="*/ 11840 h 186631"/>
                <a:gd name="connsiteX4" fmla="*/ 1243487 w 1505733"/>
                <a:gd name="connsiteY4" fmla="*/ 0 h 186631"/>
                <a:gd name="connsiteX5" fmla="*/ 1227607 w 1505733"/>
                <a:gd name="connsiteY5" fmla="*/ 0 h 186631"/>
                <a:gd name="connsiteX6" fmla="*/ 278126 w 1505733"/>
                <a:gd name="connsiteY6" fmla="*/ 0 h 186631"/>
                <a:gd name="connsiteX7" fmla="*/ 262246 w 1505733"/>
                <a:gd name="connsiteY7" fmla="*/ 0 h 186631"/>
                <a:gd name="connsiteX8" fmla="*/ 234779 w 1505733"/>
                <a:gd name="connsiteY8" fmla="*/ 11840 h 186631"/>
                <a:gd name="connsiteX9" fmla="*/ 157162 w 1505733"/>
                <a:gd name="connsiteY9" fmla="*/ 94032 h 186631"/>
                <a:gd name="connsiteX10" fmla="*/ 0 w 1505733"/>
                <a:gd name="connsiteY10" fmla="*/ 96695 h 186631"/>
                <a:gd name="connsiteX11" fmla="*/ 844307 w 1505733"/>
                <a:gd name="connsiteY11" fmla="*/ 186631 h 186631"/>
                <a:gd name="connsiteX0" fmla="*/ 752867 w 1505733"/>
                <a:gd name="connsiteY0" fmla="*/ 95191 h 96695"/>
                <a:gd name="connsiteX1" fmla="*/ 1505733 w 1505733"/>
                <a:gd name="connsiteY1" fmla="*/ 96695 h 96695"/>
                <a:gd name="connsiteX2" fmla="*/ 1348571 w 1505733"/>
                <a:gd name="connsiteY2" fmla="*/ 94032 h 96695"/>
                <a:gd name="connsiteX3" fmla="*/ 1270954 w 1505733"/>
                <a:gd name="connsiteY3" fmla="*/ 11840 h 96695"/>
                <a:gd name="connsiteX4" fmla="*/ 1243487 w 1505733"/>
                <a:gd name="connsiteY4" fmla="*/ 0 h 96695"/>
                <a:gd name="connsiteX5" fmla="*/ 1227607 w 1505733"/>
                <a:gd name="connsiteY5" fmla="*/ 0 h 96695"/>
                <a:gd name="connsiteX6" fmla="*/ 278126 w 1505733"/>
                <a:gd name="connsiteY6" fmla="*/ 0 h 96695"/>
                <a:gd name="connsiteX7" fmla="*/ 262246 w 1505733"/>
                <a:gd name="connsiteY7" fmla="*/ 0 h 96695"/>
                <a:gd name="connsiteX8" fmla="*/ 234779 w 1505733"/>
                <a:gd name="connsiteY8" fmla="*/ 11840 h 96695"/>
                <a:gd name="connsiteX9" fmla="*/ 157162 w 1505733"/>
                <a:gd name="connsiteY9" fmla="*/ 94032 h 96695"/>
                <a:gd name="connsiteX10" fmla="*/ 0 w 1505733"/>
                <a:gd name="connsiteY10" fmla="*/ 96695 h 96695"/>
                <a:gd name="connsiteX0" fmla="*/ 1505733 w 1505733"/>
                <a:gd name="connsiteY0" fmla="*/ 96695 h 96695"/>
                <a:gd name="connsiteX1" fmla="*/ 1348571 w 1505733"/>
                <a:gd name="connsiteY1" fmla="*/ 94032 h 96695"/>
                <a:gd name="connsiteX2" fmla="*/ 1270954 w 1505733"/>
                <a:gd name="connsiteY2" fmla="*/ 11840 h 96695"/>
                <a:gd name="connsiteX3" fmla="*/ 1243487 w 1505733"/>
                <a:gd name="connsiteY3" fmla="*/ 0 h 96695"/>
                <a:gd name="connsiteX4" fmla="*/ 1227607 w 1505733"/>
                <a:gd name="connsiteY4" fmla="*/ 0 h 96695"/>
                <a:gd name="connsiteX5" fmla="*/ 278126 w 1505733"/>
                <a:gd name="connsiteY5" fmla="*/ 0 h 96695"/>
                <a:gd name="connsiteX6" fmla="*/ 262246 w 1505733"/>
                <a:gd name="connsiteY6" fmla="*/ 0 h 96695"/>
                <a:gd name="connsiteX7" fmla="*/ 234779 w 1505733"/>
                <a:gd name="connsiteY7" fmla="*/ 11840 h 96695"/>
                <a:gd name="connsiteX8" fmla="*/ 157162 w 1505733"/>
                <a:gd name="connsiteY8" fmla="*/ 94032 h 96695"/>
                <a:gd name="connsiteX9" fmla="*/ 0 w 1505733"/>
                <a:gd name="connsiteY9" fmla="*/ 96695 h 9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05733" h="96695">
                  <a:moveTo>
                    <a:pt x="1505733" y="96695"/>
                  </a:moveTo>
                  <a:lnTo>
                    <a:pt x="1348571" y="94032"/>
                  </a:lnTo>
                  <a:lnTo>
                    <a:pt x="1270954" y="11840"/>
                  </a:lnTo>
                  <a:cubicBezTo>
                    <a:pt x="1263820" y="4286"/>
                    <a:pt x="1253877" y="0"/>
                    <a:pt x="1243487" y="0"/>
                  </a:cubicBezTo>
                  <a:lnTo>
                    <a:pt x="1227607" y="0"/>
                  </a:lnTo>
                  <a:lnTo>
                    <a:pt x="278126" y="0"/>
                  </a:lnTo>
                  <a:lnTo>
                    <a:pt x="262246" y="0"/>
                  </a:lnTo>
                  <a:cubicBezTo>
                    <a:pt x="251856" y="0"/>
                    <a:pt x="241913" y="4286"/>
                    <a:pt x="234779" y="11840"/>
                  </a:cubicBezTo>
                  <a:lnTo>
                    <a:pt x="157162" y="94032"/>
                  </a:lnTo>
                  <a:lnTo>
                    <a:pt x="0" y="96695"/>
                  </a:lnTo>
                </a:path>
              </a:pathLst>
            </a:custGeom>
            <a:no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lt1"/>
                </a:solidFill>
              </a:endParaRPr>
            </a:p>
          </p:txBody>
        </p:sp>
      </p:grpSp>
      <p:grpSp>
        <p:nvGrpSpPr>
          <p:cNvPr id="101" name="组合 100">
            <a:extLst>
              <a:ext uri="{FF2B5EF4-FFF2-40B4-BE49-F238E27FC236}">
                <a16:creationId xmlns:a16="http://schemas.microsoft.com/office/drawing/2014/main" id="{2D48BB32-9783-7D79-4205-20F6821573BC}"/>
              </a:ext>
            </a:extLst>
          </p:cNvPr>
          <p:cNvGrpSpPr/>
          <p:nvPr/>
        </p:nvGrpSpPr>
        <p:grpSpPr>
          <a:xfrm>
            <a:off x="2863806" y="1078697"/>
            <a:ext cx="6464387" cy="1357544"/>
            <a:chOff x="3426235" y="2893484"/>
            <a:chExt cx="5342468" cy="1427691"/>
          </a:xfrm>
        </p:grpSpPr>
        <p:sp>
          <p:nvSpPr>
            <p:cNvPr id="105" name="椭圆 104">
              <a:extLst>
                <a:ext uri="{FF2B5EF4-FFF2-40B4-BE49-F238E27FC236}">
                  <a16:creationId xmlns:a16="http://schemas.microsoft.com/office/drawing/2014/main" id="{EAB31A94-3146-F517-B486-206EED635451}"/>
                </a:ext>
              </a:extLst>
            </p:cNvPr>
            <p:cNvSpPr>
              <a:spLocks/>
            </p:cNvSpPr>
            <p:nvPr/>
          </p:nvSpPr>
          <p:spPr>
            <a:xfrm>
              <a:off x="3566994" y="2938610"/>
              <a:ext cx="5060950" cy="1279315"/>
            </a:xfrm>
            <a:prstGeom prst="ellipse">
              <a:avLst/>
            </a:prstGeom>
            <a:noFill/>
            <a:ln w="9525">
              <a:gradFill>
                <a:gsLst>
                  <a:gs pos="28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108" name="椭圆 107">
              <a:extLst>
                <a:ext uri="{FF2B5EF4-FFF2-40B4-BE49-F238E27FC236}">
                  <a16:creationId xmlns:a16="http://schemas.microsoft.com/office/drawing/2014/main" id="{799FA1AE-28B9-1312-BD98-5B20EDD84EE3}"/>
                </a:ext>
              </a:extLst>
            </p:cNvPr>
            <p:cNvSpPr>
              <a:spLocks/>
            </p:cNvSpPr>
            <p:nvPr/>
          </p:nvSpPr>
          <p:spPr>
            <a:xfrm>
              <a:off x="3426235" y="2893484"/>
              <a:ext cx="5342468" cy="1427691"/>
            </a:xfrm>
            <a:prstGeom prst="ellipse">
              <a:avLst/>
            </a:prstGeom>
            <a:noFill/>
            <a:ln w="9525">
              <a:gradFill>
                <a:gsLst>
                  <a:gs pos="76000">
                    <a:schemeClr val="tx2"/>
                  </a:gs>
                  <a:gs pos="36000">
                    <a:schemeClr val="tx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109" name="任意多边形: 形状 108">
              <a:extLst>
                <a:ext uri="{FF2B5EF4-FFF2-40B4-BE49-F238E27FC236}">
                  <a16:creationId xmlns:a16="http://schemas.microsoft.com/office/drawing/2014/main" id="{E36241BE-6BF8-2B6A-DA57-8C1F8EAD0BC4}"/>
                </a:ext>
              </a:extLst>
            </p:cNvPr>
            <p:cNvSpPr>
              <a:spLocks/>
            </p:cNvSpPr>
            <p:nvPr/>
          </p:nvSpPr>
          <p:spPr>
            <a:xfrm>
              <a:off x="3472803" y="3308885"/>
              <a:ext cx="5249332" cy="993495"/>
            </a:xfrm>
            <a:custGeom>
              <a:avLst/>
              <a:gdLst>
                <a:gd name="connsiteX0" fmla="*/ 245007 w 5249332"/>
                <a:gd name="connsiteY0" fmla="*/ 0 h 993495"/>
                <a:gd name="connsiteX1" fmla="*/ 98945 w 5249332"/>
                <a:gd name="connsiteY1" fmla="*/ 124969 h 993495"/>
                <a:gd name="connsiteX2" fmla="*/ 46567 w 5249332"/>
                <a:gd name="connsiteY2" fmla="*/ 262963 h 993495"/>
                <a:gd name="connsiteX3" fmla="*/ 2624667 w 5249332"/>
                <a:gd name="connsiteY3" fmla="*/ 947678 h 993495"/>
                <a:gd name="connsiteX4" fmla="*/ 5202767 w 5249332"/>
                <a:gd name="connsiteY4" fmla="*/ 262963 h 993495"/>
                <a:gd name="connsiteX5" fmla="*/ 5150389 w 5249332"/>
                <a:gd name="connsiteY5" fmla="*/ 124969 h 993495"/>
                <a:gd name="connsiteX6" fmla="*/ 5004329 w 5249332"/>
                <a:gd name="connsiteY6" fmla="*/ 2 h 993495"/>
                <a:gd name="connsiteX7" fmla="*/ 5043073 w 5249332"/>
                <a:gd name="connsiteY7" fmla="*/ 19077 h 993495"/>
                <a:gd name="connsiteX8" fmla="*/ 5249332 w 5249332"/>
                <a:gd name="connsiteY8" fmla="*/ 292094 h 993495"/>
                <a:gd name="connsiteX9" fmla="*/ 2624666 w 5249332"/>
                <a:gd name="connsiteY9" fmla="*/ 993495 h 993495"/>
                <a:gd name="connsiteX10" fmla="*/ 0 w 5249332"/>
                <a:gd name="connsiteY10" fmla="*/ 292094 h 993495"/>
                <a:gd name="connsiteX11" fmla="*/ 206259 w 5249332"/>
                <a:gd name="connsiteY11" fmla="*/ 19077 h 993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49332" h="993495">
                  <a:moveTo>
                    <a:pt x="245007" y="0"/>
                  </a:moveTo>
                  <a:lnTo>
                    <a:pt x="98945" y="124969"/>
                  </a:lnTo>
                  <a:cubicBezTo>
                    <a:pt x="64602" y="169542"/>
                    <a:pt x="46567" y="215693"/>
                    <a:pt x="46567" y="262963"/>
                  </a:cubicBezTo>
                  <a:cubicBezTo>
                    <a:pt x="46567" y="641121"/>
                    <a:pt x="1200822" y="947678"/>
                    <a:pt x="2624667" y="947678"/>
                  </a:cubicBezTo>
                  <a:cubicBezTo>
                    <a:pt x="4048512" y="947678"/>
                    <a:pt x="5202767" y="641121"/>
                    <a:pt x="5202767" y="262963"/>
                  </a:cubicBezTo>
                  <a:cubicBezTo>
                    <a:pt x="5202767" y="215693"/>
                    <a:pt x="5184732" y="169542"/>
                    <a:pt x="5150389" y="124969"/>
                  </a:cubicBezTo>
                  <a:lnTo>
                    <a:pt x="5004329" y="2"/>
                  </a:lnTo>
                  <a:lnTo>
                    <a:pt x="5043073" y="19077"/>
                  </a:lnTo>
                  <a:cubicBezTo>
                    <a:pt x="5175888" y="102992"/>
                    <a:pt x="5249332" y="195251"/>
                    <a:pt x="5249332" y="292094"/>
                  </a:cubicBezTo>
                  <a:cubicBezTo>
                    <a:pt x="5249332" y="679467"/>
                    <a:pt x="4074229" y="993495"/>
                    <a:pt x="2624666" y="993495"/>
                  </a:cubicBezTo>
                  <a:cubicBezTo>
                    <a:pt x="1175103" y="993495"/>
                    <a:pt x="0" y="679467"/>
                    <a:pt x="0" y="292094"/>
                  </a:cubicBezTo>
                  <a:cubicBezTo>
                    <a:pt x="0" y="195251"/>
                    <a:pt x="73444" y="102992"/>
                    <a:pt x="206259" y="19077"/>
                  </a:cubicBezTo>
                  <a:close/>
                </a:path>
              </a:pathLst>
            </a:custGeom>
            <a:gradFill>
              <a:gsLst>
                <a:gs pos="28000">
                  <a:schemeClr val="accent2">
                    <a:alpha val="0"/>
                  </a:schemeClr>
                </a:gs>
                <a:gs pos="100000">
                  <a:schemeClr val="accent2"/>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p>
          </p:txBody>
        </p:sp>
      </p:grpSp>
      <p:sp>
        <p:nvSpPr>
          <p:cNvPr id="110" name="文本框 109">
            <a:extLst>
              <a:ext uri="{FF2B5EF4-FFF2-40B4-BE49-F238E27FC236}">
                <a16:creationId xmlns:a16="http://schemas.microsoft.com/office/drawing/2014/main" id="{6C10A708-DAB6-E780-3582-B0927CECBDBA}"/>
              </a:ext>
            </a:extLst>
          </p:cNvPr>
          <p:cNvSpPr txBox="1"/>
          <p:nvPr/>
        </p:nvSpPr>
        <p:spPr>
          <a:xfrm>
            <a:off x="5315343" y="2057395"/>
            <a:ext cx="1561325" cy="215444"/>
          </a:xfrm>
          <a:prstGeom prst="rect">
            <a:avLst/>
          </a:prstGeom>
          <a:noFill/>
        </p:spPr>
        <p:txBody>
          <a:bodyPr wrap="none" lIns="0" tIns="0" rIns="0" bIns="0" rtlCol="0">
            <a:spAutoFit/>
          </a:bodyPr>
          <a:lstStyle/>
          <a:p>
            <a:pPr algn="ctr"/>
            <a:r>
              <a:rPr lang="en-US" altLang="zh-CN" sz="1400" b="1" dirty="0">
                <a:solidFill>
                  <a:schemeClr val="accent2"/>
                </a:solidFill>
              </a:rPr>
              <a:t>X</a:t>
            </a:r>
            <a:r>
              <a:rPr lang="zh-CN" altLang="en-US" sz="1400" b="1" dirty="0">
                <a:solidFill>
                  <a:schemeClr val="accent2"/>
                </a:solidFill>
              </a:rPr>
              <a:t>个领域及行业创新</a:t>
            </a:r>
          </a:p>
        </p:txBody>
      </p:sp>
      <p:sp>
        <p:nvSpPr>
          <p:cNvPr id="115" name="文本框 114">
            <a:extLst>
              <a:ext uri="{FF2B5EF4-FFF2-40B4-BE49-F238E27FC236}">
                <a16:creationId xmlns:a16="http://schemas.microsoft.com/office/drawing/2014/main" id="{7CB85E3C-6F54-71B4-EED0-71465C665BFC}"/>
              </a:ext>
            </a:extLst>
          </p:cNvPr>
          <p:cNvSpPr txBox="1"/>
          <p:nvPr/>
        </p:nvSpPr>
        <p:spPr>
          <a:xfrm>
            <a:off x="5890815" y="2503887"/>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双碳治理</a:t>
            </a:r>
          </a:p>
        </p:txBody>
      </p:sp>
      <p:sp>
        <p:nvSpPr>
          <p:cNvPr id="116" name="文本框 115">
            <a:extLst>
              <a:ext uri="{FF2B5EF4-FFF2-40B4-BE49-F238E27FC236}">
                <a16:creationId xmlns:a16="http://schemas.microsoft.com/office/drawing/2014/main" id="{00EE0F10-95D5-A84E-E47C-13BDE302E5E8}"/>
              </a:ext>
            </a:extLst>
          </p:cNvPr>
          <p:cNvSpPr txBox="1"/>
          <p:nvPr/>
        </p:nvSpPr>
        <p:spPr>
          <a:xfrm>
            <a:off x="6645528" y="2492771"/>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综合园区</a:t>
            </a:r>
          </a:p>
        </p:txBody>
      </p:sp>
      <p:sp>
        <p:nvSpPr>
          <p:cNvPr id="117" name="文本框 116">
            <a:extLst>
              <a:ext uri="{FF2B5EF4-FFF2-40B4-BE49-F238E27FC236}">
                <a16:creationId xmlns:a16="http://schemas.microsoft.com/office/drawing/2014/main" id="{6B06434C-C0EB-6A05-CC4C-1B6930C247D2}"/>
              </a:ext>
            </a:extLst>
          </p:cNvPr>
          <p:cNvSpPr txBox="1"/>
          <p:nvPr/>
        </p:nvSpPr>
        <p:spPr>
          <a:xfrm>
            <a:off x="7400241" y="2418936"/>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产教融合</a:t>
            </a:r>
          </a:p>
        </p:txBody>
      </p:sp>
      <p:sp>
        <p:nvSpPr>
          <p:cNvPr id="118" name="文本框 117">
            <a:extLst>
              <a:ext uri="{FF2B5EF4-FFF2-40B4-BE49-F238E27FC236}">
                <a16:creationId xmlns:a16="http://schemas.microsoft.com/office/drawing/2014/main" id="{973CDB4F-DA4D-1FEF-50DA-40EB1BFE96FF}"/>
              </a:ext>
            </a:extLst>
          </p:cNvPr>
          <p:cNvSpPr txBox="1"/>
          <p:nvPr/>
        </p:nvSpPr>
        <p:spPr>
          <a:xfrm>
            <a:off x="8154954" y="2306678"/>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国际业务</a:t>
            </a:r>
          </a:p>
        </p:txBody>
      </p:sp>
      <p:sp>
        <p:nvSpPr>
          <p:cNvPr id="120" name="文本框 119">
            <a:extLst>
              <a:ext uri="{FF2B5EF4-FFF2-40B4-BE49-F238E27FC236}">
                <a16:creationId xmlns:a16="http://schemas.microsoft.com/office/drawing/2014/main" id="{B8BF7804-9A1D-4A3E-DED8-9FE41D9AA382}"/>
              </a:ext>
            </a:extLst>
          </p:cNvPr>
          <p:cNvSpPr txBox="1"/>
          <p:nvPr/>
        </p:nvSpPr>
        <p:spPr>
          <a:xfrm>
            <a:off x="3626676" y="2306678"/>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产业平台</a:t>
            </a:r>
          </a:p>
        </p:txBody>
      </p:sp>
      <p:sp>
        <p:nvSpPr>
          <p:cNvPr id="121" name="文本框 120">
            <a:extLst>
              <a:ext uri="{FF2B5EF4-FFF2-40B4-BE49-F238E27FC236}">
                <a16:creationId xmlns:a16="http://schemas.microsoft.com/office/drawing/2014/main" id="{745D12D6-B064-5C96-5889-389C9981D72C}"/>
              </a:ext>
            </a:extLst>
          </p:cNvPr>
          <p:cNvSpPr txBox="1"/>
          <p:nvPr/>
        </p:nvSpPr>
        <p:spPr>
          <a:xfrm>
            <a:off x="4381389" y="2418936"/>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产融合作</a:t>
            </a:r>
          </a:p>
        </p:txBody>
      </p:sp>
      <p:sp>
        <p:nvSpPr>
          <p:cNvPr id="123" name="文本框 122">
            <a:extLst>
              <a:ext uri="{FF2B5EF4-FFF2-40B4-BE49-F238E27FC236}">
                <a16:creationId xmlns:a16="http://schemas.microsoft.com/office/drawing/2014/main" id="{A7A7AF95-0AA9-19C4-7FE2-5B7E5C8F4401}"/>
              </a:ext>
            </a:extLst>
          </p:cNvPr>
          <p:cNvSpPr txBox="1"/>
          <p:nvPr/>
        </p:nvSpPr>
        <p:spPr>
          <a:xfrm>
            <a:off x="5136102" y="2492771"/>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详询振兴</a:t>
            </a:r>
          </a:p>
        </p:txBody>
      </p:sp>
      <p:sp>
        <p:nvSpPr>
          <p:cNvPr id="124" name="文本框 123">
            <a:extLst>
              <a:ext uri="{FF2B5EF4-FFF2-40B4-BE49-F238E27FC236}">
                <a16:creationId xmlns:a16="http://schemas.microsoft.com/office/drawing/2014/main" id="{5757AB6A-14E1-01E8-98FB-0301804D5945}"/>
              </a:ext>
            </a:extLst>
          </p:cNvPr>
          <p:cNvSpPr txBox="1"/>
          <p:nvPr/>
        </p:nvSpPr>
        <p:spPr>
          <a:xfrm>
            <a:off x="5975650" y="1843768"/>
            <a:ext cx="230833" cy="138499"/>
          </a:xfrm>
          <a:prstGeom prst="rect">
            <a:avLst/>
          </a:prstGeom>
          <a:noFill/>
        </p:spPr>
        <p:txBody>
          <a:bodyPr wrap="none" lIns="0" tIns="0" rIns="0" bIns="0" rtlCol="0">
            <a:spAutoFit/>
          </a:bodyPr>
          <a:lstStyle/>
          <a:p>
            <a:pPr algn="ctr"/>
            <a:r>
              <a:rPr lang="zh-CN" altLang="en-US" sz="900" dirty="0">
                <a:solidFill>
                  <a:schemeClr val="bg1"/>
                </a:solidFill>
                <a:latin typeface="+mn-ea"/>
              </a:rPr>
              <a:t>能源</a:t>
            </a:r>
          </a:p>
        </p:txBody>
      </p:sp>
      <p:sp>
        <p:nvSpPr>
          <p:cNvPr id="125" name="文本框 124">
            <a:extLst>
              <a:ext uri="{FF2B5EF4-FFF2-40B4-BE49-F238E27FC236}">
                <a16:creationId xmlns:a16="http://schemas.microsoft.com/office/drawing/2014/main" id="{C38BAB38-B2C9-C462-3A50-2DCDC292D720}"/>
              </a:ext>
            </a:extLst>
          </p:cNvPr>
          <p:cNvSpPr txBox="1"/>
          <p:nvPr/>
        </p:nvSpPr>
        <p:spPr>
          <a:xfrm>
            <a:off x="6515241" y="1821542"/>
            <a:ext cx="230833" cy="138499"/>
          </a:xfrm>
          <a:prstGeom prst="rect">
            <a:avLst/>
          </a:prstGeom>
          <a:noFill/>
        </p:spPr>
        <p:txBody>
          <a:bodyPr wrap="none" lIns="0" tIns="0" rIns="0" bIns="0" rtlCol="0">
            <a:spAutoFit/>
          </a:bodyPr>
          <a:lstStyle/>
          <a:p>
            <a:pPr algn="ctr"/>
            <a:r>
              <a:rPr lang="zh-CN" altLang="en-US" sz="900" dirty="0">
                <a:solidFill>
                  <a:schemeClr val="bg1"/>
                </a:solidFill>
                <a:latin typeface="+mn-ea"/>
              </a:rPr>
              <a:t>交通</a:t>
            </a:r>
          </a:p>
        </p:txBody>
      </p:sp>
      <p:sp>
        <p:nvSpPr>
          <p:cNvPr id="129" name="文本框 128">
            <a:extLst>
              <a:ext uri="{FF2B5EF4-FFF2-40B4-BE49-F238E27FC236}">
                <a16:creationId xmlns:a16="http://schemas.microsoft.com/office/drawing/2014/main" id="{B5959465-53C4-70AB-0BC4-840DAC7E1EFC}"/>
              </a:ext>
            </a:extLst>
          </p:cNvPr>
          <p:cNvSpPr txBox="1"/>
          <p:nvPr/>
        </p:nvSpPr>
        <p:spPr>
          <a:xfrm>
            <a:off x="7058326" y="1791381"/>
            <a:ext cx="230833" cy="138499"/>
          </a:xfrm>
          <a:prstGeom prst="rect">
            <a:avLst/>
          </a:prstGeom>
          <a:noFill/>
        </p:spPr>
        <p:txBody>
          <a:bodyPr wrap="none" lIns="0" tIns="0" rIns="0" bIns="0" rtlCol="0">
            <a:spAutoFit/>
          </a:bodyPr>
          <a:lstStyle/>
          <a:p>
            <a:pPr algn="ctr"/>
            <a:r>
              <a:rPr lang="zh-CN" altLang="en-US" sz="900" dirty="0">
                <a:solidFill>
                  <a:schemeClr val="bg1"/>
                </a:solidFill>
                <a:latin typeface="+mn-ea"/>
              </a:rPr>
              <a:t>农业</a:t>
            </a:r>
          </a:p>
        </p:txBody>
      </p:sp>
      <p:sp>
        <p:nvSpPr>
          <p:cNvPr id="130" name="文本框 129">
            <a:extLst>
              <a:ext uri="{FF2B5EF4-FFF2-40B4-BE49-F238E27FC236}">
                <a16:creationId xmlns:a16="http://schemas.microsoft.com/office/drawing/2014/main" id="{8166AA4F-1F73-9B98-99F3-A22921FD77EE}"/>
              </a:ext>
            </a:extLst>
          </p:cNvPr>
          <p:cNvSpPr txBox="1"/>
          <p:nvPr/>
        </p:nvSpPr>
        <p:spPr>
          <a:xfrm>
            <a:off x="7592678" y="1741268"/>
            <a:ext cx="230833" cy="138499"/>
          </a:xfrm>
          <a:prstGeom prst="rect">
            <a:avLst/>
          </a:prstGeom>
          <a:noFill/>
        </p:spPr>
        <p:txBody>
          <a:bodyPr wrap="none" lIns="0" tIns="0" rIns="0" bIns="0" rtlCol="0">
            <a:spAutoFit/>
          </a:bodyPr>
          <a:lstStyle/>
          <a:p>
            <a:pPr algn="ctr"/>
            <a:r>
              <a:rPr lang="zh-CN" altLang="en-US" sz="900" dirty="0">
                <a:solidFill>
                  <a:schemeClr val="bg1"/>
                </a:solidFill>
                <a:latin typeface="+mn-ea"/>
              </a:rPr>
              <a:t>媒体</a:t>
            </a:r>
          </a:p>
        </p:txBody>
      </p:sp>
      <p:sp>
        <p:nvSpPr>
          <p:cNvPr id="131" name="文本框 130">
            <a:extLst>
              <a:ext uri="{FF2B5EF4-FFF2-40B4-BE49-F238E27FC236}">
                <a16:creationId xmlns:a16="http://schemas.microsoft.com/office/drawing/2014/main" id="{ED30CA21-9220-70B2-FA18-CF2ACC09D874}"/>
              </a:ext>
            </a:extLst>
          </p:cNvPr>
          <p:cNvSpPr txBox="1"/>
          <p:nvPr/>
        </p:nvSpPr>
        <p:spPr>
          <a:xfrm>
            <a:off x="8016444" y="1657658"/>
            <a:ext cx="461665" cy="138499"/>
          </a:xfrm>
          <a:prstGeom prst="rect">
            <a:avLst/>
          </a:prstGeom>
          <a:noFill/>
        </p:spPr>
        <p:txBody>
          <a:bodyPr wrap="none" lIns="0" tIns="0" rIns="0" bIns="0" rtlCol="0">
            <a:spAutoFit/>
          </a:bodyPr>
          <a:lstStyle/>
          <a:p>
            <a:pPr algn="ctr"/>
            <a:r>
              <a:rPr lang="zh-CN" altLang="en-US" sz="900" dirty="0">
                <a:solidFill>
                  <a:schemeClr val="bg1"/>
                </a:solidFill>
                <a:latin typeface="+mn-ea"/>
              </a:rPr>
              <a:t>中小企业</a:t>
            </a:r>
          </a:p>
        </p:txBody>
      </p:sp>
      <p:sp>
        <p:nvSpPr>
          <p:cNvPr id="132" name="文本框 131">
            <a:extLst>
              <a:ext uri="{FF2B5EF4-FFF2-40B4-BE49-F238E27FC236}">
                <a16:creationId xmlns:a16="http://schemas.microsoft.com/office/drawing/2014/main" id="{9C5E58AE-ACEF-448A-B6BC-4527E11A816C}"/>
              </a:ext>
            </a:extLst>
          </p:cNvPr>
          <p:cNvSpPr txBox="1"/>
          <p:nvPr/>
        </p:nvSpPr>
        <p:spPr>
          <a:xfrm>
            <a:off x="3815129" y="1657658"/>
            <a:ext cx="230833" cy="138499"/>
          </a:xfrm>
          <a:prstGeom prst="rect">
            <a:avLst/>
          </a:prstGeom>
          <a:noFill/>
        </p:spPr>
        <p:txBody>
          <a:bodyPr wrap="none" lIns="0" tIns="0" rIns="0" bIns="0" rtlCol="0">
            <a:spAutoFit/>
          </a:bodyPr>
          <a:lstStyle/>
          <a:p>
            <a:pPr algn="ctr"/>
            <a:r>
              <a:rPr lang="zh-CN" altLang="en-US" sz="900" dirty="0">
                <a:solidFill>
                  <a:schemeClr val="bg1"/>
                </a:solidFill>
                <a:latin typeface="+mn-ea"/>
              </a:rPr>
              <a:t>制造</a:t>
            </a:r>
          </a:p>
        </p:txBody>
      </p:sp>
      <p:sp>
        <p:nvSpPr>
          <p:cNvPr id="133" name="文本框 132">
            <a:extLst>
              <a:ext uri="{FF2B5EF4-FFF2-40B4-BE49-F238E27FC236}">
                <a16:creationId xmlns:a16="http://schemas.microsoft.com/office/drawing/2014/main" id="{DEC76EE0-F51D-4FA3-FFA7-D95148E63745}"/>
              </a:ext>
            </a:extLst>
          </p:cNvPr>
          <p:cNvSpPr txBox="1"/>
          <p:nvPr/>
        </p:nvSpPr>
        <p:spPr>
          <a:xfrm>
            <a:off x="4355130" y="1741268"/>
            <a:ext cx="230833" cy="138499"/>
          </a:xfrm>
          <a:prstGeom prst="rect">
            <a:avLst/>
          </a:prstGeom>
          <a:noFill/>
        </p:spPr>
        <p:txBody>
          <a:bodyPr wrap="none" lIns="0" tIns="0" rIns="0" bIns="0" rtlCol="0">
            <a:spAutoFit/>
          </a:bodyPr>
          <a:lstStyle/>
          <a:p>
            <a:pPr algn="ctr"/>
            <a:r>
              <a:rPr lang="zh-CN" altLang="en-US" sz="900" dirty="0">
                <a:solidFill>
                  <a:schemeClr val="bg1"/>
                </a:solidFill>
                <a:latin typeface="+mn-ea"/>
              </a:rPr>
              <a:t>汽车</a:t>
            </a:r>
          </a:p>
        </p:txBody>
      </p:sp>
      <p:sp>
        <p:nvSpPr>
          <p:cNvPr id="134" name="文本框 133">
            <a:extLst>
              <a:ext uri="{FF2B5EF4-FFF2-40B4-BE49-F238E27FC236}">
                <a16:creationId xmlns:a16="http://schemas.microsoft.com/office/drawing/2014/main" id="{D1BF6095-4143-DC13-CA5B-094880D10DCC}"/>
              </a:ext>
            </a:extLst>
          </p:cNvPr>
          <p:cNvSpPr txBox="1"/>
          <p:nvPr/>
        </p:nvSpPr>
        <p:spPr>
          <a:xfrm>
            <a:off x="4885990" y="1791381"/>
            <a:ext cx="230833" cy="138499"/>
          </a:xfrm>
          <a:prstGeom prst="rect">
            <a:avLst/>
          </a:prstGeom>
          <a:noFill/>
        </p:spPr>
        <p:txBody>
          <a:bodyPr wrap="none" lIns="0" tIns="0" rIns="0" bIns="0" rtlCol="0">
            <a:spAutoFit/>
          </a:bodyPr>
          <a:lstStyle/>
          <a:p>
            <a:pPr algn="ctr"/>
            <a:r>
              <a:rPr lang="zh-CN" altLang="en-US" sz="900" dirty="0">
                <a:solidFill>
                  <a:schemeClr val="bg1"/>
                </a:solidFill>
                <a:latin typeface="+mn-ea"/>
              </a:rPr>
              <a:t>教育</a:t>
            </a:r>
          </a:p>
        </p:txBody>
      </p:sp>
      <p:sp>
        <p:nvSpPr>
          <p:cNvPr id="135" name="文本框 134">
            <a:extLst>
              <a:ext uri="{FF2B5EF4-FFF2-40B4-BE49-F238E27FC236}">
                <a16:creationId xmlns:a16="http://schemas.microsoft.com/office/drawing/2014/main" id="{FC31B94F-3B2A-8B9C-8EB6-2F71CB78A0C8}"/>
              </a:ext>
            </a:extLst>
          </p:cNvPr>
          <p:cNvSpPr txBox="1"/>
          <p:nvPr/>
        </p:nvSpPr>
        <p:spPr>
          <a:xfrm>
            <a:off x="5447780" y="1821542"/>
            <a:ext cx="230833" cy="138499"/>
          </a:xfrm>
          <a:prstGeom prst="rect">
            <a:avLst/>
          </a:prstGeom>
          <a:noFill/>
        </p:spPr>
        <p:txBody>
          <a:bodyPr wrap="square" lIns="0" tIns="0" rIns="0" bIns="0" rtlCol="0">
            <a:spAutoFit/>
          </a:bodyPr>
          <a:lstStyle/>
          <a:p>
            <a:pPr algn="ctr"/>
            <a:r>
              <a:rPr lang="zh-CN" altLang="en-US" sz="900" dirty="0">
                <a:solidFill>
                  <a:schemeClr val="bg1"/>
                </a:solidFill>
                <a:latin typeface="+mn-ea"/>
              </a:rPr>
              <a:t>医疗</a:t>
            </a:r>
          </a:p>
        </p:txBody>
      </p:sp>
      <p:sp>
        <p:nvSpPr>
          <p:cNvPr id="136" name="文本框 135">
            <a:extLst>
              <a:ext uri="{FF2B5EF4-FFF2-40B4-BE49-F238E27FC236}">
                <a16:creationId xmlns:a16="http://schemas.microsoft.com/office/drawing/2014/main" id="{CE832F2F-A7CD-13BB-6971-95534FF60A7D}"/>
              </a:ext>
            </a:extLst>
          </p:cNvPr>
          <p:cNvSpPr txBox="1"/>
          <p:nvPr/>
        </p:nvSpPr>
        <p:spPr>
          <a:xfrm>
            <a:off x="5165319" y="1393452"/>
            <a:ext cx="230833" cy="138499"/>
          </a:xfrm>
          <a:prstGeom prst="rect">
            <a:avLst/>
          </a:prstGeom>
          <a:noFill/>
        </p:spPr>
        <p:txBody>
          <a:bodyPr wrap="none" lIns="0" tIns="0" rIns="0" bIns="0" rtlCol="0">
            <a:spAutoFit/>
          </a:bodyPr>
          <a:lstStyle/>
          <a:p>
            <a:pPr algn="ctr"/>
            <a:r>
              <a:rPr lang="zh-CN" altLang="en-US" sz="900" dirty="0">
                <a:solidFill>
                  <a:schemeClr val="bg1"/>
                </a:solidFill>
                <a:latin typeface="+mn-ea"/>
              </a:rPr>
              <a:t>城市</a:t>
            </a:r>
          </a:p>
        </p:txBody>
      </p:sp>
      <p:sp>
        <p:nvSpPr>
          <p:cNvPr id="137" name="文本框 136">
            <a:extLst>
              <a:ext uri="{FF2B5EF4-FFF2-40B4-BE49-F238E27FC236}">
                <a16:creationId xmlns:a16="http://schemas.microsoft.com/office/drawing/2014/main" id="{CBE20B4F-24D2-CDBC-7657-35003CC777B0}"/>
              </a:ext>
            </a:extLst>
          </p:cNvPr>
          <p:cNvSpPr txBox="1"/>
          <p:nvPr/>
        </p:nvSpPr>
        <p:spPr>
          <a:xfrm>
            <a:off x="6782346" y="1393452"/>
            <a:ext cx="230833" cy="138499"/>
          </a:xfrm>
          <a:prstGeom prst="rect">
            <a:avLst/>
          </a:prstGeom>
          <a:noFill/>
        </p:spPr>
        <p:txBody>
          <a:bodyPr wrap="none" lIns="0" tIns="0" rIns="0" bIns="0" rtlCol="0">
            <a:spAutoFit/>
          </a:bodyPr>
          <a:lstStyle/>
          <a:p>
            <a:pPr algn="ctr"/>
            <a:r>
              <a:rPr lang="zh-CN" altLang="en-US" sz="900" dirty="0">
                <a:solidFill>
                  <a:schemeClr val="bg1"/>
                </a:solidFill>
                <a:latin typeface="+mn-ea"/>
              </a:rPr>
              <a:t>零售</a:t>
            </a:r>
          </a:p>
        </p:txBody>
      </p:sp>
      <p:sp>
        <p:nvSpPr>
          <p:cNvPr id="138" name="文本框 137">
            <a:extLst>
              <a:ext uri="{FF2B5EF4-FFF2-40B4-BE49-F238E27FC236}">
                <a16:creationId xmlns:a16="http://schemas.microsoft.com/office/drawing/2014/main" id="{EBEB413F-D1DA-C593-4009-AAD75F52E5F0}"/>
              </a:ext>
            </a:extLst>
          </p:cNvPr>
          <p:cNvSpPr txBox="1"/>
          <p:nvPr/>
        </p:nvSpPr>
        <p:spPr>
          <a:xfrm>
            <a:off x="5699671" y="1393452"/>
            <a:ext cx="230833" cy="138499"/>
          </a:xfrm>
          <a:prstGeom prst="rect">
            <a:avLst/>
          </a:prstGeom>
          <a:noFill/>
        </p:spPr>
        <p:txBody>
          <a:bodyPr wrap="none" lIns="0" tIns="0" rIns="0" bIns="0" rtlCol="0">
            <a:spAutoFit/>
          </a:bodyPr>
          <a:lstStyle/>
          <a:p>
            <a:pPr algn="ctr"/>
            <a:r>
              <a:rPr lang="zh-CN" altLang="en-US" sz="900" dirty="0">
                <a:solidFill>
                  <a:schemeClr val="bg1"/>
                </a:solidFill>
                <a:latin typeface="+mn-ea"/>
              </a:rPr>
              <a:t>金融</a:t>
            </a:r>
          </a:p>
        </p:txBody>
      </p:sp>
      <p:sp>
        <p:nvSpPr>
          <p:cNvPr id="139" name="文本框 138">
            <a:extLst>
              <a:ext uri="{FF2B5EF4-FFF2-40B4-BE49-F238E27FC236}">
                <a16:creationId xmlns:a16="http://schemas.microsoft.com/office/drawing/2014/main" id="{A8CCD422-EA0D-0719-DD4F-9D2D15609D60}"/>
              </a:ext>
            </a:extLst>
          </p:cNvPr>
          <p:cNvSpPr txBox="1"/>
          <p:nvPr/>
        </p:nvSpPr>
        <p:spPr>
          <a:xfrm>
            <a:off x="6176315" y="1393452"/>
            <a:ext cx="346250" cy="138499"/>
          </a:xfrm>
          <a:prstGeom prst="rect">
            <a:avLst/>
          </a:prstGeom>
          <a:noFill/>
        </p:spPr>
        <p:txBody>
          <a:bodyPr wrap="none" lIns="0" tIns="0" rIns="0" bIns="0" rtlCol="0">
            <a:spAutoFit/>
          </a:bodyPr>
          <a:lstStyle/>
          <a:p>
            <a:pPr algn="ctr"/>
            <a:r>
              <a:rPr lang="zh-CN" altLang="en-US" sz="900" dirty="0">
                <a:solidFill>
                  <a:schemeClr val="bg1"/>
                </a:solidFill>
                <a:latin typeface="+mn-ea"/>
              </a:rPr>
              <a:t>互联网</a:t>
            </a:r>
          </a:p>
        </p:txBody>
      </p:sp>
      <p:grpSp>
        <p:nvGrpSpPr>
          <p:cNvPr id="7" name="组合 6">
            <a:extLst>
              <a:ext uri="{FF2B5EF4-FFF2-40B4-BE49-F238E27FC236}">
                <a16:creationId xmlns:a16="http://schemas.microsoft.com/office/drawing/2014/main" id="{6B78C731-2B27-B33F-42F0-1A15105AF33D}"/>
              </a:ext>
            </a:extLst>
          </p:cNvPr>
          <p:cNvGrpSpPr/>
          <p:nvPr/>
        </p:nvGrpSpPr>
        <p:grpSpPr>
          <a:xfrm>
            <a:off x="1580479" y="3785745"/>
            <a:ext cx="1598032" cy="653799"/>
            <a:chOff x="3062288" y="4125249"/>
            <a:chExt cx="1104900" cy="622505"/>
          </a:xfrm>
        </p:grpSpPr>
        <p:sp>
          <p:nvSpPr>
            <p:cNvPr id="142" name="矩形: 圆角 141">
              <a:extLst>
                <a:ext uri="{FF2B5EF4-FFF2-40B4-BE49-F238E27FC236}">
                  <a16:creationId xmlns:a16="http://schemas.microsoft.com/office/drawing/2014/main" id="{6E36C30E-3FA5-9995-4235-E5DCAD95BC4C}"/>
                </a:ext>
              </a:extLst>
            </p:cNvPr>
            <p:cNvSpPr/>
            <p:nvPr/>
          </p:nvSpPr>
          <p:spPr>
            <a:xfrm>
              <a:off x="3062288" y="4125249"/>
              <a:ext cx="1104900" cy="622505"/>
            </a:xfrm>
            <a:prstGeom prst="roundRect">
              <a:avLst>
                <a:gd name="adj" fmla="val 7946"/>
              </a:avLst>
            </a:prstGeom>
            <a:gradFill flip="none" rotWithShape="1">
              <a:gsLst>
                <a:gs pos="41000">
                  <a:schemeClr val="tx2"/>
                </a:gs>
                <a:gs pos="0">
                  <a:schemeClr val="accent1">
                    <a:lumMod val="20000"/>
                    <a:lumOff val="80000"/>
                  </a:schemeClr>
                </a:gs>
              </a:gsLst>
              <a:lin ang="5400000" scaled="0"/>
              <a:tileRect/>
            </a:gra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43" name="文本框 142">
              <a:extLst>
                <a:ext uri="{FF2B5EF4-FFF2-40B4-BE49-F238E27FC236}">
                  <a16:creationId xmlns:a16="http://schemas.microsoft.com/office/drawing/2014/main" id="{74E0BFF7-AED2-24E3-9F24-1D9CB91A22F5}"/>
                </a:ext>
              </a:extLst>
            </p:cNvPr>
            <p:cNvSpPr txBox="1"/>
            <p:nvPr/>
          </p:nvSpPr>
          <p:spPr>
            <a:xfrm>
              <a:off x="3472871" y="4197728"/>
              <a:ext cx="283734" cy="123111"/>
            </a:xfrm>
            <a:prstGeom prst="rect">
              <a:avLst/>
            </a:prstGeom>
            <a:noFill/>
          </p:spPr>
          <p:txBody>
            <a:bodyPr wrap="none" lIns="0" tIns="0" rIns="0" bIns="0" rtlCol="0">
              <a:spAutoFit/>
            </a:bodyPr>
            <a:lstStyle/>
            <a:p>
              <a:pPr algn="ctr"/>
              <a:r>
                <a:rPr lang="zh-CN" altLang="en-US" sz="800" b="1" dirty="0">
                  <a:solidFill>
                    <a:schemeClr val="accent1"/>
                  </a:solidFill>
                  <a:latin typeface="+mj-ea"/>
                  <a:ea typeface="+mj-ea"/>
                </a:rPr>
                <a:t>数智采购</a:t>
              </a:r>
            </a:p>
          </p:txBody>
        </p:sp>
        <p:sp>
          <p:nvSpPr>
            <p:cNvPr id="144" name="文本框 143">
              <a:extLst>
                <a:ext uri="{FF2B5EF4-FFF2-40B4-BE49-F238E27FC236}">
                  <a16:creationId xmlns:a16="http://schemas.microsoft.com/office/drawing/2014/main" id="{BC80DD88-8326-1000-A70C-22EC5EC9AD58}"/>
                </a:ext>
              </a:extLst>
            </p:cNvPr>
            <p:cNvSpPr txBox="1"/>
            <p:nvPr/>
          </p:nvSpPr>
          <p:spPr>
            <a:xfrm>
              <a:off x="3459571" y="4588200"/>
              <a:ext cx="310334" cy="107722"/>
            </a:xfrm>
            <a:prstGeom prst="rect">
              <a:avLst/>
            </a:prstGeom>
            <a:noFill/>
          </p:spPr>
          <p:txBody>
            <a:bodyPr wrap="none" lIns="0" tIns="0" rIns="0" bIns="0" rtlCol="0">
              <a:spAutoFit/>
            </a:bodyPr>
            <a:lstStyle/>
            <a:p>
              <a:pPr algn="ctr"/>
              <a:r>
                <a:rPr lang="zh-CN" altLang="en-US" sz="700" dirty="0">
                  <a:solidFill>
                    <a:schemeClr val="bg1"/>
                  </a:solidFill>
                  <a:latin typeface="+mn-ea"/>
                </a:rPr>
                <a:t>可视化协同</a:t>
              </a:r>
            </a:p>
          </p:txBody>
        </p:sp>
        <p:sp>
          <p:nvSpPr>
            <p:cNvPr id="145" name="文本框 144">
              <a:extLst>
                <a:ext uri="{FF2B5EF4-FFF2-40B4-BE49-F238E27FC236}">
                  <a16:creationId xmlns:a16="http://schemas.microsoft.com/office/drawing/2014/main" id="{3B452715-F7D2-7C4E-73E6-1A0458B18292}"/>
                </a:ext>
              </a:extLst>
            </p:cNvPr>
            <p:cNvSpPr txBox="1"/>
            <p:nvPr/>
          </p:nvSpPr>
          <p:spPr>
            <a:xfrm>
              <a:off x="3219275" y="4353680"/>
              <a:ext cx="307777" cy="107722"/>
            </a:xfrm>
            <a:prstGeom prst="rect">
              <a:avLst/>
            </a:prstGeom>
            <a:noFill/>
          </p:spPr>
          <p:txBody>
            <a:bodyPr wrap="square" lIns="0" tIns="0" rIns="0" bIns="0" rtlCol="0">
              <a:spAutoFit/>
            </a:bodyPr>
            <a:lstStyle/>
            <a:p>
              <a:pPr algn="ctr"/>
              <a:r>
                <a:rPr lang="zh-CN" altLang="en-US" sz="700" dirty="0">
                  <a:solidFill>
                    <a:schemeClr val="bg1"/>
                  </a:solidFill>
                  <a:latin typeface="+mn-ea"/>
                </a:rPr>
                <a:t>智能采办</a:t>
              </a:r>
            </a:p>
          </p:txBody>
        </p:sp>
        <p:sp>
          <p:nvSpPr>
            <p:cNvPr id="147" name="文本框 146">
              <a:extLst>
                <a:ext uri="{FF2B5EF4-FFF2-40B4-BE49-F238E27FC236}">
                  <a16:creationId xmlns:a16="http://schemas.microsoft.com/office/drawing/2014/main" id="{E00B1E71-509B-CABB-EE08-E286DF7A39A4}"/>
                </a:ext>
              </a:extLst>
            </p:cNvPr>
            <p:cNvSpPr txBox="1"/>
            <p:nvPr/>
          </p:nvSpPr>
          <p:spPr>
            <a:xfrm>
              <a:off x="3666481" y="4475917"/>
              <a:ext cx="397050" cy="107722"/>
            </a:xfrm>
            <a:prstGeom prst="rect">
              <a:avLst/>
            </a:prstGeom>
            <a:noFill/>
          </p:spPr>
          <p:txBody>
            <a:bodyPr wrap="square" lIns="0" tIns="0" rIns="0" bIns="0" rtlCol="0">
              <a:spAutoFit/>
            </a:bodyPr>
            <a:lstStyle/>
            <a:p>
              <a:pPr algn="ctr"/>
              <a:r>
                <a:rPr lang="zh-CN" altLang="en-US" sz="700" dirty="0">
                  <a:solidFill>
                    <a:schemeClr val="bg1"/>
                  </a:solidFill>
                  <a:latin typeface="+mn-ea"/>
                </a:rPr>
                <a:t>电子招投标</a:t>
              </a:r>
            </a:p>
          </p:txBody>
        </p:sp>
        <p:sp>
          <p:nvSpPr>
            <p:cNvPr id="149" name="文本框 148">
              <a:extLst>
                <a:ext uri="{FF2B5EF4-FFF2-40B4-BE49-F238E27FC236}">
                  <a16:creationId xmlns:a16="http://schemas.microsoft.com/office/drawing/2014/main" id="{13E494F1-1CB4-9932-E498-9F58202FACB8}"/>
                </a:ext>
              </a:extLst>
            </p:cNvPr>
            <p:cNvSpPr txBox="1"/>
            <p:nvPr/>
          </p:nvSpPr>
          <p:spPr>
            <a:xfrm>
              <a:off x="3666481" y="4353680"/>
              <a:ext cx="397050" cy="107722"/>
            </a:xfrm>
            <a:prstGeom prst="rect">
              <a:avLst/>
            </a:prstGeom>
            <a:noFill/>
          </p:spPr>
          <p:txBody>
            <a:bodyPr wrap="square" lIns="0" tIns="0" rIns="0" bIns="0" rtlCol="0">
              <a:spAutoFit/>
            </a:bodyPr>
            <a:lstStyle/>
            <a:p>
              <a:pPr algn="ctr"/>
              <a:r>
                <a:rPr lang="zh-CN" altLang="en-US" sz="700" dirty="0">
                  <a:solidFill>
                    <a:schemeClr val="bg1"/>
                  </a:solidFill>
                  <a:latin typeface="+mn-ea"/>
                </a:rPr>
                <a:t>供应商管理</a:t>
              </a:r>
            </a:p>
          </p:txBody>
        </p:sp>
        <p:sp>
          <p:nvSpPr>
            <p:cNvPr id="150" name="文本框 149">
              <a:extLst>
                <a:ext uri="{FF2B5EF4-FFF2-40B4-BE49-F238E27FC236}">
                  <a16:creationId xmlns:a16="http://schemas.microsoft.com/office/drawing/2014/main" id="{ABA452CC-BB0C-92A5-B5A8-0DD9B0D222AA}"/>
                </a:ext>
              </a:extLst>
            </p:cNvPr>
            <p:cNvSpPr txBox="1"/>
            <p:nvPr/>
          </p:nvSpPr>
          <p:spPr>
            <a:xfrm>
              <a:off x="3219276" y="4475917"/>
              <a:ext cx="307777" cy="107722"/>
            </a:xfrm>
            <a:prstGeom prst="rect">
              <a:avLst/>
            </a:prstGeom>
            <a:noFill/>
          </p:spPr>
          <p:txBody>
            <a:bodyPr wrap="square" lIns="0" tIns="0" rIns="0" bIns="0" rtlCol="0">
              <a:spAutoFit/>
            </a:bodyPr>
            <a:lstStyle/>
            <a:p>
              <a:pPr algn="ctr"/>
              <a:r>
                <a:rPr lang="zh-CN" altLang="en-US" sz="700" dirty="0">
                  <a:solidFill>
                    <a:schemeClr val="bg1"/>
                  </a:solidFill>
                  <a:latin typeface="+mn-ea"/>
                </a:rPr>
                <a:t>集采商城</a:t>
              </a:r>
            </a:p>
          </p:txBody>
        </p:sp>
        <p:cxnSp>
          <p:nvCxnSpPr>
            <p:cNvPr id="5" name="直接连接符 4">
              <a:extLst>
                <a:ext uri="{FF2B5EF4-FFF2-40B4-BE49-F238E27FC236}">
                  <a16:creationId xmlns:a16="http://schemas.microsoft.com/office/drawing/2014/main" id="{B10996E3-5042-795A-6A80-1274C92916F4}"/>
                </a:ext>
              </a:extLst>
            </p:cNvPr>
            <p:cNvCxnSpPr>
              <a:cxnSpLocks/>
            </p:cNvCxnSpPr>
            <p:nvPr/>
          </p:nvCxnSpPr>
          <p:spPr>
            <a:xfrm>
              <a:off x="3594899" y="4363191"/>
              <a:ext cx="0" cy="73311"/>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068E5483-B10C-62ED-5F27-1D632FE45A3C}"/>
                </a:ext>
              </a:extLst>
            </p:cNvPr>
            <p:cNvCxnSpPr>
              <a:cxnSpLocks/>
            </p:cNvCxnSpPr>
            <p:nvPr/>
          </p:nvCxnSpPr>
          <p:spPr>
            <a:xfrm>
              <a:off x="3594899" y="4485428"/>
              <a:ext cx="0" cy="73311"/>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823C9D2D-291A-70E1-5D4E-4243CC6B6DC9}"/>
              </a:ext>
            </a:extLst>
          </p:cNvPr>
          <p:cNvGrpSpPr/>
          <p:nvPr/>
        </p:nvGrpSpPr>
        <p:grpSpPr>
          <a:xfrm>
            <a:off x="9013491" y="3785745"/>
            <a:ext cx="1598032" cy="653799"/>
            <a:chOff x="3062288" y="4125249"/>
            <a:chExt cx="1104900" cy="622505"/>
          </a:xfrm>
        </p:grpSpPr>
        <p:sp>
          <p:nvSpPr>
            <p:cNvPr id="9" name="矩形: 圆角 8">
              <a:extLst>
                <a:ext uri="{FF2B5EF4-FFF2-40B4-BE49-F238E27FC236}">
                  <a16:creationId xmlns:a16="http://schemas.microsoft.com/office/drawing/2014/main" id="{5824548F-C3BC-58F9-80C3-8158C4DC3A62}"/>
                </a:ext>
              </a:extLst>
            </p:cNvPr>
            <p:cNvSpPr/>
            <p:nvPr/>
          </p:nvSpPr>
          <p:spPr>
            <a:xfrm>
              <a:off x="3062288" y="4125249"/>
              <a:ext cx="1104900" cy="622505"/>
            </a:xfrm>
            <a:prstGeom prst="roundRect">
              <a:avLst>
                <a:gd name="adj" fmla="val 7946"/>
              </a:avLst>
            </a:prstGeom>
            <a:gradFill flip="none" rotWithShape="1">
              <a:gsLst>
                <a:gs pos="41000">
                  <a:schemeClr val="tx2"/>
                </a:gs>
                <a:gs pos="0">
                  <a:schemeClr val="accent1">
                    <a:lumMod val="20000"/>
                    <a:lumOff val="80000"/>
                  </a:schemeClr>
                </a:gs>
              </a:gsLst>
              <a:lin ang="5400000" scaled="0"/>
              <a:tileRect/>
            </a:gra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0" name="文本框 9">
              <a:extLst>
                <a:ext uri="{FF2B5EF4-FFF2-40B4-BE49-F238E27FC236}">
                  <a16:creationId xmlns:a16="http://schemas.microsoft.com/office/drawing/2014/main" id="{3273F3EF-9A90-A6C5-7009-1BBB9A1782A6}"/>
                </a:ext>
              </a:extLst>
            </p:cNvPr>
            <p:cNvSpPr txBox="1"/>
            <p:nvPr/>
          </p:nvSpPr>
          <p:spPr>
            <a:xfrm>
              <a:off x="3472870" y="4197728"/>
              <a:ext cx="283734" cy="123111"/>
            </a:xfrm>
            <a:prstGeom prst="rect">
              <a:avLst/>
            </a:prstGeom>
            <a:noFill/>
          </p:spPr>
          <p:txBody>
            <a:bodyPr wrap="none" lIns="0" tIns="0" rIns="0" bIns="0" rtlCol="0">
              <a:spAutoFit/>
            </a:bodyPr>
            <a:lstStyle/>
            <a:p>
              <a:pPr algn="ctr"/>
              <a:r>
                <a:rPr lang="zh-CN" altLang="en-US" sz="800" b="1" dirty="0">
                  <a:solidFill>
                    <a:schemeClr val="accent1"/>
                  </a:solidFill>
                  <a:latin typeface="+mj-ea"/>
                  <a:ea typeface="+mj-ea"/>
                </a:rPr>
                <a:t>价值服务</a:t>
              </a:r>
            </a:p>
          </p:txBody>
        </p:sp>
        <p:sp>
          <p:nvSpPr>
            <p:cNvPr id="12" name="文本框 11">
              <a:extLst>
                <a:ext uri="{FF2B5EF4-FFF2-40B4-BE49-F238E27FC236}">
                  <a16:creationId xmlns:a16="http://schemas.microsoft.com/office/drawing/2014/main" id="{581B7A8E-43DB-98F9-898A-16824D374B19}"/>
                </a:ext>
              </a:extLst>
            </p:cNvPr>
            <p:cNvSpPr txBox="1"/>
            <p:nvPr/>
          </p:nvSpPr>
          <p:spPr>
            <a:xfrm>
              <a:off x="3459571" y="4588200"/>
              <a:ext cx="310334" cy="107722"/>
            </a:xfrm>
            <a:prstGeom prst="rect">
              <a:avLst/>
            </a:prstGeom>
            <a:noFill/>
          </p:spPr>
          <p:txBody>
            <a:bodyPr wrap="none" lIns="0" tIns="0" rIns="0" bIns="0" rtlCol="0">
              <a:spAutoFit/>
            </a:bodyPr>
            <a:lstStyle/>
            <a:p>
              <a:pPr algn="ctr"/>
              <a:r>
                <a:rPr lang="zh-CN" altLang="en-US" sz="700" dirty="0">
                  <a:solidFill>
                    <a:schemeClr val="bg1"/>
                  </a:solidFill>
                  <a:latin typeface="+mn-ea"/>
                </a:rPr>
                <a:t>数字化旅程</a:t>
              </a:r>
            </a:p>
          </p:txBody>
        </p:sp>
        <p:sp>
          <p:nvSpPr>
            <p:cNvPr id="15" name="文本框 14">
              <a:extLst>
                <a:ext uri="{FF2B5EF4-FFF2-40B4-BE49-F238E27FC236}">
                  <a16:creationId xmlns:a16="http://schemas.microsoft.com/office/drawing/2014/main" id="{33DADB92-F2C2-1E6B-D776-1EED0B228A61}"/>
                </a:ext>
              </a:extLst>
            </p:cNvPr>
            <p:cNvSpPr txBox="1"/>
            <p:nvPr/>
          </p:nvSpPr>
          <p:spPr>
            <a:xfrm>
              <a:off x="3219275" y="4353680"/>
              <a:ext cx="307777" cy="107722"/>
            </a:xfrm>
            <a:prstGeom prst="rect">
              <a:avLst/>
            </a:prstGeom>
            <a:noFill/>
          </p:spPr>
          <p:txBody>
            <a:bodyPr wrap="square" lIns="0" tIns="0" rIns="0" bIns="0" rtlCol="0">
              <a:spAutoFit/>
            </a:bodyPr>
            <a:lstStyle/>
            <a:p>
              <a:pPr algn="ctr"/>
              <a:r>
                <a:rPr lang="zh-CN" altLang="en-US" sz="700" dirty="0">
                  <a:solidFill>
                    <a:schemeClr val="bg1"/>
                  </a:solidFill>
                  <a:latin typeface="+mn-ea"/>
                </a:rPr>
                <a:t>客户服务</a:t>
              </a:r>
            </a:p>
          </p:txBody>
        </p:sp>
        <p:sp>
          <p:nvSpPr>
            <p:cNvPr id="17" name="文本框 16">
              <a:extLst>
                <a:ext uri="{FF2B5EF4-FFF2-40B4-BE49-F238E27FC236}">
                  <a16:creationId xmlns:a16="http://schemas.microsoft.com/office/drawing/2014/main" id="{C88D88A5-389B-C2D5-3997-2DEF0826CE24}"/>
                </a:ext>
              </a:extLst>
            </p:cNvPr>
            <p:cNvSpPr txBox="1"/>
            <p:nvPr/>
          </p:nvSpPr>
          <p:spPr>
            <a:xfrm>
              <a:off x="3666481" y="4475917"/>
              <a:ext cx="397050" cy="107722"/>
            </a:xfrm>
            <a:prstGeom prst="rect">
              <a:avLst/>
            </a:prstGeom>
            <a:noFill/>
          </p:spPr>
          <p:txBody>
            <a:bodyPr wrap="square" lIns="0" tIns="0" rIns="0" bIns="0" rtlCol="0">
              <a:spAutoFit/>
            </a:bodyPr>
            <a:lstStyle/>
            <a:p>
              <a:pPr algn="ctr"/>
              <a:r>
                <a:rPr lang="zh-CN" altLang="en-US" sz="700" dirty="0">
                  <a:solidFill>
                    <a:schemeClr val="bg1"/>
                  </a:solidFill>
                  <a:latin typeface="+mn-ea"/>
                </a:rPr>
                <a:t>产业服务</a:t>
              </a:r>
            </a:p>
          </p:txBody>
        </p:sp>
        <p:sp>
          <p:nvSpPr>
            <p:cNvPr id="18" name="文本框 17">
              <a:extLst>
                <a:ext uri="{FF2B5EF4-FFF2-40B4-BE49-F238E27FC236}">
                  <a16:creationId xmlns:a16="http://schemas.microsoft.com/office/drawing/2014/main" id="{7F2B24D5-AADD-050D-530A-53A9665548E9}"/>
                </a:ext>
              </a:extLst>
            </p:cNvPr>
            <p:cNvSpPr txBox="1"/>
            <p:nvPr/>
          </p:nvSpPr>
          <p:spPr>
            <a:xfrm>
              <a:off x="3666481" y="4353680"/>
              <a:ext cx="397050" cy="107722"/>
            </a:xfrm>
            <a:prstGeom prst="rect">
              <a:avLst/>
            </a:prstGeom>
            <a:noFill/>
          </p:spPr>
          <p:txBody>
            <a:bodyPr wrap="square" lIns="0" tIns="0" rIns="0" bIns="0" rtlCol="0">
              <a:spAutoFit/>
            </a:bodyPr>
            <a:lstStyle/>
            <a:p>
              <a:pPr algn="ctr"/>
              <a:r>
                <a:rPr lang="zh-CN" altLang="en-US" sz="700" dirty="0">
                  <a:solidFill>
                    <a:schemeClr val="bg1"/>
                  </a:solidFill>
                  <a:latin typeface="+mn-ea"/>
                </a:rPr>
                <a:t>后市场服务</a:t>
              </a:r>
            </a:p>
          </p:txBody>
        </p:sp>
        <p:sp>
          <p:nvSpPr>
            <p:cNvPr id="19" name="文本框 18">
              <a:extLst>
                <a:ext uri="{FF2B5EF4-FFF2-40B4-BE49-F238E27FC236}">
                  <a16:creationId xmlns:a16="http://schemas.microsoft.com/office/drawing/2014/main" id="{33D340EE-9215-58DC-40B8-AFED5F382BE0}"/>
                </a:ext>
              </a:extLst>
            </p:cNvPr>
            <p:cNvSpPr txBox="1"/>
            <p:nvPr/>
          </p:nvSpPr>
          <p:spPr>
            <a:xfrm>
              <a:off x="3219276" y="4475917"/>
              <a:ext cx="307777" cy="107722"/>
            </a:xfrm>
            <a:prstGeom prst="rect">
              <a:avLst/>
            </a:prstGeom>
            <a:noFill/>
          </p:spPr>
          <p:txBody>
            <a:bodyPr wrap="square" lIns="0" tIns="0" rIns="0" bIns="0" rtlCol="0">
              <a:spAutoFit/>
            </a:bodyPr>
            <a:lstStyle/>
            <a:p>
              <a:pPr algn="ctr"/>
              <a:r>
                <a:rPr lang="zh-CN" altLang="en-US" sz="700" dirty="0">
                  <a:solidFill>
                    <a:schemeClr val="bg1"/>
                  </a:solidFill>
                  <a:latin typeface="+mn-ea"/>
                </a:rPr>
                <a:t>消费互联</a:t>
              </a:r>
            </a:p>
          </p:txBody>
        </p:sp>
        <p:cxnSp>
          <p:nvCxnSpPr>
            <p:cNvPr id="20" name="直接连接符 19">
              <a:extLst>
                <a:ext uri="{FF2B5EF4-FFF2-40B4-BE49-F238E27FC236}">
                  <a16:creationId xmlns:a16="http://schemas.microsoft.com/office/drawing/2014/main" id="{4A612CB8-6756-2498-A10A-57CB82171ADD}"/>
                </a:ext>
              </a:extLst>
            </p:cNvPr>
            <p:cNvCxnSpPr>
              <a:cxnSpLocks/>
            </p:cNvCxnSpPr>
            <p:nvPr/>
          </p:nvCxnSpPr>
          <p:spPr>
            <a:xfrm>
              <a:off x="3594899" y="4363191"/>
              <a:ext cx="0" cy="73311"/>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0FDB9818-F89F-2EFE-1BB8-C1F0F13999C4}"/>
                </a:ext>
              </a:extLst>
            </p:cNvPr>
            <p:cNvCxnSpPr>
              <a:cxnSpLocks/>
            </p:cNvCxnSpPr>
            <p:nvPr/>
          </p:nvCxnSpPr>
          <p:spPr>
            <a:xfrm>
              <a:off x="3594899" y="4485428"/>
              <a:ext cx="0" cy="73311"/>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2" name="组合 21">
            <a:extLst>
              <a:ext uri="{FF2B5EF4-FFF2-40B4-BE49-F238E27FC236}">
                <a16:creationId xmlns:a16="http://schemas.microsoft.com/office/drawing/2014/main" id="{551303F3-89F5-4806-9DCB-BBC3E23D7E4F}"/>
              </a:ext>
            </a:extLst>
          </p:cNvPr>
          <p:cNvGrpSpPr/>
          <p:nvPr/>
        </p:nvGrpSpPr>
        <p:grpSpPr>
          <a:xfrm>
            <a:off x="7155238" y="4166522"/>
            <a:ext cx="1598032" cy="653799"/>
            <a:chOff x="3121133" y="4125249"/>
            <a:chExt cx="1104900" cy="622505"/>
          </a:xfrm>
        </p:grpSpPr>
        <p:sp>
          <p:nvSpPr>
            <p:cNvPr id="23" name="矩形: 圆角 22">
              <a:extLst>
                <a:ext uri="{FF2B5EF4-FFF2-40B4-BE49-F238E27FC236}">
                  <a16:creationId xmlns:a16="http://schemas.microsoft.com/office/drawing/2014/main" id="{0776305A-1C68-26E6-7C7B-6F4FE7F6764C}"/>
                </a:ext>
              </a:extLst>
            </p:cNvPr>
            <p:cNvSpPr/>
            <p:nvPr/>
          </p:nvSpPr>
          <p:spPr>
            <a:xfrm>
              <a:off x="3121133" y="4125249"/>
              <a:ext cx="1104900" cy="622505"/>
            </a:xfrm>
            <a:prstGeom prst="roundRect">
              <a:avLst>
                <a:gd name="adj" fmla="val 7946"/>
              </a:avLst>
            </a:prstGeom>
            <a:gradFill flip="none" rotWithShape="1">
              <a:gsLst>
                <a:gs pos="41000">
                  <a:schemeClr val="tx2"/>
                </a:gs>
                <a:gs pos="0">
                  <a:schemeClr val="accent1">
                    <a:lumMod val="20000"/>
                    <a:lumOff val="80000"/>
                  </a:schemeClr>
                </a:gs>
              </a:gsLst>
              <a:lin ang="5400000" scaled="0"/>
              <a:tileRect/>
            </a:gra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7" name="文本框 26">
              <a:extLst>
                <a:ext uri="{FF2B5EF4-FFF2-40B4-BE49-F238E27FC236}">
                  <a16:creationId xmlns:a16="http://schemas.microsoft.com/office/drawing/2014/main" id="{9EEF221C-EE3A-D99A-506E-61125D5132C6}"/>
                </a:ext>
              </a:extLst>
            </p:cNvPr>
            <p:cNvSpPr txBox="1"/>
            <p:nvPr/>
          </p:nvSpPr>
          <p:spPr>
            <a:xfrm>
              <a:off x="3531716" y="4197728"/>
              <a:ext cx="283734" cy="123111"/>
            </a:xfrm>
            <a:prstGeom prst="rect">
              <a:avLst/>
            </a:prstGeom>
            <a:noFill/>
          </p:spPr>
          <p:txBody>
            <a:bodyPr wrap="none" lIns="0" tIns="0" rIns="0" bIns="0" rtlCol="0">
              <a:spAutoFit/>
            </a:bodyPr>
            <a:lstStyle/>
            <a:p>
              <a:pPr algn="ctr"/>
              <a:r>
                <a:rPr lang="zh-CN" altLang="en-US" sz="800" b="1" dirty="0">
                  <a:solidFill>
                    <a:schemeClr val="accent1"/>
                  </a:solidFill>
                  <a:latin typeface="+mj-ea"/>
                  <a:ea typeface="+mj-ea"/>
                </a:rPr>
                <a:t>全域链接</a:t>
              </a:r>
            </a:p>
          </p:txBody>
        </p:sp>
        <p:sp>
          <p:nvSpPr>
            <p:cNvPr id="29" name="文本框 28">
              <a:extLst>
                <a:ext uri="{FF2B5EF4-FFF2-40B4-BE49-F238E27FC236}">
                  <a16:creationId xmlns:a16="http://schemas.microsoft.com/office/drawing/2014/main" id="{794C8994-1CFF-035B-B852-18727CE844D3}"/>
                </a:ext>
              </a:extLst>
            </p:cNvPr>
            <p:cNvSpPr txBox="1"/>
            <p:nvPr/>
          </p:nvSpPr>
          <p:spPr>
            <a:xfrm>
              <a:off x="3518416" y="4588200"/>
              <a:ext cx="310334" cy="107722"/>
            </a:xfrm>
            <a:prstGeom prst="rect">
              <a:avLst/>
            </a:prstGeom>
            <a:noFill/>
          </p:spPr>
          <p:txBody>
            <a:bodyPr wrap="none" lIns="0" tIns="0" rIns="0" bIns="0" rtlCol="0">
              <a:spAutoFit/>
            </a:bodyPr>
            <a:lstStyle/>
            <a:p>
              <a:pPr algn="ctr"/>
              <a:r>
                <a:rPr lang="zh-CN" altLang="en-US" sz="700" dirty="0">
                  <a:solidFill>
                    <a:schemeClr val="bg1"/>
                  </a:solidFill>
                  <a:latin typeface="+mn-ea"/>
                </a:rPr>
                <a:t>数字化旅程</a:t>
              </a:r>
            </a:p>
          </p:txBody>
        </p:sp>
        <p:sp>
          <p:nvSpPr>
            <p:cNvPr id="31" name="文本框 30">
              <a:extLst>
                <a:ext uri="{FF2B5EF4-FFF2-40B4-BE49-F238E27FC236}">
                  <a16:creationId xmlns:a16="http://schemas.microsoft.com/office/drawing/2014/main" id="{CAAC5794-3525-5F3E-D8FC-D96E2C1D36A6}"/>
                </a:ext>
              </a:extLst>
            </p:cNvPr>
            <p:cNvSpPr txBox="1"/>
            <p:nvPr/>
          </p:nvSpPr>
          <p:spPr>
            <a:xfrm>
              <a:off x="3219275" y="4353680"/>
              <a:ext cx="307777" cy="107722"/>
            </a:xfrm>
            <a:prstGeom prst="rect">
              <a:avLst/>
            </a:prstGeom>
            <a:noFill/>
          </p:spPr>
          <p:txBody>
            <a:bodyPr wrap="square" lIns="0" tIns="0" rIns="0" bIns="0" rtlCol="0">
              <a:spAutoFit/>
            </a:bodyPr>
            <a:lstStyle/>
            <a:p>
              <a:pPr algn="ctr"/>
              <a:r>
                <a:rPr lang="zh-CN" altLang="en-US" sz="700" dirty="0">
                  <a:solidFill>
                    <a:schemeClr val="bg1"/>
                  </a:solidFill>
                  <a:latin typeface="+mn-ea"/>
                </a:rPr>
                <a:t>全域会员</a:t>
              </a:r>
            </a:p>
          </p:txBody>
        </p:sp>
        <p:sp>
          <p:nvSpPr>
            <p:cNvPr id="33" name="文本框 32">
              <a:extLst>
                <a:ext uri="{FF2B5EF4-FFF2-40B4-BE49-F238E27FC236}">
                  <a16:creationId xmlns:a16="http://schemas.microsoft.com/office/drawing/2014/main" id="{EE45D5F8-A8BD-2903-A627-DDEB3A90A10B}"/>
                </a:ext>
              </a:extLst>
            </p:cNvPr>
            <p:cNvSpPr txBox="1"/>
            <p:nvPr/>
          </p:nvSpPr>
          <p:spPr>
            <a:xfrm>
              <a:off x="3666481" y="4475918"/>
              <a:ext cx="468631" cy="107722"/>
            </a:xfrm>
            <a:prstGeom prst="rect">
              <a:avLst/>
            </a:prstGeom>
            <a:noFill/>
          </p:spPr>
          <p:txBody>
            <a:bodyPr wrap="square" lIns="0" tIns="0" rIns="0" bIns="0" rtlCol="0">
              <a:spAutoFit/>
            </a:bodyPr>
            <a:lstStyle/>
            <a:p>
              <a:pPr algn="ctr"/>
              <a:r>
                <a:rPr lang="zh-CN" altLang="en-US" sz="700" dirty="0">
                  <a:solidFill>
                    <a:schemeClr val="bg1"/>
                  </a:solidFill>
                  <a:latin typeface="+mn-ea"/>
                </a:rPr>
                <a:t>元宇宙新体验</a:t>
              </a:r>
            </a:p>
          </p:txBody>
        </p:sp>
        <p:sp>
          <p:nvSpPr>
            <p:cNvPr id="34" name="文本框 33">
              <a:extLst>
                <a:ext uri="{FF2B5EF4-FFF2-40B4-BE49-F238E27FC236}">
                  <a16:creationId xmlns:a16="http://schemas.microsoft.com/office/drawing/2014/main" id="{8A1970DF-53F6-7491-FAAB-D3422CF26CDE}"/>
                </a:ext>
              </a:extLst>
            </p:cNvPr>
            <p:cNvSpPr txBox="1"/>
            <p:nvPr/>
          </p:nvSpPr>
          <p:spPr>
            <a:xfrm>
              <a:off x="3666480" y="4353680"/>
              <a:ext cx="468631" cy="107722"/>
            </a:xfrm>
            <a:prstGeom prst="rect">
              <a:avLst/>
            </a:prstGeom>
            <a:noFill/>
          </p:spPr>
          <p:txBody>
            <a:bodyPr wrap="square" lIns="0" tIns="0" rIns="0" bIns="0" rtlCol="0">
              <a:spAutoFit/>
            </a:bodyPr>
            <a:lstStyle/>
            <a:p>
              <a:pPr algn="ctr"/>
              <a:r>
                <a:rPr lang="zh-CN" altLang="en-US" sz="700" dirty="0">
                  <a:solidFill>
                    <a:schemeClr val="bg1"/>
                  </a:solidFill>
                  <a:latin typeface="+mn-ea"/>
                </a:rPr>
                <a:t>全渠道数字化</a:t>
              </a:r>
            </a:p>
          </p:txBody>
        </p:sp>
        <p:sp>
          <p:nvSpPr>
            <p:cNvPr id="35" name="文本框 34">
              <a:extLst>
                <a:ext uri="{FF2B5EF4-FFF2-40B4-BE49-F238E27FC236}">
                  <a16:creationId xmlns:a16="http://schemas.microsoft.com/office/drawing/2014/main" id="{DB8476D0-9721-24FE-0AC6-CC2A02B0A29F}"/>
                </a:ext>
              </a:extLst>
            </p:cNvPr>
            <p:cNvSpPr txBox="1"/>
            <p:nvPr/>
          </p:nvSpPr>
          <p:spPr>
            <a:xfrm>
              <a:off x="3219276" y="4475917"/>
              <a:ext cx="307777" cy="107722"/>
            </a:xfrm>
            <a:prstGeom prst="rect">
              <a:avLst/>
            </a:prstGeom>
            <a:noFill/>
          </p:spPr>
          <p:txBody>
            <a:bodyPr wrap="square" lIns="0" tIns="0" rIns="0" bIns="0" rtlCol="0">
              <a:spAutoFit/>
            </a:bodyPr>
            <a:lstStyle/>
            <a:p>
              <a:pPr algn="ctr"/>
              <a:r>
                <a:rPr lang="zh-CN" altLang="en-US" sz="700" dirty="0">
                  <a:solidFill>
                    <a:schemeClr val="bg1"/>
                  </a:solidFill>
                  <a:latin typeface="+mn-ea"/>
                </a:rPr>
                <a:t>智能运营</a:t>
              </a:r>
            </a:p>
          </p:txBody>
        </p:sp>
        <p:cxnSp>
          <p:nvCxnSpPr>
            <p:cNvPr id="36" name="直接连接符 35">
              <a:extLst>
                <a:ext uri="{FF2B5EF4-FFF2-40B4-BE49-F238E27FC236}">
                  <a16:creationId xmlns:a16="http://schemas.microsoft.com/office/drawing/2014/main" id="{8FC909D9-8FE0-7965-CE7A-E82C5264E7DC}"/>
                </a:ext>
              </a:extLst>
            </p:cNvPr>
            <p:cNvCxnSpPr>
              <a:cxnSpLocks/>
            </p:cNvCxnSpPr>
            <p:nvPr/>
          </p:nvCxnSpPr>
          <p:spPr>
            <a:xfrm>
              <a:off x="3607516" y="4363191"/>
              <a:ext cx="0" cy="73311"/>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BC68282E-EA6F-2BBC-67E9-DE90E765691A}"/>
                </a:ext>
              </a:extLst>
            </p:cNvPr>
            <p:cNvCxnSpPr>
              <a:cxnSpLocks/>
            </p:cNvCxnSpPr>
            <p:nvPr/>
          </p:nvCxnSpPr>
          <p:spPr>
            <a:xfrm>
              <a:off x="3607516" y="4485428"/>
              <a:ext cx="0" cy="73311"/>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4" name="组合 53">
            <a:extLst>
              <a:ext uri="{FF2B5EF4-FFF2-40B4-BE49-F238E27FC236}">
                <a16:creationId xmlns:a16="http://schemas.microsoft.com/office/drawing/2014/main" id="{C7958979-8F4C-C1BC-75F7-851BACDE171A}"/>
              </a:ext>
            </a:extLst>
          </p:cNvPr>
          <p:cNvGrpSpPr/>
          <p:nvPr/>
        </p:nvGrpSpPr>
        <p:grpSpPr>
          <a:xfrm>
            <a:off x="5296985" y="4331391"/>
            <a:ext cx="1598032" cy="653799"/>
            <a:chOff x="6434667" y="4684049"/>
            <a:chExt cx="1104900" cy="622505"/>
          </a:xfrm>
        </p:grpSpPr>
        <p:sp>
          <p:nvSpPr>
            <p:cNvPr id="45" name="矩形: 圆角 44">
              <a:extLst>
                <a:ext uri="{FF2B5EF4-FFF2-40B4-BE49-F238E27FC236}">
                  <a16:creationId xmlns:a16="http://schemas.microsoft.com/office/drawing/2014/main" id="{739E7DC7-7819-EE2B-44C8-1EEEBF0C1BB3}"/>
                </a:ext>
              </a:extLst>
            </p:cNvPr>
            <p:cNvSpPr/>
            <p:nvPr/>
          </p:nvSpPr>
          <p:spPr>
            <a:xfrm>
              <a:off x="6434667" y="4684049"/>
              <a:ext cx="1104900" cy="622505"/>
            </a:xfrm>
            <a:prstGeom prst="roundRect">
              <a:avLst>
                <a:gd name="adj" fmla="val 7946"/>
              </a:avLst>
            </a:prstGeom>
            <a:gradFill flip="none" rotWithShape="1">
              <a:gsLst>
                <a:gs pos="41000">
                  <a:schemeClr val="tx2"/>
                </a:gs>
                <a:gs pos="0">
                  <a:schemeClr val="accent1">
                    <a:lumMod val="20000"/>
                    <a:lumOff val="80000"/>
                  </a:schemeClr>
                </a:gs>
              </a:gsLst>
              <a:lin ang="5400000" scaled="0"/>
              <a:tileRect/>
            </a:gra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46" name="文本框 45">
              <a:extLst>
                <a:ext uri="{FF2B5EF4-FFF2-40B4-BE49-F238E27FC236}">
                  <a16:creationId xmlns:a16="http://schemas.microsoft.com/office/drawing/2014/main" id="{ACC07AED-158A-BF83-813F-F22E32AF0A64}"/>
                </a:ext>
              </a:extLst>
            </p:cNvPr>
            <p:cNvSpPr txBox="1"/>
            <p:nvPr/>
          </p:nvSpPr>
          <p:spPr>
            <a:xfrm>
              <a:off x="6845249" y="4756528"/>
              <a:ext cx="283734" cy="123111"/>
            </a:xfrm>
            <a:prstGeom prst="rect">
              <a:avLst/>
            </a:prstGeom>
            <a:noFill/>
          </p:spPr>
          <p:txBody>
            <a:bodyPr wrap="none" lIns="0" tIns="0" rIns="0" bIns="0" rtlCol="0">
              <a:spAutoFit/>
            </a:bodyPr>
            <a:lstStyle/>
            <a:p>
              <a:pPr algn="ctr"/>
              <a:r>
                <a:rPr lang="zh-CN" altLang="en-US" sz="800" b="1" dirty="0">
                  <a:solidFill>
                    <a:schemeClr val="accent1"/>
                  </a:solidFill>
                  <a:latin typeface="+mj-ea"/>
                  <a:ea typeface="+mj-ea"/>
                </a:rPr>
                <a:t>智能制造</a:t>
              </a:r>
            </a:p>
          </p:txBody>
        </p:sp>
        <p:sp>
          <p:nvSpPr>
            <p:cNvPr id="47" name="文本框 46">
              <a:extLst>
                <a:ext uri="{FF2B5EF4-FFF2-40B4-BE49-F238E27FC236}">
                  <a16:creationId xmlns:a16="http://schemas.microsoft.com/office/drawing/2014/main" id="{25D00428-80A3-6A29-878D-E263CD4E4AD0}"/>
                </a:ext>
              </a:extLst>
            </p:cNvPr>
            <p:cNvSpPr txBox="1"/>
            <p:nvPr/>
          </p:nvSpPr>
          <p:spPr>
            <a:xfrm>
              <a:off x="6862983" y="5147000"/>
              <a:ext cx="248268" cy="107722"/>
            </a:xfrm>
            <a:prstGeom prst="rect">
              <a:avLst/>
            </a:prstGeom>
            <a:noFill/>
          </p:spPr>
          <p:txBody>
            <a:bodyPr wrap="none" lIns="0" tIns="0" rIns="0" bIns="0" rtlCol="0">
              <a:spAutoFit/>
            </a:bodyPr>
            <a:lstStyle/>
            <a:p>
              <a:pPr algn="ctr"/>
              <a:r>
                <a:rPr lang="zh-CN" altLang="en-US" sz="700" dirty="0">
                  <a:solidFill>
                    <a:schemeClr val="bg1"/>
                  </a:solidFill>
                  <a:latin typeface="+mn-ea"/>
                </a:rPr>
                <a:t>生产物流</a:t>
              </a:r>
            </a:p>
          </p:txBody>
        </p:sp>
        <p:grpSp>
          <p:nvGrpSpPr>
            <p:cNvPr id="2" name="组合 1">
              <a:extLst>
                <a:ext uri="{FF2B5EF4-FFF2-40B4-BE49-F238E27FC236}">
                  <a16:creationId xmlns:a16="http://schemas.microsoft.com/office/drawing/2014/main" id="{067A1D7C-3930-2F7E-4F31-FDDEF81FE3FC}"/>
                </a:ext>
              </a:extLst>
            </p:cNvPr>
            <p:cNvGrpSpPr/>
            <p:nvPr/>
          </p:nvGrpSpPr>
          <p:grpSpPr>
            <a:xfrm>
              <a:off x="6588287" y="4912480"/>
              <a:ext cx="797660" cy="229960"/>
              <a:chOff x="6606442" y="4912480"/>
              <a:chExt cx="797660" cy="229960"/>
            </a:xfrm>
          </p:grpSpPr>
          <p:sp>
            <p:nvSpPr>
              <p:cNvPr id="48" name="文本框 47">
                <a:extLst>
                  <a:ext uri="{FF2B5EF4-FFF2-40B4-BE49-F238E27FC236}">
                    <a16:creationId xmlns:a16="http://schemas.microsoft.com/office/drawing/2014/main" id="{C30C28BA-8C7B-DD12-BB07-004D5FB512DA}"/>
                  </a:ext>
                </a:extLst>
              </p:cNvPr>
              <p:cNvSpPr txBox="1"/>
              <p:nvPr/>
            </p:nvSpPr>
            <p:spPr>
              <a:xfrm>
                <a:off x="6606442" y="4912480"/>
                <a:ext cx="307777" cy="107722"/>
              </a:xfrm>
              <a:prstGeom prst="rect">
                <a:avLst/>
              </a:prstGeom>
              <a:noFill/>
            </p:spPr>
            <p:txBody>
              <a:bodyPr wrap="square" lIns="0" tIns="0" rIns="0" bIns="0" rtlCol="0">
                <a:spAutoFit/>
              </a:bodyPr>
              <a:lstStyle/>
              <a:p>
                <a:pPr algn="ctr"/>
                <a:r>
                  <a:rPr lang="zh-CN" altLang="en-US" sz="700" dirty="0">
                    <a:solidFill>
                      <a:schemeClr val="bg1"/>
                    </a:solidFill>
                    <a:latin typeface="+mn-ea"/>
                  </a:rPr>
                  <a:t>数智工厂</a:t>
                </a:r>
              </a:p>
            </p:txBody>
          </p:sp>
          <p:sp>
            <p:nvSpPr>
              <p:cNvPr id="49" name="文本框 48">
                <a:extLst>
                  <a:ext uri="{FF2B5EF4-FFF2-40B4-BE49-F238E27FC236}">
                    <a16:creationId xmlns:a16="http://schemas.microsoft.com/office/drawing/2014/main" id="{B0207587-D677-5CBD-4984-398EA812CEE9}"/>
                  </a:ext>
                </a:extLst>
              </p:cNvPr>
              <p:cNvSpPr txBox="1"/>
              <p:nvPr/>
            </p:nvSpPr>
            <p:spPr>
              <a:xfrm>
                <a:off x="7096325" y="5034718"/>
                <a:ext cx="307777" cy="107722"/>
              </a:xfrm>
              <a:prstGeom prst="rect">
                <a:avLst/>
              </a:prstGeom>
              <a:noFill/>
            </p:spPr>
            <p:txBody>
              <a:bodyPr wrap="square" lIns="0" tIns="0" rIns="0" bIns="0" rtlCol="0">
                <a:spAutoFit/>
              </a:bodyPr>
              <a:lstStyle/>
              <a:p>
                <a:pPr algn="ctr"/>
                <a:r>
                  <a:rPr lang="zh-CN" altLang="en-US" sz="700" dirty="0">
                    <a:solidFill>
                      <a:schemeClr val="bg1"/>
                    </a:solidFill>
                    <a:latin typeface="+mn-ea"/>
                  </a:rPr>
                  <a:t>数字孪生</a:t>
                </a:r>
              </a:p>
            </p:txBody>
          </p:sp>
          <p:sp>
            <p:nvSpPr>
              <p:cNvPr id="50" name="文本框 49">
                <a:extLst>
                  <a:ext uri="{FF2B5EF4-FFF2-40B4-BE49-F238E27FC236}">
                    <a16:creationId xmlns:a16="http://schemas.microsoft.com/office/drawing/2014/main" id="{72A53BDC-E5CE-C9E8-5897-211C7BAD5BAE}"/>
                  </a:ext>
                </a:extLst>
              </p:cNvPr>
              <p:cNvSpPr txBox="1"/>
              <p:nvPr/>
            </p:nvSpPr>
            <p:spPr>
              <a:xfrm>
                <a:off x="7096324" y="4912480"/>
                <a:ext cx="307777" cy="107722"/>
              </a:xfrm>
              <a:prstGeom prst="rect">
                <a:avLst/>
              </a:prstGeom>
              <a:noFill/>
            </p:spPr>
            <p:txBody>
              <a:bodyPr wrap="square" lIns="0" tIns="0" rIns="0" bIns="0" rtlCol="0">
                <a:spAutoFit/>
              </a:bodyPr>
              <a:lstStyle/>
              <a:p>
                <a:pPr algn="ctr"/>
                <a:r>
                  <a:rPr lang="zh-CN" altLang="en-US" sz="700" dirty="0">
                    <a:solidFill>
                      <a:schemeClr val="bg1"/>
                    </a:solidFill>
                    <a:latin typeface="+mn-ea"/>
                  </a:rPr>
                  <a:t>工业互联</a:t>
                </a:r>
              </a:p>
            </p:txBody>
          </p:sp>
          <p:sp>
            <p:nvSpPr>
              <p:cNvPr id="51" name="文本框 50">
                <a:extLst>
                  <a:ext uri="{FF2B5EF4-FFF2-40B4-BE49-F238E27FC236}">
                    <a16:creationId xmlns:a16="http://schemas.microsoft.com/office/drawing/2014/main" id="{CFE0D55B-5FEA-4C97-C606-3BC718F0AEE7}"/>
                  </a:ext>
                </a:extLst>
              </p:cNvPr>
              <p:cNvSpPr txBox="1"/>
              <p:nvPr/>
            </p:nvSpPr>
            <p:spPr>
              <a:xfrm>
                <a:off x="6606443" y="5034717"/>
                <a:ext cx="307777" cy="107722"/>
              </a:xfrm>
              <a:prstGeom prst="rect">
                <a:avLst/>
              </a:prstGeom>
              <a:noFill/>
            </p:spPr>
            <p:txBody>
              <a:bodyPr wrap="square" lIns="0" tIns="0" rIns="0" bIns="0" rtlCol="0">
                <a:spAutoFit/>
              </a:bodyPr>
              <a:lstStyle/>
              <a:p>
                <a:pPr algn="ctr"/>
                <a:r>
                  <a:rPr lang="zh-CN" altLang="en-US" sz="700" dirty="0">
                    <a:solidFill>
                      <a:schemeClr val="bg1"/>
                    </a:solidFill>
                    <a:latin typeface="+mn-ea"/>
                  </a:rPr>
                  <a:t>生产优化</a:t>
                </a:r>
              </a:p>
            </p:txBody>
          </p:sp>
        </p:grpSp>
        <p:cxnSp>
          <p:nvCxnSpPr>
            <p:cNvPr id="52" name="直接连接符 51">
              <a:extLst>
                <a:ext uri="{FF2B5EF4-FFF2-40B4-BE49-F238E27FC236}">
                  <a16:creationId xmlns:a16="http://schemas.microsoft.com/office/drawing/2014/main" id="{08FB130B-C00B-A034-E463-4B737903CB45}"/>
                </a:ext>
              </a:extLst>
            </p:cNvPr>
            <p:cNvCxnSpPr>
              <a:cxnSpLocks/>
            </p:cNvCxnSpPr>
            <p:nvPr/>
          </p:nvCxnSpPr>
          <p:spPr>
            <a:xfrm>
              <a:off x="6987117" y="4921991"/>
              <a:ext cx="0" cy="7331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8033D6C-5F6C-D0AD-67C2-5843804FF132}"/>
                </a:ext>
              </a:extLst>
            </p:cNvPr>
            <p:cNvCxnSpPr>
              <a:cxnSpLocks/>
            </p:cNvCxnSpPr>
            <p:nvPr/>
          </p:nvCxnSpPr>
          <p:spPr>
            <a:xfrm>
              <a:off x="6987117" y="5044228"/>
              <a:ext cx="0" cy="73311"/>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5" name="组合 54">
            <a:extLst>
              <a:ext uri="{FF2B5EF4-FFF2-40B4-BE49-F238E27FC236}">
                <a16:creationId xmlns:a16="http://schemas.microsoft.com/office/drawing/2014/main" id="{4C6F5DF0-C525-8B22-5929-53FD72D17EC9}"/>
              </a:ext>
            </a:extLst>
          </p:cNvPr>
          <p:cNvGrpSpPr/>
          <p:nvPr/>
        </p:nvGrpSpPr>
        <p:grpSpPr>
          <a:xfrm>
            <a:off x="3438732" y="4166522"/>
            <a:ext cx="1598032" cy="653799"/>
            <a:chOff x="3121133" y="4125249"/>
            <a:chExt cx="1104900" cy="622505"/>
          </a:xfrm>
        </p:grpSpPr>
        <p:sp>
          <p:nvSpPr>
            <p:cNvPr id="56" name="矩形: 圆角 55">
              <a:extLst>
                <a:ext uri="{FF2B5EF4-FFF2-40B4-BE49-F238E27FC236}">
                  <a16:creationId xmlns:a16="http://schemas.microsoft.com/office/drawing/2014/main" id="{20CA094F-DA12-C14C-A821-F8601A9E844C}"/>
                </a:ext>
              </a:extLst>
            </p:cNvPr>
            <p:cNvSpPr/>
            <p:nvPr/>
          </p:nvSpPr>
          <p:spPr>
            <a:xfrm>
              <a:off x="3121133" y="4125249"/>
              <a:ext cx="1104900" cy="622505"/>
            </a:xfrm>
            <a:prstGeom prst="roundRect">
              <a:avLst>
                <a:gd name="adj" fmla="val 7946"/>
              </a:avLst>
            </a:prstGeom>
            <a:gradFill flip="none" rotWithShape="1">
              <a:gsLst>
                <a:gs pos="41000">
                  <a:schemeClr val="tx2"/>
                </a:gs>
                <a:gs pos="0">
                  <a:schemeClr val="accent1">
                    <a:lumMod val="20000"/>
                    <a:lumOff val="80000"/>
                  </a:schemeClr>
                </a:gs>
              </a:gsLst>
              <a:lin ang="5400000" scaled="0"/>
              <a:tileRect/>
            </a:gra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57" name="文本框 56">
              <a:extLst>
                <a:ext uri="{FF2B5EF4-FFF2-40B4-BE49-F238E27FC236}">
                  <a16:creationId xmlns:a16="http://schemas.microsoft.com/office/drawing/2014/main" id="{C463EB67-87EC-275A-C85F-ED87AD44C9F6}"/>
                </a:ext>
              </a:extLst>
            </p:cNvPr>
            <p:cNvSpPr txBox="1"/>
            <p:nvPr/>
          </p:nvSpPr>
          <p:spPr>
            <a:xfrm>
              <a:off x="3531716" y="4197728"/>
              <a:ext cx="283734" cy="123111"/>
            </a:xfrm>
            <a:prstGeom prst="rect">
              <a:avLst/>
            </a:prstGeom>
            <a:noFill/>
          </p:spPr>
          <p:txBody>
            <a:bodyPr wrap="none" lIns="0" tIns="0" rIns="0" bIns="0" rtlCol="0">
              <a:spAutoFit/>
            </a:bodyPr>
            <a:lstStyle/>
            <a:p>
              <a:pPr algn="ctr"/>
              <a:r>
                <a:rPr lang="zh-CN" altLang="en-US" sz="800" b="1" dirty="0">
                  <a:solidFill>
                    <a:schemeClr val="accent1"/>
                  </a:solidFill>
                  <a:latin typeface="+mj-ea"/>
                  <a:ea typeface="+mj-ea"/>
                </a:rPr>
                <a:t>协同研发</a:t>
              </a:r>
            </a:p>
          </p:txBody>
        </p:sp>
        <p:sp>
          <p:nvSpPr>
            <p:cNvPr id="58" name="文本框 57">
              <a:extLst>
                <a:ext uri="{FF2B5EF4-FFF2-40B4-BE49-F238E27FC236}">
                  <a16:creationId xmlns:a16="http://schemas.microsoft.com/office/drawing/2014/main" id="{10A3DFA9-2F52-466B-ABAE-EEFF267E3159}"/>
                </a:ext>
              </a:extLst>
            </p:cNvPr>
            <p:cNvSpPr txBox="1"/>
            <p:nvPr/>
          </p:nvSpPr>
          <p:spPr>
            <a:xfrm>
              <a:off x="3549449" y="4588200"/>
              <a:ext cx="248268" cy="107722"/>
            </a:xfrm>
            <a:prstGeom prst="rect">
              <a:avLst/>
            </a:prstGeom>
            <a:noFill/>
          </p:spPr>
          <p:txBody>
            <a:bodyPr wrap="none" lIns="0" tIns="0" rIns="0" bIns="0" rtlCol="0">
              <a:spAutoFit/>
            </a:bodyPr>
            <a:lstStyle/>
            <a:p>
              <a:pPr algn="ctr"/>
              <a:r>
                <a:rPr lang="zh-CN" altLang="en-US" sz="700" dirty="0">
                  <a:solidFill>
                    <a:schemeClr val="bg1"/>
                  </a:solidFill>
                  <a:latin typeface="+mn-ea"/>
                </a:rPr>
                <a:t>反向定制</a:t>
              </a:r>
            </a:p>
          </p:txBody>
        </p:sp>
        <p:sp>
          <p:nvSpPr>
            <p:cNvPr id="59" name="文本框 58">
              <a:extLst>
                <a:ext uri="{FF2B5EF4-FFF2-40B4-BE49-F238E27FC236}">
                  <a16:creationId xmlns:a16="http://schemas.microsoft.com/office/drawing/2014/main" id="{EFCCEB61-D8C3-136A-A7FE-98912F50D6BA}"/>
                </a:ext>
              </a:extLst>
            </p:cNvPr>
            <p:cNvSpPr txBox="1"/>
            <p:nvPr/>
          </p:nvSpPr>
          <p:spPr>
            <a:xfrm>
              <a:off x="3230041" y="4353680"/>
              <a:ext cx="307777" cy="107722"/>
            </a:xfrm>
            <a:prstGeom prst="rect">
              <a:avLst/>
            </a:prstGeom>
            <a:noFill/>
          </p:spPr>
          <p:txBody>
            <a:bodyPr wrap="square" lIns="0" tIns="0" rIns="0" bIns="0" rtlCol="0">
              <a:spAutoFit/>
            </a:bodyPr>
            <a:lstStyle/>
            <a:p>
              <a:pPr algn="ctr"/>
              <a:r>
                <a:rPr lang="zh-CN" altLang="en-US" sz="700" dirty="0">
                  <a:solidFill>
                    <a:schemeClr val="bg1"/>
                  </a:solidFill>
                  <a:latin typeface="+mn-ea"/>
                </a:rPr>
                <a:t>创意设计</a:t>
              </a:r>
            </a:p>
          </p:txBody>
        </p:sp>
        <p:sp>
          <p:nvSpPr>
            <p:cNvPr id="60" name="文本框 59">
              <a:extLst>
                <a:ext uri="{FF2B5EF4-FFF2-40B4-BE49-F238E27FC236}">
                  <a16:creationId xmlns:a16="http://schemas.microsoft.com/office/drawing/2014/main" id="{169D65AE-F58E-18F1-6853-2AC9710D493B}"/>
                </a:ext>
              </a:extLst>
            </p:cNvPr>
            <p:cNvSpPr txBox="1"/>
            <p:nvPr/>
          </p:nvSpPr>
          <p:spPr>
            <a:xfrm>
              <a:off x="3677247" y="4475918"/>
              <a:ext cx="468631" cy="107722"/>
            </a:xfrm>
            <a:prstGeom prst="rect">
              <a:avLst/>
            </a:prstGeom>
            <a:noFill/>
          </p:spPr>
          <p:txBody>
            <a:bodyPr wrap="square" lIns="0" tIns="0" rIns="0" bIns="0" rtlCol="0">
              <a:spAutoFit/>
            </a:bodyPr>
            <a:lstStyle/>
            <a:p>
              <a:pPr algn="ctr"/>
              <a:r>
                <a:rPr lang="zh-CN" altLang="en-US" sz="700" dirty="0">
                  <a:solidFill>
                    <a:schemeClr val="bg1"/>
                  </a:solidFill>
                  <a:latin typeface="+mn-ea"/>
                </a:rPr>
                <a:t>产品智能化</a:t>
              </a:r>
            </a:p>
          </p:txBody>
        </p:sp>
        <p:sp>
          <p:nvSpPr>
            <p:cNvPr id="62" name="文本框 61">
              <a:extLst>
                <a:ext uri="{FF2B5EF4-FFF2-40B4-BE49-F238E27FC236}">
                  <a16:creationId xmlns:a16="http://schemas.microsoft.com/office/drawing/2014/main" id="{481C1340-B617-ADEF-DF14-2F272C9E9FDE}"/>
                </a:ext>
              </a:extLst>
            </p:cNvPr>
            <p:cNvSpPr txBox="1"/>
            <p:nvPr/>
          </p:nvSpPr>
          <p:spPr>
            <a:xfrm>
              <a:off x="3677246" y="4353680"/>
              <a:ext cx="468631" cy="107722"/>
            </a:xfrm>
            <a:prstGeom prst="rect">
              <a:avLst/>
            </a:prstGeom>
            <a:noFill/>
          </p:spPr>
          <p:txBody>
            <a:bodyPr wrap="square" lIns="0" tIns="0" rIns="0" bIns="0" rtlCol="0">
              <a:spAutoFit/>
            </a:bodyPr>
            <a:lstStyle/>
            <a:p>
              <a:pPr algn="ctr"/>
              <a:r>
                <a:rPr lang="zh-CN" altLang="en-US" sz="700" dirty="0">
                  <a:solidFill>
                    <a:schemeClr val="bg1"/>
                  </a:solidFill>
                  <a:latin typeface="+mn-ea"/>
                </a:rPr>
                <a:t>产品生命周期</a:t>
              </a:r>
            </a:p>
          </p:txBody>
        </p:sp>
        <p:sp>
          <p:nvSpPr>
            <p:cNvPr id="63" name="文本框 62">
              <a:extLst>
                <a:ext uri="{FF2B5EF4-FFF2-40B4-BE49-F238E27FC236}">
                  <a16:creationId xmlns:a16="http://schemas.microsoft.com/office/drawing/2014/main" id="{A77C9B63-D788-EF86-0AC7-A0E884134915}"/>
                </a:ext>
              </a:extLst>
            </p:cNvPr>
            <p:cNvSpPr txBox="1"/>
            <p:nvPr/>
          </p:nvSpPr>
          <p:spPr>
            <a:xfrm>
              <a:off x="3230042" y="4475917"/>
              <a:ext cx="307777" cy="107722"/>
            </a:xfrm>
            <a:prstGeom prst="rect">
              <a:avLst/>
            </a:prstGeom>
            <a:noFill/>
          </p:spPr>
          <p:txBody>
            <a:bodyPr wrap="square" lIns="0" tIns="0" rIns="0" bIns="0" rtlCol="0">
              <a:spAutoFit/>
            </a:bodyPr>
            <a:lstStyle/>
            <a:p>
              <a:pPr algn="ctr"/>
              <a:r>
                <a:rPr lang="zh-CN" altLang="en-US" sz="700" dirty="0">
                  <a:solidFill>
                    <a:schemeClr val="bg1"/>
                  </a:solidFill>
                  <a:latin typeface="+mn-ea"/>
                </a:rPr>
                <a:t>研发仿真</a:t>
              </a:r>
            </a:p>
          </p:txBody>
        </p:sp>
        <p:cxnSp>
          <p:nvCxnSpPr>
            <p:cNvPr id="64" name="直接连接符 63">
              <a:extLst>
                <a:ext uri="{FF2B5EF4-FFF2-40B4-BE49-F238E27FC236}">
                  <a16:creationId xmlns:a16="http://schemas.microsoft.com/office/drawing/2014/main" id="{6C5361B1-D5AA-A073-084B-1539BEC470FC}"/>
                </a:ext>
              </a:extLst>
            </p:cNvPr>
            <p:cNvCxnSpPr>
              <a:cxnSpLocks/>
            </p:cNvCxnSpPr>
            <p:nvPr/>
          </p:nvCxnSpPr>
          <p:spPr>
            <a:xfrm>
              <a:off x="3616851" y="4363191"/>
              <a:ext cx="0" cy="73311"/>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EA732C5-B9EE-3F65-89F4-08DEABF46EC5}"/>
                </a:ext>
              </a:extLst>
            </p:cNvPr>
            <p:cNvCxnSpPr>
              <a:cxnSpLocks/>
            </p:cNvCxnSpPr>
            <p:nvPr/>
          </p:nvCxnSpPr>
          <p:spPr>
            <a:xfrm>
              <a:off x="3616851" y="4485428"/>
              <a:ext cx="0" cy="73311"/>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01" name="组合 1100">
            <a:extLst>
              <a:ext uri="{FF2B5EF4-FFF2-40B4-BE49-F238E27FC236}">
                <a16:creationId xmlns:a16="http://schemas.microsoft.com/office/drawing/2014/main" id="{DB9D36FD-0937-C1B4-1086-74AD66B8AAF7}"/>
              </a:ext>
            </a:extLst>
          </p:cNvPr>
          <p:cNvGrpSpPr/>
          <p:nvPr/>
        </p:nvGrpSpPr>
        <p:grpSpPr>
          <a:xfrm>
            <a:off x="3530986" y="4926587"/>
            <a:ext cx="5130028" cy="317255"/>
            <a:chOff x="3530986" y="4926587"/>
            <a:chExt cx="5130028" cy="317255"/>
          </a:xfrm>
        </p:grpSpPr>
        <p:sp>
          <p:nvSpPr>
            <p:cNvPr id="68" name="文本框 67">
              <a:extLst>
                <a:ext uri="{FF2B5EF4-FFF2-40B4-BE49-F238E27FC236}">
                  <a16:creationId xmlns:a16="http://schemas.microsoft.com/office/drawing/2014/main" id="{99C8C020-2E7F-B853-9D78-9D75767FDBA5}"/>
                </a:ext>
              </a:extLst>
            </p:cNvPr>
            <p:cNvSpPr txBox="1"/>
            <p:nvPr/>
          </p:nvSpPr>
          <p:spPr>
            <a:xfrm>
              <a:off x="5692288" y="5105343"/>
              <a:ext cx="807424" cy="138499"/>
            </a:xfrm>
            <a:prstGeom prst="rect">
              <a:avLst/>
            </a:prstGeom>
            <a:noFill/>
          </p:spPr>
          <p:txBody>
            <a:bodyPr wrap="square" lIns="0" tIns="0" rIns="0" bIns="0" rtlCol="0">
              <a:spAutoFit/>
            </a:bodyPr>
            <a:lstStyle/>
            <a:p>
              <a:pPr algn="ctr"/>
              <a:r>
                <a:rPr lang="zh-CN" altLang="en-US" sz="900" b="1" dirty="0">
                  <a:solidFill>
                    <a:schemeClr val="accent1"/>
                  </a:solidFill>
                  <a:latin typeface="+mn-ea"/>
                </a:rPr>
                <a:t>供应链一体化</a:t>
              </a:r>
            </a:p>
          </p:txBody>
        </p:sp>
        <p:sp>
          <p:nvSpPr>
            <p:cNvPr id="70" name="文本框 69">
              <a:extLst>
                <a:ext uri="{FF2B5EF4-FFF2-40B4-BE49-F238E27FC236}">
                  <a16:creationId xmlns:a16="http://schemas.microsoft.com/office/drawing/2014/main" id="{D448F904-19BC-5CE9-76DC-92876F7F9B7D}"/>
                </a:ext>
              </a:extLst>
            </p:cNvPr>
            <p:cNvSpPr txBox="1"/>
            <p:nvPr/>
          </p:nvSpPr>
          <p:spPr>
            <a:xfrm>
              <a:off x="6707185" y="5086407"/>
              <a:ext cx="512961" cy="123111"/>
            </a:xfrm>
            <a:prstGeom prst="rect">
              <a:avLst/>
            </a:prstGeom>
            <a:noFill/>
          </p:spPr>
          <p:txBody>
            <a:bodyPr wrap="none" lIns="0" tIns="0" rIns="0" bIns="0" rtlCol="0">
              <a:spAutoFit/>
            </a:bodyPr>
            <a:lstStyle/>
            <a:p>
              <a:pPr algn="ctr"/>
              <a:r>
                <a:rPr lang="zh-CN" altLang="en-US" sz="800" dirty="0">
                  <a:solidFill>
                    <a:schemeClr val="bg1"/>
                  </a:solidFill>
                  <a:latin typeface="+mn-ea"/>
                </a:rPr>
                <a:t>数字化仓储</a:t>
              </a:r>
            </a:p>
          </p:txBody>
        </p:sp>
        <p:sp>
          <p:nvSpPr>
            <p:cNvPr id="71" name="文本框 70">
              <a:extLst>
                <a:ext uri="{FF2B5EF4-FFF2-40B4-BE49-F238E27FC236}">
                  <a16:creationId xmlns:a16="http://schemas.microsoft.com/office/drawing/2014/main" id="{8287BF0C-7644-9215-2FEA-185DC328EAFE}"/>
                </a:ext>
              </a:extLst>
            </p:cNvPr>
            <p:cNvSpPr txBox="1"/>
            <p:nvPr/>
          </p:nvSpPr>
          <p:spPr>
            <a:xfrm>
              <a:off x="7427619" y="5027461"/>
              <a:ext cx="512961" cy="123111"/>
            </a:xfrm>
            <a:prstGeom prst="rect">
              <a:avLst/>
            </a:prstGeom>
            <a:noFill/>
          </p:spPr>
          <p:txBody>
            <a:bodyPr wrap="none" lIns="0" tIns="0" rIns="0" bIns="0" rtlCol="0">
              <a:spAutoFit/>
            </a:bodyPr>
            <a:lstStyle/>
            <a:p>
              <a:pPr algn="ctr"/>
              <a:r>
                <a:rPr lang="zh-CN" altLang="en-US" sz="800" dirty="0">
                  <a:solidFill>
                    <a:schemeClr val="bg1"/>
                  </a:solidFill>
                  <a:latin typeface="+mn-ea"/>
                </a:rPr>
                <a:t>智能运输</a:t>
              </a:r>
            </a:p>
          </p:txBody>
        </p:sp>
        <p:sp>
          <p:nvSpPr>
            <p:cNvPr id="72" name="文本框 71">
              <a:extLst>
                <a:ext uri="{FF2B5EF4-FFF2-40B4-BE49-F238E27FC236}">
                  <a16:creationId xmlns:a16="http://schemas.microsoft.com/office/drawing/2014/main" id="{230A852D-68C0-E49E-2AF9-F0850301EF4C}"/>
                </a:ext>
              </a:extLst>
            </p:cNvPr>
            <p:cNvSpPr txBox="1"/>
            <p:nvPr/>
          </p:nvSpPr>
          <p:spPr>
            <a:xfrm>
              <a:off x="8148053" y="4926587"/>
              <a:ext cx="512961" cy="123111"/>
            </a:xfrm>
            <a:prstGeom prst="rect">
              <a:avLst/>
            </a:prstGeom>
            <a:noFill/>
          </p:spPr>
          <p:txBody>
            <a:bodyPr wrap="none" lIns="0" tIns="0" rIns="0" bIns="0" rtlCol="0">
              <a:spAutoFit/>
            </a:bodyPr>
            <a:lstStyle/>
            <a:p>
              <a:pPr algn="ctr"/>
              <a:r>
                <a:rPr lang="zh-CN" altLang="en-US" sz="800" dirty="0">
                  <a:solidFill>
                    <a:schemeClr val="bg1"/>
                  </a:solidFill>
                  <a:latin typeface="+mn-ea"/>
                </a:rPr>
                <a:t>即时配送</a:t>
              </a:r>
            </a:p>
          </p:txBody>
        </p:sp>
        <p:sp>
          <p:nvSpPr>
            <p:cNvPr id="73" name="文本框 72">
              <a:extLst>
                <a:ext uri="{FF2B5EF4-FFF2-40B4-BE49-F238E27FC236}">
                  <a16:creationId xmlns:a16="http://schemas.microsoft.com/office/drawing/2014/main" id="{BA6C3723-3742-86B7-E8E0-AD9434CFE8E4}"/>
                </a:ext>
              </a:extLst>
            </p:cNvPr>
            <p:cNvSpPr txBox="1"/>
            <p:nvPr/>
          </p:nvSpPr>
          <p:spPr>
            <a:xfrm>
              <a:off x="3530986" y="4926587"/>
              <a:ext cx="512961" cy="123111"/>
            </a:xfrm>
            <a:prstGeom prst="rect">
              <a:avLst/>
            </a:prstGeom>
            <a:noFill/>
          </p:spPr>
          <p:txBody>
            <a:bodyPr wrap="none" lIns="0" tIns="0" rIns="0" bIns="0" rtlCol="0">
              <a:spAutoFit/>
            </a:bodyPr>
            <a:lstStyle/>
            <a:p>
              <a:pPr algn="ctr"/>
              <a:r>
                <a:rPr lang="zh-CN" altLang="en-US" sz="800" dirty="0">
                  <a:solidFill>
                    <a:schemeClr val="bg1"/>
                  </a:solidFill>
                  <a:latin typeface="+mn-ea"/>
                </a:rPr>
                <a:t>供应链规划</a:t>
              </a:r>
            </a:p>
          </p:txBody>
        </p:sp>
        <p:sp>
          <p:nvSpPr>
            <p:cNvPr id="74" name="文本框 73">
              <a:extLst>
                <a:ext uri="{FF2B5EF4-FFF2-40B4-BE49-F238E27FC236}">
                  <a16:creationId xmlns:a16="http://schemas.microsoft.com/office/drawing/2014/main" id="{1369F6AA-0BF6-717F-2E8B-2EA556C8DF83}"/>
                </a:ext>
              </a:extLst>
            </p:cNvPr>
            <p:cNvSpPr txBox="1"/>
            <p:nvPr/>
          </p:nvSpPr>
          <p:spPr>
            <a:xfrm>
              <a:off x="4251420" y="5027461"/>
              <a:ext cx="512961" cy="123111"/>
            </a:xfrm>
            <a:prstGeom prst="rect">
              <a:avLst/>
            </a:prstGeom>
            <a:noFill/>
          </p:spPr>
          <p:txBody>
            <a:bodyPr wrap="none" lIns="0" tIns="0" rIns="0" bIns="0" rtlCol="0">
              <a:spAutoFit/>
            </a:bodyPr>
            <a:lstStyle/>
            <a:p>
              <a:pPr algn="ctr"/>
              <a:r>
                <a:rPr lang="zh-CN" altLang="en-US" sz="800" dirty="0">
                  <a:solidFill>
                    <a:schemeClr val="bg1"/>
                  </a:solidFill>
                  <a:latin typeface="+mn-ea"/>
                </a:rPr>
                <a:t>预测与计划</a:t>
              </a:r>
            </a:p>
          </p:txBody>
        </p:sp>
        <p:sp>
          <p:nvSpPr>
            <p:cNvPr id="75" name="文本框 74">
              <a:extLst>
                <a:ext uri="{FF2B5EF4-FFF2-40B4-BE49-F238E27FC236}">
                  <a16:creationId xmlns:a16="http://schemas.microsoft.com/office/drawing/2014/main" id="{F6FAA12E-1866-E5C1-42B8-6DE7D7B52310}"/>
                </a:ext>
              </a:extLst>
            </p:cNvPr>
            <p:cNvSpPr txBox="1"/>
            <p:nvPr/>
          </p:nvSpPr>
          <p:spPr>
            <a:xfrm>
              <a:off x="4971854" y="5086407"/>
              <a:ext cx="512961" cy="123111"/>
            </a:xfrm>
            <a:prstGeom prst="rect">
              <a:avLst/>
            </a:prstGeom>
            <a:noFill/>
          </p:spPr>
          <p:txBody>
            <a:bodyPr wrap="none" lIns="0" tIns="0" rIns="0" bIns="0" rtlCol="0">
              <a:spAutoFit/>
            </a:bodyPr>
            <a:lstStyle/>
            <a:p>
              <a:pPr algn="ctr"/>
              <a:r>
                <a:rPr lang="zh-CN" altLang="en-US" sz="800" dirty="0">
                  <a:solidFill>
                    <a:schemeClr val="bg1"/>
                  </a:solidFill>
                  <a:latin typeface="+mn-ea"/>
                </a:rPr>
                <a:t>供应链中台</a:t>
              </a:r>
            </a:p>
          </p:txBody>
        </p:sp>
      </p:grpSp>
      <p:grpSp>
        <p:nvGrpSpPr>
          <p:cNvPr id="76" name="组合 75">
            <a:extLst>
              <a:ext uri="{FF2B5EF4-FFF2-40B4-BE49-F238E27FC236}">
                <a16:creationId xmlns:a16="http://schemas.microsoft.com/office/drawing/2014/main" id="{B85F84DC-6C02-7715-D61E-CBB1062BD48C}"/>
              </a:ext>
            </a:extLst>
          </p:cNvPr>
          <p:cNvGrpSpPr/>
          <p:nvPr/>
        </p:nvGrpSpPr>
        <p:grpSpPr>
          <a:xfrm>
            <a:off x="1619052" y="3949502"/>
            <a:ext cx="8953898" cy="1797807"/>
            <a:chOff x="3431782" y="2893328"/>
            <a:chExt cx="5342468" cy="1427691"/>
          </a:xfrm>
        </p:grpSpPr>
        <p:sp>
          <p:nvSpPr>
            <p:cNvPr id="77" name="椭圆 76">
              <a:extLst>
                <a:ext uri="{FF2B5EF4-FFF2-40B4-BE49-F238E27FC236}">
                  <a16:creationId xmlns:a16="http://schemas.microsoft.com/office/drawing/2014/main" id="{75BC156C-BF64-1232-BB37-724B90FACA92}"/>
                </a:ext>
              </a:extLst>
            </p:cNvPr>
            <p:cNvSpPr>
              <a:spLocks/>
            </p:cNvSpPr>
            <p:nvPr/>
          </p:nvSpPr>
          <p:spPr>
            <a:xfrm>
              <a:off x="3565525" y="2966342"/>
              <a:ext cx="5060950" cy="1279315"/>
            </a:xfrm>
            <a:prstGeom prst="ellipse">
              <a:avLst/>
            </a:prstGeom>
            <a:noFill/>
            <a:ln w="9525">
              <a:gradFill>
                <a:gsLst>
                  <a:gs pos="28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78" name="椭圆 77">
              <a:extLst>
                <a:ext uri="{FF2B5EF4-FFF2-40B4-BE49-F238E27FC236}">
                  <a16:creationId xmlns:a16="http://schemas.microsoft.com/office/drawing/2014/main" id="{0A69DBF8-09C9-3B41-6E8F-F6E51DD19713}"/>
                </a:ext>
              </a:extLst>
            </p:cNvPr>
            <p:cNvSpPr>
              <a:spLocks/>
            </p:cNvSpPr>
            <p:nvPr/>
          </p:nvSpPr>
          <p:spPr>
            <a:xfrm>
              <a:off x="3431782" y="2893328"/>
              <a:ext cx="5342468" cy="1427691"/>
            </a:xfrm>
            <a:prstGeom prst="ellipse">
              <a:avLst/>
            </a:prstGeom>
            <a:noFill/>
            <a:ln w="9525">
              <a:gradFill>
                <a:gsLst>
                  <a:gs pos="28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79" name="任意多边形: 形状 78">
              <a:extLst>
                <a:ext uri="{FF2B5EF4-FFF2-40B4-BE49-F238E27FC236}">
                  <a16:creationId xmlns:a16="http://schemas.microsoft.com/office/drawing/2014/main" id="{02DDC08C-9A6D-DEBE-07D4-5208547FE387}"/>
                </a:ext>
              </a:extLst>
            </p:cNvPr>
            <p:cNvSpPr>
              <a:spLocks/>
            </p:cNvSpPr>
            <p:nvPr/>
          </p:nvSpPr>
          <p:spPr>
            <a:xfrm>
              <a:off x="3478349" y="3313927"/>
              <a:ext cx="5249332" cy="993495"/>
            </a:xfrm>
            <a:custGeom>
              <a:avLst/>
              <a:gdLst>
                <a:gd name="connsiteX0" fmla="*/ 245007 w 5249332"/>
                <a:gd name="connsiteY0" fmla="*/ 0 h 993495"/>
                <a:gd name="connsiteX1" fmla="*/ 98945 w 5249332"/>
                <a:gd name="connsiteY1" fmla="*/ 124969 h 993495"/>
                <a:gd name="connsiteX2" fmla="*/ 46567 w 5249332"/>
                <a:gd name="connsiteY2" fmla="*/ 262963 h 993495"/>
                <a:gd name="connsiteX3" fmla="*/ 2624667 w 5249332"/>
                <a:gd name="connsiteY3" fmla="*/ 947678 h 993495"/>
                <a:gd name="connsiteX4" fmla="*/ 5202767 w 5249332"/>
                <a:gd name="connsiteY4" fmla="*/ 262963 h 993495"/>
                <a:gd name="connsiteX5" fmla="*/ 5150389 w 5249332"/>
                <a:gd name="connsiteY5" fmla="*/ 124969 h 993495"/>
                <a:gd name="connsiteX6" fmla="*/ 5004329 w 5249332"/>
                <a:gd name="connsiteY6" fmla="*/ 2 h 993495"/>
                <a:gd name="connsiteX7" fmla="*/ 5043073 w 5249332"/>
                <a:gd name="connsiteY7" fmla="*/ 19077 h 993495"/>
                <a:gd name="connsiteX8" fmla="*/ 5249332 w 5249332"/>
                <a:gd name="connsiteY8" fmla="*/ 292094 h 993495"/>
                <a:gd name="connsiteX9" fmla="*/ 2624666 w 5249332"/>
                <a:gd name="connsiteY9" fmla="*/ 993495 h 993495"/>
                <a:gd name="connsiteX10" fmla="*/ 0 w 5249332"/>
                <a:gd name="connsiteY10" fmla="*/ 292094 h 993495"/>
                <a:gd name="connsiteX11" fmla="*/ 206259 w 5249332"/>
                <a:gd name="connsiteY11" fmla="*/ 19077 h 993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49332" h="993495">
                  <a:moveTo>
                    <a:pt x="245007" y="0"/>
                  </a:moveTo>
                  <a:lnTo>
                    <a:pt x="98945" y="124969"/>
                  </a:lnTo>
                  <a:cubicBezTo>
                    <a:pt x="64602" y="169542"/>
                    <a:pt x="46567" y="215693"/>
                    <a:pt x="46567" y="262963"/>
                  </a:cubicBezTo>
                  <a:cubicBezTo>
                    <a:pt x="46567" y="641121"/>
                    <a:pt x="1200822" y="947678"/>
                    <a:pt x="2624667" y="947678"/>
                  </a:cubicBezTo>
                  <a:cubicBezTo>
                    <a:pt x="4048512" y="947678"/>
                    <a:pt x="5202767" y="641121"/>
                    <a:pt x="5202767" y="262963"/>
                  </a:cubicBezTo>
                  <a:cubicBezTo>
                    <a:pt x="5202767" y="215693"/>
                    <a:pt x="5184732" y="169542"/>
                    <a:pt x="5150389" y="124969"/>
                  </a:cubicBezTo>
                  <a:lnTo>
                    <a:pt x="5004329" y="2"/>
                  </a:lnTo>
                  <a:lnTo>
                    <a:pt x="5043073" y="19077"/>
                  </a:lnTo>
                  <a:cubicBezTo>
                    <a:pt x="5175888" y="102992"/>
                    <a:pt x="5249332" y="195251"/>
                    <a:pt x="5249332" y="292094"/>
                  </a:cubicBezTo>
                  <a:cubicBezTo>
                    <a:pt x="5249332" y="679467"/>
                    <a:pt x="4074229" y="993495"/>
                    <a:pt x="2624666" y="993495"/>
                  </a:cubicBezTo>
                  <a:cubicBezTo>
                    <a:pt x="1175103" y="993495"/>
                    <a:pt x="0" y="679467"/>
                    <a:pt x="0" y="292094"/>
                  </a:cubicBezTo>
                  <a:cubicBezTo>
                    <a:pt x="0" y="195251"/>
                    <a:pt x="73444" y="102992"/>
                    <a:pt x="206259" y="19077"/>
                  </a:cubicBezTo>
                  <a:close/>
                </a:path>
              </a:pathLst>
            </a:custGeom>
            <a:gradFill>
              <a:gsLst>
                <a:gs pos="28000">
                  <a:schemeClr val="accent1">
                    <a:alpha val="0"/>
                  </a:schemeClr>
                </a:gs>
                <a:gs pos="100000">
                  <a:schemeClr val="accent1"/>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dirty="0"/>
            </a:p>
          </p:txBody>
        </p:sp>
      </p:grpSp>
      <p:sp>
        <p:nvSpPr>
          <p:cNvPr id="80" name="文本框 79">
            <a:extLst>
              <a:ext uri="{FF2B5EF4-FFF2-40B4-BE49-F238E27FC236}">
                <a16:creationId xmlns:a16="http://schemas.microsoft.com/office/drawing/2014/main" id="{4CBDB2B7-4AE7-0B55-8861-10C2C5F01C31}"/>
              </a:ext>
            </a:extLst>
          </p:cNvPr>
          <p:cNvSpPr txBox="1"/>
          <p:nvPr/>
        </p:nvSpPr>
        <p:spPr>
          <a:xfrm>
            <a:off x="5541444" y="5379567"/>
            <a:ext cx="1109118" cy="215444"/>
          </a:xfrm>
          <a:prstGeom prst="rect">
            <a:avLst/>
          </a:prstGeom>
          <a:noFill/>
        </p:spPr>
        <p:txBody>
          <a:bodyPr wrap="none" lIns="0" tIns="0" rIns="0" bIns="0" rtlCol="0">
            <a:spAutoFit/>
          </a:bodyPr>
          <a:lstStyle/>
          <a:p>
            <a:pPr algn="ctr"/>
            <a:r>
              <a:rPr lang="en-US" altLang="zh-CN" sz="1400" b="1" dirty="0">
                <a:solidFill>
                  <a:schemeClr val="accent1"/>
                </a:solidFill>
              </a:rPr>
              <a:t>1</a:t>
            </a:r>
            <a:r>
              <a:rPr lang="zh-CN" altLang="en-US" sz="1400" b="1" dirty="0">
                <a:solidFill>
                  <a:schemeClr val="accent1"/>
                </a:solidFill>
              </a:rPr>
              <a:t>个数智平台</a:t>
            </a:r>
          </a:p>
        </p:txBody>
      </p:sp>
      <p:grpSp>
        <p:nvGrpSpPr>
          <p:cNvPr id="1066" name="组合 1065">
            <a:extLst>
              <a:ext uri="{FF2B5EF4-FFF2-40B4-BE49-F238E27FC236}">
                <a16:creationId xmlns:a16="http://schemas.microsoft.com/office/drawing/2014/main" id="{A25201E0-0165-C464-6DD3-7EA8162F711B}"/>
              </a:ext>
            </a:extLst>
          </p:cNvPr>
          <p:cNvGrpSpPr/>
          <p:nvPr/>
        </p:nvGrpSpPr>
        <p:grpSpPr>
          <a:xfrm>
            <a:off x="1056937" y="5518190"/>
            <a:ext cx="1695045" cy="505249"/>
            <a:chOff x="1056937" y="5627764"/>
            <a:chExt cx="1695045" cy="505249"/>
          </a:xfrm>
        </p:grpSpPr>
        <p:grpSp>
          <p:nvGrpSpPr>
            <p:cNvPr id="96" name="组合 95">
              <a:extLst>
                <a:ext uri="{FF2B5EF4-FFF2-40B4-BE49-F238E27FC236}">
                  <a16:creationId xmlns:a16="http://schemas.microsoft.com/office/drawing/2014/main" id="{171F79D7-DB10-BFB0-8384-0C1B700362D8}"/>
                </a:ext>
              </a:extLst>
            </p:cNvPr>
            <p:cNvGrpSpPr/>
            <p:nvPr/>
          </p:nvGrpSpPr>
          <p:grpSpPr>
            <a:xfrm>
              <a:off x="1056937" y="5627764"/>
              <a:ext cx="1695045" cy="505249"/>
              <a:chOff x="688500" y="5650730"/>
              <a:chExt cx="1400864" cy="459317"/>
            </a:xfrm>
          </p:grpSpPr>
          <p:sp>
            <p:nvSpPr>
              <p:cNvPr id="81" name="矩形: 圆角 80">
                <a:extLst>
                  <a:ext uri="{FF2B5EF4-FFF2-40B4-BE49-F238E27FC236}">
                    <a16:creationId xmlns:a16="http://schemas.microsoft.com/office/drawing/2014/main" id="{72F0F976-44E9-192C-E5B7-ECFF50D0D920}"/>
                  </a:ext>
                </a:extLst>
              </p:cNvPr>
              <p:cNvSpPr/>
              <p:nvPr/>
            </p:nvSpPr>
            <p:spPr>
              <a:xfrm>
                <a:off x="688500" y="5650730"/>
                <a:ext cx="1400864" cy="459317"/>
              </a:xfrm>
              <a:prstGeom prst="roundRect">
                <a:avLst>
                  <a:gd name="adj" fmla="val 5527"/>
                </a:avLst>
              </a:prstGeom>
              <a:gradFill flip="none" rotWithShape="1">
                <a:gsLst>
                  <a:gs pos="41000">
                    <a:schemeClr val="tx2"/>
                  </a:gs>
                  <a:gs pos="0">
                    <a:schemeClr val="accent1">
                      <a:lumMod val="20000"/>
                      <a:lumOff val="80000"/>
                    </a:schemeClr>
                  </a:gs>
                </a:gsLst>
                <a:lin ang="5400000" scaled="0"/>
                <a:tileRect/>
              </a:gradFill>
              <a:ln w="9525">
                <a:solidFill>
                  <a:schemeClr val="tx2"/>
                </a:solidFill>
              </a:ln>
              <a:effectLst>
                <a:outerShdw blurRad="101600" dist="38100" dir="5400000" algn="t" rotWithShape="0">
                  <a:schemeClr val="accent1">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84" name="梯形 83">
                <a:extLst>
                  <a:ext uri="{FF2B5EF4-FFF2-40B4-BE49-F238E27FC236}">
                    <a16:creationId xmlns:a16="http://schemas.microsoft.com/office/drawing/2014/main" id="{933EE7E0-8B6B-B767-E1C8-F4A377616EF3}"/>
                  </a:ext>
                </a:extLst>
              </p:cNvPr>
              <p:cNvSpPr/>
              <p:nvPr/>
            </p:nvSpPr>
            <p:spPr>
              <a:xfrm flipV="1">
                <a:off x="989638" y="5650730"/>
                <a:ext cx="798587" cy="142125"/>
              </a:xfrm>
              <a:custGeom>
                <a:avLst/>
                <a:gdLst>
                  <a:gd name="connsiteX0" fmla="*/ 0 w 798587"/>
                  <a:gd name="connsiteY0" fmla="*/ 142125 h 142125"/>
                  <a:gd name="connsiteX1" fmla="*/ 148243 w 798587"/>
                  <a:gd name="connsiteY1" fmla="*/ 0 h 142125"/>
                  <a:gd name="connsiteX2" fmla="*/ 650344 w 798587"/>
                  <a:gd name="connsiteY2" fmla="*/ 0 h 142125"/>
                  <a:gd name="connsiteX3" fmla="*/ 798587 w 798587"/>
                  <a:gd name="connsiteY3" fmla="*/ 142125 h 142125"/>
                  <a:gd name="connsiteX4" fmla="*/ 0 w 798587"/>
                  <a:gd name="connsiteY4" fmla="*/ 142125 h 142125"/>
                  <a:gd name="connsiteX0" fmla="*/ 989639 w 1788226"/>
                  <a:gd name="connsiteY0" fmla="*/ 5792855 h 5792855"/>
                  <a:gd name="connsiteX1" fmla="*/ 0 w 1788226"/>
                  <a:gd name="connsiteY1" fmla="*/ 0 h 5792855"/>
                  <a:gd name="connsiteX2" fmla="*/ 1137882 w 1788226"/>
                  <a:gd name="connsiteY2" fmla="*/ 5650730 h 5792855"/>
                  <a:gd name="connsiteX3" fmla="*/ 1639983 w 1788226"/>
                  <a:gd name="connsiteY3" fmla="*/ 5650730 h 5792855"/>
                  <a:gd name="connsiteX4" fmla="*/ 1788226 w 1788226"/>
                  <a:gd name="connsiteY4" fmla="*/ 5792855 h 5792855"/>
                  <a:gd name="connsiteX5" fmla="*/ 989639 w 1788226"/>
                  <a:gd name="connsiteY5" fmla="*/ 5792855 h 5792855"/>
                  <a:gd name="connsiteX0" fmla="*/ 0 w 798587"/>
                  <a:gd name="connsiteY0" fmla="*/ 142125 h 142125"/>
                  <a:gd name="connsiteX1" fmla="*/ 148243 w 798587"/>
                  <a:gd name="connsiteY1" fmla="*/ 0 h 142125"/>
                  <a:gd name="connsiteX2" fmla="*/ 650344 w 798587"/>
                  <a:gd name="connsiteY2" fmla="*/ 0 h 142125"/>
                  <a:gd name="connsiteX3" fmla="*/ 798587 w 798587"/>
                  <a:gd name="connsiteY3" fmla="*/ 142125 h 142125"/>
                  <a:gd name="connsiteX4" fmla="*/ 0 w 798587"/>
                  <a:gd name="connsiteY4" fmla="*/ 142125 h 142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587" h="142125">
                    <a:moveTo>
                      <a:pt x="0" y="142125"/>
                    </a:moveTo>
                    <a:lnTo>
                      <a:pt x="148243" y="0"/>
                    </a:lnTo>
                    <a:lnTo>
                      <a:pt x="650344" y="0"/>
                    </a:lnTo>
                    <a:lnTo>
                      <a:pt x="798587" y="142125"/>
                    </a:lnTo>
                    <a:lnTo>
                      <a:pt x="0" y="142125"/>
                    </a:lnTo>
                    <a:close/>
                  </a:path>
                </a:pathLst>
              </a:custGeom>
              <a:gradFill>
                <a:gsLst>
                  <a:gs pos="0">
                    <a:schemeClr val="accent1">
                      <a:lumMod val="20000"/>
                      <a:lumOff val="80000"/>
                    </a:schemeClr>
                  </a:gs>
                  <a:gs pos="48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4" name="梯形 83">
                <a:extLst>
                  <a:ext uri="{FF2B5EF4-FFF2-40B4-BE49-F238E27FC236}">
                    <a16:creationId xmlns:a16="http://schemas.microsoft.com/office/drawing/2014/main" id="{6C12F6BD-974B-89C1-AB89-A5ACF8C9191B}"/>
                  </a:ext>
                </a:extLst>
              </p:cNvPr>
              <p:cNvSpPr/>
              <p:nvPr/>
            </p:nvSpPr>
            <p:spPr>
              <a:xfrm flipV="1">
                <a:off x="974931" y="5653904"/>
                <a:ext cx="828000" cy="144000"/>
              </a:xfrm>
              <a:prstGeom prst="trapezoid">
                <a:avLst>
                  <a:gd name="adj" fmla="val 114106"/>
                </a:avLst>
              </a:prstGeom>
              <a:noFill/>
              <a:ln w="6350">
                <a:solidFill>
                  <a:schemeClr val="accent1">
                    <a:alpha val="3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cxnSp>
            <p:nvCxnSpPr>
              <p:cNvPr id="88" name="直接连接符 87">
                <a:extLst>
                  <a:ext uri="{FF2B5EF4-FFF2-40B4-BE49-F238E27FC236}">
                    <a16:creationId xmlns:a16="http://schemas.microsoft.com/office/drawing/2014/main" id="{FA765DA4-6D66-A2B4-A5DB-9C25FAC38B7A}"/>
                  </a:ext>
                </a:extLst>
              </p:cNvPr>
              <p:cNvCxnSpPr>
                <a:cxnSpLocks/>
              </p:cNvCxnSpPr>
              <p:nvPr/>
            </p:nvCxnSpPr>
            <p:spPr>
              <a:xfrm>
                <a:off x="688500" y="5653906"/>
                <a:ext cx="1400864" cy="0"/>
              </a:xfrm>
              <a:prstGeom prst="line">
                <a:avLst/>
              </a:prstGeom>
              <a:ln>
                <a:gradFill>
                  <a:gsLst>
                    <a:gs pos="0">
                      <a:schemeClr val="accent1">
                        <a:alpha val="0"/>
                      </a:schemeClr>
                    </a:gs>
                    <a:gs pos="30000">
                      <a:schemeClr val="accent1"/>
                    </a:gs>
                    <a:gs pos="7000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sp>
          <p:nvSpPr>
            <p:cNvPr id="82" name="文本框 81">
              <a:extLst>
                <a:ext uri="{FF2B5EF4-FFF2-40B4-BE49-F238E27FC236}">
                  <a16:creationId xmlns:a16="http://schemas.microsoft.com/office/drawing/2014/main" id="{D90015FA-FDF5-3840-B62D-56EB36FFFBDE}"/>
                </a:ext>
              </a:extLst>
            </p:cNvPr>
            <p:cNvSpPr txBox="1"/>
            <p:nvPr/>
          </p:nvSpPr>
          <p:spPr>
            <a:xfrm>
              <a:off x="1673627" y="5638059"/>
              <a:ext cx="461664" cy="152349"/>
            </a:xfrm>
            <a:prstGeom prst="rect">
              <a:avLst/>
            </a:prstGeom>
            <a:noFill/>
          </p:spPr>
          <p:txBody>
            <a:bodyPr wrap="none" lIns="0" tIns="0" rIns="0" bIns="0" rtlCol="0">
              <a:spAutoFit/>
            </a:bodyPr>
            <a:lstStyle/>
            <a:p>
              <a:pPr algn="ctr"/>
              <a:r>
                <a:rPr lang="zh-CN" altLang="en-US" sz="900" b="1" dirty="0">
                  <a:latin typeface="+mn-ea"/>
                </a:rPr>
                <a:t>数智智能</a:t>
              </a:r>
            </a:p>
          </p:txBody>
        </p:sp>
        <p:sp>
          <p:nvSpPr>
            <p:cNvPr id="83" name="文本框 82">
              <a:extLst>
                <a:ext uri="{FF2B5EF4-FFF2-40B4-BE49-F238E27FC236}">
                  <a16:creationId xmlns:a16="http://schemas.microsoft.com/office/drawing/2014/main" id="{BD19EB42-1CFD-C0D6-6514-03E27A46A0FA}"/>
                </a:ext>
              </a:extLst>
            </p:cNvPr>
            <p:cNvSpPr txBox="1"/>
            <p:nvPr/>
          </p:nvSpPr>
          <p:spPr>
            <a:xfrm>
              <a:off x="1192006" y="5912528"/>
              <a:ext cx="410369" cy="135422"/>
            </a:xfrm>
            <a:prstGeom prst="rect">
              <a:avLst/>
            </a:prstGeom>
            <a:noFill/>
          </p:spPr>
          <p:txBody>
            <a:bodyPr wrap="none" lIns="0" tIns="0" rIns="0" bIns="0" rtlCol="0">
              <a:spAutoFit/>
            </a:bodyPr>
            <a:lstStyle/>
            <a:p>
              <a:pPr algn="ctr"/>
              <a:r>
                <a:rPr lang="zh-CN" altLang="en-US" sz="800" dirty="0">
                  <a:solidFill>
                    <a:schemeClr val="bg1"/>
                  </a:solidFill>
                  <a:latin typeface="+mn-ea"/>
                </a:rPr>
                <a:t>数据中台</a:t>
              </a:r>
            </a:p>
          </p:txBody>
        </p:sp>
        <p:sp>
          <p:nvSpPr>
            <p:cNvPr id="85" name="文本框 84">
              <a:extLst>
                <a:ext uri="{FF2B5EF4-FFF2-40B4-BE49-F238E27FC236}">
                  <a16:creationId xmlns:a16="http://schemas.microsoft.com/office/drawing/2014/main" id="{C5723873-F182-1DE7-51E3-3D169F2FDAA7}"/>
                </a:ext>
              </a:extLst>
            </p:cNvPr>
            <p:cNvSpPr txBox="1"/>
            <p:nvPr/>
          </p:nvSpPr>
          <p:spPr>
            <a:xfrm>
              <a:off x="1699275" y="5912528"/>
              <a:ext cx="410369" cy="135422"/>
            </a:xfrm>
            <a:prstGeom prst="rect">
              <a:avLst/>
            </a:prstGeom>
            <a:noFill/>
          </p:spPr>
          <p:txBody>
            <a:bodyPr wrap="none" lIns="0" tIns="0" rIns="0" bIns="0" rtlCol="0">
              <a:spAutoFit/>
            </a:bodyPr>
            <a:lstStyle/>
            <a:p>
              <a:pPr algn="ctr"/>
              <a:r>
                <a:rPr lang="zh-CN" altLang="en-US" sz="800" dirty="0">
                  <a:solidFill>
                    <a:schemeClr val="bg1"/>
                  </a:solidFill>
                  <a:latin typeface="+mn-ea"/>
                </a:rPr>
                <a:t>人工智能</a:t>
              </a:r>
            </a:p>
          </p:txBody>
        </p:sp>
        <p:sp>
          <p:nvSpPr>
            <p:cNvPr id="86" name="文本框 85">
              <a:extLst>
                <a:ext uri="{FF2B5EF4-FFF2-40B4-BE49-F238E27FC236}">
                  <a16:creationId xmlns:a16="http://schemas.microsoft.com/office/drawing/2014/main" id="{0350ABE5-BFC9-05A6-6FF5-1BFB7DFD95D0}"/>
                </a:ext>
              </a:extLst>
            </p:cNvPr>
            <p:cNvSpPr txBox="1"/>
            <p:nvPr/>
          </p:nvSpPr>
          <p:spPr>
            <a:xfrm>
              <a:off x="2264396" y="5912528"/>
              <a:ext cx="307778" cy="135422"/>
            </a:xfrm>
            <a:prstGeom prst="rect">
              <a:avLst/>
            </a:prstGeom>
            <a:noFill/>
          </p:spPr>
          <p:txBody>
            <a:bodyPr wrap="none" lIns="0" tIns="0" rIns="0" bIns="0" rtlCol="0">
              <a:spAutoFit/>
            </a:bodyPr>
            <a:lstStyle/>
            <a:p>
              <a:pPr algn="ctr"/>
              <a:r>
                <a:rPr lang="zh-CN" altLang="en-US" sz="800" dirty="0">
                  <a:solidFill>
                    <a:schemeClr val="bg1"/>
                  </a:solidFill>
                  <a:latin typeface="+mn-ea"/>
                </a:rPr>
                <a:t>区块链</a:t>
              </a:r>
            </a:p>
          </p:txBody>
        </p:sp>
      </p:grpSp>
      <p:grpSp>
        <p:nvGrpSpPr>
          <p:cNvPr id="1067" name="组合 1066">
            <a:extLst>
              <a:ext uri="{FF2B5EF4-FFF2-40B4-BE49-F238E27FC236}">
                <a16:creationId xmlns:a16="http://schemas.microsoft.com/office/drawing/2014/main" id="{A77C20EC-7030-89BB-FD0C-EE7D8A8285ED}"/>
              </a:ext>
            </a:extLst>
          </p:cNvPr>
          <p:cNvGrpSpPr/>
          <p:nvPr/>
        </p:nvGrpSpPr>
        <p:grpSpPr>
          <a:xfrm>
            <a:off x="3024461" y="5768764"/>
            <a:ext cx="1695045" cy="505249"/>
            <a:chOff x="3024461" y="5878338"/>
            <a:chExt cx="1695045" cy="505249"/>
          </a:xfrm>
        </p:grpSpPr>
        <p:grpSp>
          <p:nvGrpSpPr>
            <p:cNvPr id="99" name="组合 98">
              <a:extLst>
                <a:ext uri="{FF2B5EF4-FFF2-40B4-BE49-F238E27FC236}">
                  <a16:creationId xmlns:a16="http://schemas.microsoft.com/office/drawing/2014/main" id="{826E6DD7-E6E3-68A8-8A25-FD48191FF9C0}"/>
                </a:ext>
              </a:extLst>
            </p:cNvPr>
            <p:cNvGrpSpPr/>
            <p:nvPr/>
          </p:nvGrpSpPr>
          <p:grpSpPr>
            <a:xfrm>
              <a:off x="3024461" y="5878338"/>
              <a:ext cx="1695045" cy="505249"/>
              <a:chOff x="688500" y="5650730"/>
              <a:chExt cx="1400864" cy="459317"/>
            </a:xfrm>
          </p:grpSpPr>
          <p:sp>
            <p:nvSpPr>
              <p:cNvPr id="106" name="矩形: 圆角 105">
                <a:extLst>
                  <a:ext uri="{FF2B5EF4-FFF2-40B4-BE49-F238E27FC236}">
                    <a16:creationId xmlns:a16="http://schemas.microsoft.com/office/drawing/2014/main" id="{D0834F0C-C0A3-BAAF-357F-E8DF3B14D5E1}"/>
                  </a:ext>
                </a:extLst>
              </p:cNvPr>
              <p:cNvSpPr/>
              <p:nvPr/>
            </p:nvSpPr>
            <p:spPr>
              <a:xfrm>
                <a:off x="688500" y="5650730"/>
                <a:ext cx="1400864" cy="459317"/>
              </a:xfrm>
              <a:prstGeom prst="roundRect">
                <a:avLst>
                  <a:gd name="adj" fmla="val 5527"/>
                </a:avLst>
              </a:prstGeom>
              <a:gradFill flip="none" rotWithShape="1">
                <a:gsLst>
                  <a:gs pos="41000">
                    <a:schemeClr val="tx2"/>
                  </a:gs>
                  <a:gs pos="0">
                    <a:schemeClr val="accent1">
                      <a:lumMod val="20000"/>
                      <a:lumOff val="80000"/>
                    </a:schemeClr>
                  </a:gs>
                </a:gsLst>
                <a:lin ang="5400000" scaled="0"/>
                <a:tileRect/>
              </a:gradFill>
              <a:ln w="9525">
                <a:solidFill>
                  <a:schemeClr val="tx2"/>
                </a:solidFill>
              </a:ln>
              <a:effectLst>
                <a:outerShdw blurRad="101600" dist="38100" dir="5400000" algn="t" rotWithShape="0">
                  <a:schemeClr val="accent1">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7" name="梯形 83">
                <a:extLst>
                  <a:ext uri="{FF2B5EF4-FFF2-40B4-BE49-F238E27FC236}">
                    <a16:creationId xmlns:a16="http://schemas.microsoft.com/office/drawing/2014/main" id="{DC3A5D0A-381F-8D72-684E-1893AF65B67C}"/>
                  </a:ext>
                </a:extLst>
              </p:cNvPr>
              <p:cNvSpPr/>
              <p:nvPr/>
            </p:nvSpPr>
            <p:spPr>
              <a:xfrm flipV="1">
                <a:off x="989639" y="5650730"/>
                <a:ext cx="798587" cy="142125"/>
              </a:xfrm>
              <a:custGeom>
                <a:avLst/>
                <a:gdLst>
                  <a:gd name="connsiteX0" fmla="*/ 0 w 798587"/>
                  <a:gd name="connsiteY0" fmla="*/ 142125 h 142125"/>
                  <a:gd name="connsiteX1" fmla="*/ 148243 w 798587"/>
                  <a:gd name="connsiteY1" fmla="*/ 0 h 142125"/>
                  <a:gd name="connsiteX2" fmla="*/ 650344 w 798587"/>
                  <a:gd name="connsiteY2" fmla="*/ 0 h 142125"/>
                  <a:gd name="connsiteX3" fmla="*/ 798587 w 798587"/>
                  <a:gd name="connsiteY3" fmla="*/ 142125 h 142125"/>
                  <a:gd name="connsiteX4" fmla="*/ 0 w 798587"/>
                  <a:gd name="connsiteY4" fmla="*/ 142125 h 142125"/>
                  <a:gd name="connsiteX0" fmla="*/ 989639 w 1788226"/>
                  <a:gd name="connsiteY0" fmla="*/ 5792855 h 5792855"/>
                  <a:gd name="connsiteX1" fmla="*/ 0 w 1788226"/>
                  <a:gd name="connsiteY1" fmla="*/ 0 h 5792855"/>
                  <a:gd name="connsiteX2" fmla="*/ 1137882 w 1788226"/>
                  <a:gd name="connsiteY2" fmla="*/ 5650730 h 5792855"/>
                  <a:gd name="connsiteX3" fmla="*/ 1639983 w 1788226"/>
                  <a:gd name="connsiteY3" fmla="*/ 5650730 h 5792855"/>
                  <a:gd name="connsiteX4" fmla="*/ 1788226 w 1788226"/>
                  <a:gd name="connsiteY4" fmla="*/ 5792855 h 5792855"/>
                  <a:gd name="connsiteX5" fmla="*/ 989639 w 1788226"/>
                  <a:gd name="connsiteY5" fmla="*/ 5792855 h 5792855"/>
                  <a:gd name="connsiteX0" fmla="*/ 0 w 798587"/>
                  <a:gd name="connsiteY0" fmla="*/ 142125 h 142125"/>
                  <a:gd name="connsiteX1" fmla="*/ 148243 w 798587"/>
                  <a:gd name="connsiteY1" fmla="*/ 0 h 142125"/>
                  <a:gd name="connsiteX2" fmla="*/ 650344 w 798587"/>
                  <a:gd name="connsiteY2" fmla="*/ 0 h 142125"/>
                  <a:gd name="connsiteX3" fmla="*/ 798587 w 798587"/>
                  <a:gd name="connsiteY3" fmla="*/ 142125 h 142125"/>
                  <a:gd name="connsiteX4" fmla="*/ 0 w 798587"/>
                  <a:gd name="connsiteY4" fmla="*/ 142125 h 142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587" h="142125">
                    <a:moveTo>
                      <a:pt x="0" y="142125"/>
                    </a:moveTo>
                    <a:lnTo>
                      <a:pt x="148243" y="0"/>
                    </a:lnTo>
                    <a:lnTo>
                      <a:pt x="650344" y="0"/>
                    </a:lnTo>
                    <a:lnTo>
                      <a:pt x="798587" y="142125"/>
                    </a:lnTo>
                    <a:lnTo>
                      <a:pt x="0" y="142125"/>
                    </a:lnTo>
                    <a:close/>
                  </a:path>
                </a:pathLst>
              </a:custGeom>
              <a:gradFill>
                <a:gsLst>
                  <a:gs pos="0">
                    <a:schemeClr val="accent1">
                      <a:lumMod val="20000"/>
                      <a:lumOff val="80000"/>
                    </a:schemeClr>
                  </a:gs>
                  <a:gs pos="48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11" name="梯形 83">
                <a:extLst>
                  <a:ext uri="{FF2B5EF4-FFF2-40B4-BE49-F238E27FC236}">
                    <a16:creationId xmlns:a16="http://schemas.microsoft.com/office/drawing/2014/main" id="{51357BD5-94D1-F144-EE54-EAACE4DE2803}"/>
                  </a:ext>
                </a:extLst>
              </p:cNvPr>
              <p:cNvSpPr/>
              <p:nvPr/>
            </p:nvSpPr>
            <p:spPr>
              <a:xfrm flipV="1">
                <a:off x="974932" y="5653904"/>
                <a:ext cx="828000" cy="144000"/>
              </a:xfrm>
              <a:prstGeom prst="trapezoid">
                <a:avLst>
                  <a:gd name="adj" fmla="val 114374"/>
                </a:avLst>
              </a:prstGeom>
              <a:noFill/>
              <a:ln w="6350">
                <a:solidFill>
                  <a:schemeClr val="accent1">
                    <a:alpha val="3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cxnSp>
            <p:nvCxnSpPr>
              <p:cNvPr id="112" name="直接连接符 111">
                <a:extLst>
                  <a:ext uri="{FF2B5EF4-FFF2-40B4-BE49-F238E27FC236}">
                    <a16:creationId xmlns:a16="http://schemas.microsoft.com/office/drawing/2014/main" id="{480057A1-9ED8-45D3-49AB-E6A70364143A}"/>
                  </a:ext>
                </a:extLst>
              </p:cNvPr>
              <p:cNvCxnSpPr>
                <a:cxnSpLocks/>
              </p:cNvCxnSpPr>
              <p:nvPr/>
            </p:nvCxnSpPr>
            <p:spPr>
              <a:xfrm>
                <a:off x="688500" y="5653906"/>
                <a:ext cx="1400864" cy="0"/>
              </a:xfrm>
              <a:prstGeom prst="line">
                <a:avLst/>
              </a:prstGeom>
              <a:ln>
                <a:gradFill>
                  <a:gsLst>
                    <a:gs pos="0">
                      <a:schemeClr val="accent1">
                        <a:alpha val="0"/>
                      </a:schemeClr>
                    </a:gs>
                    <a:gs pos="30000">
                      <a:schemeClr val="accent1"/>
                    </a:gs>
                    <a:gs pos="7000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00" name="文本框 99">
              <a:extLst>
                <a:ext uri="{FF2B5EF4-FFF2-40B4-BE49-F238E27FC236}">
                  <a16:creationId xmlns:a16="http://schemas.microsoft.com/office/drawing/2014/main" id="{C82EA927-BD83-8C64-4326-A5AA58995E2B}"/>
                </a:ext>
              </a:extLst>
            </p:cNvPr>
            <p:cNvSpPr txBox="1"/>
            <p:nvPr/>
          </p:nvSpPr>
          <p:spPr>
            <a:xfrm>
              <a:off x="3641151" y="5888633"/>
              <a:ext cx="461664" cy="152349"/>
            </a:xfrm>
            <a:prstGeom prst="rect">
              <a:avLst/>
            </a:prstGeom>
            <a:noFill/>
          </p:spPr>
          <p:txBody>
            <a:bodyPr wrap="none" lIns="0" tIns="0" rIns="0" bIns="0" rtlCol="0">
              <a:spAutoFit/>
            </a:bodyPr>
            <a:lstStyle/>
            <a:p>
              <a:pPr algn="ctr"/>
              <a:r>
                <a:rPr lang="zh-CN" altLang="en-US" sz="900" b="1" dirty="0">
                  <a:latin typeface="+mn-ea"/>
                </a:rPr>
                <a:t>组织智能</a:t>
              </a:r>
            </a:p>
          </p:txBody>
        </p:sp>
        <p:sp>
          <p:nvSpPr>
            <p:cNvPr id="102" name="文本框 101">
              <a:extLst>
                <a:ext uri="{FF2B5EF4-FFF2-40B4-BE49-F238E27FC236}">
                  <a16:creationId xmlns:a16="http://schemas.microsoft.com/office/drawing/2014/main" id="{21FA3A19-AAA8-CFFA-F87A-34344DF5A4B9}"/>
                </a:ext>
              </a:extLst>
            </p:cNvPr>
            <p:cNvSpPr txBox="1"/>
            <p:nvPr/>
          </p:nvSpPr>
          <p:spPr>
            <a:xfrm>
              <a:off x="3148030" y="6163102"/>
              <a:ext cx="433370" cy="123111"/>
            </a:xfrm>
            <a:prstGeom prst="rect">
              <a:avLst/>
            </a:prstGeom>
            <a:noFill/>
          </p:spPr>
          <p:txBody>
            <a:bodyPr wrap="square" lIns="0" tIns="0" rIns="0" bIns="0" rtlCol="0">
              <a:spAutoFit/>
            </a:bodyPr>
            <a:lstStyle/>
            <a:p>
              <a:pPr algn="ctr"/>
              <a:r>
                <a:rPr lang="zh-CN" altLang="en-US" sz="800" dirty="0">
                  <a:solidFill>
                    <a:schemeClr val="bg1"/>
                  </a:solidFill>
                  <a:latin typeface="+mn-ea"/>
                </a:rPr>
                <a:t>协同办公</a:t>
              </a:r>
            </a:p>
          </p:txBody>
        </p:sp>
        <p:sp>
          <p:nvSpPr>
            <p:cNvPr id="103" name="文本框 102">
              <a:extLst>
                <a:ext uri="{FF2B5EF4-FFF2-40B4-BE49-F238E27FC236}">
                  <a16:creationId xmlns:a16="http://schemas.microsoft.com/office/drawing/2014/main" id="{E533236A-3616-7C68-B831-2AFD55C192ED}"/>
                </a:ext>
              </a:extLst>
            </p:cNvPr>
            <p:cNvSpPr txBox="1"/>
            <p:nvPr/>
          </p:nvSpPr>
          <p:spPr>
            <a:xfrm>
              <a:off x="3666799" y="6163102"/>
              <a:ext cx="410369" cy="135422"/>
            </a:xfrm>
            <a:prstGeom prst="rect">
              <a:avLst/>
            </a:prstGeom>
            <a:noFill/>
          </p:spPr>
          <p:txBody>
            <a:bodyPr wrap="none" lIns="0" tIns="0" rIns="0" bIns="0" rtlCol="0">
              <a:spAutoFit/>
            </a:bodyPr>
            <a:lstStyle/>
            <a:p>
              <a:pPr algn="ctr"/>
              <a:r>
                <a:rPr lang="zh-CN" altLang="en-US" sz="800" dirty="0">
                  <a:solidFill>
                    <a:schemeClr val="bg1"/>
                  </a:solidFill>
                  <a:latin typeface="+mn-ea"/>
                </a:rPr>
                <a:t>数字员工</a:t>
              </a:r>
            </a:p>
          </p:txBody>
        </p:sp>
        <p:sp>
          <p:nvSpPr>
            <p:cNvPr id="104" name="文本框 103">
              <a:extLst>
                <a:ext uri="{FF2B5EF4-FFF2-40B4-BE49-F238E27FC236}">
                  <a16:creationId xmlns:a16="http://schemas.microsoft.com/office/drawing/2014/main" id="{C16CFE38-2083-08DC-FB43-55870A9662AC}"/>
                </a:ext>
              </a:extLst>
            </p:cNvPr>
            <p:cNvSpPr txBox="1"/>
            <p:nvPr/>
          </p:nvSpPr>
          <p:spPr>
            <a:xfrm>
              <a:off x="4180627" y="6163102"/>
              <a:ext cx="410369" cy="135422"/>
            </a:xfrm>
            <a:prstGeom prst="rect">
              <a:avLst/>
            </a:prstGeom>
            <a:noFill/>
          </p:spPr>
          <p:txBody>
            <a:bodyPr wrap="none" lIns="0" tIns="0" rIns="0" bIns="0" rtlCol="0">
              <a:spAutoFit/>
            </a:bodyPr>
            <a:lstStyle/>
            <a:p>
              <a:pPr algn="ctr"/>
              <a:r>
                <a:rPr lang="zh-CN" altLang="en-US" sz="800" dirty="0">
                  <a:solidFill>
                    <a:schemeClr val="bg1"/>
                  </a:solidFill>
                  <a:latin typeface="+mn-ea"/>
                </a:rPr>
                <a:t>管理决策</a:t>
              </a:r>
            </a:p>
          </p:txBody>
        </p:sp>
      </p:grpSp>
      <p:grpSp>
        <p:nvGrpSpPr>
          <p:cNvPr id="1069" name="组合 1068">
            <a:extLst>
              <a:ext uri="{FF2B5EF4-FFF2-40B4-BE49-F238E27FC236}">
                <a16:creationId xmlns:a16="http://schemas.microsoft.com/office/drawing/2014/main" id="{C659CC71-A72E-8E25-7C16-B5F331B561AF}"/>
              </a:ext>
            </a:extLst>
          </p:cNvPr>
          <p:cNvGrpSpPr/>
          <p:nvPr/>
        </p:nvGrpSpPr>
        <p:grpSpPr>
          <a:xfrm>
            <a:off x="7472496" y="5768764"/>
            <a:ext cx="1695045" cy="505249"/>
            <a:chOff x="7472496" y="5878338"/>
            <a:chExt cx="1695045" cy="505249"/>
          </a:xfrm>
        </p:grpSpPr>
        <p:grpSp>
          <p:nvGrpSpPr>
            <p:cNvPr id="119" name="组合 118">
              <a:extLst>
                <a:ext uri="{FF2B5EF4-FFF2-40B4-BE49-F238E27FC236}">
                  <a16:creationId xmlns:a16="http://schemas.microsoft.com/office/drawing/2014/main" id="{6170B22E-BC9D-B681-9FBE-A319C35A366B}"/>
                </a:ext>
              </a:extLst>
            </p:cNvPr>
            <p:cNvGrpSpPr/>
            <p:nvPr/>
          </p:nvGrpSpPr>
          <p:grpSpPr>
            <a:xfrm>
              <a:off x="7472496" y="5878338"/>
              <a:ext cx="1695045" cy="505249"/>
              <a:chOff x="688500" y="5650730"/>
              <a:chExt cx="1400864" cy="459317"/>
            </a:xfrm>
          </p:grpSpPr>
          <p:sp>
            <p:nvSpPr>
              <p:cNvPr id="1025" name="矩形: 圆角 1024">
                <a:extLst>
                  <a:ext uri="{FF2B5EF4-FFF2-40B4-BE49-F238E27FC236}">
                    <a16:creationId xmlns:a16="http://schemas.microsoft.com/office/drawing/2014/main" id="{7ED90130-0171-B2DE-89E0-CA1A35FBA6AA}"/>
                  </a:ext>
                </a:extLst>
              </p:cNvPr>
              <p:cNvSpPr/>
              <p:nvPr/>
            </p:nvSpPr>
            <p:spPr>
              <a:xfrm>
                <a:off x="688500" y="5650730"/>
                <a:ext cx="1400864" cy="459317"/>
              </a:xfrm>
              <a:prstGeom prst="roundRect">
                <a:avLst>
                  <a:gd name="adj" fmla="val 5527"/>
                </a:avLst>
              </a:prstGeom>
              <a:gradFill flip="none" rotWithShape="1">
                <a:gsLst>
                  <a:gs pos="41000">
                    <a:schemeClr val="tx2"/>
                  </a:gs>
                  <a:gs pos="0">
                    <a:schemeClr val="accent1">
                      <a:lumMod val="20000"/>
                      <a:lumOff val="80000"/>
                    </a:schemeClr>
                  </a:gs>
                </a:gsLst>
                <a:lin ang="5400000" scaled="0"/>
                <a:tileRect/>
              </a:gradFill>
              <a:ln w="9525">
                <a:solidFill>
                  <a:schemeClr val="tx2"/>
                </a:solidFill>
              </a:ln>
              <a:effectLst>
                <a:outerShdw blurRad="101600" dist="38100" dir="5400000" algn="t" rotWithShape="0">
                  <a:schemeClr val="accent1">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27" name="梯形 83">
                <a:extLst>
                  <a:ext uri="{FF2B5EF4-FFF2-40B4-BE49-F238E27FC236}">
                    <a16:creationId xmlns:a16="http://schemas.microsoft.com/office/drawing/2014/main" id="{CE1230FD-1A18-3C27-8CFC-DC9812233714}"/>
                  </a:ext>
                </a:extLst>
              </p:cNvPr>
              <p:cNvSpPr/>
              <p:nvPr/>
            </p:nvSpPr>
            <p:spPr>
              <a:xfrm flipV="1">
                <a:off x="989639" y="5650730"/>
                <a:ext cx="798587" cy="142125"/>
              </a:xfrm>
              <a:custGeom>
                <a:avLst/>
                <a:gdLst>
                  <a:gd name="connsiteX0" fmla="*/ 0 w 798587"/>
                  <a:gd name="connsiteY0" fmla="*/ 142125 h 142125"/>
                  <a:gd name="connsiteX1" fmla="*/ 148243 w 798587"/>
                  <a:gd name="connsiteY1" fmla="*/ 0 h 142125"/>
                  <a:gd name="connsiteX2" fmla="*/ 650344 w 798587"/>
                  <a:gd name="connsiteY2" fmla="*/ 0 h 142125"/>
                  <a:gd name="connsiteX3" fmla="*/ 798587 w 798587"/>
                  <a:gd name="connsiteY3" fmla="*/ 142125 h 142125"/>
                  <a:gd name="connsiteX4" fmla="*/ 0 w 798587"/>
                  <a:gd name="connsiteY4" fmla="*/ 142125 h 142125"/>
                  <a:gd name="connsiteX0" fmla="*/ 989639 w 1788226"/>
                  <a:gd name="connsiteY0" fmla="*/ 5792855 h 5792855"/>
                  <a:gd name="connsiteX1" fmla="*/ 0 w 1788226"/>
                  <a:gd name="connsiteY1" fmla="*/ 0 h 5792855"/>
                  <a:gd name="connsiteX2" fmla="*/ 1137882 w 1788226"/>
                  <a:gd name="connsiteY2" fmla="*/ 5650730 h 5792855"/>
                  <a:gd name="connsiteX3" fmla="*/ 1639983 w 1788226"/>
                  <a:gd name="connsiteY3" fmla="*/ 5650730 h 5792855"/>
                  <a:gd name="connsiteX4" fmla="*/ 1788226 w 1788226"/>
                  <a:gd name="connsiteY4" fmla="*/ 5792855 h 5792855"/>
                  <a:gd name="connsiteX5" fmla="*/ 989639 w 1788226"/>
                  <a:gd name="connsiteY5" fmla="*/ 5792855 h 5792855"/>
                  <a:gd name="connsiteX0" fmla="*/ 0 w 798587"/>
                  <a:gd name="connsiteY0" fmla="*/ 142125 h 142125"/>
                  <a:gd name="connsiteX1" fmla="*/ 148243 w 798587"/>
                  <a:gd name="connsiteY1" fmla="*/ 0 h 142125"/>
                  <a:gd name="connsiteX2" fmla="*/ 650344 w 798587"/>
                  <a:gd name="connsiteY2" fmla="*/ 0 h 142125"/>
                  <a:gd name="connsiteX3" fmla="*/ 798587 w 798587"/>
                  <a:gd name="connsiteY3" fmla="*/ 142125 h 142125"/>
                  <a:gd name="connsiteX4" fmla="*/ 0 w 798587"/>
                  <a:gd name="connsiteY4" fmla="*/ 142125 h 142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587" h="142125">
                    <a:moveTo>
                      <a:pt x="0" y="142125"/>
                    </a:moveTo>
                    <a:lnTo>
                      <a:pt x="148243" y="0"/>
                    </a:lnTo>
                    <a:lnTo>
                      <a:pt x="650344" y="0"/>
                    </a:lnTo>
                    <a:lnTo>
                      <a:pt x="798587" y="142125"/>
                    </a:lnTo>
                    <a:lnTo>
                      <a:pt x="0" y="142125"/>
                    </a:lnTo>
                    <a:close/>
                  </a:path>
                </a:pathLst>
              </a:custGeom>
              <a:gradFill>
                <a:gsLst>
                  <a:gs pos="0">
                    <a:schemeClr val="accent1">
                      <a:lumMod val="20000"/>
                      <a:lumOff val="80000"/>
                    </a:schemeClr>
                  </a:gs>
                  <a:gs pos="48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028" name="梯形 83">
                <a:extLst>
                  <a:ext uri="{FF2B5EF4-FFF2-40B4-BE49-F238E27FC236}">
                    <a16:creationId xmlns:a16="http://schemas.microsoft.com/office/drawing/2014/main" id="{85924791-DAF5-E1F3-DDA8-AB8A33023509}"/>
                  </a:ext>
                </a:extLst>
              </p:cNvPr>
              <p:cNvSpPr/>
              <p:nvPr/>
            </p:nvSpPr>
            <p:spPr>
              <a:xfrm flipV="1">
                <a:off x="974932" y="5653904"/>
                <a:ext cx="828000" cy="144000"/>
              </a:xfrm>
              <a:prstGeom prst="trapezoid">
                <a:avLst>
                  <a:gd name="adj" fmla="val 114475"/>
                </a:avLst>
              </a:prstGeom>
              <a:noFill/>
              <a:ln w="6350">
                <a:solidFill>
                  <a:schemeClr val="accent1">
                    <a:alpha val="3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cxnSp>
            <p:nvCxnSpPr>
              <p:cNvPr id="1029" name="直接连接符 1028">
                <a:extLst>
                  <a:ext uri="{FF2B5EF4-FFF2-40B4-BE49-F238E27FC236}">
                    <a16:creationId xmlns:a16="http://schemas.microsoft.com/office/drawing/2014/main" id="{1466A146-0364-23AE-0F56-4077AAD2D5C7}"/>
                  </a:ext>
                </a:extLst>
              </p:cNvPr>
              <p:cNvCxnSpPr>
                <a:cxnSpLocks/>
              </p:cNvCxnSpPr>
              <p:nvPr/>
            </p:nvCxnSpPr>
            <p:spPr>
              <a:xfrm>
                <a:off x="688500" y="5653906"/>
                <a:ext cx="1400864" cy="0"/>
              </a:xfrm>
              <a:prstGeom prst="line">
                <a:avLst/>
              </a:prstGeom>
              <a:ln>
                <a:gradFill>
                  <a:gsLst>
                    <a:gs pos="0">
                      <a:schemeClr val="accent1">
                        <a:alpha val="0"/>
                      </a:schemeClr>
                    </a:gs>
                    <a:gs pos="30000">
                      <a:schemeClr val="accent1"/>
                    </a:gs>
                    <a:gs pos="7000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22" name="文本框 121">
              <a:extLst>
                <a:ext uri="{FF2B5EF4-FFF2-40B4-BE49-F238E27FC236}">
                  <a16:creationId xmlns:a16="http://schemas.microsoft.com/office/drawing/2014/main" id="{848D08FE-6FCF-9C05-9002-301F686B0F20}"/>
                </a:ext>
              </a:extLst>
            </p:cNvPr>
            <p:cNvSpPr txBox="1"/>
            <p:nvPr/>
          </p:nvSpPr>
          <p:spPr>
            <a:xfrm>
              <a:off x="8089183" y="5888633"/>
              <a:ext cx="461664" cy="152349"/>
            </a:xfrm>
            <a:prstGeom prst="rect">
              <a:avLst/>
            </a:prstGeom>
            <a:noFill/>
          </p:spPr>
          <p:txBody>
            <a:bodyPr wrap="none" lIns="0" tIns="0" rIns="0" bIns="0" rtlCol="0">
              <a:spAutoFit/>
            </a:bodyPr>
            <a:lstStyle/>
            <a:p>
              <a:pPr algn="ctr"/>
              <a:r>
                <a:rPr lang="zh-CN" altLang="en-US" sz="900" b="1" dirty="0">
                  <a:latin typeface="+mn-ea"/>
                </a:rPr>
                <a:t>物联边缘</a:t>
              </a:r>
            </a:p>
          </p:txBody>
        </p:sp>
        <p:sp>
          <p:nvSpPr>
            <p:cNvPr id="126" name="文本框 125">
              <a:extLst>
                <a:ext uri="{FF2B5EF4-FFF2-40B4-BE49-F238E27FC236}">
                  <a16:creationId xmlns:a16="http://schemas.microsoft.com/office/drawing/2014/main" id="{F703F8F1-ECDB-F4FA-CF2C-898DB13DAAA4}"/>
                </a:ext>
              </a:extLst>
            </p:cNvPr>
            <p:cNvSpPr txBox="1"/>
            <p:nvPr/>
          </p:nvSpPr>
          <p:spPr>
            <a:xfrm>
              <a:off x="7637502" y="6163102"/>
              <a:ext cx="260310" cy="123111"/>
            </a:xfrm>
            <a:prstGeom prst="rect">
              <a:avLst/>
            </a:prstGeom>
            <a:noFill/>
          </p:spPr>
          <p:txBody>
            <a:bodyPr wrap="square" lIns="0" tIns="0" rIns="0" bIns="0" rtlCol="0">
              <a:spAutoFit/>
            </a:bodyPr>
            <a:lstStyle/>
            <a:p>
              <a:pPr algn="ctr"/>
              <a:r>
                <a:rPr lang="zh-CN" altLang="en-US" sz="800" dirty="0">
                  <a:solidFill>
                    <a:schemeClr val="bg1"/>
                  </a:solidFill>
                  <a:latin typeface="+mn-ea"/>
                </a:rPr>
                <a:t>消费</a:t>
              </a:r>
            </a:p>
          </p:txBody>
        </p:sp>
        <p:sp>
          <p:nvSpPr>
            <p:cNvPr id="127" name="文本框 126">
              <a:extLst>
                <a:ext uri="{FF2B5EF4-FFF2-40B4-BE49-F238E27FC236}">
                  <a16:creationId xmlns:a16="http://schemas.microsoft.com/office/drawing/2014/main" id="{CCE889E3-EE33-67BF-1F3E-40499991CFC3}"/>
                </a:ext>
              </a:extLst>
            </p:cNvPr>
            <p:cNvSpPr txBox="1"/>
            <p:nvPr/>
          </p:nvSpPr>
          <p:spPr>
            <a:xfrm>
              <a:off x="8039636" y="6163102"/>
              <a:ext cx="205184" cy="135422"/>
            </a:xfrm>
            <a:prstGeom prst="rect">
              <a:avLst/>
            </a:prstGeom>
            <a:noFill/>
          </p:spPr>
          <p:txBody>
            <a:bodyPr wrap="none" lIns="0" tIns="0" rIns="0" bIns="0" rtlCol="0">
              <a:spAutoFit/>
            </a:bodyPr>
            <a:lstStyle/>
            <a:p>
              <a:pPr algn="ctr"/>
              <a:r>
                <a:rPr lang="zh-CN" altLang="en-US" sz="800" dirty="0">
                  <a:solidFill>
                    <a:schemeClr val="bg1"/>
                  </a:solidFill>
                  <a:latin typeface="+mn-ea"/>
                </a:rPr>
                <a:t>工业</a:t>
              </a:r>
            </a:p>
          </p:txBody>
        </p:sp>
        <p:sp>
          <p:nvSpPr>
            <p:cNvPr id="1024" name="文本框 1023">
              <a:extLst>
                <a:ext uri="{FF2B5EF4-FFF2-40B4-BE49-F238E27FC236}">
                  <a16:creationId xmlns:a16="http://schemas.microsoft.com/office/drawing/2014/main" id="{95A6B316-3227-E9EA-D9BB-6E0F7DF8D75C}"/>
                </a:ext>
              </a:extLst>
            </p:cNvPr>
            <p:cNvSpPr txBox="1"/>
            <p:nvPr/>
          </p:nvSpPr>
          <p:spPr>
            <a:xfrm>
              <a:off x="8791408" y="6163102"/>
              <a:ext cx="137859" cy="135422"/>
            </a:xfrm>
            <a:prstGeom prst="rect">
              <a:avLst/>
            </a:prstGeom>
            <a:noFill/>
          </p:spPr>
          <p:txBody>
            <a:bodyPr wrap="none" lIns="0" tIns="0" rIns="0" bIns="0" rtlCol="0">
              <a:spAutoFit/>
            </a:bodyPr>
            <a:lstStyle/>
            <a:p>
              <a:pPr algn="ctr"/>
              <a:r>
                <a:rPr lang="en-US" altLang="zh-CN" sz="800" dirty="0">
                  <a:solidFill>
                    <a:schemeClr val="bg1"/>
                  </a:solidFill>
                  <a:latin typeface="+mn-ea"/>
                </a:rPr>
                <a:t>5G</a:t>
              </a:r>
              <a:endParaRPr lang="zh-CN" altLang="en-US" sz="800" dirty="0">
                <a:solidFill>
                  <a:schemeClr val="bg1"/>
                </a:solidFill>
                <a:latin typeface="+mn-ea"/>
              </a:endParaRPr>
            </a:p>
          </p:txBody>
        </p:sp>
        <p:sp>
          <p:nvSpPr>
            <p:cNvPr id="1030" name="文本框 1029">
              <a:extLst>
                <a:ext uri="{FF2B5EF4-FFF2-40B4-BE49-F238E27FC236}">
                  <a16:creationId xmlns:a16="http://schemas.microsoft.com/office/drawing/2014/main" id="{576DFC55-B180-18E8-D588-FA84C73E40D7}"/>
                </a:ext>
              </a:extLst>
            </p:cNvPr>
            <p:cNvSpPr txBox="1"/>
            <p:nvPr/>
          </p:nvSpPr>
          <p:spPr>
            <a:xfrm>
              <a:off x="8414206" y="6163102"/>
              <a:ext cx="205184" cy="135422"/>
            </a:xfrm>
            <a:prstGeom prst="rect">
              <a:avLst/>
            </a:prstGeom>
            <a:noFill/>
          </p:spPr>
          <p:txBody>
            <a:bodyPr wrap="none" lIns="0" tIns="0" rIns="0" bIns="0" rtlCol="0">
              <a:spAutoFit/>
            </a:bodyPr>
            <a:lstStyle/>
            <a:p>
              <a:pPr algn="ctr"/>
              <a:r>
                <a:rPr lang="zh-CN" altLang="en-US" sz="800" dirty="0">
                  <a:solidFill>
                    <a:schemeClr val="bg1"/>
                  </a:solidFill>
                  <a:latin typeface="+mn-ea"/>
                </a:rPr>
                <a:t>边缘</a:t>
              </a:r>
            </a:p>
          </p:txBody>
        </p:sp>
      </p:grpSp>
      <p:grpSp>
        <p:nvGrpSpPr>
          <p:cNvPr id="1070" name="组合 1069">
            <a:extLst>
              <a:ext uri="{FF2B5EF4-FFF2-40B4-BE49-F238E27FC236}">
                <a16:creationId xmlns:a16="http://schemas.microsoft.com/office/drawing/2014/main" id="{BE056CD7-753E-4707-C28B-A1C132DC1A34}"/>
              </a:ext>
            </a:extLst>
          </p:cNvPr>
          <p:cNvGrpSpPr/>
          <p:nvPr/>
        </p:nvGrpSpPr>
        <p:grpSpPr>
          <a:xfrm>
            <a:off x="9440019" y="5518190"/>
            <a:ext cx="1695045" cy="505249"/>
            <a:chOff x="9440019" y="5627764"/>
            <a:chExt cx="1695045" cy="505249"/>
          </a:xfrm>
        </p:grpSpPr>
        <p:grpSp>
          <p:nvGrpSpPr>
            <p:cNvPr id="1032" name="组合 1031">
              <a:extLst>
                <a:ext uri="{FF2B5EF4-FFF2-40B4-BE49-F238E27FC236}">
                  <a16:creationId xmlns:a16="http://schemas.microsoft.com/office/drawing/2014/main" id="{83E60E4C-96AB-8671-6F36-B26ABAF680FF}"/>
                </a:ext>
              </a:extLst>
            </p:cNvPr>
            <p:cNvGrpSpPr/>
            <p:nvPr/>
          </p:nvGrpSpPr>
          <p:grpSpPr>
            <a:xfrm>
              <a:off x="9440019" y="5627764"/>
              <a:ext cx="1695045" cy="505249"/>
              <a:chOff x="688500" y="5650730"/>
              <a:chExt cx="1400864" cy="459317"/>
            </a:xfrm>
          </p:grpSpPr>
          <p:sp>
            <p:nvSpPr>
              <p:cNvPr id="1037" name="矩形: 圆角 1036">
                <a:extLst>
                  <a:ext uri="{FF2B5EF4-FFF2-40B4-BE49-F238E27FC236}">
                    <a16:creationId xmlns:a16="http://schemas.microsoft.com/office/drawing/2014/main" id="{C456402C-6E52-673A-E62E-C6DC829237F1}"/>
                  </a:ext>
                </a:extLst>
              </p:cNvPr>
              <p:cNvSpPr/>
              <p:nvPr/>
            </p:nvSpPr>
            <p:spPr>
              <a:xfrm>
                <a:off x="688500" y="5650730"/>
                <a:ext cx="1400864" cy="459317"/>
              </a:xfrm>
              <a:prstGeom prst="roundRect">
                <a:avLst>
                  <a:gd name="adj" fmla="val 5527"/>
                </a:avLst>
              </a:prstGeom>
              <a:gradFill flip="none" rotWithShape="1">
                <a:gsLst>
                  <a:gs pos="41000">
                    <a:schemeClr val="tx2"/>
                  </a:gs>
                  <a:gs pos="0">
                    <a:schemeClr val="accent1">
                      <a:lumMod val="20000"/>
                      <a:lumOff val="80000"/>
                    </a:schemeClr>
                  </a:gs>
                </a:gsLst>
                <a:lin ang="5400000" scaled="0"/>
                <a:tileRect/>
              </a:gradFill>
              <a:ln w="9525">
                <a:solidFill>
                  <a:schemeClr val="tx2"/>
                </a:solidFill>
              </a:ln>
              <a:effectLst>
                <a:outerShdw blurRad="101600" dist="38100" dir="5400000" algn="t" rotWithShape="0">
                  <a:schemeClr val="accent1">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38" name="梯形 83">
                <a:extLst>
                  <a:ext uri="{FF2B5EF4-FFF2-40B4-BE49-F238E27FC236}">
                    <a16:creationId xmlns:a16="http://schemas.microsoft.com/office/drawing/2014/main" id="{85190D50-D931-3612-07AB-BABF633548A9}"/>
                  </a:ext>
                </a:extLst>
              </p:cNvPr>
              <p:cNvSpPr/>
              <p:nvPr/>
            </p:nvSpPr>
            <p:spPr>
              <a:xfrm flipV="1">
                <a:off x="989639" y="5650730"/>
                <a:ext cx="798587" cy="142125"/>
              </a:xfrm>
              <a:custGeom>
                <a:avLst/>
                <a:gdLst>
                  <a:gd name="connsiteX0" fmla="*/ 0 w 798587"/>
                  <a:gd name="connsiteY0" fmla="*/ 142125 h 142125"/>
                  <a:gd name="connsiteX1" fmla="*/ 148243 w 798587"/>
                  <a:gd name="connsiteY1" fmla="*/ 0 h 142125"/>
                  <a:gd name="connsiteX2" fmla="*/ 650344 w 798587"/>
                  <a:gd name="connsiteY2" fmla="*/ 0 h 142125"/>
                  <a:gd name="connsiteX3" fmla="*/ 798587 w 798587"/>
                  <a:gd name="connsiteY3" fmla="*/ 142125 h 142125"/>
                  <a:gd name="connsiteX4" fmla="*/ 0 w 798587"/>
                  <a:gd name="connsiteY4" fmla="*/ 142125 h 142125"/>
                  <a:gd name="connsiteX0" fmla="*/ 989639 w 1788226"/>
                  <a:gd name="connsiteY0" fmla="*/ 5792855 h 5792855"/>
                  <a:gd name="connsiteX1" fmla="*/ 0 w 1788226"/>
                  <a:gd name="connsiteY1" fmla="*/ 0 h 5792855"/>
                  <a:gd name="connsiteX2" fmla="*/ 1137882 w 1788226"/>
                  <a:gd name="connsiteY2" fmla="*/ 5650730 h 5792855"/>
                  <a:gd name="connsiteX3" fmla="*/ 1639983 w 1788226"/>
                  <a:gd name="connsiteY3" fmla="*/ 5650730 h 5792855"/>
                  <a:gd name="connsiteX4" fmla="*/ 1788226 w 1788226"/>
                  <a:gd name="connsiteY4" fmla="*/ 5792855 h 5792855"/>
                  <a:gd name="connsiteX5" fmla="*/ 989639 w 1788226"/>
                  <a:gd name="connsiteY5" fmla="*/ 5792855 h 5792855"/>
                  <a:gd name="connsiteX0" fmla="*/ 0 w 798587"/>
                  <a:gd name="connsiteY0" fmla="*/ 142125 h 142125"/>
                  <a:gd name="connsiteX1" fmla="*/ 148243 w 798587"/>
                  <a:gd name="connsiteY1" fmla="*/ 0 h 142125"/>
                  <a:gd name="connsiteX2" fmla="*/ 650344 w 798587"/>
                  <a:gd name="connsiteY2" fmla="*/ 0 h 142125"/>
                  <a:gd name="connsiteX3" fmla="*/ 798587 w 798587"/>
                  <a:gd name="connsiteY3" fmla="*/ 142125 h 142125"/>
                  <a:gd name="connsiteX4" fmla="*/ 0 w 798587"/>
                  <a:gd name="connsiteY4" fmla="*/ 142125 h 142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587" h="142125">
                    <a:moveTo>
                      <a:pt x="0" y="142125"/>
                    </a:moveTo>
                    <a:lnTo>
                      <a:pt x="148243" y="0"/>
                    </a:lnTo>
                    <a:lnTo>
                      <a:pt x="650344" y="0"/>
                    </a:lnTo>
                    <a:lnTo>
                      <a:pt x="798587" y="142125"/>
                    </a:lnTo>
                    <a:lnTo>
                      <a:pt x="0" y="142125"/>
                    </a:lnTo>
                    <a:close/>
                  </a:path>
                </a:pathLst>
              </a:custGeom>
              <a:gradFill>
                <a:gsLst>
                  <a:gs pos="0">
                    <a:schemeClr val="accent1">
                      <a:lumMod val="20000"/>
                      <a:lumOff val="80000"/>
                    </a:schemeClr>
                  </a:gs>
                  <a:gs pos="48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039" name="梯形 83">
                <a:extLst>
                  <a:ext uri="{FF2B5EF4-FFF2-40B4-BE49-F238E27FC236}">
                    <a16:creationId xmlns:a16="http://schemas.microsoft.com/office/drawing/2014/main" id="{AA87858F-2988-8C87-A88A-F0485F99D6C3}"/>
                  </a:ext>
                </a:extLst>
              </p:cNvPr>
              <p:cNvSpPr/>
              <p:nvPr/>
            </p:nvSpPr>
            <p:spPr>
              <a:xfrm flipV="1">
                <a:off x="974932" y="5653904"/>
                <a:ext cx="828000" cy="144000"/>
              </a:xfrm>
              <a:prstGeom prst="trapezoid">
                <a:avLst>
                  <a:gd name="adj" fmla="val 114307"/>
                </a:avLst>
              </a:prstGeom>
              <a:noFill/>
              <a:ln w="6350">
                <a:solidFill>
                  <a:schemeClr val="accent1">
                    <a:alpha val="3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cxnSp>
            <p:nvCxnSpPr>
              <p:cNvPr id="1040" name="直接连接符 1039">
                <a:extLst>
                  <a:ext uri="{FF2B5EF4-FFF2-40B4-BE49-F238E27FC236}">
                    <a16:creationId xmlns:a16="http://schemas.microsoft.com/office/drawing/2014/main" id="{57D22C31-962F-8810-D2FC-539EBA12DC19}"/>
                  </a:ext>
                </a:extLst>
              </p:cNvPr>
              <p:cNvCxnSpPr>
                <a:cxnSpLocks/>
              </p:cNvCxnSpPr>
              <p:nvPr/>
            </p:nvCxnSpPr>
            <p:spPr>
              <a:xfrm>
                <a:off x="688500" y="5653906"/>
                <a:ext cx="1400864" cy="0"/>
              </a:xfrm>
              <a:prstGeom prst="line">
                <a:avLst/>
              </a:prstGeom>
              <a:ln>
                <a:gradFill>
                  <a:gsLst>
                    <a:gs pos="0">
                      <a:schemeClr val="accent1">
                        <a:alpha val="0"/>
                      </a:schemeClr>
                    </a:gs>
                    <a:gs pos="30000">
                      <a:schemeClr val="accent1"/>
                    </a:gs>
                    <a:gs pos="7000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grpSp>
        <p:sp>
          <p:nvSpPr>
            <p:cNvPr id="1033" name="文本框 1032">
              <a:extLst>
                <a:ext uri="{FF2B5EF4-FFF2-40B4-BE49-F238E27FC236}">
                  <a16:creationId xmlns:a16="http://schemas.microsoft.com/office/drawing/2014/main" id="{E4992DEE-6E9A-76AB-DC51-0833CB88B921}"/>
                </a:ext>
              </a:extLst>
            </p:cNvPr>
            <p:cNvSpPr txBox="1"/>
            <p:nvPr/>
          </p:nvSpPr>
          <p:spPr>
            <a:xfrm>
              <a:off x="10056709" y="5638059"/>
              <a:ext cx="461664" cy="152349"/>
            </a:xfrm>
            <a:prstGeom prst="rect">
              <a:avLst/>
            </a:prstGeom>
            <a:noFill/>
          </p:spPr>
          <p:txBody>
            <a:bodyPr wrap="none" lIns="0" tIns="0" rIns="0" bIns="0" rtlCol="0">
              <a:spAutoFit/>
            </a:bodyPr>
            <a:lstStyle/>
            <a:p>
              <a:pPr algn="ctr"/>
              <a:r>
                <a:rPr lang="zh-CN" altLang="en-US" sz="900" b="1" dirty="0">
                  <a:latin typeface="+mn-ea"/>
                </a:rPr>
                <a:t>生态智能</a:t>
              </a:r>
            </a:p>
          </p:txBody>
        </p:sp>
        <p:sp>
          <p:nvSpPr>
            <p:cNvPr id="1034" name="文本框 1033">
              <a:extLst>
                <a:ext uri="{FF2B5EF4-FFF2-40B4-BE49-F238E27FC236}">
                  <a16:creationId xmlns:a16="http://schemas.microsoft.com/office/drawing/2014/main" id="{9F35E21E-58DC-0F0E-82D5-ED264D8AA589}"/>
                </a:ext>
              </a:extLst>
            </p:cNvPr>
            <p:cNvSpPr txBox="1"/>
            <p:nvPr/>
          </p:nvSpPr>
          <p:spPr>
            <a:xfrm>
              <a:off x="9575088" y="5912528"/>
              <a:ext cx="410369" cy="135422"/>
            </a:xfrm>
            <a:prstGeom prst="rect">
              <a:avLst/>
            </a:prstGeom>
            <a:noFill/>
          </p:spPr>
          <p:txBody>
            <a:bodyPr wrap="none" lIns="0" tIns="0" rIns="0" bIns="0" rtlCol="0">
              <a:spAutoFit/>
            </a:bodyPr>
            <a:lstStyle/>
            <a:p>
              <a:pPr algn="ctr"/>
              <a:r>
                <a:rPr lang="zh-CN" altLang="en-US" sz="800" dirty="0">
                  <a:solidFill>
                    <a:schemeClr val="bg1"/>
                  </a:solidFill>
                  <a:latin typeface="+mn-ea"/>
                </a:rPr>
                <a:t>开放平台</a:t>
              </a:r>
            </a:p>
          </p:txBody>
        </p:sp>
        <p:sp>
          <p:nvSpPr>
            <p:cNvPr id="1035" name="文本框 1034">
              <a:extLst>
                <a:ext uri="{FF2B5EF4-FFF2-40B4-BE49-F238E27FC236}">
                  <a16:creationId xmlns:a16="http://schemas.microsoft.com/office/drawing/2014/main" id="{61B44383-6C2D-77ED-8F42-FCD50BE5CE41}"/>
                </a:ext>
              </a:extLst>
            </p:cNvPr>
            <p:cNvSpPr txBox="1"/>
            <p:nvPr/>
          </p:nvSpPr>
          <p:spPr>
            <a:xfrm>
              <a:off x="10082357" y="5912528"/>
              <a:ext cx="410369" cy="135422"/>
            </a:xfrm>
            <a:prstGeom prst="rect">
              <a:avLst/>
            </a:prstGeom>
            <a:noFill/>
          </p:spPr>
          <p:txBody>
            <a:bodyPr wrap="none" lIns="0" tIns="0" rIns="0" bIns="0" rtlCol="0">
              <a:spAutoFit/>
            </a:bodyPr>
            <a:lstStyle/>
            <a:p>
              <a:pPr algn="ctr"/>
              <a:r>
                <a:rPr lang="zh-CN" altLang="en-US" sz="800" dirty="0">
                  <a:solidFill>
                    <a:schemeClr val="bg1"/>
                  </a:solidFill>
                  <a:latin typeface="+mn-ea"/>
                </a:rPr>
                <a:t>数据开放</a:t>
              </a:r>
            </a:p>
          </p:txBody>
        </p:sp>
        <p:sp>
          <p:nvSpPr>
            <p:cNvPr id="1036" name="文本框 1035">
              <a:extLst>
                <a:ext uri="{FF2B5EF4-FFF2-40B4-BE49-F238E27FC236}">
                  <a16:creationId xmlns:a16="http://schemas.microsoft.com/office/drawing/2014/main" id="{8CE26AD4-3F22-EF6F-DE74-470004FEF057}"/>
                </a:ext>
              </a:extLst>
            </p:cNvPr>
            <p:cNvSpPr txBox="1"/>
            <p:nvPr/>
          </p:nvSpPr>
          <p:spPr>
            <a:xfrm>
              <a:off x="10596183" y="5912528"/>
              <a:ext cx="410369" cy="135422"/>
            </a:xfrm>
            <a:prstGeom prst="rect">
              <a:avLst/>
            </a:prstGeom>
            <a:noFill/>
          </p:spPr>
          <p:txBody>
            <a:bodyPr wrap="none" lIns="0" tIns="0" rIns="0" bIns="0" rtlCol="0">
              <a:spAutoFit/>
            </a:bodyPr>
            <a:lstStyle/>
            <a:p>
              <a:pPr algn="ctr"/>
              <a:r>
                <a:rPr lang="zh-CN" altLang="en-US" sz="800" dirty="0">
                  <a:solidFill>
                    <a:schemeClr val="bg1"/>
                  </a:solidFill>
                  <a:latin typeface="+mn-ea"/>
                </a:rPr>
                <a:t>多方计算</a:t>
              </a:r>
            </a:p>
          </p:txBody>
        </p:sp>
      </p:grpSp>
      <p:grpSp>
        <p:nvGrpSpPr>
          <p:cNvPr id="1068" name="组合 1067">
            <a:extLst>
              <a:ext uri="{FF2B5EF4-FFF2-40B4-BE49-F238E27FC236}">
                <a16:creationId xmlns:a16="http://schemas.microsoft.com/office/drawing/2014/main" id="{0AFEBA31-3DED-83F7-D89E-8AC5DB0BEF93}"/>
              </a:ext>
            </a:extLst>
          </p:cNvPr>
          <p:cNvGrpSpPr/>
          <p:nvPr/>
        </p:nvGrpSpPr>
        <p:grpSpPr>
          <a:xfrm>
            <a:off x="4991985" y="5833606"/>
            <a:ext cx="2208032" cy="649182"/>
            <a:chOff x="4991985" y="5943180"/>
            <a:chExt cx="2208032" cy="649182"/>
          </a:xfrm>
        </p:grpSpPr>
        <p:sp>
          <p:nvSpPr>
            <p:cNvPr id="1048" name="矩形: 圆角 1047">
              <a:extLst>
                <a:ext uri="{FF2B5EF4-FFF2-40B4-BE49-F238E27FC236}">
                  <a16:creationId xmlns:a16="http://schemas.microsoft.com/office/drawing/2014/main" id="{C29FD15C-B835-BBD1-C1C0-AAA0F1965663}"/>
                </a:ext>
              </a:extLst>
            </p:cNvPr>
            <p:cNvSpPr/>
            <p:nvPr/>
          </p:nvSpPr>
          <p:spPr>
            <a:xfrm>
              <a:off x="4991985" y="5943180"/>
              <a:ext cx="2208032" cy="649182"/>
            </a:xfrm>
            <a:prstGeom prst="roundRect">
              <a:avLst>
                <a:gd name="adj" fmla="val 5527"/>
              </a:avLst>
            </a:prstGeom>
            <a:gradFill flip="none" rotWithShape="1">
              <a:gsLst>
                <a:gs pos="41000">
                  <a:schemeClr val="tx2"/>
                </a:gs>
                <a:gs pos="0">
                  <a:schemeClr val="accent1">
                    <a:lumMod val="20000"/>
                    <a:lumOff val="80000"/>
                  </a:schemeClr>
                </a:gs>
              </a:gsLst>
              <a:lin ang="5400000" scaled="0"/>
              <a:tileRect/>
            </a:gradFill>
            <a:ln w="9525">
              <a:solidFill>
                <a:schemeClr val="tx2"/>
              </a:solidFill>
            </a:ln>
            <a:effectLst>
              <a:outerShdw blurRad="101600" dist="38100" dir="5400000" algn="t" rotWithShape="0">
                <a:schemeClr val="accent1">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49" name="梯形 83">
              <a:extLst>
                <a:ext uri="{FF2B5EF4-FFF2-40B4-BE49-F238E27FC236}">
                  <a16:creationId xmlns:a16="http://schemas.microsoft.com/office/drawing/2014/main" id="{7587643C-57F3-1360-2FDA-EE025CE26C09}"/>
                </a:ext>
              </a:extLst>
            </p:cNvPr>
            <p:cNvSpPr/>
            <p:nvPr/>
          </p:nvSpPr>
          <p:spPr>
            <a:xfrm flipV="1">
              <a:off x="5605807" y="5943181"/>
              <a:ext cx="966290" cy="156338"/>
            </a:xfrm>
            <a:custGeom>
              <a:avLst/>
              <a:gdLst>
                <a:gd name="connsiteX0" fmla="*/ 0 w 798587"/>
                <a:gd name="connsiteY0" fmla="*/ 142125 h 142125"/>
                <a:gd name="connsiteX1" fmla="*/ 148243 w 798587"/>
                <a:gd name="connsiteY1" fmla="*/ 0 h 142125"/>
                <a:gd name="connsiteX2" fmla="*/ 650344 w 798587"/>
                <a:gd name="connsiteY2" fmla="*/ 0 h 142125"/>
                <a:gd name="connsiteX3" fmla="*/ 798587 w 798587"/>
                <a:gd name="connsiteY3" fmla="*/ 142125 h 142125"/>
                <a:gd name="connsiteX4" fmla="*/ 0 w 798587"/>
                <a:gd name="connsiteY4" fmla="*/ 142125 h 142125"/>
                <a:gd name="connsiteX0" fmla="*/ 989639 w 1788226"/>
                <a:gd name="connsiteY0" fmla="*/ 5792855 h 5792855"/>
                <a:gd name="connsiteX1" fmla="*/ 0 w 1788226"/>
                <a:gd name="connsiteY1" fmla="*/ 0 h 5792855"/>
                <a:gd name="connsiteX2" fmla="*/ 1137882 w 1788226"/>
                <a:gd name="connsiteY2" fmla="*/ 5650730 h 5792855"/>
                <a:gd name="connsiteX3" fmla="*/ 1639983 w 1788226"/>
                <a:gd name="connsiteY3" fmla="*/ 5650730 h 5792855"/>
                <a:gd name="connsiteX4" fmla="*/ 1788226 w 1788226"/>
                <a:gd name="connsiteY4" fmla="*/ 5792855 h 5792855"/>
                <a:gd name="connsiteX5" fmla="*/ 989639 w 1788226"/>
                <a:gd name="connsiteY5" fmla="*/ 5792855 h 5792855"/>
                <a:gd name="connsiteX0" fmla="*/ 0 w 798587"/>
                <a:gd name="connsiteY0" fmla="*/ 142125 h 142125"/>
                <a:gd name="connsiteX1" fmla="*/ 148243 w 798587"/>
                <a:gd name="connsiteY1" fmla="*/ 0 h 142125"/>
                <a:gd name="connsiteX2" fmla="*/ 650344 w 798587"/>
                <a:gd name="connsiteY2" fmla="*/ 0 h 142125"/>
                <a:gd name="connsiteX3" fmla="*/ 798587 w 798587"/>
                <a:gd name="connsiteY3" fmla="*/ 142125 h 142125"/>
                <a:gd name="connsiteX4" fmla="*/ 0 w 798587"/>
                <a:gd name="connsiteY4" fmla="*/ 142125 h 142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8587" h="142125">
                  <a:moveTo>
                    <a:pt x="0" y="142125"/>
                  </a:moveTo>
                  <a:lnTo>
                    <a:pt x="148243" y="0"/>
                  </a:lnTo>
                  <a:lnTo>
                    <a:pt x="650344" y="0"/>
                  </a:lnTo>
                  <a:lnTo>
                    <a:pt x="798587" y="142125"/>
                  </a:lnTo>
                  <a:lnTo>
                    <a:pt x="0" y="142125"/>
                  </a:lnTo>
                  <a:close/>
                </a:path>
              </a:pathLst>
            </a:custGeom>
            <a:gradFill>
              <a:gsLst>
                <a:gs pos="0">
                  <a:schemeClr val="accent1">
                    <a:lumMod val="20000"/>
                    <a:lumOff val="80000"/>
                  </a:schemeClr>
                </a:gs>
                <a:gs pos="48000">
                  <a:schemeClr val="accent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050" name="梯形 83">
              <a:extLst>
                <a:ext uri="{FF2B5EF4-FFF2-40B4-BE49-F238E27FC236}">
                  <a16:creationId xmlns:a16="http://schemas.microsoft.com/office/drawing/2014/main" id="{E9711743-E623-BB42-4CF1-F0462B755774}"/>
                </a:ext>
              </a:extLst>
            </p:cNvPr>
            <p:cNvSpPr/>
            <p:nvPr/>
          </p:nvSpPr>
          <p:spPr>
            <a:xfrm flipV="1">
              <a:off x="5588012" y="5946673"/>
              <a:ext cx="1001880" cy="158400"/>
            </a:xfrm>
            <a:prstGeom prst="trapezoid">
              <a:avLst>
                <a:gd name="adj" fmla="val 118316"/>
              </a:avLst>
            </a:prstGeom>
            <a:noFill/>
            <a:ln w="6350">
              <a:solidFill>
                <a:schemeClr val="accent1">
                  <a:alpha val="37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cxnSp>
          <p:nvCxnSpPr>
            <p:cNvPr id="1051" name="直接连接符 1050">
              <a:extLst>
                <a:ext uri="{FF2B5EF4-FFF2-40B4-BE49-F238E27FC236}">
                  <a16:creationId xmlns:a16="http://schemas.microsoft.com/office/drawing/2014/main" id="{C45B36CD-7B58-A941-91A1-9B4C77F0E7A8}"/>
                </a:ext>
              </a:extLst>
            </p:cNvPr>
            <p:cNvCxnSpPr>
              <a:cxnSpLocks/>
            </p:cNvCxnSpPr>
            <p:nvPr/>
          </p:nvCxnSpPr>
          <p:spPr>
            <a:xfrm>
              <a:off x="5241429" y="5946675"/>
              <a:ext cx="1695045" cy="0"/>
            </a:xfrm>
            <a:prstGeom prst="line">
              <a:avLst/>
            </a:prstGeom>
            <a:ln>
              <a:gradFill>
                <a:gsLst>
                  <a:gs pos="0">
                    <a:schemeClr val="accent1">
                      <a:alpha val="0"/>
                    </a:schemeClr>
                  </a:gs>
                  <a:gs pos="30000">
                    <a:schemeClr val="accent1"/>
                  </a:gs>
                  <a:gs pos="7000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043" name="文本框 1042">
              <a:extLst>
                <a:ext uri="{FF2B5EF4-FFF2-40B4-BE49-F238E27FC236}">
                  <a16:creationId xmlns:a16="http://schemas.microsoft.com/office/drawing/2014/main" id="{A8AE7AE3-089C-3742-34DF-01138ECADE0F}"/>
                </a:ext>
              </a:extLst>
            </p:cNvPr>
            <p:cNvSpPr txBox="1"/>
            <p:nvPr/>
          </p:nvSpPr>
          <p:spPr>
            <a:xfrm>
              <a:off x="5858119" y="5953476"/>
              <a:ext cx="461665" cy="152349"/>
            </a:xfrm>
            <a:prstGeom prst="rect">
              <a:avLst/>
            </a:prstGeom>
            <a:noFill/>
          </p:spPr>
          <p:txBody>
            <a:bodyPr wrap="none" lIns="0" tIns="0" rIns="0" bIns="0" rtlCol="0">
              <a:spAutoFit/>
            </a:bodyPr>
            <a:lstStyle/>
            <a:p>
              <a:pPr algn="ctr"/>
              <a:r>
                <a:rPr lang="zh-CN" altLang="en-US" sz="900" b="1" dirty="0">
                  <a:latin typeface="+mn-ea"/>
                </a:rPr>
                <a:t>混合多云</a:t>
              </a:r>
            </a:p>
          </p:txBody>
        </p:sp>
        <p:sp>
          <p:nvSpPr>
            <p:cNvPr id="1044" name="文本框 1043">
              <a:extLst>
                <a:ext uri="{FF2B5EF4-FFF2-40B4-BE49-F238E27FC236}">
                  <a16:creationId xmlns:a16="http://schemas.microsoft.com/office/drawing/2014/main" id="{FC35210B-4D39-3371-8DDF-82AAA9910A3F}"/>
                </a:ext>
              </a:extLst>
            </p:cNvPr>
            <p:cNvSpPr txBox="1"/>
            <p:nvPr/>
          </p:nvSpPr>
          <p:spPr>
            <a:xfrm>
              <a:off x="5230989" y="6227945"/>
              <a:ext cx="279307" cy="270843"/>
            </a:xfrm>
            <a:prstGeom prst="rect">
              <a:avLst/>
            </a:prstGeom>
            <a:noFill/>
          </p:spPr>
          <p:txBody>
            <a:bodyPr wrap="square" lIns="0" tIns="0" rIns="0" bIns="0" rtlCol="0">
              <a:spAutoFit/>
            </a:bodyPr>
            <a:lstStyle/>
            <a:p>
              <a:pPr algn="ctr"/>
              <a:r>
                <a:rPr lang="zh-CN" altLang="en-US" sz="800" dirty="0">
                  <a:solidFill>
                    <a:schemeClr val="bg1"/>
                  </a:solidFill>
                  <a:latin typeface="+mn-ea"/>
                </a:rPr>
                <a:t>公有云</a:t>
              </a:r>
            </a:p>
          </p:txBody>
        </p:sp>
        <p:sp>
          <p:nvSpPr>
            <p:cNvPr id="1045" name="文本框 1044">
              <a:extLst>
                <a:ext uri="{FF2B5EF4-FFF2-40B4-BE49-F238E27FC236}">
                  <a16:creationId xmlns:a16="http://schemas.microsoft.com/office/drawing/2014/main" id="{508C257A-6E9B-ACC4-955D-336A9C4897E2}"/>
                </a:ext>
              </a:extLst>
            </p:cNvPr>
            <p:cNvSpPr txBox="1"/>
            <p:nvPr/>
          </p:nvSpPr>
          <p:spPr>
            <a:xfrm>
              <a:off x="5679831" y="6227945"/>
              <a:ext cx="307778" cy="135422"/>
            </a:xfrm>
            <a:prstGeom prst="rect">
              <a:avLst/>
            </a:prstGeom>
            <a:noFill/>
          </p:spPr>
          <p:txBody>
            <a:bodyPr wrap="none" lIns="0" tIns="0" rIns="0" bIns="0" rtlCol="0">
              <a:spAutoFit/>
            </a:bodyPr>
            <a:lstStyle/>
            <a:p>
              <a:pPr algn="ctr"/>
              <a:r>
                <a:rPr lang="zh-CN" altLang="en-US" sz="800" dirty="0">
                  <a:solidFill>
                    <a:schemeClr val="bg1"/>
                  </a:solidFill>
                  <a:latin typeface="+mn-ea"/>
                </a:rPr>
                <a:t>专有云</a:t>
              </a:r>
            </a:p>
          </p:txBody>
        </p:sp>
        <p:sp>
          <p:nvSpPr>
            <p:cNvPr id="1046" name="文本框 1045">
              <a:extLst>
                <a:ext uri="{FF2B5EF4-FFF2-40B4-BE49-F238E27FC236}">
                  <a16:creationId xmlns:a16="http://schemas.microsoft.com/office/drawing/2014/main" id="{F049291F-D7F9-5D71-69CA-CBAE1D06D4D8}"/>
                </a:ext>
              </a:extLst>
            </p:cNvPr>
            <p:cNvSpPr txBox="1"/>
            <p:nvPr/>
          </p:nvSpPr>
          <p:spPr>
            <a:xfrm>
              <a:off x="6601791" y="6227945"/>
              <a:ext cx="387928" cy="135422"/>
            </a:xfrm>
            <a:prstGeom prst="rect">
              <a:avLst/>
            </a:prstGeom>
            <a:noFill/>
          </p:spPr>
          <p:txBody>
            <a:bodyPr wrap="none" lIns="0" tIns="0" rIns="0" bIns="0" rtlCol="0">
              <a:spAutoFit/>
            </a:bodyPr>
            <a:lstStyle/>
            <a:p>
              <a:pPr algn="ctr"/>
              <a:r>
                <a:rPr lang="en-US" altLang="zh-CN" sz="800" dirty="0">
                  <a:solidFill>
                    <a:schemeClr val="bg1"/>
                  </a:solidFill>
                  <a:latin typeface="+mn-ea"/>
                </a:rPr>
                <a:t>DevOps</a:t>
              </a:r>
              <a:endParaRPr lang="zh-CN" altLang="en-US" sz="800" dirty="0">
                <a:solidFill>
                  <a:schemeClr val="bg1"/>
                </a:solidFill>
                <a:latin typeface="+mn-ea"/>
              </a:endParaRPr>
            </a:p>
          </p:txBody>
        </p:sp>
        <p:sp>
          <p:nvSpPr>
            <p:cNvPr id="1047" name="文本框 1046">
              <a:extLst>
                <a:ext uri="{FF2B5EF4-FFF2-40B4-BE49-F238E27FC236}">
                  <a16:creationId xmlns:a16="http://schemas.microsoft.com/office/drawing/2014/main" id="{D0D21274-1A81-450C-6FC8-BE4C4CB067F3}"/>
                </a:ext>
              </a:extLst>
            </p:cNvPr>
            <p:cNvSpPr txBox="1"/>
            <p:nvPr/>
          </p:nvSpPr>
          <p:spPr>
            <a:xfrm>
              <a:off x="6142907" y="6227945"/>
              <a:ext cx="307778" cy="135422"/>
            </a:xfrm>
            <a:prstGeom prst="rect">
              <a:avLst/>
            </a:prstGeom>
            <a:noFill/>
          </p:spPr>
          <p:txBody>
            <a:bodyPr wrap="none" lIns="0" tIns="0" rIns="0" bIns="0" rtlCol="0">
              <a:spAutoFit/>
            </a:bodyPr>
            <a:lstStyle/>
            <a:p>
              <a:pPr algn="ctr"/>
              <a:r>
                <a:rPr lang="zh-CN" altLang="en-US" sz="800" dirty="0">
                  <a:solidFill>
                    <a:schemeClr val="bg1"/>
                  </a:solidFill>
                  <a:latin typeface="+mn-ea"/>
                </a:rPr>
                <a:t>混合云</a:t>
              </a:r>
            </a:p>
          </p:txBody>
        </p:sp>
        <p:sp>
          <p:nvSpPr>
            <p:cNvPr id="1052" name="文本框 1051">
              <a:extLst>
                <a:ext uri="{FF2B5EF4-FFF2-40B4-BE49-F238E27FC236}">
                  <a16:creationId xmlns:a16="http://schemas.microsoft.com/office/drawing/2014/main" id="{C8D58A96-F482-F410-B12A-03F9EF632108}"/>
                </a:ext>
              </a:extLst>
            </p:cNvPr>
            <p:cNvSpPr txBox="1"/>
            <p:nvPr/>
          </p:nvSpPr>
          <p:spPr>
            <a:xfrm>
              <a:off x="5230989" y="6405324"/>
              <a:ext cx="279307" cy="135422"/>
            </a:xfrm>
            <a:prstGeom prst="rect">
              <a:avLst/>
            </a:prstGeom>
            <a:noFill/>
          </p:spPr>
          <p:txBody>
            <a:bodyPr wrap="square" lIns="0" tIns="0" rIns="0" bIns="0" rtlCol="0">
              <a:spAutoFit/>
            </a:bodyPr>
            <a:lstStyle/>
            <a:p>
              <a:pPr algn="ctr"/>
              <a:r>
                <a:rPr lang="zh-CN" altLang="en-US" sz="800" dirty="0">
                  <a:solidFill>
                    <a:schemeClr val="bg1"/>
                  </a:solidFill>
                  <a:latin typeface="+mn-ea"/>
                </a:rPr>
                <a:t>安全</a:t>
              </a:r>
            </a:p>
          </p:txBody>
        </p:sp>
        <p:sp>
          <p:nvSpPr>
            <p:cNvPr id="1053" name="文本框 1052">
              <a:extLst>
                <a:ext uri="{FF2B5EF4-FFF2-40B4-BE49-F238E27FC236}">
                  <a16:creationId xmlns:a16="http://schemas.microsoft.com/office/drawing/2014/main" id="{2D637496-E642-714E-2D8E-F884FF2954CA}"/>
                </a:ext>
              </a:extLst>
            </p:cNvPr>
            <p:cNvSpPr txBox="1"/>
            <p:nvPr/>
          </p:nvSpPr>
          <p:spPr>
            <a:xfrm>
              <a:off x="5679831" y="6405324"/>
              <a:ext cx="307778" cy="135422"/>
            </a:xfrm>
            <a:prstGeom prst="rect">
              <a:avLst/>
            </a:prstGeom>
            <a:noFill/>
          </p:spPr>
          <p:txBody>
            <a:bodyPr wrap="none" lIns="0" tIns="0" rIns="0" bIns="0" rtlCol="0">
              <a:spAutoFit/>
            </a:bodyPr>
            <a:lstStyle/>
            <a:p>
              <a:pPr algn="ctr"/>
              <a:r>
                <a:rPr lang="zh-CN" altLang="en-US" sz="800" dirty="0">
                  <a:solidFill>
                    <a:schemeClr val="bg1"/>
                  </a:solidFill>
                  <a:latin typeface="+mn-ea"/>
                </a:rPr>
                <a:t>国产化</a:t>
              </a:r>
            </a:p>
          </p:txBody>
        </p:sp>
        <p:sp>
          <p:nvSpPr>
            <p:cNvPr id="1054" name="文本框 1053">
              <a:extLst>
                <a:ext uri="{FF2B5EF4-FFF2-40B4-BE49-F238E27FC236}">
                  <a16:creationId xmlns:a16="http://schemas.microsoft.com/office/drawing/2014/main" id="{15920BFE-BDFA-D64E-D82C-B62931857E54}"/>
                </a:ext>
              </a:extLst>
            </p:cNvPr>
            <p:cNvSpPr txBox="1"/>
            <p:nvPr/>
          </p:nvSpPr>
          <p:spPr>
            <a:xfrm>
              <a:off x="6712400" y="6369909"/>
              <a:ext cx="166713" cy="135422"/>
            </a:xfrm>
            <a:prstGeom prst="rect">
              <a:avLst/>
            </a:prstGeom>
            <a:noFill/>
          </p:spPr>
          <p:txBody>
            <a:bodyPr wrap="none" lIns="0" tIns="0" rIns="0" bIns="0" rtlCol="0">
              <a:spAutoFit/>
            </a:bodyPr>
            <a:lstStyle/>
            <a:p>
              <a:pPr algn="ctr"/>
              <a:r>
                <a:rPr lang="en-US" altLang="zh-CN" sz="800" dirty="0">
                  <a:solidFill>
                    <a:schemeClr val="bg1"/>
                  </a:solidFill>
                  <a:latin typeface="+mn-ea"/>
                </a:rPr>
                <a:t>……</a:t>
              </a:r>
              <a:endParaRPr lang="zh-CN" altLang="en-US" sz="800" dirty="0">
                <a:solidFill>
                  <a:schemeClr val="bg1"/>
                </a:solidFill>
                <a:latin typeface="+mn-ea"/>
              </a:endParaRPr>
            </a:p>
          </p:txBody>
        </p:sp>
        <p:sp>
          <p:nvSpPr>
            <p:cNvPr id="1055" name="文本框 1054">
              <a:extLst>
                <a:ext uri="{FF2B5EF4-FFF2-40B4-BE49-F238E27FC236}">
                  <a16:creationId xmlns:a16="http://schemas.microsoft.com/office/drawing/2014/main" id="{27CACF68-4355-D9EA-10EF-B5894B12C44B}"/>
                </a:ext>
              </a:extLst>
            </p:cNvPr>
            <p:cNvSpPr txBox="1"/>
            <p:nvPr/>
          </p:nvSpPr>
          <p:spPr>
            <a:xfrm>
              <a:off x="6171762" y="6405324"/>
              <a:ext cx="250069" cy="135422"/>
            </a:xfrm>
            <a:prstGeom prst="rect">
              <a:avLst/>
            </a:prstGeom>
            <a:noFill/>
          </p:spPr>
          <p:txBody>
            <a:bodyPr wrap="none" lIns="0" tIns="0" rIns="0" bIns="0" rtlCol="0">
              <a:spAutoFit/>
            </a:bodyPr>
            <a:lstStyle/>
            <a:p>
              <a:pPr algn="ctr"/>
              <a:r>
                <a:rPr lang="en-US" altLang="zh-CN" sz="800" dirty="0">
                  <a:solidFill>
                    <a:schemeClr val="bg1"/>
                  </a:solidFill>
                  <a:latin typeface="+mn-ea"/>
                </a:rPr>
                <a:t>AIDC</a:t>
              </a:r>
              <a:endParaRPr lang="zh-CN" altLang="en-US" sz="800" dirty="0">
                <a:solidFill>
                  <a:schemeClr val="bg1"/>
                </a:solidFill>
                <a:latin typeface="+mn-ea"/>
              </a:endParaRPr>
            </a:p>
          </p:txBody>
        </p:sp>
      </p:grpSp>
      <p:grpSp>
        <p:nvGrpSpPr>
          <p:cNvPr id="1076" name="组合 1075">
            <a:extLst>
              <a:ext uri="{FF2B5EF4-FFF2-40B4-BE49-F238E27FC236}">
                <a16:creationId xmlns:a16="http://schemas.microsoft.com/office/drawing/2014/main" id="{3A13A8BB-3881-431F-F72E-7316F15093F6}"/>
              </a:ext>
            </a:extLst>
          </p:cNvPr>
          <p:cNvGrpSpPr/>
          <p:nvPr/>
        </p:nvGrpSpPr>
        <p:grpSpPr>
          <a:xfrm>
            <a:off x="5192730" y="1158657"/>
            <a:ext cx="176010" cy="176010"/>
            <a:chOff x="5192730" y="1299604"/>
            <a:chExt cx="176010" cy="176010"/>
          </a:xfrm>
          <a:solidFill>
            <a:schemeClr val="accent2"/>
          </a:solidFill>
        </p:grpSpPr>
        <p:sp>
          <p:nvSpPr>
            <p:cNvPr id="1074" name="任意多边形: 形状 1073">
              <a:extLst>
                <a:ext uri="{FF2B5EF4-FFF2-40B4-BE49-F238E27FC236}">
                  <a16:creationId xmlns:a16="http://schemas.microsoft.com/office/drawing/2014/main" id="{980731B9-0B58-DAEA-1E13-375ADA03588C}"/>
                </a:ext>
              </a:extLst>
            </p:cNvPr>
            <p:cNvSpPr/>
            <p:nvPr/>
          </p:nvSpPr>
          <p:spPr>
            <a:xfrm>
              <a:off x="5192730" y="1299604"/>
              <a:ext cx="176010" cy="176010"/>
            </a:xfrm>
            <a:custGeom>
              <a:avLst/>
              <a:gdLst>
                <a:gd name="connsiteX0" fmla="*/ 14427 w 176010"/>
                <a:gd name="connsiteY0" fmla="*/ 161583 h 176010"/>
                <a:gd name="connsiteX1" fmla="*/ 161583 w 176010"/>
                <a:gd name="connsiteY1" fmla="*/ 161583 h 176010"/>
                <a:gd name="connsiteX2" fmla="*/ 161583 w 176010"/>
                <a:gd name="connsiteY2" fmla="*/ 18755 h 176010"/>
                <a:gd name="connsiteX3" fmla="*/ 157255 w 176010"/>
                <a:gd name="connsiteY3" fmla="*/ 14427 h 176010"/>
                <a:gd name="connsiteX4" fmla="*/ 88005 w 176010"/>
                <a:gd name="connsiteY4" fmla="*/ 14427 h 176010"/>
                <a:gd name="connsiteX5" fmla="*/ 83677 w 176010"/>
                <a:gd name="connsiteY5" fmla="*/ 18755 h 176010"/>
                <a:gd name="connsiteX6" fmla="*/ 83677 w 176010"/>
                <a:gd name="connsiteY6" fmla="*/ 83677 h 176010"/>
                <a:gd name="connsiteX7" fmla="*/ 18755 w 176010"/>
                <a:gd name="connsiteY7" fmla="*/ 83677 h 176010"/>
                <a:gd name="connsiteX8" fmla="*/ 14427 w 176010"/>
                <a:gd name="connsiteY8" fmla="*/ 88005 h 176010"/>
                <a:gd name="connsiteX9" fmla="*/ 14427 w 176010"/>
                <a:gd name="connsiteY9" fmla="*/ 161583 h 176010"/>
                <a:gd name="connsiteX10" fmla="*/ 69250 w 176010"/>
                <a:gd name="connsiteY10" fmla="*/ 69250 h 176010"/>
                <a:gd name="connsiteX11" fmla="*/ 69250 w 176010"/>
                <a:gd name="connsiteY11" fmla="*/ 18755 h 176010"/>
                <a:gd name="connsiteX12" fmla="*/ 88005 w 176010"/>
                <a:gd name="connsiteY12" fmla="*/ 0 h 176010"/>
                <a:gd name="connsiteX13" fmla="*/ 157255 w 176010"/>
                <a:gd name="connsiteY13" fmla="*/ 0 h 176010"/>
                <a:gd name="connsiteX14" fmla="*/ 176010 w 176010"/>
                <a:gd name="connsiteY14" fmla="*/ 18755 h 176010"/>
                <a:gd name="connsiteX15" fmla="*/ 176010 w 176010"/>
                <a:gd name="connsiteY15" fmla="*/ 163026 h 176010"/>
                <a:gd name="connsiteX16" fmla="*/ 163026 w 176010"/>
                <a:gd name="connsiteY16" fmla="*/ 176010 h 176010"/>
                <a:gd name="connsiteX17" fmla="*/ 12984 w 176010"/>
                <a:gd name="connsiteY17" fmla="*/ 176010 h 176010"/>
                <a:gd name="connsiteX18" fmla="*/ 0 w 176010"/>
                <a:gd name="connsiteY18" fmla="*/ 163026 h 176010"/>
                <a:gd name="connsiteX19" fmla="*/ 0 w 176010"/>
                <a:gd name="connsiteY19" fmla="*/ 88005 h 176010"/>
                <a:gd name="connsiteX20" fmla="*/ 18755 w 176010"/>
                <a:gd name="connsiteY20" fmla="*/ 69250 h 176010"/>
                <a:gd name="connsiteX21" fmla="*/ 69250 w 176010"/>
                <a:gd name="connsiteY21" fmla="*/ 69250 h 176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010" h="176010">
                  <a:moveTo>
                    <a:pt x="14427" y="161583"/>
                  </a:moveTo>
                  <a:lnTo>
                    <a:pt x="161583" y="161583"/>
                  </a:lnTo>
                  <a:lnTo>
                    <a:pt x="161583" y="18755"/>
                  </a:lnTo>
                  <a:cubicBezTo>
                    <a:pt x="161583" y="16365"/>
                    <a:pt x="159645" y="14427"/>
                    <a:pt x="157255" y="14427"/>
                  </a:cubicBezTo>
                  <a:lnTo>
                    <a:pt x="88005" y="14427"/>
                  </a:lnTo>
                  <a:cubicBezTo>
                    <a:pt x="85615" y="14427"/>
                    <a:pt x="83677" y="16365"/>
                    <a:pt x="83677" y="18755"/>
                  </a:cubicBezTo>
                  <a:lnTo>
                    <a:pt x="83677" y="83677"/>
                  </a:lnTo>
                  <a:lnTo>
                    <a:pt x="18755" y="83677"/>
                  </a:lnTo>
                  <a:cubicBezTo>
                    <a:pt x="16365" y="83677"/>
                    <a:pt x="14427" y="85615"/>
                    <a:pt x="14427" y="88005"/>
                  </a:cubicBezTo>
                  <a:lnTo>
                    <a:pt x="14427" y="161583"/>
                  </a:lnTo>
                  <a:close/>
                  <a:moveTo>
                    <a:pt x="69250" y="69250"/>
                  </a:moveTo>
                  <a:lnTo>
                    <a:pt x="69250" y="18755"/>
                  </a:lnTo>
                  <a:cubicBezTo>
                    <a:pt x="69250" y="8402"/>
                    <a:pt x="77652" y="0"/>
                    <a:pt x="88005" y="0"/>
                  </a:cubicBezTo>
                  <a:lnTo>
                    <a:pt x="157255" y="0"/>
                  </a:lnTo>
                  <a:cubicBezTo>
                    <a:pt x="167608" y="0"/>
                    <a:pt x="176010" y="8402"/>
                    <a:pt x="176010" y="18755"/>
                  </a:cubicBezTo>
                  <a:lnTo>
                    <a:pt x="176010" y="163026"/>
                  </a:lnTo>
                  <a:cubicBezTo>
                    <a:pt x="176010" y="170193"/>
                    <a:pt x="170193" y="176010"/>
                    <a:pt x="163026" y="176010"/>
                  </a:cubicBezTo>
                  <a:lnTo>
                    <a:pt x="12984" y="176010"/>
                  </a:lnTo>
                  <a:cubicBezTo>
                    <a:pt x="5813" y="176010"/>
                    <a:pt x="0" y="170197"/>
                    <a:pt x="0" y="163026"/>
                  </a:cubicBezTo>
                  <a:lnTo>
                    <a:pt x="0" y="88005"/>
                  </a:lnTo>
                  <a:cubicBezTo>
                    <a:pt x="0" y="77652"/>
                    <a:pt x="8402" y="69250"/>
                    <a:pt x="18755" y="69250"/>
                  </a:cubicBezTo>
                  <a:lnTo>
                    <a:pt x="69250" y="69250"/>
                  </a:lnTo>
                  <a:close/>
                </a:path>
              </a:pathLst>
            </a:custGeom>
            <a:grpFill/>
            <a:ln w="223" cap="flat">
              <a:noFill/>
              <a:prstDash val="solid"/>
              <a:miter/>
            </a:ln>
          </p:spPr>
          <p:txBody>
            <a:bodyPr rtlCol="0" anchor="ctr"/>
            <a:lstStyle/>
            <a:p>
              <a:endParaRPr lang="zh-CN" altLang="en-US"/>
            </a:p>
          </p:txBody>
        </p:sp>
        <p:sp>
          <p:nvSpPr>
            <p:cNvPr id="1075" name="任意多边形: 形状 1074">
              <a:extLst>
                <a:ext uri="{FF2B5EF4-FFF2-40B4-BE49-F238E27FC236}">
                  <a16:creationId xmlns:a16="http://schemas.microsoft.com/office/drawing/2014/main" id="{B14121C1-39A3-B3AF-A189-0C29E8DD1F12}"/>
                </a:ext>
              </a:extLst>
            </p:cNvPr>
            <p:cNvSpPr/>
            <p:nvPr/>
          </p:nvSpPr>
          <p:spPr>
            <a:xfrm>
              <a:off x="5261980" y="1345771"/>
              <a:ext cx="72135" cy="122630"/>
            </a:xfrm>
            <a:custGeom>
              <a:avLst/>
              <a:gdLst>
                <a:gd name="connsiteX0" fmla="*/ 0 w 72135"/>
                <a:gd name="connsiteY0" fmla="*/ 18755 h 122630"/>
                <a:gd name="connsiteX1" fmla="*/ 14427 w 72135"/>
                <a:gd name="connsiteY1" fmla="*/ 18755 h 122630"/>
                <a:gd name="connsiteX2" fmla="*/ 14427 w 72135"/>
                <a:gd name="connsiteY2" fmla="*/ 122630 h 122630"/>
                <a:gd name="connsiteX3" fmla="*/ 0 w 72135"/>
                <a:gd name="connsiteY3" fmla="*/ 122630 h 122630"/>
                <a:gd name="connsiteX4" fmla="*/ 64922 w 72135"/>
                <a:gd name="connsiteY4" fmla="*/ 0 h 122630"/>
                <a:gd name="connsiteX5" fmla="*/ 72135 w 72135"/>
                <a:gd name="connsiteY5" fmla="*/ 7214 h 122630"/>
                <a:gd name="connsiteX6" fmla="*/ 64922 w 72135"/>
                <a:gd name="connsiteY6" fmla="*/ 14427 h 122630"/>
                <a:gd name="connsiteX7" fmla="*/ 41838 w 72135"/>
                <a:gd name="connsiteY7" fmla="*/ 14427 h 122630"/>
                <a:gd name="connsiteX8" fmla="*/ 34625 w 72135"/>
                <a:gd name="connsiteY8" fmla="*/ 7214 h 122630"/>
                <a:gd name="connsiteX9" fmla="*/ 41838 w 72135"/>
                <a:gd name="connsiteY9" fmla="*/ 0 h 122630"/>
                <a:gd name="connsiteX10" fmla="*/ 64922 w 72135"/>
                <a:gd name="connsiteY10" fmla="*/ 0 h 122630"/>
                <a:gd name="connsiteX11" fmla="*/ 64922 w 72135"/>
                <a:gd name="connsiteY11" fmla="*/ 34625 h 122630"/>
                <a:gd name="connsiteX12" fmla="*/ 72135 w 72135"/>
                <a:gd name="connsiteY12" fmla="*/ 41838 h 122630"/>
                <a:gd name="connsiteX13" fmla="*/ 64922 w 72135"/>
                <a:gd name="connsiteY13" fmla="*/ 49052 h 122630"/>
                <a:gd name="connsiteX14" fmla="*/ 41838 w 72135"/>
                <a:gd name="connsiteY14" fmla="*/ 49052 h 122630"/>
                <a:gd name="connsiteX15" fmla="*/ 34625 w 72135"/>
                <a:gd name="connsiteY15" fmla="*/ 41838 h 122630"/>
                <a:gd name="connsiteX16" fmla="*/ 41838 w 72135"/>
                <a:gd name="connsiteY16" fmla="*/ 34625 h 122630"/>
                <a:gd name="connsiteX17" fmla="*/ 64922 w 72135"/>
                <a:gd name="connsiteY17" fmla="*/ 34625 h 122630"/>
                <a:gd name="connsiteX18" fmla="*/ 64922 w 72135"/>
                <a:gd name="connsiteY18" fmla="*/ 69250 h 122630"/>
                <a:gd name="connsiteX19" fmla="*/ 72135 w 72135"/>
                <a:gd name="connsiteY19" fmla="*/ 76463 h 122630"/>
                <a:gd name="connsiteX20" fmla="*/ 64922 w 72135"/>
                <a:gd name="connsiteY20" fmla="*/ 83677 h 122630"/>
                <a:gd name="connsiteX21" fmla="*/ 41838 w 72135"/>
                <a:gd name="connsiteY21" fmla="*/ 83677 h 122630"/>
                <a:gd name="connsiteX22" fmla="*/ 34625 w 72135"/>
                <a:gd name="connsiteY22" fmla="*/ 76463 h 122630"/>
                <a:gd name="connsiteX23" fmla="*/ 41838 w 72135"/>
                <a:gd name="connsiteY23" fmla="*/ 69250 h 122630"/>
                <a:gd name="connsiteX24" fmla="*/ 64922 w 72135"/>
                <a:gd name="connsiteY24" fmla="*/ 69250 h 122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135" h="122630">
                  <a:moveTo>
                    <a:pt x="0" y="18755"/>
                  </a:moveTo>
                  <a:lnTo>
                    <a:pt x="14427" y="18755"/>
                  </a:lnTo>
                  <a:lnTo>
                    <a:pt x="14427" y="122630"/>
                  </a:lnTo>
                  <a:lnTo>
                    <a:pt x="0" y="122630"/>
                  </a:lnTo>
                  <a:close/>
                  <a:moveTo>
                    <a:pt x="64922" y="0"/>
                  </a:moveTo>
                  <a:cubicBezTo>
                    <a:pt x="68906" y="0"/>
                    <a:pt x="72135" y="3230"/>
                    <a:pt x="72135" y="7214"/>
                  </a:cubicBezTo>
                  <a:cubicBezTo>
                    <a:pt x="72135" y="11197"/>
                    <a:pt x="68906" y="14427"/>
                    <a:pt x="64922" y="14427"/>
                  </a:cubicBezTo>
                  <a:lnTo>
                    <a:pt x="41838" y="14427"/>
                  </a:lnTo>
                  <a:cubicBezTo>
                    <a:pt x="37855" y="14427"/>
                    <a:pt x="34625" y="11197"/>
                    <a:pt x="34625" y="7214"/>
                  </a:cubicBezTo>
                  <a:cubicBezTo>
                    <a:pt x="34625" y="3230"/>
                    <a:pt x="37855" y="0"/>
                    <a:pt x="41838" y="0"/>
                  </a:cubicBezTo>
                  <a:lnTo>
                    <a:pt x="64922" y="0"/>
                  </a:lnTo>
                  <a:close/>
                  <a:moveTo>
                    <a:pt x="64922" y="34625"/>
                  </a:moveTo>
                  <a:cubicBezTo>
                    <a:pt x="68906" y="34625"/>
                    <a:pt x="72135" y="37855"/>
                    <a:pt x="72135" y="41838"/>
                  </a:cubicBezTo>
                  <a:cubicBezTo>
                    <a:pt x="72135" y="45822"/>
                    <a:pt x="68906" y="49052"/>
                    <a:pt x="64922" y="49052"/>
                  </a:cubicBezTo>
                  <a:lnTo>
                    <a:pt x="41838" y="49052"/>
                  </a:lnTo>
                  <a:cubicBezTo>
                    <a:pt x="37855" y="49052"/>
                    <a:pt x="34625" y="45822"/>
                    <a:pt x="34625" y="41838"/>
                  </a:cubicBezTo>
                  <a:cubicBezTo>
                    <a:pt x="34625" y="37855"/>
                    <a:pt x="37855" y="34625"/>
                    <a:pt x="41838" y="34625"/>
                  </a:cubicBezTo>
                  <a:lnTo>
                    <a:pt x="64922" y="34625"/>
                  </a:lnTo>
                  <a:close/>
                  <a:moveTo>
                    <a:pt x="64922" y="69250"/>
                  </a:moveTo>
                  <a:cubicBezTo>
                    <a:pt x="68906" y="69250"/>
                    <a:pt x="72135" y="72480"/>
                    <a:pt x="72135" y="76463"/>
                  </a:cubicBezTo>
                  <a:cubicBezTo>
                    <a:pt x="72135" y="80447"/>
                    <a:pt x="68906" y="83677"/>
                    <a:pt x="64922" y="83677"/>
                  </a:cubicBezTo>
                  <a:lnTo>
                    <a:pt x="41838" y="83677"/>
                  </a:lnTo>
                  <a:cubicBezTo>
                    <a:pt x="37855" y="83677"/>
                    <a:pt x="34625" y="80447"/>
                    <a:pt x="34625" y="76463"/>
                  </a:cubicBezTo>
                  <a:cubicBezTo>
                    <a:pt x="34625" y="72480"/>
                    <a:pt x="37855" y="69250"/>
                    <a:pt x="41838" y="69250"/>
                  </a:cubicBezTo>
                  <a:lnTo>
                    <a:pt x="64922" y="69250"/>
                  </a:lnTo>
                  <a:close/>
                </a:path>
              </a:pathLst>
            </a:custGeom>
            <a:grpFill/>
            <a:ln w="223" cap="flat">
              <a:noFill/>
              <a:prstDash val="solid"/>
              <a:miter/>
            </a:ln>
          </p:spPr>
          <p:txBody>
            <a:bodyPr rtlCol="0" anchor="ctr"/>
            <a:lstStyle/>
            <a:p>
              <a:endParaRPr lang="zh-CN" altLang="en-US"/>
            </a:p>
          </p:txBody>
        </p:sp>
      </p:grpSp>
      <p:grpSp>
        <p:nvGrpSpPr>
          <p:cNvPr id="1085" name="组合 1084">
            <a:extLst>
              <a:ext uri="{FF2B5EF4-FFF2-40B4-BE49-F238E27FC236}">
                <a16:creationId xmlns:a16="http://schemas.microsoft.com/office/drawing/2014/main" id="{A47C5D1F-F81A-2BBB-DEC6-CCBA060CC3F8}"/>
              </a:ext>
            </a:extLst>
          </p:cNvPr>
          <p:cNvGrpSpPr/>
          <p:nvPr/>
        </p:nvGrpSpPr>
        <p:grpSpPr>
          <a:xfrm>
            <a:off x="5722134" y="1150928"/>
            <a:ext cx="185906" cy="186978"/>
            <a:chOff x="5201266" y="1099833"/>
            <a:chExt cx="160257" cy="161181"/>
          </a:xfrm>
        </p:grpSpPr>
        <p:sp>
          <p:nvSpPr>
            <p:cNvPr id="1080" name="任意多边形: 形状 1079">
              <a:extLst>
                <a:ext uri="{FF2B5EF4-FFF2-40B4-BE49-F238E27FC236}">
                  <a16:creationId xmlns:a16="http://schemas.microsoft.com/office/drawing/2014/main" id="{CD483792-0CCA-37E4-84C3-46E826065EFA}"/>
                </a:ext>
              </a:extLst>
            </p:cNvPr>
            <p:cNvSpPr/>
            <p:nvPr/>
          </p:nvSpPr>
          <p:spPr>
            <a:xfrm>
              <a:off x="5201266" y="1099833"/>
              <a:ext cx="107366" cy="152380"/>
            </a:xfrm>
            <a:custGeom>
              <a:avLst/>
              <a:gdLst>
                <a:gd name="connsiteX0" fmla="*/ 53683 w 107366"/>
                <a:gd name="connsiteY0" fmla="*/ 51571 h 152380"/>
                <a:gd name="connsiteX1" fmla="*/ 17381 w 107366"/>
                <a:gd name="connsiteY1" fmla="*/ 45147 h 152380"/>
                <a:gd name="connsiteX2" fmla="*/ 0 w 107366"/>
                <a:gd name="connsiteY2" fmla="*/ 25785 h 152380"/>
                <a:gd name="connsiteX3" fmla="*/ 17381 w 107366"/>
                <a:gd name="connsiteY3" fmla="*/ 6424 h 152380"/>
                <a:gd name="connsiteX4" fmla="*/ 53683 w 107366"/>
                <a:gd name="connsiteY4" fmla="*/ 0 h 152380"/>
                <a:gd name="connsiteX5" fmla="*/ 89985 w 107366"/>
                <a:gd name="connsiteY5" fmla="*/ 6424 h 152380"/>
                <a:gd name="connsiteX6" fmla="*/ 107366 w 107366"/>
                <a:gd name="connsiteY6" fmla="*/ 25785 h 152380"/>
                <a:gd name="connsiteX7" fmla="*/ 89985 w 107366"/>
                <a:gd name="connsiteY7" fmla="*/ 45147 h 152380"/>
                <a:gd name="connsiteX8" fmla="*/ 53683 w 107366"/>
                <a:gd name="connsiteY8" fmla="*/ 51571 h 152380"/>
                <a:gd name="connsiteX9" fmla="*/ 53683 w 107366"/>
                <a:gd name="connsiteY9" fmla="*/ 10561 h 152380"/>
                <a:gd name="connsiteX10" fmla="*/ 10561 w 107366"/>
                <a:gd name="connsiteY10" fmla="*/ 25785 h 152380"/>
                <a:gd name="connsiteX11" fmla="*/ 53683 w 107366"/>
                <a:gd name="connsiteY11" fmla="*/ 41010 h 152380"/>
                <a:gd name="connsiteX12" fmla="*/ 96806 w 107366"/>
                <a:gd name="connsiteY12" fmla="*/ 25785 h 152380"/>
                <a:gd name="connsiteX13" fmla="*/ 53683 w 107366"/>
                <a:gd name="connsiteY13" fmla="*/ 10561 h 152380"/>
                <a:gd name="connsiteX14" fmla="*/ 53683 w 107366"/>
                <a:gd name="connsiteY14" fmla="*/ 86597 h 152380"/>
                <a:gd name="connsiteX15" fmla="*/ 17381 w 107366"/>
                <a:gd name="connsiteY15" fmla="*/ 80173 h 152380"/>
                <a:gd name="connsiteX16" fmla="*/ 0 w 107366"/>
                <a:gd name="connsiteY16" fmla="*/ 60811 h 152380"/>
                <a:gd name="connsiteX17" fmla="*/ 5280 w 107366"/>
                <a:gd name="connsiteY17" fmla="*/ 55531 h 152380"/>
                <a:gd name="connsiteX18" fmla="*/ 10561 w 107366"/>
                <a:gd name="connsiteY18" fmla="*/ 60811 h 152380"/>
                <a:gd name="connsiteX19" fmla="*/ 53683 w 107366"/>
                <a:gd name="connsiteY19" fmla="*/ 76036 h 152380"/>
                <a:gd name="connsiteX20" fmla="*/ 60591 w 107366"/>
                <a:gd name="connsiteY20" fmla="*/ 75816 h 152380"/>
                <a:gd name="connsiteX21" fmla="*/ 66180 w 107366"/>
                <a:gd name="connsiteY21" fmla="*/ 80745 h 152380"/>
                <a:gd name="connsiteX22" fmla="*/ 61251 w 107366"/>
                <a:gd name="connsiteY22" fmla="*/ 86333 h 152380"/>
                <a:gd name="connsiteX23" fmla="*/ 53683 w 107366"/>
                <a:gd name="connsiteY23" fmla="*/ 86597 h 152380"/>
                <a:gd name="connsiteX24" fmla="*/ 53683 w 107366"/>
                <a:gd name="connsiteY24" fmla="*/ 119599 h 152380"/>
                <a:gd name="connsiteX25" fmla="*/ 17381 w 107366"/>
                <a:gd name="connsiteY25" fmla="*/ 113174 h 152380"/>
                <a:gd name="connsiteX26" fmla="*/ 0 w 107366"/>
                <a:gd name="connsiteY26" fmla="*/ 93813 h 152380"/>
                <a:gd name="connsiteX27" fmla="*/ 5280 w 107366"/>
                <a:gd name="connsiteY27" fmla="*/ 88533 h 152380"/>
                <a:gd name="connsiteX28" fmla="*/ 10561 w 107366"/>
                <a:gd name="connsiteY28" fmla="*/ 93813 h 152380"/>
                <a:gd name="connsiteX29" fmla="*/ 53683 w 107366"/>
                <a:gd name="connsiteY29" fmla="*/ 109038 h 152380"/>
                <a:gd name="connsiteX30" fmla="*/ 60283 w 107366"/>
                <a:gd name="connsiteY30" fmla="*/ 108862 h 152380"/>
                <a:gd name="connsiteX31" fmla="*/ 65872 w 107366"/>
                <a:gd name="connsiteY31" fmla="*/ 113834 h 152380"/>
                <a:gd name="connsiteX32" fmla="*/ 60899 w 107366"/>
                <a:gd name="connsiteY32" fmla="*/ 119423 h 152380"/>
                <a:gd name="connsiteX33" fmla="*/ 53683 w 107366"/>
                <a:gd name="connsiteY33" fmla="*/ 119599 h 152380"/>
                <a:gd name="connsiteX34" fmla="*/ 53683 w 107366"/>
                <a:gd name="connsiteY34" fmla="*/ 152381 h 152380"/>
                <a:gd name="connsiteX35" fmla="*/ 17381 w 107366"/>
                <a:gd name="connsiteY35" fmla="*/ 145956 h 152380"/>
                <a:gd name="connsiteX36" fmla="*/ 0 w 107366"/>
                <a:gd name="connsiteY36" fmla="*/ 126595 h 152380"/>
                <a:gd name="connsiteX37" fmla="*/ 5280 w 107366"/>
                <a:gd name="connsiteY37" fmla="*/ 121315 h 152380"/>
                <a:gd name="connsiteX38" fmla="*/ 10561 w 107366"/>
                <a:gd name="connsiteY38" fmla="*/ 126595 h 152380"/>
                <a:gd name="connsiteX39" fmla="*/ 53683 w 107366"/>
                <a:gd name="connsiteY39" fmla="*/ 141820 h 152380"/>
                <a:gd name="connsiteX40" fmla="*/ 59139 w 107366"/>
                <a:gd name="connsiteY40" fmla="*/ 141688 h 152380"/>
                <a:gd name="connsiteX41" fmla="*/ 64684 w 107366"/>
                <a:gd name="connsiteY41" fmla="*/ 146704 h 152380"/>
                <a:gd name="connsiteX42" fmla="*/ 59667 w 107366"/>
                <a:gd name="connsiteY42" fmla="*/ 152249 h 152380"/>
                <a:gd name="connsiteX43" fmla="*/ 53683 w 107366"/>
                <a:gd name="connsiteY43" fmla="*/ 152381 h 152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7366" h="152380">
                  <a:moveTo>
                    <a:pt x="53683" y="51571"/>
                  </a:moveTo>
                  <a:cubicBezTo>
                    <a:pt x="40042" y="51571"/>
                    <a:pt x="27150" y="49283"/>
                    <a:pt x="17381" y="45147"/>
                  </a:cubicBezTo>
                  <a:cubicBezTo>
                    <a:pt x="6160" y="40394"/>
                    <a:pt x="0" y="33530"/>
                    <a:pt x="0" y="25785"/>
                  </a:cubicBezTo>
                  <a:cubicBezTo>
                    <a:pt x="0" y="18041"/>
                    <a:pt x="6160" y="11177"/>
                    <a:pt x="17381" y="6424"/>
                  </a:cubicBezTo>
                  <a:cubicBezTo>
                    <a:pt x="27150" y="2288"/>
                    <a:pt x="40042" y="0"/>
                    <a:pt x="53683" y="0"/>
                  </a:cubicBezTo>
                  <a:cubicBezTo>
                    <a:pt x="67324" y="0"/>
                    <a:pt x="80217" y="2288"/>
                    <a:pt x="89985" y="6424"/>
                  </a:cubicBezTo>
                  <a:cubicBezTo>
                    <a:pt x="101206" y="11177"/>
                    <a:pt x="107366" y="18041"/>
                    <a:pt x="107366" y="25785"/>
                  </a:cubicBezTo>
                  <a:cubicBezTo>
                    <a:pt x="107366" y="33530"/>
                    <a:pt x="101206" y="40394"/>
                    <a:pt x="89985" y="45147"/>
                  </a:cubicBezTo>
                  <a:cubicBezTo>
                    <a:pt x="80217" y="49327"/>
                    <a:pt x="67324" y="51571"/>
                    <a:pt x="53683" y="51571"/>
                  </a:cubicBezTo>
                  <a:close/>
                  <a:moveTo>
                    <a:pt x="53683" y="10561"/>
                  </a:moveTo>
                  <a:cubicBezTo>
                    <a:pt x="27370" y="10561"/>
                    <a:pt x="10561" y="19581"/>
                    <a:pt x="10561" y="25785"/>
                  </a:cubicBezTo>
                  <a:cubicBezTo>
                    <a:pt x="10561" y="31990"/>
                    <a:pt x="27370" y="41010"/>
                    <a:pt x="53683" y="41010"/>
                  </a:cubicBezTo>
                  <a:cubicBezTo>
                    <a:pt x="79997" y="41010"/>
                    <a:pt x="96806" y="31990"/>
                    <a:pt x="96806" y="25785"/>
                  </a:cubicBezTo>
                  <a:cubicBezTo>
                    <a:pt x="96806" y="19581"/>
                    <a:pt x="79997" y="10561"/>
                    <a:pt x="53683" y="10561"/>
                  </a:cubicBezTo>
                  <a:close/>
                  <a:moveTo>
                    <a:pt x="53683" y="86597"/>
                  </a:moveTo>
                  <a:cubicBezTo>
                    <a:pt x="40042" y="86597"/>
                    <a:pt x="27150" y="84309"/>
                    <a:pt x="17381" y="80173"/>
                  </a:cubicBezTo>
                  <a:cubicBezTo>
                    <a:pt x="6160" y="75420"/>
                    <a:pt x="0" y="68556"/>
                    <a:pt x="0" y="60811"/>
                  </a:cubicBezTo>
                  <a:cubicBezTo>
                    <a:pt x="0" y="57907"/>
                    <a:pt x="2376" y="55531"/>
                    <a:pt x="5280" y="55531"/>
                  </a:cubicBezTo>
                  <a:cubicBezTo>
                    <a:pt x="8184" y="55531"/>
                    <a:pt x="10561" y="57907"/>
                    <a:pt x="10561" y="60811"/>
                  </a:cubicBezTo>
                  <a:cubicBezTo>
                    <a:pt x="10561" y="67016"/>
                    <a:pt x="27370" y="76036"/>
                    <a:pt x="53683" y="76036"/>
                  </a:cubicBezTo>
                  <a:cubicBezTo>
                    <a:pt x="56015" y="76036"/>
                    <a:pt x="58347" y="75948"/>
                    <a:pt x="60591" y="75816"/>
                  </a:cubicBezTo>
                  <a:cubicBezTo>
                    <a:pt x="63496" y="75640"/>
                    <a:pt x="66004" y="77840"/>
                    <a:pt x="66180" y="80745"/>
                  </a:cubicBezTo>
                  <a:cubicBezTo>
                    <a:pt x="66356" y="83649"/>
                    <a:pt x="64156" y="86157"/>
                    <a:pt x="61251" y="86333"/>
                  </a:cubicBezTo>
                  <a:cubicBezTo>
                    <a:pt x="58787" y="86509"/>
                    <a:pt x="56235" y="86597"/>
                    <a:pt x="53683" y="86597"/>
                  </a:cubicBezTo>
                  <a:close/>
                  <a:moveTo>
                    <a:pt x="53683" y="119599"/>
                  </a:moveTo>
                  <a:cubicBezTo>
                    <a:pt x="40042" y="119599"/>
                    <a:pt x="27150" y="117311"/>
                    <a:pt x="17381" y="113174"/>
                  </a:cubicBezTo>
                  <a:cubicBezTo>
                    <a:pt x="6160" y="108422"/>
                    <a:pt x="0" y="101558"/>
                    <a:pt x="0" y="93813"/>
                  </a:cubicBezTo>
                  <a:cubicBezTo>
                    <a:pt x="0" y="90909"/>
                    <a:pt x="2376" y="88533"/>
                    <a:pt x="5280" y="88533"/>
                  </a:cubicBezTo>
                  <a:cubicBezTo>
                    <a:pt x="8184" y="88533"/>
                    <a:pt x="10561" y="90909"/>
                    <a:pt x="10561" y="93813"/>
                  </a:cubicBezTo>
                  <a:cubicBezTo>
                    <a:pt x="10561" y="100018"/>
                    <a:pt x="27370" y="109038"/>
                    <a:pt x="53683" y="109038"/>
                  </a:cubicBezTo>
                  <a:cubicBezTo>
                    <a:pt x="55883" y="109038"/>
                    <a:pt x="58127" y="108950"/>
                    <a:pt x="60283" y="108862"/>
                  </a:cubicBezTo>
                  <a:cubicBezTo>
                    <a:pt x="63188" y="108686"/>
                    <a:pt x="65696" y="110886"/>
                    <a:pt x="65872" y="113834"/>
                  </a:cubicBezTo>
                  <a:cubicBezTo>
                    <a:pt x="66048" y="116739"/>
                    <a:pt x="63848" y="119247"/>
                    <a:pt x="60899" y="119423"/>
                  </a:cubicBezTo>
                  <a:cubicBezTo>
                    <a:pt x="58567" y="119511"/>
                    <a:pt x="56103" y="119599"/>
                    <a:pt x="53683" y="119599"/>
                  </a:cubicBezTo>
                  <a:close/>
                  <a:moveTo>
                    <a:pt x="53683" y="152381"/>
                  </a:moveTo>
                  <a:cubicBezTo>
                    <a:pt x="40042" y="152381"/>
                    <a:pt x="27150" y="150093"/>
                    <a:pt x="17381" y="145956"/>
                  </a:cubicBezTo>
                  <a:cubicBezTo>
                    <a:pt x="6160" y="141204"/>
                    <a:pt x="0" y="134340"/>
                    <a:pt x="0" y="126595"/>
                  </a:cubicBezTo>
                  <a:cubicBezTo>
                    <a:pt x="0" y="123691"/>
                    <a:pt x="2376" y="121315"/>
                    <a:pt x="5280" y="121315"/>
                  </a:cubicBezTo>
                  <a:cubicBezTo>
                    <a:pt x="8184" y="121315"/>
                    <a:pt x="10561" y="123691"/>
                    <a:pt x="10561" y="126595"/>
                  </a:cubicBezTo>
                  <a:cubicBezTo>
                    <a:pt x="10561" y="132800"/>
                    <a:pt x="27370" y="141820"/>
                    <a:pt x="53683" y="141820"/>
                  </a:cubicBezTo>
                  <a:cubicBezTo>
                    <a:pt x="55531" y="141820"/>
                    <a:pt x="57379" y="141776"/>
                    <a:pt x="59139" y="141688"/>
                  </a:cubicBezTo>
                  <a:cubicBezTo>
                    <a:pt x="62044" y="141556"/>
                    <a:pt x="64552" y="143800"/>
                    <a:pt x="64684" y="146704"/>
                  </a:cubicBezTo>
                  <a:cubicBezTo>
                    <a:pt x="64816" y="149609"/>
                    <a:pt x="62572" y="152117"/>
                    <a:pt x="59667" y="152249"/>
                  </a:cubicBezTo>
                  <a:cubicBezTo>
                    <a:pt x="57731" y="152293"/>
                    <a:pt x="55707" y="152381"/>
                    <a:pt x="53683" y="152381"/>
                  </a:cubicBezTo>
                  <a:close/>
                </a:path>
              </a:pathLst>
            </a:custGeom>
            <a:solidFill>
              <a:schemeClr val="accent2"/>
            </a:solidFill>
            <a:ln w="167" cap="flat">
              <a:noFill/>
              <a:prstDash val="solid"/>
              <a:miter/>
            </a:ln>
          </p:spPr>
          <p:txBody>
            <a:bodyPr rtlCol="0" anchor="ctr"/>
            <a:lstStyle/>
            <a:p>
              <a:endParaRPr lang="zh-CN" altLang="en-US"/>
            </a:p>
          </p:txBody>
        </p:sp>
        <p:sp>
          <p:nvSpPr>
            <p:cNvPr id="1081" name="任意多边形: 形状 1080">
              <a:extLst>
                <a:ext uri="{FF2B5EF4-FFF2-40B4-BE49-F238E27FC236}">
                  <a16:creationId xmlns:a16="http://schemas.microsoft.com/office/drawing/2014/main" id="{C26C66F2-5B3A-C102-217C-62319C2982E5}"/>
                </a:ext>
              </a:extLst>
            </p:cNvPr>
            <p:cNvSpPr/>
            <p:nvPr/>
          </p:nvSpPr>
          <p:spPr>
            <a:xfrm>
              <a:off x="5201266" y="1119942"/>
              <a:ext cx="160257" cy="111326"/>
            </a:xfrm>
            <a:custGeom>
              <a:avLst/>
              <a:gdLst>
                <a:gd name="connsiteX0" fmla="*/ 5280 w 160257"/>
                <a:gd name="connsiteY0" fmla="*/ 111326 h 111326"/>
                <a:gd name="connsiteX1" fmla="*/ 0 w 160257"/>
                <a:gd name="connsiteY1" fmla="*/ 106046 h 111326"/>
                <a:gd name="connsiteX2" fmla="*/ 0 w 160257"/>
                <a:gd name="connsiteY2" fmla="*/ 5280 h 111326"/>
                <a:gd name="connsiteX3" fmla="*/ 5280 w 160257"/>
                <a:gd name="connsiteY3" fmla="*/ 0 h 111326"/>
                <a:gd name="connsiteX4" fmla="*/ 10561 w 160257"/>
                <a:gd name="connsiteY4" fmla="*/ 5280 h 111326"/>
                <a:gd name="connsiteX5" fmla="*/ 10561 w 160257"/>
                <a:gd name="connsiteY5" fmla="*/ 106046 h 111326"/>
                <a:gd name="connsiteX6" fmla="*/ 5280 w 160257"/>
                <a:gd name="connsiteY6" fmla="*/ 111326 h 111326"/>
                <a:gd name="connsiteX7" fmla="*/ 102086 w 160257"/>
                <a:gd name="connsiteY7" fmla="*/ 38590 h 111326"/>
                <a:gd name="connsiteX8" fmla="*/ 96806 w 160257"/>
                <a:gd name="connsiteY8" fmla="*/ 33310 h 111326"/>
                <a:gd name="connsiteX9" fmla="*/ 96806 w 160257"/>
                <a:gd name="connsiteY9" fmla="*/ 5280 h 111326"/>
                <a:gd name="connsiteX10" fmla="*/ 102086 w 160257"/>
                <a:gd name="connsiteY10" fmla="*/ 0 h 111326"/>
                <a:gd name="connsiteX11" fmla="*/ 107366 w 160257"/>
                <a:gd name="connsiteY11" fmla="*/ 5280 h 111326"/>
                <a:gd name="connsiteX12" fmla="*/ 107366 w 160257"/>
                <a:gd name="connsiteY12" fmla="*/ 33310 h 111326"/>
                <a:gd name="connsiteX13" fmla="*/ 102086 w 160257"/>
                <a:gd name="connsiteY13" fmla="*/ 38590 h 111326"/>
                <a:gd name="connsiteX14" fmla="*/ 114627 w 160257"/>
                <a:gd name="connsiteY14" fmla="*/ 86641 h 111326"/>
                <a:gd name="connsiteX15" fmla="*/ 84045 w 160257"/>
                <a:gd name="connsiteY15" fmla="*/ 81229 h 111326"/>
                <a:gd name="connsiteX16" fmla="*/ 68996 w 160257"/>
                <a:gd name="connsiteY16" fmla="*/ 64288 h 111326"/>
                <a:gd name="connsiteX17" fmla="*/ 84045 w 160257"/>
                <a:gd name="connsiteY17" fmla="*/ 47347 h 111326"/>
                <a:gd name="connsiteX18" fmla="*/ 114627 w 160257"/>
                <a:gd name="connsiteY18" fmla="*/ 41934 h 111326"/>
                <a:gd name="connsiteX19" fmla="*/ 145208 w 160257"/>
                <a:gd name="connsiteY19" fmla="*/ 47347 h 111326"/>
                <a:gd name="connsiteX20" fmla="*/ 160257 w 160257"/>
                <a:gd name="connsiteY20" fmla="*/ 64288 h 111326"/>
                <a:gd name="connsiteX21" fmla="*/ 145208 w 160257"/>
                <a:gd name="connsiteY21" fmla="*/ 81229 h 111326"/>
                <a:gd name="connsiteX22" fmla="*/ 114627 w 160257"/>
                <a:gd name="connsiteY22" fmla="*/ 86641 h 111326"/>
                <a:gd name="connsiteX23" fmla="*/ 114627 w 160257"/>
                <a:gd name="connsiteY23" fmla="*/ 52495 h 111326"/>
                <a:gd name="connsiteX24" fmla="*/ 79601 w 160257"/>
                <a:gd name="connsiteY24" fmla="*/ 64288 h 111326"/>
                <a:gd name="connsiteX25" fmla="*/ 114627 w 160257"/>
                <a:gd name="connsiteY25" fmla="*/ 76080 h 111326"/>
                <a:gd name="connsiteX26" fmla="*/ 149653 w 160257"/>
                <a:gd name="connsiteY26" fmla="*/ 64288 h 111326"/>
                <a:gd name="connsiteX27" fmla="*/ 114627 w 160257"/>
                <a:gd name="connsiteY27" fmla="*/ 52495 h 11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0257" h="111326">
                  <a:moveTo>
                    <a:pt x="5280" y="111326"/>
                  </a:moveTo>
                  <a:cubicBezTo>
                    <a:pt x="2376" y="111326"/>
                    <a:pt x="0" y="108950"/>
                    <a:pt x="0" y="106046"/>
                  </a:cubicBezTo>
                  <a:lnTo>
                    <a:pt x="0" y="5280"/>
                  </a:lnTo>
                  <a:cubicBezTo>
                    <a:pt x="0" y="2376"/>
                    <a:pt x="2376" y="0"/>
                    <a:pt x="5280" y="0"/>
                  </a:cubicBezTo>
                  <a:cubicBezTo>
                    <a:pt x="8184" y="0"/>
                    <a:pt x="10561" y="2376"/>
                    <a:pt x="10561" y="5280"/>
                  </a:cubicBezTo>
                  <a:lnTo>
                    <a:pt x="10561" y="106046"/>
                  </a:lnTo>
                  <a:cubicBezTo>
                    <a:pt x="10561" y="108950"/>
                    <a:pt x="8184" y="111326"/>
                    <a:pt x="5280" y="111326"/>
                  </a:cubicBezTo>
                  <a:close/>
                  <a:moveTo>
                    <a:pt x="102086" y="38590"/>
                  </a:moveTo>
                  <a:cubicBezTo>
                    <a:pt x="99182" y="38590"/>
                    <a:pt x="96806" y="36214"/>
                    <a:pt x="96806" y="33310"/>
                  </a:cubicBezTo>
                  <a:lnTo>
                    <a:pt x="96806" y="5280"/>
                  </a:lnTo>
                  <a:cubicBezTo>
                    <a:pt x="96806" y="2376"/>
                    <a:pt x="99182" y="0"/>
                    <a:pt x="102086" y="0"/>
                  </a:cubicBezTo>
                  <a:cubicBezTo>
                    <a:pt x="104990" y="0"/>
                    <a:pt x="107366" y="2376"/>
                    <a:pt x="107366" y="5280"/>
                  </a:cubicBezTo>
                  <a:lnTo>
                    <a:pt x="107366" y="33310"/>
                  </a:lnTo>
                  <a:cubicBezTo>
                    <a:pt x="107366" y="36214"/>
                    <a:pt x="104990" y="38590"/>
                    <a:pt x="102086" y="38590"/>
                  </a:cubicBezTo>
                  <a:close/>
                  <a:moveTo>
                    <a:pt x="114627" y="86641"/>
                  </a:moveTo>
                  <a:cubicBezTo>
                    <a:pt x="103186" y="86641"/>
                    <a:pt x="92317" y="84705"/>
                    <a:pt x="84045" y="81229"/>
                  </a:cubicBezTo>
                  <a:cubicBezTo>
                    <a:pt x="74364" y="77136"/>
                    <a:pt x="68996" y="71108"/>
                    <a:pt x="68996" y="64288"/>
                  </a:cubicBezTo>
                  <a:cubicBezTo>
                    <a:pt x="68996" y="57467"/>
                    <a:pt x="74320" y="51439"/>
                    <a:pt x="84045" y="47347"/>
                  </a:cubicBezTo>
                  <a:cubicBezTo>
                    <a:pt x="92317" y="43870"/>
                    <a:pt x="103142" y="41934"/>
                    <a:pt x="114627" y="41934"/>
                  </a:cubicBezTo>
                  <a:cubicBezTo>
                    <a:pt x="126111" y="41934"/>
                    <a:pt x="136936" y="43870"/>
                    <a:pt x="145208" y="47347"/>
                  </a:cubicBezTo>
                  <a:cubicBezTo>
                    <a:pt x="154889" y="51439"/>
                    <a:pt x="160257" y="57467"/>
                    <a:pt x="160257" y="64288"/>
                  </a:cubicBezTo>
                  <a:cubicBezTo>
                    <a:pt x="160257" y="71108"/>
                    <a:pt x="154933" y="77136"/>
                    <a:pt x="145208" y="81229"/>
                  </a:cubicBezTo>
                  <a:cubicBezTo>
                    <a:pt x="136936" y="84705"/>
                    <a:pt x="126111" y="86641"/>
                    <a:pt x="114627" y="86641"/>
                  </a:cubicBezTo>
                  <a:close/>
                  <a:moveTo>
                    <a:pt x="114627" y="52495"/>
                  </a:moveTo>
                  <a:cubicBezTo>
                    <a:pt x="91965" y="52495"/>
                    <a:pt x="79601" y="60283"/>
                    <a:pt x="79601" y="64288"/>
                  </a:cubicBezTo>
                  <a:cubicBezTo>
                    <a:pt x="79601" y="68292"/>
                    <a:pt x="91965" y="76080"/>
                    <a:pt x="114627" y="76080"/>
                  </a:cubicBezTo>
                  <a:cubicBezTo>
                    <a:pt x="137288" y="76080"/>
                    <a:pt x="149653" y="68292"/>
                    <a:pt x="149653" y="64288"/>
                  </a:cubicBezTo>
                  <a:cubicBezTo>
                    <a:pt x="149653" y="60283"/>
                    <a:pt x="137288" y="52495"/>
                    <a:pt x="114627" y="52495"/>
                  </a:cubicBezTo>
                  <a:close/>
                </a:path>
              </a:pathLst>
            </a:custGeom>
            <a:solidFill>
              <a:schemeClr val="accent2"/>
            </a:solidFill>
            <a:ln w="167" cap="flat">
              <a:noFill/>
              <a:prstDash val="solid"/>
              <a:miter/>
            </a:ln>
          </p:spPr>
          <p:txBody>
            <a:bodyPr rtlCol="0" anchor="ctr"/>
            <a:lstStyle/>
            <a:p>
              <a:endParaRPr lang="zh-CN" altLang="en-US"/>
            </a:p>
          </p:txBody>
        </p:sp>
        <p:sp>
          <p:nvSpPr>
            <p:cNvPr id="1082" name="任意多边形: 形状 1081">
              <a:extLst>
                <a:ext uri="{FF2B5EF4-FFF2-40B4-BE49-F238E27FC236}">
                  <a16:creationId xmlns:a16="http://schemas.microsoft.com/office/drawing/2014/main" id="{E38F54D2-3FA6-548B-FD40-BF73CA048581}"/>
                </a:ext>
              </a:extLst>
            </p:cNvPr>
            <p:cNvSpPr/>
            <p:nvPr/>
          </p:nvSpPr>
          <p:spPr>
            <a:xfrm>
              <a:off x="5270262" y="1205879"/>
              <a:ext cx="91173" cy="27633"/>
            </a:xfrm>
            <a:custGeom>
              <a:avLst/>
              <a:gdLst>
                <a:gd name="connsiteX0" fmla="*/ 45631 w 91173"/>
                <a:gd name="connsiteY0" fmla="*/ 27634 h 27633"/>
                <a:gd name="connsiteX1" fmla="*/ 15049 w 91173"/>
                <a:gd name="connsiteY1" fmla="*/ 22221 h 27633"/>
                <a:gd name="connsiteX2" fmla="*/ 0 w 91173"/>
                <a:gd name="connsiteY2" fmla="*/ 5280 h 27633"/>
                <a:gd name="connsiteX3" fmla="*/ 5280 w 91173"/>
                <a:gd name="connsiteY3" fmla="*/ 0 h 27633"/>
                <a:gd name="connsiteX4" fmla="*/ 10561 w 91173"/>
                <a:gd name="connsiteY4" fmla="*/ 5280 h 27633"/>
                <a:gd name="connsiteX5" fmla="*/ 45587 w 91173"/>
                <a:gd name="connsiteY5" fmla="*/ 17073 h 27633"/>
                <a:gd name="connsiteX6" fmla="*/ 80613 w 91173"/>
                <a:gd name="connsiteY6" fmla="*/ 5280 h 27633"/>
                <a:gd name="connsiteX7" fmla="*/ 85893 w 91173"/>
                <a:gd name="connsiteY7" fmla="*/ 0 h 27633"/>
                <a:gd name="connsiteX8" fmla="*/ 91173 w 91173"/>
                <a:gd name="connsiteY8" fmla="*/ 5280 h 27633"/>
                <a:gd name="connsiteX9" fmla="*/ 76124 w 91173"/>
                <a:gd name="connsiteY9" fmla="*/ 22221 h 27633"/>
                <a:gd name="connsiteX10" fmla="*/ 45631 w 91173"/>
                <a:gd name="connsiteY10" fmla="*/ 27634 h 2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173" h="27633">
                  <a:moveTo>
                    <a:pt x="45631" y="27634"/>
                  </a:moveTo>
                  <a:cubicBezTo>
                    <a:pt x="34190" y="27634"/>
                    <a:pt x="23321" y="25697"/>
                    <a:pt x="15049" y="22221"/>
                  </a:cubicBezTo>
                  <a:cubicBezTo>
                    <a:pt x="5368" y="18129"/>
                    <a:pt x="0" y="12101"/>
                    <a:pt x="0" y="5280"/>
                  </a:cubicBezTo>
                  <a:cubicBezTo>
                    <a:pt x="0" y="2376"/>
                    <a:pt x="2376" y="0"/>
                    <a:pt x="5280" y="0"/>
                  </a:cubicBezTo>
                  <a:cubicBezTo>
                    <a:pt x="8184" y="0"/>
                    <a:pt x="10561" y="2376"/>
                    <a:pt x="10561" y="5280"/>
                  </a:cubicBezTo>
                  <a:cubicBezTo>
                    <a:pt x="10561" y="9285"/>
                    <a:pt x="22925" y="17073"/>
                    <a:pt x="45587" y="17073"/>
                  </a:cubicBezTo>
                  <a:cubicBezTo>
                    <a:pt x="68248" y="17073"/>
                    <a:pt x="80613" y="9285"/>
                    <a:pt x="80613" y="5280"/>
                  </a:cubicBezTo>
                  <a:cubicBezTo>
                    <a:pt x="80613" y="2376"/>
                    <a:pt x="82989" y="0"/>
                    <a:pt x="85893" y="0"/>
                  </a:cubicBezTo>
                  <a:cubicBezTo>
                    <a:pt x="88797" y="0"/>
                    <a:pt x="91173" y="2376"/>
                    <a:pt x="91173" y="5280"/>
                  </a:cubicBezTo>
                  <a:cubicBezTo>
                    <a:pt x="91173" y="12101"/>
                    <a:pt x="85849" y="18129"/>
                    <a:pt x="76124" y="22221"/>
                  </a:cubicBezTo>
                  <a:cubicBezTo>
                    <a:pt x="67940" y="25697"/>
                    <a:pt x="57115" y="27634"/>
                    <a:pt x="45631" y="27634"/>
                  </a:cubicBezTo>
                  <a:close/>
                </a:path>
              </a:pathLst>
            </a:custGeom>
            <a:solidFill>
              <a:schemeClr val="accent2"/>
            </a:solidFill>
            <a:ln w="167" cap="flat">
              <a:noFill/>
              <a:prstDash val="solid"/>
              <a:miter/>
            </a:ln>
          </p:spPr>
          <p:txBody>
            <a:bodyPr rtlCol="0" anchor="ctr"/>
            <a:lstStyle/>
            <a:p>
              <a:endParaRPr lang="zh-CN" altLang="en-US"/>
            </a:p>
          </p:txBody>
        </p:sp>
        <p:sp>
          <p:nvSpPr>
            <p:cNvPr id="1083" name="任意多边形: 形状 1082">
              <a:extLst>
                <a:ext uri="{FF2B5EF4-FFF2-40B4-BE49-F238E27FC236}">
                  <a16:creationId xmlns:a16="http://schemas.microsoft.com/office/drawing/2014/main" id="{41E0AECD-4922-0573-DB3E-9018522E334E}"/>
                </a:ext>
              </a:extLst>
            </p:cNvPr>
            <p:cNvSpPr/>
            <p:nvPr/>
          </p:nvSpPr>
          <p:spPr>
            <a:xfrm>
              <a:off x="5270262" y="1233381"/>
              <a:ext cx="91173" cy="27633"/>
            </a:xfrm>
            <a:custGeom>
              <a:avLst/>
              <a:gdLst>
                <a:gd name="connsiteX0" fmla="*/ 45631 w 91173"/>
                <a:gd name="connsiteY0" fmla="*/ 27634 h 27633"/>
                <a:gd name="connsiteX1" fmla="*/ 15049 w 91173"/>
                <a:gd name="connsiteY1" fmla="*/ 22221 h 27633"/>
                <a:gd name="connsiteX2" fmla="*/ 0 w 91173"/>
                <a:gd name="connsiteY2" fmla="*/ 5280 h 27633"/>
                <a:gd name="connsiteX3" fmla="*/ 5280 w 91173"/>
                <a:gd name="connsiteY3" fmla="*/ 0 h 27633"/>
                <a:gd name="connsiteX4" fmla="*/ 10561 w 91173"/>
                <a:gd name="connsiteY4" fmla="*/ 5280 h 27633"/>
                <a:gd name="connsiteX5" fmla="*/ 45587 w 91173"/>
                <a:gd name="connsiteY5" fmla="*/ 17073 h 27633"/>
                <a:gd name="connsiteX6" fmla="*/ 80613 w 91173"/>
                <a:gd name="connsiteY6" fmla="*/ 5280 h 27633"/>
                <a:gd name="connsiteX7" fmla="*/ 85893 w 91173"/>
                <a:gd name="connsiteY7" fmla="*/ 0 h 27633"/>
                <a:gd name="connsiteX8" fmla="*/ 91173 w 91173"/>
                <a:gd name="connsiteY8" fmla="*/ 5280 h 27633"/>
                <a:gd name="connsiteX9" fmla="*/ 76124 w 91173"/>
                <a:gd name="connsiteY9" fmla="*/ 22221 h 27633"/>
                <a:gd name="connsiteX10" fmla="*/ 45631 w 91173"/>
                <a:gd name="connsiteY10" fmla="*/ 27634 h 2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173" h="27633">
                  <a:moveTo>
                    <a:pt x="45631" y="27634"/>
                  </a:moveTo>
                  <a:cubicBezTo>
                    <a:pt x="34190" y="27634"/>
                    <a:pt x="23321" y="25697"/>
                    <a:pt x="15049" y="22221"/>
                  </a:cubicBezTo>
                  <a:cubicBezTo>
                    <a:pt x="5368" y="18129"/>
                    <a:pt x="0" y="12101"/>
                    <a:pt x="0" y="5280"/>
                  </a:cubicBezTo>
                  <a:cubicBezTo>
                    <a:pt x="0" y="2376"/>
                    <a:pt x="2376" y="0"/>
                    <a:pt x="5280" y="0"/>
                  </a:cubicBezTo>
                  <a:cubicBezTo>
                    <a:pt x="8184" y="0"/>
                    <a:pt x="10561" y="2376"/>
                    <a:pt x="10561" y="5280"/>
                  </a:cubicBezTo>
                  <a:cubicBezTo>
                    <a:pt x="10561" y="9285"/>
                    <a:pt x="22925" y="17073"/>
                    <a:pt x="45587" y="17073"/>
                  </a:cubicBezTo>
                  <a:cubicBezTo>
                    <a:pt x="68248" y="17073"/>
                    <a:pt x="80613" y="9285"/>
                    <a:pt x="80613" y="5280"/>
                  </a:cubicBezTo>
                  <a:cubicBezTo>
                    <a:pt x="80613" y="2376"/>
                    <a:pt x="82989" y="0"/>
                    <a:pt x="85893" y="0"/>
                  </a:cubicBezTo>
                  <a:cubicBezTo>
                    <a:pt x="88797" y="0"/>
                    <a:pt x="91173" y="2376"/>
                    <a:pt x="91173" y="5280"/>
                  </a:cubicBezTo>
                  <a:cubicBezTo>
                    <a:pt x="91173" y="12101"/>
                    <a:pt x="85849" y="18129"/>
                    <a:pt x="76124" y="22221"/>
                  </a:cubicBezTo>
                  <a:cubicBezTo>
                    <a:pt x="67940" y="25697"/>
                    <a:pt x="57115" y="27634"/>
                    <a:pt x="45631" y="27634"/>
                  </a:cubicBezTo>
                  <a:close/>
                </a:path>
              </a:pathLst>
            </a:custGeom>
            <a:solidFill>
              <a:schemeClr val="accent2"/>
            </a:solidFill>
            <a:ln w="167" cap="flat">
              <a:noFill/>
              <a:prstDash val="solid"/>
              <a:miter/>
            </a:ln>
          </p:spPr>
          <p:txBody>
            <a:bodyPr rtlCol="0" anchor="ctr"/>
            <a:lstStyle/>
            <a:p>
              <a:endParaRPr lang="zh-CN" altLang="en-US"/>
            </a:p>
          </p:txBody>
        </p:sp>
        <p:sp>
          <p:nvSpPr>
            <p:cNvPr id="1084" name="任意多边形: 形状 1083">
              <a:extLst>
                <a:ext uri="{FF2B5EF4-FFF2-40B4-BE49-F238E27FC236}">
                  <a16:creationId xmlns:a16="http://schemas.microsoft.com/office/drawing/2014/main" id="{BB0ADA0F-CD6D-F1CE-42C7-3803F58EF3D1}"/>
                </a:ext>
              </a:extLst>
            </p:cNvPr>
            <p:cNvSpPr/>
            <p:nvPr/>
          </p:nvSpPr>
          <p:spPr>
            <a:xfrm>
              <a:off x="5270306" y="1176837"/>
              <a:ext cx="91173" cy="67631"/>
            </a:xfrm>
            <a:custGeom>
              <a:avLst/>
              <a:gdLst>
                <a:gd name="connsiteX0" fmla="*/ 5280 w 91173"/>
                <a:gd name="connsiteY0" fmla="*/ 65872 h 67631"/>
                <a:gd name="connsiteX1" fmla="*/ 0 w 91173"/>
                <a:gd name="connsiteY1" fmla="*/ 60591 h 67631"/>
                <a:gd name="connsiteX2" fmla="*/ 0 w 91173"/>
                <a:gd name="connsiteY2" fmla="*/ 5280 h 67631"/>
                <a:gd name="connsiteX3" fmla="*/ 5280 w 91173"/>
                <a:gd name="connsiteY3" fmla="*/ 0 h 67631"/>
                <a:gd name="connsiteX4" fmla="*/ 10561 w 91173"/>
                <a:gd name="connsiteY4" fmla="*/ 5280 h 67631"/>
                <a:gd name="connsiteX5" fmla="*/ 10561 w 91173"/>
                <a:gd name="connsiteY5" fmla="*/ 60591 h 67631"/>
                <a:gd name="connsiteX6" fmla="*/ 5280 w 91173"/>
                <a:gd name="connsiteY6" fmla="*/ 65872 h 67631"/>
                <a:gd name="connsiteX7" fmla="*/ 85893 w 91173"/>
                <a:gd name="connsiteY7" fmla="*/ 67632 h 67631"/>
                <a:gd name="connsiteX8" fmla="*/ 80613 w 91173"/>
                <a:gd name="connsiteY8" fmla="*/ 62352 h 67631"/>
                <a:gd name="connsiteX9" fmla="*/ 80613 w 91173"/>
                <a:gd name="connsiteY9" fmla="*/ 7040 h 67631"/>
                <a:gd name="connsiteX10" fmla="*/ 85893 w 91173"/>
                <a:gd name="connsiteY10" fmla="*/ 1760 h 67631"/>
                <a:gd name="connsiteX11" fmla="*/ 91173 w 91173"/>
                <a:gd name="connsiteY11" fmla="*/ 7040 h 67631"/>
                <a:gd name="connsiteX12" fmla="*/ 91173 w 91173"/>
                <a:gd name="connsiteY12" fmla="*/ 62352 h 67631"/>
                <a:gd name="connsiteX13" fmla="*/ 85893 w 91173"/>
                <a:gd name="connsiteY13" fmla="*/ 67632 h 67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173" h="67631">
                  <a:moveTo>
                    <a:pt x="5280" y="65872"/>
                  </a:moveTo>
                  <a:cubicBezTo>
                    <a:pt x="2376" y="65872"/>
                    <a:pt x="0" y="63496"/>
                    <a:pt x="0" y="60591"/>
                  </a:cubicBezTo>
                  <a:lnTo>
                    <a:pt x="0" y="5280"/>
                  </a:lnTo>
                  <a:cubicBezTo>
                    <a:pt x="0" y="2376"/>
                    <a:pt x="2376" y="0"/>
                    <a:pt x="5280" y="0"/>
                  </a:cubicBezTo>
                  <a:cubicBezTo>
                    <a:pt x="8184" y="0"/>
                    <a:pt x="10561" y="2376"/>
                    <a:pt x="10561" y="5280"/>
                  </a:cubicBezTo>
                  <a:lnTo>
                    <a:pt x="10561" y="60591"/>
                  </a:lnTo>
                  <a:cubicBezTo>
                    <a:pt x="10561" y="63496"/>
                    <a:pt x="8184" y="65872"/>
                    <a:pt x="5280" y="65872"/>
                  </a:cubicBezTo>
                  <a:close/>
                  <a:moveTo>
                    <a:pt x="85893" y="67632"/>
                  </a:moveTo>
                  <a:cubicBezTo>
                    <a:pt x="82989" y="67632"/>
                    <a:pt x="80613" y="65256"/>
                    <a:pt x="80613" y="62352"/>
                  </a:cubicBezTo>
                  <a:lnTo>
                    <a:pt x="80613" y="7040"/>
                  </a:lnTo>
                  <a:cubicBezTo>
                    <a:pt x="80613" y="4136"/>
                    <a:pt x="82989" y="1760"/>
                    <a:pt x="85893" y="1760"/>
                  </a:cubicBezTo>
                  <a:cubicBezTo>
                    <a:pt x="88797" y="1760"/>
                    <a:pt x="91173" y="4136"/>
                    <a:pt x="91173" y="7040"/>
                  </a:cubicBezTo>
                  <a:lnTo>
                    <a:pt x="91173" y="62352"/>
                  </a:lnTo>
                  <a:cubicBezTo>
                    <a:pt x="91173" y="65256"/>
                    <a:pt x="88797" y="67632"/>
                    <a:pt x="85893" y="67632"/>
                  </a:cubicBezTo>
                  <a:close/>
                </a:path>
              </a:pathLst>
            </a:custGeom>
            <a:solidFill>
              <a:schemeClr val="accent2"/>
            </a:solidFill>
            <a:ln w="167" cap="flat">
              <a:noFill/>
              <a:prstDash val="solid"/>
              <a:miter/>
            </a:ln>
          </p:spPr>
          <p:txBody>
            <a:bodyPr rtlCol="0" anchor="ctr"/>
            <a:lstStyle/>
            <a:p>
              <a:endParaRPr lang="zh-CN" altLang="en-US"/>
            </a:p>
          </p:txBody>
        </p:sp>
      </p:grpSp>
      <p:sp>
        <p:nvSpPr>
          <p:cNvPr id="128" name="图形 1086">
            <a:extLst>
              <a:ext uri="{FF2B5EF4-FFF2-40B4-BE49-F238E27FC236}">
                <a16:creationId xmlns:a16="http://schemas.microsoft.com/office/drawing/2014/main" id="{F4E57B5C-8193-5545-CEB8-9A2F1DA94163}"/>
              </a:ext>
            </a:extLst>
          </p:cNvPr>
          <p:cNvSpPr/>
          <p:nvPr/>
        </p:nvSpPr>
        <p:spPr>
          <a:xfrm>
            <a:off x="6239156" y="1149315"/>
            <a:ext cx="183986" cy="183984"/>
          </a:xfrm>
          <a:custGeom>
            <a:avLst/>
            <a:gdLst>
              <a:gd name="connsiteX0" fmla="*/ 69715 w 139429"/>
              <a:gd name="connsiteY0" fmla="*/ 0 h 139429"/>
              <a:gd name="connsiteX1" fmla="*/ 139430 w 139429"/>
              <a:gd name="connsiteY1" fmla="*/ 69715 h 139429"/>
              <a:gd name="connsiteX2" fmla="*/ 69715 w 139429"/>
              <a:gd name="connsiteY2" fmla="*/ 139430 h 139429"/>
              <a:gd name="connsiteX3" fmla="*/ 0 w 139429"/>
              <a:gd name="connsiteY3" fmla="*/ 69715 h 139429"/>
              <a:gd name="connsiteX4" fmla="*/ 69715 w 139429"/>
              <a:gd name="connsiteY4" fmla="*/ 0 h 139429"/>
              <a:gd name="connsiteX5" fmla="*/ 90205 w 139429"/>
              <a:gd name="connsiteY5" fmla="*/ 98763 h 139429"/>
              <a:gd name="connsiteX6" fmla="*/ 48887 w 139429"/>
              <a:gd name="connsiteY6" fmla="*/ 98763 h 139429"/>
              <a:gd name="connsiteX7" fmla="*/ 55807 w 139429"/>
              <a:gd name="connsiteY7" fmla="*/ 126137 h 139429"/>
              <a:gd name="connsiteX8" fmla="*/ 69715 w 139429"/>
              <a:gd name="connsiteY8" fmla="*/ 127810 h 139429"/>
              <a:gd name="connsiteX9" fmla="*/ 83251 w 139429"/>
              <a:gd name="connsiteY9" fmla="*/ 126224 h 139429"/>
              <a:gd name="connsiteX10" fmla="*/ 90205 w 139429"/>
              <a:gd name="connsiteY10" fmla="*/ 98763 h 139429"/>
              <a:gd name="connsiteX11" fmla="*/ 120037 w 139429"/>
              <a:gd name="connsiteY11" fmla="*/ 98768 h 139429"/>
              <a:gd name="connsiteX12" fmla="*/ 101981 w 139429"/>
              <a:gd name="connsiteY12" fmla="*/ 98768 h 139429"/>
              <a:gd name="connsiteX13" fmla="*/ 97043 w 139429"/>
              <a:gd name="connsiteY13" fmla="*/ 120990 h 139429"/>
              <a:gd name="connsiteX14" fmla="*/ 120037 w 139429"/>
              <a:gd name="connsiteY14" fmla="*/ 98768 h 139429"/>
              <a:gd name="connsiteX15" fmla="*/ 37111 w 139429"/>
              <a:gd name="connsiteY15" fmla="*/ 98768 h 139429"/>
              <a:gd name="connsiteX16" fmla="*/ 19392 w 139429"/>
              <a:gd name="connsiteY16" fmla="*/ 98768 h 139429"/>
              <a:gd name="connsiteX17" fmla="*/ 41986 w 139429"/>
              <a:gd name="connsiteY17" fmla="*/ 120781 h 139429"/>
              <a:gd name="connsiteX18" fmla="*/ 37111 w 139429"/>
              <a:gd name="connsiteY18" fmla="*/ 98763 h 139429"/>
              <a:gd name="connsiteX19" fmla="*/ 35758 w 139429"/>
              <a:gd name="connsiteY19" fmla="*/ 52292 h 139429"/>
              <a:gd name="connsiteX20" fmla="*/ 14280 w 139429"/>
              <a:gd name="connsiteY20" fmla="*/ 52292 h 139429"/>
              <a:gd name="connsiteX21" fmla="*/ 11619 w 139429"/>
              <a:gd name="connsiteY21" fmla="*/ 69715 h 139429"/>
              <a:gd name="connsiteX22" fmla="*/ 14280 w 139429"/>
              <a:gd name="connsiteY22" fmla="*/ 87143 h 139429"/>
              <a:gd name="connsiteX23" fmla="*/ 35642 w 139429"/>
              <a:gd name="connsiteY23" fmla="*/ 87143 h 139429"/>
              <a:gd name="connsiteX24" fmla="*/ 35758 w 139429"/>
              <a:gd name="connsiteY24" fmla="*/ 52286 h 139429"/>
              <a:gd name="connsiteX25" fmla="*/ 91657 w 139429"/>
              <a:gd name="connsiteY25" fmla="*/ 52292 h 139429"/>
              <a:gd name="connsiteX26" fmla="*/ 47435 w 139429"/>
              <a:gd name="connsiteY26" fmla="*/ 52292 h 139429"/>
              <a:gd name="connsiteX27" fmla="*/ 47319 w 139429"/>
              <a:gd name="connsiteY27" fmla="*/ 87149 h 139429"/>
              <a:gd name="connsiteX28" fmla="*/ 91779 w 139429"/>
              <a:gd name="connsiteY28" fmla="*/ 87149 h 139429"/>
              <a:gd name="connsiteX29" fmla="*/ 91657 w 139429"/>
              <a:gd name="connsiteY29" fmla="*/ 52292 h 139429"/>
              <a:gd name="connsiteX30" fmla="*/ 125150 w 139429"/>
              <a:gd name="connsiteY30" fmla="*/ 52292 h 139429"/>
              <a:gd name="connsiteX31" fmla="*/ 103341 w 139429"/>
              <a:gd name="connsiteY31" fmla="*/ 52292 h 139429"/>
              <a:gd name="connsiteX32" fmla="*/ 103457 w 139429"/>
              <a:gd name="connsiteY32" fmla="*/ 87149 h 139429"/>
              <a:gd name="connsiteX33" fmla="*/ 125150 w 139429"/>
              <a:gd name="connsiteY33" fmla="*/ 87149 h 139429"/>
              <a:gd name="connsiteX34" fmla="*/ 127810 w 139429"/>
              <a:gd name="connsiteY34" fmla="*/ 69715 h 139429"/>
              <a:gd name="connsiteX35" fmla="*/ 125150 w 139429"/>
              <a:gd name="connsiteY35" fmla="*/ 52286 h 139429"/>
              <a:gd name="connsiteX36" fmla="*/ 42154 w 139429"/>
              <a:gd name="connsiteY36" fmla="*/ 18550 h 139429"/>
              <a:gd name="connsiteX37" fmla="*/ 19392 w 139429"/>
              <a:gd name="connsiteY37" fmla="*/ 40661 h 139429"/>
              <a:gd name="connsiteX38" fmla="*/ 37274 w 139429"/>
              <a:gd name="connsiteY38" fmla="*/ 40661 h 139429"/>
              <a:gd name="connsiteX39" fmla="*/ 42154 w 139429"/>
              <a:gd name="connsiteY39" fmla="*/ 18550 h 139429"/>
              <a:gd name="connsiteX40" fmla="*/ 69715 w 139429"/>
              <a:gd name="connsiteY40" fmla="*/ 11619 h 139429"/>
              <a:gd name="connsiteX41" fmla="*/ 55888 w 139429"/>
              <a:gd name="connsiteY41" fmla="*/ 13275 h 139429"/>
              <a:gd name="connsiteX42" fmla="*/ 49056 w 139429"/>
              <a:gd name="connsiteY42" fmla="*/ 40667 h 139429"/>
              <a:gd name="connsiteX43" fmla="*/ 90037 w 139429"/>
              <a:gd name="connsiteY43" fmla="*/ 40667 h 139429"/>
              <a:gd name="connsiteX44" fmla="*/ 83181 w 139429"/>
              <a:gd name="connsiteY44" fmla="*/ 13188 h 139429"/>
              <a:gd name="connsiteX45" fmla="*/ 69715 w 139429"/>
              <a:gd name="connsiteY45" fmla="*/ 11619 h 139429"/>
              <a:gd name="connsiteX46" fmla="*/ 96869 w 139429"/>
              <a:gd name="connsiteY46" fmla="*/ 18347 h 139429"/>
              <a:gd name="connsiteX47" fmla="*/ 101818 w 139429"/>
              <a:gd name="connsiteY47" fmla="*/ 40667 h 139429"/>
              <a:gd name="connsiteX48" fmla="*/ 120037 w 139429"/>
              <a:gd name="connsiteY48" fmla="*/ 40667 h 139429"/>
              <a:gd name="connsiteX49" fmla="*/ 96869 w 139429"/>
              <a:gd name="connsiteY49" fmla="*/ 18347 h 139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39429" h="139429">
                <a:moveTo>
                  <a:pt x="69715" y="0"/>
                </a:moveTo>
                <a:cubicBezTo>
                  <a:pt x="108215" y="0"/>
                  <a:pt x="139430" y="31215"/>
                  <a:pt x="139430" y="69715"/>
                </a:cubicBezTo>
                <a:cubicBezTo>
                  <a:pt x="139430" y="108215"/>
                  <a:pt x="108215" y="139430"/>
                  <a:pt x="69715" y="139430"/>
                </a:cubicBezTo>
                <a:cubicBezTo>
                  <a:pt x="31215" y="139430"/>
                  <a:pt x="0" y="108215"/>
                  <a:pt x="0" y="69715"/>
                </a:cubicBezTo>
                <a:cubicBezTo>
                  <a:pt x="0" y="31215"/>
                  <a:pt x="31215" y="0"/>
                  <a:pt x="69715" y="0"/>
                </a:cubicBezTo>
                <a:close/>
                <a:moveTo>
                  <a:pt x="90205" y="98763"/>
                </a:moveTo>
                <a:lnTo>
                  <a:pt x="48887" y="98763"/>
                </a:lnTo>
                <a:cubicBezTo>
                  <a:pt x="50479" y="108053"/>
                  <a:pt x="52793" y="117206"/>
                  <a:pt x="55807" y="126137"/>
                </a:cubicBezTo>
                <a:cubicBezTo>
                  <a:pt x="60268" y="127229"/>
                  <a:pt x="64928" y="127810"/>
                  <a:pt x="69715" y="127810"/>
                </a:cubicBezTo>
                <a:cubicBezTo>
                  <a:pt x="74374" y="127810"/>
                  <a:pt x="78905" y="127264"/>
                  <a:pt x="83251" y="126224"/>
                </a:cubicBezTo>
                <a:cubicBezTo>
                  <a:pt x="85011" y="121002"/>
                  <a:pt x="87329" y="111846"/>
                  <a:pt x="90205" y="98763"/>
                </a:cubicBezTo>
                <a:close/>
                <a:moveTo>
                  <a:pt x="120037" y="98768"/>
                </a:moveTo>
                <a:lnTo>
                  <a:pt x="101981" y="98768"/>
                </a:lnTo>
                <a:cubicBezTo>
                  <a:pt x="100782" y="106268"/>
                  <a:pt x="99133" y="113688"/>
                  <a:pt x="97043" y="120990"/>
                </a:cubicBezTo>
                <a:cubicBezTo>
                  <a:pt x="106627" y="115868"/>
                  <a:pt x="114591" y="108172"/>
                  <a:pt x="120037" y="98768"/>
                </a:cubicBezTo>
                <a:close/>
                <a:moveTo>
                  <a:pt x="37111" y="98768"/>
                </a:moveTo>
                <a:lnTo>
                  <a:pt x="19392" y="98768"/>
                </a:lnTo>
                <a:cubicBezTo>
                  <a:pt x="24761" y="108040"/>
                  <a:pt x="32577" y="115656"/>
                  <a:pt x="41986" y="120781"/>
                </a:cubicBezTo>
                <a:cubicBezTo>
                  <a:pt x="39926" y="113545"/>
                  <a:pt x="38298" y="106192"/>
                  <a:pt x="37111" y="98763"/>
                </a:cubicBezTo>
                <a:close/>
                <a:moveTo>
                  <a:pt x="35758" y="52292"/>
                </a:moveTo>
                <a:lnTo>
                  <a:pt x="14280" y="52292"/>
                </a:lnTo>
                <a:cubicBezTo>
                  <a:pt x="12512" y="57930"/>
                  <a:pt x="11614" y="63806"/>
                  <a:pt x="11619" y="69715"/>
                </a:cubicBezTo>
                <a:cubicBezTo>
                  <a:pt x="11619" y="75792"/>
                  <a:pt x="12549" y="81648"/>
                  <a:pt x="14280" y="87143"/>
                </a:cubicBezTo>
                <a:lnTo>
                  <a:pt x="35642" y="87143"/>
                </a:lnTo>
                <a:cubicBezTo>
                  <a:pt x="34552" y="75548"/>
                  <a:pt x="34590" y="63874"/>
                  <a:pt x="35758" y="52286"/>
                </a:cubicBezTo>
                <a:close/>
                <a:moveTo>
                  <a:pt x="91657" y="52292"/>
                </a:moveTo>
                <a:lnTo>
                  <a:pt x="47435" y="52292"/>
                </a:lnTo>
                <a:cubicBezTo>
                  <a:pt x="46190" y="63876"/>
                  <a:pt x="46151" y="75557"/>
                  <a:pt x="47319" y="87149"/>
                </a:cubicBezTo>
                <a:lnTo>
                  <a:pt x="91779" y="87149"/>
                </a:lnTo>
                <a:cubicBezTo>
                  <a:pt x="92946" y="75557"/>
                  <a:pt x="92905" y="63875"/>
                  <a:pt x="91657" y="52292"/>
                </a:cubicBezTo>
                <a:close/>
                <a:moveTo>
                  <a:pt x="125150" y="52292"/>
                </a:moveTo>
                <a:lnTo>
                  <a:pt x="103341" y="52292"/>
                </a:lnTo>
                <a:cubicBezTo>
                  <a:pt x="104508" y="63880"/>
                  <a:pt x="104547" y="75554"/>
                  <a:pt x="103457" y="87149"/>
                </a:cubicBezTo>
                <a:lnTo>
                  <a:pt x="125150" y="87149"/>
                </a:lnTo>
                <a:cubicBezTo>
                  <a:pt x="126919" y="81507"/>
                  <a:pt x="127816" y="75628"/>
                  <a:pt x="127810" y="69715"/>
                </a:cubicBezTo>
                <a:cubicBezTo>
                  <a:pt x="127810" y="63644"/>
                  <a:pt x="126881" y="57788"/>
                  <a:pt x="125150" y="52286"/>
                </a:cubicBezTo>
                <a:close/>
                <a:moveTo>
                  <a:pt x="42154" y="18550"/>
                </a:moveTo>
                <a:cubicBezTo>
                  <a:pt x="33068" y="23662"/>
                  <a:pt x="24609" y="31639"/>
                  <a:pt x="19392" y="40661"/>
                </a:cubicBezTo>
                <a:lnTo>
                  <a:pt x="37274" y="40661"/>
                </a:lnTo>
                <a:cubicBezTo>
                  <a:pt x="38465" y="33324"/>
                  <a:pt x="40092" y="26137"/>
                  <a:pt x="42154" y="18550"/>
                </a:cubicBezTo>
                <a:close/>
                <a:moveTo>
                  <a:pt x="69715" y="11619"/>
                </a:moveTo>
                <a:cubicBezTo>
                  <a:pt x="64951" y="11619"/>
                  <a:pt x="60321" y="12194"/>
                  <a:pt x="55888" y="13275"/>
                </a:cubicBezTo>
                <a:cubicBezTo>
                  <a:pt x="52955" y="22230"/>
                  <a:pt x="50672" y="31384"/>
                  <a:pt x="49056" y="40667"/>
                </a:cubicBezTo>
                <a:lnTo>
                  <a:pt x="90037" y="40667"/>
                </a:lnTo>
                <a:cubicBezTo>
                  <a:pt x="88414" y="31355"/>
                  <a:pt x="86123" y="22171"/>
                  <a:pt x="83181" y="13188"/>
                </a:cubicBezTo>
                <a:cubicBezTo>
                  <a:pt x="78769" y="12141"/>
                  <a:pt x="74249" y="11615"/>
                  <a:pt x="69715" y="11619"/>
                </a:cubicBezTo>
                <a:close/>
                <a:moveTo>
                  <a:pt x="96869" y="18347"/>
                </a:moveTo>
                <a:cubicBezTo>
                  <a:pt x="98786" y="25376"/>
                  <a:pt x="100691" y="33695"/>
                  <a:pt x="101818" y="40667"/>
                </a:cubicBezTo>
                <a:lnTo>
                  <a:pt x="120037" y="40667"/>
                </a:lnTo>
                <a:cubicBezTo>
                  <a:pt x="114558" y="31203"/>
                  <a:pt x="106530" y="23469"/>
                  <a:pt x="96869" y="18347"/>
                </a:cubicBezTo>
                <a:close/>
              </a:path>
            </a:pathLst>
          </a:custGeom>
          <a:solidFill>
            <a:schemeClr val="accent2"/>
          </a:solidFill>
          <a:ln w="177" cap="flat">
            <a:solidFill>
              <a:schemeClr val="tx1"/>
            </a:solidFill>
            <a:prstDash val="solid"/>
            <a:miter/>
          </a:ln>
        </p:spPr>
        <p:txBody>
          <a:bodyPr rtlCol="0" anchor="ctr"/>
          <a:lstStyle/>
          <a:p>
            <a:endParaRPr lang="zh-CN" altLang="en-US"/>
          </a:p>
        </p:txBody>
      </p:sp>
      <p:sp>
        <p:nvSpPr>
          <p:cNvPr id="148" name="图形 145">
            <a:extLst>
              <a:ext uri="{FF2B5EF4-FFF2-40B4-BE49-F238E27FC236}">
                <a16:creationId xmlns:a16="http://schemas.microsoft.com/office/drawing/2014/main" id="{3009B566-D7F6-8E68-4C54-0C8FDEE06E81}"/>
              </a:ext>
            </a:extLst>
          </p:cNvPr>
          <p:cNvSpPr/>
          <p:nvPr/>
        </p:nvSpPr>
        <p:spPr>
          <a:xfrm>
            <a:off x="6802201" y="1168184"/>
            <a:ext cx="168653" cy="145655"/>
          </a:xfrm>
          <a:custGeom>
            <a:avLst/>
            <a:gdLst>
              <a:gd name="connsiteX0" fmla="*/ 30750 w 168653"/>
              <a:gd name="connsiteY0" fmla="*/ 61329 h 145655"/>
              <a:gd name="connsiteX1" fmla="*/ 40627 w 168653"/>
              <a:gd name="connsiteY1" fmla="*/ 127272 h 145655"/>
              <a:gd name="connsiteX2" fmla="*/ 40711 w 168653"/>
              <a:gd name="connsiteY2" fmla="*/ 128407 h 145655"/>
              <a:gd name="connsiteX3" fmla="*/ 43092 w 168653"/>
              <a:gd name="connsiteY3" fmla="*/ 130323 h 145655"/>
              <a:gd name="connsiteX4" fmla="*/ 128492 w 168653"/>
              <a:gd name="connsiteY4" fmla="*/ 130323 h 145655"/>
              <a:gd name="connsiteX5" fmla="*/ 130873 w 168653"/>
              <a:gd name="connsiteY5" fmla="*/ 128407 h 145655"/>
              <a:gd name="connsiteX6" fmla="*/ 130957 w 168653"/>
              <a:gd name="connsiteY6" fmla="*/ 127272 h 145655"/>
              <a:gd name="connsiteX7" fmla="*/ 138074 w 168653"/>
              <a:gd name="connsiteY7" fmla="*/ 79756 h 145655"/>
              <a:gd name="connsiteX8" fmla="*/ 146791 w 168653"/>
              <a:gd name="connsiteY8" fmla="*/ 73310 h 145655"/>
              <a:gd name="connsiteX9" fmla="*/ 153237 w 168653"/>
              <a:gd name="connsiteY9" fmla="*/ 82027 h 145655"/>
              <a:gd name="connsiteX10" fmla="*/ 146192 w 168653"/>
              <a:gd name="connsiteY10" fmla="*/ 129061 h 145655"/>
              <a:gd name="connsiteX11" fmla="*/ 128492 w 168653"/>
              <a:gd name="connsiteY11" fmla="*/ 145656 h 145655"/>
              <a:gd name="connsiteX12" fmla="*/ 43092 w 168653"/>
              <a:gd name="connsiteY12" fmla="*/ 145656 h 145655"/>
              <a:gd name="connsiteX13" fmla="*/ 25392 w 168653"/>
              <a:gd name="connsiteY13" fmla="*/ 129061 h 145655"/>
              <a:gd name="connsiteX14" fmla="*/ 15417 w 168653"/>
              <a:gd name="connsiteY14" fmla="*/ 62464 h 145655"/>
              <a:gd name="connsiteX15" fmla="*/ 15331 w 168653"/>
              <a:gd name="connsiteY15" fmla="*/ 61329 h 145655"/>
              <a:gd name="connsiteX16" fmla="*/ 7666 w 168653"/>
              <a:gd name="connsiteY16" fmla="*/ 61329 h 145655"/>
              <a:gd name="connsiteX17" fmla="*/ 0 w 168653"/>
              <a:gd name="connsiteY17" fmla="*/ 53663 h 145655"/>
              <a:gd name="connsiteX18" fmla="*/ 7666 w 168653"/>
              <a:gd name="connsiteY18" fmla="*/ 45997 h 145655"/>
              <a:gd name="connsiteX19" fmla="*/ 160988 w 168653"/>
              <a:gd name="connsiteY19" fmla="*/ 45997 h 145655"/>
              <a:gd name="connsiteX20" fmla="*/ 168654 w 168653"/>
              <a:gd name="connsiteY20" fmla="*/ 53663 h 145655"/>
              <a:gd name="connsiteX21" fmla="*/ 160988 w 168653"/>
              <a:gd name="connsiteY21" fmla="*/ 61329 h 145655"/>
              <a:gd name="connsiteX22" fmla="*/ 30750 w 168653"/>
              <a:gd name="connsiteY22" fmla="*/ 61329 h 145655"/>
              <a:gd name="connsiteX23" fmla="*/ 111431 w 168653"/>
              <a:gd name="connsiteY23" fmla="*/ 36085 h 145655"/>
              <a:gd name="connsiteX24" fmla="*/ 95168 w 168653"/>
              <a:gd name="connsiteY24" fmla="*/ 19823 h 145655"/>
              <a:gd name="connsiteX25" fmla="*/ 73485 w 168653"/>
              <a:gd name="connsiteY25" fmla="*/ 19823 h 145655"/>
              <a:gd name="connsiteX26" fmla="*/ 57223 w 168653"/>
              <a:gd name="connsiteY26" fmla="*/ 36085 h 145655"/>
              <a:gd name="connsiteX27" fmla="*/ 46382 w 168653"/>
              <a:gd name="connsiteY27" fmla="*/ 36085 h 145655"/>
              <a:gd name="connsiteX28" fmla="*/ 46382 w 168653"/>
              <a:gd name="connsiteY28" fmla="*/ 25244 h 145655"/>
              <a:gd name="connsiteX29" fmla="*/ 62644 w 168653"/>
              <a:gd name="connsiteY29" fmla="*/ 8981 h 145655"/>
              <a:gd name="connsiteX30" fmla="*/ 106010 w 168653"/>
              <a:gd name="connsiteY30" fmla="*/ 8981 h 145655"/>
              <a:gd name="connsiteX31" fmla="*/ 122272 w 168653"/>
              <a:gd name="connsiteY31" fmla="*/ 25244 h 145655"/>
              <a:gd name="connsiteX32" fmla="*/ 122272 w 168653"/>
              <a:gd name="connsiteY32" fmla="*/ 36085 h 145655"/>
              <a:gd name="connsiteX33" fmla="*/ 111431 w 168653"/>
              <a:gd name="connsiteY33" fmla="*/ 36085 h 145655"/>
              <a:gd name="connsiteX34" fmla="*/ 53375 w 168653"/>
              <a:gd name="connsiteY34" fmla="*/ 86580 h 145655"/>
              <a:gd name="connsiteX35" fmla="*/ 61041 w 168653"/>
              <a:gd name="connsiteY35" fmla="*/ 78914 h 145655"/>
              <a:gd name="connsiteX36" fmla="*/ 68707 w 168653"/>
              <a:gd name="connsiteY36" fmla="*/ 86580 h 145655"/>
              <a:gd name="connsiteX37" fmla="*/ 68707 w 168653"/>
              <a:gd name="connsiteY37" fmla="*/ 110917 h 145655"/>
              <a:gd name="connsiteX38" fmla="*/ 61041 w 168653"/>
              <a:gd name="connsiteY38" fmla="*/ 118583 h 145655"/>
              <a:gd name="connsiteX39" fmla="*/ 53375 w 168653"/>
              <a:gd name="connsiteY39" fmla="*/ 110917 h 145655"/>
              <a:gd name="connsiteX40" fmla="*/ 53375 w 168653"/>
              <a:gd name="connsiteY40" fmla="*/ 86580 h 145655"/>
              <a:gd name="connsiteX41" fmla="*/ 80430 w 168653"/>
              <a:gd name="connsiteY41" fmla="*/ 86580 h 145655"/>
              <a:gd name="connsiteX42" fmla="*/ 88096 w 168653"/>
              <a:gd name="connsiteY42" fmla="*/ 78914 h 145655"/>
              <a:gd name="connsiteX43" fmla="*/ 95762 w 168653"/>
              <a:gd name="connsiteY43" fmla="*/ 86580 h 145655"/>
              <a:gd name="connsiteX44" fmla="*/ 95762 w 168653"/>
              <a:gd name="connsiteY44" fmla="*/ 110917 h 145655"/>
              <a:gd name="connsiteX45" fmla="*/ 88096 w 168653"/>
              <a:gd name="connsiteY45" fmla="*/ 118583 h 145655"/>
              <a:gd name="connsiteX46" fmla="*/ 80430 w 168653"/>
              <a:gd name="connsiteY46" fmla="*/ 110917 h 145655"/>
              <a:gd name="connsiteX47" fmla="*/ 80430 w 168653"/>
              <a:gd name="connsiteY47" fmla="*/ 86580 h 145655"/>
              <a:gd name="connsiteX48" fmla="*/ 107485 w 168653"/>
              <a:gd name="connsiteY48" fmla="*/ 86580 h 145655"/>
              <a:gd name="connsiteX49" fmla="*/ 115151 w 168653"/>
              <a:gd name="connsiteY49" fmla="*/ 78914 h 145655"/>
              <a:gd name="connsiteX50" fmla="*/ 122817 w 168653"/>
              <a:gd name="connsiteY50" fmla="*/ 86580 h 145655"/>
              <a:gd name="connsiteX51" fmla="*/ 122817 w 168653"/>
              <a:gd name="connsiteY51" fmla="*/ 110917 h 145655"/>
              <a:gd name="connsiteX52" fmla="*/ 115151 w 168653"/>
              <a:gd name="connsiteY52" fmla="*/ 118583 h 145655"/>
              <a:gd name="connsiteX53" fmla="*/ 107485 w 168653"/>
              <a:gd name="connsiteY53" fmla="*/ 110917 h 145655"/>
              <a:gd name="connsiteX54" fmla="*/ 107485 w 168653"/>
              <a:gd name="connsiteY54" fmla="*/ 86580 h 145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68653" h="145655">
                <a:moveTo>
                  <a:pt x="30750" y="61329"/>
                </a:moveTo>
                <a:lnTo>
                  <a:pt x="40627" y="127272"/>
                </a:lnTo>
                <a:lnTo>
                  <a:pt x="40711" y="128407"/>
                </a:lnTo>
                <a:cubicBezTo>
                  <a:pt x="40711" y="129382"/>
                  <a:pt x="41698" y="130323"/>
                  <a:pt x="43092" y="130323"/>
                </a:cubicBezTo>
                <a:lnTo>
                  <a:pt x="128492" y="130323"/>
                </a:lnTo>
                <a:cubicBezTo>
                  <a:pt x="129886" y="130323"/>
                  <a:pt x="130873" y="129382"/>
                  <a:pt x="130873" y="128407"/>
                </a:cubicBezTo>
                <a:lnTo>
                  <a:pt x="130957" y="127272"/>
                </a:lnTo>
                <a:lnTo>
                  <a:pt x="138074" y="79756"/>
                </a:lnTo>
                <a:cubicBezTo>
                  <a:pt x="138701" y="75569"/>
                  <a:pt x="142604" y="72683"/>
                  <a:pt x="146791" y="73310"/>
                </a:cubicBezTo>
                <a:cubicBezTo>
                  <a:pt x="150978" y="73937"/>
                  <a:pt x="153864" y="77840"/>
                  <a:pt x="153237" y="82027"/>
                </a:cubicBezTo>
                <a:lnTo>
                  <a:pt x="146192" y="129061"/>
                </a:lnTo>
                <a:cubicBezTo>
                  <a:pt x="145839" y="138361"/>
                  <a:pt x="137974" y="145656"/>
                  <a:pt x="128492" y="145656"/>
                </a:cubicBezTo>
                <a:lnTo>
                  <a:pt x="43092" y="145656"/>
                </a:lnTo>
                <a:cubicBezTo>
                  <a:pt x="33610" y="145656"/>
                  <a:pt x="25745" y="138361"/>
                  <a:pt x="25392" y="129061"/>
                </a:cubicBezTo>
                <a:lnTo>
                  <a:pt x="15417" y="62464"/>
                </a:lnTo>
                <a:cubicBezTo>
                  <a:pt x="15360" y="62088"/>
                  <a:pt x="15332" y="61709"/>
                  <a:pt x="15331" y="61329"/>
                </a:cubicBezTo>
                <a:lnTo>
                  <a:pt x="7666" y="61329"/>
                </a:lnTo>
                <a:cubicBezTo>
                  <a:pt x="3432" y="61329"/>
                  <a:pt x="0" y="57897"/>
                  <a:pt x="0" y="53663"/>
                </a:cubicBezTo>
                <a:cubicBezTo>
                  <a:pt x="0" y="49429"/>
                  <a:pt x="3432" y="45997"/>
                  <a:pt x="7666" y="45997"/>
                </a:cubicBezTo>
                <a:lnTo>
                  <a:pt x="160988" y="45997"/>
                </a:lnTo>
                <a:cubicBezTo>
                  <a:pt x="165222" y="45997"/>
                  <a:pt x="168654" y="49429"/>
                  <a:pt x="168654" y="53663"/>
                </a:cubicBezTo>
                <a:cubicBezTo>
                  <a:pt x="168654" y="57897"/>
                  <a:pt x="165222" y="61329"/>
                  <a:pt x="160988" y="61329"/>
                </a:cubicBezTo>
                <a:lnTo>
                  <a:pt x="30750" y="61329"/>
                </a:lnTo>
                <a:close/>
                <a:moveTo>
                  <a:pt x="111431" y="36085"/>
                </a:moveTo>
                <a:lnTo>
                  <a:pt x="95168" y="19823"/>
                </a:lnTo>
                <a:cubicBezTo>
                  <a:pt x="89181" y="13835"/>
                  <a:pt x="79473" y="13835"/>
                  <a:pt x="73485" y="19823"/>
                </a:cubicBezTo>
                <a:lnTo>
                  <a:pt x="57223" y="36085"/>
                </a:lnTo>
                <a:cubicBezTo>
                  <a:pt x="54229" y="39079"/>
                  <a:pt x="49375" y="39079"/>
                  <a:pt x="46382" y="36085"/>
                </a:cubicBezTo>
                <a:cubicBezTo>
                  <a:pt x="43388" y="33091"/>
                  <a:pt x="43388" y="28237"/>
                  <a:pt x="46382" y="25244"/>
                </a:cubicBezTo>
                <a:lnTo>
                  <a:pt x="62644" y="8981"/>
                </a:lnTo>
                <a:cubicBezTo>
                  <a:pt x="74619" y="-2994"/>
                  <a:pt x="94035" y="-2994"/>
                  <a:pt x="106010" y="8981"/>
                </a:cubicBezTo>
                <a:lnTo>
                  <a:pt x="122272" y="25244"/>
                </a:lnTo>
                <a:cubicBezTo>
                  <a:pt x="125266" y="28237"/>
                  <a:pt x="125266" y="33091"/>
                  <a:pt x="122272" y="36085"/>
                </a:cubicBezTo>
                <a:cubicBezTo>
                  <a:pt x="119278" y="39079"/>
                  <a:pt x="114424" y="39079"/>
                  <a:pt x="111431" y="36085"/>
                </a:cubicBezTo>
                <a:close/>
                <a:moveTo>
                  <a:pt x="53375" y="86580"/>
                </a:moveTo>
                <a:cubicBezTo>
                  <a:pt x="53375" y="82347"/>
                  <a:pt x="56807" y="78914"/>
                  <a:pt x="61041" y="78914"/>
                </a:cubicBezTo>
                <a:cubicBezTo>
                  <a:pt x="65275" y="78914"/>
                  <a:pt x="68707" y="82347"/>
                  <a:pt x="68707" y="86580"/>
                </a:cubicBezTo>
                <a:lnTo>
                  <a:pt x="68707" y="110917"/>
                </a:lnTo>
                <a:cubicBezTo>
                  <a:pt x="68707" y="115151"/>
                  <a:pt x="65275" y="118583"/>
                  <a:pt x="61041" y="118583"/>
                </a:cubicBezTo>
                <a:cubicBezTo>
                  <a:pt x="56807" y="118583"/>
                  <a:pt x="53375" y="115151"/>
                  <a:pt x="53375" y="110917"/>
                </a:cubicBezTo>
                <a:lnTo>
                  <a:pt x="53375" y="86580"/>
                </a:lnTo>
                <a:close/>
                <a:moveTo>
                  <a:pt x="80430" y="86580"/>
                </a:moveTo>
                <a:cubicBezTo>
                  <a:pt x="80430" y="82347"/>
                  <a:pt x="83862" y="78914"/>
                  <a:pt x="88096" y="78914"/>
                </a:cubicBezTo>
                <a:cubicBezTo>
                  <a:pt x="92330" y="78914"/>
                  <a:pt x="95762" y="82347"/>
                  <a:pt x="95762" y="86580"/>
                </a:cubicBezTo>
                <a:lnTo>
                  <a:pt x="95762" y="110917"/>
                </a:lnTo>
                <a:cubicBezTo>
                  <a:pt x="95762" y="115151"/>
                  <a:pt x="92330" y="118583"/>
                  <a:pt x="88096" y="118583"/>
                </a:cubicBezTo>
                <a:cubicBezTo>
                  <a:pt x="83862" y="118583"/>
                  <a:pt x="80430" y="115151"/>
                  <a:pt x="80430" y="110917"/>
                </a:cubicBezTo>
                <a:lnTo>
                  <a:pt x="80430" y="86580"/>
                </a:lnTo>
                <a:close/>
                <a:moveTo>
                  <a:pt x="107485" y="86580"/>
                </a:moveTo>
                <a:cubicBezTo>
                  <a:pt x="107485" y="82347"/>
                  <a:pt x="110917" y="78914"/>
                  <a:pt x="115151" y="78914"/>
                </a:cubicBezTo>
                <a:cubicBezTo>
                  <a:pt x="119385" y="78914"/>
                  <a:pt x="122817" y="82347"/>
                  <a:pt x="122817" y="86580"/>
                </a:cubicBezTo>
                <a:lnTo>
                  <a:pt x="122817" y="110917"/>
                </a:lnTo>
                <a:cubicBezTo>
                  <a:pt x="122817" y="115151"/>
                  <a:pt x="119385" y="118583"/>
                  <a:pt x="115151" y="118583"/>
                </a:cubicBezTo>
                <a:cubicBezTo>
                  <a:pt x="110917" y="118583"/>
                  <a:pt x="107485" y="115151"/>
                  <a:pt x="107485" y="110917"/>
                </a:cubicBezTo>
                <a:lnTo>
                  <a:pt x="107485" y="86580"/>
                </a:lnTo>
                <a:close/>
              </a:path>
            </a:pathLst>
          </a:custGeom>
          <a:solidFill>
            <a:schemeClr val="accent2"/>
          </a:solidFill>
          <a:ln w="177" cap="flat">
            <a:noFill/>
            <a:prstDash val="solid"/>
            <a:miter/>
          </a:ln>
        </p:spPr>
        <p:txBody>
          <a:bodyPr rtlCol="0" anchor="ctr"/>
          <a:lstStyle/>
          <a:p>
            <a:endParaRPr lang="zh-CN" altLang="en-US"/>
          </a:p>
        </p:txBody>
      </p:sp>
      <p:sp>
        <p:nvSpPr>
          <p:cNvPr id="153" name="图形 151">
            <a:extLst>
              <a:ext uri="{FF2B5EF4-FFF2-40B4-BE49-F238E27FC236}">
                <a16:creationId xmlns:a16="http://schemas.microsoft.com/office/drawing/2014/main" id="{7AAD0621-6FF9-7F15-8774-56E4C908D3DC}"/>
              </a:ext>
            </a:extLst>
          </p:cNvPr>
          <p:cNvSpPr/>
          <p:nvPr/>
        </p:nvSpPr>
        <p:spPr>
          <a:xfrm>
            <a:off x="3868527" y="1445339"/>
            <a:ext cx="124036" cy="155120"/>
          </a:xfrm>
          <a:custGeom>
            <a:avLst/>
            <a:gdLst>
              <a:gd name="connsiteX0" fmla="*/ 48470 w 140406"/>
              <a:gd name="connsiteY0" fmla="*/ 173749 h 175592"/>
              <a:gd name="connsiteX1" fmla="*/ 45310 w 140406"/>
              <a:gd name="connsiteY1" fmla="*/ 172783 h 175592"/>
              <a:gd name="connsiteX2" fmla="*/ 43027 w 140406"/>
              <a:gd name="connsiteY2" fmla="*/ 168306 h 175592"/>
              <a:gd name="connsiteX3" fmla="*/ 43027 w 140406"/>
              <a:gd name="connsiteY3" fmla="*/ 147933 h 175592"/>
              <a:gd name="connsiteX4" fmla="*/ 32754 w 140406"/>
              <a:gd name="connsiteY4" fmla="*/ 147933 h 175592"/>
              <a:gd name="connsiteX5" fmla="*/ 32754 w 140406"/>
              <a:gd name="connsiteY5" fmla="*/ 167864 h 175592"/>
              <a:gd name="connsiteX6" fmla="*/ 30470 w 140406"/>
              <a:gd name="connsiteY6" fmla="*/ 172344 h 175592"/>
              <a:gd name="connsiteX7" fmla="*/ 25465 w 140406"/>
              <a:gd name="connsiteY7" fmla="*/ 173046 h 175592"/>
              <a:gd name="connsiteX8" fmla="*/ 0 w 140406"/>
              <a:gd name="connsiteY8" fmla="*/ 137308 h 175592"/>
              <a:gd name="connsiteX9" fmla="*/ 18527 w 140406"/>
              <a:gd name="connsiteY9" fmla="*/ 104818 h 175592"/>
              <a:gd name="connsiteX10" fmla="*/ 18527 w 140406"/>
              <a:gd name="connsiteY10" fmla="*/ 68467 h 175592"/>
              <a:gd name="connsiteX11" fmla="*/ 0 w 140406"/>
              <a:gd name="connsiteY11" fmla="*/ 35977 h 175592"/>
              <a:gd name="connsiteX12" fmla="*/ 25376 w 140406"/>
              <a:gd name="connsiteY12" fmla="*/ 328 h 175592"/>
              <a:gd name="connsiteX13" fmla="*/ 30381 w 140406"/>
              <a:gd name="connsiteY13" fmla="*/ 1031 h 175592"/>
              <a:gd name="connsiteX14" fmla="*/ 32665 w 140406"/>
              <a:gd name="connsiteY14" fmla="*/ 5510 h 175592"/>
              <a:gd name="connsiteX15" fmla="*/ 32665 w 140406"/>
              <a:gd name="connsiteY15" fmla="*/ 25881 h 175592"/>
              <a:gd name="connsiteX16" fmla="*/ 43025 w 140406"/>
              <a:gd name="connsiteY16" fmla="*/ 25881 h 175592"/>
              <a:gd name="connsiteX17" fmla="*/ 43025 w 140406"/>
              <a:gd name="connsiteY17" fmla="*/ 5509 h 175592"/>
              <a:gd name="connsiteX18" fmla="*/ 45309 w 140406"/>
              <a:gd name="connsiteY18" fmla="*/ 1029 h 175592"/>
              <a:gd name="connsiteX19" fmla="*/ 50314 w 140406"/>
              <a:gd name="connsiteY19" fmla="*/ 327 h 175592"/>
              <a:gd name="connsiteX20" fmla="*/ 75690 w 140406"/>
              <a:gd name="connsiteY20" fmla="*/ 35976 h 175592"/>
              <a:gd name="connsiteX21" fmla="*/ 57163 w 140406"/>
              <a:gd name="connsiteY21" fmla="*/ 68817 h 175592"/>
              <a:gd name="connsiteX22" fmla="*/ 57163 w 140406"/>
              <a:gd name="connsiteY22" fmla="*/ 105258 h 175592"/>
              <a:gd name="connsiteX23" fmla="*/ 75690 w 140406"/>
              <a:gd name="connsiteY23" fmla="*/ 137748 h 175592"/>
              <a:gd name="connsiteX24" fmla="*/ 50314 w 140406"/>
              <a:gd name="connsiteY24" fmla="*/ 173398 h 175592"/>
              <a:gd name="connsiteX25" fmla="*/ 48470 w 140406"/>
              <a:gd name="connsiteY25" fmla="*/ 173749 h 175592"/>
              <a:gd name="connsiteX26" fmla="*/ 27220 w 140406"/>
              <a:gd name="connsiteY26" fmla="*/ 136870 h 175592"/>
              <a:gd name="connsiteX27" fmla="*/ 48469 w 140406"/>
              <a:gd name="connsiteY27" fmla="*/ 136870 h 175592"/>
              <a:gd name="connsiteX28" fmla="*/ 54001 w 140406"/>
              <a:gd name="connsiteY28" fmla="*/ 142402 h 175592"/>
              <a:gd name="connsiteX29" fmla="*/ 54001 w 140406"/>
              <a:gd name="connsiteY29" fmla="*/ 159261 h 175592"/>
              <a:gd name="connsiteX30" fmla="*/ 64802 w 140406"/>
              <a:gd name="connsiteY30" fmla="*/ 137835 h 175592"/>
              <a:gd name="connsiteX31" fmla="*/ 49523 w 140406"/>
              <a:gd name="connsiteY31" fmla="*/ 113688 h 175592"/>
              <a:gd name="connsiteX32" fmla="*/ 46362 w 140406"/>
              <a:gd name="connsiteY32" fmla="*/ 108683 h 175592"/>
              <a:gd name="connsiteX33" fmla="*/ 46362 w 140406"/>
              <a:gd name="connsiteY33" fmla="*/ 65657 h 175592"/>
              <a:gd name="connsiteX34" fmla="*/ 49436 w 140406"/>
              <a:gd name="connsiteY34" fmla="*/ 60740 h 175592"/>
              <a:gd name="connsiteX35" fmla="*/ 64714 w 140406"/>
              <a:gd name="connsiteY35" fmla="*/ 35977 h 175592"/>
              <a:gd name="connsiteX36" fmla="*/ 53913 w 140406"/>
              <a:gd name="connsiteY36" fmla="*/ 14553 h 175592"/>
              <a:gd name="connsiteX37" fmla="*/ 53913 w 140406"/>
              <a:gd name="connsiteY37" fmla="*/ 31412 h 175592"/>
              <a:gd name="connsiteX38" fmla="*/ 48381 w 140406"/>
              <a:gd name="connsiteY38" fmla="*/ 36945 h 175592"/>
              <a:gd name="connsiteX39" fmla="*/ 27220 w 140406"/>
              <a:gd name="connsiteY39" fmla="*/ 36945 h 175592"/>
              <a:gd name="connsiteX40" fmla="*/ 21687 w 140406"/>
              <a:gd name="connsiteY40" fmla="*/ 31412 h 175592"/>
              <a:gd name="connsiteX41" fmla="*/ 21687 w 140406"/>
              <a:gd name="connsiteY41" fmla="*/ 14728 h 175592"/>
              <a:gd name="connsiteX42" fmla="*/ 10974 w 140406"/>
              <a:gd name="connsiteY42" fmla="*/ 35977 h 175592"/>
              <a:gd name="connsiteX43" fmla="*/ 26252 w 140406"/>
              <a:gd name="connsiteY43" fmla="*/ 60125 h 175592"/>
              <a:gd name="connsiteX44" fmla="*/ 29414 w 140406"/>
              <a:gd name="connsiteY44" fmla="*/ 65130 h 175592"/>
              <a:gd name="connsiteX45" fmla="*/ 29414 w 140406"/>
              <a:gd name="connsiteY45" fmla="*/ 108155 h 175592"/>
              <a:gd name="connsiteX46" fmla="*/ 26252 w 140406"/>
              <a:gd name="connsiteY46" fmla="*/ 113160 h 175592"/>
              <a:gd name="connsiteX47" fmla="*/ 10974 w 140406"/>
              <a:gd name="connsiteY47" fmla="*/ 137308 h 175592"/>
              <a:gd name="connsiteX48" fmla="*/ 21775 w 140406"/>
              <a:gd name="connsiteY48" fmla="*/ 158734 h 175592"/>
              <a:gd name="connsiteX49" fmla="*/ 21775 w 140406"/>
              <a:gd name="connsiteY49" fmla="*/ 142402 h 175592"/>
              <a:gd name="connsiteX50" fmla="*/ 27220 w 140406"/>
              <a:gd name="connsiteY50" fmla="*/ 136870 h 175592"/>
              <a:gd name="connsiteX51" fmla="*/ 125741 w 140406"/>
              <a:gd name="connsiteY51" fmla="*/ 175593 h 175592"/>
              <a:gd name="connsiteX52" fmla="*/ 97994 w 140406"/>
              <a:gd name="connsiteY52" fmla="*/ 175593 h 175592"/>
              <a:gd name="connsiteX53" fmla="*/ 83241 w 140406"/>
              <a:gd name="connsiteY53" fmla="*/ 160840 h 175592"/>
              <a:gd name="connsiteX54" fmla="*/ 83241 w 140406"/>
              <a:gd name="connsiteY54" fmla="*/ 100691 h 175592"/>
              <a:gd name="connsiteX55" fmla="*/ 97116 w 140406"/>
              <a:gd name="connsiteY55" fmla="*/ 85939 h 175592"/>
              <a:gd name="connsiteX56" fmla="*/ 97116 w 140406"/>
              <a:gd name="connsiteY56" fmla="*/ 51170 h 175592"/>
              <a:gd name="connsiteX57" fmla="*/ 88423 w 140406"/>
              <a:gd name="connsiteY57" fmla="*/ 33871 h 175592"/>
              <a:gd name="connsiteX58" fmla="*/ 88248 w 140406"/>
              <a:gd name="connsiteY58" fmla="*/ 29393 h 175592"/>
              <a:gd name="connsiteX59" fmla="*/ 97468 w 140406"/>
              <a:gd name="connsiteY59" fmla="*/ 6299 h 175592"/>
              <a:gd name="connsiteX60" fmla="*/ 102561 w 140406"/>
              <a:gd name="connsiteY60" fmla="*/ 2875 h 175592"/>
              <a:gd name="connsiteX61" fmla="*/ 121088 w 140406"/>
              <a:gd name="connsiteY61" fmla="*/ 2875 h 175592"/>
              <a:gd name="connsiteX62" fmla="*/ 126181 w 140406"/>
              <a:gd name="connsiteY62" fmla="*/ 6299 h 175592"/>
              <a:gd name="connsiteX63" fmla="*/ 135401 w 140406"/>
              <a:gd name="connsiteY63" fmla="*/ 29393 h 175592"/>
              <a:gd name="connsiteX64" fmla="*/ 135225 w 140406"/>
              <a:gd name="connsiteY64" fmla="*/ 33871 h 175592"/>
              <a:gd name="connsiteX65" fmla="*/ 126533 w 140406"/>
              <a:gd name="connsiteY65" fmla="*/ 51170 h 175592"/>
              <a:gd name="connsiteX66" fmla="*/ 126533 w 140406"/>
              <a:gd name="connsiteY66" fmla="*/ 86028 h 175592"/>
              <a:gd name="connsiteX67" fmla="*/ 140406 w 140406"/>
              <a:gd name="connsiteY67" fmla="*/ 100781 h 175592"/>
              <a:gd name="connsiteX68" fmla="*/ 140406 w 140406"/>
              <a:gd name="connsiteY68" fmla="*/ 160930 h 175592"/>
              <a:gd name="connsiteX69" fmla="*/ 125741 w 140406"/>
              <a:gd name="connsiteY69" fmla="*/ 175593 h 175592"/>
              <a:gd name="connsiteX70" fmla="*/ 97994 w 140406"/>
              <a:gd name="connsiteY70" fmla="*/ 97004 h 175592"/>
              <a:gd name="connsiteX71" fmla="*/ 94217 w 140406"/>
              <a:gd name="connsiteY71" fmla="*/ 100781 h 175592"/>
              <a:gd name="connsiteX72" fmla="*/ 94217 w 140406"/>
              <a:gd name="connsiteY72" fmla="*/ 160930 h 175592"/>
              <a:gd name="connsiteX73" fmla="*/ 97994 w 140406"/>
              <a:gd name="connsiteY73" fmla="*/ 164704 h 175592"/>
              <a:gd name="connsiteX74" fmla="*/ 125741 w 140406"/>
              <a:gd name="connsiteY74" fmla="*/ 164704 h 175592"/>
              <a:gd name="connsiteX75" fmla="*/ 129517 w 140406"/>
              <a:gd name="connsiteY75" fmla="*/ 160930 h 175592"/>
              <a:gd name="connsiteX76" fmla="*/ 129517 w 140406"/>
              <a:gd name="connsiteY76" fmla="*/ 100781 h 175592"/>
              <a:gd name="connsiteX77" fmla="*/ 125741 w 140406"/>
              <a:gd name="connsiteY77" fmla="*/ 97004 h 175592"/>
              <a:gd name="connsiteX78" fmla="*/ 121088 w 140406"/>
              <a:gd name="connsiteY78" fmla="*/ 97004 h 175592"/>
              <a:gd name="connsiteX79" fmla="*/ 115555 w 140406"/>
              <a:gd name="connsiteY79" fmla="*/ 91561 h 175592"/>
              <a:gd name="connsiteX80" fmla="*/ 115555 w 140406"/>
              <a:gd name="connsiteY80" fmla="*/ 49852 h 175592"/>
              <a:gd name="connsiteX81" fmla="*/ 116170 w 140406"/>
              <a:gd name="connsiteY81" fmla="*/ 47393 h 175592"/>
              <a:gd name="connsiteX82" fmla="*/ 124335 w 140406"/>
              <a:gd name="connsiteY82" fmla="*/ 31060 h 175592"/>
              <a:gd name="connsiteX83" fmla="*/ 117399 w 140406"/>
              <a:gd name="connsiteY83" fmla="*/ 13674 h 175592"/>
              <a:gd name="connsiteX84" fmla="*/ 106336 w 140406"/>
              <a:gd name="connsiteY84" fmla="*/ 13674 h 175592"/>
              <a:gd name="connsiteX85" fmla="*/ 99399 w 140406"/>
              <a:gd name="connsiteY85" fmla="*/ 31060 h 175592"/>
              <a:gd name="connsiteX86" fmla="*/ 107566 w 140406"/>
              <a:gd name="connsiteY86" fmla="*/ 47393 h 175592"/>
              <a:gd name="connsiteX87" fmla="*/ 108181 w 140406"/>
              <a:gd name="connsiteY87" fmla="*/ 49852 h 175592"/>
              <a:gd name="connsiteX88" fmla="*/ 108181 w 140406"/>
              <a:gd name="connsiteY88" fmla="*/ 91473 h 175592"/>
              <a:gd name="connsiteX89" fmla="*/ 102648 w 140406"/>
              <a:gd name="connsiteY89" fmla="*/ 96917 h 175592"/>
              <a:gd name="connsiteX90" fmla="*/ 97994 w 140406"/>
              <a:gd name="connsiteY90" fmla="*/ 96917 h 175592"/>
              <a:gd name="connsiteX91" fmla="*/ 97994 w 140406"/>
              <a:gd name="connsiteY91" fmla="*/ 97004 h 17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40406" h="175592">
                <a:moveTo>
                  <a:pt x="48470" y="173749"/>
                </a:moveTo>
                <a:cubicBezTo>
                  <a:pt x="47329" y="173749"/>
                  <a:pt x="46274" y="173397"/>
                  <a:pt x="45310" y="172783"/>
                </a:cubicBezTo>
                <a:cubicBezTo>
                  <a:pt x="43817" y="171730"/>
                  <a:pt x="43027" y="170062"/>
                  <a:pt x="43027" y="168306"/>
                </a:cubicBezTo>
                <a:lnTo>
                  <a:pt x="43027" y="147933"/>
                </a:lnTo>
                <a:lnTo>
                  <a:pt x="32754" y="147933"/>
                </a:lnTo>
                <a:lnTo>
                  <a:pt x="32754" y="167864"/>
                </a:lnTo>
                <a:cubicBezTo>
                  <a:pt x="32754" y="169620"/>
                  <a:pt x="31876" y="171289"/>
                  <a:pt x="30470" y="172344"/>
                </a:cubicBezTo>
                <a:cubicBezTo>
                  <a:pt x="28977" y="173397"/>
                  <a:pt x="27134" y="173661"/>
                  <a:pt x="25465" y="173046"/>
                </a:cubicBezTo>
                <a:cubicBezTo>
                  <a:pt x="10185" y="167514"/>
                  <a:pt x="0" y="153201"/>
                  <a:pt x="0" y="137308"/>
                </a:cubicBezTo>
                <a:cubicBezTo>
                  <a:pt x="0" y="123873"/>
                  <a:pt x="7112" y="111492"/>
                  <a:pt x="18527" y="104818"/>
                </a:cubicBezTo>
                <a:lnTo>
                  <a:pt x="18527" y="68467"/>
                </a:lnTo>
                <a:cubicBezTo>
                  <a:pt x="7199" y="61793"/>
                  <a:pt x="0" y="49412"/>
                  <a:pt x="0" y="35977"/>
                </a:cubicBezTo>
                <a:cubicBezTo>
                  <a:pt x="0" y="20349"/>
                  <a:pt x="10448" y="5596"/>
                  <a:pt x="25376" y="328"/>
                </a:cubicBezTo>
                <a:cubicBezTo>
                  <a:pt x="27044" y="-287"/>
                  <a:pt x="28888" y="-22"/>
                  <a:pt x="30381" y="1031"/>
                </a:cubicBezTo>
                <a:cubicBezTo>
                  <a:pt x="31874" y="2084"/>
                  <a:pt x="32665" y="3753"/>
                  <a:pt x="32665" y="5510"/>
                </a:cubicBezTo>
                <a:lnTo>
                  <a:pt x="32665" y="25881"/>
                </a:lnTo>
                <a:lnTo>
                  <a:pt x="43025" y="25881"/>
                </a:lnTo>
                <a:lnTo>
                  <a:pt x="43025" y="5509"/>
                </a:lnTo>
                <a:cubicBezTo>
                  <a:pt x="43025" y="3751"/>
                  <a:pt x="43903" y="2084"/>
                  <a:pt x="45309" y="1029"/>
                </a:cubicBezTo>
                <a:cubicBezTo>
                  <a:pt x="46802" y="-24"/>
                  <a:pt x="48645" y="-289"/>
                  <a:pt x="50314" y="327"/>
                </a:cubicBezTo>
                <a:cubicBezTo>
                  <a:pt x="65504" y="5770"/>
                  <a:pt x="75690" y="20084"/>
                  <a:pt x="75690" y="35976"/>
                </a:cubicBezTo>
                <a:cubicBezTo>
                  <a:pt x="75690" y="49235"/>
                  <a:pt x="68491" y="61792"/>
                  <a:pt x="57163" y="68817"/>
                </a:cubicBezTo>
                <a:lnTo>
                  <a:pt x="57163" y="105258"/>
                </a:lnTo>
                <a:cubicBezTo>
                  <a:pt x="68491" y="111844"/>
                  <a:pt x="75690" y="124225"/>
                  <a:pt x="75690" y="137748"/>
                </a:cubicBezTo>
                <a:cubicBezTo>
                  <a:pt x="75690" y="153641"/>
                  <a:pt x="65504" y="168041"/>
                  <a:pt x="50314" y="173398"/>
                </a:cubicBezTo>
                <a:cubicBezTo>
                  <a:pt x="49786" y="173661"/>
                  <a:pt x="49171" y="173749"/>
                  <a:pt x="48470" y="173749"/>
                </a:cubicBezTo>
                <a:close/>
                <a:moveTo>
                  <a:pt x="27220" y="136870"/>
                </a:moveTo>
                <a:lnTo>
                  <a:pt x="48469" y="136870"/>
                </a:lnTo>
                <a:cubicBezTo>
                  <a:pt x="51542" y="136870"/>
                  <a:pt x="54001" y="139328"/>
                  <a:pt x="54001" y="142402"/>
                </a:cubicBezTo>
                <a:lnTo>
                  <a:pt x="54001" y="159261"/>
                </a:lnTo>
                <a:cubicBezTo>
                  <a:pt x="60675" y="154256"/>
                  <a:pt x="64802" y="146442"/>
                  <a:pt x="64802" y="137835"/>
                </a:cubicBezTo>
                <a:cubicBezTo>
                  <a:pt x="64802" y="127562"/>
                  <a:pt x="58656" y="117903"/>
                  <a:pt x="49523" y="113688"/>
                </a:cubicBezTo>
                <a:cubicBezTo>
                  <a:pt x="47592" y="112810"/>
                  <a:pt x="46362" y="110879"/>
                  <a:pt x="46362" y="108683"/>
                </a:cubicBezTo>
                <a:lnTo>
                  <a:pt x="46362" y="65657"/>
                </a:lnTo>
                <a:cubicBezTo>
                  <a:pt x="46362" y="63549"/>
                  <a:pt x="47503" y="61706"/>
                  <a:pt x="49436" y="60740"/>
                </a:cubicBezTo>
                <a:cubicBezTo>
                  <a:pt x="58656" y="55998"/>
                  <a:pt x="64714" y="46250"/>
                  <a:pt x="64714" y="35977"/>
                </a:cubicBezTo>
                <a:cubicBezTo>
                  <a:pt x="64714" y="27285"/>
                  <a:pt x="60675" y="19558"/>
                  <a:pt x="53913" y="14553"/>
                </a:cubicBezTo>
                <a:lnTo>
                  <a:pt x="53913" y="31412"/>
                </a:lnTo>
                <a:cubicBezTo>
                  <a:pt x="53913" y="34486"/>
                  <a:pt x="51455" y="36945"/>
                  <a:pt x="48381" y="36945"/>
                </a:cubicBezTo>
                <a:lnTo>
                  <a:pt x="27220" y="36945"/>
                </a:lnTo>
                <a:cubicBezTo>
                  <a:pt x="24146" y="36945"/>
                  <a:pt x="21687" y="34486"/>
                  <a:pt x="21687" y="31412"/>
                </a:cubicBezTo>
                <a:lnTo>
                  <a:pt x="21687" y="14728"/>
                </a:lnTo>
                <a:cubicBezTo>
                  <a:pt x="15189" y="19734"/>
                  <a:pt x="10974" y="27636"/>
                  <a:pt x="10974" y="35977"/>
                </a:cubicBezTo>
                <a:cubicBezTo>
                  <a:pt x="10974" y="46250"/>
                  <a:pt x="17120" y="55910"/>
                  <a:pt x="26252" y="60125"/>
                </a:cubicBezTo>
                <a:cubicBezTo>
                  <a:pt x="28184" y="61003"/>
                  <a:pt x="29414" y="62934"/>
                  <a:pt x="29414" y="65130"/>
                </a:cubicBezTo>
                <a:lnTo>
                  <a:pt x="29414" y="108155"/>
                </a:lnTo>
                <a:cubicBezTo>
                  <a:pt x="29414" y="110263"/>
                  <a:pt x="28184" y="112282"/>
                  <a:pt x="26252" y="113160"/>
                </a:cubicBezTo>
                <a:cubicBezTo>
                  <a:pt x="17120" y="117375"/>
                  <a:pt x="10974" y="127033"/>
                  <a:pt x="10974" y="137308"/>
                </a:cubicBezTo>
                <a:cubicBezTo>
                  <a:pt x="10974" y="146000"/>
                  <a:pt x="15014" y="153729"/>
                  <a:pt x="21775" y="158734"/>
                </a:cubicBezTo>
                <a:lnTo>
                  <a:pt x="21775" y="142402"/>
                </a:lnTo>
                <a:cubicBezTo>
                  <a:pt x="21776" y="139328"/>
                  <a:pt x="24235" y="136870"/>
                  <a:pt x="27220" y="136870"/>
                </a:cubicBezTo>
                <a:close/>
                <a:moveTo>
                  <a:pt x="125741" y="175593"/>
                </a:moveTo>
                <a:lnTo>
                  <a:pt x="97994" y="175593"/>
                </a:lnTo>
                <a:cubicBezTo>
                  <a:pt x="89827" y="175593"/>
                  <a:pt x="83241" y="169007"/>
                  <a:pt x="83241" y="160840"/>
                </a:cubicBezTo>
                <a:lnTo>
                  <a:pt x="83241" y="100691"/>
                </a:lnTo>
                <a:cubicBezTo>
                  <a:pt x="83241" y="92877"/>
                  <a:pt x="89387" y="86466"/>
                  <a:pt x="97116" y="85939"/>
                </a:cubicBezTo>
                <a:lnTo>
                  <a:pt x="97116" y="51170"/>
                </a:lnTo>
                <a:lnTo>
                  <a:pt x="88423" y="33871"/>
                </a:lnTo>
                <a:cubicBezTo>
                  <a:pt x="87721" y="32465"/>
                  <a:pt x="87633" y="30797"/>
                  <a:pt x="88248" y="29393"/>
                </a:cubicBezTo>
                <a:lnTo>
                  <a:pt x="97468" y="6299"/>
                </a:lnTo>
                <a:cubicBezTo>
                  <a:pt x="98258" y="4193"/>
                  <a:pt x="100277" y="2875"/>
                  <a:pt x="102561" y="2875"/>
                </a:cubicBezTo>
                <a:lnTo>
                  <a:pt x="121088" y="2875"/>
                </a:lnTo>
                <a:cubicBezTo>
                  <a:pt x="123371" y="2875"/>
                  <a:pt x="125390" y="4280"/>
                  <a:pt x="126181" y="6299"/>
                </a:cubicBezTo>
                <a:lnTo>
                  <a:pt x="135401" y="29393"/>
                </a:lnTo>
                <a:cubicBezTo>
                  <a:pt x="136016" y="30886"/>
                  <a:pt x="135928" y="32467"/>
                  <a:pt x="135225" y="33871"/>
                </a:cubicBezTo>
                <a:lnTo>
                  <a:pt x="126533" y="51170"/>
                </a:lnTo>
                <a:lnTo>
                  <a:pt x="126533" y="86028"/>
                </a:lnTo>
                <a:cubicBezTo>
                  <a:pt x="134260" y="86466"/>
                  <a:pt x="140406" y="92877"/>
                  <a:pt x="140406" y="100781"/>
                </a:cubicBezTo>
                <a:lnTo>
                  <a:pt x="140406" y="160930"/>
                </a:lnTo>
                <a:cubicBezTo>
                  <a:pt x="140493" y="169007"/>
                  <a:pt x="133907" y="175593"/>
                  <a:pt x="125741" y="175593"/>
                </a:cubicBezTo>
                <a:close/>
                <a:moveTo>
                  <a:pt x="97994" y="97004"/>
                </a:moveTo>
                <a:cubicBezTo>
                  <a:pt x="95973" y="97004"/>
                  <a:pt x="94217" y="98760"/>
                  <a:pt x="94217" y="100781"/>
                </a:cubicBezTo>
                <a:lnTo>
                  <a:pt x="94217" y="160930"/>
                </a:lnTo>
                <a:cubicBezTo>
                  <a:pt x="94217" y="163036"/>
                  <a:pt x="95885" y="164704"/>
                  <a:pt x="97994" y="164704"/>
                </a:cubicBezTo>
                <a:lnTo>
                  <a:pt x="125741" y="164704"/>
                </a:lnTo>
                <a:cubicBezTo>
                  <a:pt x="127761" y="164704"/>
                  <a:pt x="129517" y="162948"/>
                  <a:pt x="129517" y="160930"/>
                </a:cubicBezTo>
                <a:lnTo>
                  <a:pt x="129517" y="100781"/>
                </a:lnTo>
                <a:cubicBezTo>
                  <a:pt x="129517" y="98760"/>
                  <a:pt x="127761" y="97004"/>
                  <a:pt x="125741" y="97004"/>
                </a:cubicBezTo>
                <a:lnTo>
                  <a:pt x="121088" y="97004"/>
                </a:lnTo>
                <a:cubicBezTo>
                  <a:pt x="118014" y="97004"/>
                  <a:pt x="115555" y="94545"/>
                  <a:pt x="115555" y="91561"/>
                </a:cubicBezTo>
                <a:lnTo>
                  <a:pt x="115555" y="49852"/>
                </a:lnTo>
                <a:cubicBezTo>
                  <a:pt x="115555" y="48974"/>
                  <a:pt x="115731" y="48183"/>
                  <a:pt x="116170" y="47393"/>
                </a:cubicBezTo>
                <a:lnTo>
                  <a:pt x="124335" y="31060"/>
                </a:lnTo>
                <a:lnTo>
                  <a:pt x="117399" y="13674"/>
                </a:lnTo>
                <a:lnTo>
                  <a:pt x="106336" y="13674"/>
                </a:lnTo>
                <a:lnTo>
                  <a:pt x="99399" y="31060"/>
                </a:lnTo>
                <a:lnTo>
                  <a:pt x="107566" y="47393"/>
                </a:lnTo>
                <a:cubicBezTo>
                  <a:pt x="107916" y="48183"/>
                  <a:pt x="108181" y="48974"/>
                  <a:pt x="108181" y="49852"/>
                </a:cubicBezTo>
                <a:lnTo>
                  <a:pt x="108181" y="91473"/>
                </a:lnTo>
                <a:cubicBezTo>
                  <a:pt x="108181" y="94547"/>
                  <a:pt x="105722" y="96917"/>
                  <a:pt x="102648" y="96917"/>
                </a:cubicBezTo>
                <a:lnTo>
                  <a:pt x="97994" y="96917"/>
                </a:lnTo>
                <a:lnTo>
                  <a:pt x="97994" y="97004"/>
                </a:lnTo>
                <a:close/>
              </a:path>
            </a:pathLst>
          </a:custGeom>
          <a:solidFill>
            <a:schemeClr val="accent2"/>
          </a:solidFill>
          <a:ln w="167" cap="flat">
            <a:noFill/>
            <a:prstDash val="solid"/>
            <a:miter/>
          </a:ln>
        </p:spPr>
        <p:txBody>
          <a:bodyPr rtlCol="0" anchor="ctr"/>
          <a:lstStyle/>
          <a:p>
            <a:endParaRPr lang="zh-CN" altLang="en-US"/>
          </a:p>
        </p:txBody>
      </p:sp>
      <p:grpSp>
        <p:nvGrpSpPr>
          <p:cNvPr id="159" name="组合 158">
            <a:extLst>
              <a:ext uri="{FF2B5EF4-FFF2-40B4-BE49-F238E27FC236}">
                <a16:creationId xmlns:a16="http://schemas.microsoft.com/office/drawing/2014/main" id="{7B994658-DBCC-C70F-ED07-CF5AC6D5C7C5}"/>
              </a:ext>
            </a:extLst>
          </p:cNvPr>
          <p:cNvGrpSpPr/>
          <p:nvPr/>
        </p:nvGrpSpPr>
        <p:grpSpPr>
          <a:xfrm>
            <a:off x="4391353" y="1551116"/>
            <a:ext cx="158386" cy="119518"/>
            <a:chOff x="3869117" y="1439649"/>
            <a:chExt cx="125167" cy="94453"/>
          </a:xfrm>
        </p:grpSpPr>
        <p:sp>
          <p:nvSpPr>
            <p:cNvPr id="157" name="任意多边形: 形状 156">
              <a:extLst>
                <a:ext uri="{FF2B5EF4-FFF2-40B4-BE49-F238E27FC236}">
                  <a16:creationId xmlns:a16="http://schemas.microsoft.com/office/drawing/2014/main" id="{2B9B54EF-A011-DE3F-9EF5-9639E128E360}"/>
                </a:ext>
              </a:extLst>
            </p:cNvPr>
            <p:cNvSpPr/>
            <p:nvPr/>
          </p:nvSpPr>
          <p:spPr>
            <a:xfrm>
              <a:off x="3869117" y="1439649"/>
              <a:ext cx="125167" cy="94453"/>
            </a:xfrm>
            <a:custGeom>
              <a:avLst/>
              <a:gdLst>
                <a:gd name="connsiteX0" fmla="*/ 116388 w 125167"/>
                <a:gd name="connsiteY0" fmla="*/ 37721 h 94453"/>
                <a:gd name="connsiteX1" fmla="*/ 113334 w 125167"/>
                <a:gd name="connsiteY1" fmla="*/ 37721 h 94453"/>
                <a:gd name="connsiteX2" fmla="*/ 112426 w 125167"/>
                <a:gd name="connsiteY2" fmla="*/ 34641 h 94453"/>
                <a:gd name="connsiteX3" fmla="*/ 120780 w 125167"/>
                <a:gd name="connsiteY3" fmla="*/ 34641 h 94453"/>
                <a:gd name="connsiteX4" fmla="*/ 125168 w 125167"/>
                <a:gd name="connsiteY4" fmla="*/ 30253 h 94453"/>
                <a:gd name="connsiteX5" fmla="*/ 120780 w 125167"/>
                <a:gd name="connsiteY5" fmla="*/ 25865 h 94453"/>
                <a:gd name="connsiteX6" fmla="*/ 109837 w 125167"/>
                <a:gd name="connsiteY6" fmla="*/ 25865 h 94453"/>
                <a:gd name="connsiteX7" fmla="*/ 104958 w 125167"/>
                <a:gd name="connsiteY7" fmla="*/ 9337 h 94453"/>
                <a:gd name="connsiteX8" fmla="*/ 91045 w 125167"/>
                <a:gd name="connsiteY8" fmla="*/ 0 h 94453"/>
                <a:gd name="connsiteX9" fmla="*/ 32715 w 125167"/>
                <a:gd name="connsiteY9" fmla="*/ 0 h 94453"/>
                <a:gd name="connsiteX10" fmla="*/ 18713 w 125167"/>
                <a:gd name="connsiteY10" fmla="*/ 9613 h 94453"/>
                <a:gd name="connsiteX11" fmla="*/ 13922 w 125167"/>
                <a:gd name="connsiteY11" fmla="*/ 25865 h 94453"/>
                <a:gd name="connsiteX12" fmla="*/ 4388 w 125167"/>
                <a:gd name="connsiteY12" fmla="*/ 25865 h 94453"/>
                <a:gd name="connsiteX13" fmla="*/ 0 w 125167"/>
                <a:gd name="connsiteY13" fmla="*/ 30253 h 94453"/>
                <a:gd name="connsiteX14" fmla="*/ 4388 w 125167"/>
                <a:gd name="connsiteY14" fmla="*/ 34641 h 94453"/>
                <a:gd name="connsiteX15" fmla="*/ 11329 w 125167"/>
                <a:gd name="connsiteY15" fmla="*/ 34641 h 94453"/>
                <a:gd name="connsiteX16" fmla="*/ 10421 w 125167"/>
                <a:gd name="connsiteY16" fmla="*/ 37721 h 94453"/>
                <a:gd name="connsiteX17" fmla="*/ 8775 w 125167"/>
                <a:gd name="connsiteY17" fmla="*/ 37721 h 94453"/>
                <a:gd name="connsiteX18" fmla="*/ 0 w 125167"/>
                <a:gd name="connsiteY18" fmla="*/ 46496 h 94453"/>
                <a:gd name="connsiteX19" fmla="*/ 0 w 125167"/>
                <a:gd name="connsiteY19" fmla="*/ 85292 h 94453"/>
                <a:gd name="connsiteX20" fmla="*/ 7007 w 125167"/>
                <a:gd name="connsiteY20" fmla="*/ 85292 h 94453"/>
                <a:gd name="connsiteX21" fmla="*/ 7007 w 125167"/>
                <a:gd name="connsiteY21" fmla="*/ 90066 h 94453"/>
                <a:gd name="connsiteX22" fmla="*/ 11395 w 125167"/>
                <a:gd name="connsiteY22" fmla="*/ 94454 h 94453"/>
                <a:gd name="connsiteX23" fmla="*/ 15783 w 125167"/>
                <a:gd name="connsiteY23" fmla="*/ 90066 h 94453"/>
                <a:gd name="connsiteX24" fmla="*/ 15783 w 125167"/>
                <a:gd name="connsiteY24" fmla="*/ 85292 h 94453"/>
                <a:gd name="connsiteX25" fmla="*/ 110464 w 125167"/>
                <a:gd name="connsiteY25" fmla="*/ 85292 h 94453"/>
                <a:gd name="connsiteX26" fmla="*/ 110464 w 125167"/>
                <a:gd name="connsiteY26" fmla="*/ 90066 h 94453"/>
                <a:gd name="connsiteX27" fmla="*/ 114852 w 125167"/>
                <a:gd name="connsiteY27" fmla="*/ 94454 h 94453"/>
                <a:gd name="connsiteX28" fmla="*/ 119240 w 125167"/>
                <a:gd name="connsiteY28" fmla="*/ 90066 h 94453"/>
                <a:gd name="connsiteX29" fmla="*/ 119240 w 125167"/>
                <a:gd name="connsiteY29" fmla="*/ 85292 h 94453"/>
                <a:gd name="connsiteX30" fmla="*/ 125168 w 125167"/>
                <a:gd name="connsiteY30" fmla="*/ 85292 h 94453"/>
                <a:gd name="connsiteX31" fmla="*/ 125168 w 125167"/>
                <a:gd name="connsiteY31" fmla="*/ 46496 h 94453"/>
                <a:gd name="connsiteX32" fmla="*/ 116388 w 125167"/>
                <a:gd name="connsiteY32" fmla="*/ 37721 h 94453"/>
                <a:gd name="connsiteX33" fmla="*/ 8775 w 125167"/>
                <a:gd name="connsiteY33" fmla="*/ 76512 h 94453"/>
                <a:gd name="connsiteX34" fmla="*/ 8775 w 125167"/>
                <a:gd name="connsiteY34" fmla="*/ 62121 h 94453"/>
                <a:gd name="connsiteX35" fmla="*/ 18893 w 125167"/>
                <a:gd name="connsiteY35" fmla="*/ 62121 h 94453"/>
                <a:gd name="connsiteX36" fmla="*/ 27103 w 125167"/>
                <a:gd name="connsiteY36" fmla="*/ 56443 h 94453"/>
                <a:gd name="connsiteX37" fmla="*/ 30402 w 125167"/>
                <a:gd name="connsiteY37" fmla="*/ 47707 h 94453"/>
                <a:gd name="connsiteX38" fmla="*/ 30600 w 125167"/>
                <a:gd name="connsiteY38" fmla="*/ 46496 h 94453"/>
                <a:gd name="connsiteX39" fmla="*/ 92374 w 125167"/>
                <a:gd name="connsiteY39" fmla="*/ 46496 h 94453"/>
                <a:gd name="connsiteX40" fmla="*/ 92571 w 125167"/>
                <a:gd name="connsiteY40" fmla="*/ 47707 h 94453"/>
                <a:gd name="connsiteX41" fmla="*/ 95871 w 125167"/>
                <a:gd name="connsiteY41" fmla="*/ 56434 h 94453"/>
                <a:gd name="connsiteX42" fmla="*/ 104080 w 125167"/>
                <a:gd name="connsiteY42" fmla="*/ 62121 h 94453"/>
                <a:gd name="connsiteX43" fmla="*/ 116388 w 125167"/>
                <a:gd name="connsiteY43" fmla="*/ 62121 h 94453"/>
                <a:gd name="connsiteX44" fmla="*/ 116388 w 125167"/>
                <a:gd name="connsiteY44" fmla="*/ 76512 h 94453"/>
                <a:gd name="connsiteX45" fmla="*/ 8775 w 125167"/>
                <a:gd name="connsiteY45" fmla="*/ 76512 h 94453"/>
                <a:gd name="connsiteX46" fmla="*/ 116388 w 125167"/>
                <a:gd name="connsiteY46" fmla="*/ 53346 h 94453"/>
                <a:gd name="connsiteX47" fmla="*/ 104080 w 125167"/>
                <a:gd name="connsiteY47" fmla="*/ 53341 h 94453"/>
                <a:gd name="connsiteX48" fmla="*/ 101496 w 125167"/>
                <a:gd name="connsiteY48" fmla="*/ 46492 h 94453"/>
                <a:gd name="connsiteX49" fmla="*/ 116388 w 125167"/>
                <a:gd name="connsiteY49" fmla="*/ 46492 h 94453"/>
                <a:gd name="connsiteX50" fmla="*/ 116388 w 125167"/>
                <a:gd name="connsiteY50" fmla="*/ 53346 h 94453"/>
                <a:gd name="connsiteX51" fmla="*/ 21188 w 125167"/>
                <a:gd name="connsiteY51" fmla="*/ 32214 h 94453"/>
                <a:gd name="connsiteX52" fmla="*/ 21574 w 125167"/>
                <a:gd name="connsiteY52" fmla="*/ 30902 h 94453"/>
                <a:gd name="connsiteX53" fmla="*/ 27037 w 125167"/>
                <a:gd name="connsiteY53" fmla="*/ 12373 h 94453"/>
                <a:gd name="connsiteX54" fmla="*/ 32715 w 125167"/>
                <a:gd name="connsiteY54" fmla="*/ 8775 h 94453"/>
                <a:gd name="connsiteX55" fmla="*/ 91045 w 125167"/>
                <a:gd name="connsiteY55" fmla="*/ 8775 h 94453"/>
                <a:gd name="connsiteX56" fmla="*/ 96630 w 125167"/>
                <a:gd name="connsiteY56" fmla="*/ 12092 h 94453"/>
                <a:gd name="connsiteX57" fmla="*/ 104186 w 125167"/>
                <a:gd name="connsiteY57" fmla="*/ 37717 h 94453"/>
                <a:gd name="connsiteX58" fmla="*/ 19569 w 125167"/>
                <a:gd name="connsiteY58" fmla="*/ 37717 h 94453"/>
                <a:gd name="connsiteX59" fmla="*/ 21188 w 125167"/>
                <a:gd name="connsiteY59" fmla="*/ 32214 h 94453"/>
                <a:gd name="connsiteX60" fmla="*/ 21482 w 125167"/>
                <a:gd name="connsiteY60" fmla="*/ 46496 h 94453"/>
                <a:gd name="connsiteX61" fmla="*/ 18893 w 125167"/>
                <a:gd name="connsiteY61" fmla="*/ 53350 h 94453"/>
                <a:gd name="connsiteX62" fmla="*/ 8775 w 125167"/>
                <a:gd name="connsiteY62" fmla="*/ 53350 h 94453"/>
                <a:gd name="connsiteX63" fmla="*/ 8775 w 125167"/>
                <a:gd name="connsiteY63" fmla="*/ 46496 h 94453"/>
                <a:gd name="connsiteX64" fmla="*/ 21482 w 125167"/>
                <a:gd name="connsiteY64" fmla="*/ 46496 h 9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25167" h="94453">
                  <a:moveTo>
                    <a:pt x="116388" y="37721"/>
                  </a:moveTo>
                  <a:lnTo>
                    <a:pt x="113334" y="37721"/>
                  </a:lnTo>
                  <a:lnTo>
                    <a:pt x="112426" y="34641"/>
                  </a:lnTo>
                  <a:lnTo>
                    <a:pt x="120780" y="34641"/>
                  </a:lnTo>
                  <a:cubicBezTo>
                    <a:pt x="123203" y="34641"/>
                    <a:pt x="125168" y="32676"/>
                    <a:pt x="125168" y="30253"/>
                  </a:cubicBezTo>
                  <a:cubicBezTo>
                    <a:pt x="125168" y="27830"/>
                    <a:pt x="123203" y="25865"/>
                    <a:pt x="120780" y="25865"/>
                  </a:cubicBezTo>
                  <a:lnTo>
                    <a:pt x="109837" y="25865"/>
                  </a:lnTo>
                  <a:lnTo>
                    <a:pt x="104958" y="9337"/>
                  </a:lnTo>
                  <a:cubicBezTo>
                    <a:pt x="102997" y="4015"/>
                    <a:pt x="97012" y="0"/>
                    <a:pt x="91045" y="0"/>
                  </a:cubicBezTo>
                  <a:lnTo>
                    <a:pt x="32715" y="0"/>
                  </a:lnTo>
                  <a:cubicBezTo>
                    <a:pt x="26747" y="0"/>
                    <a:pt x="20767" y="4015"/>
                    <a:pt x="18713" y="9613"/>
                  </a:cubicBezTo>
                  <a:lnTo>
                    <a:pt x="13922" y="25865"/>
                  </a:lnTo>
                  <a:lnTo>
                    <a:pt x="4388" y="25865"/>
                  </a:lnTo>
                  <a:cubicBezTo>
                    <a:pt x="1964" y="25865"/>
                    <a:pt x="0" y="27830"/>
                    <a:pt x="0" y="30253"/>
                  </a:cubicBezTo>
                  <a:cubicBezTo>
                    <a:pt x="0" y="32676"/>
                    <a:pt x="1964" y="34641"/>
                    <a:pt x="4388" y="34641"/>
                  </a:cubicBezTo>
                  <a:lnTo>
                    <a:pt x="11329" y="34641"/>
                  </a:lnTo>
                  <a:lnTo>
                    <a:pt x="10421" y="37721"/>
                  </a:lnTo>
                  <a:lnTo>
                    <a:pt x="8775" y="37721"/>
                  </a:lnTo>
                  <a:cubicBezTo>
                    <a:pt x="3936" y="37721"/>
                    <a:pt x="0" y="41657"/>
                    <a:pt x="0" y="46496"/>
                  </a:cubicBezTo>
                  <a:lnTo>
                    <a:pt x="0" y="85292"/>
                  </a:lnTo>
                  <a:lnTo>
                    <a:pt x="7007" y="85292"/>
                  </a:lnTo>
                  <a:lnTo>
                    <a:pt x="7007" y="90066"/>
                  </a:lnTo>
                  <a:cubicBezTo>
                    <a:pt x="7007" y="92489"/>
                    <a:pt x="8972" y="94454"/>
                    <a:pt x="11395" y="94454"/>
                  </a:cubicBezTo>
                  <a:cubicBezTo>
                    <a:pt x="13818" y="94454"/>
                    <a:pt x="15783" y="92489"/>
                    <a:pt x="15783" y="90066"/>
                  </a:cubicBezTo>
                  <a:lnTo>
                    <a:pt x="15783" y="85292"/>
                  </a:lnTo>
                  <a:lnTo>
                    <a:pt x="110464" y="85292"/>
                  </a:lnTo>
                  <a:lnTo>
                    <a:pt x="110464" y="90066"/>
                  </a:lnTo>
                  <a:cubicBezTo>
                    <a:pt x="110464" y="92489"/>
                    <a:pt x="112429" y="94454"/>
                    <a:pt x="114852" y="94454"/>
                  </a:cubicBezTo>
                  <a:cubicBezTo>
                    <a:pt x="117275" y="94454"/>
                    <a:pt x="119240" y="92489"/>
                    <a:pt x="119240" y="90066"/>
                  </a:cubicBezTo>
                  <a:lnTo>
                    <a:pt x="119240" y="85292"/>
                  </a:lnTo>
                  <a:lnTo>
                    <a:pt x="125168" y="85292"/>
                  </a:lnTo>
                  <a:lnTo>
                    <a:pt x="125168" y="46496"/>
                  </a:lnTo>
                  <a:cubicBezTo>
                    <a:pt x="125158" y="41652"/>
                    <a:pt x="121232" y="37728"/>
                    <a:pt x="116388" y="37721"/>
                  </a:cubicBezTo>
                  <a:close/>
                  <a:moveTo>
                    <a:pt x="8775" y="76512"/>
                  </a:moveTo>
                  <a:lnTo>
                    <a:pt x="8775" y="62121"/>
                  </a:lnTo>
                  <a:lnTo>
                    <a:pt x="18893" y="62121"/>
                  </a:lnTo>
                  <a:cubicBezTo>
                    <a:pt x="22522" y="62121"/>
                    <a:pt x="25822" y="59835"/>
                    <a:pt x="27103" y="56443"/>
                  </a:cubicBezTo>
                  <a:lnTo>
                    <a:pt x="30402" y="47707"/>
                  </a:lnTo>
                  <a:cubicBezTo>
                    <a:pt x="30551" y="47308"/>
                    <a:pt x="30569" y="46900"/>
                    <a:pt x="30600" y="46496"/>
                  </a:cubicBezTo>
                  <a:lnTo>
                    <a:pt x="92374" y="46496"/>
                  </a:lnTo>
                  <a:cubicBezTo>
                    <a:pt x="92405" y="46900"/>
                    <a:pt x="92422" y="47308"/>
                    <a:pt x="92571" y="47707"/>
                  </a:cubicBezTo>
                  <a:lnTo>
                    <a:pt x="95871" y="56434"/>
                  </a:lnTo>
                  <a:cubicBezTo>
                    <a:pt x="97165" y="59847"/>
                    <a:pt x="100430" y="62109"/>
                    <a:pt x="104080" y="62121"/>
                  </a:cubicBezTo>
                  <a:lnTo>
                    <a:pt x="116388" y="62121"/>
                  </a:lnTo>
                  <a:lnTo>
                    <a:pt x="116388" y="76512"/>
                  </a:lnTo>
                  <a:lnTo>
                    <a:pt x="8775" y="76512"/>
                  </a:lnTo>
                  <a:close/>
                  <a:moveTo>
                    <a:pt x="116388" y="53346"/>
                  </a:moveTo>
                  <a:lnTo>
                    <a:pt x="104080" y="53341"/>
                  </a:lnTo>
                  <a:lnTo>
                    <a:pt x="101496" y="46492"/>
                  </a:lnTo>
                  <a:lnTo>
                    <a:pt x="116388" y="46492"/>
                  </a:lnTo>
                  <a:lnTo>
                    <a:pt x="116388" y="53346"/>
                  </a:lnTo>
                  <a:close/>
                  <a:moveTo>
                    <a:pt x="21188" y="32214"/>
                  </a:moveTo>
                  <a:cubicBezTo>
                    <a:pt x="21387" y="31801"/>
                    <a:pt x="21517" y="31358"/>
                    <a:pt x="21574" y="30902"/>
                  </a:cubicBezTo>
                  <a:lnTo>
                    <a:pt x="27037" y="12373"/>
                  </a:lnTo>
                  <a:cubicBezTo>
                    <a:pt x="27651" y="10706"/>
                    <a:pt x="30262" y="8775"/>
                    <a:pt x="32715" y="8775"/>
                  </a:cubicBezTo>
                  <a:lnTo>
                    <a:pt x="91045" y="8775"/>
                  </a:lnTo>
                  <a:cubicBezTo>
                    <a:pt x="93497" y="8775"/>
                    <a:pt x="96108" y="10706"/>
                    <a:pt x="96630" y="12092"/>
                  </a:cubicBezTo>
                  <a:lnTo>
                    <a:pt x="104186" y="37717"/>
                  </a:lnTo>
                  <a:lnTo>
                    <a:pt x="19569" y="37717"/>
                  </a:lnTo>
                  <a:lnTo>
                    <a:pt x="21188" y="32214"/>
                  </a:lnTo>
                  <a:close/>
                  <a:moveTo>
                    <a:pt x="21482" y="46496"/>
                  </a:moveTo>
                  <a:lnTo>
                    <a:pt x="18893" y="53350"/>
                  </a:lnTo>
                  <a:lnTo>
                    <a:pt x="8775" y="53350"/>
                  </a:lnTo>
                  <a:lnTo>
                    <a:pt x="8775" y="46496"/>
                  </a:lnTo>
                  <a:lnTo>
                    <a:pt x="21482" y="46496"/>
                  </a:lnTo>
                  <a:close/>
                </a:path>
              </a:pathLst>
            </a:custGeom>
            <a:solidFill>
              <a:schemeClr val="accent2"/>
            </a:solidFill>
            <a:ln w="130" cap="flat">
              <a:noFill/>
              <a:prstDash val="solid"/>
              <a:miter/>
            </a:ln>
          </p:spPr>
          <p:txBody>
            <a:bodyPr rtlCol="0" anchor="ctr"/>
            <a:lstStyle/>
            <a:p>
              <a:endParaRPr lang="zh-CN" altLang="en-US"/>
            </a:p>
          </p:txBody>
        </p:sp>
        <p:sp>
          <p:nvSpPr>
            <p:cNvPr id="158" name="任意多边形: 形状 157">
              <a:extLst>
                <a:ext uri="{FF2B5EF4-FFF2-40B4-BE49-F238E27FC236}">
                  <a16:creationId xmlns:a16="http://schemas.microsoft.com/office/drawing/2014/main" id="{AEBE69DF-5250-CC16-FBDA-938057226C47}"/>
                </a:ext>
              </a:extLst>
            </p:cNvPr>
            <p:cNvSpPr/>
            <p:nvPr/>
          </p:nvSpPr>
          <p:spPr>
            <a:xfrm>
              <a:off x="3914380" y="1499190"/>
              <a:ext cx="34640" cy="8775"/>
            </a:xfrm>
            <a:custGeom>
              <a:avLst/>
              <a:gdLst>
                <a:gd name="connsiteX0" fmla="*/ 30253 w 34640"/>
                <a:gd name="connsiteY0" fmla="*/ 0 h 8775"/>
                <a:gd name="connsiteX1" fmla="*/ 4388 w 34640"/>
                <a:gd name="connsiteY1" fmla="*/ 0 h 8775"/>
                <a:gd name="connsiteX2" fmla="*/ 0 w 34640"/>
                <a:gd name="connsiteY2" fmla="*/ 4388 h 8775"/>
                <a:gd name="connsiteX3" fmla="*/ 4388 w 34640"/>
                <a:gd name="connsiteY3" fmla="*/ 8775 h 8775"/>
                <a:gd name="connsiteX4" fmla="*/ 30253 w 34640"/>
                <a:gd name="connsiteY4" fmla="*/ 8775 h 8775"/>
                <a:gd name="connsiteX5" fmla="*/ 34641 w 34640"/>
                <a:gd name="connsiteY5" fmla="*/ 4388 h 8775"/>
                <a:gd name="connsiteX6" fmla="*/ 30253 w 34640"/>
                <a:gd name="connsiteY6" fmla="*/ 0 h 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640" h="8775">
                  <a:moveTo>
                    <a:pt x="30253" y="0"/>
                  </a:moveTo>
                  <a:lnTo>
                    <a:pt x="4388" y="0"/>
                  </a:lnTo>
                  <a:cubicBezTo>
                    <a:pt x="1964" y="0"/>
                    <a:pt x="0" y="1964"/>
                    <a:pt x="0" y="4388"/>
                  </a:cubicBezTo>
                  <a:cubicBezTo>
                    <a:pt x="0" y="6811"/>
                    <a:pt x="1964" y="8775"/>
                    <a:pt x="4388" y="8775"/>
                  </a:cubicBezTo>
                  <a:lnTo>
                    <a:pt x="30253" y="8775"/>
                  </a:lnTo>
                  <a:cubicBezTo>
                    <a:pt x="32676" y="8775"/>
                    <a:pt x="34641" y="6811"/>
                    <a:pt x="34641" y="4388"/>
                  </a:cubicBezTo>
                  <a:cubicBezTo>
                    <a:pt x="34641" y="1964"/>
                    <a:pt x="32676" y="0"/>
                    <a:pt x="30253" y="0"/>
                  </a:cubicBezTo>
                  <a:close/>
                </a:path>
              </a:pathLst>
            </a:custGeom>
            <a:solidFill>
              <a:schemeClr val="accent2"/>
            </a:solidFill>
            <a:ln w="130" cap="flat">
              <a:noFill/>
              <a:prstDash val="solid"/>
              <a:miter/>
            </a:ln>
          </p:spPr>
          <p:txBody>
            <a:bodyPr rtlCol="0" anchor="ctr"/>
            <a:lstStyle/>
            <a:p>
              <a:endParaRPr lang="zh-CN" altLang="en-US"/>
            </a:p>
          </p:txBody>
        </p:sp>
      </p:grpSp>
      <p:sp>
        <p:nvSpPr>
          <p:cNvPr id="162" name="图形 160">
            <a:extLst>
              <a:ext uri="{FF2B5EF4-FFF2-40B4-BE49-F238E27FC236}">
                <a16:creationId xmlns:a16="http://schemas.microsoft.com/office/drawing/2014/main" id="{749C6ACD-2173-8039-7BE0-DCFAE096DC7A}"/>
              </a:ext>
            </a:extLst>
          </p:cNvPr>
          <p:cNvSpPr/>
          <p:nvPr/>
        </p:nvSpPr>
        <p:spPr>
          <a:xfrm>
            <a:off x="4922212" y="1609976"/>
            <a:ext cx="158389" cy="121584"/>
          </a:xfrm>
          <a:custGeom>
            <a:avLst/>
            <a:gdLst>
              <a:gd name="connsiteX0" fmla="*/ 155084 w 158389"/>
              <a:gd name="connsiteY0" fmla="*/ 36872 h 121584"/>
              <a:gd name="connsiteX1" fmla="*/ 81878 w 158389"/>
              <a:gd name="connsiteY1" fmla="*/ 618 h 121584"/>
              <a:gd name="connsiteX2" fmla="*/ 76603 w 158389"/>
              <a:gd name="connsiteY2" fmla="*/ 618 h 121584"/>
              <a:gd name="connsiteX3" fmla="*/ 3405 w 158389"/>
              <a:gd name="connsiteY3" fmla="*/ 36872 h 121584"/>
              <a:gd name="connsiteX4" fmla="*/ 718 w 158389"/>
              <a:gd name="connsiteY4" fmla="*/ 44830 h 121584"/>
              <a:gd name="connsiteX5" fmla="*/ 3516 w 158389"/>
              <a:gd name="connsiteY5" fmla="*/ 47571 h 121584"/>
              <a:gd name="connsiteX6" fmla="*/ 32041 w 158389"/>
              <a:gd name="connsiteY6" fmla="*/ 60955 h 121584"/>
              <a:gd name="connsiteX7" fmla="*/ 32041 w 158389"/>
              <a:gd name="connsiteY7" fmla="*/ 103521 h 121584"/>
              <a:gd name="connsiteX8" fmla="*/ 34512 w 158389"/>
              <a:gd name="connsiteY8" fmla="*/ 108336 h 121584"/>
              <a:gd name="connsiteX9" fmla="*/ 79241 w 158389"/>
              <a:gd name="connsiteY9" fmla="*/ 121585 h 121584"/>
              <a:gd name="connsiteX10" fmla="*/ 123969 w 158389"/>
              <a:gd name="connsiteY10" fmla="*/ 108336 h 121584"/>
              <a:gd name="connsiteX11" fmla="*/ 126440 w 158389"/>
              <a:gd name="connsiteY11" fmla="*/ 103521 h 121584"/>
              <a:gd name="connsiteX12" fmla="*/ 126440 w 158389"/>
              <a:gd name="connsiteY12" fmla="*/ 60955 h 121584"/>
              <a:gd name="connsiteX13" fmla="*/ 154973 w 158389"/>
              <a:gd name="connsiteY13" fmla="*/ 47571 h 121584"/>
              <a:gd name="connsiteX14" fmla="*/ 157824 w 158389"/>
              <a:gd name="connsiteY14" fmla="*/ 39670 h 121584"/>
              <a:gd name="connsiteX15" fmla="*/ 155084 w 158389"/>
              <a:gd name="connsiteY15" fmla="*/ 36872 h 121584"/>
              <a:gd name="connsiteX16" fmla="*/ 114561 w 158389"/>
              <a:gd name="connsiteY16" fmla="*/ 100361 h 121584"/>
              <a:gd name="connsiteX17" fmla="*/ 79241 w 158389"/>
              <a:gd name="connsiteY17" fmla="*/ 109714 h 121584"/>
              <a:gd name="connsiteX18" fmla="*/ 43920 w 158389"/>
              <a:gd name="connsiteY18" fmla="*/ 100361 h 121584"/>
              <a:gd name="connsiteX19" fmla="*/ 43920 w 158389"/>
              <a:gd name="connsiteY19" fmla="*/ 66538 h 121584"/>
              <a:gd name="connsiteX20" fmla="*/ 76714 w 158389"/>
              <a:gd name="connsiteY20" fmla="*/ 81925 h 121584"/>
              <a:gd name="connsiteX21" fmla="*/ 81767 w 158389"/>
              <a:gd name="connsiteY21" fmla="*/ 81925 h 121584"/>
              <a:gd name="connsiteX22" fmla="*/ 114561 w 158389"/>
              <a:gd name="connsiteY22" fmla="*/ 66538 h 121584"/>
              <a:gd name="connsiteX23" fmla="*/ 114561 w 158389"/>
              <a:gd name="connsiteY23" fmla="*/ 100361 h 121584"/>
              <a:gd name="connsiteX24" fmla="*/ 79241 w 158389"/>
              <a:gd name="connsiteY24" fmla="*/ 69991 h 121584"/>
              <a:gd name="connsiteX25" fmla="*/ 19711 w 158389"/>
              <a:gd name="connsiteY25" fmla="*/ 42051 h 121584"/>
              <a:gd name="connsiteX26" fmla="*/ 79241 w 158389"/>
              <a:gd name="connsiteY26" fmla="*/ 12568 h 121584"/>
              <a:gd name="connsiteX27" fmla="*/ 138778 w 158389"/>
              <a:gd name="connsiteY27" fmla="*/ 42051 h 121584"/>
              <a:gd name="connsiteX28" fmla="*/ 79241 w 158389"/>
              <a:gd name="connsiteY28" fmla="*/ 69991 h 121584"/>
              <a:gd name="connsiteX29" fmla="*/ 11879 w 158389"/>
              <a:gd name="connsiteY29" fmla="*/ 61897 h 121584"/>
              <a:gd name="connsiteX30" fmla="*/ 11879 w 158389"/>
              <a:gd name="connsiteY30" fmla="*/ 95301 h 121584"/>
              <a:gd name="connsiteX31" fmla="*/ 5936 w 158389"/>
              <a:gd name="connsiteY31" fmla="*/ 101236 h 121584"/>
              <a:gd name="connsiteX32" fmla="*/ 0 w 158389"/>
              <a:gd name="connsiteY32" fmla="*/ 95293 h 121584"/>
              <a:gd name="connsiteX33" fmla="*/ 0 w 158389"/>
              <a:gd name="connsiteY33" fmla="*/ 61889 h 121584"/>
              <a:gd name="connsiteX34" fmla="*/ 5943 w 158389"/>
              <a:gd name="connsiteY34" fmla="*/ 55954 h 121584"/>
              <a:gd name="connsiteX35" fmla="*/ 11879 w 158389"/>
              <a:gd name="connsiteY35" fmla="*/ 61897 h 121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8389" h="121584">
                <a:moveTo>
                  <a:pt x="155084" y="36872"/>
                </a:moveTo>
                <a:lnTo>
                  <a:pt x="81878" y="618"/>
                </a:lnTo>
                <a:cubicBezTo>
                  <a:pt x="80216" y="-206"/>
                  <a:pt x="78265" y="-206"/>
                  <a:pt x="76603" y="618"/>
                </a:cubicBezTo>
                <a:lnTo>
                  <a:pt x="3405" y="36872"/>
                </a:lnTo>
                <a:cubicBezTo>
                  <a:pt x="466" y="38328"/>
                  <a:pt x="-738" y="41891"/>
                  <a:pt x="718" y="44830"/>
                </a:cubicBezTo>
                <a:cubicBezTo>
                  <a:pt x="1314" y="46034"/>
                  <a:pt x="2300" y="47000"/>
                  <a:pt x="3516" y="47571"/>
                </a:cubicBezTo>
                <a:lnTo>
                  <a:pt x="32041" y="60955"/>
                </a:lnTo>
                <a:lnTo>
                  <a:pt x="32041" y="103521"/>
                </a:lnTo>
                <a:cubicBezTo>
                  <a:pt x="32041" y="105429"/>
                  <a:pt x="32960" y="107227"/>
                  <a:pt x="34512" y="108336"/>
                </a:cubicBezTo>
                <a:cubicBezTo>
                  <a:pt x="46391" y="116881"/>
                  <a:pt x="62269" y="121585"/>
                  <a:pt x="79241" y="121585"/>
                </a:cubicBezTo>
                <a:cubicBezTo>
                  <a:pt x="96220" y="121585"/>
                  <a:pt x="112098" y="116881"/>
                  <a:pt x="123969" y="108336"/>
                </a:cubicBezTo>
                <a:cubicBezTo>
                  <a:pt x="125517" y="107220"/>
                  <a:pt x="126436" y="105429"/>
                  <a:pt x="126440" y="103521"/>
                </a:cubicBezTo>
                <a:lnTo>
                  <a:pt x="126440" y="60955"/>
                </a:lnTo>
                <a:lnTo>
                  <a:pt x="154973" y="47571"/>
                </a:lnTo>
                <a:cubicBezTo>
                  <a:pt x="157942" y="46177"/>
                  <a:pt x="159219" y="42639"/>
                  <a:pt x="157824" y="39670"/>
                </a:cubicBezTo>
                <a:cubicBezTo>
                  <a:pt x="157254" y="38454"/>
                  <a:pt x="156287" y="37468"/>
                  <a:pt x="155084" y="36872"/>
                </a:cubicBezTo>
                <a:close/>
                <a:moveTo>
                  <a:pt x="114561" y="100361"/>
                </a:moveTo>
                <a:cubicBezTo>
                  <a:pt x="105050" y="106332"/>
                  <a:pt x="92363" y="109714"/>
                  <a:pt x="79241" y="109714"/>
                </a:cubicBezTo>
                <a:cubicBezTo>
                  <a:pt x="66118" y="109714"/>
                  <a:pt x="53439" y="106332"/>
                  <a:pt x="43920" y="100361"/>
                </a:cubicBezTo>
                <a:lnTo>
                  <a:pt x="43920" y="66538"/>
                </a:lnTo>
                <a:lnTo>
                  <a:pt x="76714" y="81925"/>
                </a:lnTo>
                <a:cubicBezTo>
                  <a:pt x="78312" y="82686"/>
                  <a:pt x="80169" y="82686"/>
                  <a:pt x="81767" y="81925"/>
                </a:cubicBezTo>
                <a:lnTo>
                  <a:pt x="114561" y="66538"/>
                </a:lnTo>
                <a:lnTo>
                  <a:pt x="114561" y="100361"/>
                </a:lnTo>
                <a:close/>
                <a:moveTo>
                  <a:pt x="79241" y="69991"/>
                </a:moveTo>
                <a:lnTo>
                  <a:pt x="19711" y="42051"/>
                </a:lnTo>
                <a:lnTo>
                  <a:pt x="79241" y="12568"/>
                </a:lnTo>
                <a:lnTo>
                  <a:pt x="138778" y="42051"/>
                </a:lnTo>
                <a:lnTo>
                  <a:pt x="79241" y="69991"/>
                </a:lnTo>
                <a:close/>
                <a:moveTo>
                  <a:pt x="11879" y="61897"/>
                </a:moveTo>
                <a:lnTo>
                  <a:pt x="11879" y="95301"/>
                </a:lnTo>
                <a:cubicBezTo>
                  <a:pt x="11877" y="98581"/>
                  <a:pt x="9216" y="101238"/>
                  <a:pt x="5936" y="101236"/>
                </a:cubicBezTo>
                <a:cubicBezTo>
                  <a:pt x="2655" y="101234"/>
                  <a:pt x="-2" y="98573"/>
                  <a:pt x="0" y="95293"/>
                </a:cubicBezTo>
                <a:lnTo>
                  <a:pt x="0" y="61889"/>
                </a:lnTo>
                <a:cubicBezTo>
                  <a:pt x="2" y="58609"/>
                  <a:pt x="2663" y="55951"/>
                  <a:pt x="5943" y="55954"/>
                </a:cubicBezTo>
                <a:cubicBezTo>
                  <a:pt x="9224" y="55956"/>
                  <a:pt x="11881" y="58617"/>
                  <a:pt x="11879" y="61897"/>
                </a:cubicBezTo>
                <a:close/>
              </a:path>
            </a:pathLst>
          </a:custGeom>
          <a:solidFill>
            <a:schemeClr val="accent2"/>
          </a:solidFill>
          <a:ln w="149" cap="flat">
            <a:noFill/>
            <a:prstDash val="solid"/>
            <a:miter/>
          </a:ln>
        </p:spPr>
        <p:txBody>
          <a:bodyPr rtlCol="0" anchor="ctr"/>
          <a:lstStyle/>
          <a:p>
            <a:endParaRPr lang="zh-CN" altLang="en-US"/>
          </a:p>
        </p:txBody>
      </p:sp>
      <p:sp>
        <p:nvSpPr>
          <p:cNvPr id="165" name="图形 163">
            <a:extLst>
              <a:ext uri="{FF2B5EF4-FFF2-40B4-BE49-F238E27FC236}">
                <a16:creationId xmlns:a16="http://schemas.microsoft.com/office/drawing/2014/main" id="{EE34C0C0-EFB7-D9AE-6C81-03A9799EE3E3}"/>
              </a:ext>
            </a:extLst>
          </p:cNvPr>
          <p:cNvSpPr/>
          <p:nvPr/>
        </p:nvSpPr>
        <p:spPr>
          <a:xfrm>
            <a:off x="5495926" y="1648986"/>
            <a:ext cx="134542" cy="134542"/>
          </a:xfrm>
          <a:custGeom>
            <a:avLst/>
            <a:gdLst>
              <a:gd name="connsiteX0" fmla="*/ 85794 w 115491"/>
              <a:gd name="connsiteY0" fmla="*/ 0 h 115491"/>
              <a:gd name="connsiteX1" fmla="*/ 85794 w 115491"/>
              <a:gd name="connsiteY1" fmla="*/ 23098 h 115491"/>
              <a:gd name="connsiteX2" fmla="*/ 115492 w 115491"/>
              <a:gd name="connsiteY2" fmla="*/ 23098 h 115491"/>
              <a:gd name="connsiteX3" fmla="*/ 115492 w 115491"/>
              <a:gd name="connsiteY3" fmla="*/ 115492 h 115491"/>
              <a:gd name="connsiteX4" fmla="*/ 0 w 115491"/>
              <a:gd name="connsiteY4" fmla="*/ 115492 h 115491"/>
              <a:gd name="connsiteX5" fmla="*/ 0 w 115491"/>
              <a:gd name="connsiteY5" fmla="*/ 23098 h 115491"/>
              <a:gd name="connsiteX6" fmla="*/ 29698 w 115491"/>
              <a:gd name="connsiteY6" fmla="*/ 23098 h 115491"/>
              <a:gd name="connsiteX7" fmla="*/ 29698 w 115491"/>
              <a:gd name="connsiteY7" fmla="*/ 0 h 115491"/>
              <a:gd name="connsiteX8" fmla="*/ 85794 w 115491"/>
              <a:gd name="connsiteY8" fmla="*/ 0 h 115491"/>
              <a:gd name="connsiteX9" fmla="*/ 105593 w 115491"/>
              <a:gd name="connsiteY9" fmla="*/ 32998 h 115491"/>
              <a:gd name="connsiteX10" fmla="*/ 9899 w 115491"/>
              <a:gd name="connsiteY10" fmla="*/ 32998 h 115491"/>
              <a:gd name="connsiteX11" fmla="*/ 9899 w 115491"/>
              <a:gd name="connsiteY11" fmla="*/ 105593 h 115491"/>
              <a:gd name="connsiteX12" fmla="*/ 105593 w 115491"/>
              <a:gd name="connsiteY12" fmla="*/ 105593 h 115491"/>
              <a:gd name="connsiteX13" fmla="*/ 105593 w 115491"/>
              <a:gd name="connsiteY13" fmla="*/ 32998 h 115491"/>
              <a:gd name="connsiteX14" fmla="*/ 62673 w 115491"/>
              <a:gd name="connsiteY14" fmla="*/ 46174 h 115491"/>
              <a:gd name="connsiteX15" fmla="*/ 62673 w 115491"/>
              <a:gd name="connsiteY15" fmla="*/ 64346 h 115491"/>
              <a:gd name="connsiteX16" fmla="*/ 80844 w 115491"/>
              <a:gd name="connsiteY16" fmla="*/ 64346 h 115491"/>
              <a:gd name="connsiteX17" fmla="*/ 80844 w 115491"/>
              <a:gd name="connsiteY17" fmla="*/ 74245 h 115491"/>
              <a:gd name="connsiteX18" fmla="*/ 62673 w 115491"/>
              <a:gd name="connsiteY18" fmla="*/ 74245 h 115491"/>
              <a:gd name="connsiteX19" fmla="*/ 62673 w 115491"/>
              <a:gd name="connsiteY19" fmla="*/ 92417 h 115491"/>
              <a:gd name="connsiteX20" fmla="*/ 52773 w 115491"/>
              <a:gd name="connsiteY20" fmla="*/ 92417 h 115491"/>
              <a:gd name="connsiteX21" fmla="*/ 52773 w 115491"/>
              <a:gd name="connsiteY21" fmla="*/ 74245 h 115491"/>
              <a:gd name="connsiteX22" fmla="*/ 34601 w 115491"/>
              <a:gd name="connsiteY22" fmla="*/ 74245 h 115491"/>
              <a:gd name="connsiteX23" fmla="*/ 34601 w 115491"/>
              <a:gd name="connsiteY23" fmla="*/ 64346 h 115491"/>
              <a:gd name="connsiteX24" fmla="*/ 52773 w 115491"/>
              <a:gd name="connsiteY24" fmla="*/ 64346 h 115491"/>
              <a:gd name="connsiteX25" fmla="*/ 52773 w 115491"/>
              <a:gd name="connsiteY25" fmla="*/ 46174 h 115491"/>
              <a:gd name="connsiteX26" fmla="*/ 62673 w 115491"/>
              <a:gd name="connsiteY26" fmla="*/ 46174 h 115491"/>
              <a:gd name="connsiteX27" fmla="*/ 75895 w 115491"/>
              <a:gd name="connsiteY27" fmla="*/ 9899 h 115491"/>
              <a:gd name="connsiteX28" fmla="*/ 39597 w 115491"/>
              <a:gd name="connsiteY28" fmla="*/ 9899 h 115491"/>
              <a:gd name="connsiteX29" fmla="*/ 39597 w 115491"/>
              <a:gd name="connsiteY29" fmla="*/ 23098 h 115491"/>
              <a:gd name="connsiteX30" fmla="*/ 75895 w 115491"/>
              <a:gd name="connsiteY30" fmla="*/ 23098 h 115491"/>
              <a:gd name="connsiteX31" fmla="*/ 75895 w 115491"/>
              <a:gd name="connsiteY31" fmla="*/ 9899 h 11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491" h="115491">
                <a:moveTo>
                  <a:pt x="85794" y="0"/>
                </a:moveTo>
                <a:lnTo>
                  <a:pt x="85794" y="23098"/>
                </a:lnTo>
                <a:lnTo>
                  <a:pt x="115492" y="23098"/>
                </a:lnTo>
                <a:lnTo>
                  <a:pt x="115492" y="115492"/>
                </a:lnTo>
                <a:lnTo>
                  <a:pt x="0" y="115492"/>
                </a:lnTo>
                <a:lnTo>
                  <a:pt x="0" y="23098"/>
                </a:lnTo>
                <a:lnTo>
                  <a:pt x="29698" y="23098"/>
                </a:lnTo>
                <a:lnTo>
                  <a:pt x="29698" y="0"/>
                </a:lnTo>
                <a:lnTo>
                  <a:pt x="85794" y="0"/>
                </a:lnTo>
                <a:close/>
                <a:moveTo>
                  <a:pt x="105593" y="32998"/>
                </a:moveTo>
                <a:lnTo>
                  <a:pt x="9899" y="32998"/>
                </a:lnTo>
                <a:lnTo>
                  <a:pt x="9899" y="105593"/>
                </a:lnTo>
                <a:lnTo>
                  <a:pt x="105593" y="105593"/>
                </a:lnTo>
                <a:lnTo>
                  <a:pt x="105593" y="32998"/>
                </a:lnTo>
                <a:close/>
                <a:moveTo>
                  <a:pt x="62673" y="46174"/>
                </a:moveTo>
                <a:lnTo>
                  <a:pt x="62673" y="64346"/>
                </a:lnTo>
                <a:lnTo>
                  <a:pt x="80844" y="64346"/>
                </a:lnTo>
                <a:lnTo>
                  <a:pt x="80844" y="74245"/>
                </a:lnTo>
                <a:lnTo>
                  <a:pt x="62673" y="74245"/>
                </a:lnTo>
                <a:lnTo>
                  <a:pt x="62673" y="92417"/>
                </a:lnTo>
                <a:lnTo>
                  <a:pt x="52773" y="92417"/>
                </a:lnTo>
                <a:lnTo>
                  <a:pt x="52773" y="74245"/>
                </a:lnTo>
                <a:lnTo>
                  <a:pt x="34601" y="74245"/>
                </a:lnTo>
                <a:lnTo>
                  <a:pt x="34601" y="64346"/>
                </a:lnTo>
                <a:lnTo>
                  <a:pt x="52773" y="64346"/>
                </a:lnTo>
                <a:lnTo>
                  <a:pt x="52773" y="46174"/>
                </a:lnTo>
                <a:lnTo>
                  <a:pt x="62673" y="46174"/>
                </a:lnTo>
                <a:close/>
                <a:moveTo>
                  <a:pt x="75895" y="9899"/>
                </a:moveTo>
                <a:lnTo>
                  <a:pt x="39597" y="9899"/>
                </a:lnTo>
                <a:lnTo>
                  <a:pt x="39597" y="23098"/>
                </a:lnTo>
                <a:lnTo>
                  <a:pt x="75895" y="23098"/>
                </a:lnTo>
                <a:lnTo>
                  <a:pt x="75895" y="9899"/>
                </a:lnTo>
                <a:close/>
              </a:path>
            </a:pathLst>
          </a:custGeom>
          <a:solidFill>
            <a:schemeClr val="accent2"/>
          </a:solidFill>
          <a:ln w="0" cap="flat">
            <a:solidFill>
              <a:schemeClr val="accent2"/>
            </a:solidFill>
            <a:prstDash val="solid"/>
            <a:miter/>
          </a:ln>
        </p:spPr>
        <p:txBody>
          <a:bodyPr rtlCol="0" anchor="ctr"/>
          <a:lstStyle/>
          <a:p>
            <a:endParaRPr lang="zh-CN" altLang="en-US"/>
          </a:p>
        </p:txBody>
      </p:sp>
      <p:grpSp>
        <p:nvGrpSpPr>
          <p:cNvPr id="171" name="组合 170">
            <a:extLst>
              <a:ext uri="{FF2B5EF4-FFF2-40B4-BE49-F238E27FC236}">
                <a16:creationId xmlns:a16="http://schemas.microsoft.com/office/drawing/2014/main" id="{74BDA5EC-2E8E-6AA2-976A-B2FAF20F2497}"/>
              </a:ext>
            </a:extLst>
          </p:cNvPr>
          <p:cNvGrpSpPr/>
          <p:nvPr/>
        </p:nvGrpSpPr>
        <p:grpSpPr>
          <a:xfrm>
            <a:off x="6040378" y="1678216"/>
            <a:ext cx="101376" cy="132916"/>
            <a:chOff x="5522351" y="1661911"/>
            <a:chExt cx="77224" cy="101251"/>
          </a:xfrm>
        </p:grpSpPr>
        <p:sp>
          <p:nvSpPr>
            <p:cNvPr id="169" name="任意多边形: 形状 168">
              <a:extLst>
                <a:ext uri="{FF2B5EF4-FFF2-40B4-BE49-F238E27FC236}">
                  <a16:creationId xmlns:a16="http://schemas.microsoft.com/office/drawing/2014/main" id="{388FDE4B-442B-ACDA-C974-9CE5DD3EFC9E}"/>
                </a:ext>
              </a:extLst>
            </p:cNvPr>
            <p:cNvSpPr/>
            <p:nvPr/>
          </p:nvSpPr>
          <p:spPr>
            <a:xfrm>
              <a:off x="5522351" y="1661911"/>
              <a:ext cx="77224" cy="101251"/>
            </a:xfrm>
            <a:custGeom>
              <a:avLst/>
              <a:gdLst>
                <a:gd name="connsiteX0" fmla="*/ 41096 w 77224"/>
                <a:gd name="connsiteY0" fmla="*/ 909 h 101251"/>
                <a:gd name="connsiteX1" fmla="*/ 36129 w 77224"/>
                <a:gd name="connsiteY1" fmla="*/ 909 h 101251"/>
                <a:gd name="connsiteX2" fmla="*/ 0 w 77224"/>
                <a:gd name="connsiteY2" fmla="*/ 62620 h 101251"/>
                <a:gd name="connsiteX3" fmla="*/ 38613 w 77224"/>
                <a:gd name="connsiteY3" fmla="*/ 101252 h 101251"/>
                <a:gd name="connsiteX4" fmla="*/ 77225 w 77224"/>
                <a:gd name="connsiteY4" fmla="*/ 62639 h 101251"/>
                <a:gd name="connsiteX5" fmla="*/ 41096 w 77224"/>
                <a:gd name="connsiteY5" fmla="*/ 909 h 101251"/>
                <a:gd name="connsiteX6" fmla="*/ 38613 w 77224"/>
                <a:gd name="connsiteY6" fmla="*/ 93553 h 101251"/>
                <a:gd name="connsiteX7" fmla="*/ 7699 w 77224"/>
                <a:gd name="connsiteY7" fmla="*/ 62639 h 101251"/>
                <a:gd name="connsiteX8" fmla="*/ 38613 w 77224"/>
                <a:gd name="connsiteY8" fmla="*/ 9052 h 101251"/>
                <a:gd name="connsiteX9" fmla="*/ 69526 w 77224"/>
                <a:gd name="connsiteY9" fmla="*/ 62639 h 101251"/>
                <a:gd name="connsiteX10" fmla="*/ 38613 w 77224"/>
                <a:gd name="connsiteY10" fmla="*/ 93553 h 101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224" h="101251">
                  <a:moveTo>
                    <a:pt x="41096" y="909"/>
                  </a:moveTo>
                  <a:cubicBezTo>
                    <a:pt x="39652" y="-303"/>
                    <a:pt x="37573" y="-303"/>
                    <a:pt x="36129" y="909"/>
                  </a:cubicBezTo>
                  <a:cubicBezTo>
                    <a:pt x="34647" y="2161"/>
                    <a:pt x="0" y="31707"/>
                    <a:pt x="0" y="62620"/>
                  </a:cubicBezTo>
                  <a:cubicBezTo>
                    <a:pt x="-19" y="83928"/>
                    <a:pt x="17304" y="101252"/>
                    <a:pt x="38613" y="101252"/>
                  </a:cubicBezTo>
                  <a:cubicBezTo>
                    <a:pt x="59901" y="101252"/>
                    <a:pt x="77225" y="83928"/>
                    <a:pt x="77225" y="62639"/>
                  </a:cubicBezTo>
                  <a:cubicBezTo>
                    <a:pt x="77225" y="31726"/>
                    <a:pt x="42558" y="2161"/>
                    <a:pt x="41096" y="909"/>
                  </a:cubicBezTo>
                  <a:close/>
                  <a:moveTo>
                    <a:pt x="38613" y="93553"/>
                  </a:moveTo>
                  <a:cubicBezTo>
                    <a:pt x="21558" y="93553"/>
                    <a:pt x="7699" y="79674"/>
                    <a:pt x="7699" y="62639"/>
                  </a:cubicBezTo>
                  <a:cubicBezTo>
                    <a:pt x="7699" y="39753"/>
                    <a:pt x="30875" y="16251"/>
                    <a:pt x="38613" y="9052"/>
                  </a:cubicBezTo>
                  <a:cubicBezTo>
                    <a:pt x="46350" y="16270"/>
                    <a:pt x="69526" y="39772"/>
                    <a:pt x="69526" y="62639"/>
                  </a:cubicBezTo>
                  <a:cubicBezTo>
                    <a:pt x="69526" y="79674"/>
                    <a:pt x="55647" y="93553"/>
                    <a:pt x="38613" y="93553"/>
                  </a:cubicBezTo>
                  <a:close/>
                </a:path>
              </a:pathLst>
            </a:custGeom>
            <a:solidFill>
              <a:schemeClr val="accent2"/>
            </a:solidFill>
            <a:ln w="112" cap="flat">
              <a:solidFill>
                <a:schemeClr val="accent2"/>
              </a:solidFill>
              <a:prstDash val="solid"/>
              <a:miter/>
            </a:ln>
          </p:spPr>
          <p:txBody>
            <a:bodyPr rtlCol="0" anchor="ctr"/>
            <a:lstStyle/>
            <a:p>
              <a:endParaRPr lang="zh-CN" altLang="en-US"/>
            </a:p>
          </p:txBody>
        </p:sp>
        <p:sp>
          <p:nvSpPr>
            <p:cNvPr id="170" name="任意多边形: 形状 169">
              <a:extLst>
                <a:ext uri="{FF2B5EF4-FFF2-40B4-BE49-F238E27FC236}">
                  <a16:creationId xmlns:a16="http://schemas.microsoft.com/office/drawing/2014/main" id="{0F9039AD-BC10-0D88-2BBE-B0C7B64F83BB}"/>
                </a:ext>
              </a:extLst>
            </p:cNvPr>
            <p:cNvSpPr/>
            <p:nvPr/>
          </p:nvSpPr>
          <p:spPr>
            <a:xfrm>
              <a:off x="5546598" y="1704291"/>
              <a:ext cx="28402" cy="35484"/>
            </a:xfrm>
            <a:custGeom>
              <a:avLst/>
              <a:gdLst>
                <a:gd name="connsiteX0" fmla="*/ 24605 w 28402"/>
                <a:gd name="connsiteY0" fmla="*/ 13907 h 35484"/>
                <a:gd name="connsiteX1" fmla="*/ 13133 w 28402"/>
                <a:gd name="connsiteY1" fmla="*/ 13888 h 35484"/>
                <a:gd name="connsiteX2" fmla="*/ 20448 w 28402"/>
                <a:gd name="connsiteY2" fmla="*/ 6573 h 35484"/>
                <a:gd name="connsiteX3" fmla="*/ 20448 w 28402"/>
                <a:gd name="connsiteY3" fmla="*/ 1126 h 35484"/>
                <a:gd name="connsiteX4" fmla="*/ 15000 w 28402"/>
                <a:gd name="connsiteY4" fmla="*/ 1126 h 35484"/>
                <a:gd name="connsiteX5" fmla="*/ 1122 w 28402"/>
                <a:gd name="connsiteY5" fmla="*/ 14985 h 35484"/>
                <a:gd name="connsiteX6" fmla="*/ 294 w 28402"/>
                <a:gd name="connsiteY6" fmla="*/ 19181 h 35484"/>
                <a:gd name="connsiteX7" fmla="*/ 3836 w 28402"/>
                <a:gd name="connsiteY7" fmla="*/ 21568 h 35484"/>
                <a:gd name="connsiteX8" fmla="*/ 15308 w 28402"/>
                <a:gd name="connsiteY8" fmla="*/ 21587 h 35484"/>
                <a:gd name="connsiteX9" fmla="*/ 7994 w 28402"/>
                <a:gd name="connsiteY9" fmla="*/ 28902 h 35484"/>
                <a:gd name="connsiteX10" fmla="*/ 7998 w 28402"/>
                <a:gd name="connsiteY10" fmla="*/ 34357 h 35484"/>
                <a:gd name="connsiteX11" fmla="*/ 10708 w 28402"/>
                <a:gd name="connsiteY11" fmla="*/ 35485 h 35484"/>
                <a:gd name="connsiteX12" fmla="*/ 13422 w 28402"/>
                <a:gd name="connsiteY12" fmla="*/ 34349 h 35484"/>
                <a:gd name="connsiteX13" fmla="*/ 27281 w 28402"/>
                <a:gd name="connsiteY13" fmla="*/ 20490 h 35484"/>
                <a:gd name="connsiteX14" fmla="*/ 28109 w 28402"/>
                <a:gd name="connsiteY14" fmla="*/ 16294 h 35484"/>
                <a:gd name="connsiteX15" fmla="*/ 24605 w 28402"/>
                <a:gd name="connsiteY15" fmla="*/ 13907 h 35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402" h="35484">
                  <a:moveTo>
                    <a:pt x="24605" y="13907"/>
                  </a:moveTo>
                  <a:lnTo>
                    <a:pt x="13133" y="13888"/>
                  </a:lnTo>
                  <a:lnTo>
                    <a:pt x="20448" y="6573"/>
                  </a:lnTo>
                  <a:cubicBezTo>
                    <a:pt x="21949" y="5072"/>
                    <a:pt x="21949" y="2627"/>
                    <a:pt x="20448" y="1126"/>
                  </a:cubicBezTo>
                  <a:cubicBezTo>
                    <a:pt x="18946" y="-375"/>
                    <a:pt x="16502" y="-375"/>
                    <a:pt x="15000" y="1126"/>
                  </a:cubicBezTo>
                  <a:lnTo>
                    <a:pt x="1122" y="14985"/>
                  </a:lnTo>
                  <a:cubicBezTo>
                    <a:pt x="25" y="16082"/>
                    <a:pt x="-302" y="17737"/>
                    <a:pt x="294" y="19181"/>
                  </a:cubicBezTo>
                  <a:cubicBezTo>
                    <a:pt x="891" y="20625"/>
                    <a:pt x="2296" y="21549"/>
                    <a:pt x="3836" y="21568"/>
                  </a:cubicBezTo>
                  <a:lnTo>
                    <a:pt x="15308" y="21587"/>
                  </a:lnTo>
                  <a:lnTo>
                    <a:pt x="7994" y="28902"/>
                  </a:lnTo>
                  <a:cubicBezTo>
                    <a:pt x="6489" y="30409"/>
                    <a:pt x="6490" y="32851"/>
                    <a:pt x="7998" y="34357"/>
                  </a:cubicBezTo>
                  <a:cubicBezTo>
                    <a:pt x="8717" y="35075"/>
                    <a:pt x="9691" y="35481"/>
                    <a:pt x="10708" y="35485"/>
                  </a:cubicBezTo>
                  <a:cubicBezTo>
                    <a:pt x="11690" y="35485"/>
                    <a:pt x="12671" y="35100"/>
                    <a:pt x="13422" y="34349"/>
                  </a:cubicBezTo>
                  <a:lnTo>
                    <a:pt x="27281" y="20490"/>
                  </a:lnTo>
                  <a:cubicBezTo>
                    <a:pt x="28378" y="19393"/>
                    <a:pt x="28705" y="17737"/>
                    <a:pt x="28109" y="16294"/>
                  </a:cubicBezTo>
                  <a:cubicBezTo>
                    <a:pt x="27512" y="14850"/>
                    <a:pt x="26164" y="13907"/>
                    <a:pt x="24605" y="13907"/>
                  </a:cubicBezTo>
                  <a:close/>
                </a:path>
              </a:pathLst>
            </a:custGeom>
            <a:solidFill>
              <a:schemeClr val="accent2"/>
            </a:solidFill>
            <a:ln w="112" cap="flat">
              <a:solidFill>
                <a:schemeClr val="accent2"/>
              </a:solidFill>
              <a:prstDash val="solid"/>
              <a:miter/>
            </a:ln>
          </p:spPr>
          <p:txBody>
            <a:bodyPr rtlCol="0" anchor="ctr"/>
            <a:lstStyle/>
            <a:p>
              <a:endParaRPr lang="zh-CN" altLang="en-US"/>
            </a:p>
          </p:txBody>
        </p:sp>
      </p:grpSp>
      <p:grpSp>
        <p:nvGrpSpPr>
          <p:cNvPr id="180" name="组合 179">
            <a:extLst>
              <a:ext uri="{FF2B5EF4-FFF2-40B4-BE49-F238E27FC236}">
                <a16:creationId xmlns:a16="http://schemas.microsoft.com/office/drawing/2014/main" id="{3AB5799D-8CB7-6C81-5038-17E8D4DD5EE1}"/>
              </a:ext>
            </a:extLst>
          </p:cNvPr>
          <p:cNvGrpSpPr/>
          <p:nvPr/>
        </p:nvGrpSpPr>
        <p:grpSpPr>
          <a:xfrm>
            <a:off x="6552719" y="1659787"/>
            <a:ext cx="155876" cy="112939"/>
            <a:chOff x="5510166" y="1672770"/>
            <a:chExt cx="106059" cy="76844"/>
          </a:xfrm>
        </p:grpSpPr>
        <p:sp>
          <p:nvSpPr>
            <p:cNvPr id="175" name="任意多边形: 形状 174">
              <a:extLst>
                <a:ext uri="{FF2B5EF4-FFF2-40B4-BE49-F238E27FC236}">
                  <a16:creationId xmlns:a16="http://schemas.microsoft.com/office/drawing/2014/main" id="{4FBFC230-813D-A25E-033C-3F947D56B5FA}"/>
                </a:ext>
              </a:extLst>
            </p:cNvPr>
            <p:cNvSpPr/>
            <p:nvPr/>
          </p:nvSpPr>
          <p:spPr>
            <a:xfrm>
              <a:off x="5551215" y="1730706"/>
              <a:ext cx="28188" cy="8240"/>
            </a:xfrm>
            <a:custGeom>
              <a:avLst/>
              <a:gdLst>
                <a:gd name="connsiteX0" fmla="*/ 28188 w 28188"/>
                <a:gd name="connsiteY0" fmla="*/ 8240 h 8240"/>
                <a:gd name="connsiteX1" fmla="*/ 0 w 28188"/>
                <a:gd name="connsiteY1" fmla="*/ 8240 h 8240"/>
                <a:gd name="connsiteX2" fmla="*/ 0 w 28188"/>
                <a:gd name="connsiteY2" fmla="*/ 0 h 8240"/>
                <a:gd name="connsiteX3" fmla="*/ 27819 w 28188"/>
                <a:gd name="connsiteY3" fmla="*/ 0 h 8240"/>
              </a:gdLst>
              <a:ahLst/>
              <a:cxnLst>
                <a:cxn ang="0">
                  <a:pos x="connsiteX0" y="connsiteY0"/>
                </a:cxn>
                <a:cxn ang="0">
                  <a:pos x="connsiteX1" y="connsiteY1"/>
                </a:cxn>
                <a:cxn ang="0">
                  <a:pos x="connsiteX2" y="connsiteY2"/>
                </a:cxn>
                <a:cxn ang="0">
                  <a:pos x="connsiteX3" y="connsiteY3"/>
                </a:cxn>
              </a:cxnLst>
              <a:rect l="l" t="t" r="r" b="b"/>
              <a:pathLst>
                <a:path w="28188" h="8240">
                  <a:moveTo>
                    <a:pt x="28188" y="8240"/>
                  </a:moveTo>
                  <a:lnTo>
                    <a:pt x="0" y="8240"/>
                  </a:lnTo>
                  <a:lnTo>
                    <a:pt x="0" y="0"/>
                  </a:lnTo>
                  <a:lnTo>
                    <a:pt x="27819" y="0"/>
                  </a:lnTo>
                </a:path>
              </a:pathLst>
            </a:custGeom>
            <a:solidFill>
              <a:schemeClr val="accent2"/>
            </a:solidFill>
            <a:ln w="112" cap="flat">
              <a:noFill/>
              <a:prstDash val="solid"/>
              <a:miter/>
            </a:ln>
          </p:spPr>
          <p:txBody>
            <a:bodyPr rtlCol="0" anchor="ctr"/>
            <a:lstStyle/>
            <a:p>
              <a:endParaRPr lang="zh-CN" altLang="en-US"/>
            </a:p>
          </p:txBody>
        </p:sp>
        <p:sp>
          <p:nvSpPr>
            <p:cNvPr id="176" name="任意多边形: 形状 175">
              <a:extLst>
                <a:ext uri="{FF2B5EF4-FFF2-40B4-BE49-F238E27FC236}">
                  <a16:creationId xmlns:a16="http://schemas.microsoft.com/office/drawing/2014/main" id="{9839501B-E54B-1AD7-F755-E3605CADB947}"/>
                </a:ext>
              </a:extLst>
            </p:cNvPr>
            <p:cNvSpPr/>
            <p:nvPr/>
          </p:nvSpPr>
          <p:spPr>
            <a:xfrm>
              <a:off x="5510166" y="1672770"/>
              <a:ext cx="106059" cy="66177"/>
            </a:xfrm>
            <a:custGeom>
              <a:avLst/>
              <a:gdLst>
                <a:gd name="connsiteX0" fmla="*/ 89301 w 106059"/>
                <a:gd name="connsiteY0" fmla="*/ 57936 h 66177"/>
                <a:gd name="connsiteX1" fmla="*/ 96308 w 106059"/>
                <a:gd name="connsiteY1" fmla="*/ 57936 h 66177"/>
                <a:gd name="connsiteX2" fmla="*/ 97819 w 106059"/>
                <a:gd name="connsiteY2" fmla="*/ 56425 h 66177"/>
                <a:gd name="connsiteX3" fmla="*/ 97819 w 106059"/>
                <a:gd name="connsiteY3" fmla="*/ 32045 h 66177"/>
                <a:gd name="connsiteX4" fmla="*/ 97633 w 106059"/>
                <a:gd name="connsiteY4" fmla="*/ 31549 h 66177"/>
                <a:gd name="connsiteX5" fmla="*/ 77480 w 106059"/>
                <a:gd name="connsiteY5" fmla="*/ 8498 h 66177"/>
                <a:gd name="connsiteX6" fmla="*/ 76913 w 106059"/>
                <a:gd name="connsiteY6" fmla="*/ 8241 h 66177"/>
                <a:gd name="connsiteX7" fmla="*/ 10143 w 106059"/>
                <a:gd name="connsiteY7" fmla="*/ 8241 h 66177"/>
                <a:gd name="connsiteX8" fmla="*/ 8241 w 106059"/>
                <a:gd name="connsiteY8" fmla="*/ 10143 h 66177"/>
                <a:gd name="connsiteX9" fmla="*/ 8241 w 106059"/>
                <a:gd name="connsiteY9" fmla="*/ 55544 h 66177"/>
                <a:gd name="connsiteX10" fmla="*/ 10634 w 106059"/>
                <a:gd name="connsiteY10" fmla="*/ 57937 h 66177"/>
                <a:gd name="connsiteX11" fmla="*/ 19753 w 106059"/>
                <a:gd name="connsiteY11" fmla="*/ 57937 h 66177"/>
                <a:gd name="connsiteX12" fmla="*/ 19753 w 106059"/>
                <a:gd name="connsiteY12" fmla="*/ 66177 h 66177"/>
                <a:gd name="connsiteX13" fmla="*/ 10634 w 106059"/>
                <a:gd name="connsiteY13" fmla="*/ 66177 h 66177"/>
                <a:gd name="connsiteX14" fmla="*/ 0 w 106059"/>
                <a:gd name="connsiteY14" fmla="*/ 55543 h 66177"/>
                <a:gd name="connsiteX15" fmla="*/ 0 w 106059"/>
                <a:gd name="connsiteY15" fmla="*/ 10142 h 66177"/>
                <a:gd name="connsiteX16" fmla="*/ 10142 w 106059"/>
                <a:gd name="connsiteY16" fmla="*/ 0 h 66177"/>
                <a:gd name="connsiteX17" fmla="*/ 76913 w 106059"/>
                <a:gd name="connsiteY17" fmla="*/ 0 h 66177"/>
                <a:gd name="connsiteX18" fmla="*/ 83685 w 106059"/>
                <a:gd name="connsiteY18" fmla="*/ 3074 h 66177"/>
                <a:gd name="connsiteX19" fmla="*/ 103837 w 106059"/>
                <a:gd name="connsiteY19" fmla="*/ 26125 h 66177"/>
                <a:gd name="connsiteX20" fmla="*/ 106060 w 106059"/>
                <a:gd name="connsiteY20" fmla="*/ 32045 h 66177"/>
                <a:gd name="connsiteX21" fmla="*/ 106060 w 106059"/>
                <a:gd name="connsiteY21" fmla="*/ 56425 h 66177"/>
                <a:gd name="connsiteX22" fmla="*/ 96309 w 106059"/>
                <a:gd name="connsiteY22" fmla="*/ 66176 h 66177"/>
                <a:gd name="connsiteX23" fmla="*/ 89672 w 106059"/>
                <a:gd name="connsiteY23" fmla="*/ 66176 h 66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6059" h="66177">
                  <a:moveTo>
                    <a:pt x="89301" y="57936"/>
                  </a:moveTo>
                  <a:lnTo>
                    <a:pt x="96308" y="57936"/>
                  </a:lnTo>
                  <a:cubicBezTo>
                    <a:pt x="97141" y="57936"/>
                    <a:pt x="97819" y="57258"/>
                    <a:pt x="97819" y="56425"/>
                  </a:cubicBezTo>
                  <a:lnTo>
                    <a:pt x="97819" y="32045"/>
                  </a:lnTo>
                  <a:cubicBezTo>
                    <a:pt x="97819" y="31863"/>
                    <a:pt x="97752" y="31687"/>
                    <a:pt x="97633" y="31549"/>
                  </a:cubicBezTo>
                  <a:lnTo>
                    <a:pt x="77480" y="8498"/>
                  </a:lnTo>
                  <a:cubicBezTo>
                    <a:pt x="77337" y="8335"/>
                    <a:pt x="77131" y="8241"/>
                    <a:pt x="76913" y="8241"/>
                  </a:cubicBezTo>
                  <a:lnTo>
                    <a:pt x="10143" y="8241"/>
                  </a:lnTo>
                  <a:cubicBezTo>
                    <a:pt x="9095" y="8241"/>
                    <a:pt x="8241" y="9094"/>
                    <a:pt x="8241" y="10143"/>
                  </a:cubicBezTo>
                  <a:lnTo>
                    <a:pt x="8241" y="55544"/>
                  </a:lnTo>
                  <a:cubicBezTo>
                    <a:pt x="8241" y="56864"/>
                    <a:pt x="9315" y="57937"/>
                    <a:pt x="10634" y="57937"/>
                  </a:cubicBezTo>
                  <a:lnTo>
                    <a:pt x="19753" y="57937"/>
                  </a:lnTo>
                  <a:lnTo>
                    <a:pt x="19753" y="66177"/>
                  </a:lnTo>
                  <a:lnTo>
                    <a:pt x="10634" y="66177"/>
                  </a:lnTo>
                  <a:cubicBezTo>
                    <a:pt x="4771" y="66177"/>
                    <a:pt x="0" y="61406"/>
                    <a:pt x="0" y="55543"/>
                  </a:cubicBezTo>
                  <a:lnTo>
                    <a:pt x="0" y="10142"/>
                  </a:lnTo>
                  <a:cubicBezTo>
                    <a:pt x="0" y="4550"/>
                    <a:pt x="4550" y="0"/>
                    <a:pt x="10142" y="0"/>
                  </a:cubicBezTo>
                  <a:lnTo>
                    <a:pt x="76913" y="0"/>
                  </a:lnTo>
                  <a:cubicBezTo>
                    <a:pt x="79508" y="0"/>
                    <a:pt x="81976" y="1121"/>
                    <a:pt x="83685" y="3074"/>
                  </a:cubicBezTo>
                  <a:lnTo>
                    <a:pt x="103837" y="26125"/>
                  </a:lnTo>
                  <a:cubicBezTo>
                    <a:pt x="105270" y="27764"/>
                    <a:pt x="106060" y="29868"/>
                    <a:pt x="106060" y="32045"/>
                  </a:cubicBezTo>
                  <a:lnTo>
                    <a:pt x="106060" y="56425"/>
                  </a:lnTo>
                  <a:cubicBezTo>
                    <a:pt x="106060" y="61802"/>
                    <a:pt x="101685" y="66176"/>
                    <a:pt x="96309" y="66176"/>
                  </a:cubicBezTo>
                  <a:lnTo>
                    <a:pt x="89672" y="66176"/>
                  </a:lnTo>
                </a:path>
              </a:pathLst>
            </a:custGeom>
            <a:solidFill>
              <a:schemeClr val="accent2"/>
            </a:solidFill>
            <a:ln w="112" cap="flat">
              <a:noFill/>
              <a:prstDash val="solid"/>
              <a:miter/>
            </a:ln>
          </p:spPr>
          <p:txBody>
            <a:bodyPr rtlCol="0" anchor="ctr"/>
            <a:lstStyle/>
            <a:p>
              <a:endParaRPr lang="zh-CN" altLang="en-US"/>
            </a:p>
          </p:txBody>
        </p:sp>
        <p:sp>
          <p:nvSpPr>
            <p:cNvPr id="177" name="任意多边形: 形状 176">
              <a:extLst>
                <a:ext uri="{FF2B5EF4-FFF2-40B4-BE49-F238E27FC236}">
                  <a16:creationId xmlns:a16="http://schemas.microsoft.com/office/drawing/2014/main" id="{46EF3FC9-260C-6EF7-3527-D5C57483F6C4}"/>
                </a:ext>
              </a:extLst>
            </p:cNvPr>
            <p:cNvSpPr/>
            <p:nvPr/>
          </p:nvSpPr>
          <p:spPr>
            <a:xfrm>
              <a:off x="5515108" y="1699465"/>
              <a:ext cx="95027" cy="8240"/>
            </a:xfrm>
            <a:custGeom>
              <a:avLst/>
              <a:gdLst>
                <a:gd name="connsiteX0" fmla="*/ 0 w 95027"/>
                <a:gd name="connsiteY0" fmla="*/ 0 h 8240"/>
                <a:gd name="connsiteX1" fmla="*/ 95027 w 95027"/>
                <a:gd name="connsiteY1" fmla="*/ 0 h 8240"/>
                <a:gd name="connsiteX2" fmla="*/ 95027 w 95027"/>
                <a:gd name="connsiteY2" fmla="*/ 8240 h 8240"/>
                <a:gd name="connsiteX3" fmla="*/ 0 w 95027"/>
                <a:gd name="connsiteY3" fmla="*/ 8240 h 8240"/>
              </a:gdLst>
              <a:ahLst/>
              <a:cxnLst>
                <a:cxn ang="0">
                  <a:pos x="connsiteX0" y="connsiteY0"/>
                </a:cxn>
                <a:cxn ang="0">
                  <a:pos x="connsiteX1" y="connsiteY1"/>
                </a:cxn>
                <a:cxn ang="0">
                  <a:pos x="connsiteX2" y="connsiteY2"/>
                </a:cxn>
                <a:cxn ang="0">
                  <a:pos x="connsiteX3" y="connsiteY3"/>
                </a:cxn>
              </a:cxnLst>
              <a:rect l="l" t="t" r="r" b="b"/>
              <a:pathLst>
                <a:path w="95027" h="8240">
                  <a:moveTo>
                    <a:pt x="0" y="0"/>
                  </a:moveTo>
                  <a:lnTo>
                    <a:pt x="95027" y="0"/>
                  </a:lnTo>
                  <a:lnTo>
                    <a:pt x="95027" y="8240"/>
                  </a:lnTo>
                  <a:lnTo>
                    <a:pt x="0" y="8240"/>
                  </a:lnTo>
                  <a:close/>
                </a:path>
              </a:pathLst>
            </a:custGeom>
            <a:solidFill>
              <a:schemeClr val="accent2"/>
            </a:solidFill>
            <a:ln w="112" cap="flat">
              <a:noFill/>
              <a:prstDash val="solid"/>
              <a:miter/>
            </a:ln>
          </p:spPr>
          <p:txBody>
            <a:bodyPr rtlCol="0" anchor="ctr"/>
            <a:lstStyle/>
            <a:p>
              <a:endParaRPr lang="zh-CN" altLang="en-US"/>
            </a:p>
          </p:txBody>
        </p:sp>
        <p:sp>
          <p:nvSpPr>
            <p:cNvPr id="178" name="任意多边形: 形状 177">
              <a:extLst>
                <a:ext uri="{FF2B5EF4-FFF2-40B4-BE49-F238E27FC236}">
                  <a16:creationId xmlns:a16="http://schemas.microsoft.com/office/drawing/2014/main" id="{4551152F-F5AA-6B61-A31F-B40433CE15BA}"/>
                </a:ext>
              </a:extLst>
            </p:cNvPr>
            <p:cNvSpPr/>
            <p:nvPr/>
          </p:nvSpPr>
          <p:spPr>
            <a:xfrm>
              <a:off x="5541760" y="1676505"/>
              <a:ext cx="40244" cy="27712"/>
            </a:xfrm>
            <a:custGeom>
              <a:avLst/>
              <a:gdLst>
                <a:gd name="connsiteX0" fmla="*/ 0 w 40244"/>
                <a:gd name="connsiteY0" fmla="*/ 0 h 27712"/>
                <a:gd name="connsiteX1" fmla="*/ 8240 w 40244"/>
                <a:gd name="connsiteY1" fmla="*/ 0 h 27712"/>
                <a:gd name="connsiteX2" fmla="*/ 8240 w 40244"/>
                <a:gd name="connsiteY2" fmla="*/ 27712 h 27712"/>
                <a:gd name="connsiteX3" fmla="*/ 0 w 40244"/>
                <a:gd name="connsiteY3" fmla="*/ 27712 h 27712"/>
                <a:gd name="connsiteX4" fmla="*/ 32005 w 40244"/>
                <a:gd name="connsiteY4" fmla="*/ 0 h 27712"/>
                <a:gd name="connsiteX5" fmla="*/ 40245 w 40244"/>
                <a:gd name="connsiteY5" fmla="*/ 0 h 27712"/>
                <a:gd name="connsiteX6" fmla="*/ 40245 w 40244"/>
                <a:gd name="connsiteY6" fmla="*/ 27712 h 27712"/>
                <a:gd name="connsiteX7" fmla="*/ 32005 w 40244"/>
                <a:gd name="connsiteY7" fmla="*/ 27712 h 2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244" h="27712">
                  <a:moveTo>
                    <a:pt x="0" y="0"/>
                  </a:moveTo>
                  <a:lnTo>
                    <a:pt x="8240" y="0"/>
                  </a:lnTo>
                  <a:lnTo>
                    <a:pt x="8240" y="27712"/>
                  </a:lnTo>
                  <a:lnTo>
                    <a:pt x="0" y="27712"/>
                  </a:lnTo>
                  <a:close/>
                  <a:moveTo>
                    <a:pt x="32005" y="0"/>
                  </a:moveTo>
                  <a:lnTo>
                    <a:pt x="40245" y="0"/>
                  </a:lnTo>
                  <a:lnTo>
                    <a:pt x="40245" y="27712"/>
                  </a:lnTo>
                  <a:lnTo>
                    <a:pt x="32005" y="27712"/>
                  </a:lnTo>
                  <a:close/>
                </a:path>
              </a:pathLst>
            </a:custGeom>
            <a:solidFill>
              <a:schemeClr val="accent2"/>
            </a:solidFill>
            <a:ln w="112" cap="flat">
              <a:noFill/>
              <a:prstDash val="solid"/>
              <a:miter/>
            </a:ln>
          </p:spPr>
          <p:txBody>
            <a:bodyPr rtlCol="0" anchor="ctr"/>
            <a:lstStyle/>
            <a:p>
              <a:endParaRPr lang="zh-CN" altLang="en-US"/>
            </a:p>
          </p:txBody>
        </p:sp>
        <p:sp>
          <p:nvSpPr>
            <p:cNvPr id="179" name="任意多边形: 形状 178">
              <a:extLst>
                <a:ext uri="{FF2B5EF4-FFF2-40B4-BE49-F238E27FC236}">
                  <a16:creationId xmlns:a16="http://schemas.microsoft.com/office/drawing/2014/main" id="{4E93B6C7-CC8B-FF8B-005E-577F294010AA}"/>
                </a:ext>
              </a:extLst>
            </p:cNvPr>
            <p:cNvSpPr/>
            <p:nvPr/>
          </p:nvSpPr>
          <p:spPr>
            <a:xfrm>
              <a:off x="5524610" y="1720694"/>
              <a:ext cx="78484" cy="28920"/>
            </a:xfrm>
            <a:custGeom>
              <a:avLst/>
              <a:gdLst>
                <a:gd name="connsiteX0" fmla="*/ 14460 w 78484"/>
                <a:gd name="connsiteY0" fmla="*/ 28920 h 28920"/>
                <a:gd name="connsiteX1" fmla="*/ 0 w 78484"/>
                <a:gd name="connsiteY1" fmla="*/ 14460 h 28920"/>
                <a:gd name="connsiteX2" fmla="*/ 14460 w 78484"/>
                <a:gd name="connsiteY2" fmla="*/ 0 h 28920"/>
                <a:gd name="connsiteX3" fmla="*/ 28920 w 78484"/>
                <a:gd name="connsiteY3" fmla="*/ 14460 h 28920"/>
                <a:gd name="connsiteX4" fmla="*/ 14460 w 78484"/>
                <a:gd name="connsiteY4" fmla="*/ 28920 h 28920"/>
                <a:gd name="connsiteX5" fmla="*/ 14460 w 78484"/>
                <a:gd name="connsiteY5" fmla="*/ 8241 h 28920"/>
                <a:gd name="connsiteX6" fmla="*/ 8240 w 78484"/>
                <a:gd name="connsiteY6" fmla="*/ 14461 h 28920"/>
                <a:gd name="connsiteX7" fmla="*/ 14460 w 78484"/>
                <a:gd name="connsiteY7" fmla="*/ 20681 h 28920"/>
                <a:gd name="connsiteX8" fmla="*/ 20680 w 78484"/>
                <a:gd name="connsiteY8" fmla="*/ 14461 h 28920"/>
                <a:gd name="connsiteX9" fmla="*/ 14460 w 78484"/>
                <a:gd name="connsiteY9" fmla="*/ 8241 h 28920"/>
                <a:gd name="connsiteX10" fmla="*/ 64024 w 78484"/>
                <a:gd name="connsiteY10" fmla="*/ 28920 h 28920"/>
                <a:gd name="connsiteX11" fmla="*/ 49564 w 78484"/>
                <a:gd name="connsiteY11" fmla="*/ 14460 h 28920"/>
                <a:gd name="connsiteX12" fmla="*/ 64024 w 78484"/>
                <a:gd name="connsiteY12" fmla="*/ 0 h 28920"/>
                <a:gd name="connsiteX13" fmla="*/ 78484 w 78484"/>
                <a:gd name="connsiteY13" fmla="*/ 14460 h 28920"/>
                <a:gd name="connsiteX14" fmla="*/ 64024 w 78484"/>
                <a:gd name="connsiteY14" fmla="*/ 28920 h 28920"/>
                <a:gd name="connsiteX15" fmla="*/ 64024 w 78484"/>
                <a:gd name="connsiteY15" fmla="*/ 8241 h 28920"/>
                <a:gd name="connsiteX16" fmla="*/ 57804 w 78484"/>
                <a:gd name="connsiteY16" fmla="*/ 14461 h 28920"/>
                <a:gd name="connsiteX17" fmla="*/ 64024 w 78484"/>
                <a:gd name="connsiteY17" fmla="*/ 20681 h 28920"/>
                <a:gd name="connsiteX18" fmla="*/ 70244 w 78484"/>
                <a:gd name="connsiteY18" fmla="*/ 14461 h 28920"/>
                <a:gd name="connsiteX19" fmla="*/ 64024 w 78484"/>
                <a:gd name="connsiteY19" fmla="*/ 8241 h 28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484" h="28920">
                  <a:moveTo>
                    <a:pt x="14460" y="28920"/>
                  </a:moveTo>
                  <a:cubicBezTo>
                    <a:pt x="6487" y="28920"/>
                    <a:pt x="0" y="22433"/>
                    <a:pt x="0" y="14460"/>
                  </a:cubicBezTo>
                  <a:cubicBezTo>
                    <a:pt x="0" y="6487"/>
                    <a:pt x="6486" y="0"/>
                    <a:pt x="14460" y="0"/>
                  </a:cubicBezTo>
                  <a:cubicBezTo>
                    <a:pt x="22434" y="0"/>
                    <a:pt x="28920" y="6487"/>
                    <a:pt x="28920" y="14460"/>
                  </a:cubicBezTo>
                  <a:cubicBezTo>
                    <a:pt x="28920" y="22433"/>
                    <a:pt x="22434" y="28920"/>
                    <a:pt x="14460" y="28920"/>
                  </a:cubicBezTo>
                  <a:close/>
                  <a:moveTo>
                    <a:pt x="14460" y="8241"/>
                  </a:moveTo>
                  <a:cubicBezTo>
                    <a:pt x="11030" y="8241"/>
                    <a:pt x="8240" y="11031"/>
                    <a:pt x="8240" y="14461"/>
                  </a:cubicBezTo>
                  <a:cubicBezTo>
                    <a:pt x="8240" y="17891"/>
                    <a:pt x="11030" y="20681"/>
                    <a:pt x="14460" y="20681"/>
                  </a:cubicBezTo>
                  <a:cubicBezTo>
                    <a:pt x="17890" y="20681"/>
                    <a:pt x="20680" y="17891"/>
                    <a:pt x="20680" y="14461"/>
                  </a:cubicBezTo>
                  <a:cubicBezTo>
                    <a:pt x="20680" y="11031"/>
                    <a:pt x="17890" y="8241"/>
                    <a:pt x="14460" y="8241"/>
                  </a:cubicBezTo>
                  <a:close/>
                  <a:moveTo>
                    <a:pt x="64024" y="28920"/>
                  </a:moveTo>
                  <a:cubicBezTo>
                    <a:pt x="56051" y="28920"/>
                    <a:pt x="49564" y="22433"/>
                    <a:pt x="49564" y="14460"/>
                  </a:cubicBezTo>
                  <a:cubicBezTo>
                    <a:pt x="49564" y="6487"/>
                    <a:pt x="56051" y="0"/>
                    <a:pt x="64024" y="0"/>
                  </a:cubicBezTo>
                  <a:cubicBezTo>
                    <a:pt x="71997" y="0"/>
                    <a:pt x="78484" y="6487"/>
                    <a:pt x="78484" y="14460"/>
                  </a:cubicBezTo>
                  <a:cubicBezTo>
                    <a:pt x="78484" y="22433"/>
                    <a:pt x="71998" y="28920"/>
                    <a:pt x="64024" y="28920"/>
                  </a:cubicBezTo>
                  <a:close/>
                  <a:moveTo>
                    <a:pt x="64024" y="8241"/>
                  </a:moveTo>
                  <a:cubicBezTo>
                    <a:pt x="60594" y="8241"/>
                    <a:pt x="57804" y="11031"/>
                    <a:pt x="57804" y="14461"/>
                  </a:cubicBezTo>
                  <a:cubicBezTo>
                    <a:pt x="57804" y="17891"/>
                    <a:pt x="60594" y="20681"/>
                    <a:pt x="64024" y="20681"/>
                  </a:cubicBezTo>
                  <a:cubicBezTo>
                    <a:pt x="67454" y="20681"/>
                    <a:pt x="70244" y="17891"/>
                    <a:pt x="70244" y="14461"/>
                  </a:cubicBezTo>
                  <a:cubicBezTo>
                    <a:pt x="70244" y="11031"/>
                    <a:pt x="67454" y="8241"/>
                    <a:pt x="64024" y="8241"/>
                  </a:cubicBezTo>
                  <a:close/>
                </a:path>
              </a:pathLst>
            </a:custGeom>
            <a:solidFill>
              <a:schemeClr val="accent2"/>
            </a:solidFill>
            <a:ln w="112" cap="flat">
              <a:noFill/>
              <a:prstDash val="solid"/>
              <a:miter/>
            </a:ln>
          </p:spPr>
          <p:txBody>
            <a:bodyPr rtlCol="0" anchor="ctr"/>
            <a:lstStyle/>
            <a:p>
              <a:endParaRPr lang="zh-CN" altLang="en-US"/>
            </a:p>
          </p:txBody>
        </p:sp>
      </p:grpSp>
      <p:grpSp>
        <p:nvGrpSpPr>
          <p:cNvPr id="188" name="组合 187">
            <a:extLst>
              <a:ext uri="{FF2B5EF4-FFF2-40B4-BE49-F238E27FC236}">
                <a16:creationId xmlns:a16="http://schemas.microsoft.com/office/drawing/2014/main" id="{397A6E88-40F5-FE85-736B-084F784A1EBA}"/>
              </a:ext>
            </a:extLst>
          </p:cNvPr>
          <p:cNvGrpSpPr/>
          <p:nvPr/>
        </p:nvGrpSpPr>
        <p:grpSpPr>
          <a:xfrm>
            <a:off x="7095503" y="1600693"/>
            <a:ext cx="140458" cy="140150"/>
            <a:chOff x="6552719" y="1613567"/>
            <a:chExt cx="155926" cy="155584"/>
          </a:xfrm>
        </p:grpSpPr>
        <p:sp>
          <p:nvSpPr>
            <p:cNvPr id="184" name="任意多边形: 形状 183">
              <a:extLst>
                <a:ext uri="{FF2B5EF4-FFF2-40B4-BE49-F238E27FC236}">
                  <a16:creationId xmlns:a16="http://schemas.microsoft.com/office/drawing/2014/main" id="{EDE5CA82-F085-AAB7-3E7A-0C99FCADD852}"/>
                </a:ext>
              </a:extLst>
            </p:cNvPr>
            <p:cNvSpPr/>
            <p:nvPr/>
          </p:nvSpPr>
          <p:spPr>
            <a:xfrm>
              <a:off x="6552719" y="1613567"/>
              <a:ext cx="155926" cy="155584"/>
            </a:xfrm>
            <a:custGeom>
              <a:avLst/>
              <a:gdLst>
                <a:gd name="connsiteX0" fmla="*/ 77988 w 155926"/>
                <a:gd name="connsiteY0" fmla="*/ 155584 h 155584"/>
                <a:gd name="connsiteX1" fmla="*/ 9249 w 155926"/>
                <a:gd name="connsiteY1" fmla="*/ 123949 h 155584"/>
                <a:gd name="connsiteX2" fmla="*/ 77988 w 155926"/>
                <a:gd name="connsiteY2" fmla="*/ 92355 h 155584"/>
                <a:gd name="connsiteX3" fmla="*/ 146728 w 155926"/>
                <a:gd name="connsiteY3" fmla="*/ 123949 h 155584"/>
                <a:gd name="connsiteX4" fmla="*/ 77988 w 155926"/>
                <a:gd name="connsiteY4" fmla="*/ 155584 h 155584"/>
                <a:gd name="connsiteX5" fmla="*/ 77988 w 155926"/>
                <a:gd name="connsiteY5" fmla="*/ 102900 h 155584"/>
                <a:gd name="connsiteX6" fmla="*/ 20478 w 155926"/>
                <a:gd name="connsiteY6" fmla="*/ 123195 h 155584"/>
                <a:gd name="connsiteX7" fmla="*/ 77988 w 155926"/>
                <a:gd name="connsiteY7" fmla="*/ 144118 h 155584"/>
                <a:gd name="connsiteX8" fmla="*/ 135499 w 155926"/>
                <a:gd name="connsiteY8" fmla="*/ 123195 h 155584"/>
                <a:gd name="connsiteX9" fmla="*/ 77988 w 155926"/>
                <a:gd name="connsiteY9" fmla="*/ 102900 h 155584"/>
                <a:gd name="connsiteX10" fmla="*/ 113625 w 155926"/>
                <a:gd name="connsiteY10" fmla="*/ 50927 h 155584"/>
                <a:gd name="connsiteX11" fmla="*/ 111520 w 155926"/>
                <a:gd name="connsiteY11" fmla="*/ 50927 h 155584"/>
                <a:gd name="connsiteX12" fmla="*/ 92025 w 155926"/>
                <a:gd name="connsiteY12" fmla="*/ 32139 h 155584"/>
                <a:gd name="connsiteX13" fmla="*/ 93389 w 155926"/>
                <a:gd name="connsiteY13" fmla="*/ 14061 h 155584"/>
                <a:gd name="connsiteX14" fmla="*/ 110116 w 155926"/>
                <a:gd name="connsiteY14" fmla="*/ 1256 h 155584"/>
                <a:gd name="connsiteX15" fmla="*/ 153005 w 155926"/>
                <a:gd name="connsiteY15" fmla="*/ 9626 h 155584"/>
                <a:gd name="connsiteX16" fmla="*/ 155774 w 155926"/>
                <a:gd name="connsiteY16" fmla="*/ 15651 h 155584"/>
                <a:gd name="connsiteX17" fmla="*/ 150900 w 155926"/>
                <a:gd name="connsiteY17" fmla="*/ 20171 h 155584"/>
                <a:gd name="connsiteX18" fmla="*/ 129845 w 155926"/>
                <a:gd name="connsiteY18" fmla="*/ 38248 h 155584"/>
                <a:gd name="connsiteX19" fmla="*/ 113703 w 155926"/>
                <a:gd name="connsiteY19" fmla="*/ 50802 h 155584"/>
                <a:gd name="connsiteX20" fmla="*/ 119240 w 155926"/>
                <a:gd name="connsiteY20" fmla="*/ 11048 h 155584"/>
                <a:gd name="connsiteX21" fmla="*/ 112222 w 155926"/>
                <a:gd name="connsiteY21" fmla="*/ 11802 h 155584"/>
                <a:gd name="connsiteX22" fmla="*/ 101694 w 155926"/>
                <a:gd name="connsiteY22" fmla="*/ 19334 h 155584"/>
                <a:gd name="connsiteX23" fmla="*/ 100992 w 155926"/>
                <a:gd name="connsiteY23" fmla="*/ 29209 h 155584"/>
                <a:gd name="connsiteX24" fmla="*/ 112222 w 155926"/>
                <a:gd name="connsiteY24" fmla="*/ 39671 h 155584"/>
                <a:gd name="connsiteX25" fmla="*/ 120643 w 155926"/>
                <a:gd name="connsiteY25" fmla="*/ 32892 h 155584"/>
                <a:gd name="connsiteX26" fmla="*/ 135382 w 155926"/>
                <a:gd name="connsiteY26" fmla="*/ 14814 h 155584"/>
                <a:gd name="connsiteX27" fmla="*/ 119240 w 155926"/>
                <a:gd name="connsiteY27" fmla="*/ 11048 h 155584"/>
                <a:gd name="connsiteX28" fmla="*/ 42897 w 155926"/>
                <a:gd name="connsiteY28" fmla="*/ 65992 h 155584"/>
                <a:gd name="connsiteX29" fmla="*/ 26092 w 155926"/>
                <a:gd name="connsiteY29" fmla="*/ 53940 h 155584"/>
                <a:gd name="connsiteX30" fmla="*/ 4921 w 155926"/>
                <a:gd name="connsiteY30" fmla="*/ 35905 h 155584"/>
                <a:gd name="connsiteX31" fmla="*/ 8 w 155926"/>
                <a:gd name="connsiteY31" fmla="*/ 30632 h 155584"/>
                <a:gd name="connsiteX32" fmla="*/ 2815 w 155926"/>
                <a:gd name="connsiteY32" fmla="*/ 24606 h 155584"/>
                <a:gd name="connsiteX33" fmla="*/ 45704 w 155926"/>
                <a:gd name="connsiteY33" fmla="*/ 16237 h 155584"/>
                <a:gd name="connsiteX34" fmla="*/ 63952 w 155926"/>
                <a:gd name="connsiteY34" fmla="*/ 47078 h 155584"/>
                <a:gd name="connsiteX35" fmla="*/ 44457 w 155926"/>
                <a:gd name="connsiteY35" fmla="*/ 65908 h 155584"/>
                <a:gd name="connsiteX36" fmla="*/ 19503 w 155926"/>
                <a:gd name="connsiteY36" fmla="*/ 29879 h 155584"/>
                <a:gd name="connsiteX37" fmla="*/ 34202 w 155926"/>
                <a:gd name="connsiteY37" fmla="*/ 47915 h 155584"/>
                <a:gd name="connsiteX38" fmla="*/ 42624 w 155926"/>
                <a:gd name="connsiteY38" fmla="*/ 54694 h 155584"/>
                <a:gd name="connsiteX39" fmla="*/ 54594 w 155926"/>
                <a:gd name="connsiteY39" fmla="*/ 44190 h 155584"/>
                <a:gd name="connsiteX40" fmla="*/ 43365 w 155926"/>
                <a:gd name="connsiteY40" fmla="*/ 26866 h 155584"/>
                <a:gd name="connsiteX41" fmla="*/ 19503 w 155926"/>
                <a:gd name="connsiteY41" fmla="*/ 29879 h 15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55926" h="155584">
                  <a:moveTo>
                    <a:pt x="77988" y="155584"/>
                  </a:moveTo>
                  <a:cubicBezTo>
                    <a:pt x="45002" y="155584"/>
                    <a:pt x="9249" y="144286"/>
                    <a:pt x="9249" y="123949"/>
                  </a:cubicBezTo>
                  <a:cubicBezTo>
                    <a:pt x="9249" y="103611"/>
                    <a:pt x="44340" y="92355"/>
                    <a:pt x="77988" y="92355"/>
                  </a:cubicBezTo>
                  <a:cubicBezTo>
                    <a:pt x="111637" y="92355"/>
                    <a:pt x="146728" y="103653"/>
                    <a:pt x="146728" y="123949"/>
                  </a:cubicBezTo>
                  <a:cubicBezTo>
                    <a:pt x="146728" y="144244"/>
                    <a:pt x="110818" y="155584"/>
                    <a:pt x="77988" y="155584"/>
                  </a:cubicBezTo>
                  <a:close/>
                  <a:moveTo>
                    <a:pt x="77988" y="102900"/>
                  </a:moveTo>
                  <a:cubicBezTo>
                    <a:pt x="42897" y="102900"/>
                    <a:pt x="20478" y="114910"/>
                    <a:pt x="20478" y="123195"/>
                  </a:cubicBezTo>
                  <a:cubicBezTo>
                    <a:pt x="20478" y="131481"/>
                    <a:pt x="42897" y="144118"/>
                    <a:pt x="77988" y="144118"/>
                  </a:cubicBezTo>
                  <a:cubicBezTo>
                    <a:pt x="113079" y="144118"/>
                    <a:pt x="135499" y="132067"/>
                    <a:pt x="135499" y="123195"/>
                  </a:cubicBezTo>
                  <a:cubicBezTo>
                    <a:pt x="135499" y="114324"/>
                    <a:pt x="113079" y="102900"/>
                    <a:pt x="77988" y="102900"/>
                  </a:cubicBezTo>
                  <a:close/>
                  <a:moveTo>
                    <a:pt x="113625" y="50927"/>
                  </a:moveTo>
                  <a:lnTo>
                    <a:pt x="111520" y="50927"/>
                  </a:lnTo>
                  <a:cubicBezTo>
                    <a:pt x="102364" y="48844"/>
                    <a:pt x="94936" y="41685"/>
                    <a:pt x="92025" y="32139"/>
                  </a:cubicBezTo>
                  <a:cubicBezTo>
                    <a:pt x="90330" y="26145"/>
                    <a:pt x="90818" y="19684"/>
                    <a:pt x="93389" y="14061"/>
                  </a:cubicBezTo>
                  <a:cubicBezTo>
                    <a:pt x="97077" y="7496"/>
                    <a:pt x="103132" y="2861"/>
                    <a:pt x="110116" y="1256"/>
                  </a:cubicBezTo>
                  <a:cubicBezTo>
                    <a:pt x="121345" y="-1757"/>
                    <a:pt x="135382" y="503"/>
                    <a:pt x="153005" y="9626"/>
                  </a:cubicBezTo>
                  <a:cubicBezTo>
                    <a:pt x="155191" y="10622"/>
                    <a:pt x="156368" y="13184"/>
                    <a:pt x="155774" y="15651"/>
                  </a:cubicBezTo>
                  <a:cubicBezTo>
                    <a:pt x="155298" y="18173"/>
                    <a:pt x="153294" y="20031"/>
                    <a:pt x="150900" y="20171"/>
                  </a:cubicBezTo>
                  <a:cubicBezTo>
                    <a:pt x="143102" y="20924"/>
                    <a:pt x="136084" y="26950"/>
                    <a:pt x="129845" y="38248"/>
                  </a:cubicBezTo>
                  <a:cubicBezTo>
                    <a:pt x="124932" y="48751"/>
                    <a:pt x="117914" y="50802"/>
                    <a:pt x="113703" y="50802"/>
                  </a:cubicBezTo>
                  <a:close/>
                  <a:moveTo>
                    <a:pt x="119240" y="11048"/>
                  </a:moveTo>
                  <a:cubicBezTo>
                    <a:pt x="116878" y="10886"/>
                    <a:pt x="114507" y="11140"/>
                    <a:pt x="112222" y="11802"/>
                  </a:cubicBezTo>
                  <a:cubicBezTo>
                    <a:pt x="106607" y="13308"/>
                    <a:pt x="103098" y="15568"/>
                    <a:pt x="101694" y="19334"/>
                  </a:cubicBezTo>
                  <a:cubicBezTo>
                    <a:pt x="100338" y="22421"/>
                    <a:pt x="100088" y="25937"/>
                    <a:pt x="100992" y="29209"/>
                  </a:cubicBezTo>
                  <a:cubicBezTo>
                    <a:pt x="102916" y="34458"/>
                    <a:pt x="107109" y="38365"/>
                    <a:pt x="112222" y="39671"/>
                  </a:cubicBezTo>
                  <a:cubicBezTo>
                    <a:pt x="113625" y="39671"/>
                    <a:pt x="117134" y="40424"/>
                    <a:pt x="120643" y="32892"/>
                  </a:cubicBezTo>
                  <a:cubicBezTo>
                    <a:pt x="124026" y="25606"/>
                    <a:pt x="129102" y="19380"/>
                    <a:pt x="135382" y="14814"/>
                  </a:cubicBezTo>
                  <a:cubicBezTo>
                    <a:pt x="130245" y="12565"/>
                    <a:pt x="124783" y="11291"/>
                    <a:pt x="119240" y="11048"/>
                  </a:cubicBezTo>
                  <a:close/>
                  <a:moveTo>
                    <a:pt x="42897" y="65992"/>
                  </a:moveTo>
                  <a:cubicBezTo>
                    <a:pt x="37984" y="65992"/>
                    <a:pt x="31668" y="63732"/>
                    <a:pt x="26092" y="53940"/>
                  </a:cubicBezTo>
                  <a:cubicBezTo>
                    <a:pt x="19503" y="42684"/>
                    <a:pt x="13342" y="36658"/>
                    <a:pt x="4921" y="35905"/>
                  </a:cubicBezTo>
                  <a:cubicBezTo>
                    <a:pt x="2522" y="35217"/>
                    <a:pt x="649" y="33206"/>
                    <a:pt x="8" y="30632"/>
                  </a:cubicBezTo>
                  <a:cubicBezTo>
                    <a:pt x="-103" y="28235"/>
                    <a:pt x="962" y="25950"/>
                    <a:pt x="2815" y="24606"/>
                  </a:cubicBezTo>
                  <a:cubicBezTo>
                    <a:pt x="20361" y="15568"/>
                    <a:pt x="34358" y="12555"/>
                    <a:pt x="45704" y="16237"/>
                  </a:cubicBezTo>
                  <a:cubicBezTo>
                    <a:pt x="61300" y="20757"/>
                    <a:pt x="68163" y="32055"/>
                    <a:pt x="63952" y="47078"/>
                  </a:cubicBezTo>
                  <a:cubicBezTo>
                    <a:pt x="61024" y="56621"/>
                    <a:pt x="53606" y="63785"/>
                    <a:pt x="44457" y="65908"/>
                  </a:cubicBezTo>
                  <a:close/>
                  <a:moveTo>
                    <a:pt x="19503" y="29879"/>
                  </a:moveTo>
                  <a:cubicBezTo>
                    <a:pt x="25770" y="34429"/>
                    <a:pt x="30834" y="40643"/>
                    <a:pt x="34202" y="47915"/>
                  </a:cubicBezTo>
                  <a:cubicBezTo>
                    <a:pt x="37711" y="54694"/>
                    <a:pt x="42000" y="54694"/>
                    <a:pt x="42624" y="54694"/>
                  </a:cubicBezTo>
                  <a:cubicBezTo>
                    <a:pt x="47930" y="53405"/>
                    <a:pt x="52363" y="49515"/>
                    <a:pt x="54594" y="44190"/>
                  </a:cubicBezTo>
                  <a:cubicBezTo>
                    <a:pt x="56700" y="35152"/>
                    <a:pt x="53190" y="29879"/>
                    <a:pt x="43365" y="26866"/>
                  </a:cubicBezTo>
                  <a:cubicBezTo>
                    <a:pt x="35306" y="25422"/>
                    <a:pt x="27030" y="26467"/>
                    <a:pt x="19503" y="29879"/>
                  </a:cubicBezTo>
                  <a:close/>
                </a:path>
              </a:pathLst>
            </a:custGeom>
            <a:solidFill>
              <a:schemeClr val="accent2"/>
            </a:solidFill>
            <a:ln w="139" cap="flat">
              <a:noFill/>
              <a:prstDash val="solid"/>
              <a:miter/>
            </a:ln>
          </p:spPr>
          <p:txBody>
            <a:bodyPr rtlCol="0" anchor="ctr"/>
            <a:lstStyle/>
            <a:p>
              <a:endParaRPr lang="zh-CN" altLang="en-US"/>
            </a:p>
          </p:txBody>
        </p:sp>
        <p:sp>
          <p:nvSpPr>
            <p:cNvPr id="185" name="任意多边形: 形状 184">
              <a:extLst>
                <a:ext uri="{FF2B5EF4-FFF2-40B4-BE49-F238E27FC236}">
                  <a16:creationId xmlns:a16="http://schemas.microsoft.com/office/drawing/2014/main" id="{1FC9AB36-F782-7752-86B2-B0346ECAD27B}"/>
                </a:ext>
              </a:extLst>
            </p:cNvPr>
            <p:cNvSpPr/>
            <p:nvPr/>
          </p:nvSpPr>
          <p:spPr>
            <a:xfrm>
              <a:off x="6624775" y="1644383"/>
              <a:ext cx="28063" cy="84721"/>
            </a:xfrm>
            <a:custGeom>
              <a:avLst/>
              <a:gdLst>
                <a:gd name="connsiteX0" fmla="*/ 4723 w 28063"/>
                <a:gd name="connsiteY0" fmla="*/ 84722 h 84721"/>
                <a:gd name="connsiteX1" fmla="*/ 200 w 28063"/>
                <a:gd name="connsiteY1" fmla="*/ 81123 h 84721"/>
                <a:gd name="connsiteX2" fmla="*/ 200 w 28063"/>
                <a:gd name="connsiteY2" fmla="*/ 66812 h 84721"/>
                <a:gd name="connsiteX3" fmla="*/ 20514 w 28063"/>
                <a:gd name="connsiteY3" fmla="*/ 570 h 84721"/>
                <a:gd name="connsiteX4" fmla="*/ 27532 w 28063"/>
                <a:gd name="connsiteY4" fmla="*/ 2829 h 84721"/>
                <a:gd name="connsiteX5" fmla="*/ 25427 w 28063"/>
                <a:gd name="connsiteY5" fmla="*/ 10362 h 84721"/>
                <a:gd name="connsiteX6" fmla="*/ 10727 w 28063"/>
                <a:gd name="connsiteY6" fmla="*/ 66059 h 84721"/>
                <a:gd name="connsiteX7" fmla="*/ 10727 w 28063"/>
                <a:gd name="connsiteY7" fmla="*/ 80370 h 84721"/>
                <a:gd name="connsiteX8" fmla="*/ 4723 w 28063"/>
                <a:gd name="connsiteY8" fmla="*/ 84554 h 84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63" h="84721">
                  <a:moveTo>
                    <a:pt x="4723" y="84722"/>
                  </a:moveTo>
                  <a:cubicBezTo>
                    <a:pt x="1916" y="84722"/>
                    <a:pt x="200" y="84722"/>
                    <a:pt x="200" y="81123"/>
                  </a:cubicBezTo>
                  <a:lnTo>
                    <a:pt x="200" y="66812"/>
                  </a:lnTo>
                  <a:cubicBezTo>
                    <a:pt x="-502" y="35929"/>
                    <a:pt x="-502" y="11868"/>
                    <a:pt x="20514" y="570"/>
                  </a:cubicBezTo>
                  <a:cubicBezTo>
                    <a:pt x="23047" y="-724"/>
                    <a:pt x="26081" y="253"/>
                    <a:pt x="27532" y="2829"/>
                  </a:cubicBezTo>
                  <a:cubicBezTo>
                    <a:pt x="28738" y="5548"/>
                    <a:pt x="27828" y="8804"/>
                    <a:pt x="25427" y="10362"/>
                  </a:cubicBezTo>
                  <a:cubicBezTo>
                    <a:pt x="10727" y="17852"/>
                    <a:pt x="10026" y="35176"/>
                    <a:pt x="10727" y="66059"/>
                  </a:cubicBezTo>
                  <a:lnTo>
                    <a:pt x="10727" y="80370"/>
                  </a:lnTo>
                  <a:cubicBezTo>
                    <a:pt x="11429" y="84094"/>
                    <a:pt x="7530" y="84554"/>
                    <a:pt x="4723" y="84554"/>
                  </a:cubicBezTo>
                  <a:close/>
                </a:path>
              </a:pathLst>
            </a:custGeom>
            <a:solidFill>
              <a:schemeClr val="accent2"/>
            </a:solidFill>
            <a:ln w="139" cap="flat">
              <a:noFill/>
              <a:prstDash val="solid"/>
              <a:miter/>
            </a:ln>
          </p:spPr>
          <p:txBody>
            <a:bodyPr rtlCol="0" anchor="ctr"/>
            <a:lstStyle/>
            <a:p>
              <a:endParaRPr lang="zh-CN" altLang="en-US"/>
            </a:p>
          </p:txBody>
        </p:sp>
        <p:sp>
          <p:nvSpPr>
            <p:cNvPr id="186" name="任意多边形: 形状 185">
              <a:extLst>
                <a:ext uri="{FF2B5EF4-FFF2-40B4-BE49-F238E27FC236}">
                  <a16:creationId xmlns:a16="http://schemas.microsoft.com/office/drawing/2014/main" id="{302C596B-3F66-72C9-ACFF-051D4E6C7C16}"/>
                </a:ext>
              </a:extLst>
            </p:cNvPr>
            <p:cNvSpPr/>
            <p:nvPr/>
          </p:nvSpPr>
          <p:spPr>
            <a:xfrm>
              <a:off x="6611173" y="1659931"/>
              <a:ext cx="24412" cy="69174"/>
            </a:xfrm>
            <a:custGeom>
              <a:avLst/>
              <a:gdLst>
                <a:gd name="connsiteX0" fmla="*/ 18325 w 24412"/>
                <a:gd name="connsiteY0" fmla="*/ 69174 h 69174"/>
                <a:gd name="connsiteX1" fmla="*/ 13802 w 24412"/>
                <a:gd name="connsiteY1" fmla="*/ 65575 h 69174"/>
                <a:gd name="connsiteX2" fmla="*/ 2573 w 24412"/>
                <a:gd name="connsiteY2" fmla="*/ 10590 h 69174"/>
                <a:gd name="connsiteX3" fmla="*/ 467 w 24412"/>
                <a:gd name="connsiteY3" fmla="*/ 3058 h 69174"/>
                <a:gd name="connsiteX4" fmla="*/ 6926 w 24412"/>
                <a:gd name="connsiteY4" fmla="*/ 475 h 69174"/>
                <a:gd name="connsiteX5" fmla="*/ 7485 w 24412"/>
                <a:gd name="connsiteY5" fmla="*/ 798 h 69174"/>
                <a:gd name="connsiteX6" fmla="*/ 24329 w 24412"/>
                <a:gd name="connsiteY6" fmla="*/ 66287 h 69174"/>
                <a:gd name="connsiteX7" fmla="*/ 18325 w 24412"/>
                <a:gd name="connsiteY7" fmla="*/ 69174 h 69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12" h="69174">
                  <a:moveTo>
                    <a:pt x="18325" y="69174"/>
                  </a:moveTo>
                  <a:cubicBezTo>
                    <a:pt x="15517" y="69174"/>
                    <a:pt x="13802" y="69174"/>
                    <a:pt x="13802" y="65575"/>
                  </a:cubicBezTo>
                  <a:cubicBezTo>
                    <a:pt x="13802" y="37706"/>
                    <a:pt x="13802" y="16616"/>
                    <a:pt x="2573" y="10590"/>
                  </a:cubicBezTo>
                  <a:cubicBezTo>
                    <a:pt x="258" y="8962"/>
                    <a:pt x="-630" y="5784"/>
                    <a:pt x="467" y="3058"/>
                  </a:cubicBezTo>
                  <a:cubicBezTo>
                    <a:pt x="1586" y="430"/>
                    <a:pt x="4478" y="-726"/>
                    <a:pt x="6926" y="475"/>
                  </a:cubicBezTo>
                  <a:cubicBezTo>
                    <a:pt x="7119" y="569"/>
                    <a:pt x="7306" y="677"/>
                    <a:pt x="7485" y="798"/>
                  </a:cubicBezTo>
                  <a:cubicBezTo>
                    <a:pt x="24329" y="9837"/>
                    <a:pt x="24329" y="34693"/>
                    <a:pt x="24329" y="66287"/>
                  </a:cubicBezTo>
                  <a:cubicBezTo>
                    <a:pt x="25031" y="68546"/>
                    <a:pt x="21132" y="69174"/>
                    <a:pt x="18325" y="69174"/>
                  </a:cubicBezTo>
                  <a:close/>
                </a:path>
              </a:pathLst>
            </a:custGeom>
            <a:solidFill>
              <a:schemeClr val="accent2"/>
            </a:solidFill>
            <a:ln w="139" cap="flat">
              <a:noFill/>
              <a:prstDash val="solid"/>
              <a:miter/>
            </a:ln>
          </p:spPr>
          <p:txBody>
            <a:bodyPr rtlCol="0" anchor="ctr"/>
            <a:lstStyle/>
            <a:p>
              <a:endParaRPr lang="zh-CN" altLang="en-US"/>
            </a:p>
          </p:txBody>
        </p:sp>
        <p:sp>
          <p:nvSpPr>
            <p:cNvPr id="187" name="任意多边形: 形状 186">
              <a:extLst>
                <a:ext uri="{FF2B5EF4-FFF2-40B4-BE49-F238E27FC236}">
                  <a16:creationId xmlns:a16="http://schemas.microsoft.com/office/drawing/2014/main" id="{8E36AE5E-777F-C8B6-61ED-AADDA2481042}"/>
                </a:ext>
              </a:extLst>
            </p:cNvPr>
            <p:cNvSpPr/>
            <p:nvPr/>
          </p:nvSpPr>
          <p:spPr>
            <a:xfrm>
              <a:off x="6605285" y="1726510"/>
              <a:ext cx="50843" cy="12972"/>
            </a:xfrm>
            <a:custGeom>
              <a:avLst/>
              <a:gdLst>
                <a:gd name="connsiteX0" fmla="*/ 0 w 50843"/>
                <a:gd name="connsiteY0" fmla="*/ 6486 h 12972"/>
                <a:gd name="connsiteX1" fmla="*/ 25422 w 50843"/>
                <a:gd name="connsiteY1" fmla="*/ 12972 h 12972"/>
                <a:gd name="connsiteX2" fmla="*/ 50843 w 50843"/>
                <a:gd name="connsiteY2" fmla="*/ 6486 h 12972"/>
                <a:gd name="connsiteX3" fmla="*/ 25422 w 50843"/>
                <a:gd name="connsiteY3" fmla="*/ 0 h 12972"/>
                <a:gd name="connsiteX4" fmla="*/ 0 w 50843"/>
                <a:gd name="connsiteY4" fmla="*/ 6486 h 12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43" h="12972">
                  <a:moveTo>
                    <a:pt x="0" y="6486"/>
                  </a:moveTo>
                  <a:cubicBezTo>
                    <a:pt x="0" y="10068"/>
                    <a:pt x="11382" y="12972"/>
                    <a:pt x="25422" y="12972"/>
                  </a:cubicBezTo>
                  <a:cubicBezTo>
                    <a:pt x="39462" y="12972"/>
                    <a:pt x="50843" y="10068"/>
                    <a:pt x="50843" y="6486"/>
                  </a:cubicBezTo>
                  <a:cubicBezTo>
                    <a:pt x="50843" y="2904"/>
                    <a:pt x="39462" y="0"/>
                    <a:pt x="25422" y="0"/>
                  </a:cubicBezTo>
                  <a:cubicBezTo>
                    <a:pt x="11382" y="0"/>
                    <a:pt x="0" y="2904"/>
                    <a:pt x="0" y="6486"/>
                  </a:cubicBezTo>
                  <a:close/>
                </a:path>
              </a:pathLst>
            </a:custGeom>
            <a:solidFill>
              <a:schemeClr val="accent2"/>
            </a:solidFill>
            <a:ln w="139" cap="flat">
              <a:noFill/>
              <a:prstDash val="solid"/>
              <a:miter/>
            </a:ln>
          </p:spPr>
          <p:txBody>
            <a:bodyPr rtlCol="0" anchor="ctr"/>
            <a:lstStyle/>
            <a:p>
              <a:endParaRPr lang="zh-CN" altLang="en-US"/>
            </a:p>
          </p:txBody>
        </p:sp>
      </p:grpSp>
      <p:grpSp>
        <p:nvGrpSpPr>
          <p:cNvPr id="1090" name="组合 1089">
            <a:extLst>
              <a:ext uri="{FF2B5EF4-FFF2-40B4-BE49-F238E27FC236}">
                <a16:creationId xmlns:a16="http://schemas.microsoft.com/office/drawing/2014/main" id="{4D4859EC-902F-F05E-177B-19A67CF4B8F0}"/>
              </a:ext>
            </a:extLst>
          </p:cNvPr>
          <p:cNvGrpSpPr/>
          <p:nvPr/>
        </p:nvGrpSpPr>
        <p:grpSpPr>
          <a:xfrm>
            <a:off x="7637866" y="1565871"/>
            <a:ext cx="140457" cy="122900"/>
            <a:chOff x="7104281" y="1586268"/>
            <a:chExt cx="122900" cy="107538"/>
          </a:xfrm>
        </p:grpSpPr>
        <p:sp>
          <p:nvSpPr>
            <p:cNvPr id="1088" name="任意多边形: 形状 1087">
              <a:extLst>
                <a:ext uri="{FF2B5EF4-FFF2-40B4-BE49-F238E27FC236}">
                  <a16:creationId xmlns:a16="http://schemas.microsoft.com/office/drawing/2014/main" id="{69E441A3-10D6-2E03-2BE8-F6F8A4659CF1}"/>
                </a:ext>
              </a:extLst>
            </p:cNvPr>
            <p:cNvSpPr/>
            <p:nvPr/>
          </p:nvSpPr>
          <p:spPr>
            <a:xfrm>
              <a:off x="7104281" y="1586268"/>
              <a:ext cx="122900" cy="107538"/>
            </a:xfrm>
            <a:custGeom>
              <a:avLst/>
              <a:gdLst>
                <a:gd name="connsiteX0" fmla="*/ 115219 w 122900"/>
                <a:gd name="connsiteY0" fmla="*/ 7681 h 107538"/>
                <a:gd name="connsiteX1" fmla="*/ 115219 w 122900"/>
                <a:gd name="connsiteY1" fmla="*/ 99857 h 107538"/>
                <a:gd name="connsiteX2" fmla="*/ 7681 w 122900"/>
                <a:gd name="connsiteY2" fmla="*/ 99857 h 107538"/>
                <a:gd name="connsiteX3" fmla="*/ 7681 w 122900"/>
                <a:gd name="connsiteY3" fmla="*/ 7681 h 107538"/>
                <a:gd name="connsiteX4" fmla="*/ 115219 w 122900"/>
                <a:gd name="connsiteY4" fmla="*/ 7681 h 107538"/>
                <a:gd name="connsiteX5" fmla="*/ 115219 w 122900"/>
                <a:gd name="connsiteY5" fmla="*/ 0 h 107538"/>
                <a:gd name="connsiteX6" fmla="*/ 7681 w 122900"/>
                <a:gd name="connsiteY6" fmla="*/ 0 h 107538"/>
                <a:gd name="connsiteX7" fmla="*/ 0 w 122900"/>
                <a:gd name="connsiteY7" fmla="*/ 7681 h 107538"/>
                <a:gd name="connsiteX8" fmla="*/ 0 w 122900"/>
                <a:gd name="connsiteY8" fmla="*/ 99857 h 107538"/>
                <a:gd name="connsiteX9" fmla="*/ 7681 w 122900"/>
                <a:gd name="connsiteY9" fmla="*/ 107538 h 107538"/>
                <a:gd name="connsiteX10" fmla="*/ 115219 w 122900"/>
                <a:gd name="connsiteY10" fmla="*/ 107538 h 107538"/>
                <a:gd name="connsiteX11" fmla="*/ 122901 w 122900"/>
                <a:gd name="connsiteY11" fmla="*/ 99857 h 107538"/>
                <a:gd name="connsiteX12" fmla="*/ 122901 w 122900"/>
                <a:gd name="connsiteY12" fmla="*/ 7681 h 107538"/>
                <a:gd name="connsiteX13" fmla="*/ 115219 w 122900"/>
                <a:gd name="connsiteY13" fmla="*/ 0 h 10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900" h="107538">
                  <a:moveTo>
                    <a:pt x="115219" y="7681"/>
                  </a:moveTo>
                  <a:lnTo>
                    <a:pt x="115219" y="99857"/>
                  </a:lnTo>
                  <a:lnTo>
                    <a:pt x="7681" y="99857"/>
                  </a:lnTo>
                  <a:lnTo>
                    <a:pt x="7681" y="7681"/>
                  </a:lnTo>
                  <a:lnTo>
                    <a:pt x="115219" y="7681"/>
                  </a:lnTo>
                  <a:moveTo>
                    <a:pt x="115219" y="0"/>
                  </a:moveTo>
                  <a:lnTo>
                    <a:pt x="7681" y="0"/>
                  </a:lnTo>
                  <a:cubicBezTo>
                    <a:pt x="3443" y="0"/>
                    <a:pt x="0" y="3443"/>
                    <a:pt x="0" y="7681"/>
                  </a:cubicBezTo>
                  <a:lnTo>
                    <a:pt x="0" y="99857"/>
                  </a:lnTo>
                  <a:cubicBezTo>
                    <a:pt x="0" y="104095"/>
                    <a:pt x="3443" y="107538"/>
                    <a:pt x="7681" y="107538"/>
                  </a:cubicBezTo>
                  <a:lnTo>
                    <a:pt x="115219" y="107538"/>
                  </a:lnTo>
                  <a:cubicBezTo>
                    <a:pt x="119458" y="107538"/>
                    <a:pt x="122901" y="104095"/>
                    <a:pt x="122901" y="99857"/>
                  </a:cubicBezTo>
                  <a:lnTo>
                    <a:pt x="122901" y="7681"/>
                  </a:lnTo>
                  <a:cubicBezTo>
                    <a:pt x="122901" y="3443"/>
                    <a:pt x="119458" y="0"/>
                    <a:pt x="115219" y="0"/>
                  </a:cubicBezTo>
                  <a:close/>
                </a:path>
              </a:pathLst>
            </a:custGeom>
            <a:solidFill>
              <a:schemeClr val="accent2"/>
            </a:solidFill>
            <a:ln w="3175" cap="flat">
              <a:solidFill>
                <a:schemeClr val="accent2"/>
              </a:solidFill>
              <a:prstDash val="solid"/>
              <a:miter/>
            </a:ln>
          </p:spPr>
          <p:txBody>
            <a:bodyPr rtlCol="0" anchor="ctr"/>
            <a:lstStyle/>
            <a:p>
              <a:pPr algn="ctr"/>
              <a:endParaRPr lang="zh-CN" altLang="en-US"/>
            </a:p>
          </p:txBody>
        </p:sp>
        <p:sp>
          <p:nvSpPr>
            <p:cNvPr id="1089" name="任意多边形: 形状 1088">
              <a:extLst>
                <a:ext uri="{FF2B5EF4-FFF2-40B4-BE49-F238E27FC236}">
                  <a16:creationId xmlns:a16="http://schemas.microsoft.com/office/drawing/2014/main" id="{E2440FBB-AC3E-FE38-FFC2-A8609443EED9}"/>
                </a:ext>
              </a:extLst>
            </p:cNvPr>
            <p:cNvSpPr/>
            <p:nvPr/>
          </p:nvSpPr>
          <p:spPr>
            <a:xfrm>
              <a:off x="7145760" y="1613647"/>
              <a:ext cx="46530" cy="52781"/>
            </a:xfrm>
            <a:custGeom>
              <a:avLst/>
              <a:gdLst>
                <a:gd name="connsiteX0" fmla="*/ 7681 w 46530"/>
                <a:gd name="connsiteY0" fmla="*/ 7695 h 52781"/>
                <a:gd name="connsiteX1" fmla="*/ 38845 w 46530"/>
                <a:gd name="connsiteY1" fmla="*/ 26391 h 52781"/>
                <a:gd name="connsiteX2" fmla="*/ 7681 w 46530"/>
                <a:gd name="connsiteY2" fmla="*/ 45086 h 52781"/>
                <a:gd name="connsiteX3" fmla="*/ 7681 w 46530"/>
                <a:gd name="connsiteY3" fmla="*/ 7695 h 52781"/>
                <a:gd name="connsiteX4" fmla="*/ 7695 w 46530"/>
                <a:gd name="connsiteY4" fmla="*/ 0 h 52781"/>
                <a:gd name="connsiteX5" fmla="*/ 0 w 46530"/>
                <a:gd name="connsiteY5" fmla="*/ 7695 h 52781"/>
                <a:gd name="connsiteX6" fmla="*/ 0 w 46530"/>
                <a:gd name="connsiteY6" fmla="*/ 45086 h 52781"/>
                <a:gd name="connsiteX7" fmla="*/ 7695 w 46530"/>
                <a:gd name="connsiteY7" fmla="*/ 52781 h 52781"/>
                <a:gd name="connsiteX8" fmla="*/ 11632 w 46530"/>
                <a:gd name="connsiteY8" fmla="*/ 51670 h 52781"/>
                <a:gd name="connsiteX9" fmla="*/ 42796 w 46530"/>
                <a:gd name="connsiteY9" fmla="*/ 32975 h 52781"/>
                <a:gd name="connsiteX10" fmla="*/ 42796 w 46530"/>
                <a:gd name="connsiteY10" fmla="*/ 19807 h 52781"/>
                <a:gd name="connsiteX11" fmla="*/ 11632 w 46530"/>
                <a:gd name="connsiteY11" fmla="*/ 1111 h 52781"/>
                <a:gd name="connsiteX12" fmla="*/ 7695 w 46530"/>
                <a:gd name="connsiteY12" fmla="*/ 0 h 5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530" h="52781">
                  <a:moveTo>
                    <a:pt x="7681" y="7695"/>
                  </a:moveTo>
                  <a:lnTo>
                    <a:pt x="38845" y="26391"/>
                  </a:lnTo>
                  <a:lnTo>
                    <a:pt x="7681" y="45086"/>
                  </a:lnTo>
                  <a:lnTo>
                    <a:pt x="7681" y="7695"/>
                  </a:lnTo>
                  <a:moveTo>
                    <a:pt x="7695" y="0"/>
                  </a:moveTo>
                  <a:cubicBezTo>
                    <a:pt x="3690" y="0"/>
                    <a:pt x="0" y="3196"/>
                    <a:pt x="0" y="7695"/>
                  </a:cubicBezTo>
                  <a:lnTo>
                    <a:pt x="0" y="45086"/>
                  </a:lnTo>
                  <a:cubicBezTo>
                    <a:pt x="0" y="49586"/>
                    <a:pt x="3690" y="52781"/>
                    <a:pt x="7695" y="52781"/>
                  </a:cubicBezTo>
                  <a:cubicBezTo>
                    <a:pt x="9012" y="52781"/>
                    <a:pt x="10370" y="52439"/>
                    <a:pt x="11632" y="51670"/>
                  </a:cubicBezTo>
                  <a:lnTo>
                    <a:pt x="42796" y="32975"/>
                  </a:lnTo>
                  <a:cubicBezTo>
                    <a:pt x="47775" y="29984"/>
                    <a:pt x="47775" y="22783"/>
                    <a:pt x="42796" y="19807"/>
                  </a:cubicBezTo>
                  <a:lnTo>
                    <a:pt x="11632" y="1111"/>
                  </a:lnTo>
                  <a:cubicBezTo>
                    <a:pt x="10370" y="343"/>
                    <a:pt x="9012" y="0"/>
                    <a:pt x="7695" y="0"/>
                  </a:cubicBezTo>
                  <a:close/>
                </a:path>
              </a:pathLst>
            </a:custGeom>
            <a:solidFill>
              <a:schemeClr val="accent2"/>
            </a:solidFill>
            <a:ln w="3175" cap="flat">
              <a:solidFill>
                <a:schemeClr val="accent2"/>
              </a:solidFill>
              <a:prstDash val="solid"/>
              <a:miter/>
            </a:ln>
          </p:spPr>
          <p:txBody>
            <a:bodyPr rtlCol="0" anchor="ctr"/>
            <a:lstStyle/>
            <a:p>
              <a:pPr algn="ctr"/>
              <a:endParaRPr lang="zh-CN" altLang="en-US"/>
            </a:p>
          </p:txBody>
        </p:sp>
      </p:grpSp>
      <p:grpSp>
        <p:nvGrpSpPr>
          <p:cNvPr id="1098" name="组合 1097">
            <a:extLst>
              <a:ext uri="{FF2B5EF4-FFF2-40B4-BE49-F238E27FC236}">
                <a16:creationId xmlns:a16="http://schemas.microsoft.com/office/drawing/2014/main" id="{AD566FC1-20CC-DC4C-4601-A9470F704187}"/>
              </a:ext>
            </a:extLst>
          </p:cNvPr>
          <p:cNvGrpSpPr/>
          <p:nvPr/>
        </p:nvGrpSpPr>
        <p:grpSpPr>
          <a:xfrm>
            <a:off x="8195042" y="1451103"/>
            <a:ext cx="165096" cy="143593"/>
            <a:chOff x="7644010" y="1545862"/>
            <a:chExt cx="127218" cy="119855"/>
          </a:xfrm>
        </p:grpSpPr>
        <p:sp>
          <p:nvSpPr>
            <p:cNvPr id="1094" name="任意多边形: 形状 1093">
              <a:extLst>
                <a:ext uri="{FF2B5EF4-FFF2-40B4-BE49-F238E27FC236}">
                  <a16:creationId xmlns:a16="http://schemas.microsoft.com/office/drawing/2014/main" id="{DE1227FE-6576-8C23-BAB3-D10C2476A416}"/>
                </a:ext>
              </a:extLst>
            </p:cNvPr>
            <p:cNvSpPr/>
            <p:nvPr/>
          </p:nvSpPr>
          <p:spPr>
            <a:xfrm>
              <a:off x="7644010" y="1657290"/>
              <a:ext cx="127218" cy="8427"/>
            </a:xfrm>
            <a:custGeom>
              <a:avLst/>
              <a:gdLst>
                <a:gd name="connsiteX0" fmla="*/ 123005 w 127218"/>
                <a:gd name="connsiteY0" fmla="*/ 8427 h 8427"/>
                <a:gd name="connsiteX1" fmla="*/ 4214 w 127218"/>
                <a:gd name="connsiteY1" fmla="*/ 8427 h 8427"/>
                <a:gd name="connsiteX2" fmla="*/ 0 w 127218"/>
                <a:gd name="connsiteY2" fmla="*/ 4214 h 8427"/>
                <a:gd name="connsiteX3" fmla="*/ 4214 w 127218"/>
                <a:gd name="connsiteY3" fmla="*/ 0 h 8427"/>
                <a:gd name="connsiteX4" fmla="*/ 123005 w 127218"/>
                <a:gd name="connsiteY4" fmla="*/ 0 h 8427"/>
                <a:gd name="connsiteX5" fmla="*/ 127219 w 127218"/>
                <a:gd name="connsiteY5" fmla="*/ 4214 h 8427"/>
                <a:gd name="connsiteX6" fmla="*/ 123005 w 127218"/>
                <a:gd name="connsiteY6" fmla="*/ 8427 h 8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218" h="8427">
                  <a:moveTo>
                    <a:pt x="123005" y="8427"/>
                  </a:moveTo>
                  <a:lnTo>
                    <a:pt x="4214" y="8427"/>
                  </a:lnTo>
                  <a:cubicBezTo>
                    <a:pt x="1896" y="8427"/>
                    <a:pt x="0" y="6531"/>
                    <a:pt x="0" y="4214"/>
                  </a:cubicBezTo>
                  <a:cubicBezTo>
                    <a:pt x="0" y="1896"/>
                    <a:pt x="1896" y="0"/>
                    <a:pt x="4214" y="0"/>
                  </a:cubicBezTo>
                  <a:lnTo>
                    <a:pt x="123005" y="0"/>
                  </a:lnTo>
                  <a:cubicBezTo>
                    <a:pt x="125323" y="0"/>
                    <a:pt x="127219" y="1896"/>
                    <a:pt x="127219" y="4214"/>
                  </a:cubicBezTo>
                  <a:cubicBezTo>
                    <a:pt x="127219" y="6531"/>
                    <a:pt x="125358" y="8427"/>
                    <a:pt x="123005" y="8427"/>
                  </a:cubicBezTo>
                  <a:close/>
                </a:path>
              </a:pathLst>
            </a:custGeom>
            <a:solidFill>
              <a:schemeClr val="accent2"/>
            </a:solidFill>
            <a:ln w="3175" cap="flat">
              <a:solidFill>
                <a:schemeClr val="accent2"/>
              </a:solidFill>
              <a:prstDash val="solid"/>
              <a:miter/>
            </a:ln>
          </p:spPr>
          <p:txBody>
            <a:bodyPr rtlCol="0" anchor="ctr"/>
            <a:lstStyle/>
            <a:p>
              <a:endParaRPr lang="zh-CN" altLang="en-US"/>
            </a:p>
          </p:txBody>
        </p:sp>
        <p:sp>
          <p:nvSpPr>
            <p:cNvPr id="1095" name="任意多边形: 形状 1094">
              <a:extLst>
                <a:ext uri="{FF2B5EF4-FFF2-40B4-BE49-F238E27FC236}">
                  <a16:creationId xmlns:a16="http://schemas.microsoft.com/office/drawing/2014/main" id="{C2A4E449-B372-C480-DA9E-B822C48AF056}"/>
                </a:ext>
              </a:extLst>
            </p:cNvPr>
            <p:cNvSpPr/>
            <p:nvPr/>
          </p:nvSpPr>
          <p:spPr>
            <a:xfrm>
              <a:off x="7656827" y="1545862"/>
              <a:ext cx="55269" cy="119328"/>
            </a:xfrm>
            <a:custGeom>
              <a:avLst/>
              <a:gdLst>
                <a:gd name="connsiteX0" fmla="*/ 51056 w 55269"/>
                <a:gd name="connsiteY0" fmla="*/ 119329 h 119328"/>
                <a:gd name="connsiteX1" fmla="*/ 46842 w 55269"/>
                <a:gd name="connsiteY1" fmla="*/ 115115 h 119328"/>
                <a:gd name="connsiteX2" fmla="*/ 46842 w 55269"/>
                <a:gd name="connsiteY2" fmla="*/ 9842 h 119328"/>
                <a:gd name="connsiteX3" fmla="*/ 10885 w 55269"/>
                <a:gd name="connsiteY3" fmla="*/ 32140 h 119328"/>
                <a:gd name="connsiteX4" fmla="*/ 8427 w 55269"/>
                <a:gd name="connsiteY4" fmla="*/ 36529 h 119328"/>
                <a:gd name="connsiteX5" fmla="*/ 8427 w 55269"/>
                <a:gd name="connsiteY5" fmla="*/ 114869 h 119328"/>
                <a:gd name="connsiteX6" fmla="*/ 4214 w 55269"/>
                <a:gd name="connsiteY6" fmla="*/ 119083 h 119328"/>
                <a:gd name="connsiteX7" fmla="*/ 0 w 55269"/>
                <a:gd name="connsiteY7" fmla="*/ 114869 h 119328"/>
                <a:gd name="connsiteX8" fmla="*/ 0 w 55269"/>
                <a:gd name="connsiteY8" fmla="*/ 36494 h 119328"/>
                <a:gd name="connsiteX9" fmla="*/ 6426 w 55269"/>
                <a:gd name="connsiteY9" fmla="*/ 24942 h 119328"/>
                <a:gd name="connsiteX10" fmla="*/ 45122 w 55269"/>
                <a:gd name="connsiteY10" fmla="*/ 994 h 119328"/>
                <a:gd name="connsiteX11" fmla="*/ 51864 w 55269"/>
                <a:gd name="connsiteY11" fmla="*/ 853 h 119328"/>
                <a:gd name="connsiteX12" fmla="*/ 55270 w 55269"/>
                <a:gd name="connsiteY12" fmla="*/ 6647 h 119328"/>
                <a:gd name="connsiteX13" fmla="*/ 55270 w 55269"/>
                <a:gd name="connsiteY13" fmla="*/ 115115 h 119328"/>
                <a:gd name="connsiteX14" fmla="*/ 51056 w 55269"/>
                <a:gd name="connsiteY14" fmla="*/ 119329 h 11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269" h="119328">
                  <a:moveTo>
                    <a:pt x="51056" y="119329"/>
                  </a:moveTo>
                  <a:cubicBezTo>
                    <a:pt x="48739" y="119329"/>
                    <a:pt x="46842" y="117433"/>
                    <a:pt x="46842" y="115115"/>
                  </a:cubicBezTo>
                  <a:lnTo>
                    <a:pt x="46842" y="9842"/>
                  </a:lnTo>
                  <a:lnTo>
                    <a:pt x="10885" y="32140"/>
                  </a:lnTo>
                  <a:cubicBezTo>
                    <a:pt x="9340" y="33088"/>
                    <a:pt x="8427" y="34738"/>
                    <a:pt x="8427" y="36529"/>
                  </a:cubicBezTo>
                  <a:lnTo>
                    <a:pt x="8427" y="114869"/>
                  </a:lnTo>
                  <a:cubicBezTo>
                    <a:pt x="8427" y="117187"/>
                    <a:pt x="6531" y="119083"/>
                    <a:pt x="4214" y="119083"/>
                  </a:cubicBezTo>
                  <a:cubicBezTo>
                    <a:pt x="1896" y="119083"/>
                    <a:pt x="0" y="117187"/>
                    <a:pt x="0" y="114869"/>
                  </a:cubicBezTo>
                  <a:lnTo>
                    <a:pt x="0" y="36494"/>
                  </a:lnTo>
                  <a:cubicBezTo>
                    <a:pt x="0" y="31754"/>
                    <a:pt x="2388" y="27435"/>
                    <a:pt x="6426" y="24942"/>
                  </a:cubicBezTo>
                  <a:lnTo>
                    <a:pt x="45122" y="994"/>
                  </a:lnTo>
                  <a:cubicBezTo>
                    <a:pt x="47158" y="-270"/>
                    <a:pt x="49757" y="-341"/>
                    <a:pt x="51864" y="853"/>
                  </a:cubicBezTo>
                  <a:cubicBezTo>
                    <a:pt x="53971" y="2012"/>
                    <a:pt x="55270" y="4259"/>
                    <a:pt x="55270" y="6647"/>
                  </a:cubicBezTo>
                  <a:lnTo>
                    <a:pt x="55270" y="115115"/>
                  </a:lnTo>
                  <a:cubicBezTo>
                    <a:pt x="55270" y="117433"/>
                    <a:pt x="53409" y="119329"/>
                    <a:pt x="51056" y="119329"/>
                  </a:cubicBezTo>
                  <a:close/>
                </a:path>
              </a:pathLst>
            </a:custGeom>
            <a:solidFill>
              <a:schemeClr val="accent2"/>
            </a:solidFill>
            <a:ln w="3175" cap="flat">
              <a:solidFill>
                <a:schemeClr val="accent2"/>
              </a:solidFill>
              <a:prstDash val="solid"/>
              <a:miter/>
            </a:ln>
          </p:spPr>
          <p:txBody>
            <a:bodyPr rtlCol="0" anchor="ctr"/>
            <a:lstStyle/>
            <a:p>
              <a:endParaRPr lang="zh-CN" altLang="en-US"/>
            </a:p>
          </p:txBody>
        </p:sp>
        <p:sp>
          <p:nvSpPr>
            <p:cNvPr id="1096" name="任意多边形: 形状 1095">
              <a:extLst>
                <a:ext uri="{FF2B5EF4-FFF2-40B4-BE49-F238E27FC236}">
                  <a16:creationId xmlns:a16="http://schemas.microsoft.com/office/drawing/2014/main" id="{08F807FA-C1B7-FAD9-5E32-5A2743F23F79}"/>
                </a:ext>
              </a:extLst>
            </p:cNvPr>
            <p:cNvSpPr/>
            <p:nvPr/>
          </p:nvSpPr>
          <p:spPr>
            <a:xfrm>
              <a:off x="7671400" y="1559115"/>
              <a:ext cx="89155" cy="105022"/>
            </a:xfrm>
            <a:custGeom>
              <a:avLst/>
              <a:gdLst>
                <a:gd name="connsiteX0" fmla="*/ 84941 w 89155"/>
                <a:gd name="connsiteY0" fmla="*/ 105023 h 105022"/>
                <a:gd name="connsiteX1" fmla="*/ 80728 w 89155"/>
                <a:gd name="connsiteY1" fmla="*/ 100809 h 105022"/>
                <a:gd name="connsiteX2" fmla="*/ 80728 w 89155"/>
                <a:gd name="connsiteY2" fmla="*/ 37674 h 105022"/>
                <a:gd name="connsiteX3" fmla="*/ 78270 w 89155"/>
                <a:gd name="connsiteY3" fmla="*/ 33355 h 105022"/>
                <a:gd name="connsiteX4" fmla="*/ 35395 w 89155"/>
                <a:gd name="connsiteY4" fmla="*/ 7827 h 105022"/>
                <a:gd name="connsiteX5" fmla="*/ 33920 w 89155"/>
                <a:gd name="connsiteY5" fmla="*/ 2068 h 105022"/>
                <a:gd name="connsiteX6" fmla="*/ 39714 w 89155"/>
                <a:gd name="connsiteY6" fmla="*/ 593 h 105022"/>
                <a:gd name="connsiteX7" fmla="*/ 82589 w 89155"/>
                <a:gd name="connsiteY7" fmla="*/ 26086 h 105022"/>
                <a:gd name="connsiteX8" fmla="*/ 89155 w 89155"/>
                <a:gd name="connsiteY8" fmla="*/ 37639 h 105022"/>
                <a:gd name="connsiteX9" fmla="*/ 89155 w 89155"/>
                <a:gd name="connsiteY9" fmla="*/ 100774 h 105022"/>
                <a:gd name="connsiteX10" fmla="*/ 84941 w 89155"/>
                <a:gd name="connsiteY10" fmla="*/ 105023 h 105022"/>
                <a:gd name="connsiteX11" fmla="*/ 22298 w 89155"/>
                <a:gd name="connsiteY11" fmla="*/ 41677 h 105022"/>
                <a:gd name="connsiteX12" fmla="*/ 4214 w 89155"/>
                <a:gd name="connsiteY12" fmla="*/ 41677 h 105022"/>
                <a:gd name="connsiteX13" fmla="*/ 0 w 89155"/>
                <a:gd name="connsiteY13" fmla="*/ 37463 h 105022"/>
                <a:gd name="connsiteX14" fmla="*/ 4214 w 89155"/>
                <a:gd name="connsiteY14" fmla="*/ 33249 h 105022"/>
                <a:gd name="connsiteX15" fmla="*/ 22298 w 89155"/>
                <a:gd name="connsiteY15" fmla="*/ 33249 h 105022"/>
                <a:gd name="connsiteX16" fmla="*/ 26511 w 89155"/>
                <a:gd name="connsiteY16" fmla="*/ 37463 h 105022"/>
                <a:gd name="connsiteX17" fmla="*/ 22298 w 89155"/>
                <a:gd name="connsiteY17" fmla="*/ 41677 h 105022"/>
                <a:gd name="connsiteX18" fmla="*/ 22298 w 89155"/>
                <a:gd name="connsiteY18" fmla="*/ 62605 h 105022"/>
                <a:gd name="connsiteX19" fmla="*/ 4214 w 89155"/>
                <a:gd name="connsiteY19" fmla="*/ 62605 h 105022"/>
                <a:gd name="connsiteX20" fmla="*/ 0 w 89155"/>
                <a:gd name="connsiteY20" fmla="*/ 58391 h 105022"/>
                <a:gd name="connsiteX21" fmla="*/ 4214 w 89155"/>
                <a:gd name="connsiteY21" fmla="*/ 54177 h 105022"/>
                <a:gd name="connsiteX22" fmla="*/ 22298 w 89155"/>
                <a:gd name="connsiteY22" fmla="*/ 54177 h 105022"/>
                <a:gd name="connsiteX23" fmla="*/ 26511 w 89155"/>
                <a:gd name="connsiteY23" fmla="*/ 58391 h 105022"/>
                <a:gd name="connsiteX24" fmla="*/ 22298 w 89155"/>
                <a:gd name="connsiteY24" fmla="*/ 62605 h 105022"/>
                <a:gd name="connsiteX25" fmla="*/ 22298 w 89155"/>
                <a:gd name="connsiteY25" fmla="*/ 83533 h 105022"/>
                <a:gd name="connsiteX26" fmla="*/ 4214 w 89155"/>
                <a:gd name="connsiteY26" fmla="*/ 83533 h 105022"/>
                <a:gd name="connsiteX27" fmla="*/ 0 w 89155"/>
                <a:gd name="connsiteY27" fmla="*/ 79319 h 105022"/>
                <a:gd name="connsiteX28" fmla="*/ 4214 w 89155"/>
                <a:gd name="connsiteY28" fmla="*/ 75106 h 105022"/>
                <a:gd name="connsiteX29" fmla="*/ 22298 w 89155"/>
                <a:gd name="connsiteY29" fmla="*/ 75106 h 105022"/>
                <a:gd name="connsiteX30" fmla="*/ 26511 w 89155"/>
                <a:gd name="connsiteY30" fmla="*/ 79319 h 105022"/>
                <a:gd name="connsiteX31" fmla="*/ 22298 w 89155"/>
                <a:gd name="connsiteY31" fmla="*/ 83533 h 10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9155" h="105022">
                  <a:moveTo>
                    <a:pt x="84941" y="105023"/>
                  </a:moveTo>
                  <a:cubicBezTo>
                    <a:pt x="82624" y="105023"/>
                    <a:pt x="80728" y="103127"/>
                    <a:pt x="80728" y="100809"/>
                  </a:cubicBezTo>
                  <a:lnTo>
                    <a:pt x="80728" y="37674"/>
                  </a:lnTo>
                  <a:cubicBezTo>
                    <a:pt x="80728" y="35918"/>
                    <a:pt x="79780" y="34268"/>
                    <a:pt x="78270" y="33355"/>
                  </a:cubicBezTo>
                  <a:lnTo>
                    <a:pt x="35395" y="7827"/>
                  </a:lnTo>
                  <a:cubicBezTo>
                    <a:pt x="33394" y="6633"/>
                    <a:pt x="32726" y="4034"/>
                    <a:pt x="33920" y="2068"/>
                  </a:cubicBezTo>
                  <a:cubicBezTo>
                    <a:pt x="35114" y="66"/>
                    <a:pt x="37713" y="-601"/>
                    <a:pt x="39714" y="593"/>
                  </a:cubicBezTo>
                  <a:lnTo>
                    <a:pt x="82589" y="26086"/>
                  </a:lnTo>
                  <a:cubicBezTo>
                    <a:pt x="86627" y="28509"/>
                    <a:pt x="89155" y="32933"/>
                    <a:pt x="89155" y="37639"/>
                  </a:cubicBezTo>
                  <a:lnTo>
                    <a:pt x="89155" y="100774"/>
                  </a:lnTo>
                  <a:cubicBezTo>
                    <a:pt x="89155" y="103127"/>
                    <a:pt x="87259" y="105023"/>
                    <a:pt x="84941" y="105023"/>
                  </a:cubicBezTo>
                  <a:close/>
                  <a:moveTo>
                    <a:pt x="22298" y="41677"/>
                  </a:moveTo>
                  <a:lnTo>
                    <a:pt x="4214" y="41677"/>
                  </a:lnTo>
                  <a:cubicBezTo>
                    <a:pt x="1896" y="41677"/>
                    <a:pt x="0" y="39781"/>
                    <a:pt x="0" y="37463"/>
                  </a:cubicBezTo>
                  <a:cubicBezTo>
                    <a:pt x="0" y="35146"/>
                    <a:pt x="1896" y="33249"/>
                    <a:pt x="4214" y="33249"/>
                  </a:cubicBezTo>
                  <a:lnTo>
                    <a:pt x="22298" y="33249"/>
                  </a:lnTo>
                  <a:cubicBezTo>
                    <a:pt x="24615" y="33249"/>
                    <a:pt x="26511" y="35146"/>
                    <a:pt x="26511" y="37463"/>
                  </a:cubicBezTo>
                  <a:cubicBezTo>
                    <a:pt x="26511" y="39781"/>
                    <a:pt x="24615" y="41677"/>
                    <a:pt x="22298" y="41677"/>
                  </a:cubicBezTo>
                  <a:close/>
                  <a:moveTo>
                    <a:pt x="22298" y="62605"/>
                  </a:moveTo>
                  <a:lnTo>
                    <a:pt x="4214" y="62605"/>
                  </a:lnTo>
                  <a:cubicBezTo>
                    <a:pt x="1896" y="62605"/>
                    <a:pt x="0" y="60709"/>
                    <a:pt x="0" y="58391"/>
                  </a:cubicBezTo>
                  <a:cubicBezTo>
                    <a:pt x="0" y="56074"/>
                    <a:pt x="1896" y="54177"/>
                    <a:pt x="4214" y="54177"/>
                  </a:cubicBezTo>
                  <a:lnTo>
                    <a:pt x="22298" y="54177"/>
                  </a:lnTo>
                  <a:cubicBezTo>
                    <a:pt x="24615" y="54177"/>
                    <a:pt x="26511" y="56074"/>
                    <a:pt x="26511" y="58391"/>
                  </a:cubicBezTo>
                  <a:cubicBezTo>
                    <a:pt x="26511" y="60709"/>
                    <a:pt x="24615" y="62605"/>
                    <a:pt x="22298" y="62605"/>
                  </a:cubicBezTo>
                  <a:close/>
                  <a:moveTo>
                    <a:pt x="22298" y="83533"/>
                  </a:moveTo>
                  <a:lnTo>
                    <a:pt x="4214" y="83533"/>
                  </a:lnTo>
                  <a:cubicBezTo>
                    <a:pt x="1896" y="83533"/>
                    <a:pt x="0" y="81637"/>
                    <a:pt x="0" y="79319"/>
                  </a:cubicBezTo>
                  <a:cubicBezTo>
                    <a:pt x="0" y="77002"/>
                    <a:pt x="1896" y="75106"/>
                    <a:pt x="4214" y="75106"/>
                  </a:cubicBezTo>
                  <a:lnTo>
                    <a:pt x="22298" y="75106"/>
                  </a:lnTo>
                  <a:cubicBezTo>
                    <a:pt x="24615" y="75106"/>
                    <a:pt x="26511" y="77002"/>
                    <a:pt x="26511" y="79319"/>
                  </a:cubicBezTo>
                  <a:cubicBezTo>
                    <a:pt x="26511" y="81637"/>
                    <a:pt x="24615" y="83533"/>
                    <a:pt x="22298" y="83533"/>
                  </a:cubicBezTo>
                  <a:close/>
                </a:path>
              </a:pathLst>
            </a:custGeom>
            <a:solidFill>
              <a:schemeClr val="accent2"/>
            </a:solidFill>
            <a:ln w="3175" cap="flat">
              <a:solidFill>
                <a:schemeClr val="accent2"/>
              </a:solidFill>
              <a:prstDash val="solid"/>
              <a:miter/>
            </a:ln>
          </p:spPr>
          <p:txBody>
            <a:bodyPr rtlCol="0" anchor="ctr"/>
            <a:lstStyle/>
            <a:p>
              <a:endParaRPr lang="zh-CN" altLang="en-US"/>
            </a:p>
          </p:txBody>
        </p:sp>
        <p:sp>
          <p:nvSpPr>
            <p:cNvPr id="1097" name="任意多边形: 形状 1096">
              <a:extLst>
                <a:ext uri="{FF2B5EF4-FFF2-40B4-BE49-F238E27FC236}">
                  <a16:creationId xmlns:a16="http://schemas.microsoft.com/office/drawing/2014/main" id="{ADBB18BC-0E3F-B2E7-21CF-C359F060E51C}"/>
                </a:ext>
              </a:extLst>
            </p:cNvPr>
            <p:cNvSpPr/>
            <p:nvPr/>
          </p:nvSpPr>
          <p:spPr>
            <a:xfrm>
              <a:off x="7717153" y="1605813"/>
              <a:ext cx="26511" cy="31111"/>
            </a:xfrm>
            <a:custGeom>
              <a:avLst/>
              <a:gdLst>
                <a:gd name="connsiteX0" fmla="*/ 22298 w 26511"/>
                <a:gd name="connsiteY0" fmla="*/ 8427 h 31111"/>
                <a:gd name="connsiteX1" fmla="*/ 4214 w 26511"/>
                <a:gd name="connsiteY1" fmla="*/ 8427 h 31111"/>
                <a:gd name="connsiteX2" fmla="*/ 0 w 26511"/>
                <a:gd name="connsiteY2" fmla="*/ 4214 h 31111"/>
                <a:gd name="connsiteX3" fmla="*/ 4214 w 26511"/>
                <a:gd name="connsiteY3" fmla="*/ 0 h 31111"/>
                <a:gd name="connsiteX4" fmla="*/ 22298 w 26511"/>
                <a:gd name="connsiteY4" fmla="*/ 0 h 31111"/>
                <a:gd name="connsiteX5" fmla="*/ 26511 w 26511"/>
                <a:gd name="connsiteY5" fmla="*/ 4214 h 31111"/>
                <a:gd name="connsiteX6" fmla="*/ 22298 w 26511"/>
                <a:gd name="connsiteY6" fmla="*/ 8427 h 31111"/>
                <a:gd name="connsiteX7" fmla="*/ 22298 w 26511"/>
                <a:gd name="connsiteY7" fmla="*/ 31111 h 31111"/>
                <a:gd name="connsiteX8" fmla="*/ 4214 w 26511"/>
                <a:gd name="connsiteY8" fmla="*/ 31111 h 31111"/>
                <a:gd name="connsiteX9" fmla="*/ 0 w 26511"/>
                <a:gd name="connsiteY9" fmla="*/ 26898 h 31111"/>
                <a:gd name="connsiteX10" fmla="*/ 4214 w 26511"/>
                <a:gd name="connsiteY10" fmla="*/ 22684 h 31111"/>
                <a:gd name="connsiteX11" fmla="*/ 22298 w 26511"/>
                <a:gd name="connsiteY11" fmla="*/ 22684 h 31111"/>
                <a:gd name="connsiteX12" fmla="*/ 26511 w 26511"/>
                <a:gd name="connsiteY12" fmla="*/ 26898 h 31111"/>
                <a:gd name="connsiteX13" fmla="*/ 22298 w 26511"/>
                <a:gd name="connsiteY13" fmla="*/ 31111 h 31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511" h="31111">
                  <a:moveTo>
                    <a:pt x="22298" y="8427"/>
                  </a:moveTo>
                  <a:lnTo>
                    <a:pt x="4214" y="8427"/>
                  </a:lnTo>
                  <a:cubicBezTo>
                    <a:pt x="1896" y="8427"/>
                    <a:pt x="0" y="6531"/>
                    <a:pt x="0" y="4214"/>
                  </a:cubicBezTo>
                  <a:cubicBezTo>
                    <a:pt x="0" y="1896"/>
                    <a:pt x="1896" y="0"/>
                    <a:pt x="4214" y="0"/>
                  </a:cubicBezTo>
                  <a:lnTo>
                    <a:pt x="22298" y="0"/>
                  </a:lnTo>
                  <a:cubicBezTo>
                    <a:pt x="24615" y="0"/>
                    <a:pt x="26511" y="1896"/>
                    <a:pt x="26511" y="4214"/>
                  </a:cubicBezTo>
                  <a:cubicBezTo>
                    <a:pt x="26511" y="6531"/>
                    <a:pt x="24650" y="8427"/>
                    <a:pt x="22298" y="8427"/>
                  </a:cubicBezTo>
                  <a:close/>
                  <a:moveTo>
                    <a:pt x="22298" y="31111"/>
                  </a:moveTo>
                  <a:lnTo>
                    <a:pt x="4214" y="31111"/>
                  </a:lnTo>
                  <a:cubicBezTo>
                    <a:pt x="1896" y="31111"/>
                    <a:pt x="0" y="29215"/>
                    <a:pt x="0" y="26898"/>
                  </a:cubicBezTo>
                  <a:cubicBezTo>
                    <a:pt x="0" y="24580"/>
                    <a:pt x="1896" y="22684"/>
                    <a:pt x="4214" y="22684"/>
                  </a:cubicBezTo>
                  <a:lnTo>
                    <a:pt x="22298" y="22684"/>
                  </a:lnTo>
                  <a:cubicBezTo>
                    <a:pt x="24615" y="22684"/>
                    <a:pt x="26511" y="24580"/>
                    <a:pt x="26511" y="26898"/>
                  </a:cubicBezTo>
                  <a:cubicBezTo>
                    <a:pt x="26511" y="29215"/>
                    <a:pt x="24650" y="31111"/>
                    <a:pt x="22298" y="31111"/>
                  </a:cubicBezTo>
                  <a:close/>
                </a:path>
              </a:pathLst>
            </a:custGeom>
            <a:solidFill>
              <a:schemeClr val="accent2"/>
            </a:solidFill>
            <a:ln w="3175" cap="flat">
              <a:solidFill>
                <a:schemeClr val="accent2"/>
              </a:solidFill>
              <a:prstDash val="solid"/>
              <a:miter/>
            </a:ln>
          </p:spPr>
          <p:txBody>
            <a:bodyPr rtlCol="0" anchor="ctr"/>
            <a:lstStyle/>
            <a:p>
              <a:endParaRPr lang="zh-CN" altLang="en-US"/>
            </a:p>
          </p:txBody>
        </p:sp>
      </p:grpSp>
    </p:spTree>
    <p:extLst>
      <p:ext uri="{BB962C8B-B14F-4D97-AF65-F5344CB8AC3E}">
        <p14:creationId xmlns:p14="http://schemas.microsoft.com/office/powerpoint/2010/main" val="1558779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9449335"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企业数智化管理专家</a:t>
            </a:r>
            <a:endParaRPr lang="en-US" altLang="zh-CN" dirty="0"/>
          </a:p>
        </p:txBody>
      </p:sp>
      <p:sp>
        <p:nvSpPr>
          <p:cNvPr id="2165" name="椭圆 2164">
            <a:extLst>
              <a:ext uri="{FF2B5EF4-FFF2-40B4-BE49-F238E27FC236}">
                <a16:creationId xmlns:a16="http://schemas.microsoft.com/office/drawing/2014/main" id="{4A66A388-211F-A030-1684-E39678116727}"/>
              </a:ext>
            </a:extLst>
          </p:cNvPr>
          <p:cNvSpPr/>
          <p:nvPr/>
        </p:nvSpPr>
        <p:spPr>
          <a:xfrm>
            <a:off x="2832100" y="2014149"/>
            <a:ext cx="6527800" cy="6429590"/>
          </a:xfrm>
          <a:prstGeom prst="ellipse">
            <a:avLst/>
          </a:prstGeom>
          <a:gradFill>
            <a:gsLst>
              <a:gs pos="0">
                <a:schemeClr val="accent1">
                  <a:alpha val="23000"/>
                </a:schemeClr>
              </a:gs>
              <a:gs pos="66000">
                <a:schemeClr val="accent1">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Freeform 55">
            <a:extLst>
              <a:ext uri="{FF2B5EF4-FFF2-40B4-BE49-F238E27FC236}">
                <a16:creationId xmlns:a16="http://schemas.microsoft.com/office/drawing/2014/main" id="{1E207FFF-D9B8-A46D-14C1-79285594E540}"/>
              </a:ext>
            </a:extLst>
          </p:cNvPr>
          <p:cNvSpPr/>
          <p:nvPr/>
        </p:nvSpPr>
        <p:spPr>
          <a:xfrm>
            <a:off x="3617858" y="1745154"/>
            <a:ext cx="4956283" cy="1045628"/>
          </a:xfrm>
          <a:custGeom>
            <a:avLst/>
            <a:gdLst>
              <a:gd name="connsiteX0" fmla="*/ 2478142 w 4979143"/>
              <a:gd name="connsiteY0" fmla="*/ 0 h 1045575"/>
              <a:gd name="connsiteX1" fmla="*/ 4979143 w 4979143"/>
              <a:gd name="connsiteY1" fmla="*/ 1020364 h 1045575"/>
              <a:gd name="connsiteX2" fmla="*/ 4946658 w 4979143"/>
              <a:gd name="connsiteY2" fmla="*/ 985161 h 1045575"/>
              <a:gd name="connsiteX3" fmla="*/ 4920201 w 4979143"/>
              <a:gd name="connsiteY3" fmla="*/ 1045575 h 1045575"/>
              <a:gd name="connsiteX4" fmla="*/ 36082 w 4979143"/>
              <a:gd name="connsiteY4" fmla="*/ 1045575 h 1045575"/>
              <a:gd name="connsiteX5" fmla="*/ 9625 w 4979143"/>
              <a:gd name="connsiteY5" fmla="*/ 985161 h 1045575"/>
              <a:gd name="connsiteX6" fmla="*/ 2478142 w 4979143"/>
              <a:gd name="connsiteY6" fmla="*/ 0 h 1045575"/>
              <a:gd name="connsiteX0" fmla="*/ 2478142 w 4979143"/>
              <a:gd name="connsiteY0" fmla="*/ 0 h 1045575"/>
              <a:gd name="connsiteX1" fmla="*/ 4979143 w 4979143"/>
              <a:gd name="connsiteY1" fmla="*/ 1020364 h 1045575"/>
              <a:gd name="connsiteX2" fmla="*/ 4946658 w 4979143"/>
              <a:gd name="connsiteY2" fmla="*/ 985161 h 1045575"/>
              <a:gd name="connsiteX3" fmla="*/ 4920201 w 4979143"/>
              <a:gd name="connsiteY3" fmla="*/ 1045575 h 1045575"/>
              <a:gd name="connsiteX4" fmla="*/ 36082 w 4979143"/>
              <a:gd name="connsiteY4" fmla="*/ 1045575 h 1045575"/>
              <a:gd name="connsiteX5" fmla="*/ 9625 w 4979143"/>
              <a:gd name="connsiteY5" fmla="*/ 985161 h 1045575"/>
              <a:gd name="connsiteX6" fmla="*/ 2478142 w 4979143"/>
              <a:gd name="connsiteY6" fmla="*/ 0 h 1045575"/>
              <a:gd name="connsiteX0" fmla="*/ 2478142 w 4979143"/>
              <a:gd name="connsiteY0" fmla="*/ 82 h 1045657"/>
              <a:gd name="connsiteX1" fmla="*/ 4979143 w 4979143"/>
              <a:gd name="connsiteY1" fmla="*/ 1020446 h 1045657"/>
              <a:gd name="connsiteX2" fmla="*/ 4946658 w 4979143"/>
              <a:gd name="connsiteY2" fmla="*/ 985243 h 1045657"/>
              <a:gd name="connsiteX3" fmla="*/ 4920201 w 4979143"/>
              <a:gd name="connsiteY3" fmla="*/ 1045657 h 1045657"/>
              <a:gd name="connsiteX4" fmla="*/ 36082 w 4979143"/>
              <a:gd name="connsiteY4" fmla="*/ 1045657 h 1045657"/>
              <a:gd name="connsiteX5" fmla="*/ 9625 w 4979143"/>
              <a:gd name="connsiteY5" fmla="*/ 985243 h 1045657"/>
              <a:gd name="connsiteX6" fmla="*/ 2478142 w 4979143"/>
              <a:gd name="connsiteY6" fmla="*/ 82 h 1045657"/>
              <a:gd name="connsiteX0" fmla="*/ 2478142 w 4956283"/>
              <a:gd name="connsiteY0" fmla="*/ 0 h 1045575"/>
              <a:gd name="connsiteX1" fmla="*/ 4946658 w 4956283"/>
              <a:gd name="connsiteY1" fmla="*/ 985161 h 1045575"/>
              <a:gd name="connsiteX2" fmla="*/ 4920201 w 4956283"/>
              <a:gd name="connsiteY2" fmla="*/ 1045575 h 1045575"/>
              <a:gd name="connsiteX3" fmla="*/ 36082 w 4956283"/>
              <a:gd name="connsiteY3" fmla="*/ 1045575 h 1045575"/>
              <a:gd name="connsiteX4" fmla="*/ 9625 w 4956283"/>
              <a:gd name="connsiteY4" fmla="*/ 985161 h 1045575"/>
              <a:gd name="connsiteX5" fmla="*/ 2478142 w 4956283"/>
              <a:gd name="connsiteY5" fmla="*/ 0 h 1045575"/>
              <a:gd name="connsiteX0" fmla="*/ 2478142 w 4956283"/>
              <a:gd name="connsiteY0" fmla="*/ 0 h 1045575"/>
              <a:gd name="connsiteX1" fmla="*/ 4946658 w 4956283"/>
              <a:gd name="connsiteY1" fmla="*/ 985161 h 1045575"/>
              <a:gd name="connsiteX2" fmla="*/ 4920201 w 4956283"/>
              <a:gd name="connsiteY2" fmla="*/ 1045575 h 1045575"/>
              <a:gd name="connsiteX3" fmla="*/ 36082 w 4956283"/>
              <a:gd name="connsiteY3" fmla="*/ 1045575 h 1045575"/>
              <a:gd name="connsiteX4" fmla="*/ 9625 w 4956283"/>
              <a:gd name="connsiteY4" fmla="*/ 985161 h 1045575"/>
              <a:gd name="connsiteX5" fmla="*/ 2478142 w 4956283"/>
              <a:gd name="connsiteY5" fmla="*/ 0 h 1045575"/>
              <a:gd name="connsiteX0" fmla="*/ 2478142 w 4956283"/>
              <a:gd name="connsiteY0" fmla="*/ 9574 h 1055149"/>
              <a:gd name="connsiteX1" fmla="*/ 4946658 w 4956283"/>
              <a:gd name="connsiteY1" fmla="*/ 994735 h 1055149"/>
              <a:gd name="connsiteX2" fmla="*/ 4920201 w 4956283"/>
              <a:gd name="connsiteY2" fmla="*/ 1055149 h 1055149"/>
              <a:gd name="connsiteX3" fmla="*/ 36082 w 4956283"/>
              <a:gd name="connsiteY3" fmla="*/ 1055149 h 1055149"/>
              <a:gd name="connsiteX4" fmla="*/ 9625 w 4956283"/>
              <a:gd name="connsiteY4" fmla="*/ 994735 h 1055149"/>
              <a:gd name="connsiteX5" fmla="*/ 2478142 w 4956283"/>
              <a:gd name="connsiteY5" fmla="*/ 9574 h 1055149"/>
              <a:gd name="connsiteX0" fmla="*/ 2478142 w 4956283"/>
              <a:gd name="connsiteY0" fmla="*/ 330 h 1045905"/>
              <a:gd name="connsiteX1" fmla="*/ 4946658 w 4956283"/>
              <a:gd name="connsiteY1" fmla="*/ 985491 h 1045905"/>
              <a:gd name="connsiteX2" fmla="*/ 4920201 w 4956283"/>
              <a:gd name="connsiteY2" fmla="*/ 1045905 h 1045905"/>
              <a:gd name="connsiteX3" fmla="*/ 36082 w 4956283"/>
              <a:gd name="connsiteY3" fmla="*/ 1045905 h 1045905"/>
              <a:gd name="connsiteX4" fmla="*/ 9625 w 4956283"/>
              <a:gd name="connsiteY4" fmla="*/ 985491 h 1045905"/>
              <a:gd name="connsiteX5" fmla="*/ 2478142 w 4956283"/>
              <a:gd name="connsiteY5" fmla="*/ 330 h 1045905"/>
              <a:gd name="connsiteX0" fmla="*/ 2478142 w 4956283"/>
              <a:gd name="connsiteY0" fmla="*/ 53 h 1045628"/>
              <a:gd name="connsiteX1" fmla="*/ 4946658 w 4956283"/>
              <a:gd name="connsiteY1" fmla="*/ 985214 h 1045628"/>
              <a:gd name="connsiteX2" fmla="*/ 4920201 w 4956283"/>
              <a:gd name="connsiteY2" fmla="*/ 1045628 h 1045628"/>
              <a:gd name="connsiteX3" fmla="*/ 36082 w 4956283"/>
              <a:gd name="connsiteY3" fmla="*/ 1045628 h 1045628"/>
              <a:gd name="connsiteX4" fmla="*/ 9625 w 4956283"/>
              <a:gd name="connsiteY4" fmla="*/ 985214 h 1045628"/>
              <a:gd name="connsiteX5" fmla="*/ 2478142 w 4956283"/>
              <a:gd name="connsiteY5" fmla="*/ 53 h 1045628"/>
              <a:gd name="connsiteX0" fmla="*/ 2478142 w 4956283"/>
              <a:gd name="connsiteY0" fmla="*/ 53 h 1045628"/>
              <a:gd name="connsiteX1" fmla="*/ 4946658 w 4956283"/>
              <a:gd name="connsiteY1" fmla="*/ 985214 h 1045628"/>
              <a:gd name="connsiteX2" fmla="*/ 4920201 w 4956283"/>
              <a:gd name="connsiteY2" fmla="*/ 1045628 h 1045628"/>
              <a:gd name="connsiteX3" fmla="*/ 36082 w 4956283"/>
              <a:gd name="connsiteY3" fmla="*/ 1045628 h 1045628"/>
              <a:gd name="connsiteX4" fmla="*/ 9625 w 4956283"/>
              <a:gd name="connsiteY4" fmla="*/ 985214 h 1045628"/>
              <a:gd name="connsiteX5" fmla="*/ 2478142 w 4956283"/>
              <a:gd name="connsiteY5" fmla="*/ 53 h 104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6283" h="1045628">
                <a:moveTo>
                  <a:pt x="2478142" y="53"/>
                </a:moveTo>
                <a:cubicBezTo>
                  <a:pt x="3152814" y="4286"/>
                  <a:pt x="4129014" y="239452"/>
                  <a:pt x="4946658" y="985214"/>
                </a:cubicBezTo>
                <a:cubicBezTo>
                  <a:pt x="4967954" y="1008292"/>
                  <a:pt x="4951604" y="1045628"/>
                  <a:pt x="4920201" y="1045628"/>
                </a:cubicBezTo>
                <a:lnTo>
                  <a:pt x="36082" y="1045628"/>
                </a:lnTo>
                <a:cubicBezTo>
                  <a:pt x="4680" y="1045628"/>
                  <a:pt x="-11670" y="1008292"/>
                  <a:pt x="9625" y="985214"/>
                </a:cubicBezTo>
                <a:cubicBezTo>
                  <a:pt x="790130" y="246194"/>
                  <a:pt x="1803470" y="-4180"/>
                  <a:pt x="2478142" y="53"/>
                </a:cubicBezTo>
                <a:close/>
              </a:path>
            </a:pathLst>
          </a:custGeom>
          <a:solidFill>
            <a:schemeClr val="tx1"/>
          </a:solidFill>
          <a:ln>
            <a:solidFill>
              <a:schemeClr val="accent1"/>
            </a:solidFill>
          </a:ln>
          <a:effectLst>
            <a:outerShdw blurRad="114300" dist="38100" dir="5400000" algn="t" rotWithShape="0">
              <a:schemeClr val="accent1">
                <a:alpha val="3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168" name="任意多边形: 形状 2167">
            <a:extLst>
              <a:ext uri="{FF2B5EF4-FFF2-40B4-BE49-F238E27FC236}">
                <a16:creationId xmlns:a16="http://schemas.microsoft.com/office/drawing/2014/main" id="{52D1721E-6652-0D65-2B19-CA658C6AB72C}"/>
              </a:ext>
            </a:extLst>
          </p:cNvPr>
          <p:cNvSpPr/>
          <p:nvPr/>
        </p:nvSpPr>
        <p:spPr>
          <a:xfrm>
            <a:off x="2118995" y="1311770"/>
            <a:ext cx="7954010" cy="7834346"/>
          </a:xfrm>
          <a:custGeom>
            <a:avLst/>
            <a:gdLst>
              <a:gd name="connsiteX0" fmla="*/ 3977005 w 7954010"/>
              <a:gd name="connsiteY0" fmla="*/ 0 h 7834346"/>
              <a:gd name="connsiteX1" fmla="*/ 7948835 w 7954010"/>
              <a:gd name="connsiteY1" fmla="*/ 3715596 h 7834346"/>
              <a:gd name="connsiteX2" fmla="*/ 7953784 w 7954010"/>
              <a:gd name="connsiteY2" fmla="*/ 3908362 h 7834346"/>
              <a:gd name="connsiteX3" fmla="*/ 7954010 w 7954010"/>
              <a:gd name="connsiteY3" fmla="*/ 3908362 h 7834346"/>
              <a:gd name="connsiteX4" fmla="*/ 7954010 w 7954010"/>
              <a:gd name="connsiteY4" fmla="*/ 3917173 h 7834346"/>
              <a:gd name="connsiteX5" fmla="*/ 7954010 w 7954010"/>
              <a:gd name="connsiteY5" fmla="*/ 6059379 h 7834346"/>
              <a:gd name="connsiteX6" fmla="*/ 7305992 w 7954010"/>
              <a:gd name="connsiteY6" fmla="*/ 6059379 h 7834346"/>
              <a:gd name="connsiteX7" fmla="*/ 7274800 w 7954010"/>
              <a:gd name="connsiteY7" fmla="*/ 6107302 h 7834346"/>
              <a:gd name="connsiteX8" fmla="*/ 3977005 w 7954010"/>
              <a:gd name="connsiteY8" fmla="*/ 7834346 h 7834346"/>
              <a:gd name="connsiteX9" fmla="*/ 679210 w 7954010"/>
              <a:gd name="connsiteY9" fmla="*/ 6107302 h 7834346"/>
              <a:gd name="connsiteX10" fmla="*/ 648018 w 7954010"/>
              <a:gd name="connsiteY10" fmla="*/ 6059379 h 7834346"/>
              <a:gd name="connsiteX11" fmla="*/ 0 w 7954010"/>
              <a:gd name="connsiteY11" fmla="*/ 6059379 h 7834346"/>
              <a:gd name="connsiteX12" fmla="*/ 0 w 7954010"/>
              <a:gd name="connsiteY12" fmla="*/ 3917173 h 7834346"/>
              <a:gd name="connsiteX13" fmla="*/ 0 w 7954010"/>
              <a:gd name="connsiteY13" fmla="*/ 3908362 h 7834346"/>
              <a:gd name="connsiteX14" fmla="*/ 226 w 7954010"/>
              <a:gd name="connsiteY14" fmla="*/ 3908362 h 7834346"/>
              <a:gd name="connsiteX15" fmla="*/ 5175 w 7954010"/>
              <a:gd name="connsiteY15" fmla="*/ 3715596 h 7834346"/>
              <a:gd name="connsiteX16" fmla="*/ 3977005 w 7954010"/>
              <a:gd name="connsiteY16" fmla="*/ 0 h 7834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954010" h="7834346">
                <a:moveTo>
                  <a:pt x="3977005" y="0"/>
                </a:moveTo>
                <a:cubicBezTo>
                  <a:pt x="6104806" y="0"/>
                  <a:pt x="7842319" y="1645880"/>
                  <a:pt x="7948835" y="3715596"/>
                </a:cubicBezTo>
                <a:lnTo>
                  <a:pt x="7953784" y="3908362"/>
                </a:lnTo>
                <a:lnTo>
                  <a:pt x="7954010" y="3908362"/>
                </a:lnTo>
                <a:lnTo>
                  <a:pt x="7954010" y="3917173"/>
                </a:lnTo>
                <a:lnTo>
                  <a:pt x="7954010" y="6059379"/>
                </a:lnTo>
                <a:lnTo>
                  <a:pt x="7305992" y="6059379"/>
                </a:lnTo>
                <a:lnTo>
                  <a:pt x="7274800" y="6107302"/>
                </a:lnTo>
                <a:cubicBezTo>
                  <a:pt x="6560103" y="7149277"/>
                  <a:pt x="5349780" y="7834346"/>
                  <a:pt x="3977005" y="7834346"/>
                </a:cubicBezTo>
                <a:cubicBezTo>
                  <a:pt x="2604231" y="7834346"/>
                  <a:pt x="1393907" y="7149277"/>
                  <a:pt x="679210" y="6107302"/>
                </a:cubicBezTo>
                <a:lnTo>
                  <a:pt x="648018" y="6059379"/>
                </a:lnTo>
                <a:lnTo>
                  <a:pt x="0" y="6059379"/>
                </a:lnTo>
                <a:lnTo>
                  <a:pt x="0" y="3917173"/>
                </a:lnTo>
                <a:lnTo>
                  <a:pt x="0" y="3908362"/>
                </a:lnTo>
                <a:lnTo>
                  <a:pt x="226" y="3908362"/>
                </a:lnTo>
                <a:lnTo>
                  <a:pt x="5175" y="3715596"/>
                </a:lnTo>
                <a:cubicBezTo>
                  <a:pt x="111692" y="1645880"/>
                  <a:pt x="1849205" y="0"/>
                  <a:pt x="3977005" y="0"/>
                </a:cubicBezTo>
                <a:close/>
              </a:path>
            </a:pathLst>
          </a:custGeom>
          <a:noFill/>
          <a:ln>
            <a:gradFill>
              <a:gsLst>
                <a:gs pos="0">
                  <a:schemeClr val="accent1"/>
                </a:gs>
                <a:gs pos="66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文本框 5">
            <a:extLst>
              <a:ext uri="{FF2B5EF4-FFF2-40B4-BE49-F238E27FC236}">
                <a16:creationId xmlns:a16="http://schemas.microsoft.com/office/drawing/2014/main" id="{8DC5E813-DDDC-DCCB-22B1-37F63BC0F9AD}"/>
              </a:ext>
            </a:extLst>
          </p:cNvPr>
          <p:cNvSpPr txBox="1"/>
          <p:nvPr/>
        </p:nvSpPr>
        <p:spPr>
          <a:xfrm>
            <a:off x="5698456" y="805264"/>
            <a:ext cx="795090" cy="215444"/>
          </a:xfrm>
          <a:prstGeom prst="rect">
            <a:avLst/>
          </a:prstGeom>
          <a:noFill/>
        </p:spPr>
        <p:txBody>
          <a:bodyPr wrap="none" lIns="0" tIns="0" rIns="0" bIns="0" rtlCol="0">
            <a:spAutoFit/>
          </a:bodyPr>
          <a:lstStyle/>
          <a:p>
            <a:pPr algn="ctr"/>
            <a:r>
              <a:rPr lang="zh-CN" altLang="en-US" sz="1400" dirty="0">
                <a:solidFill>
                  <a:schemeClr val="bg1"/>
                </a:solidFill>
                <a:latin typeface="+mn-ea"/>
              </a:rPr>
              <a:t>营销</a:t>
            </a:r>
            <a:r>
              <a:rPr lang="en-US" altLang="zh-CN" sz="1400" dirty="0">
                <a:solidFill>
                  <a:schemeClr val="bg1"/>
                </a:solidFill>
                <a:latin typeface="+mn-ea"/>
              </a:rPr>
              <a:t>/</a:t>
            </a:r>
            <a:r>
              <a:rPr lang="zh-CN" altLang="en-US" sz="1400" dirty="0">
                <a:solidFill>
                  <a:schemeClr val="bg1"/>
                </a:solidFill>
                <a:latin typeface="+mn-ea"/>
              </a:rPr>
              <a:t>采购</a:t>
            </a:r>
          </a:p>
        </p:txBody>
      </p:sp>
      <p:grpSp>
        <p:nvGrpSpPr>
          <p:cNvPr id="8" name="组合 7">
            <a:extLst>
              <a:ext uri="{FF2B5EF4-FFF2-40B4-BE49-F238E27FC236}">
                <a16:creationId xmlns:a16="http://schemas.microsoft.com/office/drawing/2014/main" id="{F5BDAF34-ECD3-1E94-A222-AA561CDA03D2}"/>
              </a:ext>
            </a:extLst>
          </p:cNvPr>
          <p:cNvGrpSpPr/>
          <p:nvPr/>
        </p:nvGrpSpPr>
        <p:grpSpPr>
          <a:xfrm>
            <a:off x="5890218" y="1092708"/>
            <a:ext cx="411564" cy="411562"/>
            <a:chOff x="4391220" y="1196514"/>
            <a:chExt cx="674292" cy="674288"/>
          </a:xfrm>
        </p:grpSpPr>
        <p:sp>
          <p:nvSpPr>
            <p:cNvPr id="9" name="椭圆 8">
              <a:extLst>
                <a:ext uri="{FF2B5EF4-FFF2-40B4-BE49-F238E27FC236}">
                  <a16:creationId xmlns:a16="http://schemas.microsoft.com/office/drawing/2014/main" id="{F62A9B35-F2F2-3E53-4E4F-4555C3E4D017}"/>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10" name="椭圆 9">
              <a:extLst>
                <a:ext uri="{FF2B5EF4-FFF2-40B4-BE49-F238E27FC236}">
                  <a16:creationId xmlns:a16="http://schemas.microsoft.com/office/drawing/2014/main" id="{E0A55E0B-0EA0-BCB4-94D1-07D2FF83FADA}"/>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sp>
        <p:nvSpPr>
          <p:cNvPr id="2" name="文本框 1">
            <a:extLst>
              <a:ext uri="{FF2B5EF4-FFF2-40B4-BE49-F238E27FC236}">
                <a16:creationId xmlns:a16="http://schemas.microsoft.com/office/drawing/2014/main" id="{51AB3145-5A2E-6181-2131-10E602BE6A1A}"/>
              </a:ext>
            </a:extLst>
          </p:cNvPr>
          <p:cNvSpPr txBox="1"/>
          <p:nvPr/>
        </p:nvSpPr>
        <p:spPr>
          <a:xfrm>
            <a:off x="4110574" y="1227132"/>
            <a:ext cx="359074" cy="215444"/>
          </a:xfrm>
          <a:prstGeom prst="rect">
            <a:avLst/>
          </a:prstGeom>
          <a:noFill/>
        </p:spPr>
        <p:txBody>
          <a:bodyPr wrap="none" lIns="0" tIns="0" rIns="0" bIns="0" rtlCol="0">
            <a:spAutoFit/>
          </a:bodyPr>
          <a:lstStyle/>
          <a:p>
            <a:pPr algn="ctr"/>
            <a:r>
              <a:rPr lang="zh-CN" altLang="en-US" sz="1400" dirty="0">
                <a:solidFill>
                  <a:schemeClr val="bg1"/>
                </a:solidFill>
                <a:latin typeface="+mn-ea"/>
              </a:rPr>
              <a:t>电商</a:t>
            </a:r>
          </a:p>
        </p:txBody>
      </p:sp>
      <p:grpSp>
        <p:nvGrpSpPr>
          <p:cNvPr id="4" name="组合 3">
            <a:extLst>
              <a:ext uri="{FF2B5EF4-FFF2-40B4-BE49-F238E27FC236}">
                <a16:creationId xmlns:a16="http://schemas.microsoft.com/office/drawing/2014/main" id="{8B1569B7-F3A1-D874-3972-3C01F204655C}"/>
              </a:ext>
            </a:extLst>
          </p:cNvPr>
          <p:cNvGrpSpPr/>
          <p:nvPr/>
        </p:nvGrpSpPr>
        <p:grpSpPr>
          <a:xfrm>
            <a:off x="4594512" y="1308608"/>
            <a:ext cx="411564" cy="411562"/>
            <a:chOff x="4391220" y="1196514"/>
            <a:chExt cx="674292" cy="674288"/>
          </a:xfrm>
        </p:grpSpPr>
        <p:sp>
          <p:nvSpPr>
            <p:cNvPr id="7" name="椭圆 6">
              <a:extLst>
                <a:ext uri="{FF2B5EF4-FFF2-40B4-BE49-F238E27FC236}">
                  <a16:creationId xmlns:a16="http://schemas.microsoft.com/office/drawing/2014/main" id="{F9B9BEE2-562B-8A34-6451-7AE5C3E9102C}"/>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11" name="椭圆 10">
              <a:extLst>
                <a:ext uri="{FF2B5EF4-FFF2-40B4-BE49-F238E27FC236}">
                  <a16:creationId xmlns:a16="http://schemas.microsoft.com/office/drawing/2014/main" id="{17C076FD-589E-767D-2C1B-0A2C886A58A9}"/>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sp>
        <p:nvSpPr>
          <p:cNvPr id="12" name="文本框 11">
            <a:extLst>
              <a:ext uri="{FF2B5EF4-FFF2-40B4-BE49-F238E27FC236}">
                <a16:creationId xmlns:a16="http://schemas.microsoft.com/office/drawing/2014/main" id="{BD5E1E71-0649-936E-6D7B-B83ABD4F2084}"/>
              </a:ext>
            </a:extLst>
          </p:cNvPr>
          <p:cNvSpPr txBox="1"/>
          <p:nvPr/>
        </p:nvSpPr>
        <p:spPr>
          <a:xfrm>
            <a:off x="3005675" y="1930542"/>
            <a:ext cx="359074" cy="215444"/>
          </a:xfrm>
          <a:prstGeom prst="rect">
            <a:avLst/>
          </a:prstGeom>
          <a:noFill/>
        </p:spPr>
        <p:txBody>
          <a:bodyPr wrap="none" lIns="0" tIns="0" rIns="0" bIns="0" rtlCol="0">
            <a:spAutoFit/>
          </a:bodyPr>
          <a:lstStyle/>
          <a:p>
            <a:pPr algn="ctr"/>
            <a:r>
              <a:rPr lang="zh-CN" altLang="en-US" sz="1400" dirty="0">
                <a:solidFill>
                  <a:schemeClr val="bg1"/>
                </a:solidFill>
                <a:latin typeface="+mn-ea"/>
              </a:rPr>
              <a:t>商旅</a:t>
            </a:r>
          </a:p>
        </p:txBody>
      </p:sp>
      <p:grpSp>
        <p:nvGrpSpPr>
          <p:cNvPr id="13" name="组合 12">
            <a:extLst>
              <a:ext uri="{FF2B5EF4-FFF2-40B4-BE49-F238E27FC236}">
                <a16:creationId xmlns:a16="http://schemas.microsoft.com/office/drawing/2014/main" id="{8B2F833C-1BCB-D37F-CE4F-83701373C0FA}"/>
              </a:ext>
            </a:extLst>
          </p:cNvPr>
          <p:cNvGrpSpPr/>
          <p:nvPr/>
        </p:nvGrpSpPr>
        <p:grpSpPr>
          <a:xfrm>
            <a:off x="3559462" y="1832483"/>
            <a:ext cx="411564" cy="411562"/>
            <a:chOff x="4391220" y="1196514"/>
            <a:chExt cx="674292" cy="674288"/>
          </a:xfrm>
        </p:grpSpPr>
        <p:sp>
          <p:nvSpPr>
            <p:cNvPr id="14" name="椭圆 13">
              <a:extLst>
                <a:ext uri="{FF2B5EF4-FFF2-40B4-BE49-F238E27FC236}">
                  <a16:creationId xmlns:a16="http://schemas.microsoft.com/office/drawing/2014/main" id="{B78B1629-0265-801B-8552-4BF89C8D3511}"/>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15" name="椭圆 14">
              <a:extLst>
                <a:ext uri="{FF2B5EF4-FFF2-40B4-BE49-F238E27FC236}">
                  <a16:creationId xmlns:a16="http://schemas.microsoft.com/office/drawing/2014/main" id="{6B4A54D5-4850-3A61-DC2E-B19A907DF140}"/>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sp>
        <p:nvSpPr>
          <p:cNvPr id="16" name="文本框 15">
            <a:extLst>
              <a:ext uri="{FF2B5EF4-FFF2-40B4-BE49-F238E27FC236}">
                <a16:creationId xmlns:a16="http://schemas.microsoft.com/office/drawing/2014/main" id="{81E8BB00-7EA9-6EB2-6CBB-FC0AD5300FF2}"/>
              </a:ext>
            </a:extLst>
          </p:cNvPr>
          <p:cNvSpPr txBox="1"/>
          <p:nvPr/>
        </p:nvSpPr>
        <p:spPr>
          <a:xfrm>
            <a:off x="1814057" y="2711591"/>
            <a:ext cx="795090" cy="215444"/>
          </a:xfrm>
          <a:prstGeom prst="rect">
            <a:avLst/>
          </a:prstGeom>
          <a:noFill/>
        </p:spPr>
        <p:txBody>
          <a:bodyPr wrap="none" lIns="0" tIns="0" rIns="0" bIns="0" rtlCol="0">
            <a:spAutoFit/>
          </a:bodyPr>
          <a:lstStyle/>
          <a:p>
            <a:pPr algn="ctr"/>
            <a:r>
              <a:rPr lang="zh-CN" altLang="en-US" sz="1400" dirty="0">
                <a:solidFill>
                  <a:schemeClr val="bg1"/>
                </a:solidFill>
                <a:latin typeface="+mn-ea"/>
              </a:rPr>
              <a:t>银行</a:t>
            </a:r>
            <a:r>
              <a:rPr lang="en-US" altLang="zh-CN" sz="1400" dirty="0">
                <a:solidFill>
                  <a:schemeClr val="bg1"/>
                </a:solidFill>
                <a:latin typeface="+mn-ea"/>
              </a:rPr>
              <a:t>/</a:t>
            </a:r>
            <a:r>
              <a:rPr lang="zh-CN" altLang="en-US" sz="1400" dirty="0">
                <a:solidFill>
                  <a:schemeClr val="bg1"/>
                </a:solidFill>
                <a:latin typeface="+mn-ea"/>
              </a:rPr>
              <a:t>金融</a:t>
            </a:r>
          </a:p>
        </p:txBody>
      </p:sp>
      <p:sp>
        <p:nvSpPr>
          <p:cNvPr id="17" name="文本框 16">
            <a:extLst>
              <a:ext uri="{FF2B5EF4-FFF2-40B4-BE49-F238E27FC236}">
                <a16:creationId xmlns:a16="http://schemas.microsoft.com/office/drawing/2014/main" id="{E1E7A408-99E5-FFDF-8CAF-B8097EFF07B9}"/>
              </a:ext>
            </a:extLst>
          </p:cNvPr>
          <p:cNvSpPr txBox="1"/>
          <p:nvPr/>
        </p:nvSpPr>
        <p:spPr>
          <a:xfrm>
            <a:off x="1672174" y="3546051"/>
            <a:ext cx="359074" cy="215444"/>
          </a:xfrm>
          <a:prstGeom prst="rect">
            <a:avLst/>
          </a:prstGeom>
          <a:noFill/>
        </p:spPr>
        <p:txBody>
          <a:bodyPr wrap="none" lIns="0" tIns="0" rIns="0" bIns="0" rtlCol="0">
            <a:spAutoFit/>
          </a:bodyPr>
          <a:lstStyle/>
          <a:p>
            <a:pPr algn="ctr"/>
            <a:r>
              <a:rPr lang="zh-CN" altLang="en-US" sz="1400" dirty="0">
                <a:solidFill>
                  <a:schemeClr val="bg1"/>
                </a:solidFill>
                <a:latin typeface="+mn-ea"/>
              </a:rPr>
              <a:t>税局</a:t>
            </a:r>
          </a:p>
        </p:txBody>
      </p:sp>
      <p:sp>
        <p:nvSpPr>
          <p:cNvPr id="18" name="文本框 17">
            <a:extLst>
              <a:ext uri="{FF2B5EF4-FFF2-40B4-BE49-F238E27FC236}">
                <a16:creationId xmlns:a16="http://schemas.microsoft.com/office/drawing/2014/main" id="{1AC13CA3-E656-04DD-FBE0-DABEEB6DC903}"/>
              </a:ext>
            </a:extLst>
          </p:cNvPr>
          <p:cNvSpPr txBox="1"/>
          <p:nvPr/>
        </p:nvSpPr>
        <p:spPr>
          <a:xfrm>
            <a:off x="1135289" y="4429137"/>
            <a:ext cx="718145" cy="215444"/>
          </a:xfrm>
          <a:prstGeom prst="rect">
            <a:avLst/>
          </a:prstGeom>
          <a:noFill/>
        </p:spPr>
        <p:txBody>
          <a:bodyPr wrap="none" lIns="0" tIns="0" rIns="0" bIns="0" rtlCol="0">
            <a:spAutoFit/>
          </a:bodyPr>
          <a:lstStyle/>
          <a:p>
            <a:pPr algn="ctr"/>
            <a:r>
              <a:rPr lang="zh-CN" altLang="en-US" sz="1400" dirty="0">
                <a:solidFill>
                  <a:schemeClr val="bg1"/>
                </a:solidFill>
                <a:latin typeface="+mn-ea"/>
              </a:rPr>
              <a:t>监管机构</a:t>
            </a:r>
          </a:p>
        </p:txBody>
      </p:sp>
      <p:grpSp>
        <p:nvGrpSpPr>
          <p:cNvPr id="19" name="组合 18">
            <a:extLst>
              <a:ext uri="{FF2B5EF4-FFF2-40B4-BE49-F238E27FC236}">
                <a16:creationId xmlns:a16="http://schemas.microsoft.com/office/drawing/2014/main" id="{0013D9C3-F0EF-6211-C7D5-40A01CB3B826}"/>
              </a:ext>
            </a:extLst>
          </p:cNvPr>
          <p:cNvGrpSpPr/>
          <p:nvPr/>
        </p:nvGrpSpPr>
        <p:grpSpPr>
          <a:xfrm>
            <a:off x="2742629" y="2613532"/>
            <a:ext cx="411564" cy="411562"/>
            <a:chOff x="4391220" y="1196514"/>
            <a:chExt cx="674292" cy="674288"/>
          </a:xfrm>
        </p:grpSpPr>
        <p:sp>
          <p:nvSpPr>
            <p:cNvPr id="20" name="椭圆 19">
              <a:extLst>
                <a:ext uri="{FF2B5EF4-FFF2-40B4-BE49-F238E27FC236}">
                  <a16:creationId xmlns:a16="http://schemas.microsoft.com/office/drawing/2014/main" id="{C480C53A-C48A-9691-EDB8-111E43FAD920}"/>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1" name="椭圆 20">
              <a:extLst>
                <a:ext uri="{FF2B5EF4-FFF2-40B4-BE49-F238E27FC236}">
                  <a16:creationId xmlns:a16="http://schemas.microsoft.com/office/drawing/2014/main" id="{CC54797B-8947-CCF1-A792-3F3DD135F043}"/>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22" name="组合 21">
            <a:extLst>
              <a:ext uri="{FF2B5EF4-FFF2-40B4-BE49-F238E27FC236}">
                <a16:creationId xmlns:a16="http://schemas.microsoft.com/office/drawing/2014/main" id="{5DCE6226-4B28-422B-019C-E738A54243DA}"/>
              </a:ext>
            </a:extLst>
          </p:cNvPr>
          <p:cNvGrpSpPr/>
          <p:nvPr/>
        </p:nvGrpSpPr>
        <p:grpSpPr>
          <a:xfrm>
            <a:off x="2235323" y="3447992"/>
            <a:ext cx="411564" cy="411562"/>
            <a:chOff x="4391220" y="1196514"/>
            <a:chExt cx="674292" cy="674288"/>
          </a:xfrm>
        </p:grpSpPr>
        <p:sp>
          <p:nvSpPr>
            <p:cNvPr id="23" name="椭圆 22">
              <a:extLst>
                <a:ext uri="{FF2B5EF4-FFF2-40B4-BE49-F238E27FC236}">
                  <a16:creationId xmlns:a16="http://schemas.microsoft.com/office/drawing/2014/main" id="{DD373FBD-6A05-B7BC-C367-B33285BB73CC}"/>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4" name="椭圆 23">
              <a:extLst>
                <a:ext uri="{FF2B5EF4-FFF2-40B4-BE49-F238E27FC236}">
                  <a16:creationId xmlns:a16="http://schemas.microsoft.com/office/drawing/2014/main" id="{FA5A6A7A-FF39-CCA1-DD56-DEE3F9F9D235}"/>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25" name="组合 24">
            <a:extLst>
              <a:ext uri="{FF2B5EF4-FFF2-40B4-BE49-F238E27FC236}">
                <a16:creationId xmlns:a16="http://schemas.microsoft.com/office/drawing/2014/main" id="{D25D5B80-F067-FFB7-5EA2-FF102E8E606E}"/>
              </a:ext>
            </a:extLst>
          </p:cNvPr>
          <p:cNvGrpSpPr/>
          <p:nvPr/>
        </p:nvGrpSpPr>
        <p:grpSpPr>
          <a:xfrm>
            <a:off x="1985407" y="4331078"/>
            <a:ext cx="411564" cy="411562"/>
            <a:chOff x="4391220" y="1196514"/>
            <a:chExt cx="674292" cy="674288"/>
          </a:xfrm>
        </p:grpSpPr>
        <p:sp>
          <p:nvSpPr>
            <p:cNvPr id="26" name="椭圆 25">
              <a:extLst>
                <a:ext uri="{FF2B5EF4-FFF2-40B4-BE49-F238E27FC236}">
                  <a16:creationId xmlns:a16="http://schemas.microsoft.com/office/drawing/2014/main" id="{C96C54E8-CDA0-5A22-8E1D-908B5F425B94}"/>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27" name="椭圆 26">
              <a:extLst>
                <a:ext uri="{FF2B5EF4-FFF2-40B4-BE49-F238E27FC236}">
                  <a16:creationId xmlns:a16="http://schemas.microsoft.com/office/drawing/2014/main" id="{1CFF4185-4F44-B5FD-6B4C-B698F7A70EBA}"/>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28" name="组合 27">
            <a:extLst>
              <a:ext uri="{FF2B5EF4-FFF2-40B4-BE49-F238E27FC236}">
                <a16:creationId xmlns:a16="http://schemas.microsoft.com/office/drawing/2014/main" id="{B288F18B-6021-6BDB-9DB0-A33EC40F392A}"/>
              </a:ext>
            </a:extLst>
          </p:cNvPr>
          <p:cNvGrpSpPr/>
          <p:nvPr/>
        </p:nvGrpSpPr>
        <p:grpSpPr>
          <a:xfrm>
            <a:off x="7226799" y="1308608"/>
            <a:ext cx="411564" cy="411562"/>
            <a:chOff x="4391220" y="1196514"/>
            <a:chExt cx="674292" cy="674288"/>
          </a:xfrm>
        </p:grpSpPr>
        <p:sp>
          <p:nvSpPr>
            <p:cNvPr id="29" name="椭圆 28">
              <a:extLst>
                <a:ext uri="{FF2B5EF4-FFF2-40B4-BE49-F238E27FC236}">
                  <a16:creationId xmlns:a16="http://schemas.microsoft.com/office/drawing/2014/main" id="{1DDE4396-C8AE-05C6-5EAE-04256E0229AF}"/>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30" name="椭圆 29">
              <a:extLst>
                <a:ext uri="{FF2B5EF4-FFF2-40B4-BE49-F238E27FC236}">
                  <a16:creationId xmlns:a16="http://schemas.microsoft.com/office/drawing/2014/main" id="{553ED165-BAE8-2ECC-C081-D3F5DACFD548}"/>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31" name="组合 30">
            <a:extLst>
              <a:ext uri="{FF2B5EF4-FFF2-40B4-BE49-F238E27FC236}">
                <a16:creationId xmlns:a16="http://schemas.microsoft.com/office/drawing/2014/main" id="{6F3999B5-032E-B56A-32AA-2746C505DCA1}"/>
              </a:ext>
            </a:extLst>
          </p:cNvPr>
          <p:cNvGrpSpPr/>
          <p:nvPr/>
        </p:nvGrpSpPr>
        <p:grpSpPr>
          <a:xfrm>
            <a:off x="8207662" y="1832483"/>
            <a:ext cx="411564" cy="411562"/>
            <a:chOff x="4391220" y="1196514"/>
            <a:chExt cx="674292" cy="674288"/>
          </a:xfrm>
        </p:grpSpPr>
        <p:sp>
          <p:nvSpPr>
            <p:cNvPr id="32" name="椭圆 31">
              <a:extLst>
                <a:ext uri="{FF2B5EF4-FFF2-40B4-BE49-F238E27FC236}">
                  <a16:creationId xmlns:a16="http://schemas.microsoft.com/office/drawing/2014/main" id="{9C7CA4DB-BD5C-B431-A4C9-E533B42DB663}"/>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33" name="椭圆 32">
              <a:extLst>
                <a:ext uri="{FF2B5EF4-FFF2-40B4-BE49-F238E27FC236}">
                  <a16:creationId xmlns:a16="http://schemas.microsoft.com/office/drawing/2014/main" id="{F2433880-EB83-2826-B9F6-CBBE4C2C3DBB}"/>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34" name="组合 33">
            <a:extLst>
              <a:ext uri="{FF2B5EF4-FFF2-40B4-BE49-F238E27FC236}">
                <a16:creationId xmlns:a16="http://schemas.microsoft.com/office/drawing/2014/main" id="{8E157026-9DCA-B263-F8F1-90598B2ECE6E}"/>
              </a:ext>
            </a:extLst>
          </p:cNvPr>
          <p:cNvGrpSpPr/>
          <p:nvPr/>
        </p:nvGrpSpPr>
        <p:grpSpPr>
          <a:xfrm>
            <a:off x="9035053" y="2613532"/>
            <a:ext cx="411564" cy="411562"/>
            <a:chOff x="4391220" y="1196514"/>
            <a:chExt cx="674292" cy="674288"/>
          </a:xfrm>
        </p:grpSpPr>
        <p:sp>
          <p:nvSpPr>
            <p:cNvPr id="35" name="椭圆 34">
              <a:extLst>
                <a:ext uri="{FF2B5EF4-FFF2-40B4-BE49-F238E27FC236}">
                  <a16:creationId xmlns:a16="http://schemas.microsoft.com/office/drawing/2014/main" id="{BC6D155D-ABA3-3A35-A1CD-5497ED1141B5}"/>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36" name="椭圆 35">
              <a:extLst>
                <a:ext uri="{FF2B5EF4-FFF2-40B4-BE49-F238E27FC236}">
                  <a16:creationId xmlns:a16="http://schemas.microsoft.com/office/drawing/2014/main" id="{20A9392E-103B-9D4D-0930-71625C117670}"/>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37" name="组合 36">
            <a:extLst>
              <a:ext uri="{FF2B5EF4-FFF2-40B4-BE49-F238E27FC236}">
                <a16:creationId xmlns:a16="http://schemas.microsoft.com/office/drawing/2014/main" id="{C163BC34-1EA8-B465-DB55-8AE18C172A5C}"/>
              </a:ext>
            </a:extLst>
          </p:cNvPr>
          <p:cNvGrpSpPr/>
          <p:nvPr/>
        </p:nvGrpSpPr>
        <p:grpSpPr>
          <a:xfrm>
            <a:off x="9547985" y="3447992"/>
            <a:ext cx="411564" cy="411562"/>
            <a:chOff x="4391220" y="1196514"/>
            <a:chExt cx="674292" cy="674288"/>
          </a:xfrm>
        </p:grpSpPr>
        <p:sp>
          <p:nvSpPr>
            <p:cNvPr id="38" name="椭圆 37">
              <a:extLst>
                <a:ext uri="{FF2B5EF4-FFF2-40B4-BE49-F238E27FC236}">
                  <a16:creationId xmlns:a16="http://schemas.microsoft.com/office/drawing/2014/main" id="{3199D623-5926-0385-A544-9D8554E4AB4B}"/>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39" name="椭圆 38">
              <a:extLst>
                <a:ext uri="{FF2B5EF4-FFF2-40B4-BE49-F238E27FC236}">
                  <a16:creationId xmlns:a16="http://schemas.microsoft.com/office/drawing/2014/main" id="{A107DEB8-65DC-F14C-D2F3-B214EC2EB77A}"/>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grpSp>
        <p:nvGrpSpPr>
          <p:cNvPr id="40" name="组合 39">
            <a:extLst>
              <a:ext uri="{FF2B5EF4-FFF2-40B4-BE49-F238E27FC236}">
                <a16:creationId xmlns:a16="http://schemas.microsoft.com/office/drawing/2014/main" id="{DF76F872-9B7E-30A3-1DE9-522DB1E59EA4}"/>
              </a:ext>
            </a:extLst>
          </p:cNvPr>
          <p:cNvGrpSpPr/>
          <p:nvPr/>
        </p:nvGrpSpPr>
        <p:grpSpPr>
          <a:xfrm>
            <a:off x="9805219" y="4331078"/>
            <a:ext cx="411564" cy="411562"/>
            <a:chOff x="4391220" y="1196514"/>
            <a:chExt cx="674292" cy="674288"/>
          </a:xfrm>
        </p:grpSpPr>
        <p:sp>
          <p:nvSpPr>
            <p:cNvPr id="41" name="椭圆 40">
              <a:extLst>
                <a:ext uri="{FF2B5EF4-FFF2-40B4-BE49-F238E27FC236}">
                  <a16:creationId xmlns:a16="http://schemas.microsoft.com/office/drawing/2014/main" id="{59FBE2EC-3073-2B95-22BE-9B3659971B72}"/>
                </a:ext>
              </a:extLst>
            </p:cNvPr>
            <p:cNvSpPr/>
            <p:nvPr/>
          </p:nvSpPr>
          <p:spPr>
            <a:xfrm>
              <a:off x="4391220" y="1196514"/>
              <a:ext cx="674292" cy="6742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42" name="椭圆 41">
              <a:extLst>
                <a:ext uri="{FF2B5EF4-FFF2-40B4-BE49-F238E27FC236}">
                  <a16:creationId xmlns:a16="http://schemas.microsoft.com/office/drawing/2014/main" id="{86377B47-BFBE-A4A1-5AC6-84B57CAC8534}"/>
                </a:ext>
              </a:extLst>
            </p:cNvPr>
            <p:cNvSpPr/>
            <p:nvPr/>
          </p:nvSpPr>
          <p:spPr>
            <a:xfrm>
              <a:off x="4391220" y="1196514"/>
              <a:ext cx="674292" cy="674288"/>
            </a:xfrm>
            <a:prstGeom prst="ellipse">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grpSp>
      <p:sp>
        <p:nvSpPr>
          <p:cNvPr id="43" name="文本框 42">
            <a:extLst>
              <a:ext uri="{FF2B5EF4-FFF2-40B4-BE49-F238E27FC236}">
                <a16:creationId xmlns:a16="http://schemas.microsoft.com/office/drawing/2014/main" id="{B480B673-6F26-09E4-04B7-91865D9AAA8F}"/>
              </a:ext>
            </a:extLst>
          </p:cNvPr>
          <p:cNvSpPr txBox="1"/>
          <p:nvPr/>
        </p:nvSpPr>
        <p:spPr>
          <a:xfrm>
            <a:off x="7729703" y="1227132"/>
            <a:ext cx="538610" cy="215444"/>
          </a:xfrm>
          <a:prstGeom prst="rect">
            <a:avLst/>
          </a:prstGeom>
          <a:noFill/>
        </p:spPr>
        <p:txBody>
          <a:bodyPr wrap="none" lIns="0" tIns="0" rIns="0" bIns="0" rtlCol="0">
            <a:spAutoFit/>
          </a:bodyPr>
          <a:lstStyle/>
          <a:p>
            <a:pPr algn="ctr"/>
            <a:r>
              <a:rPr lang="zh-CN" altLang="en-US" sz="1400" dirty="0">
                <a:solidFill>
                  <a:schemeClr val="bg1"/>
                </a:solidFill>
                <a:latin typeface="+mn-ea"/>
              </a:rPr>
              <a:t>供应链</a:t>
            </a:r>
          </a:p>
        </p:txBody>
      </p:sp>
      <p:sp>
        <p:nvSpPr>
          <p:cNvPr id="44" name="文本框 43">
            <a:extLst>
              <a:ext uri="{FF2B5EF4-FFF2-40B4-BE49-F238E27FC236}">
                <a16:creationId xmlns:a16="http://schemas.microsoft.com/office/drawing/2014/main" id="{22DF0FE5-656C-5DA9-A6BC-AB39BFB80FBC}"/>
              </a:ext>
            </a:extLst>
          </p:cNvPr>
          <p:cNvSpPr txBox="1"/>
          <p:nvPr/>
        </p:nvSpPr>
        <p:spPr>
          <a:xfrm>
            <a:off x="8824552" y="1930542"/>
            <a:ext cx="795090" cy="215444"/>
          </a:xfrm>
          <a:prstGeom prst="rect">
            <a:avLst/>
          </a:prstGeom>
          <a:noFill/>
        </p:spPr>
        <p:txBody>
          <a:bodyPr wrap="none" lIns="0" tIns="0" rIns="0" bIns="0" rtlCol="0">
            <a:spAutoFit/>
          </a:bodyPr>
          <a:lstStyle/>
          <a:p>
            <a:pPr algn="ctr"/>
            <a:r>
              <a:rPr lang="zh-CN" altLang="en-US" sz="1400" dirty="0">
                <a:solidFill>
                  <a:schemeClr val="bg1"/>
                </a:solidFill>
                <a:latin typeface="+mn-ea"/>
              </a:rPr>
              <a:t>资产</a:t>
            </a:r>
            <a:r>
              <a:rPr lang="en-US" altLang="zh-CN" sz="1400" dirty="0">
                <a:solidFill>
                  <a:schemeClr val="bg1"/>
                </a:solidFill>
                <a:latin typeface="+mn-ea"/>
              </a:rPr>
              <a:t>/</a:t>
            </a:r>
            <a:r>
              <a:rPr lang="zh-CN" altLang="en-US" sz="1400" dirty="0">
                <a:solidFill>
                  <a:schemeClr val="bg1"/>
                </a:solidFill>
                <a:latin typeface="+mn-ea"/>
              </a:rPr>
              <a:t>项目</a:t>
            </a:r>
          </a:p>
        </p:txBody>
      </p:sp>
      <p:sp>
        <p:nvSpPr>
          <p:cNvPr id="45" name="文本框 44">
            <a:extLst>
              <a:ext uri="{FF2B5EF4-FFF2-40B4-BE49-F238E27FC236}">
                <a16:creationId xmlns:a16="http://schemas.microsoft.com/office/drawing/2014/main" id="{C24D6425-213F-AE94-7EDE-ED6283B7E574}"/>
              </a:ext>
            </a:extLst>
          </p:cNvPr>
          <p:cNvSpPr txBox="1"/>
          <p:nvPr/>
        </p:nvSpPr>
        <p:spPr>
          <a:xfrm>
            <a:off x="9682850" y="2711591"/>
            <a:ext cx="359074" cy="215444"/>
          </a:xfrm>
          <a:prstGeom prst="rect">
            <a:avLst/>
          </a:prstGeom>
          <a:noFill/>
        </p:spPr>
        <p:txBody>
          <a:bodyPr wrap="none" lIns="0" tIns="0" rIns="0" bIns="0" rtlCol="0">
            <a:spAutoFit/>
          </a:bodyPr>
          <a:lstStyle/>
          <a:p>
            <a:pPr algn="ctr"/>
            <a:r>
              <a:rPr lang="zh-CN" altLang="en-US" sz="1400" dirty="0">
                <a:solidFill>
                  <a:schemeClr val="bg1"/>
                </a:solidFill>
                <a:latin typeface="+mn-ea"/>
              </a:rPr>
              <a:t>制造</a:t>
            </a:r>
          </a:p>
        </p:txBody>
      </p:sp>
      <p:sp>
        <p:nvSpPr>
          <p:cNvPr id="46" name="文本框 45">
            <a:extLst>
              <a:ext uri="{FF2B5EF4-FFF2-40B4-BE49-F238E27FC236}">
                <a16:creationId xmlns:a16="http://schemas.microsoft.com/office/drawing/2014/main" id="{8612B2F6-8B60-2BFF-00A1-422965F5D922}"/>
              </a:ext>
            </a:extLst>
          </p:cNvPr>
          <p:cNvSpPr txBox="1"/>
          <p:nvPr/>
        </p:nvSpPr>
        <p:spPr>
          <a:xfrm>
            <a:off x="10108840" y="3546051"/>
            <a:ext cx="718145" cy="215444"/>
          </a:xfrm>
          <a:prstGeom prst="rect">
            <a:avLst/>
          </a:prstGeom>
          <a:noFill/>
        </p:spPr>
        <p:txBody>
          <a:bodyPr wrap="none" lIns="0" tIns="0" rIns="0" bIns="0" rtlCol="0">
            <a:spAutoFit/>
          </a:bodyPr>
          <a:lstStyle/>
          <a:p>
            <a:pPr algn="ctr"/>
            <a:r>
              <a:rPr lang="zh-CN" altLang="en-US" sz="1400" dirty="0">
                <a:solidFill>
                  <a:schemeClr val="bg1"/>
                </a:solidFill>
                <a:latin typeface="+mn-ea"/>
              </a:rPr>
              <a:t>影像服务</a:t>
            </a:r>
          </a:p>
        </p:txBody>
      </p:sp>
      <p:sp>
        <p:nvSpPr>
          <p:cNvPr id="47" name="文本框 46">
            <a:extLst>
              <a:ext uri="{FF2B5EF4-FFF2-40B4-BE49-F238E27FC236}">
                <a16:creationId xmlns:a16="http://schemas.microsoft.com/office/drawing/2014/main" id="{E3726011-8475-5E9C-E73E-746C296D46AF}"/>
              </a:ext>
            </a:extLst>
          </p:cNvPr>
          <p:cNvSpPr txBox="1"/>
          <p:nvPr/>
        </p:nvSpPr>
        <p:spPr>
          <a:xfrm>
            <a:off x="10333083" y="4429137"/>
            <a:ext cx="756617" cy="215444"/>
          </a:xfrm>
          <a:prstGeom prst="rect">
            <a:avLst/>
          </a:prstGeom>
          <a:noFill/>
        </p:spPr>
        <p:txBody>
          <a:bodyPr wrap="none" lIns="0" tIns="0" rIns="0" bIns="0" rtlCol="0">
            <a:spAutoFit/>
          </a:bodyPr>
          <a:lstStyle/>
          <a:p>
            <a:pPr algn="ctr"/>
            <a:r>
              <a:rPr lang="en-US" altLang="zh-CN" sz="1400" dirty="0">
                <a:solidFill>
                  <a:schemeClr val="bg1"/>
                </a:solidFill>
                <a:latin typeface="+mn-ea"/>
              </a:rPr>
              <a:t>TMC</a:t>
            </a:r>
            <a:r>
              <a:rPr lang="zh-CN" altLang="en-US" sz="1400" dirty="0">
                <a:solidFill>
                  <a:schemeClr val="bg1"/>
                </a:solidFill>
                <a:latin typeface="+mn-ea"/>
              </a:rPr>
              <a:t>平台</a:t>
            </a:r>
          </a:p>
        </p:txBody>
      </p:sp>
      <p:sp>
        <p:nvSpPr>
          <p:cNvPr id="49" name="文本框 48">
            <a:extLst>
              <a:ext uri="{FF2B5EF4-FFF2-40B4-BE49-F238E27FC236}">
                <a16:creationId xmlns:a16="http://schemas.microsoft.com/office/drawing/2014/main" id="{9B108B5D-44DD-E5A7-CFBF-FDAF9D85594D}"/>
              </a:ext>
            </a:extLst>
          </p:cNvPr>
          <p:cNvSpPr txBox="1"/>
          <p:nvPr/>
        </p:nvSpPr>
        <p:spPr>
          <a:xfrm>
            <a:off x="5557395" y="1857504"/>
            <a:ext cx="1077218" cy="215444"/>
          </a:xfrm>
          <a:prstGeom prst="rect">
            <a:avLst/>
          </a:prstGeom>
          <a:noFill/>
        </p:spPr>
        <p:txBody>
          <a:bodyPr wrap="none" lIns="0" tIns="0" rIns="0" bIns="0" rtlCol="0">
            <a:spAutoFit/>
          </a:bodyPr>
          <a:lstStyle/>
          <a:p>
            <a:pPr algn="ctr"/>
            <a:r>
              <a:rPr lang="zh-CN" altLang="en-US" sz="1400" b="1" dirty="0">
                <a:solidFill>
                  <a:schemeClr val="accent1"/>
                </a:solidFill>
                <a:latin typeface="+mn-ea"/>
              </a:rPr>
              <a:t>企业绩效服务</a:t>
            </a:r>
          </a:p>
        </p:txBody>
      </p:sp>
      <p:sp>
        <p:nvSpPr>
          <p:cNvPr id="50" name="文本框 49">
            <a:extLst>
              <a:ext uri="{FF2B5EF4-FFF2-40B4-BE49-F238E27FC236}">
                <a16:creationId xmlns:a16="http://schemas.microsoft.com/office/drawing/2014/main" id="{DACD640E-39FB-89DE-1109-272817F402BC}"/>
              </a:ext>
            </a:extLst>
          </p:cNvPr>
          <p:cNvSpPr txBox="1"/>
          <p:nvPr/>
        </p:nvSpPr>
        <p:spPr>
          <a:xfrm>
            <a:off x="4911364" y="2129613"/>
            <a:ext cx="757600" cy="170259"/>
          </a:xfrm>
          <a:prstGeom prst="roundRect">
            <a:avLst/>
          </a:prstGeom>
          <a:solidFill>
            <a:schemeClr val="accent1"/>
          </a:solidFill>
        </p:spPr>
        <p:txBody>
          <a:bodyPr wrap="square" lIns="0" tIns="0" rIns="0" bIns="0" rtlCol="0" anchor="ctr" anchorCtr="0">
            <a:noAutofit/>
          </a:bodyPr>
          <a:lstStyle/>
          <a:p>
            <a:pPr algn="ctr"/>
            <a:r>
              <a:rPr lang="zh-CN" altLang="en-US" sz="1000" b="1" dirty="0">
                <a:latin typeface="+mn-ea"/>
              </a:rPr>
              <a:t>计划预算</a:t>
            </a:r>
          </a:p>
        </p:txBody>
      </p:sp>
      <p:sp>
        <p:nvSpPr>
          <p:cNvPr id="51" name="文本框 50">
            <a:extLst>
              <a:ext uri="{FF2B5EF4-FFF2-40B4-BE49-F238E27FC236}">
                <a16:creationId xmlns:a16="http://schemas.microsoft.com/office/drawing/2014/main" id="{889E60B4-9A5B-04A0-C6FA-90F926511C34}"/>
              </a:ext>
            </a:extLst>
          </p:cNvPr>
          <p:cNvSpPr txBox="1"/>
          <p:nvPr/>
        </p:nvSpPr>
        <p:spPr>
          <a:xfrm>
            <a:off x="4560967" y="2340998"/>
            <a:ext cx="878446" cy="353687"/>
          </a:xfrm>
          <a:prstGeom prst="rect">
            <a:avLst/>
          </a:prstGeom>
          <a:noFill/>
        </p:spPr>
        <p:txBody>
          <a:bodyPr wrap="none" lIns="0" tIns="0" rIns="0" bIns="0" rtlCol="0">
            <a:spAutoFit/>
          </a:bodyPr>
          <a:lstStyle/>
          <a:p>
            <a:pPr indent="-108000">
              <a:lnSpc>
                <a:spcPct val="120000"/>
              </a:lnSpc>
              <a:buFont typeface="Arial" panose="020B0604020202020204" pitchFamily="34" charset="0"/>
              <a:buChar char="•"/>
            </a:pPr>
            <a:r>
              <a:rPr lang="zh-CN" altLang="en-US" sz="1000" dirty="0">
                <a:solidFill>
                  <a:schemeClr val="bg1"/>
                </a:solidFill>
                <a:latin typeface="+mn-ea"/>
              </a:rPr>
              <a:t>计划预算</a:t>
            </a:r>
            <a:endParaRPr lang="en-US" altLang="zh-CN" sz="1000" dirty="0">
              <a:solidFill>
                <a:schemeClr val="bg1"/>
              </a:solidFill>
              <a:latin typeface="+mn-ea"/>
            </a:endParaRPr>
          </a:p>
          <a:p>
            <a:pPr indent="-108000">
              <a:lnSpc>
                <a:spcPct val="120000"/>
              </a:lnSpc>
              <a:buFont typeface="Arial" panose="020B0604020202020204" pitchFamily="34" charset="0"/>
              <a:buChar char="•"/>
            </a:pPr>
            <a:r>
              <a:rPr lang="zh-CN" altLang="en-US" sz="1000" dirty="0">
                <a:solidFill>
                  <a:schemeClr val="bg1"/>
                </a:solidFill>
                <a:latin typeface="+mn-ea"/>
              </a:rPr>
              <a:t>预算执行控制</a:t>
            </a:r>
          </a:p>
        </p:txBody>
      </p:sp>
      <p:sp>
        <p:nvSpPr>
          <p:cNvPr id="52" name="文本框 51">
            <a:extLst>
              <a:ext uri="{FF2B5EF4-FFF2-40B4-BE49-F238E27FC236}">
                <a16:creationId xmlns:a16="http://schemas.microsoft.com/office/drawing/2014/main" id="{2D8A9D45-D566-4DE4-5A38-4188CEAB63F1}"/>
              </a:ext>
            </a:extLst>
          </p:cNvPr>
          <p:cNvSpPr txBox="1"/>
          <p:nvPr/>
        </p:nvSpPr>
        <p:spPr>
          <a:xfrm>
            <a:off x="5738892" y="2340998"/>
            <a:ext cx="1006686" cy="353687"/>
          </a:xfrm>
          <a:prstGeom prst="rect">
            <a:avLst/>
          </a:prstGeom>
          <a:noFill/>
        </p:spPr>
        <p:txBody>
          <a:bodyPr wrap="none" lIns="0" tIns="0" rIns="0" bIns="0" rtlCol="0">
            <a:spAutoFit/>
          </a:bodyPr>
          <a:lstStyle/>
          <a:p>
            <a:pPr indent="-108000">
              <a:lnSpc>
                <a:spcPct val="120000"/>
              </a:lnSpc>
              <a:buFont typeface="Arial" panose="020B0604020202020204" pitchFamily="34" charset="0"/>
              <a:buChar char="•"/>
            </a:pPr>
            <a:r>
              <a:rPr lang="zh-CN" altLang="en-US" sz="1000" dirty="0">
                <a:solidFill>
                  <a:schemeClr val="bg1"/>
                </a:solidFill>
                <a:latin typeface="+mn-ea"/>
              </a:rPr>
              <a:t>多维报告与合并</a:t>
            </a:r>
            <a:endParaRPr lang="en-US" altLang="zh-CN" sz="1000" dirty="0">
              <a:solidFill>
                <a:schemeClr val="bg1"/>
              </a:solidFill>
              <a:latin typeface="+mn-ea"/>
            </a:endParaRPr>
          </a:p>
          <a:p>
            <a:pPr indent="-108000">
              <a:lnSpc>
                <a:spcPct val="120000"/>
              </a:lnSpc>
              <a:buFont typeface="Arial" panose="020B0604020202020204" pitchFamily="34" charset="0"/>
              <a:buChar char="•"/>
            </a:pPr>
            <a:r>
              <a:rPr lang="en-US" altLang="zh-CN" sz="1000" dirty="0">
                <a:solidFill>
                  <a:schemeClr val="bg1"/>
                </a:solidFill>
                <a:latin typeface="+mn-ea"/>
              </a:rPr>
              <a:t>EPM</a:t>
            </a:r>
            <a:r>
              <a:rPr lang="zh-CN" altLang="en-US" sz="1000" dirty="0">
                <a:solidFill>
                  <a:schemeClr val="bg1"/>
                </a:solidFill>
                <a:latin typeface="+mn-ea"/>
              </a:rPr>
              <a:t>数据集成</a:t>
            </a:r>
          </a:p>
        </p:txBody>
      </p:sp>
      <p:sp>
        <p:nvSpPr>
          <p:cNvPr id="53" name="文本框 52">
            <a:extLst>
              <a:ext uri="{FF2B5EF4-FFF2-40B4-BE49-F238E27FC236}">
                <a16:creationId xmlns:a16="http://schemas.microsoft.com/office/drawing/2014/main" id="{DE83ED40-34E1-AA18-7EF1-924593DB2164}"/>
              </a:ext>
            </a:extLst>
          </p:cNvPr>
          <p:cNvSpPr txBox="1"/>
          <p:nvPr/>
        </p:nvSpPr>
        <p:spPr>
          <a:xfrm>
            <a:off x="7002107" y="2340998"/>
            <a:ext cx="878446" cy="353687"/>
          </a:xfrm>
          <a:prstGeom prst="rect">
            <a:avLst/>
          </a:prstGeom>
          <a:noFill/>
        </p:spPr>
        <p:txBody>
          <a:bodyPr wrap="none" lIns="0" tIns="0" rIns="0" bIns="0" rtlCol="0">
            <a:spAutoFit/>
          </a:bodyPr>
          <a:lstStyle/>
          <a:p>
            <a:pPr indent="-108000">
              <a:lnSpc>
                <a:spcPct val="120000"/>
              </a:lnSpc>
              <a:buFont typeface="Arial" panose="020B0604020202020204" pitchFamily="34" charset="0"/>
              <a:buChar char="•"/>
            </a:pPr>
            <a:r>
              <a:rPr lang="zh-CN" altLang="en-US" sz="1000" dirty="0">
                <a:solidFill>
                  <a:schemeClr val="bg1"/>
                </a:solidFill>
                <a:latin typeface="+mn-ea"/>
              </a:rPr>
              <a:t>企业报表</a:t>
            </a:r>
            <a:endParaRPr lang="en-US" altLang="zh-CN" sz="1000" dirty="0">
              <a:solidFill>
                <a:schemeClr val="bg1"/>
              </a:solidFill>
              <a:latin typeface="+mn-ea"/>
            </a:endParaRPr>
          </a:p>
          <a:p>
            <a:pPr indent="-108000">
              <a:lnSpc>
                <a:spcPct val="120000"/>
              </a:lnSpc>
              <a:buFont typeface="Arial" panose="020B0604020202020204" pitchFamily="34" charset="0"/>
              <a:buChar char="•"/>
            </a:pPr>
            <a:r>
              <a:rPr lang="zh-CN" altLang="en-US" sz="1000" dirty="0">
                <a:solidFill>
                  <a:schemeClr val="bg1"/>
                </a:solidFill>
                <a:latin typeface="+mn-ea"/>
              </a:rPr>
              <a:t>企业绩效平台</a:t>
            </a:r>
          </a:p>
        </p:txBody>
      </p:sp>
      <p:sp>
        <p:nvSpPr>
          <p:cNvPr id="54" name="文本框 53">
            <a:extLst>
              <a:ext uri="{FF2B5EF4-FFF2-40B4-BE49-F238E27FC236}">
                <a16:creationId xmlns:a16="http://schemas.microsoft.com/office/drawing/2014/main" id="{F2938A20-C26B-C8DF-9B85-324102FDE16E}"/>
              </a:ext>
            </a:extLst>
          </p:cNvPr>
          <p:cNvSpPr txBox="1"/>
          <p:nvPr/>
        </p:nvSpPr>
        <p:spPr>
          <a:xfrm>
            <a:off x="6482989" y="2129613"/>
            <a:ext cx="757600" cy="170259"/>
          </a:xfrm>
          <a:prstGeom prst="roundRect">
            <a:avLst/>
          </a:prstGeom>
          <a:solidFill>
            <a:schemeClr val="accent1"/>
          </a:solidFill>
        </p:spPr>
        <p:txBody>
          <a:bodyPr wrap="square" lIns="0" tIns="0" rIns="0" bIns="0" rtlCol="0" anchor="ctr" anchorCtr="0">
            <a:noAutofit/>
          </a:bodyPr>
          <a:lstStyle/>
          <a:p>
            <a:pPr algn="ctr"/>
            <a:r>
              <a:rPr lang="zh-CN" altLang="en-US" sz="1000" b="1" dirty="0">
                <a:latin typeface="+mn-ea"/>
              </a:rPr>
              <a:t>报告及合并</a:t>
            </a:r>
          </a:p>
        </p:txBody>
      </p:sp>
      <p:grpSp>
        <p:nvGrpSpPr>
          <p:cNvPr id="2072" name="组合 2071">
            <a:extLst>
              <a:ext uri="{FF2B5EF4-FFF2-40B4-BE49-F238E27FC236}">
                <a16:creationId xmlns:a16="http://schemas.microsoft.com/office/drawing/2014/main" id="{E1D716BB-888E-E828-E47C-0649E2442664}"/>
              </a:ext>
            </a:extLst>
          </p:cNvPr>
          <p:cNvGrpSpPr/>
          <p:nvPr/>
        </p:nvGrpSpPr>
        <p:grpSpPr>
          <a:xfrm>
            <a:off x="3181825" y="3013739"/>
            <a:ext cx="1324558" cy="1160110"/>
            <a:chOff x="3181825" y="3248689"/>
            <a:chExt cx="1324558" cy="1160110"/>
          </a:xfrm>
          <a:effectLst>
            <a:outerShdw blurRad="114300" dist="38100" dir="5400000" algn="t" rotWithShape="0">
              <a:schemeClr val="accent1">
                <a:alpha val="36000"/>
              </a:schemeClr>
            </a:outerShdw>
          </a:effectLst>
        </p:grpSpPr>
        <p:sp>
          <p:nvSpPr>
            <p:cNvPr id="58" name="矩形: 圆角 57">
              <a:extLst>
                <a:ext uri="{FF2B5EF4-FFF2-40B4-BE49-F238E27FC236}">
                  <a16:creationId xmlns:a16="http://schemas.microsoft.com/office/drawing/2014/main" id="{7D1734FD-2514-7292-88D5-07ADE4DA5949}"/>
                </a:ext>
              </a:extLst>
            </p:cNvPr>
            <p:cNvSpPr/>
            <p:nvPr/>
          </p:nvSpPr>
          <p:spPr>
            <a:xfrm>
              <a:off x="3181825" y="3248689"/>
              <a:ext cx="1324558" cy="1160110"/>
            </a:xfrm>
            <a:prstGeom prst="roundRect">
              <a:avLst>
                <a:gd name="adj" fmla="val 5540"/>
              </a:avLst>
            </a:prstGeom>
            <a:solidFill>
              <a:schemeClr val="tx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文本框 58">
              <a:extLst>
                <a:ext uri="{FF2B5EF4-FFF2-40B4-BE49-F238E27FC236}">
                  <a16:creationId xmlns:a16="http://schemas.microsoft.com/office/drawing/2014/main" id="{2A1D8A0D-4D77-7026-2659-0902AE42FF6A}"/>
                </a:ext>
              </a:extLst>
            </p:cNvPr>
            <p:cNvSpPr txBox="1"/>
            <p:nvPr/>
          </p:nvSpPr>
          <p:spPr>
            <a:xfrm>
              <a:off x="3485032" y="3329618"/>
              <a:ext cx="718145" cy="215444"/>
            </a:xfrm>
            <a:prstGeom prst="rect">
              <a:avLst/>
            </a:prstGeom>
            <a:noFill/>
          </p:spPr>
          <p:txBody>
            <a:bodyPr wrap="none" lIns="0" tIns="0" rIns="0" bIns="0" rtlCol="0">
              <a:spAutoFit/>
            </a:bodyPr>
            <a:lstStyle/>
            <a:p>
              <a:pPr algn="ctr"/>
              <a:r>
                <a:rPr lang="zh-CN" altLang="en-US" sz="1400" b="1" dirty="0">
                  <a:solidFill>
                    <a:schemeClr val="accent1"/>
                  </a:solidFill>
                  <a:latin typeface="+mn-ea"/>
                </a:rPr>
                <a:t>全球司库</a:t>
              </a:r>
            </a:p>
          </p:txBody>
        </p:sp>
        <p:grpSp>
          <p:nvGrpSpPr>
            <p:cNvPr id="62" name="组合 61">
              <a:extLst>
                <a:ext uri="{FF2B5EF4-FFF2-40B4-BE49-F238E27FC236}">
                  <a16:creationId xmlns:a16="http://schemas.microsoft.com/office/drawing/2014/main" id="{35123686-D68A-A5B6-6D19-F1E7CBDCF35A}"/>
                </a:ext>
              </a:extLst>
            </p:cNvPr>
            <p:cNvGrpSpPr/>
            <p:nvPr/>
          </p:nvGrpSpPr>
          <p:grpSpPr>
            <a:xfrm>
              <a:off x="3369045" y="3650809"/>
              <a:ext cx="950119" cy="123111"/>
              <a:chOff x="3314399" y="3650809"/>
              <a:chExt cx="950119" cy="123111"/>
            </a:xfrm>
          </p:grpSpPr>
          <p:sp>
            <p:nvSpPr>
              <p:cNvPr id="60" name="文本框 59">
                <a:extLst>
                  <a:ext uri="{FF2B5EF4-FFF2-40B4-BE49-F238E27FC236}">
                    <a16:creationId xmlns:a16="http://schemas.microsoft.com/office/drawing/2014/main" id="{1FD3A4CE-6333-8DD9-DA08-D91F05D11B03}"/>
                  </a:ext>
                </a:extLst>
              </p:cNvPr>
              <p:cNvSpPr txBox="1"/>
              <p:nvPr/>
            </p:nvSpPr>
            <p:spPr>
              <a:xfrm>
                <a:off x="3314399" y="3650809"/>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账户管理</a:t>
                </a:r>
              </a:p>
            </p:txBody>
          </p:sp>
          <p:sp>
            <p:nvSpPr>
              <p:cNvPr id="61" name="文本框 60">
                <a:extLst>
                  <a:ext uri="{FF2B5EF4-FFF2-40B4-BE49-F238E27FC236}">
                    <a16:creationId xmlns:a16="http://schemas.microsoft.com/office/drawing/2014/main" id="{D4E8D712-A7F0-2C59-17F3-CDD05098DE61}"/>
                  </a:ext>
                </a:extLst>
              </p:cNvPr>
              <p:cNvSpPr txBox="1"/>
              <p:nvPr/>
            </p:nvSpPr>
            <p:spPr>
              <a:xfrm>
                <a:off x="3854149" y="3650809"/>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资金计划</a:t>
                </a:r>
              </a:p>
            </p:txBody>
          </p:sp>
        </p:grpSp>
        <p:grpSp>
          <p:nvGrpSpPr>
            <p:cNvPr id="63" name="组合 62">
              <a:extLst>
                <a:ext uri="{FF2B5EF4-FFF2-40B4-BE49-F238E27FC236}">
                  <a16:creationId xmlns:a16="http://schemas.microsoft.com/office/drawing/2014/main" id="{50C4D4D5-A6AD-03E8-49F6-185EA80045DE}"/>
                </a:ext>
              </a:extLst>
            </p:cNvPr>
            <p:cNvGrpSpPr/>
            <p:nvPr/>
          </p:nvGrpSpPr>
          <p:grpSpPr>
            <a:xfrm>
              <a:off x="3369046" y="3823846"/>
              <a:ext cx="950119" cy="123111"/>
              <a:chOff x="3314400" y="3650809"/>
              <a:chExt cx="950119" cy="123111"/>
            </a:xfrm>
          </p:grpSpPr>
          <p:sp>
            <p:nvSpPr>
              <p:cNvPr id="2048" name="文本框 2047">
                <a:extLst>
                  <a:ext uri="{FF2B5EF4-FFF2-40B4-BE49-F238E27FC236}">
                    <a16:creationId xmlns:a16="http://schemas.microsoft.com/office/drawing/2014/main" id="{E2A421F7-01CA-4E0D-E1C1-ABB75254C9DC}"/>
                  </a:ext>
                </a:extLst>
              </p:cNvPr>
              <p:cNvSpPr txBox="1"/>
              <p:nvPr/>
            </p:nvSpPr>
            <p:spPr>
              <a:xfrm>
                <a:off x="3314400" y="3650809"/>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现金管理</a:t>
                </a:r>
              </a:p>
            </p:txBody>
          </p:sp>
          <p:sp>
            <p:nvSpPr>
              <p:cNvPr id="2049" name="文本框 2048">
                <a:extLst>
                  <a:ext uri="{FF2B5EF4-FFF2-40B4-BE49-F238E27FC236}">
                    <a16:creationId xmlns:a16="http://schemas.microsoft.com/office/drawing/2014/main" id="{87364D48-9AB3-9CBC-7E46-67ABE94EED16}"/>
                  </a:ext>
                </a:extLst>
              </p:cNvPr>
              <p:cNvSpPr txBox="1"/>
              <p:nvPr/>
            </p:nvSpPr>
            <p:spPr>
              <a:xfrm>
                <a:off x="3854150" y="3650809"/>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资金结算</a:t>
                </a:r>
              </a:p>
            </p:txBody>
          </p:sp>
        </p:grpSp>
        <p:grpSp>
          <p:nvGrpSpPr>
            <p:cNvPr id="2051" name="组合 2050">
              <a:extLst>
                <a:ext uri="{FF2B5EF4-FFF2-40B4-BE49-F238E27FC236}">
                  <a16:creationId xmlns:a16="http://schemas.microsoft.com/office/drawing/2014/main" id="{3CD7EF3C-2A6F-63B8-53B6-6C4E3D1A470B}"/>
                </a:ext>
              </a:extLst>
            </p:cNvPr>
            <p:cNvGrpSpPr/>
            <p:nvPr/>
          </p:nvGrpSpPr>
          <p:grpSpPr>
            <a:xfrm>
              <a:off x="3369048" y="3996883"/>
              <a:ext cx="950117" cy="123111"/>
              <a:chOff x="3314402" y="3650809"/>
              <a:chExt cx="950117" cy="123111"/>
            </a:xfrm>
          </p:grpSpPr>
          <p:sp>
            <p:nvSpPr>
              <p:cNvPr id="2052" name="文本框 2051">
                <a:extLst>
                  <a:ext uri="{FF2B5EF4-FFF2-40B4-BE49-F238E27FC236}">
                    <a16:creationId xmlns:a16="http://schemas.microsoft.com/office/drawing/2014/main" id="{CA239ABD-4D69-5885-41A5-EA17A9091B53}"/>
                  </a:ext>
                </a:extLst>
              </p:cNvPr>
              <p:cNvSpPr txBox="1"/>
              <p:nvPr/>
            </p:nvSpPr>
            <p:spPr>
              <a:xfrm>
                <a:off x="3314402" y="3650809"/>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商业汇票</a:t>
                </a:r>
              </a:p>
            </p:txBody>
          </p:sp>
          <p:sp>
            <p:nvSpPr>
              <p:cNvPr id="2053" name="文本框 2052">
                <a:extLst>
                  <a:ext uri="{FF2B5EF4-FFF2-40B4-BE49-F238E27FC236}">
                    <a16:creationId xmlns:a16="http://schemas.microsoft.com/office/drawing/2014/main" id="{A21219A3-1194-52F6-0C77-15110825017D}"/>
                  </a:ext>
                </a:extLst>
              </p:cNvPr>
              <p:cNvSpPr txBox="1"/>
              <p:nvPr/>
            </p:nvSpPr>
            <p:spPr>
              <a:xfrm>
                <a:off x="3854150" y="3650809"/>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资金调度</a:t>
                </a:r>
              </a:p>
            </p:txBody>
          </p:sp>
        </p:grpSp>
        <p:grpSp>
          <p:nvGrpSpPr>
            <p:cNvPr id="2054" name="组合 2053">
              <a:extLst>
                <a:ext uri="{FF2B5EF4-FFF2-40B4-BE49-F238E27FC236}">
                  <a16:creationId xmlns:a16="http://schemas.microsoft.com/office/drawing/2014/main" id="{BFB7DFC2-91D0-2DC0-E881-6D435211EDA5}"/>
                </a:ext>
              </a:extLst>
            </p:cNvPr>
            <p:cNvGrpSpPr/>
            <p:nvPr/>
          </p:nvGrpSpPr>
          <p:grpSpPr>
            <a:xfrm>
              <a:off x="3369047" y="4169920"/>
              <a:ext cx="1001414" cy="123111"/>
              <a:chOff x="3314401" y="3650809"/>
              <a:chExt cx="1001414" cy="123111"/>
            </a:xfrm>
          </p:grpSpPr>
          <p:sp>
            <p:nvSpPr>
              <p:cNvPr id="2055" name="文本框 2054">
                <a:extLst>
                  <a:ext uri="{FF2B5EF4-FFF2-40B4-BE49-F238E27FC236}">
                    <a16:creationId xmlns:a16="http://schemas.microsoft.com/office/drawing/2014/main" id="{4FD8AA98-2059-367E-08E0-37C07DD326A6}"/>
                  </a:ext>
                </a:extLst>
              </p:cNvPr>
              <p:cNvSpPr txBox="1"/>
              <p:nvPr/>
            </p:nvSpPr>
            <p:spPr>
              <a:xfrm>
                <a:off x="3314401" y="3650809"/>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结算中心</a:t>
                </a:r>
              </a:p>
            </p:txBody>
          </p:sp>
          <p:sp>
            <p:nvSpPr>
              <p:cNvPr id="2056" name="文本框 2055">
                <a:extLst>
                  <a:ext uri="{FF2B5EF4-FFF2-40B4-BE49-F238E27FC236}">
                    <a16:creationId xmlns:a16="http://schemas.microsoft.com/office/drawing/2014/main" id="{C9C7EB1D-E5B4-8552-9AE4-AAB206C8BA55}"/>
                  </a:ext>
                </a:extLst>
              </p:cNvPr>
              <p:cNvSpPr txBox="1"/>
              <p:nvPr/>
            </p:nvSpPr>
            <p:spPr>
              <a:xfrm>
                <a:off x="3802854" y="3650809"/>
                <a:ext cx="512961" cy="123111"/>
              </a:xfrm>
              <a:prstGeom prst="rect">
                <a:avLst/>
              </a:prstGeom>
              <a:noFill/>
            </p:spPr>
            <p:txBody>
              <a:bodyPr wrap="none" lIns="0" tIns="0" rIns="0" bIns="0" rtlCol="0">
                <a:spAutoFit/>
              </a:bodyPr>
              <a:lstStyle/>
              <a:p>
                <a:pPr algn="ctr"/>
                <a:r>
                  <a:rPr lang="zh-CN" altLang="en-US" sz="800" dirty="0">
                    <a:solidFill>
                      <a:schemeClr val="bg1"/>
                    </a:solidFill>
                    <a:latin typeface="+mn-ea"/>
                  </a:rPr>
                  <a:t>投融资管理</a:t>
                </a:r>
              </a:p>
            </p:txBody>
          </p:sp>
        </p:grpSp>
      </p:grpSp>
      <p:grpSp>
        <p:nvGrpSpPr>
          <p:cNvPr id="2073" name="组合 2072">
            <a:extLst>
              <a:ext uri="{FF2B5EF4-FFF2-40B4-BE49-F238E27FC236}">
                <a16:creationId xmlns:a16="http://schemas.microsoft.com/office/drawing/2014/main" id="{99D280AD-6D1A-D07B-1641-C655F915DFAC}"/>
              </a:ext>
            </a:extLst>
          </p:cNvPr>
          <p:cNvGrpSpPr/>
          <p:nvPr/>
        </p:nvGrpSpPr>
        <p:grpSpPr>
          <a:xfrm>
            <a:off x="4664639" y="3013739"/>
            <a:ext cx="1324558" cy="1160110"/>
            <a:chOff x="3181825" y="3248689"/>
            <a:chExt cx="1324558" cy="1160110"/>
          </a:xfrm>
          <a:effectLst>
            <a:outerShdw blurRad="114300" dist="38100" dir="5400000" algn="t" rotWithShape="0">
              <a:schemeClr val="accent1">
                <a:alpha val="36000"/>
              </a:schemeClr>
            </a:outerShdw>
          </a:effectLst>
        </p:grpSpPr>
        <p:sp>
          <p:nvSpPr>
            <p:cNvPr id="2074" name="矩形: 圆角 2073">
              <a:extLst>
                <a:ext uri="{FF2B5EF4-FFF2-40B4-BE49-F238E27FC236}">
                  <a16:creationId xmlns:a16="http://schemas.microsoft.com/office/drawing/2014/main" id="{60E2DD9F-1683-BE1A-8634-A5A5636D5C30}"/>
                </a:ext>
              </a:extLst>
            </p:cNvPr>
            <p:cNvSpPr/>
            <p:nvPr/>
          </p:nvSpPr>
          <p:spPr>
            <a:xfrm>
              <a:off x="3181825" y="3248689"/>
              <a:ext cx="1324558" cy="1160110"/>
            </a:xfrm>
            <a:prstGeom prst="roundRect">
              <a:avLst>
                <a:gd name="adj" fmla="val 5540"/>
              </a:avLst>
            </a:prstGeom>
            <a:solidFill>
              <a:schemeClr val="tx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75" name="文本框 2074">
              <a:extLst>
                <a:ext uri="{FF2B5EF4-FFF2-40B4-BE49-F238E27FC236}">
                  <a16:creationId xmlns:a16="http://schemas.microsoft.com/office/drawing/2014/main" id="{D3D27ACE-FDB4-AB0A-25F8-B30EC2E27E7A}"/>
                </a:ext>
              </a:extLst>
            </p:cNvPr>
            <p:cNvSpPr txBox="1"/>
            <p:nvPr/>
          </p:nvSpPr>
          <p:spPr>
            <a:xfrm>
              <a:off x="3485034" y="3329618"/>
              <a:ext cx="718145" cy="215444"/>
            </a:xfrm>
            <a:prstGeom prst="rect">
              <a:avLst/>
            </a:prstGeom>
            <a:noFill/>
          </p:spPr>
          <p:txBody>
            <a:bodyPr wrap="none" lIns="0" tIns="0" rIns="0" bIns="0" rtlCol="0">
              <a:spAutoFit/>
            </a:bodyPr>
            <a:lstStyle/>
            <a:p>
              <a:pPr algn="ctr"/>
              <a:r>
                <a:rPr lang="zh-CN" altLang="en-US" sz="1400" b="1" dirty="0">
                  <a:solidFill>
                    <a:schemeClr val="accent1"/>
                  </a:solidFill>
                  <a:latin typeface="+mn-ea"/>
                </a:rPr>
                <a:t>费控服务</a:t>
              </a:r>
            </a:p>
          </p:txBody>
        </p:sp>
        <p:grpSp>
          <p:nvGrpSpPr>
            <p:cNvPr id="2076" name="组合 2075">
              <a:extLst>
                <a:ext uri="{FF2B5EF4-FFF2-40B4-BE49-F238E27FC236}">
                  <a16:creationId xmlns:a16="http://schemas.microsoft.com/office/drawing/2014/main" id="{9A73B74C-81AE-7EA1-B4E3-FB84D901775F}"/>
                </a:ext>
              </a:extLst>
            </p:cNvPr>
            <p:cNvGrpSpPr/>
            <p:nvPr/>
          </p:nvGrpSpPr>
          <p:grpSpPr>
            <a:xfrm>
              <a:off x="3301650" y="3712364"/>
              <a:ext cx="1017514" cy="123111"/>
              <a:chOff x="3247004" y="3712364"/>
              <a:chExt cx="1017514" cy="123111"/>
            </a:xfrm>
          </p:grpSpPr>
          <p:sp>
            <p:nvSpPr>
              <p:cNvPr id="2086" name="文本框 2085">
                <a:extLst>
                  <a:ext uri="{FF2B5EF4-FFF2-40B4-BE49-F238E27FC236}">
                    <a16:creationId xmlns:a16="http://schemas.microsoft.com/office/drawing/2014/main" id="{F1CD41FF-B63C-5E24-7EB8-5243AB67BC84}"/>
                  </a:ext>
                </a:extLst>
              </p:cNvPr>
              <p:cNvSpPr txBox="1"/>
              <p:nvPr/>
            </p:nvSpPr>
            <p:spPr>
              <a:xfrm>
                <a:off x="3247004" y="3712364"/>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报账服务</a:t>
                </a:r>
              </a:p>
            </p:txBody>
          </p:sp>
          <p:sp>
            <p:nvSpPr>
              <p:cNvPr id="2087" name="文本框 2086">
                <a:extLst>
                  <a:ext uri="{FF2B5EF4-FFF2-40B4-BE49-F238E27FC236}">
                    <a16:creationId xmlns:a16="http://schemas.microsoft.com/office/drawing/2014/main" id="{3C932CF4-9D76-116F-DD8C-41081DB0A630}"/>
                  </a:ext>
                </a:extLst>
              </p:cNvPr>
              <p:cNvSpPr txBox="1"/>
              <p:nvPr/>
            </p:nvSpPr>
            <p:spPr>
              <a:xfrm>
                <a:off x="3854149" y="3712364"/>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费用预算</a:t>
                </a:r>
              </a:p>
            </p:txBody>
          </p:sp>
        </p:grpSp>
        <p:grpSp>
          <p:nvGrpSpPr>
            <p:cNvPr id="2077" name="组合 2076">
              <a:extLst>
                <a:ext uri="{FF2B5EF4-FFF2-40B4-BE49-F238E27FC236}">
                  <a16:creationId xmlns:a16="http://schemas.microsoft.com/office/drawing/2014/main" id="{D44870D3-E25D-87CA-3105-91376C4591BE}"/>
                </a:ext>
              </a:extLst>
            </p:cNvPr>
            <p:cNvGrpSpPr/>
            <p:nvPr/>
          </p:nvGrpSpPr>
          <p:grpSpPr>
            <a:xfrm>
              <a:off x="3301650" y="3885401"/>
              <a:ext cx="1017518" cy="123111"/>
              <a:chOff x="3247004" y="3712364"/>
              <a:chExt cx="1017518" cy="123111"/>
            </a:xfrm>
          </p:grpSpPr>
          <p:sp>
            <p:nvSpPr>
              <p:cNvPr id="2084" name="文本框 2083">
                <a:extLst>
                  <a:ext uri="{FF2B5EF4-FFF2-40B4-BE49-F238E27FC236}">
                    <a16:creationId xmlns:a16="http://schemas.microsoft.com/office/drawing/2014/main" id="{236CC069-E04B-957F-8881-D2F7FCD72DD1}"/>
                  </a:ext>
                </a:extLst>
              </p:cNvPr>
              <p:cNvSpPr txBox="1"/>
              <p:nvPr/>
            </p:nvSpPr>
            <p:spPr>
              <a:xfrm>
                <a:off x="3247004" y="3712364"/>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费控分析</a:t>
                </a:r>
              </a:p>
            </p:txBody>
          </p:sp>
          <p:sp>
            <p:nvSpPr>
              <p:cNvPr id="2085" name="文本框 2084">
                <a:extLst>
                  <a:ext uri="{FF2B5EF4-FFF2-40B4-BE49-F238E27FC236}">
                    <a16:creationId xmlns:a16="http://schemas.microsoft.com/office/drawing/2014/main" id="{02E8AD4F-5292-F503-3406-245A03DB10B3}"/>
                  </a:ext>
                </a:extLst>
              </p:cNvPr>
              <p:cNvSpPr txBox="1"/>
              <p:nvPr/>
            </p:nvSpPr>
            <p:spPr>
              <a:xfrm>
                <a:off x="3854153" y="3712364"/>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账单管理</a:t>
                </a:r>
              </a:p>
            </p:txBody>
          </p:sp>
        </p:grpSp>
        <p:grpSp>
          <p:nvGrpSpPr>
            <p:cNvPr id="2078" name="组合 2077">
              <a:extLst>
                <a:ext uri="{FF2B5EF4-FFF2-40B4-BE49-F238E27FC236}">
                  <a16:creationId xmlns:a16="http://schemas.microsoft.com/office/drawing/2014/main" id="{7F27D1A5-812E-E1B0-17E3-DB89E29AE1F6}"/>
                </a:ext>
              </a:extLst>
            </p:cNvPr>
            <p:cNvGrpSpPr/>
            <p:nvPr/>
          </p:nvGrpSpPr>
          <p:grpSpPr>
            <a:xfrm>
              <a:off x="3301654" y="4079686"/>
              <a:ext cx="1120105" cy="123111"/>
              <a:chOff x="3247008" y="3733612"/>
              <a:chExt cx="1120105" cy="123111"/>
            </a:xfrm>
          </p:grpSpPr>
          <p:sp>
            <p:nvSpPr>
              <p:cNvPr id="2082" name="文本框 2081">
                <a:extLst>
                  <a:ext uri="{FF2B5EF4-FFF2-40B4-BE49-F238E27FC236}">
                    <a16:creationId xmlns:a16="http://schemas.microsoft.com/office/drawing/2014/main" id="{051AE57B-0870-D2F8-FBC3-17417B50DC1C}"/>
                  </a:ext>
                </a:extLst>
              </p:cNvPr>
              <p:cNvSpPr txBox="1"/>
              <p:nvPr/>
            </p:nvSpPr>
            <p:spPr>
              <a:xfrm>
                <a:off x="3247008" y="3733612"/>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付款合同</a:t>
                </a:r>
              </a:p>
            </p:txBody>
          </p:sp>
          <p:sp>
            <p:nvSpPr>
              <p:cNvPr id="2083" name="文本框 2082">
                <a:extLst>
                  <a:ext uri="{FF2B5EF4-FFF2-40B4-BE49-F238E27FC236}">
                    <a16:creationId xmlns:a16="http://schemas.microsoft.com/office/drawing/2014/main" id="{962ADD11-7BE5-B83B-EE9A-73E27ABC83FE}"/>
                  </a:ext>
                </a:extLst>
              </p:cNvPr>
              <p:cNvSpPr txBox="1"/>
              <p:nvPr/>
            </p:nvSpPr>
            <p:spPr>
              <a:xfrm>
                <a:off x="3751560" y="3733612"/>
                <a:ext cx="615553" cy="123111"/>
              </a:xfrm>
              <a:prstGeom prst="rect">
                <a:avLst/>
              </a:prstGeom>
              <a:noFill/>
            </p:spPr>
            <p:txBody>
              <a:bodyPr wrap="none" lIns="0" tIns="0" rIns="0" bIns="0" rtlCol="0">
                <a:spAutoFit/>
              </a:bodyPr>
              <a:lstStyle/>
              <a:p>
                <a:pPr algn="ctr"/>
                <a:r>
                  <a:rPr lang="zh-CN" altLang="en-US" sz="800" dirty="0">
                    <a:solidFill>
                      <a:schemeClr val="bg1"/>
                    </a:solidFill>
                    <a:latin typeface="+mn-ea"/>
                  </a:rPr>
                  <a:t>移动报账服务</a:t>
                </a:r>
              </a:p>
            </p:txBody>
          </p:sp>
        </p:grpSp>
      </p:grpSp>
      <p:grpSp>
        <p:nvGrpSpPr>
          <p:cNvPr id="2103" name="组合 2102">
            <a:extLst>
              <a:ext uri="{FF2B5EF4-FFF2-40B4-BE49-F238E27FC236}">
                <a16:creationId xmlns:a16="http://schemas.microsoft.com/office/drawing/2014/main" id="{7905DC12-0BBB-BF1C-BA2C-95F03F40A9A1}"/>
              </a:ext>
            </a:extLst>
          </p:cNvPr>
          <p:cNvGrpSpPr/>
          <p:nvPr/>
        </p:nvGrpSpPr>
        <p:grpSpPr>
          <a:xfrm>
            <a:off x="6162945" y="3013739"/>
            <a:ext cx="1324558" cy="1160110"/>
            <a:chOff x="3181825" y="3248689"/>
            <a:chExt cx="1324558" cy="1160110"/>
          </a:xfrm>
          <a:effectLst>
            <a:outerShdw blurRad="114300" dist="38100" dir="5400000" algn="t" rotWithShape="0">
              <a:schemeClr val="accent1">
                <a:alpha val="36000"/>
              </a:schemeClr>
            </a:outerShdw>
          </a:effectLst>
        </p:grpSpPr>
        <p:sp>
          <p:nvSpPr>
            <p:cNvPr id="2104" name="矩形: 圆角 2103">
              <a:extLst>
                <a:ext uri="{FF2B5EF4-FFF2-40B4-BE49-F238E27FC236}">
                  <a16:creationId xmlns:a16="http://schemas.microsoft.com/office/drawing/2014/main" id="{16A08EAD-8982-BF90-945E-31F3F47B3497}"/>
                </a:ext>
              </a:extLst>
            </p:cNvPr>
            <p:cNvSpPr/>
            <p:nvPr/>
          </p:nvSpPr>
          <p:spPr>
            <a:xfrm>
              <a:off x="3181825" y="3248689"/>
              <a:ext cx="1324558" cy="1160110"/>
            </a:xfrm>
            <a:prstGeom prst="roundRect">
              <a:avLst>
                <a:gd name="adj" fmla="val 5540"/>
              </a:avLst>
            </a:prstGeom>
            <a:solidFill>
              <a:schemeClr val="tx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05" name="文本框 2104">
              <a:extLst>
                <a:ext uri="{FF2B5EF4-FFF2-40B4-BE49-F238E27FC236}">
                  <a16:creationId xmlns:a16="http://schemas.microsoft.com/office/drawing/2014/main" id="{0BC6B6B2-50FE-9114-42FD-88154B33452F}"/>
                </a:ext>
              </a:extLst>
            </p:cNvPr>
            <p:cNvSpPr txBox="1"/>
            <p:nvPr/>
          </p:nvSpPr>
          <p:spPr>
            <a:xfrm>
              <a:off x="3485034" y="3329618"/>
              <a:ext cx="718145" cy="215444"/>
            </a:xfrm>
            <a:prstGeom prst="rect">
              <a:avLst/>
            </a:prstGeom>
            <a:noFill/>
          </p:spPr>
          <p:txBody>
            <a:bodyPr wrap="none" lIns="0" tIns="0" rIns="0" bIns="0" rtlCol="0">
              <a:spAutoFit/>
            </a:bodyPr>
            <a:lstStyle/>
            <a:p>
              <a:pPr algn="ctr"/>
              <a:r>
                <a:rPr lang="zh-CN" altLang="en-US" sz="1400" b="1" dirty="0">
                  <a:solidFill>
                    <a:schemeClr val="accent1"/>
                  </a:solidFill>
                  <a:latin typeface="+mn-ea"/>
                </a:rPr>
                <a:t>税务服务</a:t>
              </a:r>
            </a:p>
          </p:txBody>
        </p:sp>
        <p:grpSp>
          <p:nvGrpSpPr>
            <p:cNvPr id="2106" name="组合 2105">
              <a:extLst>
                <a:ext uri="{FF2B5EF4-FFF2-40B4-BE49-F238E27FC236}">
                  <a16:creationId xmlns:a16="http://schemas.microsoft.com/office/drawing/2014/main" id="{EC00ED40-D388-A68C-55F0-291E91084CAA}"/>
                </a:ext>
              </a:extLst>
            </p:cNvPr>
            <p:cNvGrpSpPr/>
            <p:nvPr/>
          </p:nvGrpSpPr>
          <p:grpSpPr>
            <a:xfrm>
              <a:off x="3369049" y="3650809"/>
              <a:ext cx="950116" cy="123111"/>
              <a:chOff x="3314403" y="3650809"/>
              <a:chExt cx="950116" cy="123111"/>
            </a:xfrm>
          </p:grpSpPr>
          <p:sp>
            <p:nvSpPr>
              <p:cNvPr id="2114" name="文本框 2113">
                <a:extLst>
                  <a:ext uri="{FF2B5EF4-FFF2-40B4-BE49-F238E27FC236}">
                    <a16:creationId xmlns:a16="http://schemas.microsoft.com/office/drawing/2014/main" id="{2B0B842A-9BB9-BEE4-4C25-4F966B4DDABA}"/>
                  </a:ext>
                </a:extLst>
              </p:cNvPr>
              <p:cNvSpPr txBox="1"/>
              <p:nvPr/>
            </p:nvSpPr>
            <p:spPr>
              <a:xfrm>
                <a:off x="3314403" y="3650809"/>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销项发票</a:t>
                </a:r>
              </a:p>
            </p:txBody>
          </p:sp>
          <p:sp>
            <p:nvSpPr>
              <p:cNvPr id="2115" name="文本框 2114">
                <a:extLst>
                  <a:ext uri="{FF2B5EF4-FFF2-40B4-BE49-F238E27FC236}">
                    <a16:creationId xmlns:a16="http://schemas.microsoft.com/office/drawing/2014/main" id="{40345FE0-C138-78B1-51AA-73FD97F9611A}"/>
                  </a:ext>
                </a:extLst>
              </p:cNvPr>
              <p:cNvSpPr txBox="1"/>
              <p:nvPr/>
            </p:nvSpPr>
            <p:spPr>
              <a:xfrm>
                <a:off x="3854150" y="3650809"/>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进项发票</a:t>
                </a:r>
              </a:p>
            </p:txBody>
          </p:sp>
        </p:grpSp>
        <p:grpSp>
          <p:nvGrpSpPr>
            <p:cNvPr id="2107" name="组合 2106">
              <a:extLst>
                <a:ext uri="{FF2B5EF4-FFF2-40B4-BE49-F238E27FC236}">
                  <a16:creationId xmlns:a16="http://schemas.microsoft.com/office/drawing/2014/main" id="{89215291-A0CE-6510-5259-7ECCC5776BD7}"/>
                </a:ext>
              </a:extLst>
            </p:cNvPr>
            <p:cNvGrpSpPr/>
            <p:nvPr/>
          </p:nvGrpSpPr>
          <p:grpSpPr>
            <a:xfrm>
              <a:off x="3420343" y="3823846"/>
              <a:ext cx="847527" cy="123111"/>
              <a:chOff x="3365697" y="3650809"/>
              <a:chExt cx="847527" cy="123111"/>
            </a:xfrm>
          </p:grpSpPr>
          <p:sp>
            <p:nvSpPr>
              <p:cNvPr id="2112" name="文本框 2111">
                <a:extLst>
                  <a:ext uri="{FF2B5EF4-FFF2-40B4-BE49-F238E27FC236}">
                    <a16:creationId xmlns:a16="http://schemas.microsoft.com/office/drawing/2014/main" id="{42CC9B90-A8C3-70BB-DB46-BD6B7233E8D3}"/>
                  </a:ext>
                </a:extLst>
              </p:cNvPr>
              <p:cNvSpPr txBox="1"/>
              <p:nvPr/>
            </p:nvSpPr>
            <p:spPr>
              <a:xfrm>
                <a:off x="3365697" y="3650809"/>
                <a:ext cx="307777" cy="123111"/>
              </a:xfrm>
              <a:prstGeom prst="rect">
                <a:avLst/>
              </a:prstGeom>
              <a:noFill/>
            </p:spPr>
            <p:txBody>
              <a:bodyPr wrap="none" lIns="0" tIns="0" rIns="0" bIns="0" rtlCol="0">
                <a:spAutoFit/>
              </a:bodyPr>
              <a:lstStyle/>
              <a:p>
                <a:pPr algn="ctr"/>
                <a:r>
                  <a:rPr lang="zh-CN" altLang="en-US" sz="800" dirty="0">
                    <a:solidFill>
                      <a:schemeClr val="bg1"/>
                    </a:solidFill>
                    <a:latin typeface="+mn-ea"/>
                  </a:rPr>
                  <a:t>增值税</a:t>
                </a:r>
              </a:p>
            </p:txBody>
          </p:sp>
          <p:sp>
            <p:nvSpPr>
              <p:cNvPr id="2113" name="文本框 2112">
                <a:extLst>
                  <a:ext uri="{FF2B5EF4-FFF2-40B4-BE49-F238E27FC236}">
                    <a16:creationId xmlns:a16="http://schemas.microsoft.com/office/drawing/2014/main" id="{47D6AE09-7C19-056F-C241-FA3FB2D49A84}"/>
                  </a:ext>
                </a:extLst>
              </p:cNvPr>
              <p:cNvSpPr txBox="1"/>
              <p:nvPr/>
            </p:nvSpPr>
            <p:spPr>
              <a:xfrm>
                <a:off x="3905447" y="3650809"/>
                <a:ext cx="307777" cy="123111"/>
              </a:xfrm>
              <a:prstGeom prst="rect">
                <a:avLst/>
              </a:prstGeom>
              <a:noFill/>
            </p:spPr>
            <p:txBody>
              <a:bodyPr wrap="none" lIns="0" tIns="0" rIns="0" bIns="0" rtlCol="0">
                <a:spAutoFit/>
              </a:bodyPr>
              <a:lstStyle/>
              <a:p>
                <a:pPr algn="ctr"/>
                <a:r>
                  <a:rPr lang="zh-CN" altLang="en-US" sz="800" dirty="0">
                    <a:solidFill>
                      <a:schemeClr val="bg1"/>
                    </a:solidFill>
                    <a:latin typeface="+mn-ea"/>
                  </a:rPr>
                  <a:t>所得税</a:t>
                </a:r>
              </a:p>
            </p:txBody>
          </p:sp>
        </p:grpSp>
        <p:grpSp>
          <p:nvGrpSpPr>
            <p:cNvPr id="2108" name="组合 2107">
              <a:extLst>
                <a:ext uri="{FF2B5EF4-FFF2-40B4-BE49-F238E27FC236}">
                  <a16:creationId xmlns:a16="http://schemas.microsoft.com/office/drawing/2014/main" id="{28D6D74C-F3DB-2B1C-9829-A5DF334048CB}"/>
                </a:ext>
              </a:extLst>
            </p:cNvPr>
            <p:cNvGrpSpPr/>
            <p:nvPr/>
          </p:nvGrpSpPr>
          <p:grpSpPr>
            <a:xfrm>
              <a:off x="3369050" y="3996883"/>
              <a:ext cx="950115" cy="123111"/>
              <a:chOff x="3314404" y="3650809"/>
              <a:chExt cx="950115" cy="123111"/>
            </a:xfrm>
          </p:grpSpPr>
          <p:sp>
            <p:nvSpPr>
              <p:cNvPr id="2110" name="文本框 2109">
                <a:extLst>
                  <a:ext uri="{FF2B5EF4-FFF2-40B4-BE49-F238E27FC236}">
                    <a16:creationId xmlns:a16="http://schemas.microsoft.com/office/drawing/2014/main" id="{A7914B6D-7C34-DEE6-CF64-1541119BA210}"/>
                  </a:ext>
                </a:extLst>
              </p:cNvPr>
              <p:cNvSpPr txBox="1"/>
              <p:nvPr/>
            </p:nvSpPr>
            <p:spPr>
              <a:xfrm>
                <a:off x="3314404" y="3650809"/>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纳税申报</a:t>
                </a:r>
              </a:p>
            </p:txBody>
          </p:sp>
          <p:sp>
            <p:nvSpPr>
              <p:cNvPr id="2111" name="文本框 2110">
                <a:extLst>
                  <a:ext uri="{FF2B5EF4-FFF2-40B4-BE49-F238E27FC236}">
                    <a16:creationId xmlns:a16="http://schemas.microsoft.com/office/drawing/2014/main" id="{E38B9D93-97AC-6DC7-B1E8-6817221E5F0C}"/>
                  </a:ext>
                </a:extLst>
              </p:cNvPr>
              <p:cNvSpPr txBox="1"/>
              <p:nvPr/>
            </p:nvSpPr>
            <p:spPr>
              <a:xfrm>
                <a:off x="3854150" y="3650809"/>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风控预警</a:t>
                </a:r>
              </a:p>
            </p:txBody>
          </p:sp>
        </p:grpSp>
        <p:sp>
          <p:nvSpPr>
            <p:cNvPr id="2109" name="文本框 2108">
              <a:extLst>
                <a:ext uri="{FF2B5EF4-FFF2-40B4-BE49-F238E27FC236}">
                  <a16:creationId xmlns:a16="http://schemas.microsoft.com/office/drawing/2014/main" id="{78C425EF-35F3-ACB9-C213-D027EE427D51}"/>
                </a:ext>
              </a:extLst>
            </p:cNvPr>
            <p:cNvSpPr txBox="1"/>
            <p:nvPr/>
          </p:nvSpPr>
          <p:spPr>
            <a:xfrm>
              <a:off x="3536328" y="4169920"/>
              <a:ext cx="615553" cy="123111"/>
            </a:xfrm>
            <a:prstGeom prst="rect">
              <a:avLst/>
            </a:prstGeom>
            <a:noFill/>
          </p:spPr>
          <p:txBody>
            <a:bodyPr wrap="none" lIns="0" tIns="0" rIns="0" bIns="0" rtlCol="0">
              <a:spAutoFit/>
            </a:bodyPr>
            <a:lstStyle/>
            <a:p>
              <a:pPr algn="ctr"/>
              <a:r>
                <a:rPr lang="zh-CN" altLang="en-US" sz="800" dirty="0">
                  <a:solidFill>
                    <a:schemeClr val="bg1"/>
                  </a:solidFill>
                  <a:latin typeface="+mn-ea"/>
                </a:rPr>
                <a:t>电子票据中心</a:t>
              </a:r>
            </a:p>
          </p:txBody>
        </p:sp>
      </p:grpSp>
      <p:grpSp>
        <p:nvGrpSpPr>
          <p:cNvPr id="2088" name="组合 2087">
            <a:extLst>
              <a:ext uri="{FF2B5EF4-FFF2-40B4-BE49-F238E27FC236}">
                <a16:creationId xmlns:a16="http://schemas.microsoft.com/office/drawing/2014/main" id="{42FE9D27-EC65-238A-AF52-C78D73C9D11A}"/>
              </a:ext>
            </a:extLst>
          </p:cNvPr>
          <p:cNvGrpSpPr/>
          <p:nvPr/>
        </p:nvGrpSpPr>
        <p:grpSpPr>
          <a:xfrm>
            <a:off x="7661251" y="3013739"/>
            <a:ext cx="1324558" cy="1160110"/>
            <a:chOff x="3181825" y="3248689"/>
            <a:chExt cx="1324558" cy="1160110"/>
          </a:xfrm>
          <a:effectLst>
            <a:outerShdw blurRad="114300" dist="38100" dir="5400000" algn="t" rotWithShape="0">
              <a:schemeClr val="accent1">
                <a:alpha val="36000"/>
              </a:schemeClr>
            </a:outerShdw>
          </a:effectLst>
        </p:grpSpPr>
        <p:sp>
          <p:nvSpPr>
            <p:cNvPr id="2089" name="矩形: 圆角 2088">
              <a:extLst>
                <a:ext uri="{FF2B5EF4-FFF2-40B4-BE49-F238E27FC236}">
                  <a16:creationId xmlns:a16="http://schemas.microsoft.com/office/drawing/2014/main" id="{BC6BA64E-D3FF-FC41-2B0B-3C8D2666AC9A}"/>
                </a:ext>
              </a:extLst>
            </p:cNvPr>
            <p:cNvSpPr/>
            <p:nvPr/>
          </p:nvSpPr>
          <p:spPr>
            <a:xfrm>
              <a:off x="3181825" y="3248689"/>
              <a:ext cx="1324558" cy="1160110"/>
            </a:xfrm>
            <a:prstGeom prst="roundRect">
              <a:avLst>
                <a:gd name="adj" fmla="val 5540"/>
              </a:avLst>
            </a:prstGeom>
            <a:solidFill>
              <a:schemeClr val="tx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90" name="文本框 2089">
              <a:extLst>
                <a:ext uri="{FF2B5EF4-FFF2-40B4-BE49-F238E27FC236}">
                  <a16:creationId xmlns:a16="http://schemas.microsoft.com/office/drawing/2014/main" id="{1CFE9F1D-4467-516A-8782-7B6715681C59}"/>
                </a:ext>
              </a:extLst>
            </p:cNvPr>
            <p:cNvSpPr txBox="1"/>
            <p:nvPr/>
          </p:nvSpPr>
          <p:spPr>
            <a:xfrm>
              <a:off x="3485036" y="3329618"/>
              <a:ext cx="718145" cy="215444"/>
            </a:xfrm>
            <a:prstGeom prst="rect">
              <a:avLst/>
            </a:prstGeom>
            <a:noFill/>
          </p:spPr>
          <p:txBody>
            <a:bodyPr wrap="none" lIns="0" tIns="0" rIns="0" bIns="0" rtlCol="0">
              <a:spAutoFit/>
            </a:bodyPr>
            <a:lstStyle/>
            <a:p>
              <a:pPr algn="ctr"/>
              <a:r>
                <a:rPr lang="zh-CN" altLang="en-US" sz="1400" b="1" dirty="0">
                  <a:solidFill>
                    <a:schemeClr val="accent1"/>
                  </a:solidFill>
                  <a:latin typeface="+mn-ea"/>
                </a:rPr>
                <a:t>档案服务</a:t>
              </a:r>
            </a:p>
          </p:txBody>
        </p:sp>
        <p:grpSp>
          <p:nvGrpSpPr>
            <p:cNvPr id="2091" name="组合 2090">
              <a:extLst>
                <a:ext uri="{FF2B5EF4-FFF2-40B4-BE49-F238E27FC236}">
                  <a16:creationId xmlns:a16="http://schemas.microsoft.com/office/drawing/2014/main" id="{5FF4D7DE-5E15-5A71-FF18-D2C75D620436}"/>
                </a:ext>
              </a:extLst>
            </p:cNvPr>
            <p:cNvGrpSpPr/>
            <p:nvPr/>
          </p:nvGrpSpPr>
          <p:grpSpPr>
            <a:xfrm>
              <a:off x="3369049" y="3709587"/>
              <a:ext cx="950116" cy="123111"/>
              <a:chOff x="3314403" y="3709587"/>
              <a:chExt cx="950116" cy="123111"/>
            </a:xfrm>
          </p:grpSpPr>
          <p:sp>
            <p:nvSpPr>
              <p:cNvPr id="2101" name="文本框 2100">
                <a:extLst>
                  <a:ext uri="{FF2B5EF4-FFF2-40B4-BE49-F238E27FC236}">
                    <a16:creationId xmlns:a16="http://schemas.microsoft.com/office/drawing/2014/main" id="{D0E19665-4CC8-6773-CD5C-89577D559352}"/>
                  </a:ext>
                </a:extLst>
              </p:cNvPr>
              <p:cNvSpPr txBox="1"/>
              <p:nvPr/>
            </p:nvSpPr>
            <p:spPr>
              <a:xfrm>
                <a:off x="3314403" y="3709587"/>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会计档案</a:t>
                </a:r>
              </a:p>
            </p:txBody>
          </p:sp>
          <p:sp>
            <p:nvSpPr>
              <p:cNvPr id="2102" name="文本框 2101">
                <a:extLst>
                  <a:ext uri="{FF2B5EF4-FFF2-40B4-BE49-F238E27FC236}">
                    <a16:creationId xmlns:a16="http://schemas.microsoft.com/office/drawing/2014/main" id="{8F9EA2AF-43CD-61F2-A5C3-99A15B726B1A}"/>
                  </a:ext>
                </a:extLst>
              </p:cNvPr>
              <p:cNvSpPr txBox="1"/>
              <p:nvPr/>
            </p:nvSpPr>
            <p:spPr>
              <a:xfrm>
                <a:off x="3854150" y="3709587"/>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公文档案</a:t>
                </a:r>
              </a:p>
            </p:txBody>
          </p:sp>
        </p:grpSp>
        <p:grpSp>
          <p:nvGrpSpPr>
            <p:cNvPr id="2092" name="组合 2091">
              <a:extLst>
                <a:ext uri="{FF2B5EF4-FFF2-40B4-BE49-F238E27FC236}">
                  <a16:creationId xmlns:a16="http://schemas.microsoft.com/office/drawing/2014/main" id="{8C695CBD-9D49-7D90-0EBB-649DF79A0527}"/>
                </a:ext>
              </a:extLst>
            </p:cNvPr>
            <p:cNvGrpSpPr/>
            <p:nvPr/>
          </p:nvGrpSpPr>
          <p:grpSpPr>
            <a:xfrm>
              <a:off x="3369048" y="3882624"/>
              <a:ext cx="950119" cy="123111"/>
              <a:chOff x="3314402" y="3709587"/>
              <a:chExt cx="950119" cy="123111"/>
            </a:xfrm>
          </p:grpSpPr>
          <p:sp>
            <p:nvSpPr>
              <p:cNvPr id="2099" name="文本框 2098">
                <a:extLst>
                  <a:ext uri="{FF2B5EF4-FFF2-40B4-BE49-F238E27FC236}">
                    <a16:creationId xmlns:a16="http://schemas.microsoft.com/office/drawing/2014/main" id="{AB85431B-A5CD-2AD5-13E5-604DFE5C9D34}"/>
                  </a:ext>
                </a:extLst>
              </p:cNvPr>
              <p:cNvSpPr txBox="1"/>
              <p:nvPr/>
            </p:nvSpPr>
            <p:spPr>
              <a:xfrm>
                <a:off x="3314402" y="3709587"/>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合同档案</a:t>
                </a:r>
              </a:p>
            </p:txBody>
          </p:sp>
          <p:sp>
            <p:nvSpPr>
              <p:cNvPr id="2100" name="文本框 2099">
                <a:extLst>
                  <a:ext uri="{FF2B5EF4-FFF2-40B4-BE49-F238E27FC236}">
                    <a16:creationId xmlns:a16="http://schemas.microsoft.com/office/drawing/2014/main" id="{72137D1F-FCF4-7F85-6EDB-19DD3B7AA131}"/>
                  </a:ext>
                </a:extLst>
              </p:cNvPr>
              <p:cNvSpPr txBox="1"/>
              <p:nvPr/>
            </p:nvSpPr>
            <p:spPr>
              <a:xfrm>
                <a:off x="3854152" y="3709587"/>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税务档案</a:t>
                </a:r>
              </a:p>
            </p:txBody>
          </p:sp>
        </p:grpSp>
        <p:sp>
          <p:nvSpPr>
            <p:cNvPr id="2095" name="文本框 2094">
              <a:extLst>
                <a:ext uri="{FF2B5EF4-FFF2-40B4-BE49-F238E27FC236}">
                  <a16:creationId xmlns:a16="http://schemas.microsoft.com/office/drawing/2014/main" id="{E1D5BB33-AC98-340A-0B07-4B5203D5D95A}"/>
                </a:ext>
              </a:extLst>
            </p:cNvPr>
            <p:cNvSpPr txBox="1"/>
            <p:nvPr/>
          </p:nvSpPr>
          <p:spPr>
            <a:xfrm>
              <a:off x="3638920" y="4074671"/>
              <a:ext cx="410369" cy="123111"/>
            </a:xfrm>
            <a:prstGeom prst="rect">
              <a:avLst/>
            </a:prstGeom>
            <a:noFill/>
          </p:spPr>
          <p:txBody>
            <a:bodyPr wrap="none" lIns="0" tIns="0" rIns="0" bIns="0" rtlCol="0">
              <a:spAutoFit/>
            </a:bodyPr>
            <a:lstStyle/>
            <a:p>
              <a:pPr algn="ctr"/>
              <a:r>
                <a:rPr lang="zh-CN" altLang="en-US" sz="800" dirty="0">
                  <a:solidFill>
                    <a:schemeClr val="bg1"/>
                  </a:solidFill>
                  <a:latin typeface="+mn-ea"/>
                </a:rPr>
                <a:t>人力档案</a:t>
              </a:r>
            </a:p>
          </p:txBody>
        </p:sp>
      </p:grpSp>
      <p:grpSp>
        <p:nvGrpSpPr>
          <p:cNvPr id="2131" name="组合 2130">
            <a:extLst>
              <a:ext uri="{FF2B5EF4-FFF2-40B4-BE49-F238E27FC236}">
                <a16:creationId xmlns:a16="http://schemas.microsoft.com/office/drawing/2014/main" id="{52E58FFB-6D8E-F003-9A8D-2BD75BDF15D0}"/>
              </a:ext>
            </a:extLst>
          </p:cNvPr>
          <p:cNvGrpSpPr/>
          <p:nvPr/>
        </p:nvGrpSpPr>
        <p:grpSpPr>
          <a:xfrm>
            <a:off x="2948411" y="4461539"/>
            <a:ext cx="2027872" cy="633541"/>
            <a:chOff x="2948411" y="4696489"/>
            <a:chExt cx="2027872" cy="633541"/>
          </a:xfrm>
          <a:effectLst>
            <a:outerShdw blurRad="114300" dist="38100" dir="5400000" algn="t" rotWithShape="0">
              <a:schemeClr val="accent1">
                <a:alpha val="36000"/>
              </a:schemeClr>
            </a:outerShdw>
          </a:effectLst>
        </p:grpSpPr>
        <p:sp>
          <p:nvSpPr>
            <p:cNvPr id="2117" name="矩形: 圆角 2116">
              <a:extLst>
                <a:ext uri="{FF2B5EF4-FFF2-40B4-BE49-F238E27FC236}">
                  <a16:creationId xmlns:a16="http://schemas.microsoft.com/office/drawing/2014/main" id="{3C84A752-68A8-367F-63EF-8242DB1BFB4D}"/>
                </a:ext>
              </a:extLst>
            </p:cNvPr>
            <p:cNvSpPr/>
            <p:nvPr/>
          </p:nvSpPr>
          <p:spPr>
            <a:xfrm>
              <a:off x="2948411" y="4696489"/>
              <a:ext cx="2027872" cy="633541"/>
            </a:xfrm>
            <a:prstGeom prst="roundRect">
              <a:avLst>
                <a:gd name="adj" fmla="val 5540"/>
              </a:avLst>
            </a:prstGeom>
            <a:solidFill>
              <a:schemeClr val="tx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18" name="文本框 2117">
              <a:extLst>
                <a:ext uri="{FF2B5EF4-FFF2-40B4-BE49-F238E27FC236}">
                  <a16:creationId xmlns:a16="http://schemas.microsoft.com/office/drawing/2014/main" id="{7E4EE47B-4DE3-3CC9-ACF7-E9B85A13D193}"/>
                </a:ext>
              </a:extLst>
            </p:cNvPr>
            <p:cNvSpPr txBox="1"/>
            <p:nvPr/>
          </p:nvSpPr>
          <p:spPr>
            <a:xfrm>
              <a:off x="2993515" y="4797816"/>
              <a:ext cx="460885" cy="430887"/>
            </a:xfrm>
            <a:prstGeom prst="rect">
              <a:avLst/>
            </a:prstGeom>
            <a:noFill/>
          </p:spPr>
          <p:txBody>
            <a:bodyPr wrap="square" lIns="0" tIns="0" rIns="0" bIns="0" rtlCol="0">
              <a:spAutoFit/>
            </a:bodyPr>
            <a:lstStyle/>
            <a:p>
              <a:pPr algn="ctr"/>
              <a:r>
                <a:rPr lang="zh-CN" altLang="en-US" sz="1400" b="1" dirty="0">
                  <a:solidFill>
                    <a:schemeClr val="accent1"/>
                  </a:solidFill>
                  <a:latin typeface="+mn-ea"/>
                </a:rPr>
                <a:t>财务会计</a:t>
              </a:r>
            </a:p>
          </p:txBody>
        </p:sp>
        <p:sp>
          <p:nvSpPr>
            <p:cNvPr id="2125" name="文本框 2124">
              <a:extLst>
                <a:ext uri="{FF2B5EF4-FFF2-40B4-BE49-F238E27FC236}">
                  <a16:creationId xmlns:a16="http://schemas.microsoft.com/office/drawing/2014/main" id="{E042DE10-5A81-53B5-2DB4-903B58E233A0}"/>
                </a:ext>
              </a:extLst>
            </p:cNvPr>
            <p:cNvSpPr txBox="1"/>
            <p:nvPr/>
          </p:nvSpPr>
          <p:spPr>
            <a:xfrm>
              <a:off x="3558195" y="4854113"/>
              <a:ext cx="567482" cy="318292"/>
            </a:xfrm>
            <a:prstGeom prst="rect">
              <a:avLst/>
            </a:prstGeom>
          </p:spPr>
          <p:txBody>
            <a:bodyPr wrap="square" lIns="0" tIns="0" rIns="0" bIns="0" rtlCol="0">
              <a:spAutoFit/>
            </a:bodyPr>
            <a:lstStyle/>
            <a:p>
              <a:pPr indent="-108000">
                <a:lnSpc>
                  <a:spcPct val="120000"/>
                </a:lnSpc>
                <a:buFont typeface="Arial" panose="020B0604020202020204" pitchFamily="34" charset="0"/>
                <a:buChar char="•"/>
              </a:pPr>
              <a:r>
                <a:rPr lang="zh-CN" altLang="en-US" sz="900" dirty="0">
                  <a:solidFill>
                    <a:schemeClr val="bg1"/>
                  </a:solidFill>
                  <a:latin typeface="+mn-ea"/>
                </a:rPr>
                <a:t>总账</a:t>
              </a:r>
              <a:endParaRPr lang="en-US" altLang="zh-CN" sz="900" dirty="0">
                <a:solidFill>
                  <a:schemeClr val="bg1"/>
                </a:solidFill>
                <a:latin typeface="+mn-ea"/>
              </a:endParaRPr>
            </a:p>
            <a:p>
              <a:pPr indent="-108000">
                <a:lnSpc>
                  <a:spcPct val="120000"/>
                </a:lnSpc>
                <a:buFont typeface="Arial" panose="020B0604020202020204" pitchFamily="34" charset="0"/>
                <a:buChar char="•"/>
              </a:pPr>
              <a:r>
                <a:rPr lang="zh-CN" altLang="en-US" sz="900" dirty="0">
                  <a:solidFill>
                    <a:schemeClr val="bg1"/>
                  </a:solidFill>
                  <a:latin typeface="+mn-ea"/>
                </a:rPr>
                <a:t>固定资产</a:t>
              </a:r>
            </a:p>
          </p:txBody>
        </p:sp>
        <p:sp>
          <p:nvSpPr>
            <p:cNvPr id="2126" name="文本框 2125">
              <a:extLst>
                <a:ext uri="{FF2B5EF4-FFF2-40B4-BE49-F238E27FC236}">
                  <a16:creationId xmlns:a16="http://schemas.microsoft.com/office/drawing/2014/main" id="{3A121980-6D78-7D45-F34F-081ACAF61E6C}"/>
                </a:ext>
              </a:extLst>
            </p:cNvPr>
            <p:cNvSpPr txBox="1"/>
            <p:nvPr/>
          </p:nvSpPr>
          <p:spPr>
            <a:xfrm>
              <a:off x="4222642" y="4771013"/>
              <a:ext cx="567482" cy="484492"/>
            </a:xfrm>
            <a:prstGeom prst="rect">
              <a:avLst/>
            </a:prstGeom>
          </p:spPr>
          <p:txBody>
            <a:bodyPr wrap="square" lIns="0" tIns="0" rIns="0" bIns="0" rtlCol="0">
              <a:spAutoFit/>
            </a:bodyPr>
            <a:lstStyle/>
            <a:p>
              <a:pPr indent="-108000">
                <a:lnSpc>
                  <a:spcPct val="120000"/>
                </a:lnSpc>
                <a:buFont typeface="Arial" panose="020B0604020202020204" pitchFamily="34" charset="0"/>
                <a:buChar char="•"/>
              </a:pPr>
              <a:r>
                <a:rPr lang="zh-CN" altLang="en-US" sz="900" dirty="0">
                  <a:solidFill>
                    <a:schemeClr val="bg1"/>
                  </a:solidFill>
                  <a:latin typeface="+mn-ea"/>
                </a:rPr>
                <a:t>应收管理</a:t>
              </a:r>
              <a:endParaRPr lang="en-US" altLang="zh-CN" sz="900" dirty="0">
                <a:solidFill>
                  <a:schemeClr val="bg1"/>
                </a:solidFill>
                <a:latin typeface="+mn-ea"/>
              </a:endParaRPr>
            </a:p>
            <a:p>
              <a:pPr indent="-108000">
                <a:lnSpc>
                  <a:spcPct val="120000"/>
                </a:lnSpc>
                <a:buFont typeface="Arial" panose="020B0604020202020204" pitchFamily="34" charset="0"/>
                <a:buChar char="•"/>
              </a:pPr>
              <a:r>
                <a:rPr lang="zh-CN" altLang="en-US" sz="900" dirty="0">
                  <a:solidFill>
                    <a:schemeClr val="bg1"/>
                  </a:solidFill>
                  <a:latin typeface="+mn-ea"/>
                </a:rPr>
                <a:t>应付管理</a:t>
              </a:r>
              <a:endParaRPr lang="en-US" altLang="zh-CN" sz="900" dirty="0">
                <a:solidFill>
                  <a:schemeClr val="bg1"/>
                </a:solidFill>
                <a:latin typeface="+mn-ea"/>
              </a:endParaRPr>
            </a:p>
            <a:p>
              <a:pPr indent="-108000">
                <a:lnSpc>
                  <a:spcPct val="120000"/>
                </a:lnSpc>
                <a:buFont typeface="Arial" panose="020B0604020202020204" pitchFamily="34" charset="0"/>
                <a:buChar char="•"/>
              </a:pPr>
              <a:r>
                <a:rPr lang="zh-CN" altLang="en-US" sz="900" dirty="0">
                  <a:solidFill>
                    <a:schemeClr val="bg1"/>
                  </a:solidFill>
                  <a:latin typeface="+mn-ea"/>
                </a:rPr>
                <a:t>存货核算</a:t>
              </a:r>
            </a:p>
          </p:txBody>
        </p:sp>
      </p:grpSp>
      <p:grpSp>
        <p:nvGrpSpPr>
          <p:cNvPr id="2132" name="组合 2131">
            <a:extLst>
              <a:ext uri="{FF2B5EF4-FFF2-40B4-BE49-F238E27FC236}">
                <a16:creationId xmlns:a16="http://schemas.microsoft.com/office/drawing/2014/main" id="{03973120-5D8A-2915-2571-558499A9D20F}"/>
              </a:ext>
            </a:extLst>
          </p:cNvPr>
          <p:cNvGrpSpPr/>
          <p:nvPr/>
        </p:nvGrpSpPr>
        <p:grpSpPr>
          <a:xfrm>
            <a:off x="7196713" y="4461539"/>
            <a:ext cx="2027872" cy="633541"/>
            <a:chOff x="2948411" y="4696489"/>
            <a:chExt cx="2027872" cy="633541"/>
          </a:xfrm>
          <a:effectLst>
            <a:outerShdw blurRad="114300" dist="38100" dir="5400000" algn="t" rotWithShape="0">
              <a:schemeClr val="accent1">
                <a:alpha val="36000"/>
              </a:schemeClr>
            </a:outerShdw>
          </a:effectLst>
        </p:grpSpPr>
        <p:sp>
          <p:nvSpPr>
            <p:cNvPr id="2133" name="矩形: 圆角 2132">
              <a:extLst>
                <a:ext uri="{FF2B5EF4-FFF2-40B4-BE49-F238E27FC236}">
                  <a16:creationId xmlns:a16="http://schemas.microsoft.com/office/drawing/2014/main" id="{5E6FB9FE-C32A-A54C-4E54-D0541B6DDDA9}"/>
                </a:ext>
              </a:extLst>
            </p:cNvPr>
            <p:cNvSpPr/>
            <p:nvPr/>
          </p:nvSpPr>
          <p:spPr>
            <a:xfrm>
              <a:off x="2948411" y="4696489"/>
              <a:ext cx="2027872" cy="633541"/>
            </a:xfrm>
            <a:prstGeom prst="roundRect">
              <a:avLst>
                <a:gd name="adj" fmla="val 5540"/>
              </a:avLst>
            </a:prstGeom>
            <a:solidFill>
              <a:schemeClr val="tx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34" name="文本框 2133">
              <a:extLst>
                <a:ext uri="{FF2B5EF4-FFF2-40B4-BE49-F238E27FC236}">
                  <a16:creationId xmlns:a16="http://schemas.microsoft.com/office/drawing/2014/main" id="{ADFF9FCB-714E-C251-77C8-EACA33145D3E}"/>
                </a:ext>
              </a:extLst>
            </p:cNvPr>
            <p:cNvSpPr txBox="1"/>
            <p:nvPr/>
          </p:nvSpPr>
          <p:spPr>
            <a:xfrm>
              <a:off x="4409466" y="4797816"/>
              <a:ext cx="460885" cy="430887"/>
            </a:xfrm>
            <a:prstGeom prst="rect">
              <a:avLst/>
            </a:prstGeom>
            <a:noFill/>
          </p:spPr>
          <p:txBody>
            <a:bodyPr wrap="square" lIns="0" tIns="0" rIns="0" bIns="0" rtlCol="0">
              <a:spAutoFit/>
            </a:bodyPr>
            <a:lstStyle/>
            <a:p>
              <a:pPr algn="ctr"/>
              <a:r>
                <a:rPr lang="zh-CN" altLang="en-US" sz="1400" b="1" dirty="0">
                  <a:solidFill>
                    <a:schemeClr val="accent1"/>
                  </a:solidFill>
                  <a:latin typeface="+mn-ea"/>
                </a:rPr>
                <a:t>管理会计</a:t>
              </a:r>
            </a:p>
          </p:txBody>
        </p:sp>
        <p:sp>
          <p:nvSpPr>
            <p:cNvPr id="2135" name="文本框 2134">
              <a:extLst>
                <a:ext uri="{FF2B5EF4-FFF2-40B4-BE49-F238E27FC236}">
                  <a16:creationId xmlns:a16="http://schemas.microsoft.com/office/drawing/2014/main" id="{60B450EA-EAAB-3158-2C95-16914D09E86D}"/>
                </a:ext>
              </a:extLst>
            </p:cNvPr>
            <p:cNvSpPr txBox="1"/>
            <p:nvPr/>
          </p:nvSpPr>
          <p:spPr>
            <a:xfrm>
              <a:off x="3062974" y="4771013"/>
              <a:ext cx="567482" cy="484492"/>
            </a:xfrm>
            <a:prstGeom prst="rect">
              <a:avLst/>
            </a:prstGeom>
          </p:spPr>
          <p:txBody>
            <a:bodyPr wrap="square" lIns="0" tIns="0" rIns="0" bIns="0" rtlCol="0">
              <a:spAutoFit/>
            </a:bodyPr>
            <a:lstStyle/>
            <a:p>
              <a:pPr indent="-108000">
                <a:lnSpc>
                  <a:spcPct val="120000"/>
                </a:lnSpc>
                <a:buFont typeface="Arial" panose="020B0604020202020204" pitchFamily="34" charset="0"/>
                <a:buChar char="•"/>
              </a:pPr>
              <a:r>
                <a:rPr lang="zh-CN" altLang="en-US" sz="900" dirty="0">
                  <a:solidFill>
                    <a:schemeClr val="bg1"/>
                  </a:solidFill>
                  <a:latin typeface="+mn-ea"/>
                </a:rPr>
                <a:t>成本中心</a:t>
              </a:r>
              <a:endParaRPr lang="en-US" altLang="zh-CN" sz="900" dirty="0">
                <a:solidFill>
                  <a:schemeClr val="bg1"/>
                </a:solidFill>
                <a:latin typeface="+mn-ea"/>
              </a:endParaRPr>
            </a:p>
            <a:p>
              <a:pPr indent="-108000">
                <a:lnSpc>
                  <a:spcPct val="120000"/>
                </a:lnSpc>
                <a:buFont typeface="Arial" panose="020B0604020202020204" pitchFamily="34" charset="0"/>
                <a:buChar char="•"/>
              </a:pPr>
              <a:r>
                <a:rPr lang="zh-CN" altLang="en-US" sz="900" dirty="0">
                  <a:solidFill>
                    <a:schemeClr val="bg1"/>
                  </a:solidFill>
                  <a:latin typeface="+mn-ea"/>
                </a:rPr>
                <a:t>产品成本</a:t>
              </a:r>
              <a:endParaRPr lang="en-US" altLang="zh-CN" sz="900" dirty="0">
                <a:solidFill>
                  <a:schemeClr val="bg1"/>
                </a:solidFill>
                <a:latin typeface="+mn-ea"/>
              </a:endParaRPr>
            </a:p>
            <a:p>
              <a:pPr indent="-108000">
                <a:lnSpc>
                  <a:spcPct val="120000"/>
                </a:lnSpc>
                <a:buFont typeface="Arial" panose="020B0604020202020204" pitchFamily="34" charset="0"/>
                <a:buChar char="•"/>
              </a:pPr>
              <a:r>
                <a:rPr lang="zh-CN" altLang="en-US" sz="900" dirty="0">
                  <a:solidFill>
                    <a:schemeClr val="bg1"/>
                  </a:solidFill>
                  <a:latin typeface="+mn-ea"/>
                </a:rPr>
                <a:t>专项成本</a:t>
              </a:r>
            </a:p>
          </p:txBody>
        </p:sp>
        <p:sp>
          <p:nvSpPr>
            <p:cNvPr id="2136" name="文本框 2135">
              <a:extLst>
                <a:ext uri="{FF2B5EF4-FFF2-40B4-BE49-F238E27FC236}">
                  <a16:creationId xmlns:a16="http://schemas.microsoft.com/office/drawing/2014/main" id="{880A8F6B-3DE6-7F20-BAB4-DB453F82776F}"/>
                </a:ext>
              </a:extLst>
            </p:cNvPr>
            <p:cNvSpPr txBox="1"/>
            <p:nvPr/>
          </p:nvSpPr>
          <p:spPr>
            <a:xfrm>
              <a:off x="3727421" y="4771013"/>
              <a:ext cx="567482" cy="484492"/>
            </a:xfrm>
            <a:prstGeom prst="rect">
              <a:avLst/>
            </a:prstGeom>
          </p:spPr>
          <p:txBody>
            <a:bodyPr wrap="square" lIns="0" tIns="0" rIns="0" bIns="0" rtlCol="0">
              <a:spAutoFit/>
            </a:bodyPr>
            <a:lstStyle/>
            <a:p>
              <a:pPr indent="-108000">
                <a:lnSpc>
                  <a:spcPct val="120000"/>
                </a:lnSpc>
                <a:buFont typeface="Arial" panose="020B0604020202020204" pitchFamily="34" charset="0"/>
                <a:buChar char="•"/>
              </a:pPr>
              <a:r>
                <a:rPr lang="zh-CN" altLang="en-US" sz="900" dirty="0">
                  <a:solidFill>
                    <a:schemeClr val="bg1"/>
                  </a:solidFill>
                  <a:latin typeface="+mn-ea"/>
                </a:rPr>
                <a:t>成本估算</a:t>
              </a:r>
              <a:endParaRPr lang="en-US" altLang="zh-CN" sz="900" dirty="0">
                <a:solidFill>
                  <a:schemeClr val="bg1"/>
                </a:solidFill>
                <a:latin typeface="+mn-ea"/>
              </a:endParaRPr>
            </a:p>
            <a:p>
              <a:pPr indent="-108000">
                <a:lnSpc>
                  <a:spcPct val="120000"/>
                </a:lnSpc>
                <a:buFont typeface="Arial" panose="020B0604020202020204" pitchFamily="34" charset="0"/>
                <a:buChar char="•"/>
              </a:pPr>
              <a:r>
                <a:rPr lang="zh-CN" altLang="en-US" sz="900" dirty="0">
                  <a:solidFill>
                    <a:schemeClr val="bg1"/>
                  </a:solidFill>
                  <a:latin typeface="+mn-ea"/>
                </a:rPr>
                <a:t>盈利分析</a:t>
              </a:r>
              <a:endParaRPr lang="en-US" altLang="zh-CN" sz="900" dirty="0">
                <a:solidFill>
                  <a:schemeClr val="bg1"/>
                </a:solidFill>
                <a:latin typeface="+mn-ea"/>
              </a:endParaRPr>
            </a:p>
            <a:p>
              <a:pPr indent="-108000">
                <a:lnSpc>
                  <a:spcPct val="120000"/>
                </a:lnSpc>
                <a:buFont typeface="Arial" panose="020B0604020202020204" pitchFamily="34" charset="0"/>
                <a:buChar char="•"/>
              </a:pPr>
              <a:r>
                <a:rPr lang="zh-CN" altLang="en-US" sz="900" dirty="0">
                  <a:solidFill>
                    <a:schemeClr val="bg1"/>
                  </a:solidFill>
                  <a:latin typeface="+mn-ea"/>
                </a:rPr>
                <a:t>责任会计</a:t>
              </a:r>
            </a:p>
          </p:txBody>
        </p:sp>
      </p:grpSp>
      <p:grpSp>
        <p:nvGrpSpPr>
          <p:cNvPr id="2150" name="组合 2149">
            <a:extLst>
              <a:ext uri="{FF2B5EF4-FFF2-40B4-BE49-F238E27FC236}">
                <a16:creationId xmlns:a16="http://schemas.microsoft.com/office/drawing/2014/main" id="{A0C3D815-903D-90E2-3D25-A7CDD0A1BD42}"/>
              </a:ext>
            </a:extLst>
          </p:cNvPr>
          <p:cNvGrpSpPr/>
          <p:nvPr/>
        </p:nvGrpSpPr>
        <p:grpSpPr>
          <a:xfrm>
            <a:off x="2240665" y="5428555"/>
            <a:ext cx="7706448" cy="511995"/>
            <a:chOff x="2240665" y="5663505"/>
            <a:chExt cx="7706448" cy="511995"/>
          </a:xfrm>
        </p:grpSpPr>
        <p:sp>
          <p:nvSpPr>
            <p:cNvPr id="2138" name="矩形: 圆角 2137">
              <a:extLst>
                <a:ext uri="{FF2B5EF4-FFF2-40B4-BE49-F238E27FC236}">
                  <a16:creationId xmlns:a16="http://schemas.microsoft.com/office/drawing/2014/main" id="{CBE9C4ED-EE1F-9E16-C327-4E40AD589AB9}"/>
                </a:ext>
              </a:extLst>
            </p:cNvPr>
            <p:cNvSpPr/>
            <p:nvPr/>
          </p:nvSpPr>
          <p:spPr>
            <a:xfrm>
              <a:off x="2240665" y="5663505"/>
              <a:ext cx="7706448" cy="511995"/>
            </a:xfrm>
            <a:prstGeom prst="roundRect">
              <a:avLst>
                <a:gd name="adj" fmla="val 10501"/>
              </a:avLst>
            </a:prstGeom>
            <a:solidFill>
              <a:schemeClr val="tx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39" name="文本框 2138">
              <a:extLst>
                <a:ext uri="{FF2B5EF4-FFF2-40B4-BE49-F238E27FC236}">
                  <a16:creationId xmlns:a16="http://schemas.microsoft.com/office/drawing/2014/main" id="{E9BB88D3-E29C-EA51-53EA-40DF7EFACBEE}"/>
                </a:ext>
              </a:extLst>
            </p:cNvPr>
            <p:cNvSpPr txBox="1"/>
            <p:nvPr/>
          </p:nvSpPr>
          <p:spPr>
            <a:xfrm>
              <a:off x="2329613" y="5811780"/>
              <a:ext cx="829106" cy="215444"/>
            </a:xfrm>
            <a:prstGeom prst="rect">
              <a:avLst/>
            </a:prstGeom>
            <a:noFill/>
          </p:spPr>
          <p:txBody>
            <a:bodyPr wrap="square" lIns="0" tIns="0" rIns="0" bIns="0" rtlCol="0">
              <a:spAutoFit/>
            </a:bodyPr>
            <a:lstStyle/>
            <a:p>
              <a:pPr algn="ctr"/>
              <a:r>
                <a:rPr lang="zh-CN" altLang="en-US" sz="1400" b="1" dirty="0">
                  <a:solidFill>
                    <a:schemeClr val="accent2"/>
                  </a:solidFill>
                  <a:latin typeface="+mn-ea"/>
                </a:rPr>
                <a:t>共享服务</a:t>
              </a:r>
            </a:p>
          </p:txBody>
        </p:sp>
        <p:sp>
          <p:nvSpPr>
            <p:cNvPr id="2142" name="文本框 2141">
              <a:extLst>
                <a:ext uri="{FF2B5EF4-FFF2-40B4-BE49-F238E27FC236}">
                  <a16:creationId xmlns:a16="http://schemas.microsoft.com/office/drawing/2014/main" id="{367C4543-2F59-2808-9141-39350C30BF90}"/>
                </a:ext>
              </a:extLst>
            </p:cNvPr>
            <p:cNvSpPr txBox="1"/>
            <p:nvPr/>
          </p:nvSpPr>
          <p:spPr>
            <a:xfrm>
              <a:off x="3203575" y="5769158"/>
              <a:ext cx="737658" cy="300689"/>
            </a:xfrm>
            <a:prstGeom prst="roundRect">
              <a:avLst/>
            </a:prstGeom>
            <a:noFill/>
            <a:ln>
              <a:solidFill>
                <a:schemeClr val="bg1"/>
              </a:solidFill>
            </a:ln>
          </p:spPr>
          <p:txBody>
            <a:bodyPr wrap="none" lIns="0" tIns="0" rIns="0" bIns="0" rtlCol="0" anchor="ctr" anchorCtr="0">
              <a:noAutofit/>
            </a:bodyPr>
            <a:lstStyle/>
            <a:p>
              <a:pPr algn="ctr"/>
              <a:r>
                <a:rPr lang="zh-CN" altLang="en-US" sz="1100" dirty="0">
                  <a:solidFill>
                    <a:schemeClr val="bg1"/>
                  </a:solidFill>
                  <a:latin typeface="+mn-ea"/>
                </a:rPr>
                <a:t>共享建模</a:t>
              </a:r>
            </a:p>
          </p:txBody>
        </p:sp>
        <p:sp>
          <p:nvSpPr>
            <p:cNvPr id="2143" name="文本框 2142">
              <a:extLst>
                <a:ext uri="{FF2B5EF4-FFF2-40B4-BE49-F238E27FC236}">
                  <a16:creationId xmlns:a16="http://schemas.microsoft.com/office/drawing/2014/main" id="{A261B9AD-8733-CA05-E51D-D649DAEBE42D}"/>
                </a:ext>
              </a:extLst>
            </p:cNvPr>
            <p:cNvSpPr txBox="1"/>
            <p:nvPr/>
          </p:nvSpPr>
          <p:spPr>
            <a:xfrm>
              <a:off x="4038902" y="5769158"/>
              <a:ext cx="737658" cy="300689"/>
            </a:xfrm>
            <a:prstGeom prst="roundRect">
              <a:avLst/>
            </a:prstGeom>
            <a:noFill/>
            <a:ln>
              <a:solidFill>
                <a:schemeClr val="bg1"/>
              </a:solidFill>
            </a:ln>
          </p:spPr>
          <p:txBody>
            <a:bodyPr wrap="none" lIns="0" tIns="0" rIns="0" bIns="0" rtlCol="0" anchor="ctr" anchorCtr="0">
              <a:noAutofit/>
            </a:bodyPr>
            <a:lstStyle/>
            <a:p>
              <a:pPr algn="ctr"/>
              <a:r>
                <a:rPr lang="zh-CN" altLang="en-US" sz="1100" dirty="0">
                  <a:solidFill>
                    <a:schemeClr val="bg1"/>
                  </a:solidFill>
                  <a:latin typeface="+mn-ea"/>
                </a:rPr>
                <a:t>共享作业</a:t>
              </a:r>
            </a:p>
          </p:txBody>
        </p:sp>
        <p:sp>
          <p:nvSpPr>
            <p:cNvPr id="2144" name="文本框 2143">
              <a:extLst>
                <a:ext uri="{FF2B5EF4-FFF2-40B4-BE49-F238E27FC236}">
                  <a16:creationId xmlns:a16="http://schemas.microsoft.com/office/drawing/2014/main" id="{F1540F1B-5B1B-1365-D5B2-15D5B9A624DD}"/>
                </a:ext>
              </a:extLst>
            </p:cNvPr>
            <p:cNvSpPr txBox="1"/>
            <p:nvPr/>
          </p:nvSpPr>
          <p:spPr>
            <a:xfrm>
              <a:off x="4874229" y="5769158"/>
              <a:ext cx="737658" cy="300689"/>
            </a:xfrm>
            <a:prstGeom prst="roundRect">
              <a:avLst/>
            </a:prstGeom>
            <a:noFill/>
            <a:ln>
              <a:solidFill>
                <a:schemeClr val="bg1"/>
              </a:solidFill>
            </a:ln>
          </p:spPr>
          <p:txBody>
            <a:bodyPr wrap="none" lIns="0" tIns="0" rIns="0" bIns="0" rtlCol="0" anchor="ctr" anchorCtr="0">
              <a:noAutofit/>
            </a:bodyPr>
            <a:lstStyle/>
            <a:p>
              <a:pPr algn="ctr"/>
              <a:r>
                <a:rPr lang="zh-CN" altLang="en-US" sz="1100" dirty="0">
                  <a:solidFill>
                    <a:schemeClr val="bg1"/>
                  </a:solidFill>
                  <a:latin typeface="+mn-ea"/>
                </a:rPr>
                <a:t>运营绩效</a:t>
              </a:r>
            </a:p>
          </p:txBody>
        </p:sp>
        <p:sp>
          <p:nvSpPr>
            <p:cNvPr id="2145" name="文本框 2144">
              <a:extLst>
                <a:ext uri="{FF2B5EF4-FFF2-40B4-BE49-F238E27FC236}">
                  <a16:creationId xmlns:a16="http://schemas.microsoft.com/office/drawing/2014/main" id="{964EDFAF-EF69-694D-C5BD-7EDA83F8F8A8}"/>
                </a:ext>
              </a:extLst>
            </p:cNvPr>
            <p:cNvSpPr txBox="1"/>
            <p:nvPr/>
          </p:nvSpPr>
          <p:spPr>
            <a:xfrm>
              <a:off x="5709556" y="5769158"/>
              <a:ext cx="737658" cy="300689"/>
            </a:xfrm>
            <a:prstGeom prst="roundRect">
              <a:avLst/>
            </a:prstGeom>
            <a:noFill/>
            <a:ln>
              <a:solidFill>
                <a:schemeClr val="bg1"/>
              </a:solidFill>
            </a:ln>
          </p:spPr>
          <p:txBody>
            <a:bodyPr wrap="none" lIns="0" tIns="0" rIns="0" bIns="0" rtlCol="0" anchor="ctr" anchorCtr="0">
              <a:noAutofit/>
            </a:bodyPr>
            <a:lstStyle/>
            <a:p>
              <a:pPr algn="ctr"/>
              <a:r>
                <a:rPr lang="zh-CN" altLang="en-US" sz="1100" dirty="0">
                  <a:solidFill>
                    <a:schemeClr val="bg1"/>
                  </a:solidFill>
                  <a:latin typeface="+mn-ea"/>
                </a:rPr>
                <a:t>共享工单</a:t>
              </a:r>
            </a:p>
          </p:txBody>
        </p:sp>
        <p:sp>
          <p:nvSpPr>
            <p:cNvPr id="2146" name="文本框 2145">
              <a:extLst>
                <a:ext uri="{FF2B5EF4-FFF2-40B4-BE49-F238E27FC236}">
                  <a16:creationId xmlns:a16="http://schemas.microsoft.com/office/drawing/2014/main" id="{5E18299D-9D3A-71CA-B7CC-F1D507B7F9CB}"/>
                </a:ext>
              </a:extLst>
            </p:cNvPr>
            <p:cNvSpPr txBox="1"/>
            <p:nvPr/>
          </p:nvSpPr>
          <p:spPr>
            <a:xfrm>
              <a:off x="6544883" y="5769158"/>
              <a:ext cx="737658" cy="300689"/>
            </a:xfrm>
            <a:prstGeom prst="roundRect">
              <a:avLst/>
            </a:prstGeom>
            <a:noFill/>
            <a:ln>
              <a:solidFill>
                <a:schemeClr val="bg1"/>
              </a:solidFill>
            </a:ln>
          </p:spPr>
          <p:txBody>
            <a:bodyPr wrap="none" lIns="0" tIns="0" rIns="0" bIns="0" rtlCol="0" anchor="ctr" anchorCtr="0">
              <a:noAutofit/>
            </a:bodyPr>
            <a:lstStyle/>
            <a:p>
              <a:pPr algn="ctr"/>
              <a:r>
                <a:rPr lang="zh-CN" altLang="en-US" sz="1100" dirty="0">
                  <a:solidFill>
                    <a:schemeClr val="bg1"/>
                  </a:solidFill>
                  <a:latin typeface="+mn-ea"/>
                </a:rPr>
                <a:t>智能审核</a:t>
              </a:r>
            </a:p>
          </p:txBody>
        </p:sp>
        <p:sp>
          <p:nvSpPr>
            <p:cNvPr id="2147" name="文本框 2146">
              <a:extLst>
                <a:ext uri="{FF2B5EF4-FFF2-40B4-BE49-F238E27FC236}">
                  <a16:creationId xmlns:a16="http://schemas.microsoft.com/office/drawing/2014/main" id="{78245D9B-EEE7-FFCA-82F8-873EC34986C2}"/>
                </a:ext>
              </a:extLst>
            </p:cNvPr>
            <p:cNvSpPr txBox="1"/>
            <p:nvPr/>
          </p:nvSpPr>
          <p:spPr>
            <a:xfrm>
              <a:off x="7380210" y="5769158"/>
              <a:ext cx="737658" cy="300689"/>
            </a:xfrm>
            <a:prstGeom prst="roundRect">
              <a:avLst/>
            </a:prstGeom>
            <a:noFill/>
            <a:ln>
              <a:solidFill>
                <a:schemeClr val="bg1"/>
              </a:solidFill>
            </a:ln>
          </p:spPr>
          <p:txBody>
            <a:bodyPr wrap="none" lIns="0" tIns="0" rIns="0" bIns="0" rtlCol="0" anchor="ctr" anchorCtr="0">
              <a:noAutofit/>
            </a:bodyPr>
            <a:lstStyle/>
            <a:p>
              <a:pPr algn="ctr"/>
              <a:r>
                <a:rPr lang="zh-CN" altLang="en-US" sz="1100" dirty="0">
                  <a:solidFill>
                    <a:schemeClr val="bg1"/>
                  </a:solidFill>
                  <a:latin typeface="+mn-ea"/>
                </a:rPr>
                <a:t>智能收单</a:t>
              </a:r>
            </a:p>
          </p:txBody>
        </p:sp>
        <p:sp>
          <p:nvSpPr>
            <p:cNvPr id="2148" name="文本框 2147">
              <a:extLst>
                <a:ext uri="{FF2B5EF4-FFF2-40B4-BE49-F238E27FC236}">
                  <a16:creationId xmlns:a16="http://schemas.microsoft.com/office/drawing/2014/main" id="{6A94DC8C-49B0-F0C4-D82F-F1F28A5DA294}"/>
                </a:ext>
              </a:extLst>
            </p:cNvPr>
            <p:cNvSpPr txBox="1"/>
            <p:nvPr/>
          </p:nvSpPr>
          <p:spPr>
            <a:xfrm>
              <a:off x="8215537" y="5769158"/>
              <a:ext cx="737658" cy="300689"/>
            </a:xfrm>
            <a:prstGeom prst="roundRect">
              <a:avLst/>
            </a:prstGeom>
            <a:noFill/>
            <a:ln>
              <a:solidFill>
                <a:schemeClr val="bg1"/>
              </a:solidFill>
            </a:ln>
          </p:spPr>
          <p:txBody>
            <a:bodyPr wrap="none" lIns="0" tIns="0" rIns="0" bIns="0" rtlCol="0" anchor="ctr" anchorCtr="0">
              <a:noAutofit/>
            </a:bodyPr>
            <a:lstStyle/>
            <a:p>
              <a:pPr algn="ctr"/>
              <a:r>
                <a:rPr lang="zh-CN" altLang="en-US" sz="1100" dirty="0">
                  <a:solidFill>
                    <a:schemeClr val="bg1"/>
                  </a:solidFill>
                  <a:latin typeface="+mn-ea"/>
                </a:rPr>
                <a:t>员工信用</a:t>
              </a:r>
            </a:p>
          </p:txBody>
        </p:sp>
        <p:sp>
          <p:nvSpPr>
            <p:cNvPr id="2149" name="文本框 2148">
              <a:extLst>
                <a:ext uri="{FF2B5EF4-FFF2-40B4-BE49-F238E27FC236}">
                  <a16:creationId xmlns:a16="http://schemas.microsoft.com/office/drawing/2014/main" id="{7DE7B6F9-A381-11A1-9E05-8BDEBEDB94CD}"/>
                </a:ext>
              </a:extLst>
            </p:cNvPr>
            <p:cNvSpPr txBox="1"/>
            <p:nvPr/>
          </p:nvSpPr>
          <p:spPr>
            <a:xfrm>
              <a:off x="9050867" y="5769158"/>
              <a:ext cx="737658" cy="300689"/>
            </a:xfrm>
            <a:prstGeom prst="roundRect">
              <a:avLst/>
            </a:prstGeom>
            <a:noFill/>
            <a:ln>
              <a:solidFill>
                <a:schemeClr val="bg1"/>
              </a:solidFill>
            </a:ln>
          </p:spPr>
          <p:txBody>
            <a:bodyPr wrap="none" lIns="0" tIns="0" rIns="0" bIns="0" rtlCol="0" anchor="ctr" anchorCtr="0">
              <a:noAutofit/>
            </a:bodyPr>
            <a:lstStyle/>
            <a:p>
              <a:pPr algn="ctr"/>
              <a:r>
                <a:rPr lang="zh-CN" altLang="en-US" sz="1100" dirty="0">
                  <a:solidFill>
                    <a:schemeClr val="bg1"/>
                  </a:solidFill>
                  <a:latin typeface="+mn-ea"/>
                </a:rPr>
                <a:t>质量管理</a:t>
              </a:r>
            </a:p>
          </p:txBody>
        </p:sp>
      </p:grpSp>
      <p:grpSp>
        <p:nvGrpSpPr>
          <p:cNvPr id="2152" name="组合 2151">
            <a:extLst>
              <a:ext uri="{FF2B5EF4-FFF2-40B4-BE49-F238E27FC236}">
                <a16:creationId xmlns:a16="http://schemas.microsoft.com/office/drawing/2014/main" id="{B14CF2C7-5628-3C3D-867F-ED272B69E58A}"/>
              </a:ext>
            </a:extLst>
          </p:cNvPr>
          <p:cNvGrpSpPr/>
          <p:nvPr/>
        </p:nvGrpSpPr>
        <p:grpSpPr>
          <a:xfrm>
            <a:off x="2240665" y="6075402"/>
            <a:ext cx="7706448" cy="511995"/>
            <a:chOff x="2240665" y="5663505"/>
            <a:chExt cx="7706448" cy="511995"/>
          </a:xfrm>
        </p:grpSpPr>
        <p:sp>
          <p:nvSpPr>
            <p:cNvPr id="2153" name="矩形: 圆角 2152">
              <a:extLst>
                <a:ext uri="{FF2B5EF4-FFF2-40B4-BE49-F238E27FC236}">
                  <a16:creationId xmlns:a16="http://schemas.microsoft.com/office/drawing/2014/main" id="{FC56F670-EFE9-76BA-5D52-1681462F1964}"/>
                </a:ext>
              </a:extLst>
            </p:cNvPr>
            <p:cNvSpPr/>
            <p:nvPr/>
          </p:nvSpPr>
          <p:spPr>
            <a:xfrm>
              <a:off x="2240665" y="5663505"/>
              <a:ext cx="7706448" cy="511995"/>
            </a:xfrm>
            <a:prstGeom prst="roundRect">
              <a:avLst>
                <a:gd name="adj" fmla="val 10501"/>
              </a:avLst>
            </a:prstGeom>
            <a:solidFill>
              <a:schemeClr val="tx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54" name="文本框 2153">
              <a:extLst>
                <a:ext uri="{FF2B5EF4-FFF2-40B4-BE49-F238E27FC236}">
                  <a16:creationId xmlns:a16="http://schemas.microsoft.com/office/drawing/2014/main" id="{77280137-C79E-98E2-D915-543A492D6755}"/>
                </a:ext>
              </a:extLst>
            </p:cNvPr>
            <p:cNvSpPr txBox="1"/>
            <p:nvPr/>
          </p:nvSpPr>
          <p:spPr>
            <a:xfrm>
              <a:off x="2329613" y="5811780"/>
              <a:ext cx="1118970" cy="215444"/>
            </a:xfrm>
            <a:prstGeom prst="rect">
              <a:avLst/>
            </a:prstGeom>
            <a:noFill/>
          </p:spPr>
          <p:txBody>
            <a:bodyPr wrap="square" lIns="0" tIns="0" rIns="0" bIns="0" rtlCol="0">
              <a:spAutoFit/>
            </a:bodyPr>
            <a:lstStyle/>
            <a:p>
              <a:pPr algn="ctr"/>
              <a:r>
                <a:rPr lang="zh-CN" altLang="en-US" sz="1400" b="1" dirty="0">
                  <a:solidFill>
                    <a:schemeClr val="accent2"/>
                  </a:solidFill>
                  <a:latin typeface="+mn-ea"/>
                </a:rPr>
                <a:t>事项会计平台</a:t>
              </a:r>
            </a:p>
          </p:txBody>
        </p:sp>
        <p:sp>
          <p:nvSpPr>
            <p:cNvPr id="2155" name="文本框 2154">
              <a:extLst>
                <a:ext uri="{FF2B5EF4-FFF2-40B4-BE49-F238E27FC236}">
                  <a16:creationId xmlns:a16="http://schemas.microsoft.com/office/drawing/2014/main" id="{9CFA1679-027B-B254-387B-8C97F4BBCAA6}"/>
                </a:ext>
              </a:extLst>
            </p:cNvPr>
            <p:cNvSpPr txBox="1"/>
            <p:nvPr/>
          </p:nvSpPr>
          <p:spPr>
            <a:xfrm>
              <a:off x="3546255" y="5769158"/>
              <a:ext cx="1430028" cy="300689"/>
            </a:xfrm>
            <a:prstGeom prst="roundRect">
              <a:avLst/>
            </a:prstGeom>
            <a:noFill/>
            <a:ln>
              <a:solidFill>
                <a:schemeClr val="bg1"/>
              </a:solidFill>
            </a:ln>
          </p:spPr>
          <p:txBody>
            <a:bodyPr wrap="none" lIns="0" tIns="0" rIns="0" bIns="0" rtlCol="0" anchor="ctr" anchorCtr="0">
              <a:noAutofit/>
            </a:bodyPr>
            <a:lstStyle/>
            <a:p>
              <a:pPr algn="ctr"/>
              <a:r>
                <a:rPr lang="zh-CN" altLang="en-US" sz="1100" dirty="0">
                  <a:solidFill>
                    <a:schemeClr val="bg1"/>
                  </a:solidFill>
                  <a:latin typeface="+mn-ea"/>
                </a:rPr>
                <a:t>财务公共</a:t>
              </a:r>
            </a:p>
          </p:txBody>
        </p:sp>
        <p:sp>
          <p:nvSpPr>
            <p:cNvPr id="2157" name="文本框 2156">
              <a:extLst>
                <a:ext uri="{FF2B5EF4-FFF2-40B4-BE49-F238E27FC236}">
                  <a16:creationId xmlns:a16="http://schemas.microsoft.com/office/drawing/2014/main" id="{F54FB504-86AB-6B53-CD67-43C07911A09C}"/>
                </a:ext>
              </a:extLst>
            </p:cNvPr>
            <p:cNvSpPr txBox="1"/>
            <p:nvPr/>
          </p:nvSpPr>
          <p:spPr>
            <a:xfrm>
              <a:off x="5151461" y="5769158"/>
              <a:ext cx="1430028" cy="300689"/>
            </a:xfrm>
            <a:prstGeom prst="roundRect">
              <a:avLst/>
            </a:prstGeom>
            <a:noFill/>
            <a:ln>
              <a:solidFill>
                <a:schemeClr val="bg1"/>
              </a:solidFill>
            </a:ln>
          </p:spPr>
          <p:txBody>
            <a:bodyPr wrap="none" lIns="0" tIns="0" rIns="0" bIns="0" rtlCol="0" anchor="ctr" anchorCtr="0">
              <a:noAutofit/>
            </a:bodyPr>
            <a:lstStyle/>
            <a:p>
              <a:pPr algn="ctr"/>
              <a:r>
                <a:rPr lang="zh-CN" altLang="en-US" sz="1100" dirty="0">
                  <a:solidFill>
                    <a:schemeClr val="bg1"/>
                  </a:solidFill>
                  <a:latin typeface="+mn-ea"/>
                </a:rPr>
                <a:t>事项中心</a:t>
              </a:r>
            </a:p>
          </p:txBody>
        </p:sp>
        <p:sp>
          <p:nvSpPr>
            <p:cNvPr id="2159" name="文本框 2158">
              <a:extLst>
                <a:ext uri="{FF2B5EF4-FFF2-40B4-BE49-F238E27FC236}">
                  <a16:creationId xmlns:a16="http://schemas.microsoft.com/office/drawing/2014/main" id="{F0A92EFB-23A6-310B-B623-08866F256BF8}"/>
                </a:ext>
              </a:extLst>
            </p:cNvPr>
            <p:cNvSpPr txBox="1"/>
            <p:nvPr/>
          </p:nvSpPr>
          <p:spPr>
            <a:xfrm>
              <a:off x="6756667" y="5769158"/>
              <a:ext cx="1430028" cy="300689"/>
            </a:xfrm>
            <a:prstGeom prst="roundRect">
              <a:avLst/>
            </a:prstGeom>
            <a:noFill/>
            <a:ln>
              <a:solidFill>
                <a:schemeClr val="bg1"/>
              </a:solidFill>
            </a:ln>
          </p:spPr>
          <p:txBody>
            <a:bodyPr wrap="none" lIns="0" tIns="0" rIns="0" bIns="0" rtlCol="0" anchor="ctr" anchorCtr="0">
              <a:noAutofit/>
            </a:bodyPr>
            <a:lstStyle/>
            <a:p>
              <a:pPr algn="ctr"/>
              <a:r>
                <a:rPr lang="zh-CN" altLang="en-US" sz="1100" dirty="0">
                  <a:solidFill>
                    <a:schemeClr val="bg1"/>
                  </a:solidFill>
                  <a:latin typeface="+mn-ea"/>
                </a:rPr>
                <a:t>会计规则中心</a:t>
              </a:r>
            </a:p>
          </p:txBody>
        </p:sp>
        <p:sp>
          <p:nvSpPr>
            <p:cNvPr id="2161" name="文本框 2160">
              <a:extLst>
                <a:ext uri="{FF2B5EF4-FFF2-40B4-BE49-F238E27FC236}">
                  <a16:creationId xmlns:a16="http://schemas.microsoft.com/office/drawing/2014/main" id="{1C310B8A-20A0-C4A7-99BD-742224BEB666}"/>
                </a:ext>
              </a:extLst>
            </p:cNvPr>
            <p:cNvSpPr txBox="1"/>
            <p:nvPr/>
          </p:nvSpPr>
          <p:spPr>
            <a:xfrm>
              <a:off x="8361873" y="5769158"/>
              <a:ext cx="1430028" cy="300689"/>
            </a:xfrm>
            <a:prstGeom prst="roundRect">
              <a:avLst/>
            </a:prstGeom>
            <a:noFill/>
            <a:ln>
              <a:solidFill>
                <a:schemeClr val="bg1"/>
              </a:solidFill>
            </a:ln>
          </p:spPr>
          <p:txBody>
            <a:bodyPr wrap="none" lIns="0" tIns="0" rIns="0" bIns="0" rtlCol="0" anchor="ctr" anchorCtr="0">
              <a:noAutofit/>
            </a:bodyPr>
            <a:lstStyle/>
            <a:p>
              <a:pPr algn="ctr"/>
              <a:r>
                <a:rPr lang="zh-CN" altLang="en-US" sz="1100" dirty="0">
                  <a:solidFill>
                    <a:schemeClr val="bg1"/>
                  </a:solidFill>
                  <a:latin typeface="+mn-ea"/>
                </a:rPr>
                <a:t>会计中心</a:t>
              </a:r>
            </a:p>
          </p:txBody>
        </p:sp>
      </p:grpSp>
      <p:sp>
        <p:nvSpPr>
          <p:cNvPr id="2163" name="椭圆 2162">
            <a:extLst>
              <a:ext uri="{FF2B5EF4-FFF2-40B4-BE49-F238E27FC236}">
                <a16:creationId xmlns:a16="http://schemas.microsoft.com/office/drawing/2014/main" id="{E97FF90A-F6A0-84BA-2852-00D19102FEC9}"/>
              </a:ext>
            </a:extLst>
          </p:cNvPr>
          <p:cNvSpPr/>
          <p:nvPr/>
        </p:nvSpPr>
        <p:spPr>
          <a:xfrm>
            <a:off x="5292725" y="4373056"/>
            <a:ext cx="1606550" cy="1606550"/>
          </a:xfrm>
          <a:prstGeom prst="ellipse">
            <a:avLst/>
          </a:prstGeom>
          <a:gradFill>
            <a:gsLst>
              <a:gs pos="18000">
                <a:schemeClr val="accent2"/>
              </a:gs>
              <a:gs pos="66000">
                <a:schemeClr val="accent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4" name="文本框 2163">
            <a:extLst>
              <a:ext uri="{FF2B5EF4-FFF2-40B4-BE49-F238E27FC236}">
                <a16:creationId xmlns:a16="http://schemas.microsoft.com/office/drawing/2014/main" id="{6D0F0DF7-E418-C874-78A0-61D3425F36E2}"/>
              </a:ext>
            </a:extLst>
          </p:cNvPr>
          <p:cNvSpPr txBox="1"/>
          <p:nvPr/>
        </p:nvSpPr>
        <p:spPr>
          <a:xfrm>
            <a:off x="5685632" y="4948925"/>
            <a:ext cx="820738" cy="246221"/>
          </a:xfrm>
          <a:prstGeom prst="rect">
            <a:avLst/>
          </a:prstGeom>
          <a:noFill/>
        </p:spPr>
        <p:txBody>
          <a:bodyPr wrap="none" lIns="0" tIns="0" rIns="0" bIns="0" rtlCol="0">
            <a:spAutoFit/>
          </a:bodyPr>
          <a:lstStyle/>
          <a:p>
            <a:pPr algn="ctr"/>
            <a:r>
              <a:rPr lang="zh-CN" altLang="en-US" sz="1600" b="1" dirty="0">
                <a:effectLst>
                  <a:outerShdw blurRad="38100" dist="38100" dir="2700000" algn="tl">
                    <a:srgbClr val="000000">
                      <a:alpha val="43137"/>
                    </a:srgbClr>
                  </a:outerShdw>
                </a:effectLst>
                <a:latin typeface="+mn-ea"/>
              </a:rPr>
              <a:t>数据服务</a:t>
            </a:r>
          </a:p>
        </p:txBody>
      </p:sp>
      <p:sp>
        <p:nvSpPr>
          <p:cNvPr id="2172" name="图形 2170">
            <a:extLst>
              <a:ext uri="{FF2B5EF4-FFF2-40B4-BE49-F238E27FC236}">
                <a16:creationId xmlns:a16="http://schemas.microsoft.com/office/drawing/2014/main" id="{EAF9DBE2-88FC-62F7-85B3-3D89DACEAA8E}"/>
              </a:ext>
            </a:extLst>
          </p:cNvPr>
          <p:cNvSpPr/>
          <p:nvPr/>
        </p:nvSpPr>
        <p:spPr>
          <a:xfrm>
            <a:off x="5956300" y="4529088"/>
            <a:ext cx="279400" cy="279400"/>
          </a:xfrm>
          <a:custGeom>
            <a:avLst/>
            <a:gdLst>
              <a:gd name="connsiteX0" fmla="*/ 873125 w 1746249"/>
              <a:gd name="connsiteY0" fmla="*/ 0 h 1746249"/>
              <a:gd name="connsiteX1" fmla="*/ 0 w 1746249"/>
              <a:gd name="connsiteY1" fmla="*/ 317500 h 1746249"/>
              <a:gd name="connsiteX2" fmla="*/ 0 w 1746249"/>
              <a:gd name="connsiteY2" fmla="*/ 1428750 h 1746249"/>
              <a:gd name="connsiteX3" fmla="*/ 873125 w 1746249"/>
              <a:gd name="connsiteY3" fmla="*/ 1746250 h 1746249"/>
              <a:gd name="connsiteX4" fmla="*/ 1746250 w 1746249"/>
              <a:gd name="connsiteY4" fmla="*/ 1428750 h 1746249"/>
              <a:gd name="connsiteX5" fmla="*/ 1746250 w 1746249"/>
              <a:gd name="connsiteY5" fmla="*/ 317500 h 1746249"/>
              <a:gd name="connsiteX6" fmla="*/ 873125 w 1746249"/>
              <a:gd name="connsiteY6" fmla="*/ 0 h 1746249"/>
              <a:gd name="connsiteX7" fmla="*/ 873125 w 1746249"/>
              <a:gd name="connsiteY7" fmla="*/ 158750 h 1746249"/>
              <a:gd name="connsiteX8" fmla="*/ 1587500 w 1746249"/>
              <a:gd name="connsiteY8" fmla="*/ 317500 h 1746249"/>
              <a:gd name="connsiteX9" fmla="*/ 873125 w 1746249"/>
              <a:gd name="connsiteY9" fmla="*/ 476250 h 1746249"/>
              <a:gd name="connsiteX10" fmla="*/ 158750 w 1746249"/>
              <a:gd name="connsiteY10" fmla="*/ 317500 h 1746249"/>
              <a:gd name="connsiteX11" fmla="*/ 873125 w 1746249"/>
              <a:gd name="connsiteY11" fmla="*/ 158750 h 1746249"/>
              <a:gd name="connsiteX12" fmla="*/ 158750 w 1746249"/>
              <a:gd name="connsiteY12" fmla="*/ 510461 h 1746249"/>
              <a:gd name="connsiteX13" fmla="*/ 873125 w 1746249"/>
              <a:gd name="connsiteY13" fmla="*/ 635000 h 1746249"/>
              <a:gd name="connsiteX14" fmla="*/ 1587500 w 1746249"/>
              <a:gd name="connsiteY14" fmla="*/ 510381 h 1746249"/>
              <a:gd name="connsiteX15" fmla="*/ 1587500 w 1746249"/>
              <a:gd name="connsiteY15" fmla="*/ 872093 h 1746249"/>
              <a:gd name="connsiteX16" fmla="*/ 873125 w 1746249"/>
              <a:gd name="connsiteY16" fmla="*/ 1031875 h 1746249"/>
              <a:gd name="connsiteX17" fmla="*/ 158750 w 1746249"/>
              <a:gd name="connsiteY17" fmla="*/ 873125 h 1746249"/>
              <a:gd name="connsiteX18" fmla="*/ 158750 w 1746249"/>
              <a:gd name="connsiteY18" fmla="*/ 510461 h 1746249"/>
              <a:gd name="connsiteX19" fmla="*/ 873125 w 1746249"/>
              <a:gd name="connsiteY19" fmla="*/ 1587500 h 1746249"/>
              <a:gd name="connsiteX20" fmla="*/ 158750 w 1746249"/>
              <a:gd name="connsiteY20" fmla="*/ 1428750 h 1746249"/>
              <a:gd name="connsiteX21" fmla="*/ 158750 w 1746249"/>
              <a:gd name="connsiteY21" fmla="*/ 1066086 h 1746249"/>
              <a:gd name="connsiteX22" fmla="*/ 873125 w 1746249"/>
              <a:gd name="connsiteY22" fmla="*/ 1190625 h 1746249"/>
              <a:gd name="connsiteX23" fmla="*/ 1587500 w 1746249"/>
              <a:gd name="connsiteY23" fmla="*/ 1066006 h 1746249"/>
              <a:gd name="connsiteX24" fmla="*/ 1587500 w 1746249"/>
              <a:gd name="connsiteY24" fmla="*/ 1427559 h 1746249"/>
              <a:gd name="connsiteX25" fmla="*/ 873125 w 1746249"/>
              <a:gd name="connsiteY25" fmla="*/ 1587500 h 17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46249" h="1746249">
                <a:moveTo>
                  <a:pt x="873125" y="0"/>
                </a:moveTo>
                <a:cubicBezTo>
                  <a:pt x="452438" y="0"/>
                  <a:pt x="0" y="99378"/>
                  <a:pt x="0" y="317500"/>
                </a:cubicBezTo>
                <a:lnTo>
                  <a:pt x="0" y="1428750"/>
                </a:lnTo>
                <a:cubicBezTo>
                  <a:pt x="0" y="1646873"/>
                  <a:pt x="452438" y="1746250"/>
                  <a:pt x="873125" y="1746250"/>
                </a:cubicBezTo>
                <a:cubicBezTo>
                  <a:pt x="1293813" y="1746250"/>
                  <a:pt x="1746250" y="1646873"/>
                  <a:pt x="1746250" y="1428750"/>
                </a:cubicBezTo>
                <a:lnTo>
                  <a:pt x="1746250" y="317500"/>
                </a:lnTo>
                <a:cubicBezTo>
                  <a:pt x="1746250" y="99378"/>
                  <a:pt x="1293813" y="0"/>
                  <a:pt x="873125" y="0"/>
                </a:cubicBezTo>
                <a:close/>
                <a:moveTo>
                  <a:pt x="873125" y="158750"/>
                </a:moveTo>
                <a:cubicBezTo>
                  <a:pt x="1333500" y="158750"/>
                  <a:pt x="1571228" y="272574"/>
                  <a:pt x="1587500" y="317500"/>
                </a:cubicBezTo>
                <a:cubicBezTo>
                  <a:pt x="1571625" y="362426"/>
                  <a:pt x="1333500" y="476250"/>
                  <a:pt x="873125" y="476250"/>
                </a:cubicBezTo>
                <a:cubicBezTo>
                  <a:pt x="412750" y="476250"/>
                  <a:pt x="174625" y="362426"/>
                  <a:pt x="158750" y="317500"/>
                </a:cubicBezTo>
                <a:cubicBezTo>
                  <a:pt x="175022" y="272574"/>
                  <a:pt x="412750" y="158750"/>
                  <a:pt x="873125" y="158750"/>
                </a:cubicBezTo>
                <a:close/>
                <a:moveTo>
                  <a:pt x="158750" y="510461"/>
                </a:moveTo>
                <a:cubicBezTo>
                  <a:pt x="327660" y="595074"/>
                  <a:pt x="606743" y="635000"/>
                  <a:pt x="873125" y="635000"/>
                </a:cubicBezTo>
                <a:cubicBezTo>
                  <a:pt x="1139508" y="635000"/>
                  <a:pt x="1418590" y="595313"/>
                  <a:pt x="1587500" y="510381"/>
                </a:cubicBezTo>
                <a:lnTo>
                  <a:pt x="1587500" y="872093"/>
                </a:lnTo>
                <a:cubicBezTo>
                  <a:pt x="1574879" y="916226"/>
                  <a:pt x="1336913" y="1031875"/>
                  <a:pt x="873125" y="1031875"/>
                </a:cubicBezTo>
                <a:cubicBezTo>
                  <a:pt x="409337" y="1031875"/>
                  <a:pt x="170736" y="915987"/>
                  <a:pt x="158750" y="873125"/>
                </a:cubicBezTo>
                <a:lnTo>
                  <a:pt x="158750" y="510461"/>
                </a:lnTo>
                <a:close/>
                <a:moveTo>
                  <a:pt x="873125" y="1587500"/>
                </a:moveTo>
                <a:cubicBezTo>
                  <a:pt x="408781" y="1587500"/>
                  <a:pt x="170736" y="1471613"/>
                  <a:pt x="158750" y="1428750"/>
                </a:cubicBezTo>
                <a:lnTo>
                  <a:pt x="158750" y="1066086"/>
                </a:lnTo>
                <a:cubicBezTo>
                  <a:pt x="327660" y="1150699"/>
                  <a:pt x="606743" y="1190625"/>
                  <a:pt x="873125" y="1190625"/>
                </a:cubicBezTo>
                <a:cubicBezTo>
                  <a:pt x="1139508" y="1190625"/>
                  <a:pt x="1418669" y="1150938"/>
                  <a:pt x="1587500" y="1066006"/>
                </a:cubicBezTo>
                <a:lnTo>
                  <a:pt x="1587500" y="1427559"/>
                </a:lnTo>
                <a:cubicBezTo>
                  <a:pt x="1575514" y="1471613"/>
                  <a:pt x="1337469" y="1587500"/>
                  <a:pt x="873125" y="1587500"/>
                </a:cubicBezTo>
                <a:close/>
              </a:path>
            </a:pathLst>
          </a:custGeom>
          <a:solidFill>
            <a:schemeClr val="tx1"/>
          </a:solidFill>
          <a:ln w="1860" cap="flat">
            <a:noFill/>
            <a:prstDash val="solid"/>
            <a:miter/>
          </a:ln>
        </p:spPr>
        <p:txBody>
          <a:bodyPr rtlCol="0" anchor="ctr"/>
          <a:lstStyle/>
          <a:p>
            <a:endParaRPr lang="zh-CN" altLang="en-US"/>
          </a:p>
        </p:txBody>
      </p:sp>
      <p:grpSp>
        <p:nvGrpSpPr>
          <p:cNvPr id="2178" name="组合 2177">
            <a:extLst>
              <a:ext uri="{FF2B5EF4-FFF2-40B4-BE49-F238E27FC236}">
                <a16:creationId xmlns:a16="http://schemas.microsoft.com/office/drawing/2014/main" id="{E6972D00-27D4-55EF-4E95-D6B022D0F013}"/>
              </a:ext>
            </a:extLst>
          </p:cNvPr>
          <p:cNvGrpSpPr/>
          <p:nvPr/>
        </p:nvGrpSpPr>
        <p:grpSpPr>
          <a:xfrm>
            <a:off x="6000749" y="1203972"/>
            <a:ext cx="190502" cy="189034"/>
            <a:chOff x="5915940" y="706866"/>
            <a:chExt cx="359796" cy="357023"/>
          </a:xfrm>
        </p:grpSpPr>
        <p:sp>
          <p:nvSpPr>
            <p:cNvPr id="2176" name="任意多边形: 形状 2175">
              <a:extLst>
                <a:ext uri="{FF2B5EF4-FFF2-40B4-BE49-F238E27FC236}">
                  <a16:creationId xmlns:a16="http://schemas.microsoft.com/office/drawing/2014/main" id="{6EF46253-E3C3-82A6-3E3B-6AC1CCDEA394}"/>
                </a:ext>
              </a:extLst>
            </p:cNvPr>
            <p:cNvSpPr/>
            <p:nvPr/>
          </p:nvSpPr>
          <p:spPr>
            <a:xfrm>
              <a:off x="5915940" y="706866"/>
              <a:ext cx="359796" cy="311807"/>
            </a:xfrm>
            <a:custGeom>
              <a:avLst/>
              <a:gdLst>
                <a:gd name="connsiteX0" fmla="*/ 335802 w 359796"/>
                <a:gd name="connsiteY0" fmla="*/ 147986 h 311807"/>
                <a:gd name="connsiteX1" fmla="*/ 335802 w 359796"/>
                <a:gd name="connsiteY1" fmla="*/ 251842 h 311807"/>
                <a:gd name="connsiteX2" fmla="*/ 303006 w 359796"/>
                <a:gd name="connsiteY2" fmla="*/ 287813 h 311807"/>
                <a:gd name="connsiteX3" fmla="*/ 56791 w 359796"/>
                <a:gd name="connsiteY3" fmla="*/ 287813 h 311807"/>
                <a:gd name="connsiteX4" fmla="*/ 23995 w 359796"/>
                <a:gd name="connsiteY4" fmla="*/ 251842 h 311807"/>
                <a:gd name="connsiteX5" fmla="*/ 23995 w 359796"/>
                <a:gd name="connsiteY5" fmla="*/ 59966 h 311807"/>
                <a:gd name="connsiteX6" fmla="*/ 56791 w 359796"/>
                <a:gd name="connsiteY6" fmla="*/ 23995 h 311807"/>
                <a:gd name="connsiteX7" fmla="*/ 306462 w 359796"/>
                <a:gd name="connsiteY7" fmla="*/ 23995 h 311807"/>
                <a:gd name="connsiteX8" fmla="*/ 333431 w 359796"/>
                <a:gd name="connsiteY8" fmla="*/ 43608 h 311807"/>
                <a:gd name="connsiteX9" fmla="*/ 342796 w 359796"/>
                <a:gd name="connsiteY9" fmla="*/ 51325 h 311807"/>
                <a:gd name="connsiteX10" fmla="*/ 354090 w 359796"/>
                <a:gd name="connsiteY10" fmla="*/ 46944 h 311807"/>
                <a:gd name="connsiteX11" fmla="*/ 355778 w 359796"/>
                <a:gd name="connsiteY11" fmla="*/ 34927 h 311807"/>
                <a:gd name="connsiteX12" fmla="*/ 306462 w 359796"/>
                <a:gd name="connsiteY12" fmla="*/ 0 h 311807"/>
                <a:gd name="connsiteX13" fmla="*/ 56791 w 359796"/>
                <a:gd name="connsiteY13" fmla="*/ 0 h 311807"/>
                <a:gd name="connsiteX14" fmla="*/ 0 w 359796"/>
                <a:gd name="connsiteY14" fmla="*/ 59966 h 311807"/>
                <a:gd name="connsiteX15" fmla="*/ 0 w 359796"/>
                <a:gd name="connsiteY15" fmla="*/ 251842 h 311807"/>
                <a:gd name="connsiteX16" fmla="*/ 56791 w 359796"/>
                <a:gd name="connsiteY16" fmla="*/ 311808 h 311807"/>
                <a:gd name="connsiteX17" fmla="*/ 303006 w 359796"/>
                <a:gd name="connsiteY17" fmla="*/ 311808 h 311807"/>
                <a:gd name="connsiteX18" fmla="*/ 359797 w 359796"/>
                <a:gd name="connsiteY18" fmla="*/ 251842 h 311807"/>
                <a:gd name="connsiteX19" fmla="*/ 359797 w 359796"/>
                <a:gd name="connsiteY19" fmla="*/ 147986 h 311807"/>
                <a:gd name="connsiteX20" fmla="*/ 347820 w 359796"/>
                <a:gd name="connsiteY20" fmla="*/ 136009 h 311807"/>
                <a:gd name="connsiteX21" fmla="*/ 335802 w 359796"/>
                <a:gd name="connsiteY21" fmla="*/ 147986 h 31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59796" h="311807">
                  <a:moveTo>
                    <a:pt x="335802" y="147986"/>
                  </a:moveTo>
                  <a:lnTo>
                    <a:pt x="335802" y="251842"/>
                  </a:lnTo>
                  <a:cubicBezTo>
                    <a:pt x="335802" y="271898"/>
                    <a:pt x="320932" y="287813"/>
                    <a:pt x="303006" y="287813"/>
                  </a:cubicBezTo>
                  <a:lnTo>
                    <a:pt x="56791" y="287813"/>
                  </a:lnTo>
                  <a:cubicBezTo>
                    <a:pt x="38865" y="287813"/>
                    <a:pt x="23995" y="271898"/>
                    <a:pt x="23995" y="251842"/>
                  </a:cubicBezTo>
                  <a:lnTo>
                    <a:pt x="23995" y="59966"/>
                  </a:lnTo>
                  <a:cubicBezTo>
                    <a:pt x="23995" y="39910"/>
                    <a:pt x="38865" y="23995"/>
                    <a:pt x="56791" y="23995"/>
                  </a:cubicBezTo>
                  <a:lnTo>
                    <a:pt x="306462" y="23995"/>
                  </a:lnTo>
                  <a:cubicBezTo>
                    <a:pt x="318198" y="23995"/>
                    <a:pt x="328849" y="31711"/>
                    <a:pt x="333431" y="43608"/>
                  </a:cubicBezTo>
                  <a:cubicBezTo>
                    <a:pt x="334918" y="47667"/>
                    <a:pt x="338495" y="50642"/>
                    <a:pt x="342796" y="51325"/>
                  </a:cubicBezTo>
                  <a:cubicBezTo>
                    <a:pt x="347096" y="52008"/>
                    <a:pt x="351397" y="50320"/>
                    <a:pt x="354090" y="46944"/>
                  </a:cubicBezTo>
                  <a:cubicBezTo>
                    <a:pt x="356783" y="43528"/>
                    <a:pt x="357426" y="38946"/>
                    <a:pt x="355778" y="34927"/>
                  </a:cubicBezTo>
                  <a:cubicBezTo>
                    <a:pt x="347659" y="14067"/>
                    <a:pt x="328367" y="0"/>
                    <a:pt x="306462" y="0"/>
                  </a:cubicBezTo>
                  <a:lnTo>
                    <a:pt x="56791" y="0"/>
                  </a:lnTo>
                  <a:cubicBezTo>
                    <a:pt x="25240" y="0"/>
                    <a:pt x="0" y="27049"/>
                    <a:pt x="0" y="59966"/>
                  </a:cubicBezTo>
                  <a:lnTo>
                    <a:pt x="0" y="251842"/>
                  </a:lnTo>
                  <a:cubicBezTo>
                    <a:pt x="0" y="284759"/>
                    <a:pt x="25240" y="311808"/>
                    <a:pt x="56791" y="311808"/>
                  </a:cubicBezTo>
                  <a:lnTo>
                    <a:pt x="303006" y="311808"/>
                  </a:lnTo>
                  <a:cubicBezTo>
                    <a:pt x="334557" y="311808"/>
                    <a:pt x="359797" y="284759"/>
                    <a:pt x="359797" y="251842"/>
                  </a:cubicBezTo>
                  <a:lnTo>
                    <a:pt x="359797" y="147986"/>
                  </a:lnTo>
                  <a:cubicBezTo>
                    <a:pt x="359797" y="141355"/>
                    <a:pt x="354411" y="136009"/>
                    <a:pt x="347820" y="136009"/>
                  </a:cubicBezTo>
                  <a:cubicBezTo>
                    <a:pt x="341228" y="136009"/>
                    <a:pt x="335802" y="141355"/>
                    <a:pt x="335802" y="147986"/>
                  </a:cubicBezTo>
                  <a:close/>
                </a:path>
              </a:pathLst>
            </a:custGeom>
            <a:solidFill>
              <a:schemeClr val="tx1"/>
            </a:solidFill>
            <a:ln w="3175" cap="flat">
              <a:solidFill>
                <a:schemeClr val="tx1"/>
              </a:solidFill>
              <a:prstDash val="solid"/>
              <a:miter/>
            </a:ln>
          </p:spPr>
          <p:txBody>
            <a:bodyPr rtlCol="0" anchor="ctr"/>
            <a:lstStyle/>
            <a:p>
              <a:endParaRPr lang="zh-CN" altLang="en-US"/>
            </a:p>
          </p:txBody>
        </p:sp>
        <p:sp>
          <p:nvSpPr>
            <p:cNvPr id="2177" name="任意多边形: 形状 2176">
              <a:extLst>
                <a:ext uri="{FF2B5EF4-FFF2-40B4-BE49-F238E27FC236}">
                  <a16:creationId xmlns:a16="http://schemas.microsoft.com/office/drawing/2014/main" id="{F3992C69-5B42-15FE-4F39-70BFBFFC4AF7}"/>
                </a:ext>
              </a:extLst>
            </p:cNvPr>
            <p:cNvSpPr/>
            <p:nvPr/>
          </p:nvSpPr>
          <p:spPr>
            <a:xfrm>
              <a:off x="5960933" y="796878"/>
              <a:ext cx="263806" cy="267011"/>
            </a:xfrm>
            <a:custGeom>
              <a:avLst/>
              <a:gdLst>
                <a:gd name="connsiteX0" fmla="*/ 79803 w 263806"/>
                <a:gd name="connsiteY0" fmla="*/ 135102 h 267011"/>
                <a:gd name="connsiteX1" fmla="*/ 90333 w 263806"/>
                <a:gd name="connsiteY1" fmla="*/ 143985 h 267011"/>
                <a:gd name="connsiteX2" fmla="*/ 102270 w 263806"/>
                <a:gd name="connsiteY2" fmla="*/ 137152 h 267011"/>
                <a:gd name="connsiteX3" fmla="*/ 145838 w 263806"/>
                <a:gd name="connsiteY3" fmla="*/ 44229 h 267011"/>
                <a:gd name="connsiteX4" fmla="*/ 178072 w 263806"/>
                <a:gd name="connsiteY4" fmla="*/ 84421 h 267011"/>
                <a:gd name="connsiteX5" fmla="*/ 186793 w 263806"/>
                <a:gd name="connsiteY5" fmla="*/ 88882 h 267011"/>
                <a:gd name="connsiteX6" fmla="*/ 195957 w 263806"/>
                <a:gd name="connsiteY6" fmla="*/ 85345 h 267011"/>
                <a:gd name="connsiteX7" fmla="*/ 260184 w 263806"/>
                <a:gd name="connsiteY7" fmla="*/ 20556 h 267011"/>
                <a:gd name="connsiteX8" fmla="*/ 263399 w 263806"/>
                <a:gd name="connsiteY8" fmla="*/ 8900 h 267011"/>
                <a:gd name="connsiteX9" fmla="*/ 254798 w 263806"/>
                <a:gd name="connsiteY9" fmla="*/ 379 h 267011"/>
                <a:gd name="connsiteX10" fmla="*/ 243142 w 263806"/>
                <a:gd name="connsiteY10" fmla="*/ 3675 h 267011"/>
                <a:gd name="connsiteX11" fmla="*/ 188361 w 263806"/>
                <a:gd name="connsiteY11" fmla="*/ 58939 h 267011"/>
                <a:gd name="connsiteX12" fmla="*/ 152470 w 263806"/>
                <a:gd name="connsiteY12" fmla="*/ 14246 h 267011"/>
                <a:gd name="connsiteX13" fmla="*/ 141698 w 263806"/>
                <a:gd name="connsiteY13" fmla="*/ 9825 h 267011"/>
                <a:gd name="connsiteX14" fmla="*/ 132253 w 263806"/>
                <a:gd name="connsiteY14" fmla="*/ 16657 h 267011"/>
                <a:gd name="connsiteX15" fmla="*/ 94553 w 263806"/>
                <a:gd name="connsiteY15" fmla="*/ 97081 h 267011"/>
                <a:gd name="connsiteX16" fmla="*/ 82857 w 263806"/>
                <a:gd name="connsiteY16" fmla="*/ 52629 h 267011"/>
                <a:gd name="connsiteX17" fmla="*/ 74859 w 263806"/>
                <a:gd name="connsiteY17" fmla="*/ 44229 h 267011"/>
                <a:gd name="connsiteX18" fmla="*/ 63485 w 263806"/>
                <a:gd name="connsiteY18" fmla="*/ 46520 h 267011"/>
                <a:gd name="connsiteX19" fmla="*/ 4041 w 263806"/>
                <a:gd name="connsiteY19" fmla="*/ 96840 h 267011"/>
                <a:gd name="connsiteX20" fmla="*/ 2836 w 263806"/>
                <a:gd name="connsiteY20" fmla="*/ 113560 h 267011"/>
                <a:gd name="connsiteX21" fmla="*/ 19515 w 263806"/>
                <a:gd name="connsiteY21" fmla="*/ 115127 h 267011"/>
                <a:gd name="connsiteX22" fmla="*/ 64490 w 263806"/>
                <a:gd name="connsiteY22" fmla="*/ 77065 h 267011"/>
                <a:gd name="connsiteX23" fmla="*/ 79803 w 263806"/>
                <a:gd name="connsiteY23" fmla="*/ 135102 h 267011"/>
                <a:gd name="connsiteX24" fmla="*/ 48574 w 263806"/>
                <a:gd name="connsiteY24" fmla="*/ 267012 h 267011"/>
                <a:gd name="connsiteX25" fmla="*/ 214888 w 263806"/>
                <a:gd name="connsiteY25" fmla="*/ 267012 h 267011"/>
                <a:gd name="connsiteX26" fmla="*/ 227669 w 263806"/>
                <a:gd name="connsiteY26" fmla="*/ 255035 h 267011"/>
                <a:gd name="connsiteX27" fmla="*/ 214888 w 263806"/>
                <a:gd name="connsiteY27" fmla="*/ 243058 h 267011"/>
                <a:gd name="connsiteX28" fmla="*/ 48574 w 263806"/>
                <a:gd name="connsiteY28" fmla="*/ 243058 h 267011"/>
                <a:gd name="connsiteX29" fmla="*/ 35793 w 263806"/>
                <a:gd name="connsiteY29" fmla="*/ 255035 h 267011"/>
                <a:gd name="connsiteX30" fmla="*/ 48574 w 263806"/>
                <a:gd name="connsiteY30" fmla="*/ 267012 h 267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63806" h="267011">
                  <a:moveTo>
                    <a:pt x="79803" y="135102"/>
                  </a:moveTo>
                  <a:cubicBezTo>
                    <a:pt x="81089" y="139966"/>
                    <a:pt x="85309" y="143543"/>
                    <a:pt x="90333" y="143985"/>
                  </a:cubicBezTo>
                  <a:cubicBezTo>
                    <a:pt x="95357" y="144427"/>
                    <a:pt x="100140" y="141694"/>
                    <a:pt x="102270" y="137152"/>
                  </a:cubicBezTo>
                  <a:lnTo>
                    <a:pt x="145838" y="44229"/>
                  </a:lnTo>
                  <a:lnTo>
                    <a:pt x="178072" y="84421"/>
                  </a:lnTo>
                  <a:cubicBezTo>
                    <a:pt x="180202" y="87073"/>
                    <a:pt x="183377" y="88721"/>
                    <a:pt x="186793" y="88882"/>
                  </a:cubicBezTo>
                  <a:cubicBezTo>
                    <a:pt x="190210" y="89083"/>
                    <a:pt x="193546" y="87797"/>
                    <a:pt x="195957" y="85345"/>
                  </a:cubicBezTo>
                  <a:lnTo>
                    <a:pt x="260184" y="20556"/>
                  </a:lnTo>
                  <a:cubicBezTo>
                    <a:pt x="263278" y="17541"/>
                    <a:pt x="264524" y="13080"/>
                    <a:pt x="263399" y="8900"/>
                  </a:cubicBezTo>
                  <a:cubicBezTo>
                    <a:pt x="262274" y="4720"/>
                    <a:pt x="258978" y="1465"/>
                    <a:pt x="254798" y="379"/>
                  </a:cubicBezTo>
                  <a:cubicBezTo>
                    <a:pt x="250618" y="-706"/>
                    <a:pt x="246157" y="580"/>
                    <a:pt x="243142" y="3675"/>
                  </a:cubicBezTo>
                  <a:lnTo>
                    <a:pt x="188361" y="58939"/>
                  </a:lnTo>
                  <a:lnTo>
                    <a:pt x="152470" y="14246"/>
                  </a:lnTo>
                  <a:cubicBezTo>
                    <a:pt x="149897" y="11030"/>
                    <a:pt x="145798" y="9342"/>
                    <a:pt x="141698" y="9825"/>
                  </a:cubicBezTo>
                  <a:cubicBezTo>
                    <a:pt x="137599" y="10307"/>
                    <a:pt x="134022" y="12879"/>
                    <a:pt x="132253" y="16657"/>
                  </a:cubicBezTo>
                  <a:lnTo>
                    <a:pt x="94553" y="97081"/>
                  </a:lnTo>
                  <a:lnTo>
                    <a:pt x="82857" y="52629"/>
                  </a:lnTo>
                  <a:cubicBezTo>
                    <a:pt x="81812" y="48650"/>
                    <a:pt x="78798" y="45475"/>
                    <a:pt x="74859" y="44229"/>
                  </a:cubicBezTo>
                  <a:cubicBezTo>
                    <a:pt x="70921" y="42983"/>
                    <a:pt x="66620" y="43867"/>
                    <a:pt x="63485" y="46520"/>
                  </a:cubicBezTo>
                  <a:lnTo>
                    <a:pt x="4041" y="96840"/>
                  </a:lnTo>
                  <a:cubicBezTo>
                    <a:pt x="-822" y="101181"/>
                    <a:pt x="-1385" y="108576"/>
                    <a:pt x="2836" y="113560"/>
                  </a:cubicBezTo>
                  <a:cubicBezTo>
                    <a:pt x="7056" y="118543"/>
                    <a:pt x="14451" y="119227"/>
                    <a:pt x="19515" y="115127"/>
                  </a:cubicBezTo>
                  <a:lnTo>
                    <a:pt x="64490" y="77065"/>
                  </a:lnTo>
                  <a:lnTo>
                    <a:pt x="79803" y="135102"/>
                  </a:lnTo>
                  <a:close/>
                  <a:moveTo>
                    <a:pt x="48574" y="267012"/>
                  </a:moveTo>
                  <a:lnTo>
                    <a:pt x="214888" y="267012"/>
                  </a:lnTo>
                  <a:cubicBezTo>
                    <a:pt x="221921" y="267012"/>
                    <a:pt x="227669" y="261626"/>
                    <a:pt x="227669" y="255035"/>
                  </a:cubicBezTo>
                  <a:cubicBezTo>
                    <a:pt x="227669" y="248403"/>
                    <a:pt x="221921" y="243058"/>
                    <a:pt x="214888" y="243058"/>
                  </a:cubicBezTo>
                  <a:lnTo>
                    <a:pt x="48574" y="243058"/>
                  </a:lnTo>
                  <a:cubicBezTo>
                    <a:pt x="41540" y="243058"/>
                    <a:pt x="35793" y="248443"/>
                    <a:pt x="35793" y="255035"/>
                  </a:cubicBezTo>
                  <a:cubicBezTo>
                    <a:pt x="35793" y="261626"/>
                    <a:pt x="41540" y="267012"/>
                    <a:pt x="48574" y="267012"/>
                  </a:cubicBezTo>
                  <a:close/>
                </a:path>
              </a:pathLst>
            </a:custGeom>
            <a:solidFill>
              <a:schemeClr val="tx1"/>
            </a:solidFill>
            <a:ln w="3175" cap="flat">
              <a:solidFill>
                <a:schemeClr val="tx1"/>
              </a:solidFill>
              <a:prstDash val="solid"/>
              <a:miter/>
            </a:ln>
          </p:spPr>
          <p:txBody>
            <a:bodyPr rtlCol="0" anchor="ctr"/>
            <a:lstStyle/>
            <a:p>
              <a:endParaRPr lang="zh-CN" altLang="en-US"/>
            </a:p>
          </p:txBody>
        </p:sp>
      </p:grpSp>
      <p:grpSp>
        <p:nvGrpSpPr>
          <p:cNvPr id="2184" name="组合 2183">
            <a:extLst>
              <a:ext uri="{FF2B5EF4-FFF2-40B4-BE49-F238E27FC236}">
                <a16:creationId xmlns:a16="http://schemas.microsoft.com/office/drawing/2014/main" id="{57017075-05A5-9DEE-6D97-C58C716BB02E}"/>
              </a:ext>
            </a:extLst>
          </p:cNvPr>
          <p:cNvGrpSpPr/>
          <p:nvPr/>
        </p:nvGrpSpPr>
        <p:grpSpPr>
          <a:xfrm>
            <a:off x="4708134" y="1420868"/>
            <a:ext cx="184320" cy="187042"/>
            <a:chOff x="4614407" y="914192"/>
            <a:chExt cx="371776" cy="377266"/>
          </a:xfrm>
        </p:grpSpPr>
        <p:sp>
          <p:nvSpPr>
            <p:cNvPr id="2182" name="任意多边形: 形状 2181">
              <a:extLst>
                <a:ext uri="{FF2B5EF4-FFF2-40B4-BE49-F238E27FC236}">
                  <a16:creationId xmlns:a16="http://schemas.microsoft.com/office/drawing/2014/main" id="{2AD5CB10-DD85-D42A-E00B-1E37CDE58B94}"/>
                </a:ext>
              </a:extLst>
            </p:cNvPr>
            <p:cNvSpPr/>
            <p:nvPr/>
          </p:nvSpPr>
          <p:spPr>
            <a:xfrm>
              <a:off x="4614407" y="914192"/>
              <a:ext cx="371776" cy="377266"/>
            </a:xfrm>
            <a:custGeom>
              <a:avLst/>
              <a:gdLst>
                <a:gd name="connsiteX0" fmla="*/ 65847 w 371776"/>
                <a:gd name="connsiteY0" fmla="*/ 120040 h 377266"/>
                <a:gd name="connsiteX1" fmla="*/ 185887 w 371776"/>
                <a:gd name="connsiteY1" fmla="*/ 0 h 377266"/>
                <a:gd name="connsiteX2" fmla="*/ 305926 w 371776"/>
                <a:gd name="connsiteY2" fmla="*/ 120040 h 377266"/>
                <a:gd name="connsiteX3" fmla="*/ 308464 w 371776"/>
                <a:gd name="connsiteY3" fmla="*/ 120040 h 377266"/>
                <a:gd name="connsiteX4" fmla="*/ 359755 w 371776"/>
                <a:gd name="connsiteY4" fmla="*/ 167541 h 377266"/>
                <a:gd name="connsiteX5" fmla="*/ 371622 w 371776"/>
                <a:gd name="connsiteY5" fmla="*/ 321877 h 377266"/>
                <a:gd name="connsiteX6" fmla="*/ 324272 w 371776"/>
                <a:gd name="connsiteY6" fmla="*/ 377116 h 377266"/>
                <a:gd name="connsiteX7" fmla="*/ 320348 w 371776"/>
                <a:gd name="connsiteY7" fmla="*/ 377267 h 377266"/>
                <a:gd name="connsiteX8" fmla="*/ 51443 w 371776"/>
                <a:gd name="connsiteY8" fmla="*/ 377267 h 377266"/>
                <a:gd name="connsiteX9" fmla="*/ 0 w 371776"/>
                <a:gd name="connsiteY9" fmla="*/ 325819 h 377266"/>
                <a:gd name="connsiteX10" fmla="*/ 151 w 371776"/>
                <a:gd name="connsiteY10" fmla="*/ 321877 h 377266"/>
                <a:gd name="connsiteX11" fmla="*/ 12018 w 371776"/>
                <a:gd name="connsiteY11" fmla="*/ 167541 h 377266"/>
                <a:gd name="connsiteX12" fmla="*/ 63309 w 371776"/>
                <a:gd name="connsiteY12" fmla="*/ 120039 h 377266"/>
                <a:gd name="connsiteX13" fmla="*/ 65847 w 371776"/>
                <a:gd name="connsiteY13" fmla="*/ 120040 h 377266"/>
                <a:gd name="connsiteX14" fmla="*/ 100144 w 371776"/>
                <a:gd name="connsiteY14" fmla="*/ 120040 h 377266"/>
                <a:gd name="connsiteX15" fmla="*/ 271629 w 371776"/>
                <a:gd name="connsiteY15" fmla="*/ 120040 h 377266"/>
                <a:gd name="connsiteX16" fmla="*/ 185887 w 371776"/>
                <a:gd name="connsiteY16" fmla="*/ 34297 h 377266"/>
                <a:gd name="connsiteX17" fmla="*/ 100144 w 371776"/>
                <a:gd name="connsiteY17" fmla="*/ 120040 h 377266"/>
                <a:gd name="connsiteX18" fmla="*/ 63309 w 371776"/>
                <a:gd name="connsiteY18" fmla="*/ 154337 h 377266"/>
                <a:gd name="connsiteX19" fmla="*/ 46212 w 371776"/>
                <a:gd name="connsiteY19" fmla="*/ 170165 h 377266"/>
                <a:gd name="connsiteX20" fmla="*/ 34346 w 371776"/>
                <a:gd name="connsiteY20" fmla="*/ 324501 h 377266"/>
                <a:gd name="connsiteX21" fmla="*/ 50123 w 371776"/>
                <a:gd name="connsiteY21" fmla="*/ 342919 h 377266"/>
                <a:gd name="connsiteX22" fmla="*/ 51443 w 371776"/>
                <a:gd name="connsiteY22" fmla="*/ 342970 h 377266"/>
                <a:gd name="connsiteX23" fmla="*/ 320331 w 371776"/>
                <a:gd name="connsiteY23" fmla="*/ 342970 h 377266"/>
                <a:gd name="connsiteX24" fmla="*/ 337479 w 371776"/>
                <a:gd name="connsiteY24" fmla="*/ 325821 h 377266"/>
                <a:gd name="connsiteX25" fmla="*/ 337428 w 371776"/>
                <a:gd name="connsiteY25" fmla="*/ 324501 h 377266"/>
                <a:gd name="connsiteX26" fmla="*/ 325561 w 371776"/>
                <a:gd name="connsiteY26" fmla="*/ 170165 h 377266"/>
                <a:gd name="connsiteX27" fmla="*/ 308464 w 371776"/>
                <a:gd name="connsiteY27" fmla="*/ 154337 h 377266"/>
                <a:gd name="connsiteX28" fmla="*/ 63309 w 371776"/>
                <a:gd name="connsiteY28" fmla="*/ 154337 h 377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71776" h="377266">
                  <a:moveTo>
                    <a:pt x="65847" y="120040"/>
                  </a:moveTo>
                  <a:cubicBezTo>
                    <a:pt x="65847" y="53744"/>
                    <a:pt x="119591" y="0"/>
                    <a:pt x="185887" y="0"/>
                  </a:cubicBezTo>
                  <a:cubicBezTo>
                    <a:pt x="252183" y="0"/>
                    <a:pt x="305926" y="53744"/>
                    <a:pt x="305926" y="120040"/>
                  </a:cubicBezTo>
                  <a:lnTo>
                    <a:pt x="308464" y="120040"/>
                  </a:lnTo>
                  <a:cubicBezTo>
                    <a:pt x="335346" y="120041"/>
                    <a:pt x="357695" y="140738"/>
                    <a:pt x="359755" y="167541"/>
                  </a:cubicBezTo>
                  <a:lnTo>
                    <a:pt x="371622" y="321877"/>
                  </a:lnTo>
                  <a:cubicBezTo>
                    <a:pt x="373801" y="350206"/>
                    <a:pt x="352601" y="374937"/>
                    <a:pt x="324272" y="377116"/>
                  </a:cubicBezTo>
                  <a:cubicBezTo>
                    <a:pt x="322967" y="377216"/>
                    <a:pt x="321658" y="377266"/>
                    <a:pt x="320348" y="377267"/>
                  </a:cubicBezTo>
                  <a:lnTo>
                    <a:pt x="51443" y="377267"/>
                  </a:lnTo>
                  <a:cubicBezTo>
                    <a:pt x="23030" y="377265"/>
                    <a:pt x="-2" y="354231"/>
                    <a:pt x="0" y="325819"/>
                  </a:cubicBezTo>
                  <a:cubicBezTo>
                    <a:pt x="0" y="324503"/>
                    <a:pt x="51" y="323189"/>
                    <a:pt x="151" y="321877"/>
                  </a:cubicBezTo>
                  <a:lnTo>
                    <a:pt x="12018" y="167541"/>
                  </a:lnTo>
                  <a:cubicBezTo>
                    <a:pt x="14079" y="140738"/>
                    <a:pt x="36428" y="120041"/>
                    <a:pt x="63309" y="120039"/>
                  </a:cubicBezTo>
                  <a:lnTo>
                    <a:pt x="65847" y="120040"/>
                  </a:lnTo>
                  <a:close/>
                  <a:moveTo>
                    <a:pt x="100144" y="120040"/>
                  </a:moveTo>
                  <a:lnTo>
                    <a:pt x="271629" y="120040"/>
                  </a:lnTo>
                  <a:cubicBezTo>
                    <a:pt x="271629" y="72685"/>
                    <a:pt x="233241" y="34297"/>
                    <a:pt x="185887" y="34297"/>
                  </a:cubicBezTo>
                  <a:cubicBezTo>
                    <a:pt x="138533" y="34297"/>
                    <a:pt x="100144" y="72685"/>
                    <a:pt x="100144" y="120040"/>
                  </a:cubicBezTo>
                  <a:close/>
                  <a:moveTo>
                    <a:pt x="63309" y="154337"/>
                  </a:moveTo>
                  <a:cubicBezTo>
                    <a:pt x="54351" y="154337"/>
                    <a:pt x="46902" y="161233"/>
                    <a:pt x="46212" y="170165"/>
                  </a:cubicBezTo>
                  <a:lnTo>
                    <a:pt x="34346" y="324501"/>
                  </a:lnTo>
                  <a:cubicBezTo>
                    <a:pt x="33616" y="333944"/>
                    <a:pt x="40680" y="342190"/>
                    <a:pt x="50123" y="342919"/>
                  </a:cubicBezTo>
                  <a:cubicBezTo>
                    <a:pt x="50562" y="342953"/>
                    <a:pt x="51002" y="342970"/>
                    <a:pt x="51443" y="342970"/>
                  </a:cubicBezTo>
                  <a:lnTo>
                    <a:pt x="320331" y="342970"/>
                  </a:lnTo>
                  <a:cubicBezTo>
                    <a:pt x="329802" y="342970"/>
                    <a:pt x="337479" y="335292"/>
                    <a:pt x="337479" y="325821"/>
                  </a:cubicBezTo>
                  <a:cubicBezTo>
                    <a:pt x="337479" y="325381"/>
                    <a:pt x="337462" y="324940"/>
                    <a:pt x="337428" y="324501"/>
                  </a:cubicBezTo>
                  <a:lnTo>
                    <a:pt x="325561" y="170165"/>
                  </a:lnTo>
                  <a:cubicBezTo>
                    <a:pt x="324872" y="161233"/>
                    <a:pt x="317423" y="154337"/>
                    <a:pt x="308464" y="154337"/>
                  </a:cubicBezTo>
                  <a:lnTo>
                    <a:pt x="63309" y="154337"/>
                  </a:lnTo>
                  <a:close/>
                </a:path>
              </a:pathLst>
            </a:custGeom>
            <a:solidFill>
              <a:schemeClr val="tx1"/>
            </a:solidFill>
            <a:ln w="400" cap="flat">
              <a:noFill/>
              <a:prstDash val="solid"/>
              <a:miter/>
            </a:ln>
          </p:spPr>
          <p:txBody>
            <a:bodyPr rtlCol="0" anchor="ctr"/>
            <a:lstStyle/>
            <a:p>
              <a:endParaRPr lang="zh-CN" altLang="en-US"/>
            </a:p>
          </p:txBody>
        </p:sp>
        <p:sp>
          <p:nvSpPr>
            <p:cNvPr id="2183" name="任意多边形: 形状 2182">
              <a:extLst>
                <a:ext uri="{FF2B5EF4-FFF2-40B4-BE49-F238E27FC236}">
                  <a16:creationId xmlns:a16="http://schemas.microsoft.com/office/drawing/2014/main" id="{A88815CB-8BF0-8050-0A83-A86B4194708C}"/>
                </a:ext>
              </a:extLst>
            </p:cNvPr>
            <p:cNvSpPr/>
            <p:nvPr/>
          </p:nvSpPr>
          <p:spPr>
            <a:xfrm>
              <a:off x="4714551" y="1119977"/>
              <a:ext cx="171485" cy="102888"/>
            </a:xfrm>
            <a:custGeom>
              <a:avLst/>
              <a:gdLst>
                <a:gd name="connsiteX0" fmla="*/ 0 w 171485"/>
                <a:gd name="connsiteY0" fmla="*/ 17146 h 102888"/>
                <a:gd name="connsiteX1" fmla="*/ 85743 w 171485"/>
                <a:gd name="connsiteY1" fmla="*/ 102888 h 102888"/>
                <a:gd name="connsiteX2" fmla="*/ 171485 w 171485"/>
                <a:gd name="connsiteY2" fmla="*/ 17146 h 102888"/>
                <a:gd name="connsiteX3" fmla="*/ 154334 w 171485"/>
                <a:gd name="connsiteY3" fmla="*/ 0 h 102888"/>
                <a:gd name="connsiteX4" fmla="*/ 137188 w 171485"/>
                <a:gd name="connsiteY4" fmla="*/ 17146 h 102888"/>
                <a:gd name="connsiteX5" fmla="*/ 85742 w 171485"/>
                <a:gd name="connsiteY5" fmla="*/ 68591 h 102888"/>
                <a:gd name="connsiteX6" fmla="*/ 34297 w 171485"/>
                <a:gd name="connsiteY6" fmla="*/ 17146 h 102888"/>
                <a:gd name="connsiteX7" fmla="*/ 17146 w 171485"/>
                <a:gd name="connsiteY7" fmla="*/ 0 h 102888"/>
                <a:gd name="connsiteX8" fmla="*/ 0 w 171485"/>
                <a:gd name="connsiteY8" fmla="*/ 17146 h 102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485" h="102888">
                  <a:moveTo>
                    <a:pt x="0" y="17146"/>
                  </a:moveTo>
                  <a:cubicBezTo>
                    <a:pt x="0" y="64500"/>
                    <a:pt x="38388" y="102888"/>
                    <a:pt x="85743" y="102888"/>
                  </a:cubicBezTo>
                  <a:cubicBezTo>
                    <a:pt x="133097" y="102888"/>
                    <a:pt x="171485" y="64500"/>
                    <a:pt x="171485" y="17146"/>
                  </a:cubicBezTo>
                  <a:cubicBezTo>
                    <a:pt x="171484" y="7675"/>
                    <a:pt x="163805" y="-1"/>
                    <a:pt x="154334" y="0"/>
                  </a:cubicBezTo>
                  <a:cubicBezTo>
                    <a:pt x="144865" y="1"/>
                    <a:pt x="137189" y="7677"/>
                    <a:pt x="137188" y="17146"/>
                  </a:cubicBezTo>
                  <a:cubicBezTo>
                    <a:pt x="137188" y="45558"/>
                    <a:pt x="114155" y="68591"/>
                    <a:pt x="85742" y="68591"/>
                  </a:cubicBezTo>
                  <a:cubicBezTo>
                    <a:pt x="57330" y="68591"/>
                    <a:pt x="34297" y="45558"/>
                    <a:pt x="34297" y="17146"/>
                  </a:cubicBezTo>
                  <a:cubicBezTo>
                    <a:pt x="34296" y="7675"/>
                    <a:pt x="26617" y="-1"/>
                    <a:pt x="17146" y="0"/>
                  </a:cubicBezTo>
                  <a:cubicBezTo>
                    <a:pt x="7677" y="1"/>
                    <a:pt x="1" y="7677"/>
                    <a:pt x="0" y="17146"/>
                  </a:cubicBezTo>
                  <a:close/>
                </a:path>
              </a:pathLst>
            </a:custGeom>
            <a:solidFill>
              <a:schemeClr val="tx1"/>
            </a:solidFill>
            <a:ln w="400" cap="flat">
              <a:noFill/>
              <a:prstDash val="solid"/>
              <a:miter/>
            </a:ln>
          </p:spPr>
          <p:txBody>
            <a:bodyPr rtlCol="0" anchor="ctr"/>
            <a:lstStyle/>
            <a:p>
              <a:endParaRPr lang="zh-CN" altLang="en-US"/>
            </a:p>
          </p:txBody>
        </p:sp>
      </p:grpSp>
      <p:grpSp>
        <p:nvGrpSpPr>
          <p:cNvPr id="2190" name="组合 2189">
            <a:extLst>
              <a:ext uri="{FF2B5EF4-FFF2-40B4-BE49-F238E27FC236}">
                <a16:creationId xmlns:a16="http://schemas.microsoft.com/office/drawing/2014/main" id="{C1F71242-BD84-A3CC-FEB0-DC739FCBB56F}"/>
              </a:ext>
            </a:extLst>
          </p:cNvPr>
          <p:cNvGrpSpPr/>
          <p:nvPr/>
        </p:nvGrpSpPr>
        <p:grpSpPr>
          <a:xfrm>
            <a:off x="3664984" y="1927126"/>
            <a:ext cx="200520" cy="222277"/>
            <a:chOff x="3578894" y="1420919"/>
            <a:chExt cx="371093" cy="411358"/>
          </a:xfrm>
        </p:grpSpPr>
        <p:sp>
          <p:nvSpPr>
            <p:cNvPr id="2188" name="任意多边形: 形状 2187">
              <a:extLst>
                <a:ext uri="{FF2B5EF4-FFF2-40B4-BE49-F238E27FC236}">
                  <a16:creationId xmlns:a16="http://schemas.microsoft.com/office/drawing/2014/main" id="{FB66F92F-B59D-8E58-464A-9065F82EE62F}"/>
                </a:ext>
              </a:extLst>
            </p:cNvPr>
            <p:cNvSpPr/>
            <p:nvPr/>
          </p:nvSpPr>
          <p:spPr>
            <a:xfrm>
              <a:off x="3683411" y="1420919"/>
              <a:ext cx="165743" cy="411358"/>
            </a:xfrm>
            <a:custGeom>
              <a:avLst/>
              <a:gdLst>
                <a:gd name="connsiteX0" fmla="*/ 165744 w 165743"/>
                <a:gd name="connsiteY0" fmla="*/ 94660 h 411358"/>
                <a:gd name="connsiteX1" fmla="*/ 3176 w 165743"/>
                <a:gd name="connsiteY1" fmla="*/ 94660 h 411358"/>
                <a:gd name="connsiteX2" fmla="*/ 3176 w 165743"/>
                <a:gd name="connsiteY2" fmla="*/ 41156 h 411358"/>
                <a:gd name="connsiteX3" fmla="*/ 44332 w 165743"/>
                <a:gd name="connsiteY3" fmla="*/ 0 h 411358"/>
                <a:gd name="connsiteX4" fmla="*/ 123901 w 165743"/>
                <a:gd name="connsiteY4" fmla="*/ 0 h 411358"/>
                <a:gd name="connsiteX5" fmla="*/ 165058 w 165743"/>
                <a:gd name="connsiteY5" fmla="*/ 41156 h 411358"/>
                <a:gd name="connsiteX6" fmla="*/ 165058 w 165743"/>
                <a:gd name="connsiteY6" fmla="*/ 94660 h 411358"/>
                <a:gd name="connsiteX7" fmla="*/ 30614 w 165743"/>
                <a:gd name="connsiteY7" fmla="*/ 67222 h 411358"/>
                <a:gd name="connsiteX8" fmla="*/ 137620 w 165743"/>
                <a:gd name="connsiteY8" fmla="*/ 67222 h 411358"/>
                <a:gd name="connsiteX9" fmla="*/ 137620 w 165743"/>
                <a:gd name="connsiteY9" fmla="*/ 41156 h 411358"/>
                <a:gd name="connsiteX10" fmla="*/ 123901 w 165743"/>
                <a:gd name="connsiteY10" fmla="*/ 27438 h 411358"/>
                <a:gd name="connsiteX11" fmla="*/ 44332 w 165743"/>
                <a:gd name="connsiteY11" fmla="*/ 27438 h 411358"/>
                <a:gd name="connsiteX12" fmla="*/ 30614 w 165743"/>
                <a:gd name="connsiteY12" fmla="*/ 41156 h 411358"/>
                <a:gd name="connsiteX13" fmla="*/ 30614 w 165743"/>
                <a:gd name="connsiteY13" fmla="*/ 67222 h 411358"/>
                <a:gd name="connsiteX14" fmla="*/ 13719 w 165743"/>
                <a:gd name="connsiteY14" fmla="*/ 330637 h 411358"/>
                <a:gd name="connsiteX15" fmla="*/ 0 w 165743"/>
                <a:gd name="connsiteY15" fmla="*/ 316918 h 411358"/>
                <a:gd name="connsiteX16" fmla="*/ 0 w 165743"/>
                <a:gd name="connsiteY16" fmla="*/ 128284 h 411358"/>
                <a:gd name="connsiteX17" fmla="*/ 13719 w 165743"/>
                <a:gd name="connsiteY17" fmla="*/ 114566 h 411358"/>
                <a:gd name="connsiteX18" fmla="*/ 27438 w 165743"/>
                <a:gd name="connsiteY18" fmla="*/ 128284 h 411358"/>
                <a:gd name="connsiteX19" fmla="*/ 27438 w 165743"/>
                <a:gd name="connsiteY19" fmla="*/ 316918 h 411358"/>
                <a:gd name="connsiteX20" fmla="*/ 13719 w 165743"/>
                <a:gd name="connsiteY20" fmla="*/ 330637 h 411358"/>
                <a:gd name="connsiteX21" fmla="*/ 148163 w 165743"/>
                <a:gd name="connsiteY21" fmla="*/ 330637 h 411358"/>
                <a:gd name="connsiteX22" fmla="*/ 134444 w 165743"/>
                <a:gd name="connsiteY22" fmla="*/ 316918 h 411358"/>
                <a:gd name="connsiteX23" fmla="*/ 134444 w 165743"/>
                <a:gd name="connsiteY23" fmla="*/ 128284 h 411358"/>
                <a:gd name="connsiteX24" fmla="*/ 148163 w 165743"/>
                <a:gd name="connsiteY24" fmla="*/ 114566 h 411358"/>
                <a:gd name="connsiteX25" fmla="*/ 161882 w 165743"/>
                <a:gd name="connsiteY25" fmla="*/ 128284 h 411358"/>
                <a:gd name="connsiteX26" fmla="*/ 161882 w 165743"/>
                <a:gd name="connsiteY26" fmla="*/ 316918 h 411358"/>
                <a:gd name="connsiteX27" fmla="*/ 148163 w 165743"/>
                <a:gd name="connsiteY27" fmla="*/ 330637 h 411358"/>
                <a:gd name="connsiteX28" fmla="*/ 13719 w 165743"/>
                <a:gd name="connsiteY28" fmla="*/ 411358 h 411358"/>
                <a:gd name="connsiteX29" fmla="*/ 0 w 165743"/>
                <a:gd name="connsiteY29" fmla="*/ 397639 h 411358"/>
                <a:gd name="connsiteX30" fmla="*/ 0 w 165743"/>
                <a:gd name="connsiteY30" fmla="*/ 370888 h 411358"/>
                <a:gd name="connsiteX31" fmla="*/ 13719 w 165743"/>
                <a:gd name="connsiteY31" fmla="*/ 357169 h 411358"/>
                <a:gd name="connsiteX32" fmla="*/ 27438 w 165743"/>
                <a:gd name="connsiteY32" fmla="*/ 370888 h 411358"/>
                <a:gd name="connsiteX33" fmla="*/ 27438 w 165743"/>
                <a:gd name="connsiteY33" fmla="*/ 397639 h 411358"/>
                <a:gd name="connsiteX34" fmla="*/ 13719 w 165743"/>
                <a:gd name="connsiteY34" fmla="*/ 411358 h 411358"/>
                <a:gd name="connsiteX35" fmla="*/ 148163 w 165743"/>
                <a:gd name="connsiteY35" fmla="*/ 411358 h 411358"/>
                <a:gd name="connsiteX36" fmla="*/ 134444 w 165743"/>
                <a:gd name="connsiteY36" fmla="*/ 397639 h 411358"/>
                <a:gd name="connsiteX37" fmla="*/ 134444 w 165743"/>
                <a:gd name="connsiteY37" fmla="*/ 370888 h 411358"/>
                <a:gd name="connsiteX38" fmla="*/ 148163 w 165743"/>
                <a:gd name="connsiteY38" fmla="*/ 357169 h 411358"/>
                <a:gd name="connsiteX39" fmla="*/ 161882 w 165743"/>
                <a:gd name="connsiteY39" fmla="*/ 370888 h 411358"/>
                <a:gd name="connsiteX40" fmla="*/ 161882 w 165743"/>
                <a:gd name="connsiteY40" fmla="*/ 397639 h 411358"/>
                <a:gd name="connsiteX41" fmla="*/ 148163 w 165743"/>
                <a:gd name="connsiteY41" fmla="*/ 411358 h 41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5743" h="411358">
                  <a:moveTo>
                    <a:pt x="165744" y="94660"/>
                  </a:moveTo>
                  <a:lnTo>
                    <a:pt x="3176" y="94660"/>
                  </a:lnTo>
                  <a:lnTo>
                    <a:pt x="3176" y="41156"/>
                  </a:lnTo>
                  <a:cubicBezTo>
                    <a:pt x="3176" y="18520"/>
                    <a:pt x="21696" y="0"/>
                    <a:pt x="44332" y="0"/>
                  </a:cubicBezTo>
                  <a:lnTo>
                    <a:pt x="123901" y="0"/>
                  </a:lnTo>
                  <a:cubicBezTo>
                    <a:pt x="146537" y="0"/>
                    <a:pt x="165058" y="18520"/>
                    <a:pt x="165058" y="41156"/>
                  </a:cubicBezTo>
                  <a:lnTo>
                    <a:pt x="165058" y="94660"/>
                  </a:lnTo>
                  <a:close/>
                  <a:moveTo>
                    <a:pt x="30614" y="67222"/>
                  </a:moveTo>
                  <a:lnTo>
                    <a:pt x="137620" y="67222"/>
                  </a:lnTo>
                  <a:lnTo>
                    <a:pt x="137620" y="41156"/>
                  </a:lnTo>
                  <a:cubicBezTo>
                    <a:pt x="137620" y="33611"/>
                    <a:pt x="131447" y="27438"/>
                    <a:pt x="123901" y="27438"/>
                  </a:cubicBezTo>
                  <a:lnTo>
                    <a:pt x="44332" y="27438"/>
                  </a:lnTo>
                  <a:cubicBezTo>
                    <a:pt x="36787" y="27438"/>
                    <a:pt x="30614" y="33611"/>
                    <a:pt x="30614" y="41156"/>
                  </a:cubicBezTo>
                  <a:lnTo>
                    <a:pt x="30614" y="67222"/>
                  </a:lnTo>
                  <a:close/>
                  <a:moveTo>
                    <a:pt x="13719" y="330637"/>
                  </a:moveTo>
                  <a:cubicBezTo>
                    <a:pt x="6173" y="330637"/>
                    <a:pt x="0" y="324463"/>
                    <a:pt x="0" y="316918"/>
                  </a:cubicBezTo>
                  <a:lnTo>
                    <a:pt x="0" y="128284"/>
                  </a:lnTo>
                  <a:cubicBezTo>
                    <a:pt x="0" y="120739"/>
                    <a:pt x="6173" y="114566"/>
                    <a:pt x="13719" y="114566"/>
                  </a:cubicBezTo>
                  <a:cubicBezTo>
                    <a:pt x="21264" y="114566"/>
                    <a:pt x="27438" y="120739"/>
                    <a:pt x="27438" y="128284"/>
                  </a:cubicBezTo>
                  <a:lnTo>
                    <a:pt x="27438" y="316918"/>
                  </a:lnTo>
                  <a:cubicBezTo>
                    <a:pt x="27438" y="324463"/>
                    <a:pt x="21264" y="330637"/>
                    <a:pt x="13719" y="330637"/>
                  </a:cubicBezTo>
                  <a:close/>
                  <a:moveTo>
                    <a:pt x="148163" y="330637"/>
                  </a:moveTo>
                  <a:cubicBezTo>
                    <a:pt x="140618" y="330637"/>
                    <a:pt x="134444" y="324463"/>
                    <a:pt x="134444" y="316918"/>
                  </a:cubicBezTo>
                  <a:lnTo>
                    <a:pt x="134444" y="128284"/>
                  </a:lnTo>
                  <a:cubicBezTo>
                    <a:pt x="134444" y="120739"/>
                    <a:pt x="140618" y="114566"/>
                    <a:pt x="148163" y="114566"/>
                  </a:cubicBezTo>
                  <a:cubicBezTo>
                    <a:pt x="155708" y="114566"/>
                    <a:pt x="161882" y="120739"/>
                    <a:pt x="161882" y="128284"/>
                  </a:cubicBezTo>
                  <a:lnTo>
                    <a:pt x="161882" y="316918"/>
                  </a:lnTo>
                  <a:cubicBezTo>
                    <a:pt x="161882" y="324463"/>
                    <a:pt x="155708" y="330637"/>
                    <a:pt x="148163" y="330637"/>
                  </a:cubicBezTo>
                  <a:close/>
                  <a:moveTo>
                    <a:pt x="13719" y="411358"/>
                  </a:moveTo>
                  <a:cubicBezTo>
                    <a:pt x="6173" y="411358"/>
                    <a:pt x="0" y="405185"/>
                    <a:pt x="0" y="397639"/>
                  </a:cubicBezTo>
                  <a:lnTo>
                    <a:pt x="0" y="370888"/>
                  </a:lnTo>
                  <a:cubicBezTo>
                    <a:pt x="0" y="363342"/>
                    <a:pt x="6173" y="357169"/>
                    <a:pt x="13719" y="357169"/>
                  </a:cubicBezTo>
                  <a:cubicBezTo>
                    <a:pt x="21264" y="357169"/>
                    <a:pt x="27438" y="363342"/>
                    <a:pt x="27438" y="370888"/>
                  </a:cubicBezTo>
                  <a:lnTo>
                    <a:pt x="27438" y="397639"/>
                  </a:lnTo>
                  <a:cubicBezTo>
                    <a:pt x="27438" y="405185"/>
                    <a:pt x="21264" y="411358"/>
                    <a:pt x="13719" y="411358"/>
                  </a:cubicBezTo>
                  <a:close/>
                  <a:moveTo>
                    <a:pt x="148163" y="411358"/>
                  </a:moveTo>
                  <a:cubicBezTo>
                    <a:pt x="140618" y="411358"/>
                    <a:pt x="134444" y="405185"/>
                    <a:pt x="134444" y="397639"/>
                  </a:cubicBezTo>
                  <a:lnTo>
                    <a:pt x="134444" y="370888"/>
                  </a:lnTo>
                  <a:cubicBezTo>
                    <a:pt x="134444" y="363342"/>
                    <a:pt x="140618" y="357169"/>
                    <a:pt x="148163" y="357169"/>
                  </a:cubicBezTo>
                  <a:cubicBezTo>
                    <a:pt x="155708" y="357169"/>
                    <a:pt x="161882" y="363342"/>
                    <a:pt x="161882" y="370888"/>
                  </a:cubicBezTo>
                  <a:lnTo>
                    <a:pt x="161882" y="397639"/>
                  </a:lnTo>
                  <a:cubicBezTo>
                    <a:pt x="161882" y="405185"/>
                    <a:pt x="155708" y="411358"/>
                    <a:pt x="148163" y="411358"/>
                  </a:cubicBezTo>
                  <a:close/>
                </a:path>
              </a:pathLst>
            </a:custGeom>
            <a:solidFill>
              <a:schemeClr val="tx1"/>
            </a:solidFill>
            <a:ln w="400" cap="flat">
              <a:noFill/>
              <a:prstDash val="solid"/>
              <a:miter/>
            </a:ln>
          </p:spPr>
          <p:txBody>
            <a:bodyPr rtlCol="0" anchor="ctr"/>
            <a:lstStyle/>
            <a:p>
              <a:endParaRPr lang="zh-CN" altLang="en-US"/>
            </a:p>
          </p:txBody>
        </p:sp>
        <p:sp>
          <p:nvSpPr>
            <p:cNvPr id="2189" name="任意多边形: 形状 2188">
              <a:extLst>
                <a:ext uri="{FF2B5EF4-FFF2-40B4-BE49-F238E27FC236}">
                  <a16:creationId xmlns:a16="http://schemas.microsoft.com/office/drawing/2014/main" id="{5173EA07-9B6E-169D-3872-3B1D57944545}"/>
                </a:ext>
              </a:extLst>
            </p:cNvPr>
            <p:cNvSpPr/>
            <p:nvPr/>
          </p:nvSpPr>
          <p:spPr>
            <a:xfrm>
              <a:off x="3578894" y="1488141"/>
              <a:ext cx="371093" cy="310730"/>
            </a:xfrm>
            <a:custGeom>
              <a:avLst/>
              <a:gdLst>
                <a:gd name="connsiteX0" fmla="*/ 329937 w 371093"/>
                <a:gd name="connsiteY0" fmla="*/ 310731 h 310730"/>
                <a:gd name="connsiteX1" fmla="*/ 41156 w 371093"/>
                <a:gd name="connsiteY1" fmla="*/ 310731 h 310730"/>
                <a:gd name="connsiteX2" fmla="*/ 0 w 371093"/>
                <a:gd name="connsiteY2" fmla="*/ 269574 h 310730"/>
                <a:gd name="connsiteX3" fmla="*/ 0 w 371093"/>
                <a:gd name="connsiteY3" fmla="*/ 41156 h 310730"/>
                <a:gd name="connsiteX4" fmla="*/ 41156 w 371093"/>
                <a:gd name="connsiteY4" fmla="*/ 0 h 310730"/>
                <a:gd name="connsiteX5" fmla="*/ 329937 w 371093"/>
                <a:gd name="connsiteY5" fmla="*/ 0 h 310730"/>
                <a:gd name="connsiteX6" fmla="*/ 371094 w 371093"/>
                <a:gd name="connsiteY6" fmla="*/ 41156 h 310730"/>
                <a:gd name="connsiteX7" fmla="*/ 371094 w 371093"/>
                <a:gd name="connsiteY7" fmla="*/ 269574 h 310730"/>
                <a:gd name="connsiteX8" fmla="*/ 329937 w 371093"/>
                <a:gd name="connsiteY8" fmla="*/ 310731 h 310730"/>
                <a:gd name="connsiteX9" fmla="*/ 41156 w 371093"/>
                <a:gd name="connsiteY9" fmla="*/ 27438 h 310730"/>
                <a:gd name="connsiteX10" fmla="*/ 27438 w 371093"/>
                <a:gd name="connsiteY10" fmla="*/ 41156 h 310730"/>
                <a:gd name="connsiteX11" fmla="*/ 27438 w 371093"/>
                <a:gd name="connsiteY11" fmla="*/ 269574 h 310730"/>
                <a:gd name="connsiteX12" fmla="*/ 41156 w 371093"/>
                <a:gd name="connsiteY12" fmla="*/ 283293 h 310730"/>
                <a:gd name="connsiteX13" fmla="*/ 329937 w 371093"/>
                <a:gd name="connsiteY13" fmla="*/ 283293 h 310730"/>
                <a:gd name="connsiteX14" fmla="*/ 343656 w 371093"/>
                <a:gd name="connsiteY14" fmla="*/ 269574 h 310730"/>
                <a:gd name="connsiteX15" fmla="*/ 343656 w 371093"/>
                <a:gd name="connsiteY15" fmla="*/ 41156 h 310730"/>
                <a:gd name="connsiteX16" fmla="*/ 329937 w 371093"/>
                <a:gd name="connsiteY16" fmla="*/ 27438 h 310730"/>
                <a:gd name="connsiteX17" fmla="*/ 41156 w 371093"/>
                <a:gd name="connsiteY17" fmla="*/ 27438 h 310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1093" h="310730">
                  <a:moveTo>
                    <a:pt x="329937" y="310731"/>
                  </a:moveTo>
                  <a:lnTo>
                    <a:pt x="41156" y="310731"/>
                  </a:lnTo>
                  <a:cubicBezTo>
                    <a:pt x="18520" y="310731"/>
                    <a:pt x="0" y="292210"/>
                    <a:pt x="0" y="269574"/>
                  </a:cubicBezTo>
                  <a:lnTo>
                    <a:pt x="0" y="41156"/>
                  </a:lnTo>
                  <a:cubicBezTo>
                    <a:pt x="0" y="18520"/>
                    <a:pt x="18520" y="0"/>
                    <a:pt x="41156" y="0"/>
                  </a:cubicBezTo>
                  <a:lnTo>
                    <a:pt x="329937" y="0"/>
                  </a:lnTo>
                  <a:cubicBezTo>
                    <a:pt x="352573" y="0"/>
                    <a:pt x="371094" y="18520"/>
                    <a:pt x="371094" y="41156"/>
                  </a:cubicBezTo>
                  <a:lnTo>
                    <a:pt x="371094" y="269574"/>
                  </a:lnTo>
                  <a:cubicBezTo>
                    <a:pt x="371094" y="292210"/>
                    <a:pt x="352573" y="310731"/>
                    <a:pt x="329937" y="310731"/>
                  </a:cubicBezTo>
                  <a:close/>
                  <a:moveTo>
                    <a:pt x="41156" y="27438"/>
                  </a:moveTo>
                  <a:cubicBezTo>
                    <a:pt x="33611" y="27438"/>
                    <a:pt x="27438" y="33611"/>
                    <a:pt x="27438" y="41156"/>
                  </a:cubicBezTo>
                  <a:lnTo>
                    <a:pt x="27438" y="269574"/>
                  </a:lnTo>
                  <a:cubicBezTo>
                    <a:pt x="27438" y="277120"/>
                    <a:pt x="33611" y="283293"/>
                    <a:pt x="41156" y="283293"/>
                  </a:cubicBezTo>
                  <a:lnTo>
                    <a:pt x="329937" y="283293"/>
                  </a:lnTo>
                  <a:cubicBezTo>
                    <a:pt x="337482" y="283293"/>
                    <a:pt x="343656" y="277120"/>
                    <a:pt x="343656" y="269574"/>
                  </a:cubicBezTo>
                  <a:lnTo>
                    <a:pt x="343656" y="41156"/>
                  </a:lnTo>
                  <a:cubicBezTo>
                    <a:pt x="343656" y="33611"/>
                    <a:pt x="337482" y="27438"/>
                    <a:pt x="329937" y="27438"/>
                  </a:cubicBezTo>
                  <a:lnTo>
                    <a:pt x="41156" y="27438"/>
                  </a:lnTo>
                  <a:close/>
                </a:path>
              </a:pathLst>
            </a:custGeom>
            <a:solidFill>
              <a:schemeClr val="tx1"/>
            </a:solidFill>
            <a:ln w="400" cap="flat">
              <a:noFill/>
              <a:prstDash val="solid"/>
              <a:miter/>
            </a:ln>
          </p:spPr>
          <p:txBody>
            <a:bodyPr rtlCol="0" anchor="ctr"/>
            <a:lstStyle/>
            <a:p>
              <a:endParaRPr lang="zh-CN" altLang="en-US"/>
            </a:p>
          </p:txBody>
        </p:sp>
      </p:grpSp>
      <p:sp>
        <p:nvSpPr>
          <p:cNvPr id="2193" name="图形 2191">
            <a:extLst>
              <a:ext uri="{FF2B5EF4-FFF2-40B4-BE49-F238E27FC236}">
                <a16:creationId xmlns:a16="http://schemas.microsoft.com/office/drawing/2014/main" id="{DCBE8515-EEF9-3F17-0A97-D656CA50EB2D}"/>
              </a:ext>
            </a:extLst>
          </p:cNvPr>
          <p:cNvSpPr/>
          <p:nvPr/>
        </p:nvSpPr>
        <p:spPr>
          <a:xfrm>
            <a:off x="2841139" y="2725450"/>
            <a:ext cx="214544" cy="187726"/>
          </a:xfrm>
          <a:custGeom>
            <a:avLst/>
            <a:gdLst>
              <a:gd name="connsiteX0" fmla="*/ 317247 w 342970"/>
              <a:gd name="connsiteY0" fmla="*/ 102891 h 300098"/>
              <a:gd name="connsiteX1" fmla="*/ 25723 w 342970"/>
              <a:gd name="connsiteY1" fmla="*/ 102891 h 300098"/>
              <a:gd name="connsiteX2" fmla="*/ 25723 w 342970"/>
              <a:gd name="connsiteY2" fmla="*/ 252940 h 300098"/>
              <a:gd name="connsiteX3" fmla="*/ 47158 w 342970"/>
              <a:gd name="connsiteY3" fmla="*/ 274376 h 300098"/>
              <a:gd name="connsiteX4" fmla="*/ 295812 w 342970"/>
              <a:gd name="connsiteY4" fmla="*/ 274376 h 300098"/>
              <a:gd name="connsiteX5" fmla="*/ 317247 w 342970"/>
              <a:gd name="connsiteY5" fmla="*/ 252940 h 300098"/>
              <a:gd name="connsiteX6" fmla="*/ 317247 w 342970"/>
              <a:gd name="connsiteY6" fmla="*/ 102891 h 300098"/>
              <a:gd name="connsiteX7" fmla="*/ 25723 w 342970"/>
              <a:gd name="connsiteY7" fmla="*/ 77168 h 300098"/>
              <a:gd name="connsiteX8" fmla="*/ 317247 w 342970"/>
              <a:gd name="connsiteY8" fmla="*/ 77168 h 300098"/>
              <a:gd name="connsiteX9" fmla="*/ 317247 w 342970"/>
              <a:gd name="connsiteY9" fmla="*/ 47158 h 300098"/>
              <a:gd name="connsiteX10" fmla="*/ 295812 w 342970"/>
              <a:gd name="connsiteY10" fmla="*/ 25723 h 300098"/>
              <a:gd name="connsiteX11" fmla="*/ 47158 w 342970"/>
              <a:gd name="connsiteY11" fmla="*/ 25723 h 300098"/>
              <a:gd name="connsiteX12" fmla="*/ 25723 w 342970"/>
              <a:gd name="connsiteY12" fmla="*/ 47158 h 300098"/>
              <a:gd name="connsiteX13" fmla="*/ 25723 w 342970"/>
              <a:gd name="connsiteY13" fmla="*/ 77168 h 300098"/>
              <a:gd name="connsiteX14" fmla="*/ 270089 w 342970"/>
              <a:gd name="connsiteY14" fmla="*/ 214356 h 300098"/>
              <a:gd name="connsiteX15" fmla="*/ 282950 w 342970"/>
              <a:gd name="connsiteY15" fmla="*/ 227218 h 300098"/>
              <a:gd name="connsiteX16" fmla="*/ 270089 w 342970"/>
              <a:gd name="connsiteY16" fmla="*/ 240079 h 300098"/>
              <a:gd name="connsiteX17" fmla="*/ 227218 w 342970"/>
              <a:gd name="connsiteY17" fmla="*/ 240079 h 300098"/>
              <a:gd name="connsiteX18" fmla="*/ 214356 w 342970"/>
              <a:gd name="connsiteY18" fmla="*/ 227218 h 300098"/>
              <a:gd name="connsiteX19" fmla="*/ 227218 w 342970"/>
              <a:gd name="connsiteY19" fmla="*/ 214356 h 300098"/>
              <a:gd name="connsiteX20" fmla="*/ 270089 w 342970"/>
              <a:gd name="connsiteY20" fmla="*/ 214356 h 300098"/>
              <a:gd name="connsiteX21" fmla="*/ 47158 w 342970"/>
              <a:gd name="connsiteY21" fmla="*/ 0 h 300098"/>
              <a:gd name="connsiteX22" fmla="*/ 295812 w 342970"/>
              <a:gd name="connsiteY22" fmla="*/ 0 h 300098"/>
              <a:gd name="connsiteX23" fmla="*/ 342970 w 342970"/>
              <a:gd name="connsiteY23" fmla="*/ 47158 h 300098"/>
              <a:gd name="connsiteX24" fmla="*/ 342970 w 342970"/>
              <a:gd name="connsiteY24" fmla="*/ 252940 h 300098"/>
              <a:gd name="connsiteX25" fmla="*/ 295812 w 342970"/>
              <a:gd name="connsiteY25" fmla="*/ 300099 h 300098"/>
              <a:gd name="connsiteX26" fmla="*/ 47158 w 342970"/>
              <a:gd name="connsiteY26" fmla="*/ 300099 h 300098"/>
              <a:gd name="connsiteX27" fmla="*/ 0 w 342970"/>
              <a:gd name="connsiteY27" fmla="*/ 252940 h 300098"/>
              <a:gd name="connsiteX28" fmla="*/ 0 w 342970"/>
              <a:gd name="connsiteY28" fmla="*/ 47158 h 300098"/>
              <a:gd name="connsiteX29" fmla="*/ 47158 w 342970"/>
              <a:gd name="connsiteY29" fmla="*/ 0 h 300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42970" h="300098">
                <a:moveTo>
                  <a:pt x="317247" y="102891"/>
                </a:moveTo>
                <a:lnTo>
                  <a:pt x="25723" y="102891"/>
                </a:lnTo>
                <a:lnTo>
                  <a:pt x="25723" y="252940"/>
                </a:lnTo>
                <a:cubicBezTo>
                  <a:pt x="25723" y="264779"/>
                  <a:pt x="35320" y="274376"/>
                  <a:pt x="47158" y="274376"/>
                </a:cubicBezTo>
                <a:lnTo>
                  <a:pt x="295812" y="274376"/>
                </a:lnTo>
                <a:cubicBezTo>
                  <a:pt x="307650" y="274376"/>
                  <a:pt x="317247" y="264779"/>
                  <a:pt x="317247" y="252940"/>
                </a:cubicBezTo>
                <a:lnTo>
                  <a:pt x="317247" y="102891"/>
                </a:lnTo>
                <a:close/>
                <a:moveTo>
                  <a:pt x="25723" y="77168"/>
                </a:moveTo>
                <a:lnTo>
                  <a:pt x="317247" y="77168"/>
                </a:lnTo>
                <a:lnTo>
                  <a:pt x="317247" y="47158"/>
                </a:lnTo>
                <a:cubicBezTo>
                  <a:pt x="317247" y="35320"/>
                  <a:pt x="307650" y="25723"/>
                  <a:pt x="295812" y="25723"/>
                </a:cubicBezTo>
                <a:lnTo>
                  <a:pt x="47158" y="25723"/>
                </a:lnTo>
                <a:cubicBezTo>
                  <a:pt x="35320" y="25723"/>
                  <a:pt x="25723" y="35320"/>
                  <a:pt x="25723" y="47158"/>
                </a:cubicBezTo>
                <a:lnTo>
                  <a:pt x="25723" y="77168"/>
                </a:lnTo>
                <a:close/>
                <a:moveTo>
                  <a:pt x="270089" y="214356"/>
                </a:moveTo>
                <a:cubicBezTo>
                  <a:pt x="277192" y="214356"/>
                  <a:pt x="282950" y="220114"/>
                  <a:pt x="282950" y="227218"/>
                </a:cubicBezTo>
                <a:cubicBezTo>
                  <a:pt x="282950" y="234321"/>
                  <a:pt x="277192" y="240079"/>
                  <a:pt x="270089" y="240079"/>
                </a:cubicBezTo>
                <a:lnTo>
                  <a:pt x="227218" y="240079"/>
                </a:lnTo>
                <a:cubicBezTo>
                  <a:pt x="220115" y="240079"/>
                  <a:pt x="214356" y="234321"/>
                  <a:pt x="214356" y="227218"/>
                </a:cubicBezTo>
                <a:cubicBezTo>
                  <a:pt x="214356" y="220114"/>
                  <a:pt x="220115" y="214356"/>
                  <a:pt x="227218" y="214356"/>
                </a:cubicBezTo>
                <a:lnTo>
                  <a:pt x="270089" y="214356"/>
                </a:lnTo>
                <a:close/>
                <a:moveTo>
                  <a:pt x="47158" y="0"/>
                </a:moveTo>
                <a:lnTo>
                  <a:pt x="295812" y="0"/>
                </a:lnTo>
                <a:cubicBezTo>
                  <a:pt x="321856" y="0"/>
                  <a:pt x="342970" y="21114"/>
                  <a:pt x="342970" y="47158"/>
                </a:cubicBezTo>
                <a:lnTo>
                  <a:pt x="342970" y="252940"/>
                </a:lnTo>
                <a:cubicBezTo>
                  <a:pt x="342970" y="278985"/>
                  <a:pt x="321856" y="300099"/>
                  <a:pt x="295812" y="300099"/>
                </a:cubicBezTo>
                <a:lnTo>
                  <a:pt x="47158" y="300099"/>
                </a:lnTo>
                <a:cubicBezTo>
                  <a:pt x="21114" y="300099"/>
                  <a:pt x="0" y="278985"/>
                  <a:pt x="0" y="252940"/>
                </a:cubicBezTo>
                <a:lnTo>
                  <a:pt x="0" y="47158"/>
                </a:lnTo>
                <a:cubicBezTo>
                  <a:pt x="0" y="21114"/>
                  <a:pt x="21114" y="0"/>
                  <a:pt x="47158" y="0"/>
                </a:cubicBezTo>
                <a:close/>
              </a:path>
            </a:pathLst>
          </a:custGeom>
          <a:solidFill>
            <a:schemeClr val="tx1"/>
          </a:solidFill>
          <a:ln w="400" cap="flat">
            <a:noFill/>
            <a:prstDash val="solid"/>
            <a:miter/>
          </a:ln>
        </p:spPr>
        <p:txBody>
          <a:bodyPr rtlCol="0" anchor="ctr"/>
          <a:lstStyle/>
          <a:p>
            <a:endParaRPr lang="zh-CN" altLang="en-US"/>
          </a:p>
        </p:txBody>
      </p:sp>
      <p:sp>
        <p:nvSpPr>
          <p:cNvPr id="2196" name="图形 2194">
            <a:extLst>
              <a:ext uri="{FF2B5EF4-FFF2-40B4-BE49-F238E27FC236}">
                <a16:creationId xmlns:a16="http://schemas.microsoft.com/office/drawing/2014/main" id="{F1BA0930-D580-F4D7-07AE-CCB6E3A23B22}"/>
              </a:ext>
            </a:extLst>
          </p:cNvPr>
          <p:cNvSpPr/>
          <p:nvPr/>
        </p:nvSpPr>
        <p:spPr>
          <a:xfrm>
            <a:off x="2342622" y="3556121"/>
            <a:ext cx="196966" cy="195304"/>
          </a:xfrm>
          <a:custGeom>
            <a:avLst/>
            <a:gdLst>
              <a:gd name="connsiteX0" fmla="*/ 25164 w 345066"/>
              <a:gd name="connsiteY0" fmla="*/ 272959 h 342156"/>
              <a:gd name="connsiteX1" fmla="*/ 0 w 345066"/>
              <a:gd name="connsiteY1" fmla="*/ 342157 h 342156"/>
              <a:gd name="connsiteX2" fmla="*/ 345067 w 345066"/>
              <a:gd name="connsiteY2" fmla="*/ 342157 h 342156"/>
              <a:gd name="connsiteX3" fmla="*/ 319903 w 345066"/>
              <a:gd name="connsiteY3" fmla="*/ 272959 h 342156"/>
              <a:gd name="connsiteX4" fmla="*/ 304429 w 345066"/>
              <a:gd name="connsiteY4" fmla="*/ 272959 h 342156"/>
              <a:gd name="connsiteX5" fmla="*/ 304429 w 345066"/>
              <a:gd name="connsiteY5" fmla="*/ 136053 h 342156"/>
              <a:gd name="connsiteX6" fmla="*/ 326667 w 345066"/>
              <a:gd name="connsiteY6" fmla="*/ 136053 h 342156"/>
              <a:gd name="connsiteX7" fmla="*/ 326667 w 345066"/>
              <a:gd name="connsiteY7" fmla="*/ 83985 h 342156"/>
              <a:gd name="connsiteX8" fmla="*/ 327696 w 345066"/>
              <a:gd name="connsiteY8" fmla="*/ 82048 h 342156"/>
              <a:gd name="connsiteX9" fmla="*/ 172592 w 345066"/>
              <a:gd name="connsiteY9" fmla="*/ 0 h 342156"/>
              <a:gd name="connsiteX10" fmla="*/ 17552 w 345066"/>
              <a:gd name="connsiteY10" fmla="*/ 82039 h 342156"/>
              <a:gd name="connsiteX11" fmla="*/ 18400 w 345066"/>
              <a:gd name="connsiteY11" fmla="*/ 83651 h 342156"/>
              <a:gd name="connsiteX12" fmla="*/ 18400 w 345066"/>
              <a:gd name="connsiteY12" fmla="*/ 136053 h 342156"/>
              <a:gd name="connsiteX13" fmla="*/ 40638 w 345066"/>
              <a:gd name="connsiteY13" fmla="*/ 136053 h 342156"/>
              <a:gd name="connsiteX14" fmla="*/ 40638 w 345066"/>
              <a:gd name="connsiteY14" fmla="*/ 272959 h 342156"/>
              <a:gd name="connsiteX15" fmla="*/ 25164 w 345066"/>
              <a:gd name="connsiteY15" fmla="*/ 272959 h 342156"/>
              <a:gd name="connsiteX16" fmla="*/ 285273 w 345066"/>
              <a:gd name="connsiteY16" fmla="*/ 272959 h 342156"/>
              <a:gd name="connsiteX17" fmla="*/ 259953 w 345066"/>
              <a:gd name="connsiteY17" fmla="*/ 272959 h 342156"/>
              <a:gd name="connsiteX18" fmla="*/ 259953 w 345066"/>
              <a:gd name="connsiteY18" fmla="*/ 136443 h 342156"/>
              <a:gd name="connsiteX19" fmla="*/ 285273 w 345066"/>
              <a:gd name="connsiteY19" fmla="*/ 136443 h 342156"/>
              <a:gd name="connsiteX20" fmla="*/ 285273 w 345066"/>
              <a:gd name="connsiteY20" fmla="*/ 272959 h 342156"/>
              <a:gd name="connsiteX21" fmla="*/ 27326 w 345066"/>
              <a:gd name="connsiteY21" fmla="*/ 322997 h 342156"/>
              <a:gd name="connsiteX22" fmla="*/ 38576 w 345066"/>
              <a:gd name="connsiteY22" fmla="*/ 292118 h 342156"/>
              <a:gd name="connsiteX23" fmla="*/ 306491 w 345066"/>
              <a:gd name="connsiteY23" fmla="*/ 292118 h 342156"/>
              <a:gd name="connsiteX24" fmla="*/ 317740 w 345066"/>
              <a:gd name="connsiteY24" fmla="*/ 322997 h 342156"/>
              <a:gd name="connsiteX25" fmla="*/ 27326 w 345066"/>
              <a:gd name="connsiteY25" fmla="*/ 322997 h 342156"/>
              <a:gd name="connsiteX26" fmla="*/ 190754 w 345066"/>
              <a:gd name="connsiteY26" fmla="*/ 272959 h 342156"/>
              <a:gd name="connsiteX27" fmla="*/ 154312 w 345066"/>
              <a:gd name="connsiteY27" fmla="*/ 272959 h 342156"/>
              <a:gd name="connsiteX28" fmla="*/ 154312 w 345066"/>
              <a:gd name="connsiteY28" fmla="*/ 136053 h 342156"/>
              <a:gd name="connsiteX29" fmla="*/ 190754 w 345066"/>
              <a:gd name="connsiteY29" fmla="*/ 136053 h 342156"/>
              <a:gd name="connsiteX30" fmla="*/ 190754 w 345066"/>
              <a:gd name="connsiteY30" fmla="*/ 272959 h 342156"/>
              <a:gd name="connsiteX31" fmla="*/ 240793 w 345066"/>
              <a:gd name="connsiteY31" fmla="*/ 272959 h 342156"/>
              <a:gd name="connsiteX32" fmla="*/ 209914 w 345066"/>
              <a:gd name="connsiteY32" fmla="*/ 272959 h 342156"/>
              <a:gd name="connsiteX33" fmla="*/ 209914 w 345066"/>
              <a:gd name="connsiteY33" fmla="*/ 136053 h 342156"/>
              <a:gd name="connsiteX34" fmla="*/ 240793 w 345066"/>
              <a:gd name="connsiteY34" fmla="*/ 136053 h 342156"/>
              <a:gd name="connsiteX35" fmla="*/ 240793 w 345066"/>
              <a:gd name="connsiteY35" fmla="*/ 272959 h 342156"/>
              <a:gd name="connsiteX36" fmla="*/ 135157 w 345066"/>
              <a:gd name="connsiteY36" fmla="*/ 136053 h 342156"/>
              <a:gd name="connsiteX37" fmla="*/ 135157 w 345066"/>
              <a:gd name="connsiteY37" fmla="*/ 272959 h 342156"/>
              <a:gd name="connsiteX38" fmla="*/ 104278 w 345066"/>
              <a:gd name="connsiteY38" fmla="*/ 272959 h 342156"/>
              <a:gd name="connsiteX39" fmla="*/ 104278 w 345066"/>
              <a:gd name="connsiteY39" fmla="*/ 136053 h 342156"/>
              <a:gd name="connsiteX40" fmla="*/ 135157 w 345066"/>
              <a:gd name="connsiteY40" fmla="*/ 136053 h 342156"/>
              <a:gd name="connsiteX41" fmla="*/ 59797 w 345066"/>
              <a:gd name="connsiteY41" fmla="*/ 136443 h 342156"/>
              <a:gd name="connsiteX42" fmla="*/ 85118 w 345066"/>
              <a:gd name="connsiteY42" fmla="*/ 136443 h 342156"/>
              <a:gd name="connsiteX43" fmla="*/ 85118 w 345066"/>
              <a:gd name="connsiteY43" fmla="*/ 272963 h 342156"/>
              <a:gd name="connsiteX44" fmla="*/ 59797 w 345066"/>
              <a:gd name="connsiteY44" fmla="*/ 272963 h 342156"/>
              <a:gd name="connsiteX45" fmla="*/ 59797 w 345066"/>
              <a:gd name="connsiteY45" fmla="*/ 136443 h 342156"/>
              <a:gd name="connsiteX46" fmla="*/ 37559 w 345066"/>
              <a:gd name="connsiteY46" fmla="*/ 102694 h 342156"/>
              <a:gd name="connsiteX47" fmla="*/ 307516 w 345066"/>
              <a:gd name="connsiteY47" fmla="*/ 102694 h 342156"/>
              <a:gd name="connsiteX48" fmla="*/ 307516 w 345066"/>
              <a:gd name="connsiteY48" fmla="*/ 116894 h 342156"/>
              <a:gd name="connsiteX49" fmla="*/ 37559 w 345066"/>
              <a:gd name="connsiteY49" fmla="*/ 116894 h 342156"/>
              <a:gd name="connsiteX50" fmla="*/ 37559 w 345066"/>
              <a:gd name="connsiteY50" fmla="*/ 102694 h 342156"/>
              <a:gd name="connsiteX51" fmla="*/ 55678 w 345066"/>
              <a:gd name="connsiteY51" fmla="*/ 83535 h 342156"/>
              <a:gd name="connsiteX52" fmla="*/ 172592 w 345066"/>
              <a:gd name="connsiteY52" fmla="*/ 21659 h 342156"/>
              <a:gd name="connsiteX53" fmla="*/ 289506 w 345066"/>
              <a:gd name="connsiteY53" fmla="*/ 83535 h 342156"/>
              <a:gd name="connsiteX54" fmla="*/ 55678 w 345066"/>
              <a:gd name="connsiteY54" fmla="*/ 83535 h 342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45066" h="342156">
                <a:moveTo>
                  <a:pt x="25164" y="272959"/>
                </a:moveTo>
                <a:lnTo>
                  <a:pt x="0" y="342157"/>
                </a:lnTo>
                <a:lnTo>
                  <a:pt x="345067" y="342157"/>
                </a:lnTo>
                <a:lnTo>
                  <a:pt x="319903" y="272959"/>
                </a:lnTo>
                <a:lnTo>
                  <a:pt x="304429" y="272959"/>
                </a:lnTo>
                <a:lnTo>
                  <a:pt x="304429" y="136053"/>
                </a:lnTo>
                <a:lnTo>
                  <a:pt x="326667" y="136053"/>
                </a:lnTo>
                <a:lnTo>
                  <a:pt x="326667" y="83985"/>
                </a:lnTo>
                <a:lnTo>
                  <a:pt x="327696" y="82048"/>
                </a:lnTo>
                <a:lnTo>
                  <a:pt x="172592" y="0"/>
                </a:lnTo>
                <a:lnTo>
                  <a:pt x="17552" y="82039"/>
                </a:lnTo>
                <a:lnTo>
                  <a:pt x="18400" y="83651"/>
                </a:lnTo>
                <a:lnTo>
                  <a:pt x="18400" y="136053"/>
                </a:lnTo>
                <a:lnTo>
                  <a:pt x="40638" y="136053"/>
                </a:lnTo>
                <a:lnTo>
                  <a:pt x="40638" y="272959"/>
                </a:lnTo>
                <a:lnTo>
                  <a:pt x="25164" y="272959"/>
                </a:lnTo>
                <a:close/>
                <a:moveTo>
                  <a:pt x="285273" y="272959"/>
                </a:moveTo>
                <a:lnTo>
                  <a:pt x="259953" y="272959"/>
                </a:lnTo>
                <a:lnTo>
                  <a:pt x="259953" y="136443"/>
                </a:lnTo>
                <a:lnTo>
                  <a:pt x="285273" y="136443"/>
                </a:lnTo>
                <a:lnTo>
                  <a:pt x="285273" y="272959"/>
                </a:lnTo>
                <a:close/>
                <a:moveTo>
                  <a:pt x="27326" y="322997"/>
                </a:moveTo>
                <a:lnTo>
                  <a:pt x="38576" y="292118"/>
                </a:lnTo>
                <a:lnTo>
                  <a:pt x="306491" y="292118"/>
                </a:lnTo>
                <a:lnTo>
                  <a:pt x="317740" y="322997"/>
                </a:lnTo>
                <a:lnTo>
                  <a:pt x="27326" y="322997"/>
                </a:lnTo>
                <a:close/>
                <a:moveTo>
                  <a:pt x="190754" y="272959"/>
                </a:moveTo>
                <a:lnTo>
                  <a:pt x="154312" y="272959"/>
                </a:lnTo>
                <a:lnTo>
                  <a:pt x="154312" y="136053"/>
                </a:lnTo>
                <a:lnTo>
                  <a:pt x="190754" y="136053"/>
                </a:lnTo>
                <a:lnTo>
                  <a:pt x="190754" y="272959"/>
                </a:lnTo>
                <a:close/>
                <a:moveTo>
                  <a:pt x="240793" y="272959"/>
                </a:moveTo>
                <a:lnTo>
                  <a:pt x="209914" y="272959"/>
                </a:lnTo>
                <a:lnTo>
                  <a:pt x="209914" y="136053"/>
                </a:lnTo>
                <a:lnTo>
                  <a:pt x="240793" y="136053"/>
                </a:lnTo>
                <a:lnTo>
                  <a:pt x="240793" y="272959"/>
                </a:lnTo>
                <a:close/>
                <a:moveTo>
                  <a:pt x="135157" y="136053"/>
                </a:moveTo>
                <a:lnTo>
                  <a:pt x="135157" y="272959"/>
                </a:lnTo>
                <a:lnTo>
                  <a:pt x="104278" y="272959"/>
                </a:lnTo>
                <a:lnTo>
                  <a:pt x="104278" y="136053"/>
                </a:lnTo>
                <a:lnTo>
                  <a:pt x="135157" y="136053"/>
                </a:lnTo>
                <a:close/>
                <a:moveTo>
                  <a:pt x="59797" y="136443"/>
                </a:moveTo>
                <a:lnTo>
                  <a:pt x="85118" y="136443"/>
                </a:lnTo>
                <a:lnTo>
                  <a:pt x="85118" y="272963"/>
                </a:lnTo>
                <a:lnTo>
                  <a:pt x="59797" y="272963"/>
                </a:lnTo>
                <a:lnTo>
                  <a:pt x="59797" y="136443"/>
                </a:lnTo>
                <a:close/>
                <a:moveTo>
                  <a:pt x="37559" y="102694"/>
                </a:moveTo>
                <a:lnTo>
                  <a:pt x="307516" y="102694"/>
                </a:lnTo>
                <a:lnTo>
                  <a:pt x="307516" y="116894"/>
                </a:lnTo>
                <a:lnTo>
                  <a:pt x="37559" y="116894"/>
                </a:lnTo>
                <a:lnTo>
                  <a:pt x="37559" y="102694"/>
                </a:lnTo>
                <a:close/>
                <a:moveTo>
                  <a:pt x="55678" y="83535"/>
                </a:moveTo>
                <a:lnTo>
                  <a:pt x="172592" y="21659"/>
                </a:lnTo>
                <a:lnTo>
                  <a:pt x="289506" y="83535"/>
                </a:lnTo>
                <a:lnTo>
                  <a:pt x="55678" y="83535"/>
                </a:lnTo>
                <a:close/>
              </a:path>
            </a:pathLst>
          </a:custGeom>
          <a:solidFill>
            <a:schemeClr val="tx1"/>
          </a:solidFill>
          <a:ln w="400" cap="flat">
            <a:noFill/>
            <a:prstDash val="solid"/>
            <a:miter/>
          </a:ln>
        </p:spPr>
        <p:txBody>
          <a:bodyPr rtlCol="0" anchor="ctr"/>
          <a:lstStyle/>
          <a:p>
            <a:endParaRPr lang="zh-CN" altLang="en-US"/>
          </a:p>
        </p:txBody>
      </p:sp>
      <p:grpSp>
        <p:nvGrpSpPr>
          <p:cNvPr id="2207" name="组合 2206">
            <a:extLst>
              <a:ext uri="{FF2B5EF4-FFF2-40B4-BE49-F238E27FC236}">
                <a16:creationId xmlns:a16="http://schemas.microsoft.com/office/drawing/2014/main" id="{A06656CD-5062-7180-7A1A-E467B89723C2}"/>
              </a:ext>
            </a:extLst>
          </p:cNvPr>
          <p:cNvGrpSpPr/>
          <p:nvPr/>
        </p:nvGrpSpPr>
        <p:grpSpPr>
          <a:xfrm>
            <a:off x="2099407" y="4451262"/>
            <a:ext cx="183565" cy="171194"/>
            <a:chOff x="2012841" y="3955055"/>
            <a:chExt cx="359656" cy="335420"/>
          </a:xfrm>
        </p:grpSpPr>
        <p:sp>
          <p:nvSpPr>
            <p:cNvPr id="2200" name="任意多边形: 形状 2199">
              <a:extLst>
                <a:ext uri="{FF2B5EF4-FFF2-40B4-BE49-F238E27FC236}">
                  <a16:creationId xmlns:a16="http://schemas.microsoft.com/office/drawing/2014/main" id="{C2867FDE-432E-57BE-E8D8-92633115B9B2}"/>
                </a:ext>
              </a:extLst>
            </p:cNvPr>
            <p:cNvSpPr/>
            <p:nvPr/>
          </p:nvSpPr>
          <p:spPr>
            <a:xfrm>
              <a:off x="2012841" y="4117808"/>
              <a:ext cx="359656" cy="172667"/>
            </a:xfrm>
            <a:custGeom>
              <a:avLst/>
              <a:gdLst>
                <a:gd name="connsiteX0" fmla="*/ 243160 w 359656"/>
                <a:gd name="connsiteY0" fmla="*/ 172668 h 172667"/>
                <a:gd name="connsiteX1" fmla="*/ 0 w 359656"/>
                <a:gd name="connsiteY1" fmla="*/ 172668 h 172667"/>
                <a:gd name="connsiteX2" fmla="*/ 0 w 359656"/>
                <a:gd name="connsiteY2" fmla="*/ 0 h 172667"/>
                <a:gd name="connsiteX3" fmla="*/ 142339 w 359656"/>
                <a:gd name="connsiteY3" fmla="*/ 0 h 172667"/>
                <a:gd name="connsiteX4" fmla="*/ 144104 w 359656"/>
                <a:gd name="connsiteY4" fmla="*/ 10783 h 172667"/>
                <a:gd name="connsiteX5" fmla="*/ 179653 w 359656"/>
                <a:gd name="connsiteY5" fmla="*/ 44235 h 172667"/>
                <a:gd name="connsiteX6" fmla="*/ 215203 w 359656"/>
                <a:gd name="connsiteY6" fmla="*/ 10783 h 172667"/>
                <a:gd name="connsiteX7" fmla="*/ 216967 w 359656"/>
                <a:gd name="connsiteY7" fmla="*/ 0 h 172667"/>
                <a:gd name="connsiteX8" fmla="*/ 359656 w 359656"/>
                <a:gd name="connsiteY8" fmla="*/ 0 h 172667"/>
                <a:gd name="connsiteX9" fmla="*/ 359656 w 359656"/>
                <a:gd name="connsiteY9" fmla="*/ 25723 h 172667"/>
                <a:gd name="connsiteX10" fmla="*/ 237952 w 359656"/>
                <a:gd name="connsiteY10" fmla="*/ 25723 h 172667"/>
                <a:gd name="connsiteX11" fmla="*/ 179653 w 359656"/>
                <a:gd name="connsiteY11" fmla="*/ 69958 h 172667"/>
                <a:gd name="connsiteX12" fmla="*/ 121355 w 359656"/>
                <a:gd name="connsiteY12" fmla="*/ 25723 h 172667"/>
                <a:gd name="connsiteX13" fmla="*/ 25719 w 359656"/>
                <a:gd name="connsiteY13" fmla="*/ 25723 h 172667"/>
                <a:gd name="connsiteX14" fmla="*/ 25719 w 359656"/>
                <a:gd name="connsiteY14" fmla="*/ 146945 h 172667"/>
                <a:gd name="connsiteX15" fmla="*/ 243156 w 359656"/>
                <a:gd name="connsiteY15" fmla="*/ 146945 h 172667"/>
                <a:gd name="connsiteX16" fmla="*/ 243156 w 359656"/>
                <a:gd name="connsiteY16" fmla="*/ 172668 h 17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9656" h="172667">
                  <a:moveTo>
                    <a:pt x="243160" y="172668"/>
                  </a:moveTo>
                  <a:lnTo>
                    <a:pt x="0" y="172668"/>
                  </a:lnTo>
                  <a:lnTo>
                    <a:pt x="0" y="0"/>
                  </a:lnTo>
                  <a:lnTo>
                    <a:pt x="142339" y="0"/>
                  </a:lnTo>
                  <a:lnTo>
                    <a:pt x="144104" y="10783"/>
                  </a:lnTo>
                  <a:cubicBezTo>
                    <a:pt x="147279" y="30168"/>
                    <a:pt x="162230" y="44235"/>
                    <a:pt x="179653" y="44235"/>
                  </a:cubicBezTo>
                  <a:cubicBezTo>
                    <a:pt x="197076" y="44235"/>
                    <a:pt x="212028" y="30168"/>
                    <a:pt x="215203" y="10783"/>
                  </a:cubicBezTo>
                  <a:lnTo>
                    <a:pt x="216967" y="0"/>
                  </a:lnTo>
                  <a:lnTo>
                    <a:pt x="359656" y="0"/>
                  </a:lnTo>
                  <a:lnTo>
                    <a:pt x="359656" y="25723"/>
                  </a:lnTo>
                  <a:lnTo>
                    <a:pt x="237952" y="25723"/>
                  </a:lnTo>
                  <a:cubicBezTo>
                    <a:pt x="229326" y="51908"/>
                    <a:pt x="206232" y="69958"/>
                    <a:pt x="179653" y="69958"/>
                  </a:cubicBezTo>
                  <a:cubicBezTo>
                    <a:pt x="153079" y="69958"/>
                    <a:pt x="129980" y="51908"/>
                    <a:pt x="121355" y="25723"/>
                  </a:cubicBezTo>
                  <a:lnTo>
                    <a:pt x="25719" y="25723"/>
                  </a:lnTo>
                  <a:lnTo>
                    <a:pt x="25719" y="146945"/>
                  </a:lnTo>
                  <a:lnTo>
                    <a:pt x="243156" y="146945"/>
                  </a:lnTo>
                  <a:lnTo>
                    <a:pt x="243156" y="172668"/>
                  </a:lnTo>
                  <a:close/>
                </a:path>
              </a:pathLst>
            </a:custGeom>
            <a:solidFill>
              <a:schemeClr val="tx1"/>
            </a:solidFill>
            <a:ln w="400" cap="flat">
              <a:noFill/>
              <a:prstDash val="solid"/>
              <a:miter/>
            </a:ln>
          </p:spPr>
          <p:txBody>
            <a:bodyPr rtlCol="0" anchor="ctr"/>
            <a:lstStyle/>
            <a:p>
              <a:endParaRPr lang="zh-CN" altLang="en-US"/>
            </a:p>
          </p:txBody>
        </p:sp>
        <p:sp>
          <p:nvSpPr>
            <p:cNvPr id="2201" name="任意多边形: 形状 2200">
              <a:extLst>
                <a:ext uri="{FF2B5EF4-FFF2-40B4-BE49-F238E27FC236}">
                  <a16:creationId xmlns:a16="http://schemas.microsoft.com/office/drawing/2014/main" id="{0E6D0FB3-D2DE-F330-8D84-928C2DBA4CD4}"/>
                </a:ext>
              </a:extLst>
            </p:cNvPr>
            <p:cNvSpPr/>
            <p:nvPr/>
          </p:nvSpPr>
          <p:spPr>
            <a:xfrm>
              <a:off x="2064070" y="3955055"/>
              <a:ext cx="188877" cy="176385"/>
            </a:xfrm>
            <a:custGeom>
              <a:avLst/>
              <a:gdLst>
                <a:gd name="connsiteX0" fmla="*/ 188877 w 188877"/>
                <a:gd name="connsiteY0" fmla="*/ 176386 h 176385"/>
                <a:gd name="connsiteX1" fmla="*/ 163155 w 188877"/>
                <a:gd name="connsiteY1" fmla="*/ 176386 h 176385"/>
                <a:gd name="connsiteX2" fmla="*/ 163155 w 188877"/>
                <a:gd name="connsiteY2" fmla="*/ 25723 h 176385"/>
                <a:gd name="connsiteX3" fmla="*/ 25723 w 188877"/>
                <a:gd name="connsiteY3" fmla="*/ 25723 h 176385"/>
                <a:gd name="connsiteX4" fmla="*/ 25723 w 188877"/>
                <a:gd name="connsiteY4" fmla="*/ 176386 h 176385"/>
                <a:gd name="connsiteX5" fmla="*/ 0 w 188877"/>
                <a:gd name="connsiteY5" fmla="*/ 176386 h 176385"/>
                <a:gd name="connsiteX6" fmla="*/ 0 w 188877"/>
                <a:gd name="connsiteY6" fmla="*/ 0 h 176385"/>
                <a:gd name="connsiteX7" fmla="*/ 188877 w 188877"/>
                <a:gd name="connsiteY7" fmla="*/ 0 h 176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877" h="176385">
                  <a:moveTo>
                    <a:pt x="188877" y="176386"/>
                  </a:moveTo>
                  <a:lnTo>
                    <a:pt x="163155" y="176386"/>
                  </a:lnTo>
                  <a:lnTo>
                    <a:pt x="163155" y="25723"/>
                  </a:lnTo>
                  <a:lnTo>
                    <a:pt x="25723" y="25723"/>
                  </a:lnTo>
                  <a:lnTo>
                    <a:pt x="25723" y="176386"/>
                  </a:lnTo>
                  <a:lnTo>
                    <a:pt x="0" y="176386"/>
                  </a:lnTo>
                  <a:lnTo>
                    <a:pt x="0" y="0"/>
                  </a:lnTo>
                  <a:lnTo>
                    <a:pt x="188877" y="0"/>
                  </a:lnTo>
                  <a:close/>
                </a:path>
              </a:pathLst>
            </a:custGeom>
            <a:solidFill>
              <a:schemeClr val="tx1"/>
            </a:solidFill>
            <a:ln w="400" cap="flat">
              <a:noFill/>
              <a:prstDash val="solid"/>
              <a:miter/>
            </a:ln>
          </p:spPr>
          <p:txBody>
            <a:bodyPr rtlCol="0" anchor="ctr"/>
            <a:lstStyle/>
            <a:p>
              <a:endParaRPr lang="zh-CN" altLang="en-US"/>
            </a:p>
          </p:txBody>
        </p:sp>
        <p:sp>
          <p:nvSpPr>
            <p:cNvPr id="2202" name="任意多边形: 形状 2201">
              <a:extLst>
                <a:ext uri="{FF2B5EF4-FFF2-40B4-BE49-F238E27FC236}">
                  <a16:creationId xmlns:a16="http://schemas.microsoft.com/office/drawing/2014/main" id="{90963D4C-1693-78CA-0667-D5620395383D}"/>
                </a:ext>
              </a:extLst>
            </p:cNvPr>
            <p:cNvSpPr/>
            <p:nvPr/>
          </p:nvSpPr>
          <p:spPr>
            <a:xfrm>
              <a:off x="2244073" y="3995512"/>
              <a:ext cx="108803" cy="294963"/>
            </a:xfrm>
            <a:custGeom>
              <a:avLst/>
              <a:gdLst>
                <a:gd name="connsiteX0" fmla="*/ 77192 w 108803"/>
                <a:gd name="connsiteY0" fmla="*/ 128288 h 294963"/>
                <a:gd name="connsiteX1" fmla="*/ 51470 w 108803"/>
                <a:gd name="connsiteY1" fmla="*/ 128288 h 294963"/>
                <a:gd name="connsiteX2" fmla="*/ 51470 w 108803"/>
                <a:gd name="connsiteY2" fmla="*/ 25723 h 294963"/>
                <a:gd name="connsiteX3" fmla="*/ 0 w 108803"/>
                <a:gd name="connsiteY3" fmla="*/ 25723 h 294963"/>
                <a:gd name="connsiteX4" fmla="*/ 0 w 108803"/>
                <a:gd name="connsiteY4" fmla="*/ 0 h 294963"/>
                <a:gd name="connsiteX5" fmla="*/ 77192 w 108803"/>
                <a:gd name="connsiteY5" fmla="*/ 0 h 294963"/>
                <a:gd name="connsiteX6" fmla="*/ 42430 w 108803"/>
                <a:gd name="connsiteY6" fmla="*/ 269241 h 294963"/>
                <a:gd name="connsiteX7" fmla="*/ 108803 w 108803"/>
                <a:gd name="connsiteY7" fmla="*/ 269241 h 294963"/>
                <a:gd name="connsiteX8" fmla="*/ 108803 w 108803"/>
                <a:gd name="connsiteY8" fmla="*/ 294964 h 294963"/>
                <a:gd name="connsiteX9" fmla="*/ 42430 w 108803"/>
                <a:gd name="connsiteY9" fmla="*/ 294964 h 294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803" h="294963">
                  <a:moveTo>
                    <a:pt x="77192" y="128288"/>
                  </a:moveTo>
                  <a:lnTo>
                    <a:pt x="51470" y="128288"/>
                  </a:lnTo>
                  <a:lnTo>
                    <a:pt x="51470" y="25723"/>
                  </a:lnTo>
                  <a:lnTo>
                    <a:pt x="0" y="25723"/>
                  </a:lnTo>
                  <a:lnTo>
                    <a:pt x="0" y="0"/>
                  </a:lnTo>
                  <a:lnTo>
                    <a:pt x="77192" y="0"/>
                  </a:lnTo>
                  <a:close/>
                  <a:moveTo>
                    <a:pt x="42430" y="269241"/>
                  </a:moveTo>
                  <a:lnTo>
                    <a:pt x="108803" y="269241"/>
                  </a:lnTo>
                  <a:lnTo>
                    <a:pt x="108803" y="294964"/>
                  </a:lnTo>
                  <a:lnTo>
                    <a:pt x="42430" y="294964"/>
                  </a:lnTo>
                  <a:close/>
                </a:path>
              </a:pathLst>
            </a:custGeom>
            <a:solidFill>
              <a:schemeClr val="tx1"/>
            </a:solidFill>
            <a:ln w="400" cap="flat">
              <a:noFill/>
              <a:prstDash val="solid"/>
              <a:miter/>
            </a:ln>
          </p:spPr>
          <p:txBody>
            <a:bodyPr rtlCol="0" anchor="ctr"/>
            <a:lstStyle/>
            <a:p>
              <a:endParaRPr lang="zh-CN" altLang="en-US"/>
            </a:p>
          </p:txBody>
        </p:sp>
        <p:sp>
          <p:nvSpPr>
            <p:cNvPr id="2203" name="任意多边形: 形状 2202">
              <a:extLst>
                <a:ext uri="{FF2B5EF4-FFF2-40B4-BE49-F238E27FC236}">
                  <a16:creationId xmlns:a16="http://schemas.microsoft.com/office/drawing/2014/main" id="{62D81BBB-E402-3239-9CCB-1DC9D5F4E831}"/>
                </a:ext>
              </a:extLst>
            </p:cNvPr>
            <p:cNvSpPr/>
            <p:nvPr/>
          </p:nvSpPr>
          <p:spPr>
            <a:xfrm>
              <a:off x="2306824" y="4254653"/>
              <a:ext cx="25722" cy="22961"/>
            </a:xfrm>
            <a:custGeom>
              <a:avLst/>
              <a:gdLst>
                <a:gd name="connsiteX0" fmla="*/ 0 w 25722"/>
                <a:gd name="connsiteY0" fmla="*/ 0 h 22961"/>
                <a:gd name="connsiteX1" fmla="*/ 25723 w 25722"/>
                <a:gd name="connsiteY1" fmla="*/ 0 h 22961"/>
                <a:gd name="connsiteX2" fmla="*/ 25723 w 25722"/>
                <a:gd name="connsiteY2" fmla="*/ 22962 h 22961"/>
                <a:gd name="connsiteX3" fmla="*/ 0 w 25722"/>
                <a:gd name="connsiteY3" fmla="*/ 22962 h 22961"/>
              </a:gdLst>
              <a:ahLst/>
              <a:cxnLst>
                <a:cxn ang="0">
                  <a:pos x="connsiteX0" y="connsiteY0"/>
                </a:cxn>
                <a:cxn ang="0">
                  <a:pos x="connsiteX1" y="connsiteY1"/>
                </a:cxn>
                <a:cxn ang="0">
                  <a:pos x="connsiteX2" y="connsiteY2"/>
                </a:cxn>
                <a:cxn ang="0">
                  <a:pos x="connsiteX3" y="connsiteY3"/>
                </a:cxn>
              </a:cxnLst>
              <a:rect l="l" t="t" r="r" b="b"/>
              <a:pathLst>
                <a:path w="25722" h="22961">
                  <a:moveTo>
                    <a:pt x="0" y="0"/>
                  </a:moveTo>
                  <a:lnTo>
                    <a:pt x="25723" y="0"/>
                  </a:lnTo>
                  <a:lnTo>
                    <a:pt x="25723" y="22962"/>
                  </a:lnTo>
                  <a:lnTo>
                    <a:pt x="0" y="22962"/>
                  </a:lnTo>
                  <a:close/>
                </a:path>
              </a:pathLst>
            </a:custGeom>
            <a:solidFill>
              <a:schemeClr val="tx1"/>
            </a:solidFill>
            <a:ln w="400" cap="flat">
              <a:noFill/>
              <a:prstDash val="solid"/>
              <a:miter/>
            </a:ln>
          </p:spPr>
          <p:txBody>
            <a:bodyPr rtlCol="0" anchor="ctr"/>
            <a:lstStyle/>
            <a:p>
              <a:endParaRPr lang="zh-CN" altLang="en-US"/>
            </a:p>
          </p:txBody>
        </p:sp>
        <p:sp>
          <p:nvSpPr>
            <p:cNvPr id="2204" name="任意多边形: 形状 2203">
              <a:extLst>
                <a:ext uri="{FF2B5EF4-FFF2-40B4-BE49-F238E27FC236}">
                  <a16:creationId xmlns:a16="http://schemas.microsoft.com/office/drawing/2014/main" id="{A3DC439F-1FFB-7301-0A6E-6D05F4A172D5}"/>
                </a:ext>
              </a:extLst>
            </p:cNvPr>
            <p:cNvSpPr/>
            <p:nvPr/>
          </p:nvSpPr>
          <p:spPr>
            <a:xfrm>
              <a:off x="2267223" y="4155652"/>
              <a:ext cx="104924" cy="104924"/>
            </a:xfrm>
            <a:custGeom>
              <a:avLst/>
              <a:gdLst>
                <a:gd name="connsiteX0" fmla="*/ 52462 w 104924"/>
                <a:gd name="connsiteY0" fmla="*/ 104925 h 104924"/>
                <a:gd name="connsiteX1" fmla="*/ 0 w 104924"/>
                <a:gd name="connsiteY1" fmla="*/ 52462 h 104924"/>
                <a:gd name="connsiteX2" fmla="*/ 52462 w 104924"/>
                <a:gd name="connsiteY2" fmla="*/ 0 h 104924"/>
                <a:gd name="connsiteX3" fmla="*/ 104925 w 104924"/>
                <a:gd name="connsiteY3" fmla="*/ 52462 h 104924"/>
                <a:gd name="connsiteX4" fmla="*/ 52462 w 104924"/>
                <a:gd name="connsiteY4" fmla="*/ 104925 h 104924"/>
                <a:gd name="connsiteX5" fmla="*/ 52462 w 104924"/>
                <a:gd name="connsiteY5" fmla="*/ 25723 h 104924"/>
                <a:gd name="connsiteX6" fmla="*/ 25723 w 104924"/>
                <a:gd name="connsiteY6" fmla="*/ 52462 h 104924"/>
                <a:gd name="connsiteX7" fmla="*/ 52462 w 104924"/>
                <a:gd name="connsiteY7" fmla="*/ 79202 h 104924"/>
                <a:gd name="connsiteX8" fmla="*/ 79202 w 104924"/>
                <a:gd name="connsiteY8" fmla="*/ 52462 h 104924"/>
                <a:gd name="connsiteX9" fmla="*/ 52462 w 104924"/>
                <a:gd name="connsiteY9" fmla="*/ 25723 h 104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924" h="104924">
                  <a:moveTo>
                    <a:pt x="52462" y="104925"/>
                  </a:moveTo>
                  <a:cubicBezTo>
                    <a:pt x="23532" y="104925"/>
                    <a:pt x="0" y="81388"/>
                    <a:pt x="0" y="52462"/>
                  </a:cubicBezTo>
                  <a:cubicBezTo>
                    <a:pt x="0" y="23536"/>
                    <a:pt x="23536" y="0"/>
                    <a:pt x="52462" y="0"/>
                  </a:cubicBezTo>
                  <a:cubicBezTo>
                    <a:pt x="81388" y="0"/>
                    <a:pt x="104925" y="23536"/>
                    <a:pt x="104925" y="52462"/>
                  </a:cubicBezTo>
                  <a:cubicBezTo>
                    <a:pt x="104925" y="81388"/>
                    <a:pt x="81392" y="104925"/>
                    <a:pt x="52462" y="104925"/>
                  </a:cubicBezTo>
                  <a:close/>
                  <a:moveTo>
                    <a:pt x="52462" y="25723"/>
                  </a:moveTo>
                  <a:cubicBezTo>
                    <a:pt x="37716" y="25723"/>
                    <a:pt x="25723" y="37720"/>
                    <a:pt x="25723" y="52462"/>
                  </a:cubicBezTo>
                  <a:cubicBezTo>
                    <a:pt x="25723" y="67205"/>
                    <a:pt x="37720" y="79202"/>
                    <a:pt x="52462" y="79202"/>
                  </a:cubicBezTo>
                  <a:cubicBezTo>
                    <a:pt x="67205" y="79202"/>
                    <a:pt x="79202" y="67205"/>
                    <a:pt x="79202" y="52462"/>
                  </a:cubicBezTo>
                  <a:cubicBezTo>
                    <a:pt x="79202" y="37720"/>
                    <a:pt x="67209" y="25723"/>
                    <a:pt x="52462" y="25723"/>
                  </a:cubicBezTo>
                  <a:close/>
                </a:path>
              </a:pathLst>
            </a:custGeom>
            <a:solidFill>
              <a:schemeClr val="tx1"/>
            </a:solidFill>
            <a:ln w="400" cap="flat">
              <a:noFill/>
              <a:prstDash val="solid"/>
              <a:miter/>
            </a:ln>
          </p:spPr>
          <p:txBody>
            <a:bodyPr rtlCol="0" anchor="ctr"/>
            <a:lstStyle/>
            <a:p>
              <a:endParaRPr lang="zh-CN" altLang="en-US"/>
            </a:p>
          </p:txBody>
        </p:sp>
        <p:sp>
          <p:nvSpPr>
            <p:cNvPr id="2205" name="任意多边形: 形状 2204">
              <a:extLst>
                <a:ext uri="{FF2B5EF4-FFF2-40B4-BE49-F238E27FC236}">
                  <a16:creationId xmlns:a16="http://schemas.microsoft.com/office/drawing/2014/main" id="{D97D33FD-C068-50DF-D57D-52227EFA9153}"/>
                </a:ext>
              </a:extLst>
            </p:cNvPr>
            <p:cNvSpPr/>
            <p:nvPr/>
          </p:nvSpPr>
          <p:spPr>
            <a:xfrm>
              <a:off x="2306824" y="4195253"/>
              <a:ext cx="25722" cy="25722"/>
            </a:xfrm>
            <a:custGeom>
              <a:avLst/>
              <a:gdLst>
                <a:gd name="connsiteX0" fmla="*/ 0 w 25722"/>
                <a:gd name="connsiteY0" fmla="*/ 12861 h 25722"/>
                <a:gd name="connsiteX1" fmla="*/ 12861 w 25722"/>
                <a:gd name="connsiteY1" fmla="*/ 25723 h 25722"/>
                <a:gd name="connsiteX2" fmla="*/ 25723 w 25722"/>
                <a:gd name="connsiteY2" fmla="*/ 12861 h 25722"/>
                <a:gd name="connsiteX3" fmla="*/ 12861 w 25722"/>
                <a:gd name="connsiteY3" fmla="*/ 0 h 25722"/>
                <a:gd name="connsiteX4" fmla="*/ 0 w 25722"/>
                <a:gd name="connsiteY4" fmla="*/ 12861 h 2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22" h="25722">
                  <a:moveTo>
                    <a:pt x="0" y="12861"/>
                  </a:moveTo>
                  <a:cubicBezTo>
                    <a:pt x="0" y="19965"/>
                    <a:pt x="5758" y="25723"/>
                    <a:pt x="12861" y="25723"/>
                  </a:cubicBezTo>
                  <a:cubicBezTo>
                    <a:pt x="19965" y="25723"/>
                    <a:pt x="25723" y="19965"/>
                    <a:pt x="25723" y="12861"/>
                  </a:cubicBezTo>
                  <a:cubicBezTo>
                    <a:pt x="25723" y="5758"/>
                    <a:pt x="19965" y="0"/>
                    <a:pt x="12861" y="0"/>
                  </a:cubicBezTo>
                  <a:cubicBezTo>
                    <a:pt x="5758" y="0"/>
                    <a:pt x="0" y="5758"/>
                    <a:pt x="0" y="12861"/>
                  </a:cubicBezTo>
                  <a:close/>
                </a:path>
              </a:pathLst>
            </a:custGeom>
            <a:solidFill>
              <a:schemeClr val="tx1"/>
            </a:solidFill>
            <a:ln w="400" cap="flat">
              <a:noFill/>
              <a:prstDash val="solid"/>
              <a:miter/>
            </a:ln>
          </p:spPr>
          <p:txBody>
            <a:bodyPr rtlCol="0" anchor="ctr"/>
            <a:lstStyle/>
            <a:p>
              <a:endParaRPr lang="zh-CN" altLang="en-US"/>
            </a:p>
          </p:txBody>
        </p:sp>
        <p:sp>
          <p:nvSpPr>
            <p:cNvPr id="2206" name="任意多边形: 形状 2205">
              <a:extLst>
                <a:ext uri="{FF2B5EF4-FFF2-40B4-BE49-F238E27FC236}">
                  <a16:creationId xmlns:a16="http://schemas.microsoft.com/office/drawing/2014/main" id="{102B0E78-C446-07A6-5F64-3D5079E5A0E7}"/>
                </a:ext>
              </a:extLst>
            </p:cNvPr>
            <p:cNvSpPr/>
            <p:nvPr/>
          </p:nvSpPr>
          <p:spPr>
            <a:xfrm>
              <a:off x="2108711" y="4006746"/>
              <a:ext cx="99595" cy="73004"/>
            </a:xfrm>
            <a:custGeom>
              <a:avLst/>
              <a:gdLst>
                <a:gd name="connsiteX0" fmla="*/ 99595 w 99595"/>
                <a:gd name="connsiteY0" fmla="*/ 73004 h 73004"/>
                <a:gd name="connsiteX1" fmla="*/ 0 w 99595"/>
                <a:gd name="connsiteY1" fmla="*/ 73004 h 73004"/>
                <a:gd name="connsiteX2" fmla="*/ 0 w 99595"/>
                <a:gd name="connsiteY2" fmla="*/ 0 h 73004"/>
                <a:gd name="connsiteX3" fmla="*/ 99595 w 99595"/>
                <a:gd name="connsiteY3" fmla="*/ 0 h 73004"/>
                <a:gd name="connsiteX4" fmla="*/ 99595 w 99595"/>
                <a:gd name="connsiteY4" fmla="*/ 73004 h 73004"/>
                <a:gd name="connsiteX5" fmla="*/ 25723 w 99595"/>
                <a:gd name="connsiteY5" fmla="*/ 47282 h 73004"/>
                <a:gd name="connsiteX6" fmla="*/ 73873 w 99595"/>
                <a:gd name="connsiteY6" fmla="*/ 47282 h 73004"/>
                <a:gd name="connsiteX7" fmla="*/ 73873 w 99595"/>
                <a:gd name="connsiteY7" fmla="*/ 25719 h 73004"/>
                <a:gd name="connsiteX8" fmla="*/ 25723 w 99595"/>
                <a:gd name="connsiteY8" fmla="*/ 25719 h 73004"/>
                <a:gd name="connsiteX9" fmla="*/ 25723 w 99595"/>
                <a:gd name="connsiteY9" fmla="*/ 47282 h 7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595" h="73004">
                  <a:moveTo>
                    <a:pt x="99595" y="73004"/>
                  </a:moveTo>
                  <a:lnTo>
                    <a:pt x="0" y="73004"/>
                  </a:lnTo>
                  <a:lnTo>
                    <a:pt x="0" y="0"/>
                  </a:lnTo>
                  <a:lnTo>
                    <a:pt x="99595" y="0"/>
                  </a:lnTo>
                  <a:lnTo>
                    <a:pt x="99595" y="73004"/>
                  </a:lnTo>
                  <a:close/>
                  <a:moveTo>
                    <a:pt x="25723" y="47282"/>
                  </a:moveTo>
                  <a:lnTo>
                    <a:pt x="73873" y="47282"/>
                  </a:lnTo>
                  <a:lnTo>
                    <a:pt x="73873" y="25719"/>
                  </a:lnTo>
                  <a:lnTo>
                    <a:pt x="25723" y="25719"/>
                  </a:lnTo>
                  <a:lnTo>
                    <a:pt x="25723" y="47282"/>
                  </a:lnTo>
                  <a:close/>
                </a:path>
              </a:pathLst>
            </a:custGeom>
            <a:solidFill>
              <a:schemeClr val="tx1"/>
            </a:solidFill>
            <a:ln w="400" cap="flat">
              <a:noFill/>
              <a:prstDash val="solid"/>
              <a:miter/>
            </a:ln>
          </p:spPr>
          <p:txBody>
            <a:bodyPr rtlCol="0" anchor="ctr"/>
            <a:lstStyle/>
            <a:p>
              <a:endParaRPr lang="zh-CN" altLang="en-US"/>
            </a:p>
          </p:txBody>
        </p:sp>
      </p:grpSp>
      <p:grpSp>
        <p:nvGrpSpPr>
          <p:cNvPr id="2213" name="组合 2212">
            <a:extLst>
              <a:ext uri="{FF2B5EF4-FFF2-40B4-BE49-F238E27FC236}">
                <a16:creationId xmlns:a16="http://schemas.microsoft.com/office/drawing/2014/main" id="{C6EE60E6-6C29-E43B-E1BB-C4E5EE4C7194}"/>
              </a:ext>
            </a:extLst>
          </p:cNvPr>
          <p:cNvGrpSpPr/>
          <p:nvPr/>
        </p:nvGrpSpPr>
        <p:grpSpPr>
          <a:xfrm>
            <a:off x="7325166" y="1412511"/>
            <a:ext cx="214830" cy="203756"/>
            <a:chOff x="7275996" y="931327"/>
            <a:chExt cx="313159" cy="297017"/>
          </a:xfrm>
          <a:solidFill>
            <a:schemeClr val="tx2"/>
          </a:solidFill>
        </p:grpSpPr>
        <p:sp>
          <p:nvSpPr>
            <p:cNvPr id="2211" name="任意多边形: 形状 2210">
              <a:extLst>
                <a:ext uri="{FF2B5EF4-FFF2-40B4-BE49-F238E27FC236}">
                  <a16:creationId xmlns:a16="http://schemas.microsoft.com/office/drawing/2014/main" id="{54E4CB1D-D130-9C13-9CEC-209EBC52C32E}"/>
                </a:ext>
              </a:extLst>
            </p:cNvPr>
            <p:cNvSpPr/>
            <p:nvPr/>
          </p:nvSpPr>
          <p:spPr>
            <a:xfrm>
              <a:off x="7275996" y="931327"/>
              <a:ext cx="222096" cy="297017"/>
            </a:xfrm>
            <a:custGeom>
              <a:avLst/>
              <a:gdLst>
                <a:gd name="connsiteX0" fmla="*/ 202885 w 222096"/>
                <a:gd name="connsiteY0" fmla="*/ 259800 h 297017"/>
                <a:gd name="connsiteX1" fmla="*/ 156584 w 222096"/>
                <a:gd name="connsiteY1" fmla="*/ 271295 h 297017"/>
                <a:gd name="connsiteX2" fmla="*/ 110283 w 222096"/>
                <a:gd name="connsiteY2" fmla="*/ 259800 h 297017"/>
                <a:gd name="connsiteX3" fmla="*/ 112011 w 222096"/>
                <a:gd name="connsiteY3" fmla="*/ 197221 h 297017"/>
                <a:gd name="connsiteX4" fmla="*/ 56949 w 222096"/>
                <a:gd name="connsiteY4" fmla="*/ 167399 h 297017"/>
                <a:gd name="connsiteX5" fmla="*/ 103250 w 222096"/>
                <a:gd name="connsiteY5" fmla="*/ 87297 h 297017"/>
                <a:gd name="connsiteX6" fmla="*/ 156584 w 222096"/>
                <a:gd name="connsiteY6" fmla="*/ 120053 h 297017"/>
                <a:gd name="connsiteX7" fmla="*/ 209919 w 222096"/>
                <a:gd name="connsiteY7" fmla="*/ 87297 h 297017"/>
                <a:gd name="connsiteX8" fmla="*/ 216590 w 222096"/>
                <a:gd name="connsiteY8" fmla="*/ 61051 h 297017"/>
                <a:gd name="connsiteX9" fmla="*/ 216590 w 222096"/>
                <a:gd name="connsiteY9" fmla="*/ 60006 h 297017"/>
                <a:gd name="connsiteX10" fmla="*/ 156584 w 222096"/>
                <a:gd name="connsiteY10" fmla="*/ 0 h 297017"/>
                <a:gd name="connsiteX11" fmla="*/ 96578 w 222096"/>
                <a:gd name="connsiteY11" fmla="*/ 60006 h 297017"/>
                <a:gd name="connsiteX12" fmla="*/ 96578 w 222096"/>
                <a:gd name="connsiteY12" fmla="*/ 61051 h 297017"/>
                <a:gd name="connsiteX13" fmla="*/ 31065 w 222096"/>
                <a:gd name="connsiteY13" fmla="*/ 171498 h 297017"/>
                <a:gd name="connsiteX14" fmla="*/ 31226 w 222096"/>
                <a:gd name="connsiteY14" fmla="*/ 174754 h 297017"/>
                <a:gd name="connsiteX15" fmla="*/ 30020 w 222096"/>
                <a:gd name="connsiteY15" fmla="*/ 175276 h 297017"/>
                <a:gd name="connsiteX16" fmla="*/ 8075 w 222096"/>
                <a:gd name="connsiteY16" fmla="*/ 257228 h 297017"/>
                <a:gd name="connsiteX17" fmla="*/ 90026 w 222096"/>
                <a:gd name="connsiteY17" fmla="*/ 279172 h 297017"/>
                <a:gd name="connsiteX18" fmla="*/ 91071 w 222096"/>
                <a:gd name="connsiteY18" fmla="*/ 278489 h 297017"/>
                <a:gd name="connsiteX19" fmla="*/ 156584 w 222096"/>
                <a:gd name="connsiteY19" fmla="*/ 297017 h 297017"/>
                <a:gd name="connsiteX20" fmla="*/ 222097 w 222096"/>
                <a:gd name="connsiteY20" fmla="*/ 278489 h 297017"/>
                <a:gd name="connsiteX21" fmla="*/ 202885 w 222096"/>
                <a:gd name="connsiteY21" fmla="*/ 259800 h 297017"/>
                <a:gd name="connsiteX22" fmla="*/ 123667 w 222096"/>
                <a:gd name="connsiteY22" fmla="*/ 50441 h 297017"/>
                <a:gd name="connsiteX23" fmla="*/ 156584 w 222096"/>
                <a:gd name="connsiteY23" fmla="*/ 25763 h 297017"/>
                <a:gd name="connsiteX24" fmla="*/ 189501 w 222096"/>
                <a:gd name="connsiteY24" fmla="*/ 50441 h 297017"/>
                <a:gd name="connsiteX25" fmla="*/ 190868 w 222096"/>
                <a:gd name="connsiteY25" fmla="*/ 60047 h 297017"/>
                <a:gd name="connsiteX26" fmla="*/ 186768 w 222096"/>
                <a:gd name="connsiteY26" fmla="*/ 76324 h 297017"/>
                <a:gd name="connsiteX27" fmla="*/ 156584 w 222096"/>
                <a:gd name="connsiteY27" fmla="*/ 94330 h 297017"/>
                <a:gd name="connsiteX28" fmla="*/ 126400 w 222096"/>
                <a:gd name="connsiteY28" fmla="*/ 76324 h 297017"/>
                <a:gd name="connsiteX29" fmla="*/ 122300 w 222096"/>
                <a:gd name="connsiteY29" fmla="*/ 60047 h 297017"/>
                <a:gd name="connsiteX30" fmla="*/ 123667 w 222096"/>
                <a:gd name="connsiteY30" fmla="*/ 50441 h 297017"/>
                <a:gd name="connsiteX31" fmla="*/ 89343 w 222096"/>
                <a:gd name="connsiteY31" fmla="*/ 245049 h 297017"/>
                <a:gd name="connsiteX32" fmla="*/ 77165 w 222096"/>
                <a:gd name="connsiteY32" fmla="*/ 256866 h 297017"/>
                <a:gd name="connsiteX33" fmla="*/ 67921 w 222096"/>
                <a:gd name="connsiteY33" fmla="*/ 260483 h 297017"/>
                <a:gd name="connsiteX34" fmla="*/ 30382 w 222096"/>
                <a:gd name="connsiteY34" fmla="*/ 244366 h 297017"/>
                <a:gd name="connsiteX35" fmla="*/ 35366 w 222096"/>
                <a:gd name="connsiteY35" fmla="*/ 203370 h 297017"/>
                <a:gd name="connsiteX36" fmla="*/ 42922 w 222096"/>
                <a:gd name="connsiteY36" fmla="*/ 197543 h 297017"/>
                <a:gd name="connsiteX37" fmla="*/ 59199 w 222096"/>
                <a:gd name="connsiteY37" fmla="*/ 192921 h 297017"/>
                <a:gd name="connsiteX38" fmla="*/ 89705 w 222096"/>
                <a:gd name="connsiteY38" fmla="*/ 210083 h 297017"/>
                <a:gd name="connsiteX39" fmla="*/ 89343 w 222096"/>
                <a:gd name="connsiteY39" fmla="*/ 245049 h 297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2096" h="297017">
                  <a:moveTo>
                    <a:pt x="202885" y="259800"/>
                  </a:moveTo>
                  <a:cubicBezTo>
                    <a:pt x="188979" y="267155"/>
                    <a:pt x="173223" y="271295"/>
                    <a:pt x="156584" y="271295"/>
                  </a:cubicBezTo>
                  <a:cubicBezTo>
                    <a:pt x="139945" y="271295"/>
                    <a:pt x="124189" y="267195"/>
                    <a:pt x="110283" y="259800"/>
                  </a:cubicBezTo>
                  <a:cubicBezTo>
                    <a:pt x="122300" y="241633"/>
                    <a:pt x="123667" y="217438"/>
                    <a:pt x="112011" y="197221"/>
                  </a:cubicBezTo>
                  <a:cubicBezTo>
                    <a:pt x="100516" y="177165"/>
                    <a:pt x="78733" y="166193"/>
                    <a:pt x="56949" y="167399"/>
                  </a:cubicBezTo>
                  <a:cubicBezTo>
                    <a:pt x="58315" y="133598"/>
                    <a:pt x="76321" y="104298"/>
                    <a:pt x="103250" y="87297"/>
                  </a:cubicBezTo>
                  <a:cubicBezTo>
                    <a:pt x="113217" y="106830"/>
                    <a:pt x="133273" y="120053"/>
                    <a:pt x="156584" y="120053"/>
                  </a:cubicBezTo>
                  <a:cubicBezTo>
                    <a:pt x="179895" y="120053"/>
                    <a:pt x="199951" y="106830"/>
                    <a:pt x="209919" y="87297"/>
                  </a:cubicBezTo>
                  <a:cubicBezTo>
                    <a:pt x="214018" y="79419"/>
                    <a:pt x="216430" y="70496"/>
                    <a:pt x="216590" y="61051"/>
                  </a:cubicBezTo>
                  <a:lnTo>
                    <a:pt x="216590" y="60006"/>
                  </a:lnTo>
                  <a:cubicBezTo>
                    <a:pt x="216590" y="26929"/>
                    <a:pt x="189662" y="0"/>
                    <a:pt x="156584" y="0"/>
                  </a:cubicBezTo>
                  <a:cubicBezTo>
                    <a:pt x="123506" y="0"/>
                    <a:pt x="96578" y="26929"/>
                    <a:pt x="96578" y="60006"/>
                  </a:cubicBezTo>
                  <a:lnTo>
                    <a:pt x="96578" y="61051"/>
                  </a:lnTo>
                  <a:cubicBezTo>
                    <a:pt x="57632" y="82474"/>
                    <a:pt x="31065" y="123992"/>
                    <a:pt x="31065" y="171498"/>
                  </a:cubicBezTo>
                  <a:cubicBezTo>
                    <a:pt x="31065" y="172543"/>
                    <a:pt x="31065" y="173709"/>
                    <a:pt x="31226" y="174754"/>
                  </a:cubicBezTo>
                  <a:cubicBezTo>
                    <a:pt x="30864" y="174754"/>
                    <a:pt x="30382" y="175116"/>
                    <a:pt x="30020" y="175276"/>
                  </a:cubicBezTo>
                  <a:cubicBezTo>
                    <a:pt x="1363" y="191916"/>
                    <a:pt x="-8564" y="228611"/>
                    <a:pt x="8075" y="257228"/>
                  </a:cubicBezTo>
                  <a:cubicBezTo>
                    <a:pt x="24715" y="285884"/>
                    <a:pt x="61410" y="295812"/>
                    <a:pt x="90026" y="279172"/>
                  </a:cubicBezTo>
                  <a:cubicBezTo>
                    <a:pt x="90388" y="279011"/>
                    <a:pt x="90710" y="278811"/>
                    <a:pt x="91071" y="278489"/>
                  </a:cubicBezTo>
                  <a:cubicBezTo>
                    <a:pt x="110122" y="290305"/>
                    <a:pt x="132590" y="297017"/>
                    <a:pt x="156584" y="297017"/>
                  </a:cubicBezTo>
                  <a:cubicBezTo>
                    <a:pt x="180579" y="297017"/>
                    <a:pt x="203046" y="290346"/>
                    <a:pt x="222097" y="278489"/>
                  </a:cubicBezTo>
                  <a:cubicBezTo>
                    <a:pt x="214018" y="273706"/>
                    <a:pt x="207668" y="267195"/>
                    <a:pt x="202885" y="259800"/>
                  </a:cubicBezTo>
                  <a:close/>
                  <a:moveTo>
                    <a:pt x="123667" y="50441"/>
                  </a:moveTo>
                  <a:cubicBezTo>
                    <a:pt x="127967" y="36213"/>
                    <a:pt x="141150" y="25763"/>
                    <a:pt x="156584" y="25763"/>
                  </a:cubicBezTo>
                  <a:cubicBezTo>
                    <a:pt x="172018" y="25763"/>
                    <a:pt x="185241" y="36213"/>
                    <a:pt x="189501" y="50441"/>
                  </a:cubicBezTo>
                  <a:cubicBezTo>
                    <a:pt x="190345" y="53535"/>
                    <a:pt x="190868" y="56630"/>
                    <a:pt x="190868" y="60047"/>
                  </a:cubicBezTo>
                  <a:cubicBezTo>
                    <a:pt x="190868" y="65874"/>
                    <a:pt x="189340" y="71541"/>
                    <a:pt x="186768" y="76324"/>
                  </a:cubicBezTo>
                  <a:cubicBezTo>
                    <a:pt x="180940" y="86975"/>
                    <a:pt x="169606" y="94330"/>
                    <a:pt x="156584" y="94330"/>
                  </a:cubicBezTo>
                  <a:cubicBezTo>
                    <a:pt x="143562" y="94330"/>
                    <a:pt x="132228" y="86975"/>
                    <a:pt x="126400" y="76324"/>
                  </a:cubicBezTo>
                  <a:cubicBezTo>
                    <a:pt x="123828" y="71541"/>
                    <a:pt x="122300" y="65874"/>
                    <a:pt x="122300" y="60047"/>
                  </a:cubicBezTo>
                  <a:cubicBezTo>
                    <a:pt x="122300" y="56590"/>
                    <a:pt x="122783" y="53535"/>
                    <a:pt x="123667" y="50441"/>
                  </a:cubicBezTo>
                  <a:close/>
                  <a:moveTo>
                    <a:pt x="89343" y="245049"/>
                  </a:moveTo>
                  <a:cubicBezTo>
                    <a:pt x="86409" y="249832"/>
                    <a:pt x="82310" y="253972"/>
                    <a:pt x="77165" y="256866"/>
                  </a:cubicBezTo>
                  <a:cubicBezTo>
                    <a:pt x="74231" y="258594"/>
                    <a:pt x="71176" y="259800"/>
                    <a:pt x="67921" y="260483"/>
                  </a:cubicBezTo>
                  <a:cubicBezTo>
                    <a:pt x="53693" y="263940"/>
                    <a:pt x="38099" y="257911"/>
                    <a:pt x="30382" y="244366"/>
                  </a:cubicBezTo>
                  <a:cubicBezTo>
                    <a:pt x="22504" y="230821"/>
                    <a:pt x="25076" y="214021"/>
                    <a:pt x="35366" y="203370"/>
                  </a:cubicBezTo>
                  <a:cubicBezTo>
                    <a:pt x="37576" y="201160"/>
                    <a:pt x="40148" y="199070"/>
                    <a:pt x="42922" y="197543"/>
                  </a:cubicBezTo>
                  <a:cubicBezTo>
                    <a:pt x="48066" y="194609"/>
                    <a:pt x="53733" y="193081"/>
                    <a:pt x="59199" y="192921"/>
                  </a:cubicBezTo>
                  <a:cubicBezTo>
                    <a:pt x="71377" y="192559"/>
                    <a:pt x="83194" y="198748"/>
                    <a:pt x="89705" y="210083"/>
                  </a:cubicBezTo>
                  <a:cubicBezTo>
                    <a:pt x="96216" y="221417"/>
                    <a:pt x="95693" y="234760"/>
                    <a:pt x="89343" y="245049"/>
                  </a:cubicBezTo>
                  <a:close/>
                </a:path>
              </a:pathLst>
            </a:custGeom>
            <a:grpFill/>
            <a:ln w="400" cap="flat">
              <a:noFill/>
              <a:prstDash val="solid"/>
              <a:miter/>
            </a:ln>
          </p:spPr>
          <p:txBody>
            <a:bodyPr rtlCol="0" anchor="ctr"/>
            <a:lstStyle/>
            <a:p>
              <a:endParaRPr lang="zh-CN" altLang="en-US"/>
            </a:p>
          </p:txBody>
        </p:sp>
        <p:sp>
          <p:nvSpPr>
            <p:cNvPr id="2212" name="任意多边形: 形状 2211">
              <a:extLst>
                <a:ext uri="{FF2B5EF4-FFF2-40B4-BE49-F238E27FC236}">
                  <a16:creationId xmlns:a16="http://schemas.microsoft.com/office/drawing/2014/main" id="{4505A8EA-5F3F-EC53-FAF2-C1B763330A55}"/>
                </a:ext>
              </a:extLst>
            </p:cNvPr>
            <p:cNvSpPr/>
            <p:nvPr/>
          </p:nvSpPr>
          <p:spPr>
            <a:xfrm>
              <a:off x="7469102" y="992378"/>
              <a:ext cx="120053" cy="226187"/>
            </a:xfrm>
            <a:custGeom>
              <a:avLst/>
              <a:gdLst>
                <a:gd name="connsiteX0" fmla="*/ 90042 w 120053"/>
                <a:gd name="connsiteY0" fmla="*/ 114225 h 226187"/>
                <a:gd name="connsiteX1" fmla="*/ 88837 w 120053"/>
                <a:gd name="connsiteY1" fmla="*/ 113703 h 226187"/>
                <a:gd name="connsiteX2" fmla="*/ 88997 w 120053"/>
                <a:gd name="connsiteY2" fmla="*/ 110447 h 226187"/>
                <a:gd name="connsiteX3" fmla="*/ 23485 w 120053"/>
                <a:gd name="connsiteY3" fmla="*/ 0 h 226187"/>
                <a:gd name="connsiteX4" fmla="*/ 16813 w 120053"/>
                <a:gd name="connsiteY4" fmla="*/ 26245 h 226187"/>
                <a:gd name="connsiteX5" fmla="*/ 63114 w 120053"/>
                <a:gd name="connsiteY5" fmla="*/ 106347 h 226187"/>
                <a:gd name="connsiteX6" fmla="*/ 8051 w 120053"/>
                <a:gd name="connsiteY6" fmla="*/ 136170 h 226187"/>
                <a:gd name="connsiteX7" fmla="*/ 9779 w 120053"/>
                <a:gd name="connsiteY7" fmla="*/ 198748 h 226187"/>
                <a:gd name="connsiteX8" fmla="*/ 28991 w 120053"/>
                <a:gd name="connsiteY8" fmla="*/ 217438 h 226187"/>
                <a:gd name="connsiteX9" fmla="*/ 30036 w 120053"/>
                <a:gd name="connsiteY9" fmla="*/ 218121 h 226187"/>
                <a:gd name="connsiteX10" fmla="*/ 111987 w 120053"/>
                <a:gd name="connsiteY10" fmla="*/ 196176 h 226187"/>
                <a:gd name="connsiteX11" fmla="*/ 90042 w 120053"/>
                <a:gd name="connsiteY11" fmla="*/ 114225 h 226187"/>
                <a:gd name="connsiteX12" fmla="*/ 89681 w 120053"/>
                <a:gd name="connsiteY12" fmla="*/ 183315 h 226187"/>
                <a:gd name="connsiteX13" fmla="*/ 52141 w 120053"/>
                <a:gd name="connsiteY13" fmla="*/ 199432 h 226187"/>
                <a:gd name="connsiteX14" fmla="*/ 42897 w 120053"/>
                <a:gd name="connsiteY14" fmla="*/ 195814 h 226187"/>
                <a:gd name="connsiteX15" fmla="*/ 30719 w 120053"/>
                <a:gd name="connsiteY15" fmla="*/ 183998 h 226187"/>
                <a:gd name="connsiteX16" fmla="*/ 30358 w 120053"/>
                <a:gd name="connsiteY16" fmla="*/ 149031 h 226187"/>
                <a:gd name="connsiteX17" fmla="*/ 60863 w 120053"/>
                <a:gd name="connsiteY17" fmla="*/ 131869 h 226187"/>
                <a:gd name="connsiteX18" fmla="*/ 77141 w 120053"/>
                <a:gd name="connsiteY18" fmla="*/ 136491 h 226187"/>
                <a:gd name="connsiteX19" fmla="*/ 84697 w 120053"/>
                <a:gd name="connsiteY19" fmla="*/ 142319 h 226187"/>
                <a:gd name="connsiteX20" fmla="*/ 89681 w 120053"/>
                <a:gd name="connsiteY20" fmla="*/ 183315 h 22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0053" h="226187">
                  <a:moveTo>
                    <a:pt x="90042" y="114225"/>
                  </a:moveTo>
                  <a:cubicBezTo>
                    <a:pt x="89681" y="114064"/>
                    <a:pt x="89198" y="113703"/>
                    <a:pt x="88837" y="113703"/>
                  </a:cubicBezTo>
                  <a:cubicBezTo>
                    <a:pt x="88997" y="112658"/>
                    <a:pt x="88997" y="111492"/>
                    <a:pt x="88997" y="110447"/>
                  </a:cubicBezTo>
                  <a:cubicBezTo>
                    <a:pt x="88997" y="62940"/>
                    <a:pt x="62431" y="21462"/>
                    <a:pt x="23485" y="0"/>
                  </a:cubicBezTo>
                  <a:cubicBezTo>
                    <a:pt x="23324" y="9445"/>
                    <a:pt x="20912" y="18368"/>
                    <a:pt x="16813" y="26245"/>
                  </a:cubicBezTo>
                  <a:cubicBezTo>
                    <a:pt x="43741" y="43206"/>
                    <a:pt x="61747" y="72546"/>
                    <a:pt x="63114" y="106347"/>
                  </a:cubicBezTo>
                  <a:cubicBezTo>
                    <a:pt x="41330" y="105142"/>
                    <a:pt x="19546" y="116114"/>
                    <a:pt x="8051" y="136170"/>
                  </a:cubicBezTo>
                  <a:cubicBezTo>
                    <a:pt x="-3605" y="156386"/>
                    <a:pt x="-2238" y="180582"/>
                    <a:pt x="9779" y="198748"/>
                  </a:cubicBezTo>
                  <a:cubicBezTo>
                    <a:pt x="14562" y="206104"/>
                    <a:pt x="20912" y="212655"/>
                    <a:pt x="28991" y="217438"/>
                  </a:cubicBezTo>
                  <a:cubicBezTo>
                    <a:pt x="29353" y="217799"/>
                    <a:pt x="29674" y="217960"/>
                    <a:pt x="30036" y="218121"/>
                  </a:cubicBezTo>
                  <a:cubicBezTo>
                    <a:pt x="58693" y="234760"/>
                    <a:pt x="95388" y="224793"/>
                    <a:pt x="111987" y="196176"/>
                  </a:cubicBezTo>
                  <a:cubicBezTo>
                    <a:pt x="128626" y="167560"/>
                    <a:pt x="118659" y="130864"/>
                    <a:pt x="90042" y="114225"/>
                  </a:cubicBezTo>
                  <a:close/>
                  <a:moveTo>
                    <a:pt x="89681" y="183315"/>
                  </a:moveTo>
                  <a:cubicBezTo>
                    <a:pt x="81964" y="196859"/>
                    <a:pt x="66369" y="202848"/>
                    <a:pt x="52141" y="199432"/>
                  </a:cubicBezTo>
                  <a:cubicBezTo>
                    <a:pt x="48886" y="198748"/>
                    <a:pt x="45791" y="197543"/>
                    <a:pt x="42897" y="195814"/>
                  </a:cubicBezTo>
                  <a:cubicBezTo>
                    <a:pt x="37753" y="192880"/>
                    <a:pt x="33653" y="188781"/>
                    <a:pt x="30719" y="183998"/>
                  </a:cubicBezTo>
                  <a:cubicBezTo>
                    <a:pt x="24369" y="173709"/>
                    <a:pt x="23846" y="160325"/>
                    <a:pt x="30358" y="149031"/>
                  </a:cubicBezTo>
                  <a:cubicBezTo>
                    <a:pt x="36869" y="137697"/>
                    <a:pt x="48725" y="131548"/>
                    <a:pt x="60863" y="131869"/>
                  </a:cubicBezTo>
                  <a:cubicBezTo>
                    <a:pt x="66369" y="132030"/>
                    <a:pt x="71996" y="133598"/>
                    <a:pt x="77141" y="136491"/>
                  </a:cubicBezTo>
                  <a:cubicBezTo>
                    <a:pt x="79874" y="138019"/>
                    <a:pt x="82446" y="140109"/>
                    <a:pt x="84697" y="142319"/>
                  </a:cubicBezTo>
                  <a:cubicBezTo>
                    <a:pt x="95026" y="152970"/>
                    <a:pt x="97598" y="169770"/>
                    <a:pt x="89681" y="183315"/>
                  </a:cubicBezTo>
                  <a:close/>
                </a:path>
              </a:pathLst>
            </a:custGeom>
            <a:grpFill/>
            <a:ln w="400" cap="flat">
              <a:noFill/>
              <a:prstDash val="solid"/>
              <a:miter/>
            </a:ln>
          </p:spPr>
          <p:txBody>
            <a:bodyPr rtlCol="0" anchor="ctr"/>
            <a:lstStyle/>
            <a:p>
              <a:endParaRPr lang="zh-CN" altLang="en-US"/>
            </a:p>
          </p:txBody>
        </p:sp>
      </p:grpSp>
      <p:grpSp>
        <p:nvGrpSpPr>
          <p:cNvPr id="2220" name="组合 2219">
            <a:extLst>
              <a:ext uri="{FF2B5EF4-FFF2-40B4-BE49-F238E27FC236}">
                <a16:creationId xmlns:a16="http://schemas.microsoft.com/office/drawing/2014/main" id="{5DF88B58-FD96-A748-BFF6-4F0DFB0A772D}"/>
              </a:ext>
            </a:extLst>
          </p:cNvPr>
          <p:cNvGrpSpPr/>
          <p:nvPr/>
        </p:nvGrpSpPr>
        <p:grpSpPr>
          <a:xfrm>
            <a:off x="8298796" y="1923482"/>
            <a:ext cx="229296" cy="229564"/>
            <a:chOff x="8236883" y="1449934"/>
            <a:chExt cx="353121" cy="353533"/>
          </a:xfrm>
          <a:solidFill>
            <a:schemeClr val="tx1"/>
          </a:solidFill>
        </p:grpSpPr>
        <p:sp>
          <p:nvSpPr>
            <p:cNvPr id="2217" name="任意多边形: 形状 2216">
              <a:extLst>
                <a:ext uri="{FF2B5EF4-FFF2-40B4-BE49-F238E27FC236}">
                  <a16:creationId xmlns:a16="http://schemas.microsoft.com/office/drawing/2014/main" id="{6413749F-3738-C9D4-04B5-9FDDCBB1C198}"/>
                </a:ext>
              </a:extLst>
            </p:cNvPr>
            <p:cNvSpPr/>
            <p:nvPr/>
          </p:nvSpPr>
          <p:spPr>
            <a:xfrm>
              <a:off x="8236883" y="1449934"/>
              <a:ext cx="353121" cy="353533"/>
            </a:xfrm>
            <a:custGeom>
              <a:avLst/>
              <a:gdLst>
                <a:gd name="connsiteX0" fmla="*/ 176149 w 353121"/>
                <a:gd name="connsiteY0" fmla="*/ 353533 h 353533"/>
                <a:gd name="connsiteX1" fmla="*/ 51651 w 353121"/>
                <a:gd name="connsiteY1" fmla="*/ 301676 h 353533"/>
                <a:gd name="connsiteX2" fmla="*/ 0 w 353121"/>
                <a:gd name="connsiteY2" fmla="*/ 176767 h 353533"/>
                <a:gd name="connsiteX3" fmla="*/ 51651 w 353121"/>
                <a:gd name="connsiteY3" fmla="*/ 51857 h 353533"/>
                <a:gd name="connsiteX4" fmla="*/ 176561 w 353121"/>
                <a:gd name="connsiteY4" fmla="*/ 0 h 353533"/>
                <a:gd name="connsiteX5" fmla="*/ 176561 w 353121"/>
                <a:gd name="connsiteY5" fmla="*/ 0 h 353533"/>
                <a:gd name="connsiteX6" fmla="*/ 301471 w 353121"/>
                <a:gd name="connsiteY6" fmla="*/ 51651 h 353533"/>
                <a:gd name="connsiteX7" fmla="*/ 353122 w 353121"/>
                <a:gd name="connsiteY7" fmla="*/ 176767 h 353533"/>
                <a:gd name="connsiteX8" fmla="*/ 301471 w 353121"/>
                <a:gd name="connsiteY8" fmla="*/ 301676 h 353533"/>
                <a:gd name="connsiteX9" fmla="*/ 284802 w 353121"/>
                <a:gd name="connsiteY9" fmla="*/ 301676 h 353533"/>
                <a:gd name="connsiteX10" fmla="*/ 284802 w 353121"/>
                <a:gd name="connsiteY10" fmla="*/ 285008 h 353533"/>
                <a:gd name="connsiteX11" fmla="*/ 284802 w 353121"/>
                <a:gd name="connsiteY11" fmla="*/ 68525 h 353533"/>
                <a:gd name="connsiteX12" fmla="*/ 176561 w 353121"/>
                <a:gd name="connsiteY12" fmla="*/ 23665 h 353533"/>
                <a:gd name="connsiteX13" fmla="*/ 68320 w 353121"/>
                <a:gd name="connsiteY13" fmla="*/ 68525 h 353533"/>
                <a:gd name="connsiteX14" fmla="*/ 68320 w 353121"/>
                <a:gd name="connsiteY14" fmla="*/ 285008 h 353533"/>
                <a:gd name="connsiteX15" fmla="*/ 224920 w 353121"/>
                <a:gd name="connsiteY15" fmla="*/ 322049 h 353533"/>
                <a:gd name="connsiteX16" fmla="*/ 239736 w 353121"/>
                <a:gd name="connsiteY16" fmla="*/ 329457 h 353533"/>
                <a:gd name="connsiteX17" fmla="*/ 232328 w 353121"/>
                <a:gd name="connsiteY17" fmla="*/ 344273 h 353533"/>
                <a:gd name="connsiteX18" fmla="*/ 176149 w 353121"/>
                <a:gd name="connsiteY18" fmla="*/ 353533 h 35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3121" h="353533">
                  <a:moveTo>
                    <a:pt x="176149" y="353533"/>
                  </a:moveTo>
                  <a:cubicBezTo>
                    <a:pt x="130054" y="353533"/>
                    <a:pt x="85400" y="335425"/>
                    <a:pt x="51651" y="301676"/>
                  </a:cubicBezTo>
                  <a:cubicBezTo>
                    <a:pt x="18315" y="268340"/>
                    <a:pt x="0" y="223891"/>
                    <a:pt x="0" y="176767"/>
                  </a:cubicBezTo>
                  <a:cubicBezTo>
                    <a:pt x="0" y="129643"/>
                    <a:pt x="18315" y="85194"/>
                    <a:pt x="51651" y="51857"/>
                  </a:cubicBezTo>
                  <a:cubicBezTo>
                    <a:pt x="84988" y="18520"/>
                    <a:pt x="129437" y="0"/>
                    <a:pt x="176561" y="0"/>
                  </a:cubicBezTo>
                  <a:cubicBezTo>
                    <a:pt x="176561" y="0"/>
                    <a:pt x="176561" y="0"/>
                    <a:pt x="176561" y="0"/>
                  </a:cubicBezTo>
                  <a:cubicBezTo>
                    <a:pt x="223685" y="0"/>
                    <a:pt x="268134" y="18315"/>
                    <a:pt x="301471" y="51651"/>
                  </a:cubicBezTo>
                  <a:cubicBezTo>
                    <a:pt x="334807" y="84988"/>
                    <a:pt x="353122" y="129437"/>
                    <a:pt x="353122" y="176767"/>
                  </a:cubicBezTo>
                  <a:cubicBezTo>
                    <a:pt x="353122" y="223891"/>
                    <a:pt x="334807" y="268340"/>
                    <a:pt x="301471" y="301676"/>
                  </a:cubicBezTo>
                  <a:cubicBezTo>
                    <a:pt x="296943" y="306204"/>
                    <a:pt x="289330" y="306204"/>
                    <a:pt x="284802" y="301676"/>
                  </a:cubicBezTo>
                  <a:cubicBezTo>
                    <a:pt x="280275" y="297149"/>
                    <a:pt x="280275" y="289535"/>
                    <a:pt x="284802" y="285008"/>
                  </a:cubicBezTo>
                  <a:cubicBezTo>
                    <a:pt x="344479" y="225331"/>
                    <a:pt x="344479" y="128202"/>
                    <a:pt x="284802" y="68525"/>
                  </a:cubicBezTo>
                  <a:cubicBezTo>
                    <a:pt x="255787" y="39510"/>
                    <a:pt x="217512" y="23665"/>
                    <a:pt x="176561" y="23665"/>
                  </a:cubicBezTo>
                  <a:cubicBezTo>
                    <a:pt x="135610" y="23665"/>
                    <a:pt x="97129" y="39510"/>
                    <a:pt x="68320" y="68525"/>
                  </a:cubicBezTo>
                  <a:cubicBezTo>
                    <a:pt x="8643" y="128202"/>
                    <a:pt x="8643" y="225331"/>
                    <a:pt x="68320" y="285008"/>
                  </a:cubicBezTo>
                  <a:cubicBezTo>
                    <a:pt x="109476" y="326164"/>
                    <a:pt x="169564" y="340363"/>
                    <a:pt x="224920" y="322049"/>
                  </a:cubicBezTo>
                  <a:cubicBezTo>
                    <a:pt x="231093" y="319991"/>
                    <a:pt x="237678" y="323284"/>
                    <a:pt x="239736" y="329457"/>
                  </a:cubicBezTo>
                  <a:cubicBezTo>
                    <a:pt x="241794" y="335630"/>
                    <a:pt x="238501" y="342215"/>
                    <a:pt x="232328" y="344273"/>
                  </a:cubicBezTo>
                  <a:cubicBezTo>
                    <a:pt x="213808" y="350447"/>
                    <a:pt x="194876" y="353533"/>
                    <a:pt x="176149" y="353533"/>
                  </a:cubicBezTo>
                  <a:close/>
                </a:path>
              </a:pathLst>
            </a:custGeom>
            <a:grpFill/>
            <a:ln w="400" cap="flat">
              <a:noFill/>
              <a:prstDash val="solid"/>
              <a:miter/>
            </a:ln>
          </p:spPr>
          <p:txBody>
            <a:bodyPr rtlCol="0" anchor="ctr"/>
            <a:lstStyle/>
            <a:p>
              <a:endParaRPr lang="zh-CN" altLang="en-US"/>
            </a:p>
          </p:txBody>
        </p:sp>
        <p:sp>
          <p:nvSpPr>
            <p:cNvPr id="2218" name="任意多边形: 形状 2217">
              <a:extLst>
                <a:ext uri="{FF2B5EF4-FFF2-40B4-BE49-F238E27FC236}">
                  <a16:creationId xmlns:a16="http://schemas.microsoft.com/office/drawing/2014/main" id="{80EA7C35-B0F9-25CE-94DF-6406493D19D5}"/>
                </a:ext>
              </a:extLst>
            </p:cNvPr>
            <p:cNvSpPr/>
            <p:nvPr/>
          </p:nvSpPr>
          <p:spPr>
            <a:xfrm>
              <a:off x="8318475" y="1531732"/>
              <a:ext cx="189936" cy="189833"/>
            </a:xfrm>
            <a:custGeom>
              <a:avLst/>
              <a:gdLst>
                <a:gd name="connsiteX0" fmla="*/ 82621 w 189936"/>
                <a:gd name="connsiteY0" fmla="*/ 189834 h 189833"/>
                <a:gd name="connsiteX1" fmla="*/ 82621 w 189936"/>
                <a:gd name="connsiteY1" fmla="*/ 189834 h 189833"/>
                <a:gd name="connsiteX2" fmla="*/ 74390 w 189936"/>
                <a:gd name="connsiteY2" fmla="*/ 186336 h 189833"/>
                <a:gd name="connsiteX3" fmla="*/ 3395 w 189936"/>
                <a:gd name="connsiteY3" fmla="*/ 115547 h 189833"/>
                <a:gd name="connsiteX4" fmla="*/ 3395 w 189936"/>
                <a:gd name="connsiteY4" fmla="*/ 98878 h 189833"/>
                <a:gd name="connsiteX5" fmla="*/ 99084 w 189936"/>
                <a:gd name="connsiteY5" fmla="*/ 3395 h 189833"/>
                <a:gd name="connsiteX6" fmla="*/ 115752 w 189936"/>
                <a:gd name="connsiteY6" fmla="*/ 3395 h 189833"/>
                <a:gd name="connsiteX7" fmla="*/ 186541 w 189936"/>
                <a:gd name="connsiteY7" fmla="*/ 74184 h 189833"/>
                <a:gd name="connsiteX8" fmla="*/ 186541 w 189936"/>
                <a:gd name="connsiteY8" fmla="*/ 90853 h 189833"/>
                <a:gd name="connsiteX9" fmla="*/ 90853 w 189936"/>
                <a:gd name="connsiteY9" fmla="*/ 186336 h 189833"/>
                <a:gd name="connsiteX10" fmla="*/ 82621 w 189936"/>
                <a:gd name="connsiteY10" fmla="*/ 189834 h 189833"/>
                <a:gd name="connsiteX11" fmla="*/ 28501 w 189936"/>
                <a:gd name="connsiteY11" fmla="*/ 107315 h 189833"/>
                <a:gd name="connsiteX12" fmla="*/ 82621 w 189936"/>
                <a:gd name="connsiteY12" fmla="*/ 161436 h 189833"/>
                <a:gd name="connsiteX13" fmla="*/ 161436 w 189936"/>
                <a:gd name="connsiteY13" fmla="*/ 82621 h 189833"/>
                <a:gd name="connsiteX14" fmla="*/ 107315 w 189936"/>
                <a:gd name="connsiteY14" fmla="*/ 28501 h 189833"/>
                <a:gd name="connsiteX15" fmla="*/ 28501 w 189936"/>
                <a:gd name="connsiteY15" fmla="*/ 107315 h 189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9936" h="189833">
                  <a:moveTo>
                    <a:pt x="82621" y="189834"/>
                  </a:moveTo>
                  <a:lnTo>
                    <a:pt x="82621" y="189834"/>
                  </a:lnTo>
                  <a:cubicBezTo>
                    <a:pt x="79535" y="189834"/>
                    <a:pt x="76448" y="188599"/>
                    <a:pt x="74390" y="186336"/>
                  </a:cubicBezTo>
                  <a:lnTo>
                    <a:pt x="3395" y="115547"/>
                  </a:lnTo>
                  <a:cubicBezTo>
                    <a:pt x="-1132" y="111019"/>
                    <a:pt x="-1132" y="103405"/>
                    <a:pt x="3395" y="98878"/>
                  </a:cubicBezTo>
                  <a:lnTo>
                    <a:pt x="99084" y="3395"/>
                  </a:lnTo>
                  <a:cubicBezTo>
                    <a:pt x="103611" y="-1132"/>
                    <a:pt x="111225" y="-1132"/>
                    <a:pt x="115752" y="3395"/>
                  </a:cubicBezTo>
                  <a:lnTo>
                    <a:pt x="186541" y="74184"/>
                  </a:lnTo>
                  <a:cubicBezTo>
                    <a:pt x="191069" y="78712"/>
                    <a:pt x="191069" y="86326"/>
                    <a:pt x="186541" y="90853"/>
                  </a:cubicBezTo>
                  <a:lnTo>
                    <a:pt x="90853" y="186336"/>
                  </a:lnTo>
                  <a:cubicBezTo>
                    <a:pt x="88795" y="188599"/>
                    <a:pt x="85708" y="189834"/>
                    <a:pt x="82621" y="189834"/>
                  </a:cubicBezTo>
                  <a:close/>
                  <a:moveTo>
                    <a:pt x="28501" y="107315"/>
                  </a:moveTo>
                  <a:lnTo>
                    <a:pt x="82621" y="161436"/>
                  </a:lnTo>
                  <a:lnTo>
                    <a:pt x="161436" y="82621"/>
                  </a:lnTo>
                  <a:lnTo>
                    <a:pt x="107315" y="28501"/>
                  </a:lnTo>
                  <a:lnTo>
                    <a:pt x="28501" y="107315"/>
                  </a:lnTo>
                  <a:close/>
                </a:path>
              </a:pathLst>
            </a:custGeom>
            <a:grpFill/>
            <a:ln w="400" cap="flat">
              <a:noFill/>
              <a:prstDash val="solid"/>
              <a:miter/>
            </a:ln>
          </p:spPr>
          <p:txBody>
            <a:bodyPr rtlCol="0" anchor="ctr"/>
            <a:lstStyle/>
            <a:p>
              <a:endParaRPr lang="zh-CN" altLang="en-US"/>
            </a:p>
          </p:txBody>
        </p:sp>
        <p:sp>
          <p:nvSpPr>
            <p:cNvPr id="2219" name="任意多边形: 形状 2218">
              <a:extLst>
                <a:ext uri="{FF2B5EF4-FFF2-40B4-BE49-F238E27FC236}">
                  <a16:creationId xmlns:a16="http://schemas.microsoft.com/office/drawing/2014/main" id="{FDA98683-82AD-F0D0-1C05-BAE316CEC532}"/>
                </a:ext>
              </a:extLst>
            </p:cNvPr>
            <p:cNvSpPr/>
            <p:nvPr/>
          </p:nvSpPr>
          <p:spPr>
            <a:xfrm>
              <a:off x="8435565" y="1651909"/>
              <a:ext cx="104743" cy="104640"/>
            </a:xfrm>
            <a:custGeom>
              <a:avLst/>
              <a:gdLst>
                <a:gd name="connsiteX0" fmla="*/ 92911 w 104743"/>
                <a:gd name="connsiteY0" fmla="*/ 104640 h 104640"/>
                <a:gd name="connsiteX1" fmla="*/ 84679 w 104743"/>
                <a:gd name="connsiteY1" fmla="*/ 101142 h 104640"/>
                <a:gd name="connsiteX2" fmla="*/ 3395 w 104743"/>
                <a:gd name="connsiteY2" fmla="*/ 20064 h 104640"/>
                <a:gd name="connsiteX3" fmla="*/ 3395 w 104743"/>
                <a:gd name="connsiteY3" fmla="*/ 3395 h 104640"/>
                <a:gd name="connsiteX4" fmla="*/ 20064 w 104743"/>
                <a:gd name="connsiteY4" fmla="*/ 3395 h 104640"/>
                <a:gd name="connsiteX5" fmla="*/ 101348 w 104743"/>
                <a:gd name="connsiteY5" fmla="*/ 84679 h 104640"/>
                <a:gd name="connsiteX6" fmla="*/ 101348 w 104743"/>
                <a:gd name="connsiteY6" fmla="*/ 101348 h 104640"/>
                <a:gd name="connsiteX7" fmla="*/ 92911 w 104743"/>
                <a:gd name="connsiteY7" fmla="*/ 104640 h 10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743" h="104640">
                  <a:moveTo>
                    <a:pt x="92911" y="104640"/>
                  </a:moveTo>
                  <a:cubicBezTo>
                    <a:pt x="89824" y="104640"/>
                    <a:pt x="86943" y="103405"/>
                    <a:pt x="84679" y="101142"/>
                  </a:cubicBezTo>
                  <a:lnTo>
                    <a:pt x="3395" y="20064"/>
                  </a:lnTo>
                  <a:cubicBezTo>
                    <a:pt x="-1132" y="15537"/>
                    <a:pt x="-1132" y="7923"/>
                    <a:pt x="3395" y="3395"/>
                  </a:cubicBezTo>
                  <a:cubicBezTo>
                    <a:pt x="7923" y="-1132"/>
                    <a:pt x="15537" y="-1132"/>
                    <a:pt x="20064" y="3395"/>
                  </a:cubicBezTo>
                  <a:lnTo>
                    <a:pt x="101348" y="84679"/>
                  </a:lnTo>
                  <a:cubicBezTo>
                    <a:pt x="105875" y="89206"/>
                    <a:pt x="105875" y="96820"/>
                    <a:pt x="101348" y="101348"/>
                  </a:cubicBezTo>
                  <a:cubicBezTo>
                    <a:pt x="98878" y="103611"/>
                    <a:pt x="95792" y="104640"/>
                    <a:pt x="92911" y="104640"/>
                  </a:cubicBezTo>
                  <a:close/>
                </a:path>
              </a:pathLst>
            </a:custGeom>
            <a:grpFill/>
            <a:ln w="400" cap="flat">
              <a:noFill/>
              <a:prstDash val="solid"/>
              <a:miter/>
            </a:ln>
          </p:spPr>
          <p:txBody>
            <a:bodyPr rtlCol="0" anchor="ctr"/>
            <a:lstStyle/>
            <a:p>
              <a:endParaRPr lang="zh-CN" altLang="en-US"/>
            </a:p>
          </p:txBody>
        </p:sp>
      </p:grpSp>
      <p:sp>
        <p:nvSpPr>
          <p:cNvPr id="2223" name="图形 2221">
            <a:extLst>
              <a:ext uri="{FF2B5EF4-FFF2-40B4-BE49-F238E27FC236}">
                <a16:creationId xmlns:a16="http://schemas.microsoft.com/office/drawing/2014/main" id="{47252394-296C-36B5-7EA9-34C68710ADBF}"/>
              </a:ext>
            </a:extLst>
          </p:cNvPr>
          <p:cNvSpPr/>
          <p:nvPr/>
        </p:nvSpPr>
        <p:spPr>
          <a:xfrm>
            <a:off x="9161707" y="2720356"/>
            <a:ext cx="158256" cy="197915"/>
          </a:xfrm>
          <a:custGeom>
            <a:avLst/>
            <a:gdLst>
              <a:gd name="connsiteX0" fmla="*/ 98883 w 286440"/>
              <a:gd name="connsiteY0" fmla="*/ 354461 h 358222"/>
              <a:gd name="connsiteX1" fmla="*/ 92437 w 286440"/>
              <a:gd name="connsiteY1" fmla="*/ 352491 h 358222"/>
              <a:gd name="connsiteX2" fmla="*/ 87778 w 286440"/>
              <a:gd name="connsiteY2" fmla="*/ 343357 h 358222"/>
              <a:gd name="connsiteX3" fmla="*/ 87778 w 286440"/>
              <a:gd name="connsiteY3" fmla="*/ 301795 h 358222"/>
              <a:gd name="connsiteX4" fmla="*/ 66821 w 286440"/>
              <a:gd name="connsiteY4" fmla="*/ 301795 h 358222"/>
              <a:gd name="connsiteX5" fmla="*/ 66821 w 286440"/>
              <a:gd name="connsiteY5" fmla="*/ 342456 h 358222"/>
              <a:gd name="connsiteX6" fmla="*/ 62162 w 286440"/>
              <a:gd name="connsiteY6" fmla="*/ 351594 h 358222"/>
              <a:gd name="connsiteX7" fmla="*/ 51951 w 286440"/>
              <a:gd name="connsiteY7" fmla="*/ 353028 h 358222"/>
              <a:gd name="connsiteX8" fmla="*/ 0 w 286440"/>
              <a:gd name="connsiteY8" fmla="*/ 280119 h 358222"/>
              <a:gd name="connsiteX9" fmla="*/ 37797 w 286440"/>
              <a:gd name="connsiteY9" fmla="*/ 213838 h 358222"/>
              <a:gd name="connsiteX10" fmla="*/ 37797 w 286440"/>
              <a:gd name="connsiteY10" fmla="*/ 139677 h 358222"/>
              <a:gd name="connsiteX11" fmla="*/ 0 w 286440"/>
              <a:gd name="connsiteY11" fmla="*/ 73397 h 358222"/>
              <a:gd name="connsiteX12" fmla="*/ 51769 w 286440"/>
              <a:gd name="connsiteY12" fmla="*/ 670 h 358222"/>
              <a:gd name="connsiteX13" fmla="*/ 61980 w 286440"/>
              <a:gd name="connsiteY13" fmla="*/ 2103 h 358222"/>
              <a:gd name="connsiteX14" fmla="*/ 66638 w 286440"/>
              <a:gd name="connsiteY14" fmla="*/ 11242 h 358222"/>
              <a:gd name="connsiteX15" fmla="*/ 66638 w 286440"/>
              <a:gd name="connsiteY15" fmla="*/ 52800 h 358222"/>
              <a:gd name="connsiteX16" fmla="*/ 87775 w 286440"/>
              <a:gd name="connsiteY16" fmla="*/ 52800 h 358222"/>
              <a:gd name="connsiteX17" fmla="*/ 87775 w 286440"/>
              <a:gd name="connsiteY17" fmla="*/ 11238 h 358222"/>
              <a:gd name="connsiteX18" fmla="*/ 92433 w 286440"/>
              <a:gd name="connsiteY18" fmla="*/ 2100 h 358222"/>
              <a:gd name="connsiteX19" fmla="*/ 102644 w 286440"/>
              <a:gd name="connsiteY19" fmla="*/ 666 h 358222"/>
              <a:gd name="connsiteX20" fmla="*/ 154413 w 286440"/>
              <a:gd name="connsiteY20" fmla="*/ 73393 h 358222"/>
              <a:gd name="connsiteX21" fmla="*/ 116616 w 286440"/>
              <a:gd name="connsiteY21" fmla="*/ 140392 h 358222"/>
              <a:gd name="connsiteX22" fmla="*/ 116616 w 286440"/>
              <a:gd name="connsiteY22" fmla="*/ 214735 h 358222"/>
              <a:gd name="connsiteX23" fmla="*/ 154413 w 286440"/>
              <a:gd name="connsiteY23" fmla="*/ 281016 h 358222"/>
              <a:gd name="connsiteX24" fmla="*/ 102644 w 286440"/>
              <a:gd name="connsiteY24" fmla="*/ 353746 h 358222"/>
              <a:gd name="connsiteX25" fmla="*/ 98883 w 286440"/>
              <a:gd name="connsiteY25" fmla="*/ 354461 h 358222"/>
              <a:gd name="connsiteX26" fmla="*/ 55530 w 286440"/>
              <a:gd name="connsiteY26" fmla="*/ 279225 h 358222"/>
              <a:gd name="connsiteX27" fmla="*/ 98880 w 286440"/>
              <a:gd name="connsiteY27" fmla="*/ 279225 h 358222"/>
              <a:gd name="connsiteX28" fmla="*/ 110166 w 286440"/>
              <a:gd name="connsiteY28" fmla="*/ 290512 h 358222"/>
              <a:gd name="connsiteX29" fmla="*/ 110166 w 286440"/>
              <a:gd name="connsiteY29" fmla="*/ 324905 h 358222"/>
              <a:gd name="connsiteX30" fmla="*/ 132200 w 286440"/>
              <a:gd name="connsiteY30" fmla="*/ 281195 h 358222"/>
              <a:gd name="connsiteX31" fmla="*/ 101032 w 286440"/>
              <a:gd name="connsiteY31" fmla="*/ 231932 h 358222"/>
              <a:gd name="connsiteX32" fmla="*/ 94582 w 286440"/>
              <a:gd name="connsiteY32" fmla="*/ 221721 h 358222"/>
              <a:gd name="connsiteX33" fmla="*/ 94582 w 286440"/>
              <a:gd name="connsiteY33" fmla="*/ 133946 h 358222"/>
              <a:gd name="connsiteX34" fmla="*/ 100853 w 286440"/>
              <a:gd name="connsiteY34" fmla="*/ 123914 h 358222"/>
              <a:gd name="connsiteX35" fmla="*/ 132022 w 286440"/>
              <a:gd name="connsiteY35" fmla="*/ 73397 h 358222"/>
              <a:gd name="connsiteX36" fmla="*/ 109988 w 286440"/>
              <a:gd name="connsiteY36" fmla="*/ 29690 h 358222"/>
              <a:gd name="connsiteX37" fmla="*/ 109988 w 286440"/>
              <a:gd name="connsiteY37" fmla="*/ 64083 h 358222"/>
              <a:gd name="connsiteX38" fmla="*/ 98701 w 286440"/>
              <a:gd name="connsiteY38" fmla="*/ 75370 h 358222"/>
              <a:gd name="connsiteX39" fmla="*/ 55530 w 286440"/>
              <a:gd name="connsiteY39" fmla="*/ 75370 h 358222"/>
              <a:gd name="connsiteX40" fmla="*/ 44243 w 286440"/>
              <a:gd name="connsiteY40" fmla="*/ 64083 h 358222"/>
              <a:gd name="connsiteX41" fmla="*/ 44243 w 286440"/>
              <a:gd name="connsiteY41" fmla="*/ 30047 h 358222"/>
              <a:gd name="connsiteX42" fmla="*/ 22388 w 286440"/>
              <a:gd name="connsiteY42" fmla="*/ 73397 h 358222"/>
              <a:gd name="connsiteX43" fmla="*/ 53557 w 286440"/>
              <a:gd name="connsiteY43" fmla="*/ 122659 h 358222"/>
              <a:gd name="connsiteX44" fmla="*/ 60006 w 286440"/>
              <a:gd name="connsiteY44" fmla="*/ 132870 h 358222"/>
              <a:gd name="connsiteX45" fmla="*/ 60006 w 286440"/>
              <a:gd name="connsiteY45" fmla="*/ 220645 h 358222"/>
              <a:gd name="connsiteX46" fmla="*/ 53557 w 286440"/>
              <a:gd name="connsiteY46" fmla="*/ 230856 h 358222"/>
              <a:gd name="connsiteX47" fmla="*/ 22388 w 286440"/>
              <a:gd name="connsiteY47" fmla="*/ 280119 h 358222"/>
              <a:gd name="connsiteX48" fmla="*/ 44422 w 286440"/>
              <a:gd name="connsiteY48" fmla="*/ 323829 h 358222"/>
              <a:gd name="connsiteX49" fmla="*/ 44422 w 286440"/>
              <a:gd name="connsiteY49" fmla="*/ 290512 h 358222"/>
              <a:gd name="connsiteX50" fmla="*/ 55530 w 286440"/>
              <a:gd name="connsiteY50" fmla="*/ 279225 h 358222"/>
              <a:gd name="connsiteX51" fmla="*/ 256521 w 286440"/>
              <a:gd name="connsiteY51" fmla="*/ 358222 h 358222"/>
              <a:gd name="connsiteX52" fmla="*/ 199915 w 286440"/>
              <a:gd name="connsiteY52" fmla="*/ 358222 h 358222"/>
              <a:gd name="connsiteX53" fmla="*/ 169819 w 286440"/>
              <a:gd name="connsiteY53" fmla="*/ 328126 h 358222"/>
              <a:gd name="connsiteX54" fmla="*/ 169819 w 286440"/>
              <a:gd name="connsiteY54" fmla="*/ 205418 h 358222"/>
              <a:gd name="connsiteX55" fmla="*/ 198124 w 286440"/>
              <a:gd name="connsiteY55" fmla="*/ 175322 h 358222"/>
              <a:gd name="connsiteX56" fmla="*/ 198124 w 286440"/>
              <a:gd name="connsiteY56" fmla="*/ 104390 h 358222"/>
              <a:gd name="connsiteX57" fmla="*/ 180391 w 286440"/>
              <a:gd name="connsiteY57" fmla="*/ 69099 h 358222"/>
              <a:gd name="connsiteX58" fmla="*/ 180033 w 286440"/>
              <a:gd name="connsiteY58" fmla="*/ 59965 h 358222"/>
              <a:gd name="connsiteX59" fmla="*/ 198842 w 286440"/>
              <a:gd name="connsiteY59" fmla="*/ 12850 h 358222"/>
              <a:gd name="connsiteX60" fmla="*/ 209232 w 286440"/>
              <a:gd name="connsiteY60" fmla="*/ 5865 h 358222"/>
              <a:gd name="connsiteX61" fmla="*/ 247029 w 286440"/>
              <a:gd name="connsiteY61" fmla="*/ 5865 h 358222"/>
              <a:gd name="connsiteX62" fmla="*/ 257418 w 286440"/>
              <a:gd name="connsiteY62" fmla="*/ 12850 h 358222"/>
              <a:gd name="connsiteX63" fmla="*/ 276228 w 286440"/>
              <a:gd name="connsiteY63" fmla="*/ 59965 h 358222"/>
              <a:gd name="connsiteX64" fmla="*/ 275870 w 286440"/>
              <a:gd name="connsiteY64" fmla="*/ 69099 h 358222"/>
              <a:gd name="connsiteX65" fmla="*/ 258137 w 286440"/>
              <a:gd name="connsiteY65" fmla="*/ 104390 h 358222"/>
              <a:gd name="connsiteX66" fmla="*/ 258137 w 286440"/>
              <a:gd name="connsiteY66" fmla="*/ 175504 h 358222"/>
              <a:gd name="connsiteX67" fmla="*/ 286438 w 286440"/>
              <a:gd name="connsiteY67" fmla="*/ 205601 h 358222"/>
              <a:gd name="connsiteX68" fmla="*/ 286438 w 286440"/>
              <a:gd name="connsiteY68" fmla="*/ 328309 h 358222"/>
              <a:gd name="connsiteX69" fmla="*/ 256521 w 286440"/>
              <a:gd name="connsiteY69" fmla="*/ 358222 h 358222"/>
              <a:gd name="connsiteX70" fmla="*/ 199915 w 286440"/>
              <a:gd name="connsiteY70" fmla="*/ 197896 h 358222"/>
              <a:gd name="connsiteX71" fmla="*/ 192210 w 286440"/>
              <a:gd name="connsiteY71" fmla="*/ 205601 h 358222"/>
              <a:gd name="connsiteX72" fmla="*/ 192210 w 286440"/>
              <a:gd name="connsiteY72" fmla="*/ 328309 h 358222"/>
              <a:gd name="connsiteX73" fmla="*/ 199915 w 286440"/>
              <a:gd name="connsiteY73" fmla="*/ 336010 h 358222"/>
              <a:gd name="connsiteX74" fmla="*/ 256521 w 286440"/>
              <a:gd name="connsiteY74" fmla="*/ 336010 h 358222"/>
              <a:gd name="connsiteX75" fmla="*/ 264226 w 286440"/>
              <a:gd name="connsiteY75" fmla="*/ 328309 h 358222"/>
              <a:gd name="connsiteX76" fmla="*/ 264226 w 286440"/>
              <a:gd name="connsiteY76" fmla="*/ 205601 h 358222"/>
              <a:gd name="connsiteX77" fmla="*/ 256521 w 286440"/>
              <a:gd name="connsiteY77" fmla="*/ 197896 h 358222"/>
              <a:gd name="connsiteX78" fmla="*/ 247029 w 286440"/>
              <a:gd name="connsiteY78" fmla="*/ 197896 h 358222"/>
              <a:gd name="connsiteX79" fmla="*/ 235742 w 286440"/>
              <a:gd name="connsiteY79" fmla="*/ 186791 h 358222"/>
              <a:gd name="connsiteX80" fmla="*/ 235742 w 286440"/>
              <a:gd name="connsiteY80" fmla="*/ 101701 h 358222"/>
              <a:gd name="connsiteX81" fmla="*/ 236997 w 286440"/>
              <a:gd name="connsiteY81" fmla="*/ 96685 h 358222"/>
              <a:gd name="connsiteX82" fmla="*/ 253654 w 286440"/>
              <a:gd name="connsiteY82" fmla="*/ 63365 h 358222"/>
              <a:gd name="connsiteX83" fmla="*/ 239503 w 286440"/>
              <a:gd name="connsiteY83" fmla="*/ 27895 h 358222"/>
              <a:gd name="connsiteX84" fmla="*/ 216933 w 286440"/>
              <a:gd name="connsiteY84" fmla="*/ 27895 h 358222"/>
              <a:gd name="connsiteX85" fmla="*/ 202782 w 286440"/>
              <a:gd name="connsiteY85" fmla="*/ 63365 h 358222"/>
              <a:gd name="connsiteX86" fmla="*/ 219442 w 286440"/>
              <a:gd name="connsiteY86" fmla="*/ 96685 h 358222"/>
              <a:gd name="connsiteX87" fmla="*/ 220697 w 286440"/>
              <a:gd name="connsiteY87" fmla="*/ 101701 h 358222"/>
              <a:gd name="connsiteX88" fmla="*/ 220697 w 286440"/>
              <a:gd name="connsiteY88" fmla="*/ 186613 h 358222"/>
              <a:gd name="connsiteX89" fmla="*/ 209410 w 286440"/>
              <a:gd name="connsiteY89" fmla="*/ 197717 h 358222"/>
              <a:gd name="connsiteX90" fmla="*/ 199915 w 286440"/>
              <a:gd name="connsiteY90" fmla="*/ 197717 h 358222"/>
              <a:gd name="connsiteX91" fmla="*/ 199915 w 286440"/>
              <a:gd name="connsiteY91" fmla="*/ 197896 h 358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86440" h="358222">
                <a:moveTo>
                  <a:pt x="98883" y="354461"/>
                </a:moveTo>
                <a:cubicBezTo>
                  <a:pt x="96556" y="354461"/>
                  <a:pt x="94403" y="353743"/>
                  <a:pt x="92437" y="352491"/>
                </a:cubicBezTo>
                <a:cubicBezTo>
                  <a:pt x="89391" y="350343"/>
                  <a:pt x="87778" y="346939"/>
                  <a:pt x="87778" y="343357"/>
                </a:cubicBezTo>
                <a:lnTo>
                  <a:pt x="87778" y="301795"/>
                </a:lnTo>
                <a:lnTo>
                  <a:pt x="66821" y="301795"/>
                </a:lnTo>
                <a:lnTo>
                  <a:pt x="66821" y="342456"/>
                </a:lnTo>
                <a:cubicBezTo>
                  <a:pt x="66821" y="346038"/>
                  <a:pt x="65029" y="349442"/>
                  <a:pt x="62162" y="351594"/>
                </a:cubicBezTo>
                <a:cubicBezTo>
                  <a:pt x="59116" y="353743"/>
                  <a:pt x="55355" y="354283"/>
                  <a:pt x="51951" y="353028"/>
                </a:cubicBezTo>
                <a:cubicBezTo>
                  <a:pt x="20779" y="341741"/>
                  <a:pt x="0" y="312542"/>
                  <a:pt x="0" y="280119"/>
                </a:cubicBezTo>
                <a:cubicBezTo>
                  <a:pt x="0" y="252711"/>
                  <a:pt x="14508" y="227452"/>
                  <a:pt x="37797" y="213838"/>
                </a:cubicBezTo>
                <a:lnTo>
                  <a:pt x="37797" y="139677"/>
                </a:lnTo>
                <a:cubicBezTo>
                  <a:pt x="14687" y="126063"/>
                  <a:pt x="0" y="100804"/>
                  <a:pt x="0" y="73397"/>
                </a:cubicBezTo>
                <a:cubicBezTo>
                  <a:pt x="0" y="41513"/>
                  <a:pt x="21315" y="11417"/>
                  <a:pt x="51769" y="670"/>
                </a:cubicBezTo>
                <a:cubicBezTo>
                  <a:pt x="55173" y="-585"/>
                  <a:pt x="58934" y="-45"/>
                  <a:pt x="61980" y="2103"/>
                </a:cubicBezTo>
                <a:cubicBezTo>
                  <a:pt x="65026" y="4252"/>
                  <a:pt x="66638" y="7656"/>
                  <a:pt x="66638" y="11242"/>
                </a:cubicBezTo>
                <a:lnTo>
                  <a:pt x="66638" y="52800"/>
                </a:lnTo>
                <a:lnTo>
                  <a:pt x="87775" y="52800"/>
                </a:lnTo>
                <a:lnTo>
                  <a:pt x="87775" y="11238"/>
                </a:lnTo>
                <a:cubicBezTo>
                  <a:pt x="87775" y="7652"/>
                  <a:pt x="89566" y="4252"/>
                  <a:pt x="92433" y="2100"/>
                </a:cubicBezTo>
                <a:cubicBezTo>
                  <a:pt x="95479" y="-49"/>
                  <a:pt x="99241" y="-589"/>
                  <a:pt x="102644" y="666"/>
                </a:cubicBezTo>
                <a:cubicBezTo>
                  <a:pt x="133634" y="11771"/>
                  <a:pt x="154413" y="40973"/>
                  <a:pt x="154413" y="73393"/>
                </a:cubicBezTo>
                <a:cubicBezTo>
                  <a:pt x="154413" y="100443"/>
                  <a:pt x="139726" y="126059"/>
                  <a:pt x="116616" y="140392"/>
                </a:cubicBezTo>
                <a:lnTo>
                  <a:pt x="116616" y="214735"/>
                </a:lnTo>
                <a:cubicBezTo>
                  <a:pt x="139726" y="228171"/>
                  <a:pt x="154413" y="253430"/>
                  <a:pt x="154413" y="281016"/>
                </a:cubicBezTo>
                <a:cubicBezTo>
                  <a:pt x="154413" y="313439"/>
                  <a:pt x="133634" y="342817"/>
                  <a:pt x="102644" y="353746"/>
                </a:cubicBezTo>
                <a:cubicBezTo>
                  <a:pt x="101568" y="354283"/>
                  <a:pt x="100313" y="354461"/>
                  <a:pt x="98883" y="354461"/>
                </a:cubicBezTo>
                <a:close/>
                <a:moveTo>
                  <a:pt x="55530" y="279225"/>
                </a:moveTo>
                <a:lnTo>
                  <a:pt x="98880" y="279225"/>
                </a:lnTo>
                <a:cubicBezTo>
                  <a:pt x="105150" y="279225"/>
                  <a:pt x="110166" y="284241"/>
                  <a:pt x="110166" y="290512"/>
                </a:cubicBezTo>
                <a:lnTo>
                  <a:pt x="110166" y="324905"/>
                </a:lnTo>
                <a:cubicBezTo>
                  <a:pt x="123781" y="314694"/>
                  <a:pt x="132200" y="298752"/>
                  <a:pt x="132200" y="281195"/>
                </a:cubicBezTo>
                <a:cubicBezTo>
                  <a:pt x="132200" y="260237"/>
                  <a:pt x="119662" y="240530"/>
                  <a:pt x="101032" y="231932"/>
                </a:cubicBezTo>
                <a:cubicBezTo>
                  <a:pt x="97092" y="230141"/>
                  <a:pt x="94582" y="226201"/>
                  <a:pt x="94582" y="221721"/>
                </a:cubicBezTo>
                <a:lnTo>
                  <a:pt x="94582" y="133946"/>
                </a:lnTo>
                <a:cubicBezTo>
                  <a:pt x="94582" y="129645"/>
                  <a:pt x="96910" y="125884"/>
                  <a:pt x="100853" y="123914"/>
                </a:cubicBezTo>
                <a:cubicBezTo>
                  <a:pt x="119662" y="114240"/>
                  <a:pt x="132022" y="94354"/>
                  <a:pt x="132022" y="73397"/>
                </a:cubicBezTo>
                <a:cubicBezTo>
                  <a:pt x="132022" y="55664"/>
                  <a:pt x="123781" y="39900"/>
                  <a:pt x="109988" y="29690"/>
                </a:cubicBezTo>
                <a:lnTo>
                  <a:pt x="109988" y="64083"/>
                </a:lnTo>
                <a:cubicBezTo>
                  <a:pt x="109988" y="70354"/>
                  <a:pt x="104972" y="75370"/>
                  <a:pt x="98701" y="75370"/>
                </a:cubicBezTo>
                <a:lnTo>
                  <a:pt x="55530" y="75370"/>
                </a:lnTo>
                <a:cubicBezTo>
                  <a:pt x="49259" y="75370"/>
                  <a:pt x="44243" y="70354"/>
                  <a:pt x="44243" y="64083"/>
                </a:cubicBezTo>
                <a:lnTo>
                  <a:pt x="44243" y="30047"/>
                </a:lnTo>
                <a:cubicBezTo>
                  <a:pt x="30986" y="40258"/>
                  <a:pt x="22388" y="56379"/>
                  <a:pt x="22388" y="73397"/>
                </a:cubicBezTo>
                <a:cubicBezTo>
                  <a:pt x="22388" y="94354"/>
                  <a:pt x="34926" y="114061"/>
                  <a:pt x="53557" y="122659"/>
                </a:cubicBezTo>
                <a:cubicBezTo>
                  <a:pt x="57497" y="124451"/>
                  <a:pt x="60006" y="128390"/>
                  <a:pt x="60006" y="132870"/>
                </a:cubicBezTo>
                <a:lnTo>
                  <a:pt x="60006" y="220645"/>
                </a:lnTo>
                <a:cubicBezTo>
                  <a:pt x="60006" y="224946"/>
                  <a:pt x="57497" y="229065"/>
                  <a:pt x="53557" y="230856"/>
                </a:cubicBezTo>
                <a:cubicBezTo>
                  <a:pt x="34926" y="239454"/>
                  <a:pt x="22388" y="259157"/>
                  <a:pt x="22388" y="280119"/>
                </a:cubicBezTo>
                <a:cubicBezTo>
                  <a:pt x="22388" y="297852"/>
                  <a:pt x="30629" y="313618"/>
                  <a:pt x="44422" y="323829"/>
                </a:cubicBezTo>
                <a:lnTo>
                  <a:pt x="44422" y="290512"/>
                </a:lnTo>
                <a:cubicBezTo>
                  <a:pt x="44426" y="284241"/>
                  <a:pt x="49442" y="279225"/>
                  <a:pt x="55530" y="279225"/>
                </a:cubicBezTo>
                <a:close/>
                <a:moveTo>
                  <a:pt x="256521" y="358222"/>
                </a:moveTo>
                <a:lnTo>
                  <a:pt x="199915" y="358222"/>
                </a:lnTo>
                <a:cubicBezTo>
                  <a:pt x="183254" y="358222"/>
                  <a:pt x="169819" y="344787"/>
                  <a:pt x="169819" y="328126"/>
                </a:cubicBezTo>
                <a:lnTo>
                  <a:pt x="169819" y="205418"/>
                </a:lnTo>
                <a:cubicBezTo>
                  <a:pt x="169819" y="189476"/>
                  <a:pt x="182357" y="176398"/>
                  <a:pt x="198124" y="175322"/>
                </a:cubicBezTo>
                <a:lnTo>
                  <a:pt x="198124" y="104390"/>
                </a:lnTo>
                <a:lnTo>
                  <a:pt x="180391" y="69099"/>
                </a:lnTo>
                <a:cubicBezTo>
                  <a:pt x="178957" y="66232"/>
                  <a:pt x="178778" y="62828"/>
                  <a:pt x="180033" y="59965"/>
                </a:cubicBezTo>
                <a:lnTo>
                  <a:pt x="198842" y="12850"/>
                </a:lnTo>
                <a:cubicBezTo>
                  <a:pt x="200455" y="8553"/>
                  <a:pt x="204573" y="5865"/>
                  <a:pt x="209232" y="5865"/>
                </a:cubicBezTo>
                <a:lnTo>
                  <a:pt x="247029" y="5865"/>
                </a:lnTo>
                <a:cubicBezTo>
                  <a:pt x="251687" y="5865"/>
                  <a:pt x="255806" y="8732"/>
                  <a:pt x="257418" y="12850"/>
                </a:cubicBezTo>
                <a:lnTo>
                  <a:pt x="276228" y="59965"/>
                </a:lnTo>
                <a:cubicBezTo>
                  <a:pt x="277482" y="63011"/>
                  <a:pt x="277304" y="66235"/>
                  <a:pt x="275870" y="69099"/>
                </a:cubicBezTo>
                <a:lnTo>
                  <a:pt x="258137" y="104390"/>
                </a:lnTo>
                <a:lnTo>
                  <a:pt x="258137" y="175504"/>
                </a:lnTo>
                <a:cubicBezTo>
                  <a:pt x="273900" y="176398"/>
                  <a:pt x="286438" y="189476"/>
                  <a:pt x="286438" y="205601"/>
                </a:cubicBezTo>
                <a:lnTo>
                  <a:pt x="286438" y="328309"/>
                </a:lnTo>
                <a:cubicBezTo>
                  <a:pt x="286617" y="344787"/>
                  <a:pt x="273181" y="358222"/>
                  <a:pt x="256521" y="358222"/>
                </a:cubicBezTo>
                <a:close/>
                <a:moveTo>
                  <a:pt x="199915" y="197896"/>
                </a:moveTo>
                <a:cubicBezTo>
                  <a:pt x="195793" y="197896"/>
                  <a:pt x="192210" y="201478"/>
                  <a:pt x="192210" y="205601"/>
                </a:cubicBezTo>
                <a:lnTo>
                  <a:pt x="192210" y="328309"/>
                </a:lnTo>
                <a:cubicBezTo>
                  <a:pt x="192210" y="332606"/>
                  <a:pt x="195614" y="336010"/>
                  <a:pt x="199915" y="336010"/>
                </a:cubicBezTo>
                <a:lnTo>
                  <a:pt x="256521" y="336010"/>
                </a:lnTo>
                <a:cubicBezTo>
                  <a:pt x="260643" y="336010"/>
                  <a:pt x="264226" y="332427"/>
                  <a:pt x="264226" y="328309"/>
                </a:cubicBezTo>
                <a:lnTo>
                  <a:pt x="264226" y="205601"/>
                </a:lnTo>
                <a:cubicBezTo>
                  <a:pt x="264226" y="201478"/>
                  <a:pt x="260643" y="197896"/>
                  <a:pt x="256521" y="197896"/>
                </a:cubicBezTo>
                <a:lnTo>
                  <a:pt x="247029" y="197896"/>
                </a:lnTo>
                <a:cubicBezTo>
                  <a:pt x="240758" y="197896"/>
                  <a:pt x="235742" y="192880"/>
                  <a:pt x="235742" y="186791"/>
                </a:cubicBezTo>
                <a:lnTo>
                  <a:pt x="235742" y="101701"/>
                </a:lnTo>
                <a:cubicBezTo>
                  <a:pt x="235742" y="99910"/>
                  <a:pt x="236099" y="98298"/>
                  <a:pt x="236997" y="96685"/>
                </a:cubicBezTo>
                <a:lnTo>
                  <a:pt x="253654" y="63365"/>
                </a:lnTo>
                <a:lnTo>
                  <a:pt x="239503" y="27895"/>
                </a:lnTo>
                <a:lnTo>
                  <a:pt x="216933" y="27895"/>
                </a:lnTo>
                <a:lnTo>
                  <a:pt x="202782" y="63365"/>
                </a:lnTo>
                <a:lnTo>
                  <a:pt x="219442" y="96685"/>
                </a:lnTo>
                <a:cubicBezTo>
                  <a:pt x="220158" y="98298"/>
                  <a:pt x="220697" y="99910"/>
                  <a:pt x="220697" y="101701"/>
                </a:cubicBezTo>
                <a:lnTo>
                  <a:pt x="220697" y="186613"/>
                </a:lnTo>
                <a:cubicBezTo>
                  <a:pt x="220697" y="192883"/>
                  <a:pt x="215681" y="197717"/>
                  <a:pt x="209410" y="197717"/>
                </a:cubicBezTo>
                <a:lnTo>
                  <a:pt x="199915" y="197717"/>
                </a:lnTo>
                <a:lnTo>
                  <a:pt x="199915" y="197896"/>
                </a:lnTo>
                <a:close/>
              </a:path>
            </a:pathLst>
          </a:custGeom>
          <a:solidFill>
            <a:schemeClr val="tx1"/>
          </a:solidFill>
          <a:ln w="344" cap="flat">
            <a:noFill/>
            <a:prstDash val="solid"/>
            <a:miter/>
          </a:ln>
        </p:spPr>
        <p:txBody>
          <a:bodyPr rtlCol="0" anchor="ctr"/>
          <a:lstStyle/>
          <a:p>
            <a:endParaRPr lang="zh-CN" altLang="en-US"/>
          </a:p>
        </p:txBody>
      </p:sp>
      <p:grpSp>
        <p:nvGrpSpPr>
          <p:cNvPr id="2224" name="组合 2223">
            <a:extLst>
              <a:ext uri="{FF2B5EF4-FFF2-40B4-BE49-F238E27FC236}">
                <a16:creationId xmlns:a16="http://schemas.microsoft.com/office/drawing/2014/main" id="{58CEB3CA-CFB2-7100-2D3D-E59DAF7A31A9}"/>
              </a:ext>
            </a:extLst>
          </p:cNvPr>
          <p:cNvGrpSpPr/>
          <p:nvPr/>
        </p:nvGrpSpPr>
        <p:grpSpPr>
          <a:xfrm>
            <a:off x="9654850" y="3567221"/>
            <a:ext cx="197834" cy="173105"/>
            <a:chOff x="7104281" y="1586268"/>
            <a:chExt cx="122900" cy="107538"/>
          </a:xfrm>
          <a:solidFill>
            <a:schemeClr val="tx2"/>
          </a:solidFill>
        </p:grpSpPr>
        <p:sp>
          <p:nvSpPr>
            <p:cNvPr id="2225" name="任意多边形: 形状 2224">
              <a:extLst>
                <a:ext uri="{FF2B5EF4-FFF2-40B4-BE49-F238E27FC236}">
                  <a16:creationId xmlns:a16="http://schemas.microsoft.com/office/drawing/2014/main" id="{2053B180-F4A8-659E-C7AD-D17642CDA214}"/>
                </a:ext>
              </a:extLst>
            </p:cNvPr>
            <p:cNvSpPr/>
            <p:nvPr/>
          </p:nvSpPr>
          <p:spPr>
            <a:xfrm>
              <a:off x="7104281" y="1586268"/>
              <a:ext cx="122900" cy="107538"/>
            </a:xfrm>
            <a:custGeom>
              <a:avLst/>
              <a:gdLst>
                <a:gd name="connsiteX0" fmla="*/ 115219 w 122900"/>
                <a:gd name="connsiteY0" fmla="*/ 7681 h 107538"/>
                <a:gd name="connsiteX1" fmla="*/ 115219 w 122900"/>
                <a:gd name="connsiteY1" fmla="*/ 99857 h 107538"/>
                <a:gd name="connsiteX2" fmla="*/ 7681 w 122900"/>
                <a:gd name="connsiteY2" fmla="*/ 99857 h 107538"/>
                <a:gd name="connsiteX3" fmla="*/ 7681 w 122900"/>
                <a:gd name="connsiteY3" fmla="*/ 7681 h 107538"/>
                <a:gd name="connsiteX4" fmla="*/ 115219 w 122900"/>
                <a:gd name="connsiteY4" fmla="*/ 7681 h 107538"/>
                <a:gd name="connsiteX5" fmla="*/ 115219 w 122900"/>
                <a:gd name="connsiteY5" fmla="*/ 0 h 107538"/>
                <a:gd name="connsiteX6" fmla="*/ 7681 w 122900"/>
                <a:gd name="connsiteY6" fmla="*/ 0 h 107538"/>
                <a:gd name="connsiteX7" fmla="*/ 0 w 122900"/>
                <a:gd name="connsiteY7" fmla="*/ 7681 h 107538"/>
                <a:gd name="connsiteX8" fmla="*/ 0 w 122900"/>
                <a:gd name="connsiteY8" fmla="*/ 99857 h 107538"/>
                <a:gd name="connsiteX9" fmla="*/ 7681 w 122900"/>
                <a:gd name="connsiteY9" fmla="*/ 107538 h 107538"/>
                <a:gd name="connsiteX10" fmla="*/ 115219 w 122900"/>
                <a:gd name="connsiteY10" fmla="*/ 107538 h 107538"/>
                <a:gd name="connsiteX11" fmla="*/ 122901 w 122900"/>
                <a:gd name="connsiteY11" fmla="*/ 99857 h 107538"/>
                <a:gd name="connsiteX12" fmla="*/ 122901 w 122900"/>
                <a:gd name="connsiteY12" fmla="*/ 7681 h 107538"/>
                <a:gd name="connsiteX13" fmla="*/ 115219 w 122900"/>
                <a:gd name="connsiteY13" fmla="*/ 0 h 10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900" h="107538">
                  <a:moveTo>
                    <a:pt x="115219" y="7681"/>
                  </a:moveTo>
                  <a:lnTo>
                    <a:pt x="115219" y="99857"/>
                  </a:lnTo>
                  <a:lnTo>
                    <a:pt x="7681" y="99857"/>
                  </a:lnTo>
                  <a:lnTo>
                    <a:pt x="7681" y="7681"/>
                  </a:lnTo>
                  <a:lnTo>
                    <a:pt x="115219" y="7681"/>
                  </a:lnTo>
                  <a:moveTo>
                    <a:pt x="115219" y="0"/>
                  </a:moveTo>
                  <a:lnTo>
                    <a:pt x="7681" y="0"/>
                  </a:lnTo>
                  <a:cubicBezTo>
                    <a:pt x="3443" y="0"/>
                    <a:pt x="0" y="3443"/>
                    <a:pt x="0" y="7681"/>
                  </a:cubicBezTo>
                  <a:lnTo>
                    <a:pt x="0" y="99857"/>
                  </a:lnTo>
                  <a:cubicBezTo>
                    <a:pt x="0" y="104095"/>
                    <a:pt x="3443" y="107538"/>
                    <a:pt x="7681" y="107538"/>
                  </a:cubicBezTo>
                  <a:lnTo>
                    <a:pt x="115219" y="107538"/>
                  </a:lnTo>
                  <a:cubicBezTo>
                    <a:pt x="119458" y="107538"/>
                    <a:pt x="122901" y="104095"/>
                    <a:pt x="122901" y="99857"/>
                  </a:cubicBezTo>
                  <a:lnTo>
                    <a:pt x="122901" y="7681"/>
                  </a:lnTo>
                  <a:cubicBezTo>
                    <a:pt x="122901" y="3443"/>
                    <a:pt x="119458" y="0"/>
                    <a:pt x="115219" y="0"/>
                  </a:cubicBezTo>
                  <a:close/>
                </a:path>
              </a:pathLst>
            </a:custGeom>
            <a:grpFill/>
            <a:ln w="3175" cap="flat">
              <a:solidFill>
                <a:schemeClr val="tx1"/>
              </a:solidFill>
              <a:prstDash val="solid"/>
              <a:miter/>
            </a:ln>
          </p:spPr>
          <p:txBody>
            <a:bodyPr rtlCol="0" anchor="ctr"/>
            <a:lstStyle/>
            <a:p>
              <a:pPr algn="ctr"/>
              <a:endParaRPr lang="zh-CN" altLang="en-US"/>
            </a:p>
          </p:txBody>
        </p:sp>
        <p:sp>
          <p:nvSpPr>
            <p:cNvPr id="2226" name="任意多边形: 形状 2225">
              <a:extLst>
                <a:ext uri="{FF2B5EF4-FFF2-40B4-BE49-F238E27FC236}">
                  <a16:creationId xmlns:a16="http://schemas.microsoft.com/office/drawing/2014/main" id="{1D279F71-7EDE-33A6-F555-55AF76D7FCDD}"/>
                </a:ext>
              </a:extLst>
            </p:cNvPr>
            <p:cNvSpPr/>
            <p:nvPr/>
          </p:nvSpPr>
          <p:spPr>
            <a:xfrm>
              <a:off x="7145760" y="1613647"/>
              <a:ext cx="46530" cy="52781"/>
            </a:xfrm>
            <a:custGeom>
              <a:avLst/>
              <a:gdLst>
                <a:gd name="connsiteX0" fmla="*/ 7681 w 46530"/>
                <a:gd name="connsiteY0" fmla="*/ 7695 h 52781"/>
                <a:gd name="connsiteX1" fmla="*/ 38845 w 46530"/>
                <a:gd name="connsiteY1" fmla="*/ 26391 h 52781"/>
                <a:gd name="connsiteX2" fmla="*/ 7681 w 46530"/>
                <a:gd name="connsiteY2" fmla="*/ 45086 h 52781"/>
                <a:gd name="connsiteX3" fmla="*/ 7681 w 46530"/>
                <a:gd name="connsiteY3" fmla="*/ 7695 h 52781"/>
                <a:gd name="connsiteX4" fmla="*/ 7695 w 46530"/>
                <a:gd name="connsiteY4" fmla="*/ 0 h 52781"/>
                <a:gd name="connsiteX5" fmla="*/ 0 w 46530"/>
                <a:gd name="connsiteY5" fmla="*/ 7695 h 52781"/>
                <a:gd name="connsiteX6" fmla="*/ 0 w 46530"/>
                <a:gd name="connsiteY6" fmla="*/ 45086 h 52781"/>
                <a:gd name="connsiteX7" fmla="*/ 7695 w 46530"/>
                <a:gd name="connsiteY7" fmla="*/ 52781 h 52781"/>
                <a:gd name="connsiteX8" fmla="*/ 11632 w 46530"/>
                <a:gd name="connsiteY8" fmla="*/ 51670 h 52781"/>
                <a:gd name="connsiteX9" fmla="*/ 42796 w 46530"/>
                <a:gd name="connsiteY9" fmla="*/ 32975 h 52781"/>
                <a:gd name="connsiteX10" fmla="*/ 42796 w 46530"/>
                <a:gd name="connsiteY10" fmla="*/ 19807 h 52781"/>
                <a:gd name="connsiteX11" fmla="*/ 11632 w 46530"/>
                <a:gd name="connsiteY11" fmla="*/ 1111 h 52781"/>
                <a:gd name="connsiteX12" fmla="*/ 7695 w 46530"/>
                <a:gd name="connsiteY12" fmla="*/ 0 h 52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6530" h="52781">
                  <a:moveTo>
                    <a:pt x="7681" y="7695"/>
                  </a:moveTo>
                  <a:lnTo>
                    <a:pt x="38845" y="26391"/>
                  </a:lnTo>
                  <a:lnTo>
                    <a:pt x="7681" y="45086"/>
                  </a:lnTo>
                  <a:lnTo>
                    <a:pt x="7681" y="7695"/>
                  </a:lnTo>
                  <a:moveTo>
                    <a:pt x="7695" y="0"/>
                  </a:moveTo>
                  <a:cubicBezTo>
                    <a:pt x="3690" y="0"/>
                    <a:pt x="0" y="3196"/>
                    <a:pt x="0" y="7695"/>
                  </a:cubicBezTo>
                  <a:lnTo>
                    <a:pt x="0" y="45086"/>
                  </a:lnTo>
                  <a:cubicBezTo>
                    <a:pt x="0" y="49586"/>
                    <a:pt x="3690" y="52781"/>
                    <a:pt x="7695" y="52781"/>
                  </a:cubicBezTo>
                  <a:cubicBezTo>
                    <a:pt x="9012" y="52781"/>
                    <a:pt x="10370" y="52439"/>
                    <a:pt x="11632" y="51670"/>
                  </a:cubicBezTo>
                  <a:lnTo>
                    <a:pt x="42796" y="32975"/>
                  </a:lnTo>
                  <a:cubicBezTo>
                    <a:pt x="47775" y="29984"/>
                    <a:pt x="47775" y="22783"/>
                    <a:pt x="42796" y="19807"/>
                  </a:cubicBezTo>
                  <a:lnTo>
                    <a:pt x="11632" y="1111"/>
                  </a:lnTo>
                  <a:cubicBezTo>
                    <a:pt x="10370" y="343"/>
                    <a:pt x="9012" y="0"/>
                    <a:pt x="7695" y="0"/>
                  </a:cubicBezTo>
                  <a:close/>
                </a:path>
              </a:pathLst>
            </a:custGeom>
            <a:grpFill/>
            <a:ln w="3175" cap="flat">
              <a:solidFill>
                <a:schemeClr val="tx1"/>
              </a:solidFill>
              <a:prstDash val="solid"/>
              <a:miter/>
            </a:ln>
          </p:spPr>
          <p:txBody>
            <a:bodyPr rtlCol="0" anchor="ctr"/>
            <a:lstStyle/>
            <a:p>
              <a:pPr algn="ctr"/>
              <a:endParaRPr lang="zh-CN" altLang="en-US"/>
            </a:p>
          </p:txBody>
        </p:sp>
      </p:grpSp>
      <p:sp>
        <p:nvSpPr>
          <p:cNvPr id="2229" name="图形 2227">
            <a:extLst>
              <a:ext uri="{FF2B5EF4-FFF2-40B4-BE49-F238E27FC236}">
                <a16:creationId xmlns:a16="http://schemas.microsoft.com/office/drawing/2014/main" id="{2DE40548-5832-E238-D6D7-0EBAC701B2D7}"/>
              </a:ext>
            </a:extLst>
          </p:cNvPr>
          <p:cNvSpPr/>
          <p:nvPr/>
        </p:nvSpPr>
        <p:spPr>
          <a:xfrm>
            <a:off x="9914634" y="4450524"/>
            <a:ext cx="192735" cy="172670"/>
          </a:xfrm>
          <a:custGeom>
            <a:avLst/>
            <a:gdLst>
              <a:gd name="connsiteX0" fmla="*/ 261738 w 317247"/>
              <a:gd name="connsiteY0" fmla="*/ 258496 h 284219"/>
              <a:gd name="connsiteX1" fmla="*/ 261738 w 317247"/>
              <a:gd name="connsiteY1" fmla="*/ 284219 h 284219"/>
              <a:gd name="connsiteX2" fmla="*/ 56804 w 317247"/>
              <a:gd name="connsiteY2" fmla="*/ 284219 h 284219"/>
              <a:gd name="connsiteX3" fmla="*/ 56804 w 317247"/>
              <a:gd name="connsiteY3" fmla="*/ 258496 h 284219"/>
              <a:gd name="connsiteX4" fmla="*/ 261738 w 317247"/>
              <a:gd name="connsiteY4" fmla="*/ 258496 h 284219"/>
              <a:gd name="connsiteX5" fmla="*/ 317247 w 317247"/>
              <a:gd name="connsiteY5" fmla="*/ 0 h 284219"/>
              <a:gd name="connsiteX6" fmla="*/ 317247 w 317247"/>
              <a:gd name="connsiteY6" fmla="*/ 214356 h 284219"/>
              <a:gd name="connsiteX7" fmla="*/ 0 w 317247"/>
              <a:gd name="connsiteY7" fmla="*/ 214356 h 284219"/>
              <a:gd name="connsiteX8" fmla="*/ 0 w 317247"/>
              <a:gd name="connsiteY8" fmla="*/ 0 h 284219"/>
              <a:gd name="connsiteX9" fmla="*/ 317247 w 317247"/>
              <a:gd name="connsiteY9" fmla="*/ 0 h 284219"/>
              <a:gd name="connsiteX10" fmla="*/ 291525 w 317247"/>
              <a:gd name="connsiteY10" fmla="*/ 25723 h 284219"/>
              <a:gd name="connsiteX11" fmla="*/ 25723 w 317247"/>
              <a:gd name="connsiteY11" fmla="*/ 25723 h 284219"/>
              <a:gd name="connsiteX12" fmla="*/ 25723 w 317247"/>
              <a:gd name="connsiteY12" fmla="*/ 188634 h 284219"/>
              <a:gd name="connsiteX13" fmla="*/ 291525 w 317247"/>
              <a:gd name="connsiteY13" fmla="*/ 188634 h 284219"/>
              <a:gd name="connsiteX14" fmla="*/ 291525 w 317247"/>
              <a:gd name="connsiteY14" fmla="*/ 25723 h 284219"/>
              <a:gd name="connsiteX15" fmla="*/ 245018 w 317247"/>
              <a:gd name="connsiteY15" fmla="*/ 121308 h 284219"/>
              <a:gd name="connsiteX16" fmla="*/ 245018 w 317247"/>
              <a:gd name="connsiteY16" fmla="*/ 147031 h 284219"/>
              <a:gd name="connsiteX17" fmla="*/ 73533 w 317247"/>
              <a:gd name="connsiteY17" fmla="*/ 147031 h 284219"/>
              <a:gd name="connsiteX18" fmla="*/ 73533 w 317247"/>
              <a:gd name="connsiteY18" fmla="*/ 121308 h 284219"/>
              <a:gd name="connsiteX19" fmla="*/ 245018 w 317247"/>
              <a:gd name="connsiteY19" fmla="*/ 121308 h 284219"/>
              <a:gd name="connsiteX20" fmla="*/ 245018 w 317247"/>
              <a:gd name="connsiteY20" fmla="*/ 61289 h 284219"/>
              <a:gd name="connsiteX21" fmla="*/ 245018 w 317247"/>
              <a:gd name="connsiteY21" fmla="*/ 87011 h 284219"/>
              <a:gd name="connsiteX22" fmla="*/ 73533 w 317247"/>
              <a:gd name="connsiteY22" fmla="*/ 87011 h 284219"/>
              <a:gd name="connsiteX23" fmla="*/ 73533 w 317247"/>
              <a:gd name="connsiteY23" fmla="*/ 61289 h 284219"/>
              <a:gd name="connsiteX24" fmla="*/ 245018 w 317247"/>
              <a:gd name="connsiteY24" fmla="*/ 61289 h 284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7247" h="284219">
                <a:moveTo>
                  <a:pt x="261738" y="258496"/>
                </a:moveTo>
                <a:lnTo>
                  <a:pt x="261738" y="284219"/>
                </a:lnTo>
                <a:lnTo>
                  <a:pt x="56804" y="284219"/>
                </a:lnTo>
                <a:lnTo>
                  <a:pt x="56804" y="258496"/>
                </a:lnTo>
                <a:lnTo>
                  <a:pt x="261738" y="258496"/>
                </a:lnTo>
                <a:close/>
                <a:moveTo>
                  <a:pt x="317247" y="0"/>
                </a:moveTo>
                <a:lnTo>
                  <a:pt x="317247" y="214356"/>
                </a:lnTo>
                <a:lnTo>
                  <a:pt x="0" y="214356"/>
                </a:lnTo>
                <a:lnTo>
                  <a:pt x="0" y="0"/>
                </a:lnTo>
                <a:lnTo>
                  <a:pt x="317247" y="0"/>
                </a:lnTo>
                <a:close/>
                <a:moveTo>
                  <a:pt x="291525" y="25723"/>
                </a:moveTo>
                <a:lnTo>
                  <a:pt x="25723" y="25723"/>
                </a:lnTo>
                <a:lnTo>
                  <a:pt x="25723" y="188634"/>
                </a:lnTo>
                <a:lnTo>
                  <a:pt x="291525" y="188634"/>
                </a:lnTo>
                <a:lnTo>
                  <a:pt x="291525" y="25723"/>
                </a:lnTo>
                <a:close/>
                <a:moveTo>
                  <a:pt x="245018" y="121308"/>
                </a:moveTo>
                <a:lnTo>
                  <a:pt x="245018" y="147031"/>
                </a:lnTo>
                <a:lnTo>
                  <a:pt x="73533" y="147031"/>
                </a:lnTo>
                <a:lnTo>
                  <a:pt x="73533" y="121308"/>
                </a:lnTo>
                <a:lnTo>
                  <a:pt x="245018" y="121308"/>
                </a:lnTo>
                <a:close/>
                <a:moveTo>
                  <a:pt x="245018" y="61289"/>
                </a:moveTo>
                <a:lnTo>
                  <a:pt x="245018" y="87011"/>
                </a:lnTo>
                <a:lnTo>
                  <a:pt x="73533" y="87011"/>
                </a:lnTo>
                <a:lnTo>
                  <a:pt x="73533" y="61289"/>
                </a:lnTo>
                <a:lnTo>
                  <a:pt x="245018" y="61289"/>
                </a:lnTo>
                <a:close/>
              </a:path>
            </a:pathLst>
          </a:custGeom>
          <a:solidFill>
            <a:schemeClr val="tx1"/>
          </a:solidFill>
          <a:ln w="400" cap="flat">
            <a:noFill/>
            <a:prstDash val="solid"/>
            <a:miter/>
          </a:ln>
        </p:spPr>
        <p:txBody>
          <a:bodyPr rtlCol="0" anchor="ctr"/>
          <a:lstStyle/>
          <a:p>
            <a:endParaRPr lang="zh-CN" altLang="en-US"/>
          </a:p>
        </p:txBody>
      </p:sp>
    </p:spTree>
    <p:extLst>
      <p:ext uri="{BB962C8B-B14F-4D97-AF65-F5344CB8AC3E}">
        <p14:creationId xmlns:p14="http://schemas.microsoft.com/office/powerpoint/2010/main" val="15993034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9449335"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构建规模企业的软件平台</a:t>
            </a:r>
            <a:endParaRPr lang="en-US" altLang="zh-CN" dirty="0"/>
          </a:p>
        </p:txBody>
      </p:sp>
      <p:sp>
        <p:nvSpPr>
          <p:cNvPr id="2" name="椭圆 1">
            <a:extLst>
              <a:ext uri="{FF2B5EF4-FFF2-40B4-BE49-F238E27FC236}">
                <a16:creationId xmlns:a16="http://schemas.microsoft.com/office/drawing/2014/main" id="{81A94D08-00EF-92FC-6193-59980B9B0DA8}"/>
              </a:ext>
            </a:extLst>
          </p:cNvPr>
          <p:cNvSpPr/>
          <p:nvPr/>
        </p:nvSpPr>
        <p:spPr>
          <a:xfrm>
            <a:off x="950911" y="1869440"/>
            <a:ext cx="3718560" cy="3718560"/>
          </a:xfrm>
          <a:prstGeom prst="ellipse">
            <a:avLst/>
          </a:prstGeom>
          <a:gradFill flip="none" rotWithShape="1">
            <a:gsLst>
              <a:gs pos="0">
                <a:schemeClr val="accent1">
                  <a:alpha val="6000"/>
                </a:schemeClr>
              </a:gs>
              <a:gs pos="100000">
                <a:schemeClr val="accent1">
                  <a:alpha val="60000"/>
                </a:schemeClr>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22AF05B1-6177-FFC7-E7C7-B00020CE9071}"/>
              </a:ext>
            </a:extLst>
          </p:cNvPr>
          <p:cNvSpPr/>
          <p:nvPr/>
        </p:nvSpPr>
        <p:spPr>
          <a:xfrm>
            <a:off x="7473631" y="1869440"/>
            <a:ext cx="3718560" cy="3718560"/>
          </a:xfrm>
          <a:prstGeom prst="ellipse">
            <a:avLst/>
          </a:prstGeom>
          <a:gradFill flip="none" rotWithShape="1">
            <a:gsLst>
              <a:gs pos="0">
                <a:schemeClr val="accent2">
                  <a:alpha val="6000"/>
                </a:schemeClr>
              </a:gs>
              <a:gs pos="100000">
                <a:schemeClr val="accent2">
                  <a:alpha val="60000"/>
                </a:schemeClr>
              </a:gs>
            </a:gsLst>
            <a:lin ang="10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04F0754C-55F6-C7BB-BC5F-6235C47AA46A}"/>
              </a:ext>
            </a:extLst>
          </p:cNvPr>
          <p:cNvSpPr/>
          <p:nvPr/>
        </p:nvSpPr>
        <p:spPr>
          <a:xfrm>
            <a:off x="1101497" y="2653111"/>
            <a:ext cx="1207188" cy="212609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DF9D4E8B-E36B-820B-5970-80C4EA27A822}"/>
              </a:ext>
            </a:extLst>
          </p:cNvPr>
          <p:cNvSpPr/>
          <p:nvPr/>
        </p:nvSpPr>
        <p:spPr>
          <a:xfrm>
            <a:off x="5309673" y="2949797"/>
            <a:ext cx="1572654" cy="1572654"/>
          </a:xfrm>
          <a:prstGeom prst="ellipse">
            <a:avLst/>
          </a:prstGeom>
          <a:solidFill>
            <a:schemeClr val="tx1"/>
          </a:solidFill>
          <a:ln>
            <a:noFill/>
          </a:ln>
          <a:effectLst>
            <a:outerShdw blurRad="190500" sx="101000" sy="101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a:solidFill>
                <a:schemeClr val="tx1"/>
              </a:solidFill>
            </a:endParaRPr>
          </a:p>
        </p:txBody>
      </p:sp>
      <p:sp>
        <p:nvSpPr>
          <p:cNvPr id="22" name="弧形 21">
            <a:extLst>
              <a:ext uri="{FF2B5EF4-FFF2-40B4-BE49-F238E27FC236}">
                <a16:creationId xmlns:a16="http://schemas.microsoft.com/office/drawing/2014/main" id="{C5A9DDC6-90CE-7A33-E1C3-13CDABEFC7CE}"/>
              </a:ext>
            </a:extLst>
          </p:cNvPr>
          <p:cNvSpPr/>
          <p:nvPr/>
        </p:nvSpPr>
        <p:spPr>
          <a:xfrm>
            <a:off x="3708400" y="1850519"/>
            <a:ext cx="4775200" cy="3718561"/>
          </a:xfrm>
          <a:prstGeom prst="arc">
            <a:avLst>
              <a:gd name="adj1" fmla="val 12734986"/>
              <a:gd name="adj2" fmla="val 19625050"/>
            </a:avLst>
          </a:prstGeom>
          <a:noFill/>
          <a:ln>
            <a:solidFill>
              <a:schemeClr val="accent2"/>
            </a:solidFill>
            <a:head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弧形 22">
            <a:extLst>
              <a:ext uri="{FF2B5EF4-FFF2-40B4-BE49-F238E27FC236}">
                <a16:creationId xmlns:a16="http://schemas.microsoft.com/office/drawing/2014/main" id="{92D8E703-DA4A-CEBB-6D58-F064F03E93E6}"/>
              </a:ext>
            </a:extLst>
          </p:cNvPr>
          <p:cNvSpPr/>
          <p:nvPr/>
        </p:nvSpPr>
        <p:spPr>
          <a:xfrm>
            <a:off x="3708400" y="1850519"/>
            <a:ext cx="4775200" cy="3718561"/>
          </a:xfrm>
          <a:prstGeom prst="arc">
            <a:avLst>
              <a:gd name="adj1" fmla="val 2050004"/>
              <a:gd name="adj2" fmla="val 8812715"/>
            </a:avLst>
          </a:prstGeom>
          <a:noFill/>
          <a:ln>
            <a:solidFill>
              <a:schemeClr val="accent2"/>
            </a:solidFill>
            <a:headEnd type="none" w="lg" len="lg"/>
            <a:tailEnd type="stealth"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94B3519-8E9A-F1B2-324F-9AB3B14EAAC2}"/>
              </a:ext>
            </a:extLst>
          </p:cNvPr>
          <p:cNvGrpSpPr/>
          <p:nvPr/>
        </p:nvGrpSpPr>
        <p:grpSpPr>
          <a:xfrm>
            <a:off x="6921500" y="3442264"/>
            <a:ext cx="867024" cy="597924"/>
            <a:chOff x="6921500" y="3442264"/>
            <a:chExt cx="867024" cy="597924"/>
          </a:xfrm>
        </p:grpSpPr>
        <p:sp>
          <p:nvSpPr>
            <p:cNvPr id="27" name="图形 25">
              <a:extLst>
                <a:ext uri="{FF2B5EF4-FFF2-40B4-BE49-F238E27FC236}">
                  <a16:creationId xmlns:a16="http://schemas.microsoft.com/office/drawing/2014/main" id="{93316437-9C63-C82A-A58F-36BE54114026}"/>
                </a:ext>
              </a:extLst>
            </p:cNvPr>
            <p:cNvSpPr/>
            <p:nvPr/>
          </p:nvSpPr>
          <p:spPr>
            <a:xfrm>
              <a:off x="6921500" y="3442264"/>
              <a:ext cx="867024" cy="56586"/>
            </a:xfrm>
            <a:custGeom>
              <a:avLst/>
              <a:gdLst>
                <a:gd name="connsiteX0" fmla="*/ 580358 w 580358"/>
                <a:gd name="connsiteY0" fmla="*/ 0 h 33623"/>
                <a:gd name="connsiteX1" fmla="*/ 0 w 580358"/>
                <a:gd name="connsiteY1" fmla="*/ 33623 h 33623"/>
              </a:gdLst>
              <a:ahLst/>
              <a:cxnLst>
                <a:cxn ang="0">
                  <a:pos x="connsiteX0" y="connsiteY0"/>
                </a:cxn>
                <a:cxn ang="0">
                  <a:pos x="connsiteX1" y="connsiteY1"/>
                </a:cxn>
              </a:cxnLst>
              <a:rect l="l" t="t" r="r" b="b"/>
              <a:pathLst>
                <a:path w="580358" h="33623">
                  <a:moveTo>
                    <a:pt x="580358" y="0"/>
                  </a:moveTo>
                  <a:cubicBezTo>
                    <a:pt x="405003" y="21241"/>
                    <a:pt x="204883" y="32957"/>
                    <a:pt x="0" y="33623"/>
                  </a:cubicBezTo>
                </a:path>
              </a:pathLst>
            </a:custGeom>
            <a:noFill/>
            <a:ln w="12700" cap="flat">
              <a:solidFill>
                <a:schemeClr val="accent2"/>
              </a:solidFill>
              <a:prstDash val="solid"/>
              <a:miter/>
            </a:ln>
          </p:spPr>
          <p:txBody>
            <a:bodyPr rtlCol="0" anchor="ctr"/>
            <a:lstStyle/>
            <a:p>
              <a:endParaRPr lang="zh-CN" altLang="en-US"/>
            </a:p>
          </p:txBody>
        </p:sp>
        <p:sp>
          <p:nvSpPr>
            <p:cNvPr id="29" name="图形 25">
              <a:extLst>
                <a:ext uri="{FF2B5EF4-FFF2-40B4-BE49-F238E27FC236}">
                  <a16:creationId xmlns:a16="http://schemas.microsoft.com/office/drawing/2014/main" id="{55480B08-B98A-560A-19E1-77471BE5341B}"/>
                </a:ext>
              </a:extLst>
            </p:cNvPr>
            <p:cNvSpPr/>
            <p:nvPr/>
          </p:nvSpPr>
          <p:spPr>
            <a:xfrm flipV="1">
              <a:off x="6921500" y="3983602"/>
              <a:ext cx="867024" cy="56586"/>
            </a:xfrm>
            <a:custGeom>
              <a:avLst/>
              <a:gdLst>
                <a:gd name="connsiteX0" fmla="*/ 580358 w 580358"/>
                <a:gd name="connsiteY0" fmla="*/ 0 h 33623"/>
                <a:gd name="connsiteX1" fmla="*/ 0 w 580358"/>
                <a:gd name="connsiteY1" fmla="*/ 33623 h 33623"/>
              </a:gdLst>
              <a:ahLst/>
              <a:cxnLst>
                <a:cxn ang="0">
                  <a:pos x="connsiteX0" y="connsiteY0"/>
                </a:cxn>
                <a:cxn ang="0">
                  <a:pos x="connsiteX1" y="connsiteY1"/>
                </a:cxn>
              </a:cxnLst>
              <a:rect l="l" t="t" r="r" b="b"/>
              <a:pathLst>
                <a:path w="580358" h="33623">
                  <a:moveTo>
                    <a:pt x="580358" y="0"/>
                  </a:moveTo>
                  <a:cubicBezTo>
                    <a:pt x="405003" y="21241"/>
                    <a:pt x="204883" y="32957"/>
                    <a:pt x="0" y="33623"/>
                  </a:cubicBezTo>
                </a:path>
              </a:pathLst>
            </a:custGeom>
            <a:noFill/>
            <a:ln w="12700" cap="flat">
              <a:solidFill>
                <a:schemeClr val="accent2"/>
              </a:solidFill>
              <a:prstDash val="solid"/>
              <a:miter/>
            </a:ln>
          </p:spPr>
          <p:txBody>
            <a:bodyPr rtlCol="0" anchor="ctr"/>
            <a:lstStyle/>
            <a:p>
              <a:endParaRPr lang="zh-CN" altLang="en-US"/>
            </a:p>
          </p:txBody>
        </p:sp>
        <p:cxnSp>
          <p:nvCxnSpPr>
            <p:cNvPr id="31" name="直接连接符 30">
              <a:extLst>
                <a:ext uri="{FF2B5EF4-FFF2-40B4-BE49-F238E27FC236}">
                  <a16:creationId xmlns:a16="http://schemas.microsoft.com/office/drawing/2014/main" id="{AEA5E12F-47C0-642F-1DEE-D20605E651EA}"/>
                </a:ext>
              </a:extLst>
            </p:cNvPr>
            <p:cNvCxnSpPr>
              <a:cxnSpLocks/>
            </p:cNvCxnSpPr>
            <p:nvPr/>
          </p:nvCxnSpPr>
          <p:spPr>
            <a:xfrm>
              <a:off x="6970713" y="3739951"/>
              <a:ext cx="6985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4" name="组合 33">
            <a:extLst>
              <a:ext uri="{FF2B5EF4-FFF2-40B4-BE49-F238E27FC236}">
                <a16:creationId xmlns:a16="http://schemas.microsoft.com/office/drawing/2014/main" id="{E0EE2FE9-9F19-74CF-9A98-53D3FD8B0F81}"/>
              </a:ext>
            </a:extLst>
          </p:cNvPr>
          <p:cNvGrpSpPr/>
          <p:nvPr/>
        </p:nvGrpSpPr>
        <p:grpSpPr>
          <a:xfrm flipH="1">
            <a:off x="4389111" y="3442264"/>
            <a:ext cx="867024" cy="597924"/>
            <a:chOff x="6921500" y="3442264"/>
            <a:chExt cx="867024" cy="597924"/>
          </a:xfrm>
        </p:grpSpPr>
        <p:sp>
          <p:nvSpPr>
            <p:cNvPr id="35" name="图形 25">
              <a:extLst>
                <a:ext uri="{FF2B5EF4-FFF2-40B4-BE49-F238E27FC236}">
                  <a16:creationId xmlns:a16="http://schemas.microsoft.com/office/drawing/2014/main" id="{7DFE61D4-5327-330E-6AB0-AE5029551E27}"/>
                </a:ext>
              </a:extLst>
            </p:cNvPr>
            <p:cNvSpPr/>
            <p:nvPr/>
          </p:nvSpPr>
          <p:spPr>
            <a:xfrm>
              <a:off x="6921500" y="3442264"/>
              <a:ext cx="867024" cy="56586"/>
            </a:xfrm>
            <a:custGeom>
              <a:avLst/>
              <a:gdLst>
                <a:gd name="connsiteX0" fmla="*/ 580358 w 580358"/>
                <a:gd name="connsiteY0" fmla="*/ 0 h 33623"/>
                <a:gd name="connsiteX1" fmla="*/ 0 w 580358"/>
                <a:gd name="connsiteY1" fmla="*/ 33623 h 33623"/>
              </a:gdLst>
              <a:ahLst/>
              <a:cxnLst>
                <a:cxn ang="0">
                  <a:pos x="connsiteX0" y="connsiteY0"/>
                </a:cxn>
                <a:cxn ang="0">
                  <a:pos x="connsiteX1" y="connsiteY1"/>
                </a:cxn>
              </a:cxnLst>
              <a:rect l="l" t="t" r="r" b="b"/>
              <a:pathLst>
                <a:path w="580358" h="33623">
                  <a:moveTo>
                    <a:pt x="580358" y="0"/>
                  </a:moveTo>
                  <a:cubicBezTo>
                    <a:pt x="405003" y="21241"/>
                    <a:pt x="204883" y="32957"/>
                    <a:pt x="0" y="33623"/>
                  </a:cubicBezTo>
                </a:path>
              </a:pathLst>
            </a:custGeom>
            <a:noFill/>
            <a:ln w="12700" cap="flat">
              <a:solidFill>
                <a:schemeClr val="accent1"/>
              </a:solidFill>
              <a:prstDash val="solid"/>
              <a:miter/>
            </a:ln>
          </p:spPr>
          <p:txBody>
            <a:bodyPr rtlCol="0" anchor="ctr"/>
            <a:lstStyle/>
            <a:p>
              <a:endParaRPr lang="zh-CN" altLang="en-US"/>
            </a:p>
          </p:txBody>
        </p:sp>
        <p:sp>
          <p:nvSpPr>
            <p:cNvPr id="36" name="图形 25">
              <a:extLst>
                <a:ext uri="{FF2B5EF4-FFF2-40B4-BE49-F238E27FC236}">
                  <a16:creationId xmlns:a16="http://schemas.microsoft.com/office/drawing/2014/main" id="{5CD03EE9-0D96-AA57-3CF7-B0AA278519F7}"/>
                </a:ext>
              </a:extLst>
            </p:cNvPr>
            <p:cNvSpPr/>
            <p:nvPr/>
          </p:nvSpPr>
          <p:spPr>
            <a:xfrm flipV="1">
              <a:off x="6921500" y="3983602"/>
              <a:ext cx="867024" cy="56586"/>
            </a:xfrm>
            <a:custGeom>
              <a:avLst/>
              <a:gdLst>
                <a:gd name="connsiteX0" fmla="*/ 580358 w 580358"/>
                <a:gd name="connsiteY0" fmla="*/ 0 h 33623"/>
                <a:gd name="connsiteX1" fmla="*/ 0 w 580358"/>
                <a:gd name="connsiteY1" fmla="*/ 33623 h 33623"/>
              </a:gdLst>
              <a:ahLst/>
              <a:cxnLst>
                <a:cxn ang="0">
                  <a:pos x="connsiteX0" y="connsiteY0"/>
                </a:cxn>
                <a:cxn ang="0">
                  <a:pos x="connsiteX1" y="connsiteY1"/>
                </a:cxn>
              </a:cxnLst>
              <a:rect l="l" t="t" r="r" b="b"/>
              <a:pathLst>
                <a:path w="580358" h="33623">
                  <a:moveTo>
                    <a:pt x="580358" y="0"/>
                  </a:moveTo>
                  <a:cubicBezTo>
                    <a:pt x="405003" y="21241"/>
                    <a:pt x="204883" y="32957"/>
                    <a:pt x="0" y="33623"/>
                  </a:cubicBezTo>
                </a:path>
              </a:pathLst>
            </a:custGeom>
            <a:noFill/>
            <a:ln w="12700" cap="flat">
              <a:solidFill>
                <a:schemeClr val="accent1"/>
              </a:solidFill>
              <a:prstDash val="solid"/>
              <a:miter/>
            </a:ln>
          </p:spPr>
          <p:txBody>
            <a:bodyPr rtlCol="0" anchor="ctr"/>
            <a:lstStyle/>
            <a:p>
              <a:endParaRPr lang="zh-CN" altLang="en-US"/>
            </a:p>
          </p:txBody>
        </p:sp>
        <p:cxnSp>
          <p:nvCxnSpPr>
            <p:cNvPr id="37" name="直接连接符 36">
              <a:extLst>
                <a:ext uri="{FF2B5EF4-FFF2-40B4-BE49-F238E27FC236}">
                  <a16:creationId xmlns:a16="http://schemas.microsoft.com/office/drawing/2014/main" id="{ECCB6634-E6E9-F6A4-4B50-97C84340E8E2}"/>
                </a:ext>
              </a:extLst>
            </p:cNvPr>
            <p:cNvCxnSpPr>
              <a:cxnSpLocks/>
            </p:cNvCxnSpPr>
            <p:nvPr/>
          </p:nvCxnSpPr>
          <p:spPr>
            <a:xfrm>
              <a:off x="6970713" y="3739951"/>
              <a:ext cx="6985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50" name="组合 49">
            <a:extLst>
              <a:ext uri="{FF2B5EF4-FFF2-40B4-BE49-F238E27FC236}">
                <a16:creationId xmlns:a16="http://schemas.microsoft.com/office/drawing/2014/main" id="{26830C12-651E-8329-5BF8-9A4EC7F48B95}"/>
              </a:ext>
            </a:extLst>
          </p:cNvPr>
          <p:cNvGrpSpPr/>
          <p:nvPr/>
        </p:nvGrpSpPr>
        <p:grpSpPr>
          <a:xfrm>
            <a:off x="9095317" y="3134784"/>
            <a:ext cx="829733" cy="1202266"/>
            <a:chOff x="9095317" y="3134784"/>
            <a:chExt cx="829733" cy="1202266"/>
          </a:xfrm>
        </p:grpSpPr>
        <p:cxnSp>
          <p:nvCxnSpPr>
            <p:cNvPr id="39" name="直接箭头连接符 38">
              <a:extLst>
                <a:ext uri="{FF2B5EF4-FFF2-40B4-BE49-F238E27FC236}">
                  <a16:creationId xmlns:a16="http://schemas.microsoft.com/office/drawing/2014/main" id="{4D9E5ED5-E192-6F2F-1D59-6C88C25AFC2D}"/>
                </a:ext>
              </a:extLst>
            </p:cNvPr>
            <p:cNvCxnSpPr>
              <a:cxnSpLocks/>
            </p:cNvCxnSpPr>
            <p:nvPr/>
          </p:nvCxnSpPr>
          <p:spPr>
            <a:xfrm flipV="1">
              <a:off x="9123802" y="3134784"/>
              <a:ext cx="801248" cy="129117"/>
            </a:xfrm>
            <a:prstGeom prst="straightConnector1">
              <a:avLst/>
            </a:prstGeom>
            <a:ln w="22225">
              <a:solidFill>
                <a:schemeClr val="accent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4ECAE064-9583-C071-7197-1B536155E25E}"/>
                </a:ext>
              </a:extLst>
            </p:cNvPr>
            <p:cNvCxnSpPr/>
            <p:nvPr/>
          </p:nvCxnSpPr>
          <p:spPr>
            <a:xfrm>
              <a:off x="9309100" y="3736124"/>
              <a:ext cx="510078" cy="0"/>
            </a:xfrm>
            <a:prstGeom prst="straightConnector1">
              <a:avLst/>
            </a:prstGeom>
            <a:ln w="22225">
              <a:solidFill>
                <a:schemeClr val="accent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6C59C383-0D38-775B-DBAF-D619E2DD7F04}"/>
                </a:ext>
              </a:extLst>
            </p:cNvPr>
            <p:cNvCxnSpPr/>
            <p:nvPr/>
          </p:nvCxnSpPr>
          <p:spPr>
            <a:xfrm>
              <a:off x="9095317" y="4216400"/>
              <a:ext cx="778933" cy="120650"/>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id="{68ABB1C8-A9F6-4F63-6A71-E1D864E9F752}"/>
              </a:ext>
            </a:extLst>
          </p:cNvPr>
          <p:cNvGrpSpPr/>
          <p:nvPr/>
        </p:nvGrpSpPr>
        <p:grpSpPr>
          <a:xfrm flipH="1" flipV="1">
            <a:off x="2245058" y="3139548"/>
            <a:ext cx="766431" cy="1202266"/>
            <a:chOff x="9017760" y="3134784"/>
            <a:chExt cx="907290" cy="1202266"/>
          </a:xfrm>
        </p:grpSpPr>
        <p:cxnSp>
          <p:nvCxnSpPr>
            <p:cNvPr id="52" name="直接箭头连接符 51">
              <a:extLst>
                <a:ext uri="{FF2B5EF4-FFF2-40B4-BE49-F238E27FC236}">
                  <a16:creationId xmlns:a16="http://schemas.microsoft.com/office/drawing/2014/main" id="{E3438DA7-1A53-3238-4577-518D99FFF1B7}"/>
                </a:ext>
              </a:extLst>
            </p:cNvPr>
            <p:cNvCxnSpPr>
              <a:cxnSpLocks/>
            </p:cNvCxnSpPr>
            <p:nvPr/>
          </p:nvCxnSpPr>
          <p:spPr>
            <a:xfrm flipV="1">
              <a:off x="9017760" y="3134784"/>
              <a:ext cx="907290" cy="163514"/>
            </a:xfrm>
            <a:prstGeom prst="straightConnector1">
              <a:avLst/>
            </a:prstGeom>
            <a:ln w="22225">
              <a:tailEnd type="stealth" w="lg" len="lg"/>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C1367F3B-AB02-A5D5-D4D6-744E64D6EA08}"/>
                </a:ext>
              </a:extLst>
            </p:cNvPr>
            <p:cNvCxnSpPr>
              <a:cxnSpLocks/>
            </p:cNvCxnSpPr>
            <p:nvPr/>
          </p:nvCxnSpPr>
          <p:spPr>
            <a:xfrm flipV="1">
              <a:off x="9175618" y="3736124"/>
              <a:ext cx="602217" cy="0"/>
            </a:xfrm>
            <a:prstGeom prst="straightConnector1">
              <a:avLst/>
            </a:prstGeom>
            <a:ln w="22225">
              <a:tailEnd type="stealth" w="lg" len="lg"/>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18C86C2-FCE9-6965-BD9A-3C7D4027107E}"/>
                </a:ext>
              </a:extLst>
            </p:cNvPr>
            <p:cNvCxnSpPr>
              <a:cxnSpLocks/>
            </p:cNvCxnSpPr>
            <p:nvPr/>
          </p:nvCxnSpPr>
          <p:spPr>
            <a:xfrm>
              <a:off x="9068106" y="4185710"/>
              <a:ext cx="806144" cy="151340"/>
            </a:xfrm>
            <a:prstGeom prst="line">
              <a:avLst/>
            </a:prstGeom>
            <a:ln w="22225"/>
          </p:spPr>
          <p:style>
            <a:lnRef idx="1">
              <a:schemeClr val="accent1"/>
            </a:lnRef>
            <a:fillRef idx="0">
              <a:schemeClr val="accent1"/>
            </a:fillRef>
            <a:effectRef idx="0">
              <a:schemeClr val="accent1"/>
            </a:effectRef>
            <a:fontRef idx="minor">
              <a:schemeClr val="tx1"/>
            </a:fontRef>
          </p:style>
        </p:cxnSp>
      </p:grpSp>
      <p:sp>
        <p:nvSpPr>
          <p:cNvPr id="58" name="文本框 57">
            <a:extLst>
              <a:ext uri="{FF2B5EF4-FFF2-40B4-BE49-F238E27FC236}">
                <a16:creationId xmlns:a16="http://schemas.microsoft.com/office/drawing/2014/main" id="{0BBC02EC-AF52-2C8E-F1CB-C22E18DAD12A}"/>
              </a:ext>
            </a:extLst>
          </p:cNvPr>
          <p:cNvSpPr txBox="1"/>
          <p:nvPr/>
        </p:nvSpPr>
        <p:spPr>
          <a:xfrm>
            <a:off x="5711280" y="3836549"/>
            <a:ext cx="769441" cy="184666"/>
          </a:xfrm>
          <a:prstGeom prst="rect">
            <a:avLst/>
          </a:prstGeom>
          <a:noFill/>
        </p:spPr>
        <p:txBody>
          <a:bodyPr wrap="none" lIns="0" tIns="0" rIns="0" bIns="0" rtlCol="0">
            <a:spAutoFit/>
          </a:bodyPr>
          <a:lstStyle/>
          <a:p>
            <a:pPr algn="ctr"/>
            <a:r>
              <a:rPr lang="zh-CN" altLang="en-US" sz="1200" b="1" dirty="0">
                <a:solidFill>
                  <a:schemeClr val="bg1"/>
                </a:solidFill>
                <a:latin typeface="+mn-ea"/>
              </a:rPr>
              <a:t>供应链决策</a:t>
            </a:r>
          </a:p>
        </p:txBody>
      </p:sp>
      <p:grpSp>
        <p:nvGrpSpPr>
          <p:cNvPr id="82" name="组合 81">
            <a:extLst>
              <a:ext uri="{FF2B5EF4-FFF2-40B4-BE49-F238E27FC236}">
                <a16:creationId xmlns:a16="http://schemas.microsoft.com/office/drawing/2014/main" id="{B74CD93F-F300-D13D-DBF2-1B0B0271BB48}"/>
              </a:ext>
            </a:extLst>
          </p:cNvPr>
          <p:cNvGrpSpPr/>
          <p:nvPr/>
        </p:nvGrpSpPr>
        <p:grpSpPr>
          <a:xfrm>
            <a:off x="5937407" y="3401490"/>
            <a:ext cx="317187" cy="322053"/>
            <a:chOff x="5934389" y="3401490"/>
            <a:chExt cx="317187" cy="322053"/>
          </a:xfrm>
        </p:grpSpPr>
        <p:grpSp>
          <p:nvGrpSpPr>
            <p:cNvPr id="63" name="组合 62">
              <a:extLst>
                <a:ext uri="{FF2B5EF4-FFF2-40B4-BE49-F238E27FC236}">
                  <a16:creationId xmlns:a16="http://schemas.microsoft.com/office/drawing/2014/main" id="{D3CFAE27-C815-4396-CDE1-0BD70F4F9077}"/>
                </a:ext>
              </a:extLst>
            </p:cNvPr>
            <p:cNvGrpSpPr/>
            <p:nvPr/>
          </p:nvGrpSpPr>
          <p:grpSpPr>
            <a:xfrm>
              <a:off x="5934389" y="3401490"/>
              <a:ext cx="83824" cy="84660"/>
              <a:chOff x="5995988" y="2414589"/>
              <a:chExt cx="190500" cy="98424"/>
            </a:xfrm>
          </p:grpSpPr>
          <p:cxnSp>
            <p:nvCxnSpPr>
              <p:cNvPr id="60" name="直接连接符 59">
                <a:extLst>
                  <a:ext uri="{FF2B5EF4-FFF2-40B4-BE49-F238E27FC236}">
                    <a16:creationId xmlns:a16="http://schemas.microsoft.com/office/drawing/2014/main" id="{99B9D84F-7038-5A7B-9886-C3D27727E9D2}"/>
                  </a:ext>
                </a:extLst>
              </p:cNvPr>
              <p:cNvCxnSpPr>
                <a:cxnSpLocks/>
              </p:cNvCxnSpPr>
              <p:nvPr/>
            </p:nvCxnSpPr>
            <p:spPr>
              <a:xfrm>
                <a:off x="6091238" y="2414589"/>
                <a:ext cx="0" cy="96838"/>
              </a:xfrm>
              <a:prstGeom prst="line">
                <a:avLst/>
              </a:prstGeom>
              <a:ln w="22225" cap="rnd"/>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775D5592-726E-8DFF-BF5A-B33817528B85}"/>
                  </a:ext>
                </a:extLst>
              </p:cNvPr>
              <p:cNvCxnSpPr>
                <a:cxnSpLocks/>
              </p:cNvCxnSpPr>
              <p:nvPr/>
            </p:nvCxnSpPr>
            <p:spPr>
              <a:xfrm>
                <a:off x="5995988" y="2513013"/>
                <a:ext cx="190500" cy="0"/>
              </a:xfrm>
              <a:prstGeom prst="line">
                <a:avLst/>
              </a:prstGeom>
              <a:ln w="22225" cap="rnd"/>
            </p:spPr>
            <p:style>
              <a:lnRef idx="1">
                <a:schemeClr val="accent1"/>
              </a:lnRef>
              <a:fillRef idx="0">
                <a:schemeClr val="accent1"/>
              </a:fillRef>
              <a:effectRef idx="0">
                <a:schemeClr val="accent1"/>
              </a:effectRef>
              <a:fontRef idx="minor">
                <a:schemeClr val="tx1"/>
              </a:fontRef>
            </p:style>
          </p:cxnSp>
        </p:grpSp>
        <p:grpSp>
          <p:nvGrpSpPr>
            <p:cNvPr id="64" name="组合 63">
              <a:extLst>
                <a:ext uri="{FF2B5EF4-FFF2-40B4-BE49-F238E27FC236}">
                  <a16:creationId xmlns:a16="http://schemas.microsoft.com/office/drawing/2014/main" id="{87BF9128-0C12-684C-07CC-DAF5FED71D82}"/>
                </a:ext>
              </a:extLst>
            </p:cNvPr>
            <p:cNvGrpSpPr/>
            <p:nvPr/>
          </p:nvGrpSpPr>
          <p:grpSpPr>
            <a:xfrm flipV="1">
              <a:off x="5934389" y="3543298"/>
              <a:ext cx="83824" cy="180245"/>
              <a:chOff x="5995988" y="2414589"/>
              <a:chExt cx="190500" cy="98424"/>
            </a:xfrm>
          </p:grpSpPr>
          <p:cxnSp>
            <p:nvCxnSpPr>
              <p:cNvPr id="65" name="直接连接符 64">
                <a:extLst>
                  <a:ext uri="{FF2B5EF4-FFF2-40B4-BE49-F238E27FC236}">
                    <a16:creationId xmlns:a16="http://schemas.microsoft.com/office/drawing/2014/main" id="{B0AB98EF-BAC5-76FF-2299-B8A5466B41EB}"/>
                  </a:ext>
                </a:extLst>
              </p:cNvPr>
              <p:cNvCxnSpPr>
                <a:cxnSpLocks/>
              </p:cNvCxnSpPr>
              <p:nvPr/>
            </p:nvCxnSpPr>
            <p:spPr>
              <a:xfrm>
                <a:off x="6091238" y="2414589"/>
                <a:ext cx="0" cy="96838"/>
              </a:xfrm>
              <a:prstGeom prst="line">
                <a:avLst/>
              </a:prstGeom>
              <a:ln w="22225" cap="rnd"/>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CD6929BE-05DC-0868-D051-1BAAC83965C9}"/>
                  </a:ext>
                </a:extLst>
              </p:cNvPr>
              <p:cNvCxnSpPr>
                <a:cxnSpLocks/>
              </p:cNvCxnSpPr>
              <p:nvPr/>
            </p:nvCxnSpPr>
            <p:spPr>
              <a:xfrm>
                <a:off x="5995988" y="2513013"/>
                <a:ext cx="190500" cy="0"/>
              </a:xfrm>
              <a:prstGeom prst="line">
                <a:avLst/>
              </a:prstGeom>
              <a:ln w="22225" cap="rnd"/>
            </p:spPr>
            <p:style>
              <a:lnRef idx="1">
                <a:schemeClr val="accent1"/>
              </a:lnRef>
              <a:fillRef idx="0">
                <a:schemeClr val="accent1"/>
              </a:fillRef>
              <a:effectRef idx="0">
                <a:schemeClr val="accent1"/>
              </a:effectRef>
              <a:fontRef idx="minor">
                <a:schemeClr val="tx1"/>
              </a:fontRef>
            </p:style>
          </p:cxnSp>
        </p:grpSp>
        <p:grpSp>
          <p:nvGrpSpPr>
            <p:cNvPr id="70" name="组合 69">
              <a:extLst>
                <a:ext uri="{FF2B5EF4-FFF2-40B4-BE49-F238E27FC236}">
                  <a16:creationId xmlns:a16="http://schemas.microsoft.com/office/drawing/2014/main" id="{C3C15231-ED39-F7F6-01B0-115795BCE62B}"/>
                </a:ext>
              </a:extLst>
            </p:cNvPr>
            <p:cNvGrpSpPr/>
            <p:nvPr/>
          </p:nvGrpSpPr>
          <p:grpSpPr>
            <a:xfrm>
              <a:off x="6051542" y="3408773"/>
              <a:ext cx="83824" cy="163097"/>
              <a:chOff x="5995988" y="2414589"/>
              <a:chExt cx="190500" cy="98424"/>
            </a:xfrm>
          </p:grpSpPr>
          <p:cxnSp>
            <p:nvCxnSpPr>
              <p:cNvPr id="71" name="直接连接符 70">
                <a:extLst>
                  <a:ext uri="{FF2B5EF4-FFF2-40B4-BE49-F238E27FC236}">
                    <a16:creationId xmlns:a16="http://schemas.microsoft.com/office/drawing/2014/main" id="{ED444E0D-F5AF-A710-6794-5C2ED4DE306D}"/>
                  </a:ext>
                </a:extLst>
              </p:cNvPr>
              <p:cNvCxnSpPr>
                <a:cxnSpLocks/>
              </p:cNvCxnSpPr>
              <p:nvPr/>
            </p:nvCxnSpPr>
            <p:spPr>
              <a:xfrm>
                <a:off x="6091238" y="2414589"/>
                <a:ext cx="0" cy="96838"/>
              </a:xfrm>
              <a:prstGeom prst="line">
                <a:avLst/>
              </a:prstGeom>
              <a:ln w="22225" cap="rnd"/>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604592C2-101D-E6A7-63DA-D076F704E08F}"/>
                  </a:ext>
                </a:extLst>
              </p:cNvPr>
              <p:cNvCxnSpPr>
                <a:cxnSpLocks/>
              </p:cNvCxnSpPr>
              <p:nvPr/>
            </p:nvCxnSpPr>
            <p:spPr>
              <a:xfrm>
                <a:off x="5995988" y="2513013"/>
                <a:ext cx="190500" cy="0"/>
              </a:xfrm>
              <a:prstGeom prst="line">
                <a:avLst/>
              </a:prstGeom>
              <a:ln w="22225" cap="rnd"/>
            </p:spPr>
            <p:style>
              <a:lnRef idx="1">
                <a:schemeClr val="accent1"/>
              </a:lnRef>
              <a:fillRef idx="0">
                <a:schemeClr val="accent1"/>
              </a:fillRef>
              <a:effectRef idx="0">
                <a:schemeClr val="accent1"/>
              </a:effectRef>
              <a:fontRef idx="minor">
                <a:schemeClr val="tx1"/>
              </a:fontRef>
            </p:style>
          </p:cxnSp>
        </p:grpSp>
        <p:grpSp>
          <p:nvGrpSpPr>
            <p:cNvPr id="73" name="组合 72">
              <a:extLst>
                <a:ext uri="{FF2B5EF4-FFF2-40B4-BE49-F238E27FC236}">
                  <a16:creationId xmlns:a16="http://schemas.microsoft.com/office/drawing/2014/main" id="{5D8AC739-1AC4-3463-EF04-E5CC1696FB5C}"/>
                </a:ext>
              </a:extLst>
            </p:cNvPr>
            <p:cNvGrpSpPr/>
            <p:nvPr/>
          </p:nvGrpSpPr>
          <p:grpSpPr>
            <a:xfrm flipV="1">
              <a:off x="6051542" y="3621841"/>
              <a:ext cx="83824" cy="101695"/>
              <a:chOff x="5995988" y="2414589"/>
              <a:chExt cx="190500" cy="98424"/>
            </a:xfrm>
          </p:grpSpPr>
          <p:cxnSp>
            <p:nvCxnSpPr>
              <p:cNvPr id="74" name="直接连接符 73">
                <a:extLst>
                  <a:ext uri="{FF2B5EF4-FFF2-40B4-BE49-F238E27FC236}">
                    <a16:creationId xmlns:a16="http://schemas.microsoft.com/office/drawing/2014/main" id="{205ED2CE-B625-EE0B-4BE8-C96F6C1E4EB9}"/>
                  </a:ext>
                </a:extLst>
              </p:cNvPr>
              <p:cNvCxnSpPr>
                <a:cxnSpLocks/>
              </p:cNvCxnSpPr>
              <p:nvPr/>
            </p:nvCxnSpPr>
            <p:spPr>
              <a:xfrm>
                <a:off x="6091238" y="2414589"/>
                <a:ext cx="0" cy="96838"/>
              </a:xfrm>
              <a:prstGeom prst="line">
                <a:avLst/>
              </a:prstGeom>
              <a:ln w="22225" cap="rnd"/>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B8533804-8AB6-39FF-0F26-B8E9E635980D}"/>
                  </a:ext>
                </a:extLst>
              </p:cNvPr>
              <p:cNvCxnSpPr>
                <a:cxnSpLocks/>
              </p:cNvCxnSpPr>
              <p:nvPr/>
            </p:nvCxnSpPr>
            <p:spPr>
              <a:xfrm>
                <a:off x="5995988" y="2513013"/>
                <a:ext cx="190500" cy="0"/>
              </a:xfrm>
              <a:prstGeom prst="line">
                <a:avLst/>
              </a:prstGeom>
              <a:ln w="22225" cap="rnd"/>
            </p:spPr>
            <p:style>
              <a:lnRef idx="1">
                <a:schemeClr val="accent1"/>
              </a:lnRef>
              <a:fillRef idx="0">
                <a:schemeClr val="accent1"/>
              </a:fillRef>
              <a:effectRef idx="0">
                <a:schemeClr val="accent1"/>
              </a:effectRef>
              <a:fontRef idx="minor">
                <a:schemeClr val="tx1"/>
              </a:fontRef>
            </p:style>
          </p:cxnSp>
        </p:grpSp>
        <p:grpSp>
          <p:nvGrpSpPr>
            <p:cNvPr id="76" name="组合 75">
              <a:extLst>
                <a:ext uri="{FF2B5EF4-FFF2-40B4-BE49-F238E27FC236}">
                  <a16:creationId xmlns:a16="http://schemas.microsoft.com/office/drawing/2014/main" id="{153557A9-B430-DD43-50D3-41A501F1A21A}"/>
                </a:ext>
              </a:extLst>
            </p:cNvPr>
            <p:cNvGrpSpPr/>
            <p:nvPr/>
          </p:nvGrpSpPr>
          <p:grpSpPr>
            <a:xfrm>
              <a:off x="6167752" y="3401490"/>
              <a:ext cx="83824" cy="84660"/>
              <a:chOff x="5995988" y="2414589"/>
              <a:chExt cx="190500" cy="98424"/>
            </a:xfrm>
          </p:grpSpPr>
          <p:cxnSp>
            <p:nvCxnSpPr>
              <p:cNvPr id="77" name="直接连接符 76">
                <a:extLst>
                  <a:ext uri="{FF2B5EF4-FFF2-40B4-BE49-F238E27FC236}">
                    <a16:creationId xmlns:a16="http://schemas.microsoft.com/office/drawing/2014/main" id="{E7B500B3-18AE-2928-28B8-47775D492AE7}"/>
                  </a:ext>
                </a:extLst>
              </p:cNvPr>
              <p:cNvCxnSpPr>
                <a:cxnSpLocks/>
              </p:cNvCxnSpPr>
              <p:nvPr/>
            </p:nvCxnSpPr>
            <p:spPr>
              <a:xfrm>
                <a:off x="6091238" y="2414589"/>
                <a:ext cx="0" cy="96838"/>
              </a:xfrm>
              <a:prstGeom prst="line">
                <a:avLst/>
              </a:prstGeom>
              <a:ln w="22225" cap="rnd"/>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9FC0DC89-3991-7596-D555-ED71A0F8FA38}"/>
                  </a:ext>
                </a:extLst>
              </p:cNvPr>
              <p:cNvCxnSpPr>
                <a:cxnSpLocks/>
              </p:cNvCxnSpPr>
              <p:nvPr/>
            </p:nvCxnSpPr>
            <p:spPr>
              <a:xfrm>
                <a:off x="5995988" y="2513013"/>
                <a:ext cx="190500" cy="0"/>
              </a:xfrm>
              <a:prstGeom prst="line">
                <a:avLst/>
              </a:prstGeom>
              <a:ln w="22225" cap="rnd"/>
            </p:spPr>
            <p:style>
              <a:lnRef idx="1">
                <a:schemeClr val="accent1"/>
              </a:lnRef>
              <a:fillRef idx="0">
                <a:schemeClr val="accent1"/>
              </a:fillRef>
              <a:effectRef idx="0">
                <a:schemeClr val="accent1"/>
              </a:effectRef>
              <a:fontRef idx="minor">
                <a:schemeClr val="tx1"/>
              </a:fontRef>
            </p:style>
          </p:cxnSp>
        </p:grpSp>
        <p:grpSp>
          <p:nvGrpSpPr>
            <p:cNvPr id="79" name="组合 78">
              <a:extLst>
                <a:ext uri="{FF2B5EF4-FFF2-40B4-BE49-F238E27FC236}">
                  <a16:creationId xmlns:a16="http://schemas.microsoft.com/office/drawing/2014/main" id="{B421242F-4C1E-1BB7-D2E5-822AAC7F38B9}"/>
                </a:ext>
              </a:extLst>
            </p:cNvPr>
            <p:cNvGrpSpPr/>
            <p:nvPr/>
          </p:nvGrpSpPr>
          <p:grpSpPr>
            <a:xfrm flipV="1">
              <a:off x="6167752" y="3543298"/>
              <a:ext cx="83824" cy="180245"/>
              <a:chOff x="5995988" y="2414589"/>
              <a:chExt cx="190500" cy="98424"/>
            </a:xfrm>
          </p:grpSpPr>
          <p:cxnSp>
            <p:nvCxnSpPr>
              <p:cNvPr id="80" name="直接连接符 79">
                <a:extLst>
                  <a:ext uri="{FF2B5EF4-FFF2-40B4-BE49-F238E27FC236}">
                    <a16:creationId xmlns:a16="http://schemas.microsoft.com/office/drawing/2014/main" id="{29AE3D52-0A4D-E170-35EE-D66297F57B57}"/>
                  </a:ext>
                </a:extLst>
              </p:cNvPr>
              <p:cNvCxnSpPr>
                <a:cxnSpLocks/>
              </p:cNvCxnSpPr>
              <p:nvPr/>
            </p:nvCxnSpPr>
            <p:spPr>
              <a:xfrm>
                <a:off x="6091238" y="2414589"/>
                <a:ext cx="0" cy="96838"/>
              </a:xfrm>
              <a:prstGeom prst="line">
                <a:avLst/>
              </a:prstGeom>
              <a:ln w="22225" cap="rnd"/>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5970D93B-B608-07AD-01D0-9D07EC8FE16E}"/>
                  </a:ext>
                </a:extLst>
              </p:cNvPr>
              <p:cNvCxnSpPr>
                <a:cxnSpLocks/>
              </p:cNvCxnSpPr>
              <p:nvPr/>
            </p:nvCxnSpPr>
            <p:spPr>
              <a:xfrm>
                <a:off x="5995988" y="2513013"/>
                <a:ext cx="190500" cy="0"/>
              </a:xfrm>
              <a:prstGeom prst="line">
                <a:avLst/>
              </a:prstGeom>
              <a:ln w="22225" cap="rnd"/>
            </p:spPr>
            <p:style>
              <a:lnRef idx="1">
                <a:schemeClr val="accent1"/>
              </a:lnRef>
              <a:fillRef idx="0">
                <a:schemeClr val="accent1"/>
              </a:fillRef>
              <a:effectRef idx="0">
                <a:schemeClr val="accent1"/>
              </a:effectRef>
              <a:fontRef idx="minor">
                <a:schemeClr val="tx1"/>
              </a:fontRef>
            </p:style>
          </p:cxnSp>
        </p:grpSp>
      </p:grpSp>
      <p:grpSp>
        <p:nvGrpSpPr>
          <p:cNvPr id="86" name="组合 85">
            <a:extLst>
              <a:ext uri="{FF2B5EF4-FFF2-40B4-BE49-F238E27FC236}">
                <a16:creationId xmlns:a16="http://schemas.microsoft.com/office/drawing/2014/main" id="{D2DDE8D8-AFF4-BBA6-4FA4-8E3100048C36}"/>
              </a:ext>
            </a:extLst>
          </p:cNvPr>
          <p:cNvGrpSpPr/>
          <p:nvPr/>
        </p:nvGrpSpPr>
        <p:grpSpPr>
          <a:xfrm>
            <a:off x="4233863" y="3524251"/>
            <a:ext cx="849684" cy="420688"/>
            <a:chOff x="4233863" y="3524251"/>
            <a:chExt cx="849684" cy="420688"/>
          </a:xfrm>
          <a:gradFill>
            <a:gsLst>
              <a:gs pos="0">
                <a:schemeClr val="accent1">
                  <a:alpha val="0"/>
                </a:schemeClr>
              </a:gs>
              <a:gs pos="100000">
                <a:schemeClr val="accent1">
                  <a:alpha val="60000"/>
                </a:schemeClr>
              </a:gs>
            </a:gsLst>
            <a:lin ang="0" scaled="0"/>
          </a:gradFill>
        </p:grpSpPr>
        <p:sp>
          <p:nvSpPr>
            <p:cNvPr id="83" name="箭头: V 形 82">
              <a:extLst>
                <a:ext uri="{FF2B5EF4-FFF2-40B4-BE49-F238E27FC236}">
                  <a16:creationId xmlns:a16="http://schemas.microsoft.com/office/drawing/2014/main" id="{107E61EC-26CC-2EFF-186F-0008CE3295F0}"/>
                </a:ext>
              </a:extLst>
            </p:cNvPr>
            <p:cNvSpPr/>
            <p:nvPr/>
          </p:nvSpPr>
          <p:spPr>
            <a:xfrm>
              <a:off x="4822825" y="3524251"/>
              <a:ext cx="260722" cy="420688"/>
            </a:xfrm>
            <a:prstGeom prst="chevron">
              <a:avLst>
                <a:gd name="adj" fmla="val 37822"/>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4" name="箭头: V 形 83">
              <a:extLst>
                <a:ext uri="{FF2B5EF4-FFF2-40B4-BE49-F238E27FC236}">
                  <a16:creationId xmlns:a16="http://schemas.microsoft.com/office/drawing/2014/main" id="{610149E3-830B-3502-92A5-879E186BD136}"/>
                </a:ext>
              </a:extLst>
            </p:cNvPr>
            <p:cNvSpPr/>
            <p:nvPr/>
          </p:nvSpPr>
          <p:spPr>
            <a:xfrm>
              <a:off x="4528344" y="3524251"/>
              <a:ext cx="260722" cy="420688"/>
            </a:xfrm>
            <a:prstGeom prst="chevron">
              <a:avLst>
                <a:gd name="adj" fmla="val 37822"/>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5" name="箭头: V 形 84">
              <a:extLst>
                <a:ext uri="{FF2B5EF4-FFF2-40B4-BE49-F238E27FC236}">
                  <a16:creationId xmlns:a16="http://schemas.microsoft.com/office/drawing/2014/main" id="{F5E304D1-67CB-B0A6-3EDD-AD4935CFF34C}"/>
                </a:ext>
              </a:extLst>
            </p:cNvPr>
            <p:cNvSpPr/>
            <p:nvPr/>
          </p:nvSpPr>
          <p:spPr>
            <a:xfrm>
              <a:off x="4233863" y="3524251"/>
              <a:ext cx="260722" cy="420688"/>
            </a:xfrm>
            <a:prstGeom prst="chevron">
              <a:avLst>
                <a:gd name="adj" fmla="val 37822"/>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87" name="组合 86">
            <a:extLst>
              <a:ext uri="{FF2B5EF4-FFF2-40B4-BE49-F238E27FC236}">
                <a16:creationId xmlns:a16="http://schemas.microsoft.com/office/drawing/2014/main" id="{BAE23937-4259-F075-5274-FEDD0931F63F}"/>
              </a:ext>
            </a:extLst>
          </p:cNvPr>
          <p:cNvGrpSpPr/>
          <p:nvPr/>
        </p:nvGrpSpPr>
        <p:grpSpPr>
          <a:xfrm>
            <a:off x="7025926" y="3524251"/>
            <a:ext cx="849684" cy="420688"/>
            <a:chOff x="4233863" y="3524251"/>
            <a:chExt cx="849684" cy="420688"/>
          </a:xfrm>
          <a:gradFill>
            <a:gsLst>
              <a:gs pos="0">
                <a:schemeClr val="accent2">
                  <a:alpha val="6000"/>
                </a:schemeClr>
              </a:gs>
              <a:gs pos="100000">
                <a:schemeClr val="accent2">
                  <a:alpha val="60000"/>
                </a:schemeClr>
              </a:gs>
            </a:gsLst>
            <a:lin ang="10800000" scaled="0"/>
          </a:gradFill>
        </p:grpSpPr>
        <p:sp>
          <p:nvSpPr>
            <p:cNvPr id="88" name="箭头: V 形 87">
              <a:extLst>
                <a:ext uri="{FF2B5EF4-FFF2-40B4-BE49-F238E27FC236}">
                  <a16:creationId xmlns:a16="http://schemas.microsoft.com/office/drawing/2014/main" id="{B8A1F912-E143-4DA8-498F-1C521C2790BC}"/>
                </a:ext>
              </a:extLst>
            </p:cNvPr>
            <p:cNvSpPr/>
            <p:nvPr/>
          </p:nvSpPr>
          <p:spPr>
            <a:xfrm>
              <a:off x="4822825" y="3524251"/>
              <a:ext cx="260722" cy="420688"/>
            </a:xfrm>
            <a:prstGeom prst="chevron">
              <a:avLst>
                <a:gd name="adj" fmla="val 37822"/>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9" name="箭头: V 形 88">
              <a:extLst>
                <a:ext uri="{FF2B5EF4-FFF2-40B4-BE49-F238E27FC236}">
                  <a16:creationId xmlns:a16="http://schemas.microsoft.com/office/drawing/2014/main" id="{E2C9EF7A-643C-9175-81E3-D6079C7E47F2}"/>
                </a:ext>
              </a:extLst>
            </p:cNvPr>
            <p:cNvSpPr/>
            <p:nvPr/>
          </p:nvSpPr>
          <p:spPr>
            <a:xfrm>
              <a:off x="4528344" y="3524251"/>
              <a:ext cx="260722" cy="420688"/>
            </a:xfrm>
            <a:prstGeom prst="chevron">
              <a:avLst>
                <a:gd name="adj" fmla="val 37822"/>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0" name="箭头: V 形 89">
              <a:extLst>
                <a:ext uri="{FF2B5EF4-FFF2-40B4-BE49-F238E27FC236}">
                  <a16:creationId xmlns:a16="http://schemas.microsoft.com/office/drawing/2014/main" id="{EA2C7CC3-FBBD-CC5E-C965-6BD56DE3060F}"/>
                </a:ext>
              </a:extLst>
            </p:cNvPr>
            <p:cNvSpPr/>
            <p:nvPr/>
          </p:nvSpPr>
          <p:spPr>
            <a:xfrm>
              <a:off x="4233863" y="3524251"/>
              <a:ext cx="260722" cy="420688"/>
            </a:xfrm>
            <a:prstGeom prst="chevron">
              <a:avLst>
                <a:gd name="adj" fmla="val 37822"/>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91" name="文本框 90">
            <a:extLst>
              <a:ext uri="{FF2B5EF4-FFF2-40B4-BE49-F238E27FC236}">
                <a16:creationId xmlns:a16="http://schemas.microsoft.com/office/drawing/2014/main" id="{5B551DAD-74AF-5C2B-5B17-0B65B320C18F}"/>
              </a:ext>
            </a:extLst>
          </p:cNvPr>
          <p:cNvSpPr txBox="1"/>
          <p:nvPr/>
        </p:nvSpPr>
        <p:spPr>
          <a:xfrm>
            <a:off x="2348526" y="4971304"/>
            <a:ext cx="923330" cy="184666"/>
          </a:xfrm>
          <a:prstGeom prst="rect">
            <a:avLst/>
          </a:prstGeom>
          <a:noFill/>
        </p:spPr>
        <p:txBody>
          <a:bodyPr wrap="none" lIns="0" tIns="0" rIns="0" bIns="0" rtlCol="0">
            <a:spAutoFit/>
          </a:bodyPr>
          <a:lstStyle/>
          <a:p>
            <a:pPr algn="ctr"/>
            <a:r>
              <a:rPr lang="zh-CN" altLang="en-US" sz="1200" b="1" dirty="0">
                <a:solidFill>
                  <a:schemeClr val="bg1"/>
                </a:solidFill>
                <a:latin typeface="+mn-ea"/>
              </a:rPr>
              <a:t>企业采购链路</a:t>
            </a:r>
          </a:p>
        </p:txBody>
      </p:sp>
      <p:sp>
        <p:nvSpPr>
          <p:cNvPr id="92" name="文本框 91">
            <a:extLst>
              <a:ext uri="{FF2B5EF4-FFF2-40B4-BE49-F238E27FC236}">
                <a16:creationId xmlns:a16="http://schemas.microsoft.com/office/drawing/2014/main" id="{D7165040-F7E7-C838-0BE1-C03E9C780017}"/>
              </a:ext>
            </a:extLst>
          </p:cNvPr>
          <p:cNvSpPr txBox="1"/>
          <p:nvPr/>
        </p:nvSpPr>
        <p:spPr>
          <a:xfrm>
            <a:off x="8871246" y="4971304"/>
            <a:ext cx="923330" cy="184666"/>
          </a:xfrm>
          <a:prstGeom prst="rect">
            <a:avLst/>
          </a:prstGeom>
          <a:noFill/>
        </p:spPr>
        <p:txBody>
          <a:bodyPr wrap="none" lIns="0" tIns="0" rIns="0" bIns="0" rtlCol="0">
            <a:spAutoFit/>
          </a:bodyPr>
          <a:lstStyle/>
          <a:p>
            <a:pPr algn="ctr"/>
            <a:r>
              <a:rPr lang="zh-CN" altLang="en-US" sz="1200" b="1" dirty="0">
                <a:solidFill>
                  <a:schemeClr val="bg1"/>
                </a:solidFill>
                <a:latin typeface="+mn-ea"/>
              </a:rPr>
              <a:t>企业销售链路</a:t>
            </a:r>
          </a:p>
        </p:txBody>
      </p:sp>
      <p:sp>
        <p:nvSpPr>
          <p:cNvPr id="94" name="文本框 93">
            <a:extLst>
              <a:ext uri="{FF2B5EF4-FFF2-40B4-BE49-F238E27FC236}">
                <a16:creationId xmlns:a16="http://schemas.microsoft.com/office/drawing/2014/main" id="{A2AC1559-4563-B8C0-721C-3377BA05B320}"/>
              </a:ext>
            </a:extLst>
          </p:cNvPr>
          <p:cNvSpPr txBox="1"/>
          <p:nvPr/>
        </p:nvSpPr>
        <p:spPr>
          <a:xfrm>
            <a:off x="2437652" y="2927566"/>
            <a:ext cx="256480" cy="153888"/>
          </a:xfrm>
          <a:prstGeom prst="rect">
            <a:avLst/>
          </a:prstGeom>
          <a:noFill/>
        </p:spPr>
        <p:txBody>
          <a:bodyPr wrap="none" lIns="0" tIns="0" rIns="0" bIns="0" rtlCol="0">
            <a:spAutoFit/>
          </a:bodyPr>
          <a:lstStyle/>
          <a:p>
            <a:pPr algn="ctr"/>
            <a:r>
              <a:rPr lang="zh-CN" altLang="en-US" sz="1000" dirty="0">
                <a:solidFill>
                  <a:schemeClr val="bg1"/>
                </a:solidFill>
                <a:latin typeface="+mn-ea"/>
              </a:rPr>
              <a:t>物流</a:t>
            </a:r>
          </a:p>
        </p:txBody>
      </p:sp>
      <p:sp>
        <p:nvSpPr>
          <p:cNvPr id="95" name="文本框 94">
            <a:extLst>
              <a:ext uri="{FF2B5EF4-FFF2-40B4-BE49-F238E27FC236}">
                <a16:creationId xmlns:a16="http://schemas.microsoft.com/office/drawing/2014/main" id="{C4D9D77C-CE0A-8AF3-FF9C-A5D77C838125}"/>
              </a:ext>
            </a:extLst>
          </p:cNvPr>
          <p:cNvSpPr txBox="1"/>
          <p:nvPr/>
        </p:nvSpPr>
        <p:spPr>
          <a:xfrm>
            <a:off x="2437029" y="3513353"/>
            <a:ext cx="384721" cy="153888"/>
          </a:xfrm>
          <a:prstGeom prst="rect">
            <a:avLst/>
          </a:prstGeom>
          <a:noFill/>
        </p:spPr>
        <p:txBody>
          <a:bodyPr wrap="none" lIns="0" tIns="0" rIns="0" bIns="0" rtlCol="0">
            <a:spAutoFit/>
          </a:bodyPr>
          <a:lstStyle/>
          <a:p>
            <a:pPr algn="ctr"/>
            <a:r>
              <a:rPr lang="zh-CN" altLang="en-US" sz="1000" dirty="0">
                <a:solidFill>
                  <a:schemeClr val="bg1"/>
                </a:solidFill>
                <a:latin typeface="+mn-ea"/>
              </a:rPr>
              <a:t>信息流</a:t>
            </a:r>
          </a:p>
        </p:txBody>
      </p:sp>
      <p:sp>
        <p:nvSpPr>
          <p:cNvPr id="96" name="文本框 95">
            <a:extLst>
              <a:ext uri="{FF2B5EF4-FFF2-40B4-BE49-F238E27FC236}">
                <a16:creationId xmlns:a16="http://schemas.microsoft.com/office/drawing/2014/main" id="{4145351E-095D-D477-5F08-1704DEF639BC}"/>
              </a:ext>
            </a:extLst>
          </p:cNvPr>
          <p:cNvSpPr txBox="1"/>
          <p:nvPr/>
        </p:nvSpPr>
        <p:spPr>
          <a:xfrm>
            <a:off x="2437029" y="4046753"/>
            <a:ext cx="384721" cy="153888"/>
          </a:xfrm>
          <a:prstGeom prst="rect">
            <a:avLst/>
          </a:prstGeom>
          <a:noFill/>
        </p:spPr>
        <p:txBody>
          <a:bodyPr wrap="none" lIns="0" tIns="0" rIns="0" bIns="0" rtlCol="0">
            <a:spAutoFit/>
          </a:bodyPr>
          <a:lstStyle/>
          <a:p>
            <a:pPr algn="ctr"/>
            <a:r>
              <a:rPr lang="zh-CN" altLang="en-US" sz="1000" dirty="0">
                <a:solidFill>
                  <a:schemeClr val="bg1"/>
                </a:solidFill>
                <a:latin typeface="+mn-ea"/>
              </a:rPr>
              <a:t>资金流</a:t>
            </a:r>
          </a:p>
        </p:txBody>
      </p:sp>
      <p:sp>
        <p:nvSpPr>
          <p:cNvPr id="97" name="文本框 96">
            <a:extLst>
              <a:ext uri="{FF2B5EF4-FFF2-40B4-BE49-F238E27FC236}">
                <a16:creationId xmlns:a16="http://schemas.microsoft.com/office/drawing/2014/main" id="{0DF7618F-84B3-23BC-1143-E4C7EED68C32}"/>
              </a:ext>
            </a:extLst>
          </p:cNvPr>
          <p:cNvSpPr txBox="1"/>
          <p:nvPr/>
        </p:nvSpPr>
        <p:spPr>
          <a:xfrm>
            <a:off x="9558247" y="2927566"/>
            <a:ext cx="256480" cy="153888"/>
          </a:xfrm>
          <a:prstGeom prst="rect">
            <a:avLst/>
          </a:prstGeom>
          <a:noFill/>
        </p:spPr>
        <p:txBody>
          <a:bodyPr wrap="none" lIns="0" tIns="0" rIns="0" bIns="0" rtlCol="0">
            <a:spAutoFit/>
          </a:bodyPr>
          <a:lstStyle/>
          <a:p>
            <a:pPr algn="ctr"/>
            <a:r>
              <a:rPr lang="zh-CN" altLang="en-US" sz="1000" dirty="0">
                <a:solidFill>
                  <a:schemeClr val="bg1"/>
                </a:solidFill>
                <a:latin typeface="+mn-ea"/>
              </a:rPr>
              <a:t>物流</a:t>
            </a:r>
          </a:p>
        </p:txBody>
      </p:sp>
      <p:sp>
        <p:nvSpPr>
          <p:cNvPr id="98" name="文本框 97">
            <a:extLst>
              <a:ext uri="{FF2B5EF4-FFF2-40B4-BE49-F238E27FC236}">
                <a16:creationId xmlns:a16="http://schemas.microsoft.com/office/drawing/2014/main" id="{9EC25193-2A45-5914-04D9-5DBA888A970A}"/>
              </a:ext>
            </a:extLst>
          </p:cNvPr>
          <p:cNvSpPr txBox="1"/>
          <p:nvPr/>
        </p:nvSpPr>
        <p:spPr>
          <a:xfrm>
            <a:off x="9438798" y="3513353"/>
            <a:ext cx="384721" cy="153888"/>
          </a:xfrm>
          <a:prstGeom prst="rect">
            <a:avLst/>
          </a:prstGeom>
          <a:noFill/>
        </p:spPr>
        <p:txBody>
          <a:bodyPr wrap="none" lIns="0" tIns="0" rIns="0" bIns="0" rtlCol="0">
            <a:spAutoFit/>
          </a:bodyPr>
          <a:lstStyle/>
          <a:p>
            <a:pPr algn="ctr"/>
            <a:r>
              <a:rPr lang="zh-CN" altLang="en-US" sz="1000" dirty="0">
                <a:solidFill>
                  <a:schemeClr val="bg1"/>
                </a:solidFill>
                <a:latin typeface="+mn-ea"/>
              </a:rPr>
              <a:t>信息流</a:t>
            </a:r>
          </a:p>
        </p:txBody>
      </p:sp>
      <p:sp>
        <p:nvSpPr>
          <p:cNvPr id="99" name="文本框 98">
            <a:extLst>
              <a:ext uri="{FF2B5EF4-FFF2-40B4-BE49-F238E27FC236}">
                <a16:creationId xmlns:a16="http://schemas.microsoft.com/office/drawing/2014/main" id="{C5F4D79A-1126-75C2-ABDE-4373C0BD941E}"/>
              </a:ext>
            </a:extLst>
          </p:cNvPr>
          <p:cNvSpPr txBox="1"/>
          <p:nvPr/>
        </p:nvSpPr>
        <p:spPr>
          <a:xfrm>
            <a:off x="9438798" y="4046753"/>
            <a:ext cx="384721" cy="153888"/>
          </a:xfrm>
          <a:prstGeom prst="rect">
            <a:avLst/>
          </a:prstGeom>
          <a:noFill/>
        </p:spPr>
        <p:txBody>
          <a:bodyPr wrap="none" lIns="0" tIns="0" rIns="0" bIns="0" rtlCol="0">
            <a:spAutoFit/>
          </a:bodyPr>
          <a:lstStyle/>
          <a:p>
            <a:pPr algn="ctr"/>
            <a:r>
              <a:rPr lang="zh-CN" altLang="en-US" sz="1000" dirty="0">
                <a:solidFill>
                  <a:schemeClr val="bg1"/>
                </a:solidFill>
                <a:latin typeface="+mn-ea"/>
              </a:rPr>
              <a:t>资金流</a:t>
            </a:r>
          </a:p>
        </p:txBody>
      </p:sp>
      <p:sp>
        <p:nvSpPr>
          <p:cNvPr id="102" name="椭圆 101">
            <a:extLst>
              <a:ext uri="{FF2B5EF4-FFF2-40B4-BE49-F238E27FC236}">
                <a16:creationId xmlns:a16="http://schemas.microsoft.com/office/drawing/2014/main" id="{6A265BB6-29C3-4328-118C-76AA3171AF31}"/>
              </a:ext>
            </a:extLst>
          </p:cNvPr>
          <p:cNvSpPr/>
          <p:nvPr/>
        </p:nvSpPr>
        <p:spPr>
          <a:xfrm>
            <a:off x="7793207" y="3017971"/>
            <a:ext cx="1400342" cy="1400342"/>
          </a:xfrm>
          <a:prstGeom prst="ellipse">
            <a:avLst/>
          </a:prstGeom>
          <a:gradFill flip="none" rotWithShape="1">
            <a:gsLst>
              <a:gs pos="15000">
                <a:schemeClr val="accent2">
                  <a:alpha val="94000"/>
                </a:schemeClr>
              </a:gs>
              <a:gs pos="100000">
                <a:schemeClr val="accent2">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文本框 102">
            <a:extLst>
              <a:ext uri="{FF2B5EF4-FFF2-40B4-BE49-F238E27FC236}">
                <a16:creationId xmlns:a16="http://schemas.microsoft.com/office/drawing/2014/main" id="{803F88E1-FA10-C5E9-6C4D-D91D59D4ED50}"/>
              </a:ext>
            </a:extLst>
          </p:cNvPr>
          <p:cNvSpPr txBox="1"/>
          <p:nvPr/>
        </p:nvSpPr>
        <p:spPr>
          <a:xfrm>
            <a:off x="8108658" y="3731511"/>
            <a:ext cx="769442" cy="369332"/>
          </a:xfrm>
          <a:prstGeom prst="rect">
            <a:avLst/>
          </a:prstGeom>
          <a:noFill/>
        </p:spPr>
        <p:txBody>
          <a:bodyPr wrap="none" lIns="0" tIns="0" rIns="0" bIns="0" rtlCol="0">
            <a:spAutoFit/>
          </a:bodyPr>
          <a:lstStyle/>
          <a:p>
            <a:pPr algn="ctr"/>
            <a:r>
              <a:rPr lang="zh-CN" altLang="en-US" sz="1200" b="1" dirty="0">
                <a:latin typeface="+mn-ea"/>
              </a:rPr>
              <a:t>销售与交易</a:t>
            </a:r>
            <a:endParaRPr lang="en-US" altLang="zh-CN" sz="1200" b="1" dirty="0">
              <a:latin typeface="+mn-ea"/>
            </a:endParaRPr>
          </a:p>
          <a:p>
            <a:pPr algn="ctr"/>
            <a:r>
              <a:rPr lang="zh-CN" altLang="en-US" sz="1200" b="1" dirty="0">
                <a:latin typeface="+mn-ea"/>
              </a:rPr>
              <a:t>协同</a:t>
            </a:r>
          </a:p>
        </p:txBody>
      </p:sp>
      <p:sp>
        <p:nvSpPr>
          <p:cNvPr id="106" name="椭圆 105">
            <a:extLst>
              <a:ext uri="{FF2B5EF4-FFF2-40B4-BE49-F238E27FC236}">
                <a16:creationId xmlns:a16="http://schemas.microsoft.com/office/drawing/2014/main" id="{011B15B3-E9AB-8391-5FF3-DF3635240149}"/>
              </a:ext>
            </a:extLst>
          </p:cNvPr>
          <p:cNvSpPr/>
          <p:nvPr/>
        </p:nvSpPr>
        <p:spPr>
          <a:xfrm>
            <a:off x="9861960" y="2653111"/>
            <a:ext cx="1207188" cy="212609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06">
            <a:extLst>
              <a:ext uri="{FF2B5EF4-FFF2-40B4-BE49-F238E27FC236}">
                <a16:creationId xmlns:a16="http://schemas.microsoft.com/office/drawing/2014/main" id="{F23F709E-02DC-B896-39E1-3FD680F1D956}"/>
              </a:ext>
            </a:extLst>
          </p:cNvPr>
          <p:cNvSpPr txBox="1"/>
          <p:nvPr/>
        </p:nvSpPr>
        <p:spPr>
          <a:xfrm>
            <a:off x="10036658" y="3731511"/>
            <a:ext cx="857793" cy="369332"/>
          </a:xfrm>
          <a:prstGeom prst="rect">
            <a:avLst/>
          </a:prstGeom>
          <a:noFill/>
        </p:spPr>
        <p:txBody>
          <a:bodyPr wrap="square" lIns="0" tIns="0" rIns="0" bIns="0" rtlCol="0">
            <a:spAutoFit/>
          </a:bodyPr>
          <a:lstStyle/>
          <a:p>
            <a:pPr algn="ctr"/>
            <a:r>
              <a:rPr lang="zh-CN" altLang="en-US" sz="1200" dirty="0">
                <a:solidFill>
                  <a:schemeClr val="accent2"/>
                </a:solidFill>
                <a:latin typeface="+mn-ea"/>
              </a:rPr>
              <a:t>营销</a:t>
            </a:r>
            <a:r>
              <a:rPr lang="en-US" altLang="zh-CN" sz="1200" dirty="0">
                <a:solidFill>
                  <a:schemeClr val="accent2"/>
                </a:solidFill>
                <a:latin typeface="+mn-ea"/>
              </a:rPr>
              <a:t>&amp;</a:t>
            </a:r>
            <a:r>
              <a:rPr lang="zh-CN" altLang="en-US" sz="1200" dirty="0">
                <a:solidFill>
                  <a:schemeClr val="accent2"/>
                </a:solidFill>
                <a:latin typeface="+mn-ea"/>
              </a:rPr>
              <a:t>客户关系管理</a:t>
            </a:r>
          </a:p>
        </p:txBody>
      </p:sp>
      <p:grpSp>
        <p:nvGrpSpPr>
          <p:cNvPr id="113" name="组合 112">
            <a:extLst>
              <a:ext uri="{FF2B5EF4-FFF2-40B4-BE49-F238E27FC236}">
                <a16:creationId xmlns:a16="http://schemas.microsoft.com/office/drawing/2014/main" id="{656D575B-2F77-A5DE-1E83-CA98357EB3B6}"/>
              </a:ext>
            </a:extLst>
          </p:cNvPr>
          <p:cNvGrpSpPr/>
          <p:nvPr/>
        </p:nvGrpSpPr>
        <p:grpSpPr>
          <a:xfrm>
            <a:off x="10241051" y="3278635"/>
            <a:ext cx="449006" cy="327258"/>
            <a:chOff x="9297979" y="1789361"/>
            <a:chExt cx="1859728" cy="1355463"/>
          </a:xfrm>
          <a:solidFill>
            <a:schemeClr val="accent2"/>
          </a:solidFill>
        </p:grpSpPr>
        <p:sp>
          <p:nvSpPr>
            <p:cNvPr id="111" name="任意多边形: 形状 110">
              <a:extLst>
                <a:ext uri="{FF2B5EF4-FFF2-40B4-BE49-F238E27FC236}">
                  <a16:creationId xmlns:a16="http://schemas.microsoft.com/office/drawing/2014/main" id="{46E23AE0-1652-3FCF-157E-3EB323939531}"/>
                </a:ext>
              </a:extLst>
            </p:cNvPr>
            <p:cNvSpPr/>
            <p:nvPr/>
          </p:nvSpPr>
          <p:spPr>
            <a:xfrm>
              <a:off x="9686487" y="1876767"/>
              <a:ext cx="1078005" cy="1268057"/>
            </a:xfrm>
            <a:custGeom>
              <a:avLst/>
              <a:gdLst>
                <a:gd name="connsiteX0" fmla="*/ 648260 w 1078005"/>
                <a:gd name="connsiteY0" fmla="*/ 574274 h 1268057"/>
                <a:gd name="connsiteX1" fmla="*/ 836687 w 1078005"/>
                <a:gd name="connsiteY1" fmla="*/ 297656 h 1268057"/>
                <a:gd name="connsiteX2" fmla="*/ 539003 w 1078005"/>
                <a:gd name="connsiteY2" fmla="*/ 0 h 1268057"/>
                <a:gd name="connsiteX3" fmla="*/ 241347 w 1078005"/>
                <a:gd name="connsiteY3" fmla="*/ 297656 h 1268057"/>
                <a:gd name="connsiteX4" fmla="*/ 429746 w 1078005"/>
                <a:gd name="connsiteY4" fmla="*/ 574274 h 1268057"/>
                <a:gd name="connsiteX5" fmla="*/ 0 w 1078005"/>
                <a:gd name="connsiteY5" fmla="*/ 1102127 h 1268057"/>
                <a:gd name="connsiteX6" fmla="*/ 79926 w 1078005"/>
                <a:gd name="connsiteY6" fmla="*/ 1203036 h 1268057"/>
                <a:gd name="connsiteX7" fmla="*/ 81971 w 1078005"/>
                <a:gd name="connsiteY7" fmla="*/ 1203876 h 1268057"/>
                <a:gd name="connsiteX8" fmla="*/ 533260 w 1078005"/>
                <a:gd name="connsiteY8" fmla="*/ 1268058 h 1268057"/>
                <a:gd name="connsiteX9" fmla="*/ 997856 w 1078005"/>
                <a:gd name="connsiteY9" fmla="*/ 1201355 h 1268057"/>
                <a:gd name="connsiteX10" fmla="*/ 1078006 w 1078005"/>
                <a:gd name="connsiteY10" fmla="*/ 1102127 h 1268057"/>
                <a:gd name="connsiteX11" fmla="*/ 648260 w 1078005"/>
                <a:gd name="connsiteY11" fmla="*/ 574274 h 1268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8005" h="1268057">
                  <a:moveTo>
                    <a:pt x="648260" y="574274"/>
                  </a:moveTo>
                  <a:cubicBezTo>
                    <a:pt x="758442" y="530599"/>
                    <a:pt x="836687" y="423190"/>
                    <a:pt x="836687" y="297656"/>
                  </a:cubicBezTo>
                  <a:cubicBezTo>
                    <a:pt x="836687" y="133518"/>
                    <a:pt x="703141" y="0"/>
                    <a:pt x="539003" y="0"/>
                  </a:cubicBezTo>
                  <a:cubicBezTo>
                    <a:pt x="374865" y="0"/>
                    <a:pt x="241347" y="133518"/>
                    <a:pt x="241347" y="297656"/>
                  </a:cubicBezTo>
                  <a:cubicBezTo>
                    <a:pt x="241347" y="423190"/>
                    <a:pt x="319564" y="530599"/>
                    <a:pt x="429746" y="574274"/>
                  </a:cubicBezTo>
                  <a:cubicBezTo>
                    <a:pt x="184757" y="624924"/>
                    <a:pt x="0" y="842346"/>
                    <a:pt x="0" y="1102127"/>
                  </a:cubicBezTo>
                  <a:cubicBezTo>
                    <a:pt x="0" y="1165300"/>
                    <a:pt x="44319" y="1186227"/>
                    <a:pt x="79926" y="1203036"/>
                  </a:cubicBezTo>
                  <a:lnTo>
                    <a:pt x="81971" y="1203876"/>
                  </a:lnTo>
                  <a:cubicBezTo>
                    <a:pt x="225546" y="1254555"/>
                    <a:pt x="433191" y="1268058"/>
                    <a:pt x="533260" y="1268058"/>
                  </a:cubicBezTo>
                  <a:cubicBezTo>
                    <a:pt x="642377" y="1268058"/>
                    <a:pt x="855989" y="1250352"/>
                    <a:pt x="997856" y="1201355"/>
                  </a:cubicBezTo>
                  <a:cubicBezTo>
                    <a:pt x="1051028" y="1180960"/>
                    <a:pt x="1078006" y="1147566"/>
                    <a:pt x="1078006" y="1102127"/>
                  </a:cubicBezTo>
                  <a:cubicBezTo>
                    <a:pt x="1078006" y="842318"/>
                    <a:pt x="893249" y="624896"/>
                    <a:pt x="648260" y="574274"/>
                  </a:cubicBezTo>
                  <a:close/>
                </a:path>
              </a:pathLst>
            </a:custGeom>
            <a:grpFill/>
            <a:ln w="1860" cap="flat">
              <a:noFill/>
              <a:prstDash val="solid"/>
              <a:miter/>
            </a:ln>
          </p:spPr>
          <p:txBody>
            <a:bodyPr rtlCol="0" anchor="ctr"/>
            <a:lstStyle/>
            <a:p>
              <a:endParaRPr lang="zh-CN" altLang="en-US"/>
            </a:p>
          </p:txBody>
        </p:sp>
        <p:sp>
          <p:nvSpPr>
            <p:cNvPr id="112" name="任意多边形: 形状 111">
              <a:extLst>
                <a:ext uri="{FF2B5EF4-FFF2-40B4-BE49-F238E27FC236}">
                  <a16:creationId xmlns:a16="http://schemas.microsoft.com/office/drawing/2014/main" id="{756ED685-54D9-CE89-EC2E-C0514049C128}"/>
                </a:ext>
              </a:extLst>
            </p:cNvPr>
            <p:cNvSpPr/>
            <p:nvPr/>
          </p:nvSpPr>
          <p:spPr>
            <a:xfrm>
              <a:off x="9297979" y="1789361"/>
              <a:ext cx="1859728" cy="1255226"/>
            </a:xfrm>
            <a:custGeom>
              <a:avLst/>
              <a:gdLst>
                <a:gd name="connsiteX0" fmla="*/ 678320 w 1859728"/>
                <a:gd name="connsiteY0" fmla="*/ 636606 h 1255226"/>
                <a:gd name="connsiteX1" fmla="*/ 563460 w 1859728"/>
                <a:gd name="connsiteY1" fmla="*/ 373408 h 1255226"/>
                <a:gd name="connsiteX2" fmla="*/ 729559 w 1859728"/>
                <a:gd name="connsiteY2" fmla="*/ 70289 h 1255226"/>
                <a:gd name="connsiteX3" fmla="*/ 729559 w 1859728"/>
                <a:gd name="connsiteY3" fmla="*/ 70261 h 1255226"/>
                <a:gd name="connsiteX4" fmla="*/ 727346 w 1859728"/>
                <a:gd name="connsiteY4" fmla="*/ 68160 h 1255226"/>
                <a:gd name="connsiteX5" fmla="*/ 725301 w 1859728"/>
                <a:gd name="connsiteY5" fmla="*/ 65694 h 1255226"/>
                <a:gd name="connsiteX6" fmla="*/ 539003 w 1859728"/>
                <a:gd name="connsiteY6" fmla="*/ 0 h 1255226"/>
                <a:gd name="connsiteX7" fmla="*/ 241319 w 1859728"/>
                <a:gd name="connsiteY7" fmla="*/ 297656 h 1255226"/>
                <a:gd name="connsiteX8" fmla="*/ 429746 w 1859728"/>
                <a:gd name="connsiteY8" fmla="*/ 574273 h 1255226"/>
                <a:gd name="connsiteX9" fmla="*/ 0 w 1859728"/>
                <a:gd name="connsiteY9" fmla="*/ 1102127 h 1255226"/>
                <a:gd name="connsiteX10" fmla="*/ 80850 w 1859728"/>
                <a:gd name="connsiteY10" fmla="*/ 1201635 h 1255226"/>
                <a:gd name="connsiteX11" fmla="*/ 330377 w 1859728"/>
                <a:gd name="connsiteY11" fmla="*/ 1253714 h 1255226"/>
                <a:gd name="connsiteX12" fmla="*/ 325895 w 1859728"/>
                <a:gd name="connsiteY12" fmla="*/ 1181660 h 1255226"/>
                <a:gd name="connsiteX13" fmla="*/ 678320 w 1859728"/>
                <a:gd name="connsiteY13" fmla="*/ 636606 h 1255226"/>
                <a:gd name="connsiteX14" fmla="*/ 1429955 w 1859728"/>
                <a:gd name="connsiteY14" fmla="*/ 574302 h 1255226"/>
                <a:gd name="connsiteX15" fmla="*/ 1618382 w 1859728"/>
                <a:gd name="connsiteY15" fmla="*/ 297684 h 1255226"/>
                <a:gd name="connsiteX16" fmla="*/ 1320697 w 1859728"/>
                <a:gd name="connsiteY16" fmla="*/ 28 h 1255226"/>
                <a:gd name="connsiteX17" fmla="*/ 1131850 w 1859728"/>
                <a:gd name="connsiteY17" fmla="*/ 67599 h 1255226"/>
                <a:gd name="connsiteX18" fmla="*/ 1123950 w 1859728"/>
                <a:gd name="connsiteY18" fmla="*/ 74071 h 1255226"/>
                <a:gd name="connsiteX19" fmla="*/ 1283830 w 1859728"/>
                <a:gd name="connsiteY19" fmla="*/ 373408 h 1255226"/>
                <a:gd name="connsiteX20" fmla="*/ 1168970 w 1859728"/>
                <a:gd name="connsiteY20" fmla="*/ 636606 h 1255226"/>
                <a:gd name="connsiteX21" fmla="*/ 1521395 w 1859728"/>
                <a:gd name="connsiteY21" fmla="*/ 1181660 h 1255226"/>
                <a:gd name="connsiteX22" fmla="*/ 1516744 w 1859728"/>
                <a:gd name="connsiteY22" fmla="*/ 1255227 h 1255226"/>
                <a:gd name="connsiteX23" fmla="*/ 1518229 w 1859728"/>
                <a:gd name="connsiteY23" fmla="*/ 1255059 h 1255226"/>
                <a:gd name="connsiteX24" fmla="*/ 1779578 w 1859728"/>
                <a:gd name="connsiteY24" fmla="*/ 1201383 h 1255226"/>
                <a:gd name="connsiteX25" fmla="*/ 1859728 w 1859728"/>
                <a:gd name="connsiteY25" fmla="*/ 1102155 h 1255226"/>
                <a:gd name="connsiteX26" fmla="*/ 1429955 w 1859728"/>
                <a:gd name="connsiteY26" fmla="*/ 574302 h 125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859728" h="1255226">
                  <a:moveTo>
                    <a:pt x="678320" y="636606"/>
                  </a:moveTo>
                  <a:cubicBezTo>
                    <a:pt x="607807" y="570856"/>
                    <a:pt x="563460" y="477427"/>
                    <a:pt x="563460" y="373408"/>
                  </a:cubicBezTo>
                  <a:cubicBezTo>
                    <a:pt x="563460" y="246025"/>
                    <a:pt x="629771" y="134331"/>
                    <a:pt x="729559" y="70289"/>
                  </a:cubicBezTo>
                  <a:lnTo>
                    <a:pt x="729559" y="70261"/>
                  </a:lnTo>
                  <a:cubicBezTo>
                    <a:pt x="728943" y="69392"/>
                    <a:pt x="728046" y="68888"/>
                    <a:pt x="727346" y="68160"/>
                  </a:cubicBezTo>
                  <a:cubicBezTo>
                    <a:pt x="726617" y="67375"/>
                    <a:pt x="726169" y="66395"/>
                    <a:pt x="725301" y="65694"/>
                  </a:cubicBezTo>
                  <a:cubicBezTo>
                    <a:pt x="672468" y="23267"/>
                    <a:pt x="606762" y="97"/>
                    <a:pt x="539003" y="0"/>
                  </a:cubicBezTo>
                  <a:cubicBezTo>
                    <a:pt x="374865" y="0"/>
                    <a:pt x="241319" y="133518"/>
                    <a:pt x="241319" y="297656"/>
                  </a:cubicBezTo>
                  <a:cubicBezTo>
                    <a:pt x="241319" y="423190"/>
                    <a:pt x="319564" y="530599"/>
                    <a:pt x="429746" y="574273"/>
                  </a:cubicBezTo>
                  <a:cubicBezTo>
                    <a:pt x="184729" y="624924"/>
                    <a:pt x="0" y="842346"/>
                    <a:pt x="0" y="1102127"/>
                  </a:cubicBezTo>
                  <a:cubicBezTo>
                    <a:pt x="0" y="1147594"/>
                    <a:pt x="26978" y="1180960"/>
                    <a:pt x="80850" y="1201635"/>
                  </a:cubicBezTo>
                  <a:cubicBezTo>
                    <a:pt x="160636" y="1229201"/>
                    <a:pt x="259640" y="1245086"/>
                    <a:pt x="330377" y="1253714"/>
                  </a:cubicBezTo>
                  <a:cubicBezTo>
                    <a:pt x="327438" y="1229808"/>
                    <a:pt x="325941" y="1205747"/>
                    <a:pt x="325895" y="1181660"/>
                  </a:cubicBezTo>
                  <a:cubicBezTo>
                    <a:pt x="325895" y="938997"/>
                    <a:pt x="470591" y="730259"/>
                    <a:pt x="678320" y="636606"/>
                  </a:cubicBezTo>
                  <a:close/>
                  <a:moveTo>
                    <a:pt x="1429955" y="574302"/>
                  </a:moveTo>
                  <a:cubicBezTo>
                    <a:pt x="1540137" y="530627"/>
                    <a:pt x="1618382" y="423218"/>
                    <a:pt x="1618382" y="297684"/>
                  </a:cubicBezTo>
                  <a:cubicBezTo>
                    <a:pt x="1618382" y="133546"/>
                    <a:pt x="1484836" y="28"/>
                    <a:pt x="1320697" y="28"/>
                  </a:cubicBezTo>
                  <a:cubicBezTo>
                    <a:pt x="1251977" y="28"/>
                    <a:pt x="1184882" y="24037"/>
                    <a:pt x="1131850" y="67599"/>
                  </a:cubicBezTo>
                  <a:lnTo>
                    <a:pt x="1123950" y="74071"/>
                  </a:lnTo>
                  <a:cubicBezTo>
                    <a:pt x="1223908" y="140871"/>
                    <a:pt x="1283895" y="253184"/>
                    <a:pt x="1283830" y="373408"/>
                  </a:cubicBezTo>
                  <a:cubicBezTo>
                    <a:pt x="1283830" y="477427"/>
                    <a:pt x="1239483" y="570856"/>
                    <a:pt x="1168970" y="636606"/>
                  </a:cubicBezTo>
                  <a:cubicBezTo>
                    <a:pt x="1376699" y="730259"/>
                    <a:pt x="1521395" y="938997"/>
                    <a:pt x="1521395" y="1181660"/>
                  </a:cubicBezTo>
                  <a:cubicBezTo>
                    <a:pt x="1521395" y="1206593"/>
                    <a:pt x="1519686" y="1231106"/>
                    <a:pt x="1516744" y="1255227"/>
                  </a:cubicBezTo>
                  <a:lnTo>
                    <a:pt x="1518229" y="1255059"/>
                  </a:lnTo>
                  <a:cubicBezTo>
                    <a:pt x="1591039" y="1246598"/>
                    <a:pt x="1695366" y="1230490"/>
                    <a:pt x="1779578" y="1201383"/>
                  </a:cubicBezTo>
                  <a:cubicBezTo>
                    <a:pt x="1832750" y="1180988"/>
                    <a:pt x="1859728" y="1147594"/>
                    <a:pt x="1859728" y="1102155"/>
                  </a:cubicBezTo>
                  <a:cubicBezTo>
                    <a:pt x="1859728" y="842346"/>
                    <a:pt x="1674971" y="624924"/>
                    <a:pt x="1429955" y="574302"/>
                  </a:cubicBezTo>
                  <a:close/>
                </a:path>
              </a:pathLst>
            </a:custGeom>
            <a:grpFill/>
            <a:ln w="1860" cap="flat">
              <a:noFill/>
              <a:prstDash val="solid"/>
              <a:miter/>
            </a:ln>
          </p:spPr>
          <p:txBody>
            <a:bodyPr rtlCol="0" anchor="ctr"/>
            <a:lstStyle/>
            <a:p>
              <a:endParaRPr lang="zh-CN" altLang="en-US"/>
            </a:p>
          </p:txBody>
        </p:sp>
      </p:grpSp>
      <p:sp>
        <p:nvSpPr>
          <p:cNvPr id="104" name="文本框 103">
            <a:extLst>
              <a:ext uri="{FF2B5EF4-FFF2-40B4-BE49-F238E27FC236}">
                <a16:creationId xmlns:a16="http://schemas.microsoft.com/office/drawing/2014/main" id="{1980691C-6F99-E218-23F3-F100767A62A4}"/>
              </a:ext>
            </a:extLst>
          </p:cNvPr>
          <p:cNvSpPr txBox="1"/>
          <p:nvPr/>
        </p:nvSpPr>
        <p:spPr>
          <a:xfrm>
            <a:off x="1244715" y="3731511"/>
            <a:ext cx="920752" cy="369332"/>
          </a:xfrm>
          <a:prstGeom prst="rect">
            <a:avLst/>
          </a:prstGeom>
          <a:noFill/>
        </p:spPr>
        <p:txBody>
          <a:bodyPr wrap="square" lIns="0" tIns="0" rIns="0" bIns="0" rtlCol="0">
            <a:spAutoFit/>
          </a:bodyPr>
          <a:lstStyle/>
          <a:p>
            <a:pPr algn="ctr"/>
            <a:r>
              <a:rPr lang="zh-CN" altLang="en-US" sz="1200" dirty="0">
                <a:solidFill>
                  <a:schemeClr val="accent1"/>
                </a:solidFill>
                <a:latin typeface="+mn-ea"/>
              </a:rPr>
              <a:t>寻源</a:t>
            </a:r>
            <a:r>
              <a:rPr lang="en-US" altLang="zh-CN" sz="1200" dirty="0">
                <a:solidFill>
                  <a:schemeClr val="accent1"/>
                </a:solidFill>
                <a:latin typeface="+mn-ea"/>
              </a:rPr>
              <a:t>&amp;</a:t>
            </a:r>
            <a:r>
              <a:rPr lang="zh-CN" altLang="en-US" sz="1200" dirty="0">
                <a:solidFill>
                  <a:schemeClr val="accent1"/>
                </a:solidFill>
                <a:latin typeface="+mn-ea"/>
              </a:rPr>
              <a:t>供应商关系管理</a:t>
            </a:r>
          </a:p>
        </p:txBody>
      </p:sp>
      <p:sp>
        <p:nvSpPr>
          <p:cNvPr id="119" name="图形 117">
            <a:extLst>
              <a:ext uri="{FF2B5EF4-FFF2-40B4-BE49-F238E27FC236}">
                <a16:creationId xmlns:a16="http://schemas.microsoft.com/office/drawing/2014/main" id="{6768EF21-10A1-97B9-EB51-944A1A5303C1}"/>
              </a:ext>
            </a:extLst>
          </p:cNvPr>
          <p:cNvSpPr/>
          <p:nvPr/>
        </p:nvSpPr>
        <p:spPr>
          <a:xfrm>
            <a:off x="1509839" y="3263991"/>
            <a:ext cx="390504" cy="329745"/>
          </a:xfrm>
          <a:custGeom>
            <a:avLst/>
            <a:gdLst>
              <a:gd name="connsiteX0" fmla="*/ 1838695 w 1838695"/>
              <a:gd name="connsiteY0" fmla="*/ 1114315 h 1552610"/>
              <a:gd name="connsiteX1" fmla="*/ 1838695 w 1838695"/>
              <a:gd name="connsiteY1" fmla="*/ 1552611 h 1552610"/>
              <a:gd name="connsiteX2" fmla="*/ 0 w 1838695"/>
              <a:gd name="connsiteY2" fmla="*/ 1552611 h 1552610"/>
              <a:gd name="connsiteX3" fmla="*/ 0 w 1838695"/>
              <a:gd name="connsiteY3" fmla="*/ 1114315 h 1552610"/>
              <a:gd name="connsiteX4" fmla="*/ 125227 w 1838695"/>
              <a:gd name="connsiteY4" fmla="*/ 1114315 h 1552610"/>
              <a:gd name="connsiteX5" fmla="*/ 125227 w 1838695"/>
              <a:gd name="connsiteY5" fmla="*/ 621861 h 1552610"/>
              <a:gd name="connsiteX6" fmla="*/ 478201 w 1838695"/>
              <a:gd name="connsiteY6" fmla="*/ 374257 h 1552610"/>
              <a:gd name="connsiteX7" fmla="*/ 478201 w 1838695"/>
              <a:gd name="connsiteY7" fmla="*/ 621861 h 1552610"/>
              <a:gd name="connsiteX8" fmla="*/ 831080 w 1838695"/>
              <a:gd name="connsiteY8" fmla="*/ 374257 h 1552610"/>
              <a:gd name="connsiteX9" fmla="*/ 831080 w 1838695"/>
              <a:gd name="connsiteY9" fmla="*/ 621861 h 1552610"/>
              <a:gd name="connsiteX10" fmla="*/ 1184055 w 1838695"/>
              <a:gd name="connsiteY10" fmla="*/ 374257 h 1552610"/>
              <a:gd name="connsiteX11" fmla="*/ 1184055 w 1838695"/>
              <a:gd name="connsiteY11" fmla="*/ 861010 h 1552610"/>
              <a:gd name="connsiteX12" fmla="*/ 1305861 w 1838695"/>
              <a:gd name="connsiteY12" fmla="*/ 861010 h 1552610"/>
              <a:gd name="connsiteX13" fmla="*/ 1371991 w 1838695"/>
              <a:gd name="connsiteY13" fmla="*/ 0 h 1552610"/>
              <a:gd name="connsiteX14" fmla="*/ 1573799 w 1838695"/>
              <a:gd name="connsiteY14" fmla="*/ 0 h 1552610"/>
              <a:gd name="connsiteX15" fmla="*/ 1631662 w 1838695"/>
              <a:gd name="connsiteY15" fmla="*/ 861010 h 1552610"/>
              <a:gd name="connsiteX16" fmla="*/ 1767436 w 1838695"/>
              <a:gd name="connsiteY16" fmla="*/ 861010 h 1552610"/>
              <a:gd name="connsiteX17" fmla="*/ 1767436 w 1838695"/>
              <a:gd name="connsiteY17" fmla="*/ 1114315 h 1552610"/>
              <a:gd name="connsiteX18" fmla="*/ 1838600 w 1838695"/>
              <a:gd name="connsiteY18" fmla="*/ 1114315 h 1552610"/>
              <a:gd name="connsiteX19" fmla="*/ 576350 w 1838695"/>
              <a:gd name="connsiteY19" fmla="*/ 924953 h 1552610"/>
              <a:gd name="connsiteX20" fmla="*/ 298912 w 1838695"/>
              <a:gd name="connsiteY20" fmla="*/ 924953 h 1552610"/>
              <a:gd name="connsiteX21" fmla="*/ 298912 w 1838695"/>
              <a:gd name="connsiteY21" fmla="*/ 1181109 h 1552610"/>
              <a:gd name="connsiteX22" fmla="*/ 576350 w 1838695"/>
              <a:gd name="connsiteY22" fmla="*/ 1181109 h 1552610"/>
              <a:gd name="connsiteX23" fmla="*/ 576350 w 1838695"/>
              <a:gd name="connsiteY23" fmla="*/ 924953 h 1552610"/>
              <a:gd name="connsiteX24" fmla="*/ 1054457 w 1838695"/>
              <a:gd name="connsiteY24" fmla="*/ 924953 h 1552610"/>
              <a:gd name="connsiteX25" fmla="*/ 777018 w 1838695"/>
              <a:gd name="connsiteY25" fmla="*/ 924953 h 1552610"/>
              <a:gd name="connsiteX26" fmla="*/ 777018 w 1838695"/>
              <a:gd name="connsiteY26" fmla="*/ 1181109 h 1552610"/>
              <a:gd name="connsiteX27" fmla="*/ 1054457 w 1838695"/>
              <a:gd name="connsiteY27" fmla="*/ 1181109 h 1552610"/>
              <a:gd name="connsiteX28" fmla="*/ 1054457 w 1838695"/>
              <a:gd name="connsiteY28" fmla="*/ 924953 h 1552610"/>
              <a:gd name="connsiteX29" fmla="*/ 1538644 w 1838695"/>
              <a:gd name="connsiteY29" fmla="*/ 924953 h 1552610"/>
              <a:gd name="connsiteX30" fmla="*/ 1261205 w 1838695"/>
              <a:gd name="connsiteY30" fmla="*/ 924953 h 1552610"/>
              <a:gd name="connsiteX31" fmla="*/ 1261205 w 1838695"/>
              <a:gd name="connsiteY31" fmla="*/ 1181109 h 1552610"/>
              <a:gd name="connsiteX32" fmla="*/ 1538644 w 1838695"/>
              <a:gd name="connsiteY32" fmla="*/ 1181109 h 1552610"/>
              <a:gd name="connsiteX33" fmla="*/ 1538644 w 1838695"/>
              <a:gd name="connsiteY33" fmla="*/ 924953 h 155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38695" h="1552610">
                <a:moveTo>
                  <a:pt x="1838695" y="1114315"/>
                </a:moveTo>
                <a:lnTo>
                  <a:pt x="1838695" y="1552611"/>
                </a:lnTo>
                <a:lnTo>
                  <a:pt x="0" y="1552611"/>
                </a:lnTo>
                <a:lnTo>
                  <a:pt x="0" y="1114315"/>
                </a:lnTo>
                <a:lnTo>
                  <a:pt x="125227" y="1114315"/>
                </a:lnTo>
                <a:lnTo>
                  <a:pt x="125227" y="621861"/>
                </a:lnTo>
                <a:lnTo>
                  <a:pt x="478201" y="374257"/>
                </a:lnTo>
                <a:lnTo>
                  <a:pt x="478201" y="621861"/>
                </a:lnTo>
                <a:lnTo>
                  <a:pt x="831080" y="374257"/>
                </a:lnTo>
                <a:lnTo>
                  <a:pt x="831080" y="621861"/>
                </a:lnTo>
                <a:lnTo>
                  <a:pt x="1184055" y="374257"/>
                </a:lnTo>
                <a:lnTo>
                  <a:pt x="1184055" y="861010"/>
                </a:lnTo>
                <a:lnTo>
                  <a:pt x="1305861" y="861010"/>
                </a:lnTo>
                <a:lnTo>
                  <a:pt x="1371991" y="0"/>
                </a:lnTo>
                <a:lnTo>
                  <a:pt x="1573799" y="0"/>
                </a:lnTo>
                <a:lnTo>
                  <a:pt x="1631662" y="861010"/>
                </a:lnTo>
                <a:lnTo>
                  <a:pt x="1767436" y="861010"/>
                </a:lnTo>
                <a:lnTo>
                  <a:pt x="1767436" y="1114315"/>
                </a:lnTo>
                <a:lnTo>
                  <a:pt x="1838600" y="1114315"/>
                </a:lnTo>
                <a:close/>
                <a:moveTo>
                  <a:pt x="576350" y="924953"/>
                </a:moveTo>
                <a:lnTo>
                  <a:pt x="298912" y="924953"/>
                </a:lnTo>
                <a:lnTo>
                  <a:pt x="298912" y="1181109"/>
                </a:lnTo>
                <a:lnTo>
                  <a:pt x="576350" y="1181109"/>
                </a:lnTo>
                <a:lnTo>
                  <a:pt x="576350" y="924953"/>
                </a:lnTo>
                <a:close/>
                <a:moveTo>
                  <a:pt x="1054457" y="924953"/>
                </a:moveTo>
                <a:lnTo>
                  <a:pt x="777018" y="924953"/>
                </a:lnTo>
                <a:lnTo>
                  <a:pt x="777018" y="1181109"/>
                </a:lnTo>
                <a:lnTo>
                  <a:pt x="1054457" y="1181109"/>
                </a:lnTo>
                <a:lnTo>
                  <a:pt x="1054457" y="924953"/>
                </a:lnTo>
                <a:close/>
                <a:moveTo>
                  <a:pt x="1538644" y="924953"/>
                </a:moveTo>
                <a:lnTo>
                  <a:pt x="1261205" y="924953"/>
                </a:lnTo>
                <a:lnTo>
                  <a:pt x="1261205" y="1181109"/>
                </a:lnTo>
                <a:lnTo>
                  <a:pt x="1538644" y="1181109"/>
                </a:lnTo>
                <a:lnTo>
                  <a:pt x="1538644" y="924953"/>
                </a:lnTo>
                <a:close/>
              </a:path>
            </a:pathLst>
          </a:custGeom>
          <a:solidFill>
            <a:schemeClr val="accent1"/>
          </a:solidFill>
          <a:ln w="9476" cap="flat">
            <a:noFill/>
            <a:prstDash val="solid"/>
            <a:miter/>
          </a:ln>
        </p:spPr>
        <p:txBody>
          <a:bodyPr rtlCol="0" anchor="ctr"/>
          <a:lstStyle/>
          <a:p>
            <a:endParaRPr lang="zh-CN" altLang="en-US"/>
          </a:p>
        </p:txBody>
      </p:sp>
      <p:sp>
        <p:nvSpPr>
          <p:cNvPr id="122" name="图形 120">
            <a:extLst>
              <a:ext uri="{FF2B5EF4-FFF2-40B4-BE49-F238E27FC236}">
                <a16:creationId xmlns:a16="http://schemas.microsoft.com/office/drawing/2014/main" id="{17732776-3DE7-3B5F-27C8-A06D2A9940EF}"/>
              </a:ext>
            </a:extLst>
          </p:cNvPr>
          <p:cNvSpPr/>
          <p:nvPr/>
        </p:nvSpPr>
        <p:spPr>
          <a:xfrm>
            <a:off x="8283556" y="3340429"/>
            <a:ext cx="400087" cy="288714"/>
          </a:xfrm>
          <a:custGeom>
            <a:avLst/>
            <a:gdLst>
              <a:gd name="connsiteX0" fmla="*/ 1 w 364704"/>
              <a:gd name="connsiteY0" fmla="*/ 19968 h 263181"/>
              <a:gd name="connsiteX1" fmla="*/ 45843 w 364704"/>
              <a:gd name="connsiteY1" fmla="*/ 35104 h 263181"/>
              <a:gd name="connsiteX2" fmla="*/ 71004 w 364704"/>
              <a:gd name="connsiteY2" fmla="*/ 30387 h 263181"/>
              <a:gd name="connsiteX3" fmla="*/ 121260 w 364704"/>
              <a:gd name="connsiteY3" fmla="*/ 4718 h 263181"/>
              <a:gd name="connsiteX4" fmla="*/ 164684 w 364704"/>
              <a:gd name="connsiteY4" fmla="*/ 9730 h 263181"/>
              <a:gd name="connsiteX5" fmla="*/ 169751 w 364704"/>
              <a:gd name="connsiteY5" fmla="*/ 14042 h 263181"/>
              <a:gd name="connsiteX6" fmla="*/ 147612 w 364704"/>
              <a:gd name="connsiteY6" fmla="*/ 26381 h 263181"/>
              <a:gd name="connsiteX7" fmla="*/ 122053 w 364704"/>
              <a:gd name="connsiteY7" fmla="*/ 41867 h 263181"/>
              <a:gd name="connsiteX8" fmla="*/ 106725 w 364704"/>
              <a:gd name="connsiteY8" fmla="*/ 85214 h 263181"/>
              <a:gd name="connsiteX9" fmla="*/ 143265 w 364704"/>
              <a:gd name="connsiteY9" fmla="*/ 109013 h 263181"/>
              <a:gd name="connsiteX10" fmla="*/ 157446 w 364704"/>
              <a:gd name="connsiteY10" fmla="*/ 104580 h 263181"/>
              <a:gd name="connsiteX11" fmla="*/ 192068 w 364704"/>
              <a:gd name="connsiteY11" fmla="*/ 88818 h 263181"/>
              <a:gd name="connsiteX12" fmla="*/ 220875 w 364704"/>
              <a:gd name="connsiteY12" fmla="*/ 94107 h 263181"/>
              <a:gd name="connsiteX13" fmla="*/ 288163 w 364704"/>
              <a:gd name="connsiteY13" fmla="*/ 161268 h 263181"/>
              <a:gd name="connsiteX14" fmla="*/ 289014 w 364704"/>
              <a:gd name="connsiteY14" fmla="*/ 184539 h 263181"/>
              <a:gd name="connsiteX15" fmla="*/ 265489 w 364704"/>
              <a:gd name="connsiteY15" fmla="*/ 183786 h 263181"/>
              <a:gd name="connsiteX16" fmla="*/ 243623 w 364704"/>
              <a:gd name="connsiteY16" fmla="*/ 162353 h 263181"/>
              <a:gd name="connsiteX17" fmla="*/ 237974 w 364704"/>
              <a:gd name="connsiteY17" fmla="*/ 160173 h 263181"/>
              <a:gd name="connsiteX18" fmla="*/ 240099 w 364704"/>
              <a:gd name="connsiteY18" fmla="*/ 165674 h 263181"/>
              <a:gd name="connsiteX19" fmla="*/ 260884 w 364704"/>
              <a:gd name="connsiteY19" fmla="*/ 187658 h 263181"/>
              <a:gd name="connsiteX20" fmla="*/ 257272 w 364704"/>
              <a:gd name="connsiteY20" fmla="*/ 214315 h 263181"/>
              <a:gd name="connsiteX21" fmla="*/ 237841 w 364704"/>
              <a:gd name="connsiteY21" fmla="*/ 210084 h 263181"/>
              <a:gd name="connsiteX22" fmla="*/ 210905 w 364704"/>
              <a:gd name="connsiteY22" fmla="*/ 183653 h 263181"/>
              <a:gd name="connsiteX23" fmla="*/ 206319 w 364704"/>
              <a:gd name="connsiteY23" fmla="*/ 180607 h 263181"/>
              <a:gd name="connsiteX24" fmla="*/ 209468 w 364704"/>
              <a:gd name="connsiteY24" fmla="*/ 188418 h 263181"/>
              <a:gd name="connsiteX25" fmla="*/ 229774 w 364704"/>
              <a:gd name="connsiteY25" fmla="*/ 209870 h 263181"/>
              <a:gd name="connsiteX26" fmla="*/ 235069 w 364704"/>
              <a:gd name="connsiteY26" fmla="*/ 221146 h 263181"/>
              <a:gd name="connsiteX27" fmla="*/ 225513 w 364704"/>
              <a:gd name="connsiteY27" fmla="*/ 236441 h 263181"/>
              <a:gd name="connsiteX28" fmla="*/ 207584 w 364704"/>
              <a:gd name="connsiteY28" fmla="*/ 232554 h 263181"/>
              <a:gd name="connsiteX29" fmla="*/ 184333 w 364704"/>
              <a:gd name="connsiteY29" fmla="*/ 208977 h 263181"/>
              <a:gd name="connsiteX30" fmla="*/ 180274 w 364704"/>
              <a:gd name="connsiteY30" fmla="*/ 205551 h 263181"/>
              <a:gd name="connsiteX31" fmla="*/ 177173 w 364704"/>
              <a:gd name="connsiteY31" fmla="*/ 205075 h 263181"/>
              <a:gd name="connsiteX32" fmla="*/ 177297 w 364704"/>
              <a:gd name="connsiteY32" fmla="*/ 208276 h 263181"/>
              <a:gd name="connsiteX33" fmla="*/ 180126 w 364704"/>
              <a:gd name="connsiteY33" fmla="*/ 211922 h 263181"/>
              <a:gd name="connsiteX34" fmla="*/ 198322 w 364704"/>
              <a:gd name="connsiteY34" fmla="*/ 230960 h 263181"/>
              <a:gd name="connsiteX35" fmla="*/ 199436 w 364704"/>
              <a:gd name="connsiteY35" fmla="*/ 250947 h 263181"/>
              <a:gd name="connsiteX36" fmla="*/ 176490 w 364704"/>
              <a:gd name="connsiteY36" fmla="*/ 253650 h 263181"/>
              <a:gd name="connsiteX37" fmla="*/ 167826 w 364704"/>
              <a:gd name="connsiteY37" fmla="*/ 244707 h 263181"/>
              <a:gd name="connsiteX38" fmla="*/ 167281 w 364704"/>
              <a:gd name="connsiteY38" fmla="*/ 241839 h 263181"/>
              <a:gd name="connsiteX39" fmla="*/ 144136 w 364704"/>
              <a:gd name="connsiteY39" fmla="*/ 203325 h 263181"/>
              <a:gd name="connsiteX40" fmla="*/ 141074 w 364704"/>
              <a:gd name="connsiteY40" fmla="*/ 199986 h 263181"/>
              <a:gd name="connsiteX41" fmla="*/ 119927 w 364704"/>
              <a:gd name="connsiteY41" fmla="*/ 177289 h 263181"/>
              <a:gd name="connsiteX42" fmla="*/ 116835 w 364704"/>
              <a:gd name="connsiteY42" fmla="*/ 173962 h 263181"/>
              <a:gd name="connsiteX43" fmla="*/ 96428 w 364704"/>
              <a:gd name="connsiteY43" fmla="*/ 152852 h 263181"/>
              <a:gd name="connsiteX44" fmla="*/ 93230 w 364704"/>
              <a:gd name="connsiteY44" fmla="*/ 149596 h 263181"/>
              <a:gd name="connsiteX45" fmla="*/ 48419 w 364704"/>
              <a:gd name="connsiteY45" fmla="*/ 127045 h 263181"/>
              <a:gd name="connsiteX46" fmla="*/ 20435 w 364704"/>
              <a:gd name="connsiteY46" fmla="*/ 151091 h 263181"/>
              <a:gd name="connsiteX47" fmla="*/ 19941 w 364704"/>
              <a:gd name="connsiteY47" fmla="*/ 152028 h 263181"/>
              <a:gd name="connsiteX48" fmla="*/ 19304 w 364704"/>
              <a:gd name="connsiteY48" fmla="*/ 152748 h 263181"/>
              <a:gd name="connsiteX49" fmla="*/ 2 w 364704"/>
              <a:gd name="connsiteY49" fmla="*/ 146038 h 263181"/>
              <a:gd name="connsiteX50" fmla="*/ 1 w 364704"/>
              <a:gd name="connsiteY50" fmla="*/ 19968 h 263181"/>
              <a:gd name="connsiteX51" fmla="*/ 364705 w 364704"/>
              <a:gd name="connsiteY51" fmla="*/ 142468 h 263181"/>
              <a:gd name="connsiteX52" fmla="*/ 326554 w 364704"/>
              <a:gd name="connsiteY52" fmla="*/ 149269 h 263181"/>
              <a:gd name="connsiteX53" fmla="*/ 303300 w 364704"/>
              <a:gd name="connsiteY53" fmla="*/ 141051 h 263181"/>
              <a:gd name="connsiteX54" fmla="*/ 229603 w 364704"/>
              <a:gd name="connsiteY54" fmla="*/ 68228 h 263181"/>
              <a:gd name="connsiteX55" fmla="*/ 204160 w 364704"/>
              <a:gd name="connsiteY55" fmla="*/ 63338 h 263181"/>
              <a:gd name="connsiteX56" fmla="*/ 162592 w 364704"/>
              <a:gd name="connsiteY56" fmla="*/ 84307 h 263181"/>
              <a:gd name="connsiteX57" fmla="*/ 149970 w 364704"/>
              <a:gd name="connsiteY57" fmla="*/ 90855 h 263181"/>
              <a:gd name="connsiteX58" fmla="*/ 122193 w 364704"/>
              <a:gd name="connsiteY58" fmla="*/ 82008 h 263181"/>
              <a:gd name="connsiteX59" fmla="*/ 130358 w 364704"/>
              <a:gd name="connsiteY59" fmla="*/ 54278 h 263181"/>
              <a:gd name="connsiteX60" fmla="*/ 217103 w 364704"/>
              <a:gd name="connsiteY60" fmla="*/ 5403 h 263181"/>
              <a:gd name="connsiteX61" fmla="*/ 217408 w 364704"/>
              <a:gd name="connsiteY61" fmla="*/ 5224 h 263181"/>
              <a:gd name="connsiteX62" fmla="*/ 252329 w 364704"/>
              <a:gd name="connsiteY62" fmla="*/ 8004 h 263181"/>
              <a:gd name="connsiteX63" fmla="*/ 289279 w 364704"/>
              <a:gd name="connsiteY63" fmla="*/ 39288 h 263181"/>
              <a:gd name="connsiteX64" fmla="*/ 309790 w 364704"/>
              <a:gd name="connsiteY64" fmla="*/ 44422 h 263181"/>
              <a:gd name="connsiteX65" fmla="*/ 361538 w 364704"/>
              <a:gd name="connsiteY65" fmla="*/ 33123 h 263181"/>
              <a:gd name="connsiteX66" fmla="*/ 364705 w 364704"/>
              <a:gd name="connsiteY66" fmla="*/ 32779 h 263181"/>
              <a:gd name="connsiteX67" fmla="*/ 364705 w 364704"/>
              <a:gd name="connsiteY67" fmla="*/ 142468 h 263181"/>
              <a:gd name="connsiteX68" fmla="*/ 108416 w 364704"/>
              <a:gd name="connsiteY68" fmla="*/ 233528 h 263181"/>
              <a:gd name="connsiteX69" fmla="*/ 98664 w 364704"/>
              <a:gd name="connsiteY69" fmla="*/ 236059 h 263181"/>
              <a:gd name="connsiteX70" fmla="*/ 84478 w 364704"/>
              <a:gd name="connsiteY70" fmla="*/ 233513 h 263181"/>
              <a:gd name="connsiteX71" fmla="*/ 80038 w 364704"/>
              <a:gd name="connsiteY71" fmla="*/ 218493 h 263181"/>
              <a:gd name="connsiteX72" fmla="*/ 83070 w 364704"/>
              <a:gd name="connsiteY72" fmla="*/ 209351 h 263181"/>
              <a:gd name="connsiteX73" fmla="*/ 73035 w 364704"/>
              <a:gd name="connsiteY73" fmla="*/ 211852 h 263181"/>
              <a:gd name="connsiteX74" fmla="*/ 56492 w 364704"/>
              <a:gd name="connsiteY74" fmla="*/ 193276 h 263181"/>
              <a:gd name="connsiteX75" fmla="*/ 59440 w 364704"/>
              <a:gd name="connsiteY75" fmla="*/ 184904 h 263181"/>
              <a:gd name="connsiteX76" fmla="*/ 53710 w 364704"/>
              <a:gd name="connsiteY76" fmla="*/ 186371 h 263181"/>
              <a:gd name="connsiteX77" fmla="*/ 32054 w 364704"/>
              <a:gd name="connsiteY77" fmla="*/ 166649 h 263181"/>
              <a:gd name="connsiteX78" fmla="*/ 55769 w 364704"/>
              <a:gd name="connsiteY78" fmla="*/ 143024 h 263181"/>
              <a:gd name="connsiteX79" fmla="*/ 77354 w 364704"/>
              <a:gd name="connsiteY79" fmla="*/ 164833 h 263181"/>
              <a:gd name="connsiteX80" fmla="*/ 76818 w 364704"/>
              <a:gd name="connsiteY80" fmla="*/ 168138 h 263181"/>
              <a:gd name="connsiteX81" fmla="*/ 96088 w 364704"/>
              <a:gd name="connsiteY81" fmla="*/ 173002 h 263181"/>
              <a:gd name="connsiteX82" fmla="*/ 100583 w 364704"/>
              <a:gd name="connsiteY82" fmla="*/ 192534 h 263181"/>
              <a:gd name="connsiteX83" fmla="*/ 120646 w 364704"/>
              <a:gd name="connsiteY83" fmla="*/ 198563 h 263181"/>
              <a:gd name="connsiteX84" fmla="*/ 123793 w 364704"/>
              <a:gd name="connsiteY84" fmla="*/ 219163 h 263181"/>
              <a:gd name="connsiteX85" fmla="*/ 131500 w 364704"/>
              <a:gd name="connsiteY85" fmla="*/ 218461 h 263181"/>
              <a:gd name="connsiteX86" fmla="*/ 149381 w 364704"/>
              <a:gd name="connsiteY86" fmla="*/ 243373 h 263181"/>
              <a:gd name="connsiteX87" fmla="*/ 113231 w 364704"/>
              <a:gd name="connsiteY87" fmla="*/ 261819 h 263181"/>
              <a:gd name="connsiteX88" fmla="*/ 104432 w 364704"/>
              <a:gd name="connsiteY88" fmla="*/ 243686 h 263181"/>
              <a:gd name="connsiteX89" fmla="*/ 108416 w 364704"/>
              <a:gd name="connsiteY89" fmla="*/ 233531 h 263181"/>
              <a:gd name="connsiteX90" fmla="*/ 108416 w 364704"/>
              <a:gd name="connsiteY90" fmla="*/ 233528 h 263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364704" h="263181">
                <a:moveTo>
                  <a:pt x="1" y="19968"/>
                </a:moveTo>
                <a:cubicBezTo>
                  <a:pt x="15264" y="25077"/>
                  <a:pt x="30387" y="30676"/>
                  <a:pt x="45843" y="35104"/>
                </a:cubicBezTo>
                <a:cubicBezTo>
                  <a:pt x="54531" y="37584"/>
                  <a:pt x="63164" y="35353"/>
                  <a:pt x="71004" y="30387"/>
                </a:cubicBezTo>
                <a:cubicBezTo>
                  <a:pt x="86957" y="20286"/>
                  <a:pt x="103430" y="11149"/>
                  <a:pt x="121260" y="4718"/>
                </a:cubicBezTo>
                <a:cubicBezTo>
                  <a:pt x="136565" y="-805"/>
                  <a:pt x="151089" y="576"/>
                  <a:pt x="164684" y="9730"/>
                </a:cubicBezTo>
                <a:cubicBezTo>
                  <a:pt x="166397" y="10884"/>
                  <a:pt x="167862" y="12415"/>
                  <a:pt x="169751" y="14042"/>
                </a:cubicBezTo>
                <a:cubicBezTo>
                  <a:pt x="162064" y="18305"/>
                  <a:pt x="154757" y="22202"/>
                  <a:pt x="147612" y="26381"/>
                </a:cubicBezTo>
                <a:cubicBezTo>
                  <a:pt x="139006" y="31407"/>
                  <a:pt x="130403" y="36445"/>
                  <a:pt x="122053" y="41867"/>
                </a:cubicBezTo>
                <a:cubicBezTo>
                  <a:pt x="106787" y="51796"/>
                  <a:pt x="100852" y="68927"/>
                  <a:pt x="106725" y="85214"/>
                </a:cubicBezTo>
                <a:cubicBezTo>
                  <a:pt x="112194" y="100401"/>
                  <a:pt x="128707" y="111375"/>
                  <a:pt x="143265" y="109013"/>
                </a:cubicBezTo>
                <a:cubicBezTo>
                  <a:pt x="148103" y="108215"/>
                  <a:pt x="152913" y="106548"/>
                  <a:pt x="157446" y="104580"/>
                </a:cubicBezTo>
                <a:cubicBezTo>
                  <a:pt x="169080" y="99534"/>
                  <a:pt x="180530" y="94089"/>
                  <a:pt x="192068" y="88818"/>
                </a:cubicBezTo>
                <a:cubicBezTo>
                  <a:pt x="203233" y="83713"/>
                  <a:pt x="212102" y="85358"/>
                  <a:pt x="220875" y="94107"/>
                </a:cubicBezTo>
                <a:cubicBezTo>
                  <a:pt x="243299" y="116493"/>
                  <a:pt x="265711" y="138894"/>
                  <a:pt x="288163" y="161268"/>
                </a:cubicBezTo>
                <a:cubicBezTo>
                  <a:pt x="294943" y="168030"/>
                  <a:pt x="295351" y="178048"/>
                  <a:pt x="289014" y="184539"/>
                </a:cubicBezTo>
                <a:cubicBezTo>
                  <a:pt x="282578" y="191133"/>
                  <a:pt x="272563" y="190792"/>
                  <a:pt x="265489" y="183786"/>
                </a:cubicBezTo>
                <a:cubicBezTo>
                  <a:pt x="258244" y="176596"/>
                  <a:pt x="251019" y="169383"/>
                  <a:pt x="243623" y="162353"/>
                </a:cubicBezTo>
                <a:cubicBezTo>
                  <a:pt x="242153" y="160927"/>
                  <a:pt x="240559" y="157811"/>
                  <a:pt x="237974" y="160173"/>
                </a:cubicBezTo>
                <a:cubicBezTo>
                  <a:pt x="237431" y="160692"/>
                  <a:pt x="238797" y="164254"/>
                  <a:pt x="240099" y="165674"/>
                </a:cubicBezTo>
                <a:cubicBezTo>
                  <a:pt x="246881" y="173137"/>
                  <a:pt x="253896" y="180382"/>
                  <a:pt x="260884" y="187658"/>
                </a:cubicBezTo>
                <a:cubicBezTo>
                  <a:pt x="269255" y="196354"/>
                  <a:pt x="267513" y="209366"/>
                  <a:pt x="257272" y="214315"/>
                </a:cubicBezTo>
                <a:cubicBezTo>
                  <a:pt x="250765" y="217472"/>
                  <a:pt x="243509" y="215757"/>
                  <a:pt x="237841" y="210084"/>
                </a:cubicBezTo>
                <a:cubicBezTo>
                  <a:pt x="228925" y="201210"/>
                  <a:pt x="219946" y="192399"/>
                  <a:pt x="210905" y="183653"/>
                </a:cubicBezTo>
                <a:cubicBezTo>
                  <a:pt x="209747" y="182518"/>
                  <a:pt x="208145" y="181806"/>
                  <a:pt x="206319" y="180607"/>
                </a:cubicBezTo>
                <a:cubicBezTo>
                  <a:pt x="205528" y="184643"/>
                  <a:pt x="207752" y="186543"/>
                  <a:pt x="209468" y="188418"/>
                </a:cubicBezTo>
                <a:cubicBezTo>
                  <a:pt x="216148" y="195652"/>
                  <a:pt x="222967" y="202756"/>
                  <a:pt x="229774" y="209870"/>
                </a:cubicBezTo>
                <a:cubicBezTo>
                  <a:pt x="232842" y="213055"/>
                  <a:pt x="234945" y="216595"/>
                  <a:pt x="235069" y="221146"/>
                </a:cubicBezTo>
                <a:cubicBezTo>
                  <a:pt x="235238" y="228019"/>
                  <a:pt x="231640" y="233819"/>
                  <a:pt x="225513" y="236441"/>
                </a:cubicBezTo>
                <a:cubicBezTo>
                  <a:pt x="219282" y="239115"/>
                  <a:pt x="212447" y="237571"/>
                  <a:pt x="207584" y="232554"/>
                </a:cubicBezTo>
                <a:cubicBezTo>
                  <a:pt x="199864" y="224665"/>
                  <a:pt x="192113" y="216806"/>
                  <a:pt x="184333" y="208977"/>
                </a:cubicBezTo>
                <a:cubicBezTo>
                  <a:pt x="183082" y="207727"/>
                  <a:pt x="181768" y="206473"/>
                  <a:pt x="180274" y="205551"/>
                </a:cubicBezTo>
                <a:cubicBezTo>
                  <a:pt x="179449" y="205037"/>
                  <a:pt x="178220" y="205211"/>
                  <a:pt x="177173" y="205075"/>
                </a:cubicBezTo>
                <a:cubicBezTo>
                  <a:pt x="177188" y="206149"/>
                  <a:pt x="176867" y="207401"/>
                  <a:pt x="177297" y="208276"/>
                </a:cubicBezTo>
                <a:cubicBezTo>
                  <a:pt x="177963" y="209631"/>
                  <a:pt x="179065" y="210804"/>
                  <a:pt x="180126" y="211922"/>
                </a:cubicBezTo>
                <a:cubicBezTo>
                  <a:pt x="186163" y="218270"/>
                  <a:pt x="192396" y="224476"/>
                  <a:pt x="198322" y="230960"/>
                </a:cubicBezTo>
                <a:cubicBezTo>
                  <a:pt x="203438" y="236494"/>
                  <a:pt x="203905" y="244879"/>
                  <a:pt x="199436" y="250947"/>
                </a:cubicBezTo>
                <a:cubicBezTo>
                  <a:pt x="194012" y="258342"/>
                  <a:pt x="183459" y="259695"/>
                  <a:pt x="176490" y="253650"/>
                </a:cubicBezTo>
                <a:cubicBezTo>
                  <a:pt x="173374" y="250932"/>
                  <a:pt x="170599" y="247796"/>
                  <a:pt x="167826" y="244707"/>
                </a:cubicBezTo>
                <a:cubicBezTo>
                  <a:pt x="167263" y="244075"/>
                  <a:pt x="167188" y="242778"/>
                  <a:pt x="167281" y="241839"/>
                </a:cubicBezTo>
                <a:cubicBezTo>
                  <a:pt x="168944" y="224442"/>
                  <a:pt x="160126" y="209855"/>
                  <a:pt x="144136" y="203325"/>
                </a:cubicBezTo>
                <a:cubicBezTo>
                  <a:pt x="142846" y="202813"/>
                  <a:pt x="141543" y="201332"/>
                  <a:pt x="141074" y="199986"/>
                </a:cubicBezTo>
                <a:cubicBezTo>
                  <a:pt x="137323" y="189301"/>
                  <a:pt x="130419" y="181704"/>
                  <a:pt x="119927" y="177289"/>
                </a:cubicBezTo>
                <a:cubicBezTo>
                  <a:pt x="118640" y="176742"/>
                  <a:pt x="117350" y="175279"/>
                  <a:pt x="116835" y="173962"/>
                </a:cubicBezTo>
                <a:cubicBezTo>
                  <a:pt x="112998" y="164001"/>
                  <a:pt x="106296" y="156977"/>
                  <a:pt x="96428" y="152852"/>
                </a:cubicBezTo>
                <a:cubicBezTo>
                  <a:pt x="95117" y="152305"/>
                  <a:pt x="93695" y="150916"/>
                  <a:pt x="93230" y="149596"/>
                </a:cubicBezTo>
                <a:cubicBezTo>
                  <a:pt x="86460" y="130727"/>
                  <a:pt x="67493" y="122506"/>
                  <a:pt x="48419" y="127045"/>
                </a:cubicBezTo>
                <a:cubicBezTo>
                  <a:pt x="35029" y="130230"/>
                  <a:pt x="25738" y="138385"/>
                  <a:pt x="20435" y="151091"/>
                </a:cubicBezTo>
                <a:cubicBezTo>
                  <a:pt x="20295" y="151415"/>
                  <a:pt x="20130" y="151729"/>
                  <a:pt x="19941" y="152028"/>
                </a:cubicBezTo>
                <a:cubicBezTo>
                  <a:pt x="19813" y="152219"/>
                  <a:pt x="19639" y="152390"/>
                  <a:pt x="19304" y="152748"/>
                </a:cubicBezTo>
                <a:cubicBezTo>
                  <a:pt x="12937" y="150538"/>
                  <a:pt x="6465" y="148296"/>
                  <a:pt x="2" y="146038"/>
                </a:cubicBezTo>
                <a:cubicBezTo>
                  <a:pt x="-1" y="104009"/>
                  <a:pt x="-1" y="61985"/>
                  <a:pt x="1" y="19968"/>
                </a:cubicBezTo>
                <a:close/>
                <a:moveTo>
                  <a:pt x="364705" y="142468"/>
                </a:moveTo>
                <a:cubicBezTo>
                  <a:pt x="351980" y="144785"/>
                  <a:pt x="339325" y="147383"/>
                  <a:pt x="326554" y="149269"/>
                </a:cubicBezTo>
                <a:cubicBezTo>
                  <a:pt x="317595" y="150604"/>
                  <a:pt x="309842" y="147541"/>
                  <a:pt x="303300" y="141051"/>
                </a:cubicBezTo>
                <a:cubicBezTo>
                  <a:pt x="278780" y="116727"/>
                  <a:pt x="254125" y="92543"/>
                  <a:pt x="229603" y="68228"/>
                </a:cubicBezTo>
                <a:cubicBezTo>
                  <a:pt x="222139" y="60827"/>
                  <a:pt x="213370" y="59070"/>
                  <a:pt x="204160" y="63338"/>
                </a:cubicBezTo>
                <a:cubicBezTo>
                  <a:pt x="190101" y="69869"/>
                  <a:pt x="176424" y="77258"/>
                  <a:pt x="162592" y="84307"/>
                </a:cubicBezTo>
                <a:cubicBezTo>
                  <a:pt x="158370" y="86452"/>
                  <a:pt x="154203" y="88727"/>
                  <a:pt x="149970" y="90855"/>
                </a:cubicBezTo>
                <a:cubicBezTo>
                  <a:pt x="139693" y="96023"/>
                  <a:pt x="127595" y="92151"/>
                  <a:pt x="122193" y="82008"/>
                </a:cubicBezTo>
                <a:cubicBezTo>
                  <a:pt x="116918" y="72121"/>
                  <a:pt x="120478" y="59853"/>
                  <a:pt x="130358" y="54278"/>
                </a:cubicBezTo>
                <a:cubicBezTo>
                  <a:pt x="159259" y="37958"/>
                  <a:pt x="188185" y="21689"/>
                  <a:pt x="217103" y="5403"/>
                </a:cubicBezTo>
                <a:cubicBezTo>
                  <a:pt x="217208" y="5342"/>
                  <a:pt x="217308" y="5292"/>
                  <a:pt x="217408" y="5224"/>
                </a:cubicBezTo>
                <a:cubicBezTo>
                  <a:pt x="229774" y="-2849"/>
                  <a:pt x="241355" y="-1290"/>
                  <a:pt x="252329" y="8004"/>
                </a:cubicBezTo>
                <a:cubicBezTo>
                  <a:pt x="264638" y="18441"/>
                  <a:pt x="276999" y="28819"/>
                  <a:pt x="289279" y="39288"/>
                </a:cubicBezTo>
                <a:cubicBezTo>
                  <a:pt x="295305" y="44435"/>
                  <a:pt x="302118" y="46092"/>
                  <a:pt x="309790" y="44422"/>
                </a:cubicBezTo>
                <a:cubicBezTo>
                  <a:pt x="327049" y="40667"/>
                  <a:pt x="344288" y="36876"/>
                  <a:pt x="361538" y="33123"/>
                </a:cubicBezTo>
                <a:cubicBezTo>
                  <a:pt x="362561" y="32900"/>
                  <a:pt x="363636" y="32893"/>
                  <a:pt x="364705" y="32779"/>
                </a:cubicBezTo>
                <a:lnTo>
                  <a:pt x="364705" y="142468"/>
                </a:lnTo>
                <a:close/>
                <a:moveTo>
                  <a:pt x="108416" y="233528"/>
                </a:moveTo>
                <a:cubicBezTo>
                  <a:pt x="104800" y="234488"/>
                  <a:pt x="101764" y="235501"/>
                  <a:pt x="98664" y="236059"/>
                </a:cubicBezTo>
                <a:cubicBezTo>
                  <a:pt x="93664" y="236987"/>
                  <a:pt x="88666" y="237140"/>
                  <a:pt x="84478" y="233513"/>
                </a:cubicBezTo>
                <a:cubicBezTo>
                  <a:pt x="79840" y="229486"/>
                  <a:pt x="78113" y="224502"/>
                  <a:pt x="80038" y="218493"/>
                </a:cubicBezTo>
                <a:cubicBezTo>
                  <a:pt x="80964" y="215619"/>
                  <a:pt x="81946" y="212742"/>
                  <a:pt x="83070" y="209351"/>
                </a:cubicBezTo>
                <a:cubicBezTo>
                  <a:pt x="79369" y="210297"/>
                  <a:pt x="76223" y="211205"/>
                  <a:pt x="73035" y="211852"/>
                </a:cubicBezTo>
                <a:cubicBezTo>
                  <a:pt x="61582" y="214210"/>
                  <a:pt x="52807" y="204334"/>
                  <a:pt x="56492" y="193276"/>
                </a:cubicBezTo>
                <a:cubicBezTo>
                  <a:pt x="57351" y="190690"/>
                  <a:pt x="58297" y="188156"/>
                  <a:pt x="59440" y="184904"/>
                </a:cubicBezTo>
                <a:cubicBezTo>
                  <a:pt x="57189" y="185467"/>
                  <a:pt x="55398" y="185773"/>
                  <a:pt x="53710" y="186371"/>
                </a:cubicBezTo>
                <a:cubicBezTo>
                  <a:pt x="37478" y="192063"/>
                  <a:pt x="29329" y="178568"/>
                  <a:pt x="32054" y="166649"/>
                </a:cubicBezTo>
                <a:cubicBezTo>
                  <a:pt x="34747" y="154853"/>
                  <a:pt x="44541" y="144630"/>
                  <a:pt x="55769" y="143024"/>
                </a:cubicBezTo>
                <a:cubicBezTo>
                  <a:pt x="68810" y="141154"/>
                  <a:pt x="79436" y="151888"/>
                  <a:pt x="77354" y="164833"/>
                </a:cubicBezTo>
                <a:cubicBezTo>
                  <a:pt x="77209" y="165757"/>
                  <a:pt x="77053" y="166683"/>
                  <a:pt x="76818" y="168138"/>
                </a:cubicBezTo>
                <a:cubicBezTo>
                  <a:pt x="84049" y="167129"/>
                  <a:pt x="90763" y="167693"/>
                  <a:pt x="96088" y="173002"/>
                </a:cubicBezTo>
                <a:cubicBezTo>
                  <a:pt x="101515" y="178410"/>
                  <a:pt x="101803" y="185145"/>
                  <a:pt x="100583" y="192534"/>
                </a:cubicBezTo>
                <a:cubicBezTo>
                  <a:pt x="108288" y="191819"/>
                  <a:pt x="115394" y="192350"/>
                  <a:pt x="120646" y="198563"/>
                </a:cubicBezTo>
                <a:cubicBezTo>
                  <a:pt x="125802" y="204678"/>
                  <a:pt x="125982" y="211668"/>
                  <a:pt x="123793" y="219163"/>
                </a:cubicBezTo>
                <a:cubicBezTo>
                  <a:pt x="126628" y="218892"/>
                  <a:pt x="129071" y="218392"/>
                  <a:pt x="131500" y="218461"/>
                </a:cubicBezTo>
                <a:cubicBezTo>
                  <a:pt x="144448" y="218801"/>
                  <a:pt x="152808" y="230515"/>
                  <a:pt x="149381" y="243373"/>
                </a:cubicBezTo>
                <a:cubicBezTo>
                  <a:pt x="145733" y="257040"/>
                  <a:pt x="126389" y="266916"/>
                  <a:pt x="113231" y="261819"/>
                </a:cubicBezTo>
                <a:cubicBezTo>
                  <a:pt x="105573" y="258851"/>
                  <a:pt x="101949" y="251581"/>
                  <a:pt x="104432" y="243686"/>
                </a:cubicBezTo>
                <a:cubicBezTo>
                  <a:pt x="105459" y="240428"/>
                  <a:pt x="106920" y="237313"/>
                  <a:pt x="108416" y="233531"/>
                </a:cubicBezTo>
                <a:lnTo>
                  <a:pt x="108416" y="233528"/>
                </a:lnTo>
                <a:close/>
              </a:path>
            </a:pathLst>
          </a:custGeom>
          <a:solidFill>
            <a:schemeClr val="tx1"/>
          </a:solidFill>
          <a:ln w="437" cap="flat">
            <a:noFill/>
            <a:prstDash val="solid"/>
            <a:miter/>
          </a:ln>
        </p:spPr>
        <p:txBody>
          <a:bodyPr rtlCol="0" anchor="ctr"/>
          <a:lstStyle/>
          <a:p>
            <a:endParaRPr lang="zh-CN" altLang="en-US"/>
          </a:p>
        </p:txBody>
      </p:sp>
      <p:sp>
        <p:nvSpPr>
          <p:cNvPr id="7" name="椭圆 6">
            <a:extLst>
              <a:ext uri="{FF2B5EF4-FFF2-40B4-BE49-F238E27FC236}">
                <a16:creationId xmlns:a16="http://schemas.microsoft.com/office/drawing/2014/main" id="{E3F99C25-A4BB-DE4B-3AA5-67C038CA8F2C}"/>
              </a:ext>
            </a:extLst>
          </p:cNvPr>
          <p:cNvSpPr/>
          <p:nvPr/>
        </p:nvSpPr>
        <p:spPr>
          <a:xfrm>
            <a:off x="2968959" y="3017971"/>
            <a:ext cx="1400342" cy="1400342"/>
          </a:xfrm>
          <a:prstGeom prst="ellipse">
            <a:avLst/>
          </a:prstGeom>
          <a:gradFill flip="none" rotWithShape="1">
            <a:gsLst>
              <a:gs pos="15000">
                <a:schemeClr val="accent1">
                  <a:alpha val="92000"/>
                </a:schemeClr>
              </a:gs>
              <a:gs pos="100000">
                <a:schemeClr val="accent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a:extLst>
              <a:ext uri="{FF2B5EF4-FFF2-40B4-BE49-F238E27FC236}">
                <a16:creationId xmlns:a16="http://schemas.microsoft.com/office/drawing/2014/main" id="{BAC0D80A-5B0B-E39A-7B24-CEDD77ACE64D}"/>
              </a:ext>
            </a:extLst>
          </p:cNvPr>
          <p:cNvSpPr txBox="1"/>
          <p:nvPr/>
        </p:nvSpPr>
        <p:spPr>
          <a:xfrm>
            <a:off x="3284410" y="3731511"/>
            <a:ext cx="769441" cy="369332"/>
          </a:xfrm>
          <a:prstGeom prst="rect">
            <a:avLst/>
          </a:prstGeom>
          <a:noFill/>
        </p:spPr>
        <p:txBody>
          <a:bodyPr wrap="none" lIns="0" tIns="0" rIns="0" bIns="0" rtlCol="0">
            <a:spAutoFit/>
          </a:bodyPr>
          <a:lstStyle/>
          <a:p>
            <a:pPr algn="ctr"/>
            <a:r>
              <a:rPr lang="zh-CN" altLang="en-US" sz="1200" b="1" dirty="0">
                <a:latin typeface="+mn-ea"/>
              </a:rPr>
              <a:t>采购与交易</a:t>
            </a:r>
            <a:endParaRPr lang="en-US" altLang="zh-CN" sz="1200" b="1" dirty="0">
              <a:latin typeface="+mn-ea"/>
            </a:endParaRPr>
          </a:p>
          <a:p>
            <a:pPr algn="ctr"/>
            <a:r>
              <a:rPr lang="zh-CN" altLang="en-US" sz="1200" b="1" dirty="0">
                <a:latin typeface="+mn-ea"/>
              </a:rPr>
              <a:t>协同</a:t>
            </a:r>
          </a:p>
        </p:txBody>
      </p:sp>
      <p:grpSp>
        <p:nvGrpSpPr>
          <p:cNvPr id="128" name="组合 127">
            <a:extLst>
              <a:ext uri="{FF2B5EF4-FFF2-40B4-BE49-F238E27FC236}">
                <a16:creationId xmlns:a16="http://schemas.microsoft.com/office/drawing/2014/main" id="{E79942A9-89A0-120F-22F3-FF142F814B23}"/>
              </a:ext>
            </a:extLst>
          </p:cNvPr>
          <p:cNvGrpSpPr/>
          <p:nvPr/>
        </p:nvGrpSpPr>
        <p:grpSpPr>
          <a:xfrm>
            <a:off x="3496941" y="3295461"/>
            <a:ext cx="348300" cy="350192"/>
            <a:chOff x="8308337" y="2964667"/>
            <a:chExt cx="348300" cy="350192"/>
          </a:xfrm>
          <a:solidFill>
            <a:schemeClr val="tx1"/>
          </a:solidFill>
        </p:grpSpPr>
        <p:sp>
          <p:nvSpPr>
            <p:cNvPr id="126" name="任意多边形: 形状 125">
              <a:extLst>
                <a:ext uri="{FF2B5EF4-FFF2-40B4-BE49-F238E27FC236}">
                  <a16:creationId xmlns:a16="http://schemas.microsoft.com/office/drawing/2014/main" id="{073D3A60-C08E-43E4-85E9-D71350513ACA}"/>
                </a:ext>
              </a:extLst>
            </p:cNvPr>
            <p:cNvSpPr/>
            <p:nvPr/>
          </p:nvSpPr>
          <p:spPr>
            <a:xfrm>
              <a:off x="8308337" y="3008509"/>
              <a:ext cx="348300" cy="306350"/>
            </a:xfrm>
            <a:custGeom>
              <a:avLst/>
              <a:gdLst>
                <a:gd name="connsiteX0" fmla="*/ 56472 w 348300"/>
                <a:gd name="connsiteY0" fmla="*/ 5768 h 306350"/>
                <a:gd name="connsiteX1" fmla="*/ 56472 w 348300"/>
                <a:gd name="connsiteY1" fmla="*/ 5768 h 306350"/>
                <a:gd name="connsiteX2" fmla="*/ 84444 w 348300"/>
                <a:gd name="connsiteY2" fmla="*/ 5768 h 306350"/>
                <a:gd name="connsiteX3" fmla="*/ 186619 w 348300"/>
                <a:gd name="connsiteY3" fmla="*/ 107922 h 306350"/>
                <a:gd name="connsiteX4" fmla="*/ 186619 w 348300"/>
                <a:gd name="connsiteY4" fmla="*/ 135895 h 306350"/>
                <a:gd name="connsiteX5" fmla="*/ 186619 w 348300"/>
                <a:gd name="connsiteY5" fmla="*/ 135895 h 306350"/>
                <a:gd name="connsiteX6" fmla="*/ 158646 w 348300"/>
                <a:gd name="connsiteY6" fmla="*/ 135895 h 306350"/>
                <a:gd name="connsiteX7" fmla="*/ 56472 w 348300"/>
                <a:gd name="connsiteY7" fmla="*/ 33792 h 306350"/>
                <a:gd name="connsiteX8" fmla="*/ 56472 w 348300"/>
                <a:gd name="connsiteY8" fmla="*/ 5768 h 306350"/>
                <a:gd name="connsiteX9" fmla="*/ 56472 w 348300"/>
                <a:gd name="connsiteY9" fmla="*/ 5768 h 306350"/>
                <a:gd name="connsiteX10" fmla="*/ 325510 w 348300"/>
                <a:gd name="connsiteY10" fmla="*/ 106607 h 306350"/>
                <a:gd name="connsiteX11" fmla="*/ 200706 w 348300"/>
                <a:gd name="connsiteY11" fmla="*/ 106607 h 306350"/>
                <a:gd name="connsiteX12" fmla="*/ 195241 w 348300"/>
                <a:gd name="connsiteY12" fmla="*/ 144517 h 306350"/>
                <a:gd name="connsiteX13" fmla="*/ 150065 w 348300"/>
                <a:gd name="connsiteY13" fmla="*/ 144517 h 306350"/>
                <a:gd name="connsiteX14" fmla="*/ 112174 w 348300"/>
                <a:gd name="connsiteY14" fmla="*/ 106607 h 306350"/>
                <a:gd name="connsiteX15" fmla="*/ 22791 w 348300"/>
                <a:gd name="connsiteY15" fmla="*/ 106607 h 306350"/>
                <a:gd name="connsiteX16" fmla="*/ 0 w 348300"/>
                <a:gd name="connsiteY16" fmla="*/ 129398 h 306350"/>
                <a:gd name="connsiteX17" fmla="*/ 0 w 348300"/>
                <a:gd name="connsiteY17" fmla="*/ 129398 h 306350"/>
                <a:gd name="connsiteX18" fmla="*/ 22791 w 348300"/>
                <a:gd name="connsiteY18" fmla="*/ 152199 h 306350"/>
                <a:gd name="connsiteX19" fmla="*/ 28256 w 348300"/>
                <a:gd name="connsiteY19" fmla="*/ 152199 h 306350"/>
                <a:gd name="connsiteX20" fmla="*/ 80841 w 348300"/>
                <a:gd name="connsiteY20" fmla="*/ 306351 h 306350"/>
                <a:gd name="connsiteX21" fmla="*/ 127233 w 348300"/>
                <a:gd name="connsiteY21" fmla="*/ 306351 h 306350"/>
                <a:gd name="connsiteX22" fmla="*/ 224104 w 348300"/>
                <a:gd name="connsiteY22" fmla="*/ 306351 h 306350"/>
                <a:gd name="connsiteX23" fmla="*/ 270536 w 348300"/>
                <a:gd name="connsiteY23" fmla="*/ 306351 h 306350"/>
                <a:gd name="connsiteX24" fmla="*/ 323121 w 348300"/>
                <a:gd name="connsiteY24" fmla="*/ 152199 h 306350"/>
                <a:gd name="connsiteX25" fmla="*/ 325510 w 348300"/>
                <a:gd name="connsiteY25" fmla="*/ 152199 h 306350"/>
                <a:gd name="connsiteX26" fmla="*/ 348300 w 348300"/>
                <a:gd name="connsiteY26" fmla="*/ 129398 h 306350"/>
                <a:gd name="connsiteX27" fmla="*/ 348300 w 348300"/>
                <a:gd name="connsiteY27" fmla="*/ 129398 h 306350"/>
                <a:gd name="connsiteX28" fmla="*/ 325510 w 348300"/>
                <a:gd name="connsiteY28" fmla="*/ 106607 h 306350"/>
                <a:gd name="connsiteX29" fmla="*/ 325510 w 348300"/>
                <a:gd name="connsiteY29" fmla="*/ 106607 h 306350"/>
                <a:gd name="connsiteX30" fmla="*/ 82825 w 348300"/>
                <a:gd name="connsiteY30" fmla="*/ 166570 h 306350"/>
                <a:gd name="connsiteX31" fmla="*/ 266771 w 348300"/>
                <a:gd name="connsiteY31" fmla="*/ 166570 h 306350"/>
                <a:gd name="connsiteX32" fmla="*/ 278430 w 348300"/>
                <a:gd name="connsiteY32" fmla="*/ 178269 h 306350"/>
                <a:gd name="connsiteX33" fmla="*/ 278430 w 348300"/>
                <a:gd name="connsiteY33" fmla="*/ 178269 h 306350"/>
                <a:gd name="connsiteX34" fmla="*/ 266771 w 348300"/>
                <a:gd name="connsiteY34" fmla="*/ 189968 h 306350"/>
                <a:gd name="connsiteX35" fmla="*/ 82825 w 348300"/>
                <a:gd name="connsiteY35" fmla="*/ 189968 h 306350"/>
                <a:gd name="connsiteX36" fmla="*/ 71126 w 348300"/>
                <a:gd name="connsiteY36" fmla="*/ 178269 h 306350"/>
                <a:gd name="connsiteX37" fmla="*/ 71126 w 348300"/>
                <a:gd name="connsiteY37" fmla="*/ 178269 h 306350"/>
                <a:gd name="connsiteX38" fmla="*/ 82825 w 348300"/>
                <a:gd name="connsiteY38" fmla="*/ 166570 h 306350"/>
                <a:gd name="connsiteX39" fmla="*/ 82825 w 348300"/>
                <a:gd name="connsiteY39" fmla="*/ 166570 h 306350"/>
                <a:gd name="connsiteX40" fmla="*/ 108530 w 348300"/>
                <a:gd name="connsiteY40" fmla="*/ 259353 h 306350"/>
                <a:gd name="connsiteX41" fmla="*/ 242240 w 348300"/>
                <a:gd name="connsiteY41" fmla="*/ 259353 h 306350"/>
                <a:gd name="connsiteX42" fmla="*/ 253898 w 348300"/>
                <a:gd name="connsiteY42" fmla="*/ 271092 h 306350"/>
                <a:gd name="connsiteX43" fmla="*/ 253898 w 348300"/>
                <a:gd name="connsiteY43" fmla="*/ 271092 h 306350"/>
                <a:gd name="connsiteX44" fmla="*/ 242240 w 348300"/>
                <a:gd name="connsiteY44" fmla="*/ 282791 h 306350"/>
                <a:gd name="connsiteX45" fmla="*/ 108530 w 348300"/>
                <a:gd name="connsiteY45" fmla="*/ 282791 h 306350"/>
                <a:gd name="connsiteX46" fmla="*/ 96831 w 348300"/>
                <a:gd name="connsiteY46" fmla="*/ 271092 h 306350"/>
                <a:gd name="connsiteX47" fmla="*/ 96831 w 348300"/>
                <a:gd name="connsiteY47" fmla="*/ 271092 h 306350"/>
                <a:gd name="connsiteX48" fmla="*/ 108530 w 348300"/>
                <a:gd name="connsiteY48" fmla="*/ 259353 h 306350"/>
                <a:gd name="connsiteX49" fmla="*/ 108530 w 348300"/>
                <a:gd name="connsiteY49" fmla="*/ 259353 h 306350"/>
                <a:gd name="connsiteX50" fmla="*/ 95678 w 348300"/>
                <a:gd name="connsiteY50" fmla="*/ 213690 h 306350"/>
                <a:gd name="connsiteX51" fmla="*/ 256246 w 348300"/>
                <a:gd name="connsiteY51" fmla="*/ 213690 h 306350"/>
                <a:gd name="connsiteX52" fmla="*/ 267945 w 348300"/>
                <a:gd name="connsiteY52" fmla="*/ 225470 h 306350"/>
                <a:gd name="connsiteX53" fmla="*/ 267945 w 348300"/>
                <a:gd name="connsiteY53" fmla="*/ 225470 h 306350"/>
                <a:gd name="connsiteX54" fmla="*/ 256246 w 348300"/>
                <a:gd name="connsiteY54" fmla="*/ 237128 h 306350"/>
                <a:gd name="connsiteX55" fmla="*/ 95678 w 348300"/>
                <a:gd name="connsiteY55" fmla="*/ 237128 h 306350"/>
                <a:gd name="connsiteX56" fmla="*/ 84039 w 348300"/>
                <a:gd name="connsiteY56" fmla="*/ 225470 h 306350"/>
                <a:gd name="connsiteX57" fmla="*/ 84039 w 348300"/>
                <a:gd name="connsiteY57" fmla="*/ 225470 h 306350"/>
                <a:gd name="connsiteX58" fmla="*/ 95678 w 348300"/>
                <a:gd name="connsiteY58" fmla="*/ 213690 h 306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348300" h="306350">
                  <a:moveTo>
                    <a:pt x="56472" y="5768"/>
                  </a:moveTo>
                  <a:lnTo>
                    <a:pt x="56472" y="5768"/>
                  </a:lnTo>
                  <a:cubicBezTo>
                    <a:pt x="64183" y="-1923"/>
                    <a:pt x="76813" y="-1923"/>
                    <a:pt x="84444" y="5768"/>
                  </a:cubicBezTo>
                  <a:lnTo>
                    <a:pt x="186619" y="107922"/>
                  </a:lnTo>
                  <a:cubicBezTo>
                    <a:pt x="194310" y="115635"/>
                    <a:pt x="194310" y="128214"/>
                    <a:pt x="186619" y="135895"/>
                  </a:cubicBezTo>
                  <a:lnTo>
                    <a:pt x="186619" y="135895"/>
                  </a:lnTo>
                  <a:cubicBezTo>
                    <a:pt x="178968" y="143627"/>
                    <a:pt x="166378" y="143627"/>
                    <a:pt x="158646" y="135895"/>
                  </a:cubicBezTo>
                  <a:lnTo>
                    <a:pt x="56472" y="33792"/>
                  </a:lnTo>
                  <a:cubicBezTo>
                    <a:pt x="48820" y="26079"/>
                    <a:pt x="48820" y="13510"/>
                    <a:pt x="56472" y="5768"/>
                  </a:cubicBezTo>
                  <a:lnTo>
                    <a:pt x="56472" y="5768"/>
                  </a:lnTo>
                  <a:close/>
                  <a:moveTo>
                    <a:pt x="325510" y="106607"/>
                  </a:moveTo>
                  <a:lnTo>
                    <a:pt x="200706" y="106607"/>
                  </a:lnTo>
                  <a:cubicBezTo>
                    <a:pt x="207264" y="118741"/>
                    <a:pt x="205482" y="134256"/>
                    <a:pt x="195241" y="144517"/>
                  </a:cubicBezTo>
                  <a:cubicBezTo>
                    <a:pt x="182773" y="156975"/>
                    <a:pt x="162512" y="156975"/>
                    <a:pt x="150065" y="144517"/>
                  </a:cubicBezTo>
                  <a:lnTo>
                    <a:pt x="112174" y="106607"/>
                  </a:lnTo>
                  <a:lnTo>
                    <a:pt x="22791" y="106607"/>
                  </a:lnTo>
                  <a:cubicBezTo>
                    <a:pt x="10282" y="106607"/>
                    <a:pt x="0" y="116879"/>
                    <a:pt x="0" y="129398"/>
                  </a:cubicBezTo>
                  <a:lnTo>
                    <a:pt x="0" y="129398"/>
                  </a:lnTo>
                  <a:cubicBezTo>
                    <a:pt x="0" y="141926"/>
                    <a:pt x="10282" y="152199"/>
                    <a:pt x="22791" y="152199"/>
                  </a:cubicBezTo>
                  <a:lnTo>
                    <a:pt x="28256" y="152199"/>
                  </a:lnTo>
                  <a:lnTo>
                    <a:pt x="80841" y="306351"/>
                  </a:lnTo>
                  <a:lnTo>
                    <a:pt x="127233" y="306351"/>
                  </a:lnTo>
                  <a:lnTo>
                    <a:pt x="224104" y="306351"/>
                  </a:lnTo>
                  <a:lnTo>
                    <a:pt x="270536" y="306351"/>
                  </a:lnTo>
                  <a:lnTo>
                    <a:pt x="323121" y="152199"/>
                  </a:lnTo>
                  <a:lnTo>
                    <a:pt x="325510" y="152199"/>
                  </a:lnTo>
                  <a:cubicBezTo>
                    <a:pt x="338059" y="152199"/>
                    <a:pt x="348300" y="141927"/>
                    <a:pt x="348300" y="129398"/>
                  </a:cubicBezTo>
                  <a:lnTo>
                    <a:pt x="348300" y="129398"/>
                  </a:lnTo>
                  <a:cubicBezTo>
                    <a:pt x="348300" y="116879"/>
                    <a:pt x="338059" y="106607"/>
                    <a:pt x="325510" y="106607"/>
                  </a:cubicBezTo>
                  <a:lnTo>
                    <a:pt x="325510" y="106607"/>
                  </a:lnTo>
                  <a:close/>
                  <a:moveTo>
                    <a:pt x="82825" y="166570"/>
                  </a:moveTo>
                  <a:lnTo>
                    <a:pt x="266771" y="166570"/>
                  </a:lnTo>
                  <a:cubicBezTo>
                    <a:pt x="273208" y="166570"/>
                    <a:pt x="278430" y="171832"/>
                    <a:pt x="278430" y="178269"/>
                  </a:cubicBezTo>
                  <a:lnTo>
                    <a:pt x="278430" y="178269"/>
                  </a:lnTo>
                  <a:cubicBezTo>
                    <a:pt x="278430" y="184706"/>
                    <a:pt x="273208" y="189968"/>
                    <a:pt x="266771" y="189968"/>
                  </a:cubicBezTo>
                  <a:lnTo>
                    <a:pt x="82825" y="189968"/>
                  </a:lnTo>
                  <a:cubicBezTo>
                    <a:pt x="76388" y="189968"/>
                    <a:pt x="71126" y="184706"/>
                    <a:pt x="71126" y="178269"/>
                  </a:cubicBezTo>
                  <a:lnTo>
                    <a:pt x="71126" y="178269"/>
                  </a:lnTo>
                  <a:cubicBezTo>
                    <a:pt x="71126" y="171832"/>
                    <a:pt x="76388" y="166570"/>
                    <a:pt x="82825" y="166570"/>
                  </a:cubicBezTo>
                  <a:lnTo>
                    <a:pt x="82825" y="166570"/>
                  </a:lnTo>
                  <a:close/>
                  <a:moveTo>
                    <a:pt x="108530" y="259353"/>
                  </a:moveTo>
                  <a:lnTo>
                    <a:pt x="242240" y="259353"/>
                  </a:lnTo>
                  <a:cubicBezTo>
                    <a:pt x="248636" y="259353"/>
                    <a:pt x="253898" y="264656"/>
                    <a:pt x="253898" y="271092"/>
                  </a:cubicBezTo>
                  <a:lnTo>
                    <a:pt x="253898" y="271092"/>
                  </a:lnTo>
                  <a:cubicBezTo>
                    <a:pt x="253898" y="277529"/>
                    <a:pt x="248636" y="282791"/>
                    <a:pt x="242240" y="282791"/>
                  </a:cubicBezTo>
                  <a:lnTo>
                    <a:pt x="108530" y="282791"/>
                  </a:lnTo>
                  <a:cubicBezTo>
                    <a:pt x="102114" y="282791"/>
                    <a:pt x="96831" y="277529"/>
                    <a:pt x="96831" y="271092"/>
                  </a:cubicBezTo>
                  <a:lnTo>
                    <a:pt x="96831" y="271092"/>
                  </a:lnTo>
                  <a:cubicBezTo>
                    <a:pt x="96831" y="264656"/>
                    <a:pt x="102114" y="259353"/>
                    <a:pt x="108530" y="259353"/>
                  </a:cubicBezTo>
                  <a:lnTo>
                    <a:pt x="108530" y="259353"/>
                  </a:lnTo>
                  <a:close/>
                  <a:moveTo>
                    <a:pt x="95678" y="213690"/>
                  </a:moveTo>
                  <a:lnTo>
                    <a:pt x="256246" y="213690"/>
                  </a:lnTo>
                  <a:cubicBezTo>
                    <a:pt x="262683" y="213690"/>
                    <a:pt x="267945" y="218993"/>
                    <a:pt x="267945" y="225470"/>
                  </a:cubicBezTo>
                  <a:lnTo>
                    <a:pt x="267945" y="225470"/>
                  </a:lnTo>
                  <a:cubicBezTo>
                    <a:pt x="267945" y="231906"/>
                    <a:pt x="262683" y="237128"/>
                    <a:pt x="256246" y="237128"/>
                  </a:cubicBezTo>
                  <a:lnTo>
                    <a:pt x="95678" y="237128"/>
                  </a:lnTo>
                  <a:cubicBezTo>
                    <a:pt x="89241" y="237128"/>
                    <a:pt x="84039" y="231906"/>
                    <a:pt x="84039" y="225470"/>
                  </a:cubicBezTo>
                  <a:lnTo>
                    <a:pt x="84039" y="225470"/>
                  </a:lnTo>
                  <a:cubicBezTo>
                    <a:pt x="84039" y="218993"/>
                    <a:pt x="89241" y="213690"/>
                    <a:pt x="95678" y="213690"/>
                  </a:cubicBezTo>
                  <a:close/>
                </a:path>
              </a:pathLst>
            </a:custGeom>
            <a:grpFill/>
            <a:ln w="391" cap="flat">
              <a:noFill/>
              <a:prstDash val="solid"/>
              <a:miter/>
            </a:ln>
          </p:spPr>
          <p:txBody>
            <a:bodyPr rtlCol="0" anchor="ctr"/>
            <a:lstStyle/>
            <a:p>
              <a:endParaRPr lang="zh-CN" altLang="en-US"/>
            </a:p>
          </p:txBody>
        </p:sp>
        <p:sp>
          <p:nvSpPr>
            <p:cNvPr id="127" name="任意多边形: 形状 126">
              <a:extLst>
                <a:ext uri="{FF2B5EF4-FFF2-40B4-BE49-F238E27FC236}">
                  <a16:creationId xmlns:a16="http://schemas.microsoft.com/office/drawing/2014/main" id="{975A07C3-231B-0DDC-84E7-8463582C2DA5}"/>
                </a:ext>
              </a:extLst>
            </p:cNvPr>
            <p:cNvSpPr/>
            <p:nvPr/>
          </p:nvSpPr>
          <p:spPr>
            <a:xfrm>
              <a:off x="8463016" y="2964667"/>
              <a:ext cx="133466" cy="133455"/>
            </a:xfrm>
            <a:custGeom>
              <a:avLst/>
              <a:gdLst>
                <a:gd name="connsiteX0" fmla="*/ 33356 w 133466"/>
                <a:gd name="connsiteY0" fmla="*/ 0 h 133455"/>
                <a:gd name="connsiteX1" fmla="*/ 33356 w 133466"/>
                <a:gd name="connsiteY1" fmla="*/ 66733 h 133455"/>
                <a:gd name="connsiteX2" fmla="*/ 0 w 133466"/>
                <a:gd name="connsiteY2" fmla="*/ 66733 h 133455"/>
                <a:gd name="connsiteX3" fmla="*/ 66713 w 133466"/>
                <a:gd name="connsiteY3" fmla="*/ 133456 h 133455"/>
                <a:gd name="connsiteX4" fmla="*/ 133466 w 133466"/>
                <a:gd name="connsiteY4" fmla="*/ 66733 h 133455"/>
                <a:gd name="connsiteX5" fmla="*/ 100110 w 133466"/>
                <a:gd name="connsiteY5" fmla="*/ 66733 h 133455"/>
                <a:gd name="connsiteX6" fmla="*/ 100110 w 133466"/>
                <a:gd name="connsiteY6" fmla="*/ 0 h 133455"/>
                <a:gd name="connsiteX7" fmla="*/ 33356 w 133466"/>
                <a:gd name="connsiteY7" fmla="*/ 0 h 133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466" h="133455">
                  <a:moveTo>
                    <a:pt x="33356" y="0"/>
                  </a:moveTo>
                  <a:lnTo>
                    <a:pt x="33356" y="66733"/>
                  </a:lnTo>
                  <a:lnTo>
                    <a:pt x="0" y="66733"/>
                  </a:lnTo>
                  <a:lnTo>
                    <a:pt x="66713" y="133456"/>
                  </a:lnTo>
                  <a:lnTo>
                    <a:pt x="133466" y="66733"/>
                  </a:lnTo>
                  <a:lnTo>
                    <a:pt x="100110" y="66733"/>
                  </a:lnTo>
                  <a:lnTo>
                    <a:pt x="100110" y="0"/>
                  </a:lnTo>
                  <a:lnTo>
                    <a:pt x="33356" y="0"/>
                  </a:lnTo>
                  <a:close/>
                </a:path>
              </a:pathLst>
            </a:custGeom>
            <a:grpFill/>
            <a:ln w="391" cap="flat">
              <a:noFill/>
              <a:prstDash val="solid"/>
              <a:miter/>
            </a:ln>
          </p:spPr>
          <p:txBody>
            <a:bodyPr rtlCol="0" anchor="ctr"/>
            <a:lstStyle/>
            <a:p>
              <a:endParaRPr lang="zh-CN" altLang="en-US"/>
            </a:p>
          </p:txBody>
        </p:sp>
      </p:grpSp>
      <p:sp>
        <p:nvSpPr>
          <p:cNvPr id="9" name="椭圆 8">
            <a:extLst>
              <a:ext uri="{FF2B5EF4-FFF2-40B4-BE49-F238E27FC236}">
                <a16:creationId xmlns:a16="http://schemas.microsoft.com/office/drawing/2014/main" id="{B7CBDAFD-0EDB-63CA-225A-D3FA56B7C4CB}"/>
              </a:ext>
            </a:extLst>
          </p:cNvPr>
          <p:cNvSpPr/>
          <p:nvPr/>
        </p:nvSpPr>
        <p:spPr>
          <a:xfrm>
            <a:off x="5658847" y="1427905"/>
            <a:ext cx="874307" cy="874307"/>
          </a:xfrm>
          <a:prstGeom prst="ellipse">
            <a:avLst/>
          </a:prstGeom>
          <a:solidFill>
            <a:schemeClr val="tx1"/>
          </a:solidFill>
          <a:ln>
            <a:noFill/>
          </a:ln>
          <a:effectLst>
            <a:outerShdw blurRad="190500" sx="101000" sy="101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endParaRPr>
          </a:p>
        </p:txBody>
      </p:sp>
      <p:sp>
        <p:nvSpPr>
          <p:cNvPr id="10" name="椭圆 9">
            <a:extLst>
              <a:ext uri="{FF2B5EF4-FFF2-40B4-BE49-F238E27FC236}">
                <a16:creationId xmlns:a16="http://schemas.microsoft.com/office/drawing/2014/main" id="{CD77746A-7B56-C003-62BF-0EBFAAFAEA25}"/>
              </a:ext>
            </a:extLst>
          </p:cNvPr>
          <p:cNvSpPr/>
          <p:nvPr/>
        </p:nvSpPr>
        <p:spPr>
          <a:xfrm>
            <a:off x="5658847" y="5139558"/>
            <a:ext cx="874307" cy="874307"/>
          </a:xfrm>
          <a:prstGeom prst="ellipse">
            <a:avLst/>
          </a:prstGeom>
          <a:solidFill>
            <a:schemeClr val="tx1"/>
          </a:solidFill>
          <a:ln>
            <a:noFill/>
          </a:ln>
          <a:effectLst>
            <a:outerShdw blurRad="190500" sx="101000" sy="101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a:solidFill>
                <a:schemeClr val="tx1"/>
              </a:solidFill>
            </a:endParaRPr>
          </a:p>
        </p:txBody>
      </p:sp>
      <p:sp>
        <p:nvSpPr>
          <p:cNvPr id="12" name="文本框 11">
            <a:extLst>
              <a:ext uri="{FF2B5EF4-FFF2-40B4-BE49-F238E27FC236}">
                <a16:creationId xmlns:a16="http://schemas.microsoft.com/office/drawing/2014/main" id="{DC085786-AD0B-8618-F110-14240539C3E2}"/>
              </a:ext>
            </a:extLst>
          </p:cNvPr>
          <p:cNvSpPr txBox="1"/>
          <p:nvPr/>
        </p:nvSpPr>
        <p:spPr>
          <a:xfrm>
            <a:off x="5839520" y="1933617"/>
            <a:ext cx="512961" cy="153888"/>
          </a:xfrm>
          <a:prstGeom prst="rect">
            <a:avLst/>
          </a:prstGeom>
          <a:noFill/>
        </p:spPr>
        <p:txBody>
          <a:bodyPr wrap="none" lIns="0" tIns="0" rIns="0" bIns="0" rtlCol="0">
            <a:spAutoFit/>
          </a:bodyPr>
          <a:lstStyle/>
          <a:p>
            <a:pPr algn="ctr"/>
            <a:r>
              <a:rPr lang="zh-CN" altLang="en-US" sz="1000" b="1" dirty="0">
                <a:solidFill>
                  <a:schemeClr val="bg1"/>
                </a:solidFill>
                <a:latin typeface="+mn-ea"/>
              </a:rPr>
              <a:t>产品企划</a:t>
            </a:r>
          </a:p>
        </p:txBody>
      </p:sp>
      <p:sp>
        <p:nvSpPr>
          <p:cNvPr id="15" name="图形 13">
            <a:extLst>
              <a:ext uri="{FF2B5EF4-FFF2-40B4-BE49-F238E27FC236}">
                <a16:creationId xmlns:a16="http://schemas.microsoft.com/office/drawing/2014/main" id="{EBB0DDC1-68AF-5C91-1ECC-382BD5373C33}"/>
              </a:ext>
            </a:extLst>
          </p:cNvPr>
          <p:cNvSpPr/>
          <p:nvPr/>
        </p:nvSpPr>
        <p:spPr>
          <a:xfrm>
            <a:off x="5984668" y="1633107"/>
            <a:ext cx="222664" cy="217412"/>
          </a:xfrm>
          <a:custGeom>
            <a:avLst/>
            <a:gdLst>
              <a:gd name="connsiteX0" fmla="*/ 172365 w 350516"/>
              <a:gd name="connsiteY0" fmla="*/ 127724 h 342249"/>
              <a:gd name="connsiteX1" fmla="*/ 149218 w 350516"/>
              <a:gd name="connsiteY1" fmla="*/ 124003 h 342249"/>
              <a:gd name="connsiteX2" fmla="*/ 20254 w 350516"/>
              <a:gd name="connsiteY2" fmla="*/ 76882 h 342249"/>
              <a:gd name="connsiteX3" fmla="*/ 8267 w 350516"/>
              <a:gd name="connsiteY3" fmla="*/ 64068 h 342249"/>
              <a:gd name="connsiteX4" fmla="*/ 20254 w 350516"/>
              <a:gd name="connsiteY4" fmla="*/ 51255 h 342249"/>
              <a:gd name="connsiteX5" fmla="*/ 148804 w 350516"/>
              <a:gd name="connsiteY5" fmla="*/ 3720 h 342249"/>
              <a:gd name="connsiteX6" fmla="*/ 171951 w 350516"/>
              <a:gd name="connsiteY6" fmla="*/ 0 h 342249"/>
              <a:gd name="connsiteX7" fmla="*/ 195099 w 350516"/>
              <a:gd name="connsiteY7" fmla="*/ 3720 h 342249"/>
              <a:gd name="connsiteX8" fmla="*/ 324062 w 350516"/>
              <a:gd name="connsiteY8" fmla="*/ 51255 h 342249"/>
              <a:gd name="connsiteX9" fmla="*/ 336049 w 350516"/>
              <a:gd name="connsiteY9" fmla="*/ 64068 h 342249"/>
              <a:gd name="connsiteX10" fmla="*/ 324062 w 350516"/>
              <a:gd name="connsiteY10" fmla="*/ 76882 h 342249"/>
              <a:gd name="connsiteX11" fmla="*/ 195512 w 350516"/>
              <a:gd name="connsiteY11" fmla="*/ 124417 h 342249"/>
              <a:gd name="connsiteX12" fmla="*/ 172365 w 350516"/>
              <a:gd name="connsiteY12" fmla="*/ 127724 h 342249"/>
              <a:gd name="connsiteX13" fmla="*/ 144671 w 350516"/>
              <a:gd name="connsiteY13" fmla="*/ 342250 h 342249"/>
              <a:gd name="connsiteX14" fmla="*/ 135577 w 350516"/>
              <a:gd name="connsiteY14" fmla="*/ 340596 h 342249"/>
              <a:gd name="connsiteX15" fmla="*/ 23147 w 350516"/>
              <a:gd name="connsiteY15" fmla="*/ 297608 h 342249"/>
              <a:gd name="connsiteX16" fmla="*/ 0 w 350516"/>
              <a:gd name="connsiteY16" fmla="*/ 262061 h 342249"/>
              <a:gd name="connsiteX17" fmla="*/ 0 w 350516"/>
              <a:gd name="connsiteY17" fmla="*/ 118630 h 342249"/>
              <a:gd name="connsiteX18" fmla="*/ 17774 w 350516"/>
              <a:gd name="connsiteY18" fmla="*/ 97549 h 342249"/>
              <a:gd name="connsiteX19" fmla="*/ 26454 w 350516"/>
              <a:gd name="connsiteY19" fmla="*/ 99203 h 342249"/>
              <a:gd name="connsiteX20" fmla="*/ 140537 w 350516"/>
              <a:gd name="connsiteY20" fmla="*/ 142191 h 342249"/>
              <a:gd name="connsiteX21" fmla="*/ 165338 w 350516"/>
              <a:gd name="connsiteY21" fmla="*/ 177738 h 342249"/>
              <a:gd name="connsiteX22" fmla="*/ 165338 w 350516"/>
              <a:gd name="connsiteY22" fmla="*/ 321169 h 342249"/>
              <a:gd name="connsiteX23" fmla="*/ 144671 w 350516"/>
              <a:gd name="connsiteY23" fmla="*/ 342250 h 342249"/>
              <a:gd name="connsiteX24" fmla="*/ 202539 w 350516"/>
              <a:gd name="connsiteY24" fmla="*/ 339769 h 342249"/>
              <a:gd name="connsiteX25" fmla="*/ 202952 w 350516"/>
              <a:gd name="connsiteY25" fmla="*/ 339769 h 342249"/>
              <a:gd name="connsiteX26" fmla="*/ 185592 w 350516"/>
              <a:gd name="connsiteY26" fmla="*/ 321169 h 342249"/>
              <a:gd name="connsiteX27" fmla="*/ 185592 w 350516"/>
              <a:gd name="connsiteY27" fmla="*/ 177738 h 342249"/>
              <a:gd name="connsiteX28" fmla="*/ 208326 w 350516"/>
              <a:gd name="connsiteY28" fmla="*/ 142191 h 342249"/>
              <a:gd name="connsiteX29" fmla="*/ 320756 w 350516"/>
              <a:gd name="connsiteY29" fmla="*/ 99203 h 342249"/>
              <a:gd name="connsiteX30" fmla="*/ 330263 w 350516"/>
              <a:gd name="connsiteY30" fmla="*/ 97549 h 342249"/>
              <a:gd name="connsiteX31" fmla="*/ 350516 w 350516"/>
              <a:gd name="connsiteY31" fmla="*/ 118630 h 342249"/>
              <a:gd name="connsiteX32" fmla="*/ 350516 w 350516"/>
              <a:gd name="connsiteY32" fmla="*/ 262061 h 342249"/>
              <a:gd name="connsiteX33" fmla="*/ 325302 w 350516"/>
              <a:gd name="connsiteY33" fmla="*/ 297608 h 342249"/>
              <a:gd name="connsiteX34" fmla="*/ 211219 w 350516"/>
              <a:gd name="connsiteY34" fmla="*/ 339356 h 342249"/>
              <a:gd name="connsiteX35" fmla="*/ 202539 w 350516"/>
              <a:gd name="connsiteY35" fmla="*/ 339769 h 342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50516" h="342249">
                <a:moveTo>
                  <a:pt x="172365" y="127724"/>
                </a:moveTo>
                <a:cubicBezTo>
                  <a:pt x="163685" y="127724"/>
                  <a:pt x="155418" y="126484"/>
                  <a:pt x="149218" y="124003"/>
                </a:cubicBezTo>
                <a:lnTo>
                  <a:pt x="20254" y="76882"/>
                </a:lnTo>
                <a:cubicBezTo>
                  <a:pt x="9507" y="73162"/>
                  <a:pt x="8267" y="67375"/>
                  <a:pt x="8267" y="64068"/>
                </a:cubicBezTo>
                <a:cubicBezTo>
                  <a:pt x="8267" y="61175"/>
                  <a:pt x="9920" y="55388"/>
                  <a:pt x="20254" y="51255"/>
                </a:cubicBezTo>
                <a:lnTo>
                  <a:pt x="148804" y="3720"/>
                </a:lnTo>
                <a:cubicBezTo>
                  <a:pt x="155004" y="1240"/>
                  <a:pt x="163271" y="0"/>
                  <a:pt x="171951" y="0"/>
                </a:cubicBezTo>
                <a:cubicBezTo>
                  <a:pt x="180632" y="0"/>
                  <a:pt x="188899" y="1240"/>
                  <a:pt x="195099" y="3720"/>
                </a:cubicBezTo>
                <a:lnTo>
                  <a:pt x="324062" y="51255"/>
                </a:lnTo>
                <a:cubicBezTo>
                  <a:pt x="334809" y="54975"/>
                  <a:pt x="336049" y="60762"/>
                  <a:pt x="336049" y="64068"/>
                </a:cubicBezTo>
                <a:cubicBezTo>
                  <a:pt x="336049" y="66962"/>
                  <a:pt x="334396" y="72749"/>
                  <a:pt x="324062" y="76882"/>
                </a:cubicBezTo>
                <a:lnTo>
                  <a:pt x="195512" y="124417"/>
                </a:lnTo>
                <a:cubicBezTo>
                  <a:pt x="189312" y="126484"/>
                  <a:pt x="181045" y="127724"/>
                  <a:pt x="172365" y="127724"/>
                </a:cubicBezTo>
                <a:close/>
                <a:moveTo>
                  <a:pt x="144671" y="342250"/>
                </a:moveTo>
                <a:cubicBezTo>
                  <a:pt x="141777" y="342250"/>
                  <a:pt x="138471" y="341836"/>
                  <a:pt x="135577" y="340596"/>
                </a:cubicBezTo>
                <a:lnTo>
                  <a:pt x="23147" y="297608"/>
                </a:lnTo>
                <a:cubicBezTo>
                  <a:pt x="9920" y="292648"/>
                  <a:pt x="0" y="277354"/>
                  <a:pt x="0" y="262061"/>
                </a:cubicBezTo>
                <a:lnTo>
                  <a:pt x="0" y="118630"/>
                </a:lnTo>
                <a:cubicBezTo>
                  <a:pt x="0" y="105816"/>
                  <a:pt x="7027" y="97549"/>
                  <a:pt x="17774" y="97549"/>
                </a:cubicBezTo>
                <a:cubicBezTo>
                  <a:pt x="20667" y="97549"/>
                  <a:pt x="23561" y="97963"/>
                  <a:pt x="26454" y="99203"/>
                </a:cubicBezTo>
                <a:lnTo>
                  <a:pt x="140537" y="142191"/>
                </a:lnTo>
                <a:cubicBezTo>
                  <a:pt x="154178" y="147151"/>
                  <a:pt x="165338" y="162858"/>
                  <a:pt x="165338" y="177738"/>
                </a:cubicBezTo>
                <a:lnTo>
                  <a:pt x="165338" y="321169"/>
                </a:lnTo>
                <a:cubicBezTo>
                  <a:pt x="164925" y="333569"/>
                  <a:pt x="156244" y="342250"/>
                  <a:pt x="144671" y="342250"/>
                </a:cubicBezTo>
                <a:close/>
                <a:moveTo>
                  <a:pt x="202539" y="339769"/>
                </a:moveTo>
                <a:lnTo>
                  <a:pt x="202952" y="339769"/>
                </a:lnTo>
                <a:cubicBezTo>
                  <a:pt x="192205" y="339769"/>
                  <a:pt x="185592" y="333569"/>
                  <a:pt x="185592" y="321169"/>
                </a:cubicBezTo>
                <a:lnTo>
                  <a:pt x="185592" y="177738"/>
                </a:lnTo>
                <a:cubicBezTo>
                  <a:pt x="185592" y="162445"/>
                  <a:pt x="195099" y="147151"/>
                  <a:pt x="208326" y="142191"/>
                </a:cubicBezTo>
                <a:lnTo>
                  <a:pt x="320756" y="99203"/>
                </a:lnTo>
                <a:cubicBezTo>
                  <a:pt x="323649" y="97963"/>
                  <a:pt x="326956" y="97549"/>
                  <a:pt x="330263" y="97549"/>
                </a:cubicBezTo>
                <a:cubicBezTo>
                  <a:pt x="341836" y="97549"/>
                  <a:pt x="350516" y="106230"/>
                  <a:pt x="350516" y="118630"/>
                </a:cubicBezTo>
                <a:lnTo>
                  <a:pt x="350516" y="262061"/>
                </a:lnTo>
                <a:cubicBezTo>
                  <a:pt x="350516" y="276941"/>
                  <a:pt x="338943" y="292648"/>
                  <a:pt x="325302" y="297608"/>
                </a:cubicBezTo>
                <a:lnTo>
                  <a:pt x="211219" y="339356"/>
                </a:lnTo>
                <a:cubicBezTo>
                  <a:pt x="208739" y="340596"/>
                  <a:pt x="205432" y="339769"/>
                  <a:pt x="202539" y="339769"/>
                </a:cubicBezTo>
                <a:close/>
              </a:path>
            </a:pathLst>
          </a:custGeom>
          <a:solidFill>
            <a:srgbClr val="999999"/>
          </a:solidFill>
          <a:ln w="493" cap="flat">
            <a:noFill/>
            <a:prstDash val="solid"/>
            <a:miter/>
          </a:ln>
        </p:spPr>
        <p:txBody>
          <a:bodyPr rtlCol="0" anchor="ctr"/>
          <a:lstStyle/>
          <a:p>
            <a:pPr algn="ctr"/>
            <a:endParaRPr lang="zh-CN" altLang="en-US"/>
          </a:p>
        </p:txBody>
      </p:sp>
      <p:sp>
        <p:nvSpPr>
          <p:cNvPr id="17" name="文本框 16">
            <a:extLst>
              <a:ext uri="{FF2B5EF4-FFF2-40B4-BE49-F238E27FC236}">
                <a16:creationId xmlns:a16="http://schemas.microsoft.com/office/drawing/2014/main" id="{B7B70AB6-18A3-8AF6-7E10-72F6E4C479C3}"/>
              </a:ext>
            </a:extLst>
          </p:cNvPr>
          <p:cNvSpPr txBox="1"/>
          <p:nvPr/>
        </p:nvSpPr>
        <p:spPr>
          <a:xfrm>
            <a:off x="5775400" y="5642017"/>
            <a:ext cx="641201" cy="153888"/>
          </a:xfrm>
          <a:prstGeom prst="rect">
            <a:avLst/>
          </a:prstGeom>
          <a:noFill/>
        </p:spPr>
        <p:txBody>
          <a:bodyPr wrap="none" lIns="0" tIns="0" rIns="0" bIns="0" rtlCol="0">
            <a:spAutoFit/>
          </a:bodyPr>
          <a:lstStyle/>
          <a:p>
            <a:pPr algn="ctr"/>
            <a:r>
              <a:rPr lang="zh-CN" altLang="en-US" sz="1000" b="1" dirty="0">
                <a:solidFill>
                  <a:schemeClr val="bg1"/>
                </a:solidFill>
                <a:latin typeface="+mn-ea"/>
              </a:rPr>
              <a:t>供应链计划</a:t>
            </a:r>
          </a:p>
        </p:txBody>
      </p:sp>
      <p:sp>
        <p:nvSpPr>
          <p:cNvPr id="21" name="图形 19">
            <a:extLst>
              <a:ext uri="{FF2B5EF4-FFF2-40B4-BE49-F238E27FC236}">
                <a16:creationId xmlns:a16="http://schemas.microsoft.com/office/drawing/2014/main" id="{061BC242-7FBF-8AF1-4BCD-69FD464CF155}"/>
              </a:ext>
            </a:extLst>
          </p:cNvPr>
          <p:cNvSpPr/>
          <p:nvPr/>
        </p:nvSpPr>
        <p:spPr>
          <a:xfrm>
            <a:off x="5984697" y="5347169"/>
            <a:ext cx="222607" cy="222662"/>
          </a:xfrm>
          <a:custGeom>
            <a:avLst/>
            <a:gdLst>
              <a:gd name="connsiteX0" fmla="*/ 217458 w 222607"/>
              <a:gd name="connsiteY0" fmla="*/ 2752 h 222662"/>
              <a:gd name="connsiteX1" fmla="*/ 189730 w 222607"/>
              <a:gd name="connsiteY1" fmla="*/ 6321 h 222662"/>
              <a:gd name="connsiteX2" fmla="*/ 9482 w 222607"/>
              <a:gd name="connsiteY2" fmla="*/ 81198 h 222662"/>
              <a:gd name="connsiteX3" fmla="*/ 2552 w 222607"/>
              <a:gd name="connsiteY3" fmla="*/ 102593 h 222662"/>
              <a:gd name="connsiteX4" fmla="*/ 44148 w 222607"/>
              <a:gd name="connsiteY4" fmla="*/ 138250 h 222662"/>
              <a:gd name="connsiteX5" fmla="*/ 46461 w 222607"/>
              <a:gd name="connsiteY5" fmla="*/ 144190 h 222662"/>
              <a:gd name="connsiteX6" fmla="*/ 46461 w 222607"/>
              <a:gd name="connsiteY6" fmla="*/ 196487 h 222662"/>
              <a:gd name="connsiteX7" fmla="*/ 48773 w 222607"/>
              <a:gd name="connsiteY7" fmla="*/ 209565 h 222662"/>
              <a:gd name="connsiteX8" fmla="*/ 64947 w 222607"/>
              <a:gd name="connsiteY8" fmla="*/ 214320 h 222662"/>
              <a:gd name="connsiteX9" fmla="*/ 107700 w 222607"/>
              <a:gd name="connsiteY9" fmla="*/ 188171 h 222662"/>
              <a:gd name="connsiteX10" fmla="*/ 113474 w 222607"/>
              <a:gd name="connsiteY10" fmla="*/ 189363 h 222662"/>
              <a:gd name="connsiteX11" fmla="*/ 141202 w 222607"/>
              <a:gd name="connsiteY11" fmla="*/ 213134 h 222662"/>
              <a:gd name="connsiteX12" fmla="*/ 160845 w 222607"/>
              <a:gd name="connsiteY12" fmla="*/ 222643 h 222662"/>
              <a:gd name="connsiteX13" fmla="*/ 173556 w 222607"/>
              <a:gd name="connsiteY13" fmla="*/ 202441 h 222662"/>
              <a:gd name="connsiteX14" fmla="*/ 218615 w 222607"/>
              <a:gd name="connsiteY14" fmla="*/ 33655 h 222662"/>
              <a:gd name="connsiteX15" fmla="*/ 217458 w 222607"/>
              <a:gd name="connsiteY15" fmla="*/ 2752 h 222662"/>
              <a:gd name="connsiteX16" fmla="*/ 78807 w 222607"/>
              <a:gd name="connsiteY16" fmla="*/ 167968 h 222662"/>
              <a:gd name="connsiteX17" fmla="*/ 78807 w 222607"/>
              <a:gd name="connsiteY17" fmla="*/ 127557 h 222662"/>
              <a:gd name="connsiteX18" fmla="*/ 188573 w 222607"/>
              <a:gd name="connsiteY18" fmla="*/ 34847 h 222662"/>
              <a:gd name="connsiteX19" fmla="*/ 78807 w 222607"/>
              <a:gd name="connsiteY19" fmla="*/ 167968 h 222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2607" h="222662">
                <a:moveTo>
                  <a:pt x="217458" y="2752"/>
                </a:moveTo>
                <a:cubicBezTo>
                  <a:pt x="209494" y="-5090"/>
                  <a:pt x="189730" y="6321"/>
                  <a:pt x="189730" y="6321"/>
                </a:cubicBezTo>
                <a:cubicBezTo>
                  <a:pt x="189730" y="6321"/>
                  <a:pt x="23831" y="75769"/>
                  <a:pt x="9482" y="81198"/>
                </a:cubicBezTo>
                <a:cubicBezTo>
                  <a:pt x="-4867" y="86628"/>
                  <a:pt x="878" y="100869"/>
                  <a:pt x="2552" y="102593"/>
                </a:cubicBezTo>
                <a:cubicBezTo>
                  <a:pt x="4225" y="104317"/>
                  <a:pt x="41276" y="136484"/>
                  <a:pt x="44148" y="138250"/>
                </a:cubicBezTo>
                <a:cubicBezTo>
                  <a:pt x="47021" y="140017"/>
                  <a:pt x="46461" y="141741"/>
                  <a:pt x="46461" y="144190"/>
                </a:cubicBezTo>
                <a:lnTo>
                  <a:pt x="46461" y="196487"/>
                </a:lnTo>
                <a:cubicBezTo>
                  <a:pt x="46461" y="200100"/>
                  <a:pt x="45872" y="203396"/>
                  <a:pt x="48773" y="209565"/>
                </a:cubicBezTo>
                <a:cubicBezTo>
                  <a:pt x="51675" y="215734"/>
                  <a:pt x="62009" y="215677"/>
                  <a:pt x="64947" y="214320"/>
                </a:cubicBezTo>
                <a:cubicBezTo>
                  <a:pt x="67891" y="212962"/>
                  <a:pt x="105423" y="190447"/>
                  <a:pt x="107700" y="188171"/>
                </a:cubicBezTo>
                <a:cubicBezTo>
                  <a:pt x="109976" y="185894"/>
                  <a:pt x="112770" y="188695"/>
                  <a:pt x="113474" y="189363"/>
                </a:cubicBezTo>
                <a:cubicBezTo>
                  <a:pt x="114185" y="190031"/>
                  <a:pt x="138998" y="211095"/>
                  <a:pt x="141202" y="213134"/>
                </a:cubicBezTo>
                <a:cubicBezTo>
                  <a:pt x="143407" y="215174"/>
                  <a:pt x="150934" y="223103"/>
                  <a:pt x="160845" y="222643"/>
                </a:cubicBezTo>
                <a:cubicBezTo>
                  <a:pt x="170755" y="222183"/>
                  <a:pt x="173556" y="202441"/>
                  <a:pt x="173556" y="202441"/>
                </a:cubicBezTo>
                <a:cubicBezTo>
                  <a:pt x="173556" y="202441"/>
                  <a:pt x="214435" y="49994"/>
                  <a:pt x="218615" y="33655"/>
                </a:cubicBezTo>
                <a:cubicBezTo>
                  <a:pt x="222794" y="17324"/>
                  <a:pt x="225423" y="10602"/>
                  <a:pt x="217458" y="2752"/>
                </a:cubicBezTo>
                <a:close/>
                <a:moveTo>
                  <a:pt x="78807" y="167968"/>
                </a:moveTo>
                <a:lnTo>
                  <a:pt x="78807" y="127557"/>
                </a:lnTo>
                <a:lnTo>
                  <a:pt x="188573" y="34847"/>
                </a:lnTo>
                <a:lnTo>
                  <a:pt x="78807" y="167968"/>
                </a:lnTo>
                <a:close/>
              </a:path>
            </a:pathLst>
          </a:custGeom>
          <a:solidFill>
            <a:srgbClr val="999999"/>
          </a:solidFill>
          <a:ln w="214" cap="flat">
            <a:noFill/>
            <a:prstDash val="solid"/>
            <a:miter/>
          </a:ln>
        </p:spPr>
        <p:txBody>
          <a:bodyPr rtlCol="0" anchor="ctr"/>
          <a:lstStyle/>
          <a:p>
            <a:endParaRPr lang="zh-CN" altLang="en-US"/>
          </a:p>
        </p:txBody>
      </p:sp>
    </p:spTree>
    <p:extLst>
      <p:ext uri="{BB962C8B-B14F-4D97-AF65-F5344CB8AC3E}">
        <p14:creationId xmlns:p14="http://schemas.microsoft.com/office/powerpoint/2010/main" val="11980053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2061" name="椭圆 2060">
            <a:extLst>
              <a:ext uri="{FF2B5EF4-FFF2-40B4-BE49-F238E27FC236}">
                <a16:creationId xmlns:a16="http://schemas.microsoft.com/office/drawing/2014/main" id="{62E2B67A-6FB9-8355-416A-3CA4B701EC5E}"/>
              </a:ext>
            </a:extLst>
          </p:cNvPr>
          <p:cNvSpPr>
            <a:spLocks/>
          </p:cNvSpPr>
          <p:nvPr/>
        </p:nvSpPr>
        <p:spPr>
          <a:xfrm>
            <a:off x="1804383" y="5312808"/>
            <a:ext cx="9347804" cy="516031"/>
          </a:xfrm>
          <a:prstGeom prst="ellipse">
            <a:avLst/>
          </a:prstGeom>
          <a:gradFill flip="none" rotWithShape="1">
            <a:gsLst>
              <a:gs pos="0">
                <a:schemeClr val="tx1">
                  <a:alpha val="0"/>
                </a:schemeClr>
              </a:gs>
              <a:gs pos="100000">
                <a:schemeClr val="accent1">
                  <a:lumMod val="20000"/>
                  <a:lumOff val="80000"/>
                </a:schemeClr>
              </a:gs>
            </a:gsLst>
            <a:lin ang="5400000" scaled="0"/>
            <a:tileRect/>
          </a:gradFill>
          <a:ln w="12700">
            <a:gradFill>
              <a:gsLst>
                <a:gs pos="0">
                  <a:schemeClr val="tx1"/>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椭圆 14">
            <a:extLst>
              <a:ext uri="{FF2B5EF4-FFF2-40B4-BE49-F238E27FC236}">
                <a16:creationId xmlns:a16="http://schemas.microsoft.com/office/drawing/2014/main" id="{4CA00CE0-367B-3B36-69AC-41E525265507}"/>
              </a:ext>
            </a:extLst>
          </p:cNvPr>
          <p:cNvSpPr>
            <a:spLocks/>
          </p:cNvSpPr>
          <p:nvPr/>
        </p:nvSpPr>
        <p:spPr>
          <a:xfrm>
            <a:off x="1804383" y="1380067"/>
            <a:ext cx="9347804" cy="971020"/>
          </a:xfrm>
          <a:prstGeom prst="ellipse">
            <a:avLst/>
          </a:prstGeom>
          <a:gradFill flip="none" rotWithShape="1">
            <a:gsLst>
              <a:gs pos="0">
                <a:schemeClr val="tx1">
                  <a:alpha val="0"/>
                </a:schemeClr>
              </a:gs>
              <a:gs pos="100000">
                <a:schemeClr val="accent2">
                  <a:lumMod val="20000"/>
                  <a:lumOff val="80000"/>
                </a:schemeClr>
              </a:gs>
            </a:gsLst>
            <a:lin ang="5400000" scaled="0"/>
            <a:tileRect/>
          </a:gradFill>
          <a:ln w="12700">
            <a:gradFill>
              <a:gsLst>
                <a:gs pos="0">
                  <a:schemeClr val="tx1"/>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14745"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工程运营指挥中心</a:t>
            </a:r>
            <a:endParaRPr lang="en-US" altLang="zh-CN" dirty="0"/>
          </a:p>
        </p:txBody>
      </p:sp>
      <p:sp>
        <p:nvSpPr>
          <p:cNvPr id="2" name="矩形 1">
            <a:extLst>
              <a:ext uri="{FF2B5EF4-FFF2-40B4-BE49-F238E27FC236}">
                <a16:creationId xmlns:a16="http://schemas.microsoft.com/office/drawing/2014/main" id="{B91E93D9-0FF7-B3F3-0FA0-101A4B54D141}"/>
              </a:ext>
            </a:extLst>
          </p:cNvPr>
          <p:cNvSpPr/>
          <p:nvPr/>
        </p:nvSpPr>
        <p:spPr>
          <a:xfrm>
            <a:off x="1247775" y="1130300"/>
            <a:ext cx="406400" cy="1111250"/>
          </a:xfrm>
          <a:prstGeom prst="rect">
            <a:avLst/>
          </a:prstGeom>
          <a:gradFill>
            <a:gsLst>
              <a:gs pos="91000">
                <a:schemeClr val="accent2"/>
              </a:gs>
              <a:gs pos="15000">
                <a:schemeClr val="accent2">
                  <a:alpha val="6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t>集团层</a:t>
            </a:r>
          </a:p>
        </p:txBody>
      </p:sp>
      <p:grpSp>
        <p:nvGrpSpPr>
          <p:cNvPr id="6" name="组合 5">
            <a:extLst>
              <a:ext uri="{FF2B5EF4-FFF2-40B4-BE49-F238E27FC236}">
                <a16:creationId xmlns:a16="http://schemas.microsoft.com/office/drawing/2014/main" id="{8DA6430D-B1B5-E42C-9E5A-8FC33D078390}"/>
              </a:ext>
            </a:extLst>
          </p:cNvPr>
          <p:cNvGrpSpPr/>
          <p:nvPr/>
        </p:nvGrpSpPr>
        <p:grpSpPr>
          <a:xfrm>
            <a:off x="1039813" y="2105025"/>
            <a:ext cx="822325" cy="246062"/>
            <a:chOff x="1039813" y="2105025"/>
            <a:chExt cx="822325" cy="246062"/>
          </a:xfrm>
        </p:grpSpPr>
        <p:sp>
          <p:nvSpPr>
            <p:cNvPr id="4" name="矩形 3">
              <a:extLst>
                <a:ext uri="{FF2B5EF4-FFF2-40B4-BE49-F238E27FC236}">
                  <a16:creationId xmlns:a16="http://schemas.microsoft.com/office/drawing/2014/main" id="{D124FB07-8AC7-B357-6E7A-19EC637C6DD6}"/>
                </a:ext>
              </a:extLst>
            </p:cNvPr>
            <p:cNvSpPr/>
            <p:nvPr/>
          </p:nvSpPr>
          <p:spPr>
            <a:xfrm>
              <a:off x="1039813" y="2292349"/>
              <a:ext cx="822325" cy="5873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梯形 4">
              <a:extLst>
                <a:ext uri="{FF2B5EF4-FFF2-40B4-BE49-F238E27FC236}">
                  <a16:creationId xmlns:a16="http://schemas.microsoft.com/office/drawing/2014/main" id="{9E98D119-2EE3-E06B-1BB2-2D2FC9FF654F}"/>
                </a:ext>
              </a:extLst>
            </p:cNvPr>
            <p:cNvSpPr/>
            <p:nvPr/>
          </p:nvSpPr>
          <p:spPr>
            <a:xfrm>
              <a:off x="1052513" y="2105025"/>
              <a:ext cx="796925" cy="180976"/>
            </a:xfrm>
            <a:prstGeom prst="trapezoid">
              <a:avLst>
                <a:gd name="adj" fmla="val 127463"/>
              </a:avLst>
            </a:prstGeom>
            <a:noFill/>
            <a:ln>
              <a:gradFill>
                <a:gsLst>
                  <a:gs pos="4000">
                    <a:schemeClr val="accent2">
                      <a:alpha val="0"/>
                    </a:schemeClr>
                  </a:gs>
                  <a:gs pos="100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a:extLst>
              <a:ext uri="{FF2B5EF4-FFF2-40B4-BE49-F238E27FC236}">
                <a16:creationId xmlns:a16="http://schemas.microsoft.com/office/drawing/2014/main" id="{86CA1EC4-3E2E-E7FB-72FF-8352CD10F023}"/>
              </a:ext>
            </a:extLst>
          </p:cNvPr>
          <p:cNvSpPr/>
          <p:nvPr/>
        </p:nvSpPr>
        <p:spPr>
          <a:xfrm>
            <a:off x="1247775" y="2530475"/>
            <a:ext cx="406400" cy="1111250"/>
          </a:xfrm>
          <a:prstGeom prst="rect">
            <a:avLst/>
          </a:prstGeom>
          <a:gradFill>
            <a:gsLst>
              <a:gs pos="91000">
                <a:schemeClr val="accent1"/>
              </a:gs>
              <a:gs pos="15000">
                <a:schemeClr val="accent1">
                  <a:alpha val="54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t>区域层</a:t>
            </a:r>
          </a:p>
        </p:txBody>
      </p:sp>
      <p:grpSp>
        <p:nvGrpSpPr>
          <p:cNvPr id="8" name="组合 7">
            <a:extLst>
              <a:ext uri="{FF2B5EF4-FFF2-40B4-BE49-F238E27FC236}">
                <a16:creationId xmlns:a16="http://schemas.microsoft.com/office/drawing/2014/main" id="{CAAD91B6-2F59-07D2-2A6C-A58D8ED81341}"/>
              </a:ext>
            </a:extLst>
          </p:cNvPr>
          <p:cNvGrpSpPr/>
          <p:nvPr/>
        </p:nvGrpSpPr>
        <p:grpSpPr>
          <a:xfrm>
            <a:off x="1039813" y="3505200"/>
            <a:ext cx="822325" cy="246062"/>
            <a:chOff x="1039813" y="2105025"/>
            <a:chExt cx="822325" cy="246062"/>
          </a:xfrm>
        </p:grpSpPr>
        <p:sp>
          <p:nvSpPr>
            <p:cNvPr id="9" name="矩形 8">
              <a:extLst>
                <a:ext uri="{FF2B5EF4-FFF2-40B4-BE49-F238E27FC236}">
                  <a16:creationId xmlns:a16="http://schemas.microsoft.com/office/drawing/2014/main" id="{2D5D38F4-F9DE-F01D-96C5-E77409FC525E}"/>
                </a:ext>
              </a:extLst>
            </p:cNvPr>
            <p:cNvSpPr/>
            <p:nvPr/>
          </p:nvSpPr>
          <p:spPr>
            <a:xfrm>
              <a:off x="1039813" y="2292349"/>
              <a:ext cx="822325" cy="5873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梯形 9">
              <a:extLst>
                <a:ext uri="{FF2B5EF4-FFF2-40B4-BE49-F238E27FC236}">
                  <a16:creationId xmlns:a16="http://schemas.microsoft.com/office/drawing/2014/main" id="{F15C2B5F-8E26-B897-94A7-5BF13FEA7093}"/>
                </a:ext>
              </a:extLst>
            </p:cNvPr>
            <p:cNvSpPr/>
            <p:nvPr/>
          </p:nvSpPr>
          <p:spPr>
            <a:xfrm>
              <a:off x="1052513" y="2105025"/>
              <a:ext cx="796925" cy="180976"/>
            </a:xfrm>
            <a:prstGeom prst="trapezoid">
              <a:avLst>
                <a:gd name="adj" fmla="val 127463"/>
              </a:avLst>
            </a:prstGeom>
            <a:noFill/>
            <a:ln>
              <a:gradFill>
                <a:gsLst>
                  <a:gs pos="4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a:extLst>
              <a:ext uri="{FF2B5EF4-FFF2-40B4-BE49-F238E27FC236}">
                <a16:creationId xmlns:a16="http://schemas.microsoft.com/office/drawing/2014/main" id="{8D80BFF0-B3B2-5657-B683-27DB6287E16E}"/>
              </a:ext>
            </a:extLst>
          </p:cNvPr>
          <p:cNvSpPr/>
          <p:nvPr/>
        </p:nvSpPr>
        <p:spPr>
          <a:xfrm>
            <a:off x="1247775" y="3911600"/>
            <a:ext cx="406400" cy="1736724"/>
          </a:xfrm>
          <a:prstGeom prst="rect">
            <a:avLst/>
          </a:prstGeom>
          <a:gradFill>
            <a:gsLst>
              <a:gs pos="91000">
                <a:schemeClr val="accent1"/>
              </a:gs>
              <a:gs pos="15000">
                <a:schemeClr val="accent1">
                  <a:alpha val="54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b="1" dirty="0"/>
              <a:t>项目层</a:t>
            </a:r>
          </a:p>
        </p:txBody>
      </p:sp>
      <p:grpSp>
        <p:nvGrpSpPr>
          <p:cNvPr id="12" name="组合 11">
            <a:extLst>
              <a:ext uri="{FF2B5EF4-FFF2-40B4-BE49-F238E27FC236}">
                <a16:creationId xmlns:a16="http://schemas.microsoft.com/office/drawing/2014/main" id="{97C620C2-EF0C-62AF-0977-E2B4225D81AC}"/>
              </a:ext>
            </a:extLst>
          </p:cNvPr>
          <p:cNvGrpSpPr/>
          <p:nvPr/>
        </p:nvGrpSpPr>
        <p:grpSpPr>
          <a:xfrm>
            <a:off x="1039813" y="5511799"/>
            <a:ext cx="822325" cy="246062"/>
            <a:chOff x="1039813" y="2105025"/>
            <a:chExt cx="822325" cy="246062"/>
          </a:xfrm>
        </p:grpSpPr>
        <p:sp>
          <p:nvSpPr>
            <p:cNvPr id="13" name="矩形 12">
              <a:extLst>
                <a:ext uri="{FF2B5EF4-FFF2-40B4-BE49-F238E27FC236}">
                  <a16:creationId xmlns:a16="http://schemas.microsoft.com/office/drawing/2014/main" id="{39897457-6E80-B9F3-C737-087CF7EC6AD5}"/>
                </a:ext>
              </a:extLst>
            </p:cNvPr>
            <p:cNvSpPr/>
            <p:nvPr/>
          </p:nvSpPr>
          <p:spPr>
            <a:xfrm>
              <a:off x="1039813" y="2292349"/>
              <a:ext cx="822325" cy="5873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梯形 13">
              <a:extLst>
                <a:ext uri="{FF2B5EF4-FFF2-40B4-BE49-F238E27FC236}">
                  <a16:creationId xmlns:a16="http://schemas.microsoft.com/office/drawing/2014/main" id="{7D970DF1-6945-EDF5-6EAF-AEFE0DBAFC7A}"/>
                </a:ext>
              </a:extLst>
            </p:cNvPr>
            <p:cNvSpPr/>
            <p:nvPr/>
          </p:nvSpPr>
          <p:spPr>
            <a:xfrm>
              <a:off x="1052513" y="2105025"/>
              <a:ext cx="796925" cy="180976"/>
            </a:xfrm>
            <a:prstGeom prst="trapezoid">
              <a:avLst>
                <a:gd name="adj" fmla="val 127463"/>
              </a:avLst>
            </a:prstGeom>
            <a:noFill/>
            <a:ln>
              <a:gradFill>
                <a:gsLst>
                  <a:gs pos="4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a:extLst>
              <a:ext uri="{FF2B5EF4-FFF2-40B4-BE49-F238E27FC236}">
                <a16:creationId xmlns:a16="http://schemas.microsoft.com/office/drawing/2014/main" id="{F011B016-0B65-FCB7-F0FB-5C63ED9F8302}"/>
              </a:ext>
            </a:extLst>
          </p:cNvPr>
          <p:cNvSpPr/>
          <p:nvPr/>
        </p:nvSpPr>
        <p:spPr>
          <a:xfrm>
            <a:off x="5579533" y="1966647"/>
            <a:ext cx="1807633" cy="288000"/>
          </a:xfrm>
          <a:prstGeom prst="rect">
            <a:avLst/>
          </a:prstGeom>
          <a:gradFill>
            <a:gsLst>
              <a:gs pos="8000">
                <a:schemeClr val="accent2"/>
              </a:gs>
              <a:gs pos="98000">
                <a:schemeClr val="accent2">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t>数据驱动</a:t>
            </a:r>
          </a:p>
        </p:txBody>
      </p:sp>
      <p:sp>
        <p:nvSpPr>
          <p:cNvPr id="20" name="文本框 19">
            <a:extLst>
              <a:ext uri="{FF2B5EF4-FFF2-40B4-BE49-F238E27FC236}">
                <a16:creationId xmlns:a16="http://schemas.microsoft.com/office/drawing/2014/main" id="{7CD8F06C-54C7-B397-9953-C067C4DC7361}"/>
              </a:ext>
            </a:extLst>
          </p:cNvPr>
          <p:cNvSpPr txBox="1"/>
          <p:nvPr/>
        </p:nvSpPr>
        <p:spPr>
          <a:xfrm>
            <a:off x="2597150" y="1560127"/>
            <a:ext cx="1107996" cy="276999"/>
          </a:xfrm>
          <a:prstGeom prst="rect">
            <a:avLst/>
          </a:prstGeom>
          <a:noFill/>
        </p:spPr>
        <p:txBody>
          <a:bodyPr wrap="none" rtlCol="0">
            <a:spAutoFit/>
          </a:bodyPr>
          <a:lstStyle/>
          <a:p>
            <a:r>
              <a:rPr lang="zh-CN" altLang="en-US" sz="1200" b="1" dirty="0">
                <a:solidFill>
                  <a:schemeClr val="accent2"/>
                </a:solidFill>
              </a:rPr>
              <a:t>进度数据模型</a:t>
            </a:r>
          </a:p>
        </p:txBody>
      </p:sp>
      <p:sp>
        <p:nvSpPr>
          <p:cNvPr id="25" name="文本框 24">
            <a:extLst>
              <a:ext uri="{FF2B5EF4-FFF2-40B4-BE49-F238E27FC236}">
                <a16:creationId xmlns:a16="http://schemas.microsoft.com/office/drawing/2014/main" id="{4142B122-16BF-507A-0986-787E3B1CB47D}"/>
              </a:ext>
            </a:extLst>
          </p:cNvPr>
          <p:cNvSpPr txBox="1"/>
          <p:nvPr/>
        </p:nvSpPr>
        <p:spPr>
          <a:xfrm>
            <a:off x="4318000" y="1560127"/>
            <a:ext cx="1107996" cy="276999"/>
          </a:xfrm>
          <a:prstGeom prst="rect">
            <a:avLst/>
          </a:prstGeom>
          <a:noFill/>
        </p:spPr>
        <p:txBody>
          <a:bodyPr wrap="none" rtlCol="0">
            <a:spAutoFit/>
          </a:bodyPr>
          <a:lstStyle/>
          <a:p>
            <a:r>
              <a:rPr lang="zh-CN" altLang="en-US" sz="1200" b="1" dirty="0">
                <a:solidFill>
                  <a:schemeClr val="accent2"/>
                </a:solidFill>
              </a:rPr>
              <a:t>质量数据模型</a:t>
            </a:r>
          </a:p>
        </p:txBody>
      </p:sp>
      <p:sp>
        <p:nvSpPr>
          <p:cNvPr id="29" name="文本框 28">
            <a:extLst>
              <a:ext uri="{FF2B5EF4-FFF2-40B4-BE49-F238E27FC236}">
                <a16:creationId xmlns:a16="http://schemas.microsoft.com/office/drawing/2014/main" id="{68EDD021-70FB-8DE0-D27E-50A44F9E625E}"/>
              </a:ext>
            </a:extLst>
          </p:cNvPr>
          <p:cNvSpPr txBox="1"/>
          <p:nvPr/>
        </p:nvSpPr>
        <p:spPr>
          <a:xfrm>
            <a:off x="6153680" y="1560127"/>
            <a:ext cx="1107996" cy="276999"/>
          </a:xfrm>
          <a:prstGeom prst="rect">
            <a:avLst/>
          </a:prstGeom>
          <a:noFill/>
        </p:spPr>
        <p:txBody>
          <a:bodyPr wrap="none" rtlCol="0">
            <a:spAutoFit/>
          </a:bodyPr>
          <a:lstStyle/>
          <a:p>
            <a:r>
              <a:rPr lang="zh-CN" altLang="en-US" sz="1200" b="1" dirty="0">
                <a:solidFill>
                  <a:schemeClr val="accent2"/>
                </a:solidFill>
              </a:rPr>
              <a:t>安全数据模型</a:t>
            </a:r>
          </a:p>
        </p:txBody>
      </p:sp>
      <p:sp>
        <p:nvSpPr>
          <p:cNvPr id="33" name="文本框 32">
            <a:extLst>
              <a:ext uri="{FF2B5EF4-FFF2-40B4-BE49-F238E27FC236}">
                <a16:creationId xmlns:a16="http://schemas.microsoft.com/office/drawing/2014/main" id="{2BC9B2F7-850E-8A5C-A6DA-3BA1DAAA682E}"/>
              </a:ext>
            </a:extLst>
          </p:cNvPr>
          <p:cNvSpPr txBox="1"/>
          <p:nvPr/>
        </p:nvSpPr>
        <p:spPr>
          <a:xfrm>
            <a:off x="8092546" y="1560127"/>
            <a:ext cx="1107996" cy="276999"/>
          </a:xfrm>
          <a:prstGeom prst="rect">
            <a:avLst/>
          </a:prstGeom>
          <a:noFill/>
        </p:spPr>
        <p:txBody>
          <a:bodyPr wrap="none" rtlCol="0">
            <a:spAutoFit/>
          </a:bodyPr>
          <a:lstStyle/>
          <a:p>
            <a:r>
              <a:rPr lang="zh-CN" altLang="en-US" sz="1200" b="1" dirty="0">
                <a:solidFill>
                  <a:schemeClr val="accent2"/>
                </a:solidFill>
              </a:rPr>
              <a:t>资源数据模型</a:t>
            </a:r>
          </a:p>
        </p:txBody>
      </p:sp>
      <p:sp>
        <p:nvSpPr>
          <p:cNvPr id="37" name="文本框 36">
            <a:extLst>
              <a:ext uri="{FF2B5EF4-FFF2-40B4-BE49-F238E27FC236}">
                <a16:creationId xmlns:a16="http://schemas.microsoft.com/office/drawing/2014/main" id="{319A07C1-EB1B-BB55-D0FD-F9B8FFA1293E}"/>
              </a:ext>
            </a:extLst>
          </p:cNvPr>
          <p:cNvSpPr txBox="1"/>
          <p:nvPr/>
        </p:nvSpPr>
        <p:spPr>
          <a:xfrm>
            <a:off x="9993312" y="1560127"/>
            <a:ext cx="800219" cy="276999"/>
          </a:xfrm>
          <a:prstGeom prst="rect">
            <a:avLst/>
          </a:prstGeom>
          <a:noFill/>
        </p:spPr>
        <p:txBody>
          <a:bodyPr wrap="none" rtlCol="0">
            <a:spAutoFit/>
          </a:bodyPr>
          <a:lstStyle/>
          <a:p>
            <a:r>
              <a:rPr lang="zh-CN" altLang="en-US" sz="1200" b="1" dirty="0">
                <a:solidFill>
                  <a:schemeClr val="accent2"/>
                </a:solidFill>
              </a:rPr>
              <a:t>数据中心</a:t>
            </a:r>
          </a:p>
        </p:txBody>
      </p:sp>
      <p:sp>
        <p:nvSpPr>
          <p:cNvPr id="38" name="文本框 37">
            <a:extLst>
              <a:ext uri="{FF2B5EF4-FFF2-40B4-BE49-F238E27FC236}">
                <a16:creationId xmlns:a16="http://schemas.microsoft.com/office/drawing/2014/main" id="{88920F79-50B4-B317-8285-A5CBD14E279B}"/>
              </a:ext>
            </a:extLst>
          </p:cNvPr>
          <p:cNvSpPr txBox="1"/>
          <p:nvPr/>
        </p:nvSpPr>
        <p:spPr>
          <a:xfrm>
            <a:off x="5259072" y="1099596"/>
            <a:ext cx="1673856" cy="307777"/>
          </a:xfrm>
          <a:prstGeom prst="rect">
            <a:avLst/>
          </a:prstGeom>
          <a:noFill/>
        </p:spPr>
        <p:txBody>
          <a:bodyPr wrap="none" rtlCol="0">
            <a:spAutoFit/>
          </a:bodyPr>
          <a:lstStyle/>
          <a:p>
            <a:pPr algn="ctr"/>
            <a:r>
              <a:rPr lang="zh-CN" altLang="en-US" sz="1400" b="1" dirty="0">
                <a:solidFill>
                  <a:schemeClr val="accent2"/>
                </a:solidFill>
              </a:rPr>
              <a:t>经营决策 风险管控</a:t>
            </a:r>
          </a:p>
        </p:txBody>
      </p:sp>
      <p:sp>
        <p:nvSpPr>
          <p:cNvPr id="39" name="椭圆 38">
            <a:extLst>
              <a:ext uri="{FF2B5EF4-FFF2-40B4-BE49-F238E27FC236}">
                <a16:creationId xmlns:a16="http://schemas.microsoft.com/office/drawing/2014/main" id="{5FFEB8FE-B0F2-7C67-300C-6F8155A56B3B}"/>
              </a:ext>
            </a:extLst>
          </p:cNvPr>
          <p:cNvSpPr>
            <a:spLocks/>
          </p:cNvSpPr>
          <p:nvPr/>
        </p:nvSpPr>
        <p:spPr>
          <a:xfrm>
            <a:off x="1804383" y="3035299"/>
            <a:ext cx="9347804" cy="522976"/>
          </a:xfrm>
          <a:prstGeom prst="ellipse">
            <a:avLst/>
          </a:prstGeom>
          <a:gradFill flip="none" rotWithShape="1">
            <a:gsLst>
              <a:gs pos="0">
                <a:schemeClr val="tx1">
                  <a:alpha val="0"/>
                </a:schemeClr>
              </a:gs>
              <a:gs pos="100000">
                <a:schemeClr val="accent1">
                  <a:lumMod val="20000"/>
                  <a:lumOff val="80000"/>
                </a:schemeClr>
              </a:gs>
            </a:gsLst>
            <a:lin ang="5400000" scaled="0"/>
            <a:tileRect/>
          </a:gradFill>
          <a:ln w="12700">
            <a:gradFill>
              <a:gsLst>
                <a:gs pos="0">
                  <a:schemeClr val="tx1"/>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97" name="椭圆 4096">
            <a:extLst>
              <a:ext uri="{FF2B5EF4-FFF2-40B4-BE49-F238E27FC236}">
                <a16:creationId xmlns:a16="http://schemas.microsoft.com/office/drawing/2014/main" id="{984591B9-2048-4E21-8A38-26D11646CFAC}"/>
              </a:ext>
            </a:extLst>
          </p:cNvPr>
          <p:cNvSpPr>
            <a:spLocks/>
          </p:cNvSpPr>
          <p:nvPr/>
        </p:nvSpPr>
        <p:spPr>
          <a:xfrm>
            <a:off x="2242662" y="2734733"/>
            <a:ext cx="8747071" cy="617167"/>
          </a:xfrm>
          <a:prstGeom prst="ellipse">
            <a:avLst/>
          </a:prstGeom>
          <a:noFill/>
          <a:ln w="12700">
            <a:gradFill>
              <a:gsLst>
                <a:gs pos="0">
                  <a:schemeClr val="tx1"/>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矩形 39">
            <a:extLst>
              <a:ext uri="{FF2B5EF4-FFF2-40B4-BE49-F238E27FC236}">
                <a16:creationId xmlns:a16="http://schemas.microsoft.com/office/drawing/2014/main" id="{6E9ED3F3-2A2C-5E23-C5C8-6F1959EBDD36}"/>
              </a:ext>
            </a:extLst>
          </p:cNvPr>
          <p:cNvSpPr/>
          <p:nvPr/>
        </p:nvSpPr>
        <p:spPr>
          <a:xfrm>
            <a:off x="5579533" y="3173835"/>
            <a:ext cx="1807633" cy="288000"/>
          </a:xfrm>
          <a:prstGeom prst="rect">
            <a:avLst/>
          </a:prstGeom>
          <a:gradFill>
            <a:gsLst>
              <a:gs pos="8000">
                <a:schemeClr val="accent1"/>
              </a:gs>
              <a:gs pos="98000">
                <a:schemeClr val="accent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t>中台赋能</a:t>
            </a:r>
          </a:p>
        </p:txBody>
      </p:sp>
      <p:sp>
        <p:nvSpPr>
          <p:cNvPr id="41" name="文本框 40">
            <a:extLst>
              <a:ext uri="{FF2B5EF4-FFF2-40B4-BE49-F238E27FC236}">
                <a16:creationId xmlns:a16="http://schemas.microsoft.com/office/drawing/2014/main" id="{5C96E3B7-7133-631B-20EF-9FA256E2E9E8}"/>
              </a:ext>
            </a:extLst>
          </p:cNvPr>
          <p:cNvSpPr txBox="1"/>
          <p:nvPr/>
        </p:nvSpPr>
        <p:spPr>
          <a:xfrm>
            <a:off x="4489169" y="2956501"/>
            <a:ext cx="1107996" cy="276999"/>
          </a:xfrm>
          <a:prstGeom prst="rect">
            <a:avLst/>
          </a:prstGeom>
          <a:noFill/>
        </p:spPr>
        <p:txBody>
          <a:bodyPr wrap="none" rtlCol="0">
            <a:spAutoFit/>
          </a:bodyPr>
          <a:lstStyle/>
          <a:p>
            <a:r>
              <a:rPr lang="zh-CN" altLang="en-US" sz="1200" b="1" dirty="0">
                <a:solidFill>
                  <a:schemeClr val="accent1"/>
                </a:solidFill>
              </a:rPr>
              <a:t>项目风险管控</a:t>
            </a:r>
          </a:p>
        </p:txBody>
      </p:sp>
      <p:grpSp>
        <p:nvGrpSpPr>
          <p:cNvPr id="44" name="组合 43">
            <a:extLst>
              <a:ext uri="{FF2B5EF4-FFF2-40B4-BE49-F238E27FC236}">
                <a16:creationId xmlns:a16="http://schemas.microsoft.com/office/drawing/2014/main" id="{FD6B0851-8C12-B1AD-A2B6-11C6D8A8F797}"/>
              </a:ext>
            </a:extLst>
          </p:cNvPr>
          <p:cNvGrpSpPr/>
          <p:nvPr/>
        </p:nvGrpSpPr>
        <p:grpSpPr>
          <a:xfrm>
            <a:off x="4582832" y="3243083"/>
            <a:ext cx="149406" cy="149406"/>
            <a:chOff x="4582832" y="3239907"/>
            <a:chExt cx="155856" cy="155856"/>
          </a:xfrm>
        </p:grpSpPr>
        <p:sp>
          <p:nvSpPr>
            <p:cNvPr id="42" name="椭圆 41">
              <a:extLst>
                <a:ext uri="{FF2B5EF4-FFF2-40B4-BE49-F238E27FC236}">
                  <a16:creationId xmlns:a16="http://schemas.microsoft.com/office/drawing/2014/main" id="{828FD1E0-823A-3723-6D46-7D9314BA9B63}"/>
                </a:ext>
              </a:extLst>
            </p:cNvPr>
            <p:cNvSpPr/>
            <p:nvPr/>
          </p:nvSpPr>
          <p:spPr>
            <a:xfrm>
              <a:off x="4624107" y="3281182"/>
              <a:ext cx="73306" cy="73306"/>
            </a:xfrm>
            <a:prstGeom prst="ellipse">
              <a:avLst/>
            </a:prstGeom>
            <a:gradFill>
              <a:gsLst>
                <a:gs pos="13000">
                  <a:schemeClr val="accent1">
                    <a:alpha val="39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a:solidFill>
                  <a:schemeClr val="tx1"/>
                </a:solidFill>
              </a:endParaRPr>
            </a:p>
          </p:txBody>
        </p:sp>
        <p:sp>
          <p:nvSpPr>
            <p:cNvPr id="43" name="椭圆 42">
              <a:extLst>
                <a:ext uri="{FF2B5EF4-FFF2-40B4-BE49-F238E27FC236}">
                  <a16:creationId xmlns:a16="http://schemas.microsoft.com/office/drawing/2014/main" id="{64E32FBF-9EDB-E133-B9E0-BD709AAE30B6}"/>
                </a:ext>
              </a:extLst>
            </p:cNvPr>
            <p:cNvSpPr/>
            <p:nvPr/>
          </p:nvSpPr>
          <p:spPr>
            <a:xfrm>
              <a:off x="4582832" y="3239907"/>
              <a:ext cx="155856" cy="155856"/>
            </a:xfrm>
            <a:prstGeom prst="ellipse">
              <a:avLst/>
            </a:prstGeom>
            <a:noFill/>
            <a:ln>
              <a:gradFill>
                <a:gsLst>
                  <a:gs pos="0">
                    <a:schemeClr val="accent1"/>
                  </a:gs>
                  <a:gs pos="100000">
                    <a:schemeClr val="accent1">
                      <a:alpha val="37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文本框 44">
            <a:extLst>
              <a:ext uri="{FF2B5EF4-FFF2-40B4-BE49-F238E27FC236}">
                <a16:creationId xmlns:a16="http://schemas.microsoft.com/office/drawing/2014/main" id="{8D052B8B-D8BB-3BD9-94A9-2CEFCAADC2C5}"/>
              </a:ext>
            </a:extLst>
          </p:cNvPr>
          <p:cNvSpPr txBox="1"/>
          <p:nvPr/>
        </p:nvSpPr>
        <p:spPr>
          <a:xfrm>
            <a:off x="3069944" y="2855468"/>
            <a:ext cx="1107996" cy="276999"/>
          </a:xfrm>
          <a:prstGeom prst="rect">
            <a:avLst/>
          </a:prstGeom>
          <a:noFill/>
        </p:spPr>
        <p:txBody>
          <a:bodyPr wrap="none" rtlCol="0">
            <a:spAutoFit/>
          </a:bodyPr>
          <a:lstStyle/>
          <a:p>
            <a:r>
              <a:rPr lang="zh-CN" altLang="en-US" sz="1200" b="1" dirty="0">
                <a:solidFill>
                  <a:schemeClr val="accent1"/>
                </a:solidFill>
              </a:rPr>
              <a:t>进度执行监督</a:t>
            </a:r>
          </a:p>
        </p:txBody>
      </p:sp>
      <p:grpSp>
        <p:nvGrpSpPr>
          <p:cNvPr id="46" name="组合 45">
            <a:extLst>
              <a:ext uri="{FF2B5EF4-FFF2-40B4-BE49-F238E27FC236}">
                <a16:creationId xmlns:a16="http://schemas.microsoft.com/office/drawing/2014/main" id="{0BEB1C83-976C-8334-5D34-81886DAAA47C}"/>
              </a:ext>
            </a:extLst>
          </p:cNvPr>
          <p:cNvGrpSpPr/>
          <p:nvPr/>
        </p:nvGrpSpPr>
        <p:grpSpPr>
          <a:xfrm>
            <a:off x="3163607" y="3142050"/>
            <a:ext cx="149406" cy="149406"/>
            <a:chOff x="4582832" y="3239907"/>
            <a:chExt cx="155856" cy="155856"/>
          </a:xfrm>
        </p:grpSpPr>
        <p:sp>
          <p:nvSpPr>
            <p:cNvPr id="47" name="椭圆 46">
              <a:extLst>
                <a:ext uri="{FF2B5EF4-FFF2-40B4-BE49-F238E27FC236}">
                  <a16:creationId xmlns:a16="http://schemas.microsoft.com/office/drawing/2014/main" id="{6DFC07FF-8803-7227-CFEC-08917709F149}"/>
                </a:ext>
              </a:extLst>
            </p:cNvPr>
            <p:cNvSpPr/>
            <p:nvPr/>
          </p:nvSpPr>
          <p:spPr>
            <a:xfrm>
              <a:off x="4624107" y="3281182"/>
              <a:ext cx="73306" cy="73306"/>
            </a:xfrm>
            <a:prstGeom prst="ellipse">
              <a:avLst/>
            </a:prstGeom>
            <a:gradFill>
              <a:gsLst>
                <a:gs pos="13000">
                  <a:schemeClr val="accent1">
                    <a:alpha val="39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a:solidFill>
                  <a:schemeClr val="tx1"/>
                </a:solidFill>
              </a:endParaRPr>
            </a:p>
          </p:txBody>
        </p:sp>
        <p:sp>
          <p:nvSpPr>
            <p:cNvPr id="48" name="椭圆 47">
              <a:extLst>
                <a:ext uri="{FF2B5EF4-FFF2-40B4-BE49-F238E27FC236}">
                  <a16:creationId xmlns:a16="http://schemas.microsoft.com/office/drawing/2014/main" id="{275D6851-E0EF-7071-12D6-8E7E588EB5E0}"/>
                </a:ext>
              </a:extLst>
            </p:cNvPr>
            <p:cNvSpPr/>
            <p:nvPr/>
          </p:nvSpPr>
          <p:spPr>
            <a:xfrm>
              <a:off x="4582832" y="3239907"/>
              <a:ext cx="155856" cy="155856"/>
            </a:xfrm>
            <a:prstGeom prst="ellipse">
              <a:avLst/>
            </a:prstGeom>
            <a:noFill/>
            <a:ln>
              <a:gradFill>
                <a:gsLst>
                  <a:gs pos="0">
                    <a:schemeClr val="accent1"/>
                  </a:gs>
                  <a:gs pos="100000">
                    <a:schemeClr val="accent1">
                      <a:alpha val="37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文本框 48">
            <a:extLst>
              <a:ext uri="{FF2B5EF4-FFF2-40B4-BE49-F238E27FC236}">
                <a16:creationId xmlns:a16="http://schemas.microsoft.com/office/drawing/2014/main" id="{7A98B65C-D4B7-481F-8FD5-8A52B03A3F0E}"/>
              </a:ext>
            </a:extLst>
          </p:cNvPr>
          <p:cNvSpPr txBox="1"/>
          <p:nvPr/>
        </p:nvSpPr>
        <p:spPr>
          <a:xfrm>
            <a:off x="2360332" y="2537812"/>
            <a:ext cx="1261884" cy="276999"/>
          </a:xfrm>
          <a:prstGeom prst="rect">
            <a:avLst/>
          </a:prstGeom>
          <a:noFill/>
        </p:spPr>
        <p:txBody>
          <a:bodyPr wrap="none" rtlCol="0">
            <a:spAutoFit/>
          </a:bodyPr>
          <a:lstStyle/>
          <a:p>
            <a:r>
              <a:rPr lang="zh-CN" altLang="en-US" sz="1200" b="1" dirty="0">
                <a:solidFill>
                  <a:schemeClr val="accent1"/>
                </a:solidFill>
              </a:rPr>
              <a:t>管理标准化建设</a:t>
            </a:r>
          </a:p>
        </p:txBody>
      </p:sp>
      <p:grpSp>
        <p:nvGrpSpPr>
          <p:cNvPr id="50" name="组合 49">
            <a:extLst>
              <a:ext uri="{FF2B5EF4-FFF2-40B4-BE49-F238E27FC236}">
                <a16:creationId xmlns:a16="http://schemas.microsoft.com/office/drawing/2014/main" id="{08B7D12E-9957-52E6-A15C-F00116039CDE}"/>
              </a:ext>
            </a:extLst>
          </p:cNvPr>
          <p:cNvGrpSpPr/>
          <p:nvPr/>
        </p:nvGrpSpPr>
        <p:grpSpPr>
          <a:xfrm>
            <a:off x="2453995" y="2824394"/>
            <a:ext cx="149406" cy="149406"/>
            <a:chOff x="4582832" y="3239907"/>
            <a:chExt cx="155856" cy="155856"/>
          </a:xfrm>
        </p:grpSpPr>
        <p:sp>
          <p:nvSpPr>
            <p:cNvPr id="51" name="椭圆 50">
              <a:extLst>
                <a:ext uri="{FF2B5EF4-FFF2-40B4-BE49-F238E27FC236}">
                  <a16:creationId xmlns:a16="http://schemas.microsoft.com/office/drawing/2014/main" id="{1DC1CC81-6A7E-0FB6-462B-DF25AA1CB660}"/>
                </a:ext>
              </a:extLst>
            </p:cNvPr>
            <p:cNvSpPr/>
            <p:nvPr/>
          </p:nvSpPr>
          <p:spPr>
            <a:xfrm>
              <a:off x="4624107" y="3281182"/>
              <a:ext cx="73306" cy="73306"/>
            </a:xfrm>
            <a:prstGeom prst="ellipse">
              <a:avLst/>
            </a:prstGeom>
            <a:gradFill>
              <a:gsLst>
                <a:gs pos="13000">
                  <a:schemeClr val="accent1">
                    <a:alpha val="39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a:solidFill>
                  <a:schemeClr val="tx1"/>
                </a:solidFill>
              </a:endParaRPr>
            </a:p>
          </p:txBody>
        </p:sp>
        <p:sp>
          <p:nvSpPr>
            <p:cNvPr id="52" name="椭圆 51">
              <a:extLst>
                <a:ext uri="{FF2B5EF4-FFF2-40B4-BE49-F238E27FC236}">
                  <a16:creationId xmlns:a16="http://schemas.microsoft.com/office/drawing/2014/main" id="{C1843485-B1B1-DFD2-4A26-1A413F51F122}"/>
                </a:ext>
              </a:extLst>
            </p:cNvPr>
            <p:cNvSpPr/>
            <p:nvPr/>
          </p:nvSpPr>
          <p:spPr>
            <a:xfrm>
              <a:off x="4582832" y="3239907"/>
              <a:ext cx="155856" cy="155856"/>
            </a:xfrm>
            <a:prstGeom prst="ellipse">
              <a:avLst/>
            </a:prstGeom>
            <a:noFill/>
            <a:ln>
              <a:gradFill>
                <a:gsLst>
                  <a:gs pos="0">
                    <a:schemeClr val="accent1"/>
                  </a:gs>
                  <a:gs pos="100000">
                    <a:schemeClr val="accent1">
                      <a:alpha val="37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3" name="文本框 52">
            <a:extLst>
              <a:ext uri="{FF2B5EF4-FFF2-40B4-BE49-F238E27FC236}">
                <a16:creationId xmlns:a16="http://schemas.microsoft.com/office/drawing/2014/main" id="{CF1F4F98-834F-D7CF-EFA9-758935447773}"/>
              </a:ext>
            </a:extLst>
          </p:cNvPr>
          <p:cNvSpPr txBox="1"/>
          <p:nvPr/>
        </p:nvSpPr>
        <p:spPr>
          <a:xfrm>
            <a:off x="7718779" y="2967617"/>
            <a:ext cx="800219" cy="276999"/>
          </a:xfrm>
          <a:prstGeom prst="rect">
            <a:avLst/>
          </a:prstGeom>
          <a:noFill/>
        </p:spPr>
        <p:txBody>
          <a:bodyPr wrap="none" rtlCol="0">
            <a:spAutoFit/>
          </a:bodyPr>
          <a:lstStyle/>
          <a:p>
            <a:r>
              <a:rPr lang="zh-CN" altLang="en-US" sz="1200" b="1" dirty="0">
                <a:solidFill>
                  <a:schemeClr val="accent1"/>
                </a:solidFill>
              </a:rPr>
              <a:t>考核评估</a:t>
            </a:r>
          </a:p>
        </p:txBody>
      </p:sp>
      <p:grpSp>
        <p:nvGrpSpPr>
          <p:cNvPr id="54" name="组合 53">
            <a:extLst>
              <a:ext uri="{FF2B5EF4-FFF2-40B4-BE49-F238E27FC236}">
                <a16:creationId xmlns:a16="http://schemas.microsoft.com/office/drawing/2014/main" id="{07EEF6E8-0499-D77E-ED47-751FC448A2A0}"/>
              </a:ext>
            </a:extLst>
          </p:cNvPr>
          <p:cNvGrpSpPr/>
          <p:nvPr/>
        </p:nvGrpSpPr>
        <p:grpSpPr>
          <a:xfrm>
            <a:off x="8226779" y="3254199"/>
            <a:ext cx="149406" cy="149406"/>
            <a:chOff x="4582832" y="3239907"/>
            <a:chExt cx="155856" cy="155856"/>
          </a:xfrm>
        </p:grpSpPr>
        <p:sp>
          <p:nvSpPr>
            <p:cNvPr id="55" name="椭圆 54">
              <a:extLst>
                <a:ext uri="{FF2B5EF4-FFF2-40B4-BE49-F238E27FC236}">
                  <a16:creationId xmlns:a16="http://schemas.microsoft.com/office/drawing/2014/main" id="{7B673734-311D-FC37-2C8A-2DDF799C8DE5}"/>
                </a:ext>
              </a:extLst>
            </p:cNvPr>
            <p:cNvSpPr/>
            <p:nvPr/>
          </p:nvSpPr>
          <p:spPr>
            <a:xfrm>
              <a:off x="4624107" y="3281182"/>
              <a:ext cx="73306" cy="73306"/>
            </a:xfrm>
            <a:prstGeom prst="ellipse">
              <a:avLst/>
            </a:prstGeom>
            <a:gradFill>
              <a:gsLst>
                <a:gs pos="13000">
                  <a:schemeClr val="accent1">
                    <a:alpha val="39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a:solidFill>
                  <a:schemeClr val="tx1"/>
                </a:solidFill>
              </a:endParaRPr>
            </a:p>
          </p:txBody>
        </p:sp>
        <p:sp>
          <p:nvSpPr>
            <p:cNvPr id="56" name="椭圆 55">
              <a:extLst>
                <a:ext uri="{FF2B5EF4-FFF2-40B4-BE49-F238E27FC236}">
                  <a16:creationId xmlns:a16="http://schemas.microsoft.com/office/drawing/2014/main" id="{AFCF2EE5-C96C-4AD6-21CD-14AD6905B1A8}"/>
                </a:ext>
              </a:extLst>
            </p:cNvPr>
            <p:cNvSpPr/>
            <p:nvPr/>
          </p:nvSpPr>
          <p:spPr>
            <a:xfrm>
              <a:off x="4582832" y="3239907"/>
              <a:ext cx="155856" cy="155856"/>
            </a:xfrm>
            <a:prstGeom prst="ellipse">
              <a:avLst/>
            </a:prstGeom>
            <a:noFill/>
            <a:ln>
              <a:gradFill>
                <a:gsLst>
                  <a:gs pos="0">
                    <a:schemeClr val="accent1"/>
                  </a:gs>
                  <a:gs pos="100000">
                    <a:schemeClr val="accent1">
                      <a:alpha val="37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7" name="文本框 56">
            <a:extLst>
              <a:ext uri="{FF2B5EF4-FFF2-40B4-BE49-F238E27FC236}">
                <a16:creationId xmlns:a16="http://schemas.microsoft.com/office/drawing/2014/main" id="{D84EC4B0-B2D0-7846-A462-3FF8B60ABC8E}"/>
              </a:ext>
            </a:extLst>
          </p:cNvPr>
          <p:cNvSpPr txBox="1"/>
          <p:nvPr/>
        </p:nvSpPr>
        <p:spPr>
          <a:xfrm>
            <a:off x="9149118" y="2909382"/>
            <a:ext cx="800219" cy="276999"/>
          </a:xfrm>
          <a:prstGeom prst="rect">
            <a:avLst/>
          </a:prstGeom>
          <a:noFill/>
        </p:spPr>
        <p:txBody>
          <a:bodyPr wrap="none" rtlCol="0">
            <a:spAutoFit/>
          </a:bodyPr>
          <a:lstStyle/>
          <a:p>
            <a:r>
              <a:rPr lang="zh-CN" altLang="en-US" sz="1200" b="1" dirty="0">
                <a:solidFill>
                  <a:schemeClr val="accent1"/>
                </a:solidFill>
              </a:rPr>
              <a:t>专项检查</a:t>
            </a:r>
          </a:p>
        </p:txBody>
      </p:sp>
      <p:grpSp>
        <p:nvGrpSpPr>
          <p:cNvPr id="58" name="组合 57">
            <a:extLst>
              <a:ext uri="{FF2B5EF4-FFF2-40B4-BE49-F238E27FC236}">
                <a16:creationId xmlns:a16="http://schemas.microsoft.com/office/drawing/2014/main" id="{9BD8F64D-A8FC-CF39-BD07-3A73FC1B3F6B}"/>
              </a:ext>
            </a:extLst>
          </p:cNvPr>
          <p:cNvGrpSpPr/>
          <p:nvPr/>
        </p:nvGrpSpPr>
        <p:grpSpPr>
          <a:xfrm>
            <a:off x="9657118" y="3195964"/>
            <a:ext cx="149406" cy="149406"/>
            <a:chOff x="4582832" y="3239907"/>
            <a:chExt cx="155856" cy="155856"/>
          </a:xfrm>
        </p:grpSpPr>
        <p:sp>
          <p:nvSpPr>
            <p:cNvPr id="59" name="椭圆 58">
              <a:extLst>
                <a:ext uri="{FF2B5EF4-FFF2-40B4-BE49-F238E27FC236}">
                  <a16:creationId xmlns:a16="http://schemas.microsoft.com/office/drawing/2014/main" id="{CC0963B5-6C55-1236-2E61-8373D183892E}"/>
                </a:ext>
              </a:extLst>
            </p:cNvPr>
            <p:cNvSpPr/>
            <p:nvPr/>
          </p:nvSpPr>
          <p:spPr>
            <a:xfrm>
              <a:off x="4624107" y="3281182"/>
              <a:ext cx="73306" cy="73306"/>
            </a:xfrm>
            <a:prstGeom prst="ellipse">
              <a:avLst/>
            </a:prstGeom>
            <a:gradFill>
              <a:gsLst>
                <a:gs pos="13000">
                  <a:schemeClr val="accent1">
                    <a:alpha val="39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a:solidFill>
                  <a:schemeClr val="tx1"/>
                </a:solidFill>
              </a:endParaRPr>
            </a:p>
          </p:txBody>
        </p:sp>
        <p:sp>
          <p:nvSpPr>
            <p:cNvPr id="60" name="椭圆 59">
              <a:extLst>
                <a:ext uri="{FF2B5EF4-FFF2-40B4-BE49-F238E27FC236}">
                  <a16:creationId xmlns:a16="http://schemas.microsoft.com/office/drawing/2014/main" id="{A482E459-AA55-C4DA-4187-8627C1A7BAD5}"/>
                </a:ext>
              </a:extLst>
            </p:cNvPr>
            <p:cNvSpPr/>
            <p:nvPr/>
          </p:nvSpPr>
          <p:spPr>
            <a:xfrm>
              <a:off x="4582832" y="3239907"/>
              <a:ext cx="155856" cy="155856"/>
            </a:xfrm>
            <a:prstGeom prst="ellipse">
              <a:avLst/>
            </a:prstGeom>
            <a:noFill/>
            <a:ln>
              <a:gradFill>
                <a:gsLst>
                  <a:gs pos="0">
                    <a:schemeClr val="accent1"/>
                  </a:gs>
                  <a:gs pos="100000">
                    <a:schemeClr val="accent1">
                      <a:alpha val="37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1" name="文本框 60">
            <a:extLst>
              <a:ext uri="{FF2B5EF4-FFF2-40B4-BE49-F238E27FC236}">
                <a16:creationId xmlns:a16="http://schemas.microsoft.com/office/drawing/2014/main" id="{B697A065-0183-20BD-491C-4E8066A318EE}"/>
              </a:ext>
            </a:extLst>
          </p:cNvPr>
          <p:cNvSpPr txBox="1"/>
          <p:nvPr/>
        </p:nvSpPr>
        <p:spPr>
          <a:xfrm>
            <a:off x="10096144" y="2538113"/>
            <a:ext cx="800219" cy="276999"/>
          </a:xfrm>
          <a:prstGeom prst="rect">
            <a:avLst/>
          </a:prstGeom>
          <a:noFill/>
        </p:spPr>
        <p:txBody>
          <a:bodyPr wrap="none" rtlCol="0">
            <a:spAutoFit/>
          </a:bodyPr>
          <a:lstStyle/>
          <a:p>
            <a:r>
              <a:rPr lang="zh-CN" altLang="en-US" sz="1200" b="1" dirty="0">
                <a:solidFill>
                  <a:schemeClr val="accent1"/>
                </a:solidFill>
              </a:rPr>
              <a:t>远程协同</a:t>
            </a:r>
          </a:p>
        </p:txBody>
      </p:sp>
      <p:grpSp>
        <p:nvGrpSpPr>
          <p:cNvPr id="62" name="组合 61">
            <a:extLst>
              <a:ext uri="{FF2B5EF4-FFF2-40B4-BE49-F238E27FC236}">
                <a16:creationId xmlns:a16="http://schemas.microsoft.com/office/drawing/2014/main" id="{FF058CA1-42EC-38BE-E6FD-7AA7CE5E4383}"/>
              </a:ext>
            </a:extLst>
          </p:cNvPr>
          <p:cNvGrpSpPr/>
          <p:nvPr/>
        </p:nvGrpSpPr>
        <p:grpSpPr>
          <a:xfrm>
            <a:off x="10604144" y="2824695"/>
            <a:ext cx="149406" cy="149406"/>
            <a:chOff x="4582832" y="3239907"/>
            <a:chExt cx="155856" cy="155856"/>
          </a:xfrm>
        </p:grpSpPr>
        <p:sp>
          <p:nvSpPr>
            <p:cNvPr id="63" name="椭圆 62">
              <a:extLst>
                <a:ext uri="{FF2B5EF4-FFF2-40B4-BE49-F238E27FC236}">
                  <a16:creationId xmlns:a16="http://schemas.microsoft.com/office/drawing/2014/main" id="{0A47121B-4341-EA87-D998-0295508CDCD3}"/>
                </a:ext>
              </a:extLst>
            </p:cNvPr>
            <p:cNvSpPr/>
            <p:nvPr/>
          </p:nvSpPr>
          <p:spPr>
            <a:xfrm>
              <a:off x="4624107" y="3281182"/>
              <a:ext cx="73306" cy="73306"/>
            </a:xfrm>
            <a:prstGeom prst="ellipse">
              <a:avLst/>
            </a:prstGeom>
            <a:gradFill>
              <a:gsLst>
                <a:gs pos="13000">
                  <a:schemeClr val="accent1">
                    <a:alpha val="39000"/>
                  </a:schemeClr>
                </a:gs>
                <a:gs pos="100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a:solidFill>
                  <a:schemeClr val="tx1"/>
                </a:solidFill>
              </a:endParaRPr>
            </a:p>
          </p:txBody>
        </p:sp>
        <p:sp>
          <p:nvSpPr>
            <p:cNvPr id="4096" name="椭圆 4095">
              <a:extLst>
                <a:ext uri="{FF2B5EF4-FFF2-40B4-BE49-F238E27FC236}">
                  <a16:creationId xmlns:a16="http://schemas.microsoft.com/office/drawing/2014/main" id="{C892E560-2103-D0F4-9320-CE11C8134E29}"/>
                </a:ext>
              </a:extLst>
            </p:cNvPr>
            <p:cNvSpPr/>
            <p:nvPr/>
          </p:nvSpPr>
          <p:spPr>
            <a:xfrm>
              <a:off x="4582832" y="3239907"/>
              <a:ext cx="155856" cy="155856"/>
            </a:xfrm>
            <a:prstGeom prst="ellipse">
              <a:avLst/>
            </a:prstGeom>
            <a:noFill/>
            <a:ln>
              <a:gradFill>
                <a:gsLst>
                  <a:gs pos="0">
                    <a:schemeClr val="accent1"/>
                  </a:gs>
                  <a:gs pos="100000">
                    <a:schemeClr val="accent1">
                      <a:alpha val="37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15" name="组合 4114">
            <a:extLst>
              <a:ext uri="{FF2B5EF4-FFF2-40B4-BE49-F238E27FC236}">
                <a16:creationId xmlns:a16="http://schemas.microsoft.com/office/drawing/2014/main" id="{F1BAF7A6-CD88-5588-13F0-6144480C500C}"/>
              </a:ext>
            </a:extLst>
          </p:cNvPr>
          <p:cNvGrpSpPr/>
          <p:nvPr/>
        </p:nvGrpSpPr>
        <p:grpSpPr>
          <a:xfrm>
            <a:off x="2211134" y="3948113"/>
            <a:ext cx="1827213" cy="1700211"/>
            <a:chOff x="2211134" y="3948113"/>
            <a:chExt cx="1827213" cy="1700211"/>
          </a:xfrm>
        </p:grpSpPr>
        <p:grpSp>
          <p:nvGrpSpPr>
            <p:cNvPr id="4102" name="组合 4101">
              <a:extLst>
                <a:ext uri="{FF2B5EF4-FFF2-40B4-BE49-F238E27FC236}">
                  <a16:creationId xmlns:a16="http://schemas.microsoft.com/office/drawing/2014/main" id="{400D129F-54F1-7F73-C004-A4DF2D61025E}"/>
                </a:ext>
              </a:extLst>
            </p:cNvPr>
            <p:cNvGrpSpPr/>
            <p:nvPr/>
          </p:nvGrpSpPr>
          <p:grpSpPr>
            <a:xfrm>
              <a:off x="2211134" y="4117527"/>
              <a:ext cx="1827213" cy="1530797"/>
              <a:chOff x="2211387" y="4117527"/>
              <a:chExt cx="1827213" cy="1530797"/>
            </a:xfrm>
          </p:grpSpPr>
          <p:sp>
            <p:nvSpPr>
              <p:cNvPr id="4099" name="矩形 4098">
                <a:extLst>
                  <a:ext uri="{FF2B5EF4-FFF2-40B4-BE49-F238E27FC236}">
                    <a16:creationId xmlns:a16="http://schemas.microsoft.com/office/drawing/2014/main" id="{A9AA524E-DBF2-8F5B-E008-D795FFF32F58}"/>
                  </a:ext>
                </a:extLst>
              </p:cNvPr>
              <p:cNvSpPr>
                <a:spLocks/>
              </p:cNvSpPr>
              <p:nvPr/>
            </p:nvSpPr>
            <p:spPr>
              <a:xfrm>
                <a:off x="2211387" y="4117527"/>
                <a:ext cx="1827213" cy="1530797"/>
              </a:xfrm>
              <a:prstGeom prst="rect">
                <a:avLst/>
              </a:prstGeom>
              <a:solidFill>
                <a:schemeClr val="tx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01" name="矩形 4100">
                <a:extLst>
                  <a:ext uri="{FF2B5EF4-FFF2-40B4-BE49-F238E27FC236}">
                    <a16:creationId xmlns:a16="http://schemas.microsoft.com/office/drawing/2014/main" id="{613BE75D-0FD7-CAD9-DAF7-D0ACDE4E00CA}"/>
                  </a:ext>
                </a:extLst>
              </p:cNvPr>
              <p:cNvSpPr>
                <a:spLocks/>
              </p:cNvSpPr>
              <p:nvPr/>
            </p:nvSpPr>
            <p:spPr>
              <a:xfrm>
                <a:off x="2211387" y="4117527"/>
                <a:ext cx="1827213" cy="1530797"/>
              </a:xfrm>
              <a:prstGeom prst="rect">
                <a:avLst/>
              </a:prstGeom>
              <a:gradFill>
                <a:gsLst>
                  <a:gs pos="0">
                    <a:schemeClr val="tx1"/>
                  </a:gs>
                  <a:gs pos="98000">
                    <a:schemeClr val="accent1">
                      <a:alpha val="0"/>
                    </a:schemeClr>
                  </a:gs>
                </a:gsLst>
                <a:lin ang="54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100" name="梯形 4099">
              <a:extLst>
                <a:ext uri="{FF2B5EF4-FFF2-40B4-BE49-F238E27FC236}">
                  <a16:creationId xmlns:a16="http://schemas.microsoft.com/office/drawing/2014/main" id="{4CDF2032-0DBD-B7E3-5592-BFA8BADD547D}"/>
                </a:ext>
              </a:extLst>
            </p:cNvPr>
            <p:cNvSpPr>
              <a:spLocks/>
            </p:cNvSpPr>
            <p:nvPr/>
          </p:nvSpPr>
          <p:spPr>
            <a:xfrm>
              <a:off x="2211134" y="3948113"/>
              <a:ext cx="1827213" cy="169414"/>
            </a:xfrm>
            <a:prstGeom prst="trapezoid">
              <a:avLst>
                <a:gd name="adj" fmla="val 98122"/>
              </a:avLst>
            </a:prstGeom>
            <a:gradFill>
              <a:gsLst>
                <a:gs pos="8000">
                  <a:schemeClr val="accent1">
                    <a:alpha val="0"/>
                  </a:schemeClr>
                </a:gs>
                <a:gs pos="96000">
                  <a:schemeClr val="accent1">
                    <a:alpha val="3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03" name="文本框 4102">
            <a:extLst>
              <a:ext uri="{FF2B5EF4-FFF2-40B4-BE49-F238E27FC236}">
                <a16:creationId xmlns:a16="http://schemas.microsoft.com/office/drawing/2014/main" id="{040C7F9A-301C-3905-6538-015CF6343A64}"/>
              </a:ext>
            </a:extLst>
          </p:cNvPr>
          <p:cNvSpPr txBox="1"/>
          <p:nvPr/>
        </p:nvSpPr>
        <p:spPr>
          <a:xfrm>
            <a:off x="2777844" y="4194180"/>
            <a:ext cx="800219" cy="276999"/>
          </a:xfrm>
          <a:prstGeom prst="rect">
            <a:avLst/>
          </a:prstGeom>
          <a:noFill/>
        </p:spPr>
        <p:txBody>
          <a:bodyPr wrap="none" rtlCol="0">
            <a:spAutoFit/>
          </a:bodyPr>
          <a:lstStyle/>
          <a:p>
            <a:r>
              <a:rPr lang="zh-CN" altLang="en-US" sz="1200" b="1" dirty="0">
                <a:solidFill>
                  <a:schemeClr val="accent1"/>
                </a:solidFill>
              </a:rPr>
              <a:t>进度管理</a:t>
            </a:r>
          </a:p>
        </p:txBody>
      </p:sp>
      <p:sp>
        <p:nvSpPr>
          <p:cNvPr id="4106" name="图形 4104">
            <a:extLst>
              <a:ext uri="{FF2B5EF4-FFF2-40B4-BE49-F238E27FC236}">
                <a16:creationId xmlns:a16="http://schemas.microsoft.com/office/drawing/2014/main" id="{DABE3B81-8A5B-D42A-1815-F705EAEED6A1}"/>
              </a:ext>
            </a:extLst>
          </p:cNvPr>
          <p:cNvSpPr/>
          <p:nvPr/>
        </p:nvSpPr>
        <p:spPr>
          <a:xfrm>
            <a:off x="2640032" y="4259264"/>
            <a:ext cx="140872" cy="141288"/>
          </a:xfrm>
          <a:custGeom>
            <a:avLst/>
            <a:gdLst>
              <a:gd name="connsiteX0" fmla="*/ 485286 w 792922"/>
              <a:gd name="connsiteY0" fmla="*/ 49549 h 795264"/>
              <a:gd name="connsiteX1" fmla="*/ 524282 w 792922"/>
              <a:gd name="connsiteY1" fmla="*/ 94143 h 795264"/>
              <a:gd name="connsiteX2" fmla="*/ 485286 w 792922"/>
              <a:gd name="connsiteY2" fmla="*/ 138738 h 795264"/>
              <a:gd name="connsiteX3" fmla="*/ 301137 w 792922"/>
              <a:gd name="connsiteY3" fmla="*/ 138738 h 795264"/>
              <a:gd name="connsiteX4" fmla="*/ 262141 w 792922"/>
              <a:gd name="connsiteY4" fmla="*/ 94143 h 795264"/>
              <a:gd name="connsiteX5" fmla="*/ 301137 w 792922"/>
              <a:gd name="connsiteY5" fmla="*/ 49549 h 795264"/>
              <a:gd name="connsiteX6" fmla="*/ 485286 w 792922"/>
              <a:gd name="connsiteY6" fmla="*/ 49549 h 795264"/>
              <a:gd name="connsiteX7" fmla="*/ 485286 w 792922"/>
              <a:gd name="connsiteY7" fmla="*/ 0 h 795264"/>
              <a:gd name="connsiteX8" fmla="*/ 301137 w 792922"/>
              <a:gd name="connsiteY8" fmla="*/ 0 h 795264"/>
              <a:gd name="connsiteX9" fmla="*/ 218812 w 792922"/>
              <a:gd name="connsiteY9" fmla="*/ 94143 h 795264"/>
              <a:gd name="connsiteX10" fmla="*/ 301137 w 792922"/>
              <a:gd name="connsiteY10" fmla="*/ 188287 h 795264"/>
              <a:gd name="connsiteX11" fmla="*/ 485286 w 792922"/>
              <a:gd name="connsiteY11" fmla="*/ 188287 h 795264"/>
              <a:gd name="connsiteX12" fmla="*/ 567611 w 792922"/>
              <a:gd name="connsiteY12" fmla="*/ 94143 h 795264"/>
              <a:gd name="connsiteX13" fmla="*/ 485286 w 792922"/>
              <a:gd name="connsiteY13" fmla="*/ 0 h 795264"/>
              <a:gd name="connsiteX14" fmla="*/ 491785 w 792922"/>
              <a:gd name="connsiteY14" fmla="*/ 354277 h 795264"/>
              <a:gd name="connsiteX15" fmla="*/ 530781 w 792922"/>
              <a:gd name="connsiteY15" fmla="*/ 398871 h 795264"/>
              <a:gd name="connsiteX16" fmla="*/ 491785 w 792922"/>
              <a:gd name="connsiteY16" fmla="*/ 443465 h 795264"/>
              <a:gd name="connsiteX17" fmla="*/ 307636 w 792922"/>
              <a:gd name="connsiteY17" fmla="*/ 443465 h 795264"/>
              <a:gd name="connsiteX18" fmla="*/ 268640 w 792922"/>
              <a:gd name="connsiteY18" fmla="*/ 398871 h 795264"/>
              <a:gd name="connsiteX19" fmla="*/ 307636 w 792922"/>
              <a:gd name="connsiteY19" fmla="*/ 354277 h 795264"/>
              <a:gd name="connsiteX20" fmla="*/ 491785 w 792922"/>
              <a:gd name="connsiteY20" fmla="*/ 354277 h 795264"/>
              <a:gd name="connsiteX21" fmla="*/ 491785 w 792922"/>
              <a:gd name="connsiteY21" fmla="*/ 304727 h 795264"/>
              <a:gd name="connsiteX22" fmla="*/ 307636 w 792922"/>
              <a:gd name="connsiteY22" fmla="*/ 304727 h 795264"/>
              <a:gd name="connsiteX23" fmla="*/ 225311 w 792922"/>
              <a:gd name="connsiteY23" fmla="*/ 398871 h 795264"/>
              <a:gd name="connsiteX24" fmla="*/ 307636 w 792922"/>
              <a:gd name="connsiteY24" fmla="*/ 493014 h 795264"/>
              <a:gd name="connsiteX25" fmla="*/ 491785 w 792922"/>
              <a:gd name="connsiteY25" fmla="*/ 493014 h 795264"/>
              <a:gd name="connsiteX26" fmla="*/ 574110 w 792922"/>
              <a:gd name="connsiteY26" fmla="*/ 398871 h 795264"/>
              <a:gd name="connsiteX27" fmla="*/ 491785 w 792922"/>
              <a:gd name="connsiteY27" fmla="*/ 304727 h 795264"/>
              <a:gd name="connsiteX28" fmla="*/ 485286 w 792922"/>
              <a:gd name="connsiteY28" fmla="*/ 656526 h 795264"/>
              <a:gd name="connsiteX29" fmla="*/ 524282 w 792922"/>
              <a:gd name="connsiteY29" fmla="*/ 701121 h 795264"/>
              <a:gd name="connsiteX30" fmla="*/ 485286 w 792922"/>
              <a:gd name="connsiteY30" fmla="*/ 745715 h 795264"/>
              <a:gd name="connsiteX31" fmla="*/ 301137 w 792922"/>
              <a:gd name="connsiteY31" fmla="*/ 745715 h 795264"/>
              <a:gd name="connsiteX32" fmla="*/ 262141 w 792922"/>
              <a:gd name="connsiteY32" fmla="*/ 701121 h 795264"/>
              <a:gd name="connsiteX33" fmla="*/ 301137 w 792922"/>
              <a:gd name="connsiteY33" fmla="*/ 656526 h 795264"/>
              <a:gd name="connsiteX34" fmla="*/ 485286 w 792922"/>
              <a:gd name="connsiteY34" fmla="*/ 656526 h 795264"/>
              <a:gd name="connsiteX35" fmla="*/ 485286 w 792922"/>
              <a:gd name="connsiteY35" fmla="*/ 606977 h 795264"/>
              <a:gd name="connsiteX36" fmla="*/ 301137 w 792922"/>
              <a:gd name="connsiteY36" fmla="*/ 606977 h 795264"/>
              <a:gd name="connsiteX37" fmla="*/ 218812 w 792922"/>
              <a:gd name="connsiteY37" fmla="*/ 701121 h 795264"/>
              <a:gd name="connsiteX38" fmla="*/ 301137 w 792922"/>
              <a:gd name="connsiteY38" fmla="*/ 795264 h 795264"/>
              <a:gd name="connsiteX39" fmla="*/ 485286 w 792922"/>
              <a:gd name="connsiteY39" fmla="*/ 795264 h 795264"/>
              <a:gd name="connsiteX40" fmla="*/ 567611 w 792922"/>
              <a:gd name="connsiteY40" fmla="*/ 701121 h 795264"/>
              <a:gd name="connsiteX41" fmla="*/ 485286 w 792922"/>
              <a:gd name="connsiteY41" fmla="*/ 606977 h 795264"/>
              <a:gd name="connsiteX42" fmla="*/ 214479 w 792922"/>
              <a:gd name="connsiteY42" fmla="*/ 391438 h 795264"/>
              <a:gd name="connsiteX43" fmla="*/ 136487 w 792922"/>
              <a:gd name="connsiteY43" fmla="*/ 341889 h 795264"/>
              <a:gd name="connsiteX44" fmla="*/ 129987 w 792922"/>
              <a:gd name="connsiteY44" fmla="*/ 346844 h 795264"/>
              <a:gd name="connsiteX45" fmla="*/ 129987 w 792922"/>
              <a:gd name="connsiteY45" fmla="*/ 366664 h 795264"/>
              <a:gd name="connsiteX46" fmla="*/ 43329 w 792922"/>
              <a:gd name="connsiteY46" fmla="*/ 240313 h 795264"/>
              <a:gd name="connsiteX47" fmla="*/ 153818 w 792922"/>
              <a:gd name="connsiteY47" fmla="*/ 106531 h 795264"/>
              <a:gd name="connsiteX48" fmla="*/ 171150 w 792922"/>
              <a:gd name="connsiteY48" fmla="*/ 76801 h 795264"/>
              <a:gd name="connsiteX49" fmla="*/ 149485 w 792922"/>
              <a:gd name="connsiteY49" fmla="*/ 54504 h 795264"/>
              <a:gd name="connsiteX50" fmla="*/ 0 w 792922"/>
              <a:gd name="connsiteY50" fmla="*/ 237836 h 795264"/>
              <a:gd name="connsiteX51" fmla="*/ 129987 w 792922"/>
              <a:gd name="connsiteY51" fmla="*/ 418690 h 795264"/>
              <a:gd name="connsiteX52" fmla="*/ 129987 w 792922"/>
              <a:gd name="connsiteY52" fmla="*/ 448420 h 795264"/>
              <a:gd name="connsiteX53" fmla="*/ 136487 w 792922"/>
              <a:gd name="connsiteY53" fmla="*/ 453375 h 795264"/>
              <a:gd name="connsiteX54" fmla="*/ 214479 w 792922"/>
              <a:gd name="connsiteY54" fmla="*/ 401348 h 795264"/>
              <a:gd name="connsiteX55" fmla="*/ 214479 w 792922"/>
              <a:gd name="connsiteY55" fmla="*/ 391438 h 795264"/>
              <a:gd name="connsiteX56" fmla="*/ 576277 w 792922"/>
              <a:gd name="connsiteY56" fmla="*/ 703598 h 795264"/>
              <a:gd name="connsiteX57" fmla="*/ 654269 w 792922"/>
              <a:gd name="connsiteY57" fmla="*/ 651572 h 795264"/>
              <a:gd name="connsiteX58" fmla="*/ 660768 w 792922"/>
              <a:gd name="connsiteY58" fmla="*/ 656526 h 795264"/>
              <a:gd name="connsiteX59" fmla="*/ 660768 w 792922"/>
              <a:gd name="connsiteY59" fmla="*/ 676346 h 795264"/>
              <a:gd name="connsiteX60" fmla="*/ 747427 w 792922"/>
              <a:gd name="connsiteY60" fmla="*/ 549996 h 795264"/>
              <a:gd name="connsiteX61" fmla="*/ 636937 w 792922"/>
              <a:gd name="connsiteY61" fmla="*/ 416213 h 795264"/>
              <a:gd name="connsiteX62" fmla="*/ 619606 w 792922"/>
              <a:gd name="connsiteY62" fmla="*/ 386483 h 795264"/>
              <a:gd name="connsiteX63" fmla="*/ 643437 w 792922"/>
              <a:gd name="connsiteY63" fmla="*/ 364186 h 795264"/>
              <a:gd name="connsiteX64" fmla="*/ 792922 w 792922"/>
              <a:gd name="connsiteY64" fmla="*/ 549996 h 795264"/>
              <a:gd name="connsiteX65" fmla="*/ 662935 w 792922"/>
              <a:gd name="connsiteY65" fmla="*/ 730850 h 795264"/>
              <a:gd name="connsiteX66" fmla="*/ 662935 w 792922"/>
              <a:gd name="connsiteY66" fmla="*/ 760580 h 795264"/>
              <a:gd name="connsiteX67" fmla="*/ 656435 w 792922"/>
              <a:gd name="connsiteY67" fmla="*/ 765535 h 795264"/>
              <a:gd name="connsiteX68" fmla="*/ 576277 w 792922"/>
              <a:gd name="connsiteY68" fmla="*/ 713508 h 795264"/>
              <a:gd name="connsiteX69" fmla="*/ 576277 w 792922"/>
              <a:gd name="connsiteY69" fmla="*/ 703598 h 79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792922" h="795264">
                <a:moveTo>
                  <a:pt x="485286" y="49549"/>
                </a:moveTo>
                <a:cubicBezTo>
                  <a:pt x="506950" y="49549"/>
                  <a:pt x="524282" y="69369"/>
                  <a:pt x="524282" y="94143"/>
                </a:cubicBezTo>
                <a:cubicBezTo>
                  <a:pt x="524282" y="118918"/>
                  <a:pt x="506950" y="138738"/>
                  <a:pt x="485286" y="138738"/>
                </a:cubicBezTo>
                <a:lnTo>
                  <a:pt x="301137" y="138738"/>
                </a:lnTo>
                <a:cubicBezTo>
                  <a:pt x="279473" y="138738"/>
                  <a:pt x="262141" y="118918"/>
                  <a:pt x="262141" y="94143"/>
                </a:cubicBezTo>
                <a:cubicBezTo>
                  <a:pt x="262141" y="69369"/>
                  <a:pt x="279473" y="49549"/>
                  <a:pt x="301137" y="49549"/>
                </a:cubicBezTo>
                <a:lnTo>
                  <a:pt x="485286" y="49549"/>
                </a:lnTo>
                <a:moveTo>
                  <a:pt x="485286" y="0"/>
                </a:moveTo>
                <a:lnTo>
                  <a:pt x="301137" y="0"/>
                </a:lnTo>
                <a:cubicBezTo>
                  <a:pt x="255642" y="0"/>
                  <a:pt x="218812" y="42117"/>
                  <a:pt x="218812" y="94143"/>
                </a:cubicBezTo>
                <a:cubicBezTo>
                  <a:pt x="218812" y="146170"/>
                  <a:pt x="255642" y="188287"/>
                  <a:pt x="301137" y="188287"/>
                </a:cubicBezTo>
                <a:lnTo>
                  <a:pt x="485286" y="188287"/>
                </a:lnTo>
                <a:cubicBezTo>
                  <a:pt x="530781" y="188287"/>
                  <a:pt x="567611" y="146170"/>
                  <a:pt x="567611" y="94143"/>
                </a:cubicBezTo>
                <a:cubicBezTo>
                  <a:pt x="567611" y="42117"/>
                  <a:pt x="528615" y="0"/>
                  <a:pt x="485286" y="0"/>
                </a:cubicBezTo>
                <a:close/>
                <a:moveTo>
                  <a:pt x="491785" y="354277"/>
                </a:moveTo>
                <a:cubicBezTo>
                  <a:pt x="513450" y="354277"/>
                  <a:pt x="530781" y="374096"/>
                  <a:pt x="530781" y="398871"/>
                </a:cubicBezTo>
                <a:cubicBezTo>
                  <a:pt x="530781" y="423645"/>
                  <a:pt x="513450" y="443465"/>
                  <a:pt x="491785" y="443465"/>
                </a:cubicBezTo>
                <a:lnTo>
                  <a:pt x="307636" y="443465"/>
                </a:lnTo>
                <a:cubicBezTo>
                  <a:pt x="285972" y="443465"/>
                  <a:pt x="268640" y="423645"/>
                  <a:pt x="268640" y="398871"/>
                </a:cubicBezTo>
                <a:cubicBezTo>
                  <a:pt x="268640" y="374096"/>
                  <a:pt x="285972" y="354277"/>
                  <a:pt x="307636" y="354277"/>
                </a:cubicBezTo>
                <a:lnTo>
                  <a:pt x="491785" y="354277"/>
                </a:lnTo>
                <a:moveTo>
                  <a:pt x="491785" y="304727"/>
                </a:moveTo>
                <a:lnTo>
                  <a:pt x="307636" y="304727"/>
                </a:lnTo>
                <a:cubicBezTo>
                  <a:pt x="262141" y="304727"/>
                  <a:pt x="225311" y="346844"/>
                  <a:pt x="225311" y="398871"/>
                </a:cubicBezTo>
                <a:cubicBezTo>
                  <a:pt x="225311" y="450897"/>
                  <a:pt x="262141" y="493014"/>
                  <a:pt x="307636" y="493014"/>
                </a:cubicBezTo>
                <a:lnTo>
                  <a:pt x="491785" y="493014"/>
                </a:lnTo>
                <a:cubicBezTo>
                  <a:pt x="537281" y="493014"/>
                  <a:pt x="574110" y="450897"/>
                  <a:pt x="574110" y="398871"/>
                </a:cubicBezTo>
                <a:cubicBezTo>
                  <a:pt x="574110" y="346844"/>
                  <a:pt x="537281" y="304727"/>
                  <a:pt x="491785" y="304727"/>
                </a:cubicBezTo>
                <a:close/>
                <a:moveTo>
                  <a:pt x="485286" y="656526"/>
                </a:moveTo>
                <a:cubicBezTo>
                  <a:pt x="506950" y="656526"/>
                  <a:pt x="524282" y="676346"/>
                  <a:pt x="524282" y="701121"/>
                </a:cubicBezTo>
                <a:cubicBezTo>
                  <a:pt x="524282" y="725895"/>
                  <a:pt x="506950" y="745715"/>
                  <a:pt x="485286" y="745715"/>
                </a:cubicBezTo>
                <a:lnTo>
                  <a:pt x="301137" y="745715"/>
                </a:lnTo>
                <a:cubicBezTo>
                  <a:pt x="279473" y="745715"/>
                  <a:pt x="262141" y="725895"/>
                  <a:pt x="262141" y="701121"/>
                </a:cubicBezTo>
                <a:cubicBezTo>
                  <a:pt x="262141" y="676346"/>
                  <a:pt x="279473" y="656526"/>
                  <a:pt x="301137" y="656526"/>
                </a:cubicBezTo>
                <a:lnTo>
                  <a:pt x="485286" y="656526"/>
                </a:lnTo>
                <a:moveTo>
                  <a:pt x="485286" y="606977"/>
                </a:moveTo>
                <a:lnTo>
                  <a:pt x="301137" y="606977"/>
                </a:lnTo>
                <a:cubicBezTo>
                  <a:pt x="255642" y="606977"/>
                  <a:pt x="218812" y="649094"/>
                  <a:pt x="218812" y="701121"/>
                </a:cubicBezTo>
                <a:cubicBezTo>
                  <a:pt x="218812" y="753147"/>
                  <a:pt x="255642" y="795264"/>
                  <a:pt x="301137" y="795264"/>
                </a:cubicBezTo>
                <a:lnTo>
                  <a:pt x="485286" y="795264"/>
                </a:lnTo>
                <a:cubicBezTo>
                  <a:pt x="530781" y="795264"/>
                  <a:pt x="567611" y="753147"/>
                  <a:pt x="567611" y="701121"/>
                </a:cubicBezTo>
                <a:cubicBezTo>
                  <a:pt x="567611" y="649094"/>
                  <a:pt x="528615" y="606977"/>
                  <a:pt x="485286" y="606977"/>
                </a:cubicBezTo>
                <a:close/>
                <a:moveTo>
                  <a:pt x="214479" y="391438"/>
                </a:moveTo>
                <a:lnTo>
                  <a:pt x="136487" y="341889"/>
                </a:lnTo>
                <a:cubicBezTo>
                  <a:pt x="134320" y="339412"/>
                  <a:pt x="129987" y="341889"/>
                  <a:pt x="129987" y="346844"/>
                </a:cubicBezTo>
                <a:lnTo>
                  <a:pt x="129987" y="366664"/>
                </a:lnTo>
                <a:cubicBezTo>
                  <a:pt x="97490" y="354277"/>
                  <a:pt x="43329" y="319592"/>
                  <a:pt x="43329" y="240313"/>
                </a:cubicBezTo>
                <a:cubicBezTo>
                  <a:pt x="43329" y="128828"/>
                  <a:pt x="149485" y="109008"/>
                  <a:pt x="153818" y="106531"/>
                </a:cubicBezTo>
                <a:cubicBezTo>
                  <a:pt x="164650" y="104053"/>
                  <a:pt x="173316" y="91666"/>
                  <a:pt x="171150" y="76801"/>
                </a:cubicBezTo>
                <a:cubicBezTo>
                  <a:pt x="171150" y="61936"/>
                  <a:pt x="160318" y="52027"/>
                  <a:pt x="149485" y="54504"/>
                </a:cubicBezTo>
                <a:cubicBezTo>
                  <a:pt x="97490" y="61936"/>
                  <a:pt x="0" y="113963"/>
                  <a:pt x="0" y="237836"/>
                </a:cubicBezTo>
                <a:cubicBezTo>
                  <a:pt x="0" y="349322"/>
                  <a:pt x="77992" y="401348"/>
                  <a:pt x="129987" y="418690"/>
                </a:cubicBezTo>
                <a:lnTo>
                  <a:pt x="129987" y="448420"/>
                </a:lnTo>
                <a:cubicBezTo>
                  <a:pt x="129987" y="453375"/>
                  <a:pt x="134320" y="453375"/>
                  <a:pt x="136487" y="453375"/>
                </a:cubicBezTo>
                <a:lnTo>
                  <a:pt x="214479" y="401348"/>
                </a:lnTo>
                <a:cubicBezTo>
                  <a:pt x="218812" y="398871"/>
                  <a:pt x="218812" y="393916"/>
                  <a:pt x="214479" y="391438"/>
                </a:cubicBezTo>
                <a:close/>
                <a:moveTo>
                  <a:pt x="576277" y="703598"/>
                </a:moveTo>
                <a:lnTo>
                  <a:pt x="654269" y="651572"/>
                </a:lnTo>
                <a:cubicBezTo>
                  <a:pt x="656435" y="649094"/>
                  <a:pt x="660768" y="651572"/>
                  <a:pt x="660768" y="656526"/>
                </a:cubicBezTo>
                <a:lnTo>
                  <a:pt x="660768" y="676346"/>
                </a:lnTo>
                <a:cubicBezTo>
                  <a:pt x="693265" y="663959"/>
                  <a:pt x="747427" y="629274"/>
                  <a:pt x="747427" y="549996"/>
                </a:cubicBezTo>
                <a:cubicBezTo>
                  <a:pt x="747427" y="438510"/>
                  <a:pt x="641270" y="418690"/>
                  <a:pt x="636937" y="416213"/>
                </a:cubicBezTo>
                <a:cubicBezTo>
                  <a:pt x="626105" y="413736"/>
                  <a:pt x="617439" y="401348"/>
                  <a:pt x="619606" y="386483"/>
                </a:cubicBezTo>
                <a:cubicBezTo>
                  <a:pt x="621772" y="371619"/>
                  <a:pt x="632604" y="361709"/>
                  <a:pt x="643437" y="364186"/>
                </a:cubicBezTo>
                <a:cubicBezTo>
                  <a:pt x="695432" y="374096"/>
                  <a:pt x="792922" y="423645"/>
                  <a:pt x="792922" y="549996"/>
                </a:cubicBezTo>
                <a:cubicBezTo>
                  <a:pt x="792922" y="661481"/>
                  <a:pt x="714930" y="713508"/>
                  <a:pt x="662935" y="730850"/>
                </a:cubicBezTo>
                <a:lnTo>
                  <a:pt x="662935" y="760580"/>
                </a:lnTo>
                <a:cubicBezTo>
                  <a:pt x="662935" y="765535"/>
                  <a:pt x="658602" y="765535"/>
                  <a:pt x="656435" y="765535"/>
                </a:cubicBezTo>
                <a:lnTo>
                  <a:pt x="576277" y="713508"/>
                </a:lnTo>
                <a:cubicBezTo>
                  <a:pt x="574110" y="711031"/>
                  <a:pt x="574110" y="706076"/>
                  <a:pt x="576277" y="703598"/>
                </a:cubicBezTo>
                <a:close/>
              </a:path>
            </a:pathLst>
          </a:custGeom>
          <a:solidFill>
            <a:schemeClr val="accent1"/>
          </a:solidFill>
          <a:ln w="6350" cap="flat">
            <a:noFill/>
            <a:prstDash val="solid"/>
            <a:miter/>
          </a:ln>
        </p:spPr>
        <p:txBody>
          <a:bodyPr rtlCol="0" anchor="ctr"/>
          <a:lstStyle/>
          <a:p>
            <a:endParaRPr lang="zh-CN" altLang="en-US"/>
          </a:p>
        </p:txBody>
      </p:sp>
      <p:sp>
        <p:nvSpPr>
          <p:cNvPr id="4107" name="文本框 4106">
            <a:extLst>
              <a:ext uri="{FF2B5EF4-FFF2-40B4-BE49-F238E27FC236}">
                <a16:creationId xmlns:a16="http://schemas.microsoft.com/office/drawing/2014/main" id="{092FB5F6-0779-5526-C650-588947460B56}"/>
              </a:ext>
            </a:extLst>
          </p:cNvPr>
          <p:cNvSpPr txBox="1"/>
          <p:nvPr/>
        </p:nvSpPr>
        <p:spPr>
          <a:xfrm>
            <a:off x="2348458" y="4498199"/>
            <a:ext cx="723275" cy="253916"/>
          </a:xfrm>
          <a:prstGeom prst="rect">
            <a:avLst/>
          </a:prstGeom>
          <a:noFill/>
        </p:spPr>
        <p:txBody>
          <a:bodyPr wrap="none" rtlCol="0">
            <a:spAutoFit/>
          </a:bodyPr>
          <a:lstStyle/>
          <a:p>
            <a:r>
              <a:rPr lang="zh-CN" altLang="en-US" sz="1050" dirty="0">
                <a:solidFill>
                  <a:schemeClr val="accent1"/>
                </a:solidFill>
              </a:rPr>
              <a:t>计划编制</a:t>
            </a:r>
          </a:p>
        </p:txBody>
      </p:sp>
      <p:sp>
        <p:nvSpPr>
          <p:cNvPr id="4108" name="文本框 4107">
            <a:extLst>
              <a:ext uri="{FF2B5EF4-FFF2-40B4-BE49-F238E27FC236}">
                <a16:creationId xmlns:a16="http://schemas.microsoft.com/office/drawing/2014/main" id="{18039E97-2E94-F0E8-6677-801938D87582}"/>
              </a:ext>
            </a:extLst>
          </p:cNvPr>
          <p:cNvSpPr txBox="1"/>
          <p:nvPr/>
        </p:nvSpPr>
        <p:spPr>
          <a:xfrm>
            <a:off x="2348458" y="4763841"/>
            <a:ext cx="723275" cy="253916"/>
          </a:xfrm>
          <a:prstGeom prst="rect">
            <a:avLst/>
          </a:prstGeom>
          <a:noFill/>
        </p:spPr>
        <p:txBody>
          <a:bodyPr wrap="none" rtlCol="0">
            <a:spAutoFit/>
          </a:bodyPr>
          <a:lstStyle/>
          <a:p>
            <a:r>
              <a:rPr lang="zh-CN" altLang="en-US" sz="1050" dirty="0">
                <a:solidFill>
                  <a:schemeClr val="accent1"/>
                </a:solidFill>
              </a:rPr>
              <a:t>计划反馈</a:t>
            </a:r>
          </a:p>
        </p:txBody>
      </p:sp>
      <p:sp>
        <p:nvSpPr>
          <p:cNvPr id="4109" name="文本框 4108">
            <a:extLst>
              <a:ext uri="{FF2B5EF4-FFF2-40B4-BE49-F238E27FC236}">
                <a16:creationId xmlns:a16="http://schemas.microsoft.com/office/drawing/2014/main" id="{1E22F530-55C1-C554-FDE5-BDDE747E5046}"/>
              </a:ext>
            </a:extLst>
          </p:cNvPr>
          <p:cNvSpPr txBox="1"/>
          <p:nvPr/>
        </p:nvSpPr>
        <p:spPr>
          <a:xfrm>
            <a:off x="2348458" y="5029483"/>
            <a:ext cx="723275" cy="253916"/>
          </a:xfrm>
          <a:prstGeom prst="rect">
            <a:avLst/>
          </a:prstGeom>
          <a:noFill/>
        </p:spPr>
        <p:txBody>
          <a:bodyPr wrap="none" rtlCol="0">
            <a:spAutoFit/>
          </a:bodyPr>
          <a:lstStyle/>
          <a:p>
            <a:r>
              <a:rPr lang="zh-CN" altLang="en-US" sz="1050" dirty="0">
                <a:solidFill>
                  <a:schemeClr val="accent1"/>
                </a:solidFill>
              </a:rPr>
              <a:t>形象进度</a:t>
            </a:r>
          </a:p>
        </p:txBody>
      </p:sp>
      <p:sp>
        <p:nvSpPr>
          <p:cNvPr id="4110" name="文本框 4109">
            <a:extLst>
              <a:ext uri="{FF2B5EF4-FFF2-40B4-BE49-F238E27FC236}">
                <a16:creationId xmlns:a16="http://schemas.microsoft.com/office/drawing/2014/main" id="{FDEA63B9-DFD1-BE7E-D62F-ACE24A75542B}"/>
              </a:ext>
            </a:extLst>
          </p:cNvPr>
          <p:cNvSpPr txBox="1"/>
          <p:nvPr/>
        </p:nvSpPr>
        <p:spPr>
          <a:xfrm>
            <a:off x="2348458" y="5295124"/>
            <a:ext cx="723275" cy="253916"/>
          </a:xfrm>
          <a:prstGeom prst="rect">
            <a:avLst/>
          </a:prstGeom>
          <a:noFill/>
        </p:spPr>
        <p:txBody>
          <a:bodyPr wrap="none" rtlCol="0">
            <a:spAutoFit/>
          </a:bodyPr>
          <a:lstStyle/>
          <a:p>
            <a:r>
              <a:rPr lang="zh-CN" altLang="en-US" sz="1050" dirty="0">
                <a:solidFill>
                  <a:schemeClr val="accent1"/>
                </a:solidFill>
              </a:rPr>
              <a:t>进度可知</a:t>
            </a:r>
          </a:p>
        </p:txBody>
      </p:sp>
      <p:sp>
        <p:nvSpPr>
          <p:cNvPr id="4111" name="文本框 4110">
            <a:extLst>
              <a:ext uri="{FF2B5EF4-FFF2-40B4-BE49-F238E27FC236}">
                <a16:creationId xmlns:a16="http://schemas.microsoft.com/office/drawing/2014/main" id="{57A8FFF6-924A-5D29-A4C4-EC9E50B8691C}"/>
              </a:ext>
            </a:extLst>
          </p:cNvPr>
          <p:cNvSpPr txBox="1"/>
          <p:nvPr/>
        </p:nvSpPr>
        <p:spPr>
          <a:xfrm>
            <a:off x="3196180" y="4498199"/>
            <a:ext cx="723275" cy="253916"/>
          </a:xfrm>
          <a:prstGeom prst="rect">
            <a:avLst/>
          </a:prstGeom>
          <a:noFill/>
        </p:spPr>
        <p:txBody>
          <a:bodyPr wrap="none" rtlCol="0">
            <a:spAutoFit/>
          </a:bodyPr>
          <a:lstStyle/>
          <a:p>
            <a:r>
              <a:rPr lang="zh-CN" altLang="en-US" sz="1050" dirty="0">
                <a:solidFill>
                  <a:schemeClr val="accent1"/>
                </a:solidFill>
              </a:rPr>
              <a:t>计划跟踪</a:t>
            </a:r>
          </a:p>
        </p:txBody>
      </p:sp>
      <p:sp>
        <p:nvSpPr>
          <p:cNvPr id="4112" name="文本框 4111">
            <a:extLst>
              <a:ext uri="{FF2B5EF4-FFF2-40B4-BE49-F238E27FC236}">
                <a16:creationId xmlns:a16="http://schemas.microsoft.com/office/drawing/2014/main" id="{659F8E90-457F-CD0E-EC6F-5D8E38294B18}"/>
              </a:ext>
            </a:extLst>
          </p:cNvPr>
          <p:cNvSpPr txBox="1"/>
          <p:nvPr/>
        </p:nvSpPr>
        <p:spPr>
          <a:xfrm>
            <a:off x="3196180" y="4763841"/>
            <a:ext cx="723275" cy="253916"/>
          </a:xfrm>
          <a:prstGeom prst="rect">
            <a:avLst/>
          </a:prstGeom>
          <a:noFill/>
        </p:spPr>
        <p:txBody>
          <a:bodyPr wrap="none" rtlCol="0">
            <a:spAutoFit/>
          </a:bodyPr>
          <a:lstStyle/>
          <a:p>
            <a:r>
              <a:rPr lang="zh-CN" altLang="en-US" sz="1050" dirty="0">
                <a:solidFill>
                  <a:schemeClr val="accent1"/>
                </a:solidFill>
              </a:rPr>
              <a:t>计划预警</a:t>
            </a:r>
          </a:p>
        </p:txBody>
      </p:sp>
      <p:sp>
        <p:nvSpPr>
          <p:cNvPr id="4113" name="文本框 4112">
            <a:extLst>
              <a:ext uri="{FF2B5EF4-FFF2-40B4-BE49-F238E27FC236}">
                <a16:creationId xmlns:a16="http://schemas.microsoft.com/office/drawing/2014/main" id="{8CBB7AB8-8C46-EBC5-D3CC-FF76CE207EA8}"/>
              </a:ext>
            </a:extLst>
          </p:cNvPr>
          <p:cNvSpPr txBox="1"/>
          <p:nvPr/>
        </p:nvSpPr>
        <p:spPr>
          <a:xfrm>
            <a:off x="3196180" y="5029483"/>
            <a:ext cx="723275" cy="253916"/>
          </a:xfrm>
          <a:prstGeom prst="rect">
            <a:avLst/>
          </a:prstGeom>
          <a:noFill/>
        </p:spPr>
        <p:txBody>
          <a:bodyPr wrap="none" rtlCol="0">
            <a:spAutoFit/>
          </a:bodyPr>
          <a:lstStyle/>
          <a:p>
            <a:r>
              <a:rPr lang="zh-CN" altLang="en-US" sz="1050" dirty="0">
                <a:solidFill>
                  <a:schemeClr val="accent1"/>
                </a:solidFill>
              </a:rPr>
              <a:t>进度可视</a:t>
            </a:r>
          </a:p>
        </p:txBody>
      </p:sp>
      <p:sp>
        <p:nvSpPr>
          <p:cNvPr id="4114" name="文本框 4113">
            <a:extLst>
              <a:ext uri="{FF2B5EF4-FFF2-40B4-BE49-F238E27FC236}">
                <a16:creationId xmlns:a16="http://schemas.microsoft.com/office/drawing/2014/main" id="{EDC0DD39-2CEB-2224-84DE-36FA70A5574E}"/>
              </a:ext>
            </a:extLst>
          </p:cNvPr>
          <p:cNvSpPr txBox="1"/>
          <p:nvPr/>
        </p:nvSpPr>
        <p:spPr>
          <a:xfrm>
            <a:off x="3196180" y="5295124"/>
            <a:ext cx="723275" cy="253916"/>
          </a:xfrm>
          <a:prstGeom prst="rect">
            <a:avLst/>
          </a:prstGeom>
          <a:noFill/>
        </p:spPr>
        <p:txBody>
          <a:bodyPr wrap="none" rtlCol="0">
            <a:spAutoFit/>
          </a:bodyPr>
          <a:lstStyle/>
          <a:p>
            <a:r>
              <a:rPr lang="zh-CN" altLang="en-US" sz="1050" dirty="0">
                <a:solidFill>
                  <a:schemeClr val="accent1"/>
                </a:solidFill>
              </a:rPr>
              <a:t>进度预判</a:t>
            </a:r>
          </a:p>
        </p:txBody>
      </p:sp>
      <p:grpSp>
        <p:nvGrpSpPr>
          <p:cNvPr id="4117" name="组合 4116">
            <a:extLst>
              <a:ext uri="{FF2B5EF4-FFF2-40B4-BE49-F238E27FC236}">
                <a16:creationId xmlns:a16="http://schemas.microsoft.com/office/drawing/2014/main" id="{6C0CAF28-0AB8-5FE4-0BCD-956A4826E86B}"/>
              </a:ext>
            </a:extLst>
          </p:cNvPr>
          <p:cNvGrpSpPr/>
          <p:nvPr/>
        </p:nvGrpSpPr>
        <p:grpSpPr>
          <a:xfrm>
            <a:off x="4395297" y="4117527"/>
            <a:ext cx="1827213" cy="1530797"/>
            <a:chOff x="2211387" y="4117527"/>
            <a:chExt cx="1827213" cy="1530797"/>
          </a:xfrm>
        </p:grpSpPr>
        <p:sp>
          <p:nvSpPr>
            <p:cNvPr id="4119" name="矩形 4118">
              <a:extLst>
                <a:ext uri="{FF2B5EF4-FFF2-40B4-BE49-F238E27FC236}">
                  <a16:creationId xmlns:a16="http://schemas.microsoft.com/office/drawing/2014/main" id="{C4535999-A8D6-7796-EC95-49096AABD497}"/>
                </a:ext>
              </a:extLst>
            </p:cNvPr>
            <p:cNvSpPr>
              <a:spLocks/>
            </p:cNvSpPr>
            <p:nvPr/>
          </p:nvSpPr>
          <p:spPr>
            <a:xfrm>
              <a:off x="2211387" y="4117527"/>
              <a:ext cx="1827213" cy="1530797"/>
            </a:xfrm>
            <a:prstGeom prst="rect">
              <a:avLst/>
            </a:prstGeom>
            <a:solidFill>
              <a:schemeClr val="tx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20" name="矩形 4119">
              <a:extLst>
                <a:ext uri="{FF2B5EF4-FFF2-40B4-BE49-F238E27FC236}">
                  <a16:creationId xmlns:a16="http://schemas.microsoft.com/office/drawing/2014/main" id="{7F1710FA-C03C-CAA0-82C6-92983EF7CBF2}"/>
                </a:ext>
              </a:extLst>
            </p:cNvPr>
            <p:cNvSpPr>
              <a:spLocks/>
            </p:cNvSpPr>
            <p:nvPr/>
          </p:nvSpPr>
          <p:spPr>
            <a:xfrm>
              <a:off x="2211387" y="4117527"/>
              <a:ext cx="1827213" cy="1530797"/>
            </a:xfrm>
            <a:prstGeom prst="rect">
              <a:avLst/>
            </a:prstGeom>
            <a:gradFill>
              <a:gsLst>
                <a:gs pos="0">
                  <a:schemeClr val="tx1"/>
                </a:gs>
                <a:gs pos="98000">
                  <a:schemeClr val="accent1">
                    <a:alpha val="0"/>
                  </a:schemeClr>
                </a:gs>
              </a:gsLst>
              <a:lin ang="54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118" name="梯形 4117">
            <a:extLst>
              <a:ext uri="{FF2B5EF4-FFF2-40B4-BE49-F238E27FC236}">
                <a16:creationId xmlns:a16="http://schemas.microsoft.com/office/drawing/2014/main" id="{E2DF78E8-EDB7-3AE9-EFFC-35522A550724}"/>
              </a:ext>
            </a:extLst>
          </p:cNvPr>
          <p:cNvSpPr>
            <a:spLocks/>
          </p:cNvSpPr>
          <p:nvPr/>
        </p:nvSpPr>
        <p:spPr>
          <a:xfrm>
            <a:off x="4395297" y="3948113"/>
            <a:ext cx="1827213" cy="169414"/>
          </a:xfrm>
          <a:prstGeom prst="trapezoid">
            <a:avLst>
              <a:gd name="adj" fmla="val 98122"/>
            </a:avLst>
          </a:prstGeom>
          <a:gradFill>
            <a:gsLst>
              <a:gs pos="8000">
                <a:schemeClr val="accent1">
                  <a:alpha val="0"/>
                </a:schemeClr>
              </a:gs>
              <a:gs pos="96000">
                <a:schemeClr val="accent1">
                  <a:alpha val="3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21" name="文本框 4120">
            <a:extLst>
              <a:ext uri="{FF2B5EF4-FFF2-40B4-BE49-F238E27FC236}">
                <a16:creationId xmlns:a16="http://schemas.microsoft.com/office/drawing/2014/main" id="{9BC1281B-146F-12A9-FE77-B12A9740E461}"/>
              </a:ext>
            </a:extLst>
          </p:cNvPr>
          <p:cNvSpPr txBox="1"/>
          <p:nvPr/>
        </p:nvSpPr>
        <p:spPr>
          <a:xfrm>
            <a:off x="4962007" y="4194180"/>
            <a:ext cx="800219" cy="276999"/>
          </a:xfrm>
          <a:prstGeom prst="rect">
            <a:avLst/>
          </a:prstGeom>
          <a:noFill/>
        </p:spPr>
        <p:txBody>
          <a:bodyPr wrap="none" rtlCol="0">
            <a:spAutoFit/>
          </a:bodyPr>
          <a:lstStyle/>
          <a:p>
            <a:r>
              <a:rPr lang="zh-CN" altLang="en-US" sz="1200" b="1" dirty="0">
                <a:solidFill>
                  <a:schemeClr val="accent1"/>
                </a:solidFill>
              </a:rPr>
              <a:t>质量管理</a:t>
            </a:r>
          </a:p>
        </p:txBody>
      </p:sp>
      <p:sp>
        <p:nvSpPr>
          <p:cNvPr id="4123" name="文本框 4122">
            <a:extLst>
              <a:ext uri="{FF2B5EF4-FFF2-40B4-BE49-F238E27FC236}">
                <a16:creationId xmlns:a16="http://schemas.microsoft.com/office/drawing/2014/main" id="{670C8F8E-EF57-1A3C-D77C-98082127D9B3}"/>
              </a:ext>
            </a:extLst>
          </p:cNvPr>
          <p:cNvSpPr txBox="1"/>
          <p:nvPr/>
        </p:nvSpPr>
        <p:spPr>
          <a:xfrm>
            <a:off x="4532621" y="4512904"/>
            <a:ext cx="723275" cy="253916"/>
          </a:xfrm>
          <a:prstGeom prst="rect">
            <a:avLst/>
          </a:prstGeom>
          <a:noFill/>
        </p:spPr>
        <p:txBody>
          <a:bodyPr wrap="none" rtlCol="0">
            <a:spAutoFit/>
          </a:bodyPr>
          <a:lstStyle/>
          <a:p>
            <a:r>
              <a:rPr lang="zh-CN" altLang="en-US" sz="1050" dirty="0">
                <a:solidFill>
                  <a:schemeClr val="accent1"/>
                </a:solidFill>
              </a:rPr>
              <a:t>质量检查</a:t>
            </a:r>
          </a:p>
        </p:txBody>
      </p:sp>
      <p:sp>
        <p:nvSpPr>
          <p:cNvPr id="4124" name="文本框 4123">
            <a:extLst>
              <a:ext uri="{FF2B5EF4-FFF2-40B4-BE49-F238E27FC236}">
                <a16:creationId xmlns:a16="http://schemas.microsoft.com/office/drawing/2014/main" id="{8DE63D76-E0EC-626D-FCA6-FF98D569427F}"/>
              </a:ext>
            </a:extLst>
          </p:cNvPr>
          <p:cNvSpPr txBox="1"/>
          <p:nvPr/>
        </p:nvSpPr>
        <p:spPr>
          <a:xfrm>
            <a:off x="4532621" y="4778546"/>
            <a:ext cx="723275" cy="253916"/>
          </a:xfrm>
          <a:prstGeom prst="rect">
            <a:avLst/>
          </a:prstGeom>
          <a:noFill/>
        </p:spPr>
        <p:txBody>
          <a:bodyPr wrap="none" rtlCol="0">
            <a:spAutoFit/>
          </a:bodyPr>
          <a:lstStyle/>
          <a:p>
            <a:r>
              <a:rPr lang="zh-CN" altLang="en-US" sz="1050" dirty="0">
                <a:solidFill>
                  <a:schemeClr val="accent1"/>
                </a:solidFill>
              </a:rPr>
              <a:t>工序验收</a:t>
            </a:r>
          </a:p>
        </p:txBody>
      </p:sp>
      <p:sp>
        <p:nvSpPr>
          <p:cNvPr id="4125" name="文本框 4124">
            <a:extLst>
              <a:ext uri="{FF2B5EF4-FFF2-40B4-BE49-F238E27FC236}">
                <a16:creationId xmlns:a16="http://schemas.microsoft.com/office/drawing/2014/main" id="{E1844AE2-307C-AC43-BB52-D15440583683}"/>
              </a:ext>
            </a:extLst>
          </p:cNvPr>
          <p:cNvSpPr txBox="1"/>
          <p:nvPr/>
        </p:nvSpPr>
        <p:spPr>
          <a:xfrm>
            <a:off x="4532621" y="5044188"/>
            <a:ext cx="723275" cy="253916"/>
          </a:xfrm>
          <a:prstGeom prst="rect">
            <a:avLst/>
          </a:prstGeom>
          <a:noFill/>
        </p:spPr>
        <p:txBody>
          <a:bodyPr wrap="none" rtlCol="0">
            <a:spAutoFit/>
          </a:bodyPr>
          <a:lstStyle/>
          <a:p>
            <a:r>
              <a:rPr lang="zh-CN" altLang="en-US" sz="1050" dirty="0">
                <a:solidFill>
                  <a:schemeClr val="accent1"/>
                </a:solidFill>
              </a:rPr>
              <a:t>样板管理</a:t>
            </a:r>
          </a:p>
        </p:txBody>
      </p:sp>
      <p:sp>
        <p:nvSpPr>
          <p:cNvPr id="4127" name="文本框 4126">
            <a:extLst>
              <a:ext uri="{FF2B5EF4-FFF2-40B4-BE49-F238E27FC236}">
                <a16:creationId xmlns:a16="http://schemas.microsoft.com/office/drawing/2014/main" id="{C3739CA1-C5B8-CBD9-56FD-DB8CBF3911F1}"/>
              </a:ext>
            </a:extLst>
          </p:cNvPr>
          <p:cNvSpPr txBox="1"/>
          <p:nvPr/>
        </p:nvSpPr>
        <p:spPr>
          <a:xfrm>
            <a:off x="5380343" y="4512904"/>
            <a:ext cx="723275" cy="253916"/>
          </a:xfrm>
          <a:prstGeom prst="rect">
            <a:avLst/>
          </a:prstGeom>
          <a:noFill/>
        </p:spPr>
        <p:txBody>
          <a:bodyPr wrap="none" rtlCol="0">
            <a:spAutoFit/>
          </a:bodyPr>
          <a:lstStyle/>
          <a:p>
            <a:r>
              <a:rPr lang="zh-CN" altLang="en-US" sz="1050" dirty="0">
                <a:solidFill>
                  <a:schemeClr val="accent1"/>
                </a:solidFill>
              </a:rPr>
              <a:t>隐蔽验收</a:t>
            </a:r>
          </a:p>
        </p:txBody>
      </p:sp>
      <p:sp>
        <p:nvSpPr>
          <p:cNvPr id="4128" name="文本框 4127">
            <a:extLst>
              <a:ext uri="{FF2B5EF4-FFF2-40B4-BE49-F238E27FC236}">
                <a16:creationId xmlns:a16="http://schemas.microsoft.com/office/drawing/2014/main" id="{14055383-CE54-F688-1329-85A92FBE50BE}"/>
              </a:ext>
            </a:extLst>
          </p:cNvPr>
          <p:cNvSpPr txBox="1"/>
          <p:nvPr/>
        </p:nvSpPr>
        <p:spPr>
          <a:xfrm>
            <a:off x="5380343" y="4778546"/>
            <a:ext cx="723275" cy="253916"/>
          </a:xfrm>
          <a:prstGeom prst="rect">
            <a:avLst/>
          </a:prstGeom>
          <a:noFill/>
        </p:spPr>
        <p:txBody>
          <a:bodyPr wrap="none" rtlCol="0">
            <a:spAutoFit/>
          </a:bodyPr>
          <a:lstStyle/>
          <a:p>
            <a:r>
              <a:rPr lang="zh-CN" altLang="en-US" sz="1050" dirty="0">
                <a:solidFill>
                  <a:schemeClr val="accent1"/>
                </a:solidFill>
              </a:rPr>
              <a:t>工序移交</a:t>
            </a:r>
          </a:p>
        </p:txBody>
      </p:sp>
      <p:sp>
        <p:nvSpPr>
          <p:cNvPr id="4129" name="文本框 4128">
            <a:extLst>
              <a:ext uri="{FF2B5EF4-FFF2-40B4-BE49-F238E27FC236}">
                <a16:creationId xmlns:a16="http://schemas.microsoft.com/office/drawing/2014/main" id="{DD088549-45BE-84C7-E21A-F528EF920A1E}"/>
              </a:ext>
            </a:extLst>
          </p:cNvPr>
          <p:cNvSpPr txBox="1"/>
          <p:nvPr/>
        </p:nvSpPr>
        <p:spPr>
          <a:xfrm>
            <a:off x="5380343" y="5044188"/>
            <a:ext cx="723275" cy="253916"/>
          </a:xfrm>
          <a:prstGeom prst="rect">
            <a:avLst/>
          </a:prstGeom>
          <a:noFill/>
        </p:spPr>
        <p:txBody>
          <a:bodyPr wrap="none" rtlCol="0">
            <a:spAutoFit/>
          </a:bodyPr>
          <a:lstStyle/>
          <a:p>
            <a:r>
              <a:rPr lang="zh-CN" altLang="en-US" sz="1050" dirty="0">
                <a:solidFill>
                  <a:schemeClr val="accent1"/>
                </a:solidFill>
              </a:rPr>
              <a:t>实测实量</a:t>
            </a:r>
          </a:p>
        </p:txBody>
      </p:sp>
      <p:sp>
        <p:nvSpPr>
          <p:cNvPr id="4133" name="图形 4131">
            <a:extLst>
              <a:ext uri="{FF2B5EF4-FFF2-40B4-BE49-F238E27FC236}">
                <a16:creationId xmlns:a16="http://schemas.microsoft.com/office/drawing/2014/main" id="{2A3A55CA-E40D-E06E-8BA7-5356C9F135B8}"/>
              </a:ext>
            </a:extLst>
          </p:cNvPr>
          <p:cNvSpPr/>
          <p:nvPr/>
        </p:nvSpPr>
        <p:spPr>
          <a:xfrm>
            <a:off x="4833000" y="4257352"/>
            <a:ext cx="123263" cy="150654"/>
          </a:xfrm>
          <a:custGeom>
            <a:avLst/>
            <a:gdLst>
              <a:gd name="connsiteX0" fmla="*/ 52827 w 105654"/>
              <a:gd name="connsiteY0" fmla="*/ 0 h 129132"/>
              <a:gd name="connsiteX1" fmla="*/ 105654 w 105654"/>
              <a:gd name="connsiteY1" fmla="*/ 23479 h 129132"/>
              <a:gd name="connsiteX2" fmla="*/ 105654 w 105654"/>
              <a:gd name="connsiteY2" fmla="*/ 64566 h 129132"/>
              <a:gd name="connsiteX3" fmla="*/ 77532 w 105654"/>
              <a:gd name="connsiteY3" fmla="*/ 115568 h 129132"/>
              <a:gd name="connsiteX4" fmla="*/ 75971 w 105654"/>
              <a:gd name="connsiteY4" fmla="*/ 116780 h 129132"/>
              <a:gd name="connsiteX5" fmla="*/ 73653 w 105654"/>
              <a:gd name="connsiteY5" fmla="*/ 118494 h 129132"/>
              <a:gd name="connsiteX6" fmla="*/ 72121 w 105654"/>
              <a:gd name="connsiteY6" fmla="*/ 119568 h 129132"/>
              <a:gd name="connsiteX7" fmla="*/ 70612 w 105654"/>
              <a:gd name="connsiteY7" fmla="*/ 120586 h 129132"/>
              <a:gd name="connsiteX8" fmla="*/ 69133 w 105654"/>
              <a:gd name="connsiteY8" fmla="*/ 121549 h 129132"/>
              <a:gd name="connsiteX9" fmla="*/ 67680 w 105654"/>
              <a:gd name="connsiteY9" fmla="*/ 122459 h 129132"/>
              <a:gd name="connsiteX10" fmla="*/ 66266 w 105654"/>
              <a:gd name="connsiteY10" fmla="*/ 123310 h 129132"/>
              <a:gd name="connsiteX11" fmla="*/ 64886 w 105654"/>
              <a:gd name="connsiteY11" fmla="*/ 124102 h 129132"/>
              <a:gd name="connsiteX12" fmla="*/ 63557 w 105654"/>
              <a:gd name="connsiteY12" fmla="*/ 124836 h 129132"/>
              <a:gd name="connsiteX13" fmla="*/ 62911 w 105654"/>
              <a:gd name="connsiteY13" fmla="*/ 125188 h 129132"/>
              <a:gd name="connsiteX14" fmla="*/ 61655 w 105654"/>
              <a:gd name="connsiteY14" fmla="*/ 125837 h 129132"/>
              <a:gd name="connsiteX15" fmla="*/ 60458 w 105654"/>
              <a:gd name="connsiteY15" fmla="*/ 126430 h 129132"/>
              <a:gd name="connsiteX16" fmla="*/ 59322 w 105654"/>
              <a:gd name="connsiteY16" fmla="*/ 126967 h 129132"/>
              <a:gd name="connsiteX17" fmla="*/ 58251 w 105654"/>
              <a:gd name="connsiteY17" fmla="*/ 127442 h 129132"/>
              <a:gd name="connsiteX18" fmla="*/ 57253 w 105654"/>
              <a:gd name="connsiteY18" fmla="*/ 127862 h 129132"/>
              <a:gd name="connsiteX19" fmla="*/ 56331 w 105654"/>
              <a:gd name="connsiteY19" fmla="*/ 128220 h 129132"/>
              <a:gd name="connsiteX20" fmla="*/ 55900 w 105654"/>
              <a:gd name="connsiteY20" fmla="*/ 128378 h 129132"/>
              <a:gd name="connsiteX21" fmla="*/ 55099 w 105654"/>
              <a:gd name="connsiteY21" fmla="*/ 128648 h 129132"/>
              <a:gd name="connsiteX22" fmla="*/ 54388 w 105654"/>
              <a:gd name="connsiteY22" fmla="*/ 128860 h 129132"/>
              <a:gd name="connsiteX23" fmla="*/ 52827 w 105654"/>
              <a:gd name="connsiteY23" fmla="*/ 129133 h 129132"/>
              <a:gd name="connsiteX24" fmla="*/ 51266 w 105654"/>
              <a:gd name="connsiteY24" fmla="*/ 128860 h 129132"/>
              <a:gd name="connsiteX25" fmla="*/ 50555 w 105654"/>
              <a:gd name="connsiteY25" fmla="*/ 128648 h 129132"/>
              <a:gd name="connsiteX26" fmla="*/ 49754 w 105654"/>
              <a:gd name="connsiteY26" fmla="*/ 128378 h 129132"/>
              <a:gd name="connsiteX27" fmla="*/ 48874 w 105654"/>
              <a:gd name="connsiteY27" fmla="*/ 128050 h 129132"/>
              <a:gd name="connsiteX28" fmla="*/ 47911 w 105654"/>
              <a:gd name="connsiteY28" fmla="*/ 127659 h 129132"/>
              <a:gd name="connsiteX29" fmla="*/ 46875 w 105654"/>
              <a:gd name="connsiteY29" fmla="*/ 127213 h 129132"/>
              <a:gd name="connsiteX30" fmla="*/ 45772 w 105654"/>
              <a:gd name="connsiteY30" fmla="*/ 126706 h 129132"/>
              <a:gd name="connsiteX31" fmla="*/ 44604 w 105654"/>
              <a:gd name="connsiteY31" fmla="*/ 126142 h 129132"/>
              <a:gd name="connsiteX32" fmla="*/ 43999 w 105654"/>
              <a:gd name="connsiteY32" fmla="*/ 125837 h 129132"/>
              <a:gd name="connsiteX33" fmla="*/ 42743 w 105654"/>
              <a:gd name="connsiteY33" fmla="*/ 125185 h 129132"/>
              <a:gd name="connsiteX34" fmla="*/ 42097 w 105654"/>
              <a:gd name="connsiteY34" fmla="*/ 124839 h 129132"/>
              <a:gd name="connsiteX35" fmla="*/ 40765 w 105654"/>
              <a:gd name="connsiteY35" fmla="*/ 124105 h 129132"/>
              <a:gd name="connsiteX36" fmla="*/ 39388 w 105654"/>
              <a:gd name="connsiteY36" fmla="*/ 123310 h 129132"/>
              <a:gd name="connsiteX37" fmla="*/ 38684 w 105654"/>
              <a:gd name="connsiteY37" fmla="*/ 122890 h 129132"/>
              <a:gd name="connsiteX38" fmla="*/ 37252 w 105654"/>
              <a:gd name="connsiteY38" fmla="*/ 122010 h 129132"/>
              <a:gd name="connsiteX39" fmla="*/ 35784 w 105654"/>
              <a:gd name="connsiteY39" fmla="*/ 121077 h 129132"/>
              <a:gd name="connsiteX40" fmla="*/ 34288 w 105654"/>
              <a:gd name="connsiteY40" fmla="*/ 120088 h 129132"/>
              <a:gd name="connsiteX41" fmla="*/ 33533 w 105654"/>
              <a:gd name="connsiteY41" fmla="*/ 119571 h 129132"/>
              <a:gd name="connsiteX42" fmla="*/ 32004 w 105654"/>
              <a:gd name="connsiteY42" fmla="*/ 118497 h 129132"/>
              <a:gd name="connsiteX43" fmla="*/ 31233 w 105654"/>
              <a:gd name="connsiteY43" fmla="*/ 117939 h 129132"/>
              <a:gd name="connsiteX44" fmla="*/ 29683 w 105654"/>
              <a:gd name="connsiteY44" fmla="*/ 116780 h 129132"/>
              <a:gd name="connsiteX45" fmla="*/ 28902 w 105654"/>
              <a:gd name="connsiteY45" fmla="*/ 116181 h 129132"/>
              <a:gd name="connsiteX46" fmla="*/ 27341 w 105654"/>
              <a:gd name="connsiteY46" fmla="*/ 114943 h 129132"/>
              <a:gd name="connsiteX47" fmla="*/ 26557 w 105654"/>
              <a:gd name="connsiteY47" fmla="*/ 114303 h 129132"/>
              <a:gd name="connsiteX48" fmla="*/ 24993 w 105654"/>
              <a:gd name="connsiteY48" fmla="*/ 112982 h 129132"/>
              <a:gd name="connsiteX49" fmla="*/ 18 w 105654"/>
              <a:gd name="connsiteY49" fmla="*/ 65849 h 129132"/>
              <a:gd name="connsiteX50" fmla="*/ 0 w 105654"/>
              <a:gd name="connsiteY50" fmla="*/ 64566 h 129132"/>
              <a:gd name="connsiteX51" fmla="*/ 0 w 105654"/>
              <a:gd name="connsiteY51" fmla="*/ 23479 h 129132"/>
              <a:gd name="connsiteX52" fmla="*/ 52827 w 105654"/>
              <a:gd name="connsiteY52" fmla="*/ 0 h 129132"/>
              <a:gd name="connsiteX53" fmla="*/ 52827 w 105654"/>
              <a:gd name="connsiteY53" fmla="*/ 9635 h 129132"/>
              <a:gd name="connsiteX54" fmla="*/ 8802 w 105654"/>
              <a:gd name="connsiteY54" fmla="*/ 29199 h 129132"/>
              <a:gd name="connsiteX55" fmla="*/ 8805 w 105654"/>
              <a:gd name="connsiteY55" fmla="*/ 64566 h 129132"/>
              <a:gd name="connsiteX56" fmla="*/ 29040 w 105654"/>
              <a:gd name="connsiteY56" fmla="*/ 104812 h 129132"/>
              <a:gd name="connsiteX57" fmla="*/ 30032 w 105654"/>
              <a:gd name="connsiteY57" fmla="*/ 105698 h 129132"/>
              <a:gd name="connsiteX58" fmla="*/ 46291 w 105654"/>
              <a:gd name="connsiteY58" fmla="*/ 117100 h 129132"/>
              <a:gd name="connsiteX59" fmla="*/ 47891 w 105654"/>
              <a:gd name="connsiteY59" fmla="*/ 117939 h 129132"/>
              <a:gd name="connsiteX60" fmla="*/ 49402 w 105654"/>
              <a:gd name="connsiteY60" fmla="*/ 118682 h 129132"/>
              <a:gd name="connsiteX61" fmla="*/ 52067 w 105654"/>
              <a:gd name="connsiteY61" fmla="*/ 119844 h 129132"/>
              <a:gd name="connsiteX62" fmla="*/ 52824 w 105654"/>
              <a:gd name="connsiteY62" fmla="*/ 120123 h 129132"/>
              <a:gd name="connsiteX63" fmla="*/ 53587 w 105654"/>
              <a:gd name="connsiteY63" fmla="*/ 119844 h 129132"/>
              <a:gd name="connsiteX64" fmla="*/ 59363 w 105654"/>
              <a:gd name="connsiteY64" fmla="*/ 117100 h 129132"/>
              <a:gd name="connsiteX65" fmla="*/ 75622 w 105654"/>
              <a:gd name="connsiteY65" fmla="*/ 105695 h 129132"/>
              <a:gd name="connsiteX66" fmla="*/ 96835 w 105654"/>
              <a:gd name="connsiteY66" fmla="*/ 65717 h 129132"/>
              <a:gd name="connsiteX67" fmla="*/ 96850 w 105654"/>
              <a:gd name="connsiteY67" fmla="*/ 64566 h 129132"/>
              <a:gd name="connsiteX68" fmla="*/ 96847 w 105654"/>
              <a:gd name="connsiteY68" fmla="*/ 29199 h 129132"/>
              <a:gd name="connsiteX69" fmla="*/ 52827 w 105654"/>
              <a:gd name="connsiteY69" fmla="*/ 9635 h 129132"/>
              <a:gd name="connsiteX70" fmla="*/ 52827 w 105654"/>
              <a:gd name="connsiteY70" fmla="*/ 29348 h 129132"/>
              <a:gd name="connsiteX71" fmla="*/ 79241 w 105654"/>
              <a:gd name="connsiteY71" fmla="*/ 55762 h 129132"/>
              <a:gd name="connsiteX72" fmla="*/ 79241 w 105654"/>
              <a:gd name="connsiteY72" fmla="*/ 64566 h 129132"/>
              <a:gd name="connsiteX73" fmla="*/ 74357 w 105654"/>
              <a:gd name="connsiteY73" fmla="*/ 79869 h 129132"/>
              <a:gd name="connsiteX74" fmla="*/ 81421 w 105654"/>
              <a:gd name="connsiteY74" fmla="*/ 86933 h 129132"/>
              <a:gd name="connsiteX75" fmla="*/ 75193 w 105654"/>
              <a:gd name="connsiteY75" fmla="*/ 93160 h 129132"/>
              <a:gd name="connsiteX76" fmla="*/ 68129 w 105654"/>
              <a:gd name="connsiteY76" fmla="*/ 86096 h 129132"/>
              <a:gd name="connsiteX77" fmla="*/ 31298 w 105654"/>
              <a:gd name="connsiteY77" fmla="*/ 79869 h 129132"/>
              <a:gd name="connsiteX78" fmla="*/ 26413 w 105654"/>
              <a:gd name="connsiteY78" fmla="*/ 64566 h 129132"/>
              <a:gd name="connsiteX79" fmla="*/ 26414 w 105654"/>
              <a:gd name="connsiteY79" fmla="*/ 55762 h 129132"/>
              <a:gd name="connsiteX80" fmla="*/ 52827 w 105654"/>
              <a:gd name="connsiteY80" fmla="*/ 29348 h 129132"/>
              <a:gd name="connsiteX81" fmla="*/ 52827 w 105654"/>
              <a:gd name="connsiteY81" fmla="*/ 38153 h 129132"/>
              <a:gd name="connsiteX82" fmla="*/ 35230 w 105654"/>
              <a:gd name="connsiteY82" fmla="*/ 55101 h 129132"/>
              <a:gd name="connsiteX83" fmla="*/ 35218 w 105654"/>
              <a:gd name="connsiteY83" fmla="*/ 55762 h 129132"/>
              <a:gd name="connsiteX84" fmla="*/ 35218 w 105654"/>
              <a:gd name="connsiteY84" fmla="*/ 64566 h 129132"/>
              <a:gd name="connsiteX85" fmla="*/ 52822 w 105654"/>
              <a:gd name="connsiteY85" fmla="*/ 82181 h 129132"/>
              <a:gd name="connsiteX86" fmla="*/ 61772 w 105654"/>
              <a:gd name="connsiteY86" fmla="*/ 79739 h 129132"/>
              <a:gd name="connsiteX87" fmla="*/ 54441 w 105654"/>
              <a:gd name="connsiteY87" fmla="*/ 72408 h 129132"/>
              <a:gd name="connsiteX88" fmla="*/ 60669 w 105654"/>
              <a:gd name="connsiteY88" fmla="*/ 66180 h 129132"/>
              <a:gd name="connsiteX89" fmla="*/ 67997 w 105654"/>
              <a:gd name="connsiteY89" fmla="*/ 73512 h 129132"/>
              <a:gd name="connsiteX90" fmla="*/ 70424 w 105654"/>
              <a:gd name="connsiteY90" fmla="*/ 65227 h 129132"/>
              <a:gd name="connsiteX91" fmla="*/ 70436 w 105654"/>
              <a:gd name="connsiteY91" fmla="*/ 64566 h 129132"/>
              <a:gd name="connsiteX92" fmla="*/ 70436 w 105654"/>
              <a:gd name="connsiteY92" fmla="*/ 55762 h 129132"/>
              <a:gd name="connsiteX93" fmla="*/ 52827 w 105654"/>
              <a:gd name="connsiteY93" fmla="*/ 38153 h 129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05654" h="129132">
                <a:moveTo>
                  <a:pt x="52827" y="0"/>
                </a:moveTo>
                <a:lnTo>
                  <a:pt x="105654" y="23479"/>
                </a:lnTo>
                <a:lnTo>
                  <a:pt x="105654" y="64566"/>
                </a:lnTo>
                <a:cubicBezTo>
                  <a:pt x="105654" y="87317"/>
                  <a:pt x="91341" y="104627"/>
                  <a:pt x="77532" y="115568"/>
                </a:cubicBezTo>
                <a:lnTo>
                  <a:pt x="75971" y="116780"/>
                </a:lnTo>
                <a:cubicBezTo>
                  <a:pt x="75193" y="117373"/>
                  <a:pt x="74419" y="117942"/>
                  <a:pt x="73653" y="118494"/>
                </a:cubicBezTo>
                <a:lnTo>
                  <a:pt x="72121" y="119568"/>
                </a:lnTo>
                <a:cubicBezTo>
                  <a:pt x="71616" y="119917"/>
                  <a:pt x="71111" y="120258"/>
                  <a:pt x="70612" y="120586"/>
                </a:cubicBezTo>
                <a:lnTo>
                  <a:pt x="69133" y="121549"/>
                </a:lnTo>
                <a:lnTo>
                  <a:pt x="67680" y="122459"/>
                </a:lnTo>
                <a:lnTo>
                  <a:pt x="66266" y="123310"/>
                </a:lnTo>
                <a:lnTo>
                  <a:pt x="64886" y="124102"/>
                </a:lnTo>
                <a:lnTo>
                  <a:pt x="63557" y="124836"/>
                </a:lnTo>
                <a:lnTo>
                  <a:pt x="62911" y="125188"/>
                </a:lnTo>
                <a:lnTo>
                  <a:pt x="61655" y="125837"/>
                </a:lnTo>
                <a:lnTo>
                  <a:pt x="60458" y="126430"/>
                </a:lnTo>
                <a:lnTo>
                  <a:pt x="59322" y="126967"/>
                </a:lnTo>
                <a:lnTo>
                  <a:pt x="58251" y="127442"/>
                </a:lnTo>
                <a:lnTo>
                  <a:pt x="57253" y="127862"/>
                </a:lnTo>
                <a:lnTo>
                  <a:pt x="56331" y="128220"/>
                </a:lnTo>
                <a:cubicBezTo>
                  <a:pt x="56184" y="128279"/>
                  <a:pt x="56038" y="128329"/>
                  <a:pt x="55900" y="128378"/>
                </a:cubicBezTo>
                <a:lnTo>
                  <a:pt x="55099" y="128648"/>
                </a:lnTo>
                <a:lnTo>
                  <a:pt x="54388" y="128860"/>
                </a:lnTo>
                <a:cubicBezTo>
                  <a:pt x="53881" y="129014"/>
                  <a:pt x="53357" y="129106"/>
                  <a:pt x="52827" y="129133"/>
                </a:cubicBezTo>
                <a:cubicBezTo>
                  <a:pt x="52297" y="129106"/>
                  <a:pt x="51773" y="129014"/>
                  <a:pt x="51266" y="128860"/>
                </a:cubicBezTo>
                <a:lnTo>
                  <a:pt x="50555" y="128648"/>
                </a:lnTo>
                <a:lnTo>
                  <a:pt x="49754" y="128378"/>
                </a:lnTo>
                <a:lnTo>
                  <a:pt x="48874" y="128050"/>
                </a:lnTo>
                <a:lnTo>
                  <a:pt x="47911" y="127659"/>
                </a:lnTo>
                <a:lnTo>
                  <a:pt x="46875" y="127213"/>
                </a:lnTo>
                <a:lnTo>
                  <a:pt x="45772" y="126706"/>
                </a:lnTo>
                <a:lnTo>
                  <a:pt x="44604" y="126142"/>
                </a:lnTo>
                <a:cubicBezTo>
                  <a:pt x="44402" y="126041"/>
                  <a:pt x="44200" y="125940"/>
                  <a:pt x="43999" y="125837"/>
                </a:cubicBezTo>
                <a:lnTo>
                  <a:pt x="42743" y="125185"/>
                </a:lnTo>
                <a:cubicBezTo>
                  <a:pt x="42527" y="125071"/>
                  <a:pt x="42312" y="124955"/>
                  <a:pt x="42097" y="124839"/>
                </a:cubicBezTo>
                <a:lnTo>
                  <a:pt x="40765" y="124105"/>
                </a:lnTo>
                <a:lnTo>
                  <a:pt x="39388" y="123310"/>
                </a:lnTo>
                <a:lnTo>
                  <a:pt x="38684" y="122890"/>
                </a:lnTo>
                <a:lnTo>
                  <a:pt x="37252" y="122010"/>
                </a:lnTo>
                <a:lnTo>
                  <a:pt x="35784" y="121077"/>
                </a:lnTo>
                <a:lnTo>
                  <a:pt x="34288" y="120088"/>
                </a:lnTo>
                <a:cubicBezTo>
                  <a:pt x="34035" y="119916"/>
                  <a:pt x="33784" y="119744"/>
                  <a:pt x="33533" y="119571"/>
                </a:cubicBezTo>
                <a:lnTo>
                  <a:pt x="32004" y="118497"/>
                </a:lnTo>
                <a:cubicBezTo>
                  <a:pt x="31746" y="118312"/>
                  <a:pt x="31489" y="118126"/>
                  <a:pt x="31233" y="117939"/>
                </a:cubicBezTo>
                <a:lnTo>
                  <a:pt x="29683" y="116780"/>
                </a:lnTo>
                <a:cubicBezTo>
                  <a:pt x="29422" y="116582"/>
                  <a:pt x="29161" y="116382"/>
                  <a:pt x="28902" y="116181"/>
                </a:cubicBezTo>
                <a:lnTo>
                  <a:pt x="27341" y="114943"/>
                </a:lnTo>
                <a:cubicBezTo>
                  <a:pt x="27079" y="114731"/>
                  <a:pt x="26817" y="114518"/>
                  <a:pt x="26557" y="114303"/>
                </a:cubicBezTo>
                <a:lnTo>
                  <a:pt x="24993" y="112982"/>
                </a:lnTo>
                <a:cubicBezTo>
                  <a:pt x="12494" y="102211"/>
                  <a:pt x="499" y="86266"/>
                  <a:pt x="18" y="65849"/>
                </a:cubicBezTo>
                <a:lnTo>
                  <a:pt x="0" y="64566"/>
                </a:lnTo>
                <a:lnTo>
                  <a:pt x="0" y="23479"/>
                </a:lnTo>
                <a:lnTo>
                  <a:pt x="52827" y="0"/>
                </a:lnTo>
                <a:close/>
                <a:moveTo>
                  <a:pt x="52827" y="9635"/>
                </a:moveTo>
                <a:lnTo>
                  <a:pt x="8802" y="29199"/>
                </a:lnTo>
                <a:lnTo>
                  <a:pt x="8805" y="64566"/>
                </a:lnTo>
                <a:cubicBezTo>
                  <a:pt x="8805" y="79569"/>
                  <a:pt x="16274" y="93219"/>
                  <a:pt x="29040" y="104812"/>
                </a:cubicBezTo>
                <a:lnTo>
                  <a:pt x="30032" y="105698"/>
                </a:lnTo>
                <a:cubicBezTo>
                  <a:pt x="35015" y="110087"/>
                  <a:pt x="40468" y="113911"/>
                  <a:pt x="46291" y="117100"/>
                </a:cubicBezTo>
                <a:cubicBezTo>
                  <a:pt x="46837" y="117393"/>
                  <a:pt x="47371" y="117675"/>
                  <a:pt x="47891" y="117939"/>
                </a:cubicBezTo>
                <a:lnTo>
                  <a:pt x="49402" y="118682"/>
                </a:lnTo>
                <a:cubicBezTo>
                  <a:pt x="50371" y="119142"/>
                  <a:pt x="51272" y="119533"/>
                  <a:pt x="52067" y="119844"/>
                </a:cubicBezTo>
                <a:lnTo>
                  <a:pt x="52824" y="120123"/>
                </a:lnTo>
                <a:lnTo>
                  <a:pt x="53587" y="119844"/>
                </a:lnTo>
                <a:cubicBezTo>
                  <a:pt x="55566" y="119046"/>
                  <a:pt x="57494" y="118130"/>
                  <a:pt x="59363" y="117100"/>
                </a:cubicBezTo>
                <a:cubicBezTo>
                  <a:pt x="65187" y="113910"/>
                  <a:pt x="70639" y="110085"/>
                  <a:pt x="75622" y="105695"/>
                </a:cubicBezTo>
                <a:cubicBezTo>
                  <a:pt x="88655" y="94208"/>
                  <a:pt x="96453" y="80649"/>
                  <a:pt x="96835" y="65717"/>
                </a:cubicBezTo>
                <a:lnTo>
                  <a:pt x="96850" y="64566"/>
                </a:lnTo>
                <a:lnTo>
                  <a:pt x="96847" y="29199"/>
                </a:lnTo>
                <a:lnTo>
                  <a:pt x="52827" y="9635"/>
                </a:lnTo>
                <a:close/>
                <a:moveTo>
                  <a:pt x="52827" y="29348"/>
                </a:moveTo>
                <a:cubicBezTo>
                  <a:pt x="67415" y="29348"/>
                  <a:pt x="79241" y="41174"/>
                  <a:pt x="79241" y="55762"/>
                </a:cubicBezTo>
                <a:lnTo>
                  <a:pt x="79241" y="64566"/>
                </a:lnTo>
                <a:cubicBezTo>
                  <a:pt x="79249" y="70052"/>
                  <a:pt x="77541" y="75402"/>
                  <a:pt x="74357" y="79869"/>
                </a:cubicBezTo>
                <a:lnTo>
                  <a:pt x="81421" y="86933"/>
                </a:lnTo>
                <a:lnTo>
                  <a:pt x="75193" y="93160"/>
                </a:lnTo>
                <a:lnTo>
                  <a:pt x="68129" y="86096"/>
                </a:lnTo>
                <a:cubicBezTo>
                  <a:pt x="56239" y="94547"/>
                  <a:pt x="39749" y="91759"/>
                  <a:pt x="31298" y="79869"/>
                </a:cubicBezTo>
                <a:cubicBezTo>
                  <a:pt x="28120" y="75399"/>
                  <a:pt x="26413" y="70051"/>
                  <a:pt x="26413" y="64566"/>
                </a:cubicBezTo>
                <a:lnTo>
                  <a:pt x="26414" y="55762"/>
                </a:lnTo>
                <a:cubicBezTo>
                  <a:pt x="26414" y="41174"/>
                  <a:pt x="38239" y="29348"/>
                  <a:pt x="52827" y="29348"/>
                </a:cubicBezTo>
                <a:close/>
                <a:moveTo>
                  <a:pt x="52827" y="38153"/>
                </a:moveTo>
                <a:cubicBezTo>
                  <a:pt x="43359" y="38152"/>
                  <a:pt x="35585" y="45640"/>
                  <a:pt x="35230" y="55101"/>
                </a:cubicBezTo>
                <a:lnTo>
                  <a:pt x="35218" y="55762"/>
                </a:lnTo>
                <a:lnTo>
                  <a:pt x="35218" y="64566"/>
                </a:lnTo>
                <a:cubicBezTo>
                  <a:pt x="35215" y="74292"/>
                  <a:pt x="43096" y="82178"/>
                  <a:pt x="52822" y="82181"/>
                </a:cubicBezTo>
                <a:cubicBezTo>
                  <a:pt x="55970" y="82182"/>
                  <a:pt x="59061" y="81339"/>
                  <a:pt x="61772" y="79739"/>
                </a:cubicBezTo>
                <a:lnTo>
                  <a:pt x="54441" y="72408"/>
                </a:lnTo>
                <a:lnTo>
                  <a:pt x="60669" y="66180"/>
                </a:lnTo>
                <a:lnTo>
                  <a:pt x="67997" y="73512"/>
                </a:lnTo>
                <a:cubicBezTo>
                  <a:pt x="69485" y="70996"/>
                  <a:pt x="70319" y="68148"/>
                  <a:pt x="70424" y="65227"/>
                </a:cubicBezTo>
                <a:lnTo>
                  <a:pt x="70436" y="64566"/>
                </a:lnTo>
                <a:lnTo>
                  <a:pt x="70436" y="55762"/>
                </a:lnTo>
                <a:cubicBezTo>
                  <a:pt x="70436" y="46037"/>
                  <a:pt x="62552" y="38153"/>
                  <a:pt x="52827" y="38153"/>
                </a:cubicBezTo>
                <a:close/>
              </a:path>
            </a:pathLst>
          </a:custGeom>
          <a:solidFill>
            <a:schemeClr val="accent1"/>
          </a:solidFill>
          <a:ln w="130" cap="flat">
            <a:noFill/>
            <a:prstDash val="solid"/>
            <a:miter/>
          </a:ln>
        </p:spPr>
        <p:txBody>
          <a:bodyPr rtlCol="0" anchor="ctr"/>
          <a:lstStyle/>
          <a:p>
            <a:endParaRPr lang="zh-CN" altLang="en-US"/>
          </a:p>
        </p:txBody>
      </p:sp>
      <p:grpSp>
        <p:nvGrpSpPr>
          <p:cNvPr id="4136" name="组合 4135">
            <a:extLst>
              <a:ext uri="{FF2B5EF4-FFF2-40B4-BE49-F238E27FC236}">
                <a16:creationId xmlns:a16="http://schemas.microsoft.com/office/drawing/2014/main" id="{EEB21106-B39F-E686-3061-8B46B1248DA3}"/>
              </a:ext>
            </a:extLst>
          </p:cNvPr>
          <p:cNvGrpSpPr/>
          <p:nvPr/>
        </p:nvGrpSpPr>
        <p:grpSpPr>
          <a:xfrm>
            <a:off x="6579460" y="4124602"/>
            <a:ext cx="1827213" cy="1530797"/>
            <a:chOff x="2211387" y="4117527"/>
            <a:chExt cx="1827213" cy="1530797"/>
          </a:xfrm>
        </p:grpSpPr>
        <p:sp>
          <p:nvSpPr>
            <p:cNvPr id="4146" name="矩形 4145">
              <a:extLst>
                <a:ext uri="{FF2B5EF4-FFF2-40B4-BE49-F238E27FC236}">
                  <a16:creationId xmlns:a16="http://schemas.microsoft.com/office/drawing/2014/main" id="{DB5FEEC9-CB8F-D46E-A4FB-7A285A268275}"/>
                </a:ext>
              </a:extLst>
            </p:cNvPr>
            <p:cNvSpPr>
              <a:spLocks/>
            </p:cNvSpPr>
            <p:nvPr/>
          </p:nvSpPr>
          <p:spPr>
            <a:xfrm>
              <a:off x="2211387" y="4117527"/>
              <a:ext cx="1827213" cy="1530797"/>
            </a:xfrm>
            <a:prstGeom prst="rect">
              <a:avLst/>
            </a:prstGeom>
            <a:solidFill>
              <a:schemeClr val="tx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47" name="矩形 4146">
              <a:extLst>
                <a:ext uri="{FF2B5EF4-FFF2-40B4-BE49-F238E27FC236}">
                  <a16:creationId xmlns:a16="http://schemas.microsoft.com/office/drawing/2014/main" id="{229679F4-3714-DCBF-94B4-B5F5AC2A19D7}"/>
                </a:ext>
              </a:extLst>
            </p:cNvPr>
            <p:cNvSpPr>
              <a:spLocks/>
            </p:cNvSpPr>
            <p:nvPr/>
          </p:nvSpPr>
          <p:spPr>
            <a:xfrm>
              <a:off x="2211387" y="4117527"/>
              <a:ext cx="1827213" cy="1530797"/>
            </a:xfrm>
            <a:prstGeom prst="rect">
              <a:avLst/>
            </a:prstGeom>
            <a:gradFill>
              <a:gsLst>
                <a:gs pos="0">
                  <a:schemeClr val="tx1"/>
                </a:gs>
                <a:gs pos="98000">
                  <a:schemeClr val="accent1">
                    <a:alpha val="0"/>
                  </a:schemeClr>
                </a:gs>
              </a:gsLst>
              <a:lin ang="54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137" name="梯形 4136">
            <a:extLst>
              <a:ext uri="{FF2B5EF4-FFF2-40B4-BE49-F238E27FC236}">
                <a16:creationId xmlns:a16="http://schemas.microsoft.com/office/drawing/2014/main" id="{B6F4E9C4-C576-D7F1-622B-EEBDEF63BBDD}"/>
              </a:ext>
            </a:extLst>
          </p:cNvPr>
          <p:cNvSpPr>
            <a:spLocks/>
          </p:cNvSpPr>
          <p:nvPr/>
        </p:nvSpPr>
        <p:spPr>
          <a:xfrm>
            <a:off x="6579460" y="3955188"/>
            <a:ext cx="1827213" cy="169414"/>
          </a:xfrm>
          <a:prstGeom prst="trapezoid">
            <a:avLst>
              <a:gd name="adj" fmla="val 98122"/>
            </a:avLst>
          </a:prstGeom>
          <a:gradFill>
            <a:gsLst>
              <a:gs pos="8000">
                <a:schemeClr val="accent1">
                  <a:alpha val="0"/>
                </a:schemeClr>
              </a:gs>
              <a:gs pos="96000">
                <a:schemeClr val="accent1">
                  <a:alpha val="3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38" name="文本框 4137">
            <a:extLst>
              <a:ext uri="{FF2B5EF4-FFF2-40B4-BE49-F238E27FC236}">
                <a16:creationId xmlns:a16="http://schemas.microsoft.com/office/drawing/2014/main" id="{3FA343C0-50E9-F62A-2CD2-C085B8E43F57}"/>
              </a:ext>
            </a:extLst>
          </p:cNvPr>
          <p:cNvSpPr txBox="1"/>
          <p:nvPr/>
        </p:nvSpPr>
        <p:spPr>
          <a:xfrm>
            <a:off x="7146170" y="4201255"/>
            <a:ext cx="800219" cy="276999"/>
          </a:xfrm>
          <a:prstGeom prst="rect">
            <a:avLst/>
          </a:prstGeom>
          <a:noFill/>
        </p:spPr>
        <p:txBody>
          <a:bodyPr wrap="none" rtlCol="0">
            <a:spAutoFit/>
          </a:bodyPr>
          <a:lstStyle/>
          <a:p>
            <a:r>
              <a:rPr lang="zh-CN" altLang="en-US" sz="1200" b="1" dirty="0">
                <a:solidFill>
                  <a:schemeClr val="accent1"/>
                </a:solidFill>
              </a:rPr>
              <a:t>安全管理</a:t>
            </a:r>
          </a:p>
        </p:txBody>
      </p:sp>
      <p:sp>
        <p:nvSpPr>
          <p:cNvPr id="4139" name="文本框 4138">
            <a:extLst>
              <a:ext uri="{FF2B5EF4-FFF2-40B4-BE49-F238E27FC236}">
                <a16:creationId xmlns:a16="http://schemas.microsoft.com/office/drawing/2014/main" id="{5BB3BE5F-A386-EE66-3CC3-D6F60FC6E452}"/>
              </a:ext>
            </a:extLst>
          </p:cNvPr>
          <p:cNvSpPr txBox="1"/>
          <p:nvPr/>
        </p:nvSpPr>
        <p:spPr>
          <a:xfrm>
            <a:off x="6716784" y="4680089"/>
            <a:ext cx="723275" cy="253916"/>
          </a:xfrm>
          <a:prstGeom prst="rect">
            <a:avLst/>
          </a:prstGeom>
          <a:noFill/>
        </p:spPr>
        <p:txBody>
          <a:bodyPr wrap="none" rtlCol="0">
            <a:spAutoFit/>
          </a:bodyPr>
          <a:lstStyle/>
          <a:p>
            <a:r>
              <a:rPr lang="zh-CN" altLang="en-US" sz="1050" dirty="0">
                <a:solidFill>
                  <a:schemeClr val="accent1"/>
                </a:solidFill>
              </a:rPr>
              <a:t>安全巡检</a:t>
            </a:r>
          </a:p>
        </p:txBody>
      </p:sp>
      <p:sp>
        <p:nvSpPr>
          <p:cNvPr id="4140" name="文本框 4139">
            <a:extLst>
              <a:ext uri="{FF2B5EF4-FFF2-40B4-BE49-F238E27FC236}">
                <a16:creationId xmlns:a16="http://schemas.microsoft.com/office/drawing/2014/main" id="{1D369966-274D-03BB-E462-BFE7470B19B4}"/>
              </a:ext>
            </a:extLst>
          </p:cNvPr>
          <p:cNvSpPr txBox="1"/>
          <p:nvPr/>
        </p:nvSpPr>
        <p:spPr>
          <a:xfrm>
            <a:off x="6716784" y="4945731"/>
            <a:ext cx="857927" cy="253916"/>
          </a:xfrm>
          <a:prstGeom prst="rect">
            <a:avLst/>
          </a:prstGeom>
          <a:noFill/>
        </p:spPr>
        <p:txBody>
          <a:bodyPr wrap="none" rtlCol="0">
            <a:spAutoFit/>
          </a:bodyPr>
          <a:lstStyle/>
          <a:p>
            <a:r>
              <a:rPr lang="zh-CN" altLang="en-US" sz="1050" dirty="0">
                <a:solidFill>
                  <a:schemeClr val="accent1"/>
                </a:solidFill>
              </a:rPr>
              <a:t>风险源管理</a:t>
            </a:r>
          </a:p>
        </p:txBody>
      </p:sp>
      <p:sp>
        <p:nvSpPr>
          <p:cNvPr id="4142" name="文本框 4141">
            <a:extLst>
              <a:ext uri="{FF2B5EF4-FFF2-40B4-BE49-F238E27FC236}">
                <a16:creationId xmlns:a16="http://schemas.microsoft.com/office/drawing/2014/main" id="{DAD10275-78FA-6803-DED7-A8E0E35FF801}"/>
              </a:ext>
            </a:extLst>
          </p:cNvPr>
          <p:cNvSpPr txBox="1"/>
          <p:nvPr/>
        </p:nvSpPr>
        <p:spPr>
          <a:xfrm>
            <a:off x="7564506" y="4680089"/>
            <a:ext cx="723275" cy="253916"/>
          </a:xfrm>
          <a:prstGeom prst="rect">
            <a:avLst/>
          </a:prstGeom>
          <a:noFill/>
        </p:spPr>
        <p:txBody>
          <a:bodyPr wrap="none" rtlCol="0">
            <a:spAutoFit/>
          </a:bodyPr>
          <a:lstStyle/>
          <a:p>
            <a:r>
              <a:rPr lang="zh-CN" altLang="en-US" sz="1050" dirty="0">
                <a:solidFill>
                  <a:schemeClr val="accent1"/>
                </a:solidFill>
              </a:rPr>
              <a:t>定点巡更</a:t>
            </a:r>
          </a:p>
        </p:txBody>
      </p:sp>
      <p:sp>
        <p:nvSpPr>
          <p:cNvPr id="4143" name="文本框 4142">
            <a:extLst>
              <a:ext uri="{FF2B5EF4-FFF2-40B4-BE49-F238E27FC236}">
                <a16:creationId xmlns:a16="http://schemas.microsoft.com/office/drawing/2014/main" id="{2C2E56F7-5204-9486-CFC8-D342ED0293A1}"/>
              </a:ext>
            </a:extLst>
          </p:cNvPr>
          <p:cNvSpPr txBox="1"/>
          <p:nvPr/>
        </p:nvSpPr>
        <p:spPr>
          <a:xfrm>
            <a:off x="7564506" y="4945731"/>
            <a:ext cx="723275" cy="253916"/>
          </a:xfrm>
          <a:prstGeom prst="rect">
            <a:avLst/>
          </a:prstGeom>
          <a:noFill/>
        </p:spPr>
        <p:txBody>
          <a:bodyPr wrap="none" rtlCol="0">
            <a:spAutoFit/>
          </a:bodyPr>
          <a:lstStyle/>
          <a:p>
            <a:r>
              <a:rPr lang="zh-CN" altLang="en-US" sz="1050" dirty="0">
                <a:solidFill>
                  <a:schemeClr val="accent1"/>
                </a:solidFill>
              </a:rPr>
              <a:t>分级预警</a:t>
            </a:r>
          </a:p>
        </p:txBody>
      </p:sp>
      <p:sp>
        <p:nvSpPr>
          <p:cNvPr id="2049" name="图形 2047">
            <a:extLst>
              <a:ext uri="{FF2B5EF4-FFF2-40B4-BE49-F238E27FC236}">
                <a16:creationId xmlns:a16="http://schemas.microsoft.com/office/drawing/2014/main" id="{EC09578D-DD18-1BFC-4D7C-CD73B2D3DE5E}"/>
              </a:ext>
            </a:extLst>
          </p:cNvPr>
          <p:cNvSpPr/>
          <p:nvPr/>
        </p:nvSpPr>
        <p:spPr>
          <a:xfrm>
            <a:off x="7015183" y="4287384"/>
            <a:ext cx="127306" cy="104740"/>
          </a:xfrm>
          <a:custGeom>
            <a:avLst/>
            <a:gdLst>
              <a:gd name="connsiteX0" fmla="*/ 10289 w 109583"/>
              <a:gd name="connsiteY0" fmla="*/ 72553 h 90160"/>
              <a:gd name="connsiteX1" fmla="*/ 99297 w 109583"/>
              <a:gd name="connsiteY1" fmla="*/ 72553 h 90160"/>
              <a:gd name="connsiteX2" fmla="*/ 109584 w 109583"/>
              <a:gd name="connsiteY2" fmla="*/ 62279 h 90160"/>
              <a:gd name="connsiteX3" fmla="*/ 101244 w 109583"/>
              <a:gd name="connsiteY3" fmla="*/ 52177 h 90160"/>
              <a:gd name="connsiteX4" fmla="*/ 101244 w 109583"/>
              <a:gd name="connsiteY4" fmla="*/ 52097 h 90160"/>
              <a:gd name="connsiteX5" fmla="*/ 68407 w 109583"/>
              <a:gd name="connsiteY5" fmla="*/ 7685 h 90160"/>
              <a:gd name="connsiteX6" fmla="*/ 68407 w 109583"/>
              <a:gd name="connsiteY6" fmla="*/ 7550 h 90160"/>
              <a:gd name="connsiteX7" fmla="*/ 60863 w 109583"/>
              <a:gd name="connsiteY7" fmla="*/ 0 h 90160"/>
              <a:gd name="connsiteX8" fmla="*/ 48722 w 109583"/>
              <a:gd name="connsiteY8" fmla="*/ 0 h 90160"/>
              <a:gd name="connsiteX9" fmla="*/ 41191 w 109583"/>
              <a:gd name="connsiteY9" fmla="*/ 7550 h 90160"/>
              <a:gd name="connsiteX10" fmla="*/ 41191 w 109583"/>
              <a:gd name="connsiteY10" fmla="*/ 7685 h 90160"/>
              <a:gd name="connsiteX11" fmla="*/ 8341 w 109583"/>
              <a:gd name="connsiteY11" fmla="*/ 52097 h 90160"/>
              <a:gd name="connsiteX12" fmla="*/ 8341 w 109583"/>
              <a:gd name="connsiteY12" fmla="*/ 52177 h 90160"/>
              <a:gd name="connsiteX13" fmla="*/ 187 w 109583"/>
              <a:gd name="connsiteY13" fmla="*/ 64213 h 90160"/>
              <a:gd name="connsiteX14" fmla="*/ 10289 w 109583"/>
              <a:gd name="connsiteY14" fmla="*/ 72553 h 90160"/>
              <a:gd name="connsiteX15" fmla="*/ 10289 w 109583"/>
              <a:gd name="connsiteY15" fmla="*/ 59388 h 90160"/>
              <a:gd name="connsiteX16" fmla="*/ 12039 w 109583"/>
              <a:gd name="connsiteY16" fmla="*/ 59388 h 90160"/>
              <a:gd name="connsiteX17" fmla="*/ 15737 w 109583"/>
              <a:gd name="connsiteY17" fmla="*/ 55690 h 90160"/>
              <a:gd name="connsiteX18" fmla="*/ 15737 w 109583"/>
              <a:gd name="connsiteY18" fmla="*/ 52097 h 90160"/>
              <a:gd name="connsiteX19" fmla="*/ 41191 w 109583"/>
              <a:gd name="connsiteY19" fmla="*/ 15500 h 90160"/>
              <a:gd name="connsiteX20" fmla="*/ 41191 w 109583"/>
              <a:gd name="connsiteY20" fmla="*/ 36856 h 90160"/>
              <a:gd name="connsiteX21" fmla="*/ 48586 w 109583"/>
              <a:gd name="connsiteY21" fmla="*/ 36856 h 90160"/>
              <a:gd name="connsiteX22" fmla="*/ 48586 w 109583"/>
              <a:gd name="connsiteY22" fmla="*/ 10354 h 90160"/>
              <a:gd name="connsiteX23" fmla="*/ 48586 w 109583"/>
              <a:gd name="connsiteY23" fmla="*/ 7550 h 90160"/>
              <a:gd name="connsiteX24" fmla="*/ 48734 w 109583"/>
              <a:gd name="connsiteY24" fmla="*/ 7396 h 90160"/>
              <a:gd name="connsiteX25" fmla="*/ 60876 w 109583"/>
              <a:gd name="connsiteY25" fmla="*/ 7396 h 90160"/>
              <a:gd name="connsiteX26" fmla="*/ 61024 w 109583"/>
              <a:gd name="connsiteY26" fmla="*/ 7544 h 90160"/>
              <a:gd name="connsiteX27" fmla="*/ 61024 w 109583"/>
              <a:gd name="connsiteY27" fmla="*/ 7550 h 90160"/>
              <a:gd name="connsiteX28" fmla="*/ 61024 w 109583"/>
              <a:gd name="connsiteY28" fmla="*/ 36856 h 90160"/>
              <a:gd name="connsiteX29" fmla="*/ 68419 w 109583"/>
              <a:gd name="connsiteY29" fmla="*/ 36856 h 90160"/>
              <a:gd name="connsiteX30" fmla="*/ 68419 w 109583"/>
              <a:gd name="connsiteY30" fmla="*/ 15500 h 90160"/>
              <a:gd name="connsiteX31" fmla="*/ 93861 w 109583"/>
              <a:gd name="connsiteY31" fmla="*/ 52097 h 90160"/>
              <a:gd name="connsiteX32" fmla="*/ 93861 w 109583"/>
              <a:gd name="connsiteY32" fmla="*/ 55690 h 90160"/>
              <a:gd name="connsiteX33" fmla="*/ 97559 w 109583"/>
              <a:gd name="connsiteY33" fmla="*/ 59388 h 90160"/>
              <a:gd name="connsiteX34" fmla="*/ 99309 w 109583"/>
              <a:gd name="connsiteY34" fmla="*/ 59388 h 90160"/>
              <a:gd name="connsiteX35" fmla="*/ 102194 w 109583"/>
              <a:gd name="connsiteY35" fmla="*/ 62272 h 90160"/>
              <a:gd name="connsiteX36" fmla="*/ 99309 w 109583"/>
              <a:gd name="connsiteY36" fmla="*/ 65157 h 90160"/>
              <a:gd name="connsiteX37" fmla="*/ 10289 w 109583"/>
              <a:gd name="connsiteY37" fmla="*/ 65157 h 90160"/>
              <a:gd name="connsiteX38" fmla="*/ 7404 w 109583"/>
              <a:gd name="connsiteY38" fmla="*/ 62272 h 90160"/>
              <a:gd name="connsiteX39" fmla="*/ 10289 w 109583"/>
              <a:gd name="connsiteY39" fmla="*/ 59388 h 90160"/>
              <a:gd name="connsiteX40" fmla="*/ 2930 w 109583"/>
              <a:gd name="connsiteY40" fmla="*/ 82765 h 90160"/>
              <a:gd name="connsiteX41" fmla="*/ 106650 w 109583"/>
              <a:gd name="connsiteY41" fmla="*/ 82765 h 90160"/>
              <a:gd name="connsiteX42" fmla="*/ 106650 w 109583"/>
              <a:gd name="connsiteY42" fmla="*/ 90161 h 90160"/>
              <a:gd name="connsiteX43" fmla="*/ 2930 w 109583"/>
              <a:gd name="connsiteY43" fmla="*/ 90161 h 9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583" h="90160">
                <a:moveTo>
                  <a:pt x="10289" y="72553"/>
                </a:moveTo>
                <a:lnTo>
                  <a:pt x="99297" y="72553"/>
                </a:lnTo>
                <a:cubicBezTo>
                  <a:pt x="104974" y="72556"/>
                  <a:pt x="109580" y="67957"/>
                  <a:pt x="109584" y="62279"/>
                </a:cubicBezTo>
                <a:cubicBezTo>
                  <a:pt x="109587" y="57347"/>
                  <a:pt x="106087" y="53108"/>
                  <a:pt x="101244" y="52177"/>
                </a:cubicBezTo>
                <a:lnTo>
                  <a:pt x="101244" y="52097"/>
                </a:lnTo>
                <a:cubicBezTo>
                  <a:pt x="101279" y="31675"/>
                  <a:pt x="87942" y="13638"/>
                  <a:pt x="68407" y="7685"/>
                </a:cubicBezTo>
                <a:lnTo>
                  <a:pt x="68407" y="7550"/>
                </a:lnTo>
                <a:cubicBezTo>
                  <a:pt x="68404" y="3384"/>
                  <a:pt x="65029" y="7"/>
                  <a:pt x="60863" y="0"/>
                </a:cubicBezTo>
                <a:lnTo>
                  <a:pt x="48722" y="0"/>
                </a:lnTo>
                <a:cubicBezTo>
                  <a:pt x="44561" y="14"/>
                  <a:pt x="41194" y="3389"/>
                  <a:pt x="41191" y="7550"/>
                </a:cubicBezTo>
                <a:lnTo>
                  <a:pt x="41191" y="7685"/>
                </a:lnTo>
                <a:cubicBezTo>
                  <a:pt x="21652" y="13635"/>
                  <a:pt x="8311" y="31673"/>
                  <a:pt x="8341" y="52097"/>
                </a:cubicBezTo>
                <a:lnTo>
                  <a:pt x="8341" y="52177"/>
                </a:lnTo>
                <a:cubicBezTo>
                  <a:pt x="2766" y="53249"/>
                  <a:pt x="-885" y="58638"/>
                  <a:pt x="187" y="64213"/>
                </a:cubicBezTo>
                <a:cubicBezTo>
                  <a:pt x="1118" y="69056"/>
                  <a:pt x="5357" y="72556"/>
                  <a:pt x="10289" y="72553"/>
                </a:cubicBezTo>
                <a:close/>
                <a:moveTo>
                  <a:pt x="10289" y="59388"/>
                </a:moveTo>
                <a:lnTo>
                  <a:pt x="12039" y="59388"/>
                </a:lnTo>
                <a:cubicBezTo>
                  <a:pt x="14081" y="59388"/>
                  <a:pt x="15737" y="57733"/>
                  <a:pt x="15737" y="55690"/>
                </a:cubicBezTo>
                <a:lnTo>
                  <a:pt x="15737" y="52097"/>
                </a:lnTo>
                <a:cubicBezTo>
                  <a:pt x="15714" y="35769"/>
                  <a:pt x="25875" y="21160"/>
                  <a:pt x="41191" y="15500"/>
                </a:cubicBezTo>
                <a:lnTo>
                  <a:pt x="41191" y="36856"/>
                </a:lnTo>
                <a:lnTo>
                  <a:pt x="48586" y="36856"/>
                </a:lnTo>
                <a:lnTo>
                  <a:pt x="48586" y="10354"/>
                </a:lnTo>
                <a:lnTo>
                  <a:pt x="48586" y="7550"/>
                </a:lnTo>
                <a:cubicBezTo>
                  <a:pt x="48586" y="7467"/>
                  <a:pt x="48652" y="7399"/>
                  <a:pt x="48734" y="7396"/>
                </a:cubicBezTo>
                <a:lnTo>
                  <a:pt x="60876" y="7396"/>
                </a:lnTo>
                <a:cubicBezTo>
                  <a:pt x="60957" y="7396"/>
                  <a:pt x="61024" y="7462"/>
                  <a:pt x="61024" y="7544"/>
                </a:cubicBezTo>
                <a:cubicBezTo>
                  <a:pt x="61024" y="7546"/>
                  <a:pt x="61024" y="7548"/>
                  <a:pt x="61024" y="7550"/>
                </a:cubicBezTo>
                <a:lnTo>
                  <a:pt x="61024" y="36856"/>
                </a:lnTo>
                <a:lnTo>
                  <a:pt x="68419" y="36856"/>
                </a:lnTo>
                <a:lnTo>
                  <a:pt x="68419" y="15500"/>
                </a:lnTo>
                <a:cubicBezTo>
                  <a:pt x="83731" y="21162"/>
                  <a:pt x="93888" y="35772"/>
                  <a:pt x="93861" y="52097"/>
                </a:cubicBezTo>
                <a:lnTo>
                  <a:pt x="93861" y="55690"/>
                </a:lnTo>
                <a:cubicBezTo>
                  <a:pt x="93861" y="57733"/>
                  <a:pt x="95517" y="59388"/>
                  <a:pt x="97559" y="59388"/>
                </a:cubicBezTo>
                <a:lnTo>
                  <a:pt x="99309" y="59388"/>
                </a:lnTo>
                <a:cubicBezTo>
                  <a:pt x="100902" y="59388"/>
                  <a:pt x="102194" y="60679"/>
                  <a:pt x="102194" y="62272"/>
                </a:cubicBezTo>
                <a:cubicBezTo>
                  <a:pt x="102194" y="63865"/>
                  <a:pt x="100902" y="65157"/>
                  <a:pt x="99309" y="65157"/>
                </a:cubicBezTo>
                <a:lnTo>
                  <a:pt x="10289" y="65157"/>
                </a:lnTo>
                <a:cubicBezTo>
                  <a:pt x="8696" y="65157"/>
                  <a:pt x="7404" y="63865"/>
                  <a:pt x="7404" y="62272"/>
                </a:cubicBezTo>
                <a:cubicBezTo>
                  <a:pt x="7404" y="60679"/>
                  <a:pt x="8696" y="59388"/>
                  <a:pt x="10289" y="59388"/>
                </a:cubicBezTo>
                <a:close/>
                <a:moveTo>
                  <a:pt x="2930" y="82765"/>
                </a:moveTo>
                <a:lnTo>
                  <a:pt x="106650" y="82765"/>
                </a:lnTo>
                <a:lnTo>
                  <a:pt x="106650" y="90161"/>
                </a:lnTo>
                <a:lnTo>
                  <a:pt x="2930" y="90161"/>
                </a:lnTo>
                <a:close/>
              </a:path>
            </a:pathLst>
          </a:custGeom>
          <a:solidFill>
            <a:schemeClr val="accent1"/>
          </a:solidFill>
          <a:ln w="3175" cap="flat">
            <a:solidFill>
              <a:schemeClr val="accent1"/>
            </a:solidFill>
            <a:prstDash val="solid"/>
            <a:miter/>
          </a:ln>
        </p:spPr>
        <p:txBody>
          <a:bodyPr rtlCol="0" anchor="ctr"/>
          <a:lstStyle/>
          <a:p>
            <a:endParaRPr lang="zh-CN" altLang="en-US"/>
          </a:p>
        </p:txBody>
      </p:sp>
      <p:grpSp>
        <p:nvGrpSpPr>
          <p:cNvPr id="2060" name="组合 2059">
            <a:extLst>
              <a:ext uri="{FF2B5EF4-FFF2-40B4-BE49-F238E27FC236}">
                <a16:creationId xmlns:a16="http://schemas.microsoft.com/office/drawing/2014/main" id="{92C898F8-41A0-CA80-CC19-BBA42311AE10}"/>
              </a:ext>
            </a:extLst>
          </p:cNvPr>
          <p:cNvGrpSpPr/>
          <p:nvPr/>
        </p:nvGrpSpPr>
        <p:grpSpPr>
          <a:xfrm>
            <a:off x="8763623" y="3955188"/>
            <a:ext cx="1827213" cy="1700211"/>
            <a:chOff x="10332696" y="3955188"/>
            <a:chExt cx="1827213" cy="1700211"/>
          </a:xfrm>
        </p:grpSpPr>
        <p:grpSp>
          <p:nvGrpSpPr>
            <p:cNvPr id="4149" name="组合 4148">
              <a:extLst>
                <a:ext uri="{FF2B5EF4-FFF2-40B4-BE49-F238E27FC236}">
                  <a16:creationId xmlns:a16="http://schemas.microsoft.com/office/drawing/2014/main" id="{B10D7033-CBC2-9764-0AA1-0813B1D8BDBD}"/>
                </a:ext>
              </a:extLst>
            </p:cNvPr>
            <p:cNvGrpSpPr/>
            <p:nvPr/>
          </p:nvGrpSpPr>
          <p:grpSpPr>
            <a:xfrm>
              <a:off x="10332696" y="4124602"/>
              <a:ext cx="1827213" cy="1530797"/>
              <a:chOff x="2211387" y="4117527"/>
              <a:chExt cx="1827213" cy="1530797"/>
            </a:xfrm>
          </p:grpSpPr>
          <p:sp>
            <p:nvSpPr>
              <p:cNvPr id="4157" name="矩形 4156">
                <a:extLst>
                  <a:ext uri="{FF2B5EF4-FFF2-40B4-BE49-F238E27FC236}">
                    <a16:creationId xmlns:a16="http://schemas.microsoft.com/office/drawing/2014/main" id="{31FCFA48-A4D4-2375-385E-203AD5AB8DFD}"/>
                  </a:ext>
                </a:extLst>
              </p:cNvPr>
              <p:cNvSpPr>
                <a:spLocks/>
              </p:cNvSpPr>
              <p:nvPr/>
            </p:nvSpPr>
            <p:spPr>
              <a:xfrm>
                <a:off x="2211387" y="4117527"/>
                <a:ext cx="1827213" cy="1530797"/>
              </a:xfrm>
              <a:prstGeom prst="rect">
                <a:avLst/>
              </a:prstGeom>
              <a:solidFill>
                <a:schemeClr val="tx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58" name="矩形 4157">
                <a:extLst>
                  <a:ext uri="{FF2B5EF4-FFF2-40B4-BE49-F238E27FC236}">
                    <a16:creationId xmlns:a16="http://schemas.microsoft.com/office/drawing/2014/main" id="{A7C156D0-1777-FA63-04F6-B49895883E86}"/>
                  </a:ext>
                </a:extLst>
              </p:cNvPr>
              <p:cNvSpPr>
                <a:spLocks/>
              </p:cNvSpPr>
              <p:nvPr/>
            </p:nvSpPr>
            <p:spPr>
              <a:xfrm>
                <a:off x="2211387" y="4117527"/>
                <a:ext cx="1827213" cy="1530797"/>
              </a:xfrm>
              <a:prstGeom prst="rect">
                <a:avLst/>
              </a:prstGeom>
              <a:gradFill>
                <a:gsLst>
                  <a:gs pos="0">
                    <a:schemeClr val="tx1"/>
                  </a:gs>
                  <a:gs pos="98000">
                    <a:schemeClr val="accent1">
                      <a:alpha val="0"/>
                    </a:schemeClr>
                  </a:gs>
                </a:gsLst>
                <a:lin ang="54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150" name="梯形 4149">
              <a:extLst>
                <a:ext uri="{FF2B5EF4-FFF2-40B4-BE49-F238E27FC236}">
                  <a16:creationId xmlns:a16="http://schemas.microsoft.com/office/drawing/2014/main" id="{999A6983-EB97-DE6B-F2B6-DE12E4D63B42}"/>
                </a:ext>
              </a:extLst>
            </p:cNvPr>
            <p:cNvSpPr>
              <a:spLocks/>
            </p:cNvSpPr>
            <p:nvPr/>
          </p:nvSpPr>
          <p:spPr>
            <a:xfrm>
              <a:off x="10332696" y="3955188"/>
              <a:ext cx="1827213" cy="169414"/>
            </a:xfrm>
            <a:prstGeom prst="trapezoid">
              <a:avLst>
                <a:gd name="adj" fmla="val 98122"/>
              </a:avLst>
            </a:prstGeom>
            <a:gradFill>
              <a:gsLst>
                <a:gs pos="8000">
                  <a:schemeClr val="accent1">
                    <a:alpha val="0"/>
                  </a:schemeClr>
                </a:gs>
                <a:gs pos="96000">
                  <a:schemeClr val="accent1">
                    <a:alpha val="3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52" name="文本框 4151">
              <a:extLst>
                <a:ext uri="{FF2B5EF4-FFF2-40B4-BE49-F238E27FC236}">
                  <a16:creationId xmlns:a16="http://schemas.microsoft.com/office/drawing/2014/main" id="{A973BE13-29B7-BB61-EA86-B5F5D1CC7376}"/>
                </a:ext>
              </a:extLst>
            </p:cNvPr>
            <p:cNvSpPr txBox="1"/>
            <p:nvPr/>
          </p:nvSpPr>
          <p:spPr>
            <a:xfrm>
              <a:off x="10470020" y="4680089"/>
              <a:ext cx="723275" cy="253916"/>
            </a:xfrm>
            <a:prstGeom prst="rect">
              <a:avLst/>
            </a:prstGeom>
            <a:noFill/>
          </p:spPr>
          <p:txBody>
            <a:bodyPr wrap="none" rtlCol="0">
              <a:spAutoFit/>
            </a:bodyPr>
            <a:lstStyle/>
            <a:p>
              <a:r>
                <a:rPr lang="zh-CN" altLang="en-US" sz="1050" dirty="0">
                  <a:solidFill>
                    <a:schemeClr val="accent1"/>
                  </a:solidFill>
                </a:rPr>
                <a:t>方案审批</a:t>
              </a:r>
            </a:p>
          </p:txBody>
        </p:sp>
        <p:sp>
          <p:nvSpPr>
            <p:cNvPr id="4153" name="文本框 4152">
              <a:extLst>
                <a:ext uri="{FF2B5EF4-FFF2-40B4-BE49-F238E27FC236}">
                  <a16:creationId xmlns:a16="http://schemas.microsoft.com/office/drawing/2014/main" id="{D5434E14-0C25-03EF-4186-42A2CE9D0AE0}"/>
                </a:ext>
              </a:extLst>
            </p:cNvPr>
            <p:cNvSpPr txBox="1"/>
            <p:nvPr/>
          </p:nvSpPr>
          <p:spPr>
            <a:xfrm>
              <a:off x="10470020" y="4945731"/>
              <a:ext cx="723275" cy="253916"/>
            </a:xfrm>
            <a:prstGeom prst="rect">
              <a:avLst/>
            </a:prstGeom>
            <a:noFill/>
          </p:spPr>
          <p:txBody>
            <a:bodyPr wrap="none" rtlCol="0">
              <a:spAutoFit/>
            </a:bodyPr>
            <a:lstStyle/>
            <a:p>
              <a:r>
                <a:rPr lang="zh-CN" altLang="en-US" sz="1050" dirty="0">
                  <a:solidFill>
                    <a:schemeClr val="accent1"/>
                  </a:solidFill>
                </a:rPr>
                <a:t>工程指令</a:t>
              </a:r>
            </a:p>
          </p:txBody>
        </p:sp>
        <p:sp>
          <p:nvSpPr>
            <p:cNvPr id="4154" name="文本框 4153">
              <a:extLst>
                <a:ext uri="{FF2B5EF4-FFF2-40B4-BE49-F238E27FC236}">
                  <a16:creationId xmlns:a16="http://schemas.microsoft.com/office/drawing/2014/main" id="{9A073EC8-3034-5C59-8978-068819D28DB0}"/>
                </a:ext>
              </a:extLst>
            </p:cNvPr>
            <p:cNvSpPr txBox="1"/>
            <p:nvPr/>
          </p:nvSpPr>
          <p:spPr>
            <a:xfrm>
              <a:off x="11317742" y="4680089"/>
              <a:ext cx="723275" cy="253916"/>
            </a:xfrm>
            <a:prstGeom prst="rect">
              <a:avLst/>
            </a:prstGeom>
            <a:noFill/>
          </p:spPr>
          <p:txBody>
            <a:bodyPr wrap="none" rtlCol="0">
              <a:spAutoFit/>
            </a:bodyPr>
            <a:lstStyle/>
            <a:p>
              <a:r>
                <a:rPr lang="zh-CN" altLang="en-US" sz="1050" dirty="0">
                  <a:solidFill>
                    <a:schemeClr val="accent1"/>
                  </a:solidFill>
                </a:rPr>
                <a:t>变更签证</a:t>
              </a:r>
            </a:p>
          </p:txBody>
        </p:sp>
        <p:grpSp>
          <p:nvGrpSpPr>
            <p:cNvPr id="2059" name="组合 2058">
              <a:extLst>
                <a:ext uri="{FF2B5EF4-FFF2-40B4-BE49-F238E27FC236}">
                  <a16:creationId xmlns:a16="http://schemas.microsoft.com/office/drawing/2014/main" id="{2E6C1AF0-956E-D530-6D72-A05AE841552E}"/>
                </a:ext>
              </a:extLst>
            </p:cNvPr>
            <p:cNvGrpSpPr/>
            <p:nvPr/>
          </p:nvGrpSpPr>
          <p:grpSpPr>
            <a:xfrm>
              <a:off x="10786390" y="4201255"/>
              <a:ext cx="919825" cy="276999"/>
              <a:chOff x="10779800" y="4201255"/>
              <a:chExt cx="919825" cy="276999"/>
            </a:xfrm>
          </p:grpSpPr>
          <p:sp>
            <p:nvSpPr>
              <p:cNvPr id="4151" name="文本框 4150">
                <a:extLst>
                  <a:ext uri="{FF2B5EF4-FFF2-40B4-BE49-F238E27FC236}">
                    <a16:creationId xmlns:a16="http://schemas.microsoft.com/office/drawing/2014/main" id="{48DADB1C-74B7-91EE-E2F4-F9E0F59CEE18}"/>
                  </a:ext>
                </a:extLst>
              </p:cNvPr>
              <p:cNvSpPr txBox="1"/>
              <p:nvPr/>
            </p:nvSpPr>
            <p:spPr>
              <a:xfrm>
                <a:off x="10899406" y="4201255"/>
                <a:ext cx="800219" cy="276999"/>
              </a:xfrm>
              <a:prstGeom prst="rect">
                <a:avLst/>
              </a:prstGeom>
              <a:noFill/>
            </p:spPr>
            <p:txBody>
              <a:bodyPr wrap="none" rtlCol="0">
                <a:spAutoFit/>
              </a:bodyPr>
              <a:lstStyle/>
              <a:p>
                <a:r>
                  <a:rPr lang="zh-CN" altLang="en-US" sz="1200" b="1" dirty="0">
                    <a:solidFill>
                      <a:schemeClr val="accent1"/>
                    </a:solidFill>
                  </a:rPr>
                  <a:t>协同管理</a:t>
                </a:r>
              </a:p>
            </p:txBody>
          </p:sp>
          <p:grpSp>
            <p:nvGrpSpPr>
              <p:cNvPr id="2058" name="组合 2057">
                <a:extLst>
                  <a:ext uri="{FF2B5EF4-FFF2-40B4-BE49-F238E27FC236}">
                    <a16:creationId xmlns:a16="http://schemas.microsoft.com/office/drawing/2014/main" id="{34F40E33-2154-1803-7C16-A8A800C40ABB}"/>
                  </a:ext>
                </a:extLst>
              </p:cNvPr>
              <p:cNvGrpSpPr/>
              <p:nvPr/>
            </p:nvGrpSpPr>
            <p:grpSpPr>
              <a:xfrm>
                <a:off x="10779800" y="4276253"/>
                <a:ext cx="127002" cy="127002"/>
                <a:chOff x="10779800" y="4150613"/>
                <a:chExt cx="103882" cy="103882"/>
              </a:xfrm>
            </p:grpSpPr>
            <p:sp>
              <p:nvSpPr>
                <p:cNvPr id="2055" name="任意多边形: 形状 2054">
                  <a:extLst>
                    <a:ext uri="{FF2B5EF4-FFF2-40B4-BE49-F238E27FC236}">
                      <a16:creationId xmlns:a16="http://schemas.microsoft.com/office/drawing/2014/main" id="{1C51A679-19C5-BE60-EB52-FB512E11443E}"/>
                    </a:ext>
                  </a:extLst>
                </p:cNvPr>
                <p:cNvSpPr/>
                <p:nvPr/>
              </p:nvSpPr>
              <p:spPr>
                <a:xfrm>
                  <a:off x="10793399" y="4164263"/>
                  <a:ext cx="90283" cy="73163"/>
                </a:xfrm>
                <a:custGeom>
                  <a:avLst/>
                  <a:gdLst>
                    <a:gd name="connsiteX0" fmla="*/ 44722 w 90283"/>
                    <a:gd name="connsiteY0" fmla="*/ 30816 h 73163"/>
                    <a:gd name="connsiteX1" fmla="*/ 45938 w 90283"/>
                    <a:gd name="connsiteY1" fmla="*/ 27867 h 73163"/>
                    <a:gd name="connsiteX2" fmla="*/ 41773 w 90283"/>
                    <a:gd name="connsiteY2" fmla="*/ 23702 h 73163"/>
                    <a:gd name="connsiteX3" fmla="*/ 4216 w 90283"/>
                    <a:gd name="connsiteY3" fmla="*/ 23702 h 73163"/>
                    <a:gd name="connsiteX4" fmla="*/ 569 w 90283"/>
                    <a:gd name="connsiteY4" fmla="*/ 25772 h 73163"/>
                    <a:gd name="connsiteX5" fmla="*/ 569 w 90283"/>
                    <a:gd name="connsiteY5" fmla="*/ 29973 h 73163"/>
                    <a:gd name="connsiteX6" fmla="*/ 4156 w 90283"/>
                    <a:gd name="connsiteY6" fmla="*/ 32044 h 73163"/>
                    <a:gd name="connsiteX7" fmla="*/ 41773 w 90283"/>
                    <a:gd name="connsiteY7" fmla="*/ 32044 h 73163"/>
                    <a:gd name="connsiteX8" fmla="*/ 44722 w 90283"/>
                    <a:gd name="connsiteY8" fmla="*/ 30816 h 73163"/>
                    <a:gd name="connsiteX9" fmla="*/ 76055 w 90283"/>
                    <a:gd name="connsiteY9" fmla="*/ 51171 h 73163"/>
                    <a:gd name="connsiteX10" fmla="*/ 41725 w 90283"/>
                    <a:gd name="connsiteY10" fmla="*/ 51171 h 73163"/>
                    <a:gd name="connsiteX11" fmla="*/ 38077 w 90283"/>
                    <a:gd name="connsiteY11" fmla="*/ 53241 h 73163"/>
                    <a:gd name="connsiteX12" fmla="*/ 38077 w 90283"/>
                    <a:gd name="connsiteY12" fmla="*/ 57442 h 73163"/>
                    <a:gd name="connsiteX13" fmla="*/ 41725 w 90283"/>
                    <a:gd name="connsiteY13" fmla="*/ 59513 h 73163"/>
                    <a:gd name="connsiteX14" fmla="*/ 76055 w 90283"/>
                    <a:gd name="connsiteY14" fmla="*/ 59513 h 73163"/>
                    <a:gd name="connsiteX15" fmla="*/ 69519 w 90283"/>
                    <a:gd name="connsiteY15" fmla="*/ 66049 h 73163"/>
                    <a:gd name="connsiteX16" fmla="*/ 68303 w 90283"/>
                    <a:gd name="connsiteY16" fmla="*/ 68998 h 73163"/>
                    <a:gd name="connsiteX17" fmla="*/ 69519 w 90283"/>
                    <a:gd name="connsiteY17" fmla="*/ 71948 h 73163"/>
                    <a:gd name="connsiteX18" fmla="*/ 72468 w 90283"/>
                    <a:gd name="connsiteY18" fmla="*/ 73163 h 73163"/>
                    <a:gd name="connsiteX19" fmla="*/ 75417 w 90283"/>
                    <a:gd name="connsiteY19" fmla="*/ 71948 h 73163"/>
                    <a:gd name="connsiteX20" fmla="*/ 89068 w 90283"/>
                    <a:gd name="connsiteY20" fmla="*/ 58297 h 73163"/>
                    <a:gd name="connsiteX21" fmla="*/ 89260 w 90283"/>
                    <a:gd name="connsiteY21" fmla="*/ 58093 h 73163"/>
                    <a:gd name="connsiteX22" fmla="*/ 89357 w 90283"/>
                    <a:gd name="connsiteY22" fmla="*/ 57972 h 73163"/>
                    <a:gd name="connsiteX23" fmla="*/ 89549 w 90283"/>
                    <a:gd name="connsiteY23" fmla="*/ 57719 h 73163"/>
                    <a:gd name="connsiteX24" fmla="*/ 88911 w 90283"/>
                    <a:gd name="connsiteY24" fmla="*/ 57274 h 73163"/>
                    <a:gd name="connsiteX25" fmla="*/ 89621 w 90283"/>
                    <a:gd name="connsiteY25" fmla="*/ 57623 h 73163"/>
                    <a:gd name="connsiteX26" fmla="*/ 89898 w 90283"/>
                    <a:gd name="connsiteY26" fmla="*/ 57130 h 73163"/>
                    <a:gd name="connsiteX27" fmla="*/ 89983 w 90283"/>
                    <a:gd name="connsiteY27" fmla="*/ 56925 h 73163"/>
                    <a:gd name="connsiteX28" fmla="*/ 90271 w 90283"/>
                    <a:gd name="connsiteY28" fmla="*/ 55745 h 73163"/>
                    <a:gd name="connsiteX29" fmla="*/ 89489 w 90283"/>
                    <a:gd name="connsiteY29" fmla="*/ 55673 h 73163"/>
                    <a:gd name="connsiteX30" fmla="*/ 90271 w 90283"/>
                    <a:gd name="connsiteY30" fmla="*/ 55649 h 73163"/>
                    <a:gd name="connsiteX31" fmla="*/ 90284 w 90283"/>
                    <a:gd name="connsiteY31" fmla="*/ 55324 h 73163"/>
                    <a:gd name="connsiteX32" fmla="*/ 90271 w 90283"/>
                    <a:gd name="connsiteY32" fmla="*/ 55035 h 73163"/>
                    <a:gd name="connsiteX33" fmla="*/ 90199 w 90283"/>
                    <a:gd name="connsiteY33" fmla="*/ 54541 h 73163"/>
                    <a:gd name="connsiteX34" fmla="*/ 89959 w 90283"/>
                    <a:gd name="connsiteY34" fmla="*/ 53759 h 73163"/>
                    <a:gd name="connsiteX35" fmla="*/ 89838 w 90283"/>
                    <a:gd name="connsiteY35" fmla="*/ 53482 h 73163"/>
                    <a:gd name="connsiteX36" fmla="*/ 89345 w 90283"/>
                    <a:gd name="connsiteY36" fmla="*/ 52712 h 73163"/>
                    <a:gd name="connsiteX37" fmla="*/ 89272 w 90283"/>
                    <a:gd name="connsiteY37" fmla="*/ 52628 h 73163"/>
                    <a:gd name="connsiteX38" fmla="*/ 89212 w 90283"/>
                    <a:gd name="connsiteY38" fmla="*/ 52555 h 73163"/>
                    <a:gd name="connsiteX39" fmla="*/ 89068 w 90283"/>
                    <a:gd name="connsiteY39" fmla="*/ 52399 h 73163"/>
                    <a:gd name="connsiteX40" fmla="*/ 75405 w 90283"/>
                    <a:gd name="connsiteY40" fmla="*/ 38736 h 73163"/>
                    <a:gd name="connsiteX41" fmla="*/ 69543 w 90283"/>
                    <a:gd name="connsiteY41" fmla="*/ 38772 h 73163"/>
                    <a:gd name="connsiteX42" fmla="*/ 69519 w 90283"/>
                    <a:gd name="connsiteY42" fmla="*/ 44635 h 73163"/>
                    <a:gd name="connsiteX43" fmla="*/ 76055 w 90283"/>
                    <a:gd name="connsiteY43" fmla="*/ 51171 h 73163"/>
                    <a:gd name="connsiteX44" fmla="*/ 75201 w 90283"/>
                    <a:gd name="connsiteY44" fmla="*/ 8342 h 73163"/>
                    <a:gd name="connsiteX45" fmla="*/ 80533 w 90283"/>
                    <a:gd name="connsiteY45" fmla="*/ 8342 h 73163"/>
                    <a:gd name="connsiteX46" fmla="*/ 81942 w 90283"/>
                    <a:gd name="connsiteY46" fmla="*/ 9750 h 73163"/>
                    <a:gd name="connsiteX47" fmla="*/ 81942 w 90283"/>
                    <a:gd name="connsiteY47" fmla="*/ 31466 h 73163"/>
                    <a:gd name="connsiteX48" fmla="*/ 84012 w 90283"/>
                    <a:gd name="connsiteY48" fmla="*/ 35113 h 73163"/>
                    <a:gd name="connsiteX49" fmla="*/ 86107 w 90283"/>
                    <a:gd name="connsiteY49" fmla="*/ 35679 h 73163"/>
                    <a:gd name="connsiteX50" fmla="*/ 88201 w 90283"/>
                    <a:gd name="connsiteY50" fmla="*/ 35113 h 73163"/>
                    <a:gd name="connsiteX51" fmla="*/ 90271 w 90283"/>
                    <a:gd name="connsiteY51" fmla="*/ 31466 h 73163"/>
                    <a:gd name="connsiteX52" fmla="*/ 90271 w 90283"/>
                    <a:gd name="connsiteY52" fmla="*/ 9738 h 73163"/>
                    <a:gd name="connsiteX53" fmla="*/ 80533 w 90283"/>
                    <a:gd name="connsiteY53" fmla="*/ 0 h 73163"/>
                    <a:gd name="connsiteX54" fmla="*/ 75201 w 90283"/>
                    <a:gd name="connsiteY54" fmla="*/ 0 h 73163"/>
                    <a:gd name="connsiteX55" fmla="*/ 71589 w 90283"/>
                    <a:gd name="connsiteY55" fmla="*/ 2082 h 73163"/>
                    <a:gd name="connsiteX56" fmla="*/ 71589 w 90283"/>
                    <a:gd name="connsiteY56" fmla="*/ 6247 h 73163"/>
                    <a:gd name="connsiteX57" fmla="*/ 75201 w 90283"/>
                    <a:gd name="connsiteY57" fmla="*/ 8342 h 73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90283" h="73163">
                      <a:moveTo>
                        <a:pt x="44722" y="30816"/>
                      </a:moveTo>
                      <a:cubicBezTo>
                        <a:pt x="45504" y="30033"/>
                        <a:pt x="45938" y="28986"/>
                        <a:pt x="45938" y="27867"/>
                      </a:cubicBezTo>
                      <a:cubicBezTo>
                        <a:pt x="45938" y="25567"/>
                        <a:pt x="44072" y="23702"/>
                        <a:pt x="41773" y="23702"/>
                      </a:cubicBezTo>
                      <a:lnTo>
                        <a:pt x="4216" y="23702"/>
                      </a:lnTo>
                      <a:cubicBezTo>
                        <a:pt x="2723" y="23702"/>
                        <a:pt x="1315" y="24472"/>
                        <a:pt x="569" y="25772"/>
                      </a:cubicBezTo>
                      <a:cubicBezTo>
                        <a:pt x="-190" y="27072"/>
                        <a:pt x="-190" y="28673"/>
                        <a:pt x="569" y="29973"/>
                      </a:cubicBezTo>
                      <a:cubicBezTo>
                        <a:pt x="1315" y="31249"/>
                        <a:pt x="2687" y="32044"/>
                        <a:pt x="4156" y="32044"/>
                      </a:cubicBezTo>
                      <a:lnTo>
                        <a:pt x="41773" y="32044"/>
                      </a:lnTo>
                      <a:cubicBezTo>
                        <a:pt x="42892" y="32032"/>
                        <a:pt x="43940" y="31598"/>
                        <a:pt x="44722" y="30816"/>
                      </a:cubicBezTo>
                      <a:close/>
                      <a:moveTo>
                        <a:pt x="76055" y="51171"/>
                      </a:moveTo>
                      <a:lnTo>
                        <a:pt x="41725" y="51171"/>
                      </a:lnTo>
                      <a:cubicBezTo>
                        <a:pt x="40220" y="51195"/>
                        <a:pt x="38836" y="51941"/>
                        <a:pt x="38077" y="53241"/>
                      </a:cubicBezTo>
                      <a:cubicBezTo>
                        <a:pt x="37319" y="54529"/>
                        <a:pt x="37319" y="56142"/>
                        <a:pt x="38077" y="57442"/>
                      </a:cubicBezTo>
                      <a:cubicBezTo>
                        <a:pt x="38836" y="58743"/>
                        <a:pt x="40232" y="59525"/>
                        <a:pt x="41725" y="59513"/>
                      </a:cubicBezTo>
                      <a:lnTo>
                        <a:pt x="76055" y="59513"/>
                      </a:lnTo>
                      <a:lnTo>
                        <a:pt x="69519" y="66049"/>
                      </a:lnTo>
                      <a:cubicBezTo>
                        <a:pt x="68737" y="66832"/>
                        <a:pt x="68303" y="67879"/>
                        <a:pt x="68303" y="68998"/>
                      </a:cubicBezTo>
                      <a:cubicBezTo>
                        <a:pt x="68303" y="70106"/>
                        <a:pt x="68737" y="71153"/>
                        <a:pt x="69519" y="71948"/>
                      </a:cubicBezTo>
                      <a:cubicBezTo>
                        <a:pt x="70301" y="72730"/>
                        <a:pt x="71349" y="73163"/>
                        <a:pt x="72468" y="73163"/>
                      </a:cubicBezTo>
                      <a:cubicBezTo>
                        <a:pt x="73588" y="73163"/>
                        <a:pt x="74623" y="72730"/>
                        <a:pt x="75417" y="71948"/>
                      </a:cubicBezTo>
                      <a:lnTo>
                        <a:pt x="89068" y="58297"/>
                      </a:lnTo>
                      <a:cubicBezTo>
                        <a:pt x="89116" y="58249"/>
                        <a:pt x="89164" y="58189"/>
                        <a:pt x="89260" y="58093"/>
                      </a:cubicBezTo>
                      <a:cubicBezTo>
                        <a:pt x="89296" y="58056"/>
                        <a:pt x="89321" y="58020"/>
                        <a:pt x="89357" y="57972"/>
                      </a:cubicBezTo>
                      <a:lnTo>
                        <a:pt x="89549" y="57719"/>
                      </a:lnTo>
                      <a:lnTo>
                        <a:pt x="88911" y="57274"/>
                      </a:lnTo>
                      <a:lnTo>
                        <a:pt x="89621" y="57623"/>
                      </a:lnTo>
                      <a:lnTo>
                        <a:pt x="89898" y="57130"/>
                      </a:lnTo>
                      <a:cubicBezTo>
                        <a:pt x="89922" y="57069"/>
                        <a:pt x="89959" y="57009"/>
                        <a:pt x="89983" y="56925"/>
                      </a:cubicBezTo>
                      <a:lnTo>
                        <a:pt x="90271" y="55745"/>
                      </a:lnTo>
                      <a:lnTo>
                        <a:pt x="89489" y="55673"/>
                      </a:lnTo>
                      <a:lnTo>
                        <a:pt x="90271" y="55649"/>
                      </a:lnTo>
                      <a:lnTo>
                        <a:pt x="90284" y="55324"/>
                      </a:lnTo>
                      <a:cubicBezTo>
                        <a:pt x="90284" y="55228"/>
                        <a:pt x="90284" y="55131"/>
                        <a:pt x="90271" y="55035"/>
                      </a:cubicBezTo>
                      <a:lnTo>
                        <a:pt x="90199" y="54541"/>
                      </a:lnTo>
                      <a:lnTo>
                        <a:pt x="89959" y="53759"/>
                      </a:lnTo>
                      <a:cubicBezTo>
                        <a:pt x="89922" y="53663"/>
                        <a:pt x="89874" y="53578"/>
                        <a:pt x="89838" y="53482"/>
                      </a:cubicBezTo>
                      <a:lnTo>
                        <a:pt x="89345" y="52712"/>
                      </a:lnTo>
                      <a:cubicBezTo>
                        <a:pt x="89309" y="52676"/>
                        <a:pt x="89284" y="52640"/>
                        <a:pt x="89272" y="52628"/>
                      </a:cubicBezTo>
                      <a:lnTo>
                        <a:pt x="89212" y="52555"/>
                      </a:lnTo>
                      <a:cubicBezTo>
                        <a:pt x="89164" y="52507"/>
                        <a:pt x="89116" y="52447"/>
                        <a:pt x="89068" y="52399"/>
                      </a:cubicBezTo>
                      <a:lnTo>
                        <a:pt x="75405" y="38736"/>
                      </a:lnTo>
                      <a:cubicBezTo>
                        <a:pt x="73780" y="37147"/>
                        <a:pt x="71156" y="37159"/>
                        <a:pt x="69543" y="38772"/>
                      </a:cubicBezTo>
                      <a:cubicBezTo>
                        <a:pt x="67930" y="40385"/>
                        <a:pt x="67918" y="43010"/>
                        <a:pt x="69519" y="44635"/>
                      </a:cubicBezTo>
                      <a:lnTo>
                        <a:pt x="76055" y="51171"/>
                      </a:lnTo>
                      <a:close/>
                      <a:moveTo>
                        <a:pt x="75201" y="8342"/>
                      </a:moveTo>
                      <a:lnTo>
                        <a:pt x="80533" y="8342"/>
                      </a:lnTo>
                      <a:cubicBezTo>
                        <a:pt x="81304" y="8342"/>
                        <a:pt x="81942" y="8968"/>
                        <a:pt x="81942" y="9750"/>
                      </a:cubicBezTo>
                      <a:lnTo>
                        <a:pt x="81942" y="31466"/>
                      </a:lnTo>
                      <a:cubicBezTo>
                        <a:pt x="81918" y="32958"/>
                        <a:pt x="82712" y="34367"/>
                        <a:pt x="84012" y="35113"/>
                      </a:cubicBezTo>
                      <a:cubicBezTo>
                        <a:pt x="84662" y="35486"/>
                        <a:pt x="85384" y="35679"/>
                        <a:pt x="86107" y="35679"/>
                      </a:cubicBezTo>
                      <a:cubicBezTo>
                        <a:pt x="86829" y="35679"/>
                        <a:pt x="87563" y="35486"/>
                        <a:pt x="88201" y="35113"/>
                      </a:cubicBezTo>
                      <a:cubicBezTo>
                        <a:pt x="89501" y="34355"/>
                        <a:pt x="90284" y="32958"/>
                        <a:pt x="90271" y="31466"/>
                      </a:cubicBezTo>
                      <a:lnTo>
                        <a:pt x="90271" y="9738"/>
                      </a:lnTo>
                      <a:cubicBezTo>
                        <a:pt x="90271" y="4370"/>
                        <a:pt x="85902" y="0"/>
                        <a:pt x="80533" y="0"/>
                      </a:cubicBezTo>
                      <a:lnTo>
                        <a:pt x="75201" y="0"/>
                      </a:lnTo>
                      <a:cubicBezTo>
                        <a:pt x="73720" y="0"/>
                        <a:pt x="72336" y="794"/>
                        <a:pt x="71589" y="2082"/>
                      </a:cubicBezTo>
                      <a:cubicBezTo>
                        <a:pt x="70843" y="3370"/>
                        <a:pt x="70843" y="4959"/>
                        <a:pt x="71589" y="6247"/>
                      </a:cubicBezTo>
                      <a:cubicBezTo>
                        <a:pt x="72336" y="7535"/>
                        <a:pt x="73720" y="8342"/>
                        <a:pt x="75201" y="8342"/>
                      </a:cubicBezTo>
                      <a:close/>
                    </a:path>
                  </a:pathLst>
                </a:custGeom>
                <a:solidFill>
                  <a:schemeClr val="accent1"/>
                </a:solidFill>
                <a:ln w="112" cap="flat">
                  <a:noFill/>
                  <a:prstDash val="solid"/>
                  <a:miter/>
                </a:ln>
              </p:spPr>
              <p:txBody>
                <a:bodyPr rtlCol="0" anchor="ctr"/>
                <a:lstStyle/>
                <a:p>
                  <a:endParaRPr lang="zh-CN" altLang="en-US"/>
                </a:p>
              </p:txBody>
            </p:sp>
            <p:sp>
              <p:nvSpPr>
                <p:cNvPr id="2056" name="任意多边形: 形状 2055">
                  <a:extLst>
                    <a:ext uri="{FF2B5EF4-FFF2-40B4-BE49-F238E27FC236}">
                      <a16:creationId xmlns:a16="http://schemas.microsoft.com/office/drawing/2014/main" id="{ABA4027A-EB18-E9D6-862C-C42B91E429A9}"/>
                    </a:ext>
                  </a:extLst>
                </p:cNvPr>
                <p:cNvSpPr/>
                <p:nvPr/>
              </p:nvSpPr>
              <p:spPr>
                <a:xfrm>
                  <a:off x="10779800" y="4150613"/>
                  <a:ext cx="103870" cy="103882"/>
                </a:xfrm>
                <a:custGeom>
                  <a:avLst/>
                  <a:gdLst>
                    <a:gd name="connsiteX0" fmla="*/ 102655 w 103870"/>
                    <a:gd name="connsiteY0" fmla="*/ 86513 h 103882"/>
                    <a:gd name="connsiteX1" fmla="*/ 99706 w 103870"/>
                    <a:gd name="connsiteY1" fmla="*/ 85297 h 103882"/>
                    <a:gd name="connsiteX2" fmla="*/ 96757 w 103870"/>
                    <a:gd name="connsiteY2" fmla="*/ 86513 h 103882"/>
                    <a:gd name="connsiteX3" fmla="*/ 95541 w 103870"/>
                    <a:gd name="connsiteY3" fmla="*/ 89462 h 103882"/>
                    <a:gd name="connsiteX4" fmla="*/ 95541 w 103870"/>
                    <a:gd name="connsiteY4" fmla="*/ 94157 h 103882"/>
                    <a:gd name="connsiteX5" fmla="*/ 94132 w 103870"/>
                    <a:gd name="connsiteY5" fmla="*/ 95565 h 103882"/>
                    <a:gd name="connsiteX6" fmla="*/ 32188 w 103870"/>
                    <a:gd name="connsiteY6" fmla="*/ 95565 h 103882"/>
                    <a:gd name="connsiteX7" fmla="*/ 32188 w 103870"/>
                    <a:gd name="connsiteY7" fmla="*/ 92905 h 103882"/>
                    <a:gd name="connsiteX8" fmla="*/ 28023 w 103870"/>
                    <a:gd name="connsiteY8" fmla="*/ 88740 h 103882"/>
                    <a:gd name="connsiteX9" fmla="*/ 23858 w 103870"/>
                    <a:gd name="connsiteY9" fmla="*/ 92905 h 103882"/>
                    <a:gd name="connsiteX10" fmla="*/ 23858 w 103870"/>
                    <a:gd name="connsiteY10" fmla="*/ 99730 h 103882"/>
                    <a:gd name="connsiteX11" fmla="*/ 27421 w 103870"/>
                    <a:gd name="connsiteY11" fmla="*/ 103847 h 103882"/>
                    <a:gd name="connsiteX12" fmla="*/ 27722 w 103870"/>
                    <a:gd name="connsiteY12" fmla="*/ 103883 h 103882"/>
                    <a:gd name="connsiteX13" fmla="*/ 94132 w 103870"/>
                    <a:gd name="connsiteY13" fmla="*/ 103883 h 103882"/>
                    <a:gd name="connsiteX14" fmla="*/ 103738 w 103870"/>
                    <a:gd name="connsiteY14" fmla="*/ 95770 h 103882"/>
                    <a:gd name="connsiteX15" fmla="*/ 103871 w 103870"/>
                    <a:gd name="connsiteY15" fmla="*/ 94710 h 103882"/>
                    <a:gd name="connsiteX16" fmla="*/ 103871 w 103870"/>
                    <a:gd name="connsiteY16" fmla="*/ 89450 h 103882"/>
                    <a:gd name="connsiteX17" fmla="*/ 102655 w 103870"/>
                    <a:gd name="connsiteY17" fmla="*/ 86513 h 103882"/>
                    <a:gd name="connsiteX18" fmla="*/ 66194 w 103870"/>
                    <a:gd name="connsiteY18" fmla="*/ 86742 h 103882"/>
                    <a:gd name="connsiteX19" fmla="*/ 70347 w 103870"/>
                    <a:gd name="connsiteY19" fmla="*/ 82601 h 103882"/>
                    <a:gd name="connsiteX20" fmla="*/ 67048 w 103870"/>
                    <a:gd name="connsiteY20" fmla="*/ 78460 h 103882"/>
                    <a:gd name="connsiteX21" fmla="*/ 67048 w 103870"/>
                    <a:gd name="connsiteY21" fmla="*/ 78363 h 103882"/>
                    <a:gd name="connsiteX22" fmla="*/ 9738 w 103870"/>
                    <a:gd name="connsiteY22" fmla="*/ 78363 h 103882"/>
                    <a:gd name="connsiteX23" fmla="*/ 8330 w 103870"/>
                    <a:gd name="connsiteY23" fmla="*/ 76955 h 103882"/>
                    <a:gd name="connsiteX24" fmla="*/ 8330 w 103870"/>
                    <a:gd name="connsiteY24" fmla="*/ 9738 h 103882"/>
                    <a:gd name="connsiteX25" fmla="*/ 9738 w 103870"/>
                    <a:gd name="connsiteY25" fmla="*/ 8330 h 103882"/>
                    <a:gd name="connsiteX26" fmla="*/ 70286 w 103870"/>
                    <a:gd name="connsiteY26" fmla="*/ 8330 h 103882"/>
                    <a:gd name="connsiteX27" fmla="*/ 71695 w 103870"/>
                    <a:gd name="connsiteY27" fmla="*/ 9738 h 103882"/>
                    <a:gd name="connsiteX28" fmla="*/ 71695 w 103870"/>
                    <a:gd name="connsiteY28" fmla="*/ 51941 h 103882"/>
                    <a:gd name="connsiteX29" fmla="*/ 75860 w 103870"/>
                    <a:gd name="connsiteY29" fmla="*/ 56106 h 103882"/>
                    <a:gd name="connsiteX30" fmla="*/ 80025 w 103870"/>
                    <a:gd name="connsiteY30" fmla="*/ 51941 h 103882"/>
                    <a:gd name="connsiteX31" fmla="*/ 80025 w 103870"/>
                    <a:gd name="connsiteY31" fmla="*/ 9738 h 103882"/>
                    <a:gd name="connsiteX32" fmla="*/ 70286 w 103870"/>
                    <a:gd name="connsiteY32" fmla="*/ 0 h 103882"/>
                    <a:gd name="connsiteX33" fmla="*/ 9738 w 103870"/>
                    <a:gd name="connsiteY33" fmla="*/ 0 h 103882"/>
                    <a:gd name="connsiteX34" fmla="*/ 0 w 103870"/>
                    <a:gd name="connsiteY34" fmla="*/ 9738 h 103882"/>
                    <a:gd name="connsiteX35" fmla="*/ 0 w 103870"/>
                    <a:gd name="connsiteY35" fmla="*/ 76943 h 103882"/>
                    <a:gd name="connsiteX36" fmla="*/ 9738 w 103870"/>
                    <a:gd name="connsiteY36" fmla="*/ 86681 h 103882"/>
                    <a:gd name="connsiteX37" fmla="*/ 65532 w 103870"/>
                    <a:gd name="connsiteY37" fmla="*/ 86681 h 103882"/>
                    <a:gd name="connsiteX38" fmla="*/ 66194 w 103870"/>
                    <a:gd name="connsiteY38" fmla="*/ 86742 h 103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3870" h="103882">
                      <a:moveTo>
                        <a:pt x="102655" y="86513"/>
                      </a:moveTo>
                      <a:cubicBezTo>
                        <a:pt x="101873" y="85730"/>
                        <a:pt x="100825" y="85297"/>
                        <a:pt x="99706" y="85297"/>
                      </a:cubicBezTo>
                      <a:cubicBezTo>
                        <a:pt x="98598" y="85297"/>
                        <a:pt x="97551" y="85730"/>
                        <a:pt x="96757" y="86513"/>
                      </a:cubicBezTo>
                      <a:cubicBezTo>
                        <a:pt x="95974" y="87295"/>
                        <a:pt x="95541" y="88343"/>
                        <a:pt x="95541" y="89462"/>
                      </a:cubicBezTo>
                      <a:lnTo>
                        <a:pt x="95541" y="94157"/>
                      </a:lnTo>
                      <a:cubicBezTo>
                        <a:pt x="95541" y="94927"/>
                        <a:pt x="94915" y="95565"/>
                        <a:pt x="94132" y="95565"/>
                      </a:cubicBezTo>
                      <a:lnTo>
                        <a:pt x="32188" y="95565"/>
                      </a:lnTo>
                      <a:lnTo>
                        <a:pt x="32188" y="92905"/>
                      </a:lnTo>
                      <a:cubicBezTo>
                        <a:pt x="32188" y="90606"/>
                        <a:pt x="30322" y="88740"/>
                        <a:pt x="28023" y="88740"/>
                      </a:cubicBezTo>
                      <a:cubicBezTo>
                        <a:pt x="25724" y="88740"/>
                        <a:pt x="23858" y="90606"/>
                        <a:pt x="23858" y="92905"/>
                      </a:cubicBezTo>
                      <a:lnTo>
                        <a:pt x="23858" y="99730"/>
                      </a:lnTo>
                      <a:cubicBezTo>
                        <a:pt x="23858" y="101788"/>
                        <a:pt x="25387" y="103558"/>
                        <a:pt x="27421" y="103847"/>
                      </a:cubicBezTo>
                      <a:cubicBezTo>
                        <a:pt x="27518" y="103871"/>
                        <a:pt x="27626" y="103883"/>
                        <a:pt x="27722" y="103883"/>
                      </a:cubicBezTo>
                      <a:lnTo>
                        <a:pt x="94132" y="103883"/>
                      </a:lnTo>
                      <a:cubicBezTo>
                        <a:pt x="98911" y="103883"/>
                        <a:pt x="102944" y="100476"/>
                        <a:pt x="103738" y="95770"/>
                      </a:cubicBezTo>
                      <a:cubicBezTo>
                        <a:pt x="103835" y="95420"/>
                        <a:pt x="103871" y="95071"/>
                        <a:pt x="103871" y="94710"/>
                      </a:cubicBezTo>
                      <a:lnTo>
                        <a:pt x="103871" y="89450"/>
                      </a:lnTo>
                      <a:cubicBezTo>
                        <a:pt x="103883" y="88367"/>
                        <a:pt x="103437" y="87283"/>
                        <a:pt x="102655" y="86513"/>
                      </a:cubicBezTo>
                      <a:close/>
                      <a:moveTo>
                        <a:pt x="66194" y="86742"/>
                      </a:moveTo>
                      <a:cubicBezTo>
                        <a:pt x="68469" y="86717"/>
                        <a:pt x="70323" y="84864"/>
                        <a:pt x="70347" y="82601"/>
                      </a:cubicBezTo>
                      <a:cubicBezTo>
                        <a:pt x="70371" y="80602"/>
                        <a:pt x="68950" y="78881"/>
                        <a:pt x="67048" y="78460"/>
                      </a:cubicBezTo>
                      <a:lnTo>
                        <a:pt x="67048" y="78363"/>
                      </a:lnTo>
                      <a:lnTo>
                        <a:pt x="9738" y="78363"/>
                      </a:lnTo>
                      <a:cubicBezTo>
                        <a:pt x="8968" y="78363"/>
                        <a:pt x="8330" y="77738"/>
                        <a:pt x="8330" y="76955"/>
                      </a:cubicBezTo>
                      <a:lnTo>
                        <a:pt x="8330" y="9738"/>
                      </a:lnTo>
                      <a:cubicBezTo>
                        <a:pt x="8330" y="8968"/>
                        <a:pt x="8956" y="8330"/>
                        <a:pt x="9738" y="8330"/>
                      </a:cubicBezTo>
                      <a:lnTo>
                        <a:pt x="70286" y="8330"/>
                      </a:lnTo>
                      <a:cubicBezTo>
                        <a:pt x="71057" y="8330"/>
                        <a:pt x="71695" y="8956"/>
                        <a:pt x="71695" y="9738"/>
                      </a:cubicBezTo>
                      <a:lnTo>
                        <a:pt x="71695" y="51941"/>
                      </a:lnTo>
                      <a:cubicBezTo>
                        <a:pt x="71695" y="54241"/>
                        <a:pt x="73561" y="56106"/>
                        <a:pt x="75860" y="56106"/>
                      </a:cubicBezTo>
                      <a:cubicBezTo>
                        <a:pt x="78159" y="56106"/>
                        <a:pt x="80025" y="54241"/>
                        <a:pt x="80025" y="51941"/>
                      </a:cubicBezTo>
                      <a:lnTo>
                        <a:pt x="80025" y="9738"/>
                      </a:lnTo>
                      <a:cubicBezTo>
                        <a:pt x="80025" y="4370"/>
                        <a:pt x="75655" y="0"/>
                        <a:pt x="70286" y="0"/>
                      </a:cubicBezTo>
                      <a:lnTo>
                        <a:pt x="9738" y="0"/>
                      </a:lnTo>
                      <a:cubicBezTo>
                        <a:pt x="4370" y="0"/>
                        <a:pt x="0" y="4370"/>
                        <a:pt x="0" y="9738"/>
                      </a:cubicBezTo>
                      <a:lnTo>
                        <a:pt x="0" y="76943"/>
                      </a:lnTo>
                      <a:cubicBezTo>
                        <a:pt x="0" y="82312"/>
                        <a:pt x="4370" y="86681"/>
                        <a:pt x="9738" y="86681"/>
                      </a:cubicBezTo>
                      <a:lnTo>
                        <a:pt x="65532" y="86681"/>
                      </a:lnTo>
                      <a:cubicBezTo>
                        <a:pt x="65748" y="86729"/>
                        <a:pt x="65965" y="86742"/>
                        <a:pt x="66194" y="86742"/>
                      </a:cubicBezTo>
                      <a:close/>
                    </a:path>
                  </a:pathLst>
                </a:custGeom>
                <a:solidFill>
                  <a:schemeClr val="accent1"/>
                </a:solidFill>
                <a:ln w="112" cap="flat">
                  <a:noFill/>
                  <a:prstDash val="solid"/>
                  <a:miter/>
                </a:ln>
              </p:spPr>
              <p:txBody>
                <a:bodyPr rtlCol="0" anchor="ctr"/>
                <a:lstStyle/>
                <a:p>
                  <a:endParaRPr lang="zh-CN" altLang="en-US"/>
                </a:p>
              </p:txBody>
            </p:sp>
            <p:sp>
              <p:nvSpPr>
                <p:cNvPr id="2057" name="任意多边形: 形状 2056">
                  <a:extLst>
                    <a:ext uri="{FF2B5EF4-FFF2-40B4-BE49-F238E27FC236}">
                      <a16:creationId xmlns:a16="http://schemas.microsoft.com/office/drawing/2014/main" id="{B1C9F0C4-2DFB-657D-AE75-29505E342147}"/>
                    </a:ext>
                  </a:extLst>
                </p:cNvPr>
                <p:cNvSpPr/>
                <p:nvPr/>
              </p:nvSpPr>
              <p:spPr>
                <a:xfrm>
                  <a:off x="10793411" y="4167598"/>
                  <a:ext cx="52762" cy="49184"/>
                </a:xfrm>
                <a:custGeom>
                  <a:avLst/>
                  <a:gdLst>
                    <a:gd name="connsiteX0" fmla="*/ 4204 w 52762"/>
                    <a:gd name="connsiteY0" fmla="*/ 8330 h 49184"/>
                    <a:gd name="connsiteX1" fmla="*/ 48598 w 52762"/>
                    <a:gd name="connsiteY1" fmla="*/ 8330 h 49184"/>
                    <a:gd name="connsiteX2" fmla="*/ 51547 w 52762"/>
                    <a:gd name="connsiteY2" fmla="*/ 7114 h 49184"/>
                    <a:gd name="connsiteX3" fmla="*/ 52763 w 52762"/>
                    <a:gd name="connsiteY3" fmla="*/ 4165 h 49184"/>
                    <a:gd name="connsiteX4" fmla="*/ 51547 w 52762"/>
                    <a:gd name="connsiteY4" fmla="*/ 1216 h 49184"/>
                    <a:gd name="connsiteX5" fmla="*/ 48598 w 52762"/>
                    <a:gd name="connsiteY5" fmla="*/ 0 h 49184"/>
                    <a:gd name="connsiteX6" fmla="*/ 4204 w 52762"/>
                    <a:gd name="connsiteY6" fmla="*/ 0 h 49184"/>
                    <a:gd name="connsiteX7" fmla="*/ 39 w 52762"/>
                    <a:gd name="connsiteY7" fmla="*/ 4165 h 49184"/>
                    <a:gd name="connsiteX8" fmla="*/ 4204 w 52762"/>
                    <a:gd name="connsiteY8" fmla="*/ 8330 h 49184"/>
                    <a:gd name="connsiteX9" fmla="*/ 24680 w 52762"/>
                    <a:gd name="connsiteY9" fmla="*/ 40843 h 49184"/>
                    <a:gd name="connsiteX10" fmla="*/ 4168 w 52762"/>
                    <a:gd name="connsiteY10" fmla="*/ 40843 h 49184"/>
                    <a:gd name="connsiteX11" fmla="*/ 569 w 52762"/>
                    <a:gd name="connsiteY11" fmla="*/ 42913 h 49184"/>
                    <a:gd name="connsiteX12" fmla="*/ 569 w 52762"/>
                    <a:gd name="connsiteY12" fmla="*/ 47114 h 49184"/>
                    <a:gd name="connsiteX13" fmla="*/ 4156 w 52762"/>
                    <a:gd name="connsiteY13" fmla="*/ 49185 h 49184"/>
                    <a:gd name="connsiteX14" fmla="*/ 24668 w 52762"/>
                    <a:gd name="connsiteY14" fmla="*/ 49185 h 49184"/>
                    <a:gd name="connsiteX15" fmla="*/ 28315 w 52762"/>
                    <a:gd name="connsiteY15" fmla="*/ 47114 h 49184"/>
                    <a:gd name="connsiteX16" fmla="*/ 28315 w 52762"/>
                    <a:gd name="connsiteY16" fmla="*/ 42913 h 49184"/>
                    <a:gd name="connsiteX17" fmla="*/ 24680 w 52762"/>
                    <a:gd name="connsiteY17" fmla="*/ 40843 h 49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762" h="49184">
                      <a:moveTo>
                        <a:pt x="4204" y="8330"/>
                      </a:moveTo>
                      <a:lnTo>
                        <a:pt x="48598" y="8330"/>
                      </a:lnTo>
                      <a:cubicBezTo>
                        <a:pt x="49705" y="8330"/>
                        <a:pt x="50753" y="7897"/>
                        <a:pt x="51547" y="7114"/>
                      </a:cubicBezTo>
                      <a:cubicBezTo>
                        <a:pt x="52330" y="6332"/>
                        <a:pt x="52763" y="5284"/>
                        <a:pt x="52763" y="4165"/>
                      </a:cubicBezTo>
                      <a:cubicBezTo>
                        <a:pt x="52763" y="3057"/>
                        <a:pt x="52330" y="2010"/>
                        <a:pt x="51547" y="1216"/>
                      </a:cubicBezTo>
                      <a:cubicBezTo>
                        <a:pt x="50765" y="433"/>
                        <a:pt x="49717" y="0"/>
                        <a:pt x="48598" y="0"/>
                      </a:cubicBezTo>
                      <a:lnTo>
                        <a:pt x="4204" y="0"/>
                      </a:lnTo>
                      <a:cubicBezTo>
                        <a:pt x="1905" y="0"/>
                        <a:pt x="39" y="1866"/>
                        <a:pt x="39" y="4165"/>
                      </a:cubicBezTo>
                      <a:cubicBezTo>
                        <a:pt x="39" y="6464"/>
                        <a:pt x="1905" y="8330"/>
                        <a:pt x="4204" y="8330"/>
                      </a:cubicBezTo>
                      <a:close/>
                      <a:moveTo>
                        <a:pt x="24680" y="40843"/>
                      </a:moveTo>
                      <a:lnTo>
                        <a:pt x="4168" y="40843"/>
                      </a:lnTo>
                      <a:cubicBezTo>
                        <a:pt x="2687" y="40843"/>
                        <a:pt x="1315" y="41625"/>
                        <a:pt x="569" y="42913"/>
                      </a:cubicBezTo>
                      <a:cubicBezTo>
                        <a:pt x="-190" y="44213"/>
                        <a:pt x="-190" y="45814"/>
                        <a:pt x="569" y="47114"/>
                      </a:cubicBezTo>
                      <a:cubicBezTo>
                        <a:pt x="1315" y="48390"/>
                        <a:pt x="2687" y="49185"/>
                        <a:pt x="4156" y="49185"/>
                      </a:cubicBezTo>
                      <a:lnTo>
                        <a:pt x="24668" y="49185"/>
                      </a:lnTo>
                      <a:cubicBezTo>
                        <a:pt x="26184" y="49185"/>
                        <a:pt x="27569" y="48414"/>
                        <a:pt x="28315" y="47114"/>
                      </a:cubicBezTo>
                      <a:cubicBezTo>
                        <a:pt x="29073" y="45814"/>
                        <a:pt x="29073" y="44213"/>
                        <a:pt x="28315" y="42913"/>
                      </a:cubicBezTo>
                      <a:cubicBezTo>
                        <a:pt x="27557" y="41613"/>
                        <a:pt x="26136" y="40819"/>
                        <a:pt x="24680" y="40843"/>
                      </a:cubicBezTo>
                      <a:close/>
                    </a:path>
                  </a:pathLst>
                </a:custGeom>
                <a:solidFill>
                  <a:schemeClr val="accent1"/>
                </a:solidFill>
                <a:ln w="112" cap="flat">
                  <a:noFill/>
                  <a:prstDash val="solid"/>
                  <a:miter/>
                </a:ln>
              </p:spPr>
              <p:txBody>
                <a:bodyPr rtlCol="0" anchor="ctr"/>
                <a:lstStyle/>
                <a:p>
                  <a:endParaRPr lang="zh-CN" altLang="en-US"/>
                </a:p>
              </p:txBody>
            </p:sp>
          </p:grpSp>
        </p:grpSp>
      </p:grpSp>
      <p:sp>
        <p:nvSpPr>
          <p:cNvPr id="2062" name="矩形 2061">
            <a:extLst>
              <a:ext uri="{FF2B5EF4-FFF2-40B4-BE49-F238E27FC236}">
                <a16:creationId xmlns:a16="http://schemas.microsoft.com/office/drawing/2014/main" id="{BBEBE6C0-EEF5-04EF-5A06-E14BED0CA7C0}"/>
              </a:ext>
            </a:extLst>
          </p:cNvPr>
          <p:cNvSpPr/>
          <p:nvPr/>
        </p:nvSpPr>
        <p:spPr>
          <a:xfrm>
            <a:off x="5579533" y="5444400"/>
            <a:ext cx="1807633" cy="288000"/>
          </a:xfrm>
          <a:prstGeom prst="rect">
            <a:avLst/>
          </a:prstGeom>
          <a:gradFill>
            <a:gsLst>
              <a:gs pos="8000">
                <a:schemeClr val="accent1"/>
              </a:gs>
              <a:gs pos="98000">
                <a:schemeClr val="accent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t>计划驱动</a:t>
            </a:r>
          </a:p>
        </p:txBody>
      </p:sp>
      <p:sp>
        <p:nvSpPr>
          <p:cNvPr id="2067" name="矩形 2066">
            <a:extLst>
              <a:ext uri="{FF2B5EF4-FFF2-40B4-BE49-F238E27FC236}">
                <a16:creationId xmlns:a16="http://schemas.microsoft.com/office/drawing/2014/main" id="{9BEA0E03-F3A0-837B-96FE-E8E4A2816F15}"/>
              </a:ext>
            </a:extLst>
          </p:cNvPr>
          <p:cNvSpPr/>
          <p:nvPr/>
        </p:nvSpPr>
        <p:spPr>
          <a:xfrm>
            <a:off x="1840972" y="5917258"/>
            <a:ext cx="2963861" cy="324000"/>
          </a:xfrm>
          <a:prstGeom prst="rect">
            <a:avLst/>
          </a:prstGeom>
          <a:gradFill>
            <a:gsLst>
              <a:gs pos="8000">
                <a:schemeClr val="accent1"/>
              </a:gs>
              <a:gs pos="98000">
                <a:schemeClr val="accent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t>管理标准</a:t>
            </a:r>
          </a:p>
        </p:txBody>
      </p:sp>
      <p:sp>
        <p:nvSpPr>
          <p:cNvPr id="2068" name="矩形 2067">
            <a:extLst>
              <a:ext uri="{FF2B5EF4-FFF2-40B4-BE49-F238E27FC236}">
                <a16:creationId xmlns:a16="http://schemas.microsoft.com/office/drawing/2014/main" id="{BAD2C95E-1E5F-0F98-934B-D6B81E673ABA}"/>
              </a:ext>
            </a:extLst>
          </p:cNvPr>
          <p:cNvSpPr/>
          <p:nvPr/>
        </p:nvSpPr>
        <p:spPr>
          <a:xfrm>
            <a:off x="5025607" y="5917258"/>
            <a:ext cx="2963861" cy="324000"/>
          </a:xfrm>
          <a:prstGeom prst="rect">
            <a:avLst/>
          </a:prstGeom>
          <a:gradFill>
            <a:gsLst>
              <a:gs pos="8000">
                <a:schemeClr val="accent1"/>
              </a:gs>
              <a:gs pos="98000">
                <a:schemeClr val="accent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t>数据标准</a:t>
            </a:r>
          </a:p>
        </p:txBody>
      </p:sp>
      <p:sp>
        <p:nvSpPr>
          <p:cNvPr id="2069" name="矩形 2068">
            <a:extLst>
              <a:ext uri="{FF2B5EF4-FFF2-40B4-BE49-F238E27FC236}">
                <a16:creationId xmlns:a16="http://schemas.microsoft.com/office/drawing/2014/main" id="{B53ACEF5-F770-FFBF-3A1F-5F81A11EA2F9}"/>
              </a:ext>
            </a:extLst>
          </p:cNvPr>
          <p:cNvSpPr/>
          <p:nvPr/>
        </p:nvSpPr>
        <p:spPr>
          <a:xfrm>
            <a:off x="8210242" y="5917258"/>
            <a:ext cx="2963861" cy="324000"/>
          </a:xfrm>
          <a:prstGeom prst="rect">
            <a:avLst/>
          </a:prstGeom>
          <a:gradFill>
            <a:gsLst>
              <a:gs pos="8000">
                <a:schemeClr val="accent1"/>
              </a:gs>
              <a:gs pos="98000">
                <a:schemeClr val="accent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t>作业标准</a:t>
            </a:r>
          </a:p>
        </p:txBody>
      </p:sp>
      <p:grpSp>
        <p:nvGrpSpPr>
          <p:cNvPr id="2088" name="组合 2087">
            <a:extLst>
              <a:ext uri="{FF2B5EF4-FFF2-40B4-BE49-F238E27FC236}">
                <a16:creationId xmlns:a16="http://schemas.microsoft.com/office/drawing/2014/main" id="{2A817250-DD24-8E97-AA60-97D33D3FB2AB}"/>
              </a:ext>
            </a:extLst>
          </p:cNvPr>
          <p:cNvGrpSpPr/>
          <p:nvPr/>
        </p:nvGrpSpPr>
        <p:grpSpPr>
          <a:xfrm>
            <a:off x="2211388" y="1485900"/>
            <a:ext cx="385762" cy="387350"/>
            <a:chOff x="2211388" y="1485900"/>
            <a:chExt cx="385762" cy="387350"/>
          </a:xfrm>
        </p:grpSpPr>
        <p:sp>
          <p:nvSpPr>
            <p:cNvPr id="18" name="矩形 17">
              <a:extLst>
                <a:ext uri="{FF2B5EF4-FFF2-40B4-BE49-F238E27FC236}">
                  <a16:creationId xmlns:a16="http://schemas.microsoft.com/office/drawing/2014/main" id="{F4408B3A-C0E8-DDB5-F718-F30D4D831A30}"/>
                </a:ext>
              </a:extLst>
            </p:cNvPr>
            <p:cNvSpPr>
              <a:spLocks/>
            </p:cNvSpPr>
            <p:nvPr/>
          </p:nvSpPr>
          <p:spPr>
            <a:xfrm>
              <a:off x="2211388" y="1546225"/>
              <a:ext cx="385762" cy="327025"/>
            </a:xfrm>
            <a:prstGeom prst="rect">
              <a:avLst/>
            </a:prstGeom>
            <a:gradFill>
              <a:gsLst>
                <a:gs pos="13000">
                  <a:schemeClr val="accent2"/>
                </a:gs>
                <a:gs pos="98000">
                  <a:schemeClr val="accent2">
                    <a:alpha val="60000"/>
                  </a:schemeClr>
                </a:gs>
              </a:gsLst>
              <a:lin ang="5400000" scaled="0"/>
            </a:gradFill>
            <a:ln>
              <a:noFill/>
            </a:ln>
            <a:effectLst>
              <a:outerShdw blurRad="139700" dist="114300" dir="5400000" sx="97000" sy="97000" algn="t" rotWithShape="0">
                <a:schemeClr val="accent2">
                  <a:alpha val="4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2"/>
                </a:solidFill>
              </a:endParaRPr>
            </a:p>
          </p:txBody>
        </p:sp>
        <p:sp>
          <p:nvSpPr>
            <p:cNvPr id="19" name="梯形 18">
              <a:extLst>
                <a:ext uri="{FF2B5EF4-FFF2-40B4-BE49-F238E27FC236}">
                  <a16:creationId xmlns:a16="http://schemas.microsoft.com/office/drawing/2014/main" id="{E2CCB87D-2F2B-F6B8-925B-5F699E1CA843}"/>
                </a:ext>
              </a:extLst>
            </p:cNvPr>
            <p:cNvSpPr>
              <a:spLocks/>
            </p:cNvSpPr>
            <p:nvPr/>
          </p:nvSpPr>
          <p:spPr>
            <a:xfrm>
              <a:off x="2211388" y="1485900"/>
              <a:ext cx="385762" cy="60325"/>
            </a:xfrm>
            <a:prstGeom prst="trapezoid">
              <a:avLst>
                <a:gd name="adj" fmla="val 161842"/>
              </a:avLst>
            </a:prstGeom>
            <a:gradFill>
              <a:gsLst>
                <a:gs pos="8000">
                  <a:schemeClr val="accent2"/>
                </a:gs>
                <a:gs pos="99000">
                  <a:schemeClr val="accent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sp>
          <p:nvSpPr>
            <p:cNvPr id="2079" name="矩形: 圆角 2078">
              <a:extLst>
                <a:ext uri="{FF2B5EF4-FFF2-40B4-BE49-F238E27FC236}">
                  <a16:creationId xmlns:a16="http://schemas.microsoft.com/office/drawing/2014/main" id="{39750DB8-D432-9824-A0F0-F652C6AF9E23}"/>
                </a:ext>
              </a:extLst>
            </p:cNvPr>
            <p:cNvSpPr/>
            <p:nvPr/>
          </p:nvSpPr>
          <p:spPr>
            <a:xfrm>
              <a:off x="2313174" y="1618642"/>
              <a:ext cx="182190" cy="182190"/>
            </a:xfrm>
            <a:prstGeom prst="roundRect">
              <a:avLst>
                <a:gd name="adj" fmla="val 4167"/>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4" name="图形 4104">
              <a:extLst>
                <a:ext uri="{FF2B5EF4-FFF2-40B4-BE49-F238E27FC236}">
                  <a16:creationId xmlns:a16="http://schemas.microsoft.com/office/drawing/2014/main" id="{B850B800-5C7C-0B39-22B3-AB12E07F2CC9}"/>
                </a:ext>
              </a:extLst>
            </p:cNvPr>
            <p:cNvSpPr/>
            <p:nvPr/>
          </p:nvSpPr>
          <p:spPr>
            <a:xfrm>
              <a:off x="2340957" y="1646238"/>
              <a:ext cx="126624" cy="126998"/>
            </a:xfrm>
            <a:custGeom>
              <a:avLst/>
              <a:gdLst>
                <a:gd name="connsiteX0" fmla="*/ 485286 w 792922"/>
                <a:gd name="connsiteY0" fmla="*/ 49549 h 795264"/>
                <a:gd name="connsiteX1" fmla="*/ 524282 w 792922"/>
                <a:gd name="connsiteY1" fmla="*/ 94143 h 795264"/>
                <a:gd name="connsiteX2" fmla="*/ 485286 w 792922"/>
                <a:gd name="connsiteY2" fmla="*/ 138738 h 795264"/>
                <a:gd name="connsiteX3" fmla="*/ 301137 w 792922"/>
                <a:gd name="connsiteY3" fmla="*/ 138738 h 795264"/>
                <a:gd name="connsiteX4" fmla="*/ 262141 w 792922"/>
                <a:gd name="connsiteY4" fmla="*/ 94143 h 795264"/>
                <a:gd name="connsiteX5" fmla="*/ 301137 w 792922"/>
                <a:gd name="connsiteY5" fmla="*/ 49549 h 795264"/>
                <a:gd name="connsiteX6" fmla="*/ 485286 w 792922"/>
                <a:gd name="connsiteY6" fmla="*/ 49549 h 795264"/>
                <a:gd name="connsiteX7" fmla="*/ 485286 w 792922"/>
                <a:gd name="connsiteY7" fmla="*/ 0 h 795264"/>
                <a:gd name="connsiteX8" fmla="*/ 301137 w 792922"/>
                <a:gd name="connsiteY8" fmla="*/ 0 h 795264"/>
                <a:gd name="connsiteX9" fmla="*/ 218812 w 792922"/>
                <a:gd name="connsiteY9" fmla="*/ 94143 h 795264"/>
                <a:gd name="connsiteX10" fmla="*/ 301137 w 792922"/>
                <a:gd name="connsiteY10" fmla="*/ 188287 h 795264"/>
                <a:gd name="connsiteX11" fmla="*/ 485286 w 792922"/>
                <a:gd name="connsiteY11" fmla="*/ 188287 h 795264"/>
                <a:gd name="connsiteX12" fmla="*/ 567611 w 792922"/>
                <a:gd name="connsiteY12" fmla="*/ 94143 h 795264"/>
                <a:gd name="connsiteX13" fmla="*/ 485286 w 792922"/>
                <a:gd name="connsiteY13" fmla="*/ 0 h 795264"/>
                <a:gd name="connsiteX14" fmla="*/ 491785 w 792922"/>
                <a:gd name="connsiteY14" fmla="*/ 354277 h 795264"/>
                <a:gd name="connsiteX15" fmla="*/ 530781 w 792922"/>
                <a:gd name="connsiteY15" fmla="*/ 398871 h 795264"/>
                <a:gd name="connsiteX16" fmla="*/ 491785 w 792922"/>
                <a:gd name="connsiteY16" fmla="*/ 443465 h 795264"/>
                <a:gd name="connsiteX17" fmla="*/ 307636 w 792922"/>
                <a:gd name="connsiteY17" fmla="*/ 443465 h 795264"/>
                <a:gd name="connsiteX18" fmla="*/ 268640 w 792922"/>
                <a:gd name="connsiteY18" fmla="*/ 398871 h 795264"/>
                <a:gd name="connsiteX19" fmla="*/ 307636 w 792922"/>
                <a:gd name="connsiteY19" fmla="*/ 354277 h 795264"/>
                <a:gd name="connsiteX20" fmla="*/ 491785 w 792922"/>
                <a:gd name="connsiteY20" fmla="*/ 354277 h 795264"/>
                <a:gd name="connsiteX21" fmla="*/ 491785 w 792922"/>
                <a:gd name="connsiteY21" fmla="*/ 304727 h 795264"/>
                <a:gd name="connsiteX22" fmla="*/ 307636 w 792922"/>
                <a:gd name="connsiteY22" fmla="*/ 304727 h 795264"/>
                <a:gd name="connsiteX23" fmla="*/ 225311 w 792922"/>
                <a:gd name="connsiteY23" fmla="*/ 398871 h 795264"/>
                <a:gd name="connsiteX24" fmla="*/ 307636 w 792922"/>
                <a:gd name="connsiteY24" fmla="*/ 493014 h 795264"/>
                <a:gd name="connsiteX25" fmla="*/ 491785 w 792922"/>
                <a:gd name="connsiteY25" fmla="*/ 493014 h 795264"/>
                <a:gd name="connsiteX26" fmla="*/ 574110 w 792922"/>
                <a:gd name="connsiteY26" fmla="*/ 398871 h 795264"/>
                <a:gd name="connsiteX27" fmla="*/ 491785 w 792922"/>
                <a:gd name="connsiteY27" fmla="*/ 304727 h 795264"/>
                <a:gd name="connsiteX28" fmla="*/ 485286 w 792922"/>
                <a:gd name="connsiteY28" fmla="*/ 656526 h 795264"/>
                <a:gd name="connsiteX29" fmla="*/ 524282 w 792922"/>
                <a:gd name="connsiteY29" fmla="*/ 701121 h 795264"/>
                <a:gd name="connsiteX30" fmla="*/ 485286 w 792922"/>
                <a:gd name="connsiteY30" fmla="*/ 745715 h 795264"/>
                <a:gd name="connsiteX31" fmla="*/ 301137 w 792922"/>
                <a:gd name="connsiteY31" fmla="*/ 745715 h 795264"/>
                <a:gd name="connsiteX32" fmla="*/ 262141 w 792922"/>
                <a:gd name="connsiteY32" fmla="*/ 701121 h 795264"/>
                <a:gd name="connsiteX33" fmla="*/ 301137 w 792922"/>
                <a:gd name="connsiteY33" fmla="*/ 656526 h 795264"/>
                <a:gd name="connsiteX34" fmla="*/ 485286 w 792922"/>
                <a:gd name="connsiteY34" fmla="*/ 656526 h 795264"/>
                <a:gd name="connsiteX35" fmla="*/ 485286 w 792922"/>
                <a:gd name="connsiteY35" fmla="*/ 606977 h 795264"/>
                <a:gd name="connsiteX36" fmla="*/ 301137 w 792922"/>
                <a:gd name="connsiteY36" fmla="*/ 606977 h 795264"/>
                <a:gd name="connsiteX37" fmla="*/ 218812 w 792922"/>
                <a:gd name="connsiteY37" fmla="*/ 701121 h 795264"/>
                <a:gd name="connsiteX38" fmla="*/ 301137 w 792922"/>
                <a:gd name="connsiteY38" fmla="*/ 795264 h 795264"/>
                <a:gd name="connsiteX39" fmla="*/ 485286 w 792922"/>
                <a:gd name="connsiteY39" fmla="*/ 795264 h 795264"/>
                <a:gd name="connsiteX40" fmla="*/ 567611 w 792922"/>
                <a:gd name="connsiteY40" fmla="*/ 701121 h 795264"/>
                <a:gd name="connsiteX41" fmla="*/ 485286 w 792922"/>
                <a:gd name="connsiteY41" fmla="*/ 606977 h 795264"/>
                <a:gd name="connsiteX42" fmla="*/ 214479 w 792922"/>
                <a:gd name="connsiteY42" fmla="*/ 391438 h 795264"/>
                <a:gd name="connsiteX43" fmla="*/ 136487 w 792922"/>
                <a:gd name="connsiteY43" fmla="*/ 341889 h 795264"/>
                <a:gd name="connsiteX44" fmla="*/ 129987 w 792922"/>
                <a:gd name="connsiteY44" fmla="*/ 346844 h 795264"/>
                <a:gd name="connsiteX45" fmla="*/ 129987 w 792922"/>
                <a:gd name="connsiteY45" fmla="*/ 366664 h 795264"/>
                <a:gd name="connsiteX46" fmla="*/ 43329 w 792922"/>
                <a:gd name="connsiteY46" fmla="*/ 240313 h 795264"/>
                <a:gd name="connsiteX47" fmla="*/ 153818 w 792922"/>
                <a:gd name="connsiteY47" fmla="*/ 106531 h 795264"/>
                <a:gd name="connsiteX48" fmla="*/ 171150 w 792922"/>
                <a:gd name="connsiteY48" fmla="*/ 76801 h 795264"/>
                <a:gd name="connsiteX49" fmla="*/ 149485 w 792922"/>
                <a:gd name="connsiteY49" fmla="*/ 54504 h 795264"/>
                <a:gd name="connsiteX50" fmla="*/ 0 w 792922"/>
                <a:gd name="connsiteY50" fmla="*/ 237836 h 795264"/>
                <a:gd name="connsiteX51" fmla="*/ 129987 w 792922"/>
                <a:gd name="connsiteY51" fmla="*/ 418690 h 795264"/>
                <a:gd name="connsiteX52" fmla="*/ 129987 w 792922"/>
                <a:gd name="connsiteY52" fmla="*/ 448420 h 795264"/>
                <a:gd name="connsiteX53" fmla="*/ 136487 w 792922"/>
                <a:gd name="connsiteY53" fmla="*/ 453375 h 795264"/>
                <a:gd name="connsiteX54" fmla="*/ 214479 w 792922"/>
                <a:gd name="connsiteY54" fmla="*/ 401348 h 795264"/>
                <a:gd name="connsiteX55" fmla="*/ 214479 w 792922"/>
                <a:gd name="connsiteY55" fmla="*/ 391438 h 795264"/>
                <a:gd name="connsiteX56" fmla="*/ 576277 w 792922"/>
                <a:gd name="connsiteY56" fmla="*/ 703598 h 795264"/>
                <a:gd name="connsiteX57" fmla="*/ 654269 w 792922"/>
                <a:gd name="connsiteY57" fmla="*/ 651572 h 795264"/>
                <a:gd name="connsiteX58" fmla="*/ 660768 w 792922"/>
                <a:gd name="connsiteY58" fmla="*/ 656526 h 795264"/>
                <a:gd name="connsiteX59" fmla="*/ 660768 w 792922"/>
                <a:gd name="connsiteY59" fmla="*/ 676346 h 795264"/>
                <a:gd name="connsiteX60" fmla="*/ 747427 w 792922"/>
                <a:gd name="connsiteY60" fmla="*/ 549996 h 795264"/>
                <a:gd name="connsiteX61" fmla="*/ 636937 w 792922"/>
                <a:gd name="connsiteY61" fmla="*/ 416213 h 795264"/>
                <a:gd name="connsiteX62" fmla="*/ 619606 w 792922"/>
                <a:gd name="connsiteY62" fmla="*/ 386483 h 795264"/>
                <a:gd name="connsiteX63" fmla="*/ 643437 w 792922"/>
                <a:gd name="connsiteY63" fmla="*/ 364186 h 795264"/>
                <a:gd name="connsiteX64" fmla="*/ 792922 w 792922"/>
                <a:gd name="connsiteY64" fmla="*/ 549996 h 795264"/>
                <a:gd name="connsiteX65" fmla="*/ 662935 w 792922"/>
                <a:gd name="connsiteY65" fmla="*/ 730850 h 795264"/>
                <a:gd name="connsiteX66" fmla="*/ 662935 w 792922"/>
                <a:gd name="connsiteY66" fmla="*/ 760580 h 795264"/>
                <a:gd name="connsiteX67" fmla="*/ 656435 w 792922"/>
                <a:gd name="connsiteY67" fmla="*/ 765535 h 795264"/>
                <a:gd name="connsiteX68" fmla="*/ 576277 w 792922"/>
                <a:gd name="connsiteY68" fmla="*/ 713508 h 795264"/>
                <a:gd name="connsiteX69" fmla="*/ 576277 w 792922"/>
                <a:gd name="connsiteY69" fmla="*/ 703598 h 79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792922" h="795264">
                  <a:moveTo>
                    <a:pt x="485286" y="49549"/>
                  </a:moveTo>
                  <a:cubicBezTo>
                    <a:pt x="506950" y="49549"/>
                    <a:pt x="524282" y="69369"/>
                    <a:pt x="524282" y="94143"/>
                  </a:cubicBezTo>
                  <a:cubicBezTo>
                    <a:pt x="524282" y="118918"/>
                    <a:pt x="506950" y="138738"/>
                    <a:pt x="485286" y="138738"/>
                  </a:cubicBezTo>
                  <a:lnTo>
                    <a:pt x="301137" y="138738"/>
                  </a:lnTo>
                  <a:cubicBezTo>
                    <a:pt x="279473" y="138738"/>
                    <a:pt x="262141" y="118918"/>
                    <a:pt x="262141" y="94143"/>
                  </a:cubicBezTo>
                  <a:cubicBezTo>
                    <a:pt x="262141" y="69369"/>
                    <a:pt x="279473" y="49549"/>
                    <a:pt x="301137" y="49549"/>
                  </a:cubicBezTo>
                  <a:lnTo>
                    <a:pt x="485286" y="49549"/>
                  </a:lnTo>
                  <a:moveTo>
                    <a:pt x="485286" y="0"/>
                  </a:moveTo>
                  <a:lnTo>
                    <a:pt x="301137" y="0"/>
                  </a:lnTo>
                  <a:cubicBezTo>
                    <a:pt x="255642" y="0"/>
                    <a:pt x="218812" y="42117"/>
                    <a:pt x="218812" y="94143"/>
                  </a:cubicBezTo>
                  <a:cubicBezTo>
                    <a:pt x="218812" y="146170"/>
                    <a:pt x="255642" y="188287"/>
                    <a:pt x="301137" y="188287"/>
                  </a:cubicBezTo>
                  <a:lnTo>
                    <a:pt x="485286" y="188287"/>
                  </a:lnTo>
                  <a:cubicBezTo>
                    <a:pt x="530781" y="188287"/>
                    <a:pt x="567611" y="146170"/>
                    <a:pt x="567611" y="94143"/>
                  </a:cubicBezTo>
                  <a:cubicBezTo>
                    <a:pt x="567611" y="42117"/>
                    <a:pt x="528615" y="0"/>
                    <a:pt x="485286" y="0"/>
                  </a:cubicBezTo>
                  <a:close/>
                  <a:moveTo>
                    <a:pt x="491785" y="354277"/>
                  </a:moveTo>
                  <a:cubicBezTo>
                    <a:pt x="513450" y="354277"/>
                    <a:pt x="530781" y="374096"/>
                    <a:pt x="530781" y="398871"/>
                  </a:cubicBezTo>
                  <a:cubicBezTo>
                    <a:pt x="530781" y="423645"/>
                    <a:pt x="513450" y="443465"/>
                    <a:pt x="491785" y="443465"/>
                  </a:cubicBezTo>
                  <a:lnTo>
                    <a:pt x="307636" y="443465"/>
                  </a:lnTo>
                  <a:cubicBezTo>
                    <a:pt x="285972" y="443465"/>
                    <a:pt x="268640" y="423645"/>
                    <a:pt x="268640" y="398871"/>
                  </a:cubicBezTo>
                  <a:cubicBezTo>
                    <a:pt x="268640" y="374096"/>
                    <a:pt x="285972" y="354277"/>
                    <a:pt x="307636" y="354277"/>
                  </a:cubicBezTo>
                  <a:lnTo>
                    <a:pt x="491785" y="354277"/>
                  </a:lnTo>
                  <a:moveTo>
                    <a:pt x="491785" y="304727"/>
                  </a:moveTo>
                  <a:lnTo>
                    <a:pt x="307636" y="304727"/>
                  </a:lnTo>
                  <a:cubicBezTo>
                    <a:pt x="262141" y="304727"/>
                    <a:pt x="225311" y="346844"/>
                    <a:pt x="225311" y="398871"/>
                  </a:cubicBezTo>
                  <a:cubicBezTo>
                    <a:pt x="225311" y="450897"/>
                    <a:pt x="262141" y="493014"/>
                    <a:pt x="307636" y="493014"/>
                  </a:cubicBezTo>
                  <a:lnTo>
                    <a:pt x="491785" y="493014"/>
                  </a:lnTo>
                  <a:cubicBezTo>
                    <a:pt x="537281" y="493014"/>
                    <a:pt x="574110" y="450897"/>
                    <a:pt x="574110" y="398871"/>
                  </a:cubicBezTo>
                  <a:cubicBezTo>
                    <a:pt x="574110" y="346844"/>
                    <a:pt x="537281" y="304727"/>
                    <a:pt x="491785" y="304727"/>
                  </a:cubicBezTo>
                  <a:close/>
                  <a:moveTo>
                    <a:pt x="485286" y="656526"/>
                  </a:moveTo>
                  <a:cubicBezTo>
                    <a:pt x="506950" y="656526"/>
                    <a:pt x="524282" y="676346"/>
                    <a:pt x="524282" y="701121"/>
                  </a:cubicBezTo>
                  <a:cubicBezTo>
                    <a:pt x="524282" y="725895"/>
                    <a:pt x="506950" y="745715"/>
                    <a:pt x="485286" y="745715"/>
                  </a:cubicBezTo>
                  <a:lnTo>
                    <a:pt x="301137" y="745715"/>
                  </a:lnTo>
                  <a:cubicBezTo>
                    <a:pt x="279473" y="745715"/>
                    <a:pt x="262141" y="725895"/>
                    <a:pt x="262141" y="701121"/>
                  </a:cubicBezTo>
                  <a:cubicBezTo>
                    <a:pt x="262141" y="676346"/>
                    <a:pt x="279473" y="656526"/>
                    <a:pt x="301137" y="656526"/>
                  </a:cubicBezTo>
                  <a:lnTo>
                    <a:pt x="485286" y="656526"/>
                  </a:lnTo>
                  <a:moveTo>
                    <a:pt x="485286" y="606977"/>
                  </a:moveTo>
                  <a:lnTo>
                    <a:pt x="301137" y="606977"/>
                  </a:lnTo>
                  <a:cubicBezTo>
                    <a:pt x="255642" y="606977"/>
                    <a:pt x="218812" y="649094"/>
                    <a:pt x="218812" y="701121"/>
                  </a:cubicBezTo>
                  <a:cubicBezTo>
                    <a:pt x="218812" y="753147"/>
                    <a:pt x="255642" y="795264"/>
                    <a:pt x="301137" y="795264"/>
                  </a:cubicBezTo>
                  <a:lnTo>
                    <a:pt x="485286" y="795264"/>
                  </a:lnTo>
                  <a:cubicBezTo>
                    <a:pt x="530781" y="795264"/>
                    <a:pt x="567611" y="753147"/>
                    <a:pt x="567611" y="701121"/>
                  </a:cubicBezTo>
                  <a:cubicBezTo>
                    <a:pt x="567611" y="649094"/>
                    <a:pt x="528615" y="606977"/>
                    <a:pt x="485286" y="606977"/>
                  </a:cubicBezTo>
                  <a:close/>
                  <a:moveTo>
                    <a:pt x="214479" y="391438"/>
                  </a:moveTo>
                  <a:lnTo>
                    <a:pt x="136487" y="341889"/>
                  </a:lnTo>
                  <a:cubicBezTo>
                    <a:pt x="134320" y="339412"/>
                    <a:pt x="129987" y="341889"/>
                    <a:pt x="129987" y="346844"/>
                  </a:cubicBezTo>
                  <a:lnTo>
                    <a:pt x="129987" y="366664"/>
                  </a:lnTo>
                  <a:cubicBezTo>
                    <a:pt x="97490" y="354277"/>
                    <a:pt x="43329" y="319592"/>
                    <a:pt x="43329" y="240313"/>
                  </a:cubicBezTo>
                  <a:cubicBezTo>
                    <a:pt x="43329" y="128828"/>
                    <a:pt x="149485" y="109008"/>
                    <a:pt x="153818" y="106531"/>
                  </a:cubicBezTo>
                  <a:cubicBezTo>
                    <a:pt x="164650" y="104053"/>
                    <a:pt x="173316" y="91666"/>
                    <a:pt x="171150" y="76801"/>
                  </a:cubicBezTo>
                  <a:cubicBezTo>
                    <a:pt x="171150" y="61936"/>
                    <a:pt x="160318" y="52027"/>
                    <a:pt x="149485" y="54504"/>
                  </a:cubicBezTo>
                  <a:cubicBezTo>
                    <a:pt x="97490" y="61936"/>
                    <a:pt x="0" y="113963"/>
                    <a:pt x="0" y="237836"/>
                  </a:cubicBezTo>
                  <a:cubicBezTo>
                    <a:pt x="0" y="349322"/>
                    <a:pt x="77992" y="401348"/>
                    <a:pt x="129987" y="418690"/>
                  </a:cubicBezTo>
                  <a:lnTo>
                    <a:pt x="129987" y="448420"/>
                  </a:lnTo>
                  <a:cubicBezTo>
                    <a:pt x="129987" y="453375"/>
                    <a:pt x="134320" y="453375"/>
                    <a:pt x="136487" y="453375"/>
                  </a:cubicBezTo>
                  <a:lnTo>
                    <a:pt x="214479" y="401348"/>
                  </a:lnTo>
                  <a:cubicBezTo>
                    <a:pt x="218812" y="398871"/>
                    <a:pt x="218812" y="393916"/>
                    <a:pt x="214479" y="391438"/>
                  </a:cubicBezTo>
                  <a:close/>
                  <a:moveTo>
                    <a:pt x="576277" y="703598"/>
                  </a:moveTo>
                  <a:lnTo>
                    <a:pt x="654269" y="651572"/>
                  </a:lnTo>
                  <a:cubicBezTo>
                    <a:pt x="656435" y="649094"/>
                    <a:pt x="660768" y="651572"/>
                    <a:pt x="660768" y="656526"/>
                  </a:cubicBezTo>
                  <a:lnTo>
                    <a:pt x="660768" y="676346"/>
                  </a:lnTo>
                  <a:cubicBezTo>
                    <a:pt x="693265" y="663959"/>
                    <a:pt x="747427" y="629274"/>
                    <a:pt x="747427" y="549996"/>
                  </a:cubicBezTo>
                  <a:cubicBezTo>
                    <a:pt x="747427" y="438510"/>
                    <a:pt x="641270" y="418690"/>
                    <a:pt x="636937" y="416213"/>
                  </a:cubicBezTo>
                  <a:cubicBezTo>
                    <a:pt x="626105" y="413736"/>
                    <a:pt x="617439" y="401348"/>
                    <a:pt x="619606" y="386483"/>
                  </a:cubicBezTo>
                  <a:cubicBezTo>
                    <a:pt x="621772" y="371619"/>
                    <a:pt x="632604" y="361709"/>
                    <a:pt x="643437" y="364186"/>
                  </a:cubicBezTo>
                  <a:cubicBezTo>
                    <a:pt x="695432" y="374096"/>
                    <a:pt x="792922" y="423645"/>
                    <a:pt x="792922" y="549996"/>
                  </a:cubicBezTo>
                  <a:cubicBezTo>
                    <a:pt x="792922" y="661481"/>
                    <a:pt x="714930" y="713508"/>
                    <a:pt x="662935" y="730850"/>
                  </a:cubicBezTo>
                  <a:lnTo>
                    <a:pt x="662935" y="760580"/>
                  </a:lnTo>
                  <a:cubicBezTo>
                    <a:pt x="662935" y="765535"/>
                    <a:pt x="658602" y="765535"/>
                    <a:pt x="656435" y="765535"/>
                  </a:cubicBezTo>
                  <a:lnTo>
                    <a:pt x="576277" y="713508"/>
                  </a:lnTo>
                  <a:cubicBezTo>
                    <a:pt x="574110" y="711031"/>
                    <a:pt x="574110" y="706076"/>
                    <a:pt x="576277" y="703598"/>
                  </a:cubicBezTo>
                  <a:close/>
                </a:path>
              </a:pathLst>
            </a:custGeom>
            <a:solidFill>
              <a:schemeClr val="accent2"/>
            </a:solidFill>
            <a:ln w="6350" cap="flat">
              <a:noFill/>
              <a:prstDash val="solid"/>
              <a:miter/>
            </a:ln>
          </p:spPr>
          <p:txBody>
            <a:bodyPr rtlCol="0" anchor="ctr"/>
            <a:lstStyle/>
            <a:p>
              <a:endParaRPr lang="zh-CN" altLang="en-US"/>
            </a:p>
          </p:txBody>
        </p:sp>
      </p:grpSp>
      <p:grpSp>
        <p:nvGrpSpPr>
          <p:cNvPr id="2087" name="组合 2086">
            <a:extLst>
              <a:ext uri="{FF2B5EF4-FFF2-40B4-BE49-F238E27FC236}">
                <a16:creationId xmlns:a16="http://schemas.microsoft.com/office/drawing/2014/main" id="{04D30E82-FE19-D657-8571-558ABA218A5F}"/>
              </a:ext>
            </a:extLst>
          </p:cNvPr>
          <p:cNvGrpSpPr/>
          <p:nvPr/>
        </p:nvGrpSpPr>
        <p:grpSpPr>
          <a:xfrm>
            <a:off x="3932238" y="1485900"/>
            <a:ext cx="385762" cy="387350"/>
            <a:chOff x="3932238" y="1485900"/>
            <a:chExt cx="385762" cy="387350"/>
          </a:xfrm>
        </p:grpSpPr>
        <p:sp>
          <p:nvSpPr>
            <p:cNvPr id="23" name="矩形 22">
              <a:extLst>
                <a:ext uri="{FF2B5EF4-FFF2-40B4-BE49-F238E27FC236}">
                  <a16:creationId xmlns:a16="http://schemas.microsoft.com/office/drawing/2014/main" id="{F44FA055-A109-A568-E059-8BC4F90D588C}"/>
                </a:ext>
              </a:extLst>
            </p:cNvPr>
            <p:cNvSpPr>
              <a:spLocks/>
            </p:cNvSpPr>
            <p:nvPr/>
          </p:nvSpPr>
          <p:spPr>
            <a:xfrm>
              <a:off x="3932238" y="1546225"/>
              <a:ext cx="385762" cy="327025"/>
            </a:xfrm>
            <a:prstGeom prst="rect">
              <a:avLst/>
            </a:prstGeom>
            <a:gradFill>
              <a:gsLst>
                <a:gs pos="13000">
                  <a:schemeClr val="accent2"/>
                </a:gs>
                <a:gs pos="98000">
                  <a:schemeClr val="accent2">
                    <a:alpha val="60000"/>
                  </a:schemeClr>
                </a:gs>
              </a:gsLst>
              <a:lin ang="5400000" scaled="0"/>
            </a:gradFill>
            <a:ln>
              <a:noFill/>
            </a:ln>
            <a:effectLst>
              <a:outerShdw blurRad="139700" dist="114300" dir="5400000" sx="97000" sy="97000" algn="t" rotWithShape="0">
                <a:schemeClr val="accent2">
                  <a:alpha val="4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梯形 23">
              <a:extLst>
                <a:ext uri="{FF2B5EF4-FFF2-40B4-BE49-F238E27FC236}">
                  <a16:creationId xmlns:a16="http://schemas.microsoft.com/office/drawing/2014/main" id="{CB183F45-E713-A22E-BF63-FD14F8ABBBC6}"/>
                </a:ext>
              </a:extLst>
            </p:cNvPr>
            <p:cNvSpPr>
              <a:spLocks/>
            </p:cNvSpPr>
            <p:nvPr/>
          </p:nvSpPr>
          <p:spPr>
            <a:xfrm>
              <a:off x="3932238" y="1485900"/>
              <a:ext cx="385762" cy="60325"/>
            </a:xfrm>
            <a:prstGeom prst="trapezoid">
              <a:avLst>
                <a:gd name="adj" fmla="val 161842"/>
              </a:avLst>
            </a:prstGeom>
            <a:gradFill>
              <a:gsLst>
                <a:gs pos="8000">
                  <a:schemeClr val="accent2"/>
                </a:gs>
                <a:gs pos="99000">
                  <a:schemeClr val="accent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80" name="矩形: 圆角 2079">
              <a:extLst>
                <a:ext uri="{FF2B5EF4-FFF2-40B4-BE49-F238E27FC236}">
                  <a16:creationId xmlns:a16="http://schemas.microsoft.com/office/drawing/2014/main" id="{AA9C860F-3BC0-2D03-9AA4-64542DAE1C80}"/>
                </a:ext>
              </a:extLst>
            </p:cNvPr>
            <p:cNvSpPr/>
            <p:nvPr/>
          </p:nvSpPr>
          <p:spPr>
            <a:xfrm>
              <a:off x="4034024" y="1618642"/>
              <a:ext cx="182190" cy="182190"/>
            </a:xfrm>
            <a:prstGeom prst="roundRect">
              <a:avLst>
                <a:gd name="adj" fmla="val 4167"/>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5" name="图形 4131">
              <a:extLst>
                <a:ext uri="{FF2B5EF4-FFF2-40B4-BE49-F238E27FC236}">
                  <a16:creationId xmlns:a16="http://schemas.microsoft.com/office/drawing/2014/main" id="{848174DA-074D-4EF2-582E-682DA56754FD}"/>
                </a:ext>
              </a:extLst>
            </p:cNvPr>
            <p:cNvSpPr/>
            <p:nvPr/>
          </p:nvSpPr>
          <p:spPr>
            <a:xfrm>
              <a:off x="4065588" y="1636978"/>
              <a:ext cx="119062" cy="145518"/>
            </a:xfrm>
            <a:custGeom>
              <a:avLst/>
              <a:gdLst>
                <a:gd name="connsiteX0" fmla="*/ 52827 w 105654"/>
                <a:gd name="connsiteY0" fmla="*/ 0 h 129132"/>
                <a:gd name="connsiteX1" fmla="*/ 105654 w 105654"/>
                <a:gd name="connsiteY1" fmla="*/ 23479 h 129132"/>
                <a:gd name="connsiteX2" fmla="*/ 105654 w 105654"/>
                <a:gd name="connsiteY2" fmla="*/ 64566 h 129132"/>
                <a:gd name="connsiteX3" fmla="*/ 77532 w 105654"/>
                <a:gd name="connsiteY3" fmla="*/ 115568 h 129132"/>
                <a:gd name="connsiteX4" fmla="*/ 75971 w 105654"/>
                <a:gd name="connsiteY4" fmla="*/ 116780 h 129132"/>
                <a:gd name="connsiteX5" fmla="*/ 73653 w 105654"/>
                <a:gd name="connsiteY5" fmla="*/ 118494 h 129132"/>
                <a:gd name="connsiteX6" fmla="*/ 72121 w 105654"/>
                <a:gd name="connsiteY6" fmla="*/ 119568 h 129132"/>
                <a:gd name="connsiteX7" fmla="*/ 70612 w 105654"/>
                <a:gd name="connsiteY7" fmla="*/ 120586 h 129132"/>
                <a:gd name="connsiteX8" fmla="*/ 69133 w 105654"/>
                <a:gd name="connsiteY8" fmla="*/ 121549 h 129132"/>
                <a:gd name="connsiteX9" fmla="*/ 67680 w 105654"/>
                <a:gd name="connsiteY9" fmla="*/ 122459 h 129132"/>
                <a:gd name="connsiteX10" fmla="*/ 66266 w 105654"/>
                <a:gd name="connsiteY10" fmla="*/ 123310 h 129132"/>
                <a:gd name="connsiteX11" fmla="*/ 64886 w 105654"/>
                <a:gd name="connsiteY11" fmla="*/ 124102 h 129132"/>
                <a:gd name="connsiteX12" fmla="*/ 63557 w 105654"/>
                <a:gd name="connsiteY12" fmla="*/ 124836 h 129132"/>
                <a:gd name="connsiteX13" fmla="*/ 62911 w 105654"/>
                <a:gd name="connsiteY13" fmla="*/ 125188 h 129132"/>
                <a:gd name="connsiteX14" fmla="*/ 61655 w 105654"/>
                <a:gd name="connsiteY14" fmla="*/ 125837 h 129132"/>
                <a:gd name="connsiteX15" fmla="*/ 60458 w 105654"/>
                <a:gd name="connsiteY15" fmla="*/ 126430 h 129132"/>
                <a:gd name="connsiteX16" fmla="*/ 59322 w 105654"/>
                <a:gd name="connsiteY16" fmla="*/ 126967 h 129132"/>
                <a:gd name="connsiteX17" fmla="*/ 58251 w 105654"/>
                <a:gd name="connsiteY17" fmla="*/ 127442 h 129132"/>
                <a:gd name="connsiteX18" fmla="*/ 57253 w 105654"/>
                <a:gd name="connsiteY18" fmla="*/ 127862 h 129132"/>
                <a:gd name="connsiteX19" fmla="*/ 56331 w 105654"/>
                <a:gd name="connsiteY19" fmla="*/ 128220 h 129132"/>
                <a:gd name="connsiteX20" fmla="*/ 55900 w 105654"/>
                <a:gd name="connsiteY20" fmla="*/ 128378 h 129132"/>
                <a:gd name="connsiteX21" fmla="*/ 55099 w 105654"/>
                <a:gd name="connsiteY21" fmla="*/ 128648 h 129132"/>
                <a:gd name="connsiteX22" fmla="*/ 54388 w 105654"/>
                <a:gd name="connsiteY22" fmla="*/ 128860 h 129132"/>
                <a:gd name="connsiteX23" fmla="*/ 52827 w 105654"/>
                <a:gd name="connsiteY23" fmla="*/ 129133 h 129132"/>
                <a:gd name="connsiteX24" fmla="*/ 51266 w 105654"/>
                <a:gd name="connsiteY24" fmla="*/ 128860 h 129132"/>
                <a:gd name="connsiteX25" fmla="*/ 50555 w 105654"/>
                <a:gd name="connsiteY25" fmla="*/ 128648 h 129132"/>
                <a:gd name="connsiteX26" fmla="*/ 49754 w 105654"/>
                <a:gd name="connsiteY26" fmla="*/ 128378 h 129132"/>
                <a:gd name="connsiteX27" fmla="*/ 48874 w 105654"/>
                <a:gd name="connsiteY27" fmla="*/ 128050 h 129132"/>
                <a:gd name="connsiteX28" fmla="*/ 47911 w 105654"/>
                <a:gd name="connsiteY28" fmla="*/ 127659 h 129132"/>
                <a:gd name="connsiteX29" fmla="*/ 46875 w 105654"/>
                <a:gd name="connsiteY29" fmla="*/ 127213 h 129132"/>
                <a:gd name="connsiteX30" fmla="*/ 45772 w 105654"/>
                <a:gd name="connsiteY30" fmla="*/ 126706 h 129132"/>
                <a:gd name="connsiteX31" fmla="*/ 44604 w 105654"/>
                <a:gd name="connsiteY31" fmla="*/ 126142 h 129132"/>
                <a:gd name="connsiteX32" fmla="*/ 43999 w 105654"/>
                <a:gd name="connsiteY32" fmla="*/ 125837 h 129132"/>
                <a:gd name="connsiteX33" fmla="*/ 42743 w 105654"/>
                <a:gd name="connsiteY33" fmla="*/ 125185 h 129132"/>
                <a:gd name="connsiteX34" fmla="*/ 42097 w 105654"/>
                <a:gd name="connsiteY34" fmla="*/ 124839 h 129132"/>
                <a:gd name="connsiteX35" fmla="*/ 40765 w 105654"/>
                <a:gd name="connsiteY35" fmla="*/ 124105 h 129132"/>
                <a:gd name="connsiteX36" fmla="*/ 39388 w 105654"/>
                <a:gd name="connsiteY36" fmla="*/ 123310 h 129132"/>
                <a:gd name="connsiteX37" fmla="*/ 38684 w 105654"/>
                <a:gd name="connsiteY37" fmla="*/ 122890 h 129132"/>
                <a:gd name="connsiteX38" fmla="*/ 37252 w 105654"/>
                <a:gd name="connsiteY38" fmla="*/ 122010 h 129132"/>
                <a:gd name="connsiteX39" fmla="*/ 35784 w 105654"/>
                <a:gd name="connsiteY39" fmla="*/ 121077 h 129132"/>
                <a:gd name="connsiteX40" fmla="*/ 34288 w 105654"/>
                <a:gd name="connsiteY40" fmla="*/ 120088 h 129132"/>
                <a:gd name="connsiteX41" fmla="*/ 33533 w 105654"/>
                <a:gd name="connsiteY41" fmla="*/ 119571 h 129132"/>
                <a:gd name="connsiteX42" fmla="*/ 32004 w 105654"/>
                <a:gd name="connsiteY42" fmla="*/ 118497 h 129132"/>
                <a:gd name="connsiteX43" fmla="*/ 31233 w 105654"/>
                <a:gd name="connsiteY43" fmla="*/ 117939 h 129132"/>
                <a:gd name="connsiteX44" fmla="*/ 29683 w 105654"/>
                <a:gd name="connsiteY44" fmla="*/ 116780 h 129132"/>
                <a:gd name="connsiteX45" fmla="*/ 28902 w 105654"/>
                <a:gd name="connsiteY45" fmla="*/ 116181 h 129132"/>
                <a:gd name="connsiteX46" fmla="*/ 27341 w 105654"/>
                <a:gd name="connsiteY46" fmla="*/ 114943 h 129132"/>
                <a:gd name="connsiteX47" fmla="*/ 26557 w 105654"/>
                <a:gd name="connsiteY47" fmla="*/ 114303 h 129132"/>
                <a:gd name="connsiteX48" fmla="*/ 24993 w 105654"/>
                <a:gd name="connsiteY48" fmla="*/ 112982 h 129132"/>
                <a:gd name="connsiteX49" fmla="*/ 18 w 105654"/>
                <a:gd name="connsiteY49" fmla="*/ 65849 h 129132"/>
                <a:gd name="connsiteX50" fmla="*/ 0 w 105654"/>
                <a:gd name="connsiteY50" fmla="*/ 64566 h 129132"/>
                <a:gd name="connsiteX51" fmla="*/ 0 w 105654"/>
                <a:gd name="connsiteY51" fmla="*/ 23479 h 129132"/>
                <a:gd name="connsiteX52" fmla="*/ 52827 w 105654"/>
                <a:gd name="connsiteY52" fmla="*/ 0 h 129132"/>
                <a:gd name="connsiteX53" fmla="*/ 52827 w 105654"/>
                <a:gd name="connsiteY53" fmla="*/ 9635 h 129132"/>
                <a:gd name="connsiteX54" fmla="*/ 8802 w 105654"/>
                <a:gd name="connsiteY54" fmla="*/ 29199 h 129132"/>
                <a:gd name="connsiteX55" fmla="*/ 8805 w 105654"/>
                <a:gd name="connsiteY55" fmla="*/ 64566 h 129132"/>
                <a:gd name="connsiteX56" fmla="*/ 29040 w 105654"/>
                <a:gd name="connsiteY56" fmla="*/ 104812 h 129132"/>
                <a:gd name="connsiteX57" fmla="*/ 30032 w 105654"/>
                <a:gd name="connsiteY57" fmla="*/ 105698 h 129132"/>
                <a:gd name="connsiteX58" fmla="*/ 46291 w 105654"/>
                <a:gd name="connsiteY58" fmla="*/ 117100 h 129132"/>
                <a:gd name="connsiteX59" fmla="*/ 47891 w 105654"/>
                <a:gd name="connsiteY59" fmla="*/ 117939 h 129132"/>
                <a:gd name="connsiteX60" fmla="*/ 49402 w 105654"/>
                <a:gd name="connsiteY60" fmla="*/ 118682 h 129132"/>
                <a:gd name="connsiteX61" fmla="*/ 52067 w 105654"/>
                <a:gd name="connsiteY61" fmla="*/ 119844 h 129132"/>
                <a:gd name="connsiteX62" fmla="*/ 52824 w 105654"/>
                <a:gd name="connsiteY62" fmla="*/ 120123 h 129132"/>
                <a:gd name="connsiteX63" fmla="*/ 53587 w 105654"/>
                <a:gd name="connsiteY63" fmla="*/ 119844 h 129132"/>
                <a:gd name="connsiteX64" fmla="*/ 59363 w 105654"/>
                <a:gd name="connsiteY64" fmla="*/ 117100 h 129132"/>
                <a:gd name="connsiteX65" fmla="*/ 75622 w 105654"/>
                <a:gd name="connsiteY65" fmla="*/ 105695 h 129132"/>
                <a:gd name="connsiteX66" fmla="*/ 96835 w 105654"/>
                <a:gd name="connsiteY66" fmla="*/ 65717 h 129132"/>
                <a:gd name="connsiteX67" fmla="*/ 96850 w 105654"/>
                <a:gd name="connsiteY67" fmla="*/ 64566 h 129132"/>
                <a:gd name="connsiteX68" fmla="*/ 96847 w 105654"/>
                <a:gd name="connsiteY68" fmla="*/ 29199 h 129132"/>
                <a:gd name="connsiteX69" fmla="*/ 52827 w 105654"/>
                <a:gd name="connsiteY69" fmla="*/ 9635 h 129132"/>
                <a:gd name="connsiteX70" fmla="*/ 52827 w 105654"/>
                <a:gd name="connsiteY70" fmla="*/ 29348 h 129132"/>
                <a:gd name="connsiteX71" fmla="*/ 79241 w 105654"/>
                <a:gd name="connsiteY71" fmla="*/ 55762 h 129132"/>
                <a:gd name="connsiteX72" fmla="*/ 79241 w 105654"/>
                <a:gd name="connsiteY72" fmla="*/ 64566 h 129132"/>
                <a:gd name="connsiteX73" fmla="*/ 74357 w 105654"/>
                <a:gd name="connsiteY73" fmla="*/ 79869 h 129132"/>
                <a:gd name="connsiteX74" fmla="*/ 81421 w 105654"/>
                <a:gd name="connsiteY74" fmla="*/ 86933 h 129132"/>
                <a:gd name="connsiteX75" fmla="*/ 75193 w 105654"/>
                <a:gd name="connsiteY75" fmla="*/ 93160 h 129132"/>
                <a:gd name="connsiteX76" fmla="*/ 68129 w 105654"/>
                <a:gd name="connsiteY76" fmla="*/ 86096 h 129132"/>
                <a:gd name="connsiteX77" fmla="*/ 31298 w 105654"/>
                <a:gd name="connsiteY77" fmla="*/ 79869 h 129132"/>
                <a:gd name="connsiteX78" fmla="*/ 26413 w 105654"/>
                <a:gd name="connsiteY78" fmla="*/ 64566 h 129132"/>
                <a:gd name="connsiteX79" fmla="*/ 26414 w 105654"/>
                <a:gd name="connsiteY79" fmla="*/ 55762 h 129132"/>
                <a:gd name="connsiteX80" fmla="*/ 52827 w 105654"/>
                <a:gd name="connsiteY80" fmla="*/ 29348 h 129132"/>
                <a:gd name="connsiteX81" fmla="*/ 52827 w 105654"/>
                <a:gd name="connsiteY81" fmla="*/ 38153 h 129132"/>
                <a:gd name="connsiteX82" fmla="*/ 35230 w 105654"/>
                <a:gd name="connsiteY82" fmla="*/ 55101 h 129132"/>
                <a:gd name="connsiteX83" fmla="*/ 35218 w 105654"/>
                <a:gd name="connsiteY83" fmla="*/ 55762 h 129132"/>
                <a:gd name="connsiteX84" fmla="*/ 35218 w 105654"/>
                <a:gd name="connsiteY84" fmla="*/ 64566 h 129132"/>
                <a:gd name="connsiteX85" fmla="*/ 52822 w 105654"/>
                <a:gd name="connsiteY85" fmla="*/ 82181 h 129132"/>
                <a:gd name="connsiteX86" fmla="*/ 61772 w 105654"/>
                <a:gd name="connsiteY86" fmla="*/ 79739 h 129132"/>
                <a:gd name="connsiteX87" fmla="*/ 54441 w 105654"/>
                <a:gd name="connsiteY87" fmla="*/ 72408 h 129132"/>
                <a:gd name="connsiteX88" fmla="*/ 60669 w 105654"/>
                <a:gd name="connsiteY88" fmla="*/ 66180 h 129132"/>
                <a:gd name="connsiteX89" fmla="*/ 67997 w 105654"/>
                <a:gd name="connsiteY89" fmla="*/ 73512 h 129132"/>
                <a:gd name="connsiteX90" fmla="*/ 70424 w 105654"/>
                <a:gd name="connsiteY90" fmla="*/ 65227 h 129132"/>
                <a:gd name="connsiteX91" fmla="*/ 70436 w 105654"/>
                <a:gd name="connsiteY91" fmla="*/ 64566 h 129132"/>
                <a:gd name="connsiteX92" fmla="*/ 70436 w 105654"/>
                <a:gd name="connsiteY92" fmla="*/ 55762 h 129132"/>
                <a:gd name="connsiteX93" fmla="*/ 52827 w 105654"/>
                <a:gd name="connsiteY93" fmla="*/ 38153 h 129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05654" h="129132">
                  <a:moveTo>
                    <a:pt x="52827" y="0"/>
                  </a:moveTo>
                  <a:lnTo>
                    <a:pt x="105654" y="23479"/>
                  </a:lnTo>
                  <a:lnTo>
                    <a:pt x="105654" y="64566"/>
                  </a:lnTo>
                  <a:cubicBezTo>
                    <a:pt x="105654" y="87317"/>
                    <a:pt x="91341" y="104627"/>
                    <a:pt x="77532" y="115568"/>
                  </a:cubicBezTo>
                  <a:lnTo>
                    <a:pt x="75971" y="116780"/>
                  </a:lnTo>
                  <a:cubicBezTo>
                    <a:pt x="75193" y="117373"/>
                    <a:pt x="74419" y="117942"/>
                    <a:pt x="73653" y="118494"/>
                  </a:cubicBezTo>
                  <a:lnTo>
                    <a:pt x="72121" y="119568"/>
                  </a:lnTo>
                  <a:cubicBezTo>
                    <a:pt x="71616" y="119917"/>
                    <a:pt x="71111" y="120258"/>
                    <a:pt x="70612" y="120586"/>
                  </a:cubicBezTo>
                  <a:lnTo>
                    <a:pt x="69133" y="121549"/>
                  </a:lnTo>
                  <a:lnTo>
                    <a:pt x="67680" y="122459"/>
                  </a:lnTo>
                  <a:lnTo>
                    <a:pt x="66266" y="123310"/>
                  </a:lnTo>
                  <a:lnTo>
                    <a:pt x="64886" y="124102"/>
                  </a:lnTo>
                  <a:lnTo>
                    <a:pt x="63557" y="124836"/>
                  </a:lnTo>
                  <a:lnTo>
                    <a:pt x="62911" y="125188"/>
                  </a:lnTo>
                  <a:lnTo>
                    <a:pt x="61655" y="125837"/>
                  </a:lnTo>
                  <a:lnTo>
                    <a:pt x="60458" y="126430"/>
                  </a:lnTo>
                  <a:lnTo>
                    <a:pt x="59322" y="126967"/>
                  </a:lnTo>
                  <a:lnTo>
                    <a:pt x="58251" y="127442"/>
                  </a:lnTo>
                  <a:lnTo>
                    <a:pt x="57253" y="127862"/>
                  </a:lnTo>
                  <a:lnTo>
                    <a:pt x="56331" y="128220"/>
                  </a:lnTo>
                  <a:cubicBezTo>
                    <a:pt x="56184" y="128279"/>
                    <a:pt x="56038" y="128329"/>
                    <a:pt x="55900" y="128378"/>
                  </a:cubicBezTo>
                  <a:lnTo>
                    <a:pt x="55099" y="128648"/>
                  </a:lnTo>
                  <a:lnTo>
                    <a:pt x="54388" y="128860"/>
                  </a:lnTo>
                  <a:cubicBezTo>
                    <a:pt x="53881" y="129014"/>
                    <a:pt x="53357" y="129106"/>
                    <a:pt x="52827" y="129133"/>
                  </a:cubicBezTo>
                  <a:cubicBezTo>
                    <a:pt x="52297" y="129106"/>
                    <a:pt x="51773" y="129014"/>
                    <a:pt x="51266" y="128860"/>
                  </a:cubicBezTo>
                  <a:lnTo>
                    <a:pt x="50555" y="128648"/>
                  </a:lnTo>
                  <a:lnTo>
                    <a:pt x="49754" y="128378"/>
                  </a:lnTo>
                  <a:lnTo>
                    <a:pt x="48874" y="128050"/>
                  </a:lnTo>
                  <a:lnTo>
                    <a:pt x="47911" y="127659"/>
                  </a:lnTo>
                  <a:lnTo>
                    <a:pt x="46875" y="127213"/>
                  </a:lnTo>
                  <a:lnTo>
                    <a:pt x="45772" y="126706"/>
                  </a:lnTo>
                  <a:lnTo>
                    <a:pt x="44604" y="126142"/>
                  </a:lnTo>
                  <a:cubicBezTo>
                    <a:pt x="44402" y="126041"/>
                    <a:pt x="44200" y="125940"/>
                    <a:pt x="43999" y="125837"/>
                  </a:cubicBezTo>
                  <a:lnTo>
                    <a:pt x="42743" y="125185"/>
                  </a:lnTo>
                  <a:cubicBezTo>
                    <a:pt x="42527" y="125071"/>
                    <a:pt x="42312" y="124955"/>
                    <a:pt x="42097" y="124839"/>
                  </a:cubicBezTo>
                  <a:lnTo>
                    <a:pt x="40765" y="124105"/>
                  </a:lnTo>
                  <a:lnTo>
                    <a:pt x="39388" y="123310"/>
                  </a:lnTo>
                  <a:lnTo>
                    <a:pt x="38684" y="122890"/>
                  </a:lnTo>
                  <a:lnTo>
                    <a:pt x="37252" y="122010"/>
                  </a:lnTo>
                  <a:lnTo>
                    <a:pt x="35784" y="121077"/>
                  </a:lnTo>
                  <a:lnTo>
                    <a:pt x="34288" y="120088"/>
                  </a:lnTo>
                  <a:cubicBezTo>
                    <a:pt x="34035" y="119916"/>
                    <a:pt x="33784" y="119744"/>
                    <a:pt x="33533" y="119571"/>
                  </a:cubicBezTo>
                  <a:lnTo>
                    <a:pt x="32004" y="118497"/>
                  </a:lnTo>
                  <a:cubicBezTo>
                    <a:pt x="31746" y="118312"/>
                    <a:pt x="31489" y="118126"/>
                    <a:pt x="31233" y="117939"/>
                  </a:cubicBezTo>
                  <a:lnTo>
                    <a:pt x="29683" y="116780"/>
                  </a:lnTo>
                  <a:cubicBezTo>
                    <a:pt x="29422" y="116582"/>
                    <a:pt x="29161" y="116382"/>
                    <a:pt x="28902" y="116181"/>
                  </a:cubicBezTo>
                  <a:lnTo>
                    <a:pt x="27341" y="114943"/>
                  </a:lnTo>
                  <a:cubicBezTo>
                    <a:pt x="27079" y="114731"/>
                    <a:pt x="26817" y="114518"/>
                    <a:pt x="26557" y="114303"/>
                  </a:cubicBezTo>
                  <a:lnTo>
                    <a:pt x="24993" y="112982"/>
                  </a:lnTo>
                  <a:cubicBezTo>
                    <a:pt x="12494" y="102211"/>
                    <a:pt x="499" y="86266"/>
                    <a:pt x="18" y="65849"/>
                  </a:cubicBezTo>
                  <a:lnTo>
                    <a:pt x="0" y="64566"/>
                  </a:lnTo>
                  <a:lnTo>
                    <a:pt x="0" y="23479"/>
                  </a:lnTo>
                  <a:lnTo>
                    <a:pt x="52827" y="0"/>
                  </a:lnTo>
                  <a:close/>
                  <a:moveTo>
                    <a:pt x="52827" y="9635"/>
                  </a:moveTo>
                  <a:lnTo>
                    <a:pt x="8802" y="29199"/>
                  </a:lnTo>
                  <a:lnTo>
                    <a:pt x="8805" y="64566"/>
                  </a:lnTo>
                  <a:cubicBezTo>
                    <a:pt x="8805" y="79569"/>
                    <a:pt x="16274" y="93219"/>
                    <a:pt x="29040" y="104812"/>
                  </a:cubicBezTo>
                  <a:lnTo>
                    <a:pt x="30032" y="105698"/>
                  </a:lnTo>
                  <a:cubicBezTo>
                    <a:pt x="35015" y="110087"/>
                    <a:pt x="40468" y="113911"/>
                    <a:pt x="46291" y="117100"/>
                  </a:cubicBezTo>
                  <a:cubicBezTo>
                    <a:pt x="46837" y="117393"/>
                    <a:pt x="47371" y="117675"/>
                    <a:pt x="47891" y="117939"/>
                  </a:cubicBezTo>
                  <a:lnTo>
                    <a:pt x="49402" y="118682"/>
                  </a:lnTo>
                  <a:cubicBezTo>
                    <a:pt x="50371" y="119142"/>
                    <a:pt x="51272" y="119533"/>
                    <a:pt x="52067" y="119844"/>
                  </a:cubicBezTo>
                  <a:lnTo>
                    <a:pt x="52824" y="120123"/>
                  </a:lnTo>
                  <a:lnTo>
                    <a:pt x="53587" y="119844"/>
                  </a:lnTo>
                  <a:cubicBezTo>
                    <a:pt x="55566" y="119046"/>
                    <a:pt x="57494" y="118130"/>
                    <a:pt x="59363" y="117100"/>
                  </a:cubicBezTo>
                  <a:cubicBezTo>
                    <a:pt x="65187" y="113910"/>
                    <a:pt x="70639" y="110085"/>
                    <a:pt x="75622" y="105695"/>
                  </a:cubicBezTo>
                  <a:cubicBezTo>
                    <a:pt x="88655" y="94208"/>
                    <a:pt x="96453" y="80649"/>
                    <a:pt x="96835" y="65717"/>
                  </a:cubicBezTo>
                  <a:lnTo>
                    <a:pt x="96850" y="64566"/>
                  </a:lnTo>
                  <a:lnTo>
                    <a:pt x="96847" y="29199"/>
                  </a:lnTo>
                  <a:lnTo>
                    <a:pt x="52827" y="9635"/>
                  </a:lnTo>
                  <a:close/>
                  <a:moveTo>
                    <a:pt x="52827" y="29348"/>
                  </a:moveTo>
                  <a:cubicBezTo>
                    <a:pt x="67415" y="29348"/>
                    <a:pt x="79241" y="41174"/>
                    <a:pt x="79241" y="55762"/>
                  </a:cubicBezTo>
                  <a:lnTo>
                    <a:pt x="79241" y="64566"/>
                  </a:lnTo>
                  <a:cubicBezTo>
                    <a:pt x="79249" y="70052"/>
                    <a:pt x="77541" y="75402"/>
                    <a:pt x="74357" y="79869"/>
                  </a:cubicBezTo>
                  <a:lnTo>
                    <a:pt x="81421" y="86933"/>
                  </a:lnTo>
                  <a:lnTo>
                    <a:pt x="75193" y="93160"/>
                  </a:lnTo>
                  <a:lnTo>
                    <a:pt x="68129" y="86096"/>
                  </a:lnTo>
                  <a:cubicBezTo>
                    <a:pt x="56239" y="94547"/>
                    <a:pt x="39749" y="91759"/>
                    <a:pt x="31298" y="79869"/>
                  </a:cubicBezTo>
                  <a:cubicBezTo>
                    <a:pt x="28120" y="75399"/>
                    <a:pt x="26413" y="70051"/>
                    <a:pt x="26413" y="64566"/>
                  </a:cubicBezTo>
                  <a:lnTo>
                    <a:pt x="26414" y="55762"/>
                  </a:lnTo>
                  <a:cubicBezTo>
                    <a:pt x="26414" y="41174"/>
                    <a:pt x="38239" y="29348"/>
                    <a:pt x="52827" y="29348"/>
                  </a:cubicBezTo>
                  <a:close/>
                  <a:moveTo>
                    <a:pt x="52827" y="38153"/>
                  </a:moveTo>
                  <a:cubicBezTo>
                    <a:pt x="43359" y="38152"/>
                    <a:pt x="35585" y="45640"/>
                    <a:pt x="35230" y="55101"/>
                  </a:cubicBezTo>
                  <a:lnTo>
                    <a:pt x="35218" y="55762"/>
                  </a:lnTo>
                  <a:lnTo>
                    <a:pt x="35218" y="64566"/>
                  </a:lnTo>
                  <a:cubicBezTo>
                    <a:pt x="35215" y="74292"/>
                    <a:pt x="43096" y="82178"/>
                    <a:pt x="52822" y="82181"/>
                  </a:cubicBezTo>
                  <a:cubicBezTo>
                    <a:pt x="55970" y="82182"/>
                    <a:pt x="59061" y="81339"/>
                    <a:pt x="61772" y="79739"/>
                  </a:cubicBezTo>
                  <a:lnTo>
                    <a:pt x="54441" y="72408"/>
                  </a:lnTo>
                  <a:lnTo>
                    <a:pt x="60669" y="66180"/>
                  </a:lnTo>
                  <a:lnTo>
                    <a:pt x="67997" y="73512"/>
                  </a:lnTo>
                  <a:cubicBezTo>
                    <a:pt x="69485" y="70996"/>
                    <a:pt x="70319" y="68148"/>
                    <a:pt x="70424" y="65227"/>
                  </a:cubicBezTo>
                  <a:lnTo>
                    <a:pt x="70436" y="64566"/>
                  </a:lnTo>
                  <a:lnTo>
                    <a:pt x="70436" y="55762"/>
                  </a:lnTo>
                  <a:cubicBezTo>
                    <a:pt x="70436" y="46037"/>
                    <a:pt x="62552" y="38153"/>
                    <a:pt x="52827" y="38153"/>
                  </a:cubicBezTo>
                  <a:close/>
                </a:path>
              </a:pathLst>
            </a:custGeom>
            <a:solidFill>
              <a:schemeClr val="accent2"/>
            </a:solidFill>
            <a:ln w="130" cap="flat">
              <a:noFill/>
              <a:prstDash val="solid"/>
              <a:miter/>
            </a:ln>
          </p:spPr>
          <p:txBody>
            <a:bodyPr rtlCol="0" anchor="ctr"/>
            <a:lstStyle/>
            <a:p>
              <a:endParaRPr lang="zh-CN" altLang="en-US"/>
            </a:p>
          </p:txBody>
        </p:sp>
      </p:grpSp>
      <p:grpSp>
        <p:nvGrpSpPr>
          <p:cNvPr id="2086" name="组合 2085">
            <a:extLst>
              <a:ext uri="{FF2B5EF4-FFF2-40B4-BE49-F238E27FC236}">
                <a16:creationId xmlns:a16="http://schemas.microsoft.com/office/drawing/2014/main" id="{F16007B3-6258-4CB1-3489-2B899A56364B}"/>
              </a:ext>
            </a:extLst>
          </p:cNvPr>
          <p:cNvGrpSpPr/>
          <p:nvPr/>
        </p:nvGrpSpPr>
        <p:grpSpPr>
          <a:xfrm>
            <a:off x="5767918" y="1485900"/>
            <a:ext cx="385762" cy="387350"/>
            <a:chOff x="5767918" y="1485900"/>
            <a:chExt cx="385762" cy="387350"/>
          </a:xfrm>
        </p:grpSpPr>
        <p:sp>
          <p:nvSpPr>
            <p:cNvPr id="27" name="矩形 26">
              <a:extLst>
                <a:ext uri="{FF2B5EF4-FFF2-40B4-BE49-F238E27FC236}">
                  <a16:creationId xmlns:a16="http://schemas.microsoft.com/office/drawing/2014/main" id="{F44EAE83-EBC0-34D2-8243-D6F94B7FA502}"/>
                </a:ext>
              </a:extLst>
            </p:cNvPr>
            <p:cNvSpPr>
              <a:spLocks/>
            </p:cNvSpPr>
            <p:nvPr/>
          </p:nvSpPr>
          <p:spPr>
            <a:xfrm>
              <a:off x="5767918" y="1546225"/>
              <a:ext cx="385762" cy="327025"/>
            </a:xfrm>
            <a:prstGeom prst="rect">
              <a:avLst/>
            </a:prstGeom>
            <a:gradFill>
              <a:gsLst>
                <a:gs pos="13000">
                  <a:schemeClr val="accent2"/>
                </a:gs>
                <a:gs pos="98000">
                  <a:schemeClr val="accent2">
                    <a:alpha val="60000"/>
                  </a:schemeClr>
                </a:gs>
              </a:gsLst>
              <a:lin ang="5400000" scaled="0"/>
            </a:gradFill>
            <a:ln>
              <a:noFill/>
            </a:ln>
            <a:effectLst>
              <a:outerShdw blurRad="139700" dist="114300" dir="5400000" sx="97000" sy="97000" algn="t" rotWithShape="0">
                <a:schemeClr val="accent2">
                  <a:alpha val="4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sp>
          <p:nvSpPr>
            <p:cNvPr id="28" name="梯形 27">
              <a:extLst>
                <a:ext uri="{FF2B5EF4-FFF2-40B4-BE49-F238E27FC236}">
                  <a16:creationId xmlns:a16="http://schemas.microsoft.com/office/drawing/2014/main" id="{997867D5-D278-C729-075E-FFA87A6C6595}"/>
                </a:ext>
              </a:extLst>
            </p:cNvPr>
            <p:cNvSpPr>
              <a:spLocks/>
            </p:cNvSpPr>
            <p:nvPr/>
          </p:nvSpPr>
          <p:spPr>
            <a:xfrm>
              <a:off x="5767918" y="1485900"/>
              <a:ext cx="385762" cy="60325"/>
            </a:xfrm>
            <a:prstGeom prst="trapezoid">
              <a:avLst>
                <a:gd name="adj" fmla="val 161842"/>
              </a:avLst>
            </a:prstGeom>
            <a:gradFill>
              <a:gsLst>
                <a:gs pos="8000">
                  <a:schemeClr val="accent2"/>
                </a:gs>
                <a:gs pos="99000">
                  <a:schemeClr val="accent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sp>
          <p:nvSpPr>
            <p:cNvPr id="2081" name="矩形: 圆角 2080">
              <a:extLst>
                <a:ext uri="{FF2B5EF4-FFF2-40B4-BE49-F238E27FC236}">
                  <a16:creationId xmlns:a16="http://schemas.microsoft.com/office/drawing/2014/main" id="{D3358835-AE24-8522-DAC7-CC219D36385B}"/>
                </a:ext>
              </a:extLst>
            </p:cNvPr>
            <p:cNvSpPr/>
            <p:nvPr/>
          </p:nvSpPr>
          <p:spPr>
            <a:xfrm>
              <a:off x="5869704" y="1618642"/>
              <a:ext cx="182190" cy="182190"/>
            </a:xfrm>
            <a:prstGeom prst="roundRect">
              <a:avLst>
                <a:gd name="adj" fmla="val 4167"/>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6" name="图形 2047">
              <a:extLst>
                <a:ext uri="{FF2B5EF4-FFF2-40B4-BE49-F238E27FC236}">
                  <a16:creationId xmlns:a16="http://schemas.microsoft.com/office/drawing/2014/main" id="{7ACC9809-207D-4A27-762C-FE5B3221E6FF}"/>
                </a:ext>
              </a:extLst>
            </p:cNvPr>
            <p:cNvSpPr/>
            <p:nvPr/>
          </p:nvSpPr>
          <p:spPr>
            <a:xfrm>
              <a:off x="5897146" y="1657367"/>
              <a:ext cx="127306" cy="104740"/>
            </a:xfrm>
            <a:custGeom>
              <a:avLst/>
              <a:gdLst>
                <a:gd name="connsiteX0" fmla="*/ 10289 w 109583"/>
                <a:gd name="connsiteY0" fmla="*/ 72553 h 90160"/>
                <a:gd name="connsiteX1" fmla="*/ 99297 w 109583"/>
                <a:gd name="connsiteY1" fmla="*/ 72553 h 90160"/>
                <a:gd name="connsiteX2" fmla="*/ 109584 w 109583"/>
                <a:gd name="connsiteY2" fmla="*/ 62279 h 90160"/>
                <a:gd name="connsiteX3" fmla="*/ 101244 w 109583"/>
                <a:gd name="connsiteY3" fmla="*/ 52177 h 90160"/>
                <a:gd name="connsiteX4" fmla="*/ 101244 w 109583"/>
                <a:gd name="connsiteY4" fmla="*/ 52097 h 90160"/>
                <a:gd name="connsiteX5" fmla="*/ 68407 w 109583"/>
                <a:gd name="connsiteY5" fmla="*/ 7685 h 90160"/>
                <a:gd name="connsiteX6" fmla="*/ 68407 w 109583"/>
                <a:gd name="connsiteY6" fmla="*/ 7550 h 90160"/>
                <a:gd name="connsiteX7" fmla="*/ 60863 w 109583"/>
                <a:gd name="connsiteY7" fmla="*/ 0 h 90160"/>
                <a:gd name="connsiteX8" fmla="*/ 48722 w 109583"/>
                <a:gd name="connsiteY8" fmla="*/ 0 h 90160"/>
                <a:gd name="connsiteX9" fmla="*/ 41191 w 109583"/>
                <a:gd name="connsiteY9" fmla="*/ 7550 h 90160"/>
                <a:gd name="connsiteX10" fmla="*/ 41191 w 109583"/>
                <a:gd name="connsiteY10" fmla="*/ 7685 h 90160"/>
                <a:gd name="connsiteX11" fmla="*/ 8341 w 109583"/>
                <a:gd name="connsiteY11" fmla="*/ 52097 h 90160"/>
                <a:gd name="connsiteX12" fmla="*/ 8341 w 109583"/>
                <a:gd name="connsiteY12" fmla="*/ 52177 h 90160"/>
                <a:gd name="connsiteX13" fmla="*/ 187 w 109583"/>
                <a:gd name="connsiteY13" fmla="*/ 64213 h 90160"/>
                <a:gd name="connsiteX14" fmla="*/ 10289 w 109583"/>
                <a:gd name="connsiteY14" fmla="*/ 72553 h 90160"/>
                <a:gd name="connsiteX15" fmla="*/ 10289 w 109583"/>
                <a:gd name="connsiteY15" fmla="*/ 59388 h 90160"/>
                <a:gd name="connsiteX16" fmla="*/ 12039 w 109583"/>
                <a:gd name="connsiteY16" fmla="*/ 59388 h 90160"/>
                <a:gd name="connsiteX17" fmla="*/ 15737 w 109583"/>
                <a:gd name="connsiteY17" fmla="*/ 55690 h 90160"/>
                <a:gd name="connsiteX18" fmla="*/ 15737 w 109583"/>
                <a:gd name="connsiteY18" fmla="*/ 52097 h 90160"/>
                <a:gd name="connsiteX19" fmla="*/ 41191 w 109583"/>
                <a:gd name="connsiteY19" fmla="*/ 15500 h 90160"/>
                <a:gd name="connsiteX20" fmla="*/ 41191 w 109583"/>
                <a:gd name="connsiteY20" fmla="*/ 36856 h 90160"/>
                <a:gd name="connsiteX21" fmla="*/ 48586 w 109583"/>
                <a:gd name="connsiteY21" fmla="*/ 36856 h 90160"/>
                <a:gd name="connsiteX22" fmla="*/ 48586 w 109583"/>
                <a:gd name="connsiteY22" fmla="*/ 10354 h 90160"/>
                <a:gd name="connsiteX23" fmla="*/ 48586 w 109583"/>
                <a:gd name="connsiteY23" fmla="*/ 7550 h 90160"/>
                <a:gd name="connsiteX24" fmla="*/ 48734 w 109583"/>
                <a:gd name="connsiteY24" fmla="*/ 7396 h 90160"/>
                <a:gd name="connsiteX25" fmla="*/ 60876 w 109583"/>
                <a:gd name="connsiteY25" fmla="*/ 7396 h 90160"/>
                <a:gd name="connsiteX26" fmla="*/ 61024 w 109583"/>
                <a:gd name="connsiteY26" fmla="*/ 7544 h 90160"/>
                <a:gd name="connsiteX27" fmla="*/ 61024 w 109583"/>
                <a:gd name="connsiteY27" fmla="*/ 7550 h 90160"/>
                <a:gd name="connsiteX28" fmla="*/ 61024 w 109583"/>
                <a:gd name="connsiteY28" fmla="*/ 36856 h 90160"/>
                <a:gd name="connsiteX29" fmla="*/ 68419 w 109583"/>
                <a:gd name="connsiteY29" fmla="*/ 36856 h 90160"/>
                <a:gd name="connsiteX30" fmla="*/ 68419 w 109583"/>
                <a:gd name="connsiteY30" fmla="*/ 15500 h 90160"/>
                <a:gd name="connsiteX31" fmla="*/ 93861 w 109583"/>
                <a:gd name="connsiteY31" fmla="*/ 52097 h 90160"/>
                <a:gd name="connsiteX32" fmla="*/ 93861 w 109583"/>
                <a:gd name="connsiteY32" fmla="*/ 55690 h 90160"/>
                <a:gd name="connsiteX33" fmla="*/ 97559 w 109583"/>
                <a:gd name="connsiteY33" fmla="*/ 59388 h 90160"/>
                <a:gd name="connsiteX34" fmla="*/ 99309 w 109583"/>
                <a:gd name="connsiteY34" fmla="*/ 59388 h 90160"/>
                <a:gd name="connsiteX35" fmla="*/ 102194 w 109583"/>
                <a:gd name="connsiteY35" fmla="*/ 62272 h 90160"/>
                <a:gd name="connsiteX36" fmla="*/ 99309 w 109583"/>
                <a:gd name="connsiteY36" fmla="*/ 65157 h 90160"/>
                <a:gd name="connsiteX37" fmla="*/ 10289 w 109583"/>
                <a:gd name="connsiteY37" fmla="*/ 65157 h 90160"/>
                <a:gd name="connsiteX38" fmla="*/ 7404 w 109583"/>
                <a:gd name="connsiteY38" fmla="*/ 62272 h 90160"/>
                <a:gd name="connsiteX39" fmla="*/ 10289 w 109583"/>
                <a:gd name="connsiteY39" fmla="*/ 59388 h 90160"/>
                <a:gd name="connsiteX40" fmla="*/ 2930 w 109583"/>
                <a:gd name="connsiteY40" fmla="*/ 82765 h 90160"/>
                <a:gd name="connsiteX41" fmla="*/ 106650 w 109583"/>
                <a:gd name="connsiteY41" fmla="*/ 82765 h 90160"/>
                <a:gd name="connsiteX42" fmla="*/ 106650 w 109583"/>
                <a:gd name="connsiteY42" fmla="*/ 90161 h 90160"/>
                <a:gd name="connsiteX43" fmla="*/ 2930 w 109583"/>
                <a:gd name="connsiteY43" fmla="*/ 90161 h 9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9583" h="90160">
                  <a:moveTo>
                    <a:pt x="10289" y="72553"/>
                  </a:moveTo>
                  <a:lnTo>
                    <a:pt x="99297" y="72553"/>
                  </a:lnTo>
                  <a:cubicBezTo>
                    <a:pt x="104974" y="72556"/>
                    <a:pt x="109580" y="67957"/>
                    <a:pt x="109584" y="62279"/>
                  </a:cubicBezTo>
                  <a:cubicBezTo>
                    <a:pt x="109587" y="57347"/>
                    <a:pt x="106087" y="53108"/>
                    <a:pt x="101244" y="52177"/>
                  </a:cubicBezTo>
                  <a:lnTo>
                    <a:pt x="101244" y="52097"/>
                  </a:lnTo>
                  <a:cubicBezTo>
                    <a:pt x="101279" y="31675"/>
                    <a:pt x="87942" y="13638"/>
                    <a:pt x="68407" y="7685"/>
                  </a:cubicBezTo>
                  <a:lnTo>
                    <a:pt x="68407" y="7550"/>
                  </a:lnTo>
                  <a:cubicBezTo>
                    <a:pt x="68404" y="3384"/>
                    <a:pt x="65029" y="7"/>
                    <a:pt x="60863" y="0"/>
                  </a:cubicBezTo>
                  <a:lnTo>
                    <a:pt x="48722" y="0"/>
                  </a:lnTo>
                  <a:cubicBezTo>
                    <a:pt x="44561" y="14"/>
                    <a:pt x="41194" y="3389"/>
                    <a:pt x="41191" y="7550"/>
                  </a:cubicBezTo>
                  <a:lnTo>
                    <a:pt x="41191" y="7685"/>
                  </a:lnTo>
                  <a:cubicBezTo>
                    <a:pt x="21652" y="13635"/>
                    <a:pt x="8311" y="31673"/>
                    <a:pt x="8341" y="52097"/>
                  </a:cubicBezTo>
                  <a:lnTo>
                    <a:pt x="8341" y="52177"/>
                  </a:lnTo>
                  <a:cubicBezTo>
                    <a:pt x="2766" y="53249"/>
                    <a:pt x="-885" y="58638"/>
                    <a:pt x="187" y="64213"/>
                  </a:cubicBezTo>
                  <a:cubicBezTo>
                    <a:pt x="1118" y="69056"/>
                    <a:pt x="5357" y="72556"/>
                    <a:pt x="10289" y="72553"/>
                  </a:cubicBezTo>
                  <a:close/>
                  <a:moveTo>
                    <a:pt x="10289" y="59388"/>
                  </a:moveTo>
                  <a:lnTo>
                    <a:pt x="12039" y="59388"/>
                  </a:lnTo>
                  <a:cubicBezTo>
                    <a:pt x="14081" y="59388"/>
                    <a:pt x="15737" y="57733"/>
                    <a:pt x="15737" y="55690"/>
                  </a:cubicBezTo>
                  <a:lnTo>
                    <a:pt x="15737" y="52097"/>
                  </a:lnTo>
                  <a:cubicBezTo>
                    <a:pt x="15714" y="35769"/>
                    <a:pt x="25875" y="21160"/>
                    <a:pt x="41191" y="15500"/>
                  </a:cubicBezTo>
                  <a:lnTo>
                    <a:pt x="41191" y="36856"/>
                  </a:lnTo>
                  <a:lnTo>
                    <a:pt x="48586" y="36856"/>
                  </a:lnTo>
                  <a:lnTo>
                    <a:pt x="48586" y="10354"/>
                  </a:lnTo>
                  <a:lnTo>
                    <a:pt x="48586" y="7550"/>
                  </a:lnTo>
                  <a:cubicBezTo>
                    <a:pt x="48586" y="7467"/>
                    <a:pt x="48652" y="7399"/>
                    <a:pt x="48734" y="7396"/>
                  </a:cubicBezTo>
                  <a:lnTo>
                    <a:pt x="60876" y="7396"/>
                  </a:lnTo>
                  <a:cubicBezTo>
                    <a:pt x="60957" y="7396"/>
                    <a:pt x="61024" y="7462"/>
                    <a:pt x="61024" y="7544"/>
                  </a:cubicBezTo>
                  <a:cubicBezTo>
                    <a:pt x="61024" y="7546"/>
                    <a:pt x="61024" y="7548"/>
                    <a:pt x="61024" y="7550"/>
                  </a:cubicBezTo>
                  <a:lnTo>
                    <a:pt x="61024" y="36856"/>
                  </a:lnTo>
                  <a:lnTo>
                    <a:pt x="68419" y="36856"/>
                  </a:lnTo>
                  <a:lnTo>
                    <a:pt x="68419" y="15500"/>
                  </a:lnTo>
                  <a:cubicBezTo>
                    <a:pt x="83731" y="21162"/>
                    <a:pt x="93888" y="35772"/>
                    <a:pt x="93861" y="52097"/>
                  </a:cubicBezTo>
                  <a:lnTo>
                    <a:pt x="93861" y="55690"/>
                  </a:lnTo>
                  <a:cubicBezTo>
                    <a:pt x="93861" y="57733"/>
                    <a:pt x="95517" y="59388"/>
                    <a:pt x="97559" y="59388"/>
                  </a:cubicBezTo>
                  <a:lnTo>
                    <a:pt x="99309" y="59388"/>
                  </a:lnTo>
                  <a:cubicBezTo>
                    <a:pt x="100902" y="59388"/>
                    <a:pt x="102194" y="60679"/>
                    <a:pt x="102194" y="62272"/>
                  </a:cubicBezTo>
                  <a:cubicBezTo>
                    <a:pt x="102194" y="63865"/>
                    <a:pt x="100902" y="65157"/>
                    <a:pt x="99309" y="65157"/>
                  </a:cubicBezTo>
                  <a:lnTo>
                    <a:pt x="10289" y="65157"/>
                  </a:lnTo>
                  <a:cubicBezTo>
                    <a:pt x="8696" y="65157"/>
                    <a:pt x="7404" y="63865"/>
                    <a:pt x="7404" y="62272"/>
                  </a:cubicBezTo>
                  <a:cubicBezTo>
                    <a:pt x="7404" y="60679"/>
                    <a:pt x="8696" y="59388"/>
                    <a:pt x="10289" y="59388"/>
                  </a:cubicBezTo>
                  <a:close/>
                  <a:moveTo>
                    <a:pt x="2930" y="82765"/>
                  </a:moveTo>
                  <a:lnTo>
                    <a:pt x="106650" y="82765"/>
                  </a:lnTo>
                  <a:lnTo>
                    <a:pt x="106650" y="90161"/>
                  </a:lnTo>
                  <a:lnTo>
                    <a:pt x="2930" y="90161"/>
                  </a:lnTo>
                  <a:close/>
                </a:path>
              </a:pathLst>
            </a:custGeom>
            <a:solidFill>
              <a:schemeClr val="accent2"/>
            </a:solidFill>
            <a:ln w="3175" cap="flat">
              <a:noFill/>
              <a:prstDash val="solid"/>
              <a:miter/>
            </a:ln>
          </p:spPr>
          <p:txBody>
            <a:bodyPr rtlCol="0" anchor="ctr"/>
            <a:lstStyle/>
            <a:p>
              <a:endParaRPr lang="zh-CN" altLang="en-US"/>
            </a:p>
          </p:txBody>
        </p:sp>
      </p:grpSp>
      <p:grpSp>
        <p:nvGrpSpPr>
          <p:cNvPr id="2085" name="组合 2084">
            <a:extLst>
              <a:ext uri="{FF2B5EF4-FFF2-40B4-BE49-F238E27FC236}">
                <a16:creationId xmlns:a16="http://schemas.microsoft.com/office/drawing/2014/main" id="{3C0CF7B4-43A0-78A1-FA0A-552F6502586D}"/>
              </a:ext>
            </a:extLst>
          </p:cNvPr>
          <p:cNvGrpSpPr/>
          <p:nvPr/>
        </p:nvGrpSpPr>
        <p:grpSpPr>
          <a:xfrm>
            <a:off x="7706784" y="1485900"/>
            <a:ext cx="385762" cy="387350"/>
            <a:chOff x="7706784" y="1485900"/>
            <a:chExt cx="385762" cy="387350"/>
          </a:xfrm>
        </p:grpSpPr>
        <p:sp>
          <p:nvSpPr>
            <p:cNvPr id="31" name="矩形 30">
              <a:extLst>
                <a:ext uri="{FF2B5EF4-FFF2-40B4-BE49-F238E27FC236}">
                  <a16:creationId xmlns:a16="http://schemas.microsoft.com/office/drawing/2014/main" id="{463C3717-CDCC-B3D6-9536-51898CD5E1ED}"/>
                </a:ext>
              </a:extLst>
            </p:cNvPr>
            <p:cNvSpPr>
              <a:spLocks/>
            </p:cNvSpPr>
            <p:nvPr/>
          </p:nvSpPr>
          <p:spPr>
            <a:xfrm>
              <a:off x="7706784" y="1546225"/>
              <a:ext cx="385762" cy="327025"/>
            </a:xfrm>
            <a:prstGeom prst="rect">
              <a:avLst/>
            </a:prstGeom>
            <a:gradFill>
              <a:gsLst>
                <a:gs pos="13000">
                  <a:schemeClr val="accent2"/>
                </a:gs>
                <a:gs pos="98000">
                  <a:schemeClr val="accent2">
                    <a:alpha val="60000"/>
                  </a:schemeClr>
                </a:gs>
              </a:gsLst>
              <a:lin ang="5400000" scaled="0"/>
            </a:gradFill>
            <a:ln>
              <a:noFill/>
            </a:ln>
            <a:effectLst>
              <a:outerShdw blurRad="139700" dist="114300" dir="5400000" sx="97000" sy="97000" algn="t" rotWithShape="0">
                <a:schemeClr val="accent2">
                  <a:alpha val="4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2"/>
                </a:solidFill>
              </a:endParaRPr>
            </a:p>
          </p:txBody>
        </p:sp>
        <p:sp>
          <p:nvSpPr>
            <p:cNvPr id="32" name="梯形 31">
              <a:extLst>
                <a:ext uri="{FF2B5EF4-FFF2-40B4-BE49-F238E27FC236}">
                  <a16:creationId xmlns:a16="http://schemas.microsoft.com/office/drawing/2014/main" id="{B9E1F889-C6EE-A5C5-01A2-8A3E0FCAA0BF}"/>
                </a:ext>
              </a:extLst>
            </p:cNvPr>
            <p:cNvSpPr>
              <a:spLocks/>
            </p:cNvSpPr>
            <p:nvPr/>
          </p:nvSpPr>
          <p:spPr>
            <a:xfrm>
              <a:off x="7706784" y="1485900"/>
              <a:ext cx="385762" cy="60325"/>
            </a:xfrm>
            <a:prstGeom prst="trapezoid">
              <a:avLst>
                <a:gd name="adj" fmla="val 161842"/>
              </a:avLst>
            </a:prstGeom>
            <a:gradFill>
              <a:gsLst>
                <a:gs pos="8000">
                  <a:schemeClr val="accent2"/>
                </a:gs>
                <a:gs pos="99000">
                  <a:schemeClr val="accent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sp>
          <p:nvSpPr>
            <p:cNvPr id="2082" name="矩形: 圆角 2081">
              <a:extLst>
                <a:ext uri="{FF2B5EF4-FFF2-40B4-BE49-F238E27FC236}">
                  <a16:creationId xmlns:a16="http://schemas.microsoft.com/office/drawing/2014/main" id="{48DEC126-A364-1A36-06D1-5D219DC57E07}"/>
                </a:ext>
              </a:extLst>
            </p:cNvPr>
            <p:cNvSpPr/>
            <p:nvPr/>
          </p:nvSpPr>
          <p:spPr>
            <a:xfrm>
              <a:off x="7808570" y="1618642"/>
              <a:ext cx="182190" cy="182190"/>
            </a:xfrm>
            <a:prstGeom prst="roundRect">
              <a:avLst>
                <a:gd name="adj" fmla="val 4167"/>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2" name="图形 2070">
              <a:extLst>
                <a:ext uri="{FF2B5EF4-FFF2-40B4-BE49-F238E27FC236}">
                  <a16:creationId xmlns:a16="http://schemas.microsoft.com/office/drawing/2014/main" id="{42BFD202-F4D5-DE61-CE45-B35EAAB092D1}"/>
                </a:ext>
              </a:extLst>
            </p:cNvPr>
            <p:cNvSpPr/>
            <p:nvPr/>
          </p:nvSpPr>
          <p:spPr>
            <a:xfrm>
              <a:off x="7844033" y="1652560"/>
              <a:ext cx="111264" cy="114354"/>
            </a:xfrm>
            <a:custGeom>
              <a:avLst/>
              <a:gdLst>
                <a:gd name="connsiteX0" fmla="*/ 47740 w 95479"/>
                <a:gd name="connsiteY0" fmla="*/ 0 h 98131"/>
                <a:gd name="connsiteX1" fmla="*/ 48801 w 95479"/>
                <a:gd name="connsiteY1" fmla="*/ 5 h 98131"/>
                <a:gd name="connsiteX2" fmla="*/ 60184 w 95479"/>
                <a:gd name="connsiteY2" fmla="*/ 668 h 98131"/>
                <a:gd name="connsiteX3" fmla="*/ 61993 w 95479"/>
                <a:gd name="connsiteY3" fmla="*/ 881 h 98131"/>
                <a:gd name="connsiteX4" fmla="*/ 63908 w 95479"/>
                <a:gd name="connsiteY4" fmla="*/ 1146 h 98131"/>
                <a:gd name="connsiteX5" fmla="*/ 65788 w 95479"/>
                <a:gd name="connsiteY5" fmla="*/ 1445 h 98131"/>
                <a:gd name="connsiteX6" fmla="*/ 66730 w 95479"/>
                <a:gd name="connsiteY6" fmla="*/ 1610 h 98131"/>
                <a:gd name="connsiteX7" fmla="*/ 68581 w 95479"/>
                <a:gd name="connsiteY7" fmla="*/ 1963 h 98131"/>
                <a:gd name="connsiteX8" fmla="*/ 95466 w 95479"/>
                <a:gd name="connsiteY8" fmla="*/ 20695 h 98131"/>
                <a:gd name="connsiteX9" fmla="*/ 95480 w 95479"/>
                <a:gd name="connsiteY9" fmla="*/ 21218 h 98131"/>
                <a:gd name="connsiteX10" fmla="*/ 95480 w 95479"/>
                <a:gd name="connsiteY10" fmla="*/ 76914 h 98131"/>
                <a:gd name="connsiteX11" fmla="*/ 68581 w 95479"/>
                <a:gd name="connsiteY11" fmla="*/ 96169 h 98131"/>
                <a:gd name="connsiteX12" fmla="*/ 66730 w 95479"/>
                <a:gd name="connsiteY12" fmla="*/ 96522 h 98131"/>
                <a:gd name="connsiteX13" fmla="*/ 65788 w 95479"/>
                <a:gd name="connsiteY13" fmla="*/ 96686 h 98131"/>
                <a:gd name="connsiteX14" fmla="*/ 63908 w 95479"/>
                <a:gd name="connsiteY14" fmla="*/ 96983 h 98131"/>
                <a:gd name="connsiteX15" fmla="*/ 61993 w 95479"/>
                <a:gd name="connsiteY15" fmla="*/ 97249 h 98131"/>
                <a:gd name="connsiteX16" fmla="*/ 47740 w 95479"/>
                <a:gd name="connsiteY16" fmla="*/ 98132 h 98131"/>
                <a:gd name="connsiteX17" fmla="*/ 33487 w 95479"/>
                <a:gd name="connsiteY17" fmla="*/ 97249 h 98131"/>
                <a:gd name="connsiteX18" fmla="*/ 31572 w 95479"/>
                <a:gd name="connsiteY18" fmla="*/ 96983 h 98131"/>
                <a:gd name="connsiteX19" fmla="*/ 29691 w 95479"/>
                <a:gd name="connsiteY19" fmla="*/ 96686 h 98131"/>
                <a:gd name="connsiteX20" fmla="*/ 13 w 95479"/>
                <a:gd name="connsiteY20" fmla="*/ 77429 h 98131"/>
                <a:gd name="connsiteX21" fmla="*/ 0 w 95479"/>
                <a:gd name="connsiteY21" fmla="*/ 76914 h 98131"/>
                <a:gd name="connsiteX22" fmla="*/ 0 w 95479"/>
                <a:gd name="connsiteY22" fmla="*/ 21218 h 98131"/>
                <a:gd name="connsiteX23" fmla="*/ 13 w 95479"/>
                <a:gd name="connsiteY23" fmla="*/ 20695 h 98131"/>
                <a:gd name="connsiteX24" fmla="*/ 26899 w 95479"/>
                <a:gd name="connsiteY24" fmla="*/ 1963 h 98131"/>
                <a:gd name="connsiteX25" fmla="*/ 28750 w 95479"/>
                <a:gd name="connsiteY25" fmla="*/ 1610 h 98131"/>
                <a:gd name="connsiteX26" fmla="*/ 29691 w 95479"/>
                <a:gd name="connsiteY26" fmla="*/ 1445 h 98131"/>
                <a:gd name="connsiteX27" fmla="*/ 31572 w 95479"/>
                <a:gd name="connsiteY27" fmla="*/ 1148 h 98131"/>
                <a:gd name="connsiteX28" fmla="*/ 33487 w 95479"/>
                <a:gd name="connsiteY28" fmla="*/ 883 h 98131"/>
                <a:gd name="connsiteX29" fmla="*/ 45626 w 95479"/>
                <a:gd name="connsiteY29" fmla="*/ 19 h 98131"/>
                <a:gd name="connsiteX30" fmla="*/ 47740 w 95479"/>
                <a:gd name="connsiteY30" fmla="*/ 0 h 98131"/>
                <a:gd name="connsiteX31" fmla="*/ 65788 w 95479"/>
                <a:gd name="connsiteY31" fmla="*/ 67512 h 98131"/>
                <a:gd name="connsiteX32" fmla="*/ 63908 w 95479"/>
                <a:gd name="connsiteY32" fmla="*/ 67809 h 98131"/>
                <a:gd name="connsiteX33" fmla="*/ 61993 w 95479"/>
                <a:gd name="connsiteY33" fmla="*/ 68074 h 98131"/>
                <a:gd name="connsiteX34" fmla="*/ 47740 w 95479"/>
                <a:gd name="connsiteY34" fmla="*/ 68957 h 98131"/>
                <a:gd name="connsiteX35" fmla="*/ 33487 w 95479"/>
                <a:gd name="connsiteY35" fmla="*/ 68074 h 98131"/>
                <a:gd name="connsiteX36" fmla="*/ 31572 w 95479"/>
                <a:gd name="connsiteY36" fmla="*/ 67809 h 98131"/>
                <a:gd name="connsiteX37" fmla="*/ 29691 w 95479"/>
                <a:gd name="connsiteY37" fmla="*/ 67512 h 98131"/>
                <a:gd name="connsiteX38" fmla="*/ 7957 w 95479"/>
                <a:gd name="connsiteY38" fmla="*/ 59890 h 98131"/>
                <a:gd name="connsiteX39" fmla="*/ 7957 w 95479"/>
                <a:gd name="connsiteY39" fmla="*/ 76914 h 98131"/>
                <a:gd name="connsiteX40" fmla="*/ 16046 w 95479"/>
                <a:gd name="connsiteY40" fmla="*/ 84521 h 98131"/>
                <a:gd name="connsiteX41" fmla="*/ 17258 w 95479"/>
                <a:gd name="connsiteY41" fmla="*/ 85040 h 98131"/>
                <a:gd name="connsiteX42" fmla="*/ 23549 w 95479"/>
                <a:gd name="connsiteY42" fmla="*/ 87157 h 98131"/>
                <a:gd name="connsiteX43" fmla="*/ 25122 w 95479"/>
                <a:gd name="connsiteY43" fmla="*/ 87568 h 98131"/>
                <a:gd name="connsiteX44" fmla="*/ 30169 w 95479"/>
                <a:gd name="connsiteY44" fmla="*/ 88650 h 98131"/>
                <a:gd name="connsiteX45" fmla="*/ 31956 w 95479"/>
                <a:gd name="connsiteY45" fmla="*/ 88955 h 98131"/>
                <a:gd name="connsiteX46" fmla="*/ 33789 w 95479"/>
                <a:gd name="connsiteY46" fmla="*/ 89228 h 98131"/>
                <a:gd name="connsiteX47" fmla="*/ 37590 w 95479"/>
                <a:gd name="connsiteY47" fmla="*/ 89679 h 98131"/>
                <a:gd name="connsiteX48" fmla="*/ 39550 w 95479"/>
                <a:gd name="connsiteY48" fmla="*/ 89854 h 98131"/>
                <a:gd name="connsiteX49" fmla="*/ 41547 w 95479"/>
                <a:gd name="connsiteY49" fmla="*/ 89992 h 98131"/>
                <a:gd name="connsiteX50" fmla="*/ 43581 w 95479"/>
                <a:gd name="connsiteY50" fmla="*/ 90093 h 98131"/>
                <a:gd name="connsiteX51" fmla="*/ 51898 w 95479"/>
                <a:gd name="connsiteY51" fmla="*/ 90093 h 98131"/>
                <a:gd name="connsiteX52" fmla="*/ 53933 w 95479"/>
                <a:gd name="connsiteY52" fmla="*/ 89992 h 98131"/>
                <a:gd name="connsiteX53" fmla="*/ 55930 w 95479"/>
                <a:gd name="connsiteY53" fmla="*/ 89854 h 98131"/>
                <a:gd name="connsiteX54" fmla="*/ 57892 w 95479"/>
                <a:gd name="connsiteY54" fmla="*/ 89679 h 98131"/>
                <a:gd name="connsiteX55" fmla="*/ 61690 w 95479"/>
                <a:gd name="connsiteY55" fmla="*/ 89228 h 98131"/>
                <a:gd name="connsiteX56" fmla="*/ 63523 w 95479"/>
                <a:gd name="connsiteY56" fmla="*/ 88955 h 98131"/>
                <a:gd name="connsiteX57" fmla="*/ 65311 w 95479"/>
                <a:gd name="connsiteY57" fmla="*/ 88650 h 98131"/>
                <a:gd name="connsiteX58" fmla="*/ 70358 w 95479"/>
                <a:gd name="connsiteY58" fmla="*/ 87568 h 98131"/>
                <a:gd name="connsiteX59" fmla="*/ 71931 w 95479"/>
                <a:gd name="connsiteY59" fmla="*/ 87157 h 98131"/>
                <a:gd name="connsiteX60" fmla="*/ 78222 w 95479"/>
                <a:gd name="connsiteY60" fmla="*/ 85040 h 98131"/>
                <a:gd name="connsiteX61" fmla="*/ 79434 w 95479"/>
                <a:gd name="connsiteY61" fmla="*/ 84521 h 98131"/>
                <a:gd name="connsiteX62" fmla="*/ 87510 w 95479"/>
                <a:gd name="connsiteY62" fmla="*/ 77214 h 98131"/>
                <a:gd name="connsiteX63" fmla="*/ 87523 w 95479"/>
                <a:gd name="connsiteY63" fmla="*/ 76914 h 98131"/>
                <a:gd name="connsiteX64" fmla="*/ 87523 w 95479"/>
                <a:gd name="connsiteY64" fmla="*/ 59887 h 98131"/>
                <a:gd name="connsiteX65" fmla="*/ 65788 w 95479"/>
                <a:gd name="connsiteY65" fmla="*/ 67512 h 98131"/>
                <a:gd name="connsiteX66" fmla="*/ 87523 w 95479"/>
                <a:gd name="connsiteY66" fmla="*/ 33365 h 98131"/>
                <a:gd name="connsiteX67" fmla="*/ 67109 w 95479"/>
                <a:gd name="connsiteY67" fmla="*/ 40756 h 98131"/>
                <a:gd name="connsiteX68" fmla="*/ 65783 w 95479"/>
                <a:gd name="connsiteY68" fmla="*/ 40990 h 98131"/>
                <a:gd name="connsiteX69" fmla="*/ 63905 w 95479"/>
                <a:gd name="connsiteY69" fmla="*/ 41287 h 98131"/>
                <a:gd name="connsiteX70" fmla="*/ 61990 w 95479"/>
                <a:gd name="connsiteY70" fmla="*/ 41552 h 98131"/>
                <a:gd name="connsiteX71" fmla="*/ 47737 w 95479"/>
                <a:gd name="connsiteY71" fmla="*/ 42435 h 98131"/>
                <a:gd name="connsiteX72" fmla="*/ 35431 w 95479"/>
                <a:gd name="connsiteY72" fmla="*/ 41783 h 98131"/>
                <a:gd name="connsiteX73" fmla="*/ 33484 w 95479"/>
                <a:gd name="connsiteY73" fmla="*/ 41552 h 98131"/>
                <a:gd name="connsiteX74" fmla="*/ 31569 w 95479"/>
                <a:gd name="connsiteY74" fmla="*/ 41287 h 98131"/>
                <a:gd name="connsiteX75" fmla="*/ 29689 w 95479"/>
                <a:gd name="connsiteY75" fmla="*/ 40990 h 98131"/>
                <a:gd name="connsiteX76" fmla="*/ 7954 w 95479"/>
                <a:gd name="connsiteY76" fmla="*/ 33367 h 98131"/>
                <a:gd name="connsiteX77" fmla="*/ 7954 w 95479"/>
                <a:gd name="connsiteY77" fmla="*/ 47740 h 98131"/>
                <a:gd name="connsiteX78" fmla="*/ 16043 w 95479"/>
                <a:gd name="connsiteY78" fmla="*/ 55346 h 98131"/>
                <a:gd name="connsiteX79" fmla="*/ 17255 w 95479"/>
                <a:gd name="connsiteY79" fmla="*/ 55866 h 98131"/>
                <a:gd name="connsiteX80" fmla="*/ 23546 w 95479"/>
                <a:gd name="connsiteY80" fmla="*/ 57983 h 98131"/>
                <a:gd name="connsiteX81" fmla="*/ 25119 w 95479"/>
                <a:gd name="connsiteY81" fmla="*/ 58394 h 98131"/>
                <a:gd name="connsiteX82" fmla="*/ 30166 w 95479"/>
                <a:gd name="connsiteY82" fmla="*/ 59476 h 98131"/>
                <a:gd name="connsiteX83" fmla="*/ 31954 w 95479"/>
                <a:gd name="connsiteY83" fmla="*/ 59781 h 98131"/>
                <a:gd name="connsiteX84" fmla="*/ 33786 w 95479"/>
                <a:gd name="connsiteY84" fmla="*/ 60054 h 98131"/>
                <a:gd name="connsiteX85" fmla="*/ 37587 w 95479"/>
                <a:gd name="connsiteY85" fmla="*/ 60505 h 98131"/>
                <a:gd name="connsiteX86" fmla="*/ 39547 w 95479"/>
                <a:gd name="connsiteY86" fmla="*/ 60680 h 98131"/>
                <a:gd name="connsiteX87" fmla="*/ 41544 w 95479"/>
                <a:gd name="connsiteY87" fmla="*/ 60818 h 98131"/>
                <a:gd name="connsiteX88" fmla="*/ 43578 w 95479"/>
                <a:gd name="connsiteY88" fmla="*/ 60919 h 98131"/>
                <a:gd name="connsiteX89" fmla="*/ 51896 w 95479"/>
                <a:gd name="connsiteY89" fmla="*/ 60919 h 98131"/>
                <a:gd name="connsiteX90" fmla="*/ 53930 w 95479"/>
                <a:gd name="connsiteY90" fmla="*/ 60818 h 98131"/>
                <a:gd name="connsiteX91" fmla="*/ 55927 w 95479"/>
                <a:gd name="connsiteY91" fmla="*/ 60680 h 98131"/>
                <a:gd name="connsiteX92" fmla="*/ 57890 w 95479"/>
                <a:gd name="connsiteY92" fmla="*/ 60505 h 98131"/>
                <a:gd name="connsiteX93" fmla="*/ 61688 w 95479"/>
                <a:gd name="connsiteY93" fmla="*/ 60054 h 98131"/>
                <a:gd name="connsiteX94" fmla="*/ 63520 w 95479"/>
                <a:gd name="connsiteY94" fmla="*/ 59781 h 98131"/>
                <a:gd name="connsiteX95" fmla="*/ 65308 w 95479"/>
                <a:gd name="connsiteY95" fmla="*/ 59476 h 98131"/>
                <a:gd name="connsiteX96" fmla="*/ 70355 w 95479"/>
                <a:gd name="connsiteY96" fmla="*/ 58394 h 98131"/>
                <a:gd name="connsiteX97" fmla="*/ 71928 w 95479"/>
                <a:gd name="connsiteY97" fmla="*/ 57983 h 98131"/>
                <a:gd name="connsiteX98" fmla="*/ 78219 w 95479"/>
                <a:gd name="connsiteY98" fmla="*/ 55866 h 98131"/>
                <a:gd name="connsiteX99" fmla="*/ 79431 w 95479"/>
                <a:gd name="connsiteY99" fmla="*/ 55346 h 98131"/>
                <a:gd name="connsiteX100" fmla="*/ 87507 w 95479"/>
                <a:gd name="connsiteY100" fmla="*/ 48039 h 98131"/>
                <a:gd name="connsiteX101" fmla="*/ 87520 w 95479"/>
                <a:gd name="connsiteY101" fmla="*/ 47740 h 98131"/>
                <a:gd name="connsiteX102" fmla="*/ 87520 w 95479"/>
                <a:gd name="connsiteY102" fmla="*/ 33365 h 98131"/>
                <a:gd name="connsiteX103" fmla="*/ 47740 w 95479"/>
                <a:gd name="connsiteY103" fmla="*/ 7957 h 98131"/>
                <a:gd name="connsiteX104" fmla="*/ 46689 w 95479"/>
                <a:gd name="connsiteY104" fmla="*/ 7962 h 98131"/>
                <a:gd name="connsiteX105" fmla="*/ 45125 w 95479"/>
                <a:gd name="connsiteY105" fmla="*/ 7988 h 98131"/>
                <a:gd name="connsiteX106" fmla="*/ 43581 w 95479"/>
                <a:gd name="connsiteY106" fmla="*/ 8039 h 98131"/>
                <a:gd name="connsiteX107" fmla="*/ 41547 w 95479"/>
                <a:gd name="connsiteY107" fmla="*/ 8140 h 98131"/>
                <a:gd name="connsiteX108" fmla="*/ 39550 w 95479"/>
                <a:gd name="connsiteY108" fmla="*/ 8278 h 98131"/>
                <a:gd name="connsiteX109" fmla="*/ 37587 w 95479"/>
                <a:gd name="connsiteY109" fmla="*/ 8453 h 98131"/>
                <a:gd name="connsiteX110" fmla="*/ 35038 w 95479"/>
                <a:gd name="connsiteY110" fmla="*/ 8739 h 98131"/>
                <a:gd name="connsiteX111" fmla="*/ 33792 w 95479"/>
                <a:gd name="connsiteY111" fmla="*/ 8903 h 98131"/>
                <a:gd name="connsiteX112" fmla="*/ 31956 w 95479"/>
                <a:gd name="connsiteY112" fmla="*/ 9177 h 98131"/>
                <a:gd name="connsiteX113" fmla="*/ 30169 w 95479"/>
                <a:gd name="connsiteY113" fmla="*/ 9482 h 98131"/>
                <a:gd name="connsiteX114" fmla="*/ 26336 w 95479"/>
                <a:gd name="connsiteY114" fmla="*/ 10269 h 98131"/>
                <a:gd name="connsiteX115" fmla="*/ 25122 w 95479"/>
                <a:gd name="connsiteY115" fmla="*/ 10561 h 98131"/>
                <a:gd name="connsiteX116" fmla="*/ 23549 w 95479"/>
                <a:gd name="connsiteY116" fmla="*/ 10975 h 98131"/>
                <a:gd name="connsiteX117" fmla="*/ 18213 w 95479"/>
                <a:gd name="connsiteY117" fmla="*/ 12712 h 98131"/>
                <a:gd name="connsiteX118" fmla="*/ 17258 w 95479"/>
                <a:gd name="connsiteY118" fmla="*/ 13091 h 98131"/>
                <a:gd name="connsiteX119" fmla="*/ 16046 w 95479"/>
                <a:gd name="connsiteY119" fmla="*/ 13611 h 98131"/>
                <a:gd name="connsiteX120" fmla="*/ 7957 w 95479"/>
                <a:gd name="connsiteY120" fmla="*/ 21218 h 98131"/>
                <a:gd name="connsiteX121" fmla="*/ 15396 w 95479"/>
                <a:gd name="connsiteY121" fmla="*/ 28525 h 98131"/>
                <a:gd name="connsiteX122" fmla="*/ 16046 w 95479"/>
                <a:gd name="connsiteY122" fmla="*/ 28824 h 98131"/>
                <a:gd name="connsiteX123" fmla="*/ 17258 w 95479"/>
                <a:gd name="connsiteY123" fmla="*/ 29344 h 98131"/>
                <a:gd name="connsiteX124" fmla="*/ 22411 w 95479"/>
                <a:gd name="connsiteY124" fmla="*/ 31137 h 98131"/>
                <a:gd name="connsiteX125" fmla="*/ 23552 w 95479"/>
                <a:gd name="connsiteY125" fmla="*/ 31460 h 98131"/>
                <a:gd name="connsiteX126" fmla="*/ 25122 w 95479"/>
                <a:gd name="connsiteY126" fmla="*/ 31872 h 98131"/>
                <a:gd name="connsiteX127" fmla="*/ 28861 w 95479"/>
                <a:gd name="connsiteY127" fmla="*/ 32707 h 98131"/>
                <a:gd name="connsiteX128" fmla="*/ 30169 w 95479"/>
                <a:gd name="connsiteY128" fmla="*/ 32954 h 98131"/>
                <a:gd name="connsiteX129" fmla="*/ 31956 w 95479"/>
                <a:gd name="connsiteY129" fmla="*/ 33259 h 98131"/>
                <a:gd name="connsiteX130" fmla="*/ 33789 w 95479"/>
                <a:gd name="connsiteY130" fmla="*/ 33532 h 98131"/>
                <a:gd name="connsiteX131" fmla="*/ 36303 w 95479"/>
                <a:gd name="connsiteY131" fmla="*/ 33850 h 98131"/>
                <a:gd name="connsiteX132" fmla="*/ 37590 w 95479"/>
                <a:gd name="connsiteY132" fmla="*/ 33983 h 98131"/>
                <a:gd name="connsiteX133" fmla="*/ 39550 w 95479"/>
                <a:gd name="connsiteY133" fmla="*/ 34158 h 98131"/>
                <a:gd name="connsiteX134" fmla="*/ 41547 w 95479"/>
                <a:gd name="connsiteY134" fmla="*/ 34296 h 98131"/>
                <a:gd name="connsiteX135" fmla="*/ 43581 w 95479"/>
                <a:gd name="connsiteY135" fmla="*/ 34396 h 98131"/>
                <a:gd name="connsiteX136" fmla="*/ 50527 w 95479"/>
                <a:gd name="connsiteY136" fmla="*/ 34442 h 98131"/>
                <a:gd name="connsiteX137" fmla="*/ 51898 w 95479"/>
                <a:gd name="connsiteY137" fmla="*/ 34396 h 98131"/>
                <a:gd name="connsiteX138" fmla="*/ 53933 w 95479"/>
                <a:gd name="connsiteY138" fmla="*/ 34296 h 98131"/>
                <a:gd name="connsiteX139" fmla="*/ 55930 w 95479"/>
                <a:gd name="connsiteY139" fmla="*/ 34158 h 98131"/>
                <a:gd name="connsiteX140" fmla="*/ 57892 w 95479"/>
                <a:gd name="connsiteY140" fmla="*/ 33983 h 98131"/>
                <a:gd name="connsiteX141" fmla="*/ 60441 w 95479"/>
                <a:gd name="connsiteY141" fmla="*/ 33696 h 98131"/>
                <a:gd name="connsiteX142" fmla="*/ 61688 w 95479"/>
                <a:gd name="connsiteY142" fmla="*/ 33532 h 98131"/>
                <a:gd name="connsiteX143" fmla="*/ 63523 w 95479"/>
                <a:gd name="connsiteY143" fmla="*/ 33259 h 98131"/>
                <a:gd name="connsiteX144" fmla="*/ 65311 w 95479"/>
                <a:gd name="connsiteY144" fmla="*/ 32954 h 98131"/>
                <a:gd name="connsiteX145" fmla="*/ 69143 w 95479"/>
                <a:gd name="connsiteY145" fmla="*/ 32166 h 98131"/>
                <a:gd name="connsiteX146" fmla="*/ 70358 w 95479"/>
                <a:gd name="connsiteY146" fmla="*/ 31874 h 98131"/>
                <a:gd name="connsiteX147" fmla="*/ 71931 w 95479"/>
                <a:gd name="connsiteY147" fmla="*/ 31460 h 98131"/>
                <a:gd name="connsiteX148" fmla="*/ 77267 w 95479"/>
                <a:gd name="connsiteY148" fmla="*/ 29723 h 98131"/>
                <a:gd name="connsiteX149" fmla="*/ 78222 w 95479"/>
                <a:gd name="connsiteY149" fmla="*/ 29344 h 98131"/>
                <a:gd name="connsiteX150" fmla="*/ 79434 w 95479"/>
                <a:gd name="connsiteY150" fmla="*/ 28824 h 98131"/>
                <a:gd name="connsiteX151" fmla="*/ 87523 w 95479"/>
                <a:gd name="connsiteY151" fmla="*/ 21218 h 98131"/>
                <a:gd name="connsiteX152" fmla="*/ 80083 w 95479"/>
                <a:gd name="connsiteY152" fmla="*/ 13911 h 98131"/>
                <a:gd name="connsiteX153" fmla="*/ 79434 w 95479"/>
                <a:gd name="connsiteY153" fmla="*/ 13611 h 98131"/>
                <a:gd name="connsiteX154" fmla="*/ 78222 w 95479"/>
                <a:gd name="connsiteY154" fmla="*/ 13091 h 98131"/>
                <a:gd name="connsiteX155" fmla="*/ 73068 w 95479"/>
                <a:gd name="connsiteY155" fmla="*/ 11298 h 98131"/>
                <a:gd name="connsiteX156" fmla="*/ 71928 w 95479"/>
                <a:gd name="connsiteY156" fmla="*/ 10975 h 98131"/>
                <a:gd name="connsiteX157" fmla="*/ 70358 w 95479"/>
                <a:gd name="connsiteY157" fmla="*/ 10564 h 98131"/>
                <a:gd name="connsiteX158" fmla="*/ 66618 w 95479"/>
                <a:gd name="connsiteY158" fmla="*/ 9728 h 98131"/>
                <a:gd name="connsiteX159" fmla="*/ 65311 w 95479"/>
                <a:gd name="connsiteY159" fmla="*/ 9482 h 98131"/>
                <a:gd name="connsiteX160" fmla="*/ 63523 w 95479"/>
                <a:gd name="connsiteY160" fmla="*/ 9177 h 98131"/>
                <a:gd name="connsiteX161" fmla="*/ 61690 w 95479"/>
                <a:gd name="connsiteY161" fmla="*/ 8903 h 98131"/>
                <a:gd name="connsiteX162" fmla="*/ 59176 w 95479"/>
                <a:gd name="connsiteY162" fmla="*/ 8585 h 98131"/>
                <a:gd name="connsiteX163" fmla="*/ 57890 w 95479"/>
                <a:gd name="connsiteY163" fmla="*/ 8453 h 98131"/>
                <a:gd name="connsiteX164" fmla="*/ 55930 w 95479"/>
                <a:gd name="connsiteY164" fmla="*/ 8278 h 98131"/>
                <a:gd name="connsiteX165" fmla="*/ 53933 w 95479"/>
                <a:gd name="connsiteY165" fmla="*/ 8140 h 98131"/>
                <a:gd name="connsiteX166" fmla="*/ 51898 w 95479"/>
                <a:gd name="connsiteY166" fmla="*/ 8039 h 98131"/>
                <a:gd name="connsiteX167" fmla="*/ 49140 w 95479"/>
                <a:gd name="connsiteY167" fmla="*/ 7965 h 98131"/>
                <a:gd name="connsiteX168" fmla="*/ 47740 w 95479"/>
                <a:gd name="connsiteY168" fmla="*/ 7957 h 9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95479" h="98131">
                  <a:moveTo>
                    <a:pt x="47740" y="0"/>
                  </a:moveTo>
                  <a:lnTo>
                    <a:pt x="48801" y="5"/>
                  </a:lnTo>
                  <a:cubicBezTo>
                    <a:pt x="52604" y="35"/>
                    <a:pt x="56403" y="256"/>
                    <a:pt x="60184" y="668"/>
                  </a:cubicBezTo>
                  <a:lnTo>
                    <a:pt x="61993" y="881"/>
                  </a:lnTo>
                  <a:lnTo>
                    <a:pt x="63908" y="1146"/>
                  </a:lnTo>
                  <a:lnTo>
                    <a:pt x="65788" y="1445"/>
                  </a:lnTo>
                  <a:lnTo>
                    <a:pt x="66730" y="1610"/>
                  </a:lnTo>
                  <a:lnTo>
                    <a:pt x="68581" y="1963"/>
                  </a:lnTo>
                  <a:cubicBezTo>
                    <a:pt x="84147" y="5111"/>
                    <a:pt x="95052" y="11845"/>
                    <a:pt x="95466" y="20695"/>
                  </a:cubicBezTo>
                  <a:lnTo>
                    <a:pt x="95480" y="21218"/>
                  </a:lnTo>
                  <a:lnTo>
                    <a:pt x="95480" y="76914"/>
                  </a:lnTo>
                  <a:cubicBezTo>
                    <a:pt x="95480" y="86022"/>
                    <a:pt x="84452" y="92960"/>
                    <a:pt x="68581" y="96169"/>
                  </a:cubicBezTo>
                  <a:lnTo>
                    <a:pt x="66730" y="96522"/>
                  </a:lnTo>
                  <a:lnTo>
                    <a:pt x="65788" y="96686"/>
                  </a:lnTo>
                  <a:lnTo>
                    <a:pt x="63908" y="96983"/>
                  </a:lnTo>
                  <a:lnTo>
                    <a:pt x="61993" y="97249"/>
                  </a:lnTo>
                  <a:cubicBezTo>
                    <a:pt x="57484" y="97827"/>
                    <a:pt x="52697" y="98132"/>
                    <a:pt x="47740" y="98132"/>
                  </a:cubicBezTo>
                  <a:cubicBezTo>
                    <a:pt x="42783" y="98132"/>
                    <a:pt x="37996" y="97827"/>
                    <a:pt x="33487" y="97249"/>
                  </a:cubicBezTo>
                  <a:lnTo>
                    <a:pt x="31572" y="96983"/>
                  </a:lnTo>
                  <a:lnTo>
                    <a:pt x="29691" y="96686"/>
                  </a:lnTo>
                  <a:cubicBezTo>
                    <a:pt x="12648" y="93803"/>
                    <a:pt x="443" y="86804"/>
                    <a:pt x="13" y="77429"/>
                  </a:cubicBezTo>
                  <a:lnTo>
                    <a:pt x="0" y="76914"/>
                  </a:lnTo>
                  <a:lnTo>
                    <a:pt x="0" y="21218"/>
                  </a:lnTo>
                  <a:lnTo>
                    <a:pt x="13" y="20695"/>
                  </a:lnTo>
                  <a:cubicBezTo>
                    <a:pt x="427" y="11845"/>
                    <a:pt x="11333" y="5111"/>
                    <a:pt x="26899" y="1963"/>
                  </a:cubicBezTo>
                  <a:lnTo>
                    <a:pt x="28750" y="1610"/>
                  </a:lnTo>
                  <a:lnTo>
                    <a:pt x="29691" y="1445"/>
                  </a:lnTo>
                  <a:lnTo>
                    <a:pt x="31572" y="1148"/>
                  </a:lnTo>
                  <a:lnTo>
                    <a:pt x="33487" y="883"/>
                  </a:lnTo>
                  <a:cubicBezTo>
                    <a:pt x="37514" y="373"/>
                    <a:pt x="41567" y="84"/>
                    <a:pt x="45626" y="19"/>
                  </a:cubicBezTo>
                  <a:lnTo>
                    <a:pt x="47740" y="0"/>
                  </a:lnTo>
                  <a:close/>
                  <a:moveTo>
                    <a:pt x="65788" y="67512"/>
                  </a:moveTo>
                  <a:lnTo>
                    <a:pt x="63908" y="67809"/>
                  </a:lnTo>
                  <a:lnTo>
                    <a:pt x="61993" y="68074"/>
                  </a:lnTo>
                  <a:cubicBezTo>
                    <a:pt x="57484" y="68652"/>
                    <a:pt x="52697" y="68957"/>
                    <a:pt x="47740" y="68957"/>
                  </a:cubicBezTo>
                  <a:cubicBezTo>
                    <a:pt x="42783" y="68957"/>
                    <a:pt x="37996" y="68652"/>
                    <a:pt x="33487" y="68074"/>
                  </a:cubicBezTo>
                  <a:lnTo>
                    <a:pt x="31572" y="67809"/>
                  </a:lnTo>
                  <a:lnTo>
                    <a:pt x="29691" y="67512"/>
                  </a:lnTo>
                  <a:cubicBezTo>
                    <a:pt x="20804" y="66008"/>
                    <a:pt x="13229" y="63385"/>
                    <a:pt x="7957" y="59890"/>
                  </a:cubicBezTo>
                  <a:lnTo>
                    <a:pt x="7957" y="76914"/>
                  </a:lnTo>
                  <a:cubicBezTo>
                    <a:pt x="7957" y="79519"/>
                    <a:pt x="10962" y="82232"/>
                    <a:pt x="16046" y="84521"/>
                  </a:cubicBezTo>
                  <a:lnTo>
                    <a:pt x="17258" y="85040"/>
                  </a:lnTo>
                  <a:cubicBezTo>
                    <a:pt x="19128" y="85810"/>
                    <a:pt x="21236" y="86523"/>
                    <a:pt x="23549" y="87157"/>
                  </a:cubicBezTo>
                  <a:lnTo>
                    <a:pt x="25122" y="87568"/>
                  </a:lnTo>
                  <a:cubicBezTo>
                    <a:pt x="26721" y="87966"/>
                    <a:pt x="28410" y="88332"/>
                    <a:pt x="30169" y="88650"/>
                  </a:cubicBezTo>
                  <a:lnTo>
                    <a:pt x="31956" y="88955"/>
                  </a:lnTo>
                  <a:lnTo>
                    <a:pt x="33789" y="89228"/>
                  </a:lnTo>
                  <a:cubicBezTo>
                    <a:pt x="35028" y="89401"/>
                    <a:pt x="36295" y="89552"/>
                    <a:pt x="37590" y="89679"/>
                  </a:cubicBezTo>
                  <a:lnTo>
                    <a:pt x="39550" y="89854"/>
                  </a:lnTo>
                  <a:lnTo>
                    <a:pt x="41547" y="89992"/>
                  </a:lnTo>
                  <a:lnTo>
                    <a:pt x="43581" y="90093"/>
                  </a:lnTo>
                  <a:cubicBezTo>
                    <a:pt x="46352" y="90203"/>
                    <a:pt x="49127" y="90203"/>
                    <a:pt x="51898" y="90093"/>
                  </a:cubicBezTo>
                  <a:lnTo>
                    <a:pt x="53933" y="89992"/>
                  </a:lnTo>
                  <a:lnTo>
                    <a:pt x="55930" y="89854"/>
                  </a:lnTo>
                  <a:lnTo>
                    <a:pt x="57892" y="89679"/>
                  </a:lnTo>
                  <a:cubicBezTo>
                    <a:pt x="59184" y="89552"/>
                    <a:pt x="60452" y="89401"/>
                    <a:pt x="61690" y="89228"/>
                  </a:cubicBezTo>
                  <a:lnTo>
                    <a:pt x="63523" y="88955"/>
                  </a:lnTo>
                  <a:lnTo>
                    <a:pt x="65311" y="88650"/>
                  </a:lnTo>
                  <a:cubicBezTo>
                    <a:pt x="67072" y="88332"/>
                    <a:pt x="68759" y="87968"/>
                    <a:pt x="70358" y="87568"/>
                  </a:cubicBezTo>
                  <a:lnTo>
                    <a:pt x="71931" y="87157"/>
                  </a:lnTo>
                  <a:cubicBezTo>
                    <a:pt x="74243" y="86520"/>
                    <a:pt x="76352" y="85810"/>
                    <a:pt x="78222" y="85040"/>
                  </a:cubicBezTo>
                  <a:lnTo>
                    <a:pt x="79434" y="84521"/>
                  </a:lnTo>
                  <a:cubicBezTo>
                    <a:pt x="84322" y="82319"/>
                    <a:pt x="87289" y="79728"/>
                    <a:pt x="87510" y="77214"/>
                  </a:cubicBezTo>
                  <a:lnTo>
                    <a:pt x="87523" y="76914"/>
                  </a:lnTo>
                  <a:lnTo>
                    <a:pt x="87523" y="59887"/>
                  </a:lnTo>
                  <a:cubicBezTo>
                    <a:pt x="82253" y="63385"/>
                    <a:pt x="74678" y="66008"/>
                    <a:pt x="65788" y="67512"/>
                  </a:cubicBezTo>
                  <a:close/>
                  <a:moveTo>
                    <a:pt x="87523" y="33365"/>
                  </a:moveTo>
                  <a:cubicBezTo>
                    <a:pt x="82513" y="36688"/>
                    <a:pt x="75429" y="39221"/>
                    <a:pt x="67109" y="40756"/>
                  </a:cubicBezTo>
                  <a:lnTo>
                    <a:pt x="65783" y="40990"/>
                  </a:lnTo>
                  <a:lnTo>
                    <a:pt x="63905" y="41287"/>
                  </a:lnTo>
                  <a:lnTo>
                    <a:pt x="61990" y="41552"/>
                  </a:lnTo>
                  <a:cubicBezTo>
                    <a:pt x="57481" y="42130"/>
                    <a:pt x="52694" y="42435"/>
                    <a:pt x="47737" y="42435"/>
                  </a:cubicBezTo>
                  <a:cubicBezTo>
                    <a:pt x="43488" y="42435"/>
                    <a:pt x="39364" y="42213"/>
                    <a:pt x="35431" y="41783"/>
                  </a:cubicBezTo>
                  <a:lnTo>
                    <a:pt x="33484" y="41552"/>
                  </a:lnTo>
                  <a:lnTo>
                    <a:pt x="31569" y="41287"/>
                  </a:lnTo>
                  <a:lnTo>
                    <a:pt x="29689" y="40990"/>
                  </a:lnTo>
                  <a:cubicBezTo>
                    <a:pt x="20801" y="39486"/>
                    <a:pt x="13227" y="36863"/>
                    <a:pt x="7954" y="33367"/>
                  </a:cubicBezTo>
                  <a:lnTo>
                    <a:pt x="7954" y="47740"/>
                  </a:lnTo>
                  <a:cubicBezTo>
                    <a:pt x="7954" y="50344"/>
                    <a:pt x="10959" y="53057"/>
                    <a:pt x="16043" y="55346"/>
                  </a:cubicBezTo>
                  <a:lnTo>
                    <a:pt x="17255" y="55866"/>
                  </a:lnTo>
                  <a:cubicBezTo>
                    <a:pt x="19125" y="56635"/>
                    <a:pt x="21234" y="57349"/>
                    <a:pt x="23546" y="57983"/>
                  </a:cubicBezTo>
                  <a:lnTo>
                    <a:pt x="25119" y="58394"/>
                  </a:lnTo>
                  <a:cubicBezTo>
                    <a:pt x="26718" y="58792"/>
                    <a:pt x="28408" y="59158"/>
                    <a:pt x="30166" y="59476"/>
                  </a:cubicBezTo>
                  <a:lnTo>
                    <a:pt x="31954" y="59781"/>
                  </a:lnTo>
                  <a:lnTo>
                    <a:pt x="33786" y="60054"/>
                  </a:lnTo>
                  <a:cubicBezTo>
                    <a:pt x="35025" y="60226"/>
                    <a:pt x="36293" y="60378"/>
                    <a:pt x="37587" y="60505"/>
                  </a:cubicBezTo>
                  <a:lnTo>
                    <a:pt x="39547" y="60680"/>
                  </a:lnTo>
                  <a:lnTo>
                    <a:pt x="41544" y="60818"/>
                  </a:lnTo>
                  <a:lnTo>
                    <a:pt x="43578" y="60919"/>
                  </a:lnTo>
                  <a:cubicBezTo>
                    <a:pt x="46350" y="61028"/>
                    <a:pt x="49124" y="61028"/>
                    <a:pt x="51896" y="60919"/>
                  </a:cubicBezTo>
                  <a:lnTo>
                    <a:pt x="53930" y="60818"/>
                  </a:lnTo>
                  <a:lnTo>
                    <a:pt x="55927" y="60680"/>
                  </a:lnTo>
                  <a:lnTo>
                    <a:pt x="57890" y="60505"/>
                  </a:lnTo>
                  <a:cubicBezTo>
                    <a:pt x="59181" y="60378"/>
                    <a:pt x="60449" y="60226"/>
                    <a:pt x="61688" y="60054"/>
                  </a:cubicBezTo>
                  <a:lnTo>
                    <a:pt x="63520" y="59781"/>
                  </a:lnTo>
                  <a:lnTo>
                    <a:pt x="65308" y="59476"/>
                  </a:lnTo>
                  <a:cubicBezTo>
                    <a:pt x="67069" y="59158"/>
                    <a:pt x="68756" y="58794"/>
                    <a:pt x="70355" y="58394"/>
                  </a:cubicBezTo>
                  <a:lnTo>
                    <a:pt x="71928" y="57983"/>
                  </a:lnTo>
                  <a:cubicBezTo>
                    <a:pt x="74241" y="57346"/>
                    <a:pt x="76349" y="56635"/>
                    <a:pt x="78219" y="55866"/>
                  </a:cubicBezTo>
                  <a:lnTo>
                    <a:pt x="79431" y="55346"/>
                  </a:lnTo>
                  <a:cubicBezTo>
                    <a:pt x="84319" y="53145"/>
                    <a:pt x="87287" y="50554"/>
                    <a:pt x="87507" y="48039"/>
                  </a:cubicBezTo>
                  <a:lnTo>
                    <a:pt x="87520" y="47740"/>
                  </a:lnTo>
                  <a:lnTo>
                    <a:pt x="87520" y="33365"/>
                  </a:lnTo>
                  <a:close/>
                  <a:moveTo>
                    <a:pt x="47740" y="7957"/>
                  </a:moveTo>
                  <a:lnTo>
                    <a:pt x="46689" y="7962"/>
                  </a:lnTo>
                  <a:lnTo>
                    <a:pt x="45125" y="7988"/>
                  </a:lnTo>
                  <a:lnTo>
                    <a:pt x="43581" y="8039"/>
                  </a:lnTo>
                  <a:lnTo>
                    <a:pt x="41547" y="8140"/>
                  </a:lnTo>
                  <a:lnTo>
                    <a:pt x="39550" y="8278"/>
                  </a:lnTo>
                  <a:lnTo>
                    <a:pt x="37587" y="8453"/>
                  </a:lnTo>
                  <a:cubicBezTo>
                    <a:pt x="36725" y="8537"/>
                    <a:pt x="35876" y="8633"/>
                    <a:pt x="35038" y="8739"/>
                  </a:cubicBezTo>
                  <a:lnTo>
                    <a:pt x="33792" y="8903"/>
                  </a:lnTo>
                  <a:lnTo>
                    <a:pt x="31956" y="9177"/>
                  </a:lnTo>
                  <a:lnTo>
                    <a:pt x="30169" y="9482"/>
                  </a:lnTo>
                  <a:cubicBezTo>
                    <a:pt x="28848" y="9720"/>
                    <a:pt x="27570" y="9986"/>
                    <a:pt x="26336" y="10269"/>
                  </a:cubicBezTo>
                  <a:lnTo>
                    <a:pt x="25122" y="10561"/>
                  </a:lnTo>
                  <a:lnTo>
                    <a:pt x="23549" y="10975"/>
                  </a:lnTo>
                  <a:cubicBezTo>
                    <a:pt x="21623" y="11505"/>
                    <a:pt x="19836" y="12089"/>
                    <a:pt x="18213" y="12712"/>
                  </a:cubicBezTo>
                  <a:lnTo>
                    <a:pt x="17258" y="13091"/>
                  </a:lnTo>
                  <a:lnTo>
                    <a:pt x="16046" y="13611"/>
                  </a:lnTo>
                  <a:cubicBezTo>
                    <a:pt x="10962" y="15900"/>
                    <a:pt x="7957" y="18613"/>
                    <a:pt x="7957" y="21218"/>
                  </a:cubicBezTo>
                  <a:cubicBezTo>
                    <a:pt x="7957" y="23711"/>
                    <a:pt x="10707" y="26299"/>
                    <a:pt x="15396" y="28525"/>
                  </a:cubicBezTo>
                  <a:lnTo>
                    <a:pt x="16046" y="28824"/>
                  </a:lnTo>
                  <a:lnTo>
                    <a:pt x="17258" y="29344"/>
                  </a:lnTo>
                  <a:cubicBezTo>
                    <a:pt x="18815" y="29986"/>
                    <a:pt x="20539" y="30588"/>
                    <a:pt x="22411" y="31137"/>
                  </a:cubicBezTo>
                  <a:lnTo>
                    <a:pt x="23552" y="31460"/>
                  </a:lnTo>
                  <a:lnTo>
                    <a:pt x="25122" y="31872"/>
                  </a:lnTo>
                  <a:cubicBezTo>
                    <a:pt x="26321" y="32171"/>
                    <a:pt x="27570" y="32450"/>
                    <a:pt x="28861" y="32707"/>
                  </a:cubicBezTo>
                  <a:lnTo>
                    <a:pt x="30169" y="32954"/>
                  </a:lnTo>
                  <a:lnTo>
                    <a:pt x="31956" y="33259"/>
                  </a:lnTo>
                  <a:lnTo>
                    <a:pt x="33789" y="33532"/>
                  </a:lnTo>
                  <a:cubicBezTo>
                    <a:pt x="34614" y="33649"/>
                    <a:pt x="35452" y="33752"/>
                    <a:pt x="36303" y="33850"/>
                  </a:cubicBezTo>
                  <a:lnTo>
                    <a:pt x="37590" y="33983"/>
                  </a:lnTo>
                  <a:lnTo>
                    <a:pt x="39550" y="34158"/>
                  </a:lnTo>
                  <a:lnTo>
                    <a:pt x="41547" y="34296"/>
                  </a:lnTo>
                  <a:lnTo>
                    <a:pt x="43581" y="34396"/>
                  </a:lnTo>
                  <a:cubicBezTo>
                    <a:pt x="45895" y="34488"/>
                    <a:pt x="48212" y="34503"/>
                    <a:pt x="50527" y="34442"/>
                  </a:cubicBezTo>
                  <a:lnTo>
                    <a:pt x="51898" y="34396"/>
                  </a:lnTo>
                  <a:lnTo>
                    <a:pt x="53933" y="34296"/>
                  </a:lnTo>
                  <a:lnTo>
                    <a:pt x="55930" y="34158"/>
                  </a:lnTo>
                  <a:lnTo>
                    <a:pt x="57892" y="33983"/>
                  </a:lnTo>
                  <a:cubicBezTo>
                    <a:pt x="58754" y="33898"/>
                    <a:pt x="59603" y="33802"/>
                    <a:pt x="60441" y="33696"/>
                  </a:cubicBezTo>
                  <a:lnTo>
                    <a:pt x="61688" y="33532"/>
                  </a:lnTo>
                  <a:lnTo>
                    <a:pt x="63523" y="33259"/>
                  </a:lnTo>
                  <a:lnTo>
                    <a:pt x="65311" y="32954"/>
                  </a:lnTo>
                  <a:cubicBezTo>
                    <a:pt x="66631" y="32715"/>
                    <a:pt x="67910" y="32450"/>
                    <a:pt x="69143" y="32166"/>
                  </a:cubicBezTo>
                  <a:lnTo>
                    <a:pt x="70358" y="31874"/>
                  </a:lnTo>
                  <a:lnTo>
                    <a:pt x="71931" y="31460"/>
                  </a:lnTo>
                  <a:cubicBezTo>
                    <a:pt x="73856" y="30930"/>
                    <a:pt x="75644" y="30347"/>
                    <a:pt x="77267" y="29723"/>
                  </a:cubicBezTo>
                  <a:lnTo>
                    <a:pt x="78222" y="29344"/>
                  </a:lnTo>
                  <a:lnTo>
                    <a:pt x="79434" y="28824"/>
                  </a:lnTo>
                  <a:cubicBezTo>
                    <a:pt x="84518" y="26535"/>
                    <a:pt x="87523" y="23822"/>
                    <a:pt x="87523" y="21218"/>
                  </a:cubicBezTo>
                  <a:cubicBezTo>
                    <a:pt x="87523" y="18725"/>
                    <a:pt x="84773" y="16136"/>
                    <a:pt x="80083" y="13911"/>
                  </a:cubicBezTo>
                  <a:lnTo>
                    <a:pt x="79434" y="13611"/>
                  </a:lnTo>
                  <a:lnTo>
                    <a:pt x="78222" y="13091"/>
                  </a:lnTo>
                  <a:cubicBezTo>
                    <a:pt x="76536" y="12405"/>
                    <a:pt x="74816" y="11807"/>
                    <a:pt x="73068" y="11298"/>
                  </a:cubicBezTo>
                  <a:lnTo>
                    <a:pt x="71928" y="10975"/>
                  </a:lnTo>
                  <a:lnTo>
                    <a:pt x="70358" y="10564"/>
                  </a:lnTo>
                  <a:cubicBezTo>
                    <a:pt x="69118" y="10255"/>
                    <a:pt x="67871" y="9976"/>
                    <a:pt x="66618" y="9728"/>
                  </a:cubicBezTo>
                  <a:lnTo>
                    <a:pt x="65311" y="9482"/>
                  </a:lnTo>
                  <a:lnTo>
                    <a:pt x="63523" y="9177"/>
                  </a:lnTo>
                  <a:lnTo>
                    <a:pt x="61690" y="8903"/>
                  </a:lnTo>
                  <a:cubicBezTo>
                    <a:pt x="60854" y="8786"/>
                    <a:pt x="60016" y="8680"/>
                    <a:pt x="59176" y="8585"/>
                  </a:cubicBezTo>
                  <a:lnTo>
                    <a:pt x="57890" y="8453"/>
                  </a:lnTo>
                  <a:lnTo>
                    <a:pt x="55930" y="8278"/>
                  </a:lnTo>
                  <a:lnTo>
                    <a:pt x="53933" y="8140"/>
                  </a:lnTo>
                  <a:lnTo>
                    <a:pt x="51898" y="8039"/>
                  </a:lnTo>
                  <a:cubicBezTo>
                    <a:pt x="50989" y="8002"/>
                    <a:pt x="50068" y="7978"/>
                    <a:pt x="49140" y="7965"/>
                  </a:cubicBezTo>
                  <a:lnTo>
                    <a:pt x="47740" y="7957"/>
                  </a:lnTo>
                  <a:close/>
                </a:path>
              </a:pathLst>
            </a:custGeom>
            <a:solidFill>
              <a:schemeClr val="accent2"/>
            </a:solidFill>
            <a:ln w="121" cap="flat">
              <a:noFill/>
              <a:prstDash val="solid"/>
              <a:miter/>
            </a:ln>
          </p:spPr>
          <p:txBody>
            <a:bodyPr rtlCol="0" anchor="ctr"/>
            <a:lstStyle/>
            <a:p>
              <a:endParaRPr lang="zh-CN" altLang="en-US"/>
            </a:p>
          </p:txBody>
        </p:sp>
      </p:grpSp>
      <p:grpSp>
        <p:nvGrpSpPr>
          <p:cNvPr id="2084" name="组合 2083">
            <a:extLst>
              <a:ext uri="{FF2B5EF4-FFF2-40B4-BE49-F238E27FC236}">
                <a16:creationId xmlns:a16="http://schemas.microsoft.com/office/drawing/2014/main" id="{DEBA4B26-EE9A-ADF7-A0F3-41B244C26E7F}"/>
              </a:ext>
            </a:extLst>
          </p:cNvPr>
          <p:cNvGrpSpPr/>
          <p:nvPr/>
        </p:nvGrpSpPr>
        <p:grpSpPr>
          <a:xfrm>
            <a:off x="9607550" y="1485900"/>
            <a:ext cx="385762" cy="387350"/>
            <a:chOff x="9607550" y="1485900"/>
            <a:chExt cx="385762" cy="387350"/>
          </a:xfrm>
        </p:grpSpPr>
        <p:sp>
          <p:nvSpPr>
            <p:cNvPr id="35" name="矩形 34">
              <a:extLst>
                <a:ext uri="{FF2B5EF4-FFF2-40B4-BE49-F238E27FC236}">
                  <a16:creationId xmlns:a16="http://schemas.microsoft.com/office/drawing/2014/main" id="{0143247A-5224-4108-797A-8BC5FC40580C}"/>
                </a:ext>
              </a:extLst>
            </p:cNvPr>
            <p:cNvSpPr>
              <a:spLocks/>
            </p:cNvSpPr>
            <p:nvPr/>
          </p:nvSpPr>
          <p:spPr>
            <a:xfrm>
              <a:off x="9607550" y="1546225"/>
              <a:ext cx="385762" cy="327025"/>
            </a:xfrm>
            <a:prstGeom prst="rect">
              <a:avLst/>
            </a:prstGeom>
            <a:gradFill>
              <a:gsLst>
                <a:gs pos="13000">
                  <a:schemeClr val="accent2"/>
                </a:gs>
                <a:gs pos="98000">
                  <a:schemeClr val="accent2">
                    <a:alpha val="60000"/>
                  </a:schemeClr>
                </a:gs>
              </a:gsLst>
              <a:lin ang="5400000" scaled="0"/>
            </a:gradFill>
            <a:ln>
              <a:noFill/>
            </a:ln>
            <a:effectLst>
              <a:outerShdw blurRad="139700" dist="114300" dir="5400000" sx="97000" sy="97000" algn="t" rotWithShape="0">
                <a:schemeClr val="accent2">
                  <a:alpha val="4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2"/>
                </a:solidFill>
              </a:endParaRPr>
            </a:p>
          </p:txBody>
        </p:sp>
        <p:sp>
          <p:nvSpPr>
            <p:cNvPr id="36" name="梯形 35">
              <a:extLst>
                <a:ext uri="{FF2B5EF4-FFF2-40B4-BE49-F238E27FC236}">
                  <a16:creationId xmlns:a16="http://schemas.microsoft.com/office/drawing/2014/main" id="{34BC2987-D1EB-2835-B305-9C2EFE5AF656}"/>
                </a:ext>
              </a:extLst>
            </p:cNvPr>
            <p:cNvSpPr>
              <a:spLocks/>
            </p:cNvSpPr>
            <p:nvPr/>
          </p:nvSpPr>
          <p:spPr>
            <a:xfrm>
              <a:off x="9607550" y="1485900"/>
              <a:ext cx="385762" cy="60325"/>
            </a:xfrm>
            <a:prstGeom prst="trapezoid">
              <a:avLst>
                <a:gd name="adj" fmla="val 161842"/>
              </a:avLst>
            </a:prstGeom>
            <a:gradFill>
              <a:gsLst>
                <a:gs pos="8000">
                  <a:schemeClr val="accent2"/>
                </a:gs>
                <a:gs pos="99000">
                  <a:schemeClr val="accent2">
                    <a:lumMod val="20000"/>
                    <a:lumOff val="8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endParaRPr>
            </a:p>
          </p:txBody>
        </p:sp>
        <p:sp>
          <p:nvSpPr>
            <p:cNvPr id="2083" name="矩形: 圆角 2082">
              <a:extLst>
                <a:ext uri="{FF2B5EF4-FFF2-40B4-BE49-F238E27FC236}">
                  <a16:creationId xmlns:a16="http://schemas.microsoft.com/office/drawing/2014/main" id="{ED68273F-DC2E-6057-8213-A8C5C2D79F5F}"/>
                </a:ext>
              </a:extLst>
            </p:cNvPr>
            <p:cNvSpPr/>
            <p:nvPr/>
          </p:nvSpPr>
          <p:spPr>
            <a:xfrm>
              <a:off x="9709336" y="1618642"/>
              <a:ext cx="182190" cy="182190"/>
            </a:xfrm>
            <a:prstGeom prst="roundRect">
              <a:avLst>
                <a:gd name="adj" fmla="val 4167"/>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78" name="组合 2077">
              <a:extLst>
                <a:ext uri="{FF2B5EF4-FFF2-40B4-BE49-F238E27FC236}">
                  <a16:creationId xmlns:a16="http://schemas.microsoft.com/office/drawing/2014/main" id="{12259326-63B0-FA0A-6F0C-B9E86F0E4531}"/>
                </a:ext>
              </a:extLst>
            </p:cNvPr>
            <p:cNvGrpSpPr/>
            <p:nvPr/>
          </p:nvGrpSpPr>
          <p:grpSpPr>
            <a:xfrm>
              <a:off x="9748978" y="1661006"/>
              <a:ext cx="102907" cy="97463"/>
              <a:chOff x="7854943" y="1547676"/>
              <a:chExt cx="102907" cy="97463"/>
            </a:xfrm>
            <a:solidFill>
              <a:schemeClr val="accent2"/>
            </a:solidFill>
          </p:grpSpPr>
          <p:sp>
            <p:nvSpPr>
              <p:cNvPr id="2076" name="任意多边形: 形状 2075">
                <a:extLst>
                  <a:ext uri="{FF2B5EF4-FFF2-40B4-BE49-F238E27FC236}">
                    <a16:creationId xmlns:a16="http://schemas.microsoft.com/office/drawing/2014/main" id="{5E9E7C5D-E3AB-D1EC-E893-5925069FD9B5}"/>
                  </a:ext>
                </a:extLst>
              </p:cNvPr>
              <p:cNvSpPr/>
              <p:nvPr/>
            </p:nvSpPr>
            <p:spPr>
              <a:xfrm>
                <a:off x="7854943" y="1547676"/>
                <a:ext cx="102907" cy="97463"/>
              </a:xfrm>
              <a:custGeom>
                <a:avLst/>
                <a:gdLst>
                  <a:gd name="connsiteX0" fmla="*/ 98485 w 102907"/>
                  <a:gd name="connsiteY0" fmla="*/ 97464 h 97463"/>
                  <a:gd name="connsiteX1" fmla="*/ 0 w 102907"/>
                  <a:gd name="connsiteY1" fmla="*/ 97464 h 97463"/>
                  <a:gd name="connsiteX2" fmla="*/ 0 w 102907"/>
                  <a:gd name="connsiteY2" fmla="*/ 4422 h 97463"/>
                  <a:gd name="connsiteX3" fmla="*/ 4422 w 102907"/>
                  <a:gd name="connsiteY3" fmla="*/ 0 h 97463"/>
                  <a:gd name="connsiteX4" fmla="*/ 8845 w 102907"/>
                  <a:gd name="connsiteY4" fmla="*/ 4422 h 97463"/>
                  <a:gd name="connsiteX5" fmla="*/ 8845 w 102907"/>
                  <a:gd name="connsiteY5" fmla="*/ 88618 h 97463"/>
                  <a:gd name="connsiteX6" fmla="*/ 98485 w 102907"/>
                  <a:gd name="connsiteY6" fmla="*/ 88618 h 97463"/>
                  <a:gd name="connsiteX7" fmla="*/ 102907 w 102907"/>
                  <a:gd name="connsiteY7" fmla="*/ 93040 h 97463"/>
                  <a:gd name="connsiteX8" fmla="*/ 98485 w 102907"/>
                  <a:gd name="connsiteY8" fmla="*/ 97464 h 97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07" h="97463">
                    <a:moveTo>
                      <a:pt x="98485" y="97464"/>
                    </a:moveTo>
                    <a:lnTo>
                      <a:pt x="0" y="97464"/>
                    </a:lnTo>
                    <a:lnTo>
                      <a:pt x="0" y="4422"/>
                    </a:lnTo>
                    <a:cubicBezTo>
                      <a:pt x="0" y="1981"/>
                      <a:pt x="1981" y="0"/>
                      <a:pt x="4422" y="0"/>
                    </a:cubicBezTo>
                    <a:cubicBezTo>
                      <a:pt x="6864" y="0"/>
                      <a:pt x="8845" y="1981"/>
                      <a:pt x="8845" y="4422"/>
                    </a:cubicBezTo>
                    <a:lnTo>
                      <a:pt x="8845" y="88618"/>
                    </a:lnTo>
                    <a:lnTo>
                      <a:pt x="98485" y="88618"/>
                    </a:lnTo>
                    <a:cubicBezTo>
                      <a:pt x="100926" y="88618"/>
                      <a:pt x="102907" y="90599"/>
                      <a:pt x="102907" y="93040"/>
                    </a:cubicBezTo>
                    <a:cubicBezTo>
                      <a:pt x="102907" y="95482"/>
                      <a:pt x="100926" y="97464"/>
                      <a:pt x="98485" y="97464"/>
                    </a:cubicBezTo>
                    <a:close/>
                  </a:path>
                </a:pathLst>
              </a:custGeom>
              <a:grpFill/>
              <a:ln w="102" cap="flat">
                <a:noFill/>
                <a:prstDash val="solid"/>
                <a:miter/>
              </a:ln>
            </p:spPr>
            <p:txBody>
              <a:bodyPr rtlCol="0" anchor="ctr"/>
              <a:lstStyle/>
              <a:p>
                <a:endParaRPr lang="zh-CN" altLang="en-US"/>
              </a:p>
            </p:txBody>
          </p:sp>
          <p:sp>
            <p:nvSpPr>
              <p:cNvPr id="2077" name="任意多边形: 形状 2076">
                <a:extLst>
                  <a:ext uri="{FF2B5EF4-FFF2-40B4-BE49-F238E27FC236}">
                    <a16:creationId xmlns:a16="http://schemas.microsoft.com/office/drawing/2014/main" id="{271AC730-7112-5879-6E13-2E12ED26BCB1}"/>
                  </a:ext>
                </a:extLst>
              </p:cNvPr>
              <p:cNvSpPr/>
              <p:nvPr/>
            </p:nvSpPr>
            <p:spPr>
              <a:xfrm>
                <a:off x="7880965" y="1565279"/>
                <a:ext cx="58213" cy="59850"/>
              </a:xfrm>
              <a:custGeom>
                <a:avLst/>
                <a:gdLst>
                  <a:gd name="connsiteX0" fmla="*/ 4422 w 58213"/>
                  <a:gd name="connsiteY0" fmla="*/ 59850 h 59850"/>
                  <a:gd name="connsiteX1" fmla="*/ 0 w 58213"/>
                  <a:gd name="connsiteY1" fmla="*/ 55428 h 59850"/>
                  <a:gd name="connsiteX2" fmla="*/ 0 w 58213"/>
                  <a:gd name="connsiteY2" fmla="*/ 29092 h 59850"/>
                  <a:gd name="connsiteX3" fmla="*/ 4422 w 58213"/>
                  <a:gd name="connsiteY3" fmla="*/ 24669 h 59850"/>
                  <a:gd name="connsiteX4" fmla="*/ 8845 w 58213"/>
                  <a:gd name="connsiteY4" fmla="*/ 29092 h 59850"/>
                  <a:gd name="connsiteX5" fmla="*/ 8845 w 58213"/>
                  <a:gd name="connsiteY5" fmla="*/ 55428 h 59850"/>
                  <a:gd name="connsiteX6" fmla="*/ 4422 w 58213"/>
                  <a:gd name="connsiteY6" fmla="*/ 59850 h 59850"/>
                  <a:gd name="connsiteX7" fmla="*/ 28547 w 58213"/>
                  <a:gd name="connsiteY7" fmla="*/ 59850 h 59850"/>
                  <a:gd name="connsiteX8" fmla="*/ 24125 w 58213"/>
                  <a:gd name="connsiteY8" fmla="*/ 55428 h 59850"/>
                  <a:gd name="connsiteX9" fmla="*/ 24125 w 58213"/>
                  <a:gd name="connsiteY9" fmla="*/ 4422 h 59850"/>
                  <a:gd name="connsiteX10" fmla="*/ 28547 w 58213"/>
                  <a:gd name="connsiteY10" fmla="*/ 0 h 59850"/>
                  <a:gd name="connsiteX11" fmla="*/ 32970 w 58213"/>
                  <a:gd name="connsiteY11" fmla="*/ 4422 h 59850"/>
                  <a:gd name="connsiteX12" fmla="*/ 32970 w 58213"/>
                  <a:gd name="connsiteY12" fmla="*/ 55427 h 59850"/>
                  <a:gd name="connsiteX13" fmla="*/ 28547 w 58213"/>
                  <a:gd name="connsiteY13" fmla="*/ 59850 h 59850"/>
                  <a:gd name="connsiteX14" fmla="*/ 53791 w 58213"/>
                  <a:gd name="connsiteY14" fmla="*/ 59850 h 59850"/>
                  <a:gd name="connsiteX15" fmla="*/ 49369 w 58213"/>
                  <a:gd name="connsiteY15" fmla="*/ 55428 h 59850"/>
                  <a:gd name="connsiteX16" fmla="*/ 49369 w 58213"/>
                  <a:gd name="connsiteY16" fmla="*/ 12272 h 59850"/>
                  <a:gd name="connsiteX17" fmla="*/ 53791 w 58213"/>
                  <a:gd name="connsiteY17" fmla="*/ 7849 h 59850"/>
                  <a:gd name="connsiteX18" fmla="*/ 58214 w 58213"/>
                  <a:gd name="connsiteY18" fmla="*/ 12272 h 59850"/>
                  <a:gd name="connsiteX19" fmla="*/ 58214 w 58213"/>
                  <a:gd name="connsiteY19" fmla="*/ 55428 h 59850"/>
                  <a:gd name="connsiteX20" fmla="*/ 53791 w 58213"/>
                  <a:gd name="connsiteY20" fmla="*/ 59850 h 59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8213" h="59850">
                    <a:moveTo>
                      <a:pt x="4422" y="59850"/>
                    </a:moveTo>
                    <a:cubicBezTo>
                      <a:pt x="1981" y="59850"/>
                      <a:pt x="0" y="57869"/>
                      <a:pt x="0" y="55428"/>
                    </a:cubicBezTo>
                    <a:lnTo>
                      <a:pt x="0" y="29092"/>
                    </a:lnTo>
                    <a:cubicBezTo>
                      <a:pt x="0" y="26650"/>
                      <a:pt x="1981" y="24669"/>
                      <a:pt x="4422" y="24669"/>
                    </a:cubicBezTo>
                    <a:cubicBezTo>
                      <a:pt x="6864" y="24669"/>
                      <a:pt x="8845" y="26650"/>
                      <a:pt x="8845" y="29092"/>
                    </a:cubicBezTo>
                    <a:lnTo>
                      <a:pt x="8845" y="55428"/>
                    </a:lnTo>
                    <a:cubicBezTo>
                      <a:pt x="8845" y="57868"/>
                      <a:pt x="6864" y="59850"/>
                      <a:pt x="4422" y="59850"/>
                    </a:cubicBezTo>
                    <a:close/>
                    <a:moveTo>
                      <a:pt x="28547" y="59850"/>
                    </a:moveTo>
                    <a:cubicBezTo>
                      <a:pt x="26106" y="59850"/>
                      <a:pt x="24125" y="57869"/>
                      <a:pt x="24125" y="55428"/>
                    </a:cubicBezTo>
                    <a:lnTo>
                      <a:pt x="24125" y="4422"/>
                    </a:lnTo>
                    <a:cubicBezTo>
                      <a:pt x="24125" y="1981"/>
                      <a:pt x="26106" y="0"/>
                      <a:pt x="28547" y="0"/>
                    </a:cubicBezTo>
                    <a:cubicBezTo>
                      <a:pt x="30989" y="0"/>
                      <a:pt x="32970" y="1981"/>
                      <a:pt x="32970" y="4422"/>
                    </a:cubicBezTo>
                    <a:lnTo>
                      <a:pt x="32970" y="55427"/>
                    </a:lnTo>
                    <a:cubicBezTo>
                      <a:pt x="32970" y="57868"/>
                      <a:pt x="30989" y="59850"/>
                      <a:pt x="28547" y="59850"/>
                    </a:cubicBezTo>
                    <a:close/>
                    <a:moveTo>
                      <a:pt x="53791" y="59850"/>
                    </a:moveTo>
                    <a:cubicBezTo>
                      <a:pt x="51350" y="59850"/>
                      <a:pt x="49369" y="57869"/>
                      <a:pt x="49369" y="55428"/>
                    </a:cubicBezTo>
                    <a:lnTo>
                      <a:pt x="49369" y="12272"/>
                    </a:lnTo>
                    <a:cubicBezTo>
                      <a:pt x="49369" y="9830"/>
                      <a:pt x="51350" y="7849"/>
                      <a:pt x="53791" y="7849"/>
                    </a:cubicBezTo>
                    <a:cubicBezTo>
                      <a:pt x="56233" y="7849"/>
                      <a:pt x="58214" y="9830"/>
                      <a:pt x="58214" y="12272"/>
                    </a:cubicBezTo>
                    <a:lnTo>
                      <a:pt x="58214" y="55428"/>
                    </a:lnTo>
                    <a:cubicBezTo>
                      <a:pt x="58214" y="57868"/>
                      <a:pt x="56233" y="59850"/>
                      <a:pt x="53791" y="59850"/>
                    </a:cubicBezTo>
                    <a:close/>
                  </a:path>
                </a:pathLst>
              </a:custGeom>
              <a:grpFill/>
              <a:ln w="102" cap="flat">
                <a:noFill/>
                <a:prstDash val="solid"/>
                <a:miter/>
              </a:ln>
            </p:spPr>
            <p:txBody>
              <a:bodyPr rtlCol="0" anchor="ctr"/>
              <a:lstStyle/>
              <a:p>
                <a:endParaRPr lang="zh-CN" altLang="en-US"/>
              </a:p>
            </p:txBody>
          </p:sp>
        </p:grpSp>
      </p:grpSp>
    </p:spTree>
    <p:extLst>
      <p:ext uri="{BB962C8B-B14F-4D97-AF65-F5344CB8AC3E}">
        <p14:creationId xmlns:p14="http://schemas.microsoft.com/office/powerpoint/2010/main" val="22297056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2257" name="矩形: 圆角 2256">
            <a:extLst>
              <a:ext uri="{FF2B5EF4-FFF2-40B4-BE49-F238E27FC236}">
                <a16:creationId xmlns:a16="http://schemas.microsoft.com/office/drawing/2014/main" id="{8393C7D3-82B3-8D4B-413A-02F7C3B474C9}"/>
              </a:ext>
            </a:extLst>
          </p:cNvPr>
          <p:cNvSpPr/>
          <p:nvPr/>
        </p:nvSpPr>
        <p:spPr>
          <a:xfrm>
            <a:off x="10585680" y="1343863"/>
            <a:ext cx="940332" cy="4814356"/>
          </a:xfrm>
          <a:prstGeom prst="roundRect">
            <a:avLst>
              <a:gd name="adj" fmla="val 8167"/>
            </a:avLst>
          </a:prstGeom>
          <a:solidFill>
            <a:schemeClr val="accent2">
              <a:alpha val="12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矩形: 圆角 95">
            <a:extLst>
              <a:ext uri="{FF2B5EF4-FFF2-40B4-BE49-F238E27FC236}">
                <a16:creationId xmlns:a16="http://schemas.microsoft.com/office/drawing/2014/main" id="{E36C3E71-C2B4-FD8F-F65D-133F8495777F}"/>
              </a:ext>
            </a:extLst>
          </p:cNvPr>
          <p:cNvSpPr/>
          <p:nvPr/>
        </p:nvSpPr>
        <p:spPr>
          <a:xfrm>
            <a:off x="660400" y="1343863"/>
            <a:ext cx="1063386" cy="4814356"/>
          </a:xfrm>
          <a:prstGeom prst="roundRect">
            <a:avLst>
              <a:gd name="adj" fmla="val 8167"/>
            </a:avLst>
          </a:prstGeom>
          <a:solidFill>
            <a:schemeClr val="accent2">
              <a:alpha val="12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a:extLst>
              <a:ext uri="{FF2B5EF4-FFF2-40B4-BE49-F238E27FC236}">
                <a16:creationId xmlns:a16="http://schemas.microsoft.com/office/drawing/2014/main" id="{47887034-3869-3B33-DB25-4768046BBDA4}"/>
              </a:ext>
            </a:extLst>
          </p:cNvPr>
          <p:cNvSpPr/>
          <p:nvPr/>
        </p:nvSpPr>
        <p:spPr>
          <a:xfrm>
            <a:off x="1987925" y="2105363"/>
            <a:ext cx="1527054" cy="2444925"/>
          </a:xfrm>
          <a:custGeom>
            <a:avLst/>
            <a:gdLst>
              <a:gd name="connsiteX0" fmla="*/ 0 w 1527054"/>
              <a:gd name="connsiteY0" fmla="*/ 0 h 2444925"/>
              <a:gd name="connsiteX1" fmla="*/ 1527055 w 1527054"/>
              <a:gd name="connsiteY1" fmla="*/ 0 h 2444925"/>
              <a:gd name="connsiteX2" fmla="*/ 1527055 w 1527054"/>
              <a:gd name="connsiteY2" fmla="*/ 2444926 h 2444925"/>
              <a:gd name="connsiteX3" fmla="*/ 0 w 1527054"/>
              <a:gd name="connsiteY3" fmla="*/ 2444926 h 2444925"/>
            </a:gdLst>
            <a:ahLst/>
            <a:cxnLst>
              <a:cxn ang="0">
                <a:pos x="connsiteX0" y="connsiteY0"/>
              </a:cxn>
              <a:cxn ang="0">
                <a:pos x="connsiteX1" y="connsiteY1"/>
              </a:cxn>
              <a:cxn ang="0">
                <a:pos x="connsiteX2" y="connsiteY2"/>
              </a:cxn>
              <a:cxn ang="0">
                <a:pos x="connsiteX3" y="connsiteY3"/>
              </a:cxn>
            </a:cxnLst>
            <a:rect l="l" t="t" r="r" b="b"/>
            <a:pathLst>
              <a:path w="1527054" h="2444925">
                <a:moveTo>
                  <a:pt x="0" y="0"/>
                </a:moveTo>
                <a:lnTo>
                  <a:pt x="1527055" y="0"/>
                </a:lnTo>
                <a:lnTo>
                  <a:pt x="1527055" y="2444926"/>
                </a:lnTo>
                <a:lnTo>
                  <a:pt x="0" y="2444926"/>
                </a:lnTo>
                <a:close/>
              </a:path>
            </a:pathLst>
          </a:custGeom>
          <a:solidFill>
            <a:schemeClr val="accent1">
              <a:alpha val="20000"/>
            </a:schemeClr>
          </a:solidFill>
          <a:ln w="15596" cap="flat">
            <a:noFill/>
            <a:prstDash val="solid"/>
            <a:miter/>
          </a:ln>
        </p:spPr>
        <p:txBody>
          <a:bodyPr rtlCol="0" anchor="ctr"/>
          <a:lstStyle/>
          <a:p>
            <a:endParaRPr lang="zh-CN" altLang="en-US"/>
          </a:p>
        </p:txBody>
      </p:sp>
      <p:sp>
        <p:nvSpPr>
          <p:cNvPr id="9" name="任意多边形: 形状 8">
            <a:extLst>
              <a:ext uri="{FF2B5EF4-FFF2-40B4-BE49-F238E27FC236}">
                <a16:creationId xmlns:a16="http://schemas.microsoft.com/office/drawing/2014/main" id="{6A3C037E-633C-B119-C451-E84A8B928125}"/>
              </a:ext>
            </a:extLst>
          </p:cNvPr>
          <p:cNvSpPr/>
          <p:nvPr/>
        </p:nvSpPr>
        <p:spPr>
          <a:xfrm>
            <a:off x="3514980" y="1714786"/>
            <a:ext cx="373184" cy="2835502"/>
          </a:xfrm>
          <a:custGeom>
            <a:avLst/>
            <a:gdLst>
              <a:gd name="connsiteX0" fmla="*/ 373185 w 373184"/>
              <a:gd name="connsiteY0" fmla="*/ 2517301 h 2835502"/>
              <a:gd name="connsiteX1" fmla="*/ 0 w 373184"/>
              <a:gd name="connsiteY1" fmla="*/ 2835502 h 2835502"/>
              <a:gd name="connsiteX2" fmla="*/ 0 w 373184"/>
              <a:gd name="connsiteY2" fmla="*/ 390577 h 2835502"/>
              <a:gd name="connsiteX3" fmla="*/ 373185 w 373184"/>
              <a:gd name="connsiteY3" fmla="*/ 0 h 2835502"/>
              <a:gd name="connsiteX4" fmla="*/ 373185 w 373184"/>
              <a:gd name="connsiteY4" fmla="*/ 2517301 h 28355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84" h="2835502">
                <a:moveTo>
                  <a:pt x="373185" y="2517301"/>
                </a:moveTo>
                <a:lnTo>
                  <a:pt x="0" y="2835502"/>
                </a:lnTo>
                <a:lnTo>
                  <a:pt x="0" y="390577"/>
                </a:lnTo>
                <a:lnTo>
                  <a:pt x="373185" y="0"/>
                </a:lnTo>
                <a:lnTo>
                  <a:pt x="373185" y="2517301"/>
                </a:lnTo>
                <a:close/>
              </a:path>
            </a:pathLst>
          </a:custGeom>
          <a:gradFill>
            <a:gsLst>
              <a:gs pos="0">
                <a:schemeClr val="accent1">
                  <a:alpha val="30000"/>
                </a:schemeClr>
              </a:gs>
              <a:gs pos="100000">
                <a:schemeClr val="tx2"/>
              </a:gs>
            </a:gsLst>
            <a:lin ang="0" scaled="0"/>
          </a:gradFill>
          <a:ln w="15596" cap="flat">
            <a:noFill/>
            <a:prstDash val="solid"/>
            <a:miter/>
          </a:ln>
        </p:spPr>
        <p:txBody>
          <a:bodyPr rtlCol="0" anchor="ctr"/>
          <a:lstStyle/>
          <a:p>
            <a:endParaRPr lang="zh-CN" altLang="en-US"/>
          </a:p>
        </p:txBody>
      </p:sp>
      <p:sp>
        <p:nvSpPr>
          <p:cNvPr id="10" name="任意多边形: 形状 9">
            <a:extLst>
              <a:ext uri="{FF2B5EF4-FFF2-40B4-BE49-F238E27FC236}">
                <a16:creationId xmlns:a16="http://schemas.microsoft.com/office/drawing/2014/main" id="{B04F5FE8-C8AB-770E-106B-08DE0FB49BC3}"/>
              </a:ext>
            </a:extLst>
          </p:cNvPr>
          <p:cNvSpPr/>
          <p:nvPr/>
        </p:nvSpPr>
        <p:spPr>
          <a:xfrm>
            <a:off x="6601690" y="1714786"/>
            <a:ext cx="373184" cy="2835502"/>
          </a:xfrm>
          <a:custGeom>
            <a:avLst/>
            <a:gdLst>
              <a:gd name="connsiteX0" fmla="*/ 373185 w 373184"/>
              <a:gd name="connsiteY0" fmla="*/ 2403045 h 2835502"/>
              <a:gd name="connsiteX1" fmla="*/ 0 w 373184"/>
              <a:gd name="connsiteY1" fmla="*/ 2835502 h 2835502"/>
              <a:gd name="connsiteX2" fmla="*/ 0 w 373184"/>
              <a:gd name="connsiteY2" fmla="*/ 390577 h 2835502"/>
              <a:gd name="connsiteX3" fmla="*/ 373185 w 373184"/>
              <a:gd name="connsiteY3" fmla="*/ 0 h 2835502"/>
              <a:gd name="connsiteX4" fmla="*/ 373185 w 373184"/>
              <a:gd name="connsiteY4" fmla="*/ 2403045 h 28355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3184" h="2835502">
                <a:moveTo>
                  <a:pt x="373185" y="2403045"/>
                </a:moveTo>
                <a:lnTo>
                  <a:pt x="0" y="2835502"/>
                </a:lnTo>
                <a:lnTo>
                  <a:pt x="0" y="390577"/>
                </a:lnTo>
                <a:lnTo>
                  <a:pt x="373185" y="0"/>
                </a:lnTo>
                <a:lnTo>
                  <a:pt x="373185" y="2403045"/>
                </a:lnTo>
                <a:close/>
              </a:path>
            </a:pathLst>
          </a:custGeom>
          <a:gradFill>
            <a:gsLst>
              <a:gs pos="0">
                <a:schemeClr val="accent1">
                  <a:alpha val="30000"/>
                </a:schemeClr>
              </a:gs>
              <a:gs pos="100000">
                <a:schemeClr val="tx2"/>
              </a:gs>
            </a:gsLst>
            <a:lin ang="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1" name="任意多边形: 形状 10">
            <a:extLst>
              <a:ext uri="{FF2B5EF4-FFF2-40B4-BE49-F238E27FC236}">
                <a16:creationId xmlns:a16="http://schemas.microsoft.com/office/drawing/2014/main" id="{4A223A9A-A76A-B681-AD88-CACFF3A5EB59}"/>
              </a:ext>
            </a:extLst>
          </p:cNvPr>
          <p:cNvSpPr/>
          <p:nvPr/>
        </p:nvSpPr>
        <p:spPr>
          <a:xfrm>
            <a:off x="1987925" y="1761268"/>
            <a:ext cx="1527054" cy="339492"/>
          </a:xfrm>
          <a:custGeom>
            <a:avLst/>
            <a:gdLst>
              <a:gd name="connsiteX0" fmla="*/ 0 w 1527054"/>
              <a:gd name="connsiteY0" fmla="*/ 0 h 339492"/>
              <a:gd name="connsiteX1" fmla="*/ 1527055 w 1527054"/>
              <a:gd name="connsiteY1" fmla="*/ 0 h 339492"/>
              <a:gd name="connsiteX2" fmla="*/ 1527055 w 1527054"/>
              <a:gd name="connsiteY2" fmla="*/ 339493 h 339492"/>
              <a:gd name="connsiteX3" fmla="*/ 0 w 1527054"/>
              <a:gd name="connsiteY3" fmla="*/ 339493 h 339492"/>
            </a:gdLst>
            <a:ahLst/>
            <a:cxnLst>
              <a:cxn ang="0">
                <a:pos x="connsiteX0" y="connsiteY0"/>
              </a:cxn>
              <a:cxn ang="0">
                <a:pos x="connsiteX1" y="connsiteY1"/>
              </a:cxn>
              <a:cxn ang="0">
                <a:pos x="connsiteX2" y="connsiteY2"/>
              </a:cxn>
              <a:cxn ang="0">
                <a:pos x="connsiteX3" y="connsiteY3"/>
              </a:cxn>
            </a:cxnLst>
            <a:rect l="l" t="t" r="r" b="b"/>
            <a:pathLst>
              <a:path w="1527054" h="339492">
                <a:moveTo>
                  <a:pt x="0" y="0"/>
                </a:moveTo>
                <a:lnTo>
                  <a:pt x="1527055" y="0"/>
                </a:lnTo>
                <a:lnTo>
                  <a:pt x="1527055" y="339493"/>
                </a:lnTo>
                <a:lnTo>
                  <a:pt x="0" y="339493"/>
                </a:lnTo>
                <a:close/>
              </a:path>
            </a:pathLst>
          </a:custGeom>
          <a:noFill/>
          <a:ln w="15596" cap="flat">
            <a:gradFill>
              <a:gsLst>
                <a:gs pos="3000">
                  <a:schemeClr val="accent1">
                    <a:lumMod val="5000"/>
                    <a:lumOff val="95000"/>
                    <a:alpha val="0"/>
                  </a:schemeClr>
                </a:gs>
                <a:gs pos="10000">
                  <a:schemeClr val="accent1">
                    <a:alpha val="30000"/>
                  </a:schemeClr>
                </a:gs>
                <a:gs pos="90000">
                  <a:schemeClr val="accent1">
                    <a:alpha val="30000"/>
                  </a:schemeClr>
                </a:gs>
                <a:gs pos="97000">
                  <a:schemeClr val="tx2">
                    <a:alpha val="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2" name="任意多边形: 形状 11">
            <a:extLst>
              <a:ext uri="{FF2B5EF4-FFF2-40B4-BE49-F238E27FC236}">
                <a16:creationId xmlns:a16="http://schemas.microsoft.com/office/drawing/2014/main" id="{54E9D0A2-AD41-DAF4-FB90-7556831A000C}"/>
              </a:ext>
            </a:extLst>
          </p:cNvPr>
          <p:cNvSpPr/>
          <p:nvPr/>
        </p:nvSpPr>
        <p:spPr>
          <a:xfrm>
            <a:off x="1987925" y="1719020"/>
            <a:ext cx="1900239" cy="385975"/>
          </a:xfrm>
          <a:custGeom>
            <a:avLst/>
            <a:gdLst>
              <a:gd name="connsiteX0" fmla="*/ 1527055 w 1900239"/>
              <a:gd name="connsiteY0" fmla="*/ 385975 h 385975"/>
              <a:gd name="connsiteX1" fmla="*/ 0 w 1900239"/>
              <a:gd name="connsiteY1" fmla="*/ 385975 h 385975"/>
              <a:gd name="connsiteX2" fmla="*/ 459832 w 1900239"/>
              <a:gd name="connsiteY2" fmla="*/ 0 h 385975"/>
              <a:gd name="connsiteX3" fmla="*/ 1900240 w 1900239"/>
              <a:gd name="connsiteY3" fmla="*/ 0 h 385975"/>
              <a:gd name="connsiteX4" fmla="*/ 1527055 w 1900239"/>
              <a:gd name="connsiteY4" fmla="*/ 385975 h 385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239" h="385975">
                <a:moveTo>
                  <a:pt x="1527055" y="385975"/>
                </a:moveTo>
                <a:lnTo>
                  <a:pt x="0" y="385975"/>
                </a:lnTo>
                <a:lnTo>
                  <a:pt x="459832" y="0"/>
                </a:lnTo>
                <a:lnTo>
                  <a:pt x="1900240" y="0"/>
                </a:lnTo>
                <a:lnTo>
                  <a:pt x="1527055" y="385975"/>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3" name="任意多边形: 形状 12">
            <a:extLst>
              <a:ext uri="{FF2B5EF4-FFF2-40B4-BE49-F238E27FC236}">
                <a16:creationId xmlns:a16="http://schemas.microsoft.com/office/drawing/2014/main" id="{75012FE5-B475-9B0E-DF83-75099A5DA6D2}"/>
              </a:ext>
            </a:extLst>
          </p:cNvPr>
          <p:cNvSpPr/>
          <p:nvPr/>
        </p:nvSpPr>
        <p:spPr>
          <a:xfrm>
            <a:off x="1987925" y="4164313"/>
            <a:ext cx="1900239" cy="385975"/>
          </a:xfrm>
          <a:custGeom>
            <a:avLst/>
            <a:gdLst>
              <a:gd name="connsiteX0" fmla="*/ 1527055 w 1900239"/>
              <a:gd name="connsiteY0" fmla="*/ 385975 h 385975"/>
              <a:gd name="connsiteX1" fmla="*/ 0 w 1900239"/>
              <a:gd name="connsiteY1" fmla="*/ 385975 h 385975"/>
              <a:gd name="connsiteX2" fmla="*/ 459832 w 1900239"/>
              <a:gd name="connsiteY2" fmla="*/ 0 h 385975"/>
              <a:gd name="connsiteX3" fmla="*/ 1900240 w 1900239"/>
              <a:gd name="connsiteY3" fmla="*/ 0 h 385975"/>
              <a:gd name="connsiteX4" fmla="*/ 1527055 w 1900239"/>
              <a:gd name="connsiteY4" fmla="*/ 385975 h 385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239" h="385975">
                <a:moveTo>
                  <a:pt x="1527055" y="385975"/>
                </a:moveTo>
                <a:lnTo>
                  <a:pt x="0" y="385975"/>
                </a:lnTo>
                <a:lnTo>
                  <a:pt x="459832" y="0"/>
                </a:lnTo>
                <a:lnTo>
                  <a:pt x="1900240" y="0"/>
                </a:lnTo>
                <a:lnTo>
                  <a:pt x="1527055" y="385975"/>
                </a:lnTo>
                <a:close/>
              </a:path>
            </a:pathLst>
          </a:custGeom>
          <a:gradFill>
            <a:gsLst>
              <a:gs pos="0">
                <a:schemeClr val="accent1">
                  <a:alpha val="0"/>
                </a:schemeClr>
              </a:gs>
              <a:gs pos="100000">
                <a:schemeClr val="accent1">
                  <a:alpha val="35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4" name="任意多边形: 形状 13">
            <a:extLst>
              <a:ext uri="{FF2B5EF4-FFF2-40B4-BE49-F238E27FC236}">
                <a16:creationId xmlns:a16="http://schemas.microsoft.com/office/drawing/2014/main" id="{517A3AF2-9508-7C61-C932-55283D39EAB4}"/>
              </a:ext>
            </a:extLst>
          </p:cNvPr>
          <p:cNvSpPr/>
          <p:nvPr/>
        </p:nvSpPr>
        <p:spPr>
          <a:xfrm>
            <a:off x="3627755" y="4164313"/>
            <a:ext cx="3292293" cy="385975"/>
          </a:xfrm>
          <a:custGeom>
            <a:avLst/>
            <a:gdLst>
              <a:gd name="connsiteX0" fmla="*/ 2956466 w 3292293"/>
              <a:gd name="connsiteY0" fmla="*/ 385975 h 385975"/>
              <a:gd name="connsiteX1" fmla="*/ 0 w 3292293"/>
              <a:gd name="connsiteY1" fmla="*/ 385975 h 385975"/>
              <a:gd name="connsiteX2" fmla="*/ 503507 w 3292293"/>
              <a:gd name="connsiteY2" fmla="*/ 0 h 385975"/>
              <a:gd name="connsiteX3" fmla="*/ 3292293 w 3292293"/>
              <a:gd name="connsiteY3" fmla="*/ 0 h 385975"/>
              <a:gd name="connsiteX4" fmla="*/ 2956466 w 3292293"/>
              <a:gd name="connsiteY4" fmla="*/ 385975 h 385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2293" h="385975">
                <a:moveTo>
                  <a:pt x="2956466" y="385975"/>
                </a:moveTo>
                <a:lnTo>
                  <a:pt x="0" y="385975"/>
                </a:lnTo>
                <a:lnTo>
                  <a:pt x="503507" y="0"/>
                </a:lnTo>
                <a:lnTo>
                  <a:pt x="3292293" y="0"/>
                </a:lnTo>
                <a:lnTo>
                  <a:pt x="2956466" y="385975"/>
                </a:lnTo>
                <a:close/>
              </a:path>
            </a:pathLst>
          </a:custGeom>
          <a:gradFill>
            <a:gsLst>
              <a:gs pos="0">
                <a:schemeClr val="accent1">
                  <a:alpha val="0"/>
                </a:schemeClr>
              </a:gs>
              <a:gs pos="100000">
                <a:schemeClr val="accent1">
                  <a:alpha val="35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5" name="任意多边形: 形状 14">
            <a:extLst>
              <a:ext uri="{FF2B5EF4-FFF2-40B4-BE49-F238E27FC236}">
                <a16:creationId xmlns:a16="http://schemas.microsoft.com/office/drawing/2014/main" id="{D150DBE1-7864-BF34-9AAE-022EB65A83B1}"/>
              </a:ext>
            </a:extLst>
          </p:cNvPr>
          <p:cNvSpPr/>
          <p:nvPr/>
        </p:nvSpPr>
        <p:spPr>
          <a:xfrm>
            <a:off x="4945093" y="2061766"/>
            <a:ext cx="279362" cy="1624465"/>
          </a:xfrm>
          <a:custGeom>
            <a:avLst/>
            <a:gdLst>
              <a:gd name="connsiteX0" fmla="*/ 279362 w 279362"/>
              <a:gd name="connsiteY0" fmla="*/ 1334028 h 1624465"/>
              <a:gd name="connsiteX1" fmla="*/ 0 w 279362"/>
              <a:gd name="connsiteY1" fmla="*/ 1624465 h 1624465"/>
              <a:gd name="connsiteX2" fmla="*/ 0 w 279362"/>
              <a:gd name="connsiteY2" fmla="*/ 198642 h 1624465"/>
              <a:gd name="connsiteX3" fmla="*/ 279362 w 279362"/>
              <a:gd name="connsiteY3" fmla="*/ 0 h 1624465"/>
              <a:gd name="connsiteX4" fmla="*/ 279362 w 279362"/>
              <a:gd name="connsiteY4" fmla="*/ 1334028 h 1624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362" h="1624465">
                <a:moveTo>
                  <a:pt x="279362" y="1334028"/>
                </a:moveTo>
                <a:lnTo>
                  <a:pt x="0" y="1624465"/>
                </a:lnTo>
                <a:lnTo>
                  <a:pt x="0" y="198642"/>
                </a:lnTo>
                <a:lnTo>
                  <a:pt x="279362" y="0"/>
                </a:lnTo>
                <a:lnTo>
                  <a:pt x="279362" y="1334028"/>
                </a:lnTo>
                <a:close/>
              </a:path>
            </a:pathLst>
          </a:custGeom>
          <a:gradFill>
            <a:gsLst>
              <a:gs pos="10000">
                <a:schemeClr val="accent1">
                  <a:lumMod val="40000"/>
                  <a:lumOff val="60000"/>
                </a:schemeClr>
              </a:gs>
              <a:gs pos="100000">
                <a:schemeClr val="accent1">
                  <a:lumMod val="40000"/>
                  <a:lumOff val="60000"/>
                  <a:alpha val="0"/>
                </a:schemeClr>
              </a:gs>
            </a:gsLst>
            <a:lin ang="0" scaled="0"/>
          </a:gradFill>
          <a:ln w="15596" cap="flat">
            <a:noFill/>
            <a:prstDash val="solid"/>
            <a:miter/>
          </a:ln>
        </p:spPr>
        <p:txBody>
          <a:bodyPr rtlCol="0" anchor="ctr"/>
          <a:lstStyle/>
          <a:p>
            <a:endParaRPr lang="zh-CN" altLang="en-US"/>
          </a:p>
        </p:txBody>
      </p:sp>
      <p:sp>
        <p:nvSpPr>
          <p:cNvPr id="16" name="任意多边形: 形状 15">
            <a:extLst>
              <a:ext uri="{FF2B5EF4-FFF2-40B4-BE49-F238E27FC236}">
                <a16:creationId xmlns:a16="http://schemas.microsoft.com/office/drawing/2014/main" id="{02297C82-051E-34EB-AC1B-AB00EDEE2CFF}"/>
              </a:ext>
            </a:extLst>
          </p:cNvPr>
          <p:cNvSpPr/>
          <p:nvPr/>
        </p:nvSpPr>
        <p:spPr>
          <a:xfrm>
            <a:off x="3727192" y="2057710"/>
            <a:ext cx="1497262" cy="201137"/>
          </a:xfrm>
          <a:custGeom>
            <a:avLst/>
            <a:gdLst>
              <a:gd name="connsiteX0" fmla="*/ 1217900 w 1497262"/>
              <a:gd name="connsiteY0" fmla="*/ 201138 h 201137"/>
              <a:gd name="connsiteX1" fmla="*/ 0 w 1497262"/>
              <a:gd name="connsiteY1" fmla="*/ 201138 h 201137"/>
              <a:gd name="connsiteX2" fmla="*/ 362266 w 1497262"/>
              <a:gd name="connsiteY2" fmla="*/ 0 h 201137"/>
              <a:gd name="connsiteX3" fmla="*/ 1497262 w 1497262"/>
              <a:gd name="connsiteY3" fmla="*/ 0 h 201137"/>
              <a:gd name="connsiteX4" fmla="*/ 1217900 w 1497262"/>
              <a:gd name="connsiteY4" fmla="*/ 201138 h 201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7262" h="201137">
                <a:moveTo>
                  <a:pt x="1217900" y="201138"/>
                </a:moveTo>
                <a:lnTo>
                  <a:pt x="0" y="201138"/>
                </a:lnTo>
                <a:lnTo>
                  <a:pt x="362266" y="0"/>
                </a:lnTo>
                <a:lnTo>
                  <a:pt x="1497262" y="0"/>
                </a:lnTo>
                <a:lnTo>
                  <a:pt x="1217900" y="201138"/>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7" name="任意多边形: 形状 16">
            <a:extLst>
              <a:ext uri="{FF2B5EF4-FFF2-40B4-BE49-F238E27FC236}">
                <a16:creationId xmlns:a16="http://schemas.microsoft.com/office/drawing/2014/main" id="{A2D5A391-C820-D044-09E9-926486F13CF7}"/>
              </a:ext>
            </a:extLst>
          </p:cNvPr>
          <p:cNvSpPr/>
          <p:nvPr/>
        </p:nvSpPr>
        <p:spPr>
          <a:xfrm>
            <a:off x="1987925" y="1354938"/>
            <a:ext cx="1900239" cy="406330"/>
          </a:xfrm>
          <a:custGeom>
            <a:avLst/>
            <a:gdLst>
              <a:gd name="connsiteX0" fmla="*/ 1527055 w 1900239"/>
              <a:gd name="connsiteY0" fmla="*/ 406331 h 406330"/>
              <a:gd name="connsiteX1" fmla="*/ 0 w 1900239"/>
              <a:gd name="connsiteY1" fmla="*/ 406331 h 406330"/>
              <a:gd name="connsiteX2" fmla="*/ 459832 w 1900239"/>
              <a:gd name="connsiteY2" fmla="*/ 0 h 406330"/>
              <a:gd name="connsiteX3" fmla="*/ 1900240 w 1900239"/>
              <a:gd name="connsiteY3" fmla="*/ 0 h 406330"/>
              <a:gd name="connsiteX4" fmla="*/ 1527055 w 1900239"/>
              <a:gd name="connsiteY4" fmla="*/ 406331 h 406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0239" h="406330">
                <a:moveTo>
                  <a:pt x="1527055" y="406331"/>
                </a:moveTo>
                <a:lnTo>
                  <a:pt x="0" y="406331"/>
                </a:lnTo>
                <a:lnTo>
                  <a:pt x="459832" y="0"/>
                </a:lnTo>
                <a:lnTo>
                  <a:pt x="1900240" y="0"/>
                </a:lnTo>
                <a:lnTo>
                  <a:pt x="1527055" y="406331"/>
                </a:lnTo>
                <a:close/>
              </a:path>
            </a:pathLst>
          </a:custGeom>
          <a:gradFill>
            <a:gsLst>
              <a:gs pos="0">
                <a:schemeClr val="accent1">
                  <a:alpha val="0"/>
                </a:schemeClr>
              </a:gs>
              <a:gs pos="100000">
                <a:schemeClr val="accent1">
                  <a:alpha val="17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8" name="任意多边形: 形状 17">
            <a:extLst>
              <a:ext uri="{FF2B5EF4-FFF2-40B4-BE49-F238E27FC236}">
                <a16:creationId xmlns:a16="http://schemas.microsoft.com/office/drawing/2014/main" id="{99F4BFB6-71C7-8422-ACBB-F489CE32AA10}"/>
              </a:ext>
            </a:extLst>
          </p:cNvPr>
          <p:cNvSpPr/>
          <p:nvPr/>
        </p:nvSpPr>
        <p:spPr>
          <a:xfrm>
            <a:off x="3627754" y="2105363"/>
            <a:ext cx="2973935" cy="2444925"/>
          </a:xfrm>
          <a:custGeom>
            <a:avLst/>
            <a:gdLst>
              <a:gd name="connsiteX0" fmla="*/ 0 w 2973935"/>
              <a:gd name="connsiteY0" fmla="*/ 0 h 2444925"/>
              <a:gd name="connsiteX1" fmla="*/ 2973936 w 2973935"/>
              <a:gd name="connsiteY1" fmla="*/ 0 h 2444925"/>
              <a:gd name="connsiteX2" fmla="*/ 2973936 w 2973935"/>
              <a:gd name="connsiteY2" fmla="*/ 2444926 h 2444925"/>
              <a:gd name="connsiteX3" fmla="*/ 0 w 2973935"/>
              <a:gd name="connsiteY3" fmla="*/ 2444926 h 2444925"/>
            </a:gdLst>
            <a:ahLst/>
            <a:cxnLst>
              <a:cxn ang="0">
                <a:pos x="connsiteX0" y="connsiteY0"/>
              </a:cxn>
              <a:cxn ang="0">
                <a:pos x="connsiteX1" y="connsiteY1"/>
              </a:cxn>
              <a:cxn ang="0">
                <a:pos x="connsiteX2" y="connsiteY2"/>
              </a:cxn>
              <a:cxn ang="0">
                <a:pos x="connsiteX3" y="connsiteY3"/>
              </a:cxn>
            </a:cxnLst>
            <a:rect l="l" t="t" r="r" b="b"/>
            <a:pathLst>
              <a:path w="2973935" h="2444925">
                <a:moveTo>
                  <a:pt x="0" y="0"/>
                </a:moveTo>
                <a:lnTo>
                  <a:pt x="2973936" y="0"/>
                </a:lnTo>
                <a:lnTo>
                  <a:pt x="2973936" y="2444926"/>
                </a:lnTo>
                <a:lnTo>
                  <a:pt x="0" y="2444926"/>
                </a:lnTo>
                <a:close/>
              </a:path>
            </a:pathLst>
          </a:custGeom>
          <a:noFill/>
          <a:ln w="15596"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CBEF0FC7-AB8F-A35F-5656-24E314E143FD}"/>
              </a:ext>
            </a:extLst>
          </p:cNvPr>
          <p:cNvSpPr/>
          <p:nvPr/>
        </p:nvSpPr>
        <p:spPr>
          <a:xfrm>
            <a:off x="3730078" y="2258848"/>
            <a:ext cx="1213766" cy="1427383"/>
          </a:xfrm>
          <a:custGeom>
            <a:avLst/>
            <a:gdLst>
              <a:gd name="connsiteX0" fmla="*/ 0 w 1213766"/>
              <a:gd name="connsiteY0" fmla="*/ 0 h 1427383"/>
              <a:gd name="connsiteX1" fmla="*/ 1213767 w 1213766"/>
              <a:gd name="connsiteY1" fmla="*/ 0 h 1427383"/>
              <a:gd name="connsiteX2" fmla="*/ 1213767 w 1213766"/>
              <a:gd name="connsiteY2" fmla="*/ 1427383 h 1427383"/>
              <a:gd name="connsiteX3" fmla="*/ 0 w 1213766"/>
              <a:gd name="connsiteY3" fmla="*/ 1427383 h 1427383"/>
            </a:gdLst>
            <a:ahLst/>
            <a:cxnLst>
              <a:cxn ang="0">
                <a:pos x="connsiteX0" y="connsiteY0"/>
              </a:cxn>
              <a:cxn ang="0">
                <a:pos x="connsiteX1" y="connsiteY1"/>
              </a:cxn>
              <a:cxn ang="0">
                <a:pos x="connsiteX2" y="connsiteY2"/>
              </a:cxn>
              <a:cxn ang="0">
                <a:pos x="connsiteX3" y="connsiteY3"/>
              </a:cxn>
            </a:cxnLst>
            <a:rect l="l" t="t" r="r" b="b"/>
            <a:pathLst>
              <a:path w="1213766" h="1427383">
                <a:moveTo>
                  <a:pt x="0" y="0"/>
                </a:moveTo>
                <a:lnTo>
                  <a:pt x="1213767" y="0"/>
                </a:lnTo>
                <a:lnTo>
                  <a:pt x="1213767" y="1427383"/>
                </a:lnTo>
                <a:lnTo>
                  <a:pt x="0" y="1427383"/>
                </a:lnTo>
                <a:close/>
              </a:path>
            </a:pathLst>
          </a:custGeom>
          <a:solidFill>
            <a:schemeClr val="accent1">
              <a:alpha val="20000"/>
            </a:schemeClr>
          </a:soli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0" name="任意多边形: 形状 19">
            <a:extLst>
              <a:ext uri="{FF2B5EF4-FFF2-40B4-BE49-F238E27FC236}">
                <a16:creationId xmlns:a16="http://schemas.microsoft.com/office/drawing/2014/main" id="{8A7B4345-C7B4-1A85-20A6-AF4E625C3154}"/>
              </a:ext>
            </a:extLst>
          </p:cNvPr>
          <p:cNvSpPr/>
          <p:nvPr/>
        </p:nvSpPr>
        <p:spPr>
          <a:xfrm>
            <a:off x="3730078" y="3770773"/>
            <a:ext cx="2768976" cy="638820"/>
          </a:xfrm>
          <a:custGeom>
            <a:avLst/>
            <a:gdLst>
              <a:gd name="connsiteX0" fmla="*/ 0 w 2768976"/>
              <a:gd name="connsiteY0" fmla="*/ 0 h 638820"/>
              <a:gd name="connsiteX1" fmla="*/ 2768976 w 2768976"/>
              <a:gd name="connsiteY1" fmla="*/ 0 h 638820"/>
              <a:gd name="connsiteX2" fmla="*/ 2768976 w 2768976"/>
              <a:gd name="connsiteY2" fmla="*/ 638821 h 638820"/>
              <a:gd name="connsiteX3" fmla="*/ 0 w 2768976"/>
              <a:gd name="connsiteY3" fmla="*/ 638821 h 638820"/>
            </a:gdLst>
            <a:ahLst/>
            <a:cxnLst>
              <a:cxn ang="0">
                <a:pos x="connsiteX0" y="connsiteY0"/>
              </a:cxn>
              <a:cxn ang="0">
                <a:pos x="connsiteX1" y="connsiteY1"/>
              </a:cxn>
              <a:cxn ang="0">
                <a:pos x="connsiteX2" y="connsiteY2"/>
              </a:cxn>
              <a:cxn ang="0">
                <a:pos x="connsiteX3" y="connsiteY3"/>
              </a:cxn>
            </a:cxnLst>
            <a:rect l="l" t="t" r="r" b="b"/>
            <a:pathLst>
              <a:path w="2768976" h="638820">
                <a:moveTo>
                  <a:pt x="0" y="0"/>
                </a:moveTo>
                <a:lnTo>
                  <a:pt x="2768976" y="0"/>
                </a:lnTo>
                <a:lnTo>
                  <a:pt x="2768976" y="638821"/>
                </a:lnTo>
                <a:lnTo>
                  <a:pt x="0" y="638821"/>
                </a:lnTo>
                <a:close/>
              </a:path>
            </a:pathLst>
          </a:custGeom>
          <a:solidFill>
            <a:schemeClr val="accent1">
              <a:alpha val="20000"/>
            </a:schemeClr>
          </a:soli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1" name="任意多边形: 形状 20">
            <a:extLst>
              <a:ext uri="{FF2B5EF4-FFF2-40B4-BE49-F238E27FC236}">
                <a16:creationId xmlns:a16="http://schemas.microsoft.com/office/drawing/2014/main" id="{2A8C563A-6EB7-256E-991C-F5551004E6DC}"/>
              </a:ext>
            </a:extLst>
          </p:cNvPr>
          <p:cNvSpPr/>
          <p:nvPr/>
        </p:nvSpPr>
        <p:spPr>
          <a:xfrm>
            <a:off x="6498976" y="2057710"/>
            <a:ext cx="172125" cy="971918"/>
          </a:xfrm>
          <a:custGeom>
            <a:avLst/>
            <a:gdLst>
              <a:gd name="connsiteX0" fmla="*/ 172125 w 172125"/>
              <a:gd name="connsiteY0" fmla="*/ 771950 h 971918"/>
              <a:gd name="connsiteX1" fmla="*/ 0 w 172125"/>
              <a:gd name="connsiteY1" fmla="*/ 971918 h 971918"/>
              <a:gd name="connsiteX2" fmla="*/ 0 w 172125"/>
              <a:gd name="connsiteY2" fmla="*/ 201138 h 971918"/>
              <a:gd name="connsiteX3" fmla="*/ 172125 w 172125"/>
              <a:gd name="connsiteY3" fmla="*/ 0 h 971918"/>
              <a:gd name="connsiteX4" fmla="*/ 172125 w 172125"/>
              <a:gd name="connsiteY4" fmla="*/ 771950 h 971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125" h="971918">
                <a:moveTo>
                  <a:pt x="172125" y="771950"/>
                </a:moveTo>
                <a:lnTo>
                  <a:pt x="0" y="971918"/>
                </a:lnTo>
                <a:lnTo>
                  <a:pt x="0" y="201138"/>
                </a:lnTo>
                <a:lnTo>
                  <a:pt x="172125" y="0"/>
                </a:lnTo>
                <a:lnTo>
                  <a:pt x="172125" y="771950"/>
                </a:lnTo>
                <a:close/>
              </a:path>
            </a:pathLst>
          </a:custGeom>
          <a:gradFill>
            <a:gsLst>
              <a:gs pos="10000">
                <a:schemeClr val="accent1">
                  <a:lumMod val="40000"/>
                  <a:lumOff val="60000"/>
                </a:schemeClr>
              </a:gs>
              <a:gs pos="100000">
                <a:schemeClr val="accent1">
                  <a:lumMod val="40000"/>
                  <a:lumOff val="60000"/>
                  <a:alpha val="0"/>
                </a:schemeClr>
              </a:gs>
            </a:gsLst>
            <a:lin ang="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2" name="任意多边形: 形状 21">
            <a:extLst>
              <a:ext uri="{FF2B5EF4-FFF2-40B4-BE49-F238E27FC236}">
                <a16:creationId xmlns:a16="http://schemas.microsoft.com/office/drawing/2014/main" id="{9DE86066-ED63-F151-BF44-1512990A8197}"/>
              </a:ext>
            </a:extLst>
          </p:cNvPr>
          <p:cNvSpPr/>
          <p:nvPr/>
        </p:nvSpPr>
        <p:spPr>
          <a:xfrm>
            <a:off x="5039695" y="2057710"/>
            <a:ext cx="1634369" cy="201137"/>
          </a:xfrm>
          <a:custGeom>
            <a:avLst/>
            <a:gdLst>
              <a:gd name="connsiteX0" fmla="*/ 1462245 w 1634369"/>
              <a:gd name="connsiteY0" fmla="*/ 201138 h 201137"/>
              <a:gd name="connsiteX1" fmla="*/ 0 w 1634369"/>
              <a:gd name="connsiteY1" fmla="*/ 201138 h 201137"/>
              <a:gd name="connsiteX2" fmla="*/ 261892 w 1634369"/>
              <a:gd name="connsiteY2" fmla="*/ 0 h 201137"/>
              <a:gd name="connsiteX3" fmla="*/ 1634370 w 1634369"/>
              <a:gd name="connsiteY3" fmla="*/ 0 h 201137"/>
              <a:gd name="connsiteX4" fmla="*/ 1462245 w 1634369"/>
              <a:gd name="connsiteY4" fmla="*/ 201138 h 201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4369" h="201137">
                <a:moveTo>
                  <a:pt x="1462245" y="201138"/>
                </a:moveTo>
                <a:lnTo>
                  <a:pt x="0" y="201138"/>
                </a:lnTo>
                <a:lnTo>
                  <a:pt x="261892" y="0"/>
                </a:lnTo>
                <a:lnTo>
                  <a:pt x="1634370" y="0"/>
                </a:lnTo>
                <a:lnTo>
                  <a:pt x="1462245" y="201138"/>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3" name="任意多边形: 形状 22">
            <a:extLst>
              <a:ext uri="{FF2B5EF4-FFF2-40B4-BE49-F238E27FC236}">
                <a16:creationId xmlns:a16="http://schemas.microsoft.com/office/drawing/2014/main" id="{38CC8124-E28A-C2DF-2B24-0858C15CF958}"/>
              </a:ext>
            </a:extLst>
          </p:cNvPr>
          <p:cNvSpPr/>
          <p:nvPr/>
        </p:nvSpPr>
        <p:spPr>
          <a:xfrm>
            <a:off x="5039695" y="2258848"/>
            <a:ext cx="1459281" cy="770780"/>
          </a:xfrm>
          <a:custGeom>
            <a:avLst/>
            <a:gdLst>
              <a:gd name="connsiteX0" fmla="*/ 0 w 1459281"/>
              <a:gd name="connsiteY0" fmla="*/ 0 h 770780"/>
              <a:gd name="connsiteX1" fmla="*/ 1459281 w 1459281"/>
              <a:gd name="connsiteY1" fmla="*/ 0 h 770780"/>
              <a:gd name="connsiteX2" fmla="*/ 1459281 w 1459281"/>
              <a:gd name="connsiteY2" fmla="*/ 770781 h 770780"/>
              <a:gd name="connsiteX3" fmla="*/ 0 w 1459281"/>
              <a:gd name="connsiteY3" fmla="*/ 770781 h 770780"/>
            </a:gdLst>
            <a:ahLst/>
            <a:cxnLst>
              <a:cxn ang="0">
                <a:pos x="connsiteX0" y="connsiteY0"/>
              </a:cxn>
              <a:cxn ang="0">
                <a:pos x="connsiteX1" y="connsiteY1"/>
              </a:cxn>
              <a:cxn ang="0">
                <a:pos x="connsiteX2" y="connsiteY2"/>
              </a:cxn>
              <a:cxn ang="0">
                <a:pos x="connsiteX3" y="connsiteY3"/>
              </a:cxn>
            </a:cxnLst>
            <a:rect l="l" t="t" r="r" b="b"/>
            <a:pathLst>
              <a:path w="1459281" h="770780">
                <a:moveTo>
                  <a:pt x="0" y="0"/>
                </a:moveTo>
                <a:lnTo>
                  <a:pt x="1459281" y="0"/>
                </a:lnTo>
                <a:lnTo>
                  <a:pt x="1459281" y="770781"/>
                </a:lnTo>
                <a:lnTo>
                  <a:pt x="0" y="770781"/>
                </a:lnTo>
                <a:close/>
              </a:path>
            </a:pathLst>
          </a:custGeom>
          <a:solidFill>
            <a:schemeClr val="accent1">
              <a:alpha val="20000"/>
            </a:schemeClr>
          </a:soli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5" name="任意多边形: 形状 24">
            <a:extLst>
              <a:ext uri="{FF2B5EF4-FFF2-40B4-BE49-F238E27FC236}">
                <a16:creationId xmlns:a16="http://schemas.microsoft.com/office/drawing/2014/main" id="{85E46A86-5A08-A49E-88F4-9F251EFF245C}"/>
              </a:ext>
            </a:extLst>
          </p:cNvPr>
          <p:cNvSpPr/>
          <p:nvPr/>
        </p:nvSpPr>
        <p:spPr>
          <a:xfrm>
            <a:off x="6498976" y="3569713"/>
            <a:ext cx="172125" cy="839958"/>
          </a:xfrm>
          <a:custGeom>
            <a:avLst/>
            <a:gdLst>
              <a:gd name="connsiteX0" fmla="*/ 172125 w 172125"/>
              <a:gd name="connsiteY0" fmla="*/ 685615 h 839958"/>
              <a:gd name="connsiteX1" fmla="*/ 0 w 172125"/>
              <a:gd name="connsiteY1" fmla="*/ 839958 h 839958"/>
              <a:gd name="connsiteX2" fmla="*/ 0 w 172125"/>
              <a:gd name="connsiteY2" fmla="*/ 201060 h 839958"/>
              <a:gd name="connsiteX3" fmla="*/ 172125 w 172125"/>
              <a:gd name="connsiteY3" fmla="*/ 0 h 839958"/>
              <a:gd name="connsiteX4" fmla="*/ 172125 w 172125"/>
              <a:gd name="connsiteY4" fmla="*/ 685615 h 839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125" h="839958">
                <a:moveTo>
                  <a:pt x="172125" y="685615"/>
                </a:moveTo>
                <a:lnTo>
                  <a:pt x="0" y="839958"/>
                </a:lnTo>
                <a:lnTo>
                  <a:pt x="0" y="201060"/>
                </a:lnTo>
                <a:lnTo>
                  <a:pt x="172125" y="0"/>
                </a:lnTo>
                <a:lnTo>
                  <a:pt x="172125" y="685615"/>
                </a:lnTo>
                <a:close/>
              </a:path>
            </a:pathLst>
          </a:custGeom>
          <a:gradFill>
            <a:gsLst>
              <a:gs pos="10000">
                <a:schemeClr val="accent1">
                  <a:lumMod val="40000"/>
                  <a:lumOff val="60000"/>
                </a:schemeClr>
              </a:gs>
              <a:gs pos="100000">
                <a:schemeClr val="accent1">
                  <a:lumMod val="40000"/>
                  <a:lumOff val="60000"/>
                  <a:alpha val="0"/>
                </a:schemeClr>
              </a:gs>
            </a:gsLst>
            <a:lin ang="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6" name="任意多边形: 形状 25">
            <a:extLst>
              <a:ext uri="{FF2B5EF4-FFF2-40B4-BE49-F238E27FC236}">
                <a16:creationId xmlns:a16="http://schemas.microsoft.com/office/drawing/2014/main" id="{25881897-1BF5-8C3A-819F-A85AAA7BA1D2}"/>
              </a:ext>
            </a:extLst>
          </p:cNvPr>
          <p:cNvSpPr/>
          <p:nvPr/>
        </p:nvSpPr>
        <p:spPr>
          <a:xfrm>
            <a:off x="5036810" y="2909601"/>
            <a:ext cx="1634291" cy="201137"/>
          </a:xfrm>
          <a:custGeom>
            <a:avLst/>
            <a:gdLst>
              <a:gd name="connsiteX0" fmla="*/ 1462167 w 1634291"/>
              <a:gd name="connsiteY0" fmla="*/ 201138 h 201137"/>
              <a:gd name="connsiteX1" fmla="*/ 0 w 1634291"/>
              <a:gd name="connsiteY1" fmla="*/ 201138 h 201137"/>
              <a:gd name="connsiteX2" fmla="*/ 261892 w 1634291"/>
              <a:gd name="connsiteY2" fmla="*/ 0 h 201137"/>
              <a:gd name="connsiteX3" fmla="*/ 1634292 w 1634291"/>
              <a:gd name="connsiteY3" fmla="*/ 0 h 201137"/>
              <a:gd name="connsiteX4" fmla="*/ 1462167 w 1634291"/>
              <a:gd name="connsiteY4" fmla="*/ 201138 h 201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4291" h="201137">
                <a:moveTo>
                  <a:pt x="1462167" y="201138"/>
                </a:moveTo>
                <a:lnTo>
                  <a:pt x="0" y="201138"/>
                </a:lnTo>
                <a:lnTo>
                  <a:pt x="261892" y="0"/>
                </a:lnTo>
                <a:lnTo>
                  <a:pt x="1634292" y="0"/>
                </a:lnTo>
                <a:lnTo>
                  <a:pt x="1462167" y="201138"/>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p>
        </p:txBody>
      </p:sp>
      <p:sp>
        <p:nvSpPr>
          <p:cNvPr id="27" name="任意多边形: 形状 26">
            <a:extLst>
              <a:ext uri="{FF2B5EF4-FFF2-40B4-BE49-F238E27FC236}">
                <a16:creationId xmlns:a16="http://schemas.microsoft.com/office/drawing/2014/main" id="{D4E4EFFF-4C77-3486-A5BB-313F44B45FD8}"/>
              </a:ext>
            </a:extLst>
          </p:cNvPr>
          <p:cNvSpPr/>
          <p:nvPr/>
        </p:nvSpPr>
        <p:spPr>
          <a:xfrm>
            <a:off x="3730078" y="3569713"/>
            <a:ext cx="2941023" cy="201059"/>
          </a:xfrm>
          <a:custGeom>
            <a:avLst/>
            <a:gdLst>
              <a:gd name="connsiteX0" fmla="*/ 2768898 w 2941023"/>
              <a:gd name="connsiteY0" fmla="*/ 201060 h 201059"/>
              <a:gd name="connsiteX1" fmla="*/ 0 w 2941023"/>
              <a:gd name="connsiteY1" fmla="*/ 201060 h 201059"/>
              <a:gd name="connsiteX2" fmla="*/ 495864 w 2941023"/>
              <a:gd name="connsiteY2" fmla="*/ 0 h 201059"/>
              <a:gd name="connsiteX3" fmla="*/ 2941023 w 2941023"/>
              <a:gd name="connsiteY3" fmla="*/ 0 h 201059"/>
              <a:gd name="connsiteX4" fmla="*/ 2768898 w 2941023"/>
              <a:gd name="connsiteY4" fmla="*/ 201060 h 2010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023" h="201059">
                <a:moveTo>
                  <a:pt x="2768898" y="201060"/>
                </a:moveTo>
                <a:lnTo>
                  <a:pt x="0" y="201060"/>
                </a:lnTo>
                <a:lnTo>
                  <a:pt x="495864" y="0"/>
                </a:lnTo>
                <a:lnTo>
                  <a:pt x="2941023" y="0"/>
                </a:lnTo>
                <a:lnTo>
                  <a:pt x="2768898" y="201060"/>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8" name="任意多边形: 形状 27">
            <a:extLst>
              <a:ext uri="{FF2B5EF4-FFF2-40B4-BE49-F238E27FC236}">
                <a16:creationId xmlns:a16="http://schemas.microsoft.com/office/drawing/2014/main" id="{D0347DDE-68F0-BBAE-F8EA-154EDFBF3B50}"/>
              </a:ext>
            </a:extLst>
          </p:cNvPr>
          <p:cNvSpPr/>
          <p:nvPr/>
        </p:nvSpPr>
        <p:spPr>
          <a:xfrm>
            <a:off x="5039695" y="3110739"/>
            <a:ext cx="1459281" cy="567615"/>
          </a:xfrm>
          <a:custGeom>
            <a:avLst/>
            <a:gdLst>
              <a:gd name="connsiteX0" fmla="*/ 0 w 1459281"/>
              <a:gd name="connsiteY0" fmla="*/ 0 h 567615"/>
              <a:gd name="connsiteX1" fmla="*/ 1459281 w 1459281"/>
              <a:gd name="connsiteY1" fmla="*/ 0 h 567615"/>
              <a:gd name="connsiteX2" fmla="*/ 1459281 w 1459281"/>
              <a:gd name="connsiteY2" fmla="*/ 567615 h 567615"/>
              <a:gd name="connsiteX3" fmla="*/ 0 w 1459281"/>
              <a:gd name="connsiteY3" fmla="*/ 567615 h 567615"/>
            </a:gdLst>
            <a:ahLst/>
            <a:cxnLst>
              <a:cxn ang="0">
                <a:pos x="connsiteX0" y="connsiteY0"/>
              </a:cxn>
              <a:cxn ang="0">
                <a:pos x="connsiteX1" y="connsiteY1"/>
              </a:cxn>
              <a:cxn ang="0">
                <a:pos x="connsiteX2" y="connsiteY2"/>
              </a:cxn>
              <a:cxn ang="0">
                <a:pos x="connsiteX3" y="connsiteY3"/>
              </a:cxn>
            </a:cxnLst>
            <a:rect l="l" t="t" r="r" b="b"/>
            <a:pathLst>
              <a:path w="1459281" h="567615">
                <a:moveTo>
                  <a:pt x="0" y="0"/>
                </a:moveTo>
                <a:lnTo>
                  <a:pt x="1459281" y="0"/>
                </a:lnTo>
                <a:lnTo>
                  <a:pt x="1459281" y="567615"/>
                </a:lnTo>
                <a:lnTo>
                  <a:pt x="0" y="567615"/>
                </a:lnTo>
                <a:close/>
              </a:path>
            </a:pathLst>
          </a:custGeom>
          <a:solidFill>
            <a:schemeClr val="accent1">
              <a:alpha val="20000"/>
            </a:schemeClr>
          </a:soli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9" name="任意多边形: 形状 28">
            <a:extLst>
              <a:ext uri="{FF2B5EF4-FFF2-40B4-BE49-F238E27FC236}">
                <a16:creationId xmlns:a16="http://schemas.microsoft.com/office/drawing/2014/main" id="{72C8EE7F-CD72-8A2B-6D63-E751206DC2C2}"/>
              </a:ext>
            </a:extLst>
          </p:cNvPr>
          <p:cNvSpPr/>
          <p:nvPr/>
        </p:nvSpPr>
        <p:spPr>
          <a:xfrm>
            <a:off x="3627754" y="1761268"/>
            <a:ext cx="2973935" cy="339492"/>
          </a:xfrm>
          <a:custGeom>
            <a:avLst/>
            <a:gdLst>
              <a:gd name="connsiteX0" fmla="*/ 0 w 2973935"/>
              <a:gd name="connsiteY0" fmla="*/ 0 h 339492"/>
              <a:gd name="connsiteX1" fmla="*/ 2973936 w 2973935"/>
              <a:gd name="connsiteY1" fmla="*/ 0 h 339492"/>
              <a:gd name="connsiteX2" fmla="*/ 2973936 w 2973935"/>
              <a:gd name="connsiteY2" fmla="*/ 339493 h 339492"/>
              <a:gd name="connsiteX3" fmla="*/ 0 w 2973935"/>
              <a:gd name="connsiteY3" fmla="*/ 339493 h 339492"/>
            </a:gdLst>
            <a:ahLst/>
            <a:cxnLst>
              <a:cxn ang="0">
                <a:pos x="connsiteX0" y="connsiteY0"/>
              </a:cxn>
              <a:cxn ang="0">
                <a:pos x="connsiteX1" y="connsiteY1"/>
              </a:cxn>
              <a:cxn ang="0">
                <a:pos x="connsiteX2" y="connsiteY2"/>
              </a:cxn>
              <a:cxn ang="0">
                <a:pos x="connsiteX3" y="connsiteY3"/>
              </a:cxn>
            </a:cxnLst>
            <a:rect l="l" t="t" r="r" b="b"/>
            <a:pathLst>
              <a:path w="2973935" h="339492">
                <a:moveTo>
                  <a:pt x="0" y="0"/>
                </a:moveTo>
                <a:lnTo>
                  <a:pt x="2973936" y="0"/>
                </a:lnTo>
                <a:lnTo>
                  <a:pt x="2973936" y="339493"/>
                </a:lnTo>
                <a:lnTo>
                  <a:pt x="0" y="339493"/>
                </a:lnTo>
                <a:close/>
              </a:path>
            </a:pathLst>
          </a:custGeom>
          <a:noFill/>
          <a:ln w="15596" cap="flat">
            <a:gradFill>
              <a:gsLst>
                <a:gs pos="3000">
                  <a:schemeClr val="accent1">
                    <a:lumMod val="5000"/>
                    <a:lumOff val="95000"/>
                    <a:alpha val="0"/>
                  </a:schemeClr>
                </a:gs>
                <a:gs pos="10000">
                  <a:schemeClr val="accent1">
                    <a:alpha val="30000"/>
                  </a:schemeClr>
                </a:gs>
                <a:gs pos="90000">
                  <a:schemeClr val="accent1">
                    <a:alpha val="30000"/>
                  </a:schemeClr>
                </a:gs>
                <a:gs pos="97000">
                  <a:schemeClr val="tx2">
                    <a:alpha val="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0" name="任意多边形: 形状 29">
            <a:extLst>
              <a:ext uri="{FF2B5EF4-FFF2-40B4-BE49-F238E27FC236}">
                <a16:creationId xmlns:a16="http://schemas.microsoft.com/office/drawing/2014/main" id="{BF04221D-57C7-7AA3-C76F-7C2D28CD54AF}"/>
              </a:ext>
            </a:extLst>
          </p:cNvPr>
          <p:cNvSpPr/>
          <p:nvPr/>
        </p:nvSpPr>
        <p:spPr>
          <a:xfrm>
            <a:off x="3627755" y="1719020"/>
            <a:ext cx="3356401" cy="385975"/>
          </a:xfrm>
          <a:custGeom>
            <a:avLst/>
            <a:gdLst>
              <a:gd name="connsiteX0" fmla="*/ 2983217 w 3356401"/>
              <a:gd name="connsiteY0" fmla="*/ 385975 h 385975"/>
              <a:gd name="connsiteX1" fmla="*/ 0 w 3356401"/>
              <a:gd name="connsiteY1" fmla="*/ 385975 h 385975"/>
              <a:gd name="connsiteX2" fmla="*/ 459832 w 3356401"/>
              <a:gd name="connsiteY2" fmla="*/ 0 h 385975"/>
              <a:gd name="connsiteX3" fmla="*/ 3356401 w 3356401"/>
              <a:gd name="connsiteY3" fmla="*/ 0 h 385975"/>
              <a:gd name="connsiteX4" fmla="*/ 2983217 w 3356401"/>
              <a:gd name="connsiteY4" fmla="*/ 385975 h 385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6401" h="385975">
                <a:moveTo>
                  <a:pt x="2983217" y="385975"/>
                </a:moveTo>
                <a:lnTo>
                  <a:pt x="0" y="385975"/>
                </a:lnTo>
                <a:lnTo>
                  <a:pt x="459832" y="0"/>
                </a:lnTo>
                <a:lnTo>
                  <a:pt x="3356401" y="0"/>
                </a:lnTo>
                <a:lnTo>
                  <a:pt x="2983217" y="385975"/>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p>
        </p:txBody>
      </p:sp>
      <p:sp>
        <p:nvSpPr>
          <p:cNvPr id="31" name="任意多边形: 形状 30">
            <a:extLst>
              <a:ext uri="{FF2B5EF4-FFF2-40B4-BE49-F238E27FC236}">
                <a16:creationId xmlns:a16="http://schemas.microsoft.com/office/drawing/2014/main" id="{17E1809A-505E-598C-D2C6-21A02A17045A}"/>
              </a:ext>
            </a:extLst>
          </p:cNvPr>
          <p:cNvSpPr/>
          <p:nvPr/>
        </p:nvSpPr>
        <p:spPr>
          <a:xfrm>
            <a:off x="3627755" y="1343863"/>
            <a:ext cx="3356401" cy="406330"/>
          </a:xfrm>
          <a:custGeom>
            <a:avLst/>
            <a:gdLst>
              <a:gd name="connsiteX0" fmla="*/ 2983217 w 3356401"/>
              <a:gd name="connsiteY0" fmla="*/ 406331 h 406330"/>
              <a:gd name="connsiteX1" fmla="*/ 0 w 3356401"/>
              <a:gd name="connsiteY1" fmla="*/ 406331 h 406330"/>
              <a:gd name="connsiteX2" fmla="*/ 459832 w 3356401"/>
              <a:gd name="connsiteY2" fmla="*/ 0 h 406330"/>
              <a:gd name="connsiteX3" fmla="*/ 3356401 w 3356401"/>
              <a:gd name="connsiteY3" fmla="*/ 0 h 406330"/>
              <a:gd name="connsiteX4" fmla="*/ 2983217 w 3356401"/>
              <a:gd name="connsiteY4" fmla="*/ 406331 h 406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6401" h="406330">
                <a:moveTo>
                  <a:pt x="2983217" y="406331"/>
                </a:moveTo>
                <a:lnTo>
                  <a:pt x="0" y="406331"/>
                </a:lnTo>
                <a:lnTo>
                  <a:pt x="459832" y="0"/>
                </a:lnTo>
                <a:lnTo>
                  <a:pt x="3356401" y="0"/>
                </a:lnTo>
                <a:lnTo>
                  <a:pt x="2983217" y="406331"/>
                </a:lnTo>
                <a:close/>
              </a:path>
            </a:pathLst>
          </a:custGeom>
          <a:gradFill>
            <a:gsLst>
              <a:gs pos="0">
                <a:schemeClr val="accent1">
                  <a:alpha val="0"/>
                </a:schemeClr>
              </a:gs>
              <a:gs pos="100000">
                <a:schemeClr val="accent1">
                  <a:alpha val="17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3" name="任意多边形: 形状 32">
            <a:extLst>
              <a:ext uri="{FF2B5EF4-FFF2-40B4-BE49-F238E27FC236}">
                <a16:creationId xmlns:a16="http://schemas.microsoft.com/office/drawing/2014/main" id="{387C68D9-CA8A-66DA-0268-66FFEA6A51FD}"/>
              </a:ext>
            </a:extLst>
          </p:cNvPr>
          <p:cNvSpPr/>
          <p:nvPr/>
        </p:nvSpPr>
        <p:spPr>
          <a:xfrm>
            <a:off x="6704871" y="1745896"/>
            <a:ext cx="1125013" cy="414216"/>
          </a:xfrm>
          <a:custGeom>
            <a:avLst/>
            <a:gdLst>
              <a:gd name="connsiteX0" fmla="*/ 0 w 1125013"/>
              <a:gd name="connsiteY0" fmla="*/ 0 h 374354"/>
              <a:gd name="connsiteX1" fmla="*/ 1125014 w 1125013"/>
              <a:gd name="connsiteY1" fmla="*/ 0 h 374354"/>
              <a:gd name="connsiteX2" fmla="*/ 1125014 w 1125013"/>
              <a:gd name="connsiteY2" fmla="*/ 374355 h 374354"/>
              <a:gd name="connsiteX3" fmla="*/ 0 w 1125013"/>
              <a:gd name="connsiteY3" fmla="*/ 374355 h 374354"/>
            </a:gdLst>
            <a:ahLst/>
            <a:cxnLst>
              <a:cxn ang="0">
                <a:pos x="connsiteX0" y="connsiteY0"/>
              </a:cxn>
              <a:cxn ang="0">
                <a:pos x="connsiteX1" y="connsiteY1"/>
              </a:cxn>
              <a:cxn ang="0">
                <a:pos x="connsiteX2" y="connsiteY2"/>
              </a:cxn>
              <a:cxn ang="0">
                <a:pos x="connsiteX3" y="connsiteY3"/>
              </a:cxn>
            </a:cxnLst>
            <a:rect l="l" t="t" r="r" b="b"/>
            <a:pathLst>
              <a:path w="1125013" h="374354">
                <a:moveTo>
                  <a:pt x="0" y="0"/>
                </a:moveTo>
                <a:lnTo>
                  <a:pt x="1125014" y="0"/>
                </a:lnTo>
                <a:lnTo>
                  <a:pt x="1125014" y="374355"/>
                </a:lnTo>
                <a:lnTo>
                  <a:pt x="0" y="374355"/>
                </a:lnTo>
                <a:close/>
              </a:path>
            </a:pathLst>
          </a:custGeom>
          <a:noFill/>
          <a:ln w="15596" cap="flat">
            <a:gradFill>
              <a:gsLst>
                <a:gs pos="3000">
                  <a:schemeClr val="accent1">
                    <a:lumMod val="5000"/>
                    <a:lumOff val="95000"/>
                    <a:alpha val="0"/>
                  </a:schemeClr>
                </a:gs>
                <a:gs pos="10000">
                  <a:schemeClr val="accent1">
                    <a:alpha val="30000"/>
                  </a:schemeClr>
                </a:gs>
                <a:gs pos="90000">
                  <a:schemeClr val="accent1">
                    <a:alpha val="30000"/>
                  </a:schemeClr>
                </a:gs>
                <a:gs pos="97000">
                  <a:schemeClr val="tx2">
                    <a:alpha val="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4" name="任意多边形: 形状 33">
            <a:extLst>
              <a:ext uri="{FF2B5EF4-FFF2-40B4-BE49-F238E27FC236}">
                <a16:creationId xmlns:a16="http://schemas.microsoft.com/office/drawing/2014/main" id="{DA2E8FCC-E3A0-67CF-EDDD-0BAE142F1CFF}"/>
              </a:ext>
            </a:extLst>
          </p:cNvPr>
          <p:cNvSpPr>
            <a:spLocks/>
          </p:cNvSpPr>
          <p:nvPr/>
        </p:nvSpPr>
        <p:spPr>
          <a:xfrm>
            <a:off x="6704871" y="1701550"/>
            <a:ext cx="1554039" cy="438306"/>
          </a:xfrm>
          <a:custGeom>
            <a:avLst/>
            <a:gdLst>
              <a:gd name="connsiteX0" fmla="*/ 1137180 w 1554039"/>
              <a:gd name="connsiteY0" fmla="*/ 438307 h 438306"/>
              <a:gd name="connsiteX1" fmla="*/ 0 w 1554039"/>
              <a:gd name="connsiteY1" fmla="*/ 438307 h 438306"/>
              <a:gd name="connsiteX2" fmla="*/ 449927 w 1554039"/>
              <a:gd name="connsiteY2" fmla="*/ 0 h 438306"/>
              <a:gd name="connsiteX3" fmla="*/ 1554040 w 1554039"/>
              <a:gd name="connsiteY3" fmla="*/ 0 h 438306"/>
              <a:gd name="connsiteX4" fmla="*/ 1137180 w 1554039"/>
              <a:gd name="connsiteY4" fmla="*/ 438307 h 438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4039" h="438306">
                <a:moveTo>
                  <a:pt x="1137180" y="438307"/>
                </a:moveTo>
                <a:lnTo>
                  <a:pt x="0" y="438307"/>
                </a:lnTo>
                <a:lnTo>
                  <a:pt x="449927" y="0"/>
                </a:lnTo>
                <a:lnTo>
                  <a:pt x="1554040" y="0"/>
                </a:lnTo>
                <a:lnTo>
                  <a:pt x="1137180" y="438307"/>
                </a:lnTo>
                <a:close/>
              </a:path>
            </a:pathLst>
          </a:custGeom>
          <a:gradFill>
            <a:gsLst>
              <a:gs pos="0">
                <a:schemeClr val="accent1">
                  <a:alpha val="0"/>
                </a:schemeClr>
              </a:gs>
              <a:gs pos="100000">
                <a:schemeClr val="accent1">
                  <a:alpha val="35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nvGrpSpPr>
          <p:cNvPr id="35" name="图形 4">
            <a:extLst>
              <a:ext uri="{FF2B5EF4-FFF2-40B4-BE49-F238E27FC236}">
                <a16:creationId xmlns:a16="http://schemas.microsoft.com/office/drawing/2014/main" id="{CC5D2D68-7D54-FA83-9A54-558E0D514E2F}"/>
              </a:ext>
            </a:extLst>
          </p:cNvPr>
          <p:cNvGrpSpPr/>
          <p:nvPr/>
        </p:nvGrpSpPr>
        <p:grpSpPr>
          <a:xfrm>
            <a:off x="6704871" y="2062234"/>
            <a:ext cx="1370995" cy="582043"/>
            <a:chOff x="7300953" y="2106684"/>
            <a:chExt cx="1370995" cy="582043"/>
          </a:xfrm>
          <a:noFill/>
        </p:grpSpPr>
        <p:sp>
          <p:nvSpPr>
            <p:cNvPr id="36" name="任意多边形: 形状 35">
              <a:extLst>
                <a:ext uri="{FF2B5EF4-FFF2-40B4-BE49-F238E27FC236}">
                  <a16:creationId xmlns:a16="http://schemas.microsoft.com/office/drawing/2014/main" id="{2C58E0F4-66C0-773C-FA68-9B211E04A7E3}"/>
                </a:ext>
              </a:extLst>
            </p:cNvPr>
            <p:cNvSpPr/>
            <p:nvPr/>
          </p:nvSpPr>
          <p:spPr>
            <a:xfrm>
              <a:off x="8426045" y="2106684"/>
              <a:ext cx="245436" cy="582043"/>
            </a:xfrm>
            <a:custGeom>
              <a:avLst/>
              <a:gdLst>
                <a:gd name="connsiteX0" fmla="*/ 245436 w 245436"/>
                <a:gd name="connsiteY0" fmla="*/ 335905 h 582043"/>
                <a:gd name="connsiteX1" fmla="*/ 0 w 245436"/>
                <a:gd name="connsiteY1" fmla="*/ 582044 h 582043"/>
                <a:gd name="connsiteX2" fmla="*/ 0 w 245436"/>
                <a:gd name="connsiteY2" fmla="*/ 223677 h 582043"/>
                <a:gd name="connsiteX3" fmla="*/ 245436 w 245436"/>
                <a:gd name="connsiteY3" fmla="*/ 0 h 582043"/>
                <a:gd name="connsiteX4" fmla="*/ 245436 w 245436"/>
                <a:gd name="connsiteY4" fmla="*/ 335905 h 582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436" h="582043">
                  <a:moveTo>
                    <a:pt x="245436" y="335905"/>
                  </a:moveTo>
                  <a:lnTo>
                    <a:pt x="0" y="582044"/>
                  </a:lnTo>
                  <a:lnTo>
                    <a:pt x="0" y="223677"/>
                  </a:lnTo>
                  <a:lnTo>
                    <a:pt x="245436" y="0"/>
                  </a:lnTo>
                  <a:lnTo>
                    <a:pt x="245436" y="335905"/>
                  </a:lnTo>
                  <a:close/>
                </a:path>
              </a:pathLst>
            </a:custGeom>
            <a:gradFill>
              <a:gsLst>
                <a:gs pos="0">
                  <a:schemeClr val="accent1">
                    <a:alpha val="1000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7" name="任意多边形: 形状 36">
              <a:extLst>
                <a:ext uri="{FF2B5EF4-FFF2-40B4-BE49-F238E27FC236}">
                  <a16:creationId xmlns:a16="http://schemas.microsoft.com/office/drawing/2014/main" id="{1CA69285-9824-EEE4-B8E3-64413B6CF5C8}"/>
                </a:ext>
              </a:extLst>
            </p:cNvPr>
            <p:cNvSpPr/>
            <p:nvPr/>
          </p:nvSpPr>
          <p:spPr>
            <a:xfrm>
              <a:off x="7300953" y="2330361"/>
              <a:ext cx="1125013" cy="358366"/>
            </a:xfrm>
            <a:custGeom>
              <a:avLst/>
              <a:gdLst>
                <a:gd name="connsiteX0" fmla="*/ 0 w 1125013"/>
                <a:gd name="connsiteY0" fmla="*/ 0 h 358366"/>
                <a:gd name="connsiteX1" fmla="*/ 1125014 w 1125013"/>
                <a:gd name="connsiteY1" fmla="*/ 0 h 358366"/>
                <a:gd name="connsiteX2" fmla="*/ 1125014 w 1125013"/>
                <a:gd name="connsiteY2" fmla="*/ 358367 h 358366"/>
                <a:gd name="connsiteX3" fmla="*/ 0 w 1125013"/>
                <a:gd name="connsiteY3" fmla="*/ 358367 h 358366"/>
              </a:gdLst>
              <a:ahLst/>
              <a:cxnLst>
                <a:cxn ang="0">
                  <a:pos x="connsiteX0" y="connsiteY0"/>
                </a:cxn>
                <a:cxn ang="0">
                  <a:pos x="connsiteX1" y="connsiteY1"/>
                </a:cxn>
                <a:cxn ang="0">
                  <a:pos x="connsiteX2" y="connsiteY2"/>
                </a:cxn>
                <a:cxn ang="0">
                  <a:pos x="connsiteX3" y="connsiteY3"/>
                </a:cxn>
              </a:cxnLst>
              <a:rect l="l" t="t" r="r" b="b"/>
              <a:pathLst>
                <a:path w="1125013" h="358366">
                  <a:moveTo>
                    <a:pt x="0" y="0"/>
                  </a:moveTo>
                  <a:lnTo>
                    <a:pt x="1125014" y="0"/>
                  </a:lnTo>
                  <a:lnTo>
                    <a:pt x="1125014" y="358367"/>
                  </a:lnTo>
                  <a:lnTo>
                    <a:pt x="0" y="358367"/>
                  </a:lnTo>
                  <a:close/>
                </a:path>
              </a:pathLst>
            </a:custGeom>
            <a:gradFill>
              <a:gsLst>
                <a:gs pos="0">
                  <a:schemeClr val="accent1">
                    <a:alpha val="10000"/>
                  </a:schemeClr>
                </a:gs>
                <a:gs pos="100000">
                  <a:schemeClr val="accent1">
                    <a:alpha val="70000"/>
                  </a:schemeClr>
                </a:gs>
              </a:gsLst>
              <a:lin ang="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38" name="任意多边形: 形状 37">
              <a:extLst>
                <a:ext uri="{FF2B5EF4-FFF2-40B4-BE49-F238E27FC236}">
                  <a16:creationId xmlns:a16="http://schemas.microsoft.com/office/drawing/2014/main" id="{C6D6422B-80D0-E489-F58D-25983031EEA5}"/>
                </a:ext>
              </a:extLst>
            </p:cNvPr>
            <p:cNvSpPr/>
            <p:nvPr/>
          </p:nvSpPr>
          <p:spPr>
            <a:xfrm>
              <a:off x="7300953" y="2107152"/>
              <a:ext cx="1370995" cy="223208"/>
            </a:xfrm>
            <a:custGeom>
              <a:avLst/>
              <a:gdLst>
                <a:gd name="connsiteX0" fmla="*/ 1124390 w 1370995"/>
                <a:gd name="connsiteY0" fmla="*/ 223209 h 223208"/>
                <a:gd name="connsiteX1" fmla="*/ 0 w 1370995"/>
                <a:gd name="connsiteY1" fmla="*/ 223209 h 223208"/>
                <a:gd name="connsiteX2" fmla="*/ 279284 w 1370995"/>
                <a:gd name="connsiteY2" fmla="*/ 0 h 223208"/>
                <a:gd name="connsiteX3" fmla="*/ 1370996 w 1370995"/>
                <a:gd name="connsiteY3" fmla="*/ 0 h 223208"/>
                <a:gd name="connsiteX4" fmla="*/ 1124390 w 1370995"/>
                <a:gd name="connsiteY4" fmla="*/ 223209 h 223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0995" h="223208">
                  <a:moveTo>
                    <a:pt x="1124390" y="223209"/>
                  </a:moveTo>
                  <a:lnTo>
                    <a:pt x="0" y="223209"/>
                  </a:lnTo>
                  <a:lnTo>
                    <a:pt x="279284" y="0"/>
                  </a:lnTo>
                  <a:lnTo>
                    <a:pt x="1370996" y="0"/>
                  </a:lnTo>
                  <a:lnTo>
                    <a:pt x="1124390" y="223209"/>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grpSp>
        <p:nvGrpSpPr>
          <p:cNvPr id="39" name="图形 4">
            <a:extLst>
              <a:ext uri="{FF2B5EF4-FFF2-40B4-BE49-F238E27FC236}">
                <a16:creationId xmlns:a16="http://schemas.microsoft.com/office/drawing/2014/main" id="{D63AAA76-06F6-81D2-91B4-217D8AE2DC25}"/>
              </a:ext>
            </a:extLst>
          </p:cNvPr>
          <p:cNvGrpSpPr/>
          <p:nvPr/>
        </p:nvGrpSpPr>
        <p:grpSpPr>
          <a:xfrm>
            <a:off x="6704871" y="2534155"/>
            <a:ext cx="1370995" cy="582043"/>
            <a:chOff x="7300953" y="2578605"/>
            <a:chExt cx="1370995" cy="582043"/>
          </a:xfrm>
          <a:noFill/>
        </p:grpSpPr>
        <p:sp>
          <p:nvSpPr>
            <p:cNvPr id="40" name="任意多边形: 形状 39">
              <a:extLst>
                <a:ext uri="{FF2B5EF4-FFF2-40B4-BE49-F238E27FC236}">
                  <a16:creationId xmlns:a16="http://schemas.microsoft.com/office/drawing/2014/main" id="{5EC298E1-E378-96CA-7DB1-C6C5262A399E}"/>
                </a:ext>
              </a:extLst>
            </p:cNvPr>
            <p:cNvSpPr/>
            <p:nvPr/>
          </p:nvSpPr>
          <p:spPr>
            <a:xfrm>
              <a:off x="8426045" y="2578605"/>
              <a:ext cx="245436" cy="582043"/>
            </a:xfrm>
            <a:custGeom>
              <a:avLst/>
              <a:gdLst>
                <a:gd name="connsiteX0" fmla="*/ 245436 w 245436"/>
                <a:gd name="connsiteY0" fmla="*/ 335983 h 582043"/>
                <a:gd name="connsiteX1" fmla="*/ 0 w 245436"/>
                <a:gd name="connsiteY1" fmla="*/ 582044 h 582043"/>
                <a:gd name="connsiteX2" fmla="*/ 0 w 245436"/>
                <a:gd name="connsiteY2" fmla="*/ 223677 h 582043"/>
                <a:gd name="connsiteX3" fmla="*/ 245436 w 245436"/>
                <a:gd name="connsiteY3" fmla="*/ 0 h 582043"/>
                <a:gd name="connsiteX4" fmla="*/ 245436 w 245436"/>
                <a:gd name="connsiteY4" fmla="*/ 335983 h 582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436" h="582043">
                  <a:moveTo>
                    <a:pt x="245436" y="335983"/>
                  </a:moveTo>
                  <a:lnTo>
                    <a:pt x="0" y="582044"/>
                  </a:lnTo>
                  <a:lnTo>
                    <a:pt x="0" y="223677"/>
                  </a:lnTo>
                  <a:lnTo>
                    <a:pt x="245436" y="0"/>
                  </a:lnTo>
                  <a:lnTo>
                    <a:pt x="245436" y="335983"/>
                  </a:lnTo>
                  <a:close/>
                </a:path>
              </a:pathLst>
            </a:custGeom>
            <a:gradFill>
              <a:gsLst>
                <a:gs pos="0">
                  <a:schemeClr val="accent1">
                    <a:alpha val="1000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1" name="任意多边形: 形状 40">
              <a:extLst>
                <a:ext uri="{FF2B5EF4-FFF2-40B4-BE49-F238E27FC236}">
                  <a16:creationId xmlns:a16="http://schemas.microsoft.com/office/drawing/2014/main" id="{B20C1F60-BC60-1FA5-8CF7-626678779556}"/>
                </a:ext>
              </a:extLst>
            </p:cNvPr>
            <p:cNvSpPr/>
            <p:nvPr/>
          </p:nvSpPr>
          <p:spPr>
            <a:xfrm>
              <a:off x="7300953" y="2802282"/>
              <a:ext cx="1125013" cy="358366"/>
            </a:xfrm>
            <a:custGeom>
              <a:avLst/>
              <a:gdLst>
                <a:gd name="connsiteX0" fmla="*/ 0 w 1125013"/>
                <a:gd name="connsiteY0" fmla="*/ 0 h 358366"/>
                <a:gd name="connsiteX1" fmla="*/ 1125014 w 1125013"/>
                <a:gd name="connsiteY1" fmla="*/ 0 h 358366"/>
                <a:gd name="connsiteX2" fmla="*/ 1125014 w 1125013"/>
                <a:gd name="connsiteY2" fmla="*/ 358367 h 358366"/>
                <a:gd name="connsiteX3" fmla="*/ 0 w 1125013"/>
                <a:gd name="connsiteY3" fmla="*/ 358367 h 358366"/>
              </a:gdLst>
              <a:ahLst/>
              <a:cxnLst>
                <a:cxn ang="0">
                  <a:pos x="connsiteX0" y="connsiteY0"/>
                </a:cxn>
                <a:cxn ang="0">
                  <a:pos x="connsiteX1" y="connsiteY1"/>
                </a:cxn>
                <a:cxn ang="0">
                  <a:pos x="connsiteX2" y="connsiteY2"/>
                </a:cxn>
                <a:cxn ang="0">
                  <a:pos x="connsiteX3" y="connsiteY3"/>
                </a:cxn>
              </a:cxnLst>
              <a:rect l="l" t="t" r="r" b="b"/>
              <a:pathLst>
                <a:path w="1125013" h="358366">
                  <a:moveTo>
                    <a:pt x="0" y="0"/>
                  </a:moveTo>
                  <a:lnTo>
                    <a:pt x="1125014" y="0"/>
                  </a:lnTo>
                  <a:lnTo>
                    <a:pt x="1125014" y="358367"/>
                  </a:lnTo>
                  <a:lnTo>
                    <a:pt x="0" y="358367"/>
                  </a:lnTo>
                  <a:close/>
                </a:path>
              </a:pathLst>
            </a:custGeom>
            <a:gradFill>
              <a:gsLst>
                <a:gs pos="0">
                  <a:schemeClr val="accent1">
                    <a:alpha val="10000"/>
                  </a:schemeClr>
                </a:gs>
                <a:gs pos="100000">
                  <a:schemeClr val="accent1">
                    <a:alpha val="70000"/>
                  </a:schemeClr>
                </a:gs>
              </a:gsLst>
              <a:lin ang="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2" name="任意多边形: 形状 41">
              <a:extLst>
                <a:ext uri="{FF2B5EF4-FFF2-40B4-BE49-F238E27FC236}">
                  <a16:creationId xmlns:a16="http://schemas.microsoft.com/office/drawing/2014/main" id="{3789DBE2-7E15-FF4F-25BD-A537FC090672}"/>
                </a:ext>
              </a:extLst>
            </p:cNvPr>
            <p:cNvSpPr/>
            <p:nvPr/>
          </p:nvSpPr>
          <p:spPr>
            <a:xfrm>
              <a:off x="7300953" y="2579073"/>
              <a:ext cx="1370995" cy="223209"/>
            </a:xfrm>
            <a:custGeom>
              <a:avLst/>
              <a:gdLst>
                <a:gd name="connsiteX0" fmla="*/ 1124390 w 1370995"/>
                <a:gd name="connsiteY0" fmla="*/ 223209 h 223209"/>
                <a:gd name="connsiteX1" fmla="*/ 0 w 1370995"/>
                <a:gd name="connsiteY1" fmla="*/ 223209 h 223209"/>
                <a:gd name="connsiteX2" fmla="*/ 279284 w 1370995"/>
                <a:gd name="connsiteY2" fmla="*/ 0 h 223209"/>
                <a:gd name="connsiteX3" fmla="*/ 1370996 w 1370995"/>
                <a:gd name="connsiteY3" fmla="*/ 0 h 223209"/>
                <a:gd name="connsiteX4" fmla="*/ 1124390 w 1370995"/>
                <a:gd name="connsiteY4" fmla="*/ 223209 h 223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0995" h="223209">
                  <a:moveTo>
                    <a:pt x="1124390" y="223209"/>
                  </a:moveTo>
                  <a:lnTo>
                    <a:pt x="0" y="223209"/>
                  </a:lnTo>
                  <a:lnTo>
                    <a:pt x="279284" y="0"/>
                  </a:lnTo>
                  <a:lnTo>
                    <a:pt x="1370996" y="0"/>
                  </a:lnTo>
                  <a:lnTo>
                    <a:pt x="1124390" y="223209"/>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grpSp>
        <p:nvGrpSpPr>
          <p:cNvPr id="43" name="图形 4">
            <a:extLst>
              <a:ext uri="{FF2B5EF4-FFF2-40B4-BE49-F238E27FC236}">
                <a16:creationId xmlns:a16="http://schemas.microsoft.com/office/drawing/2014/main" id="{275F5B90-6F85-9BCD-91A3-E73C201AD071}"/>
              </a:ext>
            </a:extLst>
          </p:cNvPr>
          <p:cNvGrpSpPr/>
          <p:nvPr/>
        </p:nvGrpSpPr>
        <p:grpSpPr>
          <a:xfrm>
            <a:off x="6704871" y="3006076"/>
            <a:ext cx="1370995" cy="582043"/>
            <a:chOff x="7300953" y="3050526"/>
            <a:chExt cx="1370995" cy="582043"/>
          </a:xfrm>
          <a:noFill/>
        </p:grpSpPr>
        <p:sp>
          <p:nvSpPr>
            <p:cNvPr id="44" name="任意多边形: 形状 43">
              <a:extLst>
                <a:ext uri="{FF2B5EF4-FFF2-40B4-BE49-F238E27FC236}">
                  <a16:creationId xmlns:a16="http://schemas.microsoft.com/office/drawing/2014/main" id="{C95F5681-30DA-753E-B863-8CCA955888F3}"/>
                </a:ext>
              </a:extLst>
            </p:cNvPr>
            <p:cNvSpPr/>
            <p:nvPr/>
          </p:nvSpPr>
          <p:spPr>
            <a:xfrm>
              <a:off x="8426045" y="3050526"/>
              <a:ext cx="245436" cy="582043"/>
            </a:xfrm>
            <a:custGeom>
              <a:avLst/>
              <a:gdLst>
                <a:gd name="connsiteX0" fmla="*/ 245436 w 245436"/>
                <a:gd name="connsiteY0" fmla="*/ 335983 h 582043"/>
                <a:gd name="connsiteX1" fmla="*/ 0 w 245436"/>
                <a:gd name="connsiteY1" fmla="*/ 582043 h 582043"/>
                <a:gd name="connsiteX2" fmla="*/ 0 w 245436"/>
                <a:gd name="connsiteY2" fmla="*/ 223677 h 582043"/>
                <a:gd name="connsiteX3" fmla="*/ 245436 w 245436"/>
                <a:gd name="connsiteY3" fmla="*/ 0 h 582043"/>
                <a:gd name="connsiteX4" fmla="*/ 245436 w 245436"/>
                <a:gd name="connsiteY4" fmla="*/ 335983 h 582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436" h="582043">
                  <a:moveTo>
                    <a:pt x="245436" y="335983"/>
                  </a:moveTo>
                  <a:lnTo>
                    <a:pt x="0" y="582043"/>
                  </a:lnTo>
                  <a:lnTo>
                    <a:pt x="0" y="223677"/>
                  </a:lnTo>
                  <a:lnTo>
                    <a:pt x="245436" y="0"/>
                  </a:lnTo>
                  <a:lnTo>
                    <a:pt x="245436" y="335983"/>
                  </a:lnTo>
                  <a:close/>
                </a:path>
              </a:pathLst>
            </a:custGeom>
            <a:gradFill>
              <a:gsLst>
                <a:gs pos="0">
                  <a:schemeClr val="accent1">
                    <a:alpha val="1000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5" name="任意多边形: 形状 44">
              <a:extLst>
                <a:ext uri="{FF2B5EF4-FFF2-40B4-BE49-F238E27FC236}">
                  <a16:creationId xmlns:a16="http://schemas.microsoft.com/office/drawing/2014/main" id="{C9980B25-5CD3-32CA-4D4A-551F44C0D257}"/>
                </a:ext>
              </a:extLst>
            </p:cNvPr>
            <p:cNvSpPr/>
            <p:nvPr/>
          </p:nvSpPr>
          <p:spPr>
            <a:xfrm>
              <a:off x="7300953" y="3274202"/>
              <a:ext cx="1125013" cy="358366"/>
            </a:xfrm>
            <a:custGeom>
              <a:avLst/>
              <a:gdLst>
                <a:gd name="connsiteX0" fmla="*/ 0 w 1125013"/>
                <a:gd name="connsiteY0" fmla="*/ 0 h 358366"/>
                <a:gd name="connsiteX1" fmla="*/ 1125014 w 1125013"/>
                <a:gd name="connsiteY1" fmla="*/ 0 h 358366"/>
                <a:gd name="connsiteX2" fmla="*/ 1125014 w 1125013"/>
                <a:gd name="connsiteY2" fmla="*/ 358367 h 358366"/>
                <a:gd name="connsiteX3" fmla="*/ 0 w 1125013"/>
                <a:gd name="connsiteY3" fmla="*/ 358367 h 358366"/>
              </a:gdLst>
              <a:ahLst/>
              <a:cxnLst>
                <a:cxn ang="0">
                  <a:pos x="connsiteX0" y="connsiteY0"/>
                </a:cxn>
                <a:cxn ang="0">
                  <a:pos x="connsiteX1" y="connsiteY1"/>
                </a:cxn>
                <a:cxn ang="0">
                  <a:pos x="connsiteX2" y="connsiteY2"/>
                </a:cxn>
                <a:cxn ang="0">
                  <a:pos x="connsiteX3" y="connsiteY3"/>
                </a:cxn>
              </a:cxnLst>
              <a:rect l="l" t="t" r="r" b="b"/>
              <a:pathLst>
                <a:path w="1125013" h="358366">
                  <a:moveTo>
                    <a:pt x="0" y="0"/>
                  </a:moveTo>
                  <a:lnTo>
                    <a:pt x="1125014" y="0"/>
                  </a:lnTo>
                  <a:lnTo>
                    <a:pt x="1125014" y="358367"/>
                  </a:lnTo>
                  <a:lnTo>
                    <a:pt x="0" y="358367"/>
                  </a:lnTo>
                  <a:close/>
                </a:path>
              </a:pathLst>
            </a:custGeom>
            <a:gradFill>
              <a:gsLst>
                <a:gs pos="0">
                  <a:schemeClr val="accent1">
                    <a:alpha val="10000"/>
                  </a:schemeClr>
                </a:gs>
                <a:gs pos="100000">
                  <a:schemeClr val="accent1">
                    <a:alpha val="70000"/>
                  </a:schemeClr>
                </a:gs>
              </a:gsLst>
              <a:lin ang="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p>
          </p:txBody>
        </p:sp>
        <p:sp>
          <p:nvSpPr>
            <p:cNvPr id="46" name="任意多边形: 形状 45">
              <a:extLst>
                <a:ext uri="{FF2B5EF4-FFF2-40B4-BE49-F238E27FC236}">
                  <a16:creationId xmlns:a16="http://schemas.microsoft.com/office/drawing/2014/main" id="{8D16E81B-9403-818A-E7DA-7F34B143E035}"/>
                </a:ext>
              </a:extLst>
            </p:cNvPr>
            <p:cNvSpPr/>
            <p:nvPr/>
          </p:nvSpPr>
          <p:spPr>
            <a:xfrm>
              <a:off x="7300953" y="3050993"/>
              <a:ext cx="1370995" cy="223208"/>
            </a:xfrm>
            <a:custGeom>
              <a:avLst/>
              <a:gdLst>
                <a:gd name="connsiteX0" fmla="*/ 1124390 w 1370995"/>
                <a:gd name="connsiteY0" fmla="*/ 223209 h 223208"/>
                <a:gd name="connsiteX1" fmla="*/ 0 w 1370995"/>
                <a:gd name="connsiteY1" fmla="*/ 223209 h 223208"/>
                <a:gd name="connsiteX2" fmla="*/ 279284 w 1370995"/>
                <a:gd name="connsiteY2" fmla="*/ 0 h 223208"/>
                <a:gd name="connsiteX3" fmla="*/ 1370996 w 1370995"/>
                <a:gd name="connsiteY3" fmla="*/ 0 h 223208"/>
                <a:gd name="connsiteX4" fmla="*/ 1124390 w 1370995"/>
                <a:gd name="connsiteY4" fmla="*/ 223209 h 223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0995" h="223208">
                  <a:moveTo>
                    <a:pt x="1124390" y="223209"/>
                  </a:moveTo>
                  <a:lnTo>
                    <a:pt x="0" y="223209"/>
                  </a:lnTo>
                  <a:lnTo>
                    <a:pt x="279284" y="0"/>
                  </a:lnTo>
                  <a:lnTo>
                    <a:pt x="1370996" y="0"/>
                  </a:lnTo>
                  <a:lnTo>
                    <a:pt x="1124390" y="223209"/>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grpSp>
        <p:nvGrpSpPr>
          <p:cNvPr id="47" name="图形 4">
            <a:extLst>
              <a:ext uri="{FF2B5EF4-FFF2-40B4-BE49-F238E27FC236}">
                <a16:creationId xmlns:a16="http://schemas.microsoft.com/office/drawing/2014/main" id="{F51265BE-85F1-C117-F20B-A9FBFF1459FC}"/>
              </a:ext>
            </a:extLst>
          </p:cNvPr>
          <p:cNvGrpSpPr/>
          <p:nvPr/>
        </p:nvGrpSpPr>
        <p:grpSpPr>
          <a:xfrm>
            <a:off x="6704871" y="3477996"/>
            <a:ext cx="1370995" cy="582043"/>
            <a:chOff x="7300953" y="3522446"/>
            <a:chExt cx="1370995" cy="582043"/>
          </a:xfrm>
          <a:noFill/>
        </p:grpSpPr>
        <p:sp>
          <p:nvSpPr>
            <p:cNvPr id="48" name="任意多边形: 形状 47">
              <a:extLst>
                <a:ext uri="{FF2B5EF4-FFF2-40B4-BE49-F238E27FC236}">
                  <a16:creationId xmlns:a16="http://schemas.microsoft.com/office/drawing/2014/main" id="{638671B3-FAD0-858B-0068-396FDD0531A5}"/>
                </a:ext>
              </a:extLst>
            </p:cNvPr>
            <p:cNvSpPr/>
            <p:nvPr/>
          </p:nvSpPr>
          <p:spPr>
            <a:xfrm>
              <a:off x="8426045" y="3522446"/>
              <a:ext cx="245436" cy="582043"/>
            </a:xfrm>
            <a:custGeom>
              <a:avLst/>
              <a:gdLst>
                <a:gd name="connsiteX0" fmla="*/ 245436 w 245436"/>
                <a:gd name="connsiteY0" fmla="*/ 335983 h 582043"/>
                <a:gd name="connsiteX1" fmla="*/ 0 w 245436"/>
                <a:gd name="connsiteY1" fmla="*/ 582044 h 582043"/>
                <a:gd name="connsiteX2" fmla="*/ 0 w 245436"/>
                <a:gd name="connsiteY2" fmla="*/ 223677 h 582043"/>
                <a:gd name="connsiteX3" fmla="*/ 245436 w 245436"/>
                <a:gd name="connsiteY3" fmla="*/ 0 h 582043"/>
                <a:gd name="connsiteX4" fmla="*/ 245436 w 245436"/>
                <a:gd name="connsiteY4" fmla="*/ 335983 h 582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436" h="582043">
                  <a:moveTo>
                    <a:pt x="245436" y="335983"/>
                  </a:moveTo>
                  <a:lnTo>
                    <a:pt x="0" y="582044"/>
                  </a:lnTo>
                  <a:lnTo>
                    <a:pt x="0" y="223677"/>
                  </a:lnTo>
                  <a:lnTo>
                    <a:pt x="245436" y="0"/>
                  </a:lnTo>
                  <a:lnTo>
                    <a:pt x="245436" y="335983"/>
                  </a:lnTo>
                  <a:close/>
                </a:path>
              </a:pathLst>
            </a:custGeom>
            <a:gradFill>
              <a:gsLst>
                <a:gs pos="0">
                  <a:schemeClr val="accent1">
                    <a:alpha val="1000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49" name="任意多边形: 形状 48">
              <a:extLst>
                <a:ext uri="{FF2B5EF4-FFF2-40B4-BE49-F238E27FC236}">
                  <a16:creationId xmlns:a16="http://schemas.microsoft.com/office/drawing/2014/main" id="{4EFDA479-0270-7AB9-AF83-66B0849BA226}"/>
                </a:ext>
              </a:extLst>
            </p:cNvPr>
            <p:cNvSpPr/>
            <p:nvPr/>
          </p:nvSpPr>
          <p:spPr>
            <a:xfrm>
              <a:off x="7300953" y="3746123"/>
              <a:ext cx="1125013" cy="358366"/>
            </a:xfrm>
            <a:custGeom>
              <a:avLst/>
              <a:gdLst>
                <a:gd name="connsiteX0" fmla="*/ 0 w 1125013"/>
                <a:gd name="connsiteY0" fmla="*/ 0 h 358366"/>
                <a:gd name="connsiteX1" fmla="*/ 1125014 w 1125013"/>
                <a:gd name="connsiteY1" fmla="*/ 0 h 358366"/>
                <a:gd name="connsiteX2" fmla="*/ 1125014 w 1125013"/>
                <a:gd name="connsiteY2" fmla="*/ 358367 h 358366"/>
                <a:gd name="connsiteX3" fmla="*/ 0 w 1125013"/>
                <a:gd name="connsiteY3" fmla="*/ 358367 h 358366"/>
              </a:gdLst>
              <a:ahLst/>
              <a:cxnLst>
                <a:cxn ang="0">
                  <a:pos x="connsiteX0" y="connsiteY0"/>
                </a:cxn>
                <a:cxn ang="0">
                  <a:pos x="connsiteX1" y="connsiteY1"/>
                </a:cxn>
                <a:cxn ang="0">
                  <a:pos x="connsiteX2" y="connsiteY2"/>
                </a:cxn>
                <a:cxn ang="0">
                  <a:pos x="connsiteX3" y="connsiteY3"/>
                </a:cxn>
              </a:cxnLst>
              <a:rect l="l" t="t" r="r" b="b"/>
              <a:pathLst>
                <a:path w="1125013" h="358366">
                  <a:moveTo>
                    <a:pt x="0" y="0"/>
                  </a:moveTo>
                  <a:lnTo>
                    <a:pt x="1125014" y="0"/>
                  </a:lnTo>
                  <a:lnTo>
                    <a:pt x="1125014" y="358367"/>
                  </a:lnTo>
                  <a:lnTo>
                    <a:pt x="0" y="358367"/>
                  </a:lnTo>
                  <a:close/>
                </a:path>
              </a:pathLst>
            </a:custGeom>
            <a:gradFill>
              <a:gsLst>
                <a:gs pos="0">
                  <a:schemeClr val="accent1">
                    <a:alpha val="10000"/>
                  </a:schemeClr>
                </a:gs>
                <a:gs pos="100000">
                  <a:schemeClr val="accent1">
                    <a:alpha val="70000"/>
                  </a:schemeClr>
                </a:gs>
              </a:gsLst>
              <a:lin ang="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0" name="任意多边形: 形状 49">
              <a:extLst>
                <a:ext uri="{FF2B5EF4-FFF2-40B4-BE49-F238E27FC236}">
                  <a16:creationId xmlns:a16="http://schemas.microsoft.com/office/drawing/2014/main" id="{A9122876-B420-3C35-C12F-2F9618B38E94}"/>
                </a:ext>
              </a:extLst>
            </p:cNvPr>
            <p:cNvSpPr/>
            <p:nvPr/>
          </p:nvSpPr>
          <p:spPr>
            <a:xfrm>
              <a:off x="7300953" y="3522914"/>
              <a:ext cx="1370995" cy="223208"/>
            </a:xfrm>
            <a:custGeom>
              <a:avLst/>
              <a:gdLst>
                <a:gd name="connsiteX0" fmla="*/ 1124390 w 1370995"/>
                <a:gd name="connsiteY0" fmla="*/ 223209 h 223208"/>
                <a:gd name="connsiteX1" fmla="*/ 0 w 1370995"/>
                <a:gd name="connsiteY1" fmla="*/ 223209 h 223208"/>
                <a:gd name="connsiteX2" fmla="*/ 279284 w 1370995"/>
                <a:gd name="connsiteY2" fmla="*/ 0 h 223208"/>
                <a:gd name="connsiteX3" fmla="*/ 1370996 w 1370995"/>
                <a:gd name="connsiteY3" fmla="*/ 0 h 223208"/>
                <a:gd name="connsiteX4" fmla="*/ 1124390 w 1370995"/>
                <a:gd name="connsiteY4" fmla="*/ 223209 h 223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0995" h="223208">
                  <a:moveTo>
                    <a:pt x="1124390" y="223209"/>
                  </a:moveTo>
                  <a:lnTo>
                    <a:pt x="0" y="223209"/>
                  </a:lnTo>
                  <a:lnTo>
                    <a:pt x="279284" y="0"/>
                  </a:lnTo>
                  <a:lnTo>
                    <a:pt x="1370996" y="0"/>
                  </a:lnTo>
                  <a:lnTo>
                    <a:pt x="1124390" y="223209"/>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grpSp>
        <p:nvGrpSpPr>
          <p:cNvPr id="51" name="图形 4">
            <a:extLst>
              <a:ext uri="{FF2B5EF4-FFF2-40B4-BE49-F238E27FC236}">
                <a16:creationId xmlns:a16="http://schemas.microsoft.com/office/drawing/2014/main" id="{7B01C953-6034-2613-D1D4-DE530D695025}"/>
              </a:ext>
            </a:extLst>
          </p:cNvPr>
          <p:cNvGrpSpPr/>
          <p:nvPr/>
        </p:nvGrpSpPr>
        <p:grpSpPr>
          <a:xfrm>
            <a:off x="6704871" y="3949917"/>
            <a:ext cx="1370995" cy="582121"/>
            <a:chOff x="7300953" y="3994367"/>
            <a:chExt cx="1370995" cy="582121"/>
          </a:xfrm>
          <a:noFill/>
        </p:grpSpPr>
        <p:sp>
          <p:nvSpPr>
            <p:cNvPr id="52" name="任意多边形: 形状 51">
              <a:extLst>
                <a:ext uri="{FF2B5EF4-FFF2-40B4-BE49-F238E27FC236}">
                  <a16:creationId xmlns:a16="http://schemas.microsoft.com/office/drawing/2014/main" id="{542C7DBB-9062-300F-40D5-6E45CD26371A}"/>
                </a:ext>
              </a:extLst>
            </p:cNvPr>
            <p:cNvSpPr/>
            <p:nvPr/>
          </p:nvSpPr>
          <p:spPr>
            <a:xfrm>
              <a:off x="8426045" y="3994367"/>
              <a:ext cx="245436" cy="582121"/>
            </a:xfrm>
            <a:custGeom>
              <a:avLst/>
              <a:gdLst>
                <a:gd name="connsiteX0" fmla="*/ 245436 w 245436"/>
                <a:gd name="connsiteY0" fmla="*/ 335983 h 582121"/>
                <a:gd name="connsiteX1" fmla="*/ 0 w 245436"/>
                <a:gd name="connsiteY1" fmla="*/ 582121 h 582121"/>
                <a:gd name="connsiteX2" fmla="*/ 0 w 245436"/>
                <a:gd name="connsiteY2" fmla="*/ 223755 h 582121"/>
                <a:gd name="connsiteX3" fmla="*/ 245436 w 245436"/>
                <a:gd name="connsiteY3" fmla="*/ 0 h 582121"/>
                <a:gd name="connsiteX4" fmla="*/ 245436 w 245436"/>
                <a:gd name="connsiteY4" fmla="*/ 335983 h 582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436" h="582121">
                  <a:moveTo>
                    <a:pt x="245436" y="335983"/>
                  </a:moveTo>
                  <a:lnTo>
                    <a:pt x="0" y="582121"/>
                  </a:lnTo>
                  <a:lnTo>
                    <a:pt x="0" y="223755"/>
                  </a:lnTo>
                  <a:lnTo>
                    <a:pt x="245436" y="0"/>
                  </a:lnTo>
                  <a:lnTo>
                    <a:pt x="245436" y="335983"/>
                  </a:lnTo>
                  <a:close/>
                </a:path>
              </a:pathLst>
            </a:custGeom>
            <a:gradFill>
              <a:gsLst>
                <a:gs pos="0">
                  <a:schemeClr val="accent1">
                    <a:alpha val="1000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3" name="任意多边形: 形状 52">
              <a:extLst>
                <a:ext uri="{FF2B5EF4-FFF2-40B4-BE49-F238E27FC236}">
                  <a16:creationId xmlns:a16="http://schemas.microsoft.com/office/drawing/2014/main" id="{E18AF4E9-86C7-BF30-24EB-26AB8AD35A2F}"/>
                </a:ext>
              </a:extLst>
            </p:cNvPr>
            <p:cNvSpPr/>
            <p:nvPr/>
          </p:nvSpPr>
          <p:spPr>
            <a:xfrm>
              <a:off x="7300953" y="4218122"/>
              <a:ext cx="1125013" cy="358366"/>
            </a:xfrm>
            <a:custGeom>
              <a:avLst/>
              <a:gdLst>
                <a:gd name="connsiteX0" fmla="*/ 0 w 1125013"/>
                <a:gd name="connsiteY0" fmla="*/ 0 h 358366"/>
                <a:gd name="connsiteX1" fmla="*/ 1125014 w 1125013"/>
                <a:gd name="connsiteY1" fmla="*/ 0 h 358366"/>
                <a:gd name="connsiteX2" fmla="*/ 1125014 w 1125013"/>
                <a:gd name="connsiteY2" fmla="*/ 358367 h 358366"/>
                <a:gd name="connsiteX3" fmla="*/ 0 w 1125013"/>
                <a:gd name="connsiteY3" fmla="*/ 358367 h 358366"/>
              </a:gdLst>
              <a:ahLst/>
              <a:cxnLst>
                <a:cxn ang="0">
                  <a:pos x="connsiteX0" y="connsiteY0"/>
                </a:cxn>
                <a:cxn ang="0">
                  <a:pos x="connsiteX1" y="connsiteY1"/>
                </a:cxn>
                <a:cxn ang="0">
                  <a:pos x="connsiteX2" y="connsiteY2"/>
                </a:cxn>
                <a:cxn ang="0">
                  <a:pos x="connsiteX3" y="connsiteY3"/>
                </a:cxn>
              </a:cxnLst>
              <a:rect l="l" t="t" r="r" b="b"/>
              <a:pathLst>
                <a:path w="1125013" h="358366">
                  <a:moveTo>
                    <a:pt x="0" y="0"/>
                  </a:moveTo>
                  <a:lnTo>
                    <a:pt x="1125014" y="0"/>
                  </a:lnTo>
                  <a:lnTo>
                    <a:pt x="1125014" y="358367"/>
                  </a:lnTo>
                  <a:lnTo>
                    <a:pt x="0" y="358367"/>
                  </a:lnTo>
                  <a:close/>
                </a:path>
              </a:pathLst>
            </a:custGeom>
            <a:gradFill>
              <a:gsLst>
                <a:gs pos="0">
                  <a:schemeClr val="accent1">
                    <a:alpha val="10000"/>
                  </a:schemeClr>
                </a:gs>
                <a:gs pos="100000">
                  <a:schemeClr val="accent1">
                    <a:alpha val="70000"/>
                  </a:schemeClr>
                </a:gs>
              </a:gsLst>
              <a:lin ang="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4" name="任意多边形: 形状 53">
              <a:extLst>
                <a:ext uri="{FF2B5EF4-FFF2-40B4-BE49-F238E27FC236}">
                  <a16:creationId xmlns:a16="http://schemas.microsoft.com/office/drawing/2014/main" id="{66E89EE0-71D8-2D5D-1FBC-784C9EF66E1D}"/>
                </a:ext>
              </a:extLst>
            </p:cNvPr>
            <p:cNvSpPr/>
            <p:nvPr/>
          </p:nvSpPr>
          <p:spPr>
            <a:xfrm>
              <a:off x="7300953" y="3994913"/>
              <a:ext cx="1370995" cy="223209"/>
            </a:xfrm>
            <a:custGeom>
              <a:avLst/>
              <a:gdLst>
                <a:gd name="connsiteX0" fmla="*/ 1124390 w 1370995"/>
                <a:gd name="connsiteY0" fmla="*/ 223209 h 223209"/>
                <a:gd name="connsiteX1" fmla="*/ 0 w 1370995"/>
                <a:gd name="connsiteY1" fmla="*/ 223209 h 223209"/>
                <a:gd name="connsiteX2" fmla="*/ 279284 w 1370995"/>
                <a:gd name="connsiteY2" fmla="*/ 0 h 223209"/>
                <a:gd name="connsiteX3" fmla="*/ 1370996 w 1370995"/>
                <a:gd name="connsiteY3" fmla="*/ 0 h 223209"/>
                <a:gd name="connsiteX4" fmla="*/ 1124390 w 1370995"/>
                <a:gd name="connsiteY4" fmla="*/ 223209 h 223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0995" h="223209">
                  <a:moveTo>
                    <a:pt x="1124390" y="223209"/>
                  </a:moveTo>
                  <a:lnTo>
                    <a:pt x="0" y="223209"/>
                  </a:lnTo>
                  <a:lnTo>
                    <a:pt x="279284" y="0"/>
                  </a:lnTo>
                  <a:lnTo>
                    <a:pt x="1370996" y="0"/>
                  </a:lnTo>
                  <a:lnTo>
                    <a:pt x="1124390" y="223209"/>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sp>
        <p:nvSpPr>
          <p:cNvPr id="55" name="任意多边形: 形状 54">
            <a:extLst>
              <a:ext uri="{FF2B5EF4-FFF2-40B4-BE49-F238E27FC236}">
                <a16:creationId xmlns:a16="http://schemas.microsoft.com/office/drawing/2014/main" id="{C636A553-FA32-9EDB-0F3F-EFB2A430401E}"/>
              </a:ext>
            </a:extLst>
          </p:cNvPr>
          <p:cNvSpPr/>
          <p:nvPr/>
        </p:nvSpPr>
        <p:spPr>
          <a:xfrm>
            <a:off x="6704871" y="1354938"/>
            <a:ext cx="1565192" cy="406330"/>
          </a:xfrm>
          <a:custGeom>
            <a:avLst/>
            <a:gdLst>
              <a:gd name="connsiteX0" fmla="*/ 1125092 w 1565192"/>
              <a:gd name="connsiteY0" fmla="*/ 406331 h 406330"/>
              <a:gd name="connsiteX1" fmla="*/ 0 w 1565192"/>
              <a:gd name="connsiteY1" fmla="*/ 406331 h 406330"/>
              <a:gd name="connsiteX2" fmla="*/ 376694 w 1565192"/>
              <a:gd name="connsiteY2" fmla="*/ 0 h 406330"/>
              <a:gd name="connsiteX3" fmla="*/ 1565192 w 1565192"/>
              <a:gd name="connsiteY3" fmla="*/ 0 h 406330"/>
              <a:gd name="connsiteX4" fmla="*/ 1125092 w 1565192"/>
              <a:gd name="connsiteY4" fmla="*/ 406331 h 406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192" h="406330">
                <a:moveTo>
                  <a:pt x="1125092" y="406331"/>
                </a:moveTo>
                <a:lnTo>
                  <a:pt x="0" y="406331"/>
                </a:lnTo>
                <a:lnTo>
                  <a:pt x="376694" y="0"/>
                </a:lnTo>
                <a:lnTo>
                  <a:pt x="1565192" y="0"/>
                </a:lnTo>
                <a:lnTo>
                  <a:pt x="1125092" y="406331"/>
                </a:lnTo>
                <a:close/>
              </a:path>
            </a:pathLst>
          </a:custGeom>
          <a:gradFill>
            <a:gsLst>
              <a:gs pos="0">
                <a:schemeClr val="accent1">
                  <a:alpha val="0"/>
                </a:schemeClr>
              </a:gs>
              <a:gs pos="100000">
                <a:schemeClr val="accent1">
                  <a:alpha val="17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3" name="任意多边形: 形状 62">
            <a:extLst>
              <a:ext uri="{FF2B5EF4-FFF2-40B4-BE49-F238E27FC236}">
                <a16:creationId xmlns:a16="http://schemas.microsoft.com/office/drawing/2014/main" id="{15EC2223-3D40-6CEC-480B-D321C201D132}"/>
              </a:ext>
            </a:extLst>
          </p:cNvPr>
          <p:cNvSpPr/>
          <p:nvPr/>
        </p:nvSpPr>
        <p:spPr>
          <a:xfrm>
            <a:off x="9517088" y="4363345"/>
            <a:ext cx="406240" cy="732721"/>
          </a:xfrm>
          <a:custGeom>
            <a:avLst/>
            <a:gdLst>
              <a:gd name="connsiteX0" fmla="*/ 288876 w 288876"/>
              <a:gd name="connsiteY0" fmla="*/ 404849 h 732721"/>
              <a:gd name="connsiteX1" fmla="*/ 0 w 288876"/>
              <a:gd name="connsiteY1" fmla="*/ 732721 h 732721"/>
              <a:gd name="connsiteX2" fmla="*/ 0 w 288876"/>
              <a:gd name="connsiteY2" fmla="*/ 248088 h 732721"/>
              <a:gd name="connsiteX3" fmla="*/ 288876 w 288876"/>
              <a:gd name="connsiteY3" fmla="*/ 0 h 732721"/>
              <a:gd name="connsiteX4" fmla="*/ 288876 w 288876"/>
              <a:gd name="connsiteY4" fmla="*/ 404849 h 73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876" h="732721">
                <a:moveTo>
                  <a:pt x="288876" y="404849"/>
                </a:moveTo>
                <a:lnTo>
                  <a:pt x="0" y="732721"/>
                </a:lnTo>
                <a:lnTo>
                  <a:pt x="0" y="248088"/>
                </a:lnTo>
                <a:lnTo>
                  <a:pt x="288876" y="0"/>
                </a:lnTo>
                <a:lnTo>
                  <a:pt x="288876" y="404849"/>
                </a:lnTo>
                <a:close/>
              </a:path>
            </a:pathLst>
          </a:custGeom>
          <a:gradFill>
            <a:gsLst>
              <a:gs pos="0">
                <a:schemeClr val="accent1">
                  <a:alpha val="1000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4" name="任意多边形: 形状 63">
            <a:extLst>
              <a:ext uri="{FF2B5EF4-FFF2-40B4-BE49-F238E27FC236}">
                <a16:creationId xmlns:a16="http://schemas.microsoft.com/office/drawing/2014/main" id="{7BB21CA3-FEEE-B970-A563-8E8EE503E5DC}"/>
              </a:ext>
            </a:extLst>
          </p:cNvPr>
          <p:cNvSpPr/>
          <p:nvPr/>
        </p:nvSpPr>
        <p:spPr>
          <a:xfrm>
            <a:off x="1987924" y="4611433"/>
            <a:ext cx="7529163" cy="484633"/>
          </a:xfrm>
          <a:custGeom>
            <a:avLst/>
            <a:gdLst>
              <a:gd name="connsiteX0" fmla="*/ 0 w 7075458"/>
              <a:gd name="connsiteY0" fmla="*/ 0 h 484633"/>
              <a:gd name="connsiteX1" fmla="*/ 7075459 w 7075458"/>
              <a:gd name="connsiteY1" fmla="*/ 0 h 484633"/>
              <a:gd name="connsiteX2" fmla="*/ 7075459 w 7075458"/>
              <a:gd name="connsiteY2" fmla="*/ 484633 h 484633"/>
              <a:gd name="connsiteX3" fmla="*/ 0 w 7075458"/>
              <a:gd name="connsiteY3" fmla="*/ 484633 h 484633"/>
            </a:gdLst>
            <a:ahLst/>
            <a:cxnLst>
              <a:cxn ang="0">
                <a:pos x="connsiteX0" y="connsiteY0"/>
              </a:cxn>
              <a:cxn ang="0">
                <a:pos x="connsiteX1" y="connsiteY1"/>
              </a:cxn>
              <a:cxn ang="0">
                <a:pos x="connsiteX2" y="connsiteY2"/>
              </a:cxn>
              <a:cxn ang="0">
                <a:pos x="connsiteX3" y="connsiteY3"/>
              </a:cxn>
            </a:cxnLst>
            <a:rect l="l" t="t" r="r" b="b"/>
            <a:pathLst>
              <a:path w="7075458" h="484633">
                <a:moveTo>
                  <a:pt x="0" y="0"/>
                </a:moveTo>
                <a:lnTo>
                  <a:pt x="7075459" y="0"/>
                </a:lnTo>
                <a:lnTo>
                  <a:pt x="7075459" y="484633"/>
                </a:lnTo>
                <a:lnTo>
                  <a:pt x="0" y="484633"/>
                </a:lnTo>
                <a:close/>
              </a:path>
            </a:pathLst>
          </a:custGeom>
          <a:gradFill>
            <a:gsLst>
              <a:gs pos="0">
                <a:schemeClr val="accent1">
                  <a:alpha val="1000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5" name="任意多边形: 形状 64">
            <a:extLst>
              <a:ext uri="{FF2B5EF4-FFF2-40B4-BE49-F238E27FC236}">
                <a16:creationId xmlns:a16="http://schemas.microsoft.com/office/drawing/2014/main" id="{F2C00674-21DF-261D-2C7F-6E5A7F7DC897}"/>
              </a:ext>
            </a:extLst>
          </p:cNvPr>
          <p:cNvSpPr/>
          <p:nvPr/>
        </p:nvSpPr>
        <p:spPr>
          <a:xfrm>
            <a:off x="1987925" y="4369314"/>
            <a:ext cx="7933208" cy="242120"/>
          </a:xfrm>
          <a:custGeom>
            <a:avLst/>
            <a:gdLst>
              <a:gd name="connsiteX0" fmla="*/ 7074834 w 7344759"/>
              <a:gd name="connsiteY0" fmla="*/ 231008 h 231007"/>
              <a:gd name="connsiteX1" fmla="*/ 0 w 7344759"/>
              <a:gd name="connsiteY1" fmla="*/ 231008 h 231007"/>
              <a:gd name="connsiteX2" fmla="*/ 279284 w 7344759"/>
              <a:gd name="connsiteY2" fmla="*/ 7799 h 231007"/>
              <a:gd name="connsiteX3" fmla="*/ 7344759 w 7344759"/>
              <a:gd name="connsiteY3" fmla="*/ 0 h 231007"/>
              <a:gd name="connsiteX4" fmla="*/ 7074834 w 7344759"/>
              <a:gd name="connsiteY4" fmla="*/ 231008 h 231007"/>
              <a:gd name="connsiteX0" fmla="*/ 7074834 w 7455155"/>
              <a:gd name="connsiteY0" fmla="*/ 242120 h 242120"/>
              <a:gd name="connsiteX1" fmla="*/ 0 w 7455155"/>
              <a:gd name="connsiteY1" fmla="*/ 242120 h 242120"/>
              <a:gd name="connsiteX2" fmla="*/ 279284 w 7455155"/>
              <a:gd name="connsiteY2" fmla="*/ 18911 h 242120"/>
              <a:gd name="connsiteX3" fmla="*/ 7455155 w 7455155"/>
              <a:gd name="connsiteY3" fmla="*/ 0 h 242120"/>
              <a:gd name="connsiteX4" fmla="*/ 7074834 w 7455155"/>
              <a:gd name="connsiteY4" fmla="*/ 242120 h 242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5155" h="242120">
                <a:moveTo>
                  <a:pt x="7074834" y="242120"/>
                </a:moveTo>
                <a:lnTo>
                  <a:pt x="0" y="242120"/>
                </a:lnTo>
                <a:lnTo>
                  <a:pt x="279284" y="18911"/>
                </a:lnTo>
                <a:lnTo>
                  <a:pt x="7455155" y="0"/>
                </a:lnTo>
                <a:lnTo>
                  <a:pt x="7074834" y="242120"/>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7" name="任意多边形: 形状 66">
            <a:extLst>
              <a:ext uri="{FF2B5EF4-FFF2-40B4-BE49-F238E27FC236}">
                <a16:creationId xmlns:a16="http://schemas.microsoft.com/office/drawing/2014/main" id="{D84BD801-BFDA-B902-E80E-EC51072A986E}"/>
              </a:ext>
            </a:extLst>
          </p:cNvPr>
          <p:cNvSpPr/>
          <p:nvPr/>
        </p:nvSpPr>
        <p:spPr>
          <a:xfrm>
            <a:off x="9517090" y="4910917"/>
            <a:ext cx="406240" cy="732721"/>
          </a:xfrm>
          <a:custGeom>
            <a:avLst/>
            <a:gdLst>
              <a:gd name="connsiteX0" fmla="*/ 288876 w 288876"/>
              <a:gd name="connsiteY0" fmla="*/ 404849 h 732721"/>
              <a:gd name="connsiteX1" fmla="*/ 0 w 288876"/>
              <a:gd name="connsiteY1" fmla="*/ 732721 h 732721"/>
              <a:gd name="connsiteX2" fmla="*/ 0 w 288876"/>
              <a:gd name="connsiteY2" fmla="*/ 248088 h 732721"/>
              <a:gd name="connsiteX3" fmla="*/ 288876 w 288876"/>
              <a:gd name="connsiteY3" fmla="*/ 0 h 732721"/>
              <a:gd name="connsiteX4" fmla="*/ 288876 w 288876"/>
              <a:gd name="connsiteY4" fmla="*/ 404849 h 732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876" h="732721">
                <a:moveTo>
                  <a:pt x="288876" y="404849"/>
                </a:moveTo>
                <a:lnTo>
                  <a:pt x="0" y="732721"/>
                </a:lnTo>
                <a:lnTo>
                  <a:pt x="0" y="248088"/>
                </a:lnTo>
                <a:lnTo>
                  <a:pt x="288876" y="0"/>
                </a:lnTo>
                <a:lnTo>
                  <a:pt x="288876" y="404849"/>
                </a:lnTo>
                <a:close/>
              </a:path>
            </a:pathLst>
          </a:custGeom>
          <a:gradFill>
            <a:gsLst>
              <a:gs pos="0">
                <a:schemeClr val="accent1">
                  <a:alpha val="1000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8" name="任意多边形: 形状 67">
            <a:extLst>
              <a:ext uri="{FF2B5EF4-FFF2-40B4-BE49-F238E27FC236}">
                <a16:creationId xmlns:a16="http://schemas.microsoft.com/office/drawing/2014/main" id="{DA04FEC5-9BF9-4F3B-18CC-B78315DE8B68}"/>
              </a:ext>
            </a:extLst>
          </p:cNvPr>
          <p:cNvSpPr/>
          <p:nvPr/>
        </p:nvSpPr>
        <p:spPr>
          <a:xfrm>
            <a:off x="1987925" y="5159005"/>
            <a:ext cx="7529164" cy="484633"/>
          </a:xfrm>
          <a:custGeom>
            <a:avLst/>
            <a:gdLst>
              <a:gd name="connsiteX0" fmla="*/ 0 w 7075458"/>
              <a:gd name="connsiteY0" fmla="*/ 0 h 484633"/>
              <a:gd name="connsiteX1" fmla="*/ 7075459 w 7075458"/>
              <a:gd name="connsiteY1" fmla="*/ 0 h 484633"/>
              <a:gd name="connsiteX2" fmla="*/ 7075459 w 7075458"/>
              <a:gd name="connsiteY2" fmla="*/ 484633 h 484633"/>
              <a:gd name="connsiteX3" fmla="*/ 0 w 7075458"/>
              <a:gd name="connsiteY3" fmla="*/ 484633 h 484633"/>
            </a:gdLst>
            <a:ahLst/>
            <a:cxnLst>
              <a:cxn ang="0">
                <a:pos x="connsiteX0" y="connsiteY0"/>
              </a:cxn>
              <a:cxn ang="0">
                <a:pos x="connsiteX1" y="connsiteY1"/>
              </a:cxn>
              <a:cxn ang="0">
                <a:pos x="connsiteX2" y="connsiteY2"/>
              </a:cxn>
              <a:cxn ang="0">
                <a:pos x="connsiteX3" y="connsiteY3"/>
              </a:cxn>
            </a:cxnLst>
            <a:rect l="l" t="t" r="r" b="b"/>
            <a:pathLst>
              <a:path w="7075458" h="484633">
                <a:moveTo>
                  <a:pt x="0" y="0"/>
                </a:moveTo>
                <a:lnTo>
                  <a:pt x="7075459" y="0"/>
                </a:lnTo>
                <a:lnTo>
                  <a:pt x="7075459" y="484633"/>
                </a:lnTo>
                <a:lnTo>
                  <a:pt x="0" y="484633"/>
                </a:lnTo>
                <a:close/>
              </a:path>
            </a:pathLst>
          </a:custGeom>
          <a:gradFill>
            <a:gsLst>
              <a:gs pos="0">
                <a:schemeClr val="accent1">
                  <a:alpha val="1000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9" name="任意多边形: 形状 68">
            <a:extLst>
              <a:ext uri="{FF2B5EF4-FFF2-40B4-BE49-F238E27FC236}">
                <a16:creationId xmlns:a16="http://schemas.microsoft.com/office/drawing/2014/main" id="{4010954F-718C-B6CD-1339-2A589B2F3622}"/>
              </a:ext>
            </a:extLst>
          </p:cNvPr>
          <p:cNvSpPr/>
          <p:nvPr/>
        </p:nvSpPr>
        <p:spPr>
          <a:xfrm>
            <a:off x="1987925" y="4907360"/>
            <a:ext cx="7931622" cy="251646"/>
          </a:xfrm>
          <a:custGeom>
            <a:avLst/>
            <a:gdLst>
              <a:gd name="connsiteX0" fmla="*/ 7074834 w 7344759"/>
              <a:gd name="connsiteY0" fmla="*/ 231008 h 231007"/>
              <a:gd name="connsiteX1" fmla="*/ 0 w 7344759"/>
              <a:gd name="connsiteY1" fmla="*/ 231008 h 231007"/>
              <a:gd name="connsiteX2" fmla="*/ 279284 w 7344759"/>
              <a:gd name="connsiteY2" fmla="*/ 7799 h 231007"/>
              <a:gd name="connsiteX3" fmla="*/ 7344759 w 7344759"/>
              <a:gd name="connsiteY3" fmla="*/ 0 h 231007"/>
              <a:gd name="connsiteX4" fmla="*/ 7074834 w 7344759"/>
              <a:gd name="connsiteY4" fmla="*/ 231008 h 231007"/>
              <a:gd name="connsiteX0" fmla="*/ 7074834 w 7453664"/>
              <a:gd name="connsiteY0" fmla="*/ 254821 h 254821"/>
              <a:gd name="connsiteX1" fmla="*/ 0 w 7453664"/>
              <a:gd name="connsiteY1" fmla="*/ 254821 h 254821"/>
              <a:gd name="connsiteX2" fmla="*/ 279284 w 7453664"/>
              <a:gd name="connsiteY2" fmla="*/ 31612 h 254821"/>
              <a:gd name="connsiteX3" fmla="*/ 7453664 w 7453664"/>
              <a:gd name="connsiteY3" fmla="*/ 0 h 254821"/>
              <a:gd name="connsiteX4" fmla="*/ 7074834 w 7453664"/>
              <a:gd name="connsiteY4" fmla="*/ 254821 h 254821"/>
              <a:gd name="connsiteX0" fmla="*/ 7074834 w 7453664"/>
              <a:gd name="connsiteY0" fmla="*/ 251646 h 251646"/>
              <a:gd name="connsiteX1" fmla="*/ 0 w 7453664"/>
              <a:gd name="connsiteY1" fmla="*/ 251646 h 251646"/>
              <a:gd name="connsiteX2" fmla="*/ 279284 w 7453664"/>
              <a:gd name="connsiteY2" fmla="*/ 28437 h 251646"/>
              <a:gd name="connsiteX3" fmla="*/ 7453664 w 7453664"/>
              <a:gd name="connsiteY3" fmla="*/ 0 h 251646"/>
              <a:gd name="connsiteX4" fmla="*/ 7074834 w 7453664"/>
              <a:gd name="connsiteY4" fmla="*/ 251646 h 251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3664" h="251646">
                <a:moveTo>
                  <a:pt x="7074834" y="251646"/>
                </a:moveTo>
                <a:lnTo>
                  <a:pt x="0" y="251646"/>
                </a:lnTo>
                <a:lnTo>
                  <a:pt x="279284" y="28437"/>
                </a:lnTo>
                <a:lnTo>
                  <a:pt x="7453664" y="0"/>
                </a:lnTo>
                <a:lnTo>
                  <a:pt x="7074834" y="251646"/>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p>
        </p:txBody>
      </p:sp>
      <p:sp>
        <p:nvSpPr>
          <p:cNvPr id="71" name="任意多边形: 形状 70">
            <a:extLst>
              <a:ext uri="{FF2B5EF4-FFF2-40B4-BE49-F238E27FC236}">
                <a16:creationId xmlns:a16="http://schemas.microsoft.com/office/drawing/2014/main" id="{11CFB8BB-F45B-BD5D-B901-BE96DD6C22DF}"/>
              </a:ext>
            </a:extLst>
          </p:cNvPr>
          <p:cNvSpPr/>
          <p:nvPr/>
        </p:nvSpPr>
        <p:spPr>
          <a:xfrm>
            <a:off x="9517088" y="5459806"/>
            <a:ext cx="406240" cy="698413"/>
          </a:xfrm>
          <a:custGeom>
            <a:avLst/>
            <a:gdLst>
              <a:gd name="connsiteX0" fmla="*/ 288876 w 288876"/>
              <a:gd name="connsiteY0" fmla="*/ 422708 h 715875"/>
              <a:gd name="connsiteX1" fmla="*/ 0 w 288876"/>
              <a:gd name="connsiteY1" fmla="*/ 715875 h 715875"/>
              <a:gd name="connsiteX2" fmla="*/ 0 w 288876"/>
              <a:gd name="connsiteY2" fmla="*/ 265948 h 715875"/>
              <a:gd name="connsiteX3" fmla="*/ 288876 w 288876"/>
              <a:gd name="connsiteY3" fmla="*/ 0 h 715875"/>
              <a:gd name="connsiteX4" fmla="*/ 288876 w 288876"/>
              <a:gd name="connsiteY4" fmla="*/ 422708 h 715875"/>
              <a:gd name="connsiteX0" fmla="*/ 288876 w 288876"/>
              <a:gd name="connsiteY0" fmla="*/ 405246 h 698413"/>
              <a:gd name="connsiteX1" fmla="*/ 0 w 288876"/>
              <a:gd name="connsiteY1" fmla="*/ 698413 h 698413"/>
              <a:gd name="connsiteX2" fmla="*/ 0 w 288876"/>
              <a:gd name="connsiteY2" fmla="*/ 248486 h 698413"/>
              <a:gd name="connsiteX3" fmla="*/ 288876 w 288876"/>
              <a:gd name="connsiteY3" fmla="*/ 0 h 698413"/>
              <a:gd name="connsiteX4" fmla="*/ 288876 w 288876"/>
              <a:gd name="connsiteY4" fmla="*/ 405246 h 6984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876" h="698413">
                <a:moveTo>
                  <a:pt x="288876" y="405246"/>
                </a:moveTo>
                <a:lnTo>
                  <a:pt x="0" y="698413"/>
                </a:lnTo>
                <a:lnTo>
                  <a:pt x="0" y="248486"/>
                </a:lnTo>
                <a:lnTo>
                  <a:pt x="288876" y="0"/>
                </a:lnTo>
                <a:lnTo>
                  <a:pt x="288876" y="405246"/>
                </a:lnTo>
                <a:close/>
              </a:path>
            </a:pathLst>
          </a:custGeom>
          <a:gradFill>
            <a:gsLst>
              <a:gs pos="0">
                <a:schemeClr val="accent2">
                  <a:alpha val="0"/>
                </a:schemeClr>
              </a:gs>
              <a:gs pos="100000">
                <a:schemeClr val="accent2">
                  <a:alpha val="86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72" name="任意多边形: 形状 71">
            <a:extLst>
              <a:ext uri="{FF2B5EF4-FFF2-40B4-BE49-F238E27FC236}">
                <a16:creationId xmlns:a16="http://schemas.microsoft.com/office/drawing/2014/main" id="{E89AA269-C16B-809B-CFC0-AC7A345A3973}"/>
              </a:ext>
            </a:extLst>
          </p:cNvPr>
          <p:cNvSpPr/>
          <p:nvPr/>
        </p:nvSpPr>
        <p:spPr>
          <a:xfrm>
            <a:off x="1987925" y="5708292"/>
            <a:ext cx="7529162" cy="449927"/>
          </a:xfrm>
          <a:custGeom>
            <a:avLst/>
            <a:gdLst>
              <a:gd name="connsiteX0" fmla="*/ 0 w 7075458"/>
              <a:gd name="connsiteY0" fmla="*/ 0 h 449927"/>
              <a:gd name="connsiteX1" fmla="*/ 7075459 w 7075458"/>
              <a:gd name="connsiteY1" fmla="*/ 0 h 449927"/>
              <a:gd name="connsiteX2" fmla="*/ 7075459 w 7075458"/>
              <a:gd name="connsiteY2" fmla="*/ 449928 h 449927"/>
              <a:gd name="connsiteX3" fmla="*/ 0 w 7075458"/>
              <a:gd name="connsiteY3" fmla="*/ 449928 h 449927"/>
            </a:gdLst>
            <a:ahLst/>
            <a:cxnLst>
              <a:cxn ang="0">
                <a:pos x="connsiteX0" y="connsiteY0"/>
              </a:cxn>
              <a:cxn ang="0">
                <a:pos x="connsiteX1" y="connsiteY1"/>
              </a:cxn>
              <a:cxn ang="0">
                <a:pos x="connsiteX2" y="connsiteY2"/>
              </a:cxn>
              <a:cxn ang="0">
                <a:pos x="connsiteX3" y="connsiteY3"/>
              </a:cxn>
            </a:cxnLst>
            <a:rect l="l" t="t" r="r" b="b"/>
            <a:pathLst>
              <a:path w="7075458" h="449927">
                <a:moveTo>
                  <a:pt x="0" y="0"/>
                </a:moveTo>
                <a:lnTo>
                  <a:pt x="7075459" y="0"/>
                </a:lnTo>
                <a:lnTo>
                  <a:pt x="7075459" y="449928"/>
                </a:lnTo>
                <a:lnTo>
                  <a:pt x="0" y="449928"/>
                </a:lnTo>
                <a:close/>
              </a:path>
            </a:pathLst>
          </a:custGeom>
          <a:gradFill>
            <a:gsLst>
              <a:gs pos="0">
                <a:schemeClr val="accent2">
                  <a:alpha val="0"/>
                </a:schemeClr>
              </a:gs>
              <a:gs pos="100000">
                <a:schemeClr val="accent2">
                  <a:alpha val="47000"/>
                </a:schemeClr>
              </a:gs>
            </a:gsLst>
            <a:lin ang="5400000" scaled="0"/>
          </a:gradFill>
          <a:ln w="15596" cap="flat">
            <a:noFill/>
            <a:prstDash val="solid"/>
            <a:miter/>
          </a:ln>
        </p:spPr>
        <p:txBody>
          <a:bodyPr rtlCol="0" anchor="ctr"/>
          <a:lstStyle/>
          <a:p>
            <a:endParaRPr lang="zh-CN" altLang="en-US"/>
          </a:p>
        </p:txBody>
      </p:sp>
      <p:sp>
        <p:nvSpPr>
          <p:cNvPr id="73" name="任意多边形: 形状 72">
            <a:extLst>
              <a:ext uri="{FF2B5EF4-FFF2-40B4-BE49-F238E27FC236}">
                <a16:creationId xmlns:a16="http://schemas.microsoft.com/office/drawing/2014/main" id="{EC3EA80A-4396-BF68-B072-152548507934}"/>
              </a:ext>
            </a:extLst>
          </p:cNvPr>
          <p:cNvSpPr/>
          <p:nvPr/>
        </p:nvSpPr>
        <p:spPr>
          <a:xfrm>
            <a:off x="1987925" y="5462997"/>
            <a:ext cx="7928445" cy="245296"/>
          </a:xfrm>
          <a:custGeom>
            <a:avLst/>
            <a:gdLst>
              <a:gd name="connsiteX0" fmla="*/ 7074834 w 7344759"/>
              <a:gd name="connsiteY0" fmla="*/ 231008 h 231007"/>
              <a:gd name="connsiteX1" fmla="*/ 0 w 7344759"/>
              <a:gd name="connsiteY1" fmla="*/ 231008 h 231007"/>
              <a:gd name="connsiteX2" fmla="*/ 279284 w 7344759"/>
              <a:gd name="connsiteY2" fmla="*/ 7799 h 231007"/>
              <a:gd name="connsiteX3" fmla="*/ 7344759 w 7344759"/>
              <a:gd name="connsiteY3" fmla="*/ 0 h 231007"/>
              <a:gd name="connsiteX4" fmla="*/ 7074834 w 7344759"/>
              <a:gd name="connsiteY4" fmla="*/ 231008 h 231007"/>
              <a:gd name="connsiteX0" fmla="*/ 7074834 w 7450680"/>
              <a:gd name="connsiteY0" fmla="*/ 245296 h 245296"/>
              <a:gd name="connsiteX1" fmla="*/ 0 w 7450680"/>
              <a:gd name="connsiteY1" fmla="*/ 245296 h 245296"/>
              <a:gd name="connsiteX2" fmla="*/ 279284 w 7450680"/>
              <a:gd name="connsiteY2" fmla="*/ 22087 h 245296"/>
              <a:gd name="connsiteX3" fmla="*/ 7450680 w 7450680"/>
              <a:gd name="connsiteY3" fmla="*/ 0 h 245296"/>
              <a:gd name="connsiteX4" fmla="*/ 7074834 w 7450680"/>
              <a:gd name="connsiteY4" fmla="*/ 245296 h 245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0680" h="245296">
                <a:moveTo>
                  <a:pt x="7074834" y="245296"/>
                </a:moveTo>
                <a:lnTo>
                  <a:pt x="0" y="245296"/>
                </a:lnTo>
                <a:lnTo>
                  <a:pt x="279284" y="22087"/>
                </a:lnTo>
                <a:lnTo>
                  <a:pt x="7450680" y="0"/>
                </a:lnTo>
                <a:lnTo>
                  <a:pt x="7074834" y="245296"/>
                </a:lnTo>
                <a:close/>
              </a:path>
            </a:pathLst>
          </a:custGeom>
          <a:gradFill>
            <a:gsLst>
              <a:gs pos="0">
                <a:schemeClr val="accent2">
                  <a:alpha val="0"/>
                </a:schemeClr>
              </a:gs>
              <a:gs pos="100000">
                <a:schemeClr val="accent2">
                  <a:alpha val="50000"/>
                </a:schemeClr>
              </a:gs>
            </a:gsLst>
            <a:lin ang="5400000" scaled="0"/>
          </a:gradFill>
          <a:ln w="15596" cap="flat">
            <a:noFill/>
            <a:prstDash val="solid"/>
            <a:miter/>
          </a:ln>
        </p:spPr>
        <p:txBody>
          <a:bodyPr rtlCol="0" anchor="ctr"/>
          <a:lstStyle/>
          <a:p>
            <a:endParaRPr lang="zh-CN" altLang="en-US"/>
          </a:p>
        </p:txBody>
      </p:sp>
      <p:grpSp>
        <p:nvGrpSpPr>
          <p:cNvPr id="58" name="图形 4">
            <a:extLst>
              <a:ext uri="{FF2B5EF4-FFF2-40B4-BE49-F238E27FC236}">
                <a16:creationId xmlns:a16="http://schemas.microsoft.com/office/drawing/2014/main" id="{C2630647-7F9B-ABAA-4B48-1F4CEB8C22FD}"/>
              </a:ext>
            </a:extLst>
          </p:cNvPr>
          <p:cNvGrpSpPr/>
          <p:nvPr/>
        </p:nvGrpSpPr>
        <p:grpSpPr>
          <a:xfrm>
            <a:off x="7938370" y="3755097"/>
            <a:ext cx="1988324" cy="776941"/>
            <a:chOff x="8534452" y="3799547"/>
            <a:chExt cx="1413890" cy="776941"/>
          </a:xfrm>
          <a:noFill/>
        </p:grpSpPr>
        <p:sp>
          <p:nvSpPr>
            <p:cNvPr id="59" name="任意多边形: 形状 58">
              <a:extLst>
                <a:ext uri="{FF2B5EF4-FFF2-40B4-BE49-F238E27FC236}">
                  <a16:creationId xmlns:a16="http://schemas.microsoft.com/office/drawing/2014/main" id="{C35BDD41-3357-6419-6EBE-B0F291B35A27}"/>
                </a:ext>
              </a:extLst>
            </p:cNvPr>
            <p:cNvSpPr/>
            <p:nvPr/>
          </p:nvSpPr>
          <p:spPr>
            <a:xfrm>
              <a:off x="9659466" y="3799547"/>
              <a:ext cx="288876" cy="776941"/>
            </a:xfrm>
            <a:custGeom>
              <a:avLst/>
              <a:gdLst>
                <a:gd name="connsiteX0" fmla="*/ 288876 w 288876"/>
                <a:gd name="connsiteY0" fmla="*/ 487363 h 776941"/>
                <a:gd name="connsiteX1" fmla="*/ 0 w 288876"/>
                <a:gd name="connsiteY1" fmla="*/ 776942 h 776941"/>
                <a:gd name="connsiteX2" fmla="*/ 0 w 288876"/>
                <a:gd name="connsiteY2" fmla="*/ 315628 h 776941"/>
                <a:gd name="connsiteX3" fmla="*/ 288876 w 288876"/>
                <a:gd name="connsiteY3" fmla="*/ 0 h 776941"/>
                <a:gd name="connsiteX4" fmla="*/ 288876 w 288876"/>
                <a:gd name="connsiteY4" fmla="*/ 487363 h 776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876" h="776941">
                  <a:moveTo>
                    <a:pt x="288876" y="487363"/>
                  </a:moveTo>
                  <a:lnTo>
                    <a:pt x="0" y="776942"/>
                  </a:lnTo>
                  <a:lnTo>
                    <a:pt x="0" y="315628"/>
                  </a:lnTo>
                  <a:lnTo>
                    <a:pt x="288876" y="0"/>
                  </a:lnTo>
                  <a:lnTo>
                    <a:pt x="288876" y="487363"/>
                  </a:lnTo>
                  <a:close/>
                </a:path>
              </a:pathLst>
            </a:custGeom>
            <a:gradFill>
              <a:gsLst>
                <a:gs pos="0">
                  <a:schemeClr val="accent1">
                    <a:alpha val="1000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0" name="任意多边形: 形状 59">
              <a:extLst>
                <a:ext uri="{FF2B5EF4-FFF2-40B4-BE49-F238E27FC236}">
                  <a16:creationId xmlns:a16="http://schemas.microsoft.com/office/drawing/2014/main" id="{B135AC85-83B0-BD13-D5B3-78F4899D699B}"/>
                </a:ext>
              </a:extLst>
            </p:cNvPr>
            <p:cNvSpPr/>
            <p:nvPr/>
          </p:nvSpPr>
          <p:spPr>
            <a:xfrm>
              <a:off x="8534452" y="4115174"/>
              <a:ext cx="1125013" cy="461236"/>
            </a:xfrm>
            <a:custGeom>
              <a:avLst/>
              <a:gdLst>
                <a:gd name="connsiteX0" fmla="*/ 0 w 1125013"/>
                <a:gd name="connsiteY0" fmla="*/ 0 h 461236"/>
                <a:gd name="connsiteX1" fmla="*/ 1125013 w 1125013"/>
                <a:gd name="connsiteY1" fmla="*/ 0 h 461236"/>
                <a:gd name="connsiteX2" fmla="*/ 1125013 w 1125013"/>
                <a:gd name="connsiteY2" fmla="*/ 461236 h 461236"/>
                <a:gd name="connsiteX3" fmla="*/ -1 w 1125013"/>
                <a:gd name="connsiteY3" fmla="*/ 461236 h 461236"/>
              </a:gdLst>
              <a:ahLst/>
              <a:cxnLst>
                <a:cxn ang="0">
                  <a:pos x="connsiteX0" y="connsiteY0"/>
                </a:cxn>
                <a:cxn ang="0">
                  <a:pos x="connsiteX1" y="connsiteY1"/>
                </a:cxn>
                <a:cxn ang="0">
                  <a:pos x="connsiteX2" y="connsiteY2"/>
                </a:cxn>
                <a:cxn ang="0">
                  <a:pos x="connsiteX3" y="connsiteY3"/>
                </a:cxn>
              </a:cxnLst>
              <a:rect l="l" t="t" r="r" b="b"/>
              <a:pathLst>
                <a:path w="1125013" h="461236">
                  <a:moveTo>
                    <a:pt x="0" y="0"/>
                  </a:moveTo>
                  <a:lnTo>
                    <a:pt x="1125013" y="0"/>
                  </a:lnTo>
                  <a:lnTo>
                    <a:pt x="1125013" y="461236"/>
                  </a:lnTo>
                  <a:lnTo>
                    <a:pt x="-1" y="461236"/>
                  </a:lnTo>
                  <a:close/>
                </a:path>
              </a:pathLst>
            </a:custGeom>
            <a:gradFill>
              <a:gsLst>
                <a:gs pos="0">
                  <a:schemeClr val="accent1">
                    <a:alpha val="10000"/>
                  </a:schemeClr>
                </a:gs>
                <a:gs pos="100000">
                  <a:schemeClr val="accent1">
                    <a:alpha val="70000"/>
                  </a:schemeClr>
                </a:gs>
              </a:gsLst>
              <a:lin ang="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1" name="任意多边形: 形状 60">
              <a:extLst>
                <a:ext uri="{FF2B5EF4-FFF2-40B4-BE49-F238E27FC236}">
                  <a16:creationId xmlns:a16="http://schemas.microsoft.com/office/drawing/2014/main" id="{6EE5EEE0-1D9D-3034-A830-F971D011DD27}"/>
                </a:ext>
              </a:extLst>
            </p:cNvPr>
            <p:cNvSpPr/>
            <p:nvPr/>
          </p:nvSpPr>
          <p:spPr>
            <a:xfrm>
              <a:off x="8534452" y="3891966"/>
              <a:ext cx="1330284" cy="223208"/>
            </a:xfrm>
            <a:custGeom>
              <a:avLst/>
              <a:gdLst>
                <a:gd name="connsiteX0" fmla="*/ 1124390 w 1330284"/>
                <a:gd name="connsiteY0" fmla="*/ 223209 h 223208"/>
                <a:gd name="connsiteX1" fmla="*/ 0 w 1330284"/>
                <a:gd name="connsiteY1" fmla="*/ 223209 h 223208"/>
                <a:gd name="connsiteX2" fmla="*/ 279284 w 1330284"/>
                <a:gd name="connsiteY2" fmla="*/ 0 h 223208"/>
                <a:gd name="connsiteX3" fmla="*/ 1330285 w 1330284"/>
                <a:gd name="connsiteY3" fmla="*/ 0 h 223208"/>
                <a:gd name="connsiteX4" fmla="*/ 1124390 w 1330284"/>
                <a:gd name="connsiteY4" fmla="*/ 223209 h 223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284" h="223208">
                  <a:moveTo>
                    <a:pt x="1124390" y="223209"/>
                  </a:moveTo>
                  <a:lnTo>
                    <a:pt x="0" y="223209"/>
                  </a:lnTo>
                  <a:lnTo>
                    <a:pt x="279284" y="0"/>
                  </a:lnTo>
                  <a:lnTo>
                    <a:pt x="1330285" y="0"/>
                  </a:lnTo>
                  <a:lnTo>
                    <a:pt x="1124390" y="223209"/>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p>
          </p:txBody>
        </p:sp>
      </p:grpSp>
      <p:grpSp>
        <p:nvGrpSpPr>
          <p:cNvPr id="74" name="图形 4">
            <a:extLst>
              <a:ext uri="{FF2B5EF4-FFF2-40B4-BE49-F238E27FC236}">
                <a16:creationId xmlns:a16="http://schemas.microsoft.com/office/drawing/2014/main" id="{E6215C7A-8669-06E8-84AA-15F9B111E0FF}"/>
              </a:ext>
            </a:extLst>
          </p:cNvPr>
          <p:cNvGrpSpPr/>
          <p:nvPr/>
        </p:nvGrpSpPr>
        <p:grpSpPr>
          <a:xfrm>
            <a:off x="7938370" y="3162369"/>
            <a:ext cx="1988324" cy="776941"/>
            <a:chOff x="8534452" y="3206819"/>
            <a:chExt cx="1413890" cy="776941"/>
          </a:xfrm>
          <a:noFill/>
        </p:grpSpPr>
        <p:sp>
          <p:nvSpPr>
            <p:cNvPr id="75" name="任意多边形: 形状 74">
              <a:extLst>
                <a:ext uri="{FF2B5EF4-FFF2-40B4-BE49-F238E27FC236}">
                  <a16:creationId xmlns:a16="http://schemas.microsoft.com/office/drawing/2014/main" id="{67C4F2B6-B6DB-BE5E-B20A-4C08BC7206D3}"/>
                </a:ext>
              </a:extLst>
            </p:cNvPr>
            <p:cNvSpPr/>
            <p:nvPr/>
          </p:nvSpPr>
          <p:spPr>
            <a:xfrm>
              <a:off x="9659466" y="3206819"/>
              <a:ext cx="288876" cy="776941"/>
            </a:xfrm>
            <a:custGeom>
              <a:avLst/>
              <a:gdLst>
                <a:gd name="connsiteX0" fmla="*/ 288876 w 288876"/>
                <a:gd name="connsiteY0" fmla="*/ 487363 h 776941"/>
                <a:gd name="connsiteX1" fmla="*/ 0 w 288876"/>
                <a:gd name="connsiteY1" fmla="*/ 776942 h 776941"/>
                <a:gd name="connsiteX2" fmla="*/ 0 w 288876"/>
                <a:gd name="connsiteY2" fmla="*/ 315628 h 776941"/>
                <a:gd name="connsiteX3" fmla="*/ 288876 w 288876"/>
                <a:gd name="connsiteY3" fmla="*/ 0 h 776941"/>
                <a:gd name="connsiteX4" fmla="*/ 288876 w 288876"/>
                <a:gd name="connsiteY4" fmla="*/ 487363 h 776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876" h="776941">
                  <a:moveTo>
                    <a:pt x="288876" y="487363"/>
                  </a:moveTo>
                  <a:lnTo>
                    <a:pt x="0" y="776942"/>
                  </a:lnTo>
                  <a:lnTo>
                    <a:pt x="0" y="315628"/>
                  </a:lnTo>
                  <a:lnTo>
                    <a:pt x="288876" y="0"/>
                  </a:lnTo>
                  <a:lnTo>
                    <a:pt x="288876" y="487363"/>
                  </a:lnTo>
                  <a:close/>
                </a:path>
              </a:pathLst>
            </a:custGeom>
            <a:gradFill>
              <a:gsLst>
                <a:gs pos="0">
                  <a:schemeClr val="accent1">
                    <a:alpha val="1000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76" name="任意多边形: 形状 75">
              <a:extLst>
                <a:ext uri="{FF2B5EF4-FFF2-40B4-BE49-F238E27FC236}">
                  <a16:creationId xmlns:a16="http://schemas.microsoft.com/office/drawing/2014/main" id="{609911B3-E8F9-7DB2-CED2-E5FBAFDB0D14}"/>
                </a:ext>
              </a:extLst>
            </p:cNvPr>
            <p:cNvSpPr/>
            <p:nvPr/>
          </p:nvSpPr>
          <p:spPr>
            <a:xfrm>
              <a:off x="8534452" y="3522446"/>
              <a:ext cx="1125013" cy="461236"/>
            </a:xfrm>
            <a:custGeom>
              <a:avLst/>
              <a:gdLst>
                <a:gd name="connsiteX0" fmla="*/ 0 w 1125013"/>
                <a:gd name="connsiteY0" fmla="*/ 0 h 461236"/>
                <a:gd name="connsiteX1" fmla="*/ 1125013 w 1125013"/>
                <a:gd name="connsiteY1" fmla="*/ 0 h 461236"/>
                <a:gd name="connsiteX2" fmla="*/ 1125013 w 1125013"/>
                <a:gd name="connsiteY2" fmla="*/ 461236 h 461236"/>
                <a:gd name="connsiteX3" fmla="*/ -1 w 1125013"/>
                <a:gd name="connsiteY3" fmla="*/ 461236 h 461236"/>
              </a:gdLst>
              <a:ahLst/>
              <a:cxnLst>
                <a:cxn ang="0">
                  <a:pos x="connsiteX0" y="connsiteY0"/>
                </a:cxn>
                <a:cxn ang="0">
                  <a:pos x="connsiteX1" y="connsiteY1"/>
                </a:cxn>
                <a:cxn ang="0">
                  <a:pos x="connsiteX2" y="connsiteY2"/>
                </a:cxn>
                <a:cxn ang="0">
                  <a:pos x="connsiteX3" y="connsiteY3"/>
                </a:cxn>
              </a:cxnLst>
              <a:rect l="l" t="t" r="r" b="b"/>
              <a:pathLst>
                <a:path w="1125013" h="461236">
                  <a:moveTo>
                    <a:pt x="0" y="0"/>
                  </a:moveTo>
                  <a:lnTo>
                    <a:pt x="1125013" y="0"/>
                  </a:lnTo>
                  <a:lnTo>
                    <a:pt x="1125013" y="461236"/>
                  </a:lnTo>
                  <a:lnTo>
                    <a:pt x="-1" y="461236"/>
                  </a:lnTo>
                  <a:close/>
                </a:path>
              </a:pathLst>
            </a:custGeom>
            <a:gradFill>
              <a:gsLst>
                <a:gs pos="0">
                  <a:schemeClr val="accent1">
                    <a:alpha val="10000"/>
                  </a:schemeClr>
                </a:gs>
                <a:gs pos="100000">
                  <a:schemeClr val="accent1">
                    <a:alpha val="70000"/>
                  </a:schemeClr>
                </a:gs>
              </a:gsLst>
              <a:lin ang="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77" name="任意多边形: 形状 76">
              <a:extLst>
                <a:ext uri="{FF2B5EF4-FFF2-40B4-BE49-F238E27FC236}">
                  <a16:creationId xmlns:a16="http://schemas.microsoft.com/office/drawing/2014/main" id="{52A2E604-A68A-458A-20DD-7ECFAA25FD67}"/>
                </a:ext>
              </a:extLst>
            </p:cNvPr>
            <p:cNvSpPr/>
            <p:nvPr/>
          </p:nvSpPr>
          <p:spPr>
            <a:xfrm>
              <a:off x="8534452" y="3299237"/>
              <a:ext cx="1330284" cy="223208"/>
            </a:xfrm>
            <a:custGeom>
              <a:avLst/>
              <a:gdLst>
                <a:gd name="connsiteX0" fmla="*/ 1124390 w 1330284"/>
                <a:gd name="connsiteY0" fmla="*/ 223209 h 223208"/>
                <a:gd name="connsiteX1" fmla="*/ 0 w 1330284"/>
                <a:gd name="connsiteY1" fmla="*/ 223209 h 223208"/>
                <a:gd name="connsiteX2" fmla="*/ 279284 w 1330284"/>
                <a:gd name="connsiteY2" fmla="*/ 0 h 223208"/>
                <a:gd name="connsiteX3" fmla="*/ 1330285 w 1330284"/>
                <a:gd name="connsiteY3" fmla="*/ 0 h 223208"/>
                <a:gd name="connsiteX4" fmla="*/ 1124390 w 1330284"/>
                <a:gd name="connsiteY4" fmla="*/ 223209 h 223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284" h="223208">
                  <a:moveTo>
                    <a:pt x="1124390" y="223209"/>
                  </a:moveTo>
                  <a:lnTo>
                    <a:pt x="0" y="223209"/>
                  </a:lnTo>
                  <a:lnTo>
                    <a:pt x="279284" y="0"/>
                  </a:lnTo>
                  <a:lnTo>
                    <a:pt x="1330285" y="0"/>
                  </a:lnTo>
                  <a:lnTo>
                    <a:pt x="1124390" y="223209"/>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grpSp>
        <p:nvGrpSpPr>
          <p:cNvPr id="78" name="图形 4">
            <a:extLst>
              <a:ext uri="{FF2B5EF4-FFF2-40B4-BE49-F238E27FC236}">
                <a16:creationId xmlns:a16="http://schemas.microsoft.com/office/drawing/2014/main" id="{3F505134-EBC0-19FD-474B-0F5A7A91A5ED}"/>
              </a:ext>
            </a:extLst>
          </p:cNvPr>
          <p:cNvGrpSpPr/>
          <p:nvPr/>
        </p:nvGrpSpPr>
        <p:grpSpPr>
          <a:xfrm>
            <a:off x="7938370" y="2569640"/>
            <a:ext cx="1988324" cy="776863"/>
            <a:chOff x="8534452" y="2614090"/>
            <a:chExt cx="1413890" cy="776863"/>
          </a:xfrm>
          <a:noFill/>
        </p:grpSpPr>
        <p:sp>
          <p:nvSpPr>
            <p:cNvPr id="79" name="任意多边形: 形状 78">
              <a:extLst>
                <a:ext uri="{FF2B5EF4-FFF2-40B4-BE49-F238E27FC236}">
                  <a16:creationId xmlns:a16="http://schemas.microsoft.com/office/drawing/2014/main" id="{D471CA41-A0E4-65B4-22F0-44CAA0ECE987}"/>
                </a:ext>
              </a:extLst>
            </p:cNvPr>
            <p:cNvSpPr/>
            <p:nvPr/>
          </p:nvSpPr>
          <p:spPr>
            <a:xfrm>
              <a:off x="9659466" y="2614090"/>
              <a:ext cx="288876" cy="776863"/>
            </a:xfrm>
            <a:custGeom>
              <a:avLst/>
              <a:gdLst>
                <a:gd name="connsiteX0" fmla="*/ 288876 w 288876"/>
                <a:gd name="connsiteY0" fmla="*/ 487285 h 776863"/>
                <a:gd name="connsiteX1" fmla="*/ 0 w 288876"/>
                <a:gd name="connsiteY1" fmla="*/ 776864 h 776863"/>
                <a:gd name="connsiteX2" fmla="*/ 0 w 288876"/>
                <a:gd name="connsiteY2" fmla="*/ 315628 h 776863"/>
                <a:gd name="connsiteX3" fmla="*/ 288876 w 288876"/>
                <a:gd name="connsiteY3" fmla="*/ 0 h 776863"/>
                <a:gd name="connsiteX4" fmla="*/ 288876 w 288876"/>
                <a:gd name="connsiteY4" fmla="*/ 487285 h 77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876" h="776863">
                  <a:moveTo>
                    <a:pt x="288876" y="487285"/>
                  </a:moveTo>
                  <a:lnTo>
                    <a:pt x="0" y="776864"/>
                  </a:lnTo>
                  <a:lnTo>
                    <a:pt x="0" y="315628"/>
                  </a:lnTo>
                  <a:lnTo>
                    <a:pt x="288876" y="0"/>
                  </a:lnTo>
                  <a:lnTo>
                    <a:pt x="288876" y="487285"/>
                  </a:lnTo>
                  <a:close/>
                </a:path>
              </a:pathLst>
            </a:custGeom>
            <a:gradFill>
              <a:gsLst>
                <a:gs pos="0">
                  <a:schemeClr val="accent1">
                    <a:alpha val="1000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80" name="任意多边形: 形状 79">
              <a:extLst>
                <a:ext uri="{FF2B5EF4-FFF2-40B4-BE49-F238E27FC236}">
                  <a16:creationId xmlns:a16="http://schemas.microsoft.com/office/drawing/2014/main" id="{FA32D9C4-E9AC-5849-38CE-44D0BAE857C4}"/>
                </a:ext>
              </a:extLst>
            </p:cNvPr>
            <p:cNvSpPr/>
            <p:nvPr/>
          </p:nvSpPr>
          <p:spPr>
            <a:xfrm>
              <a:off x="8534452" y="2929718"/>
              <a:ext cx="1125013" cy="461236"/>
            </a:xfrm>
            <a:custGeom>
              <a:avLst/>
              <a:gdLst>
                <a:gd name="connsiteX0" fmla="*/ 0 w 1125013"/>
                <a:gd name="connsiteY0" fmla="*/ 0 h 461236"/>
                <a:gd name="connsiteX1" fmla="*/ 1125013 w 1125013"/>
                <a:gd name="connsiteY1" fmla="*/ 0 h 461236"/>
                <a:gd name="connsiteX2" fmla="*/ 1125013 w 1125013"/>
                <a:gd name="connsiteY2" fmla="*/ 461236 h 461236"/>
                <a:gd name="connsiteX3" fmla="*/ -1 w 1125013"/>
                <a:gd name="connsiteY3" fmla="*/ 461236 h 461236"/>
              </a:gdLst>
              <a:ahLst/>
              <a:cxnLst>
                <a:cxn ang="0">
                  <a:pos x="connsiteX0" y="connsiteY0"/>
                </a:cxn>
                <a:cxn ang="0">
                  <a:pos x="connsiteX1" y="connsiteY1"/>
                </a:cxn>
                <a:cxn ang="0">
                  <a:pos x="connsiteX2" y="connsiteY2"/>
                </a:cxn>
                <a:cxn ang="0">
                  <a:pos x="connsiteX3" y="connsiteY3"/>
                </a:cxn>
              </a:cxnLst>
              <a:rect l="l" t="t" r="r" b="b"/>
              <a:pathLst>
                <a:path w="1125013" h="461236">
                  <a:moveTo>
                    <a:pt x="0" y="0"/>
                  </a:moveTo>
                  <a:lnTo>
                    <a:pt x="1125013" y="0"/>
                  </a:lnTo>
                  <a:lnTo>
                    <a:pt x="1125013" y="461236"/>
                  </a:lnTo>
                  <a:lnTo>
                    <a:pt x="-1" y="461236"/>
                  </a:lnTo>
                  <a:close/>
                </a:path>
              </a:pathLst>
            </a:custGeom>
            <a:gradFill>
              <a:gsLst>
                <a:gs pos="0">
                  <a:schemeClr val="accent1">
                    <a:alpha val="10000"/>
                  </a:schemeClr>
                </a:gs>
                <a:gs pos="100000">
                  <a:schemeClr val="accent1">
                    <a:alpha val="70000"/>
                  </a:schemeClr>
                </a:gs>
              </a:gsLst>
              <a:lin ang="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81" name="任意多边形: 形状 80">
              <a:extLst>
                <a:ext uri="{FF2B5EF4-FFF2-40B4-BE49-F238E27FC236}">
                  <a16:creationId xmlns:a16="http://schemas.microsoft.com/office/drawing/2014/main" id="{75D91EC9-3CCA-DA90-FFC5-B8CB1FFED025}"/>
                </a:ext>
              </a:extLst>
            </p:cNvPr>
            <p:cNvSpPr/>
            <p:nvPr/>
          </p:nvSpPr>
          <p:spPr>
            <a:xfrm>
              <a:off x="8534452" y="2706509"/>
              <a:ext cx="1330284" cy="223208"/>
            </a:xfrm>
            <a:custGeom>
              <a:avLst/>
              <a:gdLst>
                <a:gd name="connsiteX0" fmla="*/ 1124390 w 1330284"/>
                <a:gd name="connsiteY0" fmla="*/ 223209 h 223208"/>
                <a:gd name="connsiteX1" fmla="*/ 0 w 1330284"/>
                <a:gd name="connsiteY1" fmla="*/ 223209 h 223208"/>
                <a:gd name="connsiteX2" fmla="*/ 279284 w 1330284"/>
                <a:gd name="connsiteY2" fmla="*/ 0 h 223208"/>
                <a:gd name="connsiteX3" fmla="*/ 1330285 w 1330284"/>
                <a:gd name="connsiteY3" fmla="*/ 0 h 223208"/>
                <a:gd name="connsiteX4" fmla="*/ 1124390 w 1330284"/>
                <a:gd name="connsiteY4" fmla="*/ 223209 h 223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284" h="223208">
                  <a:moveTo>
                    <a:pt x="1124390" y="223209"/>
                  </a:moveTo>
                  <a:lnTo>
                    <a:pt x="0" y="223209"/>
                  </a:lnTo>
                  <a:lnTo>
                    <a:pt x="279284" y="0"/>
                  </a:lnTo>
                  <a:lnTo>
                    <a:pt x="1330285" y="0"/>
                  </a:lnTo>
                  <a:lnTo>
                    <a:pt x="1124390" y="223209"/>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p>
          </p:txBody>
        </p:sp>
      </p:grpSp>
      <p:sp>
        <p:nvSpPr>
          <p:cNvPr id="83" name="任意多边形: 形状 82">
            <a:extLst>
              <a:ext uri="{FF2B5EF4-FFF2-40B4-BE49-F238E27FC236}">
                <a16:creationId xmlns:a16="http://schemas.microsoft.com/office/drawing/2014/main" id="{9D967EF4-AA68-A0CF-B775-D4251D6551D4}"/>
              </a:ext>
            </a:extLst>
          </p:cNvPr>
          <p:cNvSpPr/>
          <p:nvPr/>
        </p:nvSpPr>
        <p:spPr>
          <a:xfrm>
            <a:off x="9520454" y="1976912"/>
            <a:ext cx="406240" cy="776863"/>
          </a:xfrm>
          <a:custGeom>
            <a:avLst/>
            <a:gdLst>
              <a:gd name="connsiteX0" fmla="*/ 288876 w 288876"/>
              <a:gd name="connsiteY0" fmla="*/ 487285 h 776863"/>
              <a:gd name="connsiteX1" fmla="*/ 0 w 288876"/>
              <a:gd name="connsiteY1" fmla="*/ 776864 h 776863"/>
              <a:gd name="connsiteX2" fmla="*/ 0 w 288876"/>
              <a:gd name="connsiteY2" fmla="*/ 315628 h 776863"/>
              <a:gd name="connsiteX3" fmla="*/ 288876 w 288876"/>
              <a:gd name="connsiteY3" fmla="*/ 0 h 776863"/>
              <a:gd name="connsiteX4" fmla="*/ 288876 w 288876"/>
              <a:gd name="connsiteY4" fmla="*/ 487285 h 77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876" h="776863">
                <a:moveTo>
                  <a:pt x="288876" y="487285"/>
                </a:moveTo>
                <a:lnTo>
                  <a:pt x="0" y="776864"/>
                </a:lnTo>
                <a:lnTo>
                  <a:pt x="0" y="315628"/>
                </a:lnTo>
                <a:lnTo>
                  <a:pt x="288876" y="0"/>
                </a:lnTo>
                <a:lnTo>
                  <a:pt x="288876" y="487285"/>
                </a:lnTo>
                <a:close/>
              </a:path>
            </a:pathLst>
          </a:custGeom>
          <a:gradFill>
            <a:gsLst>
              <a:gs pos="0">
                <a:schemeClr val="accent1">
                  <a:alpha val="1000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84" name="任意多边形: 形状 83">
            <a:extLst>
              <a:ext uri="{FF2B5EF4-FFF2-40B4-BE49-F238E27FC236}">
                <a16:creationId xmlns:a16="http://schemas.microsoft.com/office/drawing/2014/main" id="{EA9F7420-C231-0C0B-8379-A329356AF0E0}"/>
              </a:ext>
            </a:extLst>
          </p:cNvPr>
          <p:cNvSpPr/>
          <p:nvPr/>
        </p:nvSpPr>
        <p:spPr>
          <a:xfrm>
            <a:off x="7938370" y="2292540"/>
            <a:ext cx="1582082" cy="461236"/>
          </a:xfrm>
          <a:custGeom>
            <a:avLst/>
            <a:gdLst>
              <a:gd name="connsiteX0" fmla="*/ 0 w 1125013"/>
              <a:gd name="connsiteY0" fmla="*/ 0 h 461236"/>
              <a:gd name="connsiteX1" fmla="*/ 1125013 w 1125013"/>
              <a:gd name="connsiteY1" fmla="*/ 0 h 461236"/>
              <a:gd name="connsiteX2" fmla="*/ 1125013 w 1125013"/>
              <a:gd name="connsiteY2" fmla="*/ 461236 h 461236"/>
              <a:gd name="connsiteX3" fmla="*/ -1 w 1125013"/>
              <a:gd name="connsiteY3" fmla="*/ 461236 h 461236"/>
            </a:gdLst>
            <a:ahLst/>
            <a:cxnLst>
              <a:cxn ang="0">
                <a:pos x="connsiteX0" y="connsiteY0"/>
              </a:cxn>
              <a:cxn ang="0">
                <a:pos x="connsiteX1" y="connsiteY1"/>
              </a:cxn>
              <a:cxn ang="0">
                <a:pos x="connsiteX2" y="connsiteY2"/>
              </a:cxn>
              <a:cxn ang="0">
                <a:pos x="connsiteX3" y="connsiteY3"/>
              </a:cxn>
            </a:cxnLst>
            <a:rect l="l" t="t" r="r" b="b"/>
            <a:pathLst>
              <a:path w="1125013" h="461236">
                <a:moveTo>
                  <a:pt x="0" y="0"/>
                </a:moveTo>
                <a:lnTo>
                  <a:pt x="1125013" y="0"/>
                </a:lnTo>
                <a:lnTo>
                  <a:pt x="1125013" y="461236"/>
                </a:lnTo>
                <a:lnTo>
                  <a:pt x="-1" y="461236"/>
                </a:lnTo>
                <a:close/>
              </a:path>
            </a:pathLst>
          </a:custGeom>
          <a:gradFill>
            <a:gsLst>
              <a:gs pos="0">
                <a:schemeClr val="accent1">
                  <a:alpha val="10000"/>
                </a:schemeClr>
              </a:gs>
              <a:gs pos="100000">
                <a:schemeClr val="accent1">
                  <a:alpha val="70000"/>
                </a:schemeClr>
              </a:gs>
            </a:gsLst>
            <a:lin ang="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p>
        </p:txBody>
      </p:sp>
      <p:sp>
        <p:nvSpPr>
          <p:cNvPr id="85" name="任意多边形: 形状 84">
            <a:extLst>
              <a:ext uri="{FF2B5EF4-FFF2-40B4-BE49-F238E27FC236}">
                <a16:creationId xmlns:a16="http://schemas.microsoft.com/office/drawing/2014/main" id="{5864E765-B837-336F-46CD-9C840C0E342D}"/>
              </a:ext>
            </a:extLst>
          </p:cNvPr>
          <p:cNvSpPr/>
          <p:nvPr/>
        </p:nvSpPr>
        <p:spPr>
          <a:xfrm>
            <a:off x="7938370" y="2069331"/>
            <a:ext cx="1870751" cy="223208"/>
          </a:xfrm>
          <a:custGeom>
            <a:avLst/>
            <a:gdLst>
              <a:gd name="connsiteX0" fmla="*/ 1124390 w 1330284"/>
              <a:gd name="connsiteY0" fmla="*/ 223209 h 223208"/>
              <a:gd name="connsiteX1" fmla="*/ 0 w 1330284"/>
              <a:gd name="connsiteY1" fmla="*/ 223209 h 223208"/>
              <a:gd name="connsiteX2" fmla="*/ 279284 w 1330284"/>
              <a:gd name="connsiteY2" fmla="*/ 0 h 223208"/>
              <a:gd name="connsiteX3" fmla="*/ 1330285 w 1330284"/>
              <a:gd name="connsiteY3" fmla="*/ 0 h 223208"/>
              <a:gd name="connsiteX4" fmla="*/ 1124390 w 1330284"/>
              <a:gd name="connsiteY4" fmla="*/ 223209 h 223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284" h="223208">
                <a:moveTo>
                  <a:pt x="1124390" y="223209"/>
                </a:moveTo>
                <a:lnTo>
                  <a:pt x="0" y="223209"/>
                </a:lnTo>
                <a:lnTo>
                  <a:pt x="279284" y="0"/>
                </a:lnTo>
                <a:lnTo>
                  <a:pt x="1330285" y="0"/>
                </a:lnTo>
                <a:lnTo>
                  <a:pt x="1124390" y="223209"/>
                </a:lnTo>
                <a:close/>
              </a:path>
            </a:pathLst>
          </a:custGeom>
          <a:gradFill>
            <a:gsLst>
              <a:gs pos="0">
                <a:schemeClr val="accent1">
                  <a:alpha val="0"/>
                </a:schemeClr>
              </a:gs>
              <a:gs pos="100000">
                <a:schemeClr val="accent1">
                  <a:alpha val="50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grpSp>
        <p:nvGrpSpPr>
          <p:cNvPr id="2189" name="组合 2188">
            <a:extLst>
              <a:ext uri="{FF2B5EF4-FFF2-40B4-BE49-F238E27FC236}">
                <a16:creationId xmlns:a16="http://schemas.microsoft.com/office/drawing/2014/main" id="{20E3B2E8-643F-A298-5A98-CEA9F855D46E}"/>
              </a:ext>
            </a:extLst>
          </p:cNvPr>
          <p:cNvGrpSpPr/>
          <p:nvPr/>
        </p:nvGrpSpPr>
        <p:grpSpPr>
          <a:xfrm>
            <a:off x="10108968" y="1615228"/>
            <a:ext cx="269769" cy="4157364"/>
            <a:chOff x="10261320" y="1659678"/>
            <a:chExt cx="269769" cy="4157364"/>
          </a:xfrm>
        </p:grpSpPr>
        <p:sp>
          <p:nvSpPr>
            <p:cNvPr id="93" name="任意多边形: 形状 92">
              <a:extLst>
                <a:ext uri="{FF2B5EF4-FFF2-40B4-BE49-F238E27FC236}">
                  <a16:creationId xmlns:a16="http://schemas.microsoft.com/office/drawing/2014/main" id="{881DC6D7-F579-DC3C-EC4E-A276950DCF0D}"/>
                </a:ext>
              </a:extLst>
            </p:cNvPr>
            <p:cNvSpPr/>
            <p:nvPr/>
          </p:nvSpPr>
          <p:spPr>
            <a:xfrm>
              <a:off x="10261320" y="1659678"/>
              <a:ext cx="167913" cy="4157364"/>
            </a:xfrm>
            <a:custGeom>
              <a:avLst/>
              <a:gdLst>
                <a:gd name="connsiteX0" fmla="*/ 0 w 167913"/>
                <a:gd name="connsiteY0" fmla="*/ 4157364 h 4157364"/>
                <a:gd name="connsiteX1" fmla="*/ 167914 w 167913"/>
                <a:gd name="connsiteY1" fmla="*/ 2078682 h 4157364"/>
                <a:gd name="connsiteX2" fmla="*/ 0 w 167913"/>
                <a:gd name="connsiteY2" fmla="*/ 0 h 4157364"/>
                <a:gd name="connsiteX3" fmla="*/ 84230 w 167913"/>
                <a:gd name="connsiteY3" fmla="*/ 2078682 h 4157364"/>
                <a:gd name="connsiteX4" fmla="*/ 0 w 167913"/>
                <a:gd name="connsiteY4" fmla="*/ 4157364 h 4157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913" h="4157364">
                  <a:moveTo>
                    <a:pt x="0" y="4157364"/>
                  </a:moveTo>
                  <a:cubicBezTo>
                    <a:pt x="107081" y="3539055"/>
                    <a:pt x="167914" y="2831057"/>
                    <a:pt x="167914" y="2078682"/>
                  </a:cubicBezTo>
                  <a:cubicBezTo>
                    <a:pt x="167914" y="1326307"/>
                    <a:pt x="107081" y="618309"/>
                    <a:pt x="0" y="0"/>
                  </a:cubicBezTo>
                  <a:cubicBezTo>
                    <a:pt x="54671" y="654341"/>
                    <a:pt x="84230" y="1353058"/>
                    <a:pt x="84230" y="2078682"/>
                  </a:cubicBezTo>
                  <a:cubicBezTo>
                    <a:pt x="84230" y="2804306"/>
                    <a:pt x="54671" y="3503024"/>
                    <a:pt x="0" y="4157364"/>
                  </a:cubicBezTo>
                  <a:close/>
                </a:path>
              </a:pathLst>
            </a:custGeom>
            <a:solidFill>
              <a:schemeClr val="accent2"/>
            </a:solidFill>
            <a:ln w="7798" cap="flat">
              <a:noFill/>
              <a:prstDash val="solid"/>
              <a:miter/>
            </a:ln>
          </p:spPr>
          <p:txBody>
            <a:bodyPr rtlCol="0" anchor="ctr"/>
            <a:lstStyle/>
            <a:p>
              <a:endParaRPr lang="zh-CN" altLang="en-US"/>
            </a:p>
          </p:txBody>
        </p:sp>
        <p:sp>
          <p:nvSpPr>
            <p:cNvPr id="94" name="任意多边形: 形状 93">
              <a:extLst>
                <a:ext uri="{FF2B5EF4-FFF2-40B4-BE49-F238E27FC236}">
                  <a16:creationId xmlns:a16="http://schemas.microsoft.com/office/drawing/2014/main" id="{36F9CC02-26E2-FD70-1B5A-F915ED2B6160}"/>
                </a:ext>
              </a:extLst>
            </p:cNvPr>
            <p:cNvSpPr/>
            <p:nvPr/>
          </p:nvSpPr>
          <p:spPr>
            <a:xfrm>
              <a:off x="10362318" y="3653974"/>
              <a:ext cx="168771" cy="168771"/>
            </a:xfrm>
            <a:custGeom>
              <a:avLst/>
              <a:gdLst>
                <a:gd name="connsiteX0" fmla="*/ 168772 w 168771"/>
                <a:gd name="connsiteY0" fmla="*/ 84386 h 168771"/>
                <a:gd name="connsiteX1" fmla="*/ 84387 w 168771"/>
                <a:gd name="connsiteY1" fmla="*/ 168772 h 168771"/>
                <a:gd name="connsiteX2" fmla="*/ 1 w 168771"/>
                <a:gd name="connsiteY2" fmla="*/ 84386 h 168771"/>
                <a:gd name="connsiteX3" fmla="*/ 84387 w 168771"/>
                <a:gd name="connsiteY3" fmla="*/ 0 h 168771"/>
                <a:gd name="connsiteX4" fmla="*/ 168772 w 168771"/>
                <a:gd name="connsiteY4" fmla="*/ 84386 h 168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771" h="168771">
                  <a:moveTo>
                    <a:pt x="168772" y="84386"/>
                  </a:moveTo>
                  <a:cubicBezTo>
                    <a:pt x="168772" y="130991"/>
                    <a:pt x="130992" y="168772"/>
                    <a:pt x="84387" y="168772"/>
                  </a:cubicBezTo>
                  <a:cubicBezTo>
                    <a:pt x="37782" y="168772"/>
                    <a:pt x="1" y="130991"/>
                    <a:pt x="1" y="84386"/>
                  </a:cubicBezTo>
                  <a:cubicBezTo>
                    <a:pt x="1" y="37781"/>
                    <a:pt x="37782" y="0"/>
                    <a:pt x="84387" y="0"/>
                  </a:cubicBezTo>
                  <a:cubicBezTo>
                    <a:pt x="130992" y="0"/>
                    <a:pt x="168772" y="37781"/>
                    <a:pt x="168772" y="84386"/>
                  </a:cubicBezTo>
                  <a:close/>
                </a:path>
              </a:pathLst>
            </a:custGeom>
            <a:solidFill>
              <a:schemeClr val="accent2"/>
            </a:solidFill>
            <a:ln w="7798" cap="flat">
              <a:noFill/>
              <a:prstDash val="solid"/>
              <a:miter/>
            </a:ln>
          </p:spPr>
          <p:txBody>
            <a:bodyPr rtlCol="0" anchor="ctr"/>
            <a:lstStyle/>
            <a:p>
              <a:endParaRPr lang="zh-CN" altLang="en-US"/>
            </a:p>
          </p:txBody>
        </p:sp>
      </p:gr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云海平台介绍</a:t>
            </a:r>
          </a:p>
        </p:txBody>
      </p:sp>
      <p:sp>
        <p:nvSpPr>
          <p:cNvPr id="101" name="任意多边形: 形状 100">
            <a:extLst>
              <a:ext uri="{FF2B5EF4-FFF2-40B4-BE49-F238E27FC236}">
                <a16:creationId xmlns:a16="http://schemas.microsoft.com/office/drawing/2014/main" id="{76563F00-48AF-F6EC-58DE-46C90424E97F}"/>
              </a:ext>
            </a:extLst>
          </p:cNvPr>
          <p:cNvSpPr/>
          <p:nvPr/>
        </p:nvSpPr>
        <p:spPr>
          <a:xfrm>
            <a:off x="6498976" y="2909523"/>
            <a:ext cx="172125" cy="768831"/>
          </a:xfrm>
          <a:custGeom>
            <a:avLst/>
            <a:gdLst>
              <a:gd name="connsiteX0" fmla="*/ 172125 w 172125"/>
              <a:gd name="connsiteY0" fmla="*/ 0 h 762368"/>
              <a:gd name="connsiteX1" fmla="*/ 172125 w 172125"/>
              <a:gd name="connsiteY1" fmla="*/ 608025 h 762368"/>
              <a:gd name="connsiteX2" fmla="*/ 0 w 172125"/>
              <a:gd name="connsiteY2" fmla="*/ 762368 h 762368"/>
              <a:gd name="connsiteX3" fmla="*/ 0 w 172125"/>
              <a:gd name="connsiteY3" fmla="*/ 201138 h 762368"/>
            </a:gdLst>
            <a:ahLst/>
            <a:cxnLst>
              <a:cxn ang="0">
                <a:pos x="connsiteX0" y="connsiteY0"/>
              </a:cxn>
              <a:cxn ang="0">
                <a:pos x="connsiteX1" y="connsiteY1"/>
              </a:cxn>
              <a:cxn ang="0">
                <a:pos x="connsiteX2" y="connsiteY2"/>
              </a:cxn>
              <a:cxn ang="0">
                <a:pos x="connsiteX3" y="connsiteY3"/>
              </a:cxn>
            </a:cxnLst>
            <a:rect l="l" t="t" r="r" b="b"/>
            <a:pathLst>
              <a:path w="172125" h="762368">
                <a:moveTo>
                  <a:pt x="172125" y="0"/>
                </a:moveTo>
                <a:lnTo>
                  <a:pt x="172125" y="608025"/>
                </a:lnTo>
                <a:lnTo>
                  <a:pt x="0" y="762368"/>
                </a:lnTo>
                <a:lnTo>
                  <a:pt x="0" y="201138"/>
                </a:lnTo>
                <a:close/>
              </a:path>
            </a:pathLst>
          </a:custGeom>
          <a:gradFill>
            <a:gsLst>
              <a:gs pos="10000">
                <a:schemeClr val="accent1">
                  <a:lumMod val="40000"/>
                  <a:lumOff val="60000"/>
                </a:schemeClr>
              </a:gs>
              <a:gs pos="100000">
                <a:schemeClr val="accent1">
                  <a:lumMod val="40000"/>
                  <a:lumOff val="60000"/>
                  <a:alpha val="0"/>
                </a:schemeClr>
              </a:gs>
            </a:gsLst>
            <a:lin ang="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02" name="文本框 101">
            <a:extLst>
              <a:ext uri="{FF2B5EF4-FFF2-40B4-BE49-F238E27FC236}">
                <a16:creationId xmlns:a16="http://schemas.microsoft.com/office/drawing/2014/main" id="{D2176C89-97BD-533B-4694-163A323B97FD}"/>
              </a:ext>
            </a:extLst>
          </p:cNvPr>
          <p:cNvSpPr txBox="1"/>
          <p:nvPr/>
        </p:nvSpPr>
        <p:spPr>
          <a:xfrm>
            <a:off x="2390902" y="1769597"/>
            <a:ext cx="820739"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1400" b="1" i="0" u="none" strike="noStrike" cap="none" spc="0" normalizeH="0" baseline="0" dirty="0">
                <a:ln>
                  <a:noFill/>
                </a:ln>
                <a:solidFill>
                  <a:schemeClr val="accent1"/>
                </a:solidFill>
                <a:effectLst/>
                <a:uFillTx/>
                <a:latin typeface="+mn-ea"/>
                <a:sym typeface="Helvetica Neue"/>
              </a:rPr>
              <a:t>数据获取</a:t>
            </a:r>
          </a:p>
        </p:txBody>
      </p:sp>
      <p:sp>
        <p:nvSpPr>
          <p:cNvPr id="104" name="文本框 103">
            <a:extLst>
              <a:ext uri="{FF2B5EF4-FFF2-40B4-BE49-F238E27FC236}">
                <a16:creationId xmlns:a16="http://schemas.microsoft.com/office/drawing/2014/main" id="{9C0693A3-72E3-59F7-DD18-BD31A1685427}"/>
              </a:ext>
            </a:extLst>
          </p:cNvPr>
          <p:cNvSpPr txBox="1"/>
          <p:nvPr/>
        </p:nvSpPr>
        <p:spPr>
          <a:xfrm>
            <a:off x="4799668" y="1769597"/>
            <a:ext cx="820739"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1400" b="1" i="0" u="none" strike="noStrike" cap="none" spc="0" normalizeH="0" baseline="0" dirty="0">
                <a:ln>
                  <a:noFill/>
                </a:ln>
                <a:solidFill>
                  <a:schemeClr val="accent1"/>
                </a:solidFill>
                <a:effectLst/>
                <a:uFillTx/>
                <a:latin typeface="+mn-ea"/>
                <a:sym typeface="Helvetica Neue"/>
              </a:rPr>
              <a:t>数据</a:t>
            </a:r>
            <a:r>
              <a:rPr lang="zh-CN" altLang="en-US" sz="1400" b="1" dirty="0">
                <a:solidFill>
                  <a:schemeClr val="accent1"/>
                </a:solidFill>
                <a:latin typeface="+mn-ea"/>
                <a:sym typeface="Helvetica Neue"/>
              </a:rPr>
              <a:t>存储</a:t>
            </a:r>
            <a:endParaRPr kumimoji="0" lang="zh-CN" altLang="en-US" sz="1400" b="1" i="0" u="none" strike="noStrike" cap="none" spc="0" normalizeH="0" baseline="0" dirty="0">
              <a:ln>
                <a:noFill/>
              </a:ln>
              <a:solidFill>
                <a:schemeClr val="accent1"/>
              </a:solidFill>
              <a:effectLst/>
              <a:uFillTx/>
              <a:latin typeface="+mn-ea"/>
              <a:sym typeface="Helvetica Neue"/>
            </a:endParaRPr>
          </a:p>
        </p:txBody>
      </p:sp>
      <p:sp>
        <p:nvSpPr>
          <p:cNvPr id="105" name="文本框 104">
            <a:extLst>
              <a:ext uri="{FF2B5EF4-FFF2-40B4-BE49-F238E27FC236}">
                <a16:creationId xmlns:a16="http://schemas.microsoft.com/office/drawing/2014/main" id="{4A3B38E1-4BD8-F7C1-8846-07A9309978F3}"/>
              </a:ext>
            </a:extLst>
          </p:cNvPr>
          <p:cNvSpPr txBox="1"/>
          <p:nvPr/>
        </p:nvSpPr>
        <p:spPr>
          <a:xfrm>
            <a:off x="6857007" y="1794539"/>
            <a:ext cx="820739"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1400" b="1" i="0" u="none" strike="noStrike" cap="none" spc="0" normalizeH="0" baseline="0" dirty="0">
                <a:ln>
                  <a:noFill/>
                </a:ln>
                <a:solidFill>
                  <a:schemeClr val="accent1"/>
                </a:solidFill>
                <a:effectLst/>
                <a:uFillTx/>
                <a:latin typeface="+mn-ea"/>
                <a:sym typeface="Helvetica Neue"/>
              </a:rPr>
              <a:t>分析处理</a:t>
            </a:r>
          </a:p>
        </p:txBody>
      </p:sp>
      <p:grpSp>
        <p:nvGrpSpPr>
          <p:cNvPr id="140" name="组合 139">
            <a:extLst>
              <a:ext uri="{FF2B5EF4-FFF2-40B4-BE49-F238E27FC236}">
                <a16:creationId xmlns:a16="http://schemas.microsoft.com/office/drawing/2014/main" id="{BEB169FF-5700-2414-3DF5-C26ED72DE6ED}"/>
              </a:ext>
            </a:extLst>
          </p:cNvPr>
          <p:cNvGrpSpPr/>
          <p:nvPr/>
        </p:nvGrpSpPr>
        <p:grpSpPr>
          <a:xfrm>
            <a:off x="2184000" y="2340737"/>
            <a:ext cx="1134905" cy="239744"/>
            <a:chOff x="1094219" y="2385187"/>
            <a:chExt cx="1134905" cy="239744"/>
          </a:xfrm>
        </p:grpSpPr>
        <p:sp>
          <p:nvSpPr>
            <p:cNvPr id="108" name="任意多边形: 形状 107">
              <a:extLst>
                <a:ext uri="{FF2B5EF4-FFF2-40B4-BE49-F238E27FC236}">
                  <a16:creationId xmlns:a16="http://schemas.microsoft.com/office/drawing/2014/main" id="{969F4C64-21BA-5634-08F7-732C0E33667B}"/>
                </a:ext>
              </a:extLst>
            </p:cNvPr>
            <p:cNvSpPr/>
            <p:nvPr/>
          </p:nvSpPr>
          <p:spPr>
            <a:xfrm>
              <a:off x="1094219" y="2385187"/>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spAutoFit/>
            </a:bodyPr>
            <a:lstStyle/>
            <a:p>
              <a:endParaRPr lang="zh-CN" altLang="en-US"/>
            </a:p>
          </p:txBody>
        </p:sp>
        <p:sp>
          <p:nvSpPr>
            <p:cNvPr id="110" name="任意多边形: 形状 109">
              <a:extLst>
                <a:ext uri="{FF2B5EF4-FFF2-40B4-BE49-F238E27FC236}">
                  <a16:creationId xmlns:a16="http://schemas.microsoft.com/office/drawing/2014/main" id="{9BDE0E8E-044E-1018-F87F-0868489B5C24}"/>
                </a:ext>
              </a:extLst>
            </p:cNvPr>
            <p:cNvSpPr/>
            <p:nvPr/>
          </p:nvSpPr>
          <p:spPr>
            <a:xfrm flipH="1">
              <a:off x="2177140" y="2385187"/>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spAutoFit/>
            </a:bodyPr>
            <a:lstStyle/>
            <a:p>
              <a:endParaRPr lang="zh-CN" altLang="en-US"/>
            </a:p>
          </p:txBody>
        </p:sp>
      </p:grpSp>
      <p:sp>
        <p:nvSpPr>
          <p:cNvPr id="103" name="文本框 102">
            <a:extLst>
              <a:ext uri="{FF2B5EF4-FFF2-40B4-BE49-F238E27FC236}">
                <a16:creationId xmlns:a16="http://schemas.microsoft.com/office/drawing/2014/main" id="{AE0511E5-3B65-721A-D399-92F8B79683D0}"/>
              </a:ext>
            </a:extLst>
          </p:cNvPr>
          <p:cNvSpPr txBox="1"/>
          <p:nvPr/>
        </p:nvSpPr>
        <p:spPr>
          <a:xfrm>
            <a:off x="2366732" y="2383664"/>
            <a:ext cx="769441"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00" dirty="0">
                <a:solidFill>
                  <a:schemeClr val="bg1"/>
                </a:solidFill>
                <a:latin typeface="+mn-ea"/>
                <a:sym typeface="Helvetica Neue"/>
              </a:rPr>
              <a:t>协同众包标注</a:t>
            </a:r>
            <a:endParaRPr kumimoji="0" lang="zh-CN" altLang="en-US" sz="1000" b="0" i="0" u="none" strike="noStrike" cap="none" spc="0" normalizeH="0" baseline="0" dirty="0">
              <a:ln>
                <a:noFill/>
              </a:ln>
              <a:solidFill>
                <a:schemeClr val="bg1"/>
              </a:solidFill>
              <a:effectLst/>
              <a:uFillTx/>
              <a:latin typeface="+mn-ea"/>
              <a:sym typeface="Helvetica Neue"/>
            </a:endParaRPr>
          </a:p>
        </p:txBody>
      </p:sp>
      <p:grpSp>
        <p:nvGrpSpPr>
          <p:cNvPr id="139" name="组合 138">
            <a:extLst>
              <a:ext uri="{FF2B5EF4-FFF2-40B4-BE49-F238E27FC236}">
                <a16:creationId xmlns:a16="http://schemas.microsoft.com/office/drawing/2014/main" id="{4E4746C4-883A-57BD-A52D-7A246135E997}"/>
              </a:ext>
            </a:extLst>
          </p:cNvPr>
          <p:cNvGrpSpPr/>
          <p:nvPr/>
        </p:nvGrpSpPr>
        <p:grpSpPr>
          <a:xfrm>
            <a:off x="2184000" y="2756408"/>
            <a:ext cx="1134905" cy="239744"/>
            <a:chOff x="1094219" y="2800858"/>
            <a:chExt cx="1134905" cy="239744"/>
          </a:xfrm>
        </p:grpSpPr>
        <p:sp>
          <p:nvSpPr>
            <p:cNvPr id="118" name="任意多边形: 形状 117">
              <a:extLst>
                <a:ext uri="{FF2B5EF4-FFF2-40B4-BE49-F238E27FC236}">
                  <a16:creationId xmlns:a16="http://schemas.microsoft.com/office/drawing/2014/main" id="{39B5AB5C-BC38-CC5D-8547-1EA63E93F8D4}"/>
                </a:ext>
              </a:extLst>
            </p:cNvPr>
            <p:cNvSpPr/>
            <p:nvPr/>
          </p:nvSpPr>
          <p:spPr>
            <a:xfrm>
              <a:off x="1094219" y="2800858"/>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spAutoFit/>
            </a:bodyPr>
            <a:lstStyle/>
            <a:p>
              <a:endParaRPr lang="zh-CN" altLang="en-US"/>
            </a:p>
          </p:txBody>
        </p:sp>
        <p:sp>
          <p:nvSpPr>
            <p:cNvPr id="120" name="任意多边形: 形状 119">
              <a:extLst>
                <a:ext uri="{FF2B5EF4-FFF2-40B4-BE49-F238E27FC236}">
                  <a16:creationId xmlns:a16="http://schemas.microsoft.com/office/drawing/2014/main" id="{14D795CB-27C1-B87B-FBEE-35C71EA2A69F}"/>
                </a:ext>
              </a:extLst>
            </p:cNvPr>
            <p:cNvSpPr/>
            <p:nvPr/>
          </p:nvSpPr>
          <p:spPr>
            <a:xfrm flipH="1">
              <a:off x="2177140" y="2800858"/>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spAutoFit/>
            </a:bodyPr>
            <a:lstStyle/>
            <a:p>
              <a:endParaRPr lang="zh-CN" altLang="en-US"/>
            </a:p>
          </p:txBody>
        </p:sp>
      </p:grpSp>
      <p:sp>
        <p:nvSpPr>
          <p:cNvPr id="117" name="文本框 116">
            <a:extLst>
              <a:ext uri="{FF2B5EF4-FFF2-40B4-BE49-F238E27FC236}">
                <a16:creationId xmlns:a16="http://schemas.microsoft.com/office/drawing/2014/main" id="{08F36269-6C08-D67A-2066-4BCBF3F5C62C}"/>
              </a:ext>
            </a:extLst>
          </p:cNvPr>
          <p:cNvSpPr txBox="1"/>
          <p:nvPr/>
        </p:nvSpPr>
        <p:spPr>
          <a:xfrm>
            <a:off x="2494972" y="2799335"/>
            <a:ext cx="512962"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1"/>
                </a:solidFill>
                <a:effectLst/>
                <a:uFillTx/>
                <a:latin typeface="+mn-ea"/>
                <a:sym typeface="Helvetica Neue"/>
              </a:rPr>
              <a:t>消息服务</a:t>
            </a:r>
          </a:p>
        </p:txBody>
      </p:sp>
      <p:grpSp>
        <p:nvGrpSpPr>
          <p:cNvPr id="138" name="组合 137">
            <a:extLst>
              <a:ext uri="{FF2B5EF4-FFF2-40B4-BE49-F238E27FC236}">
                <a16:creationId xmlns:a16="http://schemas.microsoft.com/office/drawing/2014/main" id="{A294A75C-3383-88A1-7B61-4ED3745B2883}"/>
              </a:ext>
            </a:extLst>
          </p:cNvPr>
          <p:cNvGrpSpPr/>
          <p:nvPr/>
        </p:nvGrpSpPr>
        <p:grpSpPr>
          <a:xfrm>
            <a:off x="2184000" y="3172079"/>
            <a:ext cx="1134905" cy="239744"/>
            <a:chOff x="1094219" y="3216529"/>
            <a:chExt cx="1134905" cy="239744"/>
          </a:xfrm>
        </p:grpSpPr>
        <p:sp>
          <p:nvSpPr>
            <p:cNvPr id="124" name="任意多边形: 形状 123">
              <a:extLst>
                <a:ext uri="{FF2B5EF4-FFF2-40B4-BE49-F238E27FC236}">
                  <a16:creationId xmlns:a16="http://schemas.microsoft.com/office/drawing/2014/main" id="{8CB3B3A4-F903-A760-1FF5-AD24741FB495}"/>
                </a:ext>
              </a:extLst>
            </p:cNvPr>
            <p:cNvSpPr/>
            <p:nvPr/>
          </p:nvSpPr>
          <p:spPr>
            <a:xfrm>
              <a:off x="1094219" y="3216529"/>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spAutoFit/>
            </a:bodyPr>
            <a:lstStyle/>
            <a:p>
              <a:endParaRPr lang="zh-CN" altLang="en-US"/>
            </a:p>
          </p:txBody>
        </p:sp>
        <p:sp>
          <p:nvSpPr>
            <p:cNvPr id="125" name="任意多边形: 形状 124">
              <a:extLst>
                <a:ext uri="{FF2B5EF4-FFF2-40B4-BE49-F238E27FC236}">
                  <a16:creationId xmlns:a16="http://schemas.microsoft.com/office/drawing/2014/main" id="{38340573-8B59-EC66-99D0-CEE3AD4BE60C}"/>
                </a:ext>
              </a:extLst>
            </p:cNvPr>
            <p:cNvSpPr/>
            <p:nvPr/>
          </p:nvSpPr>
          <p:spPr>
            <a:xfrm flipH="1">
              <a:off x="2177140" y="3216529"/>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spAutoFit/>
            </a:bodyPr>
            <a:lstStyle/>
            <a:p>
              <a:endParaRPr lang="zh-CN" altLang="en-US"/>
            </a:p>
          </p:txBody>
        </p:sp>
      </p:grpSp>
      <p:sp>
        <p:nvSpPr>
          <p:cNvPr id="123" name="文本框 122">
            <a:extLst>
              <a:ext uri="{FF2B5EF4-FFF2-40B4-BE49-F238E27FC236}">
                <a16:creationId xmlns:a16="http://schemas.microsoft.com/office/drawing/2014/main" id="{AD8AA4FF-51A8-7579-3754-929E3BC89A2F}"/>
              </a:ext>
            </a:extLst>
          </p:cNvPr>
          <p:cNvSpPr txBox="1"/>
          <p:nvPr/>
        </p:nvSpPr>
        <p:spPr>
          <a:xfrm>
            <a:off x="2302612" y="3215006"/>
            <a:ext cx="897682"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00" dirty="0">
                <a:solidFill>
                  <a:schemeClr val="bg1"/>
                </a:solidFill>
                <a:latin typeface="+mn-ea"/>
                <a:sym typeface="Helvetica Neue"/>
              </a:rPr>
              <a:t>结构化数据同步</a:t>
            </a:r>
            <a:endParaRPr kumimoji="0" lang="zh-CN" altLang="en-US" sz="1000" b="0" i="0" u="none" strike="noStrike" cap="none" spc="0" normalizeH="0" baseline="0" dirty="0">
              <a:ln>
                <a:noFill/>
              </a:ln>
              <a:solidFill>
                <a:schemeClr val="bg1"/>
              </a:solidFill>
              <a:effectLst/>
              <a:uFillTx/>
              <a:latin typeface="+mn-ea"/>
              <a:sym typeface="Helvetica Neue"/>
            </a:endParaRPr>
          </a:p>
        </p:txBody>
      </p:sp>
      <p:grpSp>
        <p:nvGrpSpPr>
          <p:cNvPr id="137" name="组合 136">
            <a:extLst>
              <a:ext uri="{FF2B5EF4-FFF2-40B4-BE49-F238E27FC236}">
                <a16:creationId xmlns:a16="http://schemas.microsoft.com/office/drawing/2014/main" id="{C50E08DB-E021-52F1-E6E9-CBAF9FE3AC42}"/>
              </a:ext>
            </a:extLst>
          </p:cNvPr>
          <p:cNvGrpSpPr/>
          <p:nvPr/>
        </p:nvGrpSpPr>
        <p:grpSpPr>
          <a:xfrm>
            <a:off x="2184000" y="3587750"/>
            <a:ext cx="1134905" cy="239744"/>
            <a:chOff x="1094219" y="3632200"/>
            <a:chExt cx="1134905" cy="239744"/>
          </a:xfrm>
        </p:grpSpPr>
        <p:sp>
          <p:nvSpPr>
            <p:cNvPr id="129" name="任意多边形: 形状 128">
              <a:extLst>
                <a:ext uri="{FF2B5EF4-FFF2-40B4-BE49-F238E27FC236}">
                  <a16:creationId xmlns:a16="http://schemas.microsoft.com/office/drawing/2014/main" id="{0FADE7ED-6FFE-C24F-1F4F-EFE4F95A620B}"/>
                </a:ext>
              </a:extLst>
            </p:cNvPr>
            <p:cNvSpPr/>
            <p:nvPr/>
          </p:nvSpPr>
          <p:spPr>
            <a:xfrm>
              <a:off x="1094219" y="3632200"/>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spAutoFit/>
            </a:bodyPr>
            <a:lstStyle/>
            <a:p>
              <a:endParaRPr lang="zh-CN" altLang="en-US"/>
            </a:p>
          </p:txBody>
        </p:sp>
        <p:sp>
          <p:nvSpPr>
            <p:cNvPr id="130" name="任意多边形: 形状 129">
              <a:extLst>
                <a:ext uri="{FF2B5EF4-FFF2-40B4-BE49-F238E27FC236}">
                  <a16:creationId xmlns:a16="http://schemas.microsoft.com/office/drawing/2014/main" id="{2C7EF08C-02DA-3022-D61A-73097FC51DE2}"/>
                </a:ext>
              </a:extLst>
            </p:cNvPr>
            <p:cNvSpPr/>
            <p:nvPr/>
          </p:nvSpPr>
          <p:spPr>
            <a:xfrm flipH="1">
              <a:off x="2177140" y="3632200"/>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spAutoFit/>
            </a:bodyPr>
            <a:lstStyle/>
            <a:p>
              <a:endParaRPr lang="zh-CN" altLang="en-US"/>
            </a:p>
          </p:txBody>
        </p:sp>
      </p:grpSp>
      <p:sp>
        <p:nvSpPr>
          <p:cNvPr id="128" name="文本框 127">
            <a:extLst>
              <a:ext uri="{FF2B5EF4-FFF2-40B4-BE49-F238E27FC236}">
                <a16:creationId xmlns:a16="http://schemas.microsoft.com/office/drawing/2014/main" id="{7ED26EF9-AD33-1991-1BDC-38C2D3C5673E}"/>
              </a:ext>
            </a:extLst>
          </p:cNvPr>
          <p:cNvSpPr txBox="1"/>
          <p:nvPr/>
        </p:nvSpPr>
        <p:spPr>
          <a:xfrm>
            <a:off x="2238492" y="3630677"/>
            <a:ext cx="1025922"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00" dirty="0">
                <a:solidFill>
                  <a:schemeClr val="bg1"/>
                </a:solidFill>
                <a:latin typeface="+mn-ea"/>
                <a:sym typeface="Helvetica Neue"/>
              </a:rPr>
              <a:t>非结构化数据同步</a:t>
            </a:r>
            <a:endParaRPr kumimoji="0" lang="zh-CN" altLang="en-US" sz="1000" b="0" i="0" u="none" strike="noStrike" cap="none" spc="0" normalizeH="0" baseline="0" dirty="0">
              <a:ln>
                <a:noFill/>
              </a:ln>
              <a:solidFill>
                <a:schemeClr val="bg1"/>
              </a:solidFill>
              <a:effectLst/>
              <a:uFillTx/>
              <a:latin typeface="+mn-ea"/>
              <a:sym typeface="Helvetica Neue"/>
            </a:endParaRPr>
          </a:p>
        </p:txBody>
      </p:sp>
      <p:grpSp>
        <p:nvGrpSpPr>
          <p:cNvPr id="136" name="组合 135">
            <a:extLst>
              <a:ext uri="{FF2B5EF4-FFF2-40B4-BE49-F238E27FC236}">
                <a16:creationId xmlns:a16="http://schemas.microsoft.com/office/drawing/2014/main" id="{F152FD3B-05EC-E295-7DDE-9E046E5136B8}"/>
              </a:ext>
            </a:extLst>
          </p:cNvPr>
          <p:cNvGrpSpPr/>
          <p:nvPr/>
        </p:nvGrpSpPr>
        <p:grpSpPr>
          <a:xfrm>
            <a:off x="2184000" y="4003421"/>
            <a:ext cx="1134905" cy="239744"/>
            <a:chOff x="1094219" y="4047871"/>
            <a:chExt cx="1134905" cy="239744"/>
          </a:xfrm>
        </p:grpSpPr>
        <p:sp>
          <p:nvSpPr>
            <p:cNvPr id="134" name="任意多边形: 形状 133">
              <a:extLst>
                <a:ext uri="{FF2B5EF4-FFF2-40B4-BE49-F238E27FC236}">
                  <a16:creationId xmlns:a16="http://schemas.microsoft.com/office/drawing/2014/main" id="{FDDE9EE1-7E52-46DF-03CC-58E1B26271D0}"/>
                </a:ext>
              </a:extLst>
            </p:cNvPr>
            <p:cNvSpPr/>
            <p:nvPr/>
          </p:nvSpPr>
          <p:spPr>
            <a:xfrm>
              <a:off x="1094219" y="4047871"/>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spAutoFit/>
            </a:bodyPr>
            <a:lstStyle/>
            <a:p>
              <a:endParaRPr lang="zh-CN" altLang="en-US"/>
            </a:p>
          </p:txBody>
        </p:sp>
        <p:sp>
          <p:nvSpPr>
            <p:cNvPr id="135" name="任意多边形: 形状 134">
              <a:extLst>
                <a:ext uri="{FF2B5EF4-FFF2-40B4-BE49-F238E27FC236}">
                  <a16:creationId xmlns:a16="http://schemas.microsoft.com/office/drawing/2014/main" id="{86D1E614-8487-0485-F523-FA1ADCBB9B97}"/>
                </a:ext>
              </a:extLst>
            </p:cNvPr>
            <p:cNvSpPr/>
            <p:nvPr/>
          </p:nvSpPr>
          <p:spPr>
            <a:xfrm flipH="1">
              <a:off x="2177140" y="4047871"/>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spAutoFit/>
            </a:bodyPr>
            <a:lstStyle/>
            <a:p>
              <a:endParaRPr lang="zh-CN" altLang="en-US"/>
            </a:p>
          </p:txBody>
        </p:sp>
      </p:grpSp>
      <p:sp>
        <p:nvSpPr>
          <p:cNvPr id="133" name="文本框 132">
            <a:extLst>
              <a:ext uri="{FF2B5EF4-FFF2-40B4-BE49-F238E27FC236}">
                <a16:creationId xmlns:a16="http://schemas.microsoft.com/office/drawing/2014/main" id="{CB0893E2-ADE5-00FF-0897-A5A0291CD1ED}"/>
              </a:ext>
            </a:extLst>
          </p:cNvPr>
          <p:cNvSpPr txBox="1"/>
          <p:nvPr/>
        </p:nvSpPr>
        <p:spPr>
          <a:xfrm>
            <a:off x="2366732" y="4046348"/>
            <a:ext cx="769441"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00" dirty="0">
                <a:solidFill>
                  <a:schemeClr val="bg1"/>
                </a:solidFill>
                <a:latin typeface="+mn-ea"/>
                <a:sym typeface="Helvetica Neue"/>
              </a:rPr>
              <a:t>流式数据采集</a:t>
            </a:r>
            <a:endParaRPr kumimoji="0" lang="zh-CN" altLang="en-US" sz="1000" b="0" i="0" u="none" strike="noStrike" cap="none" spc="0" normalizeH="0" baseline="0" dirty="0">
              <a:ln>
                <a:noFill/>
              </a:ln>
              <a:solidFill>
                <a:schemeClr val="bg1"/>
              </a:solidFill>
              <a:effectLst/>
              <a:uFillTx/>
              <a:latin typeface="+mn-ea"/>
              <a:sym typeface="Helvetica Neue"/>
            </a:endParaRPr>
          </a:p>
        </p:txBody>
      </p:sp>
      <p:grpSp>
        <p:nvGrpSpPr>
          <p:cNvPr id="164" name="组合 163">
            <a:extLst>
              <a:ext uri="{FF2B5EF4-FFF2-40B4-BE49-F238E27FC236}">
                <a16:creationId xmlns:a16="http://schemas.microsoft.com/office/drawing/2014/main" id="{C6FCD46C-24D8-6E90-C50A-C8868005E96F}"/>
              </a:ext>
            </a:extLst>
          </p:cNvPr>
          <p:cNvGrpSpPr/>
          <p:nvPr/>
        </p:nvGrpSpPr>
        <p:grpSpPr>
          <a:xfrm>
            <a:off x="3928902" y="2642296"/>
            <a:ext cx="816119" cy="168045"/>
            <a:chOff x="4524984" y="2724019"/>
            <a:chExt cx="816119" cy="168045"/>
          </a:xfrm>
        </p:grpSpPr>
        <p:grpSp>
          <p:nvGrpSpPr>
            <p:cNvPr id="141" name="组合 140">
              <a:extLst>
                <a:ext uri="{FF2B5EF4-FFF2-40B4-BE49-F238E27FC236}">
                  <a16:creationId xmlns:a16="http://schemas.microsoft.com/office/drawing/2014/main" id="{C6EB94C0-4416-CE55-A339-37414C59D382}"/>
                </a:ext>
              </a:extLst>
            </p:cNvPr>
            <p:cNvGrpSpPr/>
            <p:nvPr/>
          </p:nvGrpSpPr>
          <p:grpSpPr>
            <a:xfrm>
              <a:off x="4524984" y="2724019"/>
              <a:ext cx="816119" cy="168045"/>
              <a:chOff x="1094219" y="2385184"/>
              <a:chExt cx="1048096" cy="239745"/>
            </a:xfrm>
          </p:grpSpPr>
          <p:sp>
            <p:nvSpPr>
              <p:cNvPr id="142" name="任意多边形: 形状 141">
                <a:extLst>
                  <a:ext uri="{FF2B5EF4-FFF2-40B4-BE49-F238E27FC236}">
                    <a16:creationId xmlns:a16="http://schemas.microsoft.com/office/drawing/2014/main" id="{F91312EA-03D1-E87F-F43F-0FB65E220ADF}"/>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143" name="任意多边形: 形状 142">
                <a:extLst>
                  <a:ext uri="{FF2B5EF4-FFF2-40B4-BE49-F238E27FC236}">
                    <a16:creationId xmlns:a16="http://schemas.microsoft.com/office/drawing/2014/main" id="{D198AF05-EE01-850E-BDA5-5131A788A87D}"/>
                  </a:ext>
                </a:extLst>
              </p:cNvPr>
              <p:cNvSpPr/>
              <p:nvPr/>
            </p:nvSpPr>
            <p:spPr>
              <a:xfrm flipH="1">
                <a:off x="2090331" y="2385186"/>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grpSp>
        <p:sp>
          <p:nvSpPr>
            <p:cNvPr id="144" name="文本框 143">
              <a:extLst>
                <a:ext uri="{FF2B5EF4-FFF2-40B4-BE49-F238E27FC236}">
                  <a16:creationId xmlns:a16="http://schemas.microsoft.com/office/drawing/2014/main" id="{E978381B-6A79-A6DD-D5A5-8A72B2DFDEB2}"/>
                </a:ext>
              </a:extLst>
            </p:cNvPr>
            <p:cNvSpPr txBox="1"/>
            <p:nvPr/>
          </p:nvSpPr>
          <p:spPr>
            <a:xfrm>
              <a:off x="4642900" y="2731095"/>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en-US" altLang="zh-CN" sz="900" dirty="0">
                  <a:solidFill>
                    <a:schemeClr val="bg1"/>
                  </a:solidFill>
                  <a:latin typeface="+mn-ea"/>
                  <a:sym typeface="Helvetica Neue"/>
                </a:rPr>
                <a:t>Raw Data</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sp>
        <p:nvSpPr>
          <p:cNvPr id="145" name="文本框 144">
            <a:extLst>
              <a:ext uri="{FF2B5EF4-FFF2-40B4-BE49-F238E27FC236}">
                <a16:creationId xmlns:a16="http://schemas.microsoft.com/office/drawing/2014/main" id="{D1512344-1C4E-F585-1116-70B0B11FABE9}"/>
              </a:ext>
            </a:extLst>
          </p:cNvPr>
          <p:cNvSpPr txBox="1"/>
          <p:nvPr/>
        </p:nvSpPr>
        <p:spPr>
          <a:xfrm>
            <a:off x="4054833" y="2351952"/>
            <a:ext cx="564257"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100" b="1" dirty="0">
                <a:solidFill>
                  <a:schemeClr val="accent1"/>
                </a:solidFill>
                <a:latin typeface="+mn-ea"/>
                <a:sym typeface="Helvetica Neue"/>
              </a:rPr>
              <a:t>原始数据</a:t>
            </a:r>
            <a:endParaRPr kumimoji="0" lang="zh-CN" altLang="en-US" sz="1100" b="1" i="0" u="none" strike="noStrike" cap="none" spc="0" normalizeH="0" baseline="0" dirty="0">
              <a:ln>
                <a:noFill/>
              </a:ln>
              <a:solidFill>
                <a:schemeClr val="accent1"/>
              </a:solidFill>
              <a:effectLst/>
              <a:uFillTx/>
              <a:latin typeface="+mn-ea"/>
              <a:sym typeface="Helvetica Neue"/>
            </a:endParaRPr>
          </a:p>
        </p:txBody>
      </p:sp>
      <p:grpSp>
        <p:nvGrpSpPr>
          <p:cNvPr id="163" name="组合 162">
            <a:extLst>
              <a:ext uri="{FF2B5EF4-FFF2-40B4-BE49-F238E27FC236}">
                <a16:creationId xmlns:a16="http://schemas.microsoft.com/office/drawing/2014/main" id="{36430900-DE10-BDFF-B44A-FDF57D93E9D5}"/>
              </a:ext>
            </a:extLst>
          </p:cNvPr>
          <p:cNvGrpSpPr/>
          <p:nvPr/>
        </p:nvGrpSpPr>
        <p:grpSpPr>
          <a:xfrm>
            <a:off x="3928902" y="2996148"/>
            <a:ext cx="816119" cy="168045"/>
            <a:chOff x="4524984" y="3016119"/>
            <a:chExt cx="816119" cy="168045"/>
          </a:xfrm>
        </p:grpSpPr>
        <p:grpSp>
          <p:nvGrpSpPr>
            <p:cNvPr id="148" name="组合 147">
              <a:extLst>
                <a:ext uri="{FF2B5EF4-FFF2-40B4-BE49-F238E27FC236}">
                  <a16:creationId xmlns:a16="http://schemas.microsoft.com/office/drawing/2014/main" id="{758B3182-7AA6-C65A-CB7C-2A4141154438}"/>
                </a:ext>
              </a:extLst>
            </p:cNvPr>
            <p:cNvGrpSpPr/>
            <p:nvPr/>
          </p:nvGrpSpPr>
          <p:grpSpPr>
            <a:xfrm>
              <a:off x="4524984" y="3016119"/>
              <a:ext cx="816119" cy="168045"/>
              <a:chOff x="1094219" y="2385184"/>
              <a:chExt cx="1048096" cy="239745"/>
            </a:xfrm>
          </p:grpSpPr>
          <p:sp>
            <p:nvSpPr>
              <p:cNvPr id="150" name="任意多边形: 形状 149">
                <a:extLst>
                  <a:ext uri="{FF2B5EF4-FFF2-40B4-BE49-F238E27FC236}">
                    <a16:creationId xmlns:a16="http://schemas.microsoft.com/office/drawing/2014/main" id="{E1777997-2BD4-ADD5-1819-3F997170F656}"/>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151" name="任意多边形: 形状 150">
                <a:extLst>
                  <a:ext uri="{FF2B5EF4-FFF2-40B4-BE49-F238E27FC236}">
                    <a16:creationId xmlns:a16="http://schemas.microsoft.com/office/drawing/2014/main" id="{DFC70298-D372-7A96-046C-2E2E53712869}"/>
                  </a:ext>
                </a:extLst>
              </p:cNvPr>
              <p:cNvSpPr/>
              <p:nvPr/>
            </p:nvSpPr>
            <p:spPr>
              <a:xfrm flipH="1">
                <a:off x="2090331" y="2385186"/>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grpSp>
        <p:sp>
          <p:nvSpPr>
            <p:cNvPr id="149" name="文本框 148">
              <a:extLst>
                <a:ext uri="{FF2B5EF4-FFF2-40B4-BE49-F238E27FC236}">
                  <a16:creationId xmlns:a16="http://schemas.microsoft.com/office/drawing/2014/main" id="{6FDBFD98-C2E1-843A-EFF6-ABBDE6785AC5}"/>
                </a:ext>
              </a:extLst>
            </p:cNvPr>
            <p:cNvSpPr txBox="1"/>
            <p:nvPr/>
          </p:nvSpPr>
          <p:spPr>
            <a:xfrm>
              <a:off x="4642900" y="3023195"/>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en-US" altLang="zh-CN" sz="900" dirty="0">
                  <a:solidFill>
                    <a:schemeClr val="bg1"/>
                  </a:solidFill>
                  <a:latin typeface="+mn-ea"/>
                  <a:sym typeface="Helvetica Neue"/>
                </a:rPr>
                <a:t>Staging Data</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grpSp>
        <p:nvGrpSpPr>
          <p:cNvPr id="162" name="组合 161">
            <a:extLst>
              <a:ext uri="{FF2B5EF4-FFF2-40B4-BE49-F238E27FC236}">
                <a16:creationId xmlns:a16="http://schemas.microsoft.com/office/drawing/2014/main" id="{B8948EF4-A843-35FF-851F-F44D074C4898}"/>
              </a:ext>
            </a:extLst>
          </p:cNvPr>
          <p:cNvGrpSpPr/>
          <p:nvPr/>
        </p:nvGrpSpPr>
        <p:grpSpPr>
          <a:xfrm>
            <a:off x="3928902" y="3350000"/>
            <a:ext cx="816119" cy="168045"/>
            <a:chOff x="4524984" y="3356023"/>
            <a:chExt cx="816119" cy="168045"/>
          </a:xfrm>
        </p:grpSpPr>
        <p:grpSp>
          <p:nvGrpSpPr>
            <p:cNvPr id="153" name="组合 152">
              <a:extLst>
                <a:ext uri="{FF2B5EF4-FFF2-40B4-BE49-F238E27FC236}">
                  <a16:creationId xmlns:a16="http://schemas.microsoft.com/office/drawing/2014/main" id="{56956526-02A8-776D-2D35-CDF05A894A83}"/>
                </a:ext>
              </a:extLst>
            </p:cNvPr>
            <p:cNvGrpSpPr/>
            <p:nvPr/>
          </p:nvGrpSpPr>
          <p:grpSpPr>
            <a:xfrm>
              <a:off x="4524984" y="3356023"/>
              <a:ext cx="816119" cy="168045"/>
              <a:chOff x="1094219" y="2385184"/>
              <a:chExt cx="1048096" cy="239745"/>
            </a:xfrm>
          </p:grpSpPr>
          <p:sp>
            <p:nvSpPr>
              <p:cNvPr id="155" name="任意多边形: 形状 154">
                <a:extLst>
                  <a:ext uri="{FF2B5EF4-FFF2-40B4-BE49-F238E27FC236}">
                    <a16:creationId xmlns:a16="http://schemas.microsoft.com/office/drawing/2014/main" id="{291A2042-B3A7-5EBE-705A-3E9093D6A5C3}"/>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156" name="任意多边形: 形状 155">
                <a:extLst>
                  <a:ext uri="{FF2B5EF4-FFF2-40B4-BE49-F238E27FC236}">
                    <a16:creationId xmlns:a16="http://schemas.microsoft.com/office/drawing/2014/main" id="{44F24EBA-850E-46FB-044D-86610EAD7703}"/>
                  </a:ext>
                </a:extLst>
              </p:cNvPr>
              <p:cNvSpPr/>
              <p:nvPr/>
            </p:nvSpPr>
            <p:spPr>
              <a:xfrm flipH="1">
                <a:off x="2090331" y="2385186"/>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grpSp>
        <p:sp>
          <p:nvSpPr>
            <p:cNvPr id="154" name="文本框 153">
              <a:extLst>
                <a:ext uri="{FF2B5EF4-FFF2-40B4-BE49-F238E27FC236}">
                  <a16:creationId xmlns:a16="http://schemas.microsoft.com/office/drawing/2014/main" id="{F37AFC4B-53FF-B913-447A-037B1AEF1FD4}"/>
                </a:ext>
              </a:extLst>
            </p:cNvPr>
            <p:cNvSpPr txBox="1"/>
            <p:nvPr/>
          </p:nvSpPr>
          <p:spPr>
            <a:xfrm>
              <a:off x="4642900" y="3363099"/>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en-US" altLang="zh-CN" sz="900" dirty="0">
                  <a:solidFill>
                    <a:schemeClr val="bg1"/>
                  </a:solidFill>
                  <a:latin typeface="+mn-ea"/>
                  <a:sym typeface="Helvetica Neue"/>
                </a:rPr>
                <a:t>Result Data</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sp>
        <p:nvSpPr>
          <p:cNvPr id="161" name="文本框 160">
            <a:extLst>
              <a:ext uri="{FF2B5EF4-FFF2-40B4-BE49-F238E27FC236}">
                <a16:creationId xmlns:a16="http://schemas.microsoft.com/office/drawing/2014/main" id="{66058201-94A2-A9C0-F0A6-AF9E367072CC}"/>
              </a:ext>
            </a:extLst>
          </p:cNvPr>
          <p:cNvSpPr txBox="1"/>
          <p:nvPr/>
        </p:nvSpPr>
        <p:spPr>
          <a:xfrm>
            <a:off x="5487208" y="2351952"/>
            <a:ext cx="564258"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1100" b="1" i="0" u="none" strike="noStrike" cap="none" spc="0" normalizeH="0" baseline="0" dirty="0">
                <a:ln>
                  <a:noFill/>
                </a:ln>
                <a:solidFill>
                  <a:schemeClr val="accent1"/>
                </a:solidFill>
                <a:effectLst/>
                <a:uFillTx/>
                <a:latin typeface="+mn-ea"/>
                <a:sym typeface="Helvetica Neue"/>
              </a:rPr>
              <a:t>湖岸集市</a:t>
            </a:r>
          </a:p>
        </p:txBody>
      </p:sp>
      <p:grpSp>
        <p:nvGrpSpPr>
          <p:cNvPr id="190" name="组合 189">
            <a:extLst>
              <a:ext uri="{FF2B5EF4-FFF2-40B4-BE49-F238E27FC236}">
                <a16:creationId xmlns:a16="http://schemas.microsoft.com/office/drawing/2014/main" id="{993BDA1D-5D2D-2754-71B8-CDCB2247A100}"/>
              </a:ext>
            </a:extLst>
          </p:cNvPr>
          <p:cNvGrpSpPr/>
          <p:nvPr/>
        </p:nvGrpSpPr>
        <p:grpSpPr>
          <a:xfrm>
            <a:off x="5141209" y="2580344"/>
            <a:ext cx="1256252" cy="168045"/>
            <a:chOff x="5737291" y="2624794"/>
            <a:chExt cx="1256252" cy="168045"/>
          </a:xfrm>
        </p:grpSpPr>
        <p:grpSp>
          <p:nvGrpSpPr>
            <p:cNvPr id="157" name="组合 156">
              <a:extLst>
                <a:ext uri="{FF2B5EF4-FFF2-40B4-BE49-F238E27FC236}">
                  <a16:creationId xmlns:a16="http://schemas.microsoft.com/office/drawing/2014/main" id="{D2D6E6FF-4F90-6C05-5802-8F28F30924B1}"/>
                </a:ext>
              </a:extLst>
            </p:cNvPr>
            <p:cNvGrpSpPr/>
            <p:nvPr/>
          </p:nvGrpSpPr>
          <p:grpSpPr>
            <a:xfrm>
              <a:off x="5737291" y="2624794"/>
              <a:ext cx="590220" cy="168045"/>
              <a:chOff x="1094219" y="2385184"/>
              <a:chExt cx="829057" cy="239745"/>
            </a:xfrm>
          </p:grpSpPr>
          <p:sp>
            <p:nvSpPr>
              <p:cNvPr id="158" name="任意多边形: 形状 157">
                <a:extLst>
                  <a:ext uri="{FF2B5EF4-FFF2-40B4-BE49-F238E27FC236}">
                    <a16:creationId xmlns:a16="http://schemas.microsoft.com/office/drawing/2014/main" id="{A1450CCF-2370-F115-B208-1E0AB376E6B8}"/>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159" name="任意多边形: 形状 158">
                <a:extLst>
                  <a:ext uri="{FF2B5EF4-FFF2-40B4-BE49-F238E27FC236}">
                    <a16:creationId xmlns:a16="http://schemas.microsoft.com/office/drawing/2014/main" id="{3B21A491-F76C-3FE7-E8B0-3C7E606E1184}"/>
                  </a:ext>
                </a:extLst>
              </p:cNvPr>
              <p:cNvSpPr/>
              <p:nvPr/>
            </p:nvSpPr>
            <p:spPr>
              <a:xfrm flipH="1">
                <a:off x="1871292"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dirty="0"/>
              </a:p>
            </p:txBody>
          </p:sp>
        </p:grpSp>
        <p:sp>
          <p:nvSpPr>
            <p:cNvPr id="160" name="文本框 159">
              <a:extLst>
                <a:ext uri="{FF2B5EF4-FFF2-40B4-BE49-F238E27FC236}">
                  <a16:creationId xmlns:a16="http://schemas.microsoft.com/office/drawing/2014/main" id="{32F5D998-A9DB-B360-996F-B22F6C45CB23}"/>
                </a:ext>
              </a:extLst>
            </p:cNvPr>
            <p:cNvSpPr txBox="1"/>
            <p:nvPr/>
          </p:nvSpPr>
          <p:spPr>
            <a:xfrm>
              <a:off x="5742258" y="2631870"/>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900" dirty="0">
                  <a:solidFill>
                    <a:schemeClr val="bg1"/>
                  </a:solidFill>
                  <a:latin typeface="+mn-ea"/>
                  <a:sym typeface="Helvetica Neue"/>
                </a:rPr>
                <a:t>数据集市</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nvGrpSpPr>
            <p:cNvPr id="165" name="组合 164">
              <a:extLst>
                <a:ext uri="{FF2B5EF4-FFF2-40B4-BE49-F238E27FC236}">
                  <a16:creationId xmlns:a16="http://schemas.microsoft.com/office/drawing/2014/main" id="{C7510E26-F816-0688-6AA4-3C65D96ED535}"/>
                </a:ext>
              </a:extLst>
            </p:cNvPr>
            <p:cNvGrpSpPr/>
            <p:nvPr/>
          </p:nvGrpSpPr>
          <p:grpSpPr>
            <a:xfrm>
              <a:off x="6403323" y="2624794"/>
              <a:ext cx="590220" cy="168045"/>
              <a:chOff x="1094219" y="2385184"/>
              <a:chExt cx="829057" cy="239745"/>
            </a:xfrm>
          </p:grpSpPr>
          <p:sp>
            <p:nvSpPr>
              <p:cNvPr id="166" name="任意多边形: 形状 165">
                <a:extLst>
                  <a:ext uri="{FF2B5EF4-FFF2-40B4-BE49-F238E27FC236}">
                    <a16:creationId xmlns:a16="http://schemas.microsoft.com/office/drawing/2014/main" id="{17283F66-F458-FBF1-CA1A-FE5EB5FB99D5}"/>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167" name="任意多边形: 形状 166">
                <a:extLst>
                  <a:ext uri="{FF2B5EF4-FFF2-40B4-BE49-F238E27FC236}">
                    <a16:creationId xmlns:a16="http://schemas.microsoft.com/office/drawing/2014/main" id="{3775E2C1-CDBB-1018-BDCE-1340A5D0432F}"/>
                  </a:ext>
                </a:extLst>
              </p:cNvPr>
              <p:cNvSpPr/>
              <p:nvPr/>
            </p:nvSpPr>
            <p:spPr>
              <a:xfrm flipH="1">
                <a:off x="1871292"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dirty="0"/>
              </a:p>
            </p:txBody>
          </p:sp>
        </p:grpSp>
        <p:sp>
          <p:nvSpPr>
            <p:cNvPr id="168" name="文本框 167">
              <a:extLst>
                <a:ext uri="{FF2B5EF4-FFF2-40B4-BE49-F238E27FC236}">
                  <a16:creationId xmlns:a16="http://schemas.microsoft.com/office/drawing/2014/main" id="{E3E75CE4-F825-C799-0ADE-93D8EA4B8711}"/>
                </a:ext>
              </a:extLst>
            </p:cNvPr>
            <p:cNvSpPr txBox="1"/>
            <p:nvPr/>
          </p:nvSpPr>
          <p:spPr>
            <a:xfrm>
              <a:off x="6408290" y="2631870"/>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900" dirty="0">
                  <a:solidFill>
                    <a:schemeClr val="bg1"/>
                  </a:solidFill>
                  <a:latin typeface="+mn-ea"/>
                  <a:sym typeface="Helvetica Neue"/>
                </a:rPr>
                <a:t>数据仓库</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sp>
        <p:nvSpPr>
          <p:cNvPr id="170" name="文本框 169">
            <a:extLst>
              <a:ext uri="{FF2B5EF4-FFF2-40B4-BE49-F238E27FC236}">
                <a16:creationId xmlns:a16="http://schemas.microsoft.com/office/drawing/2014/main" id="{BB5B70FD-B4F2-3B54-E007-85A67B021D2D}"/>
              </a:ext>
            </a:extLst>
          </p:cNvPr>
          <p:cNvSpPr txBox="1"/>
          <p:nvPr/>
        </p:nvSpPr>
        <p:spPr>
          <a:xfrm>
            <a:off x="5487207" y="3187799"/>
            <a:ext cx="564258"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100" b="1" dirty="0">
                <a:solidFill>
                  <a:schemeClr val="accent1"/>
                </a:solidFill>
                <a:latin typeface="+mn-ea"/>
                <a:sym typeface="Helvetica Neue"/>
              </a:rPr>
              <a:t>知识融合</a:t>
            </a:r>
            <a:endParaRPr kumimoji="0" lang="zh-CN" altLang="en-US" sz="1100" b="1" i="0" u="none" strike="noStrike" cap="none" spc="0" normalizeH="0" baseline="0" dirty="0">
              <a:ln>
                <a:noFill/>
              </a:ln>
              <a:solidFill>
                <a:schemeClr val="accent1"/>
              </a:solidFill>
              <a:effectLst/>
              <a:uFillTx/>
              <a:latin typeface="+mn-ea"/>
              <a:sym typeface="Helvetica Neue"/>
            </a:endParaRPr>
          </a:p>
        </p:txBody>
      </p:sp>
      <p:grpSp>
        <p:nvGrpSpPr>
          <p:cNvPr id="171" name="组合 170">
            <a:extLst>
              <a:ext uri="{FF2B5EF4-FFF2-40B4-BE49-F238E27FC236}">
                <a16:creationId xmlns:a16="http://schemas.microsoft.com/office/drawing/2014/main" id="{0D80DD14-C4BC-5122-BFCD-522EAC802F9A}"/>
              </a:ext>
            </a:extLst>
          </p:cNvPr>
          <p:cNvGrpSpPr/>
          <p:nvPr/>
        </p:nvGrpSpPr>
        <p:grpSpPr>
          <a:xfrm>
            <a:off x="5141209" y="3428869"/>
            <a:ext cx="1256252" cy="168045"/>
            <a:chOff x="5752463" y="2724019"/>
            <a:chExt cx="1256252" cy="168045"/>
          </a:xfrm>
        </p:grpSpPr>
        <p:grpSp>
          <p:nvGrpSpPr>
            <p:cNvPr id="172" name="组合 171">
              <a:extLst>
                <a:ext uri="{FF2B5EF4-FFF2-40B4-BE49-F238E27FC236}">
                  <a16:creationId xmlns:a16="http://schemas.microsoft.com/office/drawing/2014/main" id="{8C73511D-7F0C-6CA5-75F3-8BD737FF8498}"/>
                </a:ext>
              </a:extLst>
            </p:cNvPr>
            <p:cNvGrpSpPr/>
            <p:nvPr/>
          </p:nvGrpSpPr>
          <p:grpSpPr>
            <a:xfrm>
              <a:off x="5752463" y="2724019"/>
              <a:ext cx="590220" cy="168045"/>
              <a:chOff x="1094219" y="2385184"/>
              <a:chExt cx="829057" cy="239745"/>
            </a:xfrm>
          </p:grpSpPr>
          <p:sp>
            <p:nvSpPr>
              <p:cNvPr id="178" name="任意多边形: 形状 177">
                <a:extLst>
                  <a:ext uri="{FF2B5EF4-FFF2-40B4-BE49-F238E27FC236}">
                    <a16:creationId xmlns:a16="http://schemas.microsoft.com/office/drawing/2014/main" id="{0A3B9041-6379-B2C8-1B19-918A97187D32}"/>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179" name="任意多边形: 形状 178">
                <a:extLst>
                  <a:ext uri="{FF2B5EF4-FFF2-40B4-BE49-F238E27FC236}">
                    <a16:creationId xmlns:a16="http://schemas.microsoft.com/office/drawing/2014/main" id="{F0EDE7E3-AC55-C520-DCE0-DD9896601B3F}"/>
                  </a:ext>
                </a:extLst>
              </p:cNvPr>
              <p:cNvSpPr/>
              <p:nvPr/>
            </p:nvSpPr>
            <p:spPr>
              <a:xfrm flipH="1">
                <a:off x="1871292"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dirty="0"/>
              </a:p>
            </p:txBody>
          </p:sp>
        </p:grpSp>
        <p:sp>
          <p:nvSpPr>
            <p:cNvPr id="173" name="文本框 172">
              <a:extLst>
                <a:ext uri="{FF2B5EF4-FFF2-40B4-BE49-F238E27FC236}">
                  <a16:creationId xmlns:a16="http://schemas.microsoft.com/office/drawing/2014/main" id="{9B26BC83-9E1F-F011-CA1C-D1CA7768F646}"/>
                </a:ext>
              </a:extLst>
            </p:cNvPr>
            <p:cNvSpPr txBox="1"/>
            <p:nvPr/>
          </p:nvSpPr>
          <p:spPr>
            <a:xfrm>
              <a:off x="5757430" y="2731095"/>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900" dirty="0">
                  <a:solidFill>
                    <a:schemeClr val="bg1"/>
                  </a:solidFill>
                  <a:latin typeface="+mn-ea"/>
                  <a:sym typeface="Helvetica Neue"/>
                </a:rPr>
                <a:t>关联图谱</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nvGrpSpPr>
            <p:cNvPr id="174" name="组合 173">
              <a:extLst>
                <a:ext uri="{FF2B5EF4-FFF2-40B4-BE49-F238E27FC236}">
                  <a16:creationId xmlns:a16="http://schemas.microsoft.com/office/drawing/2014/main" id="{7A405571-CDC0-7491-FDE9-ED5F460D0371}"/>
                </a:ext>
              </a:extLst>
            </p:cNvPr>
            <p:cNvGrpSpPr/>
            <p:nvPr/>
          </p:nvGrpSpPr>
          <p:grpSpPr>
            <a:xfrm>
              <a:off x="6418495" y="2724019"/>
              <a:ext cx="590220" cy="168045"/>
              <a:chOff x="1094219" y="2385184"/>
              <a:chExt cx="829057" cy="239745"/>
            </a:xfrm>
          </p:grpSpPr>
          <p:sp>
            <p:nvSpPr>
              <p:cNvPr id="176" name="任意多边形: 形状 175">
                <a:extLst>
                  <a:ext uri="{FF2B5EF4-FFF2-40B4-BE49-F238E27FC236}">
                    <a16:creationId xmlns:a16="http://schemas.microsoft.com/office/drawing/2014/main" id="{0BFBAA64-949F-A4A7-9130-684E2FE34364}"/>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177" name="任意多边形: 形状 176">
                <a:extLst>
                  <a:ext uri="{FF2B5EF4-FFF2-40B4-BE49-F238E27FC236}">
                    <a16:creationId xmlns:a16="http://schemas.microsoft.com/office/drawing/2014/main" id="{65DE2604-9D04-E0E8-1F47-C1011FADFA80}"/>
                  </a:ext>
                </a:extLst>
              </p:cNvPr>
              <p:cNvSpPr/>
              <p:nvPr/>
            </p:nvSpPr>
            <p:spPr>
              <a:xfrm flipH="1">
                <a:off x="1871292"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dirty="0"/>
              </a:p>
            </p:txBody>
          </p:sp>
        </p:grpSp>
        <p:sp>
          <p:nvSpPr>
            <p:cNvPr id="175" name="文本框 174">
              <a:extLst>
                <a:ext uri="{FF2B5EF4-FFF2-40B4-BE49-F238E27FC236}">
                  <a16:creationId xmlns:a16="http://schemas.microsoft.com/office/drawing/2014/main" id="{3E3C9E01-E541-745E-EF9A-21E95474D280}"/>
                </a:ext>
              </a:extLst>
            </p:cNvPr>
            <p:cNvSpPr txBox="1"/>
            <p:nvPr/>
          </p:nvSpPr>
          <p:spPr>
            <a:xfrm>
              <a:off x="6423462" y="2731095"/>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900" dirty="0">
                  <a:solidFill>
                    <a:schemeClr val="bg1"/>
                  </a:solidFill>
                  <a:latin typeface="+mn-ea"/>
                  <a:sym typeface="Helvetica Neue"/>
                </a:rPr>
                <a:t>知识图谱</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grpSp>
        <p:nvGrpSpPr>
          <p:cNvPr id="189" name="组合 188">
            <a:extLst>
              <a:ext uri="{FF2B5EF4-FFF2-40B4-BE49-F238E27FC236}">
                <a16:creationId xmlns:a16="http://schemas.microsoft.com/office/drawing/2014/main" id="{DF44B20C-856F-76D9-4BE3-F5CBDF1AA010}"/>
              </a:ext>
            </a:extLst>
          </p:cNvPr>
          <p:cNvGrpSpPr/>
          <p:nvPr/>
        </p:nvGrpSpPr>
        <p:grpSpPr>
          <a:xfrm>
            <a:off x="5382943" y="2792976"/>
            <a:ext cx="772784" cy="168045"/>
            <a:chOff x="6057326" y="2872126"/>
            <a:chExt cx="772784" cy="168045"/>
          </a:xfrm>
        </p:grpSpPr>
        <p:grpSp>
          <p:nvGrpSpPr>
            <p:cNvPr id="183" name="组合 182">
              <a:extLst>
                <a:ext uri="{FF2B5EF4-FFF2-40B4-BE49-F238E27FC236}">
                  <a16:creationId xmlns:a16="http://schemas.microsoft.com/office/drawing/2014/main" id="{E059BA82-5629-B382-C291-6A2C874DF6C5}"/>
                </a:ext>
              </a:extLst>
            </p:cNvPr>
            <p:cNvGrpSpPr/>
            <p:nvPr/>
          </p:nvGrpSpPr>
          <p:grpSpPr>
            <a:xfrm>
              <a:off x="6057326" y="2872126"/>
              <a:ext cx="772784" cy="168045"/>
              <a:chOff x="1094219" y="2385184"/>
              <a:chExt cx="1085497" cy="239745"/>
            </a:xfrm>
          </p:grpSpPr>
          <p:sp>
            <p:nvSpPr>
              <p:cNvPr id="184" name="任意多边形: 形状 183">
                <a:extLst>
                  <a:ext uri="{FF2B5EF4-FFF2-40B4-BE49-F238E27FC236}">
                    <a16:creationId xmlns:a16="http://schemas.microsoft.com/office/drawing/2014/main" id="{29BB63C9-C4B6-D67D-5D55-99640C73A8B8}"/>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187" name="任意多边形: 形状 186">
                <a:extLst>
                  <a:ext uri="{FF2B5EF4-FFF2-40B4-BE49-F238E27FC236}">
                    <a16:creationId xmlns:a16="http://schemas.microsoft.com/office/drawing/2014/main" id="{2DF0740C-4B16-1FE5-FCBF-350A550B1FE0}"/>
                  </a:ext>
                </a:extLst>
              </p:cNvPr>
              <p:cNvSpPr/>
              <p:nvPr/>
            </p:nvSpPr>
            <p:spPr>
              <a:xfrm flipH="1">
                <a:off x="2127732"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dirty="0"/>
              </a:p>
            </p:txBody>
          </p:sp>
        </p:grpSp>
        <p:sp>
          <p:nvSpPr>
            <p:cNvPr id="188" name="文本框 187">
              <a:extLst>
                <a:ext uri="{FF2B5EF4-FFF2-40B4-BE49-F238E27FC236}">
                  <a16:creationId xmlns:a16="http://schemas.microsoft.com/office/drawing/2014/main" id="{34F6EB07-EC20-76C4-8792-53ECEBC97421}"/>
                </a:ext>
              </a:extLst>
            </p:cNvPr>
            <p:cNvSpPr txBox="1"/>
            <p:nvPr/>
          </p:nvSpPr>
          <p:spPr>
            <a:xfrm>
              <a:off x="6148482" y="2879202"/>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多维分析模型</a:t>
              </a:r>
            </a:p>
          </p:txBody>
        </p:sp>
      </p:grpSp>
      <p:sp>
        <p:nvSpPr>
          <p:cNvPr id="191" name="文本框 190">
            <a:extLst>
              <a:ext uri="{FF2B5EF4-FFF2-40B4-BE49-F238E27FC236}">
                <a16:creationId xmlns:a16="http://schemas.microsoft.com/office/drawing/2014/main" id="{05441E2F-7835-E1DF-AFA7-1B5D778CC264}"/>
              </a:ext>
            </a:extLst>
          </p:cNvPr>
          <p:cNvSpPr txBox="1"/>
          <p:nvPr/>
        </p:nvSpPr>
        <p:spPr>
          <a:xfrm>
            <a:off x="4295987" y="3900797"/>
            <a:ext cx="423193"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100" b="1" dirty="0">
                <a:solidFill>
                  <a:schemeClr val="accent1"/>
                </a:solidFill>
                <a:latin typeface="+mn-ea"/>
                <a:sym typeface="Helvetica Neue"/>
              </a:rPr>
              <a:t>元模型</a:t>
            </a:r>
            <a:endParaRPr kumimoji="0" lang="zh-CN" altLang="en-US" sz="1100" b="1" i="0" u="none" strike="noStrike" cap="none" spc="0" normalizeH="0" baseline="0" dirty="0">
              <a:ln>
                <a:noFill/>
              </a:ln>
              <a:solidFill>
                <a:schemeClr val="accent1"/>
              </a:solidFill>
              <a:effectLst/>
              <a:uFillTx/>
              <a:latin typeface="+mn-ea"/>
              <a:sym typeface="Helvetica Neue"/>
            </a:endParaRPr>
          </a:p>
        </p:txBody>
      </p:sp>
      <p:grpSp>
        <p:nvGrpSpPr>
          <p:cNvPr id="2048" name="组合 2047">
            <a:extLst>
              <a:ext uri="{FF2B5EF4-FFF2-40B4-BE49-F238E27FC236}">
                <a16:creationId xmlns:a16="http://schemas.microsoft.com/office/drawing/2014/main" id="{1C2E8583-179F-45F5-0016-D6FBE8520590}"/>
              </a:ext>
            </a:extLst>
          </p:cNvPr>
          <p:cNvGrpSpPr/>
          <p:nvPr/>
        </p:nvGrpSpPr>
        <p:grpSpPr>
          <a:xfrm>
            <a:off x="3846261" y="4129189"/>
            <a:ext cx="1348537" cy="168045"/>
            <a:chOff x="5737291" y="2624794"/>
            <a:chExt cx="1348537" cy="168045"/>
          </a:xfrm>
        </p:grpSpPr>
        <p:grpSp>
          <p:nvGrpSpPr>
            <p:cNvPr id="2049" name="组合 2048">
              <a:extLst>
                <a:ext uri="{FF2B5EF4-FFF2-40B4-BE49-F238E27FC236}">
                  <a16:creationId xmlns:a16="http://schemas.microsoft.com/office/drawing/2014/main" id="{92AF88E6-9B8C-F282-9DBA-FB7D6B2ADDC4}"/>
                </a:ext>
              </a:extLst>
            </p:cNvPr>
            <p:cNvGrpSpPr/>
            <p:nvPr/>
          </p:nvGrpSpPr>
          <p:grpSpPr>
            <a:xfrm>
              <a:off x="5737291" y="2624794"/>
              <a:ext cx="461812" cy="168045"/>
              <a:chOff x="1094219" y="2385184"/>
              <a:chExt cx="648688" cy="239745"/>
            </a:xfrm>
          </p:grpSpPr>
          <p:sp>
            <p:nvSpPr>
              <p:cNvPr id="2056" name="任意多边形: 形状 2055">
                <a:extLst>
                  <a:ext uri="{FF2B5EF4-FFF2-40B4-BE49-F238E27FC236}">
                    <a16:creationId xmlns:a16="http://schemas.microsoft.com/office/drawing/2014/main" id="{169AEAD2-3296-E606-C2EE-D5D3D1FAD880}"/>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2057" name="任意多边形: 形状 2056">
                <a:extLst>
                  <a:ext uri="{FF2B5EF4-FFF2-40B4-BE49-F238E27FC236}">
                    <a16:creationId xmlns:a16="http://schemas.microsoft.com/office/drawing/2014/main" id="{9AEF333C-BDFB-05F1-9C1B-7021C38365CB}"/>
                  </a:ext>
                </a:extLst>
              </p:cNvPr>
              <p:cNvSpPr/>
              <p:nvPr/>
            </p:nvSpPr>
            <p:spPr>
              <a:xfrm flipH="1">
                <a:off x="1690923"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dirty="0"/>
              </a:p>
            </p:txBody>
          </p:sp>
        </p:grpSp>
        <p:sp>
          <p:nvSpPr>
            <p:cNvPr id="2051" name="文本框 2050">
              <a:extLst>
                <a:ext uri="{FF2B5EF4-FFF2-40B4-BE49-F238E27FC236}">
                  <a16:creationId xmlns:a16="http://schemas.microsoft.com/office/drawing/2014/main" id="{1F474FDD-DF2B-16CC-5985-6860292AE8E6}"/>
                </a:ext>
              </a:extLst>
            </p:cNvPr>
            <p:cNvSpPr txBox="1"/>
            <p:nvPr/>
          </p:nvSpPr>
          <p:spPr>
            <a:xfrm>
              <a:off x="5742259" y="2631870"/>
              <a:ext cx="44561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900" dirty="0">
                  <a:solidFill>
                    <a:schemeClr val="bg1"/>
                  </a:solidFill>
                  <a:latin typeface="+mn-ea"/>
                  <a:sym typeface="Helvetica Neue"/>
                </a:rPr>
                <a:t>元数据</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nvGrpSpPr>
            <p:cNvPr id="2052" name="组合 2051">
              <a:extLst>
                <a:ext uri="{FF2B5EF4-FFF2-40B4-BE49-F238E27FC236}">
                  <a16:creationId xmlns:a16="http://schemas.microsoft.com/office/drawing/2014/main" id="{787C16A6-B838-2C72-48CD-8572BE9D4330}"/>
                </a:ext>
              </a:extLst>
            </p:cNvPr>
            <p:cNvGrpSpPr/>
            <p:nvPr/>
          </p:nvGrpSpPr>
          <p:grpSpPr>
            <a:xfrm>
              <a:off x="6274915" y="2624794"/>
              <a:ext cx="810913" cy="168045"/>
              <a:chOff x="913850" y="2385184"/>
              <a:chExt cx="1139055" cy="239745"/>
            </a:xfrm>
          </p:grpSpPr>
          <p:sp>
            <p:nvSpPr>
              <p:cNvPr id="2054" name="任意多边形: 形状 2053">
                <a:extLst>
                  <a:ext uri="{FF2B5EF4-FFF2-40B4-BE49-F238E27FC236}">
                    <a16:creationId xmlns:a16="http://schemas.microsoft.com/office/drawing/2014/main" id="{D8966136-35F9-7C96-037D-AC92974655F0}"/>
                  </a:ext>
                </a:extLst>
              </p:cNvPr>
              <p:cNvSpPr/>
              <p:nvPr/>
            </p:nvSpPr>
            <p:spPr>
              <a:xfrm>
                <a:off x="913850" y="2385184"/>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2055" name="任意多边形: 形状 2054">
                <a:extLst>
                  <a:ext uri="{FF2B5EF4-FFF2-40B4-BE49-F238E27FC236}">
                    <a16:creationId xmlns:a16="http://schemas.microsoft.com/office/drawing/2014/main" id="{BF2A6D12-A7EA-294E-F1EE-6F3194B142C6}"/>
                  </a:ext>
                </a:extLst>
              </p:cNvPr>
              <p:cNvSpPr/>
              <p:nvPr/>
            </p:nvSpPr>
            <p:spPr>
              <a:xfrm flipH="1">
                <a:off x="2000921"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dirty="0"/>
              </a:p>
            </p:txBody>
          </p:sp>
        </p:grpSp>
        <p:sp>
          <p:nvSpPr>
            <p:cNvPr id="2053" name="文本框 2052">
              <a:extLst>
                <a:ext uri="{FF2B5EF4-FFF2-40B4-BE49-F238E27FC236}">
                  <a16:creationId xmlns:a16="http://schemas.microsoft.com/office/drawing/2014/main" id="{EF5181AF-DDA1-9F5F-81CA-E06B2ABBF6DB}"/>
                </a:ext>
              </a:extLst>
            </p:cNvPr>
            <p:cNvSpPr txBox="1"/>
            <p:nvPr/>
          </p:nvSpPr>
          <p:spPr>
            <a:xfrm>
              <a:off x="6390228" y="2631870"/>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动态本体模型</a:t>
              </a:r>
            </a:p>
          </p:txBody>
        </p:sp>
      </p:grpSp>
      <p:sp>
        <p:nvSpPr>
          <p:cNvPr id="2058" name="文本框 2057">
            <a:extLst>
              <a:ext uri="{FF2B5EF4-FFF2-40B4-BE49-F238E27FC236}">
                <a16:creationId xmlns:a16="http://schemas.microsoft.com/office/drawing/2014/main" id="{C40CB50A-5F4E-45E7-6155-63A8F85CA344}"/>
              </a:ext>
            </a:extLst>
          </p:cNvPr>
          <p:cNvSpPr txBox="1"/>
          <p:nvPr/>
        </p:nvSpPr>
        <p:spPr>
          <a:xfrm>
            <a:off x="5415219" y="3900797"/>
            <a:ext cx="915315"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altLang="zh-CN" sz="1100" b="1" dirty="0">
                <a:solidFill>
                  <a:schemeClr val="accent1"/>
                </a:solidFill>
                <a:latin typeface="+mn-ea"/>
                <a:sym typeface="Helvetica Neue"/>
              </a:rPr>
              <a:t>Trusted Data</a:t>
            </a:r>
            <a:endParaRPr kumimoji="0" lang="zh-CN" altLang="en-US" sz="1100" b="1" i="0" u="none" strike="noStrike" cap="none" spc="0" normalizeH="0" baseline="0" dirty="0">
              <a:ln>
                <a:noFill/>
              </a:ln>
              <a:solidFill>
                <a:schemeClr val="accent1"/>
              </a:solidFill>
              <a:effectLst/>
              <a:uFillTx/>
              <a:latin typeface="+mn-ea"/>
              <a:sym typeface="Helvetica Neue"/>
            </a:endParaRPr>
          </a:p>
        </p:txBody>
      </p:sp>
      <p:grpSp>
        <p:nvGrpSpPr>
          <p:cNvPr id="2059" name="组合 2058">
            <a:extLst>
              <a:ext uri="{FF2B5EF4-FFF2-40B4-BE49-F238E27FC236}">
                <a16:creationId xmlns:a16="http://schemas.microsoft.com/office/drawing/2014/main" id="{4E2389FC-A4ED-7C4E-FDD2-4700702D93E6}"/>
              </a:ext>
            </a:extLst>
          </p:cNvPr>
          <p:cNvGrpSpPr/>
          <p:nvPr/>
        </p:nvGrpSpPr>
        <p:grpSpPr>
          <a:xfrm>
            <a:off x="5397326" y="4129189"/>
            <a:ext cx="951101" cy="168045"/>
            <a:chOff x="6108835" y="2624794"/>
            <a:chExt cx="951101" cy="168045"/>
          </a:xfrm>
        </p:grpSpPr>
        <p:grpSp>
          <p:nvGrpSpPr>
            <p:cNvPr id="2062" name="组合 2061">
              <a:extLst>
                <a:ext uri="{FF2B5EF4-FFF2-40B4-BE49-F238E27FC236}">
                  <a16:creationId xmlns:a16="http://schemas.microsoft.com/office/drawing/2014/main" id="{BF2E5069-EA77-10AE-3C83-1D54DC911D42}"/>
                </a:ext>
              </a:extLst>
            </p:cNvPr>
            <p:cNvGrpSpPr/>
            <p:nvPr/>
          </p:nvGrpSpPr>
          <p:grpSpPr>
            <a:xfrm>
              <a:off x="6108835" y="2624794"/>
              <a:ext cx="951101" cy="168045"/>
              <a:chOff x="680564" y="2385184"/>
              <a:chExt cx="1335970" cy="239745"/>
            </a:xfrm>
          </p:grpSpPr>
          <p:sp>
            <p:nvSpPr>
              <p:cNvPr id="2064" name="任意多边形: 形状 2063">
                <a:extLst>
                  <a:ext uri="{FF2B5EF4-FFF2-40B4-BE49-F238E27FC236}">
                    <a16:creationId xmlns:a16="http://schemas.microsoft.com/office/drawing/2014/main" id="{42F59714-6083-E7E6-8D3F-D42ECC7457B4}"/>
                  </a:ext>
                </a:extLst>
              </p:cNvPr>
              <p:cNvSpPr/>
              <p:nvPr/>
            </p:nvSpPr>
            <p:spPr>
              <a:xfrm>
                <a:off x="680564" y="2385184"/>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pPr algn="ctr"/>
                <a:endParaRPr lang="zh-CN" altLang="en-US" sz="1600"/>
              </a:p>
            </p:txBody>
          </p:sp>
          <p:sp>
            <p:nvSpPr>
              <p:cNvPr id="2065" name="任意多边形: 形状 2064">
                <a:extLst>
                  <a:ext uri="{FF2B5EF4-FFF2-40B4-BE49-F238E27FC236}">
                    <a16:creationId xmlns:a16="http://schemas.microsoft.com/office/drawing/2014/main" id="{63A9213F-B754-188F-C2F3-F3F754D51195}"/>
                  </a:ext>
                </a:extLst>
              </p:cNvPr>
              <p:cNvSpPr/>
              <p:nvPr/>
            </p:nvSpPr>
            <p:spPr>
              <a:xfrm flipH="1">
                <a:off x="1964550"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pPr algn="ctr"/>
                <a:endParaRPr lang="zh-CN" altLang="en-US" sz="1600" dirty="0"/>
              </a:p>
            </p:txBody>
          </p:sp>
        </p:grpSp>
        <p:sp>
          <p:nvSpPr>
            <p:cNvPr id="2063" name="文本框 2062">
              <a:extLst>
                <a:ext uri="{FF2B5EF4-FFF2-40B4-BE49-F238E27FC236}">
                  <a16:creationId xmlns:a16="http://schemas.microsoft.com/office/drawing/2014/main" id="{5CABC7B3-E9E8-7B90-F568-CAD037932454}"/>
                </a:ext>
              </a:extLst>
            </p:cNvPr>
            <p:cNvSpPr txBox="1"/>
            <p:nvPr/>
          </p:nvSpPr>
          <p:spPr>
            <a:xfrm>
              <a:off x="6294242" y="2631870"/>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en-US" altLang="zh-CN" sz="900" dirty="0">
                  <a:solidFill>
                    <a:schemeClr val="bg1"/>
                  </a:solidFill>
                  <a:latin typeface="+mn-ea"/>
                  <a:sym typeface="Helvetica Neue"/>
                </a:rPr>
                <a:t>Reference Data</a:t>
              </a:r>
              <a:endParaRPr kumimoji="0" lang="zh-CN" altLang="en-US" sz="900" i="0" u="none" strike="noStrike" cap="none" spc="0" normalizeH="0" baseline="0" dirty="0">
                <a:ln>
                  <a:noFill/>
                </a:ln>
                <a:solidFill>
                  <a:schemeClr val="bg1"/>
                </a:solidFill>
                <a:effectLst/>
                <a:uFillTx/>
                <a:latin typeface="+mn-ea"/>
                <a:sym typeface="Helvetica Neue"/>
              </a:endParaRPr>
            </a:p>
          </p:txBody>
        </p:sp>
      </p:grpSp>
      <p:cxnSp>
        <p:nvCxnSpPr>
          <p:cNvPr id="2069" name="直接连接符 2068">
            <a:extLst>
              <a:ext uri="{FF2B5EF4-FFF2-40B4-BE49-F238E27FC236}">
                <a16:creationId xmlns:a16="http://schemas.microsoft.com/office/drawing/2014/main" id="{B3933A30-2A3B-4721-57EB-8D87FA14197E}"/>
              </a:ext>
            </a:extLst>
          </p:cNvPr>
          <p:cNvCxnSpPr/>
          <p:nvPr/>
        </p:nvCxnSpPr>
        <p:spPr>
          <a:xfrm>
            <a:off x="5296062" y="3847516"/>
            <a:ext cx="0" cy="478238"/>
          </a:xfrm>
          <a:prstGeom prst="line">
            <a:avLst/>
          </a:prstGeom>
          <a:ln>
            <a:gradFill>
              <a:gsLst>
                <a:gs pos="0">
                  <a:schemeClr val="accent1">
                    <a:alpha val="0"/>
                  </a:schemeClr>
                </a:gs>
                <a:gs pos="50000">
                  <a:schemeClr val="accent1"/>
                </a:gs>
                <a:gs pos="100000">
                  <a:schemeClr val="accent1">
                    <a:alpha val="0"/>
                  </a:schemeClr>
                </a:gs>
              </a:gsLst>
              <a:lin ang="5400000" scaled="1"/>
            </a:gradFill>
            <a:prstDash val="dash"/>
          </a:ln>
        </p:spPr>
        <p:style>
          <a:lnRef idx="1">
            <a:schemeClr val="accent1"/>
          </a:lnRef>
          <a:fillRef idx="0">
            <a:schemeClr val="accent1"/>
          </a:fillRef>
          <a:effectRef idx="0">
            <a:schemeClr val="accent1"/>
          </a:effectRef>
          <a:fontRef idx="minor">
            <a:schemeClr val="tx1"/>
          </a:fontRef>
        </p:style>
      </p:cxnSp>
      <p:sp>
        <p:nvSpPr>
          <p:cNvPr id="2070" name="文本框 2069">
            <a:extLst>
              <a:ext uri="{FF2B5EF4-FFF2-40B4-BE49-F238E27FC236}">
                <a16:creationId xmlns:a16="http://schemas.microsoft.com/office/drawing/2014/main" id="{40637916-4727-389C-2B2A-635258903B19}"/>
              </a:ext>
            </a:extLst>
          </p:cNvPr>
          <p:cNvSpPr txBox="1"/>
          <p:nvPr/>
        </p:nvSpPr>
        <p:spPr>
          <a:xfrm>
            <a:off x="6933901" y="2392132"/>
            <a:ext cx="641202"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00" b="1" dirty="0">
                <a:solidFill>
                  <a:schemeClr val="bg1"/>
                </a:solidFill>
                <a:latin typeface="+mn-ea"/>
                <a:sym typeface="Helvetica Neue"/>
              </a:rPr>
              <a:t>数据湖探索</a:t>
            </a:r>
            <a:endParaRPr kumimoji="0" lang="zh-CN" altLang="en-US" sz="1000" b="1" i="0" u="none" strike="noStrike" cap="none" spc="0" normalizeH="0" baseline="0" dirty="0">
              <a:ln>
                <a:noFill/>
              </a:ln>
              <a:solidFill>
                <a:schemeClr val="bg1"/>
              </a:solidFill>
              <a:effectLst/>
              <a:uFillTx/>
              <a:latin typeface="+mn-ea"/>
              <a:sym typeface="Helvetica Neue"/>
            </a:endParaRPr>
          </a:p>
        </p:txBody>
      </p:sp>
      <p:sp>
        <p:nvSpPr>
          <p:cNvPr id="2071" name="文本框 2070">
            <a:extLst>
              <a:ext uri="{FF2B5EF4-FFF2-40B4-BE49-F238E27FC236}">
                <a16:creationId xmlns:a16="http://schemas.microsoft.com/office/drawing/2014/main" id="{ED650588-326D-9BB0-7845-0E07C2F41A5F}"/>
              </a:ext>
            </a:extLst>
          </p:cNvPr>
          <p:cNvSpPr txBox="1"/>
          <p:nvPr/>
        </p:nvSpPr>
        <p:spPr>
          <a:xfrm>
            <a:off x="6869781" y="2862032"/>
            <a:ext cx="769441"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1000" b="1" i="0" u="none" strike="noStrike" cap="none" spc="0" normalizeH="0" baseline="0" dirty="0">
                <a:ln>
                  <a:noFill/>
                </a:ln>
                <a:solidFill>
                  <a:schemeClr val="bg1"/>
                </a:solidFill>
                <a:effectLst/>
                <a:uFillTx/>
                <a:latin typeface="+mn-ea"/>
                <a:sym typeface="Helvetica Neue"/>
              </a:rPr>
              <a:t>函数计算引擎</a:t>
            </a:r>
          </a:p>
        </p:txBody>
      </p:sp>
      <p:sp>
        <p:nvSpPr>
          <p:cNvPr id="2072" name="文本框 2071">
            <a:extLst>
              <a:ext uri="{FF2B5EF4-FFF2-40B4-BE49-F238E27FC236}">
                <a16:creationId xmlns:a16="http://schemas.microsoft.com/office/drawing/2014/main" id="{1183A41A-573F-C3B3-ED33-97AF523170AC}"/>
              </a:ext>
            </a:extLst>
          </p:cNvPr>
          <p:cNvSpPr txBox="1"/>
          <p:nvPr/>
        </p:nvSpPr>
        <p:spPr>
          <a:xfrm>
            <a:off x="6933901" y="3331932"/>
            <a:ext cx="641201"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00" b="1" dirty="0">
                <a:solidFill>
                  <a:schemeClr val="bg1"/>
                </a:solidFill>
                <a:latin typeface="+mn-ea"/>
                <a:sym typeface="Helvetica Neue"/>
              </a:rPr>
              <a:t>数据湖工厂</a:t>
            </a:r>
            <a:endParaRPr kumimoji="0" lang="zh-CN" altLang="en-US" sz="1000" b="1" i="0" u="none" strike="noStrike" cap="none" spc="0" normalizeH="0" baseline="0" dirty="0">
              <a:ln>
                <a:noFill/>
              </a:ln>
              <a:solidFill>
                <a:schemeClr val="bg1"/>
              </a:solidFill>
              <a:effectLst/>
              <a:uFillTx/>
              <a:latin typeface="+mn-ea"/>
              <a:sym typeface="Helvetica Neue"/>
            </a:endParaRPr>
          </a:p>
        </p:txBody>
      </p:sp>
      <p:sp>
        <p:nvSpPr>
          <p:cNvPr id="2073" name="文本框 2072">
            <a:extLst>
              <a:ext uri="{FF2B5EF4-FFF2-40B4-BE49-F238E27FC236}">
                <a16:creationId xmlns:a16="http://schemas.microsoft.com/office/drawing/2014/main" id="{2903144D-B89A-2A38-6D99-FCBD919D53A7}"/>
              </a:ext>
            </a:extLst>
          </p:cNvPr>
          <p:cNvSpPr txBox="1"/>
          <p:nvPr/>
        </p:nvSpPr>
        <p:spPr>
          <a:xfrm>
            <a:off x="6805659" y="3801832"/>
            <a:ext cx="897682"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00" b="1" dirty="0">
                <a:solidFill>
                  <a:schemeClr val="bg1"/>
                </a:solidFill>
                <a:latin typeface="+mn-ea"/>
                <a:sym typeface="Helvetica Neue"/>
              </a:rPr>
              <a:t>数据科学工作台</a:t>
            </a:r>
            <a:endParaRPr kumimoji="0" lang="zh-CN" altLang="en-US" sz="1000" b="1" i="0" u="none" strike="noStrike" cap="none" spc="0" normalizeH="0" baseline="0" dirty="0">
              <a:ln>
                <a:noFill/>
              </a:ln>
              <a:solidFill>
                <a:schemeClr val="bg1"/>
              </a:solidFill>
              <a:effectLst/>
              <a:uFillTx/>
              <a:latin typeface="+mn-ea"/>
              <a:sym typeface="Helvetica Neue"/>
            </a:endParaRPr>
          </a:p>
        </p:txBody>
      </p:sp>
      <p:sp>
        <p:nvSpPr>
          <p:cNvPr id="2074" name="文本框 2073">
            <a:extLst>
              <a:ext uri="{FF2B5EF4-FFF2-40B4-BE49-F238E27FC236}">
                <a16:creationId xmlns:a16="http://schemas.microsoft.com/office/drawing/2014/main" id="{7D7CEFCA-EECB-74F7-954D-9306B692B469}"/>
              </a:ext>
            </a:extLst>
          </p:cNvPr>
          <p:cNvSpPr txBox="1"/>
          <p:nvPr/>
        </p:nvSpPr>
        <p:spPr>
          <a:xfrm>
            <a:off x="7107026" y="4271732"/>
            <a:ext cx="294954"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altLang="zh-CN" sz="1000" b="1" dirty="0">
                <a:solidFill>
                  <a:schemeClr val="bg1"/>
                </a:solidFill>
                <a:latin typeface="+mn-ea"/>
                <a:sym typeface="Helvetica Neue"/>
              </a:rPr>
              <a:t>EMR</a:t>
            </a:r>
            <a:endParaRPr kumimoji="0" lang="zh-CN" altLang="en-US" sz="1000" b="1" i="0" u="none" strike="noStrike" cap="none" spc="0" normalizeH="0" baseline="0" dirty="0">
              <a:ln>
                <a:noFill/>
              </a:ln>
              <a:solidFill>
                <a:schemeClr val="bg1"/>
              </a:solidFill>
              <a:effectLst/>
              <a:uFillTx/>
              <a:latin typeface="+mn-ea"/>
              <a:sym typeface="Helvetica Neue"/>
            </a:endParaRPr>
          </a:p>
        </p:txBody>
      </p:sp>
      <p:sp>
        <p:nvSpPr>
          <p:cNvPr id="2075" name="文本框 2074">
            <a:extLst>
              <a:ext uri="{FF2B5EF4-FFF2-40B4-BE49-F238E27FC236}">
                <a16:creationId xmlns:a16="http://schemas.microsoft.com/office/drawing/2014/main" id="{993A5153-FA2A-DC9D-26EF-92C450048616}"/>
              </a:ext>
            </a:extLst>
          </p:cNvPr>
          <p:cNvSpPr txBox="1"/>
          <p:nvPr/>
        </p:nvSpPr>
        <p:spPr>
          <a:xfrm>
            <a:off x="8517815" y="2333736"/>
            <a:ext cx="423193"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1100" b="1" i="0" u="none" strike="noStrike" cap="none" spc="0" normalizeH="0" baseline="0" dirty="0">
                <a:ln>
                  <a:noFill/>
                </a:ln>
                <a:solidFill>
                  <a:schemeClr val="accent1"/>
                </a:solidFill>
                <a:effectLst/>
                <a:uFillTx/>
                <a:latin typeface="+mn-ea"/>
                <a:sym typeface="Helvetica Neue"/>
              </a:rPr>
              <a:t>可视化</a:t>
            </a:r>
          </a:p>
        </p:txBody>
      </p:sp>
      <p:grpSp>
        <p:nvGrpSpPr>
          <p:cNvPr id="2076" name="组合 2075">
            <a:extLst>
              <a:ext uri="{FF2B5EF4-FFF2-40B4-BE49-F238E27FC236}">
                <a16:creationId xmlns:a16="http://schemas.microsoft.com/office/drawing/2014/main" id="{00A95DDD-FCA4-6686-CA47-0C177D5756D8}"/>
              </a:ext>
            </a:extLst>
          </p:cNvPr>
          <p:cNvGrpSpPr/>
          <p:nvPr/>
        </p:nvGrpSpPr>
        <p:grpSpPr>
          <a:xfrm>
            <a:off x="8101285" y="2532494"/>
            <a:ext cx="1256252" cy="168045"/>
            <a:chOff x="5737291" y="2624794"/>
            <a:chExt cx="1256252" cy="168045"/>
          </a:xfrm>
        </p:grpSpPr>
        <p:grpSp>
          <p:nvGrpSpPr>
            <p:cNvPr id="2077" name="组合 2076">
              <a:extLst>
                <a:ext uri="{FF2B5EF4-FFF2-40B4-BE49-F238E27FC236}">
                  <a16:creationId xmlns:a16="http://schemas.microsoft.com/office/drawing/2014/main" id="{088E4F7D-423C-3747-4F71-3702F93CE34F}"/>
                </a:ext>
              </a:extLst>
            </p:cNvPr>
            <p:cNvGrpSpPr/>
            <p:nvPr/>
          </p:nvGrpSpPr>
          <p:grpSpPr>
            <a:xfrm>
              <a:off x="5737291" y="2624794"/>
              <a:ext cx="590220" cy="168045"/>
              <a:chOff x="1094219" y="2385184"/>
              <a:chExt cx="829057" cy="239745"/>
            </a:xfrm>
          </p:grpSpPr>
          <p:sp>
            <p:nvSpPr>
              <p:cNvPr id="2083" name="任意多边形: 形状 2082">
                <a:extLst>
                  <a:ext uri="{FF2B5EF4-FFF2-40B4-BE49-F238E27FC236}">
                    <a16:creationId xmlns:a16="http://schemas.microsoft.com/office/drawing/2014/main" id="{F25713F8-B76E-597E-7BB7-915DCCFBC0D5}"/>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2084" name="任意多边形: 形状 2083">
                <a:extLst>
                  <a:ext uri="{FF2B5EF4-FFF2-40B4-BE49-F238E27FC236}">
                    <a16:creationId xmlns:a16="http://schemas.microsoft.com/office/drawing/2014/main" id="{A19A1C17-8355-FCDC-DA21-DAA20254BB0C}"/>
                  </a:ext>
                </a:extLst>
              </p:cNvPr>
              <p:cNvSpPr/>
              <p:nvPr/>
            </p:nvSpPr>
            <p:spPr>
              <a:xfrm flipH="1">
                <a:off x="1871292"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dirty="0"/>
              </a:p>
            </p:txBody>
          </p:sp>
        </p:grpSp>
        <p:sp>
          <p:nvSpPr>
            <p:cNvPr id="2078" name="文本框 2077">
              <a:extLst>
                <a:ext uri="{FF2B5EF4-FFF2-40B4-BE49-F238E27FC236}">
                  <a16:creationId xmlns:a16="http://schemas.microsoft.com/office/drawing/2014/main" id="{C389D358-4DAF-B2C6-BF53-960B04221776}"/>
                </a:ext>
              </a:extLst>
            </p:cNvPr>
            <p:cNvSpPr txBox="1"/>
            <p:nvPr/>
          </p:nvSpPr>
          <p:spPr>
            <a:xfrm>
              <a:off x="5742258" y="2631870"/>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900" dirty="0">
                  <a:solidFill>
                    <a:schemeClr val="bg1"/>
                  </a:solidFill>
                  <a:latin typeface="+mn-ea"/>
                  <a:sym typeface="Helvetica Neue"/>
                </a:rPr>
                <a:t>可视化</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nvGrpSpPr>
            <p:cNvPr id="2079" name="组合 2078">
              <a:extLst>
                <a:ext uri="{FF2B5EF4-FFF2-40B4-BE49-F238E27FC236}">
                  <a16:creationId xmlns:a16="http://schemas.microsoft.com/office/drawing/2014/main" id="{8FB8E336-0788-F04C-F8E7-C8B176A6A599}"/>
                </a:ext>
              </a:extLst>
            </p:cNvPr>
            <p:cNvGrpSpPr/>
            <p:nvPr/>
          </p:nvGrpSpPr>
          <p:grpSpPr>
            <a:xfrm>
              <a:off x="6403323" y="2624794"/>
              <a:ext cx="590220" cy="168045"/>
              <a:chOff x="1094219" y="2385184"/>
              <a:chExt cx="829057" cy="239745"/>
            </a:xfrm>
          </p:grpSpPr>
          <p:sp>
            <p:nvSpPr>
              <p:cNvPr id="2081" name="任意多边形: 形状 2080">
                <a:extLst>
                  <a:ext uri="{FF2B5EF4-FFF2-40B4-BE49-F238E27FC236}">
                    <a16:creationId xmlns:a16="http://schemas.microsoft.com/office/drawing/2014/main" id="{D69DB062-9AD6-B03C-30EA-38DDAAF50603}"/>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2082" name="任意多边形: 形状 2081">
                <a:extLst>
                  <a:ext uri="{FF2B5EF4-FFF2-40B4-BE49-F238E27FC236}">
                    <a16:creationId xmlns:a16="http://schemas.microsoft.com/office/drawing/2014/main" id="{A86F27E2-0B6C-80B2-01A4-F3B3A3D6A5E5}"/>
                  </a:ext>
                </a:extLst>
              </p:cNvPr>
              <p:cNvSpPr/>
              <p:nvPr/>
            </p:nvSpPr>
            <p:spPr>
              <a:xfrm flipH="1">
                <a:off x="1871292"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dirty="0"/>
              </a:p>
            </p:txBody>
          </p:sp>
        </p:grpSp>
        <p:sp>
          <p:nvSpPr>
            <p:cNvPr id="2080" name="文本框 2079">
              <a:extLst>
                <a:ext uri="{FF2B5EF4-FFF2-40B4-BE49-F238E27FC236}">
                  <a16:creationId xmlns:a16="http://schemas.microsoft.com/office/drawing/2014/main" id="{880471D0-D300-831F-5B7A-2DA40A77B762}"/>
                </a:ext>
              </a:extLst>
            </p:cNvPr>
            <p:cNvSpPr txBox="1"/>
            <p:nvPr/>
          </p:nvSpPr>
          <p:spPr>
            <a:xfrm>
              <a:off x="6408290" y="2631870"/>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900" dirty="0">
                  <a:solidFill>
                    <a:schemeClr val="bg1"/>
                  </a:solidFill>
                  <a:latin typeface="+mn-ea"/>
                  <a:sym typeface="Helvetica Neue"/>
                </a:rPr>
                <a:t>智能大屏</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sp>
        <p:nvSpPr>
          <p:cNvPr id="2090" name="任意多边形: 形状 2089">
            <a:extLst>
              <a:ext uri="{FF2B5EF4-FFF2-40B4-BE49-F238E27FC236}">
                <a16:creationId xmlns:a16="http://schemas.microsoft.com/office/drawing/2014/main" id="{784287FC-F6A2-FD76-D212-C343CD0AF95F}"/>
              </a:ext>
            </a:extLst>
          </p:cNvPr>
          <p:cNvSpPr>
            <a:spLocks/>
          </p:cNvSpPr>
          <p:nvPr/>
        </p:nvSpPr>
        <p:spPr>
          <a:xfrm>
            <a:off x="7938370" y="1701550"/>
            <a:ext cx="2013356" cy="438307"/>
          </a:xfrm>
          <a:custGeom>
            <a:avLst/>
            <a:gdLst>
              <a:gd name="connsiteX0" fmla="*/ 449927 w 2013356"/>
              <a:gd name="connsiteY0" fmla="*/ 0 h 438307"/>
              <a:gd name="connsiteX1" fmla="*/ 909244 w 2013356"/>
              <a:gd name="connsiteY1" fmla="*/ 0 h 438307"/>
              <a:gd name="connsiteX2" fmla="*/ 1554039 w 2013356"/>
              <a:gd name="connsiteY2" fmla="*/ 0 h 438307"/>
              <a:gd name="connsiteX3" fmla="*/ 2013356 w 2013356"/>
              <a:gd name="connsiteY3" fmla="*/ 0 h 438307"/>
              <a:gd name="connsiteX4" fmla="*/ 1596418 w 2013356"/>
              <a:gd name="connsiteY4" fmla="*/ 438307 h 438307"/>
              <a:gd name="connsiteX5" fmla="*/ 1137101 w 2013356"/>
              <a:gd name="connsiteY5" fmla="*/ 438307 h 438307"/>
              <a:gd name="connsiteX6" fmla="*/ 459317 w 2013356"/>
              <a:gd name="connsiteY6" fmla="*/ 438307 h 438307"/>
              <a:gd name="connsiteX7" fmla="*/ 0 w 2013356"/>
              <a:gd name="connsiteY7" fmla="*/ 438307 h 438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3356" h="438307">
                <a:moveTo>
                  <a:pt x="449927" y="0"/>
                </a:moveTo>
                <a:lnTo>
                  <a:pt x="909244" y="0"/>
                </a:lnTo>
                <a:lnTo>
                  <a:pt x="1554039" y="0"/>
                </a:lnTo>
                <a:lnTo>
                  <a:pt x="2013356" y="0"/>
                </a:lnTo>
                <a:lnTo>
                  <a:pt x="1596418" y="438307"/>
                </a:lnTo>
                <a:lnTo>
                  <a:pt x="1137101" y="438307"/>
                </a:lnTo>
                <a:lnTo>
                  <a:pt x="459317" y="438307"/>
                </a:lnTo>
                <a:lnTo>
                  <a:pt x="0" y="438307"/>
                </a:lnTo>
                <a:close/>
              </a:path>
            </a:pathLst>
          </a:custGeom>
          <a:gradFill>
            <a:gsLst>
              <a:gs pos="0">
                <a:schemeClr val="accent1">
                  <a:alpha val="0"/>
                </a:schemeClr>
              </a:gs>
              <a:gs pos="100000">
                <a:schemeClr val="accent1">
                  <a:alpha val="35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dirty="0"/>
          </a:p>
        </p:txBody>
      </p:sp>
      <p:sp>
        <p:nvSpPr>
          <p:cNvPr id="56" name="任意多边形: 形状 55">
            <a:extLst>
              <a:ext uri="{FF2B5EF4-FFF2-40B4-BE49-F238E27FC236}">
                <a16:creationId xmlns:a16="http://schemas.microsoft.com/office/drawing/2014/main" id="{02334BC7-C960-590A-E2F6-57B2C8F3082A}"/>
              </a:ext>
            </a:extLst>
          </p:cNvPr>
          <p:cNvSpPr/>
          <p:nvPr/>
        </p:nvSpPr>
        <p:spPr>
          <a:xfrm>
            <a:off x="7938370" y="1745896"/>
            <a:ext cx="1593237" cy="414216"/>
          </a:xfrm>
          <a:custGeom>
            <a:avLst/>
            <a:gdLst>
              <a:gd name="connsiteX0" fmla="*/ 0 w 1125013"/>
              <a:gd name="connsiteY0" fmla="*/ 0 h 374354"/>
              <a:gd name="connsiteX1" fmla="*/ 1125013 w 1125013"/>
              <a:gd name="connsiteY1" fmla="*/ 0 h 374354"/>
              <a:gd name="connsiteX2" fmla="*/ 1125013 w 1125013"/>
              <a:gd name="connsiteY2" fmla="*/ 374355 h 374354"/>
              <a:gd name="connsiteX3" fmla="*/ -1 w 1125013"/>
              <a:gd name="connsiteY3" fmla="*/ 374355 h 374354"/>
            </a:gdLst>
            <a:ahLst/>
            <a:cxnLst>
              <a:cxn ang="0">
                <a:pos x="connsiteX0" y="connsiteY0"/>
              </a:cxn>
              <a:cxn ang="0">
                <a:pos x="connsiteX1" y="connsiteY1"/>
              </a:cxn>
              <a:cxn ang="0">
                <a:pos x="connsiteX2" y="connsiteY2"/>
              </a:cxn>
              <a:cxn ang="0">
                <a:pos x="connsiteX3" y="connsiteY3"/>
              </a:cxn>
            </a:cxnLst>
            <a:rect l="l" t="t" r="r" b="b"/>
            <a:pathLst>
              <a:path w="1125013" h="374354">
                <a:moveTo>
                  <a:pt x="0" y="0"/>
                </a:moveTo>
                <a:lnTo>
                  <a:pt x="1125013" y="0"/>
                </a:lnTo>
                <a:lnTo>
                  <a:pt x="1125013" y="374355"/>
                </a:lnTo>
                <a:lnTo>
                  <a:pt x="-1" y="374355"/>
                </a:lnTo>
                <a:close/>
              </a:path>
            </a:pathLst>
          </a:custGeom>
          <a:noFill/>
          <a:ln w="15596" cap="flat">
            <a:gradFill>
              <a:gsLst>
                <a:gs pos="3000">
                  <a:schemeClr val="accent1">
                    <a:lumMod val="5000"/>
                    <a:lumOff val="95000"/>
                    <a:alpha val="0"/>
                  </a:schemeClr>
                </a:gs>
                <a:gs pos="10000">
                  <a:schemeClr val="accent1">
                    <a:alpha val="30000"/>
                  </a:schemeClr>
                </a:gs>
                <a:gs pos="90000">
                  <a:schemeClr val="accent1">
                    <a:alpha val="30000"/>
                  </a:schemeClr>
                </a:gs>
                <a:gs pos="97000">
                  <a:schemeClr val="tx2">
                    <a:alpha val="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2087" name="任意多边形: 形状 2086">
            <a:extLst>
              <a:ext uri="{FF2B5EF4-FFF2-40B4-BE49-F238E27FC236}">
                <a16:creationId xmlns:a16="http://schemas.microsoft.com/office/drawing/2014/main" id="{A95C21D5-7D62-4391-83F1-90201F3BEF95}"/>
              </a:ext>
            </a:extLst>
          </p:cNvPr>
          <p:cNvSpPr/>
          <p:nvPr/>
        </p:nvSpPr>
        <p:spPr>
          <a:xfrm>
            <a:off x="7938370" y="1354938"/>
            <a:ext cx="2037130" cy="406331"/>
          </a:xfrm>
          <a:custGeom>
            <a:avLst/>
            <a:gdLst>
              <a:gd name="connsiteX0" fmla="*/ 429260 w 2037130"/>
              <a:gd name="connsiteY0" fmla="*/ 0 h 406331"/>
              <a:gd name="connsiteX1" fmla="*/ 901276 w 2037130"/>
              <a:gd name="connsiteY1" fmla="*/ 0 h 406331"/>
              <a:gd name="connsiteX2" fmla="*/ 1565114 w 2037130"/>
              <a:gd name="connsiteY2" fmla="*/ 0 h 406331"/>
              <a:gd name="connsiteX3" fmla="*/ 2037130 w 2037130"/>
              <a:gd name="connsiteY3" fmla="*/ 0 h 406331"/>
              <a:gd name="connsiteX4" fmla="*/ 1597030 w 2037130"/>
              <a:gd name="connsiteY4" fmla="*/ 406331 h 406331"/>
              <a:gd name="connsiteX5" fmla="*/ 1125014 w 2037130"/>
              <a:gd name="connsiteY5" fmla="*/ 406331 h 406331"/>
              <a:gd name="connsiteX6" fmla="*/ 472016 w 2037130"/>
              <a:gd name="connsiteY6" fmla="*/ 406331 h 406331"/>
              <a:gd name="connsiteX7" fmla="*/ 0 w 2037130"/>
              <a:gd name="connsiteY7" fmla="*/ 406331 h 406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7130" h="406331">
                <a:moveTo>
                  <a:pt x="429260" y="0"/>
                </a:moveTo>
                <a:lnTo>
                  <a:pt x="901276" y="0"/>
                </a:lnTo>
                <a:lnTo>
                  <a:pt x="1565114" y="0"/>
                </a:lnTo>
                <a:lnTo>
                  <a:pt x="2037130" y="0"/>
                </a:lnTo>
                <a:lnTo>
                  <a:pt x="1597030" y="406331"/>
                </a:lnTo>
                <a:lnTo>
                  <a:pt x="1125014" y="406331"/>
                </a:lnTo>
                <a:lnTo>
                  <a:pt x="472016" y="406331"/>
                </a:lnTo>
                <a:lnTo>
                  <a:pt x="0" y="406331"/>
                </a:lnTo>
                <a:close/>
              </a:path>
            </a:pathLst>
          </a:custGeom>
          <a:gradFill>
            <a:gsLst>
              <a:gs pos="0">
                <a:schemeClr val="accent1">
                  <a:alpha val="0"/>
                </a:schemeClr>
              </a:gs>
              <a:gs pos="100000">
                <a:schemeClr val="accent1">
                  <a:alpha val="17000"/>
                </a:schemeClr>
              </a:gs>
            </a:gsLst>
            <a:lin ang="5400000" scaled="0"/>
          </a:gradFill>
          <a:ln w="1559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106" name="文本框 105">
            <a:extLst>
              <a:ext uri="{FF2B5EF4-FFF2-40B4-BE49-F238E27FC236}">
                <a16:creationId xmlns:a16="http://schemas.microsoft.com/office/drawing/2014/main" id="{C4E92C03-2C55-9677-135B-3F13B4D9AEE9}"/>
              </a:ext>
            </a:extLst>
          </p:cNvPr>
          <p:cNvSpPr txBox="1"/>
          <p:nvPr/>
        </p:nvSpPr>
        <p:spPr>
          <a:xfrm>
            <a:off x="8324619" y="1794539"/>
            <a:ext cx="820739"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400" b="1" dirty="0">
                <a:solidFill>
                  <a:schemeClr val="accent1"/>
                </a:solidFill>
                <a:latin typeface="+mn-ea"/>
                <a:sym typeface="Helvetica Neue"/>
              </a:rPr>
              <a:t>数据利用</a:t>
            </a:r>
            <a:endParaRPr kumimoji="0" lang="zh-CN" altLang="en-US" sz="1400" b="1" i="0" u="none" strike="noStrike" cap="none" spc="0" normalizeH="0" baseline="0" dirty="0">
              <a:ln>
                <a:noFill/>
              </a:ln>
              <a:solidFill>
                <a:schemeClr val="accent1"/>
              </a:solidFill>
              <a:effectLst/>
              <a:uFillTx/>
              <a:latin typeface="+mn-ea"/>
              <a:sym typeface="Helvetica Neue"/>
            </a:endParaRPr>
          </a:p>
        </p:txBody>
      </p:sp>
      <p:sp>
        <p:nvSpPr>
          <p:cNvPr id="2092" name="文本框 2091">
            <a:extLst>
              <a:ext uri="{FF2B5EF4-FFF2-40B4-BE49-F238E27FC236}">
                <a16:creationId xmlns:a16="http://schemas.microsoft.com/office/drawing/2014/main" id="{018402AB-B6DA-704D-B31F-12AF18B56593}"/>
              </a:ext>
            </a:extLst>
          </p:cNvPr>
          <p:cNvSpPr txBox="1"/>
          <p:nvPr/>
        </p:nvSpPr>
        <p:spPr>
          <a:xfrm>
            <a:off x="8588347" y="2924586"/>
            <a:ext cx="282129"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1100" b="1" i="0" u="none" strike="noStrike" cap="none" spc="0" normalizeH="0" baseline="0" dirty="0">
                <a:ln>
                  <a:noFill/>
                </a:ln>
                <a:solidFill>
                  <a:schemeClr val="accent1"/>
                </a:solidFill>
                <a:effectLst/>
                <a:uFillTx/>
                <a:latin typeface="+mn-ea"/>
                <a:sym typeface="Helvetica Neue"/>
              </a:rPr>
              <a:t>智能</a:t>
            </a:r>
          </a:p>
        </p:txBody>
      </p:sp>
      <p:grpSp>
        <p:nvGrpSpPr>
          <p:cNvPr id="2093" name="组合 2092">
            <a:extLst>
              <a:ext uri="{FF2B5EF4-FFF2-40B4-BE49-F238E27FC236}">
                <a16:creationId xmlns:a16="http://schemas.microsoft.com/office/drawing/2014/main" id="{9E79432D-188F-9661-5ADB-3574535993E7}"/>
              </a:ext>
            </a:extLst>
          </p:cNvPr>
          <p:cNvGrpSpPr/>
          <p:nvPr/>
        </p:nvGrpSpPr>
        <p:grpSpPr>
          <a:xfrm>
            <a:off x="8101285" y="3123344"/>
            <a:ext cx="1256252" cy="168045"/>
            <a:chOff x="5737291" y="2624794"/>
            <a:chExt cx="1256252" cy="168045"/>
          </a:xfrm>
        </p:grpSpPr>
        <p:grpSp>
          <p:nvGrpSpPr>
            <p:cNvPr id="2094" name="组合 2093">
              <a:extLst>
                <a:ext uri="{FF2B5EF4-FFF2-40B4-BE49-F238E27FC236}">
                  <a16:creationId xmlns:a16="http://schemas.microsoft.com/office/drawing/2014/main" id="{27879BFC-5114-CFA7-413E-4554CCD651BF}"/>
                </a:ext>
              </a:extLst>
            </p:cNvPr>
            <p:cNvGrpSpPr/>
            <p:nvPr/>
          </p:nvGrpSpPr>
          <p:grpSpPr>
            <a:xfrm>
              <a:off x="5737291" y="2624794"/>
              <a:ext cx="590220" cy="168045"/>
              <a:chOff x="1094219" y="2385184"/>
              <a:chExt cx="829057" cy="239745"/>
            </a:xfrm>
          </p:grpSpPr>
          <p:sp>
            <p:nvSpPr>
              <p:cNvPr id="2100" name="任意多边形: 形状 2099">
                <a:extLst>
                  <a:ext uri="{FF2B5EF4-FFF2-40B4-BE49-F238E27FC236}">
                    <a16:creationId xmlns:a16="http://schemas.microsoft.com/office/drawing/2014/main" id="{B6428BBB-A543-32B1-6E0F-C33E3AB94A00}"/>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2101" name="任意多边形: 形状 2100">
                <a:extLst>
                  <a:ext uri="{FF2B5EF4-FFF2-40B4-BE49-F238E27FC236}">
                    <a16:creationId xmlns:a16="http://schemas.microsoft.com/office/drawing/2014/main" id="{67B67752-26C4-FB52-602F-3349DE1A03CD}"/>
                  </a:ext>
                </a:extLst>
              </p:cNvPr>
              <p:cNvSpPr/>
              <p:nvPr/>
            </p:nvSpPr>
            <p:spPr>
              <a:xfrm flipH="1">
                <a:off x="1871292"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dirty="0"/>
              </a:p>
            </p:txBody>
          </p:sp>
        </p:grpSp>
        <p:sp>
          <p:nvSpPr>
            <p:cNvPr id="2095" name="文本框 2094">
              <a:extLst>
                <a:ext uri="{FF2B5EF4-FFF2-40B4-BE49-F238E27FC236}">
                  <a16:creationId xmlns:a16="http://schemas.microsoft.com/office/drawing/2014/main" id="{3940E94C-3140-5FAE-6CBE-C319C189DCCE}"/>
                </a:ext>
              </a:extLst>
            </p:cNvPr>
            <p:cNvSpPr txBox="1"/>
            <p:nvPr/>
          </p:nvSpPr>
          <p:spPr>
            <a:xfrm>
              <a:off x="5742258" y="2631870"/>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900" dirty="0">
                  <a:solidFill>
                    <a:schemeClr val="bg1"/>
                  </a:solidFill>
                  <a:latin typeface="+mn-ea"/>
                  <a:sym typeface="Helvetica Neue"/>
                </a:rPr>
                <a:t>认知服务</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nvGrpSpPr>
            <p:cNvPr id="2096" name="组合 2095">
              <a:extLst>
                <a:ext uri="{FF2B5EF4-FFF2-40B4-BE49-F238E27FC236}">
                  <a16:creationId xmlns:a16="http://schemas.microsoft.com/office/drawing/2014/main" id="{A202160D-6635-E631-DF4C-00C2AF149E97}"/>
                </a:ext>
              </a:extLst>
            </p:cNvPr>
            <p:cNvGrpSpPr/>
            <p:nvPr/>
          </p:nvGrpSpPr>
          <p:grpSpPr>
            <a:xfrm>
              <a:off x="6403323" y="2624794"/>
              <a:ext cx="590220" cy="168045"/>
              <a:chOff x="1094219" y="2385184"/>
              <a:chExt cx="829057" cy="239745"/>
            </a:xfrm>
          </p:grpSpPr>
          <p:sp>
            <p:nvSpPr>
              <p:cNvPr id="2098" name="任意多边形: 形状 2097">
                <a:extLst>
                  <a:ext uri="{FF2B5EF4-FFF2-40B4-BE49-F238E27FC236}">
                    <a16:creationId xmlns:a16="http://schemas.microsoft.com/office/drawing/2014/main" id="{EB4BC0EB-F368-0685-A12B-DBC49C0B7ECA}"/>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2099" name="任意多边形: 形状 2098">
                <a:extLst>
                  <a:ext uri="{FF2B5EF4-FFF2-40B4-BE49-F238E27FC236}">
                    <a16:creationId xmlns:a16="http://schemas.microsoft.com/office/drawing/2014/main" id="{48F0F045-4EC1-E158-C581-FF6426193CF0}"/>
                  </a:ext>
                </a:extLst>
              </p:cNvPr>
              <p:cNvSpPr/>
              <p:nvPr/>
            </p:nvSpPr>
            <p:spPr>
              <a:xfrm flipH="1">
                <a:off x="1871292"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dirty="0"/>
              </a:p>
            </p:txBody>
          </p:sp>
        </p:grpSp>
        <p:sp>
          <p:nvSpPr>
            <p:cNvPr id="2097" name="文本框 2096">
              <a:extLst>
                <a:ext uri="{FF2B5EF4-FFF2-40B4-BE49-F238E27FC236}">
                  <a16:creationId xmlns:a16="http://schemas.microsoft.com/office/drawing/2014/main" id="{342D87DE-FAA5-1354-80B9-3A2031EA9F7A}"/>
                </a:ext>
              </a:extLst>
            </p:cNvPr>
            <p:cNvSpPr txBox="1"/>
            <p:nvPr/>
          </p:nvSpPr>
          <p:spPr>
            <a:xfrm>
              <a:off x="6408290" y="2631870"/>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900" dirty="0">
                  <a:solidFill>
                    <a:schemeClr val="bg1"/>
                  </a:solidFill>
                  <a:latin typeface="+mn-ea"/>
                  <a:sym typeface="Helvetica Neue"/>
                </a:rPr>
                <a:t>智能助理</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sp>
        <p:nvSpPr>
          <p:cNvPr id="2102" name="文本框 2101">
            <a:extLst>
              <a:ext uri="{FF2B5EF4-FFF2-40B4-BE49-F238E27FC236}">
                <a16:creationId xmlns:a16="http://schemas.microsoft.com/office/drawing/2014/main" id="{B544FE05-6DC6-8432-695A-C0821FB79127}"/>
              </a:ext>
            </a:extLst>
          </p:cNvPr>
          <p:cNvSpPr txBox="1"/>
          <p:nvPr/>
        </p:nvSpPr>
        <p:spPr>
          <a:xfrm>
            <a:off x="8447283" y="3515177"/>
            <a:ext cx="564258"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1100" b="1" i="0" u="none" strike="noStrike" cap="none" spc="0" normalizeH="0" baseline="0" dirty="0">
                <a:ln>
                  <a:noFill/>
                </a:ln>
                <a:solidFill>
                  <a:schemeClr val="accent1"/>
                </a:solidFill>
                <a:effectLst/>
                <a:uFillTx/>
                <a:latin typeface="+mn-ea"/>
                <a:sym typeface="Helvetica Neue"/>
              </a:rPr>
              <a:t>差搜寻索</a:t>
            </a:r>
          </a:p>
        </p:txBody>
      </p:sp>
      <p:grpSp>
        <p:nvGrpSpPr>
          <p:cNvPr id="2103" name="组合 2102">
            <a:extLst>
              <a:ext uri="{FF2B5EF4-FFF2-40B4-BE49-F238E27FC236}">
                <a16:creationId xmlns:a16="http://schemas.microsoft.com/office/drawing/2014/main" id="{0CE94AF4-5F42-F88F-4558-BA08D45803FD}"/>
              </a:ext>
            </a:extLst>
          </p:cNvPr>
          <p:cNvGrpSpPr/>
          <p:nvPr/>
        </p:nvGrpSpPr>
        <p:grpSpPr>
          <a:xfrm>
            <a:off x="8101285" y="3713935"/>
            <a:ext cx="1256251" cy="168045"/>
            <a:chOff x="5737291" y="2624794"/>
            <a:chExt cx="1256251" cy="168045"/>
          </a:xfrm>
        </p:grpSpPr>
        <p:grpSp>
          <p:nvGrpSpPr>
            <p:cNvPr id="2104" name="组合 2103">
              <a:extLst>
                <a:ext uri="{FF2B5EF4-FFF2-40B4-BE49-F238E27FC236}">
                  <a16:creationId xmlns:a16="http://schemas.microsoft.com/office/drawing/2014/main" id="{88983205-4130-EBF3-2445-DFE3DED69657}"/>
                </a:ext>
              </a:extLst>
            </p:cNvPr>
            <p:cNvGrpSpPr/>
            <p:nvPr/>
          </p:nvGrpSpPr>
          <p:grpSpPr>
            <a:xfrm>
              <a:off x="5737291" y="2624794"/>
              <a:ext cx="553403" cy="168045"/>
              <a:chOff x="1094219" y="2385184"/>
              <a:chExt cx="777342" cy="239745"/>
            </a:xfrm>
          </p:grpSpPr>
          <p:sp>
            <p:nvSpPr>
              <p:cNvPr id="2110" name="任意多边形: 形状 2109">
                <a:extLst>
                  <a:ext uri="{FF2B5EF4-FFF2-40B4-BE49-F238E27FC236}">
                    <a16:creationId xmlns:a16="http://schemas.microsoft.com/office/drawing/2014/main" id="{69F77AF9-6F9A-0D9A-AB71-E1A07B86CCBF}"/>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2111" name="任意多边形: 形状 2110">
                <a:extLst>
                  <a:ext uri="{FF2B5EF4-FFF2-40B4-BE49-F238E27FC236}">
                    <a16:creationId xmlns:a16="http://schemas.microsoft.com/office/drawing/2014/main" id="{03FC18F4-C27D-D0C7-BDD9-25FEAAB3D4A3}"/>
                  </a:ext>
                </a:extLst>
              </p:cNvPr>
              <p:cNvSpPr/>
              <p:nvPr/>
            </p:nvSpPr>
            <p:spPr>
              <a:xfrm flipH="1">
                <a:off x="1819577"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dirty="0"/>
              </a:p>
            </p:txBody>
          </p:sp>
        </p:grpSp>
        <p:sp>
          <p:nvSpPr>
            <p:cNvPr id="2105" name="文本框 2104">
              <a:extLst>
                <a:ext uri="{FF2B5EF4-FFF2-40B4-BE49-F238E27FC236}">
                  <a16:creationId xmlns:a16="http://schemas.microsoft.com/office/drawing/2014/main" id="{2774981A-F215-2496-280E-06389E446F98}"/>
                </a:ext>
              </a:extLst>
            </p:cNvPr>
            <p:cNvSpPr txBox="1"/>
            <p:nvPr/>
          </p:nvSpPr>
          <p:spPr>
            <a:xfrm>
              <a:off x="5755297" y="2631870"/>
              <a:ext cx="517391"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900" dirty="0">
                  <a:solidFill>
                    <a:schemeClr val="bg1"/>
                  </a:solidFill>
                  <a:latin typeface="+mn-ea"/>
                  <a:sym typeface="Helvetica Neue"/>
                </a:rPr>
                <a:t>语义搜索</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nvGrpSpPr>
            <p:cNvPr id="2106" name="组合 2105">
              <a:extLst>
                <a:ext uri="{FF2B5EF4-FFF2-40B4-BE49-F238E27FC236}">
                  <a16:creationId xmlns:a16="http://schemas.microsoft.com/office/drawing/2014/main" id="{593CBD78-9BE0-7AD7-B6B6-4804D584E36A}"/>
                </a:ext>
              </a:extLst>
            </p:cNvPr>
            <p:cNvGrpSpPr/>
            <p:nvPr/>
          </p:nvGrpSpPr>
          <p:grpSpPr>
            <a:xfrm>
              <a:off x="6341601" y="2624794"/>
              <a:ext cx="651941" cy="168045"/>
              <a:chOff x="1007522" y="2385184"/>
              <a:chExt cx="915754" cy="239745"/>
            </a:xfrm>
          </p:grpSpPr>
          <p:sp>
            <p:nvSpPr>
              <p:cNvPr id="2108" name="任意多边形: 形状 2107">
                <a:extLst>
                  <a:ext uri="{FF2B5EF4-FFF2-40B4-BE49-F238E27FC236}">
                    <a16:creationId xmlns:a16="http://schemas.microsoft.com/office/drawing/2014/main" id="{D436B428-232C-0E4C-D9AE-E635BB3265B7}"/>
                  </a:ext>
                </a:extLst>
              </p:cNvPr>
              <p:cNvSpPr/>
              <p:nvPr/>
            </p:nvSpPr>
            <p:spPr>
              <a:xfrm>
                <a:off x="1007522" y="2385184"/>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2109" name="任意多边形: 形状 2108">
                <a:extLst>
                  <a:ext uri="{FF2B5EF4-FFF2-40B4-BE49-F238E27FC236}">
                    <a16:creationId xmlns:a16="http://schemas.microsoft.com/office/drawing/2014/main" id="{334388FD-2B83-1852-A075-1599D5113DAD}"/>
                  </a:ext>
                </a:extLst>
              </p:cNvPr>
              <p:cNvSpPr/>
              <p:nvPr/>
            </p:nvSpPr>
            <p:spPr>
              <a:xfrm flipH="1">
                <a:off x="1871292"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dirty="0"/>
              </a:p>
            </p:txBody>
          </p:sp>
        </p:grpSp>
        <p:sp>
          <p:nvSpPr>
            <p:cNvPr id="2107" name="文本框 2106">
              <a:extLst>
                <a:ext uri="{FF2B5EF4-FFF2-40B4-BE49-F238E27FC236}">
                  <a16:creationId xmlns:a16="http://schemas.microsoft.com/office/drawing/2014/main" id="{D6D7F350-BFFA-0681-9611-93F7FC5B5B2B}"/>
                </a:ext>
              </a:extLst>
            </p:cNvPr>
            <p:cNvSpPr txBox="1"/>
            <p:nvPr/>
          </p:nvSpPr>
          <p:spPr>
            <a:xfrm>
              <a:off x="6377428" y="2631870"/>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900" dirty="0">
                  <a:solidFill>
                    <a:schemeClr val="bg1"/>
                  </a:solidFill>
                  <a:latin typeface="+mn-ea"/>
                  <a:sym typeface="Helvetica Neue"/>
                </a:rPr>
                <a:t>交互式查询</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sp>
        <p:nvSpPr>
          <p:cNvPr id="2112" name="文本框 2111">
            <a:extLst>
              <a:ext uri="{FF2B5EF4-FFF2-40B4-BE49-F238E27FC236}">
                <a16:creationId xmlns:a16="http://schemas.microsoft.com/office/drawing/2014/main" id="{FE692BD4-E33C-4979-22F9-EAC1CE894B60}"/>
              </a:ext>
            </a:extLst>
          </p:cNvPr>
          <p:cNvSpPr txBox="1"/>
          <p:nvPr/>
        </p:nvSpPr>
        <p:spPr>
          <a:xfrm>
            <a:off x="8605981" y="4110436"/>
            <a:ext cx="246862" cy="1692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altLang="zh-CN" sz="1100" b="1" i="0" u="none" strike="noStrike" cap="none" spc="0" normalizeH="0" baseline="0" dirty="0">
                <a:ln>
                  <a:noFill/>
                </a:ln>
                <a:solidFill>
                  <a:schemeClr val="accent1"/>
                </a:solidFill>
                <a:effectLst/>
                <a:uFillTx/>
                <a:latin typeface="+mn-ea"/>
                <a:sym typeface="Helvetica Neue"/>
              </a:rPr>
              <a:t>API</a:t>
            </a:r>
            <a:endParaRPr kumimoji="0" lang="zh-CN" altLang="en-US" sz="1100" b="1" i="0" u="none" strike="noStrike" cap="none" spc="0" normalizeH="0" baseline="0" dirty="0">
              <a:ln>
                <a:noFill/>
              </a:ln>
              <a:solidFill>
                <a:schemeClr val="accent1"/>
              </a:solidFill>
              <a:effectLst/>
              <a:uFillTx/>
              <a:latin typeface="+mn-ea"/>
              <a:sym typeface="Helvetica Neue"/>
            </a:endParaRPr>
          </a:p>
        </p:txBody>
      </p:sp>
      <p:grpSp>
        <p:nvGrpSpPr>
          <p:cNvPr id="2113" name="组合 2112">
            <a:extLst>
              <a:ext uri="{FF2B5EF4-FFF2-40B4-BE49-F238E27FC236}">
                <a16:creationId xmlns:a16="http://schemas.microsoft.com/office/drawing/2014/main" id="{F205BB36-5F01-EC89-81E9-B80ABF8C93A6}"/>
              </a:ext>
            </a:extLst>
          </p:cNvPr>
          <p:cNvGrpSpPr/>
          <p:nvPr/>
        </p:nvGrpSpPr>
        <p:grpSpPr>
          <a:xfrm>
            <a:off x="8101285" y="4309194"/>
            <a:ext cx="1256252" cy="168045"/>
            <a:chOff x="5737291" y="2624794"/>
            <a:chExt cx="1256252" cy="168045"/>
          </a:xfrm>
        </p:grpSpPr>
        <p:grpSp>
          <p:nvGrpSpPr>
            <p:cNvPr id="2114" name="组合 2113">
              <a:extLst>
                <a:ext uri="{FF2B5EF4-FFF2-40B4-BE49-F238E27FC236}">
                  <a16:creationId xmlns:a16="http://schemas.microsoft.com/office/drawing/2014/main" id="{F0C10972-26AB-9650-2434-6624E2FE1451}"/>
                </a:ext>
              </a:extLst>
            </p:cNvPr>
            <p:cNvGrpSpPr/>
            <p:nvPr/>
          </p:nvGrpSpPr>
          <p:grpSpPr>
            <a:xfrm>
              <a:off x="5737291" y="2624794"/>
              <a:ext cx="590220" cy="168045"/>
              <a:chOff x="1094219" y="2385184"/>
              <a:chExt cx="829057" cy="239745"/>
            </a:xfrm>
          </p:grpSpPr>
          <p:sp>
            <p:nvSpPr>
              <p:cNvPr id="2120" name="任意多边形: 形状 2119">
                <a:extLst>
                  <a:ext uri="{FF2B5EF4-FFF2-40B4-BE49-F238E27FC236}">
                    <a16:creationId xmlns:a16="http://schemas.microsoft.com/office/drawing/2014/main" id="{0FCF140A-6DD0-41DE-A20D-46B9127111F9}"/>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2121" name="任意多边形: 形状 2120">
                <a:extLst>
                  <a:ext uri="{FF2B5EF4-FFF2-40B4-BE49-F238E27FC236}">
                    <a16:creationId xmlns:a16="http://schemas.microsoft.com/office/drawing/2014/main" id="{0768ADA9-9CF8-9772-76A3-23081A9FD460}"/>
                  </a:ext>
                </a:extLst>
              </p:cNvPr>
              <p:cNvSpPr/>
              <p:nvPr/>
            </p:nvSpPr>
            <p:spPr>
              <a:xfrm flipH="1">
                <a:off x="1871292"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dirty="0"/>
              </a:p>
            </p:txBody>
          </p:sp>
        </p:grpSp>
        <p:sp>
          <p:nvSpPr>
            <p:cNvPr id="2115" name="文本框 2114">
              <a:extLst>
                <a:ext uri="{FF2B5EF4-FFF2-40B4-BE49-F238E27FC236}">
                  <a16:creationId xmlns:a16="http://schemas.microsoft.com/office/drawing/2014/main" id="{D2038F61-2ADA-0514-3CD8-68616EA816D6}"/>
                </a:ext>
              </a:extLst>
            </p:cNvPr>
            <p:cNvSpPr txBox="1"/>
            <p:nvPr/>
          </p:nvSpPr>
          <p:spPr>
            <a:xfrm>
              <a:off x="5742258" y="2631870"/>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en-US" altLang="zh-CN" sz="900" dirty="0">
                  <a:solidFill>
                    <a:schemeClr val="bg1"/>
                  </a:solidFill>
                  <a:latin typeface="+mn-ea"/>
                  <a:sym typeface="Helvetica Neue"/>
                </a:rPr>
                <a:t>API</a:t>
              </a:r>
              <a:r>
                <a:rPr lang="zh-CN" altLang="en-US" sz="900" dirty="0">
                  <a:solidFill>
                    <a:schemeClr val="bg1"/>
                  </a:solidFill>
                  <a:latin typeface="+mn-ea"/>
                  <a:sym typeface="Helvetica Neue"/>
                </a:rPr>
                <a:t>网关</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nvGrpSpPr>
            <p:cNvPr id="2116" name="组合 2115">
              <a:extLst>
                <a:ext uri="{FF2B5EF4-FFF2-40B4-BE49-F238E27FC236}">
                  <a16:creationId xmlns:a16="http://schemas.microsoft.com/office/drawing/2014/main" id="{C2E38443-E587-AB3C-2B7C-A61A065C59D5}"/>
                </a:ext>
              </a:extLst>
            </p:cNvPr>
            <p:cNvGrpSpPr/>
            <p:nvPr/>
          </p:nvGrpSpPr>
          <p:grpSpPr>
            <a:xfrm>
              <a:off x="6403323" y="2624794"/>
              <a:ext cx="590220" cy="168045"/>
              <a:chOff x="1094219" y="2385184"/>
              <a:chExt cx="829057" cy="239745"/>
            </a:xfrm>
          </p:grpSpPr>
          <p:sp>
            <p:nvSpPr>
              <p:cNvPr id="2118" name="任意多边形: 形状 2117">
                <a:extLst>
                  <a:ext uri="{FF2B5EF4-FFF2-40B4-BE49-F238E27FC236}">
                    <a16:creationId xmlns:a16="http://schemas.microsoft.com/office/drawing/2014/main" id="{429E5543-D582-2CF7-BA6B-B9F36289FF49}"/>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a:p>
            </p:txBody>
          </p:sp>
          <p:sp>
            <p:nvSpPr>
              <p:cNvPr id="2119" name="任意多边形: 形状 2118">
                <a:extLst>
                  <a:ext uri="{FF2B5EF4-FFF2-40B4-BE49-F238E27FC236}">
                    <a16:creationId xmlns:a16="http://schemas.microsoft.com/office/drawing/2014/main" id="{0F65EC49-138E-E17C-3B6E-DBE8A8696F76}"/>
                  </a:ext>
                </a:extLst>
              </p:cNvPr>
              <p:cNvSpPr/>
              <p:nvPr/>
            </p:nvSpPr>
            <p:spPr>
              <a:xfrm flipH="1">
                <a:off x="1871292" y="2385185"/>
                <a:ext cx="51984" cy="23974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600" dirty="0"/>
              </a:p>
            </p:txBody>
          </p:sp>
        </p:grpSp>
        <p:sp>
          <p:nvSpPr>
            <p:cNvPr id="2117" name="文本框 2116">
              <a:extLst>
                <a:ext uri="{FF2B5EF4-FFF2-40B4-BE49-F238E27FC236}">
                  <a16:creationId xmlns:a16="http://schemas.microsoft.com/office/drawing/2014/main" id="{787612C6-3815-CD95-BE4E-AAF6DF5BB0E2}"/>
                </a:ext>
              </a:extLst>
            </p:cNvPr>
            <p:cNvSpPr txBox="1"/>
            <p:nvPr/>
          </p:nvSpPr>
          <p:spPr>
            <a:xfrm>
              <a:off x="6408290" y="2631870"/>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900" dirty="0">
                  <a:solidFill>
                    <a:schemeClr val="bg1"/>
                  </a:solidFill>
                  <a:latin typeface="+mn-ea"/>
                  <a:sym typeface="Helvetica Neue"/>
                </a:rPr>
                <a:t>数据服务</a:t>
              </a:r>
              <a:endParaRPr kumimoji="0" lang="zh-CN" altLang="en-US" sz="900" b="0" i="0" u="none" strike="noStrike" cap="none" spc="0" normalizeH="0" baseline="0" dirty="0">
                <a:ln>
                  <a:noFill/>
                </a:ln>
                <a:solidFill>
                  <a:schemeClr val="bg1"/>
                </a:solidFill>
                <a:effectLst/>
                <a:uFillTx/>
                <a:latin typeface="+mn-ea"/>
                <a:sym typeface="Helvetica Neue"/>
              </a:endParaRPr>
            </a:p>
          </p:txBody>
        </p:sp>
      </p:grpSp>
      <p:sp>
        <p:nvSpPr>
          <p:cNvPr id="2122" name="文本框 2121">
            <a:extLst>
              <a:ext uri="{FF2B5EF4-FFF2-40B4-BE49-F238E27FC236}">
                <a16:creationId xmlns:a16="http://schemas.microsoft.com/office/drawing/2014/main" id="{FC882484-5D16-426C-458D-3C406BBB77FC}"/>
              </a:ext>
            </a:extLst>
          </p:cNvPr>
          <p:cNvSpPr txBox="1"/>
          <p:nvPr/>
        </p:nvSpPr>
        <p:spPr>
          <a:xfrm>
            <a:off x="2390902" y="4694731"/>
            <a:ext cx="820739"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1400" b="1" i="0" u="none" strike="noStrike" cap="none" spc="0" normalizeH="0" baseline="0" dirty="0">
                <a:ln>
                  <a:noFill/>
                </a:ln>
                <a:solidFill>
                  <a:schemeClr val="accent1"/>
                </a:solidFill>
                <a:effectLst/>
                <a:uFillTx/>
                <a:latin typeface="+mn-ea"/>
                <a:sym typeface="Helvetica Neue"/>
              </a:rPr>
              <a:t>数据获取</a:t>
            </a:r>
          </a:p>
        </p:txBody>
      </p:sp>
      <p:grpSp>
        <p:nvGrpSpPr>
          <p:cNvPr id="2123" name="组合 2122">
            <a:extLst>
              <a:ext uri="{FF2B5EF4-FFF2-40B4-BE49-F238E27FC236}">
                <a16:creationId xmlns:a16="http://schemas.microsoft.com/office/drawing/2014/main" id="{5771A806-5D18-1EE2-62F7-B5A6DDC2E53D}"/>
              </a:ext>
            </a:extLst>
          </p:cNvPr>
          <p:cNvGrpSpPr/>
          <p:nvPr/>
        </p:nvGrpSpPr>
        <p:grpSpPr>
          <a:xfrm>
            <a:off x="3669245" y="4769727"/>
            <a:ext cx="897731" cy="168045"/>
            <a:chOff x="4524984" y="2724019"/>
            <a:chExt cx="816119" cy="168045"/>
          </a:xfrm>
        </p:grpSpPr>
        <p:grpSp>
          <p:nvGrpSpPr>
            <p:cNvPr id="2124" name="组合 2123">
              <a:extLst>
                <a:ext uri="{FF2B5EF4-FFF2-40B4-BE49-F238E27FC236}">
                  <a16:creationId xmlns:a16="http://schemas.microsoft.com/office/drawing/2014/main" id="{8A35A2D0-6430-87C3-D284-020547DA107A}"/>
                </a:ext>
              </a:extLst>
            </p:cNvPr>
            <p:cNvGrpSpPr/>
            <p:nvPr/>
          </p:nvGrpSpPr>
          <p:grpSpPr>
            <a:xfrm>
              <a:off x="4524984" y="2724019"/>
              <a:ext cx="816119" cy="168045"/>
              <a:chOff x="1094219" y="2385184"/>
              <a:chExt cx="1048096" cy="239745"/>
            </a:xfrm>
          </p:grpSpPr>
          <p:sp>
            <p:nvSpPr>
              <p:cNvPr id="2126" name="任意多边形: 形状 2125">
                <a:extLst>
                  <a:ext uri="{FF2B5EF4-FFF2-40B4-BE49-F238E27FC236}">
                    <a16:creationId xmlns:a16="http://schemas.microsoft.com/office/drawing/2014/main" id="{1145466C-13C9-87C7-03FD-5407FBCA3F1D}"/>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sp>
            <p:nvSpPr>
              <p:cNvPr id="2127" name="任意多边形: 形状 2126">
                <a:extLst>
                  <a:ext uri="{FF2B5EF4-FFF2-40B4-BE49-F238E27FC236}">
                    <a16:creationId xmlns:a16="http://schemas.microsoft.com/office/drawing/2014/main" id="{430788E5-8464-54BB-D4E5-784A5B93CB3F}"/>
                  </a:ext>
                </a:extLst>
              </p:cNvPr>
              <p:cNvSpPr/>
              <p:nvPr/>
            </p:nvSpPr>
            <p:spPr>
              <a:xfrm flipH="1">
                <a:off x="2090331" y="2385186"/>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grpSp>
        <p:sp>
          <p:nvSpPr>
            <p:cNvPr id="2125" name="文本框 2124">
              <a:extLst>
                <a:ext uri="{FF2B5EF4-FFF2-40B4-BE49-F238E27FC236}">
                  <a16:creationId xmlns:a16="http://schemas.microsoft.com/office/drawing/2014/main" id="{2F710D0C-0DE2-BD33-8E30-DFEB1A0403AB}"/>
                </a:ext>
              </a:extLst>
            </p:cNvPr>
            <p:cNvSpPr txBox="1"/>
            <p:nvPr/>
          </p:nvSpPr>
          <p:spPr>
            <a:xfrm>
              <a:off x="4642900" y="2731095"/>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50" dirty="0">
                  <a:solidFill>
                    <a:schemeClr val="bg1"/>
                  </a:solidFill>
                  <a:latin typeface="+mn-ea"/>
                  <a:sym typeface="Helvetica Neue"/>
                </a:rPr>
                <a:t>数据模型</a:t>
              </a:r>
              <a:endParaRPr kumimoji="0" lang="zh-CN" altLang="en-US" sz="1050" b="0" i="0" u="none" strike="noStrike" cap="none" spc="0" normalizeH="0" baseline="0" dirty="0">
                <a:ln>
                  <a:noFill/>
                </a:ln>
                <a:solidFill>
                  <a:schemeClr val="bg1"/>
                </a:solidFill>
                <a:effectLst/>
                <a:uFillTx/>
                <a:latin typeface="+mn-ea"/>
                <a:sym typeface="Helvetica Neue"/>
              </a:endParaRPr>
            </a:p>
          </p:txBody>
        </p:sp>
      </p:grpSp>
      <p:grpSp>
        <p:nvGrpSpPr>
          <p:cNvPr id="2128" name="组合 2127">
            <a:extLst>
              <a:ext uri="{FF2B5EF4-FFF2-40B4-BE49-F238E27FC236}">
                <a16:creationId xmlns:a16="http://schemas.microsoft.com/office/drawing/2014/main" id="{332C324B-F684-C63B-C247-460D9B4C2F06}"/>
              </a:ext>
            </a:extLst>
          </p:cNvPr>
          <p:cNvGrpSpPr/>
          <p:nvPr/>
        </p:nvGrpSpPr>
        <p:grpSpPr>
          <a:xfrm>
            <a:off x="5155560" y="4769727"/>
            <a:ext cx="897731" cy="168045"/>
            <a:chOff x="4524984" y="2724019"/>
            <a:chExt cx="816119" cy="168045"/>
          </a:xfrm>
        </p:grpSpPr>
        <p:grpSp>
          <p:nvGrpSpPr>
            <p:cNvPr id="2129" name="组合 2128">
              <a:extLst>
                <a:ext uri="{FF2B5EF4-FFF2-40B4-BE49-F238E27FC236}">
                  <a16:creationId xmlns:a16="http://schemas.microsoft.com/office/drawing/2014/main" id="{1E8AF56B-188B-20FC-1F65-6F3199A634E3}"/>
                </a:ext>
              </a:extLst>
            </p:cNvPr>
            <p:cNvGrpSpPr/>
            <p:nvPr/>
          </p:nvGrpSpPr>
          <p:grpSpPr>
            <a:xfrm>
              <a:off x="4524984" y="2724019"/>
              <a:ext cx="816119" cy="168045"/>
              <a:chOff x="1094219" y="2385184"/>
              <a:chExt cx="1048096" cy="239745"/>
            </a:xfrm>
          </p:grpSpPr>
          <p:sp>
            <p:nvSpPr>
              <p:cNvPr id="2131" name="任意多边形: 形状 2130">
                <a:extLst>
                  <a:ext uri="{FF2B5EF4-FFF2-40B4-BE49-F238E27FC236}">
                    <a16:creationId xmlns:a16="http://schemas.microsoft.com/office/drawing/2014/main" id="{295B9333-E69B-5A50-BC1C-DE12B6EEC96D}"/>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sp>
            <p:nvSpPr>
              <p:cNvPr id="2132" name="任意多边形: 形状 2131">
                <a:extLst>
                  <a:ext uri="{FF2B5EF4-FFF2-40B4-BE49-F238E27FC236}">
                    <a16:creationId xmlns:a16="http://schemas.microsoft.com/office/drawing/2014/main" id="{2B7B69C2-F2FB-C2A3-7E77-36CCAB4C95CE}"/>
                  </a:ext>
                </a:extLst>
              </p:cNvPr>
              <p:cNvSpPr/>
              <p:nvPr/>
            </p:nvSpPr>
            <p:spPr>
              <a:xfrm flipH="1">
                <a:off x="2090331" y="2385186"/>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grpSp>
        <p:sp>
          <p:nvSpPr>
            <p:cNvPr id="2130" name="文本框 2129">
              <a:extLst>
                <a:ext uri="{FF2B5EF4-FFF2-40B4-BE49-F238E27FC236}">
                  <a16:creationId xmlns:a16="http://schemas.microsoft.com/office/drawing/2014/main" id="{79ACB78F-DE14-471B-3731-7C47133B8A6E}"/>
                </a:ext>
              </a:extLst>
            </p:cNvPr>
            <p:cNvSpPr txBox="1"/>
            <p:nvPr/>
          </p:nvSpPr>
          <p:spPr>
            <a:xfrm>
              <a:off x="4642900" y="2731095"/>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50" dirty="0">
                  <a:solidFill>
                    <a:schemeClr val="bg1"/>
                  </a:solidFill>
                  <a:latin typeface="+mn-ea"/>
                  <a:sym typeface="Helvetica Neue"/>
                </a:rPr>
                <a:t>数据标准</a:t>
              </a:r>
              <a:endParaRPr kumimoji="0" lang="zh-CN" altLang="en-US" sz="1050" b="0" i="0" u="none" strike="noStrike" cap="none" spc="0" normalizeH="0" baseline="0" dirty="0">
                <a:ln>
                  <a:noFill/>
                </a:ln>
                <a:solidFill>
                  <a:schemeClr val="bg1"/>
                </a:solidFill>
                <a:effectLst/>
                <a:uFillTx/>
                <a:latin typeface="+mn-ea"/>
                <a:sym typeface="Helvetica Neue"/>
              </a:endParaRPr>
            </a:p>
          </p:txBody>
        </p:sp>
      </p:grpSp>
      <p:grpSp>
        <p:nvGrpSpPr>
          <p:cNvPr id="2133" name="组合 2132">
            <a:extLst>
              <a:ext uri="{FF2B5EF4-FFF2-40B4-BE49-F238E27FC236}">
                <a16:creationId xmlns:a16="http://schemas.microsoft.com/office/drawing/2014/main" id="{EA8E7814-11A7-300F-1183-FD72EFBBA55A}"/>
              </a:ext>
            </a:extLst>
          </p:cNvPr>
          <p:cNvGrpSpPr/>
          <p:nvPr/>
        </p:nvGrpSpPr>
        <p:grpSpPr>
          <a:xfrm>
            <a:off x="6641875" y="4769727"/>
            <a:ext cx="897731" cy="168045"/>
            <a:chOff x="4524984" y="2724019"/>
            <a:chExt cx="816119" cy="168045"/>
          </a:xfrm>
        </p:grpSpPr>
        <p:grpSp>
          <p:nvGrpSpPr>
            <p:cNvPr id="2134" name="组合 2133">
              <a:extLst>
                <a:ext uri="{FF2B5EF4-FFF2-40B4-BE49-F238E27FC236}">
                  <a16:creationId xmlns:a16="http://schemas.microsoft.com/office/drawing/2014/main" id="{8A6FB7B0-4381-ECBA-6CCD-48FCED8F17D8}"/>
                </a:ext>
              </a:extLst>
            </p:cNvPr>
            <p:cNvGrpSpPr/>
            <p:nvPr/>
          </p:nvGrpSpPr>
          <p:grpSpPr>
            <a:xfrm>
              <a:off x="4524984" y="2724019"/>
              <a:ext cx="816119" cy="168045"/>
              <a:chOff x="1094219" y="2385184"/>
              <a:chExt cx="1048096" cy="239745"/>
            </a:xfrm>
          </p:grpSpPr>
          <p:sp>
            <p:nvSpPr>
              <p:cNvPr id="2136" name="任意多边形: 形状 2135">
                <a:extLst>
                  <a:ext uri="{FF2B5EF4-FFF2-40B4-BE49-F238E27FC236}">
                    <a16:creationId xmlns:a16="http://schemas.microsoft.com/office/drawing/2014/main" id="{2502D8E4-BAE0-7B43-9ED5-D1EB9DBE8715}"/>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sp>
            <p:nvSpPr>
              <p:cNvPr id="2137" name="任意多边形: 形状 2136">
                <a:extLst>
                  <a:ext uri="{FF2B5EF4-FFF2-40B4-BE49-F238E27FC236}">
                    <a16:creationId xmlns:a16="http://schemas.microsoft.com/office/drawing/2014/main" id="{58167F7D-EAF3-60F3-81BC-D7F72FD39C3D}"/>
                  </a:ext>
                </a:extLst>
              </p:cNvPr>
              <p:cNvSpPr/>
              <p:nvPr/>
            </p:nvSpPr>
            <p:spPr>
              <a:xfrm flipH="1">
                <a:off x="2090331" y="2385186"/>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grpSp>
        <p:sp>
          <p:nvSpPr>
            <p:cNvPr id="2135" name="文本框 2134">
              <a:extLst>
                <a:ext uri="{FF2B5EF4-FFF2-40B4-BE49-F238E27FC236}">
                  <a16:creationId xmlns:a16="http://schemas.microsoft.com/office/drawing/2014/main" id="{87BCFCC0-304F-64B5-86B9-EDA73CFACF5B}"/>
                </a:ext>
              </a:extLst>
            </p:cNvPr>
            <p:cNvSpPr txBox="1"/>
            <p:nvPr/>
          </p:nvSpPr>
          <p:spPr>
            <a:xfrm>
              <a:off x="4642900" y="2731095"/>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50" dirty="0">
                  <a:solidFill>
                    <a:schemeClr val="bg1"/>
                  </a:solidFill>
                  <a:latin typeface="+mn-ea"/>
                  <a:sym typeface="Helvetica Neue"/>
                </a:rPr>
                <a:t>数据质量</a:t>
              </a:r>
              <a:endParaRPr kumimoji="0" lang="zh-CN" altLang="en-US" sz="1050" b="0" i="0" u="none" strike="noStrike" cap="none" spc="0" normalizeH="0" baseline="0" dirty="0">
                <a:ln>
                  <a:noFill/>
                </a:ln>
                <a:solidFill>
                  <a:schemeClr val="bg1"/>
                </a:solidFill>
                <a:effectLst/>
                <a:uFillTx/>
                <a:latin typeface="+mn-ea"/>
                <a:sym typeface="Helvetica Neue"/>
              </a:endParaRPr>
            </a:p>
          </p:txBody>
        </p:sp>
      </p:grpSp>
      <p:grpSp>
        <p:nvGrpSpPr>
          <p:cNvPr id="2138" name="组合 2137">
            <a:extLst>
              <a:ext uri="{FF2B5EF4-FFF2-40B4-BE49-F238E27FC236}">
                <a16:creationId xmlns:a16="http://schemas.microsoft.com/office/drawing/2014/main" id="{F882BFDF-D43C-A038-09A7-3701949B52B5}"/>
              </a:ext>
            </a:extLst>
          </p:cNvPr>
          <p:cNvGrpSpPr/>
          <p:nvPr/>
        </p:nvGrpSpPr>
        <p:grpSpPr>
          <a:xfrm>
            <a:off x="8128190" y="4769727"/>
            <a:ext cx="897731" cy="168045"/>
            <a:chOff x="4524984" y="2724019"/>
            <a:chExt cx="816119" cy="168045"/>
          </a:xfrm>
        </p:grpSpPr>
        <p:grpSp>
          <p:nvGrpSpPr>
            <p:cNvPr id="2139" name="组合 2138">
              <a:extLst>
                <a:ext uri="{FF2B5EF4-FFF2-40B4-BE49-F238E27FC236}">
                  <a16:creationId xmlns:a16="http://schemas.microsoft.com/office/drawing/2014/main" id="{44546A5C-E0B3-9F48-D2BB-AADE879F0A3E}"/>
                </a:ext>
              </a:extLst>
            </p:cNvPr>
            <p:cNvGrpSpPr/>
            <p:nvPr/>
          </p:nvGrpSpPr>
          <p:grpSpPr>
            <a:xfrm>
              <a:off x="4524984" y="2724019"/>
              <a:ext cx="816119" cy="168045"/>
              <a:chOff x="1094219" y="2385184"/>
              <a:chExt cx="1048096" cy="239745"/>
            </a:xfrm>
          </p:grpSpPr>
          <p:sp>
            <p:nvSpPr>
              <p:cNvPr id="2141" name="任意多边形: 形状 2140">
                <a:extLst>
                  <a:ext uri="{FF2B5EF4-FFF2-40B4-BE49-F238E27FC236}">
                    <a16:creationId xmlns:a16="http://schemas.microsoft.com/office/drawing/2014/main" id="{98C295BC-AEF0-ED76-7A14-D3DD2D1BD18D}"/>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sp>
            <p:nvSpPr>
              <p:cNvPr id="2142" name="任意多边形: 形状 2141">
                <a:extLst>
                  <a:ext uri="{FF2B5EF4-FFF2-40B4-BE49-F238E27FC236}">
                    <a16:creationId xmlns:a16="http://schemas.microsoft.com/office/drawing/2014/main" id="{AC8013E8-44C6-39B3-4D82-4273ECA63622}"/>
                  </a:ext>
                </a:extLst>
              </p:cNvPr>
              <p:cNvSpPr/>
              <p:nvPr/>
            </p:nvSpPr>
            <p:spPr>
              <a:xfrm flipH="1">
                <a:off x="2090331" y="2385186"/>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grpSp>
        <p:sp>
          <p:nvSpPr>
            <p:cNvPr id="2140" name="文本框 2139">
              <a:extLst>
                <a:ext uri="{FF2B5EF4-FFF2-40B4-BE49-F238E27FC236}">
                  <a16:creationId xmlns:a16="http://schemas.microsoft.com/office/drawing/2014/main" id="{5A5D9511-C98E-CC7D-7B2E-CDC85E7654B5}"/>
                </a:ext>
              </a:extLst>
            </p:cNvPr>
            <p:cNvSpPr txBox="1"/>
            <p:nvPr/>
          </p:nvSpPr>
          <p:spPr>
            <a:xfrm>
              <a:off x="4642900" y="2731095"/>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50" dirty="0">
                  <a:solidFill>
                    <a:schemeClr val="bg1"/>
                  </a:solidFill>
                  <a:latin typeface="+mn-ea"/>
                  <a:sym typeface="Helvetica Neue"/>
                </a:rPr>
                <a:t>数据标签</a:t>
              </a:r>
              <a:endParaRPr kumimoji="0" lang="zh-CN" altLang="en-US" sz="1050" b="0" i="0" u="none" strike="noStrike" cap="none" spc="0" normalizeH="0" baseline="0" dirty="0">
                <a:ln>
                  <a:noFill/>
                </a:ln>
                <a:solidFill>
                  <a:schemeClr val="bg1"/>
                </a:solidFill>
                <a:effectLst/>
                <a:uFillTx/>
                <a:latin typeface="+mn-ea"/>
                <a:sym typeface="Helvetica Neue"/>
              </a:endParaRPr>
            </a:p>
          </p:txBody>
        </p:sp>
      </p:grpSp>
      <p:sp>
        <p:nvSpPr>
          <p:cNvPr id="2143" name="文本框 2142">
            <a:extLst>
              <a:ext uri="{FF2B5EF4-FFF2-40B4-BE49-F238E27FC236}">
                <a16:creationId xmlns:a16="http://schemas.microsoft.com/office/drawing/2014/main" id="{0D3183C8-8DFB-ED0A-70D7-B42144679F9A}"/>
              </a:ext>
            </a:extLst>
          </p:cNvPr>
          <p:cNvSpPr txBox="1"/>
          <p:nvPr/>
        </p:nvSpPr>
        <p:spPr>
          <a:xfrm>
            <a:off x="2390902" y="5242303"/>
            <a:ext cx="820739"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1400" b="1" i="0" u="none" strike="noStrike" cap="none" spc="0" normalizeH="0" baseline="0" dirty="0">
                <a:ln>
                  <a:noFill/>
                </a:ln>
                <a:solidFill>
                  <a:schemeClr val="accent1"/>
                </a:solidFill>
                <a:effectLst/>
                <a:uFillTx/>
                <a:latin typeface="+mn-ea"/>
                <a:sym typeface="Helvetica Neue"/>
              </a:rPr>
              <a:t>数据</a:t>
            </a:r>
            <a:r>
              <a:rPr lang="zh-CN" altLang="en-US" sz="1400" b="1" dirty="0">
                <a:solidFill>
                  <a:schemeClr val="accent1"/>
                </a:solidFill>
                <a:latin typeface="+mn-ea"/>
                <a:sym typeface="Helvetica Neue"/>
              </a:rPr>
              <a:t>管理</a:t>
            </a:r>
            <a:endParaRPr kumimoji="0" lang="zh-CN" altLang="en-US" sz="1400" b="1" i="0" u="none" strike="noStrike" cap="none" spc="0" normalizeH="0" baseline="0" dirty="0">
              <a:ln>
                <a:noFill/>
              </a:ln>
              <a:solidFill>
                <a:schemeClr val="accent1"/>
              </a:solidFill>
              <a:effectLst/>
              <a:uFillTx/>
              <a:latin typeface="+mn-ea"/>
              <a:sym typeface="Helvetica Neue"/>
            </a:endParaRPr>
          </a:p>
        </p:txBody>
      </p:sp>
      <p:grpSp>
        <p:nvGrpSpPr>
          <p:cNvPr id="2144" name="组合 2143">
            <a:extLst>
              <a:ext uri="{FF2B5EF4-FFF2-40B4-BE49-F238E27FC236}">
                <a16:creationId xmlns:a16="http://schemas.microsoft.com/office/drawing/2014/main" id="{FAADCF72-8A25-D751-E267-6FE2612E96F0}"/>
              </a:ext>
            </a:extLst>
          </p:cNvPr>
          <p:cNvGrpSpPr/>
          <p:nvPr/>
        </p:nvGrpSpPr>
        <p:grpSpPr>
          <a:xfrm>
            <a:off x="3669245" y="5317299"/>
            <a:ext cx="897731" cy="168045"/>
            <a:chOff x="4524984" y="2724019"/>
            <a:chExt cx="816119" cy="168045"/>
          </a:xfrm>
        </p:grpSpPr>
        <p:grpSp>
          <p:nvGrpSpPr>
            <p:cNvPr id="2145" name="组合 2144">
              <a:extLst>
                <a:ext uri="{FF2B5EF4-FFF2-40B4-BE49-F238E27FC236}">
                  <a16:creationId xmlns:a16="http://schemas.microsoft.com/office/drawing/2014/main" id="{B0B768EB-27D1-9EF0-2045-0D51559299BD}"/>
                </a:ext>
              </a:extLst>
            </p:cNvPr>
            <p:cNvGrpSpPr/>
            <p:nvPr/>
          </p:nvGrpSpPr>
          <p:grpSpPr>
            <a:xfrm>
              <a:off x="4524984" y="2724019"/>
              <a:ext cx="816119" cy="168045"/>
              <a:chOff x="1094219" y="2385184"/>
              <a:chExt cx="1048096" cy="239745"/>
            </a:xfrm>
          </p:grpSpPr>
          <p:sp>
            <p:nvSpPr>
              <p:cNvPr id="2147" name="任意多边形: 形状 2146">
                <a:extLst>
                  <a:ext uri="{FF2B5EF4-FFF2-40B4-BE49-F238E27FC236}">
                    <a16:creationId xmlns:a16="http://schemas.microsoft.com/office/drawing/2014/main" id="{AB2C7887-1EF6-9593-4871-7FB957DA8758}"/>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sp>
            <p:nvSpPr>
              <p:cNvPr id="2148" name="任意多边形: 形状 2147">
                <a:extLst>
                  <a:ext uri="{FF2B5EF4-FFF2-40B4-BE49-F238E27FC236}">
                    <a16:creationId xmlns:a16="http://schemas.microsoft.com/office/drawing/2014/main" id="{FF37F26C-396A-C63D-AFE1-6369A15F89E8}"/>
                  </a:ext>
                </a:extLst>
              </p:cNvPr>
              <p:cNvSpPr/>
              <p:nvPr/>
            </p:nvSpPr>
            <p:spPr>
              <a:xfrm flipH="1">
                <a:off x="2090331" y="2385186"/>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grpSp>
        <p:sp>
          <p:nvSpPr>
            <p:cNvPr id="2146" name="文本框 2145">
              <a:extLst>
                <a:ext uri="{FF2B5EF4-FFF2-40B4-BE49-F238E27FC236}">
                  <a16:creationId xmlns:a16="http://schemas.microsoft.com/office/drawing/2014/main" id="{B9BBF237-1D15-9935-4270-ACF913FE6319}"/>
                </a:ext>
              </a:extLst>
            </p:cNvPr>
            <p:cNvSpPr txBox="1"/>
            <p:nvPr/>
          </p:nvSpPr>
          <p:spPr>
            <a:xfrm>
              <a:off x="4642900" y="2731095"/>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50" dirty="0">
                  <a:solidFill>
                    <a:schemeClr val="bg1"/>
                  </a:solidFill>
                  <a:latin typeface="+mn-ea"/>
                  <a:sym typeface="Helvetica Neue"/>
                </a:rPr>
                <a:t>元数据管理</a:t>
              </a:r>
              <a:endParaRPr kumimoji="0" lang="zh-CN" altLang="en-US" sz="1050" b="0" i="0" u="none" strike="noStrike" cap="none" spc="0" normalizeH="0" baseline="0" dirty="0">
                <a:ln>
                  <a:noFill/>
                </a:ln>
                <a:solidFill>
                  <a:schemeClr val="bg1"/>
                </a:solidFill>
                <a:effectLst/>
                <a:uFillTx/>
                <a:latin typeface="+mn-ea"/>
                <a:sym typeface="Helvetica Neue"/>
              </a:endParaRPr>
            </a:p>
          </p:txBody>
        </p:sp>
      </p:grpSp>
      <p:grpSp>
        <p:nvGrpSpPr>
          <p:cNvPr id="2149" name="组合 2148">
            <a:extLst>
              <a:ext uri="{FF2B5EF4-FFF2-40B4-BE49-F238E27FC236}">
                <a16:creationId xmlns:a16="http://schemas.microsoft.com/office/drawing/2014/main" id="{5CF8EA4A-EE95-A0C4-8532-D567E545CEF1}"/>
              </a:ext>
            </a:extLst>
          </p:cNvPr>
          <p:cNvGrpSpPr/>
          <p:nvPr/>
        </p:nvGrpSpPr>
        <p:grpSpPr>
          <a:xfrm>
            <a:off x="5155560" y="5317299"/>
            <a:ext cx="897731" cy="168045"/>
            <a:chOff x="4524984" y="2724019"/>
            <a:chExt cx="816119" cy="168045"/>
          </a:xfrm>
        </p:grpSpPr>
        <p:grpSp>
          <p:nvGrpSpPr>
            <p:cNvPr id="2150" name="组合 2149">
              <a:extLst>
                <a:ext uri="{FF2B5EF4-FFF2-40B4-BE49-F238E27FC236}">
                  <a16:creationId xmlns:a16="http://schemas.microsoft.com/office/drawing/2014/main" id="{D102C766-25F1-B234-EA76-0BDB160AC64E}"/>
                </a:ext>
              </a:extLst>
            </p:cNvPr>
            <p:cNvGrpSpPr/>
            <p:nvPr/>
          </p:nvGrpSpPr>
          <p:grpSpPr>
            <a:xfrm>
              <a:off x="4524984" y="2724019"/>
              <a:ext cx="816119" cy="168045"/>
              <a:chOff x="1094219" y="2385184"/>
              <a:chExt cx="1048096" cy="239745"/>
            </a:xfrm>
          </p:grpSpPr>
          <p:sp>
            <p:nvSpPr>
              <p:cNvPr id="2152" name="任意多边形: 形状 2151">
                <a:extLst>
                  <a:ext uri="{FF2B5EF4-FFF2-40B4-BE49-F238E27FC236}">
                    <a16:creationId xmlns:a16="http://schemas.microsoft.com/office/drawing/2014/main" id="{D05DA0D3-8E73-AE32-557A-F21F65F1949C}"/>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sp>
            <p:nvSpPr>
              <p:cNvPr id="2153" name="任意多边形: 形状 2152">
                <a:extLst>
                  <a:ext uri="{FF2B5EF4-FFF2-40B4-BE49-F238E27FC236}">
                    <a16:creationId xmlns:a16="http://schemas.microsoft.com/office/drawing/2014/main" id="{7FB18A5D-A518-9FB5-AB5E-AC25A92C1E4D}"/>
                  </a:ext>
                </a:extLst>
              </p:cNvPr>
              <p:cNvSpPr/>
              <p:nvPr/>
            </p:nvSpPr>
            <p:spPr>
              <a:xfrm flipH="1">
                <a:off x="2090331" y="2385186"/>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grpSp>
        <p:sp>
          <p:nvSpPr>
            <p:cNvPr id="2151" name="文本框 2150">
              <a:extLst>
                <a:ext uri="{FF2B5EF4-FFF2-40B4-BE49-F238E27FC236}">
                  <a16:creationId xmlns:a16="http://schemas.microsoft.com/office/drawing/2014/main" id="{EE295505-99AD-21E1-572A-062D15875B8C}"/>
                </a:ext>
              </a:extLst>
            </p:cNvPr>
            <p:cNvSpPr txBox="1"/>
            <p:nvPr/>
          </p:nvSpPr>
          <p:spPr>
            <a:xfrm>
              <a:off x="4642900" y="2731095"/>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50" dirty="0">
                  <a:solidFill>
                    <a:schemeClr val="bg1"/>
                  </a:solidFill>
                  <a:latin typeface="+mn-ea"/>
                  <a:sym typeface="Helvetica Neue"/>
                </a:rPr>
                <a:t>数据目录</a:t>
              </a:r>
              <a:endParaRPr kumimoji="0" lang="zh-CN" altLang="en-US" sz="1050" b="0" i="0" u="none" strike="noStrike" cap="none" spc="0" normalizeH="0" baseline="0" dirty="0">
                <a:ln>
                  <a:noFill/>
                </a:ln>
                <a:solidFill>
                  <a:schemeClr val="bg1"/>
                </a:solidFill>
                <a:effectLst/>
                <a:uFillTx/>
                <a:latin typeface="+mn-ea"/>
                <a:sym typeface="Helvetica Neue"/>
              </a:endParaRPr>
            </a:p>
          </p:txBody>
        </p:sp>
      </p:grpSp>
      <p:grpSp>
        <p:nvGrpSpPr>
          <p:cNvPr id="2154" name="组合 2153">
            <a:extLst>
              <a:ext uri="{FF2B5EF4-FFF2-40B4-BE49-F238E27FC236}">
                <a16:creationId xmlns:a16="http://schemas.microsoft.com/office/drawing/2014/main" id="{222D266A-052B-712C-76E1-4C485ABDE189}"/>
              </a:ext>
            </a:extLst>
          </p:cNvPr>
          <p:cNvGrpSpPr/>
          <p:nvPr/>
        </p:nvGrpSpPr>
        <p:grpSpPr>
          <a:xfrm>
            <a:off x="6641875" y="5317299"/>
            <a:ext cx="897731" cy="168045"/>
            <a:chOff x="4524984" y="2724019"/>
            <a:chExt cx="816119" cy="168045"/>
          </a:xfrm>
        </p:grpSpPr>
        <p:grpSp>
          <p:nvGrpSpPr>
            <p:cNvPr id="2155" name="组合 2154">
              <a:extLst>
                <a:ext uri="{FF2B5EF4-FFF2-40B4-BE49-F238E27FC236}">
                  <a16:creationId xmlns:a16="http://schemas.microsoft.com/office/drawing/2014/main" id="{216D6AE6-9883-95A7-67DF-076DD6728C10}"/>
                </a:ext>
              </a:extLst>
            </p:cNvPr>
            <p:cNvGrpSpPr/>
            <p:nvPr/>
          </p:nvGrpSpPr>
          <p:grpSpPr>
            <a:xfrm>
              <a:off x="4524984" y="2724019"/>
              <a:ext cx="816119" cy="168045"/>
              <a:chOff x="1094219" y="2385184"/>
              <a:chExt cx="1048096" cy="239745"/>
            </a:xfrm>
          </p:grpSpPr>
          <p:sp>
            <p:nvSpPr>
              <p:cNvPr id="2157" name="任意多边形: 形状 2156">
                <a:extLst>
                  <a:ext uri="{FF2B5EF4-FFF2-40B4-BE49-F238E27FC236}">
                    <a16:creationId xmlns:a16="http://schemas.microsoft.com/office/drawing/2014/main" id="{F82EA1C9-BE2B-B9C9-8C6F-E9C1C144A783}"/>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sp>
            <p:nvSpPr>
              <p:cNvPr id="2158" name="任意多边形: 形状 2157">
                <a:extLst>
                  <a:ext uri="{FF2B5EF4-FFF2-40B4-BE49-F238E27FC236}">
                    <a16:creationId xmlns:a16="http://schemas.microsoft.com/office/drawing/2014/main" id="{C7AE68A5-5C55-E8E4-C2D2-463EDFFEE2A0}"/>
                  </a:ext>
                </a:extLst>
              </p:cNvPr>
              <p:cNvSpPr/>
              <p:nvPr/>
            </p:nvSpPr>
            <p:spPr>
              <a:xfrm flipH="1">
                <a:off x="2090331" y="2385186"/>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grpSp>
        <p:sp>
          <p:nvSpPr>
            <p:cNvPr id="2156" name="文本框 2155">
              <a:extLst>
                <a:ext uri="{FF2B5EF4-FFF2-40B4-BE49-F238E27FC236}">
                  <a16:creationId xmlns:a16="http://schemas.microsoft.com/office/drawing/2014/main" id="{8121C96A-F9E6-49D8-5306-53EBDCBC21B9}"/>
                </a:ext>
              </a:extLst>
            </p:cNvPr>
            <p:cNvSpPr txBox="1"/>
            <p:nvPr/>
          </p:nvSpPr>
          <p:spPr>
            <a:xfrm>
              <a:off x="4642900" y="2731095"/>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50" dirty="0">
                  <a:solidFill>
                    <a:schemeClr val="bg1"/>
                  </a:solidFill>
                  <a:latin typeface="+mn-ea"/>
                  <a:sym typeface="Helvetica Neue"/>
                </a:rPr>
                <a:t>数据备份</a:t>
              </a:r>
            </a:p>
          </p:txBody>
        </p:sp>
      </p:grpSp>
      <p:grpSp>
        <p:nvGrpSpPr>
          <p:cNvPr id="2159" name="组合 2158">
            <a:extLst>
              <a:ext uri="{FF2B5EF4-FFF2-40B4-BE49-F238E27FC236}">
                <a16:creationId xmlns:a16="http://schemas.microsoft.com/office/drawing/2014/main" id="{A8C671A9-6602-D16C-F7C4-B253C52BF6B9}"/>
              </a:ext>
            </a:extLst>
          </p:cNvPr>
          <p:cNvGrpSpPr/>
          <p:nvPr/>
        </p:nvGrpSpPr>
        <p:grpSpPr>
          <a:xfrm>
            <a:off x="8128190" y="5317299"/>
            <a:ext cx="897731" cy="168045"/>
            <a:chOff x="4524984" y="2724019"/>
            <a:chExt cx="816119" cy="168045"/>
          </a:xfrm>
        </p:grpSpPr>
        <p:grpSp>
          <p:nvGrpSpPr>
            <p:cNvPr id="2160" name="组合 2159">
              <a:extLst>
                <a:ext uri="{FF2B5EF4-FFF2-40B4-BE49-F238E27FC236}">
                  <a16:creationId xmlns:a16="http://schemas.microsoft.com/office/drawing/2014/main" id="{4267D2D7-265D-BE1B-7587-273D0C966750}"/>
                </a:ext>
              </a:extLst>
            </p:cNvPr>
            <p:cNvGrpSpPr/>
            <p:nvPr/>
          </p:nvGrpSpPr>
          <p:grpSpPr>
            <a:xfrm>
              <a:off x="4524984" y="2724019"/>
              <a:ext cx="816119" cy="168045"/>
              <a:chOff x="1094219" y="2385184"/>
              <a:chExt cx="1048096" cy="239745"/>
            </a:xfrm>
          </p:grpSpPr>
          <p:sp>
            <p:nvSpPr>
              <p:cNvPr id="2162" name="任意多边形: 形状 2161">
                <a:extLst>
                  <a:ext uri="{FF2B5EF4-FFF2-40B4-BE49-F238E27FC236}">
                    <a16:creationId xmlns:a16="http://schemas.microsoft.com/office/drawing/2014/main" id="{0E53F2AA-E215-8726-94D8-E6798B638323}"/>
                  </a:ext>
                </a:extLst>
              </p:cNvPr>
              <p:cNvSpPr/>
              <p:nvPr/>
            </p:nvSpPr>
            <p:spPr>
              <a:xfrm>
                <a:off x="1094219" y="2385184"/>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sp>
            <p:nvSpPr>
              <p:cNvPr id="2163" name="任意多边形: 形状 2162">
                <a:extLst>
                  <a:ext uri="{FF2B5EF4-FFF2-40B4-BE49-F238E27FC236}">
                    <a16:creationId xmlns:a16="http://schemas.microsoft.com/office/drawing/2014/main" id="{AE059B32-A062-5145-9948-FABC65C22F91}"/>
                  </a:ext>
                </a:extLst>
              </p:cNvPr>
              <p:cNvSpPr/>
              <p:nvPr/>
            </p:nvSpPr>
            <p:spPr>
              <a:xfrm flipH="1">
                <a:off x="2090331" y="2385186"/>
                <a:ext cx="51984" cy="239743"/>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12700" cap="rnd">
                <a:solidFill>
                  <a:schemeClr val="accent1"/>
                </a:solidFill>
                <a:prstDash val="solid"/>
                <a:miter/>
              </a:ln>
            </p:spPr>
            <p:txBody>
              <a:bodyPr rtlCol="0" anchor="ctr" anchorCtr="0">
                <a:noAutofit/>
              </a:bodyPr>
              <a:lstStyle/>
              <a:p>
                <a:endParaRPr lang="zh-CN" altLang="en-US" sz="1050"/>
              </a:p>
            </p:txBody>
          </p:sp>
        </p:grpSp>
        <p:sp>
          <p:nvSpPr>
            <p:cNvPr id="2161" name="文本框 2160">
              <a:extLst>
                <a:ext uri="{FF2B5EF4-FFF2-40B4-BE49-F238E27FC236}">
                  <a16:creationId xmlns:a16="http://schemas.microsoft.com/office/drawing/2014/main" id="{1702A47C-C820-B722-0763-99892A6D880B}"/>
                </a:ext>
              </a:extLst>
            </p:cNvPr>
            <p:cNvSpPr txBox="1"/>
            <p:nvPr/>
          </p:nvSpPr>
          <p:spPr>
            <a:xfrm>
              <a:off x="4642900" y="2731095"/>
              <a:ext cx="580287"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no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50" dirty="0">
                  <a:solidFill>
                    <a:schemeClr val="bg1"/>
                  </a:solidFill>
                  <a:latin typeface="+mn-ea"/>
                  <a:sym typeface="Helvetica Neue"/>
                </a:rPr>
                <a:t>数据保护</a:t>
              </a:r>
            </a:p>
          </p:txBody>
        </p:sp>
      </p:grpSp>
      <p:grpSp>
        <p:nvGrpSpPr>
          <p:cNvPr id="95" name="组合 94">
            <a:extLst>
              <a:ext uri="{FF2B5EF4-FFF2-40B4-BE49-F238E27FC236}">
                <a16:creationId xmlns:a16="http://schemas.microsoft.com/office/drawing/2014/main" id="{26B185B9-26E3-1E9B-A75D-0E9D782F2DAC}"/>
              </a:ext>
            </a:extLst>
          </p:cNvPr>
          <p:cNvGrpSpPr/>
          <p:nvPr/>
        </p:nvGrpSpPr>
        <p:grpSpPr>
          <a:xfrm>
            <a:off x="5154600" y="5841778"/>
            <a:ext cx="1195813" cy="195532"/>
            <a:chOff x="5551673" y="5886228"/>
            <a:chExt cx="1195813" cy="195532"/>
          </a:xfrm>
        </p:grpSpPr>
        <p:sp>
          <p:nvSpPr>
            <p:cNvPr id="86" name="TextBox 69">
              <a:extLst>
                <a:ext uri="{FF2B5EF4-FFF2-40B4-BE49-F238E27FC236}">
                  <a16:creationId xmlns:a16="http://schemas.microsoft.com/office/drawing/2014/main" id="{6539BEE8-0AAB-4071-ADBF-4BCC0F6A8573}"/>
                </a:ext>
              </a:extLst>
            </p:cNvPr>
            <p:cNvSpPr txBox="1"/>
            <p:nvPr>
              <p:custDataLst>
                <p:tags r:id="rId1"/>
              </p:custDataLst>
            </p:nvPr>
          </p:nvSpPr>
          <p:spPr>
            <a:xfrm>
              <a:off x="5954809" y="5886228"/>
              <a:ext cx="792677" cy="195532"/>
            </a:xfrm>
            <a:custGeom>
              <a:avLst/>
              <a:gdLst/>
              <a:ahLst/>
              <a:cxnLst/>
              <a:rect l="l" t="t" r="r" b="b"/>
              <a:pathLst>
                <a:path w="792677" h="195532">
                  <a:moveTo>
                    <a:pt x="644416" y="127360"/>
                  </a:moveTo>
                  <a:lnTo>
                    <a:pt x="644416" y="159004"/>
                  </a:lnTo>
                  <a:lnTo>
                    <a:pt x="741694" y="159004"/>
                  </a:lnTo>
                  <a:lnTo>
                    <a:pt x="741694" y="127360"/>
                  </a:lnTo>
                  <a:close/>
                  <a:moveTo>
                    <a:pt x="312246" y="118765"/>
                  </a:moveTo>
                  <a:cubicBezTo>
                    <a:pt x="317715" y="122346"/>
                    <a:pt x="325171" y="127360"/>
                    <a:pt x="334612" y="133806"/>
                  </a:cubicBezTo>
                  <a:lnTo>
                    <a:pt x="322696" y="145526"/>
                  </a:lnTo>
                  <a:lnTo>
                    <a:pt x="347211" y="145526"/>
                  </a:lnTo>
                  <a:lnTo>
                    <a:pt x="347797" y="118765"/>
                  </a:lnTo>
                  <a:close/>
                  <a:moveTo>
                    <a:pt x="281285" y="118765"/>
                  </a:moveTo>
                  <a:lnTo>
                    <a:pt x="278746" y="145526"/>
                  </a:lnTo>
                  <a:lnTo>
                    <a:pt x="315176" y="145526"/>
                  </a:lnTo>
                  <a:cubicBezTo>
                    <a:pt x="308209" y="140057"/>
                    <a:pt x="301405" y="134913"/>
                    <a:pt x="294763" y="130094"/>
                  </a:cubicBezTo>
                  <a:lnTo>
                    <a:pt x="307070" y="118765"/>
                  </a:lnTo>
                  <a:close/>
                  <a:moveTo>
                    <a:pt x="218777" y="113100"/>
                  </a:moveTo>
                  <a:cubicBezTo>
                    <a:pt x="226851" y="116616"/>
                    <a:pt x="235251" y="119676"/>
                    <a:pt x="243976" y="122281"/>
                  </a:cubicBezTo>
                  <a:cubicBezTo>
                    <a:pt x="237985" y="144289"/>
                    <a:pt x="231930" y="168380"/>
                    <a:pt x="225809" y="194556"/>
                  </a:cubicBezTo>
                  <a:cubicBezTo>
                    <a:pt x="217345" y="191560"/>
                    <a:pt x="208750" y="188891"/>
                    <a:pt x="200025" y="186547"/>
                  </a:cubicBezTo>
                  <a:cubicBezTo>
                    <a:pt x="206666" y="165190"/>
                    <a:pt x="212917" y="140708"/>
                    <a:pt x="218777" y="113100"/>
                  </a:cubicBezTo>
                  <a:close/>
                  <a:moveTo>
                    <a:pt x="617850" y="103138"/>
                  </a:moveTo>
                  <a:lnTo>
                    <a:pt x="768260" y="103138"/>
                  </a:lnTo>
                  <a:lnTo>
                    <a:pt x="768260" y="194751"/>
                  </a:lnTo>
                  <a:lnTo>
                    <a:pt x="741694" y="194751"/>
                  </a:lnTo>
                  <a:lnTo>
                    <a:pt x="741694" y="183226"/>
                  </a:lnTo>
                  <a:lnTo>
                    <a:pt x="644416" y="183226"/>
                  </a:lnTo>
                  <a:lnTo>
                    <a:pt x="644416" y="194751"/>
                  </a:lnTo>
                  <a:lnTo>
                    <a:pt x="617850" y="194751"/>
                  </a:lnTo>
                  <a:close/>
                  <a:moveTo>
                    <a:pt x="0" y="73837"/>
                  </a:moveTo>
                  <a:lnTo>
                    <a:pt x="187523" y="73837"/>
                  </a:lnTo>
                  <a:lnTo>
                    <a:pt x="187523" y="100794"/>
                  </a:lnTo>
                  <a:lnTo>
                    <a:pt x="96789" y="100794"/>
                  </a:lnTo>
                  <a:cubicBezTo>
                    <a:pt x="87153" y="114793"/>
                    <a:pt x="71949" y="133220"/>
                    <a:pt x="51178" y="156074"/>
                  </a:cubicBezTo>
                  <a:cubicBezTo>
                    <a:pt x="78590" y="155879"/>
                    <a:pt x="104993" y="155097"/>
                    <a:pt x="130387" y="153730"/>
                  </a:cubicBezTo>
                  <a:lnTo>
                    <a:pt x="103919" y="121109"/>
                  </a:lnTo>
                  <a:lnTo>
                    <a:pt x="127360" y="106849"/>
                  </a:lnTo>
                  <a:cubicBezTo>
                    <a:pt x="153014" y="135759"/>
                    <a:pt x="173003" y="159851"/>
                    <a:pt x="187328" y="179124"/>
                  </a:cubicBezTo>
                  <a:lnTo>
                    <a:pt x="161739" y="195532"/>
                  </a:lnTo>
                  <a:cubicBezTo>
                    <a:pt x="158874" y="191235"/>
                    <a:pt x="155195" y="186026"/>
                    <a:pt x="150702" y="179905"/>
                  </a:cubicBezTo>
                  <a:cubicBezTo>
                    <a:pt x="74000" y="182445"/>
                    <a:pt x="29952" y="185179"/>
                    <a:pt x="18557" y="188109"/>
                  </a:cubicBezTo>
                  <a:lnTo>
                    <a:pt x="6055" y="162130"/>
                  </a:lnTo>
                  <a:cubicBezTo>
                    <a:pt x="26305" y="145526"/>
                    <a:pt x="44276" y="125081"/>
                    <a:pt x="59968" y="100794"/>
                  </a:cubicBezTo>
                  <a:lnTo>
                    <a:pt x="0" y="100794"/>
                  </a:lnTo>
                  <a:close/>
                  <a:moveTo>
                    <a:pt x="312930" y="71103"/>
                  </a:moveTo>
                  <a:cubicBezTo>
                    <a:pt x="318399" y="74749"/>
                    <a:pt x="325757" y="79763"/>
                    <a:pt x="335003" y="86144"/>
                  </a:cubicBezTo>
                  <a:lnTo>
                    <a:pt x="322306" y="98645"/>
                  </a:lnTo>
                  <a:lnTo>
                    <a:pt x="348090" y="98645"/>
                  </a:lnTo>
                  <a:lnTo>
                    <a:pt x="348481" y="71103"/>
                  </a:lnTo>
                  <a:close/>
                  <a:moveTo>
                    <a:pt x="285973" y="71103"/>
                  </a:moveTo>
                  <a:lnTo>
                    <a:pt x="283238" y="98645"/>
                  </a:lnTo>
                  <a:lnTo>
                    <a:pt x="316543" y="98645"/>
                  </a:lnTo>
                  <a:lnTo>
                    <a:pt x="295349" y="82237"/>
                  </a:lnTo>
                  <a:lnTo>
                    <a:pt x="307265" y="71103"/>
                  </a:lnTo>
                  <a:close/>
                  <a:moveTo>
                    <a:pt x="211940" y="54890"/>
                  </a:moveTo>
                  <a:cubicBezTo>
                    <a:pt x="221838" y="62052"/>
                    <a:pt x="232125" y="70256"/>
                    <a:pt x="242804" y="79502"/>
                  </a:cubicBezTo>
                  <a:lnTo>
                    <a:pt x="225223" y="100598"/>
                  </a:lnTo>
                  <a:cubicBezTo>
                    <a:pt x="221186" y="96562"/>
                    <a:pt x="211420" y="87511"/>
                    <a:pt x="195923" y="73447"/>
                  </a:cubicBezTo>
                  <a:close/>
                  <a:moveTo>
                    <a:pt x="557101" y="39849"/>
                  </a:moveTo>
                  <a:lnTo>
                    <a:pt x="580150" y="55476"/>
                  </a:lnTo>
                  <a:cubicBezTo>
                    <a:pt x="566347" y="72014"/>
                    <a:pt x="551761" y="88292"/>
                    <a:pt x="536395" y="104310"/>
                  </a:cubicBezTo>
                  <a:lnTo>
                    <a:pt x="516471" y="88097"/>
                  </a:lnTo>
                  <a:cubicBezTo>
                    <a:pt x="531577" y="72470"/>
                    <a:pt x="545120" y="56387"/>
                    <a:pt x="557101" y="39849"/>
                  </a:cubicBezTo>
                  <a:close/>
                  <a:moveTo>
                    <a:pt x="430327" y="39653"/>
                  </a:moveTo>
                  <a:cubicBezTo>
                    <a:pt x="442829" y="54239"/>
                    <a:pt x="455786" y="70386"/>
                    <a:pt x="469199" y="88097"/>
                  </a:cubicBezTo>
                  <a:lnTo>
                    <a:pt x="445563" y="103724"/>
                  </a:lnTo>
                  <a:cubicBezTo>
                    <a:pt x="432411" y="83800"/>
                    <a:pt x="420495" y="67066"/>
                    <a:pt x="409817" y="53522"/>
                  </a:cubicBezTo>
                  <a:close/>
                  <a:moveTo>
                    <a:pt x="17971" y="13283"/>
                  </a:moveTo>
                  <a:lnTo>
                    <a:pt x="169552" y="13283"/>
                  </a:lnTo>
                  <a:lnTo>
                    <a:pt x="169552" y="40239"/>
                  </a:lnTo>
                  <a:lnTo>
                    <a:pt x="17971" y="40239"/>
                  </a:lnTo>
                  <a:close/>
                  <a:moveTo>
                    <a:pt x="407082" y="10158"/>
                  </a:moveTo>
                  <a:lnTo>
                    <a:pt x="579760" y="10158"/>
                  </a:lnTo>
                  <a:lnTo>
                    <a:pt x="579760" y="35942"/>
                  </a:lnTo>
                  <a:lnTo>
                    <a:pt x="507681" y="35942"/>
                  </a:lnTo>
                  <a:lnTo>
                    <a:pt x="507681" y="107631"/>
                  </a:lnTo>
                  <a:lnTo>
                    <a:pt x="588355" y="107631"/>
                  </a:lnTo>
                  <a:lnTo>
                    <a:pt x="588355" y="133415"/>
                  </a:lnTo>
                  <a:lnTo>
                    <a:pt x="507681" y="133415"/>
                  </a:lnTo>
                  <a:lnTo>
                    <a:pt x="507681" y="194165"/>
                  </a:lnTo>
                  <a:lnTo>
                    <a:pt x="477989" y="194165"/>
                  </a:lnTo>
                  <a:lnTo>
                    <a:pt x="477989" y="133415"/>
                  </a:lnTo>
                  <a:lnTo>
                    <a:pt x="398487" y="133415"/>
                  </a:lnTo>
                  <a:lnTo>
                    <a:pt x="398487" y="107631"/>
                  </a:lnTo>
                  <a:lnTo>
                    <a:pt x="477989" y="107631"/>
                  </a:lnTo>
                  <a:lnTo>
                    <a:pt x="477989" y="35942"/>
                  </a:lnTo>
                  <a:lnTo>
                    <a:pt x="407082" y="35942"/>
                  </a:lnTo>
                  <a:close/>
                  <a:moveTo>
                    <a:pt x="217996" y="2930"/>
                  </a:moveTo>
                  <a:cubicBezTo>
                    <a:pt x="228153" y="10353"/>
                    <a:pt x="238636" y="18687"/>
                    <a:pt x="249445" y="27933"/>
                  </a:cubicBezTo>
                  <a:lnTo>
                    <a:pt x="231279" y="47662"/>
                  </a:lnTo>
                  <a:cubicBezTo>
                    <a:pt x="222293" y="38807"/>
                    <a:pt x="212266" y="29887"/>
                    <a:pt x="201197" y="20901"/>
                  </a:cubicBezTo>
                  <a:close/>
                  <a:moveTo>
                    <a:pt x="274644" y="2344"/>
                  </a:moveTo>
                  <a:lnTo>
                    <a:pt x="301991" y="5860"/>
                  </a:lnTo>
                  <a:cubicBezTo>
                    <a:pt x="300233" y="9702"/>
                    <a:pt x="298344" y="13478"/>
                    <a:pt x="296326" y="17190"/>
                  </a:cubicBezTo>
                  <a:lnTo>
                    <a:pt x="385595" y="17190"/>
                  </a:lnTo>
                  <a:lnTo>
                    <a:pt x="385595" y="38091"/>
                  </a:lnTo>
                  <a:lnTo>
                    <a:pt x="283727" y="38091"/>
                  </a:lnTo>
                  <a:cubicBezTo>
                    <a:pt x="280732" y="42518"/>
                    <a:pt x="277541" y="46881"/>
                    <a:pt x="274155" y="51178"/>
                  </a:cubicBezTo>
                  <a:lnTo>
                    <a:pt x="375047" y="51178"/>
                  </a:lnTo>
                  <a:lnTo>
                    <a:pt x="374265" y="98645"/>
                  </a:lnTo>
                  <a:lnTo>
                    <a:pt x="389892" y="98645"/>
                  </a:lnTo>
                  <a:lnTo>
                    <a:pt x="389892" y="118765"/>
                  </a:lnTo>
                  <a:lnTo>
                    <a:pt x="373875" y="118765"/>
                  </a:lnTo>
                  <a:lnTo>
                    <a:pt x="373289" y="145526"/>
                  </a:lnTo>
                  <a:lnTo>
                    <a:pt x="388134" y="145526"/>
                  </a:lnTo>
                  <a:lnTo>
                    <a:pt x="388134" y="165450"/>
                  </a:lnTo>
                  <a:lnTo>
                    <a:pt x="372800" y="165450"/>
                  </a:lnTo>
                  <a:cubicBezTo>
                    <a:pt x="372345" y="175478"/>
                    <a:pt x="370228" y="182363"/>
                    <a:pt x="366452" y="186107"/>
                  </a:cubicBezTo>
                  <a:cubicBezTo>
                    <a:pt x="362675" y="189851"/>
                    <a:pt x="357239" y="192130"/>
                    <a:pt x="350141" y="192944"/>
                  </a:cubicBezTo>
                  <a:cubicBezTo>
                    <a:pt x="343044" y="193758"/>
                    <a:pt x="328947" y="194295"/>
                    <a:pt x="307851" y="194556"/>
                  </a:cubicBezTo>
                  <a:cubicBezTo>
                    <a:pt x="306028" y="187784"/>
                    <a:pt x="304074" y="180947"/>
                    <a:pt x="301991" y="174045"/>
                  </a:cubicBezTo>
                  <a:cubicBezTo>
                    <a:pt x="314492" y="174436"/>
                    <a:pt x="324324" y="174631"/>
                    <a:pt x="331487" y="174631"/>
                  </a:cubicBezTo>
                  <a:cubicBezTo>
                    <a:pt x="335458" y="174631"/>
                    <a:pt x="338893" y="174224"/>
                    <a:pt x="341791" y="173410"/>
                  </a:cubicBezTo>
                  <a:cubicBezTo>
                    <a:pt x="344688" y="172596"/>
                    <a:pt x="346267" y="169943"/>
                    <a:pt x="346528" y="165450"/>
                  </a:cubicBezTo>
                  <a:lnTo>
                    <a:pt x="251203" y="165450"/>
                  </a:lnTo>
                  <a:lnTo>
                    <a:pt x="255696" y="118765"/>
                  </a:lnTo>
                  <a:lnTo>
                    <a:pt x="239874" y="118765"/>
                  </a:lnTo>
                  <a:lnTo>
                    <a:pt x="239874" y="98645"/>
                  </a:lnTo>
                  <a:lnTo>
                    <a:pt x="257552" y="98645"/>
                  </a:lnTo>
                  <a:lnTo>
                    <a:pt x="260579" y="67391"/>
                  </a:lnTo>
                  <a:cubicBezTo>
                    <a:pt x="257584" y="70647"/>
                    <a:pt x="254524" y="73837"/>
                    <a:pt x="251398" y="76963"/>
                  </a:cubicBezTo>
                  <a:cubicBezTo>
                    <a:pt x="247101" y="70972"/>
                    <a:pt x="241697" y="64136"/>
                    <a:pt x="235186" y="56452"/>
                  </a:cubicBezTo>
                  <a:cubicBezTo>
                    <a:pt x="252636" y="39002"/>
                    <a:pt x="265788" y="20966"/>
                    <a:pt x="274644" y="2344"/>
                  </a:cubicBezTo>
                  <a:close/>
                  <a:moveTo>
                    <a:pt x="675670" y="0"/>
                  </a:moveTo>
                  <a:lnTo>
                    <a:pt x="701259" y="13869"/>
                  </a:lnTo>
                  <a:cubicBezTo>
                    <a:pt x="682767" y="31319"/>
                    <a:pt x="663234" y="48378"/>
                    <a:pt x="642658" y="65047"/>
                  </a:cubicBezTo>
                  <a:lnTo>
                    <a:pt x="736615" y="61726"/>
                  </a:lnTo>
                  <a:lnTo>
                    <a:pt x="716691" y="39849"/>
                  </a:lnTo>
                  <a:lnTo>
                    <a:pt x="737006" y="25589"/>
                  </a:lnTo>
                  <a:cubicBezTo>
                    <a:pt x="757061" y="45123"/>
                    <a:pt x="775618" y="64331"/>
                    <a:pt x="792677" y="83214"/>
                  </a:cubicBezTo>
                  <a:lnTo>
                    <a:pt x="770995" y="101575"/>
                  </a:lnTo>
                  <a:lnTo>
                    <a:pt x="755758" y="83604"/>
                  </a:lnTo>
                  <a:cubicBezTo>
                    <a:pt x="699762" y="84516"/>
                    <a:pt x="651123" y="86860"/>
                    <a:pt x="609842" y="90636"/>
                  </a:cubicBezTo>
                  <a:lnTo>
                    <a:pt x="599489" y="67587"/>
                  </a:lnTo>
                  <a:cubicBezTo>
                    <a:pt x="625143" y="51699"/>
                    <a:pt x="650537" y="29170"/>
                    <a:pt x="675670" y="0"/>
                  </a:cubicBezTo>
                  <a:close/>
                </a:path>
              </a:pathLst>
            </a:custGeom>
            <a:solidFill>
              <a:schemeClr val="accent2">
                <a:lumMod val="75000"/>
              </a:schemeClr>
            </a:solidFill>
            <a:ln>
              <a:noFill/>
            </a:ln>
            <a:effectLst>
              <a:glow>
                <a:srgbClr val="000000"/>
              </a:glow>
            </a:effectLst>
            <a:sp3d/>
          </p:spPr>
          <p:style>
            <a:lnRef idx="0">
              <a:scrgbClr r="0" g="0" b="0"/>
            </a:lnRef>
            <a:fillRef idx="0">
              <a:scrgbClr r="0" g="0" b="0"/>
            </a:fillRef>
            <a:effectRef idx="0">
              <a:scrgbClr r="0" g="0" b="0"/>
            </a:effectRef>
            <a:fontRef idx="none"/>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zh-CN" altLang="en-US" sz="1600" b="1" i="0" u="none" strike="noStrike" cap="none" spc="0" normalizeH="0" baseline="0" dirty="0">
                <a:ln>
                  <a:noFill/>
                </a:ln>
                <a:solidFill>
                  <a:schemeClr val="accent2">
                    <a:lumMod val="75000"/>
                  </a:schemeClr>
                </a:solidFill>
                <a:effectLst/>
                <a:uFillTx/>
                <a:latin typeface="+mn-ea"/>
                <a:sym typeface="Helvetica Neue"/>
              </a:endParaRPr>
            </a:p>
          </p:txBody>
        </p:sp>
        <p:sp>
          <p:nvSpPr>
            <p:cNvPr id="5" name="任意多边形: 形状 4">
              <a:extLst>
                <a:ext uri="{FF2B5EF4-FFF2-40B4-BE49-F238E27FC236}">
                  <a16:creationId xmlns:a16="http://schemas.microsoft.com/office/drawing/2014/main" id="{14F7B35F-4C62-C0BC-82FB-A8B304AC14F7}"/>
                </a:ext>
              </a:extLst>
            </p:cNvPr>
            <p:cNvSpPr/>
            <p:nvPr/>
          </p:nvSpPr>
          <p:spPr>
            <a:xfrm>
              <a:off x="5551673" y="5893453"/>
              <a:ext cx="271602" cy="181082"/>
            </a:xfrm>
            <a:custGeom>
              <a:avLst/>
              <a:gdLst>
                <a:gd name="connsiteX0" fmla="*/ 366667 w 733334"/>
                <a:gd name="connsiteY0" fmla="*/ 0 h 488926"/>
                <a:gd name="connsiteX1" fmla="*/ 592769 w 733334"/>
                <a:gd name="connsiteY1" fmla="*/ 183334 h 488926"/>
                <a:gd name="connsiteX2" fmla="*/ 733334 w 733334"/>
                <a:gd name="connsiteY2" fmla="*/ 336095 h 488926"/>
                <a:gd name="connsiteX3" fmla="*/ 580527 w 733334"/>
                <a:gd name="connsiteY3" fmla="*/ 488926 h 488926"/>
                <a:gd name="connsiteX4" fmla="*/ 183334 w 733334"/>
                <a:gd name="connsiteY4" fmla="*/ 488926 h 488926"/>
                <a:gd name="connsiteX5" fmla="*/ 0 w 733334"/>
                <a:gd name="connsiteY5" fmla="*/ 305593 h 488926"/>
                <a:gd name="connsiteX6" fmla="*/ 165004 w 733334"/>
                <a:gd name="connsiteY6" fmla="*/ 122260 h 488926"/>
                <a:gd name="connsiteX7" fmla="*/ 366667 w 733334"/>
                <a:gd name="connsiteY7" fmla="*/ 0 h 488926"/>
                <a:gd name="connsiteX8" fmla="*/ 274837 w 733334"/>
                <a:gd name="connsiteY8" fmla="*/ 175368 h 488926"/>
                <a:gd name="connsiteX9" fmla="*/ 256837 w 733334"/>
                <a:gd name="connsiteY9" fmla="*/ 193368 h 488926"/>
                <a:gd name="connsiteX10" fmla="*/ 274837 w 733334"/>
                <a:gd name="connsiteY10" fmla="*/ 211368 h 488926"/>
                <a:gd name="connsiteX11" fmla="*/ 458497 w 733334"/>
                <a:gd name="connsiteY11" fmla="*/ 211368 h 488926"/>
                <a:gd name="connsiteX12" fmla="*/ 476497 w 733334"/>
                <a:gd name="connsiteY12" fmla="*/ 193368 h 488926"/>
                <a:gd name="connsiteX13" fmla="*/ 458497 w 733334"/>
                <a:gd name="connsiteY13" fmla="*/ 175368 h 488926"/>
                <a:gd name="connsiteX14" fmla="*/ 274837 w 733334"/>
                <a:gd name="connsiteY14" fmla="*/ 175368 h 488926"/>
                <a:gd name="connsiteX15" fmla="*/ 274837 w 733334"/>
                <a:gd name="connsiteY15" fmla="*/ 251568 h 488926"/>
                <a:gd name="connsiteX16" fmla="*/ 256837 w 733334"/>
                <a:gd name="connsiteY16" fmla="*/ 269568 h 488926"/>
                <a:gd name="connsiteX17" fmla="*/ 274837 w 733334"/>
                <a:gd name="connsiteY17" fmla="*/ 287568 h 488926"/>
                <a:gd name="connsiteX18" fmla="*/ 458497 w 733334"/>
                <a:gd name="connsiteY18" fmla="*/ 287568 h 488926"/>
                <a:gd name="connsiteX19" fmla="*/ 476497 w 733334"/>
                <a:gd name="connsiteY19" fmla="*/ 269568 h 488926"/>
                <a:gd name="connsiteX20" fmla="*/ 458497 w 733334"/>
                <a:gd name="connsiteY20" fmla="*/ 251568 h 488926"/>
                <a:gd name="connsiteX21" fmla="*/ 274837 w 733334"/>
                <a:gd name="connsiteY21" fmla="*/ 251568 h 488926"/>
                <a:gd name="connsiteX22" fmla="*/ 274837 w 733334"/>
                <a:gd name="connsiteY22" fmla="*/ 327768 h 488926"/>
                <a:gd name="connsiteX23" fmla="*/ 256837 w 733334"/>
                <a:gd name="connsiteY23" fmla="*/ 345768 h 488926"/>
                <a:gd name="connsiteX24" fmla="*/ 274837 w 733334"/>
                <a:gd name="connsiteY24" fmla="*/ 363768 h 488926"/>
                <a:gd name="connsiteX25" fmla="*/ 458497 w 733334"/>
                <a:gd name="connsiteY25" fmla="*/ 363768 h 488926"/>
                <a:gd name="connsiteX26" fmla="*/ 476497 w 733334"/>
                <a:gd name="connsiteY26" fmla="*/ 345768 h 488926"/>
                <a:gd name="connsiteX27" fmla="*/ 458497 w 733334"/>
                <a:gd name="connsiteY27" fmla="*/ 327768 h 488926"/>
                <a:gd name="connsiteX28" fmla="*/ 274837 w 733334"/>
                <a:gd name="connsiteY28" fmla="*/ 327768 h 488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733334" h="488926">
                  <a:moveTo>
                    <a:pt x="366667" y="0"/>
                  </a:moveTo>
                  <a:cubicBezTo>
                    <a:pt x="479707" y="0"/>
                    <a:pt x="571373" y="79448"/>
                    <a:pt x="592769" y="183334"/>
                  </a:cubicBezTo>
                  <a:cubicBezTo>
                    <a:pt x="669173" y="189445"/>
                    <a:pt x="733335" y="256674"/>
                    <a:pt x="733334" y="336095"/>
                  </a:cubicBezTo>
                  <a:cubicBezTo>
                    <a:pt x="733334" y="421676"/>
                    <a:pt x="666107" y="488926"/>
                    <a:pt x="580527" y="488926"/>
                  </a:cubicBezTo>
                  <a:lnTo>
                    <a:pt x="183334" y="488926"/>
                  </a:lnTo>
                  <a:cubicBezTo>
                    <a:pt x="82515" y="488926"/>
                    <a:pt x="0" y="406413"/>
                    <a:pt x="0" y="305593"/>
                  </a:cubicBezTo>
                  <a:cubicBezTo>
                    <a:pt x="0" y="210840"/>
                    <a:pt x="70272" y="134435"/>
                    <a:pt x="165004" y="122260"/>
                  </a:cubicBezTo>
                  <a:cubicBezTo>
                    <a:pt x="201664" y="48920"/>
                    <a:pt x="278022" y="0"/>
                    <a:pt x="366667" y="0"/>
                  </a:cubicBezTo>
                  <a:close/>
                  <a:moveTo>
                    <a:pt x="274837" y="175368"/>
                  </a:moveTo>
                  <a:cubicBezTo>
                    <a:pt x="264896" y="175368"/>
                    <a:pt x="256837" y="183427"/>
                    <a:pt x="256837" y="193368"/>
                  </a:cubicBezTo>
                  <a:cubicBezTo>
                    <a:pt x="256837" y="203309"/>
                    <a:pt x="264896" y="211368"/>
                    <a:pt x="274837" y="211368"/>
                  </a:cubicBezTo>
                  <a:lnTo>
                    <a:pt x="458497" y="211368"/>
                  </a:lnTo>
                  <a:cubicBezTo>
                    <a:pt x="468438" y="211368"/>
                    <a:pt x="476497" y="203309"/>
                    <a:pt x="476497" y="193368"/>
                  </a:cubicBezTo>
                  <a:cubicBezTo>
                    <a:pt x="476497" y="183427"/>
                    <a:pt x="468438" y="175368"/>
                    <a:pt x="458497" y="175368"/>
                  </a:cubicBezTo>
                  <a:lnTo>
                    <a:pt x="274837" y="175368"/>
                  </a:lnTo>
                  <a:close/>
                  <a:moveTo>
                    <a:pt x="274837" y="251568"/>
                  </a:moveTo>
                  <a:cubicBezTo>
                    <a:pt x="264896" y="251568"/>
                    <a:pt x="256837" y="259627"/>
                    <a:pt x="256837" y="269568"/>
                  </a:cubicBezTo>
                  <a:cubicBezTo>
                    <a:pt x="256837" y="279509"/>
                    <a:pt x="264896" y="287568"/>
                    <a:pt x="274837" y="287568"/>
                  </a:cubicBezTo>
                  <a:lnTo>
                    <a:pt x="458497" y="287568"/>
                  </a:lnTo>
                  <a:cubicBezTo>
                    <a:pt x="468438" y="287568"/>
                    <a:pt x="476497" y="279509"/>
                    <a:pt x="476497" y="269568"/>
                  </a:cubicBezTo>
                  <a:cubicBezTo>
                    <a:pt x="476497" y="259627"/>
                    <a:pt x="468438" y="251568"/>
                    <a:pt x="458497" y="251568"/>
                  </a:cubicBezTo>
                  <a:lnTo>
                    <a:pt x="274837" y="251568"/>
                  </a:lnTo>
                  <a:close/>
                  <a:moveTo>
                    <a:pt x="274837" y="327768"/>
                  </a:moveTo>
                  <a:cubicBezTo>
                    <a:pt x="264896" y="327768"/>
                    <a:pt x="256837" y="335827"/>
                    <a:pt x="256837" y="345768"/>
                  </a:cubicBezTo>
                  <a:cubicBezTo>
                    <a:pt x="256837" y="355709"/>
                    <a:pt x="264896" y="363768"/>
                    <a:pt x="274837" y="363768"/>
                  </a:cubicBezTo>
                  <a:lnTo>
                    <a:pt x="458497" y="363768"/>
                  </a:lnTo>
                  <a:cubicBezTo>
                    <a:pt x="468438" y="363768"/>
                    <a:pt x="476497" y="355709"/>
                    <a:pt x="476497" y="345768"/>
                  </a:cubicBezTo>
                  <a:cubicBezTo>
                    <a:pt x="476497" y="335827"/>
                    <a:pt x="468438" y="327768"/>
                    <a:pt x="458497" y="327768"/>
                  </a:cubicBezTo>
                  <a:lnTo>
                    <a:pt x="274837" y="327768"/>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97" name="文本框 96">
            <a:extLst>
              <a:ext uri="{FF2B5EF4-FFF2-40B4-BE49-F238E27FC236}">
                <a16:creationId xmlns:a16="http://schemas.microsoft.com/office/drawing/2014/main" id="{C97C424C-47A8-F706-3DC5-041641CAA207}"/>
              </a:ext>
            </a:extLst>
          </p:cNvPr>
          <p:cNvSpPr txBox="1"/>
          <p:nvPr/>
        </p:nvSpPr>
        <p:spPr>
          <a:xfrm>
            <a:off x="928399" y="1471268"/>
            <a:ext cx="527388"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altLang="zh-CN" sz="1400" b="1" i="0" u="none" strike="noStrike" cap="none" spc="0" normalizeH="0" baseline="0" dirty="0">
                <a:ln>
                  <a:noFill/>
                </a:ln>
                <a:solidFill>
                  <a:schemeClr val="accent2">
                    <a:lumMod val="75000"/>
                  </a:schemeClr>
                </a:solidFill>
                <a:effectLst/>
                <a:uFillTx/>
                <a:latin typeface="+mn-ea"/>
                <a:sym typeface="Helvetica Neue"/>
              </a:rPr>
              <a:t>Data</a:t>
            </a:r>
            <a:endParaRPr kumimoji="0" lang="zh-CN" altLang="en-US" sz="1400" b="1" i="0" u="none" strike="noStrike" cap="none" spc="0" normalizeH="0" baseline="0" dirty="0">
              <a:ln>
                <a:noFill/>
              </a:ln>
              <a:solidFill>
                <a:schemeClr val="accent2">
                  <a:lumMod val="75000"/>
                </a:schemeClr>
              </a:solidFill>
              <a:effectLst/>
              <a:uFillTx/>
              <a:latin typeface="+mn-ea"/>
              <a:sym typeface="Helvetica Neue"/>
            </a:endParaRPr>
          </a:p>
        </p:txBody>
      </p:sp>
      <p:grpSp>
        <p:nvGrpSpPr>
          <p:cNvPr id="107" name="组合 106">
            <a:extLst>
              <a:ext uri="{FF2B5EF4-FFF2-40B4-BE49-F238E27FC236}">
                <a16:creationId xmlns:a16="http://schemas.microsoft.com/office/drawing/2014/main" id="{51323309-B556-8AF6-791D-787261DB5919}"/>
              </a:ext>
            </a:extLst>
          </p:cNvPr>
          <p:cNvGrpSpPr/>
          <p:nvPr/>
        </p:nvGrpSpPr>
        <p:grpSpPr>
          <a:xfrm>
            <a:off x="769556" y="2550950"/>
            <a:ext cx="845075" cy="204476"/>
            <a:chOff x="1423093" y="2206005"/>
            <a:chExt cx="845075" cy="204476"/>
          </a:xfrm>
        </p:grpSpPr>
        <p:grpSp>
          <p:nvGrpSpPr>
            <p:cNvPr id="98" name="组合 97">
              <a:extLst>
                <a:ext uri="{FF2B5EF4-FFF2-40B4-BE49-F238E27FC236}">
                  <a16:creationId xmlns:a16="http://schemas.microsoft.com/office/drawing/2014/main" id="{07354C29-AF04-848F-78D8-EAEDABF133C9}"/>
                </a:ext>
              </a:extLst>
            </p:cNvPr>
            <p:cNvGrpSpPr/>
            <p:nvPr/>
          </p:nvGrpSpPr>
          <p:grpSpPr>
            <a:xfrm>
              <a:off x="1423093" y="2206005"/>
              <a:ext cx="62805" cy="204476"/>
              <a:chOff x="443506" y="2144401"/>
              <a:chExt cx="69086" cy="224924"/>
            </a:xfrm>
          </p:grpSpPr>
          <p:sp>
            <p:nvSpPr>
              <p:cNvPr id="88" name="任意多边形: 形状 87">
                <a:extLst>
                  <a:ext uri="{FF2B5EF4-FFF2-40B4-BE49-F238E27FC236}">
                    <a16:creationId xmlns:a16="http://schemas.microsoft.com/office/drawing/2014/main" id="{BB1CD9C4-6EF0-8FB2-EE5D-C971A4FE84A9}"/>
                  </a:ext>
                </a:extLst>
              </p:cNvPr>
              <p:cNvSpPr/>
              <p:nvPr/>
            </p:nvSpPr>
            <p:spPr>
              <a:xfrm>
                <a:off x="452661" y="2144401"/>
                <a:ext cx="59931" cy="22492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7798" cap="flat">
                <a:solidFill>
                  <a:schemeClr val="accent2"/>
                </a:solidFill>
                <a:prstDash val="solid"/>
                <a:miter/>
              </a:ln>
            </p:spPr>
            <p:txBody>
              <a:bodyPr rtlCol="0" anchor="ctr"/>
              <a:lstStyle/>
              <a:p>
                <a:endParaRPr lang="zh-CN" altLang="en-US"/>
              </a:p>
            </p:txBody>
          </p:sp>
          <p:sp>
            <p:nvSpPr>
              <p:cNvPr id="89" name="任意多边形: 形状 88">
                <a:extLst>
                  <a:ext uri="{FF2B5EF4-FFF2-40B4-BE49-F238E27FC236}">
                    <a16:creationId xmlns:a16="http://schemas.microsoft.com/office/drawing/2014/main" id="{A9799D4A-C9BE-CE54-C509-967BB382C370}"/>
                  </a:ext>
                </a:extLst>
              </p:cNvPr>
              <p:cNvSpPr/>
              <p:nvPr/>
            </p:nvSpPr>
            <p:spPr>
              <a:xfrm>
                <a:off x="443506" y="2208119"/>
                <a:ext cx="18000" cy="97488"/>
              </a:xfrm>
              <a:custGeom>
                <a:avLst/>
                <a:gdLst>
                  <a:gd name="connsiteX0" fmla="*/ 0 w 26750"/>
                  <a:gd name="connsiteY0" fmla="*/ 0 h 97488"/>
                  <a:gd name="connsiteX1" fmla="*/ 26751 w 26750"/>
                  <a:gd name="connsiteY1" fmla="*/ 0 h 97488"/>
                  <a:gd name="connsiteX2" fmla="*/ 26751 w 26750"/>
                  <a:gd name="connsiteY2" fmla="*/ 97488 h 97488"/>
                  <a:gd name="connsiteX3" fmla="*/ 0 w 26750"/>
                  <a:gd name="connsiteY3" fmla="*/ 97488 h 97488"/>
                </a:gdLst>
                <a:ahLst/>
                <a:cxnLst>
                  <a:cxn ang="0">
                    <a:pos x="connsiteX0" y="connsiteY0"/>
                  </a:cxn>
                  <a:cxn ang="0">
                    <a:pos x="connsiteX1" y="connsiteY1"/>
                  </a:cxn>
                  <a:cxn ang="0">
                    <a:pos x="connsiteX2" y="connsiteY2"/>
                  </a:cxn>
                  <a:cxn ang="0">
                    <a:pos x="connsiteX3" y="connsiteY3"/>
                  </a:cxn>
                </a:cxnLst>
                <a:rect l="l" t="t" r="r" b="b"/>
                <a:pathLst>
                  <a:path w="26750" h="97488">
                    <a:moveTo>
                      <a:pt x="0" y="0"/>
                    </a:moveTo>
                    <a:lnTo>
                      <a:pt x="26751" y="0"/>
                    </a:lnTo>
                    <a:lnTo>
                      <a:pt x="26751" y="97488"/>
                    </a:lnTo>
                    <a:lnTo>
                      <a:pt x="0" y="97488"/>
                    </a:lnTo>
                    <a:close/>
                  </a:path>
                </a:pathLst>
              </a:custGeom>
              <a:solidFill>
                <a:schemeClr val="accent2"/>
              </a:solidFill>
              <a:ln w="7798" cap="flat">
                <a:noFill/>
                <a:prstDash val="solid"/>
                <a:miter/>
              </a:ln>
            </p:spPr>
            <p:txBody>
              <a:bodyPr rtlCol="0" anchor="ctr"/>
              <a:lstStyle/>
              <a:p>
                <a:endParaRPr lang="zh-CN" altLang="en-US"/>
              </a:p>
            </p:txBody>
          </p:sp>
        </p:grpSp>
        <p:grpSp>
          <p:nvGrpSpPr>
            <p:cNvPr id="99" name="组合 98">
              <a:extLst>
                <a:ext uri="{FF2B5EF4-FFF2-40B4-BE49-F238E27FC236}">
                  <a16:creationId xmlns:a16="http://schemas.microsoft.com/office/drawing/2014/main" id="{DD3D1556-F38D-9B4B-B8DE-A5CAB9520723}"/>
                </a:ext>
              </a:extLst>
            </p:cNvPr>
            <p:cNvGrpSpPr/>
            <p:nvPr/>
          </p:nvGrpSpPr>
          <p:grpSpPr>
            <a:xfrm>
              <a:off x="2203919" y="2206005"/>
              <a:ext cx="64249" cy="204476"/>
              <a:chOff x="1053747" y="2144401"/>
              <a:chExt cx="70674" cy="224924"/>
            </a:xfrm>
          </p:grpSpPr>
          <p:sp>
            <p:nvSpPr>
              <p:cNvPr id="91" name="任意多边形: 形状 90">
                <a:extLst>
                  <a:ext uri="{FF2B5EF4-FFF2-40B4-BE49-F238E27FC236}">
                    <a16:creationId xmlns:a16="http://schemas.microsoft.com/office/drawing/2014/main" id="{AE011B46-F98C-C96E-40B1-70520F0D4B8C}"/>
                  </a:ext>
                </a:extLst>
              </p:cNvPr>
              <p:cNvSpPr/>
              <p:nvPr/>
            </p:nvSpPr>
            <p:spPr>
              <a:xfrm>
                <a:off x="1053747" y="2144401"/>
                <a:ext cx="59931" cy="224924"/>
              </a:xfrm>
              <a:custGeom>
                <a:avLst/>
                <a:gdLst>
                  <a:gd name="connsiteX0" fmla="*/ 0 w 98814"/>
                  <a:gd name="connsiteY0" fmla="*/ 224925 h 224924"/>
                  <a:gd name="connsiteX1" fmla="*/ 98814 w 98814"/>
                  <a:gd name="connsiteY1" fmla="*/ 224925 h 224924"/>
                  <a:gd name="connsiteX2" fmla="*/ 98814 w 98814"/>
                  <a:gd name="connsiteY2" fmla="*/ 0 h 224924"/>
                  <a:gd name="connsiteX3" fmla="*/ 0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0" y="224925"/>
                    </a:moveTo>
                    <a:lnTo>
                      <a:pt x="98814" y="224925"/>
                    </a:lnTo>
                    <a:lnTo>
                      <a:pt x="98814" y="0"/>
                    </a:lnTo>
                    <a:lnTo>
                      <a:pt x="0" y="0"/>
                    </a:lnTo>
                  </a:path>
                </a:pathLst>
              </a:custGeom>
              <a:noFill/>
              <a:ln w="7798" cap="flat">
                <a:solidFill>
                  <a:schemeClr val="accent2"/>
                </a:solidFill>
                <a:prstDash val="solid"/>
                <a:miter/>
              </a:ln>
            </p:spPr>
            <p:txBody>
              <a:bodyPr rtlCol="0" anchor="ctr"/>
              <a:lstStyle/>
              <a:p>
                <a:endParaRPr lang="zh-CN" altLang="en-US"/>
              </a:p>
            </p:txBody>
          </p:sp>
          <p:sp>
            <p:nvSpPr>
              <p:cNvPr id="92" name="任意多边形: 形状 91">
                <a:extLst>
                  <a:ext uri="{FF2B5EF4-FFF2-40B4-BE49-F238E27FC236}">
                    <a16:creationId xmlns:a16="http://schemas.microsoft.com/office/drawing/2014/main" id="{997426AC-B6AA-0435-04E1-71020B634EB9}"/>
                  </a:ext>
                </a:extLst>
              </p:cNvPr>
              <p:cNvSpPr/>
              <p:nvPr/>
            </p:nvSpPr>
            <p:spPr>
              <a:xfrm rot="10800000">
                <a:off x="1106421" y="2208119"/>
                <a:ext cx="18000" cy="97488"/>
              </a:xfrm>
              <a:custGeom>
                <a:avLst/>
                <a:gdLst>
                  <a:gd name="connsiteX0" fmla="*/ 0 w 26750"/>
                  <a:gd name="connsiteY0" fmla="*/ 0 h 97488"/>
                  <a:gd name="connsiteX1" fmla="*/ 26751 w 26750"/>
                  <a:gd name="connsiteY1" fmla="*/ 0 h 97488"/>
                  <a:gd name="connsiteX2" fmla="*/ 26751 w 26750"/>
                  <a:gd name="connsiteY2" fmla="*/ 97488 h 97488"/>
                  <a:gd name="connsiteX3" fmla="*/ 0 w 26750"/>
                  <a:gd name="connsiteY3" fmla="*/ 97488 h 97488"/>
                </a:gdLst>
                <a:ahLst/>
                <a:cxnLst>
                  <a:cxn ang="0">
                    <a:pos x="connsiteX0" y="connsiteY0"/>
                  </a:cxn>
                  <a:cxn ang="0">
                    <a:pos x="connsiteX1" y="connsiteY1"/>
                  </a:cxn>
                  <a:cxn ang="0">
                    <a:pos x="connsiteX2" y="connsiteY2"/>
                  </a:cxn>
                  <a:cxn ang="0">
                    <a:pos x="connsiteX3" y="connsiteY3"/>
                  </a:cxn>
                </a:cxnLst>
                <a:rect l="l" t="t" r="r" b="b"/>
                <a:pathLst>
                  <a:path w="26750" h="97488">
                    <a:moveTo>
                      <a:pt x="0" y="0"/>
                    </a:moveTo>
                    <a:lnTo>
                      <a:pt x="26751" y="0"/>
                    </a:lnTo>
                    <a:lnTo>
                      <a:pt x="26751" y="97488"/>
                    </a:lnTo>
                    <a:lnTo>
                      <a:pt x="0" y="97488"/>
                    </a:lnTo>
                    <a:close/>
                  </a:path>
                </a:pathLst>
              </a:custGeom>
              <a:solidFill>
                <a:schemeClr val="accent2"/>
              </a:solidFill>
              <a:ln w="7798" cap="flat">
                <a:noFill/>
                <a:prstDash val="solid"/>
                <a:miter/>
              </a:ln>
            </p:spPr>
            <p:txBody>
              <a:bodyPr rtlCol="0" anchor="ctr"/>
              <a:lstStyle/>
              <a:p>
                <a:endParaRPr lang="zh-CN" altLang="en-US"/>
              </a:p>
            </p:txBody>
          </p:sp>
        </p:grpSp>
        <p:sp>
          <p:nvSpPr>
            <p:cNvPr id="100" name="文本框 99">
              <a:extLst>
                <a:ext uri="{FF2B5EF4-FFF2-40B4-BE49-F238E27FC236}">
                  <a16:creationId xmlns:a16="http://schemas.microsoft.com/office/drawing/2014/main" id="{40A58CFA-45BF-CD64-E53A-E781D99CC70A}"/>
                </a:ext>
              </a:extLst>
            </p:cNvPr>
            <p:cNvSpPr txBox="1"/>
            <p:nvPr/>
          </p:nvSpPr>
          <p:spPr>
            <a:xfrm>
              <a:off x="1530720" y="2231299"/>
              <a:ext cx="628378"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altLang="zh-CN" sz="1000" dirty="0">
                  <a:solidFill>
                    <a:schemeClr val="bg1"/>
                  </a:solidFill>
                  <a:latin typeface="+mn-ea"/>
                  <a:sym typeface="Helvetica Neue"/>
                </a:rPr>
                <a:t>SQL</a:t>
              </a:r>
              <a:r>
                <a:rPr lang="zh-CN" altLang="en-US" sz="1000" dirty="0">
                  <a:solidFill>
                    <a:schemeClr val="bg1"/>
                  </a:solidFill>
                  <a:latin typeface="+mn-ea"/>
                  <a:sym typeface="Helvetica Neue"/>
                </a:rPr>
                <a:t>结构化</a:t>
              </a:r>
              <a:endParaRPr kumimoji="0" lang="zh-CN" altLang="en-US" sz="1000" b="0" i="0" u="none" strike="noStrike" cap="none" spc="0" normalizeH="0" baseline="0" dirty="0">
                <a:ln>
                  <a:noFill/>
                </a:ln>
                <a:solidFill>
                  <a:schemeClr val="bg1"/>
                </a:solidFill>
                <a:effectLst/>
                <a:uFillTx/>
                <a:latin typeface="+mn-ea"/>
                <a:sym typeface="Helvetica Neue"/>
              </a:endParaRPr>
            </a:p>
          </p:txBody>
        </p:sp>
      </p:grpSp>
      <p:sp>
        <p:nvSpPr>
          <p:cNvPr id="114" name="文本框 113">
            <a:extLst>
              <a:ext uri="{FF2B5EF4-FFF2-40B4-BE49-F238E27FC236}">
                <a16:creationId xmlns:a16="http://schemas.microsoft.com/office/drawing/2014/main" id="{30BC4CB2-E139-681C-1426-0DF3B63DF987}"/>
              </a:ext>
            </a:extLst>
          </p:cNvPr>
          <p:cNvSpPr txBox="1">
            <a:spLocks/>
          </p:cNvSpPr>
          <p:nvPr/>
        </p:nvSpPr>
        <p:spPr>
          <a:xfrm>
            <a:off x="976844" y="2024422"/>
            <a:ext cx="430500" cy="430500"/>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endParaRPr lang="zh-CN" altLang="en-US" dirty="0"/>
          </a:p>
        </p:txBody>
      </p:sp>
      <p:grpSp>
        <p:nvGrpSpPr>
          <p:cNvPr id="115" name="组合 114">
            <a:extLst>
              <a:ext uri="{FF2B5EF4-FFF2-40B4-BE49-F238E27FC236}">
                <a16:creationId xmlns:a16="http://schemas.microsoft.com/office/drawing/2014/main" id="{EF999558-813E-5A4C-F642-10B1996AA4D3}"/>
              </a:ext>
            </a:extLst>
          </p:cNvPr>
          <p:cNvGrpSpPr/>
          <p:nvPr/>
        </p:nvGrpSpPr>
        <p:grpSpPr>
          <a:xfrm>
            <a:off x="769556" y="3565103"/>
            <a:ext cx="845075" cy="204476"/>
            <a:chOff x="1423093" y="2206005"/>
            <a:chExt cx="845075" cy="204476"/>
          </a:xfrm>
        </p:grpSpPr>
        <p:grpSp>
          <p:nvGrpSpPr>
            <p:cNvPr id="116" name="组合 115">
              <a:extLst>
                <a:ext uri="{FF2B5EF4-FFF2-40B4-BE49-F238E27FC236}">
                  <a16:creationId xmlns:a16="http://schemas.microsoft.com/office/drawing/2014/main" id="{2B94C462-1ABA-3E62-3286-6E67F3501837}"/>
                </a:ext>
              </a:extLst>
            </p:cNvPr>
            <p:cNvGrpSpPr/>
            <p:nvPr/>
          </p:nvGrpSpPr>
          <p:grpSpPr>
            <a:xfrm>
              <a:off x="1423093" y="2206005"/>
              <a:ext cx="62805" cy="204476"/>
              <a:chOff x="443506" y="2144401"/>
              <a:chExt cx="69086" cy="224924"/>
            </a:xfrm>
          </p:grpSpPr>
          <p:sp>
            <p:nvSpPr>
              <p:cNvPr id="127" name="任意多边形: 形状 126">
                <a:extLst>
                  <a:ext uri="{FF2B5EF4-FFF2-40B4-BE49-F238E27FC236}">
                    <a16:creationId xmlns:a16="http://schemas.microsoft.com/office/drawing/2014/main" id="{71FB58D4-3FE9-65AB-C193-2C30D16CA86B}"/>
                  </a:ext>
                </a:extLst>
              </p:cNvPr>
              <p:cNvSpPr/>
              <p:nvPr/>
            </p:nvSpPr>
            <p:spPr>
              <a:xfrm>
                <a:off x="452661" y="2144401"/>
                <a:ext cx="59931" cy="22492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7798" cap="flat">
                <a:solidFill>
                  <a:schemeClr val="accent2"/>
                </a:solidFill>
                <a:prstDash val="solid"/>
                <a:miter/>
              </a:ln>
            </p:spPr>
            <p:txBody>
              <a:bodyPr rtlCol="0" anchor="ctr"/>
              <a:lstStyle/>
              <a:p>
                <a:endParaRPr lang="zh-CN" altLang="en-US"/>
              </a:p>
            </p:txBody>
          </p:sp>
          <p:sp>
            <p:nvSpPr>
              <p:cNvPr id="131" name="任意多边形: 形状 130">
                <a:extLst>
                  <a:ext uri="{FF2B5EF4-FFF2-40B4-BE49-F238E27FC236}">
                    <a16:creationId xmlns:a16="http://schemas.microsoft.com/office/drawing/2014/main" id="{88773348-490C-BAC5-9B99-25B88D6DA815}"/>
                  </a:ext>
                </a:extLst>
              </p:cNvPr>
              <p:cNvSpPr/>
              <p:nvPr/>
            </p:nvSpPr>
            <p:spPr>
              <a:xfrm>
                <a:off x="443506" y="2208119"/>
                <a:ext cx="18000" cy="97488"/>
              </a:xfrm>
              <a:custGeom>
                <a:avLst/>
                <a:gdLst>
                  <a:gd name="connsiteX0" fmla="*/ 0 w 26750"/>
                  <a:gd name="connsiteY0" fmla="*/ 0 h 97488"/>
                  <a:gd name="connsiteX1" fmla="*/ 26751 w 26750"/>
                  <a:gd name="connsiteY1" fmla="*/ 0 h 97488"/>
                  <a:gd name="connsiteX2" fmla="*/ 26751 w 26750"/>
                  <a:gd name="connsiteY2" fmla="*/ 97488 h 97488"/>
                  <a:gd name="connsiteX3" fmla="*/ 0 w 26750"/>
                  <a:gd name="connsiteY3" fmla="*/ 97488 h 97488"/>
                </a:gdLst>
                <a:ahLst/>
                <a:cxnLst>
                  <a:cxn ang="0">
                    <a:pos x="connsiteX0" y="connsiteY0"/>
                  </a:cxn>
                  <a:cxn ang="0">
                    <a:pos x="connsiteX1" y="connsiteY1"/>
                  </a:cxn>
                  <a:cxn ang="0">
                    <a:pos x="connsiteX2" y="connsiteY2"/>
                  </a:cxn>
                  <a:cxn ang="0">
                    <a:pos x="connsiteX3" y="connsiteY3"/>
                  </a:cxn>
                </a:cxnLst>
                <a:rect l="l" t="t" r="r" b="b"/>
                <a:pathLst>
                  <a:path w="26750" h="97488">
                    <a:moveTo>
                      <a:pt x="0" y="0"/>
                    </a:moveTo>
                    <a:lnTo>
                      <a:pt x="26751" y="0"/>
                    </a:lnTo>
                    <a:lnTo>
                      <a:pt x="26751" y="97488"/>
                    </a:lnTo>
                    <a:lnTo>
                      <a:pt x="0" y="97488"/>
                    </a:lnTo>
                    <a:close/>
                  </a:path>
                </a:pathLst>
              </a:custGeom>
              <a:solidFill>
                <a:schemeClr val="accent2"/>
              </a:solidFill>
              <a:ln w="7798" cap="flat">
                <a:noFill/>
                <a:prstDash val="solid"/>
                <a:miter/>
              </a:ln>
            </p:spPr>
            <p:txBody>
              <a:bodyPr rtlCol="0" anchor="ctr"/>
              <a:lstStyle/>
              <a:p>
                <a:endParaRPr lang="zh-CN" altLang="en-US" dirty="0"/>
              </a:p>
            </p:txBody>
          </p:sp>
        </p:grpSp>
        <p:grpSp>
          <p:nvGrpSpPr>
            <p:cNvPr id="119" name="组合 118">
              <a:extLst>
                <a:ext uri="{FF2B5EF4-FFF2-40B4-BE49-F238E27FC236}">
                  <a16:creationId xmlns:a16="http://schemas.microsoft.com/office/drawing/2014/main" id="{99430773-9366-1A0F-1075-CBA44A1AE1BF}"/>
                </a:ext>
              </a:extLst>
            </p:cNvPr>
            <p:cNvGrpSpPr/>
            <p:nvPr/>
          </p:nvGrpSpPr>
          <p:grpSpPr>
            <a:xfrm>
              <a:off x="2203919" y="2206005"/>
              <a:ext cx="64249" cy="204476"/>
              <a:chOff x="1053747" y="2144401"/>
              <a:chExt cx="70674" cy="224924"/>
            </a:xfrm>
          </p:grpSpPr>
          <p:sp>
            <p:nvSpPr>
              <p:cNvPr id="122" name="任意多边形: 形状 121">
                <a:extLst>
                  <a:ext uri="{FF2B5EF4-FFF2-40B4-BE49-F238E27FC236}">
                    <a16:creationId xmlns:a16="http://schemas.microsoft.com/office/drawing/2014/main" id="{CFA87703-3EA6-4411-A643-3F3911FEA05F}"/>
                  </a:ext>
                </a:extLst>
              </p:cNvPr>
              <p:cNvSpPr/>
              <p:nvPr/>
            </p:nvSpPr>
            <p:spPr>
              <a:xfrm>
                <a:off x="1053747" y="2144401"/>
                <a:ext cx="59931" cy="224924"/>
              </a:xfrm>
              <a:custGeom>
                <a:avLst/>
                <a:gdLst>
                  <a:gd name="connsiteX0" fmla="*/ 0 w 98814"/>
                  <a:gd name="connsiteY0" fmla="*/ 224925 h 224924"/>
                  <a:gd name="connsiteX1" fmla="*/ 98814 w 98814"/>
                  <a:gd name="connsiteY1" fmla="*/ 224925 h 224924"/>
                  <a:gd name="connsiteX2" fmla="*/ 98814 w 98814"/>
                  <a:gd name="connsiteY2" fmla="*/ 0 h 224924"/>
                  <a:gd name="connsiteX3" fmla="*/ 0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0" y="224925"/>
                    </a:moveTo>
                    <a:lnTo>
                      <a:pt x="98814" y="224925"/>
                    </a:lnTo>
                    <a:lnTo>
                      <a:pt x="98814" y="0"/>
                    </a:lnTo>
                    <a:lnTo>
                      <a:pt x="0" y="0"/>
                    </a:lnTo>
                  </a:path>
                </a:pathLst>
              </a:custGeom>
              <a:noFill/>
              <a:ln w="7798" cap="flat">
                <a:solidFill>
                  <a:schemeClr val="accent2"/>
                </a:solidFill>
                <a:prstDash val="solid"/>
                <a:miter/>
              </a:ln>
            </p:spPr>
            <p:txBody>
              <a:bodyPr rtlCol="0" anchor="ctr"/>
              <a:lstStyle/>
              <a:p>
                <a:endParaRPr lang="zh-CN" altLang="en-US"/>
              </a:p>
            </p:txBody>
          </p:sp>
          <p:sp>
            <p:nvSpPr>
              <p:cNvPr id="126" name="任意多边形: 形状 125">
                <a:extLst>
                  <a:ext uri="{FF2B5EF4-FFF2-40B4-BE49-F238E27FC236}">
                    <a16:creationId xmlns:a16="http://schemas.microsoft.com/office/drawing/2014/main" id="{F847A915-95C2-52C9-4221-23D41899C4E6}"/>
                  </a:ext>
                </a:extLst>
              </p:cNvPr>
              <p:cNvSpPr/>
              <p:nvPr/>
            </p:nvSpPr>
            <p:spPr>
              <a:xfrm rot="10800000">
                <a:off x="1106421" y="2208119"/>
                <a:ext cx="18000" cy="97488"/>
              </a:xfrm>
              <a:custGeom>
                <a:avLst/>
                <a:gdLst>
                  <a:gd name="connsiteX0" fmla="*/ 0 w 26750"/>
                  <a:gd name="connsiteY0" fmla="*/ 0 h 97488"/>
                  <a:gd name="connsiteX1" fmla="*/ 26751 w 26750"/>
                  <a:gd name="connsiteY1" fmla="*/ 0 h 97488"/>
                  <a:gd name="connsiteX2" fmla="*/ 26751 w 26750"/>
                  <a:gd name="connsiteY2" fmla="*/ 97488 h 97488"/>
                  <a:gd name="connsiteX3" fmla="*/ 0 w 26750"/>
                  <a:gd name="connsiteY3" fmla="*/ 97488 h 97488"/>
                </a:gdLst>
                <a:ahLst/>
                <a:cxnLst>
                  <a:cxn ang="0">
                    <a:pos x="connsiteX0" y="connsiteY0"/>
                  </a:cxn>
                  <a:cxn ang="0">
                    <a:pos x="connsiteX1" y="connsiteY1"/>
                  </a:cxn>
                  <a:cxn ang="0">
                    <a:pos x="connsiteX2" y="connsiteY2"/>
                  </a:cxn>
                  <a:cxn ang="0">
                    <a:pos x="connsiteX3" y="connsiteY3"/>
                  </a:cxn>
                </a:cxnLst>
                <a:rect l="l" t="t" r="r" b="b"/>
                <a:pathLst>
                  <a:path w="26750" h="97488">
                    <a:moveTo>
                      <a:pt x="0" y="0"/>
                    </a:moveTo>
                    <a:lnTo>
                      <a:pt x="26751" y="0"/>
                    </a:lnTo>
                    <a:lnTo>
                      <a:pt x="26751" y="97488"/>
                    </a:lnTo>
                    <a:lnTo>
                      <a:pt x="0" y="97488"/>
                    </a:lnTo>
                    <a:close/>
                  </a:path>
                </a:pathLst>
              </a:custGeom>
              <a:solidFill>
                <a:schemeClr val="accent2"/>
              </a:solidFill>
              <a:ln w="7798" cap="flat">
                <a:noFill/>
                <a:prstDash val="solid"/>
                <a:miter/>
              </a:ln>
            </p:spPr>
            <p:txBody>
              <a:bodyPr rtlCol="0" anchor="ctr"/>
              <a:lstStyle/>
              <a:p>
                <a:endParaRPr lang="zh-CN" altLang="en-US"/>
              </a:p>
            </p:txBody>
          </p:sp>
        </p:grpSp>
        <p:sp>
          <p:nvSpPr>
            <p:cNvPr id="121" name="文本框 120">
              <a:extLst>
                <a:ext uri="{FF2B5EF4-FFF2-40B4-BE49-F238E27FC236}">
                  <a16:creationId xmlns:a16="http://schemas.microsoft.com/office/drawing/2014/main" id="{597629CE-12CF-4C90-501F-9DFC88359493}"/>
                </a:ext>
              </a:extLst>
            </p:cNvPr>
            <p:cNvSpPr txBox="1"/>
            <p:nvPr/>
          </p:nvSpPr>
          <p:spPr>
            <a:xfrm>
              <a:off x="1510681" y="2231299"/>
              <a:ext cx="668453"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altLang="zh-CN" sz="1000" dirty="0">
                  <a:solidFill>
                    <a:schemeClr val="bg1"/>
                  </a:solidFill>
                  <a:latin typeface="+mn-ea"/>
                  <a:sym typeface="Helvetica Neue"/>
                </a:rPr>
                <a:t>Web</a:t>
              </a:r>
              <a:r>
                <a:rPr lang="zh-CN" altLang="en-US" sz="1000" dirty="0">
                  <a:solidFill>
                    <a:schemeClr val="bg1"/>
                  </a:solidFill>
                  <a:latin typeface="+mn-ea"/>
                  <a:sym typeface="Helvetica Neue"/>
                </a:rPr>
                <a:t>互联网</a:t>
              </a:r>
              <a:endParaRPr kumimoji="0" lang="zh-CN" altLang="en-US" sz="1000" b="0" i="0" u="none" strike="noStrike" cap="none" spc="0" normalizeH="0" baseline="0" dirty="0">
                <a:ln>
                  <a:noFill/>
                </a:ln>
                <a:solidFill>
                  <a:schemeClr val="bg1"/>
                </a:solidFill>
                <a:effectLst/>
                <a:uFillTx/>
                <a:latin typeface="+mn-ea"/>
                <a:sym typeface="Helvetica Neue"/>
              </a:endParaRPr>
            </a:p>
          </p:txBody>
        </p:sp>
      </p:grpSp>
      <p:sp>
        <p:nvSpPr>
          <p:cNvPr id="132" name="文本框 131">
            <a:extLst>
              <a:ext uri="{FF2B5EF4-FFF2-40B4-BE49-F238E27FC236}">
                <a16:creationId xmlns:a16="http://schemas.microsoft.com/office/drawing/2014/main" id="{33478D41-D278-B6BE-603E-1FAC37EB9882}"/>
              </a:ext>
            </a:extLst>
          </p:cNvPr>
          <p:cNvSpPr txBox="1">
            <a:spLocks/>
          </p:cNvSpPr>
          <p:nvPr/>
        </p:nvSpPr>
        <p:spPr>
          <a:xfrm>
            <a:off x="976844" y="3038575"/>
            <a:ext cx="430500" cy="430500"/>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endParaRPr lang="zh-CN" altLang="en-US" dirty="0"/>
          </a:p>
        </p:txBody>
      </p:sp>
      <p:grpSp>
        <p:nvGrpSpPr>
          <p:cNvPr id="146" name="组合 145">
            <a:extLst>
              <a:ext uri="{FF2B5EF4-FFF2-40B4-BE49-F238E27FC236}">
                <a16:creationId xmlns:a16="http://schemas.microsoft.com/office/drawing/2014/main" id="{0C5EAE09-C6B4-7597-88D5-8F23D4565FFA}"/>
              </a:ext>
            </a:extLst>
          </p:cNvPr>
          <p:cNvGrpSpPr/>
          <p:nvPr/>
        </p:nvGrpSpPr>
        <p:grpSpPr>
          <a:xfrm>
            <a:off x="769556" y="4579256"/>
            <a:ext cx="845075" cy="204476"/>
            <a:chOff x="1423093" y="2206005"/>
            <a:chExt cx="845075" cy="204476"/>
          </a:xfrm>
        </p:grpSpPr>
        <p:grpSp>
          <p:nvGrpSpPr>
            <p:cNvPr id="147" name="组合 146">
              <a:extLst>
                <a:ext uri="{FF2B5EF4-FFF2-40B4-BE49-F238E27FC236}">
                  <a16:creationId xmlns:a16="http://schemas.microsoft.com/office/drawing/2014/main" id="{6E578373-4241-DD49-D7AB-FAE94023B3C6}"/>
                </a:ext>
              </a:extLst>
            </p:cNvPr>
            <p:cNvGrpSpPr/>
            <p:nvPr/>
          </p:nvGrpSpPr>
          <p:grpSpPr>
            <a:xfrm>
              <a:off x="1423093" y="2206005"/>
              <a:ext cx="62805" cy="204476"/>
              <a:chOff x="443506" y="2144401"/>
              <a:chExt cx="69086" cy="224924"/>
            </a:xfrm>
          </p:grpSpPr>
          <p:sp>
            <p:nvSpPr>
              <p:cNvPr id="182" name="任意多边形: 形状 181">
                <a:extLst>
                  <a:ext uri="{FF2B5EF4-FFF2-40B4-BE49-F238E27FC236}">
                    <a16:creationId xmlns:a16="http://schemas.microsoft.com/office/drawing/2014/main" id="{1A59DE05-CFC3-88CF-DC7E-4D3BEC885F86}"/>
                  </a:ext>
                </a:extLst>
              </p:cNvPr>
              <p:cNvSpPr/>
              <p:nvPr/>
            </p:nvSpPr>
            <p:spPr>
              <a:xfrm>
                <a:off x="452661" y="2144401"/>
                <a:ext cx="59931" cy="22492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7798" cap="flat">
                <a:solidFill>
                  <a:schemeClr val="accent2"/>
                </a:solidFill>
                <a:prstDash val="solid"/>
                <a:miter/>
              </a:ln>
            </p:spPr>
            <p:txBody>
              <a:bodyPr rtlCol="0" anchor="ctr"/>
              <a:lstStyle/>
              <a:p>
                <a:endParaRPr lang="zh-CN" altLang="en-US"/>
              </a:p>
            </p:txBody>
          </p:sp>
          <p:sp>
            <p:nvSpPr>
              <p:cNvPr id="185" name="任意多边形: 形状 184">
                <a:extLst>
                  <a:ext uri="{FF2B5EF4-FFF2-40B4-BE49-F238E27FC236}">
                    <a16:creationId xmlns:a16="http://schemas.microsoft.com/office/drawing/2014/main" id="{3915C654-CF8A-7ED5-A41B-433D31DC5F89}"/>
                  </a:ext>
                </a:extLst>
              </p:cNvPr>
              <p:cNvSpPr/>
              <p:nvPr/>
            </p:nvSpPr>
            <p:spPr>
              <a:xfrm>
                <a:off x="443506" y="2208119"/>
                <a:ext cx="18000" cy="97488"/>
              </a:xfrm>
              <a:custGeom>
                <a:avLst/>
                <a:gdLst>
                  <a:gd name="connsiteX0" fmla="*/ 0 w 26750"/>
                  <a:gd name="connsiteY0" fmla="*/ 0 h 97488"/>
                  <a:gd name="connsiteX1" fmla="*/ 26751 w 26750"/>
                  <a:gd name="connsiteY1" fmla="*/ 0 h 97488"/>
                  <a:gd name="connsiteX2" fmla="*/ 26751 w 26750"/>
                  <a:gd name="connsiteY2" fmla="*/ 97488 h 97488"/>
                  <a:gd name="connsiteX3" fmla="*/ 0 w 26750"/>
                  <a:gd name="connsiteY3" fmla="*/ 97488 h 97488"/>
                </a:gdLst>
                <a:ahLst/>
                <a:cxnLst>
                  <a:cxn ang="0">
                    <a:pos x="connsiteX0" y="connsiteY0"/>
                  </a:cxn>
                  <a:cxn ang="0">
                    <a:pos x="connsiteX1" y="connsiteY1"/>
                  </a:cxn>
                  <a:cxn ang="0">
                    <a:pos x="connsiteX2" y="connsiteY2"/>
                  </a:cxn>
                  <a:cxn ang="0">
                    <a:pos x="connsiteX3" y="connsiteY3"/>
                  </a:cxn>
                </a:cxnLst>
                <a:rect l="l" t="t" r="r" b="b"/>
                <a:pathLst>
                  <a:path w="26750" h="97488">
                    <a:moveTo>
                      <a:pt x="0" y="0"/>
                    </a:moveTo>
                    <a:lnTo>
                      <a:pt x="26751" y="0"/>
                    </a:lnTo>
                    <a:lnTo>
                      <a:pt x="26751" y="97488"/>
                    </a:lnTo>
                    <a:lnTo>
                      <a:pt x="0" y="97488"/>
                    </a:lnTo>
                    <a:close/>
                  </a:path>
                </a:pathLst>
              </a:custGeom>
              <a:solidFill>
                <a:schemeClr val="accent2"/>
              </a:solidFill>
              <a:ln w="7798" cap="flat">
                <a:noFill/>
                <a:prstDash val="solid"/>
                <a:miter/>
              </a:ln>
            </p:spPr>
            <p:txBody>
              <a:bodyPr rtlCol="0" anchor="ctr"/>
              <a:lstStyle/>
              <a:p>
                <a:endParaRPr lang="zh-CN" altLang="en-US"/>
              </a:p>
            </p:txBody>
          </p:sp>
        </p:grpSp>
        <p:grpSp>
          <p:nvGrpSpPr>
            <p:cNvPr id="152" name="组合 151">
              <a:extLst>
                <a:ext uri="{FF2B5EF4-FFF2-40B4-BE49-F238E27FC236}">
                  <a16:creationId xmlns:a16="http://schemas.microsoft.com/office/drawing/2014/main" id="{CF58F23C-FD2D-B253-E99F-3DF55E5D10D1}"/>
                </a:ext>
              </a:extLst>
            </p:cNvPr>
            <p:cNvGrpSpPr/>
            <p:nvPr/>
          </p:nvGrpSpPr>
          <p:grpSpPr>
            <a:xfrm>
              <a:off x="2203919" y="2206005"/>
              <a:ext cx="64249" cy="204476"/>
              <a:chOff x="1053747" y="2144401"/>
              <a:chExt cx="70674" cy="224924"/>
            </a:xfrm>
          </p:grpSpPr>
          <p:sp>
            <p:nvSpPr>
              <p:cNvPr id="180" name="任意多边形: 形状 179">
                <a:extLst>
                  <a:ext uri="{FF2B5EF4-FFF2-40B4-BE49-F238E27FC236}">
                    <a16:creationId xmlns:a16="http://schemas.microsoft.com/office/drawing/2014/main" id="{01B9A480-1A21-12D2-2FD8-E4ADAE3B9367}"/>
                  </a:ext>
                </a:extLst>
              </p:cNvPr>
              <p:cNvSpPr/>
              <p:nvPr/>
            </p:nvSpPr>
            <p:spPr>
              <a:xfrm>
                <a:off x="1053747" y="2144401"/>
                <a:ext cx="59931" cy="224924"/>
              </a:xfrm>
              <a:custGeom>
                <a:avLst/>
                <a:gdLst>
                  <a:gd name="connsiteX0" fmla="*/ 0 w 98814"/>
                  <a:gd name="connsiteY0" fmla="*/ 224925 h 224924"/>
                  <a:gd name="connsiteX1" fmla="*/ 98814 w 98814"/>
                  <a:gd name="connsiteY1" fmla="*/ 224925 h 224924"/>
                  <a:gd name="connsiteX2" fmla="*/ 98814 w 98814"/>
                  <a:gd name="connsiteY2" fmla="*/ 0 h 224924"/>
                  <a:gd name="connsiteX3" fmla="*/ 0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0" y="224925"/>
                    </a:moveTo>
                    <a:lnTo>
                      <a:pt x="98814" y="224925"/>
                    </a:lnTo>
                    <a:lnTo>
                      <a:pt x="98814" y="0"/>
                    </a:lnTo>
                    <a:lnTo>
                      <a:pt x="0" y="0"/>
                    </a:lnTo>
                  </a:path>
                </a:pathLst>
              </a:custGeom>
              <a:noFill/>
              <a:ln w="7798" cap="flat">
                <a:solidFill>
                  <a:schemeClr val="accent2"/>
                </a:solidFill>
                <a:prstDash val="solid"/>
                <a:miter/>
              </a:ln>
            </p:spPr>
            <p:txBody>
              <a:bodyPr rtlCol="0" anchor="ctr"/>
              <a:lstStyle/>
              <a:p>
                <a:endParaRPr lang="zh-CN" altLang="en-US"/>
              </a:p>
            </p:txBody>
          </p:sp>
          <p:sp>
            <p:nvSpPr>
              <p:cNvPr id="181" name="任意多边形: 形状 180">
                <a:extLst>
                  <a:ext uri="{FF2B5EF4-FFF2-40B4-BE49-F238E27FC236}">
                    <a16:creationId xmlns:a16="http://schemas.microsoft.com/office/drawing/2014/main" id="{09FDBF96-61C8-9654-FBD3-35B61494959B}"/>
                  </a:ext>
                </a:extLst>
              </p:cNvPr>
              <p:cNvSpPr/>
              <p:nvPr/>
            </p:nvSpPr>
            <p:spPr>
              <a:xfrm rot="10800000">
                <a:off x="1106421" y="2208119"/>
                <a:ext cx="18000" cy="97488"/>
              </a:xfrm>
              <a:custGeom>
                <a:avLst/>
                <a:gdLst>
                  <a:gd name="connsiteX0" fmla="*/ 0 w 26750"/>
                  <a:gd name="connsiteY0" fmla="*/ 0 h 97488"/>
                  <a:gd name="connsiteX1" fmla="*/ 26751 w 26750"/>
                  <a:gd name="connsiteY1" fmla="*/ 0 h 97488"/>
                  <a:gd name="connsiteX2" fmla="*/ 26751 w 26750"/>
                  <a:gd name="connsiteY2" fmla="*/ 97488 h 97488"/>
                  <a:gd name="connsiteX3" fmla="*/ 0 w 26750"/>
                  <a:gd name="connsiteY3" fmla="*/ 97488 h 97488"/>
                </a:gdLst>
                <a:ahLst/>
                <a:cxnLst>
                  <a:cxn ang="0">
                    <a:pos x="connsiteX0" y="connsiteY0"/>
                  </a:cxn>
                  <a:cxn ang="0">
                    <a:pos x="connsiteX1" y="connsiteY1"/>
                  </a:cxn>
                  <a:cxn ang="0">
                    <a:pos x="connsiteX2" y="connsiteY2"/>
                  </a:cxn>
                  <a:cxn ang="0">
                    <a:pos x="connsiteX3" y="connsiteY3"/>
                  </a:cxn>
                </a:cxnLst>
                <a:rect l="l" t="t" r="r" b="b"/>
                <a:pathLst>
                  <a:path w="26750" h="97488">
                    <a:moveTo>
                      <a:pt x="0" y="0"/>
                    </a:moveTo>
                    <a:lnTo>
                      <a:pt x="26751" y="0"/>
                    </a:lnTo>
                    <a:lnTo>
                      <a:pt x="26751" y="97488"/>
                    </a:lnTo>
                    <a:lnTo>
                      <a:pt x="0" y="97488"/>
                    </a:lnTo>
                    <a:close/>
                  </a:path>
                </a:pathLst>
              </a:custGeom>
              <a:solidFill>
                <a:schemeClr val="accent2"/>
              </a:solidFill>
              <a:ln w="7798" cap="flat">
                <a:noFill/>
                <a:prstDash val="solid"/>
                <a:miter/>
              </a:ln>
            </p:spPr>
            <p:txBody>
              <a:bodyPr rtlCol="0" anchor="ctr"/>
              <a:lstStyle/>
              <a:p>
                <a:endParaRPr lang="zh-CN" altLang="en-US"/>
              </a:p>
            </p:txBody>
          </p:sp>
        </p:grpSp>
        <p:sp>
          <p:nvSpPr>
            <p:cNvPr id="169" name="文本框 168">
              <a:extLst>
                <a:ext uri="{FF2B5EF4-FFF2-40B4-BE49-F238E27FC236}">
                  <a16:creationId xmlns:a16="http://schemas.microsoft.com/office/drawing/2014/main" id="{1545B173-5B2F-C0F4-1749-549A70286476}"/>
                </a:ext>
              </a:extLst>
            </p:cNvPr>
            <p:cNvSpPr txBox="1"/>
            <p:nvPr/>
          </p:nvSpPr>
          <p:spPr>
            <a:xfrm>
              <a:off x="1572399" y="2231299"/>
              <a:ext cx="545022"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altLang="zh-CN" sz="1000" dirty="0">
                  <a:solidFill>
                    <a:schemeClr val="bg1"/>
                  </a:solidFill>
                  <a:latin typeface="+mn-ea"/>
                  <a:sym typeface="Helvetica Neue"/>
                </a:rPr>
                <a:t>Logs</a:t>
              </a:r>
              <a:r>
                <a:rPr lang="zh-CN" altLang="en-US" sz="1000" dirty="0">
                  <a:solidFill>
                    <a:schemeClr val="bg1"/>
                  </a:solidFill>
                  <a:latin typeface="+mn-ea"/>
                  <a:sym typeface="Helvetica Neue"/>
                </a:rPr>
                <a:t>日志</a:t>
              </a:r>
              <a:endParaRPr kumimoji="0" lang="zh-CN" altLang="en-US" sz="1000" b="0" i="0" u="none" strike="noStrike" cap="none" spc="0" normalizeH="0" baseline="0" dirty="0">
                <a:ln>
                  <a:noFill/>
                </a:ln>
                <a:solidFill>
                  <a:schemeClr val="bg1"/>
                </a:solidFill>
                <a:effectLst/>
                <a:uFillTx/>
                <a:latin typeface="+mn-ea"/>
                <a:sym typeface="Helvetica Neue"/>
              </a:endParaRPr>
            </a:p>
          </p:txBody>
        </p:sp>
      </p:grpSp>
      <p:sp>
        <p:nvSpPr>
          <p:cNvPr id="186" name="文本框 185">
            <a:extLst>
              <a:ext uri="{FF2B5EF4-FFF2-40B4-BE49-F238E27FC236}">
                <a16:creationId xmlns:a16="http://schemas.microsoft.com/office/drawing/2014/main" id="{F97E9496-C443-6E00-88C5-76CFDBD25CE4}"/>
              </a:ext>
            </a:extLst>
          </p:cNvPr>
          <p:cNvSpPr txBox="1">
            <a:spLocks/>
          </p:cNvSpPr>
          <p:nvPr/>
        </p:nvSpPr>
        <p:spPr>
          <a:xfrm>
            <a:off x="976844" y="4052728"/>
            <a:ext cx="430500" cy="430500"/>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endParaRPr lang="zh-CN" altLang="en-US" dirty="0"/>
          </a:p>
        </p:txBody>
      </p:sp>
      <p:grpSp>
        <p:nvGrpSpPr>
          <p:cNvPr id="2050" name="组合 2049">
            <a:extLst>
              <a:ext uri="{FF2B5EF4-FFF2-40B4-BE49-F238E27FC236}">
                <a16:creationId xmlns:a16="http://schemas.microsoft.com/office/drawing/2014/main" id="{5381EEC3-451B-239D-72CE-2C883EE05BFD}"/>
              </a:ext>
            </a:extLst>
          </p:cNvPr>
          <p:cNvGrpSpPr/>
          <p:nvPr/>
        </p:nvGrpSpPr>
        <p:grpSpPr>
          <a:xfrm>
            <a:off x="769556" y="5593410"/>
            <a:ext cx="845075" cy="204476"/>
            <a:chOff x="1423093" y="2206005"/>
            <a:chExt cx="845075" cy="204476"/>
          </a:xfrm>
        </p:grpSpPr>
        <p:grpSp>
          <p:nvGrpSpPr>
            <p:cNvPr id="2060" name="组合 2059">
              <a:extLst>
                <a:ext uri="{FF2B5EF4-FFF2-40B4-BE49-F238E27FC236}">
                  <a16:creationId xmlns:a16="http://schemas.microsoft.com/office/drawing/2014/main" id="{977C52D7-2482-841D-A837-7BFF446D18C8}"/>
                </a:ext>
              </a:extLst>
            </p:cNvPr>
            <p:cNvGrpSpPr/>
            <p:nvPr/>
          </p:nvGrpSpPr>
          <p:grpSpPr>
            <a:xfrm>
              <a:off x="1423093" y="2206005"/>
              <a:ext cx="62805" cy="204476"/>
              <a:chOff x="443506" y="2144401"/>
              <a:chExt cx="69086" cy="224924"/>
            </a:xfrm>
          </p:grpSpPr>
          <p:sp>
            <p:nvSpPr>
              <p:cNvPr id="2085" name="任意多边形: 形状 2084">
                <a:extLst>
                  <a:ext uri="{FF2B5EF4-FFF2-40B4-BE49-F238E27FC236}">
                    <a16:creationId xmlns:a16="http://schemas.microsoft.com/office/drawing/2014/main" id="{7C352626-B18E-F3DF-DE0D-653DAF65C5FC}"/>
                  </a:ext>
                </a:extLst>
              </p:cNvPr>
              <p:cNvSpPr/>
              <p:nvPr/>
            </p:nvSpPr>
            <p:spPr>
              <a:xfrm>
                <a:off x="452661" y="2144401"/>
                <a:ext cx="59931" cy="22492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7798" cap="flat">
                <a:solidFill>
                  <a:schemeClr val="accent2"/>
                </a:solidFill>
                <a:prstDash val="solid"/>
                <a:miter/>
              </a:ln>
            </p:spPr>
            <p:txBody>
              <a:bodyPr rtlCol="0" anchor="ctr"/>
              <a:lstStyle/>
              <a:p>
                <a:endParaRPr lang="zh-CN" altLang="en-US"/>
              </a:p>
            </p:txBody>
          </p:sp>
          <p:sp>
            <p:nvSpPr>
              <p:cNvPr id="2086" name="任意多边形: 形状 2085">
                <a:extLst>
                  <a:ext uri="{FF2B5EF4-FFF2-40B4-BE49-F238E27FC236}">
                    <a16:creationId xmlns:a16="http://schemas.microsoft.com/office/drawing/2014/main" id="{6541B508-0F1B-E4F0-8E35-7CA968BC4B44}"/>
                  </a:ext>
                </a:extLst>
              </p:cNvPr>
              <p:cNvSpPr/>
              <p:nvPr/>
            </p:nvSpPr>
            <p:spPr>
              <a:xfrm>
                <a:off x="443506" y="2208119"/>
                <a:ext cx="18000" cy="97488"/>
              </a:xfrm>
              <a:custGeom>
                <a:avLst/>
                <a:gdLst>
                  <a:gd name="connsiteX0" fmla="*/ 0 w 26750"/>
                  <a:gd name="connsiteY0" fmla="*/ 0 h 97488"/>
                  <a:gd name="connsiteX1" fmla="*/ 26751 w 26750"/>
                  <a:gd name="connsiteY1" fmla="*/ 0 h 97488"/>
                  <a:gd name="connsiteX2" fmla="*/ 26751 w 26750"/>
                  <a:gd name="connsiteY2" fmla="*/ 97488 h 97488"/>
                  <a:gd name="connsiteX3" fmla="*/ 0 w 26750"/>
                  <a:gd name="connsiteY3" fmla="*/ 97488 h 97488"/>
                </a:gdLst>
                <a:ahLst/>
                <a:cxnLst>
                  <a:cxn ang="0">
                    <a:pos x="connsiteX0" y="connsiteY0"/>
                  </a:cxn>
                  <a:cxn ang="0">
                    <a:pos x="connsiteX1" y="connsiteY1"/>
                  </a:cxn>
                  <a:cxn ang="0">
                    <a:pos x="connsiteX2" y="connsiteY2"/>
                  </a:cxn>
                  <a:cxn ang="0">
                    <a:pos x="connsiteX3" y="connsiteY3"/>
                  </a:cxn>
                </a:cxnLst>
                <a:rect l="l" t="t" r="r" b="b"/>
                <a:pathLst>
                  <a:path w="26750" h="97488">
                    <a:moveTo>
                      <a:pt x="0" y="0"/>
                    </a:moveTo>
                    <a:lnTo>
                      <a:pt x="26751" y="0"/>
                    </a:lnTo>
                    <a:lnTo>
                      <a:pt x="26751" y="97488"/>
                    </a:lnTo>
                    <a:lnTo>
                      <a:pt x="0" y="97488"/>
                    </a:lnTo>
                    <a:close/>
                  </a:path>
                </a:pathLst>
              </a:custGeom>
              <a:solidFill>
                <a:schemeClr val="accent2"/>
              </a:solidFill>
              <a:ln w="7798" cap="flat">
                <a:noFill/>
                <a:prstDash val="solid"/>
                <a:miter/>
              </a:ln>
            </p:spPr>
            <p:txBody>
              <a:bodyPr rtlCol="0" anchor="ctr"/>
              <a:lstStyle/>
              <a:p>
                <a:endParaRPr lang="zh-CN" altLang="en-US"/>
              </a:p>
            </p:txBody>
          </p:sp>
        </p:grpSp>
        <p:grpSp>
          <p:nvGrpSpPr>
            <p:cNvPr id="2061" name="组合 2060">
              <a:extLst>
                <a:ext uri="{FF2B5EF4-FFF2-40B4-BE49-F238E27FC236}">
                  <a16:creationId xmlns:a16="http://schemas.microsoft.com/office/drawing/2014/main" id="{0F989680-B83E-0FCF-E019-2155CF6B562D}"/>
                </a:ext>
              </a:extLst>
            </p:cNvPr>
            <p:cNvGrpSpPr/>
            <p:nvPr/>
          </p:nvGrpSpPr>
          <p:grpSpPr>
            <a:xfrm>
              <a:off x="2203919" y="2206005"/>
              <a:ext cx="64249" cy="204476"/>
              <a:chOff x="1053747" y="2144401"/>
              <a:chExt cx="70674" cy="224924"/>
            </a:xfrm>
          </p:grpSpPr>
          <p:sp>
            <p:nvSpPr>
              <p:cNvPr id="2067" name="任意多边形: 形状 2066">
                <a:extLst>
                  <a:ext uri="{FF2B5EF4-FFF2-40B4-BE49-F238E27FC236}">
                    <a16:creationId xmlns:a16="http://schemas.microsoft.com/office/drawing/2014/main" id="{53A109C4-DF85-3D66-34EF-18AA75F2416E}"/>
                  </a:ext>
                </a:extLst>
              </p:cNvPr>
              <p:cNvSpPr/>
              <p:nvPr/>
            </p:nvSpPr>
            <p:spPr>
              <a:xfrm>
                <a:off x="1053747" y="2144401"/>
                <a:ext cx="59931" cy="224924"/>
              </a:xfrm>
              <a:custGeom>
                <a:avLst/>
                <a:gdLst>
                  <a:gd name="connsiteX0" fmla="*/ 0 w 98814"/>
                  <a:gd name="connsiteY0" fmla="*/ 224925 h 224924"/>
                  <a:gd name="connsiteX1" fmla="*/ 98814 w 98814"/>
                  <a:gd name="connsiteY1" fmla="*/ 224925 h 224924"/>
                  <a:gd name="connsiteX2" fmla="*/ 98814 w 98814"/>
                  <a:gd name="connsiteY2" fmla="*/ 0 h 224924"/>
                  <a:gd name="connsiteX3" fmla="*/ 0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0" y="224925"/>
                    </a:moveTo>
                    <a:lnTo>
                      <a:pt x="98814" y="224925"/>
                    </a:lnTo>
                    <a:lnTo>
                      <a:pt x="98814" y="0"/>
                    </a:lnTo>
                    <a:lnTo>
                      <a:pt x="0" y="0"/>
                    </a:lnTo>
                  </a:path>
                </a:pathLst>
              </a:custGeom>
              <a:noFill/>
              <a:ln w="7798" cap="flat">
                <a:solidFill>
                  <a:schemeClr val="accent2"/>
                </a:solidFill>
                <a:prstDash val="solid"/>
                <a:miter/>
              </a:ln>
            </p:spPr>
            <p:txBody>
              <a:bodyPr rtlCol="0" anchor="ctr"/>
              <a:lstStyle/>
              <a:p>
                <a:endParaRPr lang="zh-CN" altLang="en-US"/>
              </a:p>
            </p:txBody>
          </p:sp>
          <p:sp>
            <p:nvSpPr>
              <p:cNvPr id="2068" name="任意多边形: 形状 2067">
                <a:extLst>
                  <a:ext uri="{FF2B5EF4-FFF2-40B4-BE49-F238E27FC236}">
                    <a16:creationId xmlns:a16="http://schemas.microsoft.com/office/drawing/2014/main" id="{CA471CDC-7EEA-081C-1A73-E987A40988BE}"/>
                  </a:ext>
                </a:extLst>
              </p:cNvPr>
              <p:cNvSpPr/>
              <p:nvPr/>
            </p:nvSpPr>
            <p:spPr>
              <a:xfrm rot="10800000">
                <a:off x="1106421" y="2208119"/>
                <a:ext cx="18000" cy="97488"/>
              </a:xfrm>
              <a:custGeom>
                <a:avLst/>
                <a:gdLst>
                  <a:gd name="connsiteX0" fmla="*/ 0 w 26750"/>
                  <a:gd name="connsiteY0" fmla="*/ 0 h 97488"/>
                  <a:gd name="connsiteX1" fmla="*/ 26751 w 26750"/>
                  <a:gd name="connsiteY1" fmla="*/ 0 h 97488"/>
                  <a:gd name="connsiteX2" fmla="*/ 26751 w 26750"/>
                  <a:gd name="connsiteY2" fmla="*/ 97488 h 97488"/>
                  <a:gd name="connsiteX3" fmla="*/ 0 w 26750"/>
                  <a:gd name="connsiteY3" fmla="*/ 97488 h 97488"/>
                </a:gdLst>
                <a:ahLst/>
                <a:cxnLst>
                  <a:cxn ang="0">
                    <a:pos x="connsiteX0" y="connsiteY0"/>
                  </a:cxn>
                  <a:cxn ang="0">
                    <a:pos x="connsiteX1" y="connsiteY1"/>
                  </a:cxn>
                  <a:cxn ang="0">
                    <a:pos x="connsiteX2" y="connsiteY2"/>
                  </a:cxn>
                  <a:cxn ang="0">
                    <a:pos x="connsiteX3" y="connsiteY3"/>
                  </a:cxn>
                </a:cxnLst>
                <a:rect l="l" t="t" r="r" b="b"/>
                <a:pathLst>
                  <a:path w="26750" h="97488">
                    <a:moveTo>
                      <a:pt x="0" y="0"/>
                    </a:moveTo>
                    <a:lnTo>
                      <a:pt x="26751" y="0"/>
                    </a:lnTo>
                    <a:lnTo>
                      <a:pt x="26751" y="97488"/>
                    </a:lnTo>
                    <a:lnTo>
                      <a:pt x="0" y="97488"/>
                    </a:lnTo>
                    <a:close/>
                  </a:path>
                </a:pathLst>
              </a:custGeom>
              <a:solidFill>
                <a:schemeClr val="accent2"/>
              </a:solidFill>
              <a:ln w="7798" cap="flat">
                <a:noFill/>
                <a:prstDash val="solid"/>
                <a:miter/>
              </a:ln>
            </p:spPr>
            <p:txBody>
              <a:bodyPr rtlCol="0" anchor="ctr"/>
              <a:lstStyle/>
              <a:p>
                <a:endParaRPr lang="zh-CN" altLang="en-US"/>
              </a:p>
            </p:txBody>
          </p:sp>
        </p:grpSp>
        <p:sp>
          <p:nvSpPr>
            <p:cNvPr id="2066" name="文本框 2065">
              <a:extLst>
                <a:ext uri="{FF2B5EF4-FFF2-40B4-BE49-F238E27FC236}">
                  <a16:creationId xmlns:a16="http://schemas.microsoft.com/office/drawing/2014/main" id="{040DC80E-56FD-5C04-D004-01CE5E852628}"/>
                </a:ext>
              </a:extLst>
            </p:cNvPr>
            <p:cNvSpPr txBox="1"/>
            <p:nvPr/>
          </p:nvSpPr>
          <p:spPr>
            <a:xfrm>
              <a:off x="1555567" y="2231299"/>
              <a:ext cx="578685"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altLang="zh-CN" sz="1000" dirty="0">
                  <a:solidFill>
                    <a:schemeClr val="bg1"/>
                  </a:solidFill>
                  <a:latin typeface="+mn-ea"/>
                  <a:sym typeface="Helvetica Neue"/>
                </a:rPr>
                <a:t>IoT</a:t>
              </a:r>
              <a:r>
                <a:rPr lang="zh-CN" altLang="en-US" sz="1000" dirty="0">
                  <a:solidFill>
                    <a:schemeClr val="bg1"/>
                  </a:solidFill>
                  <a:latin typeface="+mn-ea"/>
                  <a:sym typeface="Helvetica Neue"/>
                </a:rPr>
                <a:t>物联网</a:t>
              </a:r>
              <a:endParaRPr kumimoji="0" lang="zh-CN" altLang="en-US" sz="1000" b="0" i="0" u="none" strike="noStrike" cap="none" spc="0" normalizeH="0" baseline="0" dirty="0">
                <a:ln>
                  <a:noFill/>
                </a:ln>
                <a:solidFill>
                  <a:schemeClr val="bg1"/>
                </a:solidFill>
                <a:effectLst/>
                <a:uFillTx/>
                <a:latin typeface="+mn-ea"/>
                <a:sym typeface="Helvetica Neue"/>
              </a:endParaRPr>
            </a:p>
          </p:txBody>
        </p:sp>
      </p:grpSp>
      <p:sp>
        <p:nvSpPr>
          <p:cNvPr id="2088" name="文本框 2087">
            <a:extLst>
              <a:ext uri="{FF2B5EF4-FFF2-40B4-BE49-F238E27FC236}">
                <a16:creationId xmlns:a16="http://schemas.microsoft.com/office/drawing/2014/main" id="{9114D3D8-9082-B29E-05D6-E0ABA43DD543}"/>
              </a:ext>
            </a:extLst>
          </p:cNvPr>
          <p:cNvSpPr txBox="1">
            <a:spLocks/>
          </p:cNvSpPr>
          <p:nvPr/>
        </p:nvSpPr>
        <p:spPr>
          <a:xfrm>
            <a:off x="976844" y="5066882"/>
            <a:ext cx="430500" cy="430500"/>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endParaRPr lang="zh-CN" altLang="en-US" dirty="0"/>
          </a:p>
        </p:txBody>
      </p:sp>
      <p:sp>
        <p:nvSpPr>
          <p:cNvPr id="2165" name="图形 2090">
            <a:extLst>
              <a:ext uri="{FF2B5EF4-FFF2-40B4-BE49-F238E27FC236}">
                <a16:creationId xmlns:a16="http://schemas.microsoft.com/office/drawing/2014/main" id="{EAA7C0A9-F983-7253-4303-8B39CF0A7140}"/>
              </a:ext>
            </a:extLst>
          </p:cNvPr>
          <p:cNvSpPr/>
          <p:nvPr/>
        </p:nvSpPr>
        <p:spPr>
          <a:xfrm>
            <a:off x="1114836" y="2162414"/>
            <a:ext cx="154516" cy="154516"/>
          </a:xfrm>
          <a:custGeom>
            <a:avLst/>
            <a:gdLst>
              <a:gd name="connsiteX0" fmla="*/ 183831 w 340759"/>
              <a:gd name="connsiteY0" fmla="*/ 161412 h 340759"/>
              <a:gd name="connsiteX1" fmla="*/ 277988 w 340759"/>
              <a:gd name="connsiteY1" fmla="*/ 161412 h 340759"/>
              <a:gd name="connsiteX2" fmla="*/ 277988 w 340759"/>
              <a:gd name="connsiteY2" fmla="*/ 206249 h 340759"/>
              <a:gd name="connsiteX3" fmla="*/ 313857 w 340759"/>
              <a:gd name="connsiteY3" fmla="*/ 206249 h 340759"/>
              <a:gd name="connsiteX4" fmla="*/ 340759 w 340759"/>
              <a:gd name="connsiteY4" fmla="*/ 233151 h 340759"/>
              <a:gd name="connsiteX5" fmla="*/ 340759 w 340759"/>
              <a:gd name="connsiteY5" fmla="*/ 313857 h 340759"/>
              <a:gd name="connsiteX6" fmla="*/ 313857 w 340759"/>
              <a:gd name="connsiteY6" fmla="*/ 340759 h 340759"/>
              <a:gd name="connsiteX7" fmla="*/ 215216 w 340759"/>
              <a:gd name="connsiteY7" fmla="*/ 340759 h 340759"/>
              <a:gd name="connsiteX8" fmla="*/ 188314 w 340759"/>
              <a:gd name="connsiteY8" fmla="*/ 313857 h 340759"/>
              <a:gd name="connsiteX9" fmla="*/ 188314 w 340759"/>
              <a:gd name="connsiteY9" fmla="*/ 233151 h 340759"/>
              <a:gd name="connsiteX10" fmla="*/ 215216 w 340759"/>
              <a:gd name="connsiteY10" fmla="*/ 206249 h 340759"/>
              <a:gd name="connsiteX11" fmla="*/ 251086 w 340759"/>
              <a:gd name="connsiteY11" fmla="*/ 206249 h 340759"/>
              <a:gd name="connsiteX12" fmla="*/ 251086 w 340759"/>
              <a:gd name="connsiteY12" fmla="*/ 188314 h 340759"/>
              <a:gd name="connsiteX13" fmla="*/ 89673 w 340759"/>
              <a:gd name="connsiteY13" fmla="*/ 188314 h 340759"/>
              <a:gd name="connsiteX14" fmla="*/ 89673 w 340759"/>
              <a:gd name="connsiteY14" fmla="*/ 206249 h 340759"/>
              <a:gd name="connsiteX15" fmla="*/ 125543 w 340759"/>
              <a:gd name="connsiteY15" fmla="*/ 206249 h 340759"/>
              <a:gd name="connsiteX16" fmla="*/ 152445 w 340759"/>
              <a:gd name="connsiteY16" fmla="*/ 233151 h 340759"/>
              <a:gd name="connsiteX17" fmla="*/ 152445 w 340759"/>
              <a:gd name="connsiteY17" fmla="*/ 313857 h 340759"/>
              <a:gd name="connsiteX18" fmla="*/ 125543 w 340759"/>
              <a:gd name="connsiteY18" fmla="*/ 340759 h 340759"/>
              <a:gd name="connsiteX19" fmla="*/ 26902 w 340759"/>
              <a:gd name="connsiteY19" fmla="*/ 340759 h 340759"/>
              <a:gd name="connsiteX20" fmla="*/ 0 w 340759"/>
              <a:gd name="connsiteY20" fmla="*/ 313857 h 340759"/>
              <a:gd name="connsiteX21" fmla="*/ 0 w 340759"/>
              <a:gd name="connsiteY21" fmla="*/ 233151 h 340759"/>
              <a:gd name="connsiteX22" fmla="*/ 26902 w 340759"/>
              <a:gd name="connsiteY22" fmla="*/ 206249 h 340759"/>
              <a:gd name="connsiteX23" fmla="*/ 62771 w 340759"/>
              <a:gd name="connsiteY23" fmla="*/ 206249 h 340759"/>
              <a:gd name="connsiteX24" fmla="*/ 62771 w 340759"/>
              <a:gd name="connsiteY24" fmla="*/ 161412 h 340759"/>
              <a:gd name="connsiteX25" fmla="*/ 156929 w 340759"/>
              <a:gd name="connsiteY25" fmla="*/ 161412 h 340759"/>
              <a:gd name="connsiteX26" fmla="*/ 156929 w 340759"/>
              <a:gd name="connsiteY26" fmla="*/ 134510 h 340759"/>
              <a:gd name="connsiteX27" fmla="*/ 112092 w 340759"/>
              <a:gd name="connsiteY27" fmla="*/ 134510 h 340759"/>
              <a:gd name="connsiteX28" fmla="*/ 85190 w 340759"/>
              <a:gd name="connsiteY28" fmla="*/ 107608 h 340759"/>
              <a:gd name="connsiteX29" fmla="*/ 85190 w 340759"/>
              <a:gd name="connsiteY29" fmla="*/ 26902 h 340759"/>
              <a:gd name="connsiteX30" fmla="*/ 112092 w 340759"/>
              <a:gd name="connsiteY30" fmla="*/ 0 h 340759"/>
              <a:gd name="connsiteX31" fmla="*/ 228667 w 340759"/>
              <a:gd name="connsiteY31" fmla="*/ 0 h 340759"/>
              <a:gd name="connsiteX32" fmla="*/ 255569 w 340759"/>
              <a:gd name="connsiteY32" fmla="*/ 26902 h 340759"/>
              <a:gd name="connsiteX33" fmla="*/ 255569 w 340759"/>
              <a:gd name="connsiteY33" fmla="*/ 107608 h 340759"/>
              <a:gd name="connsiteX34" fmla="*/ 228667 w 340759"/>
              <a:gd name="connsiteY34" fmla="*/ 134510 h 340759"/>
              <a:gd name="connsiteX35" fmla="*/ 183831 w 340759"/>
              <a:gd name="connsiteY35" fmla="*/ 134510 h 340759"/>
              <a:gd name="connsiteX36" fmla="*/ 183831 w 340759"/>
              <a:gd name="connsiteY36" fmla="*/ 161412 h 340759"/>
              <a:gd name="connsiteX37" fmla="*/ 112092 w 340759"/>
              <a:gd name="connsiteY37" fmla="*/ 26902 h 340759"/>
              <a:gd name="connsiteX38" fmla="*/ 112092 w 340759"/>
              <a:gd name="connsiteY38" fmla="*/ 107608 h 340759"/>
              <a:gd name="connsiteX39" fmla="*/ 228667 w 340759"/>
              <a:gd name="connsiteY39" fmla="*/ 107608 h 340759"/>
              <a:gd name="connsiteX40" fmla="*/ 228667 w 340759"/>
              <a:gd name="connsiteY40" fmla="*/ 26902 h 340759"/>
              <a:gd name="connsiteX41" fmla="*/ 112092 w 340759"/>
              <a:gd name="connsiteY41" fmla="*/ 26902 h 340759"/>
              <a:gd name="connsiteX42" fmla="*/ 26902 w 340759"/>
              <a:gd name="connsiteY42" fmla="*/ 233151 h 340759"/>
              <a:gd name="connsiteX43" fmla="*/ 26902 w 340759"/>
              <a:gd name="connsiteY43" fmla="*/ 313857 h 340759"/>
              <a:gd name="connsiteX44" fmla="*/ 125543 w 340759"/>
              <a:gd name="connsiteY44" fmla="*/ 313857 h 340759"/>
              <a:gd name="connsiteX45" fmla="*/ 125543 w 340759"/>
              <a:gd name="connsiteY45" fmla="*/ 233151 h 340759"/>
              <a:gd name="connsiteX46" fmla="*/ 26902 w 340759"/>
              <a:gd name="connsiteY46" fmla="*/ 233151 h 340759"/>
              <a:gd name="connsiteX47" fmla="*/ 215216 w 340759"/>
              <a:gd name="connsiteY47" fmla="*/ 233151 h 340759"/>
              <a:gd name="connsiteX48" fmla="*/ 215216 w 340759"/>
              <a:gd name="connsiteY48" fmla="*/ 313857 h 340759"/>
              <a:gd name="connsiteX49" fmla="*/ 313857 w 340759"/>
              <a:gd name="connsiteY49" fmla="*/ 313857 h 340759"/>
              <a:gd name="connsiteX50" fmla="*/ 313857 w 340759"/>
              <a:gd name="connsiteY50" fmla="*/ 233151 h 340759"/>
              <a:gd name="connsiteX51" fmla="*/ 215216 w 340759"/>
              <a:gd name="connsiteY51" fmla="*/ 233151 h 340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40759" h="340759">
                <a:moveTo>
                  <a:pt x="183831" y="161412"/>
                </a:moveTo>
                <a:lnTo>
                  <a:pt x="277988" y="161412"/>
                </a:lnTo>
                <a:lnTo>
                  <a:pt x="277988" y="206249"/>
                </a:lnTo>
                <a:lnTo>
                  <a:pt x="313857" y="206249"/>
                </a:lnTo>
                <a:cubicBezTo>
                  <a:pt x="328715" y="206249"/>
                  <a:pt x="340759" y="218294"/>
                  <a:pt x="340759" y="233151"/>
                </a:cubicBezTo>
                <a:lnTo>
                  <a:pt x="340759" y="313857"/>
                </a:lnTo>
                <a:cubicBezTo>
                  <a:pt x="340759" y="328715"/>
                  <a:pt x="328715" y="340759"/>
                  <a:pt x="313857" y="340759"/>
                </a:cubicBezTo>
                <a:lnTo>
                  <a:pt x="215216" y="340759"/>
                </a:lnTo>
                <a:cubicBezTo>
                  <a:pt x="200359" y="340759"/>
                  <a:pt x="188314" y="328715"/>
                  <a:pt x="188314" y="313857"/>
                </a:cubicBezTo>
                <a:lnTo>
                  <a:pt x="188314" y="233151"/>
                </a:lnTo>
                <a:cubicBezTo>
                  <a:pt x="188314" y="218294"/>
                  <a:pt x="200359" y="206249"/>
                  <a:pt x="215216" y="206249"/>
                </a:cubicBezTo>
                <a:lnTo>
                  <a:pt x="251086" y="206249"/>
                </a:lnTo>
                <a:lnTo>
                  <a:pt x="251086" y="188314"/>
                </a:lnTo>
                <a:lnTo>
                  <a:pt x="89673" y="188314"/>
                </a:lnTo>
                <a:lnTo>
                  <a:pt x="89673" y="206249"/>
                </a:lnTo>
                <a:lnTo>
                  <a:pt x="125543" y="206249"/>
                </a:lnTo>
                <a:cubicBezTo>
                  <a:pt x="140400" y="206249"/>
                  <a:pt x="152445" y="218294"/>
                  <a:pt x="152445" y="233151"/>
                </a:cubicBezTo>
                <a:lnTo>
                  <a:pt x="152445" y="313857"/>
                </a:lnTo>
                <a:cubicBezTo>
                  <a:pt x="152445" y="328715"/>
                  <a:pt x="140400" y="340759"/>
                  <a:pt x="125543" y="340759"/>
                </a:cubicBezTo>
                <a:lnTo>
                  <a:pt x="26902" y="340759"/>
                </a:lnTo>
                <a:cubicBezTo>
                  <a:pt x="12045" y="340759"/>
                  <a:pt x="0" y="328715"/>
                  <a:pt x="0" y="313857"/>
                </a:cubicBezTo>
                <a:lnTo>
                  <a:pt x="0" y="233151"/>
                </a:lnTo>
                <a:cubicBezTo>
                  <a:pt x="0" y="218294"/>
                  <a:pt x="12045" y="206249"/>
                  <a:pt x="26902" y="206249"/>
                </a:cubicBezTo>
                <a:lnTo>
                  <a:pt x="62771" y="206249"/>
                </a:lnTo>
                <a:lnTo>
                  <a:pt x="62771" y="161412"/>
                </a:lnTo>
                <a:lnTo>
                  <a:pt x="156929" y="161412"/>
                </a:lnTo>
                <a:lnTo>
                  <a:pt x="156929" y="134510"/>
                </a:lnTo>
                <a:lnTo>
                  <a:pt x="112092" y="134510"/>
                </a:lnTo>
                <a:cubicBezTo>
                  <a:pt x="97235" y="134510"/>
                  <a:pt x="85190" y="122465"/>
                  <a:pt x="85190" y="107608"/>
                </a:cubicBezTo>
                <a:lnTo>
                  <a:pt x="85190" y="26902"/>
                </a:lnTo>
                <a:cubicBezTo>
                  <a:pt x="85190" y="12045"/>
                  <a:pt x="97235" y="0"/>
                  <a:pt x="112092" y="0"/>
                </a:cubicBezTo>
                <a:lnTo>
                  <a:pt x="228667" y="0"/>
                </a:lnTo>
                <a:cubicBezTo>
                  <a:pt x="243525" y="0"/>
                  <a:pt x="255569" y="12045"/>
                  <a:pt x="255569" y="26902"/>
                </a:cubicBezTo>
                <a:lnTo>
                  <a:pt x="255569" y="107608"/>
                </a:lnTo>
                <a:cubicBezTo>
                  <a:pt x="255569" y="122465"/>
                  <a:pt x="243525" y="134510"/>
                  <a:pt x="228667" y="134510"/>
                </a:cubicBezTo>
                <a:lnTo>
                  <a:pt x="183831" y="134510"/>
                </a:lnTo>
                <a:lnTo>
                  <a:pt x="183831" y="161412"/>
                </a:lnTo>
                <a:close/>
                <a:moveTo>
                  <a:pt x="112092" y="26902"/>
                </a:moveTo>
                <a:lnTo>
                  <a:pt x="112092" y="107608"/>
                </a:lnTo>
                <a:lnTo>
                  <a:pt x="228667" y="107608"/>
                </a:lnTo>
                <a:lnTo>
                  <a:pt x="228667" y="26902"/>
                </a:lnTo>
                <a:lnTo>
                  <a:pt x="112092" y="26902"/>
                </a:lnTo>
                <a:close/>
                <a:moveTo>
                  <a:pt x="26902" y="233151"/>
                </a:moveTo>
                <a:lnTo>
                  <a:pt x="26902" y="313857"/>
                </a:lnTo>
                <a:lnTo>
                  <a:pt x="125543" y="313857"/>
                </a:lnTo>
                <a:lnTo>
                  <a:pt x="125543" y="233151"/>
                </a:lnTo>
                <a:lnTo>
                  <a:pt x="26902" y="233151"/>
                </a:lnTo>
                <a:close/>
                <a:moveTo>
                  <a:pt x="215216" y="233151"/>
                </a:moveTo>
                <a:lnTo>
                  <a:pt x="215216" y="313857"/>
                </a:lnTo>
                <a:lnTo>
                  <a:pt x="313857" y="313857"/>
                </a:lnTo>
                <a:lnTo>
                  <a:pt x="313857" y="233151"/>
                </a:lnTo>
                <a:lnTo>
                  <a:pt x="215216" y="233151"/>
                </a:lnTo>
                <a:close/>
              </a:path>
            </a:pathLst>
          </a:custGeom>
          <a:solidFill>
            <a:srgbClr val="000000"/>
          </a:solidFill>
          <a:ln w="419" cap="flat">
            <a:noFill/>
            <a:prstDash val="solid"/>
            <a:miter/>
          </a:ln>
        </p:spPr>
        <p:txBody>
          <a:bodyPr rtlCol="0" anchor="ctr"/>
          <a:lstStyle/>
          <a:p>
            <a:endParaRPr lang="zh-CN" altLang="en-US"/>
          </a:p>
        </p:txBody>
      </p:sp>
      <p:grpSp>
        <p:nvGrpSpPr>
          <p:cNvPr id="2175" name="组合 2174">
            <a:extLst>
              <a:ext uri="{FF2B5EF4-FFF2-40B4-BE49-F238E27FC236}">
                <a16:creationId xmlns:a16="http://schemas.microsoft.com/office/drawing/2014/main" id="{2F9E7B1E-41BA-B4D2-7391-677085E8D22F}"/>
              </a:ext>
            </a:extLst>
          </p:cNvPr>
          <p:cNvGrpSpPr/>
          <p:nvPr/>
        </p:nvGrpSpPr>
        <p:grpSpPr>
          <a:xfrm>
            <a:off x="1096091" y="3157867"/>
            <a:ext cx="192006" cy="191916"/>
            <a:chOff x="1611687" y="2691539"/>
            <a:chExt cx="355793" cy="355624"/>
          </a:xfrm>
        </p:grpSpPr>
        <p:sp>
          <p:nvSpPr>
            <p:cNvPr id="2172" name="任意多边形: 形状 2171">
              <a:extLst>
                <a:ext uri="{FF2B5EF4-FFF2-40B4-BE49-F238E27FC236}">
                  <a16:creationId xmlns:a16="http://schemas.microsoft.com/office/drawing/2014/main" id="{752BE487-CA5B-D870-A4AD-9E28E0536642}"/>
                </a:ext>
              </a:extLst>
            </p:cNvPr>
            <p:cNvSpPr/>
            <p:nvPr/>
          </p:nvSpPr>
          <p:spPr>
            <a:xfrm>
              <a:off x="1614000" y="2693893"/>
              <a:ext cx="351168" cy="350874"/>
            </a:xfrm>
            <a:custGeom>
              <a:avLst/>
              <a:gdLst>
                <a:gd name="connsiteX0" fmla="*/ 308371 w 351168"/>
                <a:gd name="connsiteY0" fmla="*/ 289957 h 350874"/>
                <a:gd name="connsiteX1" fmla="*/ 351169 w 351168"/>
                <a:gd name="connsiteY1" fmla="*/ 175563 h 350874"/>
                <a:gd name="connsiteX2" fmla="*/ 351169 w 351168"/>
                <a:gd name="connsiteY2" fmla="*/ 175521 h 350874"/>
                <a:gd name="connsiteX3" fmla="*/ 351169 w 351168"/>
                <a:gd name="connsiteY3" fmla="*/ 175437 h 350874"/>
                <a:gd name="connsiteX4" fmla="*/ 351169 w 351168"/>
                <a:gd name="connsiteY4" fmla="*/ 175353 h 350874"/>
                <a:gd name="connsiteX5" fmla="*/ 351169 w 351168"/>
                <a:gd name="connsiteY5" fmla="*/ 175311 h 350874"/>
                <a:gd name="connsiteX6" fmla="*/ 308371 w 351168"/>
                <a:gd name="connsiteY6" fmla="*/ 60917 h 350874"/>
                <a:gd name="connsiteX7" fmla="*/ 307026 w 351168"/>
                <a:gd name="connsiteY7" fmla="*/ 59404 h 350874"/>
                <a:gd name="connsiteX8" fmla="*/ 306773 w 351168"/>
                <a:gd name="connsiteY8" fmla="*/ 59152 h 350874"/>
                <a:gd name="connsiteX9" fmla="*/ 282053 w 351168"/>
                <a:gd name="connsiteY9" fmla="*/ 36155 h 350874"/>
                <a:gd name="connsiteX10" fmla="*/ 184476 w 351168"/>
                <a:gd name="connsiteY10" fmla="*/ 210 h 350874"/>
                <a:gd name="connsiteX11" fmla="*/ 184350 w 351168"/>
                <a:gd name="connsiteY11" fmla="*/ 210 h 350874"/>
                <a:gd name="connsiteX12" fmla="*/ 175521 w 351168"/>
                <a:gd name="connsiteY12" fmla="*/ 0 h 350874"/>
                <a:gd name="connsiteX13" fmla="*/ 175479 w 351168"/>
                <a:gd name="connsiteY13" fmla="*/ 0 h 350874"/>
                <a:gd name="connsiteX14" fmla="*/ 172326 w 351168"/>
                <a:gd name="connsiteY14" fmla="*/ 42 h 350874"/>
                <a:gd name="connsiteX15" fmla="*/ 171780 w 351168"/>
                <a:gd name="connsiteY15" fmla="*/ 42 h 350874"/>
                <a:gd name="connsiteX16" fmla="*/ 166651 w 351168"/>
                <a:gd name="connsiteY16" fmla="*/ 210 h 350874"/>
                <a:gd name="connsiteX17" fmla="*/ 165305 w 351168"/>
                <a:gd name="connsiteY17" fmla="*/ 210 h 350874"/>
                <a:gd name="connsiteX18" fmla="*/ 165263 w 351168"/>
                <a:gd name="connsiteY18" fmla="*/ 294 h 350874"/>
                <a:gd name="connsiteX19" fmla="*/ 165179 w 351168"/>
                <a:gd name="connsiteY19" fmla="*/ 294 h 350874"/>
                <a:gd name="connsiteX20" fmla="*/ 164549 w 351168"/>
                <a:gd name="connsiteY20" fmla="*/ 336 h 350874"/>
                <a:gd name="connsiteX21" fmla="*/ 115571 w 351168"/>
                <a:gd name="connsiteY21" fmla="*/ 9838 h 350874"/>
                <a:gd name="connsiteX22" fmla="*/ 31447 w 351168"/>
                <a:gd name="connsiteY22" fmla="*/ 73740 h 350874"/>
                <a:gd name="connsiteX23" fmla="*/ 8156 w 351168"/>
                <a:gd name="connsiteY23" fmla="*/ 121625 h 350874"/>
                <a:gd name="connsiteX24" fmla="*/ 0 w 351168"/>
                <a:gd name="connsiteY24" fmla="*/ 175353 h 350874"/>
                <a:gd name="connsiteX25" fmla="*/ 0 w 351168"/>
                <a:gd name="connsiteY25" fmla="*/ 175521 h 350874"/>
                <a:gd name="connsiteX26" fmla="*/ 8198 w 351168"/>
                <a:gd name="connsiteY26" fmla="*/ 229250 h 350874"/>
                <a:gd name="connsiteX27" fmla="*/ 31489 w 351168"/>
                <a:gd name="connsiteY27" fmla="*/ 277134 h 350874"/>
                <a:gd name="connsiteX28" fmla="*/ 115613 w 351168"/>
                <a:gd name="connsiteY28" fmla="*/ 341037 h 350874"/>
                <a:gd name="connsiteX29" fmla="*/ 164591 w 351168"/>
                <a:gd name="connsiteY29" fmla="*/ 350538 h 350874"/>
                <a:gd name="connsiteX30" fmla="*/ 165221 w 351168"/>
                <a:gd name="connsiteY30" fmla="*/ 350580 h 350874"/>
                <a:gd name="connsiteX31" fmla="*/ 165305 w 351168"/>
                <a:gd name="connsiteY31" fmla="*/ 350580 h 350874"/>
                <a:gd name="connsiteX32" fmla="*/ 165347 w 351168"/>
                <a:gd name="connsiteY32" fmla="*/ 350664 h 350874"/>
                <a:gd name="connsiteX33" fmla="*/ 166693 w 351168"/>
                <a:gd name="connsiteY33" fmla="*/ 350664 h 350874"/>
                <a:gd name="connsiteX34" fmla="*/ 171822 w 351168"/>
                <a:gd name="connsiteY34" fmla="*/ 350832 h 350874"/>
                <a:gd name="connsiteX35" fmla="*/ 172368 w 351168"/>
                <a:gd name="connsiteY35" fmla="*/ 350832 h 350874"/>
                <a:gd name="connsiteX36" fmla="*/ 175521 w 351168"/>
                <a:gd name="connsiteY36" fmla="*/ 350874 h 350874"/>
                <a:gd name="connsiteX37" fmla="*/ 175563 w 351168"/>
                <a:gd name="connsiteY37" fmla="*/ 350874 h 350874"/>
                <a:gd name="connsiteX38" fmla="*/ 184392 w 351168"/>
                <a:gd name="connsiteY38" fmla="*/ 350664 h 350874"/>
                <a:gd name="connsiteX39" fmla="*/ 184518 w 351168"/>
                <a:gd name="connsiteY39" fmla="*/ 350664 h 350874"/>
                <a:gd name="connsiteX40" fmla="*/ 282095 w 351168"/>
                <a:gd name="connsiteY40" fmla="*/ 314719 h 350874"/>
                <a:gd name="connsiteX41" fmla="*/ 306815 w 351168"/>
                <a:gd name="connsiteY41" fmla="*/ 291723 h 350874"/>
                <a:gd name="connsiteX42" fmla="*/ 307068 w 351168"/>
                <a:gd name="connsiteY42" fmla="*/ 291470 h 350874"/>
                <a:gd name="connsiteX43" fmla="*/ 308371 w 351168"/>
                <a:gd name="connsiteY43" fmla="*/ 289957 h 350874"/>
                <a:gd name="connsiteX44" fmla="*/ 84544 w 351168"/>
                <a:gd name="connsiteY44" fmla="*/ 306395 h 350874"/>
                <a:gd name="connsiteX45" fmla="*/ 83157 w 351168"/>
                <a:gd name="connsiteY45" fmla="*/ 305428 h 350874"/>
                <a:gd name="connsiteX46" fmla="*/ 82695 w 351168"/>
                <a:gd name="connsiteY46" fmla="*/ 305092 h 350874"/>
                <a:gd name="connsiteX47" fmla="*/ 16186 w 351168"/>
                <a:gd name="connsiteY47" fmla="*/ 183383 h 350874"/>
                <a:gd name="connsiteX48" fmla="*/ 102916 w 351168"/>
                <a:gd name="connsiteY48" fmla="*/ 183383 h 350874"/>
                <a:gd name="connsiteX49" fmla="*/ 123054 w 351168"/>
                <a:gd name="connsiteY49" fmla="*/ 279993 h 350874"/>
                <a:gd name="connsiteX50" fmla="*/ 151978 w 351168"/>
                <a:gd name="connsiteY50" fmla="*/ 333259 h 350874"/>
                <a:gd name="connsiteX51" fmla="*/ 84544 w 351168"/>
                <a:gd name="connsiteY51" fmla="*/ 306395 h 350874"/>
                <a:gd name="connsiteX52" fmla="*/ 83157 w 351168"/>
                <a:gd name="connsiteY52" fmla="*/ 45404 h 350874"/>
                <a:gd name="connsiteX53" fmla="*/ 84544 w 351168"/>
                <a:gd name="connsiteY53" fmla="*/ 44437 h 350874"/>
                <a:gd name="connsiteX54" fmla="*/ 151894 w 351168"/>
                <a:gd name="connsiteY54" fmla="*/ 17573 h 350874"/>
                <a:gd name="connsiteX55" fmla="*/ 122970 w 351168"/>
                <a:gd name="connsiteY55" fmla="*/ 70839 h 350874"/>
                <a:gd name="connsiteX56" fmla="*/ 102832 w 351168"/>
                <a:gd name="connsiteY56" fmla="*/ 167449 h 350874"/>
                <a:gd name="connsiteX57" fmla="*/ 16186 w 351168"/>
                <a:gd name="connsiteY57" fmla="*/ 167449 h 350874"/>
                <a:gd name="connsiteX58" fmla="*/ 82653 w 351168"/>
                <a:gd name="connsiteY58" fmla="*/ 45783 h 350874"/>
                <a:gd name="connsiteX59" fmla="*/ 83157 w 351168"/>
                <a:gd name="connsiteY59" fmla="*/ 45404 h 350874"/>
                <a:gd name="connsiteX60" fmla="*/ 199232 w 351168"/>
                <a:gd name="connsiteY60" fmla="*/ 333301 h 350874"/>
                <a:gd name="connsiteX61" fmla="*/ 228157 w 351168"/>
                <a:gd name="connsiteY61" fmla="*/ 279993 h 350874"/>
                <a:gd name="connsiteX62" fmla="*/ 248252 w 351168"/>
                <a:gd name="connsiteY62" fmla="*/ 183425 h 350874"/>
                <a:gd name="connsiteX63" fmla="*/ 334941 w 351168"/>
                <a:gd name="connsiteY63" fmla="*/ 183425 h 350874"/>
                <a:gd name="connsiteX64" fmla="*/ 199232 w 351168"/>
                <a:gd name="connsiteY64" fmla="*/ 333301 h 350874"/>
                <a:gd name="connsiteX65" fmla="*/ 248294 w 351168"/>
                <a:gd name="connsiteY65" fmla="*/ 167449 h 350874"/>
                <a:gd name="connsiteX66" fmla="*/ 228199 w 351168"/>
                <a:gd name="connsiteY66" fmla="*/ 70881 h 350874"/>
                <a:gd name="connsiteX67" fmla="*/ 199274 w 351168"/>
                <a:gd name="connsiteY67" fmla="*/ 17573 h 350874"/>
                <a:gd name="connsiteX68" fmla="*/ 335025 w 351168"/>
                <a:gd name="connsiteY68" fmla="*/ 167449 h 350874"/>
                <a:gd name="connsiteX69" fmla="*/ 248294 w 351168"/>
                <a:gd name="connsiteY69" fmla="*/ 167449 h 350874"/>
                <a:gd name="connsiteX70" fmla="*/ 232277 w 351168"/>
                <a:gd name="connsiteY70" fmla="*/ 183383 h 350874"/>
                <a:gd name="connsiteX71" fmla="*/ 177329 w 351168"/>
                <a:gd name="connsiteY71" fmla="*/ 335025 h 350874"/>
                <a:gd name="connsiteX72" fmla="*/ 176909 w 351168"/>
                <a:gd name="connsiteY72" fmla="*/ 335067 h 350874"/>
                <a:gd name="connsiteX73" fmla="*/ 174218 w 351168"/>
                <a:gd name="connsiteY73" fmla="*/ 335067 h 350874"/>
                <a:gd name="connsiteX74" fmla="*/ 173882 w 351168"/>
                <a:gd name="connsiteY74" fmla="*/ 335067 h 350874"/>
                <a:gd name="connsiteX75" fmla="*/ 118934 w 351168"/>
                <a:gd name="connsiteY75" fmla="*/ 183383 h 350874"/>
                <a:gd name="connsiteX76" fmla="*/ 232277 w 351168"/>
                <a:gd name="connsiteY76" fmla="*/ 183383 h 350874"/>
                <a:gd name="connsiteX77" fmla="*/ 118934 w 351168"/>
                <a:gd name="connsiteY77" fmla="*/ 167449 h 350874"/>
                <a:gd name="connsiteX78" fmla="*/ 173882 w 351168"/>
                <a:gd name="connsiteY78" fmla="*/ 15765 h 350874"/>
                <a:gd name="connsiteX79" fmla="*/ 174218 w 351168"/>
                <a:gd name="connsiteY79" fmla="*/ 15765 h 350874"/>
                <a:gd name="connsiteX80" fmla="*/ 176909 w 351168"/>
                <a:gd name="connsiteY80" fmla="*/ 15765 h 350874"/>
                <a:gd name="connsiteX81" fmla="*/ 177329 w 351168"/>
                <a:gd name="connsiteY81" fmla="*/ 15807 h 350874"/>
                <a:gd name="connsiteX82" fmla="*/ 232277 w 351168"/>
                <a:gd name="connsiteY82" fmla="*/ 167449 h 350874"/>
                <a:gd name="connsiteX83" fmla="*/ 118934 w 351168"/>
                <a:gd name="connsiteY83" fmla="*/ 167449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351168" h="350874">
                  <a:moveTo>
                    <a:pt x="308371" y="289957"/>
                  </a:moveTo>
                  <a:cubicBezTo>
                    <a:pt x="335992" y="258132"/>
                    <a:pt x="351127" y="217857"/>
                    <a:pt x="351169" y="175563"/>
                  </a:cubicBezTo>
                  <a:lnTo>
                    <a:pt x="351169" y="175521"/>
                  </a:lnTo>
                  <a:lnTo>
                    <a:pt x="351169" y="175437"/>
                  </a:lnTo>
                  <a:lnTo>
                    <a:pt x="351169" y="175353"/>
                  </a:lnTo>
                  <a:lnTo>
                    <a:pt x="351169" y="175311"/>
                  </a:lnTo>
                  <a:cubicBezTo>
                    <a:pt x="351127" y="133018"/>
                    <a:pt x="335992" y="92742"/>
                    <a:pt x="308371" y="60917"/>
                  </a:cubicBezTo>
                  <a:cubicBezTo>
                    <a:pt x="307950" y="60413"/>
                    <a:pt x="307488" y="59908"/>
                    <a:pt x="307026" y="59404"/>
                  </a:cubicBezTo>
                  <a:lnTo>
                    <a:pt x="306773" y="59152"/>
                  </a:lnTo>
                  <a:cubicBezTo>
                    <a:pt x="299332" y="50786"/>
                    <a:pt x="291092" y="43092"/>
                    <a:pt x="282053" y="36155"/>
                  </a:cubicBezTo>
                  <a:cubicBezTo>
                    <a:pt x="253760" y="14462"/>
                    <a:pt x="220001" y="2018"/>
                    <a:pt x="184476" y="210"/>
                  </a:cubicBezTo>
                  <a:lnTo>
                    <a:pt x="184350" y="210"/>
                  </a:lnTo>
                  <a:cubicBezTo>
                    <a:pt x="181449" y="84"/>
                    <a:pt x="178464" y="0"/>
                    <a:pt x="175521" y="0"/>
                  </a:cubicBezTo>
                  <a:lnTo>
                    <a:pt x="175479" y="0"/>
                  </a:lnTo>
                  <a:cubicBezTo>
                    <a:pt x="174428" y="0"/>
                    <a:pt x="173377" y="0"/>
                    <a:pt x="172326" y="42"/>
                  </a:cubicBezTo>
                  <a:lnTo>
                    <a:pt x="171780" y="42"/>
                  </a:lnTo>
                  <a:cubicBezTo>
                    <a:pt x="170056" y="84"/>
                    <a:pt x="168374" y="126"/>
                    <a:pt x="166651" y="210"/>
                  </a:cubicBezTo>
                  <a:lnTo>
                    <a:pt x="165305" y="210"/>
                  </a:lnTo>
                  <a:lnTo>
                    <a:pt x="165263" y="294"/>
                  </a:lnTo>
                  <a:lnTo>
                    <a:pt x="165179" y="294"/>
                  </a:lnTo>
                  <a:cubicBezTo>
                    <a:pt x="164969" y="294"/>
                    <a:pt x="164759" y="336"/>
                    <a:pt x="164549" y="336"/>
                  </a:cubicBezTo>
                  <a:cubicBezTo>
                    <a:pt x="147816" y="1345"/>
                    <a:pt x="131336" y="4540"/>
                    <a:pt x="115571" y="9838"/>
                  </a:cubicBezTo>
                  <a:cubicBezTo>
                    <a:pt x="81433" y="21315"/>
                    <a:pt x="52341" y="43428"/>
                    <a:pt x="31447" y="73740"/>
                  </a:cubicBezTo>
                  <a:cubicBezTo>
                    <a:pt x="21357" y="88370"/>
                    <a:pt x="13495" y="104514"/>
                    <a:pt x="8156" y="121625"/>
                  </a:cubicBezTo>
                  <a:cubicBezTo>
                    <a:pt x="2775" y="138988"/>
                    <a:pt x="0" y="157065"/>
                    <a:pt x="0" y="175353"/>
                  </a:cubicBezTo>
                  <a:lnTo>
                    <a:pt x="0" y="175521"/>
                  </a:lnTo>
                  <a:cubicBezTo>
                    <a:pt x="0" y="193767"/>
                    <a:pt x="2775" y="211845"/>
                    <a:pt x="8198" y="229250"/>
                  </a:cubicBezTo>
                  <a:cubicBezTo>
                    <a:pt x="13537" y="246402"/>
                    <a:pt x="21399" y="262504"/>
                    <a:pt x="31489" y="277134"/>
                  </a:cubicBezTo>
                  <a:cubicBezTo>
                    <a:pt x="52425" y="307488"/>
                    <a:pt x="81518" y="329560"/>
                    <a:pt x="115613" y="341037"/>
                  </a:cubicBezTo>
                  <a:cubicBezTo>
                    <a:pt x="131378" y="346334"/>
                    <a:pt x="147858" y="349529"/>
                    <a:pt x="164591" y="350538"/>
                  </a:cubicBezTo>
                  <a:cubicBezTo>
                    <a:pt x="164801" y="350538"/>
                    <a:pt x="165011" y="350580"/>
                    <a:pt x="165221" y="350580"/>
                  </a:cubicBezTo>
                  <a:lnTo>
                    <a:pt x="165305" y="350580"/>
                  </a:lnTo>
                  <a:lnTo>
                    <a:pt x="165347" y="350664"/>
                  </a:lnTo>
                  <a:lnTo>
                    <a:pt x="166693" y="350664"/>
                  </a:lnTo>
                  <a:cubicBezTo>
                    <a:pt x="168416" y="350748"/>
                    <a:pt x="170098" y="350790"/>
                    <a:pt x="171822" y="350832"/>
                  </a:cubicBezTo>
                  <a:lnTo>
                    <a:pt x="172368" y="350832"/>
                  </a:lnTo>
                  <a:cubicBezTo>
                    <a:pt x="173419" y="350832"/>
                    <a:pt x="174470" y="350874"/>
                    <a:pt x="175521" y="350874"/>
                  </a:cubicBezTo>
                  <a:lnTo>
                    <a:pt x="175563" y="350874"/>
                  </a:lnTo>
                  <a:cubicBezTo>
                    <a:pt x="178506" y="350874"/>
                    <a:pt x="181449" y="350790"/>
                    <a:pt x="184392" y="350664"/>
                  </a:cubicBezTo>
                  <a:lnTo>
                    <a:pt x="184518" y="350664"/>
                  </a:lnTo>
                  <a:cubicBezTo>
                    <a:pt x="220043" y="348856"/>
                    <a:pt x="253802" y="336412"/>
                    <a:pt x="282095" y="314719"/>
                  </a:cubicBezTo>
                  <a:cubicBezTo>
                    <a:pt x="291092" y="307782"/>
                    <a:pt x="299374" y="300089"/>
                    <a:pt x="306815" y="291723"/>
                  </a:cubicBezTo>
                  <a:lnTo>
                    <a:pt x="307068" y="291470"/>
                  </a:lnTo>
                  <a:cubicBezTo>
                    <a:pt x="307488" y="290966"/>
                    <a:pt x="307950" y="290461"/>
                    <a:pt x="308371" y="289957"/>
                  </a:cubicBezTo>
                  <a:close/>
                  <a:moveTo>
                    <a:pt x="84544" y="306395"/>
                  </a:moveTo>
                  <a:cubicBezTo>
                    <a:pt x="84082" y="306059"/>
                    <a:pt x="83620" y="305722"/>
                    <a:pt x="83157" y="305428"/>
                  </a:cubicBezTo>
                  <a:cubicBezTo>
                    <a:pt x="82989" y="305302"/>
                    <a:pt x="82821" y="305218"/>
                    <a:pt x="82695" y="305092"/>
                  </a:cubicBezTo>
                  <a:cubicBezTo>
                    <a:pt x="44269" y="277303"/>
                    <a:pt x="18624" y="232949"/>
                    <a:pt x="16186" y="183383"/>
                  </a:cubicBezTo>
                  <a:lnTo>
                    <a:pt x="102916" y="183383"/>
                  </a:lnTo>
                  <a:cubicBezTo>
                    <a:pt x="103841" y="216806"/>
                    <a:pt x="110610" y="249261"/>
                    <a:pt x="123054" y="279993"/>
                  </a:cubicBezTo>
                  <a:cubicBezTo>
                    <a:pt x="132555" y="303452"/>
                    <a:pt x="143528" y="321362"/>
                    <a:pt x="151978" y="333259"/>
                  </a:cubicBezTo>
                  <a:cubicBezTo>
                    <a:pt x="127342" y="329602"/>
                    <a:pt x="104388" y="320226"/>
                    <a:pt x="84544" y="306395"/>
                  </a:cubicBezTo>
                  <a:close/>
                  <a:moveTo>
                    <a:pt x="83157" y="45404"/>
                  </a:moveTo>
                  <a:cubicBezTo>
                    <a:pt x="83620" y="45068"/>
                    <a:pt x="84082" y="44732"/>
                    <a:pt x="84544" y="44437"/>
                  </a:cubicBezTo>
                  <a:cubicBezTo>
                    <a:pt x="104388" y="30648"/>
                    <a:pt x="127342" y="21273"/>
                    <a:pt x="151894" y="17573"/>
                  </a:cubicBezTo>
                  <a:cubicBezTo>
                    <a:pt x="143486" y="29471"/>
                    <a:pt x="132471" y="47380"/>
                    <a:pt x="122970" y="70839"/>
                  </a:cubicBezTo>
                  <a:cubicBezTo>
                    <a:pt x="110568" y="101529"/>
                    <a:pt x="103799" y="134027"/>
                    <a:pt x="102832" y="167449"/>
                  </a:cubicBezTo>
                  <a:lnTo>
                    <a:pt x="16186" y="167449"/>
                  </a:lnTo>
                  <a:cubicBezTo>
                    <a:pt x="18624" y="117925"/>
                    <a:pt x="44269" y="73530"/>
                    <a:pt x="82653" y="45783"/>
                  </a:cubicBezTo>
                  <a:lnTo>
                    <a:pt x="83157" y="45404"/>
                  </a:lnTo>
                  <a:close/>
                  <a:moveTo>
                    <a:pt x="199232" y="333301"/>
                  </a:moveTo>
                  <a:cubicBezTo>
                    <a:pt x="207683" y="321404"/>
                    <a:pt x="218655" y="303452"/>
                    <a:pt x="228157" y="279993"/>
                  </a:cubicBezTo>
                  <a:cubicBezTo>
                    <a:pt x="240559" y="249303"/>
                    <a:pt x="247327" y="216806"/>
                    <a:pt x="248252" y="183425"/>
                  </a:cubicBezTo>
                  <a:lnTo>
                    <a:pt x="334941" y="183425"/>
                  </a:lnTo>
                  <a:cubicBezTo>
                    <a:pt x="331199" y="258847"/>
                    <a:pt x="273603" y="322202"/>
                    <a:pt x="199232" y="333301"/>
                  </a:cubicBezTo>
                  <a:close/>
                  <a:moveTo>
                    <a:pt x="248294" y="167449"/>
                  </a:moveTo>
                  <a:cubicBezTo>
                    <a:pt x="247369" y="134027"/>
                    <a:pt x="240601" y="101571"/>
                    <a:pt x="228199" y="70881"/>
                  </a:cubicBezTo>
                  <a:cubicBezTo>
                    <a:pt x="218697" y="47422"/>
                    <a:pt x="207683" y="29429"/>
                    <a:pt x="199274" y="17573"/>
                  </a:cubicBezTo>
                  <a:cubicBezTo>
                    <a:pt x="273645" y="28672"/>
                    <a:pt x="331241" y="92028"/>
                    <a:pt x="335025" y="167449"/>
                  </a:cubicBezTo>
                  <a:lnTo>
                    <a:pt x="248294" y="167449"/>
                  </a:lnTo>
                  <a:close/>
                  <a:moveTo>
                    <a:pt x="232277" y="183383"/>
                  </a:moveTo>
                  <a:cubicBezTo>
                    <a:pt x="229712" y="264102"/>
                    <a:pt x="190404" y="318965"/>
                    <a:pt x="177329" y="335025"/>
                  </a:cubicBezTo>
                  <a:cubicBezTo>
                    <a:pt x="177203" y="335025"/>
                    <a:pt x="177035" y="335025"/>
                    <a:pt x="176909" y="335067"/>
                  </a:cubicBezTo>
                  <a:cubicBezTo>
                    <a:pt x="175984" y="335151"/>
                    <a:pt x="175143" y="335151"/>
                    <a:pt x="174218" y="335067"/>
                  </a:cubicBezTo>
                  <a:lnTo>
                    <a:pt x="173882" y="335067"/>
                  </a:lnTo>
                  <a:cubicBezTo>
                    <a:pt x="160807" y="318965"/>
                    <a:pt x="121499" y="264144"/>
                    <a:pt x="118934" y="183383"/>
                  </a:cubicBezTo>
                  <a:lnTo>
                    <a:pt x="232277" y="183383"/>
                  </a:lnTo>
                  <a:close/>
                  <a:moveTo>
                    <a:pt x="118934" y="167449"/>
                  </a:moveTo>
                  <a:cubicBezTo>
                    <a:pt x="121499" y="86689"/>
                    <a:pt x="160807" y="31867"/>
                    <a:pt x="173882" y="15765"/>
                  </a:cubicBezTo>
                  <a:lnTo>
                    <a:pt x="174218" y="15765"/>
                  </a:lnTo>
                  <a:cubicBezTo>
                    <a:pt x="175143" y="15723"/>
                    <a:pt x="175942" y="15723"/>
                    <a:pt x="176909" y="15765"/>
                  </a:cubicBezTo>
                  <a:cubicBezTo>
                    <a:pt x="177035" y="15765"/>
                    <a:pt x="177161" y="15765"/>
                    <a:pt x="177329" y="15807"/>
                  </a:cubicBezTo>
                  <a:cubicBezTo>
                    <a:pt x="190404" y="31867"/>
                    <a:pt x="229712" y="86731"/>
                    <a:pt x="232277" y="167449"/>
                  </a:cubicBezTo>
                  <a:lnTo>
                    <a:pt x="118934" y="167449"/>
                  </a:lnTo>
                  <a:close/>
                </a:path>
              </a:pathLst>
            </a:custGeom>
            <a:solidFill>
              <a:schemeClr val="bg2"/>
            </a:solidFill>
            <a:ln w="419" cap="flat">
              <a:noFill/>
              <a:prstDash val="solid"/>
              <a:miter/>
            </a:ln>
          </p:spPr>
          <p:txBody>
            <a:bodyPr rtlCol="0" anchor="ctr"/>
            <a:lstStyle/>
            <a:p>
              <a:endParaRPr lang="zh-CN" altLang="en-US"/>
            </a:p>
          </p:txBody>
        </p:sp>
        <p:sp>
          <p:nvSpPr>
            <p:cNvPr id="2173" name="任意多边形: 形状 2172">
              <a:extLst>
                <a:ext uri="{FF2B5EF4-FFF2-40B4-BE49-F238E27FC236}">
                  <a16:creationId xmlns:a16="http://schemas.microsoft.com/office/drawing/2014/main" id="{296670F6-01A2-90E1-3667-AEBD93AE023F}"/>
                </a:ext>
              </a:extLst>
            </p:cNvPr>
            <p:cNvSpPr/>
            <p:nvPr/>
          </p:nvSpPr>
          <p:spPr>
            <a:xfrm>
              <a:off x="1611687" y="2691539"/>
              <a:ext cx="355793" cy="355624"/>
            </a:xfrm>
            <a:custGeom>
              <a:avLst/>
              <a:gdLst>
                <a:gd name="connsiteX0" fmla="*/ 177918 w 355793"/>
                <a:gd name="connsiteY0" fmla="*/ 355583 h 355624"/>
                <a:gd name="connsiteX1" fmla="*/ 177876 w 355793"/>
                <a:gd name="connsiteY1" fmla="*/ 355583 h 355624"/>
                <a:gd name="connsiteX2" fmla="*/ 174680 w 355793"/>
                <a:gd name="connsiteY2" fmla="*/ 355541 h 355624"/>
                <a:gd name="connsiteX3" fmla="*/ 174134 w 355793"/>
                <a:gd name="connsiteY3" fmla="*/ 355541 h 355624"/>
                <a:gd name="connsiteX4" fmla="*/ 169005 w 355793"/>
                <a:gd name="connsiteY4" fmla="*/ 355373 h 355624"/>
                <a:gd name="connsiteX5" fmla="*/ 166188 w 355793"/>
                <a:gd name="connsiteY5" fmla="*/ 355373 h 355624"/>
                <a:gd name="connsiteX6" fmla="*/ 166104 w 355793"/>
                <a:gd name="connsiteY6" fmla="*/ 355205 h 355624"/>
                <a:gd name="connsiteX7" fmla="*/ 117252 w 355793"/>
                <a:gd name="connsiteY7" fmla="*/ 345619 h 355624"/>
                <a:gd name="connsiteX8" fmla="*/ 31951 w 355793"/>
                <a:gd name="connsiteY8" fmla="*/ 280834 h 355624"/>
                <a:gd name="connsiteX9" fmla="*/ 8324 w 355793"/>
                <a:gd name="connsiteY9" fmla="*/ 232319 h 355624"/>
                <a:gd name="connsiteX10" fmla="*/ 0 w 355793"/>
                <a:gd name="connsiteY10" fmla="*/ 177876 h 355624"/>
                <a:gd name="connsiteX11" fmla="*/ 0 w 355793"/>
                <a:gd name="connsiteY11" fmla="*/ 177791 h 355624"/>
                <a:gd name="connsiteX12" fmla="*/ 0 w 355793"/>
                <a:gd name="connsiteY12" fmla="*/ 177707 h 355624"/>
                <a:gd name="connsiteX13" fmla="*/ 8324 w 355793"/>
                <a:gd name="connsiteY13" fmla="*/ 123264 h 355624"/>
                <a:gd name="connsiteX14" fmla="*/ 31951 w 355793"/>
                <a:gd name="connsiteY14" fmla="*/ 74749 h 355624"/>
                <a:gd name="connsiteX15" fmla="*/ 117252 w 355793"/>
                <a:gd name="connsiteY15" fmla="*/ 9964 h 355624"/>
                <a:gd name="connsiteX16" fmla="*/ 166104 w 355793"/>
                <a:gd name="connsiteY16" fmla="*/ 378 h 355624"/>
                <a:gd name="connsiteX17" fmla="*/ 166188 w 355793"/>
                <a:gd name="connsiteY17" fmla="*/ 210 h 355624"/>
                <a:gd name="connsiteX18" fmla="*/ 169005 w 355793"/>
                <a:gd name="connsiteY18" fmla="*/ 210 h 355624"/>
                <a:gd name="connsiteX19" fmla="*/ 174134 w 355793"/>
                <a:gd name="connsiteY19" fmla="*/ 42 h 355624"/>
                <a:gd name="connsiteX20" fmla="*/ 174680 w 355793"/>
                <a:gd name="connsiteY20" fmla="*/ 42 h 355624"/>
                <a:gd name="connsiteX21" fmla="*/ 177876 w 355793"/>
                <a:gd name="connsiteY21" fmla="*/ 0 h 355624"/>
                <a:gd name="connsiteX22" fmla="*/ 177918 w 355793"/>
                <a:gd name="connsiteY22" fmla="*/ 0 h 355624"/>
                <a:gd name="connsiteX23" fmla="*/ 186830 w 355793"/>
                <a:gd name="connsiteY23" fmla="*/ 210 h 355624"/>
                <a:gd name="connsiteX24" fmla="*/ 186998 w 355793"/>
                <a:gd name="connsiteY24" fmla="*/ 210 h 355624"/>
                <a:gd name="connsiteX25" fmla="*/ 285837 w 355793"/>
                <a:gd name="connsiteY25" fmla="*/ 36660 h 355624"/>
                <a:gd name="connsiteX26" fmla="*/ 310851 w 355793"/>
                <a:gd name="connsiteY26" fmla="*/ 59950 h 355624"/>
                <a:gd name="connsiteX27" fmla="*/ 311188 w 355793"/>
                <a:gd name="connsiteY27" fmla="*/ 60329 h 355624"/>
                <a:gd name="connsiteX28" fmla="*/ 312449 w 355793"/>
                <a:gd name="connsiteY28" fmla="*/ 61758 h 355624"/>
                <a:gd name="connsiteX29" fmla="*/ 344568 w 355793"/>
                <a:gd name="connsiteY29" fmla="*/ 115739 h 355624"/>
                <a:gd name="connsiteX30" fmla="*/ 355793 w 355793"/>
                <a:gd name="connsiteY30" fmla="*/ 177623 h 355624"/>
                <a:gd name="connsiteX31" fmla="*/ 355793 w 355793"/>
                <a:gd name="connsiteY31" fmla="*/ 178002 h 355624"/>
                <a:gd name="connsiteX32" fmla="*/ 344568 w 355793"/>
                <a:gd name="connsiteY32" fmla="*/ 239886 h 355624"/>
                <a:gd name="connsiteX33" fmla="*/ 312449 w 355793"/>
                <a:gd name="connsiteY33" fmla="*/ 293867 h 355624"/>
                <a:gd name="connsiteX34" fmla="*/ 311188 w 355793"/>
                <a:gd name="connsiteY34" fmla="*/ 295296 h 355624"/>
                <a:gd name="connsiteX35" fmla="*/ 310851 w 355793"/>
                <a:gd name="connsiteY35" fmla="*/ 295674 h 355624"/>
                <a:gd name="connsiteX36" fmla="*/ 285837 w 355793"/>
                <a:gd name="connsiteY36" fmla="*/ 318965 h 355624"/>
                <a:gd name="connsiteX37" fmla="*/ 186956 w 355793"/>
                <a:gd name="connsiteY37" fmla="*/ 355415 h 355624"/>
                <a:gd name="connsiteX38" fmla="*/ 186788 w 355793"/>
                <a:gd name="connsiteY38" fmla="*/ 355415 h 355624"/>
                <a:gd name="connsiteX39" fmla="*/ 177918 w 355793"/>
                <a:gd name="connsiteY39" fmla="*/ 355625 h 355624"/>
                <a:gd name="connsiteX40" fmla="*/ 177918 w 355793"/>
                <a:gd name="connsiteY40" fmla="*/ 355583 h 355624"/>
                <a:gd name="connsiteX41" fmla="*/ 168837 w 355793"/>
                <a:gd name="connsiteY41" fmla="*/ 350748 h 355624"/>
                <a:gd name="connsiteX42" fmla="*/ 169173 w 355793"/>
                <a:gd name="connsiteY42" fmla="*/ 350748 h 355624"/>
                <a:gd name="connsiteX43" fmla="*/ 174218 w 355793"/>
                <a:gd name="connsiteY43" fmla="*/ 350916 h 355624"/>
                <a:gd name="connsiteX44" fmla="*/ 174765 w 355793"/>
                <a:gd name="connsiteY44" fmla="*/ 350916 h 355624"/>
                <a:gd name="connsiteX45" fmla="*/ 177876 w 355793"/>
                <a:gd name="connsiteY45" fmla="*/ 350958 h 355624"/>
                <a:gd name="connsiteX46" fmla="*/ 177918 w 355793"/>
                <a:gd name="connsiteY46" fmla="*/ 350958 h 355624"/>
                <a:gd name="connsiteX47" fmla="*/ 186620 w 355793"/>
                <a:gd name="connsiteY47" fmla="*/ 350748 h 355624"/>
                <a:gd name="connsiteX48" fmla="*/ 186704 w 355793"/>
                <a:gd name="connsiteY48" fmla="*/ 350748 h 355624"/>
                <a:gd name="connsiteX49" fmla="*/ 283020 w 355793"/>
                <a:gd name="connsiteY49" fmla="*/ 315266 h 355624"/>
                <a:gd name="connsiteX50" fmla="*/ 307404 w 355793"/>
                <a:gd name="connsiteY50" fmla="*/ 292563 h 355624"/>
                <a:gd name="connsiteX51" fmla="*/ 307740 w 355793"/>
                <a:gd name="connsiteY51" fmla="*/ 292185 h 355624"/>
                <a:gd name="connsiteX52" fmla="*/ 308959 w 355793"/>
                <a:gd name="connsiteY52" fmla="*/ 290798 h 355624"/>
                <a:gd name="connsiteX53" fmla="*/ 351169 w 355793"/>
                <a:gd name="connsiteY53" fmla="*/ 177918 h 355624"/>
                <a:gd name="connsiteX54" fmla="*/ 351169 w 355793"/>
                <a:gd name="connsiteY54" fmla="*/ 177665 h 355624"/>
                <a:gd name="connsiteX55" fmla="*/ 308959 w 355793"/>
                <a:gd name="connsiteY55" fmla="*/ 64785 h 355624"/>
                <a:gd name="connsiteX56" fmla="*/ 307740 w 355793"/>
                <a:gd name="connsiteY56" fmla="*/ 63398 h 355624"/>
                <a:gd name="connsiteX57" fmla="*/ 307404 w 355793"/>
                <a:gd name="connsiteY57" fmla="*/ 63019 h 355624"/>
                <a:gd name="connsiteX58" fmla="*/ 283020 w 355793"/>
                <a:gd name="connsiteY58" fmla="*/ 40317 h 355624"/>
                <a:gd name="connsiteX59" fmla="*/ 186746 w 355793"/>
                <a:gd name="connsiteY59" fmla="*/ 4835 h 355624"/>
                <a:gd name="connsiteX60" fmla="*/ 186620 w 355793"/>
                <a:gd name="connsiteY60" fmla="*/ 4835 h 355624"/>
                <a:gd name="connsiteX61" fmla="*/ 177918 w 355793"/>
                <a:gd name="connsiteY61" fmla="*/ 4625 h 355624"/>
                <a:gd name="connsiteX62" fmla="*/ 177876 w 355793"/>
                <a:gd name="connsiteY62" fmla="*/ 4625 h 355624"/>
                <a:gd name="connsiteX63" fmla="*/ 174765 w 355793"/>
                <a:gd name="connsiteY63" fmla="*/ 4667 h 355624"/>
                <a:gd name="connsiteX64" fmla="*/ 174218 w 355793"/>
                <a:gd name="connsiteY64" fmla="*/ 4667 h 355624"/>
                <a:gd name="connsiteX65" fmla="*/ 169173 w 355793"/>
                <a:gd name="connsiteY65" fmla="*/ 4835 h 355624"/>
                <a:gd name="connsiteX66" fmla="*/ 167113 w 355793"/>
                <a:gd name="connsiteY66" fmla="*/ 4961 h 355624"/>
                <a:gd name="connsiteX67" fmla="*/ 118724 w 355793"/>
                <a:gd name="connsiteY67" fmla="*/ 14336 h 355624"/>
                <a:gd name="connsiteX68" fmla="*/ 35735 w 355793"/>
                <a:gd name="connsiteY68" fmla="*/ 77355 h 355624"/>
                <a:gd name="connsiteX69" fmla="*/ 12738 w 355793"/>
                <a:gd name="connsiteY69" fmla="*/ 124652 h 355624"/>
                <a:gd name="connsiteX70" fmla="*/ 4625 w 355793"/>
                <a:gd name="connsiteY70" fmla="*/ 177665 h 355624"/>
                <a:gd name="connsiteX71" fmla="*/ 4625 w 355793"/>
                <a:gd name="connsiteY71" fmla="*/ 177918 h 355624"/>
                <a:gd name="connsiteX72" fmla="*/ 12738 w 355793"/>
                <a:gd name="connsiteY72" fmla="*/ 230931 h 355624"/>
                <a:gd name="connsiteX73" fmla="*/ 35735 w 355793"/>
                <a:gd name="connsiteY73" fmla="*/ 278227 h 355624"/>
                <a:gd name="connsiteX74" fmla="*/ 118724 w 355793"/>
                <a:gd name="connsiteY74" fmla="*/ 341247 h 355624"/>
                <a:gd name="connsiteX75" fmla="*/ 167113 w 355793"/>
                <a:gd name="connsiteY75" fmla="*/ 350622 h 355624"/>
                <a:gd name="connsiteX76" fmla="*/ 168837 w 355793"/>
                <a:gd name="connsiteY76" fmla="*/ 350748 h 355624"/>
                <a:gd name="connsiteX77" fmla="*/ 177834 w 355793"/>
                <a:gd name="connsiteY77" fmla="*/ 339776 h 355624"/>
                <a:gd name="connsiteX78" fmla="*/ 176404 w 355793"/>
                <a:gd name="connsiteY78" fmla="*/ 339733 h 355624"/>
                <a:gd name="connsiteX79" fmla="*/ 175017 w 355793"/>
                <a:gd name="connsiteY79" fmla="*/ 339649 h 355624"/>
                <a:gd name="connsiteX80" fmla="*/ 174386 w 355793"/>
                <a:gd name="connsiteY80" fmla="*/ 338851 h 355624"/>
                <a:gd name="connsiteX81" fmla="*/ 142645 w 355793"/>
                <a:gd name="connsiteY81" fmla="*/ 286762 h 355624"/>
                <a:gd name="connsiteX82" fmla="*/ 118892 w 355793"/>
                <a:gd name="connsiteY82" fmla="*/ 185779 h 355624"/>
                <a:gd name="connsiteX83" fmla="*/ 118808 w 355793"/>
                <a:gd name="connsiteY83" fmla="*/ 183383 h 355624"/>
                <a:gd name="connsiteX84" fmla="*/ 236943 w 355793"/>
                <a:gd name="connsiteY84" fmla="*/ 183383 h 355624"/>
                <a:gd name="connsiteX85" fmla="*/ 236859 w 355793"/>
                <a:gd name="connsiteY85" fmla="*/ 185779 h 355624"/>
                <a:gd name="connsiteX86" fmla="*/ 213148 w 355793"/>
                <a:gd name="connsiteY86" fmla="*/ 286720 h 355624"/>
                <a:gd name="connsiteX87" fmla="*/ 181407 w 355793"/>
                <a:gd name="connsiteY87" fmla="*/ 338809 h 355624"/>
                <a:gd name="connsiteX88" fmla="*/ 180776 w 355793"/>
                <a:gd name="connsiteY88" fmla="*/ 339607 h 355624"/>
                <a:gd name="connsiteX89" fmla="*/ 179389 w 355793"/>
                <a:gd name="connsiteY89" fmla="*/ 339691 h 355624"/>
                <a:gd name="connsiteX90" fmla="*/ 177834 w 355793"/>
                <a:gd name="connsiteY90" fmla="*/ 339776 h 355624"/>
                <a:gd name="connsiteX91" fmla="*/ 177329 w 355793"/>
                <a:gd name="connsiteY91" fmla="*/ 335151 h 355624"/>
                <a:gd name="connsiteX92" fmla="*/ 178464 w 355793"/>
                <a:gd name="connsiteY92" fmla="*/ 335151 h 355624"/>
                <a:gd name="connsiteX93" fmla="*/ 232151 w 355793"/>
                <a:gd name="connsiteY93" fmla="*/ 188049 h 355624"/>
                <a:gd name="connsiteX94" fmla="*/ 123643 w 355793"/>
                <a:gd name="connsiteY94" fmla="*/ 188049 h 355624"/>
                <a:gd name="connsiteX95" fmla="*/ 177329 w 355793"/>
                <a:gd name="connsiteY95" fmla="*/ 335151 h 355624"/>
                <a:gd name="connsiteX96" fmla="*/ 196542 w 355793"/>
                <a:gd name="connsiteY96" fmla="*/ 338724 h 355624"/>
                <a:gd name="connsiteX97" fmla="*/ 199695 w 355793"/>
                <a:gd name="connsiteY97" fmla="*/ 334310 h 355624"/>
                <a:gd name="connsiteX98" fmla="*/ 228367 w 355793"/>
                <a:gd name="connsiteY98" fmla="*/ 281465 h 355624"/>
                <a:gd name="connsiteX99" fmla="*/ 248294 w 355793"/>
                <a:gd name="connsiteY99" fmla="*/ 185695 h 355624"/>
                <a:gd name="connsiteX100" fmla="*/ 248336 w 355793"/>
                <a:gd name="connsiteY100" fmla="*/ 183467 h 355624"/>
                <a:gd name="connsiteX101" fmla="*/ 339733 w 355793"/>
                <a:gd name="connsiteY101" fmla="*/ 183467 h 355624"/>
                <a:gd name="connsiteX102" fmla="*/ 339607 w 355793"/>
                <a:gd name="connsiteY102" fmla="*/ 185905 h 355624"/>
                <a:gd name="connsiteX103" fmla="*/ 297608 w 355793"/>
                <a:gd name="connsiteY103" fmla="*/ 286425 h 355624"/>
                <a:gd name="connsiteX104" fmla="*/ 201881 w 355793"/>
                <a:gd name="connsiteY104" fmla="*/ 337968 h 355624"/>
                <a:gd name="connsiteX105" fmla="*/ 196542 w 355793"/>
                <a:gd name="connsiteY105" fmla="*/ 338724 h 355624"/>
                <a:gd name="connsiteX106" fmla="*/ 252835 w 355793"/>
                <a:gd name="connsiteY106" fmla="*/ 188049 h 355624"/>
                <a:gd name="connsiteX107" fmla="*/ 232613 w 355793"/>
                <a:gd name="connsiteY107" fmla="*/ 283188 h 355624"/>
                <a:gd name="connsiteX108" fmla="*/ 206548 w 355793"/>
                <a:gd name="connsiteY108" fmla="*/ 332460 h 355624"/>
                <a:gd name="connsiteX109" fmla="*/ 334857 w 355793"/>
                <a:gd name="connsiteY109" fmla="*/ 188049 h 355624"/>
                <a:gd name="connsiteX110" fmla="*/ 252835 w 355793"/>
                <a:gd name="connsiteY110" fmla="*/ 188049 h 355624"/>
                <a:gd name="connsiteX111" fmla="*/ 159251 w 355793"/>
                <a:gd name="connsiteY111" fmla="*/ 338724 h 355624"/>
                <a:gd name="connsiteX112" fmla="*/ 153870 w 355793"/>
                <a:gd name="connsiteY112" fmla="*/ 337926 h 355624"/>
                <a:gd name="connsiteX113" fmla="*/ 85511 w 355793"/>
                <a:gd name="connsiteY113" fmla="*/ 310683 h 355624"/>
                <a:gd name="connsiteX114" fmla="*/ 85385 w 355793"/>
                <a:gd name="connsiteY114" fmla="*/ 310599 h 355624"/>
                <a:gd name="connsiteX115" fmla="*/ 84082 w 355793"/>
                <a:gd name="connsiteY115" fmla="*/ 309674 h 355624"/>
                <a:gd name="connsiteX116" fmla="*/ 83620 w 355793"/>
                <a:gd name="connsiteY116" fmla="*/ 309338 h 355624"/>
                <a:gd name="connsiteX117" fmla="*/ 36239 w 355793"/>
                <a:gd name="connsiteY117" fmla="*/ 255862 h 355624"/>
                <a:gd name="connsiteX118" fmla="*/ 16186 w 355793"/>
                <a:gd name="connsiteY118" fmla="*/ 185863 h 355624"/>
                <a:gd name="connsiteX119" fmla="*/ 16060 w 355793"/>
                <a:gd name="connsiteY119" fmla="*/ 183425 h 355624"/>
                <a:gd name="connsiteX120" fmla="*/ 107457 w 355793"/>
                <a:gd name="connsiteY120" fmla="*/ 183425 h 355624"/>
                <a:gd name="connsiteX121" fmla="*/ 107499 w 355793"/>
                <a:gd name="connsiteY121" fmla="*/ 185653 h 355624"/>
                <a:gd name="connsiteX122" fmla="*/ 127468 w 355793"/>
                <a:gd name="connsiteY122" fmla="*/ 281465 h 355624"/>
                <a:gd name="connsiteX123" fmla="*/ 156140 w 355793"/>
                <a:gd name="connsiteY123" fmla="*/ 334268 h 355624"/>
                <a:gd name="connsiteX124" fmla="*/ 159251 w 355793"/>
                <a:gd name="connsiteY124" fmla="*/ 338724 h 355624"/>
                <a:gd name="connsiteX125" fmla="*/ 88160 w 355793"/>
                <a:gd name="connsiteY125" fmla="*/ 306857 h 355624"/>
                <a:gd name="connsiteX126" fmla="*/ 149204 w 355793"/>
                <a:gd name="connsiteY126" fmla="*/ 332418 h 355624"/>
                <a:gd name="connsiteX127" fmla="*/ 123180 w 355793"/>
                <a:gd name="connsiteY127" fmla="*/ 283188 h 355624"/>
                <a:gd name="connsiteX128" fmla="*/ 102958 w 355793"/>
                <a:gd name="connsiteY128" fmla="*/ 188049 h 355624"/>
                <a:gd name="connsiteX129" fmla="*/ 20936 w 355793"/>
                <a:gd name="connsiteY129" fmla="*/ 188049 h 355624"/>
                <a:gd name="connsiteX130" fmla="*/ 86352 w 355793"/>
                <a:gd name="connsiteY130" fmla="*/ 305554 h 355624"/>
                <a:gd name="connsiteX131" fmla="*/ 86815 w 355793"/>
                <a:gd name="connsiteY131" fmla="*/ 305890 h 355624"/>
                <a:gd name="connsiteX132" fmla="*/ 88076 w 355793"/>
                <a:gd name="connsiteY132" fmla="*/ 306773 h 355624"/>
                <a:gd name="connsiteX133" fmla="*/ 88160 w 355793"/>
                <a:gd name="connsiteY133" fmla="*/ 306857 h 355624"/>
                <a:gd name="connsiteX134" fmla="*/ 339733 w 355793"/>
                <a:gd name="connsiteY134" fmla="*/ 172116 h 355624"/>
                <a:gd name="connsiteX135" fmla="*/ 248378 w 355793"/>
                <a:gd name="connsiteY135" fmla="*/ 172116 h 355624"/>
                <a:gd name="connsiteX136" fmla="*/ 248336 w 355793"/>
                <a:gd name="connsiteY136" fmla="*/ 169888 h 355624"/>
                <a:gd name="connsiteX137" fmla="*/ 228409 w 355793"/>
                <a:gd name="connsiteY137" fmla="*/ 74118 h 355624"/>
                <a:gd name="connsiteX138" fmla="*/ 199737 w 355793"/>
                <a:gd name="connsiteY138" fmla="*/ 21273 h 355624"/>
                <a:gd name="connsiteX139" fmla="*/ 196584 w 355793"/>
                <a:gd name="connsiteY139" fmla="*/ 16858 h 355624"/>
                <a:gd name="connsiteX140" fmla="*/ 201965 w 355793"/>
                <a:gd name="connsiteY140" fmla="*/ 17657 h 355624"/>
                <a:gd name="connsiteX141" fmla="*/ 297692 w 355793"/>
                <a:gd name="connsiteY141" fmla="*/ 69200 h 355624"/>
                <a:gd name="connsiteX142" fmla="*/ 339691 w 355793"/>
                <a:gd name="connsiteY142" fmla="*/ 169720 h 355624"/>
                <a:gd name="connsiteX143" fmla="*/ 339733 w 355793"/>
                <a:gd name="connsiteY143" fmla="*/ 172116 h 355624"/>
                <a:gd name="connsiteX144" fmla="*/ 252835 w 355793"/>
                <a:gd name="connsiteY144" fmla="*/ 167491 h 355624"/>
                <a:gd name="connsiteX145" fmla="*/ 334857 w 355793"/>
                <a:gd name="connsiteY145" fmla="*/ 167491 h 355624"/>
                <a:gd name="connsiteX146" fmla="*/ 206548 w 355793"/>
                <a:gd name="connsiteY146" fmla="*/ 23081 h 355624"/>
                <a:gd name="connsiteX147" fmla="*/ 232613 w 355793"/>
                <a:gd name="connsiteY147" fmla="*/ 72353 h 355624"/>
                <a:gd name="connsiteX148" fmla="*/ 252835 w 355793"/>
                <a:gd name="connsiteY148" fmla="*/ 167491 h 355624"/>
                <a:gd name="connsiteX149" fmla="*/ 236943 w 355793"/>
                <a:gd name="connsiteY149" fmla="*/ 172116 h 355624"/>
                <a:gd name="connsiteX150" fmla="*/ 118808 w 355793"/>
                <a:gd name="connsiteY150" fmla="*/ 172116 h 355624"/>
                <a:gd name="connsiteX151" fmla="*/ 118892 w 355793"/>
                <a:gd name="connsiteY151" fmla="*/ 169720 h 355624"/>
                <a:gd name="connsiteX152" fmla="*/ 142645 w 355793"/>
                <a:gd name="connsiteY152" fmla="*/ 68737 h 355624"/>
                <a:gd name="connsiteX153" fmla="*/ 174386 w 355793"/>
                <a:gd name="connsiteY153" fmla="*/ 16648 h 355624"/>
                <a:gd name="connsiteX154" fmla="*/ 175017 w 355793"/>
                <a:gd name="connsiteY154" fmla="*/ 15849 h 355624"/>
                <a:gd name="connsiteX155" fmla="*/ 176404 w 355793"/>
                <a:gd name="connsiteY155" fmla="*/ 15765 h 355624"/>
                <a:gd name="connsiteX156" fmla="*/ 179389 w 355793"/>
                <a:gd name="connsiteY156" fmla="*/ 15765 h 355624"/>
                <a:gd name="connsiteX157" fmla="*/ 180776 w 355793"/>
                <a:gd name="connsiteY157" fmla="*/ 15849 h 355624"/>
                <a:gd name="connsiteX158" fmla="*/ 181407 w 355793"/>
                <a:gd name="connsiteY158" fmla="*/ 16648 h 355624"/>
                <a:gd name="connsiteX159" fmla="*/ 213148 w 355793"/>
                <a:gd name="connsiteY159" fmla="*/ 68737 h 355624"/>
                <a:gd name="connsiteX160" fmla="*/ 236859 w 355793"/>
                <a:gd name="connsiteY160" fmla="*/ 169678 h 355624"/>
                <a:gd name="connsiteX161" fmla="*/ 236943 w 355793"/>
                <a:gd name="connsiteY161" fmla="*/ 172116 h 355624"/>
                <a:gd name="connsiteX162" fmla="*/ 123643 w 355793"/>
                <a:gd name="connsiteY162" fmla="*/ 167491 h 355624"/>
                <a:gd name="connsiteX163" fmla="*/ 232193 w 355793"/>
                <a:gd name="connsiteY163" fmla="*/ 167491 h 355624"/>
                <a:gd name="connsiteX164" fmla="*/ 178506 w 355793"/>
                <a:gd name="connsiteY164" fmla="*/ 20390 h 355624"/>
                <a:gd name="connsiteX165" fmla="*/ 177371 w 355793"/>
                <a:gd name="connsiteY165" fmla="*/ 20390 h 355624"/>
                <a:gd name="connsiteX166" fmla="*/ 123643 w 355793"/>
                <a:gd name="connsiteY166" fmla="*/ 167491 h 355624"/>
                <a:gd name="connsiteX167" fmla="*/ 107457 w 355793"/>
                <a:gd name="connsiteY167" fmla="*/ 172116 h 355624"/>
                <a:gd name="connsiteX168" fmla="*/ 16060 w 355793"/>
                <a:gd name="connsiteY168" fmla="*/ 172116 h 355624"/>
                <a:gd name="connsiteX169" fmla="*/ 16186 w 355793"/>
                <a:gd name="connsiteY169" fmla="*/ 169678 h 355624"/>
                <a:gd name="connsiteX170" fmla="*/ 36239 w 355793"/>
                <a:gd name="connsiteY170" fmla="*/ 99679 h 355624"/>
                <a:gd name="connsiteX171" fmla="*/ 83620 w 355793"/>
                <a:gd name="connsiteY171" fmla="*/ 46245 h 355624"/>
                <a:gd name="connsiteX172" fmla="*/ 84124 w 355793"/>
                <a:gd name="connsiteY172" fmla="*/ 45909 h 355624"/>
                <a:gd name="connsiteX173" fmla="*/ 85385 w 355793"/>
                <a:gd name="connsiteY173" fmla="*/ 45026 h 355624"/>
                <a:gd name="connsiteX174" fmla="*/ 85511 w 355793"/>
                <a:gd name="connsiteY174" fmla="*/ 44942 h 355624"/>
                <a:gd name="connsiteX175" fmla="*/ 153870 w 355793"/>
                <a:gd name="connsiteY175" fmla="*/ 17699 h 355624"/>
                <a:gd name="connsiteX176" fmla="*/ 159251 w 355793"/>
                <a:gd name="connsiteY176" fmla="*/ 16900 h 355624"/>
                <a:gd name="connsiteX177" fmla="*/ 156098 w 355793"/>
                <a:gd name="connsiteY177" fmla="*/ 21315 h 355624"/>
                <a:gd name="connsiteX178" fmla="*/ 127426 w 355793"/>
                <a:gd name="connsiteY178" fmla="*/ 74118 h 355624"/>
                <a:gd name="connsiteX179" fmla="*/ 107457 w 355793"/>
                <a:gd name="connsiteY179" fmla="*/ 169930 h 355624"/>
                <a:gd name="connsiteX180" fmla="*/ 107457 w 355793"/>
                <a:gd name="connsiteY180" fmla="*/ 172116 h 355624"/>
                <a:gd name="connsiteX181" fmla="*/ 20936 w 355793"/>
                <a:gd name="connsiteY181" fmla="*/ 167491 h 355624"/>
                <a:gd name="connsiteX182" fmla="*/ 102958 w 355793"/>
                <a:gd name="connsiteY182" fmla="*/ 167491 h 355624"/>
                <a:gd name="connsiteX183" fmla="*/ 123180 w 355793"/>
                <a:gd name="connsiteY183" fmla="*/ 72353 h 355624"/>
                <a:gd name="connsiteX184" fmla="*/ 149204 w 355793"/>
                <a:gd name="connsiteY184" fmla="*/ 23123 h 355624"/>
                <a:gd name="connsiteX185" fmla="*/ 88160 w 355793"/>
                <a:gd name="connsiteY185" fmla="*/ 48683 h 355624"/>
                <a:gd name="connsiteX186" fmla="*/ 88034 w 355793"/>
                <a:gd name="connsiteY186" fmla="*/ 48768 h 355624"/>
                <a:gd name="connsiteX187" fmla="*/ 86815 w 355793"/>
                <a:gd name="connsiteY187" fmla="*/ 49650 h 355624"/>
                <a:gd name="connsiteX188" fmla="*/ 86352 w 355793"/>
                <a:gd name="connsiteY188" fmla="*/ 49987 h 355624"/>
                <a:gd name="connsiteX189" fmla="*/ 20936 w 355793"/>
                <a:gd name="connsiteY189" fmla="*/ 167491 h 355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355793" h="355624">
                  <a:moveTo>
                    <a:pt x="177918" y="355583"/>
                  </a:moveTo>
                  <a:lnTo>
                    <a:pt x="177876" y="355583"/>
                  </a:lnTo>
                  <a:cubicBezTo>
                    <a:pt x="176951" y="355583"/>
                    <a:pt x="175900" y="355583"/>
                    <a:pt x="174680" y="355541"/>
                  </a:cubicBezTo>
                  <a:lnTo>
                    <a:pt x="174134" y="355541"/>
                  </a:lnTo>
                  <a:cubicBezTo>
                    <a:pt x="172368" y="355499"/>
                    <a:pt x="170644" y="355457"/>
                    <a:pt x="169005" y="355373"/>
                  </a:cubicBezTo>
                  <a:lnTo>
                    <a:pt x="166188" y="355373"/>
                  </a:lnTo>
                  <a:lnTo>
                    <a:pt x="166104" y="355205"/>
                  </a:lnTo>
                  <a:cubicBezTo>
                    <a:pt x="149414" y="354154"/>
                    <a:pt x="132976" y="350916"/>
                    <a:pt x="117252" y="345619"/>
                  </a:cubicBezTo>
                  <a:cubicBezTo>
                    <a:pt x="82653" y="333974"/>
                    <a:pt x="53140" y="311566"/>
                    <a:pt x="31951" y="280834"/>
                  </a:cubicBezTo>
                  <a:cubicBezTo>
                    <a:pt x="21735" y="265994"/>
                    <a:pt x="13789" y="249682"/>
                    <a:pt x="8324" y="232319"/>
                  </a:cubicBezTo>
                  <a:cubicBezTo>
                    <a:pt x="2817" y="214703"/>
                    <a:pt x="0" y="196374"/>
                    <a:pt x="0" y="177876"/>
                  </a:cubicBezTo>
                  <a:lnTo>
                    <a:pt x="0" y="177791"/>
                  </a:lnTo>
                  <a:lnTo>
                    <a:pt x="0" y="177707"/>
                  </a:lnTo>
                  <a:cubicBezTo>
                    <a:pt x="0" y="159209"/>
                    <a:pt x="2775" y="140921"/>
                    <a:pt x="8324" y="123264"/>
                  </a:cubicBezTo>
                  <a:cubicBezTo>
                    <a:pt x="13747" y="105901"/>
                    <a:pt x="21693" y="89589"/>
                    <a:pt x="31951" y="74749"/>
                  </a:cubicBezTo>
                  <a:cubicBezTo>
                    <a:pt x="53182" y="44017"/>
                    <a:pt x="82653" y="21609"/>
                    <a:pt x="117252" y="9964"/>
                  </a:cubicBezTo>
                  <a:cubicBezTo>
                    <a:pt x="132976" y="4667"/>
                    <a:pt x="149414" y="1471"/>
                    <a:pt x="166104" y="378"/>
                  </a:cubicBezTo>
                  <a:lnTo>
                    <a:pt x="166188" y="210"/>
                  </a:lnTo>
                  <a:lnTo>
                    <a:pt x="169005" y="210"/>
                  </a:lnTo>
                  <a:cubicBezTo>
                    <a:pt x="170644" y="126"/>
                    <a:pt x="172368" y="84"/>
                    <a:pt x="174134" y="42"/>
                  </a:cubicBezTo>
                  <a:lnTo>
                    <a:pt x="174680" y="42"/>
                  </a:lnTo>
                  <a:cubicBezTo>
                    <a:pt x="175900" y="0"/>
                    <a:pt x="176909" y="0"/>
                    <a:pt x="177876" y="0"/>
                  </a:cubicBezTo>
                  <a:lnTo>
                    <a:pt x="177918" y="0"/>
                  </a:lnTo>
                  <a:cubicBezTo>
                    <a:pt x="180902" y="0"/>
                    <a:pt x="183887" y="84"/>
                    <a:pt x="186830" y="210"/>
                  </a:cubicBezTo>
                  <a:lnTo>
                    <a:pt x="186998" y="210"/>
                  </a:lnTo>
                  <a:cubicBezTo>
                    <a:pt x="222986" y="2060"/>
                    <a:pt x="257165" y="14630"/>
                    <a:pt x="285837" y="36660"/>
                  </a:cubicBezTo>
                  <a:cubicBezTo>
                    <a:pt x="294876" y="43597"/>
                    <a:pt x="303326" y="51458"/>
                    <a:pt x="310851" y="59950"/>
                  </a:cubicBezTo>
                  <a:lnTo>
                    <a:pt x="311188" y="60329"/>
                  </a:lnTo>
                  <a:cubicBezTo>
                    <a:pt x="311608" y="60791"/>
                    <a:pt x="312028" y="61296"/>
                    <a:pt x="312449" y="61758"/>
                  </a:cubicBezTo>
                  <a:cubicBezTo>
                    <a:pt x="326364" y="77818"/>
                    <a:pt x="337211" y="95980"/>
                    <a:pt x="344568" y="115739"/>
                  </a:cubicBezTo>
                  <a:cubicBezTo>
                    <a:pt x="351967" y="135498"/>
                    <a:pt x="355751" y="156351"/>
                    <a:pt x="355793" y="177623"/>
                  </a:cubicBezTo>
                  <a:lnTo>
                    <a:pt x="355793" y="178002"/>
                  </a:lnTo>
                  <a:cubicBezTo>
                    <a:pt x="355751" y="199274"/>
                    <a:pt x="352009" y="220127"/>
                    <a:pt x="344568" y="239886"/>
                  </a:cubicBezTo>
                  <a:cubicBezTo>
                    <a:pt x="337169" y="259645"/>
                    <a:pt x="326364" y="277807"/>
                    <a:pt x="312449" y="293867"/>
                  </a:cubicBezTo>
                  <a:cubicBezTo>
                    <a:pt x="312028" y="294329"/>
                    <a:pt x="311608" y="294834"/>
                    <a:pt x="311188" y="295296"/>
                  </a:cubicBezTo>
                  <a:lnTo>
                    <a:pt x="310851" y="295674"/>
                  </a:lnTo>
                  <a:cubicBezTo>
                    <a:pt x="303284" y="304167"/>
                    <a:pt x="294876" y="312028"/>
                    <a:pt x="285837" y="318965"/>
                  </a:cubicBezTo>
                  <a:cubicBezTo>
                    <a:pt x="257165" y="340953"/>
                    <a:pt x="222986" y="353565"/>
                    <a:pt x="186956" y="355415"/>
                  </a:cubicBezTo>
                  <a:lnTo>
                    <a:pt x="186788" y="355415"/>
                  </a:lnTo>
                  <a:cubicBezTo>
                    <a:pt x="183887" y="355541"/>
                    <a:pt x="180902" y="355625"/>
                    <a:pt x="177918" y="355625"/>
                  </a:cubicBezTo>
                  <a:lnTo>
                    <a:pt x="177918" y="355583"/>
                  </a:lnTo>
                  <a:close/>
                  <a:moveTo>
                    <a:pt x="168837" y="350748"/>
                  </a:moveTo>
                  <a:lnTo>
                    <a:pt x="169173" y="350748"/>
                  </a:lnTo>
                  <a:cubicBezTo>
                    <a:pt x="170771" y="350832"/>
                    <a:pt x="172494" y="350874"/>
                    <a:pt x="174218" y="350916"/>
                  </a:cubicBezTo>
                  <a:lnTo>
                    <a:pt x="174765" y="350916"/>
                  </a:lnTo>
                  <a:cubicBezTo>
                    <a:pt x="175816" y="350916"/>
                    <a:pt x="176867" y="350958"/>
                    <a:pt x="177876" y="350958"/>
                  </a:cubicBezTo>
                  <a:lnTo>
                    <a:pt x="177918" y="350958"/>
                  </a:lnTo>
                  <a:cubicBezTo>
                    <a:pt x="180818" y="350958"/>
                    <a:pt x="183761" y="350874"/>
                    <a:pt x="186620" y="350748"/>
                  </a:cubicBezTo>
                  <a:lnTo>
                    <a:pt x="186704" y="350748"/>
                  </a:lnTo>
                  <a:cubicBezTo>
                    <a:pt x="221766" y="348982"/>
                    <a:pt x="255063" y="336707"/>
                    <a:pt x="283020" y="315266"/>
                  </a:cubicBezTo>
                  <a:cubicBezTo>
                    <a:pt x="291849" y="308497"/>
                    <a:pt x="300047" y="300846"/>
                    <a:pt x="307404" y="292563"/>
                  </a:cubicBezTo>
                  <a:lnTo>
                    <a:pt x="307740" y="292185"/>
                  </a:lnTo>
                  <a:cubicBezTo>
                    <a:pt x="308161" y="291723"/>
                    <a:pt x="308539" y="291260"/>
                    <a:pt x="308959" y="290798"/>
                  </a:cubicBezTo>
                  <a:cubicBezTo>
                    <a:pt x="336118" y="259477"/>
                    <a:pt x="351127" y="219370"/>
                    <a:pt x="351169" y="177918"/>
                  </a:cubicBezTo>
                  <a:lnTo>
                    <a:pt x="351169" y="177665"/>
                  </a:lnTo>
                  <a:cubicBezTo>
                    <a:pt x="351127" y="136213"/>
                    <a:pt x="336118" y="96106"/>
                    <a:pt x="308959" y="64785"/>
                  </a:cubicBezTo>
                  <a:cubicBezTo>
                    <a:pt x="308539" y="64323"/>
                    <a:pt x="308119" y="63860"/>
                    <a:pt x="307740" y="63398"/>
                  </a:cubicBezTo>
                  <a:lnTo>
                    <a:pt x="307404" y="63019"/>
                  </a:lnTo>
                  <a:cubicBezTo>
                    <a:pt x="300047" y="54737"/>
                    <a:pt x="291849" y="47086"/>
                    <a:pt x="283020" y="40317"/>
                  </a:cubicBezTo>
                  <a:cubicBezTo>
                    <a:pt x="255105" y="18876"/>
                    <a:pt x="221808" y="6642"/>
                    <a:pt x="186746" y="4835"/>
                  </a:cubicBezTo>
                  <a:lnTo>
                    <a:pt x="186620" y="4835"/>
                  </a:lnTo>
                  <a:cubicBezTo>
                    <a:pt x="183761" y="4709"/>
                    <a:pt x="180818" y="4625"/>
                    <a:pt x="177918" y="4625"/>
                  </a:cubicBezTo>
                  <a:lnTo>
                    <a:pt x="177876" y="4625"/>
                  </a:lnTo>
                  <a:cubicBezTo>
                    <a:pt x="176825" y="4625"/>
                    <a:pt x="175816" y="4625"/>
                    <a:pt x="174765" y="4667"/>
                  </a:cubicBezTo>
                  <a:lnTo>
                    <a:pt x="174218" y="4667"/>
                  </a:lnTo>
                  <a:cubicBezTo>
                    <a:pt x="172452" y="4709"/>
                    <a:pt x="170771" y="4751"/>
                    <a:pt x="169173" y="4835"/>
                  </a:cubicBezTo>
                  <a:lnTo>
                    <a:pt x="167113" y="4961"/>
                  </a:lnTo>
                  <a:cubicBezTo>
                    <a:pt x="150591" y="5970"/>
                    <a:pt x="134279" y="9123"/>
                    <a:pt x="118724" y="14336"/>
                  </a:cubicBezTo>
                  <a:cubicBezTo>
                    <a:pt x="85091" y="25645"/>
                    <a:pt x="56377" y="47464"/>
                    <a:pt x="35735" y="77355"/>
                  </a:cubicBezTo>
                  <a:cubicBezTo>
                    <a:pt x="25771" y="91818"/>
                    <a:pt x="18036" y="107709"/>
                    <a:pt x="12738" y="124652"/>
                  </a:cubicBezTo>
                  <a:cubicBezTo>
                    <a:pt x="7357" y="141804"/>
                    <a:pt x="4625" y="159672"/>
                    <a:pt x="4625" y="177665"/>
                  </a:cubicBezTo>
                  <a:lnTo>
                    <a:pt x="4625" y="177918"/>
                  </a:lnTo>
                  <a:cubicBezTo>
                    <a:pt x="4625" y="195911"/>
                    <a:pt x="7357" y="213779"/>
                    <a:pt x="12738" y="230931"/>
                  </a:cubicBezTo>
                  <a:cubicBezTo>
                    <a:pt x="18036" y="247832"/>
                    <a:pt x="25771" y="263765"/>
                    <a:pt x="35735" y="278227"/>
                  </a:cubicBezTo>
                  <a:cubicBezTo>
                    <a:pt x="56377" y="308161"/>
                    <a:pt x="85049" y="329938"/>
                    <a:pt x="118724" y="341247"/>
                  </a:cubicBezTo>
                  <a:cubicBezTo>
                    <a:pt x="134279" y="346502"/>
                    <a:pt x="150549" y="349655"/>
                    <a:pt x="167113" y="350622"/>
                  </a:cubicBezTo>
                  <a:lnTo>
                    <a:pt x="168837" y="350748"/>
                  </a:lnTo>
                  <a:close/>
                  <a:moveTo>
                    <a:pt x="177834" y="339776"/>
                  </a:moveTo>
                  <a:cubicBezTo>
                    <a:pt x="177371" y="339776"/>
                    <a:pt x="176909" y="339776"/>
                    <a:pt x="176404" y="339733"/>
                  </a:cubicBezTo>
                  <a:lnTo>
                    <a:pt x="175017" y="339649"/>
                  </a:lnTo>
                  <a:lnTo>
                    <a:pt x="174386" y="338851"/>
                  </a:lnTo>
                  <a:cubicBezTo>
                    <a:pt x="167618" y="330526"/>
                    <a:pt x="154501" y="312701"/>
                    <a:pt x="142645" y="286762"/>
                  </a:cubicBezTo>
                  <a:cubicBezTo>
                    <a:pt x="128015" y="254684"/>
                    <a:pt x="120027" y="220715"/>
                    <a:pt x="118892" y="185779"/>
                  </a:cubicBezTo>
                  <a:lnTo>
                    <a:pt x="118808" y="183383"/>
                  </a:lnTo>
                  <a:lnTo>
                    <a:pt x="236943" y="183383"/>
                  </a:lnTo>
                  <a:lnTo>
                    <a:pt x="236859" y="185779"/>
                  </a:lnTo>
                  <a:cubicBezTo>
                    <a:pt x="235766" y="220673"/>
                    <a:pt x="227778" y="254642"/>
                    <a:pt x="213148" y="286720"/>
                  </a:cubicBezTo>
                  <a:cubicBezTo>
                    <a:pt x="201292" y="312659"/>
                    <a:pt x="188176" y="330484"/>
                    <a:pt x="181407" y="338809"/>
                  </a:cubicBezTo>
                  <a:lnTo>
                    <a:pt x="180776" y="339607"/>
                  </a:lnTo>
                  <a:lnTo>
                    <a:pt x="179389" y="339691"/>
                  </a:lnTo>
                  <a:cubicBezTo>
                    <a:pt x="178842" y="339776"/>
                    <a:pt x="178338" y="339776"/>
                    <a:pt x="177834" y="339776"/>
                  </a:cubicBezTo>
                  <a:close/>
                  <a:moveTo>
                    <a:pt x="177329" y="335151"/>
                  </a:moveTo>
                  <a:lnTo>
                    <a:pt x="178464" y="335151"/>
                  </a:lnTo>
                  <a:cubicBezTo>
                    <a:pt x="191161" y="319344"/>
                    <a:pt x="228955" y="265909"/>
                    <a:pt x="232151" y="188049"/>
                  </a:cubicBezTo>
                  <a:lnTo>
                    <a:pt x="123643" y="188049"/>
                  </a:lnTo>
                  <a:cubicBezTo>
                    <a:pt x="126838" y="265951"/>
                    <a:pt x="164633" y="319344"/>
                    <a:pt x="177329" y="335151"/>
                  </a:cubicBezTo>
                  <a:close/>
                  <a:moveTo>
                    <a:pt x="196542" y="338724"/>
                  </a:moveTo>
                  <a:lnTo>
                    <a:pt x="199695" y="334310"/>
                  </a:lnTo>
                  <a:cubicBezTo>
                    <a:pt x="207430" y="323380"/>
                    <a:pt x="218697" y="305344"/>
                    <a:pt x="228367" y="281465"/>
                  </a:cubicBezTo>
                  <a:cubicBezTo>
                    <a:pt x="240685" y="251027"/>
                    <a:pt x="247369" y="218823"/>
                    <a:pt x="248294" y="185695"/>
                  </a:cubicBezTo>
                  <a:lnTo>
                    <a:pt x="248336" y="183467"/>
                  </a:lnTo>
                  <a:lnTo>
                    <a:pt x="339733" y="183467"/>
                  </a:lnTo>
                  <a:lnTo>
                    <a:pt x="339607" y="185905"/>
                  </a:lnTo>
                  <a:cubicBezTo>
                    <a:pt x="337758" y="222901"/>
                    <a:pt x="322833" y="258594"/>
                    <a:pt x="297608" y="286425"/>
                  </a:cubicBezTo>
                  <a:cubicBezTo>
                    <a:pt x="272426" y="314215"/>
                    <a:pt x="238415" y="332502"/>
                    <a:pt x="201881" y="337968"/>
                  </a:cubicBezTo>
                  <a:lnTo>
                    <a:pt x="196542" y="338724"/>
                  </a:lnTo>
                  <a:close/>
                  <a:moveTo>
                    <a:pt x="252835" y="188049"/>
                  </a:moveTo>
                  <a:cubicBezTo>
                    <a:pt x="251658" y="220926"/>
                    <a:pt x="244847" y="252919"/>
                    <a:pt x="232613" y="283188"/>
                  </a:cubicBezTo>
                  <a:cubicBezTo>
                    <a:pt x="223995" y="304461"/>
                    <a:pt x="214157" y="321151"/>
                    <a:pt x="206548" y="332460"/>
                  </a:cubicBezTo>
                  <a:cubicBezTo>
                    <a:pt x="276882" y="319470"/>
                    <a:pt x="330106" y="259729"/>
                    <a:pt x="334857" y="188049"/>
                  </a:cubicBezTo>
                  <a:lnTo>
                    <a:pt x="252835" y="188049"/>
                  </a:lnTo>
                  <a:close/>
                  <a:moveTo>
                    <a:pt x="159251" y="338724"/>
                  </a:moveTo>
                  <a:lnTo>
                    <a:pt x="153870" y="337926"/>
                  </a:lnTo>
                  <a:cubicBezTo>
                    <a:pt x="129528" y="334268"/>
                    <a:pt x="105901" y="324851"/>
                    <a:pt x="85511" y="310683"/>
                  </a:cubicBezTo>
                  <a:lnTo>
                    <a:pt x="85385" y="310599"/>
                  </a:lnTo>
                  <a:cubicBezTo>
                    <a:pt x="84965" y="310305"/>
                    <a:pt x="84502" y="310010"/>
                    <a:pt x="84082" y="309674"/>
                  </a:cubicBezTo>
                  <a:lnTo>
                    <a:pt x="83620" y="309338"/>
                  </a:lnTo>
                  <a:cubicBezTo>
                    <a:pt x="64239" y="295254"/>
                    <a:pt x="47843" y="276798"/>
                    <a:pt x="36239" y="255862"/>
                  </a:cubicBezTo>
                  <a:cubicBezTo>
                    <a:pt x="24300" y="234379"/>
                    <a:pt x="17363" y="210163"/>
                    <a:pt x="16186" y="185863"/>
                  </a:cubicBezTo>
                  <a:lnTo>
                    <a:pt x="16060" y="183425"/>
                  </a:lnTo>
                  <a:lnTo>
                    <a:pt x="107457" y="183425"/>
                  </a:lnTo>
                  <a:lnTo>
                    <a:pt x="107499" y="185653"/>
                  </a:lnTo>
                  <a:cubicBezTo>
                    <a:pt x="108424" y="218781"/>
                    <a:pt x="115150" y="251027"/>
                    <a:pt x="127468" y="281465"/>
                  </a:cubicBezTo>
                  <a:cubicBezTo>
                    <a:pt x="137138" y="305344"/>
                    <a:pt x="148363" y="323337"/>
                    <a:pt x="156140" y="334268"/>
                  </a:cubicBezTo>
                  <a:lnTo>
                    <a:pt x="159251" y="338724"/>
                  </a:lnTo>
                  <a:close/>
                  <a:moveTo>
                    <a:pt x="88160" y="306857"/>
                  </a:moveTo>
                  <a:cubicBezTo>
                    <a:pt x="106448" y="319596"/>
                    <a:pt x="127468" y="328382"/>
                    <a:pt x="149204" y="332418"/>
                  </a:cubicBezTo>
                  <a:cubicBezTo>
                    <a:pt x="141594" y="321109"/>
                    <a:pt x="131757" y="304419"/>
                    <a:pt x="123180" y="283188"/>
                  </a:cubicBezTo>
                  <a:cubicBezTo>
                    <a:pt x="110946" y="252919"/>
                    <a:pt x="104136" y="220926"/>
                    <a:pt x="102958" y="188049"/>
                  </a:cubicBezTo>
                  <a:lnTo>
                    <a:pt x="20936" y="188049"/>
                  </a:lnTo>
                  <a:cubicBezTo>
                    <a:pt x="23963" y="234211"/>
                    <a:pt x="48263" y="278017"/>
                    <a:pt x="86352" y="305554"/>
                  </a:cubicBezTo>
                  <a:lnTo>
                    <a:pt x="86815" y="305890"/>
                  </a:lnTo>
                  <a:lnTo>
                    <a:pt x="88076" y="306773"/>
                  </a:lnTo>
                  <a:lnTo>
                    <a:pt x="88160" y="306857"/>
                  </a:lnTo>
                  <a:close/>
                  <a:moveTo>
                    <a:pt x="339733" y="172116"/>
                  </a:moveTo>
                  <a:lnTo>
                    <a:pt x="248378" y="172116"/>
                  </a:lnTo>
                  <a:lnTo>
                    <a:pt x="248336" y="169888"/>
                  </a:lnTo>
                  <a:cubicBezTo>
                    <a:pt x="247411" y="136759"/>
                    <a:pt x="240685" y="104556"/>
                    <a:pt x="228409" y="74118"/>
                  </a:cubicBezTo>
                  <a:cubicBezTo>
                    <a:pt x="218739" y="50239"/>
                    <a:pt x="207472" y="32203"/>
                    <a:pt x="199737" y="21273"/>
                  </a:cubicBezTo>
                  <a:lnTo>
                    <a:pt x="196584" y="16858"/>
                  </a:lnTo>
                  <a:lnTo>
                    <a:pt x="201965" y="17657"/>
                  </a:lnTo>
                  <a:cubicBezTo>
                    <a:pt x="238499" y="23123"/>
                    <a:pt x="272468" y="41410"/>
                    <a:pt x="297692" y="69200"/>
                  </a:cubicBezTo>
                  <a:cubicBezTo>
                    <a:pt x="322917" y="97031"/>
                    <a:pt x="337842" y="132723"/>
                    <a:pt x="339691" y="169720"/>
                  </a:cubicBezTo>
                  <a:lnTo>
                    <a:pt x="339733" y="172116"/>
                  </a:lnTo>
                  <a:close/>
                  <a:moveTo>
                    <a:pt x="252835" y="167491"/>
                  </a:moveTo>
                  <a:lnTo>
                    <a:pt x="334857" y="167491"/>
                  </a:lnTo>
                  <a:cubicBezTo>
                    <a:pt x="330148" y="95811"/>
                    <a:pt x="276882" y="36113"/>
                    <a:pt x="206548" y="23081"/>
                  </a:cubicBezTo>
                  <a:cubicBezTo>
                    <a:pt x="214157" y="34390"/>
                    <a:pt x="224037" y="51080"/>
                    <a:pt x="232613" y="72353"/>
                  </a:cubicBezTo>
                  <a:cubicBezTo>
                    <a:pt x="244889" y="102622"/>
                    <a:pt x="251658" y="134615"/>
                    <a:pt x="252835" y="167491"/>
                  </a:cubicBezTo>
                  <a:close/>
                  <a:moveTo>
                    <a:pt x="236943" y="172116"/>
                  </a:moveTo>
                  <a:lnTo>
                    <a:pt x="118808" y="172116"/>
                  </a:lnTo>
                  <a:lnTo>
                    <a:pt x="118892" y="169720"/>
                  </a:lnTo>
                  <a:cubicBezTo>
                    <a:pt x="119985" y="134784"/>
                    <a:pt x="127973" y="100814"/>
                    <a:pt x="142645" y="68737"/>
                  </a:cubicBezTo>
                  <a:cubicBezTo>
                    <a:pt x="154501" y="42798"/>
                    <a:pt x="167618" y="24972"/>
                    <a:pt x="174386" y="16648"/>
                  </a:cubicBezTo>
                  <a:lnTo>
                    <a:pt x="175017" y="15849"/>
                  </a:lnTo>
                  <a:lnTo>
                    <a:pt x="176404" y="15765"/>
                  </a:lnTo>
                  <a:cubicBezTo>
                    <a:pt x="177497" y="15723"/>
                    <a:pt x="178380" y="15723"/>
                    <a:pt x="179389" y="15765"/>
                  </a:cubicBezTo>
                  <a:lnTo>
                    <a:pt x="180776" y="15849"/>
                  </a:lnTo>
                  <a:lnTo>
                    <a:pt x="181407" y="16648"/>
                  </a:lnTo>
                  <a:cubicBezTo>
                    <a:pt x="188176" y="24972"/>
                    <a:pt x="201292" y="42798"/>
                    <a:pt x="213148" y="68737"/>
                  </a:cubicBezTo>
                  <a:cubicBezTo>
                    <a:pt x="227778" y="100814"/>
                    <a:pt x="235766" y="134784"/>
                    <a:pt x="236859" y="169678"/>
                  </a:cubicBezTo>
                  <a:lnTo>
                    <a:pt x="236943" y="172116"/>
                  </a:lnTo>
                  <a:close/>
                  <a:moveTo>
                    <a:pt x="123643" y="167491"/>
                  </a:moveTo>
                  <a:lnTo>
                    <a:pt x="232193" y="167491"/>
                  </a:lnTo>
                  <a:cubicBezTo>
                    <a:pt x="228997" y="89631"/>
                    <a:pt x="191161" y="36197"/>
                    <a:pt x="178506" y="20390"/>
                  </a:cubicBezTo>
                  <a:lnTo>
                    <a:pt x="177371" y="20390"/>
                  </a:lnTo>
                  <a:cubicBezTo>
                    <a:pt x="164633" y="36197"/>
                    <a:pt x="126838" y="89631"/>
                    <a:pt x="123643" y="167491"/>
                  </a:cubicBezTo>
                  <a:close/>
                  <a:moveTo>
                    <a:pt x="107457" y="172116"/>
                  </a:moveTo>
                  <a:lnTo>
                    <a:pt x="16060" y="172116"/>
                  </a:lnTo>
                  <a:lnTo>
                    <a:pt x="16186" y="169678"/>
                  </a:lnTo>
                  <a:cubicBezTo>
                    <a:pt x="17405" y="145378"/>
                    <a:pt x="24300" y="121162"/>
                    <a:pt x="36239" y="99679"/>
                  </a:cubicBezTo>
                  <a:cubicBezTo>
                    <a:pt x="47843" y="78743"/>
                    <a:pt x="64239" y="60287"/>
                    <a:pt x="83620" y="46245"/>
                  </a:cubicBezTo>
                  <a:lnTo>
                    <a:pt x="84124" y="45909"/>
                  </a:lnTo>
                  <a:lnTo>
                    <a:pt x="85385" y="45026"/>
                  </a:lnTo>
                  <a:lnTo>
                    <a:pt x="85511" y="44942"/>
                  </a:lnTo>
                  <a:cubicBezTo>
                    <a:pt x="105901" y="30732"/>
                    <a:pt x="129528" y="21315"/>
                    <a:pt x="153870" y="17699"/>
                  </a:cubicBezTo>
                  <a:lnTo>
                    <a:pt x="159251" y="16900"/>
                  </a:lnTo>
                  <a:lnTo>
                    <a:pt x="156098" y="21315"/>
                  </a:lnTo>
                  <a:cubicBezTo>
                    <a:pt x="148363" y="32245"/>
                    <a:pt x="137096" y="50239"/>
                    <a:pt x="127426" y="74118"/>
                  </a:cubicBezTo>
                  <a:cubicBezTo>
                    <a:pt x="115108" y="104556"/>
                    <a:pt x="108382" y="136759"/>
                    <a:pt x="107457" y="169930"/>
                  </a:cubicBezTo>
                  <a:lnTo>
                    <a:pt x="107457" y="172116"/>
                  </a:lnTo>
                  <a:close/>
                  <a:moveTo>
                    <a:pt x="20936" y="167491"/>
                  </a:moveTo>
                  <a:lnTo>
                    <a:pt x="102958" y="167491"/>
                  </a:lnTo>
                  <a:cubicBezTo>
                    <a:pt x="104136" y="134615"/>
                    <a:pt x="110946" y="102580"/>
                    <a:pt x="123180" y="72353"/>
                  </a:cubicBezTo>
                  <a:cubicBezTo>
                    <a:pt x="131757" y="51122"/>
                    <a:pt x="141594" y="34432"/>
                    <a:pt x="149204" y="23123"/>
                  </a:cubicBezTo>
                  <a:cubicBezTo>
                    <a:pt x="127468" y="27158"/>
                    <a:pt x="106448" y="35945"/>
                    <a:pt x="88160" y="48683"/>
                  </a:cubicBezTo>
                  <a:lnTo>
                    <a:pt x="88034" y="48768"/>
                  </a:lnTo>
                  <a:cubicBezTo>
                    <a:pt x="87613" y="49062"/>
                    <a:pt x="87193" y="49356"/>
                    <a:pt x="86815" y="49650"/>
                  </a:cubicBezTo>
                  <a:lnTo>
                    <a:pt x="86352" y="49987"/>
                  </a:lnTo>
                  <a:cubicBezTo>
                    <a:pt x="48263" y="77524"/>
                    <a:pt x="23963" y="121330"/>
                    <a:pt x="20936" y="167491"/>
                  </a:cubicBezTo>
                  <a:close/>
                </a:path>
              </a:pathLst>
            </a:custGeom>
            <a:solidFill>
              <a:schemeClr val="bg2"/>
            </a:solidFill>
            <a:ln w="419" cap="flat">
              <a:noFill/>
              <a:prstDash val="solid"/>
              <a:miter/>
            </a:ln>
          </p:spPr>
          <p:txBody>
            <a:bodyPr rtlCol="0" anchor="ctr"/>
            <a:lstStyle/>
            <a:p>
              <a:endParaRPr lang="zh-CN" altLang="en-US"/>
            </a:p>
          </p:txBody>
        </p:sp>
        <p:sp>
          <p:nvSpPr>
            <p:cNvPr id="2174" name="任意多边形: 形状 2173">
              <a:extLst>
                <a:ext uri="{FF2B5EF4-FFF2-40B4-BE49-F238E27FC236}">
                  <a16:creationId xmlns:a16="http://schemas.microsoft.com/office/drawing/2014/main" id="{C615703D-7764-6C5C-D9FE-F53F29E4C912}"/>
                </a:ext>
              </a:extLst>
            </p:cNvPr>
            <p:cNvSpPr/>
            <p:nvPr/>
          </p:nvSpPr>
          <p:spPr>
            <a:xfrm>
              <a:off x="1632666" y="2858694"/>
              <a:ext cx="314424" cy="21020"/>
            </a:xfrm>
            <a:custGeom>
              <a:avLst/>
              <a:gdLst>
                <a:gd name="connsiteX0" fmla="*/ 0 w 314424"/>
                <a:gd name="connsiteY0" fmla="*/ 10510 h 21020"/>
                <a:gd name="connsiteX1" fmla="*/ 336 w 314424"/>
                <a:gd name="connsiteY1" fmla="*/ 21021 h 21020"/>
                <a:gd name="connsiteX2" fmla="*/ 314088 w 314424"/>
                <a:gd name="connsiteY2" fmla="*/ 21021 h 21020"/>
                <a:gd name="connsiteX3" fmla="*/ 314425 w 314424"/>
                <a:gd name="connsiteY3" fmla="*/ 10510 h 21020"/>
                <a:gd name="connsiteX4" fmla="*/ 314088 w 314424"/>
                <a:gd name="connsiteY4" fmla="*/ 0 h 21020"/>
                <a:gd name="connsiteX5" fmla="*/ 378 w 314424"/>
                <a:gd name="connsiteY5" fmla="*/ 0 h 21020"/>
                <a:gd name="connsiteX6" fmla="*/ 0 w 314424"/>
                <a:gd name="connsiteY6" fmla="*/ 10510 h 21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4424" h="21020">
                  <a:moveTo>
                    <a:pt x="0" y="10510"/>
                  </a:moveTo>
                  <a:cubicBezTo>
                    <a:pt x="0" y="14042"/>
                    <a:pt x="126" y="17531"/>
                    <a:pt x="336" y="21021"/>
                  </a:cubicBezTo>
                  <a:lnTo>
                    <a:pt x="314088" y="21021"/>
                  </a:lnTo>
                  <a:cubicBezTo>
                    <a:pt x="314299" y="17531"/>
                    <a:pt x="314425" y="14042"/>
                    <a:pt x="314425" y="10510"/>
                  </a:cubicBezTo>
                  <a:cubicBezTo>
                    <a:pt x="314425" y="6979"/>
                    <a:pt x="314299" y="3447"/>
                    <a:pt x="314088" y="0"/>
                  </a:cubicBezTo>
                  <a:lnTo>
                    <a:pt x="378" y="0"/>
                  </a:lnTo>
                  <a:cubicBezTo>
                    <a:pt x="126" y="3489"/>
                    <a:pt x="0" y="6979"/>
                    <a:pt x="0" y="10510"/>
                  </a:cubicBezTo>
                  <a:close/>
                </a:path>
              </a:pathLst>
            </a:custGeom>
            <a:solidFill>
              <a:schemeClr val="bg2"/>
            </a:solidFill>
            <a:ln w="419" cap="flat">
              <a:noFill/>
              <a:prstDash val="solid"/>
              <a:miter/>
            </a:ln>
          </p:spPr>
          <p:txBody>
            <a:bodyPr rtlCol="0" anchor="ctr"/>
            <a:lstStyle/>
            <a:p>
              <a:endParaRPr lang="zh-CN" altLang="en-US"/>
            </a:p>
          </p:txBody>
        </p:sp>
      </p:grpSp>
      <p:sp>
        <p:nvSpPr>
          <p:cNvPr id="2182" name="任意多边形: 形状 2181">
            <a:extLst>
              <a:ext uri="{FF2B5EF4-FFF2-40B4-BE49-F238E27FC236}">
                <a16:creationId xmlns:a16="http://schemas.microsoft.com/office/drawing/2014/main" id="{8CD3E46D-09D8-A082-F765-B592248579AA}"/>
              </a:ext>
            </a:extLst>
          </p:cNvPr>
          <p:cNvSpPr/>
          <p:nvPr/>
        </p:nvSpPr>
        <p:spPr>
          <a:xfrm>
            <a:off x="1118722" y="4191349"/>
            <a:ext cx="164238" cy="164238"/>
          </a:xfrm>
          <a:custGeom>
            <a:avLst/>
            <a:gdLst>
              <a:gd name="connsiteX0" fmla="*/ 47834 w 382667"/>
              <a:gd name="connsiteY0" fmla="*/ 263083 h 382667"/>
              <a:gd name="connsiteX1" fmla="*/ 143501 w 382667"/>
              <a:gd name="connsiteY1" fmla="*/ 263083 h 382667"/>
              <a:gd name="connsiteX2" fmla="*/ 143501 w 382667"/>
              <a:gd name="connsiteY2" fmla="*/ 287000 h 382667"/>
              <a:gd name="connsiteX3" fmla="*/ 47834 w 382667"/>
              <a:gd name="connsiteY3" fmla="*/ 287000 h 382667"/>
              <a:gd name="connsiteX4" fmla="*/ 263084 w 382667"/>
              <a:gd name="connsiteY4" fmla="*/ 215250 h 382667"/>
              <a:gd name="connsiteX5" fmla="*/ 287001 w 382667"/>
              <a:gd name="connsiteY5" fmla="*/ 215250 h 382667"/>
              <a:gd name="connsiteX6" fmla="*/ 287001 w 382667"/>
              <a:gd name="connsiteY6" fmla="*/ 287000 h 382667"/>
              <a:gd name="connsiteX7" fmla="*/ 334834 w 382667"/>
              <a:gd name="connsiteY7" fmla="*/ 287000 h 382667"/>
              <a:gd name="connsiteX8" fmla="*/ 334834 w 382667"/>
              <a:gd name="connsiteY8" fmla="*/ 310917 h 382667"/>
              <a:gd name="connsiteX9" fmla="*/ 263084 w 382667"/>
              <a:gd name="connsiteY9" fmla="*/ 310917 h 382667"/>
              <a:gd name="connsiteX10" fmla="*/ 275042 w 382667"/>
              <a:gd name="connsiteY10" fmla="*/ 191333 h 382667"/>
              <a:gd name="connsiteX11" fmla="*/ 191334 w 382667"/>
              <a:gd name="connsiteY11" fmla="*/ 275042 h 382667"/>
              <a:gd name="connsiteX12" fmla="*/ 275042 w 382667"/>
              <a:gd name="connsiteY12" fmla="*/ 358750 h 382667"/>
              <a:gd name="connsiteX13" fmla="*/ 358751 w 382667"/>
              <a:gd name="connsiteY13" fmla="*/ 275042 h 382667"/>
              <a:gd name="connsiteX14" fmla="*/ 275042 w 382667"/>
              <a:gd name="connsiteY14" fmla="*/ 191333 h 382667"/>
              <a:gd name="connsiteX15" fmla="*/ 47834 w 382667"/>
              <a:gd name="connsiteY15" fmla="*/ 191333 h 382667"/>
              <a:gd name="connsiteX16" fmla="*/ 167417 w 382667"/>
              <a:gd name="connsiteY16" fmla="*/ 191333 h 382667"/>
              <a:gd name="connsiteX17" fmla="*/ 167417 w 382667"/>
              <a:gd name="connsiteY17" fmla="*/ 215250 h 382667"/>
              <a:gd name="connsiteX18" fmla="*/ 47834 w 382667"/>
              <a:gd name="connsiteY18" fmla="*/ 215250 h 382667"/>
              <a:gd name="connsiteX19" fmla="*/ 47834 w 382667"/>
              <a:gd name="connsiteY19" fmla="*/ 119583 h 382667"/>
              <a:gd name="connsiteX20" fmla="*/ 263084 w 382667"/>
              <a:gd name="connsiteY20" fmla="*/ 119583 h 382667"/>
              <a:gd name="connsiteX21" fmla="*/ 263084 w 382667"/>
              <a:gd name="connsiteY21" fmla="*/ 143500 h 382667"/>
              <a:gd name="connsiteX22" fmla="*/ 47834 w 382667"/>
              <a:gd name="connsiteY22" fmla="*/ 143500 h 382667"/>
              <a:gd name="connsiteX23" fmla="*/ 23917 w 382667"/>
              <a:gd name="connsiteY23" fmla="*/ 47834 h 382667"/>
              <a:gd name="connsiteX24" fmla="*/ 23917 w 382667"/>
              <a:gd name="connsiteY24" fmla="*/ 334834 h 382667"/>
              <a:gd name="connsiteX25" fmla="*/ 187757 w 382667"/>
              <a:gd name="connsiteY25" fmla="*/ 334834 h 382667"/>
              <a:gd name="connsiteX26" fmla="*/ 175825 w 382667"/>
              <a:gd name="connsiteY26" fmla="*/ 317083 h 382667"/>
              <a:gd name="connsiteX27" fmla="*/ 167417 w 382667"/>
              <a:gd name="connsiteY27" fmla="*/ 275042 h 382667"/>
              <a:gd name="connsiteX28" fmla="*/ 275042 w 382667"/>
              <a:gd name="connsiteY28" fmla="*/ 167417 h 382667"/>
              <a:gd name="connsiteX29" fmla="*/ 287000 w 382667"/>
              <a:gd name="connsiteY29" fmla="*/ 169809 h 382667"/>
              <a:gd name="connsiteX30" fmla="*/ 287000 w 382667"/>
              <a:gd name="connsiteY30" fmla="*/ 47834 h 382667"/>
              <a:gd name="connsiteX31" fmla="*/ 239167 w 382667"/>
              <a:gd name="connsiteY31" fmla="*/ 47834 h 382667"/>
              <a:gd name="connsiteX32" fmla="*/ 239167 w 382667"/>
              <a:gd name="connsiteY32" fmla="*/ 71750 h 382667"/>
              <a:gd name="connsiteX33" fmla="*/ 215251 w 382667"/>
              <a:gd name="connsiteY33" fmla="*/ 71750 h 382667"/>
              <a:gd name="connsiteX34" fmla="*/ 215251 w 382667"/>
              <a:gd name="connsiteY34" fmla="*/ 47834 h 382667"/>
              <a:gd name="connsiteX35" fmla="*/ 95667 w 382667"/>
              <a:gd name="connsiteY35" fmla="*/ 47834 h 382667"/>
              <a:gd name="connsiteX36" fmla="*/ 95667 w 382667"/>
              <a:gd name="connsiteY36" fmla="*/ 71750 h 382667"/>
              <a:gd name="connsiteX37" fmla="*/ 71751 w 382667"/>
              <a:gd name="connsiteY37" fmla="*/ 71750 h 382667"/>
              <a:gd name="connsiteX38" fmla="*/ 71751 w 382667"/>
              <a:gd name="connsiteY38" fmla="*/ 47834 h 382667"/>
              <a:gd name="connsiteX39" fmla="*/ 71751 w 382667"/>
              <a:gd name="connsiteY39" fmla="*/ 0 h 382667"/>
              <a:gd name="connsiteX40" fmla="*/ 95667 w 382667"/>
              <a:gd name="connsiteY40" fmla="*/ 0 h 382667"/>
              <a:gd name="connsiteX41" fmla="*/ 95667 w 382667"/>
              <a:gd name="connsiteY41" fmla="*/ 23917 h 382667"/>
              <a:gd name="connsiteX42" fmla="*/ 215251 w 382667"/>
              <a:gd name="connsiteY42" fmla="*/ 23917 h 382667"/>
              <a:gd name="connsiteX43" fmla="*/ 215251 w 382667"/>
              <a:gd name="connsiteY43" fmla="*/ 0 h 382667"/>
              <a:gd name="connsiteX44" fmla="*/ 239167 w 382667"/>
              <a:gd name="connsiteY44" fmla="*/ 0 h 382667"/>
              <a:gd name="connsiteX45" fmla="*/ 239167 w 382667"/>
              <a:gd name="connsiteY45" fmla="*/ 23917 h 382667"/>
              <a:gd name="connsiteX46" fmla="*/ 310917 w 382667"/>
              <a:gd name="connsiteY46" fmla="*/ 23917 h 382667"/>
              <a:gd name="connsiteX47" fmla="*/ 310917 w 382667"/>
              <a:gd name="connsiteY47" fmla="*/ 174592 h 382667"/>
              <a:gd name="connsiteX48" fmla="*/ 317083 w 382667"/>
              <a:gd name="connsiteY48" fmla="*/ 175825 h 382667"/>
              <a:gd name="connsiteX49" fmla="*/ 382667 w 382667"/>
              <a:gd name="connsiteY49" fmla="*/ 275042 h 382667"/>
              <a:gd name="connsiteX50" fmla="*/ 275042 w 382667"/>
              <a:gd name="connsiteY50" fmla="*/ 382667 h 382667"/>
              <a:gd name="connsiteX51" fmla="*/ 233001 w 382667"/>
              <a:gd name="connsiteY51" fmla="*/ 374259 h 382667"/>
              <a:gd name="connsiteX52" fmla="*/ 209928 w 382667"/>
              <a:gd name="connsiteY52" fmla="*/ 358750 h 382667"/>
              <a:gd name="connsiteX53" fmla="*/ 0 w 382667"/>
              <a:gd name="connsiteY53" fmla="*/ 358750 h 382667"/>
              <a:gd name="connsiteX54" fmla="*/ 0 w 382667"/>
              <a:gd name="connsiteY54" fmla="*/ 23917 h 382667"/>
              <a:gd name="connsiteX55" fmla="*/ 71751 w 382667"/>
              <a:gd name="connsiteY55" fmla="*/ 23917 h 38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82667" h="382667">
                <a:moveTo>
                  <a:pt x="47834" y="263083"/>
                </a:moveTo>
                <a:lnTo>
                  <a:pt x="143501" y="263083"/>
                </a:lnTo>
                <a:lnTo>
                  <a:pt x="143501" y="287000"/>
                </a:lnTo>
                <a:lnTo>
                  <a:pt x="47834" y="287000"/>
                </a:lnTo>
                <a:close/>
                <a:moveTo>
                  <a:pt x="263084" y="215250"/>
                </a:moveTo>
                <a:lnTo>
                  <a:pt x="287001" y="215250"/>
                </a:lnTo>
                <a:lnTo>
                  <a:pt x="287001" y="287000"/>
                </a:lnTo>
                <a:lnTo>
                  <a:pt x="334834" y="287000"/>
                </a:lnTo>
                <a:lnTo>
                  <a:pt x="334834" y="310917"/>
                </a:lnTo>
                <a:lnTo>
                  <a:pt x="263084" y="310917"/>
                </a:lnTo>
                <a:close/>
                <a:moveTo>
                  <a:pt x="275042" y="191333"/>
                </a:moveTo>
                <a:cubicBezTo>
                  <a:pt x="229601" y="191333"/>
                  <a:pt x="191334" y="229600"/>
                  <a:pt x="191334" y="275042"/>
                </a:cubicBezTo>
                <a:cubicBezTo>
                  <a:pt x="191334" y="320483"/>
                  <a:pt x="229601" y="358750"/>
                  <a:pt x="275042" y="358750"/>
                </a:cubicBezTo>
                <a:cubicBezTo>
                  <a:pt x="320484" y="358750"/>
                  <a:pt x="358751" y="320483"/>
                  <a:pt x="358751" y="275042"/>
                </a:cubicBezTo>
                <a:cubicBezTo>
                  <a:pt x="358751" y="229600"/>
                  <a:pt x="320484" y="191333"/>
                  <a:pt x="275042" y="191333"/>
                </a:cubicBezTo>
                <a:close/>
                <a:moveTo>
                  <a:pt x="47834" y="191333"/>
                </a:moveTo>
                <a:lnTo>
                  <a:pt x="167417" y="191333"/>
                </a:lnTo>
                <a:lnTo>
                  <a:pt x="167417" y="215250"/>
                </a:lnTo>
                <a:lnTo>
                  <a:pt x="47834" y="215250"/>
                </a:lnTo>
                <a:close/>
                <a:moveTo>
                  <a:pt x="47834" y="119583"/>
                </a:moveTo>
                <a:lnTo>
                  <a:pt x="263084" y="119583"/>
                </a:lnTo>
                <a:lnTo>
                  <a:pt x="263084" y="143500"/>
                </a:lnTo>
                <a:lnTo>
                  <a:pt x="47834" y="143500"/>
                </a:lnTo>
                <a:close/>
                <a:moveTo>
                  <a:pt x="23917" y="47834"/>
                </a:moveTo>
                <a:lnTo>
                  <a:pt x="23917" y="334834"/>
                </a:lnTo>
                <a:lnTo>
                  <a:pt x="187757" y="334834"/>
                </a:lnTo>
                <a:lnTo>
                  <a:pt x="175825" y="317083"/>
                </a:lnTo>
                <a:cubicBezTo>
                  <a:pt x="170407" y="304190"/>
                  <a:pt x="167417" y="289990"/>
                  <a:pt x="167417" y="275042"/>
                </a:cubicBezTo>
                <a:cubicBezTo>
                  <a:pt x="167417" y="215250"/>
                  <a:pt x="215251" y="167417"/>
                  <a:pt x="275042" y="167417"/>
                </a:cubicBezTo>
                <a:lnTo>
                  <a:pt x="287000" y="169809"/>
                </a:lnTo>
                <a:lnTo>
                  <a:pt x="287000" y="47834"/>
                </a:lnTo>
                <a:lnTo>
                  <a:pt x="239167" y="47834"/>
                </a:lnTo>
                <a:lnTo>
                  <a:pt x="239167" y="71750"/>
                </a:lnTo>
                <a:lnTo>
                  <a:pt x="215251" y="71750"/>
                </a:lnTo>
                <a:lnTo>
                  <a:pt x="215251" y="47834"/>
                </a:lnTo>
                <a:lnTo>
                  <a:pt x="95667" y="47834"/>
                </a:lnTo>
                <a:lnTo>
                  <a:pt x="95667" y="71750"/>
                </a:lnTo>
                <a:lnTo>
                  <a:pt x="71751" y="71750"/>
                </a:lnTo>
                <a:lnTo>
                  <a:pt x="71751" y="47834"/>
                </a:lnTo>
                <a:close/>
                <a:moveTo>
                  <a:pt x="71751" y="0"/>
                </a:moveTo>
                <a:lnTo>
                  <a:pt x="95667" y="0"/>
                </a:lnTo>
                <a:lnTo>
                  <a:pt x="95667" y="23917"/>
                </a:lnTo>
                <a:lnTo>
                  <a:pt x="215251" y="23917"/>
                </a:lnTo>
                <a:lnTo>
                  <a:pt x="215251" y="0"/>
                </a:lnTo>
                <a:lnTo>
                  <a:pt x="239167" y="0"/>
                </a:lnTo>
                <a:lnTo>
                  <a:pt x="239167" y="23917"/>
                </a:lnTo>
                <a:lnTo>
                  <a:pt x="310917" y="23917"/>
                </a:lnTo>
                <a:lnTo>
                  <a:pt x="310917" y="174592"/>
                </a:lnTo>
                <a:lnTo>
                  <a:pt x="317083" y="175825"/>
                </a:lnTo>
                <a:cubicBezTo>
                  <a:pt x="355761" y="192081"/>
                  <a:pt x="382667" y="230198"/>
                  <a:pt x="382667" y="275042"/>
                </a:cubicBezTo>
                <a:cubicBezTo>
                  <a:pt x="382667" y="334833"/>
                  <a:pt x="334834" y="382667"/>
                  <a:pt x="275042" y="382667"/>
                </a:cubicBezTo>
                <a:cubicBezTo>
                  <a:pt x="260094" y="382667"/>
                  <a:pt x="245894" y="379678"/>
                  <a:pt x="233001" y="374259"/>
                </a:cubicBezTo>
                <a:lnTo>
                  <a:pt x="209928" y="358750"/>
                </a:lnTo>
                <a:lnTo>
                  <a:pt x="0" y="358750"/>
                </a:lnTo>
                <a:lnTo>
                  <a:pt x="0" y="23917"/>
                </a:lnTo>
                <a:lnTo>
                  <a:pt x="71751" y="23917"/>
                </a:lnTo>
                <a:close/>
              </a:path>
            </a:pathLst>
          </a:custGeom>
          <a:solidFill>
            <a:schemeClr val="bg1"/>
          </a:solidFill>
          <a:ln w="419" cap="flat">
            <a:noFill/>
            <a:prstDash val="solid"/>
            <a:miter/>
          </a:ln>
        </p:spPr>
        <p:txBody>
          <a:bodyPr rtlCol="0" anchor="ctr"/>
          <a:lstStyle/>
          <a:p>
            <a:endParaRPr lang="zh-CN" altLang="en-US"/>
          </a:p>
        </p:txBody>
      </p:sp>
      <p:sp>
        <p:nvSpPr>
          <p:cNvPr id="2188" name="任意多边形: 形状 2187">
            <a:extLst>
              <a:ext uri="{FF2B5EF4-FFF2-40B4-BE49-F238E27FC236}">
                <a16:creationId xmlns:a16="http://schemas.microsoft.com/office/drawing/2014/main" id="{405D0AD8-44C8-E332-34E9-7F4A632C020B}"/>
              </a:ext>
            </a:extLst>
          </p:cNvPr>
          <p:cNvSpPr/>
          <p:nvPr/>
        </p:nvSpPr>
        <p:spPr>
          <a:xfrm>
            <a:off x="1108715" y="5198753"/>
            <a:ext cx="166759" cy="166759"/>
          </a:xfrm>
          <a:custGeom>
            <a:avLst/>
            <a:gdLst>
              <a:gd name="connsiteX0" fmla="*/ 131252 w 322959"/>
              <a:gd name="connsiteY0" fmla="*/ 115823 h 322959"/>
              <a:gd name="connsiteX1" fmla="*/ 85596 w 322959"/>
              <a:gd name="connsiteY1" fmla="*/ 161479 h 322959"/>
              <a:gd name="connsiteX2" fmla="*/ 131252 w 322959"/>
              <a:gd name="connsiteY2" fmla="*/ 207136 h 322959"/>
              <a:gd name="connsiteX3" fmla="*/ 146639 w 322959"/>
              <a:gd name="connsiteY3" fmla="*/ 191707 h 322959"/>
              <a:gd name="connsiteX4" fmla="*/ 123853 w 322959"/>
              <a:gd name="connsiteY4" fmla="*/ 168921 h 322959"/>
              <a:gd name="connsiteX5" fmla="*/ 123853 w 322959"/>
              <a:gd name="connsiteY5" fmla="*/ 154038 h 322959"/>
              <a:gd name="connsiteX6" fmla="*/ 138736 w 322959"/>
              <a:gd name="connsiteY6" fmla="*/ 154038 h 322959"/>
              <a:gd name="connsiteX7" fmla="*/ 168206 w 322959"/>
              <a:gd name="connsiteY7" fmla="*/ 183509 h 322959"/>
              <a:gd name="connsiteX8" fmla="*/ 169005 w 322959"/>
              <a:gd name="connsiteY8" fmla="*/ 184224 h 322959"/>
              <a:gd name="connsiteX9" fmla="*/ 169720 w 322959"/>
              <a:gd name="connsiteY9" fmla="*/ 185022 h 322959"/>
              <a:gd name="connsiteX10" fmla="*/ 191791 w 322959"/>
              <a:gd name="connsiteY10" fmla="*/ 207136 h 322959"/>
              <a:gd name="connsiteX11" fmla="*/ 237448 w 322959"/>
              <a:gd name="connsiteY11" fmla="*/ 161479 h 322959"/>
              <a:gd name="connsiteX12" fmla="*/ 191876 w 322959"/>
              <a:gd name="connsiteY12" fmla="*/ 115823 h 322959"/>
              <a:gd name="connsiteX13" fmla="*/ 176446 w 322959"/>
              <a:gd name="connsiteY13" fmla="*/ 131252 h 322959"/>
              <a:gd name="connsiteX14" fmla="*/ 199233 w 322959"/>
              <a:gd name="connsiteY14" fmla="*/ 154038 h 322959"/>
              <a:gd name="connsiteX15" fmla="*/ 199233 w 322959"/>
              <a:gd name="connsiteY15" fmla="*/ 168921 h 322959"/>
              <a:gd name="connsiteX16" fmla="*/ 184350 w 322959"/>
              <a:gd name="connsiteY16" fmla="*/ 168921 h 322959"/>
              <a:gd name="connsiteX17" fmla="*/ 154123 w 322959"/>
              <a:gd name="connsiteY17" fmla="*/ 138693 h 322959"/>
              <a:gd name="connsiteX18" fmla="*/ 191791 w 322959"/>
              <a:gd name="connsiteY18" fmla="*/ 90472 h 322959"/>
              <a:gd name="connsiteX19" fmla="*/ 199233 w 322959"/>
              <a:gd name="connsiteY19" fmla="*/ 93541 h 322959"/>
              <a:gd name="connsiteX20" fmla="*/ 259814 w 322959"/>
              <a:gd name="connsiteY20" fmla="*/ 154038 h 322959"/>
              <a:gd name="connsiteX21" fmla="*/ 262883 w 322959"/>
              <a:gd name="connsiteY21" fmla="*/ 161479 h 322959"/>
              <a:gd name="connsiteX22" fmla="*/ 259814 w 322959"/>
              <a:gd name="connsiteY22" fmla="*/ 168921 h 322959"/>
              <a:gd name="connsiteX23" fmla="*/ 199275 w 322959"/>
              <a:gd name="connsiteY23" fmla="*/ 229460 h 322959"/>
              <a:gd name="connsiteX24" fmla="*/ 191833 w 322959"/>
              <a:gd name="connsiteY24" fmla="*/ 232529 h 322959"/>
              <a:gd name="connsiteX25" fmla="*/ 184392 w 322959"/>
              <a:gd name="connsiteY25" fmla="*/ 229460 h 322959"/>
              <a:gd name="connsiteX26" fmla="*/ 161522 w 322959"/>
              <a:gd name="connsiteY26" fmla="*/ 206589 h 322959"/>
              <a:gd name="connsiteX27" fmla="*/ 138652 w 322959"/>
              <a:gd name="connsiteY27" fmla="*/ 229460 h 322959"/>
              <a:gd name="connsiteX28" fmla="*/ 131210 w 322959"/>
              <a:gd name="connsiteY28" fmla="*/ 232529 h 322959"/>
              <a:gd name="connsiteX29" fmla="*/ 123769 w 322959"/>
              <a:gd name="connsiteY29" fmla="*/ 229460 h 322959"/>
              <a:gd name="connsiteX30" fmla="*/ 63230 w 322959"/>
              <a:gd name="connsiteY30" fmla="*/ 168921 h 322959"/>
              <a:gd name="connsiteX31" fmla="*/ 60161 w 322959"/>
              <a:gd name="connsiteY31" fmla="*/ 161479 h 322959"/>
              <a:gd name="connsiteX32" fmla="*/ 63230 w 322959"/>
              <a:gd name="connsiteY32" fmla="*/ 154038 h 322959"/>
              <a:gd name="connsiteX33" fmla="*/ 123769 w 322959"/>
              <a:gd name="connsiteY33" fmla="*/ 93499 h 322959"/>
              <a:gd name="connsiteX34" fmla="*/ 138652 w 322959"/>
              <a:gd name="connsiteY34" fmla="*/ 93499 h 322959"/>
              <a:gd name="connsiteX35" fmla="*/ 161522 w 322959"/>
              <a:gd name="connsiteY35" fmla="*/ 116369 h 322959"/>
              <a:gd name="connsiteX36" fmla="*/ 184350 w 322959"/>
              <a:gd name="connsiteY36" fmla="*/ 93541 h 322959"/>
              <a:gd name="connsiteX37" fmla="*/ 191791 w 322959"/>
              <a:gd name="connsiteY37" fmla="*/ 90472 h 322959"/>
              <a:gd name="connsiteX38" fmla="*/ 161522 w 322959"/>
              <a:gd name="connsiteY38" fmla="*/ 21063 h 322959"/>
              <a:gd name="connsiteX39" fmla="*/ 62221 w 322959"/>
              <a:gd name="connsiteY39" fmla="*/ 62179 h 322959"/>
              <a:gd name="connsiteX40" fmla="*/ 21105 w 322959"/>
              <a:gd name="connsiteY40" fmla="*/ 161480 h 322959"/>
              <a:gd name="connsiteX41" fmla="*/ 62221 w 322959"/>
              <a:gd name="connsiteY41" fmla="*/ 260780 h 322959"/>
              <a:gd name="connsiteX42" fmla="*/ 161522 w 322959"/>
              <a:gd name="connsiteY42" fmla="*/ 301897 h 322959"/>
              <a:gd name="connsiteX43" fmla="*/ 260822 w 322959"/>
              <a:gd name="connsiteY43" fmla="*/ 260780 h 322959"/>
              <a:gd name="connsiteX44" fmla="*/ 301939 w 322959"/>
              <a:gd name="connsiteY44" fmla="*/ 161480 h 322959"/>
              <a:gd name="connsiteX45" fmla="*/ 260822 w 322959"/>
              <a:gd name="connsiteY45" fmla="*/ 62179 h 322959"/>
              <a:gd name="connsiteX46" fmla="*/ 161522 w 322959"/>
              <a:gd name="connsiteY46" fmla="*/ 21063 h 322959"/>
              <a:gd name="connsiteX47" fmla="*/ 161480 w 322959"/>
              <a:gd name="connsiteY47" fmla="*/ 0 h 322959"/>
              <a:gd name="connsiteX48" fmla="*/ 224331 w 322959"/>
              <a:gd name="connsiteY48" fmla="*/ 12696 h 322959"/>
              <a:gd name="connsiteX49" fmla="*/ 275663 w 322959"/>
              <a:gd name="connsiteY49" fmla="*/ 47296 h 322959"/>
              <a:gd name="connsiteX50" fmla="*/ 310263 w 322959"/>
              <a:gd name="connsiteY50" fmla="*/ 98628 h 322959"/>
              <a:gd name="connsiteX51" fmla="*/ 322959 w 322959"/>
              <a:gd name="connsiteY51" fmla="*/ 161480 h 322959"/>
              <a:gd name="connsiteX52" fmla="*/ 310263 w 322959"/>
              <a:gd name="connsiteY52" fmla="*/ 224331 h 322959"/>
              <a:gd name="connsiteX53" fmla="*/ 275663 w 322959"/>
              <a:gd name="connsiteY53" fmla="*/ 275663 h 322959"/>
              <a:gd name="connsiteX54" fmla="*/ 224331 w 322959"/>
              <a:gd name="connsiteY54" fmla="*/ 310263 h 322959"/>
              <a:gd name="connsiteX55" fmla="*/ 161480 w 322959"/>
              <a:gd name="connsiteY55" fmla="*/ 322959 h 322959"/>
              <a:gd name="connsiteX56" fmla="*/ 98628 w 322959"/>
              <a:gd name="connsiteY56" fmla="*/ 310263 h 322959"/>
              <a:gd name="connsiteX57" fmla="*/ 47296 w 322959"/>
              <a:gd name="connsiteY57" fmla="*/ 275663 h 322959"/>
              <a:gd name="connsiteX58" fmla="*/ 12696 w 322959"/>
              <a:gd name="connsiteY58" fmla="*/ 224331 h 322959"/>
              <a:gd name="connsiteX59" fmla="*/ 0 w 322959"/>
              <a:gd name="connsiteY59" fmla="*/ 161480 h 322959"/>
              <a:gd name="connsiteX60" fmla="*/ 12696 w 322959"/>
              <a:gd name="connsiteY60" fmla="*/ 98628 h 322959"/>
              <a:gd name="connsiteX61" fmla="*/ 47296 w 322959"/>
              <a:gd name="connsiteY61" fmla="*/ 47296 h 322959"/>
              <a:gd name="connsiteX62" fmla="*/ 98628 w 322959"/>
              <a:gd name="connsiteY62" fmla="*/ 12696 h 322959"/>
              <a:gd name="connsiteX63" fmla="*/ 161480 w 322959"/>
              <a:gd name="connsiteY63" fmla="*/ 0 h 322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22959" h="322959">
                <a:moveTo>
                  <a:pt x="131252" y="115823"/>
                </a:moveTo>
                <a:lnTo>
                  <a:pt x="85596" y="161479"/>
                </a:lnTo>
                <a:lnTo>
                  <a:pt x="131252" y="207136"/>
                </a:lnTo>
                <a:lnTo>
                  <a:pt x="146639" y="191707"/>
                </a:lnTo>
                <a:lnTo>
                  <a:pt x="123853" y="168921"/>
                </a:lnTo>
                <a:cubicBezTo>
                  <a:pt x="119733" y="164801"/>
                  <a:pt x="119733" y="158158"/>
                  <a:pt x="123853" y="154038"/>
                </a:cubicBezTo>
                <a:cubicBezTo>
                  <a:pt x="127973" y="149918"/>
                  <a:pt x="134616" y="149918"/>
                  <a:pt x="138736" y="154038"/>
                </a:cubicBezTo>
                <a:lnTo>
                  <a:pt x="168206" y="183509"/>
                </a:lnTo>
                <a:cubicBezTo>
                  <a:pt x="168501" y="183719"/>
                  <a:pt x="168753" y="183971"/>
                  <a:pt x="169005" y="184224"/>
                </a:cubicBezTo>
                <a:cubicBezTo>
                  <a:pt x="169257" y="184476"/>
                  <a:pt x="169510" y="184728"/>
                  <a:pt x="169720" y="185022"/>
                </a:cubicBezTo>
                <a:lnTo>
                  <a:pt x="191791" y="207136"/>
                </a:lnTo>
                <a:lnTo>
                  <a:pt x="237448" y="161479"/>
                </a:lnTo>
                <a:lnTo>
                  <a:pt x="191876" y="115823"/>
                </a:lnTo>
                <a:lnTo>
                  <a:pt x="176446" y="131252"/>
                </a:lnTo>
                <a:lnTo>
                  <a:pt x="199233" y="154038"/>
                </a:lnTo>
                <a:cubicBezTo>
                  <a:pt x="203353" y="158158"/>
                  <a:pt x="203353" y="164801"/>
                  <a:pt x="199233" y="168921"/>
                </a:cubicBezTo>
                <a:cubicBezTo>
                  <a:pt x="195113" y="173041"/>
                  <a:pt x="188470" y="173041"/>
                  <a:pt x="184350" y="168921"/>
                </a:cubicBezTo>
                <a:lnTo>
                  <a:pt x="154123" y="138693"/>
                </a:lnTo>
                <a:close/>
                <a:moveTo>
                  <a:pt x="191791" y="90472"/>
                </a:moveTo>
                <a:cubicBezTo>
                  <a:pt x="194608" y="90472"/>
                  <a:pt x="197257" y="91565"/>
                  <a:pt x="199233" y="93541"/>
                </a:cubicBezTo>
                <a:lnTo>
                  <a:pt x="259814" y="154038"/>
                </a:lnTo>
                <a:cubicBezTo>
                  <a:pt x="261790" y="156014"/>
                  <a:pt x="262883" y="158663"/>
                  <a:pt x="262883" y="161479"/>
                </a:cubicBezTo>
                <a:cubicBezTo>
                  <a:pt x="262883" y="164296"/>
                  <a:pt x="261790" y="166945"/>
                  <a:pt x="259814" y="168921"/>
                </a:cubicBezTo>
                <a:lnTo>
                  <a:pt x="199275" y="229460"/>
                </a:lnTo>
                <a:cubicBezTo>
                  <a:pt x="197299" y="231436"/>
                  <a:pt x="194650" y="232529"/>
                  <a:pt x="191833" y="232529"/>
                </a:cubicBezTo>
                <a:cubicBezTo>
                  <a:pt x="189017" y="232529"/>
                  <a:pt x="186368" y="231436"/>
                  <a:pt x="184392" y="229460"/>
                </a:cubicBezTo>
                <a:lnTo>
                  <a:pt x="161522" y="206589"/>
                </a:lnTo>
                <a:lnTo>
                  <a:pt x="138652" y="229460"/>
                </a:lnTo>
                <a:cubicBezTo>
                  <a:pt x="136676" y="231436"/>
                  <a:pt x="134027" y="232529"/>
                  <a:pt x="131210" y="232529"/>
                </a:cubicBezTo>
                <a:cubicBezTo>
                  <a:pt x="128394" y="232529"/>
                  <a:pt x="125745" y="231436"/>
                  <a:pt x="123769" y="229460"/>
                </a:cubicBezTo>
                <a:lnTo>
                  <a:pt x="63230" y="168921"/>
                </a:lnTo>
                <a:cubicBezTo>
                  <a:pt x="61254" y="166945"/>
                  <a:pt x="60161" y="164296"/>
                  <a:pt x="60161" y="161479"/>
                </a:cubicBezTo>
                <a:cubicBezTo>
                  <a:pt x="60161" y="158663"/>
                  <a:pt x="61254" y="156014"/>
                  <a:pt x="63230" y="154038"/>
                </a:cubicBezTo>
                <a:lnTo>
                  <a:pt x="123769" y="93499"/>
                </a:lnTo>
                <a:cubicBezTo>
                  <a:pt x="127889" y="89379"/>
                  <a:pt x="134532" y="89379"/>
                  <a:pt x="138652" y="93499"/>
                </a:cubicBezTo>
                <a:lnTo>
                  <a:pt x="161522" y="116369"/>
                </a:lnTo>
                <a:lnTo>
                  <a:pt x="184350" y="93541"/>
                </a:lnTo>
                <a:cubicBezTo>
                  <a:pt x="186326" y="91565"/>
                  <a:pt x="188975" y="90472"/>
                  <a:pt x="191791" y="90472"/>
                </a:cubicBezTo>
                <a:close/>
                <a:moveTo>
                  <a:pt x="161522" y="21063"/>
                </a:moveTo>
                <a:cubicBezTo>
                  <a:pt x="124021" y="21063"/>
                  <a:pt x="88749" y="35651"/>
                  <a:pt x="62221" y="62179"/>
                </a:cubicBezTo>
                <a:cubicBezTo>
                  <a:pt x="35693" y="88707"/>
                  <a:pt x="21105" y="123979"/>
                  <a:pt x="21105" y="161480"/>
                </a:cubicBezTo>
                <a:cubicBezTo>
                  <a:pt x="21105" y="198980"/>
                  <a:pt x="35693" y="234253"/>
                  <a:pt x="62221" y="260780"/>
                </a:cubicBezTo>
                <a:cubicBezTo>
                  <a:pt x="88749" y="287308"/>
                  <a:pt x="124021" y="301897"/>
                  <a:pt x="161522" y="301897"/>
                </a:cubicBezTo>
                <a:cubicBezTo>
                  <a:pt x="199022" y="301897"/>
                  <a:pt x="234295" y="287308"/>
                  <a:pt x="260822" y="260780"/>
                </a:cubicBezTo>
                <a:cubicBezTo>
                  <a:pt x="287350" y="234253"/>
                  <a:pt x="301939" y="198980"/>
                  <a:pt x="301939" y="161480"/>
                </a:cubicBezTo>
                <a:cubicBezTo>
                  <a:pt x="301939" y="123979"/>
                  <a:pt x="287350" y="88707"/>
                  <a:pt x="260822" y="62179"/>
                </a:cubicBezTo>
                <a:cubicBezTo>
                  <a:pt x="234295" y="35651"/>
                  <a:pt x="199022" y="21063"/>
                  <a:pt x="161522" y="21063"/>
                </a:cubicBezTo>
                <a:close/>
                <a:moveTo>
                  <a:pt x="161480" y="0"/>
                </a:moveTo>
                <a:cubicBezTo>
                  <a:pt x="183299" y="0"/>
                  <a:pt x="204403" y="4288"/>
                  <a:pt x="224331" y="12696"/>
                </a:cubicBezTo>
                <a:cubicBezTo>
                  <a:pt x="243586" y="20852"/>
                  <a:pt x="260822" y="32456"/>
                  <a:pt x="275663" y="47296"/>
                </a:cubicBezTo>
                <a:cubicBezTo>
                  <a:pt x="290503" y="62137"/>
                  <a:pt x="302149" y="79415"/>
                  <a:pt x="310263" y="98628"/>
                </a:cubicBezTo>
                <a:cubicBezTo>
                  <a:pt x="318671" y="118556"/>
                  <a:pt x="322959" y="139660"/>
                  <a:pt x="322959" y="161480"/>
                </a:cubicBezTo>
                <a:cubicBezTo>
                  <a:pt x="322959" y="183299"/>
                  <a:pt x="318671" y="204403"/>
                  <a:pt x="310263" y="224331"/>
                </a:cubicBezTo>
                <a:cubicBezTo>
                  <a:pt x="302107" y="243586"/>
                  <a:pt x="290503" y="260822"/>
                  <a:pt x="275663" y="275663"/>
                </a:cubicBezTo>
                <a:cubicBezTo>
                  <a:pt x="260822" y="290503"/>
                  <a:pt x="243544" y="302149"/>
                  <a:pt x="224331" y="310263"/>
                </a:cubicBezTo>
                <a:cubicBezTo>
                  <a:pt x="204403" y="318671"/>
                  <a:pt x="183299" y="322959"/>
                  <a:pt x="161480" y="322959"/>
                </a:cubicBezTo>
                <a:cubicBezTo>
                  <a:pt x="139660" y="322959"/>
                  <a:pt x="118556" y="318671"/>
                  <a:pt x="98628" y="310263"/>
                </a:cubicBezTo>
                <a:cubicBezTo>
                  <a:pt x="79373" y="302107"/>
                  <a:pt x="62137" y="290503"/>
                  <a:pt x="47296" y="275663"/>
                </a:cubicBezTo>
                <a:cubicBezTo>
                  <a:pt x="32456" y="260822"/>
                  <a:pt x="20810" y="243544"/>
                  <a:pt x="12696" y="224331"/>
                </a:cubicBezTo>
                <a:cubicBezTo>
                  <a:pt x="4288" y="204403"/>
                  <a:pt x="0" y="183299"/>
                  <a:pt x="0" y="161480"/>
                </a:cubicBezTo>
                <a:cubicBezTo>
                  <a:pt x="0" y="139660"/>
                  <a:pt x="4288" y="118556"/>
                  <a:pt x="12696" y="98628"/>
                </a:cubicBezTo>
                <a:cubicBezTo>
                  <a:pt x="20852" y="79373"/>
                  <a:pt x="32456" y="62137"/>
                  <a:pt x="47296" y="47296"/>
                </a:cubicBezTo>
                <a:cubicBezTo>
                  <a:pt x="62137" y="32456"/>
                  <a:pt x="79415" y="20810"/>
                  <a:pt x="98628" y="12696"/>
                </a:cubicBezTo>
                <a:cubicBezTo>
                  <a:pt x="118556" y="4288"/>
                  <a:pt x="139660" y="0"/>
                  <a:pt x="161480" y="0"/>
                </a:cubicBezTo>
                <a:close/>
              </a:path>
            </a:pathLst>
          </a:custGeom>
          <a:solidFill>
            <a:schemeClr val="bg1"/>
          </a:solidFill>
          <a:ln w="419" cap="flat">
            <a:noFill/>
            <a:prstDash val="solid"/>
            <a:miter/>
          </a:ln>
        </p:spPr>
        <p:txBody>
          <a:bodyPr rtlCol="0" anchor="ctr"/>
          <a:lstStyle/>
          <a:p>
            <a:endParaRPr lang="zh-CN" altLang="en-US"/>
          </a:p>
        </p:txBody>
      </p:sp>
      <p:sp>
        <p:nvSpPr>
          <p:cNvPr id="2191" name="文本框 2190">
            <a:extLst>
              <a:ext uri="{FF2B5EF4-FFF2-40B4-BE49-F238E27FC236}">
                <a16:creationId xmlns:a16="http://schemas.microsoft.com/office/drawing/2014/main" id="{01298C2B-8E10-7997-C195-81381CC6BF31}"/>
              </a:ext>
            </a:extLst>
          </p:cNvPr>
          <p:cNvSpPr txBox="1"/>
          <p:nvPr/>
        </p:nvSpPr>
        <p:spPr>
          <a:xfrm>
            <a:off x="10709597" y="1471268"/>
            <a:ext cx="692498"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altLang="zh-CN" sz="1400" b="1" i="0" u="none" strike="noStrike" cap="none" spc="0" normalizeH="0" baseline="0" dirty="0">
                <a:ln>
                  <a:noFill/>
                </a:ln>
                <a:solidFill>
                  <a:schemeClr val="accent2">
                    <a:lumMod val="75000"/>
                  </a:schemeClr>
                </a:solidFill>
                <a:effectLst/>
                <a:uFillTx/>
                <a:latin typeface="+mn-ea"/>
                <a:sym typeface="Helvetica Neue"/>
              </a:rPr>
              <a:t>Action</a:t>
            </a:r>
            <a:endParaRPr kumimoji="0" lang="zh-CN" altLang="en-US" sz="1400" b="1" i="0" u="none" strike="noStrike" cap="none" spc="0" normalizeH="0" baseline="0" dirty="0">
              <a:ln>
                <a:noFill/>
              </a:ln>
              <a:solidFill>
                <a:schemeClr val="accent2">
                  <a:lumMod val="75000"/>
                </a:schemeClr>
              </a:solidFill>
              <a:effectLst/>
              <a:uFillTx/>
              <a:latin typeface="+mn-ea"/>
              <a:sym typeface="Helvetica Neue"/>
            </a:endParaRPr>
          </a:p>
        </p:txBody>
      </p:sp>
      <p:sp>
        <p:nvSpPr>
          <p:cNvPr id="2195" name="文本框 2194">
            <a:extLst>
              <a:ext uri="{FF2B5EF4-FFF2-40B4-BE49-F238E27FC236}">
                <a16:creationId xmlns:a16="http://schemas.microsoft.com/office/drawing/2014/main" id="{8D0CC2E1-617A-30DA-FADE-3C89159B221A}"/>
              </a:ext>
            </a:extLst>
          </p:cNvPr>
          <p:cNvSpPr txBox="1"/>
          <p:nvPr/>
        </p:nvSpPr>
        <p:spPr>
          <a:xfrm>
            <a:off x="10927606" y="2576244"/>
            <a:ext cx="25648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00" dirty="0">
                <a:solidFill>
                  <a:schemeClr val="bg1"/>
                </a:solidFill>
                <a:latin typeface="+mn-ea"/>
                <a:sym typeface="Helvetica Neue"/>
              </a:rPr>
              <a:t>用户</a:t>
            </a:r>
            <a:endParaRPr kumimoji="0" lang="zh-CN" altLang="en-US" sz="1000" b="0" i="0" u="none" strike="noStrike" cap="none" spc="0" normalizeH="0" baseline="0" dirty="0">
              <a:ln>
                <a:noFill/>
              </a:ln>
              <a:solidFill>
                <a:schemeClr val="bg1"/>
              </a:solidFill>
              <a:effectLst/>
              <a:uFillTx/>
              <a:latin typeface="+mn-ea"/>
              <a:sym typeface="Helvetica Neue"/>
            </a:endParaRPr>
          </a:p>
        </p:txBody>
      </p:sp>
      <p:sp>
        <p:nvSpPr>
          <p:cNvPr id="2200" name="文本框 2199">
            <a:extLst>
              <a:ext uri="{FF2B5EF4-FFF2-40B4-BE49-F238E27FC236}">
                <a16:creationId xmlns:a16="http://schemas.microsoft.com/office/drawing/2014/main" id="{B74EB396-E99A-1ACA-29E2-5FD40BAB6D3E}"/>
              </a:ext>
            </a:extLst>
          </p:cNvPr>
          <p:cNvSpPr txBox="1">
            <a:spLocks/>
          </p:cNvSpPr>
          <p:nvPr/>
        </p:nvSpPr>
        <p:spPr>
          <a:xfrm>
            <a:off x="10840596" y="2024422"/>
            <a:ext cx="430500" cy="430500"/>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endParaRPr lang="zh-CN" altLang="en-US" dirty="0"/>
          </a:p>
        </p:txBody>
      </p:sp>
      <p:sp>
        <p:nvSpPr>
          <p:cNvPr id="2204" name="文本框 2203">
            <a:extLst>
              <a:ext uri="{FF2B5EF4-FFF2-40B4-BE49-F238E27FC236}">
                <a16:creationId xmlns:a16="http://schemas.microsoft.com/office/drawing/2014/main" id="{20B3C62C-DE52-E532-3829-9BDA5DD12313}"/>
              </a:ext>
            </a:extLst>
          </p:cNvPr>
          <p:cNvSpPr txBox="1"/>
          <p:nvPr/>
        </p:nvSpPr>
        <p:spPr>
          <a:xfrm>
            <a:off x="10927606" y="3590397"/>
            <a:ext cx="25648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00" dirty="0">
                <a:solidFill>
                  <a:schemeClr val="bg1"/>
                </a:solidFill>
                <a:latin typeface="+mn-ea"/>
                <a:sym typeface="Helvetica Neue"/>
              </a:rPr>
              <a:t>应用</a:t>
            </a:r>
            <a:endParaRPr kumimoji="0" lang="zh-CN" altLang="en-US" sz="1000" b="0" i="0" u="none" strike="noStrike" cap="none" spc="0" normalizeH="0" baseline="0" dirty="0">
              <a:ln>
                <a:noFill/>
              </a:ln>
              <a:solidFill>
                <a:schemeClr val="bg1"/>
              </a:solidFill>
              <a:effectLst/>
              <a:uFillTx/>
              <a:latin typeface="+mn-ea"/>
              <a:sym typeface="Helvetica Neue"/>
            </a:endParaRPr>
          </a:p>
        </p:txBody>
      </p:sp>
      <p:sp>
        <p:nvSpPr>
          <p:cNvPr id="2209" name="文本框 2208">
            <a:extLst>
              <a:ext uri="{FF2B5EF4-FFF2-40B4-BE49-F238E27FC236}">
                <a16:creationId xmlns:a16="http://schemas.microsoft.com/office/drawing/2014/main" id="{7B3D8345-C30E-78C7-7F05-DBC8E87F44BF}"/>
              </a:ext>
            </a:extLst>
          </p:cNvPr>
          <p:cNvSpPr txBox="1">
            <a:spLocks/>
          </p:cNvSpPr>
          <p:nvPr/>
        </p:nvSpPr>
        <p:spPr>
          <a:xfrm>
            <a:off x="10840596" y="3038575"/>
            <a:ext cx="430500" cy="430500"/>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endParaRPr lang="zh-CN" altLang="en-US" dirty="0"/>
          </a:p>
        </p:txBody>
      </p:sp>
      <p:sp>
        <p:nvSpPr>
          <p:cNvPr id="2213" name="文本框 2212">
            <a:extLst>
              <a:ext uri="{FF2B5EF4-FFF2-40B4-BE49-F238E27FC236}">
                <a16:creationId xmlns:a16="http://schemas.microsoft.com/office/drawing/2014/main" id="{83D2F91E-6F1E-65BD-C67C-343720602AAB}"/>
              </a:ext>
            </a:extLst>
          </p:cNvPr>
          <p:cNvSpPr txBox="1"/>
          <p:nvPr/>
        </p:nvSpPr>
        <p:spPr>
          <a:xfrm>
            <a:off x="10927606" y="5618704"/>
            <a:ext cx="256480"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1000" b="0" i="0" u="none" strike="noStrike" cap="none" spc="0" normalizeH="0" baseline="0" dirty="0">
                <a:ln>
                  <a:noFill/>
                </a:ln>
                <a:solidFill>
                  <a:schemeClr val="bg1"/>
                </a:solidFill>
                <a:effectLst/>
                <a:uFillTx/>
                <a:latin typeface="+mn-ea"/>
                <a:sym typeface="Helvetica Neue"/>
              </a:rPr>
              <a:t>系统</a:t>
            </a:r>
          </a:p>
        </p:txBody>
      </p:sp>
      <p:sp>
        <p:nvSpPr>
          <p:cNvPr id="2218" name="文本框 2217">
            <a:extLst>
              <a:ext uri="{FF2B5EF4-FFF2-40B4-BE49-F238E27FC236}">
                <a16:creationId xmlns:a16="http://schemas.microsoft.com/office/drawing/2014/main" id="{A1B0D6AA-3442-0B2D-D6B5-4A9C09EE6587}"/>
              </a:ext>
            </a:extLst>
          </p:cNvPr>
          <p:cNvSpPr txBox="1">
            <a:spLocks/>
          </p:cNvSpPr>
          <p:nvPr/>
        </p:nvSpPr>
        <p:spPr>
          <a:xfrm>
            <a:off x="10840596" y="5066882"/>
            <a:ext cx="430500" cy="430500"/>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endParaRPr lang="zh-CN" altLang="en-US" dirty="0"/>
          </a:p>
        </p:txBody>
      </p:sp>
      <p:grpSp>
        <p:nvGrpSpPr>
          <p:cNvPr id="2258" name="组合 2257">
            <a:extLst>
              <a:ext uri="{FF2B5EF4-FFF2-40B4-BE49-F238E27FC236}">
                <a16:creationId xmlns:a16="http://schemas.microsoft.com/office/drawing/2014/main" id="{7205DFF8-B730-500B-665B-BF087137F464}"/>
              </a:ext>
            </a:extLst>
          </p:cNvPr>
          <p:cNvGrpSpPr/>
          <p:nvPr/>
        </p:nvGrpSpPr>
        <p:grpSpPr>
          <a:xfrm>
            <a:off x="10696589" y="3891013"/>
            <a:ext cx="718514" cy="204476"/>
            <a:chOff x="10703930" y="3935463"/>
            <a:chExt cx="718514" cy="204476"/>
          </a:xfrm>
        </p:grpSpPr>
        <p:grpSp>
          <p:nvGrpSpPr>
            <p:cNvPr id="2226" name="组合 2225">
              <a:extLst>
                <a:ext uri="{FF2B5EF4-FFF2-40B4-BE49-F238E27FC236}">
                  <a16:creationId xmlns:a16="http://schemas.microsoft.com/office/drawing/2014/main" id="{5A91EA9F-6344-31C5-063E-D6F0F3924B6D}"/>
                </a:ext>
              </a:extLst>
            </p:cNvPr>
            <p:cNvGrpSpPr/>
            <p:nvPr/>
          </p:nvGrpSpPr>
          <p:grpSpPr>
            <a:xfrm>
              <a:off x="10703930" y="3935463"/>
              <a:ext cx="62805" cy="204476"/>
              <a:chOff x="443506" y="2144401"/>
              <a:chExt cx="69086" cy="224924"/>
            </a:xfrm>
          </p:grpSpPr>
          <p:sp>
            <p:nvSpPr>
              <p:cNvPr id="2231" name="任意多边形: 形状 2230">
                <a:extLst>
                  <a:ext uri="{FF2B5EF4-FFF2-40B4-BE49-F238E27FC236}">
                    <a16:creationId xmlns:a16="http://schemas.microsoft.com/office/drawing/2014/main" id="{7D39630E-8EE3-1095-E3F1-272590D7987B}"/>
                  </a:ext>
                </a:extLst>
              </p:cNvPr>
              <p:cNvSpPr/>
              <p:nvPr/>
            </p:nvSpPr>
            <p:spPr>
              <a:xfrm>
                <a:off x="452661" y="2144401"/>
                <a:ext cx="59931" cy="22492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7798" cap="flat">
                <a:solidFill>
                  <a:schemeClr val="accent2"/>
                </a:solidFill>
                <a:prstDash val="solid"/>
                <a:miter/>
              </a:ln>
            </p:spPr>
            <p:txBody>
              <a:bodyPr rtlCol="0" anchor="ctr"/>
              <a:lstStyle/>
              <a:p>
                <a:endParaRPr lang="zh-CN" altLang="en-US"/>
              </a:p>
            </p:txBody>
          </p:sp>
          <p:sp>
            <p:nvSpPr>
              <p:cNvPr id="2232" name="任意多边形: 形状 2231">
                <a:extLst>
                  <a:ext uri="{FF2B5EF4-FFF2-40B4-BE49-F238E27FC236}">
                    <a16:creationId xmlns:a16="http://schemas.microsoft.com/office/drawing/2014/main" id="{A27DF97B-A87A-8F4E-372B-2A15EAD392A5}"/>
                  </a:ext>
                </a:extLst>
              </p:cNvPr>
              <p:cNvSpPr/>
              <p:nvPr/>
            </p:nvSpPr>
            <p:spPr>
              <a:xfrm>
                <a:off x="443506" y="2208119"/>
                <a:ext cx="18000" cy="97488"/>
              </a:xfrm>
              <a:custGeom>
                <a:avLst/>
                <a:gdLst>
                  <a:gd name="connsiteX0" fmla="*/ 0 w 26750"/>
                  <a:gd name="connsiteY0" fmla="*/ 0 h 97488"/>
                  <a:gd name="connsiteX1" fmla="*/ 26751 w 26750"/>
                  <a:gd name="connsiteY1" fmla="*/ 0 h 97488"/>
                  <a:gd name="connsiteX2" fmla="*/ 26751 w 26750"/>
                  <a:gd name="connsiteY2" fmla="*/ 97488 h 97488"/>
                  <a:gd name="connsiteX3" fmla="*/ 0 w 26750"/>
                  <a:gd name="connsiteY3" fmla="*/ 97488 h 97488"/>
                </a:gdLst>
                <a:ahLst/>
                <a:cxnLst>
                  <a:cxn ang="0">
                    <a:pos x="connsiteX0" y="connsiteY0"/>
                  </a:cxn>
                  <a:cxn ang="0">
                    <a:pos x="connsiteX1" y="connsiteY1"/>
                  </a:cxn>
                  <a:cxn ang="0">
                    <a:pos x="connsiteX2" y="connsiteY2"/>
                  </a:cxn>
                  <a:cxn ang="0">
                    <a:pos x="connsiteX3" y="connsiteY3"/>
                  </a:cxn>
                </a:cxnLst>
                <a:rect l="l" t="t" r="r" b="b"/>
                <a:pathLst>
                  <a:path w="26750" h="97488">
                    <a:moveTo>
                      <a:pt x="0" y="0"/>
                    </a:moveTo>
                    <a:lnTo>
                      <a:pt x="26751" y="0"/>
                    </a:lnTo>
                    <a:lnTo>
                      <a:pt x="26751" y="97488"/>
                    </a:lnTo>
                    <a:lnTo>
                      <a:pt x="0" y="97488"/>
                    </a:lnTo>
                    <a:close/>
                  </a:path>
                </a:pathLst>
              </a:custGeom>
              <a:solidFill>
                <a:schemeClr val="accent2"/>
              </a:solidFill>
              <a:ln w="7798" cap="flat">
                <a:noFill/>
                <a:prstDash val="solid"/>
                <a:miter/>
              </a:ln>
            </p:spPr>
            <p:txBody>
              <a:bodyPr rtlCol="0" anchor="ctr"/>
              <a:lstStyle/>
              <a:p>
                <a:endParaRPr lang="zh-CN" altLang="en-US"/>
              </a:p>
            </p:txBody>
          </p:sp>
        </p:grpSp>
        <p:grpSp>
          <p:nvGrpSpPr>
            <p:cNvPr id="2227" name="组合 2226">
              <a:extLst>
                <a:ext uri="{FF2B5EF4-FFF2-40B4-BE49-F238E27FC236}">
                  <a16:creationId xmlns:a16="http://schemas.microsoft.com/office/drawing/2014/main" id="{248F8C23-C743-DFB6-2472-DEF525CFD05C}"/>
                </a:ext>
              </a:extLst>
            </p:cNvPr>
            <p:cNvGrpSpPr/>
            <p:nvPr/>
          </p:nvGrpSpPr>
          <p:grpSpPr>
            <a:xfrm>
              <a:off x="11358195" y="3935463"/>
              <a:ext cx="64249" cy="204476"/>
              <a:chOff x="1053747" y="2144401"/>
              <a:chExt cx="70674" cy="224924"/>
            </a:xfrm>
          </p:grpSpPr>
          <p:sp>
            <p:nvSpPr>
              <p:cNvPr id="2229" name="任意多边形: 形状 2228">
                <a:extLst>
                  <a:ext uri="{FF2B5EF4-FFF2-40B4-BE49-F238E27FC236}">
                    <a16:creationId xmlns:a16="http://schemas.microsoft.com/office/drawing/2014/main" id="{C687B3BC-D7EA-1F52-D198-1B0D04E471EB}"/>
                  </a:ext>
                </a:extLst>
              </p:cNvPr>
              <p:cNvSpPr/>
              <p:nvPr/>
            </p:nvSpPr>
            <p:spPr>
              <a:xfrm>
                <a:off x="1053747" y="2144401"/>
                <a:ext cx="59931" cy="224924"/>
              </a:xfrm>
              <a:custGeom>
                <a:avLst/>
                <a:gdLst>
                  <a:gd name="connsiteX0" fmla="*/ 0 w 98814"/>
                  <a:gd name="connsiteY0" fmla="*/ 224925 h 224924"/>
                  <a:gd name="connsiteX1" fmla="*/ 98814 w 98814"/>
                  <a:gd name="connsiteY1" fmla="*/ 224925 h 224924"/>
                  <a:gd name="connsiteX2" fmla="*/ 98814 w 98814"/>
                  <a:gd name="connsiteY2" fmla="*/ 0 h 224924"/>
                  <a:gd name="connsiteX3" fmla="*/ 0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0" y="224925"/>
                    </a:moveTo>
                    <a:lnTo>
                      <a:pt x="98814" y="224925"/>
                    </a:lnTo>
                    <a:lnTo>
                      <a:pt x="98814" y="0"/>
                    </a:lnTo>
                    <a:lnTo>
                      <a:pt x="0" y="0"/>
                    </a:lnTo>
                  </a:path>
                </a:pathLst>
              </a:custGeom>
              <a:noFill/>
              <a:ln w="7798" cap="flat">
                <a:solidFill>
                  <a:schemeClr val="accent2"/>
                </a:solidFill>
                <a:prstDash val="solid"/>
                <a:miter/>
              </a:ln>
            </p:spPr>
            <p:txBody>
              <a:bodyPr rtlCol="0" anchor="ctr"/>
              <a:lstStyle/>
              <a:p>
                <a:endParaRPr lang="zh-CN" altLang="en-US"/>
              </a:p>
            </p:txBody>
          </p:sp>
          <p:sp>
            <p:nvSpPr>
              <p:cNvPr id="2230" name="任意多边形: 形状 2229">
                <a:extLst>
                  <a:ext uri="{FF2B5EF4-FFF2-40B4-BE49-F238E27FC236}">
                    <a16:creationId xmlns:a16="http://schemas.microsoft.com/office/drawing/2014/main" id="{E43A7A72-F60E-83A3-0030-7DC4C62778B1}"/>
                  </a:ext>
                </a:extLst>
              </p:cNvPr>
              <p:cNvSpPr/>
              <p:nvPr/>
            </p:nvSpPr>
            <p:spPr>
              <a:xfrm rot="10800000">
                <a:off x="1106421" y="2208119"/>
                <a:ext cx="18000" cy="97488"/>
              </a:xfrm>
              <a:custGeom>
                <a:avLst/>
                <a:gdLst>
                  <a:gd name="connsiteX0" fmla="*/ 0 w 26750"/>
                  <a:gd name="connsiteY0" fmla="*/ 0 h 97488"/>
                  <a:gd name="connsiteX1" fmla="*/ 26751 w 26750"/>
                  <a:gd name="connsiteY1" fmla="*/ 0 h 97488"/>
                  <a:gd name="connsiteX2" fmla="*/ 26751 w 26750"/>
                  <a:gd name="connsiteY2" fmla="*/ 97488 h 97488"/>
                  <a:gd name="connsiteX3" fmla="*/ 0 w 26750"/>
                  <a:gd name="connsiteY3" fmla="*/ 97488 h 97488"/>
                </a:gdLst>
                <a:ahLst/>
                <a:cxnLst>
                  <a:cxn ang="0">
                    <a:pos x="connsiteX0" y="connsiteY0"/>
                  </a:cxn>
                  <a:cxn ang="0">
                    <a:pos x="connsiteX1" y="connsiteY1"/>
                  </a:cxn>
                  <a:cxn ang="0">
                    <a:pos x="connsiteX2" y="connsiteY2"/>
                  </a:cxn>
                  <a:cxn ang="0">
                    <a:pos x="connsiteX3" y="connsiteY3"/>
                  </a:cxn>
                </a:cxnLst>
                <a:rect l="l" t="t" r="r" b="b"/>
                <a:pathLst>
                  <a:path w="26750" h="97488">
                    <a:moveTo>
                      <a:pt x="0" y="0"/>
                    </a:moveTo>
                    <a:lnTo>
                      <a:pt x="26751" y="0"/>
                    </a:lnTo>
                    <a:lnTo>
                      <a:pt x="26751" y="97488"/>
                    </a:lnTo>
                    <a:lnTo>
                      <a:pt x="0" y="97488"/>
                    </a:lnTo>
                    <a:close/>
                  </a:path>
                </a:pathLst>
              </a:custGeom>
              <a:solidFill>
                <a:schemeClr val="accent2"/>
              </a:solidFill>
              <a:ln w="7798" cap="flat">
                <a:noFill/>
                <a:prstDash val="solid"/>
                <a:miter/>
              </a:ln>
            </p:spPr>
            <p:txBody>
              <a:bodyPr rtlCol="0" anchor="ctr"/>
              <a:lstStyle/>
              <a:p>
                <a:endParaRPr lang="zh-CN" altLang="en-US"/>
              </a:p>
            </p:txBody>
          </p:sp>
        </p:grpSp>
      </p:grpSp>
      <p:sp>
        <p:nvSpPr>
          <p:cNvPr id="2228" name="文本框 2227">
            <a:extLst>
              <a:ext uri="{FF2B5EF4-FFF2-40B4-BE49-F238E27FC236}">
                <a16:creationId xmlns:a16="http://schemas.microsoft.com/office/drawing/2014/main" id="{8F470554-4584-A82E-34D7-6DCA8B0F4664}"/>
              </a:ext>
            </a:extLst>
          </p:cNvPr>
          <p:cNvSpPr txBox="1"/>
          <p:nvPr/>
        </p:nvSpPr>
        <p:spPr>
          <a:xfrm>
            <a:off x="10785740" y="3916307"/>
            <a:ext cx="540212"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altLang="zh-CN" sz="1000" dirty="0">
                <a:solidFill>
                  <a:schemeClr val="bg1"/>
                </a:solidFill>
                <a:latin typeface="+mn-ea"/>
                <a:sym typeface="Helvetica Neue"/>
              </a:rPr>
              <a:t>Web</a:t>
            </a:r>
            <a:r>
              <a:rPr lang="zh-CN" altLang="en-US" sz="1000" dirty="0">
                <a:solidFill>
                  <a:schemeClr val="bg1"/>
                </a:solidFill>
                <a:latin typeface="+mn-ea"/>
                <a:sym typeface="Helvetica Neue"/>
              </a:rPr>
              <a:t>应用</a:t>
            </a:r>
          </a:p>
        </p:txBody>
      </p:sp>
      <p:grpSp>
        <p:nvGrpSpPr>
          <p:cNvPr id="2259" name="组合 2258">
            <a:extLst>
              <a:ext uri="{FF2B5EF4-FFF2-40B4-BE49-F238E27FC236}">
                <a16:creationId xmlns:a16="http://schemas.microsoft.com/office/drawing/2014/main" id="{7B72138B-B1E9-C70D-2426-FA8350949086}"/>
              </a:ext>
            </a:extLst>
          </p:cNvPr>
          <p:cNvGrpSpPr/>
          <p:nvPr/>
        </p:nvGrpSpPr>
        <p:grpSpPr>
          <a:xfrm>
            <a:off x="10696589" y="4245435"/>
            <a:ext cx="718514" cy="204476"/>
            <a:chOff x="10703930" y="4289885"/>
            <a:chExt cx="718514" cy="204476"/>
          </a:xfrm>
        </p:grpSpPr>
        <p:grpSp>
          <p:nvGrpSpPr>
            <p:cNvPr id="2234" name="组合 2233">
              <a:extLst>
                <a:ext uri="{FF2B5EF4-FFF2-40B4-BE49-F238E27FC236}">
                  <a16:creationId xmlns:a16="http://schemas.microsoft.com/office/drawing/2014/main" id="{F5E1911D-DBFB-D292-2F6C-B7CC53CE8B02}"/>
                </a:ext>
              </a:extLst>
            </p:cNvPr>
            <p:cNvGrpSpPr/>
            <p:nvPr/>
          </p:nvGrpSpPr>
          <p:grpSpPr>
            <a:xfrm>
              <a:off x="10703930" y="4289885"/>
              <a:ext cx="62805" cy="204476"/>
              <a:chOff x="443506" y="2144401"/>
              <a:chExt cx="69086" cy="224924"/>
            </a:xfrm>
          </p:grpSpPr>
          <p:sp>
            <p:nvSpPr>
              <p:cNvPr id="2239" name="任意多边形: 形状 2238">
                <a:extLst>
                  <a:ext uri="{FF2B5EF4-FFF2-40B4-BE49-F238E27FC236}">
                    <a16:creationId xmlns:a16="http://schemas.microsoft.com/office/drawing/2014/main" id="{43A8560C-5E45-31DD-FC4C-21ED09BEDC73}"/>
                  </a:ext>
                </a:extLst>
              </p:cNvPr>
              <p:cNvSpPr/>
              <p:nvPr/>
            </p:nvSpPr>
            <p:spPr>
              <a:xfrm>
                <a:off x="452661" y="2144401"/>
                <a:ext cx="59931" cy="22492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7798" cap="flat">
                <a:solidFill>
                  <a:schemeClr val="accent2"/>
                </a:solidFill>
                <a:prstDash val="solid"/>
                <a:miter/>
              </a:ln>
            </p:spPr>
            <p:txBody>
              <a:bodyPr rtlCol="0" anchor="ctr"/>
              <a:lstStyle/>
              <a:p>
                <a:endParaRPr lang="zh-CN" altLang="en-US"/>
              </a:p>
            </p:txBody>
          </p:sp>
          <p:sp>
            <p:nvSpPr>
              <p:cNvPr id="2240" name="任意多边形: 形状 2239">
                <a:extLst>
                  <a:ext uri="{FF2B5EF4-FFF2-40B4-BE49-F238E27FC236}">
                    <a16:creationId xmlns:a16="http://schemas.microsoft.com/office/drawing/2014/main" id="{F414A2D0-76D1-A7B8-A746-4465F7718037}"/>
                  </a:ext>
                </a:extLst>
              </p:cNvPr>
              <p:cNvSpPr/>
              <p:nvPr/>
            </p:nvSpPr>
            <p:spPr>
              <a:xfrm>
                <a:off x="443506" y="2208119"/>
                <a:ext cx="18000" cy="97488"/>
              </a:xfrm>
              <a:custGeom>
                <a:avLst/>
                <a:gdLst>
                  <a:gd name="connsiteX0" fmla="*/ 0 w 26750"/>
                  <a:gd name="connsiteY0" fmla="*/ 0 h 97488"/>
                  <a:gd name="connsiteX1" fmla="*/ 26751 w 26750"/>
                  <a:gd name="connsiteY1" fmla="*/ 0 h 97488"/>
                  <a:gd name="connsiteX2" fmla="*/ 26751 w 26750"/>
                  <a:gd name="connsiteY2" fmla="*/ 97488 h 97488"/>
                  <a:gd name="connsiteX3" fmla="*/ 0 w 26750"/>
                  <a:gd name="connsiteY3" fmla="*/ 97488 h 97488"/>
                </a:gdLst>
                <a:ahLst/>
                <a:cxnLst>
                  <a:cxn ang="0">
                    <a:pos x="connsiteX0" y="connsiteY0"/>
                  </a:cxn>
                  <a:cxn ang="0">
                    <a:pos x="connsiteX1" y="connsiteY1"/>
                  </a:cxn>
                  <a:cxn ang="0">
                    <a:pos x="connsiteX2" y="connsiteY2"/>
                  </a:cxn>
                  <a:cxn ang="0">
                    <a:pos x="connsiteX3" y="connsiteY3"/>
                  </a:cxn>
                </a:cxnLst>
                <a:rect l="l" t="t" r="r" b="b"/>
                <a:pathLst>
                  <a:path w="26750" h="97488">
                    <a:moveTo>
                      <a:pt x="0" y="0"/>
                    </a:moveTo>
                    <a:lnTo>
                      <a:pt x="26751" y="0"/>
                    </a:lnTo>
                    <a:lnTo>
                      <a:pt x="26751" y="97488"/>
                    </a:lnTo>
                    <a:lnTo>
                      <a:pt x="0" y="97488"/>
                    </a:lnTo>
                    <a:close/>
                  </a:path>
                </a:pathLst>
              </a:custGeom>
              <a:solidFill>
                <a:schemeClr val="accent2"/>
              </a:solidFill>
              <a:ln w="7798" cap="flat">
                <a:noFill/>
                <a:prstDash val="solid"/>
                <a:miter/>
              </a:ln>
            </p:spPr>
            <p:txBody>
              <a:bodyPr rtlCol="0" anchor="ctr"/>
              <a:lstStyle/>
              <a:p>
                <a:endParaRPr lang="zh-CN" altLang="en-US"/>
              </a:p>
            </p:txBody>
          </p:sp>
        </p:grpSp>
        <p:grpSp>
          <p:nvGrpSpPr>
            <p:cNvPr id="2235" name="组合 2234">
              <a:extLst>
                <a:ext uri="{FF2B5EF4-FFF2-40B4-BE49-F238E27FC236}">
                  <a16:creationId xmlns:a16="http://schemas.microsoft.com/office/drawing/2014/main" id="{6CB13835-6BB1-97DF-4166-20D42FDE5A7C}"/>
                </a:ext>
              </a:extLst>
            </p:cNvPr>
            <p:cNvGrpSpPr/>
            <p:nvPr/>
          </p:nvGrpSpPr>
          <p:grpSpPr>
            <a:xfrm>
              <a:off x="11358195" y="4289885"/>
              <a:ext cx="64249" cy="204476"/>
              <a:chOff x="1053747" y="2144401"/>
              <a:chExt cx="70674" cy="224924"/>
            </a:xfrm>
          </p:grpSpPr>
          <p:sp>
            <p:nvSpPr>
              <p:cNvPr id="2237" name="任意多边形: 形状 2236">
                <a:extLst>
                  <a:ext uri="{FF2B5EF4-FFF2-40B4-BE49-F238E27FC236}">
                    <a16:creationId xmlns:a16="http://schemas.microsoft.com/office/drawing/2014/main" id="{F643205A-0B6D-9E57-9EB3-BC7CFE795DA6}"/>
                  </a:ext>
                </a:extLst>
              </p:cNvPr>
              <p:cNvSpPr/>
              <p:nvPr/>
            </p:nvSpPr>
            <p:spPr>
              <a:xfrm>
                <a:off x="1053747" y="2144401"/>
                <a:ext cx="59931" cy="224924"/>
              </a:xfrm>
              <a:custGeom>
                <a:avLst/>
                <a:gdLst>
                  <a:gd name="connsiteX0" fmla="*/ 0 w 98814"/>
                  <a:gd name="connsiteY0" fmla="*/ 224925 h 224924"/>
                  <a:gd name="connsiteX1" fmla="*/ 98814 w 98814"/>
                  <a:gd name="connsiteY1" fmla="*/ 224925 h 224924"/>
                  <a:gd name="connsiteX2" fmla="*/ 98814 w 98814"/>
                  <a:gd name="connsiteY2" fmla="*/ 0 h 224924"/>
                  <a:gd name="connsiteX3" fmla="*/ 0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0" y="224925"/>
                    </a:moveTo>
                    <a:lnTo>
                      <a:pt x="98814" y="224925"/>
                    </a:lnTo>
                    <a:lnTo>
                      <a:pt x="98814" y="0"/>
                    </a:lnTo>
                    <a:lnTo>
                      <a:pt x="0" y="0"/>
                    </a:lnTo>
                  </a:path>
                </a:pathLst>
              </a:custGeom>
              <a:noFill/>
              <a:ln w="7798" cap="flat">
                <a:solidFill>
                  <a:schemeClr val="accent2"/>
                </a:solidFill>
                <a:prstDash val="solid"/>
                <a:miter/>
              </a:ln>
            </p:spPr>
            <p:txBody>
              <a:bodyPr rtlCol="0" anchor="ctr"/>
              <a:lstStyle/>
              <a:p>
                <a:endParaRPr lang="zh-CN" altLang="en-US"/>
              </a:p>
            </p:txBody>
          </p:sp>
          <p:sp>
            <p:nvSpPr>
              <p:cNvPr id="2238" name="任意多边形: 形状 2237">
                <a:extLst>
                  <a:ext uri="{FF2B5EF4-FFF2-40B4-BE49-F238E27FC236}">
                    <a16:creationId xmlns:a16="http://schemas.microsoft.com/office/drawing/2014/main" id="{0C57B694-6BE3-19B8-9F0A-6F95E10D9717}"/>
                  </a:ext>
                </a:extLst>
              </p:cNvPr>
              <p:cNvSpPr/>
              <p:nvPr/>
            </p:nvSpPr>
            <p:spPr>
              <a:xfrm rot="10800000">
                <a:off x="1106421" y="2208119"/>
                <a:ext cx="18000" cy="97488"/>
              </a:xfrm>
              <a:custGeom>
                <a:avLst/>
                <a:gdLst>
                  <a:gd name="connsiteX0" fmla="*/ 0 w 26750"/>
                  <a:gd name="connsiteY0" fmla="*/ 0 h 97488"/>
                  <a:gd name="connsiteX1" fmla="*/ 26751 w 26750"/>
                  <a:gd name="connsiteY1" fmla="*/ 0 h 97488"/>
                  <a:gd name="connsiteX2" fmla="*/ 26751 w 26750"/>
                  <a:gd name="connsiteY2" fmla="*/ 97488 h 97488"/>
                  <a:gd name="connsiteX3" fmla="*/ 0 w 26750"/>
                  <a:gd name="connsiteY3" fmla="*/ 97488 h 97488"/>
                </a:gdLst>
                <a:ahLst/>
                <a:cxnLst>
                  <a:cxn ang="0">
                    <a:pos x="connsiteX0" y="connsiteY0"/>
                  </a:cxn>
                  <a:cxn ang="0">
                    <a:pos x="connsiteX1" y="connsiteY1"/>
                  </a:cxn>
                  <a:cxn ang="0">
                    <a:pos x="connsiteX2" y="connsiteY2"/>
                  </a:cxn>
                  <a:cxn ang="0">
                    <a:pos x="connsiteX3" y="connsiteY3"/>
                  </a:cxn>
                </a:cxnLst>
                <a:rect l="l" t="t" r="r" b="b"/>
                <a:pathLst>
                  <a:path w="26750" h="97488">
                    <a:moveTo>
                      <a:pt x="0" y="0"/>
                    </a:moveTo>
                    <a:lnTo>
                      <a:pt x="26751" y="0"/>
                    </a:lnTo>
                    <a:lnTo>
                      <a:pt x="26751" y="97488"/>
                    </a:lnTo>
                    <a:lnTo>
                      <a:pt x="0" y="97488"/>
                    </a:lnTo>
                    <a:close/>
                  </a:path>
                </a:pathLst>
              </a:custGeom>
              <a:solidFill>
                <a:schemeClr val="accent2"/>
              </a:solidFill>
              <a:ln w="7798" cap="flat">
                <a:noFill/>
                <a:prstDash val="solid"/>
                <a:miter/>
              </a:ln>
            </p:spPr>
            <p:txBody>
              <a:bodyPr rtlCol="0" anchor="ctr"/>
              <a:lstStyle/>
              <a:p>
                <a:endParaRPr lang="zh-CN" altLang="en-US"/>
              </a:p>
            </p:txBody>
          </p:sp>
        </p:grpSp>
      </p:grpSp>
      <p:sp>
        <p:nvSpPr>
          <p:cNvPr id="2236" name="文本框 2235">
            <a:extLst>
              <a:ext uri="{FF2B5EF4-FFF2-40B4-BE49-F238E27FC236}">
                <a16:creationId xmlns:a16="http://schemas.microsoft.com/office/drawing/2014/main" id="{17B54A53-0501-83C0-B97A-D0AD5A4B39E3}"/>
              </a:ext>
            </a:extLst>
          </p:cNvPr>
          <p:cNvSpPr txBox="1"/>
          <p:nvPr/>
        </p:nvSpPr>
        <p:spPr>
          <a:xfrm>
            <a:off x="10799366" y="4270729"/>
            <a:ext cx="512961"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00" dirty="0">
                <a:solidFill>
                  <a:schemeClr val="bg1"/>
                </a:solidFill>
                <a:latin typeface="+mn-ea"/>
                <a:sym typeface="Helvetica Neue"/>
              </a:rPr>
              <a:t>移动应用</a:t>
            </a:r>
            <a:endParaRPr kumimoji="0" lang="zh-CN" altLang="en-US" sz="1000" b="0" i="0" u="none" strike="noStrike" cap="none" spc="0" normalizeH="0" baseline="0" dirty="0">
              <a:ln>
                <a:noFill/>
              </a:ln>
              <a:solidFill>
                <a:schemeClr val="bg1"/>
              </a:solidFill>
              <a:effectLst/>
              <a:uFillTx/>
              <a:latin typeface="+mn-ea"/>
              <a:sym typeface="Helvetica Neue"/>
            </a:endParaRPr>
          </a:p>
        </p:txBody>
      </p:sp>
      <p:grpSp>
        <p:nvGrpSpPr>
          <p:cNvPr id="2260" name="组合 2259">
            <a:extLst>
              <a:ext uri="{FF2B5EF4-FFF2-40B4-BE49-F238E27FC236}">
                <a16:creationId xmlns:a16="http://schemas.microsoft.com/office/drawing/2014/main" id="{D015B1E1-DAEF-DB48-7490-BC21DFA4EFF9}"/>
              </a:ext>
            </a:extLst>
          </p:cNvPr>
          <p:cNvGrpSpPr/>
          <p:nvPr/>
        </p:nvGrpSpPr>
        <p:grpSpPr>
          <a:xfrm>
            <a:off x="10696589" y="4599856"/>
            <a:ext cx="718514" cy="204476"/>
            <a:chOff x="10703930" y="4644306"/>
            <a:chExt cx="718514" cy="204476"/>
          </a:xfrm>
        </p:grpSpPr>
        <p:grpSp>
          <p:nvGrpSpPr>
            <p:cNvPr id="2250" name="组合 2249">
              <a:extLst>
                <a:ext uri="{FF2B5EF4-FFF2-40B4-BE49-F238E27FC236}">
                  <a16:creationId xmlns:a16="http://schemas.microsoft.com/office/drawing/2014/main" id="{0ECF5C89-0FB7-83E3-E83A-266C78D33F3F}"/>
                </a:ext>
              </a:extLst>
            </p:cNvPr>
            <p:cNvGrpSpPr/>
            <p:nvPr/>
          </p:nvGrpSpPr>
          <p:grpSpPr>
            <a:xfrm>
              <a:off x="10703930" y="4644306"/>
              <a:ext cx="62805" cy="204476"/>
              <a:chOff x="443506" y="2144401"/>
              <a:chExt cx="69086" cy="224924"/>
            </a:xfrm>
          </p:grpSpPr>
          <p:sp>
            <p:nvSpPr>
              <p:cNvPr id="2255" name="任意多边形: 形状 2254">
                <a:extLst>
                  <a:ext uri="{FF2B5EF4-FFF2-40B4-BE49-F238E27FC236}">
                    <a16:creationId xmlns:a16="http://schemas.microsoft.com/office/drawing/2014/main" id="{848612EF-08F2-8618-D466-925DC74AA8E9}"/>
                  </a:ext>
                </a:extLst>
              </p:cNvPr>
              <p:cNvSpPr/>
              <p:nvPr/>
            </p:nvSpPr>
            <p:spPr>
              <a:xfrm>
                <a:off x="452661" y="2144401"/>
                <a:ext cx="59931" cy="224924"/>
              </a:xfrm>
              <a:custGeom>
                <a:avLst/>
                <a:gdLst>
                  <a:gd name="connsiteX0" fmla="*/ 98814 w 98814"/>
                  <a:gd name="connsiteY0" fmla="*/ 224925 h 224924"/>
                  <a:gd name="connsiteX1" fmla="*/ 0 w 98814"/>
                  <a:gd name="connsiteY1" fmla="*/ 224925 h 224924"/>
                  <a:gd name="connsiteX2" fmla="*/ 0 w 98814"/>
                  <a:gd name="connsiteY2" fmla="*/ 0 h 224924"/>
                  <a:gd name="connsiteX3" fmla="*/ 98814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98814" y="224925"/>
                    </a:moveTo>
                    <a:lnTo>
                      <a:pt x="0" y="224925"/>
                    </a:lnTo>
                    <a:lnTo>
                      <a:pt x="0" y="0"/>
                    </a:lnTo>
                    <a:lnTo>
                      <a:pt x="98814" y="0"/>
                    </a:lnTo>
                  </a:path>
                </a:pathLst>
              </a:custGeom>
              <a:noFill/>
              <a:ln w="7798" cap="flat">
                <a:solidFill>
                  <a:schemeClr val="accent2"/>
                </a:solidFill>
                <a:prstDash val="solid"/>
                <a:miter/>
              </a:ln>
            </p:spPr>
            <p:txBody>
              <a:bodyPr rtlCol="0" anchor="ctr"/>
              <a:lstStyle/>
              <a:p>
                <a:endParaRPr lang="zh-CN" altLang="en-US"/>
              </a:p>
            </p:txBody>
          </p:sp>
          <p:sp>
            <p:nvSpPr>
              <p:cNvPr id="2256" name="任意多边形: 形状 2255">
                <a:extLst>
                  <a:ext uri="{FF2B5EF4-FFF2-40B4-BE49-F238E27FC236}">
                    <a16:creationId xmlns:a16="http://schemas.microsoft.com/office/drawing/2014/main" id="{2853534A-DD9D-6E58-0FAD-BB426A386735}"/>
                  </a:ext>
                </a:extLst>
              </p:cNvPr>
              <p:cNvSpPr/>
              <p:nvPr/>
            </p:nvSpPr>
            <p:spPr>
              <a:xfrm>
                <a:off x="443506" y="2208119"/>
                <a:ext cx="18000" cy="97488"/>
              </a:xfrm>
              <a:custGeom>
                <a:avLst/>
                <a:gdLst>
                  <a:gd name="connsiteX0" fmla="*/ 0 w 26750"/>
                  <a:gd name="connsiteY0" fmla="*/ 0 h 97488"/>
                  <a:gd name="connsiteX1" fmla="*/ 26751 w 26750"/>
                  <a:gd name="connsiteY1" fmla="*/ 0 h 97488"/>
                  <a:gd name="connsiteX2" fmla="*/ 26751 w 26750"/>
                  <a:gd name="connsiteY2" fmla="*/ 97488 h 97488"/>
                  <a:gd name="connsiteX3" fmla="*/ 0 w 26750"/>
                  <a:gd name="connsiteY3" fmla="*/ 97488 h 97488"/>
                </a:gdLst>
                <a:ahLst/>
                <a:cxnLst>
                  <a:cxn ang="0">
                    <a:pos x="connsiteX0" y="connsiteY0"/>
                  </a:cxn>
                  <a:cxn ang="0">
                    <a:pos x="connsiteX1" y="connsiteY1"/>
                  </a:cxn>
                  <a:cxn ang="0">
                    <a:pos x="connsiteX2" y="connsiteY2"/>
                  </a:cxn>
                  <a:cxn ang="0">
                    <a:pos x="connsiteX3" y="connsiteY3"/>
                  </a:cxn>
                </a:cxnLst>
                <a:rect l="l" t="t" r="r" b="b"/>
                <a:pathLst>
                  <a:path w="26750" h="97488">
                    <a:moveTo>
                      <a:pt x="0" y="0"/>
                    </a:moveTo>
                    <a:lnTo>
                      <a:pt x="26751" y="0"/>
                    </a:lnTo>
                    <a:lnTo>
                      <a:pt x="26751" y="97488"/>
                    </a:lnTo>
                    <a:lnTo>
                      <a:pt x="0" y="97488"/>
                    </a:lnTo>
                    <a:close/>
                  </a:path>
                </a:pathLst>
              </a:custGeom>
              <a:solidFill>
                <a:schemeClr val="accent2"/>
              </a:solidFill>
              <a:ln w="7798" cap="flat">
                <a:noFill/>
                <a:prstDash val="solid"/>
                <a:miter/>
              </a:ln>
            </p:spPr>
            <p:txBody>
              <a:bodyPr rtlCol="0" anchor="ctr"/>
              <a:lstStyle/>
              <a:p>
                <a:endParaRPr lang="zh-CN" altLang="en-US"/>
              </a:p>
            </p:txBody>
          </p:sp>
        </p:grpSp>
        <p:grpSp>
          <p:nvGrpSpPr>
            <p:cNvPr id="2251" name="组合 2250">
              <a:extLst>
                <a:ext uri="{FF2B5EF4-FFF2-40B4-BE49-F238E27FC236}">
                  <a16:creationId xmlns:a16="http://schemas.microsoft.com/office/drawing/2014/main" id="{0E975544-27A8-4037-EFFD-BC9F964F1DAF}"/>
                </a:ext>
              </a:extLst>
            </p:cNvPr>
            <p:cNvGrpSpPr/>
            <p:nvPr/>
          </p:nvGrpSpPr>
          <p:grpSpPr>
            <a:xfrm>
              <a:off x="11358195" y="4644306"/>
              <a:ext cx="64249" cy="204476"/>
              <a:chOff x="1053747" y="2144401"/>
              <a:chExt cx="70674" cy="224924"/>
            </a:xfrm>
          </p:grpSpPr>
          <p:sp>
            <p:nvSpPr>
              <p:cNvPr id="2253" name="任意多边形: 形状 2252">
                <a:extLst>
                  <a:ext uri="{FF2B5EF4-FFF2-40B4-BE49-F238E27FC236}">
                    <a16:creationId xmlns:a16="http://schemas.microsoft.com/office/drawing/2014/main" id="{26BA48F2-568B-CBF1-57BF-2E3778A5F3EB}"/>
                  </a:ext>
                </a:extLst>
              </p:cNvPr>
              <p:cNvSpPr/>
              <p:nvPr/>
            </p:nvSpPr>
            <p:spPr>
              <a:xfrm>
                <a:off x="1053747" y="2144401"/>
                <a:ext cx="59931" cy="224924"/>
              </a:xfrm>
              <a:custGeom>
                <a:avLst/>
                <a:gdLst>
                  <a:gd name="connsiteX0" fmla="*/ 0 w 98814"/>
                  <a:gd name="connsiteY0" fmla="*/ 224925 h 224924"/>
                  <a:gd name="connsiteX1" fmla="*/ 98814 w 98814"/>
                  <a:gd name="connsiteY1" fmla="*/ 224925 h 224924"/>
                  <a:gd name="connsiteX2" fmla="*/ 98814 w 98814"/>
                  <a:gd name="connsiteY2" fmla="*/ 0 h 224924"/>
                  <a:gd name="connsiteX3" fmla="*/ 0 w 98814"/>
                  <a:gd name="connsiteY3" fmla="*/ 0 h 224924"/>
                </a:gdLst>
                <a:ahLst/>
                <a:cxnLst>
                  <a:cxn ang="0">
                    <a:pos x="connsiteX0" y="connsiteY0"/>
                  </a:cxn>
                  <a:cxn ang="0">
                    <a:pos x="connsiteX1" y="connsiteY1"/>
                  </a:cxn>
                  <a:cxn ang="0">
                    <a:pos x="connsiteX2" y="connsiteY2"/>
                  </a:cxn>
                  <a:cxn ang="0">
                    <a:pos x="connsiteX3" y="connsiteY3"/>
                  </a:cxn>
                </a:cxnLst>
                <a:rect l="l" t="t" r="r" b="b"/>
                <a:pathLst>
                  <a:path w="98814" h="224924">
                    <a:moveTo>
                      <a:pt x="0" y="224925"/>
                    </a:moveTo>
                    <a:lnTo>
                      <a:pt x="98814" y="224925"/>
                    </a:lnTo>
                    <a:lnTo>
                      <a:pt x="98814" y="0"/>
                    </a:lnTo>
                    <a:lnTo>
                      <a:pt x="0" y="0"/>
                    </a:lnTo>
                  </a:path>
                </a:pathLst>
              </a:custGeom>
              <a:noFill/>
              <a:ln w="7798" cap="flat">
                <a:solidFill>
                  <a:schemeClr val="accent2"/>
                </a:solidFill>
                <a:prstDash val="solid"/>
                <a:miter/>
              </a:ln>
            </p:spPr>
            <p:txBody>
              <a:bodyPr rtlCol="0" anchor="ctr"/>
              <a:lstStyle/>
              <a:p>
                <a:endParaRPr lang="zh-CN" altLang="en-US"/>
              </a:p>
            </p:txBody>
          </p:sp>
          <p:sp>
            <p:nvSpPr>
              <p:cNvPr id="2254" name="任意多边形: 形状 2253">
                <a:extLst>
                  <a:ext uri="{FF2B5EF4-FFF2-40B4-BE49-F238E27FC236}">
                    <a16:creationId xmlns:a16="http://schemas.microsoft.com/office/drawing/2014/main" id="{08E75B26-2C0D-3642-D075-5806DB7BCA65}"/>
                  </a:ext>
                </a:extLst>
              </p:cNvPr>
              <p:cNvSpPr/>
              <p:nvPr/>
            </p:nvSpPr>
            <p:spPr>
              <a:xfrm rot="10800000">
                <a:off x="1106421" y="2208119"/>
                <a:ext cx="18000" cy="97488"/>
              </a:xfrm>
              <a:custGeom>
                <a:avLst/>
                <a:gdLst>
                  <a:gd name="connsiteX0" fmla="*/ 0 w 26750"/>
                  <a:gd name="connsiteY0" fmla="*/ 0 h 97488"/>
                  <a:gd name="connsiteX1" fmla="*/ 26751 w 26750"/>
                  <a:gd name="connsiteY1" fmla="*/ 0 h 97488"/>
                  <a:gd name="connsiteX2" fmla="*/ 26751 w 26750"/>
                  <a:gd name="connsiteY2" fmla="*/ 97488 h 97488"/>
                  <a:gd name="connsiteX3" fmla="*/ 0 w 26750"/>
                  <a:gd name="connsiteY3" fmla="*/ 97488 h 97488"/>
                </a:gdLst>
                <a:ahLst/>
                <a:cxnLst>
                  <a:cxn ang="0">
                    <a:pos x="connsiteX0" y="connsiteY0"/>
                  </a:cxn>
                  <a:cxn ang="0">
                    <a:pos x="connsiteX1" y="connsiteY1"/>
                  </a:cxn>
                  <a:cxn ang="0">
                    <a:pos x="connsiteX2" y="connsiteY2"/>
                  </a:cxn>
                  <a:cxn ang="0">
                    <a:pos x="connsiteX3" y="connsiteY3"/>
                  </a:cxn>
                </a:cxnLst>
                <a:rect l="l" t="t" r="r" b="b"/>
                <a:pathLst>
                  <a:path w="26750" h="97488">
                    <a:moveTo>
                      <a:pt x="0" y="0"/>
                    </a:moveTo>
                    <a:lnTo>
                      <a:pt x="26751" y="0"/>
                    </a:lnTo>
                    <a:lnTo>
                      <a:pt x="26751" y="97488"/>
                    </a:lnTo>
                    <a:lnTo>
                      <a:pt x="0" y="97488"/>
                    </a:lnTo>
                    <a:close/>
                  </a:path>
                </a:pathLst>
              </a:custGeom>
              <a:solidFill>
                <a:schemeClr val="accent2"/>
              </a:solidFill>
              <a:ln w="7798" cap="flat">
                <a:noFill/>
                <a:prstDash val="solid"/>
                <a:miter/>
              </a:ln>
            </p:spPr>
            <p:txBody>
              <a:bodyPr rtlCol="0" anchor="ctr"/>
              <a:lstStyle/>
              <a:p>
                <a:endParaRPr lang="zh-CN" altLang="en-US"/>
              </a:p>
            </p:txBody>
          </p:sp>
        </p:grpSp>
      </p:grpSp>
      <p:sp>
        <p:nvSpPr>
          <p:cNvPr id="2252" name="文本框 2251">
            <a:extLst>
              <a:ext uri="{FF2B5EF4-FFF2-40B4-BE49-F238E27FC236}">
                <a16:creationId xmlns:a16="http://schemas.microsoft.com/office/drawing/2014/main" id="{20515161-2E95-3D6D-AEC0-5D71957DA18A}"/>
              </a:ext>
            </a:extLst>
          </p:cNvPr>
          <p:cNvSpPr txBox="1"/>
          <p:nvPr/>
        </p:nvSpPr>
        <p:spPr>
          <a:xfrm>
            <a:off x="10863486" y="4625150"/>
            <a:ext cx="384721" cy="1538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000" dirty="0">
                <a:solidFill>
                  <a:schemeClr val="bg1"/>
                </a:solidFill>
                <a:latin typeface="+mn-ea"/>
                <a:sym typeface="Helvetica Neue"/>
              </a:rPr>
              <a:t>机器人</a:t>
            </a:r>
            <a:endParaRPr kumimoji="0" lang="zh-CN" altLang="en-US" sz="1000" b="0" i="0" u="none" strike="noStrike" cap="none" spc="0" normalizeH="0" baseline="0" dirty="0">
              <a:ln>
                <a:noFill/>
              </a:ln>
              <a:solidFill>
                <a:schemeClr val="bg1"/>
              </a:solidFill>
              <a:effectLst/>
              <a:uFillTx/>
              <a:latin typeface="+mn-ea"/>
              <a:sym typeface="Helvetica Neue"/>
            </a:endParaRPr>
          </a:p>
        </p:txBody>
      </p:sp>
      <p:sp>
        <p:nvSpPr>
          <p:cNvPr id="2263" name="图形 2261">
            <a:extLst>
              <a:ext uri="{FF2B5EF4-FFF2-40B4-BE49-F238E27FC236}">
                <a16:creationId xmlns:a16="http://schemas.microsoft.com/office/drawing/2014/main" id="{777EA6DA-DADC-3F20-E939-0DA5AAB36CC1}"/>
              </a:ext>
            </a:extLst>
          </p:cNvPr>
          <p:cNvSpPr/>
          <p:nvPr/>
        </p:nvSpPr>
        <p:spPr>
          <a:xfrm>
            <a:off x="10988246" y="2172072"/>
            <a:ext cx="135201" cy="135201"/>
          </a:xfrm>
          <a:custGeom>
            <a:avLst/>
            <a:gdLst>
              <a:gd name="connsiteX0" fmla="*/ 89449 w 135201"/>
              <a:gd name="connsiteY0" fmla="*/ 65778 h 135201"/>
              <a:gd name="connsiteX1" fmla="*/ 104117 w 135201"/>
              <a:gd name="connsiteY1" fmla="*/ 36516 h 135201"/>
              <a:gd name="connsiteX2" fmla="*/ 67601 w 135201"/>
              <a:gd name="connsiteY2" fmla="*/ 0 h 135201"/>
              <a:gd name="connsiteX3" fmla="*/ 31084 w 135201"/>
              <a:gd name="connsiteY3" fmla="*/ 36516 h 135201"/>
              <a:gd name="connsiteX4" fmla="*/ 45753 w 135201"/>
              <a:gd name="connsiteY4" fmla="*/ 65778 h 135201"/>
              <a:gd name="connsiteX5" fmla="*/ 0 w 135201"/>
              <a:gd name="connsiteY5" fmla="*/ 129769 h 135201"/>
              <a:gd name="connsiteX6" fmla="*/ 5432 w 135201"/>
              <a:gd name="connsiteY6" fmla="*/ 135202 h 135201"/>
              <a:gd name="connsiteX7" fmla="*/ 10864 w 135201"/>
              <a:gd name="connsiteY7" fmla="*/ 129769 h 135201"/>
              <a:gd name="connsiteX8" fmla="*/ 67601 w 135201"/>
              <a:gd name="connsiteY8" fmla="*/ 73033 h 135201"/>
              <a:gd name="connsiteX9" fmla="*/ 124337 w 135201"/>
              <a:gd name="connsiteY9" fmla="*/ 129769 h 135201"/>
              <a:gd name="connsiteX10" fmla="*/ 129769 w 135201"/>
              <a:gd name="connsiteY10" fmla="*/ 135202 h 135201"/>
              <a:gd name="connsiteX11" fmla="*/ 135202 w 135201"/>
              <a:gd name="connsiteY11" fmla="*/ 129769 h 135201"/>
              <a:gd name="connsiteX12" fmla="*/ 89449 w 135201"/>
              <a:gd name="connsiteY12" fmla="*/ 65778 h 135201"/>
              <a:gd name="connsiteX13" fmla="*/ 41949 w 135201"/>
              <a:gd name="connsiteY13" fmla="*/ 36516 h 135201"/>
              <a:gd name="connsiteX14" fmla="*/ 67601 w 135201"/>
              <a:gd name="connsiteY14" fmla="*/ 10864 h 135201"/>
              <a:gd name="connsiteX15" fmla="*/ 93253 w 135201"/>
              <a:gd name="connsiteY15" fmla="*/ 36516 h 135201"/>
              <a:gd name="connsiteX16" fmla="*/ 67601 w 135201"/>
              <a:gd name="connsiteY16" fmla="*/ 62169 h 135201"/>
              <a:gd name="connsiteX17" fmla="*/ 41949 w 135201"/>
              <a:gd name="connsiteY17" fmla="*/ 36516 h 135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5201" h="135201">
                <a:moveTo>
                  <a:pt x="89449" y="65778"/>
                </a:moveTo>
                <a:cubicBezTo>
                  <a:pt x="98688" y="58890"/>
                  <a:pt x="104127" y="48040"/>
                  <a:pt x="104117" y="36516"/>
                </a:cubicBezTo>
                <a:cubicBezTo>
                  <a:pt x="104117" y="16349"/>
                  <a:pt x="87768" y="0"/>
                  <a:pt x="67601" y="0"/>
                </a:cubicBezTo>
                <a:cubicBezTo>
                  <a:pt x="47434" y="0"/>
                  <a:pt x="31084" y="16349"/>
                  <a:pt x="31084" y="36516"/>
                </a:cubicBezTo>
                <a:cubicBezTo>
                  <a:pt x="31075" y="48040"/>
                  <a:pt x="36514" y="58890"/>
                  <a:pt x="45753" y="65778"/>
                </a:cubicBezTo>
                <a:cubicBezTo>
                  <a:pt x="19139" y="74862"/>
                  <a:pt x="0" y="100081"/>
                  <a:pt x="0" y="129769"/>
                </a:cubicBezTo>
                <a:cubicBezTo>
                  <a:pt x="0" y="132769"/>
                  <a:pt x="2432" y="135202"/>
                  <a:pt x="5432" y="135202"/>
                </a:cubicBezTo>
                <a:cubicBezTo>
                  <a:pt x="8432" y="135202"/>
                  <a:pt x="10864" y="132769"/>
                  <a:pt x="10864" y="129769"/>
                </a:cubicBezTo>
                <a:cubicBezTo>
                  <a:pt x="10864" y="98435"/>
                  <a:pt x="36266" y="73033"/>
                  <a:pt x="67601" y="73033"/>
                </a:cubicBezTo>
                <a:cubicBezTo>
                  <a:pt x="98936" y="73033"/>
                  <a:pt x="124337" y="98435"/>
                  <a:pt x="124337" y="129769"/>
                </a:cubicBezTo>
                <a:cubicBezTo>
                  <a:pt x="124337" y="132769"/>
                  <a:pt x="126769" y="135202"/>
                  <a:pt x="129769" y="135202"/>
                </a:cubicBezTo>
                <a:cubicBezTo>
                  <a:pt x="132769" y="135202"/>
                  <a:pt x="135202" y="132769"/>
                  <a:pt x="135202" y="129769"/>
                </a:cubicBezTo>
                <a:cubicBezTo>
                  <a:pt x="135202" y="100081"/>
                  <a:pt x="116062" y="74862"/>
                  <a:pt x="89449" y="65778"/>
                </a:cubicBezTo>
                <a:close/>
                <a:moveTo>
                  <a:pt x="41949" y="36516"/>
                </a:moveTo>
                <a:cubicBezTo>
                  <a:pt x="41949" y="22349"/>
                  <a:pt x="53434" y="10864"/>
                  <a:pt x="67601" y="10864"/>
                </a:cubicBezTo>
                <a:cubicBezTo>
                  <a:pt x="81768" y="10864"/>
                  <a:pt x="93253" y="22349"/>
                  <a:pt x="93253" y="36516"/>
                </a:cubicBezTo>
                <a:cubicBezTo>
                  <a:pt x="93253" y="50684"/>
                  <a:pt x="81768" y="62169"/>
                  <a:pt x="67601" y="62169"/>
                </a:cubicBezTo>
                <a:cubicBezTo>
                  <a:pt x="53434" y="62169"/>
                  <a:pt x="41949" y="50684"/>
                  <a:pt x="41949" y="36516"/>
                </a:cubicBezTo>
                <a:close/>
              </a:path>
            </a:pathLst>
          </a:custGeom>
          <a:solidFill>
            <a:srgbClr val="000000"/>
          </a:solidFill>
          <a:ln w="149" cap="flat">
            <a:noFill/>
            <a:prstDash val="solid"/>
            <a:miter/>
          </a:ln>
        </p:spPr>
        <p:txBody>
          <a:bodyPr rtlCol="0" anchor="ctr"/>
          <a:lstStyle/>
          <a:p>
            <a:endParaRPr lang="zh-CN" altLang="en-US"/>
          </a:p>
        </p:txBody>
      </p:sp>
      <p:sp>
        <p:nvSpPr>
          <p:cNvPr id="2269" name="任意多边形: 形状 2268">
            <a:extLst>
              <a:ext uri="{FF2B5EF4-FFF2-40B4-BE49-F238E27FC236}">
                <a16:creationId xmlns:a16="http://schemas.microsoft.com/office/drawing/2014/main" id="{B7F0901E-AB9B-82D1-F6DC-FF3B71BD0EBD}"/>
              </a:ext>
            </a:extLst>
          </p:cNvPr>
          <p:cNvSpPr/>
          <p:nvPr/>
        </p:nvSpPr>
        <p:spPr>
          <a:xfrm>
            <a:off x="10979372" y="3177960"/>
            <a:ext cx="152949" cy="151730"/>
          </a:xfrm>
          <a:custGeom>
            <a:avLst/>
            <a:gdLst>
              <a:gd name="connsiteX0" fmla="*/ 91203 w 152949"/>
              <a:gd name="connsiteY0" fmla="*/ 90603 h 151730"/>
              <a:gd name="connsiteX1" fmla="*/ 91203 w 152949"/>
              <a:gd name="connsiteY1" fmla="*/ 139973 h 151730"/>
              <a:gd name="connsiteX2" fmla="*/ 140573 w 152949"/>
              <a:gd name="connsiteY2" fmla="*/ 139973 h 151730"/>
              <a:gd name="connsiteX3" fmla="*/ 140573 w 152949"/>
              <a:gd name="connsiteY3" fmla="*/ 90603 h 151730"/>
              <a:gd name="connsiteX4" fmla="*/ 11757 w 152949"/>
              <a:gd name="connsiteY4" fmla="*/ 90603 h 151730"/>
              <a:gd name="connsiteX5" fmla="*/ 11757 w 152949"/>
              <a:gd name="connsiteY5" fmla="*/ 139973 h 151730"/>
              <a:gd name="connsiteX6" fmla="*/ 61127 w 152949"/>
              <a:gd name="connsiteY6" fmla="*/ 139973 h 151730"/>
              <a:gd name="connsiteX7" fmla="*/ 61127 w 152949"/>
              <a:gd name="connsiteY7" fmla="*/ 90603 h 151730"/>
              <a:gd name="connsiteX8" fmla="*/ 91203 w 152949"/>
              <a:gd name="connsiteY8" fmla="*/ 78827 h 151730"/>
              <a:gd name="connsiteX9" fmla="*/ 140592 w 152949"/>
              <a:gd name="connsiteY9" fmla="*/ 78827 h 151730"/>
              <a:gd name="connsiteX10" fmla="*/ 152330 w 152949"/>
              <a:gd name="connsiteY10" fmla="*/ 90603 h 151730"/>
              <a:gd name="connsiteX11" fmla="*/ 152330 w 152949"/>
              <a:gd name="connsiteY11" fmla="*/ 139973 h 151730"/>
              <a:gd name="connsiteX12" fmla="*/ 140573 w 152949"/>
              <a:gd name="connsiteY12" fmla="*/ 151730 h 151730"/>
              <a:gd name="connsiteX13" fmla="*/ 91203 w 152949"/>
              <a:gd name="connsiteY13" fmla="*/ 151730 h 151730"/>
              <a:gd name="connsiteX14" fmla="*/ 79446 w 152949"/>
              <a:gd name="connsiteY14" fmla="*/ 139973 h 151730"/>
              <a:gd name="connsiteX15" fmla="*/ 79446 w 152949"/>
              <a:gd name="connsiteY15" fmla="*/ 90584 h 151730"/>
              <a:gd name="connsiteX16" fmla="*/ 91203 w 152949"/>
              <a:gd name="connsiteY16" fmla="*/ 78827 h 151730"/>
              <a:gd name="connsiteX17" fmla="*/ 11757 w 152949"/>
              <a:gd name="connsiteY17" fmla="*/ 78827 h 151730"/>
              <a:gd name="connsiteX18" fmla="*/ 61127 w 152949"/>
              <a:gd name="connsiteY18" fmla="*/ 78827 h 151730"/>
              <a:gd name="connsiteX19" fmla="*/ 72884 w 152949"/>
              <a:gd name="connsiteY19" fmla="*/ 90603 h 151730"/>
              <a:gd name="connsiteX20" fmla="*/ 72884 w 152949"/>
              <a:gd name="connsiteY20" fmla="*/ 139973 h 151730"/>
              <a:gd name="connsiteX21" fmla="*/ 61127 w 152949"/>
              <a:gd name="connsiteY21" fmla="*/ 151730 h 151730"/>
              <a:gd name="connsiteX22" fmla="*/ 11757 w 152949"/>
              <a:gd name="connsiteY22" fmla="*/ 151730 h 151730"/>
              <a:gd name="connsiteX23" fmla="*/ 0 w 152949"/>
              <a:gd name="connsiteY23" fmla="*/ 139973 h 151730"/>
              <a:gd name="connsiteX24" fmla="*/ 0 w 152949"/>
              <a:gd name="connsiteY24" fmla="*/ 90584 h 151730"/>
              <a:gd name="connsiteX25" fmla="*/ 11757 w 152949"/>
              <a:gd name="connsiteY25" fmla="*/ 78827 h 151730"/>
              <a:gd name="connsiteX26" fmla="*/ 147061 w 152949"/>
              <a:gd name="connsiteY26" fmla="*/ 28820 h 151730"/>
              <a:gd name="connsiteX27" fmla="*/ 152948 w 152949"/>
              <a:gd name="connsiteY27" fmla="*/ 34708 h 151730"/>
              <a:gd name="connsiteX28" fmla="*/ 147061 w 152949"/>
              <a:gd name="connsiteY28" fmla="*/ 40595 h 151730"/>
              <a:gd name="connsiteX29" fmla="*/ 141173 w 152949"/>
              <a:gd name="connsiteY29" fmla="*/ 34708 h 151730"/>
              <a:gd name="connsiteX30" fmla="*/ 147061 w 152949"/>
              <a:gd name="connsiteY30" fmla="*/ 28820 h 151730"/>
              <a:gd name="connsiteX31" fmla="*/ 12338 w 152949"/>
              <a:gd name="connsiteY31" fmla="*/ 11775 h 151730"/>
              <a:gd name="connsiteX32" fmla="*/ 12338 w 152949"/>
              <a:gd name="connsiteY32" fmla="*/ 61146 h 151730"/>
              <a:gd name="connsiteX33" fmla="*/ 61727 w 152949"/>
              <a:gd name="connsiteY33" fmla="*/ 61146 h 151730"/>
              <a:gd name="connsiteX34" fmla="*/ 61727 w 152949"/>
              <a:gd name="connsiteY34" fmla="*/ 11775 h 151730"/>
              <a:gd name="connsiteX35" fmla="*/ 91803 w 152949"/>
              <a:gd name="connsiteY35" fmla="*/ 0 h 151730"/>
              <a:gd name="connsiteX36" fmla="*/ 141173 w 152949"/>
              <a:gd name="connsiteY36" fmla="*/ 0 h 151730"/>
              <a:gd name="connsiteX37" fmla="*/ 152949 w 152949"/>
              <a:gd name="connsiteY37" fmla="*/ 11100 h 151730"/>
              <a:gd name="connsiteX38" fmla="*/ 152949 w 152949"/>
              <a:gd name="connsiteY38" fmla="*/ 17044 h 151730"/>
              <a:gd name="connsiteX39" fmla="*/ 147061 w 152949"/>
              <a:gd name="connsiteY39" fmla="*/ 22932 h 151730"/>
              <a:gd name="connsiteX40" fmla="*/ 141173 w 152949"/>
              <a:gd name="connsiteY40" fmla="*/ 17044 h 151730"/>
              <a:gd name="connsiteX41" fmla="*/ 141173 w 152949"/>
              <a:gd name="connsiteY41" fmla="*/ 11775 h 151730"/>
              <a:gd name="connsiteX42" fmla="*/ 91803 w 152949"/>
              <a:gd name="connsiteY42" fmla="*/ 11775 h 151730"/>
              <a:gd name="connsiteX43" fmla="*/ 91803 w 152949"/>
              <a:gd name="connsiteY43" fmla="*/ 61146 h 151730"/>
              <a:gd name="connsiteX44" fmla="*/ 141154 w 152949"/>
              <a:gd name="connsiteY44" fmla="*/ 61146 h 151730"/>
              <a:gd name="connsiteX45" fmla="*/ 141154 w 152949"/>
              <a:gd name="connsiteY45" fmla="*/ 52652 h 151730"/>
              <a:gd name="connsiteX46" fmla="*/ 147042 w 152949"/>
              <a:gd name="connsiteY46" fmla="*/ 46764 h 151730"/>
              <a:gd name="connsiteX47" fmla="*/ 152930 w 152949"/>
              <a:gd name="connsiteY47" fmla="*/ 52652 h 151730"/>
              <a:gd name="connsiteX48" fmla="*/ 152930 w 152949"/>
              <a:gd name="connsiteY48" fmla="*/ 61652 h 151730"/>
              <a:gd name="connsiteX49" fmla="*/ 141173 w 152949"/>
              <a:gd name="connsiteY49" fmla="*/ 72884 h 151730"/>
              <a:gd name="connsiteX50" fmla="*/ 91803 w 152949"/>
              <a:gd name="connsiteY50" fmla="*/ 72884 h 151730"/>
              <a:gd name="connsiteX51" fmla="*/ 80046 w 152949"/>
              <a:gd name="connsiteY51" fmla="*/ 61127 h 151730"/>
              <a:gd name="connsiteX52" fmla="*/ 80046 w 152949"/>
              <a:gd name="connsiteY52" fmla="*/ 11757 h 151730"/>
              <a:gd name="connsiteX53" fmla="*/ 91803 w 152949"/>
              <a:gd name="connsiteY53" fmla="*/ 0 h 151730"/>
              <a:gd name="connsiteX54" fmla="*/ 12338 w 152949"/>
              <a:gd name="connsiteY54" fmla="*/ 0 h 151730"/>
              <a:gd name="connsiteX55" fmla="*/ 61727 w 152949"/>
              <a:gd name="connsiteY55" fmla="*/ 0 h 151730"/>
              <a:gd name="connsiteX56" fmla="*/ 73484 w 152949"/>
              <a:gd name="connsiteY56" fmla="*/ 11775 h 151730"/>
              <a:gd name="connsiteX57" fmla="*/ 73484 w 152949"/>
              <a:gd name="connsiteY57" fmla="*/ 61127 h 151730"/>
              <a:gd name="connsiteX58" fmla="*/ 61727 w 152949"/>
              <a:gd name="connsiteY58" fmla="*/ 72884 h 151730"/>
              <a:gd name="connsiteX59" fmla="*/ 12338 w 152949"/>
              <a:gd name="connsiteY59" fmla="*/ 72884 h 151730"/>
              <a:gd name="connsiteX60" fmla="*/ 581 w 152949"/>
              <a:gd name="connsiteY60" fmla="*/ 61127 h 151730"/>
              <a:gd name="connsiteX61" fmla="*/ 581 w 152949"/>
              <a:gd name="connsiteY61" fmla="*/ 11757 h 151730"/>
              <a:gd name="connsiteX62" fmla="*/ 12338 w 152949"/>
              <a:gd name="connsiteY62" fmla="*/ 0 h 15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52949" h="151730">
                <a:moveTo>
                  <a:pt x="91203" y="90603"/>
                </a:moveTo>
                <a:lnTo>
                  <a:pt x="91203" y="139973"/>
                </a:lnTo>
                <a:lnTo>
                  <a:pt x="140573" y="139973"/>
                </a:lnTo>
                <a:lnTo>
                  <a:pt x="140573" y="90603"/>
                </a:lnTo>
                <a:close/>
                <a:moveTo>
                  <a:pt x="11757" y="90603"/>
                </a:moveTo>
                <a:lnTo>
                  <a:pt x="11757" y="139973"/>
                </a:lnTo>
                <a:lnTo>
                  <a:pt x="61127" y="139973"/>
                </a:lnTo>
                <a:lnTo>
                  <a:pt x="61127" y="90603"/>
                </a:lnTo>
                <a:close/>
                <a:moveTo>
                  <a:pt x="91203" y="78827"/>
                </a:moveTo>
                <a:lnTo>
                  <a:pt x="140592" y="78827"/>
                </a:lnTo>
                <a:cubicBezTo>
                  <a:pt x="147080" y="78827"/>
                  <a:pt x="152349" y="84115"/>
                  <a:pt x="152330" y="90603"/>
                </a:cubicBezTo>
                <a:lnTo>
                  <a:pt x="152330" y="139973"/>
                </a:lnTo>
                <a:cubicBezTo>
                  <a:pt x="152330" y="146461"/>
                  <a:pt x="147061" y="151730"/>
                  <a:pt x="140573" y="151730"/>
                </a:cubicBezTo>
                <a:lnTo>
                  <a:pt x="91203" y="151730"/>
                </a:lnTo>
                <a:cubicBezTo>
                  <a:pt x="84715" y="151730"/>
                  <a:pt x="79446" y="146461"/>
                  <a:pt x="79446" y="139973"/>
                </a:cubicBezTo>
                <a:lnTo>
                  <a:pt x="79446" y="90584"/>
                </a:lnTo>
                <a:cubicBezTo>
                  <a:pt x="79446" y="84096"/>
                  <a:pt x="84715" y="78827"/>
                  <a:pt x="91203" y="78827"/>
                </a:cubicBezTo>
                <a:close/>
                <a:moveTo>
                  <a:pt x="11757" y="78827"/>
                </a:moveTo>
                <a:lnTo>
                  <a:pt x="61127" y="78827"/>
                </a:lnTo>
                <a:cubicBezTo>
                  <a:pt x="67615" y="78827"/>
                  <a:pt x="72902" y="84115"/>
                  <a:pt x="72884" y="90603"/>
                </a:cubicBezTo>
                <a:lnTo>
                  <a:pt x="72884" y="139973"/>
                </a:lnTo>
                <a:cubicBezTo>
                  <a:pt x="72884" y="146461"/>
                  <a:pt x="67615" y="151730"/>
                  <a:pt x="61127" y="151730"/>
                </a:cubicBezTo>
                <a:lnTo>
                  <a:pt x="11757" y="151730"/>
                </a:lnTo>
                <a:cubicBezTo>
                  <a:pt x="5269" y="151730"/>
                  <a:pt x="0" y="146461"/>
                  <a:pt x="0" y="139973"/>
                </a:cubicBezTo>
                <a:lnTo>
                  <a:pt x="0" y="90584"/>
                </a:lnTo>
                <a:cubicBezTo>
                  <a:pt x="0" y="84096"/>
                  <a:pt x="5269" y="78827"/>
                  <a:pt x="11757" y="78827"/>
                </a:cubicBezTo>
                <a:close/>
                <a:moveTo>
                  <a:pt x="147061" y="28820"/>
                </a:moveTo>
                <a:cubicBezTo>
                  <a:pt x="150312" y="28820"/>
                  <a:pt x="152948" y="31456"/>
                  <a:pt x="152948" y="34708"/>
                </a:cubicBezTo>
                <a:cubicBezTo>
                  <a:pt x="152948" y="37959"/>
                  <a:pt x="150312" y="40595"/>
                  <a:pt x="147061" y="40595"/>
                </a:cubicBezTo>
                <a:cubicBezTo>
                  <a:pt x="143809" y="40595"/>
                  <a:pt x="141173" y="37959"/>
                  <a:pt x="141173" y="34708"/>
                </a:cubicBezTo>
                <a:cubicBezTo>
                  <a:pt x="141173" y="31456"/>
                  <a:pt x="143809" y="28820"/>
                  <a:pt x="147061" y="28820"/>
                </a:cubicBezTo>
                <a:close/>
                <a:moveTo>
                  <a:pt x="12338" y="11775"/>
                </a:moveTo>
                <a:lnTo>
                  <a:pt x="12338" y="61146"/>
                </a:lnTo>
                <a:lnTo>
                  <a:pt x="61727" y="61146"/>
                </a:lnTo>
                <a:lnTo>
                  <a:pt x="61727" y="11775"/>
                </a:lnTo>
                <a:close/>
                <a:moveTo>
                  <a:pt x="91803" y="0"/>
                </a:moveTo>
                <a:lnTo>
                  <a:pt x="141173" y="0"/>
                </a:lnTo>
                <a:cubicBezTo>
                  <a:pt x="147661" y="0"/>
                  <a:pt x="152949" y="4988"/>
                  <a:pt x="152949" y="11100"/>
                </a:cubicBezTo>
                <a:lnTo>
                  <a:pt x="152949" y="17044"/>
                </a:lnTo>
                <a:cubicBezTo>
                  <a:pt x="152949" y="20307"/>
                  <a:pt x="150305" y="22932"/>
                  <a:pt x="147061" y="22932"/>
                </a:cubicBezTo>
                <a:cubicBezTo>
                  <a:pt x="143798" y="22932"/>
                  <a:pt x="141173" y="20288"/>
                  <a:pt x="141173" y="17044"/>
                </a:cubicBezTo>
                <a:lnTo>
                  <a:pt x="141173" y="11775"/>
                </a:lnTo>
                <a:lnTo>
                  <a:pt x="91803" y="11775"/>
                </a:lnTo>
                <a:lnTo>
                  <a:pt x="91803" y="61146"/>
                </a:lnTo>
                <a:lnTo>
                  <a:pt x="141154" y="61146"/>
                </a:lnTo>
                <a:lnTo>
                  <a:pt x="141154" y="52652"/>
                </a:lnTo>
                <a:cubicBezTo>
                  <a:pt x="141154" y="49389"/>
                  <a:pt x="143798" y="46764"/>
                  <a:pt x="147042" y="46764"/>
                </a:cubicBezTo>
                <a:cubicBezTo>
                  <a:pt x="150305" y="46764"/>
                  <a:pt x="152930" y="49408"/>
                  <a:pt x="152930" y="52652"/>
                </a:cubicBezTo>
                <a:lnTo>
                  <a:pt x="152930" y="61652"/>
                </a:lnTo>
                <a:cubicBezTo>
                  <a:pt x="152930" y="67840"/>
                  <a:pt x="147661" y="72884"/>
                  <a:pt x="141173" y="72884"/>
                </a:cubicBezTo>
                <a:lnTo>
                  <a:pt x="91803" y="72884"/>
                </a:lnTo>
                <a:cubicBezTo>
                  <a:pt x="85315" y="72884"/>
                  <a:pt x="80046" y="67615"/>
                  <a:pt x="80046" y="61127"/>
                </a:cubicBezTo>
                <a:lnTo>
                  <a:pt x="80046" y="11757"/>
                </a:lnTo>
                <a:cubicBezTo>
                  <a:pt x="80046" y="5269"/>
                  <a:pt x="85315" y="0"/>
                  <a:pt x="91803" y="0"/>
                </a:cubicBezTo>
                <a:close/>
                <a:moveTo>
                  <a:pt x="12338" y="0"/>
                </a:moveTo>
                <a:lnTo>
                  <a:pt x="61727" y="0"/>
                </a:lnTo>
                <a:cubicBezTo>
                  <a:pt x="68215" y="0"/>
                  <a:pt x="73484" y="5288"/>
                  <a:pt x="73484" y="11775"/>
                </a:cubicBezTo>
                <a:lnTo>
                  <a:pt x="73484" y="61127"/>
                </a:lnTo>
                <a:cubicBezTo>
                  <a:pt x="73484" y="67615"/>
                  <a:pt x="68215" y="72884"/>
                  <a:pt x="61727" y="72884"/>
                </a:cubicBezTo>
                <a:lnTo>
                  <a:pt x="12338" y="72884"/>
                </a:lnTo>
                <a:cubicBezTo>
                  <a:pt x="5850" y="72884"/>
                  <a:pt x="581" y="67615"/>
                  <a:pt x="581" y="61127"/>
                </a:cubicBezTo>
                <a:lnTo>
                  <a:pt x="581" y="11757"/>
                </a:lnTo>
                <a:cubicBezTo>
                  <a:pt x="581" y="5269"/>
                  <a:pt x="5850" y="0"/>
                  <a:pt x="12338" y="0"/>
                </a:cubicBezTo>
                <a:close/>
              </a:path>
            </a:pathLst>
          </a:custGeom>
          <a:solidFill>
            <a:schemeClr val="bg1"/>
          </a:solidFill>
          <a:ln w="186" cap="flat">
            <a:noFill/>
            <a:prstDash val="solid"/>
            <a:miter/>
          </a:ln>
        </p:spPr>
        <p:txBody>
          <a:bodyPr rtlCol="0" anchor="ctr"/>
          <a:lstStyle/>
          <a:p>
            <a:endParaRPr lang="zh-CN" altLang="en-US"/>
          </a:p>
        </p:txBody>
      </p:sp>
      <p:sp>
        <p:nvSpPr>
          <p:cNvPr id="2275" name="任意多边形: 形状 2274">
            <a:extLst>
              <a:ext uri="{FF2B5EF4-FFF2-40B4-BE49-F238E27FC236}">
                <a16:creationId xmlns:a16="http://schemas.microsoft.com/office/drawing/2014/main" id="{C83A1649-3480-AE3D-C122-DBCE542E5AA8}"/>
              </a:ext>
            </a:extLst>
          </p:cNvPr>
          <p:cNvSpPr/>
          <p:nvPr/>
        </p:nvSpPr>
        <p:spPr>
          <a:xfrm>
            <a:off x="10974685" y="5200974"/>
            <a:ext cx="162322" cy="162316"/>
          </a:xfrm>
          <a:custGeom>
            <a:avLst/>
            <a:gdLst>
              <a:gd name="connsiteX0" fmla="*/ 81158 w 162322"/>
              <a:gd name="connsiteY0" fmla="*/ 54817 h 162316"/>
              <a:gd name="connsiteX1" fmla="*/ 108271 w 162322"/>
              <a:gd name="connsiteY1" fmla="*/ 82017 h 162316"/>
              <a:gd name="connsiteX2" fmla="*/ 92496 w 162322"/>
              <a:gd name="connsiteY2" fmla="*/ 107011 h 162316"/>
              <a:gd name="connsiteX3" fmla="*/ 85358 w 162322"/>
              <a:gd name="connsiteY3" fmla="*/ 104365 h 162316"/>
              <a:gd name="connsiteX4" fmla="*/ 88010 w 162322"/>
              <a:gd name="connsiteY4" fmla="*/ 97233 h 162316"/>
              <a:gd name="connsiteX5" fmla="*/ 97514 w 162322"/>
              <a:gd name="connsiteY5" fmla="*/ 82017 h 162316"/>
              <a:gd name="connsiteX6" fmla="*/ 81158 w 162322"/>
              <a:gd name="connsiteY6" fmla="*/ 65574 h 162316"/>
              <a:gd name="connsiteX7" fmla="*/ 64801 w 162322"/>
              <a:gd name="connsiteY7" fmla="*/ 82017 h 162316"/>
              <a:gd name="connsiteX8" fmla="*/ 74806 w 162322"/>
              <a:gd name="connsiteY8" fmla="*/ 97168 h 162316"/>
              <a:gd name="connsiteX9" fmla="*/ 77651 w 162322"/>
              <a:gd name="connsiteY9" fmla="*/ 104225 h 162316"/>
              <a:gd name="connsiteX10" fmla="*/ 72697 w 162322"/>
              <a:gd name="connsiteY10" fmla="*/ 107501 h 162316"/>
              <a:gd name="connsiteX11" fmla="*/ 70594 w 162322"/>
              <a:gd name="connsiteY11" fmla="*/ 107070 h 162316"/>
              <a:gd name="connsiteX12" fmla="*/ 54044 w 162322"/>
              <a:gd name="connsiteY12" fmla="*/ 82017 h 162316"/>
              <a:gd name="connsiteX13" fmla="*/ 81158 w 162322"/>
              <a:gd name="connsiteY13" fmla="*/ 54817 h 162316"/>
              <a:gd name="connsiteX14" fmla="*/ 73929 w 162322"/>
              <a:gd name="connsiteY14" fmla="*/ 0 h 162316"/>
              <a:gd name="connsiteX15" fmla="*/ 88392 w 162322"/>
              <a:gd name="connsiteY15" fmla="*/ 0 h 162316"/>
              <a:gd name="connsiteX16" fmla="*/ 101769 w 162322"/>
              <a:gd name="connsiteY16" fmla="*/ 13377 h 162316"/>
              <a:gd name="connsiteX17" fmla="*/ 101769 w 162322"/>
              <a:gd name="connsiteY17" fmla="*/ 22122 h 162316"/>
              <a:gd name="connsiteX18" fmla="*/ 106379 w 162322"/>
              <a:gd name="connsiteY18" fmla="*/ 23682 h 162316"/>
              <a:gd name="connsiteX19" fmla="*/ 114516 w 162322"/>
              <a:gd name="connsiteY19" fmla="*/ 15544 h 162316"/>
              <a:gd name="connsiteX20" fmla="*/ 133433 w 162322"/>
              <a:gd name="connsiteY20" fmla="*/ 15544 h 162316"/>
              <a:gd name="connsiteX21" fmla="*/ 143663 w 162322"/>
              <a:gd name="connsiteY21" fmla="*/ 25769 h 162316"/>
              <a:gd name="connsiteX22" fmla="*/ 143663 w 162322"/>
              <a:gd name="connsiteY22" fmla="*/ 44691 h 162316"/>
              <a:gd name="connsiteX23" fmla="*/ 135525 w 162322"/>
              <a:gd name="connsiteY23" fmla="*/ 52829 h 162316"/>
              <a:gd name="connsiteX24" fmla="*/ 137085 w 162322"/>
              <a:gd name="connsiteY24" fmla="*/ 57433 h 162316"/>
              <a:gd name="connsiteX25" fmla="*/ 148940 w 162322"/>
              <a:gd name="connsiteY25" fmla="*/ 57433 h 162316"/>
              <a:gd name="connsiteX26" fmla="*/ 162322 w 162322"/>
              <a:gd name="connsiteY26" fmla="*/ 70810 h 162316"/>
              <a:gd name="connsiteX27" fmla="*/ 162322 w 162322"/>
              <a:gd name="connsiteY27" fmla="*/ 85278 h 162316"/>
              <a:gd name="connsiteX28" fmla="*/ 148940 w 162322"/>
              <a:gd name="connsiteY28" fmla="*/ 98655 h 162316"/>
              <a:gd name="connsiteX29" fmla="*/ 137085 w 162322"/>
              <a:gd name="connsiteY29" fmla="*/ 98655 h 162316"/>
              <a:gd name="connsiteX30" fmla="*/ 135525 w 162322"/>
              <a:gd name="connsiteY30" fmla="*/ 103264 h 162316"/>
              <a:gd name="connsiteX31" fmla="*/ 143663 w 162322"/>
              <a:gd name="connsiteY31" fmla="*/ 111397 h 162316"/>
              <a:gd name="connsiteX32" fmla="*/ 143663 w 162322"/>
              <a:gd name="connsiteY32" fmla="*/ 130319 h 162316"/>
              <a:gd name="connsiteX33" fmla="*/ 133433 w 162322"/>
              <a:gd name="connsiteY33" fmla="*/ 140544 h 162316"/>
              <a:gd name="connsiteX34" fmla="*/ 114511 w 162322"/>
              <a:gd name="connsiteY34" fmla="*/ 140544 h 162316"/>
              <a:gd name="connsiteX35" fmla="*/ 106379 w 162322"/>
              <a:gd name="connsiteY35" fmla="*/ 132406 h 162316"/>
              <a:gd name="connsiteX36" fmla="*/ 101769 w 162322"/>
              <a:gd name="connsiteY36" fmla="*/ 133966 h 162316"/>
              <a:gd name="connsiteX37" fmla="*/ 101769 w 162322"/>
              <a:gd name="connsiteY37" fmla="*/ 148940 h 162316"/>
              <a:gd name="connsiteX38" fmla="*/ 88392 w 162322"/>
              <a:gd name="connsiteY38" fmla="*/ 162316 h 162316"/>
              <a:gd name="connsiteX39" fmla="*/ 73929 w 162322"/>
              <a:gd name="connsiteY39" fmla="*/ 162316 h 162316"/>
              <a:gd name="connsiteX40" fmla="*/ 60547 w 162322"/>
              <a:gd name="connsiteY40" fmla="*/ 148940 h 162316"/>
              <a:gd name="connsiteX41" fmla="*/ 60547 w 162322"/>
              <a:gd name="connsiteY41" fmla="*/ 133793 h 162316"/>
              <a:gd name="connsiteX42" fmla="*/ 56024 w 162322"/>
              <a:gd name="connsiteY42" fmla="*/ 132330 h 162316"/>
              <a:gd name="connsiteX43" fmla="*/ 47805 w 162322"/>
              <a:gd name="connsiteY43" fmla="*/ 140544 h 162316"/>
              <a:gd name="connsiteX44" fmla="*/ 28889 w 162322"/>
              <a:gd name="connsiteY44" fmla="*/ 140544 h 162316"/>
              <a:gd name="connsiteX45" fmla="*/ 18658 w 162322"/>
              <a:gd name="connsiteY45" fmla="*/ 130319 h 162316"/>
              <a:gd name="connsiteX46" fmla="*/ 18653 w 162322"/>
              <a:gd name="connsiteY46" fmla="*/ 111397 h 162316"/>
              <a:gd name="connsiteX47" fmla="*/ 22623 w 162322"/>
              <a:gd name="connsiteY47" fmla="*/ 107433 h 162316"/>
              <a:gd name="connsiteX48" fmla="*/ 30228 w 162322"/>
              <a:gd name="connsiteY48" fmla="*/ 107433 h 162316"/>
              <a:gd name="connsiteX49" fmla="*/ 30228 w 162322"/>
              <a:gd name="connsiteY49" fmla="*/ 115038 h 162316"/>
              <a:gd name="connsiteX50" fmla="*/ 26264 w 162322"/>
              <a:gd name="connsiteY50" fmla="*/ 119002 h 162316"/>
              <a:gd name="connsiteX51" fmla="*/ 26264 w 162322"/>
              <a:gd name="connsiteY51" fmla="*/ 122713 h 162316"/>
              <a:gd name="connsiteX52" fmla="*/ 36494 w 162322"/>
              <a:gd name="connsiteY52" fmla="*/ 132938 h 162316"/>
              <a:gd name="connsiteX53" fmla="*/ 38344 w 162322"/>
              <a:gd name="connsiteY53" fmla="*/ 133707 h 162316"/>
              <a:gd name="connsiteX54" fmla="*/ 40194 w 162322"/>
              <a:gd name="connsiteY54" fmla="*/ 132938 h 162316"/>
              <a:gd name="connsiteX55" fmla="*/ 50925 w 162322"/>
              <a:gd name="connsiteY55" fmla="*/ 122213 h 162316"/>
              <a:gd name="connsiteX56" fmla="*/ 57062 w 162322"/>
              <a:gd name="connsiteY56" fmla="*/ 121170 h 162316"/>
              <a:gd name="connsiteX57" fmla="*/ 67292 w 162322"/>
              <a:gd name="connsiteY57" fmla="*/ 124526 h 162316"/>
              <a:gd name="connsiteX58" fmla="*/ 71304 w 162322"/>
              <a:gd name="connsiteY58" fmla="*/ 129722 h 162316"/>
              <a:gd name="connsiteX59" fmla="*/ 71304 w 162322"/>
              <a:gd name="connsiteY59" fmla="*/ 148940 h 162316"/>
              <a:gd name="connsiteX60" fmla="*/ 73929 w 162322"/>
              <a:gd name="connsiteY60" fmla="*/ 151559 h 162316"/>
              <a:gd name="connsiteX61" fmla="*/ 88392 w 162322"/>
              <a:gd name="connsiteY61" fmla="*/ 151559 h 162316"/>
              <a:gd name="connsiteX62" fmla="*/ 91012 w 162322"/>
              <a:gd name="connsiteY62" fmla="*/ 148940 h 162316"/>
              <a:gd name="connsiteX63" fmla="*/ 91012 w 162322"/>
              <a:gd name="connsiteY63" fmla="*/ 129722 h 162316"/>
              <a:gd name="connsiteX64" fmla="*/ 95390 w 162322"/>
              <a:gd name="connsiteY64" fmla="*/ 124440 h 162316"/>
              <a:gd name="connsiteX65" fmla="*/ 105260 w 162322"/>
              <a:gd name="connsiteY65" fmla="*/ 121170 h 162316"/>
              <a:gd name="connsiteX66" fmla="*/ 111391 w 162322"/>
              <a:gd name="connsiteY66" fmla="*/ 122213 h 162316"/>
              <a:gd name="connsiteX67" fmla="*/ 122122 w 162322"/>
              <a:gd name="connsiteY67" fmla="*/ 132938 h 162316"/>
              <a:gd name="connsiteX68" fmla="*/ 123972 w 162322"/>
              <a:gd name="connsiteY68" fmla="*/ 133707 h 162316"/>
              <a:gd name="connsiteX69" fmla="*/ 125828 w 162322"/>
              <a:gd name="connsiteY69" fmla="*/ 132938 h 162316"/>
              <a:gd name="connsiteX70" fmla="*/ 136058 w 162322"/>
              <a:gd name="connsiteY70" fmla="*/ 122713 h 162316"/>
              <a:gd name="connsiteX71" fmla="*/ 136052 w 162322"/>
              <a:gd name="connsiteY71" fmla="*/ 119002 h 162316"/>
              <a:gd name="connsiteX72" fmla="*/ 125327 w 162322"/>
              <a:gd name="connsiteY72" fmla="*/ 108277 h 162316"/>
              <a:gd name="connsiteX73" fmla="*/ 124284 w 162322"/>
              <a:gd name="connsiteY73" fmla="*/ 102140 h 162316"/>
              <a:gd name="connsiteX74" fmla="*/ 127554 w 162322"/>
              <a:gd name="connsiteY74" fmla="*/ 92281 h 162316"/>
              <a:gd name="connsiteX75" fmla="*/ 132836 w 162322"/>
              <a:gd name="connsiteY75" fmla="*/ 87898 h 162316"/>
              <a:gd name="connsiteX76" fmla="*/ 148940 w 162322"/>
              <a:gd name="connsiteY76" fmla="*/ 87898 h 162316"/>
              <a:gd name="connsiteX77" fmla="*/ 151564 w 162322"/>
              <a:gd name="connsiteY77" fmla="*/ 85278 h 162316"/>
              <a:gd name="connsiteX78" fmla="*/ 151564 w 162322"/>
              <a:gd name="connsiteY78" fmla="*/ 70810 h 162316"/>
              <a:gd name="connsiteX79" fmla="*/ 148940 w 162322"/>
              <a:gd name="connsiteY79" fmla="*/ 68190 h 162316"/>
              <a:gd name="connsiteX80" fmla="*/ 132836 w 162322"/>
              <a:gd name="connsiteY80" fmla="*/ 68190 h 162316"/>
              <a:gd name="connsiteX81" fmla="*/ 127554 w 162322"/>
              <a:gd name="connsiteY81" fmla="*/ 63812 h 162316"/>
              <a:gd name="connsiteX82" fmla="*/ 124284 w 162322"/>
              <a:gd name="connsiteY82" fmla="*/ 53948 h 162316"/>
              <a:gd name="connsiteX83" fmla="*/ 125327 w 162322"/>
              <a:gd name="connsiteY83" fmla="*/ 47811 h 162316"/>
              <a:gd name="connsiteX84" fmla="*/ 136058 w 162322"/>
              <a:gd name="connsiteY84" fmla="*/ 37086 h 162316"/>
              <a:gd name="connsiteX85" fmla="*/ 136052 w 162322"/>
              <a:gd name="connsiteY85" fmla="*/ 33374 h 162316"/>
              <a:gd name="connsiteX86" fmla="*/ 125828 w 162322"/>
              <a:gd name="connsiteY86" fmla="*/ 23150 h 162316"/>
              <a:gd name="connsiteX87" fmla="*/ 123972 w 162322"/>
              <a:gd name="connsiteY87" fmla="*/ 22380 h 162316"/>
              <a:gd name="connsiteX88" fmla="*/ 122122 w 162322"/>
              <a:gd name="connsiteY88" fmla="*/ 23150 h 162316"/>
              <a:gd name="connsiteX89" fmla="*/ 111391 w 162322"/>
              <a:gd name="connsiteY89" fmla="*/ 33875 h 162316"/>
              <a:gd name="connsiteX90" fmla="*/ 105260 w 162322"/>
              <a:gd name="connsiteY90" fmla="*/ 34918 h 162316"/>
              <a:gd name="connsiteX91" fmla="*/ 95390 w 162322"/>
              <a:gd name="connsiteY91" fmla="*/ 31648 h 162316"/>
              <a:gd name="connsiteX92" fmla="*/ 91012 w 162322"/>
              <a:gd name="connsiteY92" fmla="*/ 26366 h 162316"/>
              <a:gd name="connsiteX93" fmla="*/ 91012 w 162322"/>
              <a:gd name="connsiteY93" fmla="*/ 13377 h 162316"/>
              <a:gd name="connsiteX94" fmla="*/ 88392 w 162322"/>
              <a:gd name="connsiteY94" fmla="*/ 10757 h 162316"/>
              <a:gd name="connsiteX95" fmla="*/ 73929 w 162322"/>
              <a:gd name="connsiteY95" fmla="*/ 10757 h 162316"/>
              <a:gd name="connsiteX96" fmla="*/ 71304 w 162322"/>
              <a:gd name="connsiteY96" fmla="*/ 13377 h 162316"/>
              <a:gd name="connsiteX97" fmla="*/ 71304 w 162322"/>
              <a:gd name="connsiteY97" fmla="*/ 26366 h 162316"/>
              <a:gd name="connsiteX98" fmla="*/ 67104 w 162322"/>
              <a:gd name="connsiteY98" fmla="*/ 31610 h 162316"/>
              <a:gd name="connsiteX99" fmla="*/ 57062 w 162322"/>
              <a:gd name="connsiteY99" fmla="*/ 34918 h 162316"/>
              <a:gd name="connsiteX100" fmla="*/ 50925 w 162322"/>
              <a:gd name="connsiteY100" fmla="*/ 33875 h 162316"/>
              <a:gd name="connsiteX101" fmla="*/ 40200 w 162322"/>
              <a:gd name="connsiteY101" fmla="*/ 23150 h 162316"/>
              <a:gd name="connsiteX102" fmla="*/ 38344 w 162322"/>
              <a:gd name="connsiteY102" fmla="*/ 22380 h 162316"/>
              <a:gd name="connsiteX103" fmla="*/ 36494 w 162322"/>
              <a:gd name="connsiteY103" fmla="*/ 23150 h 162316"/>
              <a:gd name="connsiteX104" fmla="*/ 26264 w 162322"/>
              <a:gd name="connsiteY104" fmla="*/ 33374 h 162316"/>
              <a:gd name="connsiteX105" fmla="*/ 26264 w 162322"/>
              <a:gd name="connsiteY105" fmla="*/ 37086 h 162316"/>
              <a:gd name="connsiteX106" fmla="*/ 36989 w 162322"/>
              <a:gd name="connsiteY106" fmla="*/ 47811 h 162316"/>
              <a:gd name="connsiteX107" fmla="*/ 38091 w 162322"/>
              <a:gd name="connsiteY107" fmla="*/ 53819 h 162316"/>
              <a:gd name="connsiteX108" fmla="*/ 34767 w 162322"/>
              <a:gd name="connsiteY108" fmla="*/ 63812 h 162316"/>
              <a:gd name="connsiteX109" fmla="*/ 29480 w 162322"/>
              <a:gd name="connsiteY109" fmla="*/ 68190 h 162316"/>
              <a:gd name="connsiteX110" fmla="*/ 13377 w 162322"/>
              <a:gd name="connsiteY110" fmla="*/ 68190 h 162316"/>
              <a:gd name="connsiteX111" fmla="*/ 10757 w 162322"/>
              <a:gd name="connsiteY111" fmla="*/ 70810 h 162316"/>
              <a:gd name="connsiteX112" fmla="*/ 10757 w 162322"/>
              <a:gd name="connsiteY112" fmla="*/ 85278 h 162316"/>
              <a:gd name="connsiteX113" fmla="*/ 13377 w 162322"/>
              <a:gd name="connsiteY113" fmla="*/ 87898 h 162316"/>
              <a:gd name="connsiteX114" fmla="*/ 18217 w 162322"/>
              <a:gd name="connsiteY114" fmla="*/ 87898 h 162316"/>
              <a:gd name="connsiteX115" fmla="*/ 23596 w 162322"/>
              <a:gd name="connsiteY115" fmla="*/ 93276 h 162316"/>
              <a:gd name="connsiteX116" fmla="*/ 18217 w 162322"/>
              <a:gd name="connsiteY116" fmla="*/ 98655 h 162316"/>
              <a:gd name="connsiteX117" fmla="*/ 13377 w 162322"/>
              <a:gd name="connsiteY117" fmla="*/ 98655 h 162316"/>
              <a:gd name="connsiteX118" fmla="*/ 0 w 162322"/>
              <a:gd name="connsiteY118" fmla="*/ 85278 h 162316"/>
              <a:gd name="connsiteX119" fmla="*/ 0 w 162322"/>
              <a:gd name="connsiteY119" fmla="*/ 70810 h 162316"/>
              <a:gd name="connsiteX120" fmla="*/ 13377 w 162322"/>
              <a:gd name="connsiteY120" fmla="*/ 57433 h 162316"/>
              <a:gd name="connsiteX121" fmla="*/ 25301 w 162322"/>
              <a:gd name="connsiteY121" fmla="*/ 57433 h 162316"/>
              <a:gd name="connsiteX122" fmla="*/ 26861 w 162322"/>
              <a:gd name="connsiteY122" fmla="*/ 52888 h 162316"/>
              <a:gd name="connsiteX123" fmla="*/ 18658 w 162322"/>
              <a:gd name="connsiteY123" fmla="*/ 44691 h 162316"/>
              <a:gd name="connsiteX124" fmla="*/ 18653 w 162322"/>
              <a:gd name="connsiteY124" fmla="*/ 25769 h 162316"/>
              <a:gd name="connsiteX125" fmla="*/ 28889 w 162322"/>
              <a:gd name="connsiteY125" fmla="*/ 15544 h 162316"/>
              <a:gd name="connsiteX126" fmla="*/ 47805 w 162322"/>
              <a:gd name="connsiteY126" fmla="*/ 15544 h 162316"/>
              <a:gd name="connsiteX127" fmla="*/ 55986 w 162322"/>
              <a:gd name="connsiteY127" fmla="*/ 23720 h 162316"/>
              <a:gd name="connsiteX128" fmla="*/ 60547 w 162322"/>
              <a:gd name="connsiteY128" fmla="*/ 22214 h 162316"/>
              <a:gd name="connsiteX129" fmla="*/ 60547 w 162322"/>
              <a:gd name="connsiteY129" fmla="*/ 13377 h 162316"/>
              <a:gd name="connsiteX130" fmla="*/ 73929 w 162322"/>
              <a:gd name="connsiteY130" fmla="*/ 0 h 162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162322" h="162316">
                <a:moveTo>
                  <a:pt x="81158" y="54817"/>
                </a:moveTo>
                <a:cubicBezTo>
                  <a:pt x="96110" y="54817"/>
                  <a:pt x="108271" y="67021"/>
                  <a:pt x="108271" y="82017"/>
                </a:cubicBezTo>
                <a:cubicBezTo>
                  <a:pt x="108271" y="92806"/>
                  <a:pt x="102081" y="102617"/>
                  <a:pt x="92496" y="107011"/>
                </a:cubicBezTo>
                <a:cubicBezTo>
                  <a:pt x="89790" y="108248"/>
                  <a:pt x="86601" y="107070"/>
                  <a:pt x="85358" y="104365"/>
                </a:cubicBezTo>
                <a:cubicBezTo>
                  <a:pt x="84127" y="101665"/>
                  <a:pt x="85310" y="98470"/>
                  <a:pt x="88010" y="97233"/>
                </a:cubicBezTo>
                <a:cubicBezTo>
                  <a:pt x="93781" y="94587"/>
                  <a:pt x="97514" y="88611"/>
                  <a:pt x="97514" y="82017"/>
                </a:cubicBezTo>
                <a:cubicBezTo>
                  <a:pt x="97514" y="72948"/>
                  <a:pt x="90178" y="65574"/>
                  <a:pt x="81158" y="65574"/>
                </a:cubicBezTo>
                <a:cubicBezTo>
                  <a:pt x="72138" y="65574"/>
                  <a:pt x="64801" y="72948"/>
                  <a:pt x="64801" y="82017"/>
                </a:cubicBezTo>
                <a:cubicBezTo>
                  <a:pt x="64801" y="88643"/>
                  <a:pt x="68728" y="94592"/>
                  <a:pt x="74806" y="97168"/>
                </a:cubicBezTo>
                <a:cubicBezTo>
                  <a:pt x="77538" y="98335"/>
                  <a:pt x="78813" y="101493"/>
                  <a:pt x="77651" y="104225"/>
                </a:cubicBezTo>
                <a:cubicBezTo>
                  <a:pt x="76779" y="106269"/>
                  <a:pt x="74789" y="107501"/>
                  <a:pt x="72697" y="107501"/>
                </a:cubicBezTo>
                <a:cubicBezTo>
                  <a:pt x="71998" y="107501"/>
                  <a:pt x="71283" y="107366"/>
                  <a:pt x="70594" y="107070"/>
                </a:cubicBezTo>
                <a:cubicBezTo>
                  <a:pt x="60541" y="102800"/>
                  <a:pt x="54044" y="92968"/>
                  <a:pt x="54044" y="82017"/>
                </a:cubicBezTo>
                <a:cubicBezTo>
                  <a:pt x="54044" y="67021"/>
                  <a:pt x="66205" y="54817"/>
                  <a:pt x="81158" y="54817"/>
                </a:cubicBezTo>
                <a:close/>
                <a:moveTo>
                  <a:pt x="73929" y="0"/>
                </a:moveTo>
                <a:lnTo>
                  <a:pt x="88392" y="0"/>
                </a:lnTo>
                <a:cubicBezTo>
                  <a:pt x="95772" y="0"/>
                  <a:pt x="101769" y="6003"/>
                  <a:pt x="101769" y="13377"/>
                </a:cubicBezTo>
                <a:lnTo>
                  <a:pt x="101769" y="22122"/>
                </a:lnTo>
                <a:cubicBezTo>
                  <a:pt x="103323" y="22563"/>
                  <a:pt x="104862" y="23080"/>
                  <a:pt x="106379" y="23682"/>
                </a:cubicBezTo>
                <a:lnTo>
                  <a:pt x="114516" y="15544"/>
                </a:lnTo>
                <a:cubicBezTo>
                  <a:pt x="119562" y="10488"/>
                  <a:pt x="128382" y="10488"/>
                  <a:pt x="133433" y="15544"/>
                </a:cubicBezTo>
                <a:lnTo>
                  <a:pt x="143663" y="25769"/>
                </a:lnTo>
                <a:cubicBezTo>
                  <a:pt x="148875" y="30986"/>
                  <a:pt x="148875" y="39474"/>
                  <a:pt x="143663" y="44691"/>
                </a:cubicBezTo>
                <a:lnTo>
                  <a:pt x="135525" y="52829"/>
                </a:lnTo>
                <a:cubicBezTo>
                  <a:pt x="136122" y="54346"/>
                  <a:pt x="136639" y="55884"/>
                  <a:pt x="137085" y="57433"/>
                </a:cubicBezTo>
                <a:lnTo>
                  <a:pt x="148940" y="57433"/>
                </a:lnTo>
                <a:cubicBezTo>
                  <a:pt x="156319" y="57433"/>
                  <a:pt x="162322" y="63436"/>
                  <a:pt x="162322" y="70810"/>
                </a:cubicBezTo>
                <a:lnTo>
                  <a:pt x="162322" y="85278"/>
                </a:lnTo>
                <a:cubicBezTo>
                  <a:pt x="162322" y="92652"/>
                  <a:pt x="156319" y="98655"/>
                  <a:pt x="148940" y="98655"/>
                </a:cubicBezTo>
                <a:lnTo>
                  <a:pt x="137085" y="98655"/>
                </a:lnTo>
                <a:cubicBezTo>
                  <a:pt x="136639" y="100204"/>
                  <a:pt x="136122" y="101742"/>
                  <a:pt x="135525" y="103264"/>
                </a:cubicBezTo>
                <a:lnTo>
                  <a:pt x="143663" y="111397"/>
                </a:lnTo>
                <a:cubicBezTo>
                  <a:pt x="148875" y="116614"/>
                  <a:pt x="148875" y="125102"/>
                  <a:pt x="143663" y="130319"/>
                </a:cubicBezTo>
                <a:lnTo>
                  <a:pt x="133433" y="140544"/>
                </a:lnTo>
                <a:cubicBezTo>
                  <a:pt x="128382" y="145599"/>
                  <a:pt x="119567" y="145599"/>
                  <a:pt x="114511" y="140544"/>
                </a:cubicBezTo>
                <a:lnTo>
                  <a:pt x="106379" y="132406"/>
                </a:lnTo>
                <a:cubicBezTo>
                  <a:pt x="104862" y="133008"/>
                  <a:pt x="103323" y="133524"/>
                  <a:pt x="101769" y="133966"/>
                </a:cubicBezTo>
                <a:lnTo>
                  <a:pt x="101769" y="148940"/>
                </a:lnTo>
                <a:cubicBezTo>
                  <a:pt x="101769" y="156314"/>
                  <a:pt x="95772" y="162316"/>
                  <a:pt x="88392" y="162316"/>
                </a:cubicBezTo>
                <a:lnTo>
                  <a:pt x="73929" y="162316"/>
                </a:lnTo>
                <a:cubicBezTo>
                  <a:pt x="66550" y="162316"/>
                  <a:pt x="60547" y="156314"/>
                  <a:pt x="60547" y="148940"/>
                </a:cubicBezTo>
                <a:lnTo>
                  <a:pt x="60547" y="133793"/>
                </a:lnTo>
                <a:cubicBezTo>
                  <a:pt x="59143" y="133374"/>
                  <a:pt x="57546" y="132863"/>
                  <a:pt x="56024" y="132330"/>
                </a:cubicBezTo>
                <a:lnTo>
                  <a:pt x="47805" y="140544"/>
                </a:lnTo>
                <a:cubicBezTo>
                  <a:pt x="42755" y="145599"/>
                  <a:pt x="33939" y="145599"/>
                  <a:pt x="28889" y="140544"/>
                </a:cubicBezTo>
                <a:lnTo>
                  <a:pt x="18658" y="130319"/>
                </a:lnTo>
                <a:cubicBezTo>
                  <a:pt x="13441" y="125102"/>
                  <a:pt x="13441" y="116614"/>
                  <a:pt x="18653" y="111397"/>
                </a:cubicBezTo>
                <a:lnTo>
                  <a:pt x="22623" y="107433"/>
                </a:lnTo>
                <a:cubicBezTo>
                  <a:pt x="24726" y="105330"/>
                  <a:pt x="28125" y="105330"/>
                  <a:pt x="30228" y="107433"/>
                </a:cubicBezTo>
                <a:cubicBezTo>
                  <a:pt x="32331" y="109536"/>
                  <a:pt x="32331" y="112935"/>
                  <a:pt x="30228" y="115038"/>
                </a:cubicBezTo>
                <a:lnTo>
                  <a:pt x="26264" y="119002"/>
                </a:lnTo>
                <a:cubicBezTo>
                  <a:pt x="25242" y="120029"/>
                  <a:pt x="25242" y="121686"/>
                  <a:pt x="26264" y="122713"/>
                </a:cubicBezTo>
                <a:lnTo>
                  <a:pt x="36494" y="132938"/>
                </a:lnTo>
                <a:cubicBezTo>
                  <a:pt x="37161" y="133605"/>
                  <a:pt x="37941" y="133707"/>
                  <a:pt x="38344" y="133707"/>
                </a:cubicBezTo>
                <a:cubicBezTo>
                  <a:pt x="38753" y="133707"/>
                  <a:pt x="39528" y="133605"/>
                  <a:pt x="40194" y="132938"/>
                </a:cubicBezTo>
                <a:lnTo>
                  <a:pt x="50925" y="122213"/>
                </a:lnTo>
                <a:cubicBezTo>
                  <a:pt x="52538" y="120594"/>
                  <a:pt x="54991" y="120175"/>
                  <a:pt x="57062" y="121170"/>
                </a:cubicBezTo>
                <a:cubicBezTo>
                  <a:pt x="59558" y="122369"/>
                  <a:pt x="65297" y="123999"/>
                  <a:pt x="67292" y="124526"/>
                </a:cubicBezTo>
                <a:cubicBezTo>
                  <a:pt x="69659" y="125145"/>
                  <a:pt x="71304" y="127280"/>
                  <a:pt x="71304" y="129722"/>
                </a:cubicBezTo>
                <a:lnTo>
                  <a:pt x="71304" y="148940"/>
                </a:lnTo>
                <a:cubicBezTo>
                  <a:pt x="71304" y="150381"/>
                  <a:pt x="72482" y="151559"/>
                  <a:pt x="73929" y="151559"/>
                </a:cubicBezTo>
                <a:lnTo>
                  <a:pt x="88392" y="151559"/>
                </a:lnTo>
                <a:cubicBezTo>
                  <a:pt x="89839" y="151559"/>
                  <a:pt x="91012" y="150381"/>
                  <a:pt x="91012" y="148940"/>
                </a:cubicBezTo>
                <a:lnTo>
                  <a:pt x="91012" y="129722"/>
                </a:lnTo>
                <a:cubicBezTo>
                  <a:pt x="91012" y="127140"/>
                  <a:pt x="92851" y="124919"/>
                  <a:pt x="95390" y="124440"/>
                </a:cubicBezTo>
                <a:cubicBezTo>
                  <a:pt x="98752" y="123805"/>
                  <a:pt x="102070" y="122703"/>
                  <a:pt x="105260" y="121170"/>
                </a:cubicBezTo>
                <a:cubicBezTo>
                  <a:pt x="107331" y="120175"/>
                  <a:pt x="109778" y="120594"/>
                  <a:pt x="111391" y="122213"/>
                </a:cubicBezTo>
                <a:lnTo>
                  <a:pt x="122122" y="132938"/>
                </a:lnTo>
                <a:cubicBezTo>
                  <a:pt x="122794" y="133605"/>
                  <a:pt x="123569" y="133707"/>
                  <a:pt x="123972" y="133707"/>
                </a:cubicBezTo>
                <a:cubicBezTo>
                  <a:pt x="124375" y="133707"/>
                  <a:pt x="125155" y="133605"/>
                  <a:pt x="125828" y="132938"/>
                </a:cubicBezTo>
                <a:lnTo>
                  <a:pt x="136058" y="122713"/>
                </a:lnTo>
                <a:cubicBezTo>
                  <a:pt x="137074" y="121686"/>
                  <a:pt x="137074" y="120029"/>
                  <a:pt x="136052" y="119002"/>
                </a:cubicBezTo>
                <a:lnTo>
                  <a:pt x="125327" y="108277"/>
                </a:lnTo>
                <a:cubicBezTo>
                  <a:pt x="123714" y="106664"/>
                  <a:pt x="123294" y="104200"/>
                  <a:pt x="124284" y="102140"/>
                </a:cubicBezTo>
                <a:cubicBezTo>
                  <a:pt x="125817" y="98961"/>
                  <a:pt x="126919" y="95643"/>
                  <a:pt x="127554" y="92281"/>
                </a:cubicBezTo>
                <a:cubicBezTo>
                  <a:pt x="128033" y="89737"/>
                  <a:pt x="130254" y="87898"/>
                  <a:pt x="132836" y="87898"/>
                </a:cubicBezTo>
                <a:lnTo>
                  <a:pt x="148940" y="87898"/>
                </a:lnTo>
                <a:cubicBezTo>
                  <a:pt x="150386" y="87898"/>
                  <a:pt x="151564" y="86720"/>
                  <a:pt x="151564" y="85278"/>
                </a:cubicBezTo>
                <a:lnTo>
                  <a:pt x="151564" y="70810"/>
                </a:lnTo>
                <a:cubicBezTo>
                  <a:pt x="151564" y="69368"/>
                  <a:pt x="150386" y="68190"/>
                  <a:pt x="148940" y="68190"/>
                </a:cubicBezTo>
                <a:lnTo>
                  <a:pt x="132836" y="68190"/>
                </a:lnTo>
                <a:cubicBezTo>
                  <a:pt x="130254" y="68190"/>
                  <a:pt x="128033" y="66351"/>
                  <a:pt x="127554" y="63812"/>
                </a:cubicBezTo>
                <a:cubicBezTo>
                  <a:pt x="126919" y="60461"/>
                  <a:pt x="125817" y="57137"/>
                  <a:pt x="124284" y="53948"/>
                </a:cubicBezTo>
                <a:cubicBezTo>
                  <a:pt x="123294" y="51888"/>
                  <a:pt x="123714" y="49424"/>
                  <a:pt x="125327" y="47811"/>
                </a:cubicBezTo>
                <a:lnTo>
                  <a:pt x="136058" y="37086"/>
                </a:lnTo>
                <a:cubicBezTo>
                  <a:pt x="137074" y="36058"/>
                  <a:pt x="137074" y="34402"/>
                  <a:pt x="136052" y="33374"/>
                </a:cubicBezTo>
                <a:lnTo>
                  <a:pt x="125828" y="23150"/>
                </a:lnTo>
                <a:cubicBezTo>
                  <a:pt x="125155" y="22483"/>
                  <a:pt x="124375" y="22380"/>
                  <a:pt x="123972" y="22380"/>
                </a:cubicBezTo>
                <a:cubicBezTo>
                  <a:pt x="123569" y="22380"/>
                  <a:pt x="122794" y="22483"/>
                  <a:pt x="122122" y="23150"/>
                </a:cubicBezTo>
                <a:lnTo>
                  <a:pt x="111391" y="33875"/>
                </a:lnTo>
                <a:cubicBezTo>
                  <a:pt x="109778" y="35494"/>
                  <a:pt x="107331" y="35913"/>
                  <a:pt x="105260" y="34918"/>
                </a:cubicBezTo>
                <a:cubicBezTo>
                  <a:pt x="102070" y="33385"/>
                  <a:pt x="98752" y="32283"/>
                  <a:pt x="95390" y="31648"/>
                </a:cubicBezTo>
                <a:cubicBezTo>
                  <a:pt x="92851" y="31169"/>
                  <a:pt x="91012" y="28948"/>
                  <a:pt x="91012" y="26366"/>
                </a:cubicBezTo>
                <a:lnTo>
                  <a:pt x="91012" y="13377"/>
                </a:lnTo>
                <a:cubicBezTo>
                  <a:pt x="91012" y="11930"/>
                  <a:pt x="89839" y="10757"/>
                  <a:pt x="88392" y="10757"/>
                </a:cubicBezTo>
                <a:lnTo>
                  <a:pt x="73929" y="10757"/>
                </a:lnTo>
                <a:cubicBezTo>
                  <a:pt x="72482" y="10757"/>
                  <a:pt x="71304" y="11930"/>
                  <a:pt x="71304" y="13377"/>
                </a:cubicBezTo>
                <a:lnTo>
                  <a:pt x="71304" y="26366"/>
                </a:lnTo>
                <a:cubicBezTo>
                  <a:pt x="71304" y="28878"/>
                  <a:pt x="69562" y="31067"/>
                  <a:pt x="67104" y="31610"/>
                </a:cubicBezTo>
                <a:cubicBezTo>
                  <a:pt x="64721" y="32148"/>
                  <a:pt x="60085" y="33466"/>
                  <a:pt x="57062" y="34918"/>
                </a:cubicBezTo>
                <a:cubicBezTo>
                  <a:pt x="54991" y="35913"/>
                  <a:pt x="52538" y="35494"/>
                  <a:pt x="50925" y="33875"/>
                </a:cubicBezTo>
                <a:lnTo>
                  <a:pt x="40200" y="23150"/>
                </a:lnTo>
                <a:cubicBezTo>
                  <a:pt x="39528" y="22483"/>
                  <a:pt x="38753" y="22380"/>
                  <a:pt x="38344" y="22380"/>
                </a:cubicBezTo>
                <a:cubicBezTo>
                  <a:pt x="37941" y="22380"/>
                  <a:pt x="37161" y="22483"/>
                  <a:pt x="36494" y="23150"/>
                </a:cubicBezTo>
                <a:lnTo>
                  <a:pt x="26264" y="33374"/>
                </a:lnTo>
                <a:cubicBezTo>
                  <a:pt x="25242" y="34402"/>
                  <a:pt x="25242" y="36058"/>
                  <a:pt x="26264" y="37086"/>
                </a:cubicBezTo>
                <a:lnTo>
                  <a:pt x="36989" y="47811"/>
                </a:lnTo>
                <a:cubicBezTo>
                  <a:pt x="38570" y="49392"/>
                  <a:pt x="39011" y="51780"/>
                  <a:pt x="38091" y="53819"/>
                </a:cubicBezTo>
                <a:cubicBezTo>
                  <a:pt x="37064" y="56104"/>
                  <a:pt x="35354" y="60714"/>
                  <a:pt x="34767" y="63812"/>
                </a:cubicBezTo>
                <a:cubicBezTo>
                  <a:pt x="34289" y="66351"/>
                  <a:pt x="32067" y="68190"/>
                  <a:pt x="29480" y="68190"/>
                </a:cubicBezTo>
                <a:lnTo>
                  <a:pt x="13377" y="68190"/>
                </a:lnTo>
                <a:cubicBezTo>
                  <a:pt x="11935" y="68190"/>
                  <a:pt x="10757" y="69368"/>
                  <a:pt x="10757" y="70810"/>
                </a:cubicBezTo>
                <a:lnTo>
                  <a:pt x="10757" y="85278"/>
                </a:lnTo>
                <a:cubicBezTo>
                  <a:pt x="10757" y="86720"/>
                  <a:pt x="11935" y="87898"/>
                  <a:pt x="13377" y="87898"/>
                </a:cubicBezTo>
                <a:lnTo>
                  <a:pt x="18217" y="87898"/>
                </a:lnTo>
                <a:cubicBezTo>
                  <a:pt x="21186" y="87898"/>
                  <a:pt x="23596" y="90302"/>
                  <a:pt x="23596" y="93276"/>
                </a:cubicBezTo>
                <a:cubicBezTo>
                  <a:pt x="23596" y="96251"/>
                  <a:pt x="21186" y="98655"/>
                  <a:pt x="18217" y="98655"/>
                </a:cubicBezTo>
                <a:lnTo>
                  <a:pt x="13377" y="98655"/>
                </a:lnTo>
                <a:cubicBezTo>
                  <a:pt x="6003" y="98655"/>
                  <a:pt x="0" y="92652"/>
                  <a:pt x="0" y="85278"/>
                </a:cubicBezTo>
                <a:lnTo>
                  <a:pt x="0" y="70810"/>
                </a:lnTo>
                <a:cubicBezTo>
                  <a:pt x="0" y="63436"/>
                  <a:pt x="6003" y="57433"/>
                  <a:pt x="13377" y="57433"/>
                </a:cubicBezTo>
                <a:lnTo>
                  <a:pt x="25301" y="57433"/>
                </a:lnTo>
                <a:cubicBezTo>
                  <a:pt x="25785" y="55830"/>
                  <a:pt x="26339" y="54260"/>
                  <a:pt x="26861" y="52888"/>
                </a:cubicBezTo>
                <a:lnTo>
                  <a:pt x="18658" y="44691"/>
                </a:lnTo>
                <a:cubicBezTo>
                  <a:pt x="13441" y="39474"/>
                  <a:pt x="13441" y="30986"/>
                  <a:pt x="18653" y="25769"/>
                </a:cubicBezTo>
                <a:lnTo>
                  <a:pt x="28889" y="15544"/>
                </a:lnTo>
                <a:cubicBezTo>
                  <a:pt x="33939" y="10488"/>
                  <a:pt x="42755" y="10488"/>
                  <a:pt x="47805" y="15544"/>
                </a:cubicBezTo>
                <a:lnTo>
                  <a:pt x="55986" y="23720"/>
                </a:lnTo>
                <a:cubicBezTo>
                  <a:pt x="57530" y="23144"/>
                  <a:pt x="59111" y="22639"/>
                  <a:pt x="60547" y="22214"/>
                </a:cubicBezTo>
                <a:lnTo>
                  <a:pt x="60547" y="13377"/>
                </a:lnTo>
                <a:cubicBezTo>
                  <a:pt x="60547" y="6003"/>
                  <a:pt x="66550" y="0"/>
                  <a:pt x="73929" y="0"/>
                </a:cubicBezTo>
                <a:close/>
              </a:path>
            </a:pathLst>
          </a:custGeom>
          <a:solidFill>
            <a:schemeClr val="bg1"/>
          </a:solidFill>
          <a:ln w="158" cap="flat">
            <a:noFill/>
            <a:prstDash val="solid"/>
            <a:miter/>
          </a:ln>
        </p:spPr>
        <p:txBody>
          <a:bodyPr rtlCol="0" anchor="ctr"/>
          <a:lstStyle/>
          <a:p>
            <a:endParaRPr lang="zh-CN" altLang="en-US"/>
          </a:p>
        </p:txBody>
      </p:sp>
    </p:spTree>
    <p:extLst>
      <p:ext uri="{BB962C8B-B14F-4D97-AF65-F5344CB8AC3E}">
        <p14:creationId xmlns:p14="http://schemas.microsoft.com/office/powerpoint/2010/main" val="17679958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119" name="矩形: 圆角 118">
            <a:extLst>
              <a:ext uri="{FF2B5EF4-FFF2-40B4-BE49-F238E27FC236}">
                <a16:creationId xmlns:a16="http://schemas.microsoft.com/office/drawing/2014/main" id="{D284249E-43F6-CC16-A5B5-2850E04BD3EA}"/>
              </a:ext>
            </a:extLst>
          </p:cNvPr>
          <p:cNvSpPr/>
          <p:nvPr/>
        </p:nvSpPr>
        <p:spPr>
          <a:xfrm>
            <a:off x="660400" y="5146699"/>
            <a:ext cx="8236077" cy="896495"/>
          </a:xfrm>
          <a:prstGeom prst="roundRect">
            <a:avLst>
              <a:gd name="adj" fmla="val 0"/>
            </a:avLst>
          </a:prstGeom>
          <a:gradFill>
            <a:gsLst>
              <a:gs pos="0">
                <a:schemeClr val="accent1">
                  <a:alpha val="20000"/>
                </a:schemeClr>
              </a:gs>
              <a:gs pos="35000">
                <a:schemeClr val="accent1">
                  <a:alpha val="0"/>
                </a:schemeClr>
              </a:gs>
              <a:gs pos="65000">
                <a:schemeClr val="accent1">
                  <a:alpha val="0"/>
                </a:schemeClr>
              </a:gs>
              <a:gs pos="100000">
                <a:schemeClr val="accent1">
                  <a:alpha val="20000"/>
                </a:schemeClr>
              </a:gs>
            </a:gsLst>
            <a:lin ang="4200000" scaled="0"/>
          </a:gradFill>
          <a:ln w="12700" cap="flat">
            <a:gradFill>
              <a:gsLst>
                <a:gs pos="35000">
                  <a:schemeClr val="accent1">
                    <a:alpha val="0"/>
                  </a:schemeClr>
                </a:gs>
                <a:gs pos="0">
                  <a:schemeClr val="accent1"/>
                </a:gs>
                <a:gs pos="65000">
                  <a:schemeClr val="accent1">
                    <a:alpha val="0"/>
                  </a:schemeClr>
                </a:gs>
                <a:gs pos="100000">
                  <a:schemeClr val="accent1"/>
                </a:gs>
              </a:gsLst>
              <a:lin ang="42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825500"/>
            <a:endParaRPr lang="zh-CN" altLang="en-US" sz="1100">
              <a:solidFill>
                <a:srgbClr val="FFFFFF"/>
              </a:solidFill>
              <a:latin typeface="+mn-ea"/>
              <a:sym typeface="Helvetica Neue Medium"/>
            </a:endParaRPr>
          </a:p>
        </p:txBody>
      </p:sp>
      <p:grpSp>
        <p:nvGrpSpPr>
          <p:cNvPr id="392" name="组合 391">
            <a:extLst>
              <a:ext uri="{FF2B5EF4-FFF2-40B4-BE49-F238E27FC236}">
                <a16:creationId xmlns:a16="http://schemas.microsoft.com/office/drawing/2014/main" id="{4B6E2F11-7941-1BD7-D5DE-50F1FDDF8DF3}"/>
              </a:ext>
            </a:extLst>
          </p:cNvPr>
          <p:cNvGrpSpPr/>
          <p:nvPr/>
        </p:nvGrpSpPr>
        <p:grpSpPr>
          <a:xfrm>
            <a:off x="987508" y="5283333"/>
            <a:ext cx="938756" cy="604037"/>
            <a:chOff x="203248" y="6070936"/>
            <a:chExt cx="938756" cy="604037"/>
          </a:xfrm>
        </p:grpSpPr>
        <p:sp>
          <p:nvSpPr>
            <p:cNvPr id="380" name="菱形 379">
              <a:extLst>
                <a:ext uri="{FF2B5EF4-FFF2-40B4-BE49-F238E27FC236}">
                  <a16:creationId xmlns:a16="http://schemas.microsoft.com/office/drawing/2014/main" id="{76DA69AA-DBA5-B066-2767-43BF26E33C4C}"/>
                </a:ext>
              </a:extLst>
            </p:cNvPr>
            <p:cNvSpPr/>
            <p:nvPr/>
          </p:nvSpPr>
          <p:spPr>
            <a:xfrm>
              <a:off x="205194" y="6360648"/>
              <a:ext cx="934865" cy="314057"/>
            </a:xfrm>
            <a:prstGeom prst="diamond">
              <a:avLst/>
            </a:prstGeom>
            <a:noFill/>
            <a:ln w="12700" cap="flat" cmpd="sng" algn="ctr">
              <a:gradFill>
                <a:gsLst>
                  <a:gs pos="10000">
                    <a:schemeClr val="accent1">
                      <a:alpha val="0"/>
                    </a:schemeClr>
                  </a:gs>
                  <a:gs pos="100000">
                    <a:schemeClr val="accent1"/>
                  </a:gs>
                </a:gsLst>
                <a:lin ang="5400000" scaled="1"/>
              </a:gradFill>
              <a:prstDash val="solid"/>
              <a:miter lim="800000"/>
            </a:ln>
            <a:effectLst/>
          </p:spPr>
          <p:txBody>
            <a:bodyPr rtlCol="0" anchor="ctr"/>
            <a:lstStyle/>
            <a:p>
              <a:pPr algn="ctr" defTabSz="1919966">
                <a:defRPr/>
              </a:pPr>
              <a:endParaRPr lang="zh-CN" altLang="en-US" sz="1400" kern="0">
                <a:solidFill>
                  <a:prstClr val="white"/>
                </a:solidFill>
                <a:latin typeface="+mn-ea"/>
              </a:endParaRPr>
            </a:p>
          </p:txBody>
        </p:sp>
        <p:sp>
          <p:nvSpPr>
            <p:cNvPr id="381" name="菱形 380">
              <a:extLst>
                <a:ext uri="{FF2B5EF4-FFF2-40B4-BE49-F238E27FC236}">
                  <a16:creationId xmlns:a16="http://schemas.microsoft.com/office/drawing/2014/main" id="{2BAE65A6-8E99-DECE-1BF7-ECDB6EF9BDD1}"/>
                </a:ext>
              </a:extLst>
            </p:cNvPr>
            <p:cNvSpPr/>
            <p:nvPr/>
          </p:nvSpPr>
          <p:spPr>
            <a:xfrm>
              <a:off x="291592" y="6389672"/>
              <a:ext cx="762069" cy="256008"/>
            </a:xfrm>
            <a:prstGeom prst="diamond">
              <a:avLst/>
            </a:prstGeom>
            <a:gradFill>
              <a:gsLst>
                <a:gs pos="0">
                  <a:schemeClr val="accent1">
                    <a:alpha val="0"/>
                  </a:schemeClr>
                </a:gs>
                <a:gs pos="100000">
                  <a:schemeClr val="accent1">
                    <a:alpha val="28000"/>
                  </a:schemeClr>
                </a:gs>
              </a:gsLst>
              <a:lin ang="5400000" scaled="1"/>
            </a:gradFill>
            <a:ln w="9525" cap="flat" cmpd="sng" algn="ctr">
              <a:gradFill>
                <a:gsLst>
                  <a:gs pos="0">
                    <a:schemeClr val="accent1">
                      <a:alpha val="0"/>
                    </a:schemeClr>
                  </a:gs>
                  <a:gs pos="100000">
                    <a:schemeClr val="accent1">
                      <a:alpha val="53000"/>
                    </a:schemeClr>
                  </a:gs>
                </a:gsLst>
                <a:lin ang="5400000" scaled="1"/>
              </a:gradFill>
              <a:prstDash val="solid"/>
              <a:miter lim="800000"/>
            </a:ln>
            <a:effectLst>
              <a:innerShdw blurRad="279400">
                <a:srgbClr val="22FCFE">
                  <a:alpha val="63000"/>
                </a:srgbClr>
              </a:innerShdw>
            </a:effectLst>
          </p:spPr>
          <p:txBody>
            <a:bodyPr rtlCol="0" anchor="ctr"/>
            <a:lstStyle/>
            <a:p>
              <a:pPr algn="ctr" defTabSz="1919966">
                <a:defRPr/>
              </a:pPr>
              <a:endParaRPr lang="zh-CN" altLang="en-US" sz="1400" kern="0">
                <a:solidFill>
                  <a:prstClr val="white"/>
                </a:solidFill>
                <a:latin typeface="+mn-ea"/>
              </a:endParaRPr>
            </a:p>
          </p:txBody>
        </p:sp>
        <p:sp>
          <p:nvSpPr>
            <p:cNvPr id="382" name="菱形 381">
              <a:extLst>
                <a:ext uri="{FF2B5EF4-FFF2-40B4-BE49-F238E27FC236}">
                  <a16:creationId xmlns:a16="http://schemas.microsoft.com/office/drawing/2014/main" id="{D4EF8972-9DFB-C6B3-A0CD-E7FE451E45CE}"/>
                </a:ext>
              </a:extLst>
            </p:cNvPr>
            <p:cNvSpPr/>
            <p:nvPr/>
          </p:nvSpPr>
          <p:spPr>
            <a:xfrm>
              <a:off x="437031" y="6438531"/>
              <a:ext cx="471191" cy="158291"/>
            </a:xfrm>
            <a:prstGeom prst="diamond">
              <a:avLst/>
            </a:prstGeom>
            <a:gradFill>
              <a:gsLst>
                <a:gs pos="100000">
                  <a:schemeClr val="accent1">
                    <a:alpha val="50000"/>
                  </a:schemeClr>
                </a:gs>
                <a:gs pos="0">
                  <a:schemeClr val="accent1">
                    <a:alpha val="0"/>
                  </a:schemeClr>
                </a:gs>
              </a:gsLst>
              <a:lin ang="5400000" scaled="1"/>
            </a:gradFill>
            <a:ln w="6350" cap="flat" cmpd="sng" algn="ctr">
              <a:gradFill>
                <a:gsLst>
                  <a:gs pos="0">
                    <a:schemeClr val="accent1">
                      <a:alpha val="0"/>
                    </a:schemeClr>
                  </a:gs>
                  <a:gs pos="100000">
                    <a:schemeClr val="accent1"/>
                  </a:gs>
                </a:gsLst>
                <a:lin ang="5400000" scaled="1"/>
              </a:gradFill>
              <a:prstDash val="solid"/>
              <a:miter lim="800000"/>
            </a:ln>
            <a:effectLst/>
          </p:spPr>
          <p:txBody>
            <a:bodyPr rtlCol="0" anchor="ctr"/>
            <a:lstStyle/>
            <a:p>
              <a:pPr algn="ctr" defTabSz="1919966">
                <a:defRPr/>
              </a:pPr>
              <a:endParaRPr lang="zh-CN" altLang="en-US" sz="1400" kern="0" dirty="0">
                <a:solidFill>
                  <a:prstClr val="white"/>
                </a:solidFill>
                <a:latin typeface="+mn-ea"/>
              </a:endParaRPr>
            </a:p>
          </p:txBody>
        </p:sp>
        <p:sp>
          <p:nvSpPr>
            <p:cNvPr id="383" name="梯形 382">
              <a:extLst>
                <a:ext uri="{FF2B5EF4-FFF2-40B4-BE49-F238E27FC236}">
                  <a16:creationId xmlns:a16="http://schemas.microsoft.com/office/drawing/2014/main" id="{32B29BBF-4A80-E34E-917B-566520796229}"/>
                </a:ext>
              </a:extLst>
            </p:cNvPr>
            <p:cNvSpPr/>
            <p:nvPr/>
          </p:nvSpPr>
          <p:spPr>
            <a:xfrm rot="10800000">
              <a:off x="355177" y="6070936"/>
              <a:ext cx="636466" cy="477714"/>
            </a:xfrm>
            <a:prstGeom prst="trapezoid">
              <a:avLst>
                <a:gd name="adj" fmla="val 19469"/>
              </a:avLst>
            </a:prstGeom>
            <a:gradFill>
              <a:gsLst>
                <a:gs pos="100000">
                  <a:schemeClr val="accent1">
                    <a:alpha val="0"/>
                  </a:schemeClr>
                </a:gs>
                <a:gs pos="44100">
                  <a:schemeClr val="accent1">
                    <a:alpha val="10000"/>
                  </a:schemeClr>
                </a:gs>
                <a:gs pos="0">
                  <a:schemeClr val="accent1">
                    <a:alpha val="0"/>
                  </a:schemeClr>
                </a:gs>
              </a:gsLst>
              <a:lin ang="5400000" scaled="1"/>
            </a:gradFill>
            <a:ln w="12700" cap="flat" cmpd="sng" algn="ctr">
              <a:noFill/>
              <a:prstDash val="solid"/>
              <a:miter lim="800000"/>
            </a:ln>
            <a:effectLst/>
          </p:spPr>
          <p:txBody>
            <a:bodyPr rtlCol="0" anchor="ctr"/>
            <a:lstStyle/>
            <a:p>
              <a:pPr algn="ctr" defTabSz="1919966">
                <a:defRPr/>
              </a:pPr>
              <a:endParaRPr lang="zh-CN" altLang="en-US" sz="1400" kern="0" dirty="0">
                <a:solidFill>
                  <a:prstClr val="white"/>
                </a:solidFill>
                <a:latin typeface="+mn-ea"/>
              </a:endParaRPr>
            </a:p>
          </p:txBody>
        </p:sp>
        <p:grpSp>
          <p:nvGrpSpPr>
            <p:cNvPr id="384" name="组合 383">
              <a:extLst>
                <a:ext uri="{FF2B5EF4-FFF2-40B4-BE49-F238E27FC236}">
                  <a16:creationId xmlns:a16="http://schemas.microsoft.com/office/drawing/2014/main" id="{EC9AFE8D-7075-2B3C-AADA-EF92467588D6}"/>
                </a:ext>
              </a:extLst>
            </p:cNvPr>
            <p:cNvGrpSpPr/>
            <p:nvPr/>
          </p:nvGrpSpPr>
          <p:grpSpPr>
            <a:xfrm>
              <a:off x="1084635" y="6498906"/>
              <a:ext cx="57369" cy="37541"/>
              <a:chOff x="8353512" y="3886200"/>
              <a:chExt cx="307127" cy="266701"/>
            </a:xfrm>
          </p:grpSpPr>
          <p:cxnSp>
            <p:nvCxnSpPr>
              <p:cNvPr id="390" name="直接连接符 389">
                <a:extLst>
                  <a:ext uri="{FF2B5EF4-FFF2-40B4-BE49-F238E27FC236}">
                    <a16:creationId xmlns:a16="http://schemas.microsoft.com/office/drawing/2014/main" id="{7DC770B9-132A-D26E-3A9F-0DA40F66E342}"/>
                  </a:ext>
                </a:extLst>
              </p:cNvPr>
              <p:cNvCxnSpPr>
                <a:cxnSpLocks/>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391" name="直接连接符 390">
                <a:extLst>
                  <a:ext uri="{FF2B5EF4-FFF2-40B4-BE49-F238E27FC236}">
                    <a16:creationId xmlns:a16="http://schemas.microsoft.com/office/drawing/2014/main" id="{55F82695-B693-0DA3-C151-7F5C14F168F4}"/>
                  </a:ext>
                </a:extLst>
              </p:cNvPr>
              <p:cNvCxnSpPr>
                <a:cxnSpLocks/>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grpSp>
          <p:nvGrpSpPr>
            <p:cNvPr id="385" name="组合 384">
              <a:extLst>
                <a:ext uri="{FF2B5EF4-FFF2-40B4-BE49-F238E27FC236}">
                  <a16:creationId xmlns:a16="http://schemas.microsoft.com/office/drawing/2014/main" id="{D24F12EE-DCFD-07AF-7559-91F7644068C3}"/>
                </a:ext>
              </a:extLst>
            </p:cNvPr>
            <p:cNvGrpSpPr/>
            <p:nvPr/>
          </p:nvGrpSpPr>
          <p:grpSpPr>
            <a:xfrm flipH="1">
              <a:off x="203248" y="6498906"/>
              <a:ext cx="57369" cy="37541"/>
              <a:chOff x="8353512" y="3886200"/>
              <a:chExt cx="307127" cy="266701"/>
            </a:xfrm>
          </p:grpSpPr>
          <p:cxnSp>
            <p:nvCxnSpPr>
              <p:cNvPr id="388" name="直接连接符 387">
                <a:extLst>
                  <a:ext uri="{FF2B5EF4-FFF2-40B4-BE49-F238E27FC236}">
                    <a16:creationId xmlns:a16="http://schemas.microsoft.com/office/drawing/2014/main" id="{A17196FE-72C6-E662-DD71-C4A81569EE85}"/>
                  </a:ext>
                </a:extLst>
              </p:cNvPr>
              <p:cNvCxnSpPr>
                <a:cxnSpLocks/>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389" name="直接连接符 388">
                <a:extLst>
                  <a:ext uri="{FF2B5EF4-FFF2-40B4-BE49-F238E27FC236}">
                    <a16:creationId xmlns:a16="http://schemas.microsoft.com/office/drawing/2014/main" id="{80FA5AFA-05A1-0FA3-9406-E7E4A01DF37E}"/>
                  </a:ext>
                </a:extLst>
              </p:cNvPr>
              <p:cNvCxnSpPr>
                <a:cxnSpLocks/>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cxnSp>
          <p:nvCxnSpPr>
            <p:cNvPr id="386" name="直接连接符 385">
              <a:extLst>
                <a:ext uri="{FF2B5EF4-FFF2-40B4-BE49-F238E27FC236}">
                  <a16:creationId xmlns:a16="http://schemas.microsoft.com/office/drawing/2014/main" id="{A8492309-836D-FD72-944A-E7900054A788}"/>
                </a:ext>
              </a:extLst>
            </p:cNvPr>
            <p:cNvCxnSpPr>
              <a:cxnSpLocks/>
            </p:cNvCxnSpPr>
            <p:nvPr/>
          </p:nvCxnSpPr>
          <p:spPr>
            <a:xfrm flipV="1">
              <a:off x="672982" y="6655398"/>
              <a:ext cx="57369" cy="19307"/>
            </a:xfrm>
            <a:prstGeom prst="line">
              <a:avLst/>
            </a:prstGeom>
            <a:noFill/>
            <a:ln w="19050" cap="flat" cmpd="sng" algn="ctr">
              <a:solidFill>
                <a:schemeClr val="accent1"/>
              </a:solidFill>
              <a:prstDash val="solid"/>
              <a:miter lim="800000"/>
            </a:ln>
            <a:effectLst/>
          </p:spPr>
        </p:cxnSp>
        <p:cxnSp>
          <p:nvCxnSpPr>
            <p:cNvPr id="387" name="直接连接符 386">
              <a:extLst>
                <a:ext uri="{FF2B5EF4-FFF2-40B4-BE49-F238E27FC236}">
                  <a16:creationId xmlns:a16="http://schemas.microsoft.com/office/drawing/2014/main" id="{E4290609-E6C9-D4E0-E0CE-4ECE6203D4C4}"/>
                </a:ext>
              </a:extLst>
            </p:cNvPr>
            <p:cNvCxnSpPr>
              <a:cxnSpLocks/>
            </p:cNvCxnSpPr>
            <p:nvPr/>
          </p:nvCxnSpPr>
          <p:spPr>
            <a:xfrm>
              <a:off x="617036" y="6655666"/>
              <a:ext cx="57369" cy="19307"/>
            </a:xfrm>
            <a:prstGeom prst="line">
              <a:avLst/>
            </a:prstGeom>
            <a:noFill/>
            <a:ln w="19050" cap="flat" cmpd="sng" algn="ctr">
              <a:solidFill>
                <a:schemeClr val="accent1"/>
              </a:solidFill>
              <a:prstDash val="solid"/>
              <a:miter lim="800000"/>
            </a:ln>
            <a:effectLst/>
          </p:spPr>
        </p:cxnSp>
      </p:grpSp>
      <p:grpSp>
        <p:nvGrpSpPr>
          <p:cNvPr id="393" name="组合 392">
            <a:extLst>
              <a:ext uri="{FF2B5EF4-FFF2-40B4-BE49-F238E27FC236}">
                <a16:creationId xmlns:a16="http://schemas.microsoft.com/office/drawing/2014/main" id="{B0F03EAA-E59A-4181-CFCD-328E030E29F1}"/>
              </a:ext>
            </a:extLst>
          </p:cNvPr>
          <p:cNvGrpSpPr/>
          <p:nvPr/>
        </p:nvGrpSpPr>
        <p:grpSpPr>
          <a:xfrm>
            <a:off x="2316129" y="5283333"/>
            <a:ext cx="938756" cy="604037"/>
            <a:chOff x="203248" y="6070936"/>
            <a:chExt cx="938756" cy="604037"/>
          </a:xfrm>
        </p:grpSpPr>
        <p:sp>
          <p:nvSpPr>
            <p:cNvPr id="394" name="菱形 393">
              <a:extLst>
                <a:ext uri="{FF2B5EF4-FFF2-40B4-BE49-F238E27FC236}">
                  <a16:creationId xmlns:a16="http://schemas.microsoft.com/office/drawing/2014/main" id="{48F45009-62C4-50C5-51E9-85979F116B4B}"/>
                </a:ext>
              </a:extLst>
            </p:cNvPr>
            <p:cNvSpPr/>
            <p:nvPr/>
          </p:nvSpPr>
          <p:spPr>
            <a:xfrm>
              <a:off x="205194" y="6360648"/>
              <a:ext cx="934865" cy="314057"/>
            </a:xfrm>
            <a:prstGeom prst="diamond">
              <a:avLst/>
            </a:prstGeom>
            <a:noFill/>
            <a:ln w="12700" cap="flat" cmpd="sng" algn="ctr">
              <a:gradFill>
                <a:gsLst>
                  <a:gs pos="10000">
                    <a:schemeClr val="accent1">
                      <a:alpha val="0"/>
                    </a:schemeClr>
                  </a:gs>
                  <a:gs pos="100000">
                    <a:schemeClr val="accent1"/>
                  </a:gs>
                </a:gsLst>
                <a:lin ang="5400000" scaled="1"/>
              </a:gradFill>
              <a:prstDash val="solid"/>
              <a:miter lim="800000"/>
            </a:ln>
            <a:effectLst/>
          </p:spPr>
          <p:txBody>
            <a:bodyPr rtlCol="0" anchor="ctr"/>
            <a:lstStyle/>
            <a:p>
              <a:pPr algn="ctr" defTabSz="1919966">
                <a:defRPr/>
              </a:pPr>
              <a:endParaRPr lang="zh-CN" altLang="en-US" sz="1400" kern="0">
                <a:solidFill>
                  <a:prstClr val="white"/>
                </a:solidFill>
                <a:latin typeface="+mn-ea"/>
              </a:endParaRPr>
            </a:p>
          </p:txBody>
        </p:sp>
        <p:sp>
          <p:nvSpPr>
            <p:cNvPr id="395" name="菱形 394">
              <a:extLst>
                <a:ext uri="{FF2B5EF4-FFF2-40B4-BE49-F238E27FC236}">
                  <a16:creationId xmlns:a16="http://schemas.microsoft.com/office/drawing/2014/main" id="{BEE8E552-C69A-7E08-5A77-9096F4797066}"/>
                </a:ext>
              </a:extLst>
            </p:cNvPr>
            <p:cNvSpPr/>
            <p:nvPr/>
          </p:nvSpPr>
          <p:spPr>
            <a:xfrm>
              <a:off x="291592" y="6389672"/>
              <a:ext cx="762069" cy="256008"/>
            </a:xfrm>
            <a:prstGeom prst="diamond">
              <a:avLst/>
            </a:prstGeom>
            <a:gradFill>
              <a:gsLst>
                <a:gs pos="0">
                  <a:schemeClr val="accent1">
                    <a:alpha val="0"/>
                  </a:schemeClr>
                </a:gs>
                <a:gs pos="100000">
                  <a:schemeClr val="accent1">
                    <a:alpha val="28000"/>
                  </a:schemeClr>
                </a:gs>
              </a:gsLst>
              <a:lin ang="5400000" scaled="1"/>
            </a:gradFill>
            <a:ln w="9525" cap="flat" cmpd="sng" algn="ctr">
              <a:gradFill>
                <a:gsLst>
                  <a:gs pos="0">
                    <a:schemeClr val="accent1">
                      <a:alpha val="0"/>
                    </a:schemeClr>
                  </a:gs>
                  <a:gs pos="100000">
                    <a:schemeClr val="accent1">
                      <a:alpha val="53000"/>
                    </a:schemeClr>
                  </a:gs>
                </a:gsLst>
                <a:lin ang="5400000" scaled="1"/>
              </a:gradFill>
              <a:prstDash val="solid"/>
              <a:miter lim="800000"/>
            </a:ln>
            <a:effectLst>
              <a:innerShdw blurRad="279400">
                <a:srgbClr val="22FCFE">
                  <a:alpha val="63000"/>
                </a:srgbClr>
              </a:innerShdw>
            </a:effectLst>
          </p:spPr>
          <p:txBody>
            <a:bodyPr rtlCol="0" anchor="ctr"/>
            <a:lstStyle/>
            <a:p>
              <a:pPr algn="ctr" defTabSz="1919966">
                <a:defRPr/>
              </a:pPr>
              <a:endParaRPr lang="zh-CN" altLang="en-US" sz="1400" kern="0">
                <a:solidFill>
                  <a:prstClr val="white"/>
                </a:solidFill>
                <a:latin typeface="+mn-ea"/>
              </a:endParaRPr>
            </a:p>
          </p:txBody>
        </p:sp>
        <p:sp>
          <p:nvSpPr>
            <p:cNvPr id="396" name="菱形 395">
              <a:extLst>
                <a:ext uri="{FF2B5EF4-FFF2-40B4-BE49-F238E27FC236}">
                  <a16:creationId xmlns:a16="http://schemas.microsoft.com/office/drawing/2014/main" id="{7A154616-D201-EFB8-0951-D58B2EADD89D}"/>
                </a:ext>
              </a:extLst>
            </p:cNvPr>
            <p:cNvSpPr/>
            <p:nvPr/>
          </p:nvSpPr>
          <p:spPr>
            <a:xfrm>
              <a:off x="437031" y="6438531"/>
              <a:ext cx="471191" cy="158291"/>
            </a:xfrm>
            <a:prstGeom prst="diamond">
              <a:avLst/>
            </a:prstGeom>
            <a:gradFill>
              <a:gsLst>
                <a:gs pos="100000">
                  <a:schemeClr val="accent1">
                    <a:alpha val="50000"/>
                  </a:schemeClr>
                </a:gs>
                <a:gs pos="0">
                  <a:schemeClr val="accent1">
                    <a:alpha val="0"/>
                  </a:schemeClr>
                </a:gs>
              </a:gsLst>
              <a:lin ang="5400000" scaled="1"/>
            </a:gradFill>
            <a:ln w="6350" cap="flat" cmpd="sng" algn="ctr">
              <a:gradFill>
                <a:gsLst>
                  <a:gs pos="0">
                    <a:schemeClr val="accent1">
                      <a:alpha val="0"/>
                    </a:schemeClr>
                  </a:gs>
                  <a:gs pos="100000">
                    <a:schemeClr val="accent1"/>
                  </a:gs>
                </a:gsLst>
                <a:lin ang="5400000" scaled="1"/>
              </a:gradFill>
              <a:prstDash val="solid"/>
              <a:miter lim="800000"/>
            </a:ln>
            <a:effectLst/>
          </p:spPr>
          <p:txBody>
            <a:bodyPr rtlCol="0" anchor="ctr"/>
            <a:lstStyle/>
            <a:p>
              <a:pPr algn="ctr" defTabSz="1919966">
                <a:defRPr/>
              </a:pPr>
              <a:endParaRPr lang="zh-CN" altLang="en-US" sz="1400" kern="0" dirty="0">
                <a:solidFill>
                  <a:prstClr val="white"/>
                </a:solidFill>
                <a:latin typeface="+mn-ea"/>
              </a:endParaRPr>
            </a:p>
          </p:txBody>
        </p:sp>
        <p:sp>
          <p:nvSpPr>
            <p:cNvPr id="397" name="梯形 396">
              <a:extLst>
                <a:ext uri="{FF2B5EF4-FFF2-40B4-BE49-F238E27FC236}">
                  <a16:creationId xmlns:a16="http://schemas.microsoft.com/office/drawing/2014/main" id="{D95E538D-6641-1704-7DDB-F1423AAD58C1}"/>
                </a:ext>
              </a:extLst>
            </p:cNvPr>
            <p:cNvSpPr/>
            <p:nvPr/>
          </p:nvSpPr>
          <p:spPr>
            <a:xfrm rot="10800000">
              <a:off x="355177" y="6070936"/>
              <a:ext cx="636466" cy="477714"/>
            </a:xfrm>
            <a:prstGeom prst="trapezoid">
              <a:avLst>
                <a:gd name="adj" fmla="val 19469"/>
              </a:avLst>
            </a:prstGeom>
            <a:gradFill>
              <a:gsLst>
                <a:gs pos="100000">
                  <a:schemeClr val="accent1">
                    <a:alpha val="0"/>
                  </a:schemeClr>
                </a:gs>
                <a:gs pos="44100">
                  <a:schemeClr val="accent1">
                    <a:alpha val="10000"/>
                  </a:schemeClr>
                </a:gs>
                <a:gs pos="0">
                  <a:schemeClr val="accent1">
                    <a:alpha val="0"/>
                  </a:schemeClr>
                </a:gs>
              </a:gsLst>
              <a:lin ang="5400000" scaled="1"/>
            </a:gradFill>
            <a:ln w="12700" cap="flat" cmpd="sng" algn="ctr">
              <a:noFill/>
              <a:prstDash val="solid"/>
              <a:miter lim="800000"/>
            </a:ln>
            <a:effectLst/>
          </p:spPr>
          <p:txBody>
            <a:bodyPr rtlCol="0" anchor="ctr"/>
            <a:lstStyle/>
            <a:p>
              <a:pPr algn="ctr" defTabSz="1919966">
                <a:defRPr/>
              </a:pPr>
              <a:endParaRPr lang="zh-CN" altLang="en-US" sz="1400" kern="0" dirty="0">
                <a:solidFill>
                  <a:prstClr val="white"/>
                </a:solidFill>
                <a:latin typeface="+mn-ea"/>
              </a:endParaRPr>
            </a:p>
          </p:txBody>
        </p:sp>
        <p:grpSp>
          <p:nvGrpSpPr>
            <p:cNvPr id="398" name="组合 397">
              <a:extLst>
                <a:ext uri="{FF2B5EF4-FFF2-40B4-BE49-F238E27FC236}">
                  <a16:creationId xmlns:a16="http://schemas.microsoft.com/office/drawing/2014/main" id="{9F9070DC-E2ED-4509-DA3B-EB3A4626AA21}"/>
                </a:ext>
              </a:extLst>
            </p:cNvPr>
            <p:cNvGrpSpPr/>
            <p:nvPr/>
          </p:nvGrpSpPr>
          <p:grpSpPr>
            <a:xfrm>
              <a:off x="1084635" y="6498906"/>
              <a:ext cx="57369" cy="37541"/>
              <a:chOff x="8353512" y="3886200"/>
              <a:chExt cx="307127" cy="266701"/>
            </a:xfrm>
          </p:grpSpPr>
          <p:cxnSp>
            <p:nvCxnSpPr>
              <p:cNvPr id="404" name="直接连接符 403">
                <a:extLst>
                  <a:ext uri="{FF2B5EF4-FFF2-40B4-BE49-F238E27FC236}">
                    <a16:creationId xmlns:a16="http://schemas.microsoft.com/office/drawing/2014/main" id="{E9B81157-9DF5-5738-555F-36C086E87A32}"/>
                  </a:ext>
                </a:extLst>
              </p:cNvPr>
              <p:cNvCxnSpPr>
                <a:cxnSpLocks/>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405" name="直接连接符 404">
                <a:extLst>
                  <a:ext uri="{FF2B5EF4-FFF2-40B4-BE49-F238E27FC236}">
                    <a16:creationId xmlns:a16="http://schemas.microsoft.com/office/drawing/2014/main" id="{737F17D4-3DA5-4FFE-B9C4-DCD8D79F1B63}"/>
                  </a:ext>
                </a:extLst>
              </p:cNvPr>
              <p:cNvCxnSpPr>
                <a:cxnSpLocks/>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grpSp>
          <p:nvGrpSpPr>
            <p:cNvPr id="399" name="组合 398">
              <a:extLst>
                <a:ext uri="{FF2B5EF4-FFF2-40B4-BE49-F238E27FC236}">
                  <a16:creationId xmlns:a16="http://schemas.microsoft.com/office/drawing/2014/main" id="{A5461075-E009-295E-C9ED-7041DE57DAC9}"/>
                </a:ext>
              </a:extLst>
            </p:cNvPr>
            <p:cNvGrpSpPr/>
            <p:nvPr/>
          </p:nvGrpSpPr>
          <p:grpSpPr>
            <a:xfrm flipH="1">
              <a:off x="203248" y="6498906"/>
              <a:ext cx="57369" cy="37541"/>
              <a:chOff x="8353512" y="3886200"/>
              <a:chExt cx="307127" cy="266701"/>
            </a:xfrm>
          </p:grpSpPr>
          <p:cxnSp>
            <p:nvCxnSpPr>
              <p:cNvPr id="402" name="直接连接符 401">
                <a:extLst>
                  <a:ext uri="{FF2B5EF4-FFF2-40B4-BE49-F238E27FC236}">
                    <a16:creationId xmlns:a16="http://schemas.microsoft.com/office/drawing/2014/main" id="{9E4364D2-24C7-B602-1566-1F2062709FC4}"/>
                  </a:ext>
                </a:extLst>
              </p:cNvPr>
              <p:cNvCxnSpPr>
                <a:cxnSpLocks/>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403" name="直接连接符 402">
                <a:extLst>
                  <a:ext uri="{FF2B5EF4-FFF2-40B4-BE49-F238E27FC236}">
                    <a16:creationId xmlns:a16="http://schemas.microsoft.com/office/drawing/2014/main" id="{F1A3EC91-CEFD-4ACB-7BB2-18880167F257}"/>
                  </a:ext>
                </a:extLst>
              </p:cNvPr>
              <p:cNvCxnSpPr>
                <a:cxnSpLocks/>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cxnSp>
          <p:nvCxnSpPr>
            <p:cNvPr id="400" name="直接连接符 399">
              <a:extLst>
                <a:ext uri="{FF2B5EF4-FFF2-40B4-BE49-F238E27FC236}">
                  <a16:creationId xmlns:a16="http://schemas.microsoft.com/office/drawing/2014/main" id="{E2DFF019-0A62-F532-D9A9-25209473A0F7}"/>
                </a:ext>
              </a:extLst>
            </p:cNvPr>
            <p:cNvCxnSpPr>
              <a:cxnSpLocks/>
            </p:cNvCxnSpPr>
            <p:nvPr/>
          </p:nvCxnSpPr>
          <p:spPr>
            <a:xfrm flipV="1">
              <a:off x="672982" y="6655398"/>
              <a:ext cx="57369" cy="19307"/>
            </a:xfrm>
            <a:prstGeom prst="line">
              <a:avLst/>
            </a:prstGeom>
            <a:noFill/>
            <a:ln w="19050" cap="flat" cmpd="sng" algn="ctr">
              <a:solidFill>
                <a:schemeClr val="accent1"/>
              </a:solidFill>
              <a:prstDash val="solid"/>
              <a:miter lim="800000"/>
            </a:ln>
            <a:effectLst/>
          </p:spPr>
        </p:cxnSp>
        <p:cxnSp>
          <p:nvCxnSpPr>
            <p:cNvPr id="401" name="直接连接符 400">
              <a:extLst>
                <a:ext uri="{FF2B5EF4-FFF2-40B4-BE49-F238E27FC236}">
                  <a16:creationId xmlns:a16="http://schemas.microsoft.com/office/drawing/2014/main" id="{7825201C-203A-C3C6-F7AB-7DE8090447B0}"/>
                </a:ext>
              </a:extLst>
            </p:cNvPr>
            <p:cNvCxnSpPr>
              <a:cxnSpLocks/>
            </p:cNvCxnSpPr>
            <p:nvPr/>
          </p:nvCxnSpPr>
          <p:spPr>
            <a:xfrm>
              <a:off x="617036" y="6655666"/>
              <a:ext cx="57369" cy="19307"/>
            </a:xfrm>
            <a:prstGeom prst="line">
              <a:avLst/>
            </a:prstGeom>
            <a:noFill/>
            <a:ln w="19050" cap="flat" cmpd="sng" algn="ctr">
              <a:solidFill>
                <a:schemeClr val="accent1"/>
              </a:solidFill>
              <a:prstDash val="solid"/>
              <a:miter lim="800000"/>
            </a:ln>
            <a:effectLst/>
          </p:spPr>
        </p:cxnSp>
      </p:grpSp>
      <p:grpSp>
        <p:nvGrpSpPr>
          <p:cNvPr id="406" name="组合 405">
            <a:extLst>
              <a:ext uri="{FF2B5EF4-FFF2-40B4-BE49-F238E27FC236}">
                <a16:creationId xmlns:a16="http://schemas.microsoft.com/office/drawing/2014/main" id="{4A3ABAB6-9E4D-2C62-2E22-4D656A3F22B7}"/>
              </a:ext>
            </a:extLst>
          </p:cNvPr>
          <p:cNvGrpSpPr/>
          <p:nvPr/>
        </p:nvGrpSpPr>
        <p:grpSpPr>
          <a:xfrm>
            <a:off x="3644750" y="5283333"/>
            <a:ext cx="938756" cy="604037"/>
            <a:chOff x="203248" y="6070936"/>
            <a:chExt cx="938756" cy="604037"/>
          </a:xfrm>
        </p:grpSpPr>
        <p:sp>
          <p:nvSpPr>
            <p:cNvPr id="407" name="菱形 406">
              <a:extLst>
                <a:ext uri="{FF2B5EF4-FFF2-40B4-BE49-F238E27FC236}">
                  <a16:creationId xmlns:a16="http://schemas.microsoft.com/office/drawing/2014/main" id="{E124E600-9487-74E1-DDDD-ED0109620EC2}"/>
                </a:ext>
              </a:extLst>
            </p:cNvPr>
            <p:cNvSpPr/>
            <p:nvPr/>
          </p:nvSpPr>
          <p:spPr>
            <a:xfrm>
              <a:off x="205194" y="6360648"/>
              <a:ext cx="934865" cy="314057"/>
            </a:xfrm>
            <a:prstGeom prst="diamond">
              <a:avLst/>
            </a:prstGeom>
            <a:noFill/>
            <a:ln w="12700" cap="flat" cmpd="sng" algn="ctr">
              <a:gradFill>
                <a:gsLst>
                  <a:gs pos="10000">
                    <a:schemeClr val="accent1">
                      <a:alpha val="0"/>
                    </a:schemeClr>
                  </a:gs>
                  <a:gs pos="100000">
                    <a:schemeClr val="accent1"/>
                  </a:gs>
                </a:gsLst>
                <a:lin ang="5400000" scaled="1"/>
              </a:gradFill>
              <a:prstDash val="solid"/>
              <a:miter lim="800000"/>
            </a:ln>
            <a:effectLst/>
          </p:spPr>
          <p:txBody>
            <a:bodyPr rtlCol="0" anchor="ctr"/>
            <a:lstStyle/>
            <a:p>
              <a:pPr algn="ctr" defTabSz="1919966">
                <a:defRPr/>
              </a:pPr>
              <a:endParaRPr lang="zh-CN" altLang="en-US" sz="1400" kern="0">
                <a:solidFill>
                  <a:prstClr val="white"/>
                </a:solidFill>
                <a:latin typeface="+mn-ea"/>
              </a:endParaRPr>
            </a:p>
          </p:txBody>
        </p:sp>
        <p:sp>
          <p:nvSpPr>
            <p:cNvPr id="408" name="菱形 407">
              <a:extLst>
                <a:ext uri="{FF2B5EF4-FFF2-40B4-BE49-F238E27FC236}">
                  <a16:creationId xmlns:a16="http://schemas.microsoft.com/office/drawing/2014/main" id="{AA1FE174-2418-2D7F-5242-58AFFF349562}"/>
                </a:ext>
              </a:extLst>
            </p:cNvPr>
            <p:cNvSpPr/>
            <p:nvPr/>
          </p:nvSpPr>
          <p:spPr>
            <a:xfrm>
              <a:off x="291592" y="6389672"/>
              <a:ext cx="762069" cy="256008"/>
            </a:xfrm>
            <a:prstGeom prst="diamond">
              <a:avLst/>
            </a:prstGeom>
            <a:gradFill>
              <a:gsLst>
                <a:gs pos="0">
                  <a:schemeClr val="accent1">
                    <a:alpha val="0"/>
                  </a:schemeClr>
                </a:gs>
                <a:gs pos="100000">
                  <a:schemeClr val="accent1">
                    <a:alpha val="28000"/>
                  </a:schemeClr>
                </a:gs>
              </a:gsLst>
              <a:lin ang="5400000" scaled="1"/>
            </a:gradFill>
            <a:ln w="9525" cap="flat" cmpd="sng" algn="ctr">
              <a:gradFill>
                <a:gsLst>
                  <a:gs pos="0">
                    <a:schemeClr val="accent1">
                      <a:alpha val="0"/>
                    </a:schemeClr>
                  </a:gs>
                  <a:gs pos="100000">
                    <a:schemeClr val="accent1">
                      <a:alpha val="53000"/>
                    </a:schemeClr>
                  </a:gs>
                </a:gsLst>
                <a:lin ang="5400000" scaled="1"/>
              </a:gradFill>
              <a:prstDash val="solid"/>
              <a:miter lim="800000"/>
            </a:ln>
            <a:effectLst>
              <a:innerShdw blurRad="279400">
                <a:srgbClr val="22FCFE">
                  <a:alpha val="63000"/>
                </a:srgbClr>
              </a:innerShdw>
            </a:effectLst>
          </p:spPr>
          <p:txBody>
            <a:bodyPr rtlCol="0" anchor="ctr"/>
            <a:lstStyle/>
            <a:p>
              <a:pPr algn="ctr" defTabSz="1919966">
                <a:defRPr/>
              </a:pPr>
              <a:endParaRPr lang="zh-CN" altLang="en-US" sz="1400" kern="0">
                <a:solidFill>
                  <a:prstClr val="white"/>
                </a:solidFill>
                <a:latin typeface="+mn-ea"/>
              </a:endParaRPr>
            </a:p>
          </p:txBody>
        </p:sp>
        <p:sp>
          <p:nvSpPr>
            <p:cNvPr id="409" name="菱形 408">
              <a:extLst>
                <a:ext uri="{FF2B5EF4-FFF2-40B4-BE49-F238E27FC236}">
                  <a16:creationId xmlns:a16="http://schemas.microsoft.com/office/drawing/2014/main" id="{F43CA8DE-47BF-D12E-7D17-F87FEE8B3550}"/>
                </a:ext>
              </a:extLst>
            </p:cNvPr>
            <p:cNvSpPr/>
            <p:nvPr/>
          </p:nvSpPr>
          <p:spPr>
            <a:xfrm>
              <a:off x="437031" y="6438531"/>
              <a:ext cx="471191" cy="158291"/>
            </a:xfrm>
            <a:prstGeom prst="diamond">
              <a:avLst/>
            </a:prstGeom>
            <a:gradFill>
              <a:gsLst>
                <a:gs pos="100000">
                  <a:schemeClr val="accent1">
                    <a:alpha val="50000"/>
                  </a:schemeClr>
                </a:gs>
                <a:gs pos="0">
                  <a:schemeClr val="accent1">
                    <a:alpha val="0"/>
                  </a:schemeClr>
                </a:gs>
              </a:gsLst>
              <a:lin ang="5400000" scaled="1"/>
            </a:gradFill>
            <a:ln w="6350" cap="flat" cmpd="sng" algn="ctr">
              <a:gradFill>
                <a:gsLst>
                  <a:gs pos="0">
                    <a:schemeClr val="accent1">
                      <a:alpha val="0"/>
                    </a:schemeClr>
                  </a:gs>
                  <a:gs pos="100000">
                    <a:schemeClr val="accent1"/>
                  </a:gs>
                </a:gsLst>
                <a:lin ang="5400000" scaled="1"/>
              </a:gradFill>
              <a:prstDash val="solid"/>
              <a:miter lim="800000"/>
            </a:ln>
            <a:effectLst/>
          </p:spPr>
          <p:txBody>
            <a:bodyPr rtlCol="0" anchor="ctr"/>
            <a:lstStyle/>
            <a:p>
              <a:pPr algn="ctr" defTabSz="1919966">
                <a:defRPr/>
              </a:pPr>
              <a:endParaRPr lang="zh-CN" altLang="en-US" sz="1400" kern="0" dirty="0">
                <a:solidFill>
                  <a:prstClr val="white"/>
                </a:solidFill>
                <a:latin typeface="+mn-ea"/>
              </a:endParaRPr>
            </a:p>
          </p:txBody>
        </p:sp>
        <p:sp>
          <p:nvSpPr>
            <p:cNvPr id="410" name="梯形 409">
              <a:extLst>
                <a:ext uri="{FF2B5EF4-FFF2-40B4-BE49-F238E27FC236}">
                  <a16:creationId xmlns:a16="http://schemas.microsoft.com/office/drawing/2014/main" id="{E3D5E19A-0B39-D861-E1F3-DA2021575CD0}"/>
                </a:ext>
              </a:extLst>
            </p:cNvPr>
            <p:cNvSpPr/>
            <p:nvPr/>
          </p:nvSpPr>
          <p:spPr>
            <a:xfrm rot="10800000">
              <a:off x="355177" y="6070936"/>
              <a:ext cx="636466" cy="477714"/>
            </a:xfrm>
            <a:prstGeom prst="trapezoid">
              <a:avLst>
                <a:gd name="adj" fmla="val 19469"/>
              </a:avLst>
            </a:prstGeom>
            <a:gradFill>
              <a:gsLst>
                <a:gs pos="100000">
                  <a:schemeClr val="accent1">
                    <a:alpha val="0"/>
                  </a:schemeClr>
                </a:gs>
                <a:gs pos="44100">
                  <a:schemeClr val="accent1">
                    <a:alpha val="10000"/>
                  </a:schemeClr>
                </a:gs>
                <a:gs pos="0">
                  <a:schemeClr val="accent1">
                    <a:alpha val="0"/>
                  </a:schemeClr>
                </a:gs>
              </a:gsLst>
              <a:lin ang="5400000" scaled="1"/>
            </a:gradFill>
            <a:ln w="12700" cap="flat" cmpd="sng" algn="ctr">
              <a:noFill/>
              <a:prstDash val="solid"/>
              <a:miter lim="800000"/>
            </a:ln>
            <a:effectLst/>
          </p:spPr>
          <p:txBody>
            <a:bodyPr rtlCol="0" anchor="ctr"/>
            <a:lstStyle/>
            <a:p>
              <a:pPr algn="ctr" defTabSz="1919966">
                <a:defRPr/>
              </a:pPr>
              <a:endParaRPr lang="zh-CN" altLang="en-US" sz="1400" kern="0" dirty="0">
                <a:solidFill>
                  <a:prstClr val="white"/>
                </a:solidFill>
                <a:latin typeface="+mn-ea"/>
              </a:endParaRPr>
            </a:p>
          </p:txBody>
        </p:sp>
        <p:grpSp>
          <p:nvGrpSpPr>
            <p:cNvPr id="411" name="组合 410">
              <a:extLst>
                <a:ext uri="{FF2B5EF4-FFF2-40B4-BE49-F238E27FC236}">
                  <a16:creationId xmlns:a16="http://schemas.microsoft.com/office/drawing/2014/main" id="{B1A866AA-438E-5C4E-DC66-9F1B8AAD03F9}"/>
                </a:ext>
              </a:extLst>
            </p:cNvPr>
            <p:cNvGrpSpPr/>
            <p:nvPr/>
          </p:nvGrpSpPr>
          <p:grpSpPr>
            <a:xfrm>
              <a:off x="1084635" y="6498906"/>
              <a:ext cx="57369" cy="37541"/>
              <a:chOff x="8353512" y="3886200"/>
              <a:chExt cx="307127" cy="266701"/>
            </a:xfrm>
          </p:grpSpPr>
          <p:cxnSp>
            <p:nvCxnSpPr>
              <p:cNvPr id="417" name="直接连接符 416">
                <a:extLst>
                  <a:ext uri="{FF2B5EF4-FFF2-40B4-BE49-F238E27FC236}">
                    <a16:creationId xmlns:a16="http://schemas.microsoft.com/office/drawing/2014/main" id="{634D2797-CA53-1438-41CF-08C273A56999}"/>
                  </a:ext>
                </a:extLst>
              </p:cNvPr>
              <p:cNvCxnSpPr>
                <a:cxnSpLocks/>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418" name="直接连接符 417">
                <a:extLst>
                  <a:ext uri="{FF2B5EF4-FFF2-40B4-BE49-F238E27FC236}">
                    <a16:creationId xmlns:a16="http://schemas.microsoft.com/office/drawing/2014/main" id="{349542F4-0BA8-F863-7554-30192CC0D97F}"/>
                  </a:ext>
                </a:extLst>
              </p:cNvPr>
              <p:cNvCxnSpPr>
                <a:cxnSpLocks/>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grpSp>
          <p:nvGrpSpPr>
            <p:cNvPr id="412" name="组合 411">
              <a:extLst>
                <a:ext uri="{FF2B5EF4-FFF2-40B4-BE49-F238E27FC236}">
                  <a16:creationId xmlns:a16="http://schemas.microsoft.com/office/drawing/2014/main" id="{19BB093A-885E-30B3-F416-7DFBB560DBAD}"/>
                </a:ext>
              </a:extLst>
            </p:cNvPr>
            <p:cNvGrpSpPr/>
            <p:nvPr/>
          </p:nvGrpSpPr>
          <p:grpSpPr>
            <a:xfrm flipH="1">
              <a:off x="203248" y="6498906"/>
              <a:ext cx="57369" cy="37541"/>
              <a:chOff x="8353512" y="3886200"/>
              <a:chExt cx="307127" cy="266701"/>
            </a:xfrm>
          </p:grpSpPr>
          <p:cxnSp>
            <p:nvCxnSpPr>
              <p:cNvPr id="415" name="直接连接符 414">
                <a:extLst>
                  <a:ext uri="{FF2B5EF4-FFF2-40B4-BE49-F238E27FC236}">
                    <a16:creationId xmlns:a16="http://schemas.microsoft.com/office/drawing/2014/main" id="{9EFBEFBB-E865-CF9E-ECEB-797EC486817F}"/>
                  </a:ext>
                </a:extLst>
              </p:cNvPr>
              <p:cNvCxnSpPr>
                <a:cxnSpLocks/>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416" name="直接连接符 415">
                <a:extLst>
                  <a:ext uri="{FF2B5EF4-FFF2-40B4-BE49-F238E27FC236}">
                    <a16:creationId xmlns:a16="http://schemas.microsoft.com/office/drawing/2014/main" id="{4D81344C-476B-A86E-6625-87CFF99C9A7F}"/>
                  </a:ext>
                </a:extLst>
              </p:cNvPr>
              <p:cNvCxnSpPr>
                <a:cxnSpLocks/>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cxnSp>
          <p:nvCxnSpPr>
            <p:cNvPr id="413" name="直接连接符 412">
              <a:extLst>
                <a:ext uri="{FF2B5EF4-FFF2-40B4-BE49-F238E27FC236}">
                  <a16:creationId xmlns:a16="http://schemas.microsoft.com/office/drawing/2014/main" id="{C5AA5D9B-45B8-2431-C6C1-D8EF3519C542}"/>
                </a:ext>
              </a:extLst>
            </p:cNvPr>
            <p:cNvCxnSpPr>
              <a:cxnSpLocks/>
            </p:cNvCxnSpPr>
            <p:nvPr/>
          </p:nvCxnSpPr>
          <p:spPr>
            <a:xfrm flipV="1">
              <a:off x="672982" y="6655398"/>
              <a:ext cx="57369" cy="19307"/>
            </a:xfrm>
            <a:prstGeom prst="line">
              <a:avLst/>
            </a:prstGeom>
            <a:noFill/>
            <a:ln w="19050" cap="flat" cmpd="sng" algn="ctr">
              <a:solidFill>
                <a:schemeClr val="accent1"/>
              </a:solidFill>
              <a:prstDash val="solid"/>
              <a:miter lim="800000"/>
            </a:ln>
            <a:effectLst/>
          </p:spPr>
        </p:cxnSp>
        <p:cxnSp>
          <p:nvCxnSpPr>
            <p:cNvPr id="414" name="直接连接符 413">
              <a:extLst>
                <a:ext uri="{FF2B5EF4-FFF2-40B4-BE49-F238E27FC236}">
                  <a16:creationId xmlns:a16="http://schemas.microsoft.com/office/drawing/2014/main" id="{5D2C7C48-EF9A-0EB8-806B-876F1218D20D}"/>
                </a:ext>
              </a:extLst>
            </p:cNvPr>
            <p:cNvCxnSpPr>
              <a:cxnSpLocks/>
            </p:cNvCxnSpPr>
            <p:nvPr/>
          </p:nvCxnSpPr>
          <p:spPr>
            <a:xfrm>
              <a:off x="617036" y="6655666"/>
              <a:ext cx="57369" cy="19307"/>
            </a:xfrm>
            <a:prstGeom prst="line">
              <a:avLst/>
            </a:prstGeom>
            <a:noFill/>
            <a:ln w="19050" cap="flat" cmpd="sng" algn="ctr">
              <a:solidFill>
                <a:schemeClr val="accent1"/>
              </a:solidFill>
              <a:prstDash val="solid"/>
              <a:miter lim="800000"/>
            </a:ln>
            <a:effectLst/>
          </p:spPr>
        </p:cxnSp>
      </p:grpSp>
      <p:grpSp>
        <p:nvGrpSpPr>
          <p:cNvPr id="419" name="组合 418">
            <a:extLst>
              <a:ext uri="{FF2B5EF4-FFF2-40B4-BE49-F238E27FC236}">
                <a16:creationId xmlns:a16="http://schemas.microsoft.com/office/drawing/2014/main" id="{19A6A20B-7470-562D-D82C-CF304AFB762C}"/>
              </a:ext>
            </a:extLst>
          </p:cNvPr>
          <p:cNvGrpSpPr/>
          <p:nvPr/>
        </p:nvGrpSpPr>
        <p:grpSpPr>
          <a:xfrm>
            <a:off x="4973371" y="5283333"/>
            <a:ext cx="938756" cy="604037"/>
            <a:chOff x="203248" y="6070936"/>
            <a:chExt cx="938756" cy="604037"/>
          </a:xfrm>
        </p:grpSpPr>
        <p:sp>
          <p:nvSpPr>
            <p:cNvPr id="420" name="菱形 419">
              <a:extLst>
                <a:ext uri="{FF2B5EF4-FFF2-40B4-BE49-F238E27FC236}">
                  <a16:creationId xmlns:a16="http://schemas.microsoft.com/office/drawing/2014/main" id="{03E978B2-5C4E-E82C-9DA3-FB907C00FD22}"/>
                </a:ext>
              </a:extLst>
            </p:cNvPr>
            <p:cNvSpPr/>
            <p:nvPr/>
          </p:nvSpPr>
          <p:spPr>
            <a:xfrm>
              <a:off x="205194" y="6360648"/>
              <a:ext cx="934865" cy="314057"/>
            </a:xfrm>
            <a:prstGeom prst="diamond">
              <a:avLst/>
            </a:prstGeom>
            <a:noFill/>
            <a:ln w="12700" cap="flat" cmpd="sng" algn="ctr">
              <a:gradFill>
                <a:gsLst>
                  <a:gs pos="10000">
                    <a:schemeClr val="accent1">
                      <a:alpha val="0"/>
                    </a:schemeClr>
                  </a:gs>
                  <a:gs pos="100000">
                    <a:schemeClr val="accent1"/>
                  </a:gs>
                </a:gsLst>
                <a:lin ang="5400000" scaled="1"/>
              </a:gradFill>
              <a:prstDash val="solid"/>
              <a:miter lim="800000"/>
            </a:ln>
            <a:effectLst/>
          </p:spPr>
          <p:txBody>
            <a:bodyPr rtlCol="0" anchor="ctr"/>
            <a:lstStyle/>
            <a:p>
              <a:pPr algn="ctr" defTabSz="1919966">
                <a:defRPr/>
              </a:pPr>
              <a:endParaRPr lang="zh-CN" altLang="en-US" sz="1400" kern="0">
                <a:solidFill>
                  <a:prstClr val="white"/>
                </a:solidFill>
                <a:latin typeface="+mn-ea"/>
              </a:endParaRPr>
            </a:p>
          </p:txBody>
        </p:sp>
        <p:sp>
          <p:nvSpPr>
            <p:cNvPr id="421" name="菱形 420">
              <a:extLst>
                <a:ext uri="{FF2B5EF4-FFF2-40B4-BE49-F238E27FC236}">
                  <a16:creationId xmlns:a16="http://schemas.microsoft.com/office/drawing/2014/main" id="{2C98E5EC-B2CA-F07E-CA25-DBB1C3CE1F46}"/>
                </a:ext>
              </a:extLst>
            </p:cNvPr>
            <p:cNvSpPr/>
            <p:nvPr/>
          </p:nvSpPr>
          <p:spPr>
            <a:xfrm>
              <a:off x="291592" y="6389672"/>
              <a:ext cx="762069" cy="256008"/>
            </a:xfrm>
            <a:prstGeom prst="diamond">
              <a:avLst/>
            </a:prstGeom>
            <a:gradFill>
              <a:gsLst>
                <a:gs pos="0">
                  <a:schemeClr val="accent1">
                    <a:alpha val="0"/>
                  </a:schemeClr>
                </a:gs>
                <a:gs pos="100000">
                  <a:schemeClr val="accent1">
                    <a:alpha val="28000"/>
                  </a:schemeClr>
                </a:gs>
              </a:gsLst>
              <a:lin ang="5400000" scaled="1"/>
            </a:gradFill>
            <a:ln w="9525" cap="flat" cmpd="sng" algn="ctr">
              <a:gradFill>
                <a:gsLst>
                  <a:gs pos="0">
                    <a:schemeClr val="accent1">
                      <a:alpha val="0"/>
                    </a:schemeClr>
                  </a:gs>
                  <a:gs pos="100000">
                    <a:schemeClr val="accent1">
                      <a:alpha val="53000"/>
                    </a:schemeClr>
                  </a:gs>
                </a:gsLst>
                <a:lin ang="5400000" scaled="1"/>
              </a:gradFill>
              <a:prstDash val="solid"/>
              <a:miter lim="800000"/>
            </a:ln>
            <a:effectLst>
              <a:innerShdw blurRad="279400">
                <a:srgbClr val="22FCFE">
                  <a:alpha val="63000"/>
                </a:srgbClr>
              </a:innerShdw>
            </a:effectLst>
          </p:spPr>
          <p:txBody>
            <a:bodyPr rtlCol="0" anchor="ctr"/>
            <a:lstStyle/>
            <a:p>
              <a:pPr algn="ctr" defTabSz="1919966">
                <a:defRPr/>
              </a:pPr>
              <a:endParaRPr lang="zh-CN" altLang="en-US" sz="1400" kern="0">
                <a:solidFill>
                  <a:prstClr val="white"/>
                </a:solidFill>
                <a:latin typeface="+mn-ea"/>
              </a:endParaRPr>
            </a:p>
          </p:txBody>
        </p:sp>
        <p:sp>
          <p:nvSpPr>
            <p:cNvPr id="422" name="菱形 421">
              <a:extLst>
                <a:ext uri="{FF2B5EF4-FFF2-40B4-BE49-F238E27FC236}">
                  <a16:creationId xmlns:a16="http://schemas.microsoft.com/office/drawing/2014/main" id="{4F404AFA-F3CD-A1A1-140E-5D5895B0246F}"/>
                </a:ext>
              </a:extLst>
            </p:cNvPr>
            <p:cNvSpPr/>
            <p:nvPr/>
          </p:nvSpPr>
          <p:spPr>
            <a:xfrm>
              <a:off x="437031" y="6438531"/>
              <a:ext cx="471191" cy="158291"/>
            </a:xfrm>
            <a:prstGeom prst="diamond">
              <a:avLst/>
            </a:prstGeom>
            <a:gradFill>
              <a:gsLst>
                <a:gs pos="100000">
                  <a:schemeClr val="accent1">
                    <a:alpha val="50000"/>
                  </a:schemeClr>
                </a:gs>
                <a:gs pos="0">
                  <a:schemeClr val="accent1">
                    <a:alpha val="0"/>
                  </a:schemeClr>
                </a:gs>
              </a:gsLst>
              <a:lin ang="5400000" scaled="1"/>
            </a:gradFill>
            <a:ln w="6350" cap="flat" cmpd="sng" algn="ctr">
              <a:gradFill>
                <a:gsLst>
                  <a:gs pos="0">
                    <a:schemeClr val="accent1">
                      <a:alpha val="0"/>
                    </a:schemeClr>
                  </a:gs>
                  <a:gs pos="100000">
                    <a:schemeClr val="accent1"/>
                  </a:gs>
                </a:gsLst>
                <a:lin ang="5400000" scaled="1"/>
              </a:gradFill>
              <a:prstDash val="solid"/>
              <a:miter lim="800000"/>
            </a:ln>
            <a:effectLst/>
          </p:spPr>
          <p:txBody>
            <a:bodyPr rtlCol="0" anchor="ctr"/>
            <a:lstStyle/>
            <a:p>
              <a:pPr algn="ctr" defTabSz="1919966">
                <a:defRPr/>
              </a:pPr>
              <a:endParaRPr lang="zh-CN" altLang="en-US" sz="1400" kern="0" dirty="0">
                <a:solidFill>
                  <a:prstClr val="white"/>
                </a:solidFill>
                <a:latin typeface="+mn-ea"/>
              </a:endParaRPr>
            </a:p>
          </p:txBody>
        </p:sp>
        <p:sp>
          <p:nvSpPr>
            <p:cNvPr id="423" name="梯形 422">
              <a:extLst>
                <a:ext uri="{FF2B5EF4-FFF2-40B4-BE49-F238E27FC236}">
                  <a16:creationId xmlns:a16="http://schemas.microsoft.com/office/drawing/2014/main" id="{FB8186CD-C356-A20A-0597-8C71135916C8}"/>
                </a:ext>
              </a:extLst>
            </p:cNvPr>
            <p:cNvSpPr/>
            <p:nvPr/>
          </p:nvSpPr>
          <p:spPr>
            <a:xfrm rot="10800000">
              <a:off x="355177" y="6070936"/>
              <a:ext cx="636466" cy="477714"/>
            </a:xfrm>
            <a:prstGeom prst="trapezoid">
              <a:avLst>
                <a:gd name="adj" fmla="val 19469"/>
              </a:avLst>
            </a:prstGeom>
            <a:gradFill>
              <a:gsLst>
                <a:gs pos="100000">
                  <a:schemeClr val="accent1">
                    <a:alpha val="0"/>
                  </a:schemeClr>
                </a:gs>
                <a:gs pos="44100">
                  <a:schemeClr val="accent1">
                    <a:alpha val="10000"/>
                  </a:schemeClr>
                </a:gs>
                <a:gs pos="0">
                  <a:schemeClr val="accent1">
                    <a:alpha val="0"/>
                  </a:schemeClr>
                </a:gs>
              </a:gsLst>
              <a:lin ang="5400000" scaled="1"/>
            </a:gradFill>
            <a:ln w="12700" cap="flat" cmpd="sng" algn="ctr">
              <a:noFill/>
              <a:prstDash val="solid"/>
              <a:miter lim="800000"/>
            </a:ln>
            <a:effectLst/>
          </p:spPr>
          <p:txBody>
            <a:bodyPr rtlCol="0" anchor="ctr"/>
            <a:lstStyle/>
            <a:p>
              <a:pPr algn="ctr" defTabSz="1919966">
                <a:defRPr/>
              </a:pPr>
              <a:endParaRPr lang="zh-CN" altLang="en-US" sz="1400" kern="0" dirty="0">
                <a:solidFill>
                  <a:prstClr val="white"/>
                </a:solidFill>
                <a:latin typeface="+mn-ea"/>
              </a:endParaRPr>
            </a:p>
          </p:txBody>
        </p:sp>
        <p:grpSp>
          <p:nvGrpSpPr>
            <p:cNvPr id="424" name="组合 423">
              <a:extLst>
                <a:ext uri="{FF2B5EF4-FFF2-40B4-BE49-F238E27FC236}">
                  <a16:creationId xmlns:a16="http://schemas.microsoft.com/office/drawing/2014/main" id="{F94712EA-CAE3-90D0-8B0B-FB73AC9E55D9}"/>
                </a:ext>
              </a:extLst>
            </p:cNvPr>
            <p:cNvGrpSpPr/>
            <p:nvPr/>
          </p:nvGrpSpPr>
          <p:grpSpPr>
            <a:xfrm>
              <a:off x="1084635" y="6498906"/>
              <a:ext cx="57369" cy="37541"/>
              <a:chOff x="8353512" y="3886200"/>
              <a:chExt cx="307127" cy="266701"/>
            </a:xfrm>
          </p:grpSpPr>
          <p:cxnSp>
            <p:nvCxnSpPr>
              <p:cNvPr id="430" name="直接连接符 429">
                <a:extLst>
                  <a:ext uri="{FF2B5EF4-FFF2-40B4-BE49-F238E27FC236}">
                    <a16:creationId xmlns:a16="http://schemas.microsoft.com/office/drawing/2014/main" id="{0FE642B2-927C-2352-053F-3745DA9634AF}"/>
                  </a:ext>
                </a:extLst>
              </p:cNvPr>
              <p:cNvCxnSpPr>
                <a:cxnSpLocks/>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431" name="直接连接符 430">
                <a:extLst>
                  <a:ext uri="{FF2B5EF4-FFF2-40B4-BE49-F238E27FC236}">
                    <a16:creationId xmlns:a16="http://schemas.microsoft.com/office/drawing/2014/main" id="{FD418B67-978F-E942-233A-7A08DCA6BA1D}"/>
                  </a:ext>
                </a:extLst>
              </p:cNvPr>
              <p:cNvCxnSpPr>
                <a:cxnSpLocks/>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grpSp>
          <p:nvGrpSpPr>
            <p:cNvPr id="425" name="组合 424">
              <a:extLst>
                <a:ext uri="{FF2B5EF4-FFF2-40B4-BE49-F238E27FC236}">
                  <a16:creationId xmlns:a16="http://schemas.microsoft.com/office/drawing/2014/main" id="{7C8EE768-E53B-8A08-3447-E3C8B4368075}"/>
                </a:ext>
              </a:extLst>
            </p:cNvPr>
            <p:cNvGrpSpPr/>
            <p:nvPr/>
          </p:nvGrpSpPr>
          <p:grpSpPr>
            <a:xfrm flipH="1">
              <a:off x="203248" y="6498906"/>
              <a:ext cx="57369" cy="37541"/>
              <a:chOff x="8353512" y="3886200"/>
              <a:chExt cx="307127" cy="266701"/>
            </a:xfrm>
          </p:grpSpPr>
          <p:cxnSp>
            <p:nvCxnSpPr>
              <p:cNvPr id="428" name="直接连接符 427">
                <a:extLst>
                  <a:ext uri="{FF2B5EF4-FFF2-40B4-BE49-F238E27FC236}">
                    <a16:creationId xmlns:a16="http://schemas.microsoft.com/office/drawing/2014/main" id="{FEE27C06-ED97-5EF5-018A-288C0C522A90}"/>
                  </a:ext>
                </a:extLst>
              </p:cNvPr>
              <p:cNvCxnSpPr>
                <a:cxnSpLocks/>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429" name="直接连接符 428">
                <a:extLst>
                  <a:ext uri="{FF2B5EF4-FFF2-40B4-BE49-F238E27FC236}">
                    <a16:creationId xmlns:a16="http://schemas.microsoft.com/office/drawing/2014/main" id="{09DE3435-B82D-2270-B40D-F2CB45E5F3A5}"/>
                  </a:ext>
                </a:extLst>
              </p:cNvPr>
              <p:cNvCxnSpPr>
                <a:cxnSpLocks/>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cxnSp>
          <p:nvCxnSpPr>
            <p:cNvPr id="426" name="直接连接符 425">
              <a:extLst>
                <a:ext uri="{FF2B5EF4-FFF2-40B4-BE49-F238E27FC236}">
                  <a16:creationId xmlns:a16="http://schemas.microsoft.com/office/drawing/2014/main" id="{CB490029-05C7-929F-8DBA-17C87E38AB96}"/>
                </a:ext>
              </a:extLst>
            </p:cNvPr>
            <p:cNvCxnSpPr>
              <a:cxnSpLocks/>
            </p:cNvCxnSpPr>
            <p:nvPr/>
          </p:nvCxnSpPr>
          <p:spPr>
            <a:xfrm flipV="1">
              <a:off x="672982" y="6655398"/>
              <a:ext cx="57369" cy="19307"/>
            </a:xfrm>
            <a:prstGeom prst="line">
              <a:avLst/>
            </a:prstGeom>
            <a:noFill/>
            <a:ln w="19050" cap="flat" cmpd="sng" algn="ctr">
              <a:solidFill>
                <a:schemeClr val="accent1"/>
              </a:solidFill>
              <a:prstDash val="solid"/>
              <a:miter lim="800000"/>
            </a:ln>
            <a:effectLst/>
          </p:spPr>
        </p:cxnSp>
        <p:cxnSp>
          <p:nvCxnSpPr>
            <p:cNvPr id="427" name="直接连接符 426">
              <a:extLst>
                <a:ext uri="{FF2B5EF4-FFF2-40B4-BE49-F238E27FC236}">
                  <a16:creationId xmlns:a16="http://schemas.microsoft.com/office/drawing/2014/main" id="{E479E021-C705-0C9C-AC77-4CC9B6CA81B2}"/>
                </a:ext>
              </a:extLst>
            </p:cNvPr>
            <p:cNvCxnSpPr>
              <a:cxnSpLocks/>
            </p:cNvCxnSpPr>
            <p:nvPr/>
          </p:nvCxnSpPr>
          <p:spPr>
            <a:xfrm>
              <a:off x="617036" y="6655666"/>
              <a:ext cx="57369" cy="19307"/>
            </a:xfrm>
            <a:prstGeom prst="line">
              <a:avLst/>
            </a:prstGeom>
            <a:noFill/>
            <a:ln w="19050" cap="flat" cmpd="sng" algn="ctr">
              <a:solidFill>
                <a:schemeClr val="accent1"/>
              </a:solidFill>
              <a:prstDash val="solid"/>
              <a:miter lim="800000"/>
            </a:ln>
            <a:effectLst/>
          </p:spPr>
        </p:cxnSp>
      </p:grpSp>
      <p:grpSp>
        <p:nvGrpSpPr>
          <p:cNvPr id="432" name="组合 431">
            <a:extLst>
              <a:ext uri="{FF2B5EF4-FFF2-40B4-BE49-F238E27FC236}">
                <a16:creationId xmlns:a16="http://schemas.microsoft.com/office/drawing/2014/main" id="{B35882DC-6428-BB6B-343F-538420DC77F4}"/>
              </a:ext>
            </a:extLst>
          </p:cNvPr>
          <p:cNvGrpSpPr/>
          <p:nvPr/>
        </p:nvGrpSpPr>
        <p:grpSpPr>
          <a:xfrm>
            <a:off x="6301992" y="5283333"/>
            <a:ext cx="938756" cy="604037"/>
            <a:chOff x="203248" y="6070936"/>
            <a:chExt cx="938756" cy="604037"/>
          </a:xfrm>
        </p:grpSpPr>
        <p:sp>
          <p:nvSpPr>
            <p:cNvPr id="433" name="菱形 432">
              <a:extLst>
                <a:ext uri="{FF2B5EF4-FFF2-40B4-BE49-F238E27FC236}">
                  <a16:creationId xmlns:a16="http://schemas.microsoft.com/office/drawing/2014/main" id="{182E8316-0BC8-D47A-2555-DA18AB81704B}"/>
                </a:ext>
              </a:extLst>
            </p:cNvPr>
            <p:cNvSpPr/>
            <p:nvPr/>
          </p:nvSpPr>
          <p:spPr>
            <a:xfrm>
              <a:off x="205194" y="6360648"/>
              <a:ext cx="934865" cy="314057"/>
            </a:xfrm>
            <a:prstGeom prst="diamond">
              <a:avLst/>
            </a:prstGeom>
            <a:noFill/>
            <a:ln w="12700" cap="flat" cmpd="sng" algn="ctr">
              <a:gradFill>
                <a:gsLst>
                  <a:gs pos="10000">
                    <a:schemeClr val="accent1">
                      <a:alpha val="0"/>
                    </a:schemeClr>
                  </a:gs>
                  <a:gs pos="100000">
                    <a:schemeClr val="accent1"/>
                  </a:gs>
                </a:gsLst>
                <a:lin ang="5400000" scaled="1"/>
              </a:gradFill>
              <a:prstDash val="solid"/>
              <a:miter lim="800000"/>
            </a:ln>
            <a:effectLst/>
          </p:spPr>
          <p:txBody>
            <a:bodyPr rtlCol="0" anchor="ctr"/>
            <a:lstStyle/>
            <a:p>
              <a:pPr algn="ctr" defTabSz="1919966">
                <a:defRPr/>
              </a:pPr>
              <a:endParaRPr lang="zh-CN" altLang="en-US" sz="1400" kern="0">
                <a:solidFill>
                  <a:prstClr val="white"/>
                </a:solidFill>
                <a:latin typeface="+mn-ea"/>
              </a:endParaRPr>
            </a:p>
          </p:txBody>
        </p:sp>
        <p:sp>
          <p:nvSpPr>
            <p:cNvPr id="434" name="菱形 433">
              <a:extLst>
                <a:ext uri="{FF2B5EF4-FFF2-40B4-BE49-F238E27FC236}">
                  <a16:creationId xmlns:a16="http://schemas.microsoft.com/office/drawing/2014/main" id="{3598D422-7071-496B-F287-3D44AC1999D7}"/>
                </a:ext>
              </a:extLst>
            </p:cNvPr>
            <p:cNvSpPr/>
            <p:nvPr/>
          </p:nvSpPr>
          <p:spPr>
            <a:xfrm>
              <a:off x="291592" y="6389672"/>
              <a:ext cx="762069" cy="256008"/>
            </a:xfrm>
            <a:prstGeom prst="diamond">
              <a:avLst/>
            </a:prstGeom>
            <a:gradFill>
              <a:gsLst>
                <a:gs pos="0">
                  <a:schemeClr val="accent1">
                    <a:alpha val="0"/>
                  </a:schemeClr>
                </a:gs>
                <a:gs pos="100000">
                  <a:schemeClr val="accent1">
                    <a:alpha val="28000"/>
                  </a:schemeClr>
                </a:gs>
              </a:gsLst>
              <a:lin ang="5400000" scaled="1"/>
            </a:gradFill>
            <a:ln w="9525" cap="flat" cmpd="sng" algn="ctr">
              <a:gradFill>
                <a:gsLst>
                  <a:gs pos="0">
                    <a:schemeClr val="accent1">
                      <a:alpha val="0"/>
                    </a:schemeClr>
                  </a:gs>
                  <a:gs pos="100000">
                    <a:schemeClr val="accent1">
                      <a:alpha val="53000"/>
                    </a:schemeClr>
                  </a:gs>
                </a:gsLst>
                <a:lin ang="5400000" scaled="1"/>
              </a:gradFill>
              <a:prstDash val="solid"/>
              <a:miter lim="800000"/>
            </a:ln>
            <a:effectLst>
              <a:innerShdw blurRad="279400">
                <a:srgbClr val="22FCFE">
                  <a:alpha val="63000"/>
                </a:srgbClr>
              </a:innerShdw>
            </a:effectLst>
          </p:spPr>
          <p:txBody>
            <a:bodyPr rtlCol="0" anchor="ctr"/>
            <a:lstStyle/>
            <a:p>
              <a:pPr algn="ctr" defTabSz="1919966">
                <a:defRPr/>
              </a:pPr>
              <a:endParaRPr lang="zh-CN" altLang="en-US" sz="1400" kern="0" dirty="0">
                <a:solidFill>
                  <a:prstClr val="white"/>
                </a:solidFill>
                <a:latin typeface="+mn-ea"/>
              </a:endParaRPr>
            </a:p>
          </p:txBody>
        </p:sp>
        <p:sp>
          <p:nvSpPr>
            <p:cNvPr id="435" name="菱形 434">
              <a:extLst>
                <a:ext uri="{FF2B5EF4-FFF2-40B4-BE49-F238E27FC236}">
                  <a16:creationId xmlns:a16="http://schemas.microsoft.com/office/drawing/2014/main" id="{15415BEC-B737-96DD-F5DC-A99FA2DB4990}"/>
                </a:ext>
              </a:extLst>
            </p:cNvPr>
            <p:cNvSpPr/>
            <p:nvPr/>
          </p:nvSpPr>
          <p:spPr>
            <a:xfrm>
              <a:off x="437031" y="6438531"/>
              <a:ext cx="471191" cy="158291"/>
            </a:xfrm>
            <a:prstGeom prst="diamond">
              <a:avLst/>
            </a:prstGeom>
            <a:gradFill>
              <a:gsLst>
                <a:gs pos="100000">
                  <a:schemeClr val="accent1">
                    <a:alpha val="50000"/>
                  </a:schemeClr>
                </a:gs>
                <a:gs pos="0">
                  <a:schemeClr val="accent1">
                    <a:alpha val="0"/>
                  </a:schemeClr>
                </a:gs>
              </a:gsLst>
              <a:lin ang="5400000" scaled="1"/>
            </a:gradFill>
            <a:ln w="6350" cap="flat" cmpd="sng" algn="ctr">
              <a:gradFill>
                <a:gsLst>
                  <a:gs pos="0">
                    <a:schemeClr val="accent1">
                      <a:alpha val="0"/>
                    </a:schemeClr>
                  </a:gs>
                  <a:gs pos="100000">
                    <a:schemeClr val="accent1"/>
                  </a:gs>
                </a:gsLst>
                <a:lin ang="5400000" scaled="1"/>
              </a:gradFill>
              <a:prstDash val="solid"/>
              <a:miter lim="800000"/>
            </a:ln>
            <a:effectLst/>
          </p:spPr>
          <p:txBody>
            <a:bodyPr rtlCol="0" anchor="ctr"/>
            <a:lstStyle/>
            <a:p>
              <a:pPr algn="ctr" defTabSz="1919966">
                <a:defRPr/>
              </a:pPr>
              <a:endParaRPr lang="zh-CN" altLang="en-US" sz="1400" kern="0" dirty="0">
                <a:solidFill>
                  <a:prstClr val="white"/>
                </a:solidFill>
                <a:latin typeface="+mn-ea"/>
              </a:endParaRPr>
            </a:p>
          </p:txBody>
        </p:sp>
        <p:sp>
          <p:nvSpPr>
            <p:cNvPr id="436" name="梯形 435">
              <a:extLst>
                <a:ext uri="{FF2B5EF4-FFF2-40B4-BE49-F238E27FC236}">
                  <a16:creationId xmlns:a16="http://schemas.microsoft.com/office/drawing/2014/main" id="{F35BB966-743F-94D8-B029-4F2F85F7BDF9}"/>
                </a:ext>
              </a:extLst>
            </p:cNvPr>
            <p:cNvSpPr/>
            <p:nvPr/>
          </p:nvSpPr>
          <p:spPr>
            <a:xfrm rot="10800000">
              <a:off x="355177" y="6070936"/>
              <a:ext cx="636466" cy="477714"/>
            </a:xfrm>
            <a:prstGeom prst="trapezoid">
              <a:avLst>
                <a:gd name="adj" fmla="val 19469"/>
              </a:avLst>
            </a:prstGeom>
            <a:gradFill>
              <a:gsLst>
                <a:gs pos="100000">
                  <a:schemeClr val="accent1">
                    <a:alpha val="0"/>
                  </a:schemeClr>
                </a:gs>
                <a:gs pos="44100">
                  <a:schemeClr val="accent1">
                    <a:alpha val="10000"/>
                  </a:schemeClr>
                </a:gs>
                <a:gs pos="0">
                  <a:schemeClr val="accent1">
                    <a:alpha val="0"/>
                  </a:schemeClr>
                </a:gs>
              </a:gsLst>
              <a:lin ang="5400000" scaled="1"/>
            </a:gradFill>
            <a:ln w="12700" cap="flat" cmpd="sng" algn="ctr">
              <a:noFill/>
              <a:prstDash val="solid"/>
              <a:miter lim="800000"/>
            </a:ln>
            <a:effectLst/>
          </p:spPr>
          <p:txBody>
            <a:bodyPr rtlCol="0" anchor="ctr"/>
            <a:lstStyle/>
            <a:p>
              <a:pPr algn="ctr" defTabSz="1919966">
                <a:defRPr/>
              </a:pPr>
              <a:endParaRPr lang="zh-CN" altLang="en-US" sz="1400" kern="0" dirty="0">
                <a:solidFill>
                  <a:prstClr val="white"/>
                </a:solidFill>
                <a:latin typeface="+mn-ea"/>
              </a:endParaRPr>
            </a:p>
          </p:txBody>
        </p:sp>
        <p:grpSp>
          <p:nvGrpSpPr>
            <p:cNvPr id="437" name="组合 436">
              <a:extLst>
                <a:ext uri="{FF2B5EF4-FFF2-40B4-BE49-F238E27FC236}">
                  <a16:creationId xmlns:a16="http://schemas.microsoft.com/office/drawing/2014/main" id="{F9CFCAAA-1D41-7C26-99FE-63108044ECAB}"/>
                </a:ext>
              </a:extLst>
            </p:cNvPr>
            <p:cNvGrpSpPr/>
            <p:nvPr/>
          </p:nvGrpSpPr>
          <p:grpSpPr>
            <a:xfrm>
              <a:off x="1084635" y="6498906"/>
              <a:ext cx="57369" cy="37541"/>
              <a:chOff x="8353512" y="3886200"/>
              <a:chExt cx="307127" cy="266701"/>
            </a:xfrm>
          </p:grpSpPr>
          <p:cxnSp>
            <p:nvCxnSpPr>
              <p:cNvPr id="443" name="直接连接符 442">
                <a:extLst>
                  <a:ext uri="{FF2B5EF4-FFF2-40B4-BE49-F238E27FC236}">
                    <a16:creationId xmlns:a16="http://schemas.microsoft.com/office/drawing/2014/main" id="{CF4E1FC1-CF48-72B8-F3A9-E74A82A8881E}"/>
                  </a:ext>
                </a:extLst>
              </p:cNvPr>
              <p:cNvCxnSpPr>
                <a:cxnSpLocks/>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444" name="直接连接符 443">
                <a:extLst>
                  <a:ext uri="{FF2B5EF4-FFF2-40B4-BE49-F238E27FC236}">
                    <a16:creationId xmlns:a16="http://schemas.microsoft.com/office/drawing/2014/main" id="{4CAC9545-CADC-7727-4FFC-75A160B43C4F}"/>
                  </a:ext>
                </a:extLst>
              </p:cNvPr>
              <p:cNvCxnSpPr>
                <a:cxnSpLocks/>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grpSp>
          <p:nvGrpSpPr>
            <p:cNvPr id="438" name="组合 437">
              <a:extLst>
                <a:ext uri="{FF2B5EF4-FFF2-40B4-BE49-F238E27FC236}">
                  <a16:creationId xmlns:a16="http://schemas.microsoft.com/office/drawing/2014/main" id="{67D40FAA-2FCB-C702-097B-4794132FD897}"/>
                </a:ext>
              </a:extLst>
            </p:cNvPr>
            <p:cNvGrpSpPr/>
            <p:nvPr/>
          </p:nvGrpSpPr>
          <p:grpSpPr>
            <a:xfrm flipH="1">
              <a:off x="203248" y="6498906"/>
              <a:ext cx="57369" cy="37541"/>
              <a:chOff x="8353512" y="3886200"/>
              <a:chExt cx="307127" cy="266701"/>
            </a:xfrm>
          </p:grpSpPr>
          <p:cxnSp>
            <p:nvCxnSpPr>
              <p:cNvPr id="441" name="直接连接符 440">
                <a:extLst>
                  <a:ext uri="{FF2B5EF4-FFF2-40B4-BE49-F238E27FC236}">
                    <a16:creationId xmlns:a16="http://schemas.microsoft.com/office/drawing/2014/main" id="{EBAEA5DB-2A75-89D5-B3EB-6A1C73D067A0}"/>
                  </a:ext>
                </a:extLst>
              </p:cNvPr>
              <p:cNvCxnSpPr>
                <a:cxnSpLocks/>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442" name="直接连接符 441">
                <a:extLst>
                  <a:ext uri="{FF2B5EF4-FFF2-40B4-BE49-F238E27FC236}">
                    <a16:creationId xmlns:a16="http://schemas.microsoft.com/office/drawing/2014/main" id="{0BAC7FFE-92C5-D067-6A88-012624BA30F8}"/>
                  </a:ext>
                </a:extLst>
              </p:cNvPr>
              <p:cNvCxnSpPr>
                <a:cxnSpLocks/>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cxnSp>
          <p:nvCxnSpPr>
            <p:cNvPr id="439" name="直接连接符 438">
              <a:extLst>
                <a:ext uri="{FF2B5EF4-FFF2-40B4-BE49-F238E27FC236}">
                  <a16:creationId xmlns:a16="http://schemas.microsoft.com/office/drawing/2014/main" id="{04BC1269-43BE-A908-65A9-08464D4B2F32}"/>
                </a:ext>
              </a:extLst>
            </p:cNvPr>
            <p:cNvCxnSpPr>
              <a:cxnSpLocks/>
            </p:cNvCxnSpPr>
            <p:nvPr/>
          </p:nvCxnSpPr>
          <p:spPr>
            <a:xfrm flipV="1">
              <a:off x="672982" y="6655398"/>
              <a:ext cx="57369" cy="19307"/>
            </a:xfrm>
            <a:prstGeom prst="line">
              <a:avLst/>
            </a:prstGeom>
            <a:noFill/>
            <a:ln w="19050" cap="flat" cmpd="sng" algn="ctr">
              <a:solidFill>
                <a:schemeClr val="accent1"/>
              </a:solidFill>
              <a:prstDash val="solid"/>
              <a:miter lim="800000"/>
            </a:ln>
            <a:effectLst/>
          </p:spPr>
        </p:cxnSp>
        <p:cxnSp>
          <p:nvCxnSpPr>
            <p:cNvPr id="440" name="直接连接符 439">
              <a:extLst>
                <a:ext uri="{FF2B5EF4-FFF2-40B4-BE49-F238E27FC236}">
                  <a16:creationId xmlns:a16="http://schemas.microsoft.com/office/drawing/2014/main" id="{CE6EB711-FFCA-368E-C075-CAB86F6ABD52}"/>
                </a:ext>
              </a:extLst>
            </p:cNvPr>
            <p:cNvCxnSpPr>
              <a:cxnSpLocks/>
            </p:cNvCxnSpPr>
            <p:nvPr/>
          </p:nvCxnSpPr>
          <p:spPr>
            <a:xfrm>
              <a:off x="617036" y="6655666"/>
              <a:ext cx="57369" cy="19307"/>
            </a:xfrm>
            <a:prstGeom prst="line">
              <a:avLst/>
            </a:prstGeom>
            <a:noFill/>
            <a:ln w="19050" cap="flat" cmpd="sng" algn="ctr">
              <a:solidFill>
                <a:schemeClr val="accent1"/>
              </a:solidFill>
              <a:prstDash val="solid"/>
              <a:miter lim="800000"/>
            </a:ln>
            <a:effectLst/>
          </p:spPr>
        </p:cxnSp>
      </p:grpSp>
      <p:grpSp>
        <p:nvGrpSpPr>
          <p:cNvPr id="445" name="组合 444">
            <a:extLst>
              <a:ext uri="{FF2B5EF4-FFF2-40B4-BE49-F238E27FC236}">
                <a16:creationId xmlns:a16="http://schemas.microsoft.com/office/drawing/2014/main" id="{99088BCA-1F9F-9415-6E01-DF2903726149}"/>
              </a:ext>
            </a:extLst>
          </p:cNvPr>
          <p:cNvGrpSpPr/>
          <p:nvPr/>
        </p:nvGrpSpPr>
        <p:grpSpPr>
          <a:xfrm>
            <a:off x="7630613" y="5283333"/>
            <a:ext cx="938756" cy="604037"/>
            <a:chOff x="203248" y="6070936"/>
            <a:chExt cx="938756" cy="604037"/>
          </a:xfrm>
        </p:grpSpPr>
        <p:sp>
          <p:nvSpPr>
            <p:cNvPr id="446" name="菱形 445">
              <a:extLst>
                <a:ext uri="{FF2B5EF4-FFF2-40B4-BE49-F238E27FC236}">
                  <a16:creationId xmlns:a16="http://schemas.microsoft.com/office/drawing/2014/main" id="{5A21B976-4FD7-221E-E495-A37AAC3CADA3}"/>
                </a:ext>
              </a:extLst>
            </p:cNvPr>
            <p:cNvSpPr/>
            <p:nvPr/>
          </p:nvSpPr>
          <p:spPr>
            <a:xfrm>
              <a:off x="205194" y="6360648"/>
              <a:ext cx="934865" cy="314057"/>
            </a:xfrm>
            <a:prstGeom prst="diamond">
              <a:avLst/>
            </a:prstGeom>
            <a:noFill/>
            <a:ln w="12700" cap="flat" cmpd="sng" algn="ctr">
              <a:gradFill>
                <a:gsLst>
                  <a:gs pos="10000">
                    <a:schemeClr val="accent1">
                      <a:alpha val="0"/>
                    </a:schemeClr>
                  </a:gs>
                  <a:gs pos="100000">
                    <a:schemeClr val="accent1"/>
                  </a:gs>
                </a:gsLst>
                <a:lin ang="5400000" scaled="1"/>
              </a:gradFill>
              <a:prstDash val="solid"/>
              <a:miter lim="800000"/>
            </a:ln>
            <a:effectLst/>
          </p:spPr>
          <p:txBody>
            <a:bodyPr rtlCol="0" anchor="ctr"/>
            <a:lstStyle/>
            <a:p>
              <a:pPr algn="ctr" defTabSz="1919966">
                <a:defRPr/>
              </a:pPr>
              <a:endParaRPr lang="zh-CN" altLang="en-US" sz="1400" kern="0">
                <a:solidFill>
                  <a:prstClr val="white"/>
                </a:solidFill>
                <a:latin typeface="+mn-ea"/>
              </a:endParaRPr>
            </a:p>
          </p:txBody>
        </p:sp>
        <p:sp>
          <p:nvSpPr>
            <p:cNvPr id="447" name="菱形 446">
              <a:extLst>
                <a:ext uri="{FF2B5EF4-FFF2-40B4-BE49-F238E27FC236}">
                  <a16:creationId xmlns:a16="http://schemas.microsoft.com/office/drawing/2014/main" id="{13427324-A2E4-B9CD-2DA9-DB83CA093CAA}"/>
                </a:ext>
              </a:extLst>
            </p:cNvPr>
            <p:cNvSpPr/>
            <p:nvPr/>
          </p:nvSpPr>
          <p:spPr>
            <a:xfrm>
              <a:off x="291592" y="6389672"/>
              <a:ext cx="762069" cy="256008"/>
            </a:xfrm>
            <a:prstGeom prst="diamond">
              <a:avLst/>
            </a:prstGeom>
            <a:gradFill>
              <a:gsLst>
                <a:gs pos="0">
                  <a:schemeClr val="accent1">
                    <a:alpha val="0"/>
                  </a:schemeClr>
                </a:gs>
                <a:gs pos="100000">
                  <a:schemeClr val="accent1">
                    <a:alpha val="28000"/>
                  </a:schemeClr>
                </a:gs>
              </a:gsLst>
              <a:lin ang="5400000" scaled="1"/>
            </a:gradFill>
            <a:ln w="9525" cap="flat" cmpd="sng" algn="ctr">
              <a:gradFill>
                <a:gsLst>
                  <a:gs pos="0">
                    <a:schemeClr val="accent1">
                      <a:alpha val="0"/>
                    </a:schemeClr>
                  </a:gs>
                  <a:gs pos="100000">
                    <a:schemeClr val="accent1">
                      <a:alpha val="53000"/>
                    </a:schemeClr>
                  </a:gs>
                </a:gsLst>
                <a:lin ang="5400000" scaled="1"/>
              </a:gradFill>
              <a:prstDash val="solid"/>
              <a:miter lim="800000"/>
            </a:ln>
            <a:effectLst>
              <a:innerShdw blurRad="279400">
                <a:srgbClr val="22FCFE">
                  <a:alpha val="63000"/>
                </a:srgbClr>
              </a:innerShdw>
            </a:effectLst>
          </p:spPr>
          <p:txBody>
            <a:bodyPr rtlCol="0" anchor="ctr"/>
            <a:lstStyle/>
            <a:p>
              <a:pPr algn="ctr" defTabSz="1919966">
                <a:defRPr/>
              </a:pPr>
              <a:endParaRPr lang="zh-CN" altLang="en-US" sz="1400" kern="0">
                <a:solidFill>
                  <a:prstClr val="white"/>
                </a:solidFill>
                <a:latin typeface="+mn-ea"/>
              </a:endParaRPr>
            </a:p>
          </p:txBody>
        </p:sp>
        <p:sp>
          <p:nvSpPr>
            <p:cNvPr id="448" name="菱形 447">
              <a:extLst>
                <a:ext uri="{FF2B5EF4-FFF2-40B4-BE49-F238E27FC236}">
                  <a16:creationId xmlns:a16="http://schemas.microsoft.com/office/drawing/2014/main" id="{2E8CF667-1C83-DDC4-926A-6833CFDA7A12}"/>
                </a:ext>
              </a:extLst>
            </p:cNvPr>
            <p:cNvSpPr/>
            <p:nvPr/>
          </p:nvSpPr>
          <p:spPr>
            <a:xfrm>
              <a:off x="437031" y="6438531"/>
              <a:ext cx="471191" cy="158291"/>
            </a:xfrm>
            <a:prstGeom prst="diamond">
              <a:avLst/>
            </a:prstGeom>
            <a:gradFill>
              <a:gsLst>
                <a:gs pos="100000">
                  <a:schemeClr val="accent1">
                    <a:alpha val="50000"/>
                  </a:schemeClr>
                </a:gs>
                <a:gs pos="0">
                  <a:schemeClr val="accent1">
                    <a:alpha val="0"/>
                  </a:schemeClr>
                </a:gs>
              </a:gsLst>
              <a:lin ang="5400000" scaled="1"/>
            </a:gradFill>
            <a:ln w="6350" cap="flat" cmpd="sng" algn="ctr">
              <a:gradFill>
                <a:gsLst>
                  <a:gs pos="0">
                    <a:schemeClr val="accent1">
                      <a:alpha val="0"/>
                    </a:schemeClr>
                  </a:gs>
                  <a:gs pos="100000">
                    <a:schemeClr val="accent1"/>
                  </a:gs>
                </a:gsLst>
                <a:lin ang="5400000" scaled="1"/>
              </a:gradFill>
              <a:prstDash val="solid"/>
              <a:miter lim="800000"/>
            </a:ln>
            <a:effectLst/>
          </p:spPr>
          <p:txBody>
            <a:bodyPr rtlCol="0" anchor="ctr"/>
            <a:lstStyle/>
            <a:p>
              <a:pPr algn="ctr" defTabSz="1919966">
                <a:defRPr/>
              </a:pPr>
              <a:endParaRPr lang="zh-CN" altLang="en-US" sz="1400" kern="0" dirty="0">
                <a:solidFill>
                  <a:prstClr val="white"/>
                </a:solidFill>
                <a:latin typeface="+mn-ea"/>
              </a:endParaRPr>
            </a:p>
          </p:txBody>
        </p:sp>
        <p:sp>
          <p:nvSpPr>
            <p:cNvPr id="449" name="梯形 448">
              <a:extLst>
                <a:ext uri="{FF2B5EF4-FFF2-40B4-BE49-F238E27FC236}">
                  <a16:creationId xmlns:a16="http://schemas.microsoft.com/office/drawing/2014/main" id="{5DFDA880-9A5F-6834-1C6C-0A43E897D7F0}"/>
                </a:ext>
              </a:extLst>
            </p:cNvPr>
            <p:cNvSpPr/>
            <p:nvPr/>
          </p:nvSpPr>
          <p:spPr>
            <a:xfrm rot="10800000">
              <a:off x="355177" y="6070936"/>
              <a:ext cx="636466" cy="477714"/>
            </a:xfrm>
            <a:prstGeom prst="trapezoid">
              <a:avLst>
                <a:gd name="adj" fmla="val 19469"/>
              </a:avLst>
            </a:prstGeom>
            <a:gradFill>
              <a:gsLst>
                <a:gs pos="100000">
                  <a:schemeClr val="accent1">
                    <a:alpha val="0"/>
                  </a:schemeClr>
                </a:gs>
                <a:gs pos="44100">
                  <a:schemeClr val="accent1">
                    <a:alpha val="10000"/>
                  </a:schemeClr>
                </a:gs>
                <a:gs pos="0">
                  <a:schemeClr val="accent1">
                    <a:alpha val="0"/>
                  </a:schemeClr>
                </a:gs>
              </a:gsLst>
              <a:lin ang="5400000" scaled="1"/>
            </a:gradFill>
            <a:ln w="12700" cap="flat" cmpd="sng" algn="ctr">
              <a:noFill/>
              <a:prstDash val="solid"/>
              <a:miter lim="800000"/>
            </a:ln>
            <a:effectLst/>
          </p:spPr>
          <p:txBody>
            <a:bodyPr rtlCol="0" anchor="ctr"/>
            <a:lstStyle/>
            <a:p>
              <a:pPr algn="ctr" defTabSz="1919966">
                <a:defRPr/>
              </a:pPr>
              <a:endParaRPr lang="zh-CN" altLang="en-US" sz="1400" kern="0" dirty="0">
                <a:solidFill>
                  <a:prstClr val="white"/>
                </a:solidFill>
                <a:latin typeface="+mn-ea"/>
              </a:endParaRPr>
            </a:p>
          </p:txBody>
        </p:sp>
        <p:grpSp>
          <p:nvGrpSpPr>
            <p:cNvPr id="450" name="组合 449">
              <a:extLst>
                <a:ext uri="{FF2B5EF4-FFF2-40B4-BE49-F238E27FC236}">
                  <a16:creationId xmlns:a16="http://schemas.microsoft.com/office/drawing/2014/main" id="{D03BB92B-FB8D-A25A-FC0B-F06347E4E8CA}"/>
                </a:ext>
              </a:extLst>
            </p:cNvPr>
            <p:cNvGrpSpPr/>
            <p:nvPr/>
          </p:nvGrpSpPr>
          <p:grpSpPr>
            <a:xfrm>
              <a:off x="1084635" y="6498906"/>
              <a:ext cx="57369" cy="37541"/>
              <a:chOff x="8353512" y="3886200"/>
              <a:chExt cx="307127" cy="266701"/>
            </a:xfrm>
          </p:grpSpPr>
          <p:cxnSp>
            <p:nvCxnSpPr>
              <p:cNvPr id="456" name="直接连接符 455">
                <a:extLst>
                  <a:ext uri="{FF2B5EF4-FFF2-40B4-BE49-F238E27FC236}">
                    <a16:creationId xmlns:a16="http://schemas.microsoft.com/office/drawing/2014/main" id="{7BCBF900-1EF5-EFAE-E50F-09A4841AFEC5}"/>
                  </a:ext>
                </a:extLst>
              </p:cNvPr>
              <p:cNvCxnSpPr>
                <a:cxnSpLocks/>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457" name="直接连接符 456">
                <a:extLst>
                  <a:ext uri="{FF2B5EF4-FFF2-40B4-BE49-F238E27FC236}">
                    <a16:creationId xmlns:a16="http://schemas.microsoft.com/office/drawing/2014/main" id="{08F9C108-C007-1465-7982-85152ACDFBD6}"/>
                  </a:ext>
                </a:extLst>
              </p:cNvPr>
              <p:cNvCxnSpPr>
                <a:cxnSpLocks/>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grpSp>
          <p:nvGrpSpPr>
            <p:cNvPr id="451" name="组合 450">
              <a:extLst>
                <a:ext uri="{FF2B5EF4-FFF2-40B4-BE49-F238E27FC236}">
                  <a16:creationId xmlns:a16="http://schemas.microsoft.com/office/drawing/2014/main" id="{A5193D58-C751-D1F1-B544-34E27E691DCE}"/>
                </a:ext>
              </a:extLst>
            </p:cNvPr>
            <p:cNvGrpSpPr/>
            <p:nvPr/>
          </p:nvGrpSpPr>
          <p:grpSpPr>
            <a:xfrm flipH="1">
              <a:off x="203248" y="6498906"/>
              <a:ext cx="57369" cy="37541"/>
              <a:chOff x="8353512" y="3886200"/>
              <a:chExt cx="307127" cy="266701"/>
            </a:xfrm>
          </p:grpSpPr>
          <p:cxnSp>
            <p:nvCxnSpPr>
              <p:cNvPr id="454" name="直接连接符 453">
                <a:extLst>
                  <a:ext uri="{FF2B5EF4-FFF2-40B4-BE49-F238E27FC236}">
                    <a16:creationId xmlns:a16="http://schemas.microsoft.com/office/drawing/2014/main" id="{D65B478A-2875-92B4-DA4B-D3EC371794CD}"/>
                  </a:ext>
                </a:extLst>
              </p:cNvPr>
              <p:cNvCxnSpPr>
                <a:cxnSpLocks/>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455" name="直接连接符 454">
                <a:extLst>
                  <a:ext uri="{FF2B5EF4-FFF2-40B4-BE49-F238E27FC236}">
                    <a16:creationId xmlns:a16="http://schemas.microsoft.com/office/drawing/2014/main" id="{C994E48B-1E05-FBCD-A6BF-47C136D762DC}"/>
                  </a:ext>
                </a:extLst>
              </p:cNvPr>
              <p:cNvCxnSpPr>
                <a:cxnSpLocks/>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cxnSp>
          <p:nvCxnSpPr>
            <p:cNvPr id="452" name="直接连接符 451">
              <a:extLst>
                <a:ext uri="{FF2B5EF4-FFF2-40B4-BE49-F238E27FC236}">
                  <a16:creationId xmlns:a16="http://schemas.microsoft.com/office/drawing/2014/main" id="{B38FE0CF-D5B1-7219-FB9B-CFA166819916}"/>
                </a:ext>
              </a:extLst>
            </p:cNvPr>
            <p:cNvCxnSpPr>
              <a:cxnSpLocks/>
            </p:cNvCxnSpPr>
            <p:nvPr/>
          </p:nvCxnSpPr>
          <p:spPr>
            <a:xfrm flipV="1">
              <a:off x="672982" y="6655398"/>
              <a:ext cx="57369" cy="19307"/>
            </a:xfrm>
            <a:prstGeom prst="line">
              <a:avLst/>
            </a:prstGeom>
            <a:noFill/>
            <a:ln w="19050" cap="flat" cmpd="sng" algn="ctr">
              <a:solidFill>
                <a:schemeClr val="accent1"/>
              </a:solidFill>
              <a:prstDash val="solid"/>
              <a:miter lim="800000"/>
            </a:ln>
            <a:effectLst/>
          </p:spPr>
        </p:cxnSp>
        <p:cxnSp>
          <p:nvCxnSpPr>
            <p:cNvPr id="453" name="直接连接符 452">
              <a:extLst>
                <a:ext uri="{FF2B5EF4-FFF2-40B4-BE49-F238E27FC236}">
                  <a16:creationId xmlns:a16="http://schemas.microsoft.com/office/drawing/2014/main" id="{50D3E305-5167-AE1E-EB48-777650D592D8}"/>
                </a:ext>
              </a:extLst>
            </p:cNvPr>
            <p:cNvCxnSpPr>
              <a:cxnSpLocks/>
            </p:cNvCxnSpPr>
            <p:nvPr/>
          </p:nvCxnSpPr>
          <p:spPr>
            <a:xfrm>
              <a:off x="617036" y="6655666"/>
              <a:ext cx="57369" cy="19307"/>
            </a:xfrm>
            <a:prstGeom prst="line">
              <a:avLst/>
            </a:prstGeom>
            <a:noFill/>
            <a:ln w="19050" cap="flat" cmpd="sng" algn="ctr">
              <a:solidFill>
                <a:schemeClr val="accent1"/>
              </a:solidFill>
              <a:prstDash val="solid"/>
              <a:miter lim="800000"/>
            </a:ln>
            <a:effectLst/>
          </p:spPr>
        </p:cxnSp>
      </p:gr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腾讯云介绍</a:t>
            </a:r>
          </a:p>
        </p:txBody>
      </p:sp>
      <p:sp>
        <p:nvSpPr>
          <p:cNvPr id="10" name="文本框 9">
            <a:extLst>
              <a:ext uri="{FF2B5EF4-FFF2-40B4-BE49-F238E27FC236}">
                <a16:creationId xmlns:a16="http://schemas.microsoft.com/office/drawing/2014/main" id="{C85A59F8-8F2E-0361-F629-966A91B08623}"/>
              </a:ext>
            </a:extLst>
          </p:cNvPr>
          <p:cNvSpPr txBox="1"/>
          <p:nvPr/>
        </p:nvSpPr>
        <p:spPr>
          <a:xfrm>
            <a:off x="7943906" y="1550552"/>
            <a:ext cx="360468" cy="297293"/>
          </a:xfrm>
          <a:prstGeom prst="ellipse">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altLang="zh-CN" sz="1000" b="0" i="0" u="none" strike="noStrike" cap="none" spc="0" normalizeH="0" baseline="0" dirty="0">
                <a:ln>
                  <a:noFill/>
                </a:ln>
                <a:solidFill>
                  <a:schemeClr val="bg1"/>
                </a:solidFill>
                <a:effectLst/>
                <a:uFillTx/>
                <a:latin typeface="+mn-ea"/>
                <a:sym typeface="Helvetica Neue"/>
              </a:rPr>
              <a:t>……</a:t>
            </a:r>
            <a:endParaRPr kumimoji="0" lang="zh-CN" altLang="en-US" sz="1000" b="0" i="0" u="none" strike="noStrike" cap="none" spc="0" normalizeH="0" baseline="0" dirty="0">
              <a:ln>
                <a:noFill/>
              </a:ln>
              <a:solidFill>
                <a:schemeClr val="bg1"/>
              </a:solidFill>
              <a:effectLst/>
              <a:uFillTx/>
              <a:latin typeface="+mn-ea"/>
              <a:sym typeface="Helvetica Neue"/>
            </a:endParaRPr>
          </a:p>
        </p:txBody>
      </p:sp>
      <p:sp>
        <p:nvSpPr>
          <p:cNvPr id="11" name="文本框 10">
            <a:extLst>
              <a:ext uri="{FF2B5EF4-FFF2-40B4-BE49-F238E27FC236}">
                <a16:creationId xmlns:a16="http://schemas.microsoft.com/office/drawing/2014/main" id="{EA215B8B-E42C-8D51-76C9-8B7E4FA630BF}"/>
              </a:ext>
            </a:extLst>
          </p:cNvPr>
          <p:cNvSpPr txBox="1"/>
          <p:nvPr/>
        </p:nvSpPr>
        <p:spPr>
          <a:xfrm>
            <a:off x="1380238" y="1404786"/>
            <a:ext cx="445642" cy="445642"/>
          </a:xfrm>
          <a:prstGeom prst="ellipse">
            <a:avLst/>
          </a:prstGeom>
          <a:noFill/>
          <a:ln w="12700" cap="flat">
            <a:gradFill>
              <a:gsLst>
                <a:gs pos="0">
                  <a:schemeClr val="accent2"/>
                </a:gs>
                <a:gs pos="35000">
                  <a:schemeClr val="accent2">
                    <a:alpha val="0"/>
                  </a:schemeClr>
                </a:gs>
                <a:gs pos="65000">
                  <a:schemeClr val="accent2">
                    <a:alpha val="0"/>
                  </a:schemeClr>
                </a:gs>
                <a:gs pos="100000">
                  <a:schemeClr val="accent2"/>
                </a:gs>
              </a:gsLst>
              <a:lin ang="27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defPPr>
              <a:defRPr lang="en-US"/>
            </a:defPPr>
            <a:lvl1pPr marR="0" indent="0" algn="ctr" defTabSz="2438338" fontAlgn="auto" hangingPunct="0">
              <a:lnSpc>
                <a:spcPct val="100000"/>
              </a:lnSpc>
              <a:spcBef>
                <a:spcPts val="0"/>
              </a:spcBef>
              <a:spcAft>
                <a:spcPts val="0"/>
              </a:spcAft>
              <a:buClrTx/>
              <a:buSzTx/>
              <a:buFontTx/>
              <a:buNone/>
              <a:tabLst/>
              <a:defRPr kumimoji="0" sz="1000" b="0" i="0" u="none" strike="noStrike" cap="none" spc="0" normalizeH="0" baseline="0">
                <a:ln>
                  <a:noFill/>
                </a:ln>
                <a:solidFill>
                  <a:schemeClr val="bg1"/>
                </a:solidFill>
                <a:effectLst/>
                <a:uFillTx/>
                <a:latin typeface="+mn-ea"/>
              </a:defRPr>
            </a:lvl1pPr>
          </a:lstStyle>
          <a:p>
            <a:endParaRPr lang="zh-CN" altLang="en-US" dirty="0">
              <a:sym typeface="Helvetica Neue"/>
            </a:endParaRPr>
          </a:p>
        </p:txBody>
      </p:sp>
      <p:grpSp>
        <p:nvGrpSpPr>
          <p:cNvPr id="13" name="组合 12">
            <a:extLst>
              <a:ext uri="{FF2B5EF4-FFF2-40B4-BE49-F238E27FC236}">
                <a16:creationId xmlns:a16="http://schemas.microsoft.com/office/drawing/2014/main" id="{B66A4DD9-F2ED-024B-F098-97A29FD76EB4}"/>
              </a:ext>
            </a:extLst>
          </p:cNvPr>
          <p:cNvGrpSpPr/>
          <p:nvPr/>
        </p:nvGrpSpPr>
        <p:grpSpPr>
          <a:xfrm>
            <a:off x="1424280" y="1449493"/>
            <a:ext cx="357557" cy="836334"/>
            <a:chOff x="4441630" y="1784357"/>
            <a:chExt cx="768448" cy="1797419"/>
          </a:xfrm>
        </p:grpSpPr>
        <p:cxnSp>
          <p:nvCxnSpPr>
            <p:cNvPr id="341" name="直接连接符 340">
              <a:extLst>
                <a:ext uri="{FF2B5EF4-FFF2-40B4-BE49-F238E27FC236}">
                  <a16:creationId xmlns:a16="http://schemas.microsoft.com/office/drawing/2014/main" id="{D60AC369-6771-A29F-9451-AE874EA644D3}"/>
                </a:ext>
              </a:extLst>
            </p:cNvPr>
            <p:cNvCxnSpPr>
              <a:cxnSpLocks/>
            </p:cNvCxnSpPr>
            <p:nvPr/>
          </p:nvCxnSpPr>
          <p:spPr>
            <a:xfrm>
              <a:off x="4825854" y="2653698"/>
              <a:ext cx="0" cy="928078"/>
            </a:xfrm>
            <a:prstGeom prst="line">
              <a:avLst/>
            </a:prstGeom>
            <a:noFill/>
            <a:ln w="15875" cap="flat">
              <a:gradFill>
                <a:gsLst>
                  <a:gs pos="0">
                    <a:schemeClr val="accent2">
                      <a:alpha val="32000"/>
                    </a:schemeClr>
                  </a:gs>
                  <a:gs pos="100000">
                    <a:schemeClr val="accent2">
                      <a:alpha val="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sp>
          <p:nvSpPr>
            <p:cNvPr id="342" name="文本框 341">
              <a:extLst>
                <a:ext uri="{FF2B5EF4-FFF2-40B4-BE49-F238E27FC236}">
                  <a16:creationId xmlns:a16="http://schemas.microsoft.com/office/drawing/2014/main" id="{9CC037D6-6294-ABA8-4379-030C90135C65}"/>
                </a:ext>
              </a:extLst>
            </p:cNvPr>
            <p:cNvSpPr txBox="1">
              <a:spLocks/>
            </p:cNvSpPr>
            <p:nvPr/>
          </p:nvSpPr>
          <p:spPr>
            <a:xfrm>
              <a:off x="4441630" y="1784357"/>
              <a:ext cx="768448" cy="768449"/>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r>
                <a:rPr lang="zh-CN" altLang="en-US" dirty="0"/>
                <a:t>能源</a:t>
              </a:r>
            </a:p>
          </p:txBody>
        </p:sp>
      </p:grpSp>
      <p:grpSp>
        <p:nvGrpSpPr>
          <p:cNvPr id="14" name="组合 13">
            <a:extLst>
              <a:ext uri="{FF2B5EF4-FFF2-40B4-BE49-F238E27FC236}">
                <a16:creationId xmlns:a16="http://schemas.microsoft.com/office/drawing/2014/main" id="{B7EC7836-3148-996B-72CB-E71B7FDC1F80}"/>
              </a:ext>
            </a:extLst>
          </p:cNvPr>
          <p:cNvGrpSpPr/>
          <p:nvPr/>
        </p:nvGrpSpPr>
        <p:grpSpPr>
          <a:xfrm>
            <a:off x="2337809" y="1404408"/>
            <a:ext cx="445642" cy="877474"/>
            <a:chOff x="6596339" y="1695940"/>
            <a:chExt cx="957758" cy="1885836"/>
          </a:xfrm>
        </p:grpSpPr>
        <p:grpSp>
          <p:nvGrpSpPr>
            <p:cNvPr id="337" name="组合 336">
              <a:extLst>
                <a:ext uri="{FF2B5EF4-FFF2-40B4-BE49-F238E27FC236}">
                  <a16:creationId xmlns:a16="http://schemas.microsoft.com/office/drawing/2014/main" id="{C6BC0797-C411-F05C-E33F-56C285F1CC76}"/>
                </a:ext>
              </a:extLst>
            </p:cNvPr>
            <p:cNvGrpSpPr/>
            <p:nvPr/>
          </p:nvGrpSpPr>
          <p:grpSpPr>
            <a:xfrm>
              <a:off x="6596339" y="1695940"/>
              <a:ext cx="957758" cy="1885836"/>
              <a:chOff x="7348042" y="1832882"/>
              <a:chExt cx="957758" cy="1885836"/>
            </a:xfrm>
          </p:grpSpPr>
          <p:sp>
            <p:nvSpPr>
              <p:cNvPr id="339" name="文本框 338">
                <a:extLst>
                  <a:ext uri="{FF2B5EF4-FFF2-40B4-BE49-F238E27FC236}">
                    <a16:creationId xmlns:a16="http://schemas.microsoft.com/office/drawing/2014/main" id="{8BBB4D33-7C6F-09B5-F497-19D04870B0F7}"/>
                  </a:ext>
                </a:extLst>
              </p:cNvPr>
              <p:cNvSpPr txBox="1"/>
              <p:nvPr/>
            </p:nvSpPr>
            <p:spPr>
              <a:xfrm>
                <a:off x="7348042" y="1832882"/>
                <a:ext cx="957758" cy="957758"/>
              </a:xfrm>
              <a:prstGeom prst="ellipse">
                <a:avLst/>
              </a:prstGeom>
              <a:noFill/>
              <a:ln w="12700" cap="flat">
                <a:gradFill>
                  <a:gsLst>
                    <a:gs pos="0">
                      <a:schemeClr val="accent2"/>
                    </a:gs>
                    <a:gs pos="35000">
                      <a:schemeClr val="accent2">
                        <a:alpha val="0"/>
                      </a:schemeClr>
                    </a:gs>
                    <a:gs pos="65000">
                      <a:schemeClr val="accent2">
                        <a:alpha val="0"/>
                      </a:schemeClr>
                    </a:gs>
                    <a:gs pos="100000">
                      <a:schemeClr val="accent2"/>
                    </a:gs>
                  </a:gsLst>
                  <a:lin ang="27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defPPr>
                  <a:defRPr lang="en-US"/>
                </a:defPPr>
                <a:lvl1pPr marR="0" indent="0" algn="ctr" defTabSz="2438338" fontAlgn="auto" hangingPunct="0">
                  <a:lnSpc>
                    <a:spcPct val="100000"/>
                  </a:lnSpc>
                  <a:spcBef>
                    <a:spcPts val="0"/>
                  </a:spcBef>
                  <a:spcAft>
                    <a:spcPts val="0"/>
                  </a:spcAft>
                  <a:buClrTx/>
                  <a:buSzTx/>
                  <a:buFontTx/>
                  <a:buNone/>
                  <a:tabLst/>
                  <a:defRPr kumimoji="0" sz="1000" b="0" i="0" u="none" strike="noStrike" cap="none" spc="0" normalizeH="0" baseline="0">
                    <a:ln>
                      <a:noFill/>
                    </a:ln>
                    <a:solidFill>
                      <a:schemeClr val="bg1"/>
                    </a:solidFill>
                    <a:effectLst/>
                    <a:uFillTx/>
                    <a:latin typeface="+mn-ea"/>
                  </a:defRPr>
                </a:lvl1pPr>
              </a:lstStyle>
              <a:p>
                <a:endParaRPr lang="zh-CN" altLang="en-US" dirty="0">
                  <a:sym typeface="Helvetica Neue"/>
                </a:endParaRPr>
              </a:p>
            </p:txBody>
          </p:sp>
          <p:cxnSp>
            <p:nvCxnSpPr>
              <p:cNvPr id="340" name="直接连接符 339">
                <a:extLst>
                  <a:ext uri="{FF2B5EF4-FFF2-40B4-BE49-F238E27FC236}">
                    <a16:creationId xmlns:a16="http://schemas.microsoft.com/office/drawing/2014/main" id="{F75EEFE3-A62C-AB6E-A8E4-5C2E9579CC88}"/>
                  </a:ext>
                </a:extLst>
              </p:cNvPr>
              <p:cNvCxnSpPr>
                <a:cxnSpLocks/>
                <a:stCxn id="339" idx="4"/>
              </p:cNvCxnSpPr>
              <p:nvPr/>
            </p:nvCxnSpPr>
            <p:spPr>
              <a:xfrm>
                <a:off x="7826921" y="2790640"/>
                <a:ext cx="0" cy="928078"/>
              </a:xfrm>
              <a:prstGeom prst="line">
                <a:avLst/>
              </a:prstGeom>
              <a:noFill/>
              <a:ln w="15875" cap="flat">
                <a:gradFill>
                  <a:gsLst>
                    <a:gs pos="0">
                      <a:schemeClr val="accent2">
                        <a:alpha val="32000"/>
                      </a:schemeClr>
                    </a:gs>
                    <a:gs pos="100000">
                      <a:schemeClr val="accent2">
                        <a:alpha val="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grpSp>
        <p:sp>
          <p:nvSpPr>
            <p:cNvPr id="338" name="文本框 337">
              <a:extLst>
                <a:ext uri="{FF2B5EF4-FFF2-40B4-BE49-F238E27FC236}">
                  <a16:creationId xmlns:a16="http://schemas.microsoft.com/office/drawing/2014/main" id="{D6617A26-796C-0C25-590B-9D0B65C73D87}"/>
                </a:ext>
              </a:extLst>
            </p:cNvPr>
            <p:cNvSpPr txBox="1"/>
            <p:nvPr/>
          </p:nvSpPr>
          <p:spPr>
            <a:xfrm>
              <a:off x="6690994" y="1784357"/>
              <a:ext cx="768448" cy="768448"/>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r>
                <a:rPr lang="zh-CN" altLang="en-US" dirty="0"/>
                <a:t>游戏</a:t>
              </a:r>
            </a:p>
          </p:txBody>
        </p:sp>
      </p:grpSp>
      <p:grpSp>
        <p:nvGrpSpPr>
          <p:cNvPr id="28" name="组合 27">
            <a:extLst>
              <a:ext uri="{FF2B5EF4-FFF2-40B4-BE49-F238E27FC236}">
                <a16:creationId xmlns:a16="http://schemas.microsoft.com/office/drawing/2014/main" id="{34A0BDEF-7564-12A6-08F4-0960E579C74E}"/>
              </a:ext>
            </a:extLst>
          </p:cNvPr>
          <p:cNvGrpSpPr/>
          <p:nvPr/>
        </p:nvGrpSpPr>
        <p:grpSpPr>
          <a:xfrm>
            <a:off x="3339423" y="1404408"/>
            <a:ext cx="445642" cy="877474"/>
            <a:chOff x="8845703" y="1695940"/>
            <a:chExt cx="957758" cy="1885836"/>
          </a:xfrm>
        </p:grpSpPr>
        <p:grpSp>
          <p:nvGrpSpPr>
            <p:cNvPr id="333" name="组合 332">
              <a:extLst>
                <a:ext uri="{FF2B5EF4-FFF2-40B4-BE49-F238E27FC236}">
                  <a16:creationId xmlns:a16="http://schemas.microsoft.com/office/drawing/2014/main" id="{3ABE92A3-CCCC-7B66-5124-9DEFFCE40530}"/>
                </a:ext>
              </a:extLst>
            </p:cNvPr>
            <p:cNvGrpSpPr/>
            <p:nvPr/>
          </p:nvGrpSpPr>
          <p:grpSpPr>
            <a:xfrm>
              <a:off x="8845703" y="1695940"/>
              <a:ext cx="957758" cy="1885836"/>
              <a:chOff x="7348042" y="1832882"/>
              <a:chExt cx="957758" cy="1885836"/>
            </a:xfrm>
          </p:grpSpPr>
          <p:sp>
            <p:nvSpPr>
              <p:cNvPr id="335" name="文本框 334">
                <a:extLst>
                  <a:ext uri="{FF2B5EF4-FFF2-40B4-BE49-F238E27FC236}">
                    <a16:creationId xmlns:a16="http://schemas.microsoft.com/office/drawing/2014/main" id="{359491AC-5465-2552-18C0-7C3A2C9C6403}"/>
                  </a:ext>
                </a:extLst>
              </p:cNvPr>
              <p:cNvSpPr txBox="1"/>
              <p:nvPr/>
            </p:nvSpPr>
            <p:spPr>
              <a:xfrm>
                <a:off x="7348042" y="1832882"/>
                <a:ext cx="957758" cy="957758"/>
              </a:xfrm>
              <a:prstGeom prst="ellipse">
                <a:avLst/>
              </a:prstGeom>
              <a:noFill/>
              <a:ln w="12700" cap="flat">
                <a:gradFill>
                  <a:gsLst>
                    <a:gs pos="0">
                      <a:schemeClr val="accent2"/>
                    </a:gs>
                    <a:gs pos="35000">
                      <a:schemeClr val="accent2">
                        <a:alpha val="0"/>
                      </a:schemeClr>
                    </a:gs>
                    <a:gs pos="65000">
                      <a:schemeClr val="accent2">
                        <a:alpha val="0"/>
                      </a:schemeClr>
                    </a:gs>
                    <a:gs pos="100000">
                      <a:schemeClr val="accent2"/>
                    </a:gs>
                  </a:gsLst>
                  <a:lin ang="27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defPPr>
                  <a:defRPr lang="en-US"/>
                </a:defPPr>
                <a:lvl1pPr marR="0" indent="0" algn="ctr" defTabSz="2438338" fontAlgn="auto" hangingPunct="0">
                  <a:lnSpc>
                    <a:spcPct val="100000"/>
                  </a:lnSpc>
                  <a:spcBef>
                    <a:spcPts val="0"/>
                  </a:spcBef>
                  <a:spcAft>
                    <a:spcPts val="0"/>
                  </a:spcAft>
                  <a:buClrTx/>
                  <a:buSzTx/>
                  <a:buFontTx/>
                  <a:buNone/>
                  <a:tabLst/>
                  <a:defRPr kumimoji="0" sz="1000" b="0" i="0" u="none" strike="noStrike" cap="none" spc="0" normalizeH="0" baseline="0">
                    <a:ln>
                      <a:noFill/>
                    </a:ln>
                    <a:solidFill>
                      <a:schemeClr val="bg1"/>
                    </a:solidFill>
                    <a:effectLst/>
                    <a:uFillTx/>
                    <a:latin typeface="+mn-ea"/>
                  </a:defRPr>
                </a:lvl1pPr>
              </a:lstStyle>
              <a:p>
                <a:endParaRPr lang="zh-CN" altLang="en-US" dirty="0">
                  <a:sym typeface="Helvetica Neue"/>
                </a:endParaRPr>
              </a:p>
            </p:txBody>
          </p:sp>
          <p:cxnSp>
            <p:nvCxnSpPr>
              <p:cNvPr id="336" name="直接连接符 335">
                <a:extLst>
                  <a:ext uri="{FF2B5EF4-FFF2-40B4-BE49-F238E27FC236}">
                    <a16:creationId xmlns:a16="http://schemas.microsoft.com/office/drawing/2014/main" id="{DA2EA7F0-FCFB-DEB2-44B0-7D5EE231B794}"/>
                  </a:ext>
                </a:extLst>
              </p:cNvPr>
              <p:cNvCxnSpPr>
                <a:cxnSpLocks/>
                <a:stCxn id="335" idx="4"/>
              </p:cNvCxnSpPr>
              <p:nvPr/>
            </p:nvCxnSpPr>
            <p:spPr>
              <a:xfrm>
                <a:off x="7826921" y="2790640"/>
                <a:ext cx="0" cy="928078"/>
              </a:xfrm>
              <a:prstGeom prst="line">
                <a:avLst/>
              </a:prstGeom>
              <a:noFill/>
              <a:ln w="15875" cap="flat">
                <a:gradFill>
                  <a:gsLst>
                    <a:gs pos="0">
                      <a:schemeClr val="accent2">
                        <a:alpha val="32000"/>
                      </a:schemeClr>
                    </a:gs>
                    <a:gs pos="100000">
                      <a:schemeClr val="accent2">
                        <a:alpha val="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grpSp>
        <p:sp>
          <p:nvSpPr>
            <p:cNvPr id="334" name="文本框 333">
              <a:extLst>
                <a:ext uri="{FF2B5EF4-FFF2-40B4-BE49-F238E27FC236}">
                  <a16:creationId xmlns:a16="http://schemas.microsoft.com/office/drawing/2014/main" id="{FC5C94EE-9695-CA10-9911-6F4C6F61EAF1}"/>
                </a:ext>
              </a:extLst>
            </p:cNvPr>
            <p:cNvSpPr txBox="1"/>
            <p:nvPr/>
          </p:nvSpPr>
          <p:spPr>
            <a:xfrm>
              <a:off x="8940358" y="1784357"/>
              <a:ext cx="768448" cy="768448"/>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r>
                <a:rPr lang="zh-CN" altLang="en-US" dirty="0"/>
                <a:t>医疗</a:t>
              </a:r>
            </a:p>
          </p:txBody>
        </p:sp>
      </p:grpSp>
      <p:grpSp>
        <p:nvGrpSpPr>
          <p:cNvPr id="29" name="组合 28">
            <a:extLst>
              <a:ext uri="{FF2B5EF4-FFF2-40B4-BE49-F238E27FC236}">
                <a16:creationId xmlns:a16="http://schemas.microsoft.com/office/drawing/2014/main" id="{DC0E3726-4C54-0E44-0B1F-1DA17C322E96}"/>
              </a:ext>
            </a:extLst>
          </p:cNvPr>
          <p:cNvGrpSpPr/>
          <p:nvPr/>
        </p:nvGrpSpPr>
        <p:grpSpPr>
          <a:xfrm>
            <a:off x="4341037" y="1404408"/>
            <a:ext cx="445642" cy="877474"/>
            <a:chOff x="10957511" y="1695940"/>
            <a:chExt cx="957758" cy="1885836"/>
          </a:xfrm>
        </p:grpSpPr>
        <p:grpSp>
          <p:nvGrpSpPr>
            <p:cNvPr id="329" name="组合 328">
              <a:extLst>
                <a:ext uri="{FF2B5EF4-FFF2-40B4-BE49-F238E27FC236}">
                  <a16:creationId xmlns:a16="http://schemas.microsoft.com/office/drawing/2014/main" id="{B944C9D6-9CB3-4023-5D8F-A25BE2F0CA28}"/>
                </a:ext>
              </a:extLst>
            </p:cNvPr>
            <p:cNvGrpSpPr/>
            <p:nvPr/>
          </p:nvGrpSpPr>
          <p:grpSpPr>
            <a:xfrm>
              <a:off x="10957511" y="1695940"/>
              <a:ext cx="957758" cy="1885836"/>
              <a:chOff x="7348042" y="1832882"/>
              <a:chExt cx="957758" cy="1885836"/>
            </a:xfrm>
          </p:grpSpPr>
          <p:sp>
            <p:nvSpPr>
              <p:cNvPr id="331" name="文本框 330">
                <a:extLst>
                  <a:ext uri="{FF2B5EF4-FFF2-40B4-BE49-F238E27FC236}">
                    <a16:creationId xmlns:a16="http://schemas.microsoft.com/office/drawing/2014/main" id="{3C46D024-C7E3-E1AB-1A71-423A04B10274}"/>
                  </a:ext>
                </a:extLst>
              </p:cNvPr>
              <p:cNvSpPr txBox="1"/>
              <p:nvPr/>
            </p:nvSpPr>
            <p:spPr>
              <a:xfrm>
                <a:off x="7348042" y="1832882"/>
                <a:ext cx="957758" cy="957758"/>
              </a:xfrm>
              <a:prstGeom prst="ellipse">
                <a:avLst/>
              </a:prstGeom>
              <a:noFill/>
              <a:ln w="12700" cap="flat">
                <a:gradFill>
                  <a:gsLst>
                    <a:gs pos="0">
                      <a:schemeClr val="accent2"/>
                    </a:gs>
                    <a:gs pos="35000">
                      <a:schemeClr val="accent2">
                        <a:alpha val="0"/>
                      </a:schemeClr>
                    </a:gs>
                    <a:gs pos="65000">
                      <a:schemeClr val="accent2">
                        <a:alpha val="0"/>
                      </a:schemeClr>
                    </a:gs>
                    <a:gs pos="100000">
                      <a:schemeClr val="accent2"/>
                    </a:gs>
                  </a:gsLst>
                  <a:lin ang="27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defPPr>
                  <a:defRPr lang="en-US"/>
                </a:defPPr>
                <a:lvl1pPr marR="0" indent="0" algn="ctr" defTabSz="2438338" fontAlgn="auto" hangingPunct="0">
                  <a:lnSpc>
                    <a:spcPct val="100000"/>
                  </a:lnSpc>
                  <a:spcBef>
                    <a:spcPts val="0"/>
                  </a:spcBef>
                  <a:spcAft>
                    <a:spcPts val="0"/>
                  </a:spcAft>
                  <a:buClrTx/>
                  <a:buSzTx/>
                  <a:buFontTx/>
                  <a:buNone/>
                  <a:tabLst/>
                  <a:defRPr kumimoji="0" sz="1000" b="0" i="0" u="none" strike="noStrike" cap="none" spc="0" normalizeH="0" baseline="0">
                    <a:ln>
                      <a:noFill/>
                    </a:ln>
                    <a:solidFill>
                      <a:schemeClr val="bg1"/>
                    </a:solidFill>
                    <a:effectLst/>
                    <a:uFillTx/>
                    <a:latin typeface="+mn-ea"/>
                  </a:defRPr>
                </a:lvl1pPr>
              </a:lstStyle>
              <a:p>
                <a:endParaRPr lang="zh-CN" altLang="en-US" dirty="0">
                  <a:sym typeface="Helvetica Neue"/>
                </a:endParaRPr>
              </a:p>
            </p:txBody>
          </p:sp>
          <p:cxnSp>
            <p:nvCxnSpPr>
              <p:cNvPr id="332" name="直接连接符 331">
                <a:extLst>
                  <a:ext uri="{FF2B5EF4-FFF2-40B4-BE49-F238E27FC236}">
                    <a16:creationId xmlns:a16="http://schemas.microsoft.com/office/drawing/2014/main" id="{3397E453-7D46-313C-FE14-83B489E5881B}"/>
                  </a:ext>
                </a:extLst>
              </p:cNvPr>
              <p:cNvCxnSpPr>
                <a:cxnSpLocks/>
                <a:stCxn id="331" idx="4"/>
              </p:cNvCxnSpPr>
              <p:nvPr/>
            </p:nvCxnSpPr>
            <p:spPr>
              <a:xfrm>
                <a:off x="7826921" y="2790640"/>
                <a:ext cx="0" cy="928078"/>
              </a:xfrm>
              <a:prstGeom prst="line">
                <a:avLst/>
              </a:prstGeom>
              <a:noFill/>
              <a:ln w="15875" cap="flat">
                <a:gradFill>
                  <a:gsLst>
                    <a:gs pos="0">
                      <a:schemeClr val="accent2">
                        <a:alpha val="32000"/>
                      </a:schemeClr>
                    </a:gs>
                    <a:gs pos="100000">
                      <a:schemeClr val="accent2">
                        <a:alpha val="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grpSp>
        <p:sp>
          <p:nvSpPr>
            <p:cNvPr id="330" name="文本框 329">
              <a:extLst>
                <a:ext uri="{FF2B5EF4-FFF2-40B4-BE49-F238E27FC236}">
                  <a16:creationId xmlns:a16="http://schemas.microsoft.com/office/drawing/2014/main" id="{ABA7DAB0-8CE7-0968-85B1-4800FBC42EEF}"/>
                </a:ext>
              </a:extLst>
            </p:cNvPr>
            <p:cNvSpPr txBox="1"/>
            <p:nvPr/>
          </p:nvSpPr>
          <p:spPr>
            <a:xfrm>
              <a:off x="11052166" y="1784357"/>
              <a:ext cx="768448" cy="768448"/>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r>
                <a:rPr lang="zh-CN" altLang="en-US" dirty="0"/>
                <a:t>交通</a:t>
              </a:r>
            </a:p>
          </p:txBody>
        </p:sp>
      </p:grpSp>
      <p:grpSp>
        <p:nvGrpSpPr>
          <p:cNvPr id="31" name="组合 30">
            <a:extLst>
              <a:ext uri="{FF2B5EF4-FFF2-40B4-BE49-F238E27FC236}">
                <a16:creationId xmlns:a16="http://schemas.microsoft.com/office/drawing/2014/main" id="{17BD5825-C826-2444-E96F-065F099DA272}"/>
              </a:ext>
            </a:extLst>
          </p:cNvPr>
          <p:cNvGrpSpPr/>
          <p:nvPr/>
        </p:nvGrpSpPr>
        <p:grpSpPr>
          <a:xfrm>
            <a:off x="5342651" y="1404408"/>
            <a:ext cx="445642" cy="877474"/>
            <a:chOff x="13063358" y="1695940"/>
            <a:chExt cx="957758" cy="1885836"/>
          </a:xfrm>
        </p:grpSpPr>
        <p:grpSp>
          <p:nvGrpSpPr>
            <p:cNvPr id="325" name="组合 324">
              <a:extLst>
                <a:ext uri="{FF2B5EF4-FFF2-40B4-BE49-F238E27FC236}">
                  <a16:creationId xmlns:a16="http://schemas.microsoft.com/office/drawing/2014/main" id="{A78ADF96-5CB6-46A6-02FA-5CA011E7F2B0}"/>
                </a:ext>
              </a:extLst>
            </p:cNvPr>
            <p:cNvGrpSpPr/>
            <p:nvPr/>
          </p:nvGrpSpPr>
          <p:grpSpPr>
            <a:xfrm>
              <a:off x="13063358" y="1695940"/>
              <a:ext cx="957758" cy="1885836"/>
              <a:chOff x="7348042" y="1832882"/>
              <a:chExt cx="957758" cy="1885836"/>
            </a:xfrm>
          </p:grpSpPr>
          <p:sp>
            <p:nvSpPr>
              <p:cNvPr id="327" name="文本框 326">
                <a:extLst>
                  <a:ext uri="{FF2B5EF4-FFF2-40B4-BE49-F238E27FC236}">
                    <a16:creationId xmlns:a16="http://schemas.microsoft.com/office/drawing/2014/main" id="{645D1279-866F-4191-1A68-853721976985}"/>
                  </a:ext>
                </a:extLst>
              </p:cNvPr>
              <p:cNvSpPr txBox="1"/>
              <p:nvPr/>
            </p:nvSpPr>
            <p:spPr>
              <a:xfrm>
                <a:off x="7348042" y="1832882"/>
                <a:ext cx="957758" cy="957758"/>
              </a:xfrm>
              <a:prstGeom prst="ellipse">
                <a:avLst/>
              </a:prstGeom>
              <a:noFill/>
              <a:ln w="12700" cap="flat">
                <a:gradFill>
                  <a:gsLst>
                    <a:gs pos="0">
                      <a:schemeClr val="accent2"/>
                    </a:gs>
                    <a:gs pos="35000">
                      <a:schemeClr val="accent2">
                        <a:alpha val="0"/>
                      </a:schemeClr>
                    </a:gs>
                    <a:gs pos="65000">
                      <a:schemeClr val="accent2">
                        <a:alpha val="0"/>
                      </a:schemeClr>
                    </a:gs>
                    <a:gs pos="100000">
                      <a:schemeClr val="accent2"/>
                    </a:gs>
                  </a:gsLst>
                  <a:lin ang="27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defPPr>
                  <a:defRPr lang="en-US"/>
                </a:defPPr>
                <a:lvl1pPr marR="0" indent="0" algn="ctr" defTabSz="2438338" fontAlgn="auto" hangingPunct="0">
                  <a:lnSpc>
                    <a:spcPct val="100000"/>
                  </a:lnSpc>
                  <a:spcBef>
                    <a:spcPts val="0"/>
                  </a:spcBef>
                  <a:spcAft>
                    <a:spcPts val="0"/>
                  </a:spcAft>
                  <a:buClrTx/>
                  <a:buSzTx/>
                  <a:buFontTx/>
                  <a:buNone/>
                  <a:tabLst/>
                  <a:defRPr kumimoji="0" sz="1000" b="0" i="0" u="none" strike="noStrike" cap="none" spc="0" normalizeH="0" baseline="0">
                    <a:ln>
                      <a:noFill/>
                    </a:ln>
                    <a:solidFill>
                      <a:schemeClr val="bg1"/>
                    </a:solidFill>
                    <a:effectLst/>
                    <a:uFillTx/>
                    <a:latin typeface="+mn-ea"/>
                  </a:defRPr>
                </a:lvl1pPr>
              </a:lstStyle>
              <a:p>
                <a:endParaRPr lang="zh-CN" altLang="en-US" dirty="0">
                  <a:sym typeface="Helvetica Neue"/>
                </a:endParaRPr>
              </a:p>
            </p:txBody>
          </p:sp>
          <p:cxnSp>
            <p:nvCxnSpPr>
              <p:cNvPr id="328" name="直接连接符 327">
                <a:extLst>
                  <a:ext uri="{FF2B5EF4-FFF2-40B4-BE49-F238E27FC236}">
                    <a16:creationId xmlns:a16="http://schemas.microsoft.com/office/drawing/2014/main" id="{D9AC90D4-5641-DEE8-57B5-440471B69D75}"/>
                  </a:ext>
                </a:extLst>
              </p:cNvPr>
              <p:cNvCxnSpPr>
                <a:cxnSpLocks/>
                <a:stCxn id="327" idx="4"/>
              </p:cNvCxnSpPr>
              <p:nvPr/>
            </p:nvCxnSpPr>
            <p:spPr>
              <a:xfrm>
                <a:off x="7826921" y="2790640"/>
                <a:ext cx="0" cy="928078"/>
              </a:xfrm>
              <a:prstGeom prst="line">
                <a:avLst/>
              </a:prstGeom>
              <a:noFill/>
              <a:ln w="15875" cap="flat">
                <a:gradFill>
                  <a:gsLst>
                    <a:gs pos="0">
                      <a:schemeClr val="accent2">
                        <a:alpha val="32000"/>
                      </a:schemeClr>
                    </a:gs>
                    <a:gs pos="100000">
                      <a:schemeClr val="accent2">
                        <a:alpha val="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grpSp>
        <p:sp>
          <p:nvSpPr>
            <p:cNvPr id="326" name="文本框 325">
              <a:extLst>
                <a:ext uri="{FF2B5EF4-FFF2-40B4-BE49-F238E27FC236}">
                  <a16:creationId xmlns:a16="http://schemas.microsoft.com/office/drawing/2014/main" id="{47140A70-36BE-F40D-510A-0D8D8FA8A715}"/>
                </a:ext>
              </a:extLst>
            </p:cNvPr>
            <p:cNvSpPr txBox="1"/>
            <p:nvPr/>
          </p:nvSpPr>
          <p:spPr>
            <a:xfrm>
              <a:off x="13158013" y="1784357"/>
              <a:ext cx="768448" cy="768448"/>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r>
                <a:rPr lang="zh-CN" altLang="en-US" dirty="0"/>
                <a:t>金融</a:t>
              </a:r>
            </a:p>
          </p:txBody>
        </p:sp>
      </p:grpSp>
      <p:grpSp>
        <p:nvGrpSpPr>
          <p:cNvPr id="32" name="组合 31">
            <a:extLst>
              <a:ext uri="{FF2B5EF4-FFF2-40B4-BE49-F238E27FC236}">
                <a16:creationId xmlns:a16="http://schemas.microsoft.com/office/drawing/2014/main" id="{CEE57F70-164D-5B2A-02A0-A230EE73B551}"/>
              </a:ext>
            </a:extLst>
          </p:cNvPr>
          <p:cNvGrpSpPr/>
          <p:nvPr/>
        </p:nvGrpSpPr>
        <p:grpSpPr>
          <a:xfrm>
            <a:off x="6344265" y="1404408"/>
            <a:ext cx="445642" cy="877474"/>
            <a:chOff x="15144286" y="1695940"/>
            <a:chExt cx="957758" cy="1885836"/>
          </a:xfrm>
        </p:grpSpPr>
        <p:grpSp>
          <p:nvGrpSpPr>
            <p:cNvPr id="321" name="组合 320">
              <a:extLst>
                <a:ext uri="{FF2B5EF4-FFF2-40B4-BE49-F238E27FC236}">
                  <a16:creationId xmlns:a16="http://schemas.microsoft.com/office/drawing/2014/main" id="{C373B8AF-BC85-E3AD-B432-46D8A3132D97}"/>
                </a:ext>
              </a:extLst>
            </p:cNvPr>
            <p:cNvGrpSpPr/>
            <p:nvPr/>
          </p:nvGrpSpPr>
          <p:grpSpPr>
            <a:xfrm>
              <a:off x="15144286" y="1695940"/>
              <a:ext cx="957758" cy="1885836"/>
              <a:chOff x="7348042" y="1832882"/>
              <a:chExt cx="957758" cy="1885836"/>
            </a:xfrm>
          </p:grpSpPr>
          <p:sp>
            <p:nvSpPr>
              <p:cNvPr id="323" name="文本框 322">
                <a:extLst>
                  <a:ext uri="{FF2B5EF4-FFF2-40B4-BE49-F238E27FC236}">
                    <a16:creationId xmlns:a16="http://schemas.microsoft.com/office/drawing/2014/main" id="{BE0EDC96-B6F1-8753-AFD5-4D98445C7561}"/>
                  </a:ext>
                </a:extLst>
              </p:cNvPr>
              <p:cNvSpPr txBox="1"/>
              <p:nvPr/>
            </p:nvSpPr>
            <p:spPr>
              <a:xfrm>
                <a:off x="7348042" y="1832882"/>
                <a:ext cx="957758" cy="957758"/>
              </a:xfrm>
              <a:prstGeom prst="ellipse">
                <a:avLst/>
              </a:prstGeom>
              <a:noFill/>
              <a:ln w="12700" cap="flat">
                <a:gradFill>
                  <a:gsLst>
                    <a:gs pos="0">
                      <a:schemeClr val="accent2"/>
                    </a:gs>
                    <a:gs pos="35000">
                      <a:schemeClr val="accent2">
                        <a:alpha val="0"/>
                      </a:schemeClr>
                    </a:gs>
                    <a:gs pos="65000">
                      <a:schemeClr val="accent2">
                        <a:alpha val="0"/>
                      </a:schemeClr>
                    </a:gs>
                    <a:gs pos="100000">
                      <a:schemeClr val="accent2"/>
                    </a:gs>
                  </a:gsLst>
                  <a:lin ang="27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defPPr>
                  <a:defRPr lang="en-US"/>
                </a:defPPr>
                <a:lvl1pPr marR="0" indent="0" algn="ctr" defTabSz="2438338" fontAlgn="auto" hangingPunct="0">
                  <a:lnSpc>
                    <a:spcPct val="100000"/>
                  </a:lnSpc>
                  <a:spcBef>
                    <a:spcPts val="0"/>
                  </a:spcBef>
                  <a:spcAft>
                    <a:spcPts val="0"/>
                  </a:spcAft>
                  <a:buClrTx/>
                  <a:buSzTx/>
                  <a:buFontTx/>
                  <a:buNone/>
                  <a:tabLst/>
                  <a:defRPr kumimoji="0" sz="1000" b="0" i="0" u="none" strike="noStrike" cap="none" spc="0" normalizeH="0" baseline="0">
                    <a:ln>
                      <a:noFill/>
                    </a:ln>
                    <a:solidFill>
                      <a:schemeClr val="bg1"/>
                    </a:solidFill>
                    <a:effectLst/>
                    <a:uFillTx/>
                    <a:latin typeface="+mn-ea"/>
                  </a:defRPr>
                </a:lvl1pPr>
              </a:lstStyle>
              <a:p>
                <a:endParaRPr lang="zh-CN" altLang="en-US" dirty="0">
                  <a:sym typeface="Helvetica Neue"/>
                </a:endParaRPr>
              </a:p>
            </p:txBody>
          </p:sp>
          <p:cxnSp>
            <p:nvCxnSpPr>
              <p:cNvPr id="324" name="直接连接符 323">
                <a:extLst>
                  <a:ext uri="{FF2B5EF4-FFF2-40B4-BE49-F238E27FC236}">
                    <a16:creationId xmlns:a16="http://schemas.microsoft.com/office/drawing/2014/main" id="{E855632F-6BFB-04B4-AAC2-AB92F1C24B08}"/>
                  </a:ext>
                </a:extLst>
              </p:cNvPr>
              <p:cNvCxnSpPr>
                <a:cxnSpLocks/>
                <a:stCxn id="323" idx="4"/>
              </p:cNvCxnSpPr>
              <p:nvPr/>
            </p:nvCxnSpPr>
            <p:spPr>
              <a:xfrm>
                <a:off x="7826921" y="2790640"/>
                <a:ext cx="0" cy="928078"/>
              </a:xfrm>
              <a:prstGeom prst="line">
                <a:avLst/>
              </a:prstGeom>
              <a:noFill/>
              <a:ln w="15875" cap="flat">
                <a:gradFill>
                  <a:gsLst>
                    <a:gs pos="0">
                      <a:schemeClr val="accent2">
                        <a:alpha val="32000"/>
                      </a:schemeClr>
                    </a:gs>
                    <a:gs pos="100000">
                      <a:schemeClr val="accent2">
                        <a:alpha val="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grpSp>
        <p:sp>
          <p:nvSpPr>
            <p:cNvPr id="322" name="文本框 321">
              <a:extLst>
                <a:ext uri="{FF2B5EF4-FFF2-40B4-BE49-F238E27FC236}">
                  <a16:creationId xmlns:a16="http://schemas.microsoft.com/office/drawing/2014/main" id="{041A2C6C-31F2-0623-11FD-91B72AD5E23E}"/>
                </a:ext>
              </a:extLst>
            </p:cNvPr>
            <p:cNvSpPr txBox="1">
              <a:spLocks/>
            </p:cNvSpPr>
            <p:nvPr/>
          </p:nvSpPr>
          <p:spPr>
            <a:xfrm>
              <a:off x="15238941" y="1784357"/>
              <a:ext cx="768448" cy="768448"/>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r>
                <a:rPr lang="zh-CN" altLang="en-US" dirty="0"/>
                <a:t>地产</a:t>
              </a:r>
            </a:p>
          </p:txBody>
        </p:sp>
      </p:grpSp>
      <p:grpSp>
        <p:nvGrpSpPr>
          <p:cNvPr id="33" name="组合 32">
            <a:extLst>
              <a:ext uri="{FF2B5EF4-FFF2-40B4-BE49-F238E27FC236}">
                <a16:creationId xmlns:a16="http://schemas.microsoft.com/office/drawing/2014/main" id="{7943B7A2-AA5B-A713-737B-AD8213A28851}"/>
              </a:ext>
            </a:extLst>
          </p:cNvPr>
          <p:cNvGrpSpPr/>
          <p:nvPr/>
        </p:nvGrpSpPr>
        <p:grpSpPr>
          <a:xfrm>
            <a:off x="7345874" y="1404408"/>
            <a:ext cx="445642" cy="877474"/>
            <a:chOff x="17168098" y="1695940"/>
            <a:chExt cx="957758" cy="1885836"/>
          </a:xfrm>
        </p:grpSpPr>
        <p:grpSp>
          <p:nvGrpSpPr>
            <p:cNvPr id="317" name="组合 316">
              <a:extLst>
                <a:ext uri="{FF2B5EF4-FFF2-40B4-BE49-F238E27FC236}">
                  <a16:creationId xmlns:a16="http://schemas.microsoft.com/office/drawing/2014/main" id="{5BC0EC51-A50F-9918-F984-802A5773B6FE}"/>
                </a:ext>
              </a:extLst>
            </p:cNvPr>
            <p:cNvGrpSpPr/>
            <p:nvPr/>
          </p:nvGrpSpPr>
          <p:grpSpPr>
            <a:xfrm>
              <a:off x="17168098" y="1695940"/>
              <a:ext cx="957758" cy="1885836"/>
              <a:chOff x="7348042" y="1832882"/>
              <a:chExt cx="957758" cy="1885836"/>
            </a:xfrm>
          </p:grpSpPr>
          <p:sp>
            <p:nvSpPr>
              <p:cNvPr id="319" name="文本框 318">
                <a:extLst>
                  <a:ext uri="{FF2B5EF4-FFF2-40B4-BE49-F238E27FC236}">
                    <a16:creationId xmlns:a16="http://schemas.microsoft.com/office/drawing/2014/main" id="{481BAFD2-EE6B-1982-C1C1-0B6369C9F622}"/>
                  </a:ext>
                </a:extLst>
              </p:cNvPr>
              <p:cNvSpPr txBox="1"/>
              <p:nvPr/>
            </p:nvSpPr>
            <p:spPr>
              <a:xfrm>
                <a:off x="7348042" y="1832882"/>
                <a:ext cx="957758" cy="957758"/>
              </a:xfrm>
              <a:prstGeom prst="ellipse">
                <a:avLst/>
              </a:prstGeom>
              <a:noFill/>
              <a:ln w="12700" cap="flat">
                <a:gradFill>
                  <a:gsLst>
                    <a:gs pos="0">
                      <a:schemeClr val="accent2"/>
                    </a:gs>
                    <a:gs pos="35000">
                      <a:schemeClr val="accent2">
                        <a:alpha val="0"/>
                      </a:schemeClr>
                    </a:gs>
                    <a:gs pos="65000">
                      <a:schemeClr val="accent2">
                        <a:alpha val="0"/>
                      </a:schemeClr>
                    </a:gs>
                    <a:gs pos="100000">
                      <a:schemeClr val="accent2"/>
                    </a:gs>
                  </a:gsLst>
                  <a:lin ang="27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defPPr>
                  <a:defRPr lang="en-US"/>
                </a:defPPr>
                <a:lvl1pPr marR="0" indent="0" algn="ctr" defTabSz="2438338" fontAlgn="auto" hangingPunct="0">
                  <a:lnSpc>
                    <a:spcPct val="100000"/>
                  </a:lnSpc>
                  <a:spcBef>
                    <a:spcPts val="0"/>
                  </a:spcBef>
                  <a:spcAft>
                    <a:spcPts val="0"/>
                  </a:spcAft>
                  <a:buClrTx/>
                  <a:buSzTx/>
                  <a:buFontTx/>
                  <a:buNone/>
                  <a:tabLst/>
                  <a:defRPr kumimoji="0" sz="1000" b="0" i="0" u="none" strike="noStrike" cap="none" spc="0" normalizeH="0" baseline="0">
                    <a:ln>
                      <a:noFill/>
                    </a:ln>
                    <a:solidFill>
                      <a:schemeClr val="bg1"/>
                    </a:solidFill>
                    <a:effectLst/>
                    <a:uFillTx/>
                    <a:latin typeface="+mn-ea"/>
                  </a:defRPr>
                </a:lvl1pPr>
              </a:lstStyle>
              <a:p>
                <a:endParaRPr lang="zh-CN" altLang="en-US" dirty="0">
                  <a:sym typeface="Helvetica Neue"/>
                </a:endParaRPr>
              </a:p>
            </p:txBody>
          </p:sp>
          <p:cxnSp>
            <p:nvCxnSpPr>
              <p:cNvPr id="320" name="直接连接符 319">
                <a:extLst>
                  <a:ext uri="{FF2B5EF4-FFF2-40B4-BE49-F238E27FC236}">
                    <a16:creationId xmlns:a16="http://schemas.microsoft.com/office/drawing/2014/main" id="{ECB10FF9-EC19-E68C-FA7E-EC8AFCF68B76}"/>
                  </a:ext>
                </a:extLst>
              </p:cNvPr>
              <p:cNvCxnSpPr>
                <a:cxnSpLocks/>
                <a:stCxn id="319" idx="4"/>
              </p:cNvCxnSpPr>
              <p:nvPr/>
            </p:nvCxnSpPr>
            <p:spPr>
              <a:xfrm>
                <a:off x="7826921" y="2790640"/>
                <a:ext cx="0" cy="928078"/>
              </a:xfrm>
              <a:prstGeom prst="line">
                <a:avLst/>
              </a:prstGeom>
              <a:noFill/>
              <a:ln w="15875" cap="flat">
                <a:gradFill>
                  <a:gsLst>
                    <a:gs pos="0">
                      <a:schemeClr val="accent2">
                        <a:alpha val="32000"/>
                      </a:schemeClr>
                    </a:gs>
                    <a:gs pos="100000">
                      <a:schemeClr val="accent2">
                        <a:alpha val="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grpSp>
        <p:sp>
          <p:nvSpPr>
            <p:cNvPr id="318" name="文本框 317">
              <a:extLst>
                <a:ext uri="{FF2B5EF4-FFF2-40B4-BE49-F238E27FC236}">
                  <a16:creationId xmlns:a16="http://schemas.microsoft.com/office/drawing/2014/main" id="{1A87C2E7-4578-29F8-1A82-FA7C27A0E688}"/>
                </a:ext>
              </a:extLst>
            </p:cNvPr>
            <p:cNvSpPr txBox="1"/>
            <p:nvPr/>
          </p:nvSpPr>
          <p:spPr>
            <a:xfrm>
              <a:off x="17262753" y="1784357"/>
              <a:ext cx="768448" cy="768448"/>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r>
                <a:rPr lang="zh-CN" altLang="en-US" dirty="0"/>
                <a:t>零售</a:t>
              </a:r>
            </a:p>
          </p:txBody>
        </p:sp>
      </p:grpSp>
      <p:grpSp>
        <p:nvGrpSpPr>
          <p:cNvPr id="34" name="组合 33">
            <a:extLst>
              <a:ext uri="{FF2B5EF4-FFF2-40B4-BE49-F238E27FC236}">
                <a16:creationId xmlns:a16="http://schemas.microsoft.com/office/drawing/2014/main" id="{93DDE0A9-31AE-C216-27CD-949DC73E669C}"/>
              </a:ext>
            </a:extLst>
          </p:cNvPr>
          <p:cNvGrpSpPr/>
          <p:nvPr/>
        </p:nvGrpSpPr>
        <p:grpSpPr>
          <a:xfrm>
            <a:off x="2870620" y="1833398"/>
            <a:ext cx="445642" cy="712171"/>
            <a:chOff x="7728990" y="2051206"/>
            <a:chExt cx="957758" cy="1530570"/>
          </a:xfrm>
        </p:grpSpPr>
        <p:sp>
          <p:nvSpPr>
            <p:cNvPr id="314" name="文本框 313">
              <a:extLst>
                <a:ext uri="{FF2B5EF4-FFF2-40B4-BE49-F238E27FC236}">
                  <a16:creationId xmlns:a16="http://schemas.microsoft.com/office/drawing/2014/main" id="{67978C67-46C5-4DBF-305D-CFEC44E1FA7C}"/>
                </a:ext>
              </a:extLst>
            </p:cNvPr>
            <p:cNvSpPr txBox="1"/>
            <p:nvPr/>
          </p:nvSpPr>
          <p:spPr>
            <a:xfrm>
              <a:off x="7728990" y="2051206"/>
              <a:ext cx="957758" cy="957758"/>
            </a:xfrm>
            <a:prstGeom prst="ellipse">
              <a:avLst/>
            </a:prstGeom>
            <a:noFill/>
            <a:ln w="12700" cap="flat">
              <a:gradFill>
                <a:gsLst>
                  <a:gs pos="0">
                    <a:schemeClr val="accent2"/>
                  </a:gs>
                  <a:gs pos="35000">
                    <a:schemeClr val="accent2">
                      <a:alpha val="0"/>
                    </a:schemeClr>
                  </a:gs>
                  <a:gs pos="65000">
                    <a:schemeClr val="accent2">
                      <a:alpha val="0"/>
                    </a:schemeClr>
                  </a:gs>
                  <a:gs pos="100000">
                    <a:schemeClr val="accent2"/>
                  </a:gs>
                </a:gsLst>
                <a:lin ang="27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defPPr>
                <a:defRPr lang="en-US"/>
              </a:defPPr>
              <a:lvl1pPr marR="0" indent="0" algn="ctr" defTabSz="2438338" fontAlgn="auto" hangingPunct="0">
                <a:lnSpc>
                  <a:spcPct val="100000"/>
                </a:lnSpc>
                <a:spcBef>
                  <a:spcPts val="0"/>
                </a:spcBef>
                <a:spcAft>
                  <a:spcPts val="0"/>
                </a:spcAft>
                <a:buClrTx/>
                <a:buSzTx/>
                <a:buFontTx/>
                <a:buNone/>
                <a:tabLst/>
                <a:defRPr kumimoji="0" sz="1000" b="0" i="0" u="none" strike="noStrike" cap="none" spc="0" normalizeH="0" baseline="0">
                  <a:ln>
                    <a:noFill/>
                  </a:ln>
                  <a:solidFill>
                    <a:schemeClr val="bg1"/>
                  </a:solidFill>
                  <a:effectLst/>
                  <a:uFillTx/>
                  <a:latin typeface="+mn-ea"/>
                </a:defRPr>
              </a:lvl1pPr>
            </a:lstStyle>
            <a:p>
              <a:endParaRPr lang="zh-CN" altLang="en-US" dirty="0">
                <a:sym typeface="Helvetica Neue"/>
              </a:endParaRPr>
            </a:p>
          </p:txBody>
        </p:sp>
        <p:sp>
          <p:nvSpPr>
            <p:cNvPr id="315" name="文本框 314">
              <a:extLst>
                <a:ext uri="{FF2B5EF4-FFF2-40B4-BE49-F238E27FC236}">
                  <a16:creationId xmlns:a16="http://schemas.microsoft.com/office/drawing/2014/main" id="{D556F990-E257-7E3A-1F52-304AD3DF377B}"/>
                </a:ext>
              </a:extLst>
            </p:cNvPr>
            <p:cNvSpPr txBox="1"/>
            <p:nvPr/>
          </p:nvSpPr>
          <p:spPr>
            <a:xfrm>
              <a:off x="7823645" y="2145861"/>
              <a:ext cx="768448" cy="768448"/>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r>
                <a:rPr lang="zh-CN" altLang="en-US" dirty="0"/>
                <a:t>政务</a:t>
              </a:r>
            </a:p>
          </p:txBody>
        </p:sp>
        <p:cxnSp>
          <p:nvCxnSpPr>
            <p:cNvPr id="316" name="直接连接符 315">
              <a:extLst>
                <a:ext uri="{FF2B5EF4-FFF2-40B4-BE49-F238E27FC236}">
                  <a16:creationId xmlns:a16="http://schemas.microsoft.com/office/drawing/2014/main" id="{064CF9C4-A9D5-E26D-C518-194DA4AE5D02}"/>
                </a:ext>
              </a:extLst>
            </p:cNvPr>
            <p:cNvCxnSpPr>
              <a:cxnSpLocks/>
            </p:cNvCxnSpPr>
            <p:nvPr/>
          </p:nvCxnSpPr>
          <p:spPr>
            <a:xfrm>
              <a:off x="8207869" y="3008964"/>
              <a:ext cx="0" cy="572812"/>
            </a:xfrm>
            <a:prstGeom prst="line">
              <a:avLst/>
            </a:prstGeom>
            <a:noFill/>
            <a:ln w="15875" cap="flat">
              <a:gradFill>
                <a:gsLst>
                  <a:gs pos="0">
                    <a:schemeClr val="accent2">
                      <a:alpha val="55000"/>
                    </a:schemeClr>
                  </a:gs>
                  <a:gs pos="100000">
                    <a:schemeClr val="accent2">
                      <a:alpha val="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grpSp>
      <p:grpSp>
        <p:nvGrpSpPr>
          <p:cNvPr id="35" name="组合 34">
            <a:extLst>
              <a:ext uri="{FF2B5EF4-FFF2-40B4-BE49-F238E27FC236}">
                <a16:creationId xmlns:a16="http://schemas.microsoft.com/office/drawing/2014/main" id="{1859C12D-70BD-85AB-CDF2-1783D30293D0}"/>
              </a:ext>
            </a:extLst>
          </p:cNvPr>
          <p:cNvGrpSpPr/>
          <p:nvPr/>
        </p:nvGrpSpPr>
        <p:grpSpPr>
          <a:xfrm>
            <a:off x="3872234" y="1833398"/>
            <a:ext cx="445642" cy="670538"/>
            <a:chOff x="9905802" y="2140681"/>
            <a:chExt cx="957758" cy="1441095"/>
          </a:xfrm>
        </p:grpSpPr>
        <p:sp>
          <p:nvSpPr>
            <p:cNvPr id="311" name="文本框 310">
              <a:extLst>
                <a:ext uri="{FF2B5EF4-FFF2-40B4-BE49-F238E27FC236}">
                  <a16:creationId xmlns:a16="http://schemas.microsoft.com/office/drawing/2014/main" id="{9B9DCE7D-A605-D2C3-46A5-977C70BB65B3}"/>
                </a:ext>
              </a:extLst>
            </p:cNvPr>
            <p:cNvSpPr txBox="1"/>
            <p:nvPr/>
          </p:nvSpPr>
          <p:spPr>
            <a:xfrm>
              <a:off x="9905802" y="2140681"/>
              <a:ext cx="957758" cy="957758"/>
            </a:xfrm>
            <a:prstGeom prst="ellipse">
              <a:avLst/>
            </a:prstGeom>
            <a:noFill/>
            <a:ln w="12700" cap="flat">
              <a:gradFill>
                <a:gsLst>
                  <a:gs pos="0">
                    <a:schemeClr val="accent2"/>
                  </a:gs>
                  <a:gs pos="35000">
                    <a:schemeClr val="accent2">
                      <a:alpha val="0"/>
                    </a:schemeClr>
                  </a:gs>
                  <a:gs pos="65000">
                    <a:schemeClr val="accent2">
                      <a:alpha val="0"/>
                    </a:schemeClr>
                  </a:gs>
                  <a:gs pos="100000">
                    <a:schemeClr val="accent2"/>
                  </a:gs>
                </a:gsLst>
                <a:lin ang="27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defPPr>
                <a:defRPr lang="en-US"/>
              </a:defPPr>
              <a:lvl1pPr marR="0" indent="0" algn="ctr" defTabSz="2438338" fontAlgn="auto" hangingPunct="0">
                <a:lnSpc>
                  <a:spcPct val="100000"/>
                </a:lnSpc>
                <a:spcBef>
                  <a:spcPts val="0"/>
                </a:spcBef>
                <a:spcAft>
                  <a:spcPts val="0"/>
                </a:spcAft>
                <a:buClrTx/>
                <a:buSzTx/>
                <a:buFontTx/>
                <a:buNone/>
                <a:tabLst/>
                <a:defRPr kumimoji="0" sz="1000" b="0" i="0" u="none" strike="noStrike" cap="none" spc="0" normalizeH="0" baseline="0">
                  <a:ln>
                    <a:noFill/>
                  </a:ln>
                  <a:solidFill>
                    <a:schemeClr val="bg1"/>
                  </a:solidFill>
                  <a:effectLst/>
                  <a:uFillTx/>
                  <a:latin typeface="+mn-ea"/>
                </a:defRPr>
              </a:lvl1pPr>
            </a:lstStyle>
            <a:p>
              <a:endParaRPr lang="zh-CN" altLang="en-US" dirty="0">
                <a:sym typeface="Helvetica Neue"/>
              </a:endParaRPr>
            </a:p>
          </p:txBody>
        </p:sp>
        <p:sp>
          <p:nvSpPr>
            <p:cNvPr id="312" name="文本框 311">
              <a:extLst>
                <a:ext uri="{FF2B5EF4-FFF2-40B4-BE49-F238E27FC236}">
                  <a16:creationId xmlns:a16="http://schemas.microsoft.com/office/drawing/2014/main" id="{27EF18AD-BBF0-9571-3649-79F76BC8FB82}"/>
                </a:ext>
              </a:extLst>
            </p:cNvPr>
            <p:cNvSpPr txBox="1"/>
            <p:nvPr/>
          </p:nvSpPr>
          <p:spPr>
            <a:xfrm>
              <a:off x="10000457" y="2235336"/>
              <a:ext cx="768448" cy="768448"/>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r>
                <a:rPr lang="zh-CN" altLang="en-US" dirty="0"/>
                <a:t>教育</a:t>
              </a:r>
            </a:p>
          </p:txBody>
        </p:sp>
        <p:cxnSp>
          <p:nvCxnSpPr>
            <p:cNvPr id="313" name="直接连接符 312">
              <a:extLst>
                <a:ext uri="{FF2B5EF4-FFF2-40B4-BE49-F238E27FC236}">
                  <a16:creationId xmlns:a16="http://schemas.microsoft.com/office/drawing/2014/main" id="{FD0FFDBA-5D68-9D9F-8390-9E3E8A27CED9}"/>
                </a:ext>
              </a:extLst>
            </p:cNvPr>
            <p:cNvCxnSpPr>
              <a:cxnSpLocks/>
            </p:cNvCxnSpPr>
            <p:nvPr/>
          </p:nvCxnSpPr>
          <p:spPr>
            <a:xfrm>
              <a:off x="10384681" y="3098439"/>
              <a:ext cx="0" cy="483337"/>
            </a:xfrm>
            <a:prstGeom prst="line">
              <a:avLst/>
            </a:prstGeom>
            <a:noFill/>
            <a:ln w="15875" cap="flat">
              <a:gradFill>
                <a:gsLst>
                  <a:gs pos="0">
                    <a:schemeClr val="accent2">
                      <a:alpha val="55000"/>
                    </a:schemeClr>
                  </a:gs>
                  <a:gs pos="100000">
                    <a:schemeClr val="accent2">
                      <a:alpha val="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grpSp>
      <p:grpSp>
        <p:nvGrpSpPr>
          <p:cNvPr id="42" name="组合 41">
            <a:extLst>
              <a:ext uri="{FF2B5EF4-FFF2-40B4-BE49-F238E27FC236}">
                <a16:creationId xmlns:a16="http://schemas.microsoft.com/office/drawing/2014/main" id="{8FBAEE85-F67E-395D-1943-2330563CD819}"/>
              </a:ext>
            </a:extLst>
          </p:cNvPr>
          <p:cNvGrpSpPr/>
          <p:nvPr/>
        </p:nvGrpSpPr>
        <p:grpSpPr>
          <a:xfrm>
            <a:off x="4873848" y="1833398"/>
            <a:ext cx="445642" cy="642973"/>
            <a:chOff x="12024581" y="2199921"/>
            <a:chExt cx="957758" cy="1381855"/>
          </a:xfrm>
        </p:grpSpPr>
        <p:sp>
          <p:nvSpPr>
            <p:cNvPr id="308" name="文本框 307">
              <a:extLst>
                <a:ext uri="{FF2B5EF4-FFF2-40B4-BE49-F238E27FC236}">
                  <a16:creationId xmlns:a16="http://schemas.microsoft.com/office/drawing/2014/main" id="{6ABC0B7A-A98A-1007-74A5-02F2B9ED6F19}"/>
                </a:ext>
              </a:extLst>
            </p:cNvPr>
            <p:cNvSpPr txBox="1"/>
            <p:nvPr/>
          </p:nvSpPr>
          <p:spPr>
            <a:xfrm>
              <a:off x="12024581" y="2199921"/>
              <a:ext cx="957758" cy="957758"/>
            </a:xfrm>
            <a:prstGeom prst="ellipse">
              <a:avLst/>
            </a:prstGeom>
            <a:noFill/>
            <a:ln w="12700" cap="flat">
              <a:gradFill>
                <a:gsLst>
                  <a:gs pos="0">
                    <a:schemeClr val="accent2"/>
                  </a:gs>
                  <a:gs pos="35000">
                    <a:schemeClr val="accent2">
                      <a:alpha val="0"/>
                    </a:schemeClr>
                  </a:gs>
                  <a:gs pos="65000">
                    <a:schemeClr val="accent2">
                      <a:alpha val="0"/>
                    </a:schemeClr>
                  </a:gs>
                  <a:gs pos="100000">
                    <a:schemeClr val="accent2"/>
                  </a:gs>
                </a:gsLst>
                <a:lin ang="27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defPPr>
                <a:defRPr lang="en-US"/>
              </a:defPPr>
              <a:lvl1pPr marR="0" indent="0" algn="ctr" defTabSz="2438338" fontAlgn="auto" hangingPunct="0">
                <a:lnSpc>
                  <a:spcPct val="100000"/>
                </a:lnSpc>
                <a:spcBef>
                  <a:spcPts val="0"/>
                </a:spcBef>
                <a:spcAft>
                  <a:spcPts val="0"/>
                </a:spcAft>
                <a:buClrTx/>
                <a:buSzTx/>
                <a:buFontTx/>
                <a:buNone/>
                <a:tabLst/>
                <a:defRPr kumimoji="0" sz="1000" b="0" i="0" u="none" strike="noStrike" cap="none" spc="0" normalizeH="0" baseline="0">
                  <a:ln>
                    <a:noFill/>
                  </a:ln>
                  <a:solidFill>
                    <a:schemeClr val="bg1"/>
                  </a:solidFill>
                  <a:effectLst/>
                  <a:uFillTx/>
                  <a:latin typeface="+mn-ea"/>
                </a:defRPr>
              </a:lvl1pPr>
            </a:lstStyle>
            <a:p>
              <a:endParaRPr lang="zh-CN" altLang="en-US" dirty="0">
                <a:sym typeface="Helvetica Neue"/>
              </a:endParaRPr>
            </a:p>
          </p:txBody>
        </p:sp>
        <p:sp>
          <p:nvSpPr>
            <p:cNvPr id="309" name="文本框 308">
              <a:extLst>
                <a:ext uri="{FF2B5EF4-FFF2-40B4-BE49-F238E27FC236}">
                  <a16:creationId xmlns:a16="http://schemas.microsoft.com/office/drawing/2014/main" id="{5563F7DA-AFC5-C8A3-99EF-717C2E6E0BD4}"/>
                </a:ext>
              </a:extLst>
            </p:cNvPr>
            <p:cNvSpPr txBox="1"/>
            <p:nvPr/>
          </p:nvSpPr>
          <p:spPr>
            <a:xfrm>
              <a:off x="12119236" y="2294576"/>
              <a:ext cx="768448" cy="768448"/>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r>
                <a:rPr lang="zh-CN" altLang="en-US" dirty="0"/>
                <a:t>出行</a:t>
              </a:r>
            </a:p>
          </p:txBody>
        </p:sp>
        <p:cxnSp>
          <p:nvCxnSpPr>
            <p:cNvPr id="310" name="直接连接符 309">
              <a:extLst>
                <a:ext uri="{FF2B5EF4-FFF2-40B4-BE49-F238E27FC236}">
                  <a16:creationId xmlns:a16="http://schemas.microsoft.com/office/drawing/2014/main" id="{F4D9B798-3F4E-7795-6A06-DD25BEDED92C}"/>
                </a:ext>
              </a:extLst>
            </p:cNvPr>
            <p:cNvCxnSpPr>
              <a:cxnSpLocks/>
            </p:cNvCxnSpPr>
            <p:nvPr/>
          </p:nvCxnSpPr>
          <p:spPr>
            <a:xfrm>
              <a:off x="12503460" y="3157679"/>
              <a:ext cx="0" cy="424097"/>
            </a:xfrm>
            <a:prstGeom prst="line">
              <a:avLst/>
            </a:prstGeom>
            <a:noFill/>
            <a:ln w="15875" cap="flat">
              <a:gradFill>
                <a:gsLst>
                  <a:gs pos="0">
                    <a:schemeClr val="accent2">
                      <a:alpha val="55000"/>
                    </a:schemeClr>
                  </a:gs>
                  <a:gs pos="100000">
                    <a:schemeClr val="accent2">
                      <a:alpha val="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grpSp>
      <p:grpSp>
        <p:nvGrpSpPr>
          <p:cNvPr id="43" name="组合 42">
            <a:extLst>
              <a:ext uri="{FF2B5EF4-FFF2-40B4-BE49-F238E27FC236}">
                <a16:creationId xmlns:a16="http://schemas.microsoft.com/office/drawing/2014/main" id="{F6490323-A893-154C-7336-7611726C7918}"/>
              </a:ext>
            </a:extLst>
          </p:cNvPr>
          <p:cNvGrpSpPr/>
          <p:nvPr/>
        </p:nvGrpSpPr>
        <p:grpSpPr>
          <a:xfrm>
            <a:off x="5875462" y="1833398"/>
            <a:ext cx="445642" cy="642973"/>
            <a:chOff x="14109831" y="2199921"/>
            <a:chExt cx="957758" cy="1381855"/>
          </a:xfrm>
        </p:grpSpPr>
        <p:sp>
          <p:nvSpPr>
            <p:cNvPr id="305" name="文本框 304">
              <a:extLst>
                <a:ext uri="{FF2B5EF4-FFF2-40B4-BE49-F238E27FC236}">
                  <a16:creationId xmlns:a16="http://schemas.microsoft.com/office/drawing/2014/main" id="{18C6DEC5-F187-13BE-79B8-08ECA72268BA}"/>
                </a:ext>
              </a:extLst>
            </p:cNvPr>
            <p:cNvSpPr txBox="1"/>
            <p:nvPr/>
          </p:nvSpPr>
          <p:spPr>
            <a:xfrm>
              <a:off x="14109831" y="2199921"/>
              <a:ext cx="957758" cy="957758"/>
            </a:xfrm>
            <a:prstGeom prst="ellipse">
              <a:avLst/>
            </a:prstGeom>
            <a:noFill/>
            <a:ln w="12700" cap="flat">
              <a:gradFill>
                <a:gsLst>
                  <a:gs pos="0">
                    <a:schemeClr val="accent2"/>
                  </a:gs>
                  <a:gs pos="35000">
                    <a:schemeClr val="accent2">
                      <a:alpha val="0"/>
                    </a:schemeClr>
                  </a:gs>
                  <a:gs pos="65000">
                    <a:schemeClr val="accent2">
                      <a:alpha val="0"/>
                    </a:schemeClr>
                  </a:gs>
                  <a:gs pos="100000">
                    <a:schemeClr val="accent2"/>
                  </a:gs>
                </a:gsLst>
                <a:lin ang="27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zh-CN" altLang="en-US" sz="1000" b="0" i="0" u="none" strike="noStrike" cap="none" spc="0" normalizeH="0" baseline="0" dirty="0">
                <a:ln>
                  <a:noFill/>
                </a:ln>
                <a:solidFill>
                  <a:schemeClr val="bg1"/>
                </a:solidFill>
                <a:effectLst/>
                <a:uFillTx/>
                <a:latin typeface="+mn-ea"/>
                <a:sym typeface="Helvetica Neue"/>
              </a:endParaRPr>
            </a:p>
          </p:txBody>
        </p:sp>
        <p:sp>
          <p:nvSpPr>
            <p:cNvPr id="306" name="文本框 305">
              <a:extLst>
                <a:ext uri="{FF2B5EF4-FFF2-40B4-BE49-F238E27FC236}">
                  <a16:creationId xmlns:a16="http://schemas.microsoft.com/office/drawing/2014/main" id="{29340938-1333-B9DD-77ED-986E3B58E484}"/>
                </a:ext>
              </a:extLst>
            </p:cNvPr>
            <p:cNvSpPr txBox="1">
              <a:spLocks/>
            </p:cNvSpPr>
            <p:nvPr/>
          </p:nvSpPr>
          <p:spPr>
            <a:xfrm>
              <a:off x="14204486" y="2294576"/>
              <a:ext cx="768448" cy="768448"/>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defRPr sz="2000">
                  <a:solidFill>
                    <a:schemeClr val="bg1"/>
                  </a:solidFill>
                  <a:latin typeface="+mn-ea"/>
                </a:defRPr>
              </a:lvl1pPr>
            </a:lstStyle>
            <a:p>
              <a:r>
                <a:rPr lang="zh-CN" altLang="en-US" sz="900" dirty="0"/>
                <a:t>工业</a:t>
              </a:r>
            </a:p>
          </p:txBody>
        </p:sp>
        <p:cxnSp>
          <p:nvCxnSpPr>
            <p:cNvPr id="307" name="直接连接符 306">
              <a:extLst>
                <a:ext uri="{FF2B5EF4-FFF2-40B4-BE49-F238E27FC236}">
                  <a16:creationId xmlns:a16="http://schemas.microsoft.com/office/drawing/2014/main" id="{3F01CB89-468D-1367-A38C-5829DBFEE35C}"/>
                </a:ext>
              </a:extLst>
            </p:cNvPr>
            <p:cNvCxnSpPr>
              <a:cxnSpLocks/>
            </p:cNvCxnSpPr>
            <p:nvPr/>
          </p:nvCxnSpPr>
          <p:spPr>
            <a:xfrm>
              <a:off x="14588710" y="3157679"/>
              <a:ext cx="0" cy="424097"/>
            </a:xfrm>
            <a:prstGeom prst="line">
              <a:avLst/>
            </a:prstGeom>
            <a:noFill/>
            <a:ln w="15875" cap="flat">
              <a:gradFill>
                <a:gsLst>
                  <a:gs pos="0">
                    <a:schemeClr val="accent2">
                      <a:alpha val="55000"/>
                    </a:schemeClr>
                  </a:gs>
                  <a:gs pos="100000">
                    <a:schemeClr val="accent2">
                      <a:alpha val="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grpSp>
      <p:grpSp>
        <p:nvGrpSpPr>
          <p:cNvPr id="44" name="组合 43">
            <a:extLst>
              <a:ext uri="{FF2B5EF4-FFF2-40B4-BE49-F238E27FC236}">
                <a16:creationId xmlns:a16="http://schemas.microsoft.com/office/drawing/2014/main" id="{29220555-8BB4-F666-B22A-1EE780399ECC}"/>
              </a:ext>
            </a:extLst>
          </p:cNvPr>
          <p:cNvGrpSpPr/>
          <p:nvPr/>
        </p:nvGrpSpPr>
        <p:grpSpPr>
          <a:xfrm>
            <a:off x="6877076" y="1833398"/>
            <a:ext cx="445642" cy="642973"/>
            <a:chOff x="16233017" y="2199921"/>
            <a:chExt cx="957758" cy="1381855"/>
          </a:xfrm>
        </p:grpSpPr>
        <p:sp>
          <p:nvSpPr>
            <p:cNvPr id="302" name="文本框 301">
              <a:extLst>
                <a:ext uri="{FF2B5EF4-FFF2-40B4-BE49-F238E27FC236}">
                  <a16:creationId xmlns:a16="http://schemas.microsoft.com/office/drawing/2014/main" id="{F43492F8-DB2A-6A2C-0EA2-C1214419A174}"/>
                </a:ext>
              </a:extLst>
            </p:cNvPr>
            <p:cNvSpPr txBox="1"/>
            <p:nvPr/>
          </p:nvSpPr>
          <p:spPr>
            <a:xfrm>
              <a:off x="16233017" y="2199921"/>
              <a:ext cx="957758" cy="957758"/>
            </a:xfrm>
            <a:prstGeom prst="ellipse">
              <a:avLst/>
            </a:prstGeom>
            <a:noFill/>
            <a:ln w="12700" cap="flat">
              <a:gradFill>
                <a:gsLst>
                  <a:gs pos="0">
                    <a:schemeClr val="accent2"/>
                  </a:gs>
                  <a:gs pos="35000">
                    <a:schemeClr val="accent2">
                      <a:alpha val="0"/>
                    </a:schemeClr>
                  </a:gs>
                  <a:gs pos="65000">
                    <a:schemeClr val="accent2">
                      <a:alpha val="0"/>
                    </a:schemeClr>
                  </a:gs>
                  <a:gs pos="100000">
                    <a:schemeClr val="accent2"/>
                  </a:gs>
                </a:gsLst>
                <a:lin ang="27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defPPr>
                <a:defRPr lang="en-US"/>
              </a:defPPr>
              <a:lvl1pPr marR="0" indent="0" algn="ctr" defTabSz="2438338" fontAlgn="auto" hangingPunct="0">
                <a:lnSpc>
                  <a:spcPct val="100000"/>
                </a:lnSpc>
                <a:spcBef>
                  <a:spcPts val="0"/>
                </a:spcBef>
                <a:spcAft>
                  <a:spcPts val="0"/>
                </a:spcAft>
                <a:buClrTx/>
                <a:buSzTx/>
                <a:buFontTx/>
                <a:buNone/>
                <a:tabLst/>
                <a:defRPr kumimoji="0" sz="1000" b="0" i="0" u="none" strike="noStrike" cap="none" spc="0" normalizeH="0" baseline="0">
                  <a:ln>
                    <a:noFill/>
                  </a:ln>
                  <a:solidFill>
                    <a:schemeClr val="bg1"/>
                  </a:solidFill>
                  <a:effectLst/>
                  <a:uFillTx/>
                  <a:latin typeface="+mn-ea"/>
                </a:defRPr>
              </a:lvl1pPr>
            </a:lstStyle>
            <a:p>
              <a:endParaRPr lang="zh-CN" altLang="en-US" dirty="0">
                <a:sym typeface="Helvetica Neue"/>
              </a:endParaRPr>
            </a:p>
          </p:txBody>
        </p:sp>
        <p:sp>
          <p:nvSpPr>
            <p:cNvPr id="303" name="文本框 302">
              <a:extLst>
                <a:ext uri="{FF2B5EF4-FFF2-40B4-BE49-F238E27FC236}">
                  <a16:creationId xmlns:a16="http://schemas.microsoft.com/office/drawing/2014/main" id="{8B3344CF-1C9B-AFA4-D955-BBDC5A06F94E}"/>
                </a:ext>
              </a:extLst>
            </p:cNvPr>
            <p:cNvSpPr txBox="1"/>
            <p:nvPr/>
          </p:nvSpPr>
          <p:spPr>
            <a:xfrm>
              <a:off x="16327672" y="2294576"/>
              <a:ext cx="768448" cy="768448"/>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r>
                <a:rPr lang="zh-CN" altLang="en-US" dirty="0"/>
                <a:t>文旅</a:t>
              </a:r>
            </a:p>
          </p:txBody>
        </p:sp>
        <p:cxnSp>
          <p:nvCxnSpPr>
            <p:cNvPr id="304" name="直接连接符 303">
              <a:extLst>
                <a:ext uri="{FF2B5EF4-FFF2-40B4-BE49-F238E27FC236}">
                  <a16:creationId xmlns:a16="http://schemas.microsoft.com/office/drawing/2014/main" id="{0EFEB2C4-3104-DB6C-0E6F-3598857867C2}"/>
                </a:ext>
              </a:extLst>
            </p:cNvPr>
            <p:cNvCxnSpPr>
              <a:cxnSpLocks/>
            </p:cNvCxnSpPr>
            <p:nvPr/>
          </p:nvCxnSpPr>
          <p:spPr>
            <a:xfrm>
              <a:off x="16711896" y="3157679"/>
              <a:ext cx="0" cy="424097"/>
            </a:xfrm>
            <a:prstGeom prst="line">
              <a:avLst/>
            </a:prstGeom>
            <a:noFill/>
            <a:ln w="15875" cap="flat">
              <a:gradFill>
                <a:gsLst>
                  <a:gs pos="0">
                    <a:schemeClr val="accent2">
                      <a:alpha val="55000"/>
                    </a:schemeClr>
                  </a:gs>
                  <a:gs pos="100000">
                    <a:schemeClr val="accent2">
                      <a:alpha val="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grpSp>
      <p:grpSp>
        <p:nvGrpSpPr>
          <p:cNvPr id="46" name="组合 45">
            <a:extLst>
              <a:ext uri="{FF2B5EF4-FFF2-40B4-BE49-F238E27FC236}">
                <a16:creationId xmlns:a16="http://schemas.microsoft.com/office/drawing/2014/main" id="{04840266-EBC8-1505-2252-5852897D2F31}"/>
              </a:ext>
            </a:extLst>
          </p:cNvPr>
          <p:cNvGrpSpPr/>
          <p:nvPr/>
        </p:nvGrpSpPr>
        <p:grpSpPr>
          <a:xfrm>
            <a:off x="1869006" y="1833398"/>
            <a:ext cx="445642" cy="679607"/>
            <a:chOff x="5458225" y="2305540"/>
            <a:chExt cx="957758" cy="1460584"/>
          </a:xfrm>
        </p:grpSpPr>
        <p:sp>
          <p:nvSpPr>
            <p:cNvPr id="299" name="文本框 298">
              <a:extLst>
                <a:ext uri="{FF2B5EF4-FFF2-40B4-BE49-F238E27FC236}">
                  <a16:creationId xmlns:a16="http://schemas.microsoft.com/office/drawing/2014/main" id="{5758E3E6-D353-B7AB-6AA9-D4E710DA1056}"/>
                </a:ext>
              </a:extLst>
            </p:cNvPr>
            <p:cNvSpPr txBox="1"/>
            <p:nvPr/>
          </p:nvSpPr>
          <p:spPr>
            <a:xfrm>
              <a:off x="5458225" y="2305540"/>
              <a:ext cx="957758" cy="957758"/>
            </a:xfrm>
            <a:prstGeom prst="ellipse">
              <a:avLst/>
            </a:prstGeom>
            <a:noFill/>
            <a:ln w="12700" cap="flat">
              <a:gradFill>
                <a:gsLst>
                  <a:gs pos="0">
                    <a:schemeClr val="accent2"/>
                  </a:gs>
                  <a:gs pos="35000">
                    <a:schemeClr val="accent2">
                      <a:alpha val="0"/>
                    </a:schemeClr>
                  </a:gs>
                  <a:gs pos="65000">
                    <a:schemeClr val="accent2">
                      <a:alpha val="0"/>
                    </a:schemeClr>
                  </a:gs>
                  <a:gs pos="100000">
                    <a:schemeClr val="accent2"/>
                  </a:gs>
                </a:gsLst>
                <a:lin ang="27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defPPr>
                <a:defRPr lang="en-US"/>
              </a:defPPr>
              <a:lvl1pPr marR="0" indent="0" algn="ctr" defTabSz="2438338" fontAlgn="auto" hangingPunct="0">
                <a:lnSpc>
                  <a:spcPct val="100000"/>
                </a:lnSpc>
                <a:spcBef>
                  <a:spcPts val="0"/>
                </a:spcBef>
                <a:spcAft>
                  <a:spcPts val="0"/>
                </a:spcAft>
                <a:buClrTx/>
                <a:buSzTx/>
                <a:buFontTx/>
                <a:buNone/>
                <a:tabLst/>
                <a:defRPr kumimoji="0" sz="1000" b="0" i="0" u="none" strike="noStrike" cap="none" spc="0" normalizeH="0" baseline="0">
                  <a:ln>
                    <a:noFill/>
                  </a:ln>
                  <a:solidFill>
                    <a:schemeClr val="bg1"/>
                  </a:solidFill>
                  <a:effectLst/>
                  <a:uFillTx/>
                  <a:latin typeface="+mn-ea"/>
                </a:defRPr>
              </a:lvl1pPr>
            </a:lstStyle>
            <a:p>
              <a:endParaRPr lang="zh-CN" altLang="en-US" dirty="0">
                <a:sym typeface="Helvetica Neue"/>
              </a:endParaRPr>
            </a:p>
          </p:txBody>
        </p:sp>
        <p:sp>
          <p:nvSpPr>
            <p:cNvPr id="300" name="文本框 299">
              <a:extLst>
                <a:ext uri="{FF2B5EF4-FFF2-40B4-BE49-F238E27FC236}">
                  <a16:creationId xmlns:a16="http://schemas.microsoft.com/office/drawing/2014/main" id="{B6E2AA94-3E65-7DF3-B34C-F5516A49F042}"/>
                </a:ext>
              </a:extLst>
            </p:cNvPr>
            <p:cNvSpPr txBox="1">
              <a:spLocks/>
            </p:cNvSpPr>
            <p:nvPr/>
          </p:nvSpPr>
          <p:spPr>
            <a:xfrm>
              <a:off x="5552880" y="2400195"/>
              <a:ext cx="768448" cy="768448"/>
            </a:xfrm>
            <a:prstGeom prst="ellipse">
              <a:avLst/>
            </a:prstGeom>
            <a:gradFill flip="none" rotWithShape="1">
              <a:gsLst>
                <a:gs pos="0">
                  <a:schemeClr val="accent2">
                    <a:alpha val="70000"/>
                  </a:schemeClr>
                </a:gs>
                <a:gs pos="40000">
                  <a:schemeClr val="accent2">
                    <a:alpha val="10000"/>
                  </a:schemeClr>
                </a:gs>
                <a:gs pos="60000">
                  <a:schemeClr val="accent2">
                    <a:alpha val="10000"/>
                  </a:schemeClr>
                </a:gs>
                <a:gs pos="100000">
                  <a:schemeClr val="accent2">
                    <a:alpha val="70000"/>
                  </a:schemeClr>
                </a:gs>
              </a:gsLst>
              <a:path path="circle">
                <a:fillToRect l="100000" t="100000"/>
              </a:path>
              <a:tileRect r="-100000" b="-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a:defRPr sz="900">
                  <a:solidFill>
                    <a:schemeClr val="bg1"/>
                  </a:solidFill>
                  <a:latin typeface="+mn-ea"/>
                </a:defRPr>
              </a:lvl1pPr>
            </a:lstStyle>
            <a:p>
              <a:r>
                <a:rPr lang="zh-CN" altLang="en-US" dirty="0"/>
                <a:t>电商</a:t>
              </a:r>
            </a:p>
          </p:txBody>
        </p:sp>
        <p:cxnSp>
          <p:nvCxnSpPr>
            <p:cNvPr id="301" name="直接连接符 300">
              <a:extLst>
                <a:ext uri="{FF2B5EF4-FFF2-40B4-BE49-F238E27FC236}">
                  <a16:creationId xmlns:a16="http://schemas.microsoft.com/office/drawing/2014/main" id="{874F9A12-B91D-E807-ECDF-4605510B1C9F}"/>
                </a:ext>
              </a:extLst>
            </p:cNvPr>
            <p:cNvCxnSpPr>
              <a:cxnSpLocks/>
            </p:cNvCxnSpPr>
            <p:nvPr/>
          </p:nvCxnSpPr>
          <p:spPr>
            <a:xfrm>
              <a:off x="5937104" y="3263298"/>
              <a:ext cx="0" cy="502826"/>
            </a:xfrm>
            <a:prstGeom prst="line">
              <a:avLst/>
            </a:prstGeom>
            <a:noFill/>
            <a:ln w="15875" cap="flat">
              <a:gradFill>
                <a:gsLst>
                  <a:gs pos="0">
                    <a:schemeClr val="accent2">
                      <a:alpha val="55000"/>
                    </a:schemeClr>
                  </a:gs>
                  <a:gs pos="100000">
                    <a:schemeClr val="accent2">
                      <a:alpha val="0"/>
                    </a:schemeClr>
                  </a:gs>
                </a:gsLst>
                <a:lin ang="5400000" scaled="1"/>
              </a:gradFill>
              <a:prstDash val="solid"/>
              <a:miter lim="400000"/>
            </a:ln>
            <a:effectLst/>
            <a:sp3d/>
          </p:spPr>
          <p:style>
            <a:lnRef idx="0">
              <a:scrgbClr r="0" g="0" b="0"/>
            </a:lnRef>
            <a:fillRef idx="0">
              <a:scrgbClr r="0" g="0" b="0"/>
            </a:fillRef>
            <a:effectRef idx="0">
              <a:scrgbClr r="0" g="0" b="0"/>
            </a:effectRef>
            <a:fontRef idx="none"/>
          </p:style>
        </p:cxnSp>
      </p:grpSp>
      <p:sp>
        <p:nvSpPr>
          <p:cNvPr id="112" name="矩形: 圆角 111">
            <a:extLst>
              <a:ext uri="{FF2B5EF4-FFF2-40B4-BE49-F238E27FC236}">
                <a16:creationId xmlns:a16="http://schemas.microsoft.com/office/drawing/2014/main" id="{1F7121C2-8F5E-68B2-6335-537C8747A46D}"/>
              </a:ext>
            </a:extLst>
          </p:cNvPr>
          <p:cNvSpPr/>
          <p:nvPr/>
        </p:nvSpPr>
        <p:spPr>
          <a:xfrm>
            <a:off x="660400" y="3790432"/>
            <a:ext cx="8236077" cy="896495"/>
          </a:xfrm>
          <a:prstGeom prst="roundRect">
            <a:avLst>
              <a:gd name="adj" fmla="val 0"/>
            </a:avLst>
          </a:prstGeom>
          <a:gradFill>
            <a:gsLst>
              <a:gs pos="0">
                <a:schemeClr val="accent1">
                  <a:alpha val="20000"/>
                </a:schemeClr>
              </a:gs>
              <a:gs pos="35000">
                <a:schemeClr val="accent1">
                  <a:alpha val="0"/>
                </a:schemeClr>
              </a:gs>
              <a:gs pos="65000">
                <a:schemeClr val="accent1">
                  <a:alpha val="0"/>
                </a:schemeClr>
              </a:gs>
              <a:gs pos="100000">
                <a:schemeClr val="accent1">
                  <a:alpha val="20000"/>
                </a:schemeClr>
              </a:gs>
            </a:gsLst>
            <a:lin ang="4200000" scaled="0"/>
          </a:gradFill>
          <a:ln w="12700" cap="flat">
            <a:gradFill>
              <a:gsLst>
                <a:gs pos="35000">
                  <a:schemeClr val="accent1">
                    <a:alpha val="0"/>
                  </a:schemeClr>
                </a:gs>
                <a:gs pos="0">
                  <a:schemeClr val="accent1"/>
                </a:gs>
                <a:gs pos="65000">
                  <a:schemeClr val="accent1">
                    <a:alpha val="0"/>
                  </a:schemeClr>
                </a:gs>
                <a:gs pos="100000">
                  <a:schemeClr val="accent1"/>
                </a:gs>
              </a:gsLst>
              <a:lin ang="42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825500"/>
            <a:endParaRPr lang="zh-CN" altLang="en-US" sz="1100">
              <a:solidFill>
                <a:srgbClr val="FFFFFF"/>
              </a:solidFill>
              <a:latin typeface="+mn-ea"/>
              <a:sym typeface="Helvetica Neue Medium"/>
            </a:endParaRPr>
          </a:p>
        </p:txBody>
      </p:sp>
      <p:sp>
        <p:nvSpPr>
          <p:cNvPr id="114" name="矩形: 圆角 113">
            <a:extLst>
              <a:ext uri="{FF2B5EF4-FFF2-40B4-BE49-F238E27FC236}">
                <a16:creationId xmlns:a16="http://schemas.microsoft.com/office/drawing/2014/main" id="{F4BC0149-00E6-279B-5DFF-04B648B6ACCA}"/>
              </a:ext>
            </a:extLst>
          </p:cNvPr>
          <p:cNvSpPr/>
          <p:nvPr/>
        </p:nvSpPr>
        <p:spPr>
          <a:xfrm>
            <a:off x="791388" y="3942805"/>
            <a:ext cx="2585516" cy="300792"/>
          </a:xfrm>
          <a:prstGeom prst="roundRect">
            <a:avLst/>
          </a:prstGeom>
          <a:gradFill>
            <a:gsLst>
              <a:gs pos="35000">
                <a:schemeClr val="accent1">
                  <a:alpha val="0"/>
                </a:schemeClr>
              </a:gs>
              <a:gs pos="0">
                <a:schemeClr val="accent1">
                  <a:alpha val="44000"/>
                </a:schemeClr>
              </a:gs>
              <a:gs pos="65000">
                <a:schemeClr val="accent1">
                  <a:alpha val="0"/>
                </a:schemeClr>
              </a:gs>
              <a:gs pos="100000">
                <a:schemeClr val="accent1">
                  <a:alpha val="30000"/>
                </a:schemeClr>
              </a:gs>
            </a:gsLst>
            <a:lin ang="4800000" scaled="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a:ln>
                <a:noFill/>
              </a:ln>
              <a:solidFill>
                <a:srgbClr val="FFFFFF"/>
              </a:solidFill>
              <a:effectLst/>
              <a:uFillTx/>
              <a:latin typeface="+mn-ea"/>
              <a:cs typeface="Helvetica Neue Medium"/>
              <a:sym typeface="Helvetica Neue Medium"/>
            </a:endParaRPr>
          </a:p>
        </p:txBody>
      </p:sp>
      <p:sp>
        <p:nvSpPr>
          <p:cNvPr id="115" name="矩形: 圆角 114">
            <a:extLst>
              <a:ext uri="{FF2B5EF4-FFF2-40B4-BE49-F238E27FC236}">
                <a16:creationId xmlns:a16="http://schemas.microsoft.com/office/drawing/2014/main" id="{BFAFFA74-FD57-9043-7D69-CFC9D22B5912}"/>
              </a:ext>
            </a:extLst>
          </p:cNvPr>
          <p:cNvSpPr/>
          <p:nvPr/>
        </p:nvSpPr>
        <p:spPr>
          <a:xfrm>
            <a:off x="3497907" y="3942805"/>
            <a:ext cx="2585516" cy="300792"/>
          </a:xfrm>
          <a:prstGeom prst="roundRect">
            <a:avLst/>
          </a:prstGeom>
          <a:gradFill>
            <a:gsLst>
              <a:gs pos="35000">
                <a:schemeClr val="accent1">
                  <a:alpha val="0"/>
                </a:schemeClr>
              </a:gs>
              <a:gs pos="0">
                <a:schemeClr val="accent1">
                  <a:alpha val="44000"/>
                </a:schemeClr>
              </a:gs>
              <a:gs pos="65000">
                <a:schemeClr val="accent1">
                  <a:alpha val="0"/>
                </a:schemeClr>
              </a:gs>
              <a:gs pos="100000">
                <a:schemeClr val="accent1">
                  <a:alpha val="30000"/>
                </a:schemeClr>
              </a:gs>
            </a:gsLst>
            <a:lin ang="4800000" scaled="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a:ln>
                <a:noFill/>
              </a:ln>
              <a:solidFill>
                <a:srgbClr val="FFFFFF"/>
              </a:solidFill>
              <a:effectLst/>
              <a:uFillTx/>
              <a:latin typeface="+mn-ea"/>
              <a:cs typeface="Helvetica Neue Medium"/>
              <a:sym typeface="Helvetica Neue Medium"/>
            </a:endParaRPr>
          </a:p>
        </p:txBody>
      </p:sp>
      <p:sp>
        <p:nvSpPr>
          <p:cNvPr id="116" name="矩形: 圆角 115">
            <a:extLst>
              <a:ext uri="{FF2B5EF4-FFF2-40B4-BE49-F238E27FC236}">
                <a16:creationId xmlns:a16="http://schemas.microsoft.com/office/drawing/2014/main" id="{E8E315BE-E243-583C-72E4-04C968837C61}"/>
              </a:ext>
            </a:extLst>
          </p:cNvPr>
          <p:cNvSpPr/>
          <p:nvPr/>
        </p:nvSpPr>
        <p:spPr>
          <a:xfrm>
            <a:off x="6204427" y="3942805"/>
            <a:ext cx="2585516" cy="300792"/>
          </a:xfrm>
          <a:prstGeom prst="roundRect">
            <a:avLst/>
          </a:prstGeom>
          <a:gradFill>
            <a:gsLst>
              <a:gs pos="35000">
                <a:schemeClr val="accent1">
                  <a:alpha val="0"/>
                </a:schemeClr>
              </a:gs>
              <a:gs pos="0">
                <a:schemeClr val="accent1">
                  <a:alpha val="44000"/>
                </a:schemeClr>
              </a:gs>
              <a:gs pos="65000">
                <a:schemeClr val="accent1">
                  <a:alpha val="0"/>
                </a:schemeClr>
              </a:gs>
              <a:gs pos="100000">
                <a:schemeClr val="accent1">
                  <a:alpha val="30000"/>
                </a:schemeClr>
              </a:gs>
            </a:gsLst>
            <a:lin ang="4800000" scaled="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a:ln>
                <a:noFill/>
              </a:ln>
              <a:solidFill>
                <a:srgbClr val="FFFFFF"/>
              </a:solidFill>
              <a:effectLst/>
              <a:uFillTx/>
              <a:latin typeface="+mn-ea"/>
              <a:cs typeface="Helvetica Neue Medium"/>
              <a:sym typeface="Helvetica Neue Medium"/>
            </a:endParaRPr>
          </a:p>
        </p:txBody>
      </p:sp>
      <p:sp>
        <p:nvSpPr>
          <p:cNvPr id="130" name="梯形 129">
            <a:extLst>
              <a:ext uri="{FF2B5EF4-FFF2-40B4-BE49-F238E27FC236}">
                <a16:creationId xmlns:a16="http://schemas.microsoft.com/office/drawing/2014/main" id="{9EF50B38-9683-D8D4-794F-8A726F3727E9}"/>
              </a:ext>
            </a:extLst>
          </p:cNvPr>
          <p:cNvSpPr/>
          <p:nvPr/>
        </p:nvSpPr>
        <p:spPr>
          <a:xfrm>
            <a:off x="680777" y="4958720"/>
            <a:ext cx="8236077" cy="187763"/>
          </a:xfrm>
          <a:prstGeom prst="trapezoid">
            <a:avLst>
              <a:gd name="adj" fmla="val 178306"/>
            </a:avLst>
          </a:prstGeom>
          <a:gradFill>
            <a:gsLst>
              <a:gs pos="11000">
                <a:schemeClr val="accent1">
                  <a:alpha val="0"/>
                </a:schemeClr>
              </a:gs>
              <a:gs pos="100000">
                <a:schemeClr val="accent1">
                  <a:alpha val="54000"/>
                </a:schemeClr>
              </a:gs>
            </a:gsLst>
            <a:lin ang="5400000" scaled="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a:ln>
                <a:noFill/>
              </a:ln>
              <a:solidFill>
                <a:srgbClr val="FFFFFF"/>
              </a:solidFill>
              <a:effectLst/>
              <a:uFillTx/>
              <a:latin typeface="+mn-ea"/>
              <a:cs typeface="Helvetica Neue Medium"/>
              <a:sym typeface="Helvetica Neue Medium"/>
            </a:endParaRPr>
          </a:p>
        </p:txBody>
      </p:sp>
      <p:sp>
        <p:nvSpPr>
          <p:cNvPr id="133" name="梯形 132">
            <a:extLst>
              <a:ext uri="{FF2B5EF4-FFF2-40B4-BE49-F238E27FC236}">
                <a16:creationId xmlns:a16="http://schemas.microsoft.com/office/drawing/2014/main" id="{1AFD44EB-3D73-1BAD-2B15-59221F153C5B}"/>
              </a:ext>
            </a:extLst>
          </p:cNvPr>
          <p:cNvSpPr/>
          <p:nvPr/>
        </p:nvSpPr>
        <p:spPr>
          <a:xfrm>
            <a:off x="664475" y="3584031"/>
            <a:ext cx="8252379" cy="203747"/>
          </a:xfrm>
          <a:prstGeom prst="trapezoid">
            <a:avLst>
              <a:gd name="adj" fmla="val 178306"/>
            </a:avLst>
          </a:prstGeom>
          <a:gradFill>
            <a:gsLst>
              <a:gs pos="11000">
                <a:schemeClr val="accent1">
                  <a:alpha val="0"/>
                </a:schemeClr>
              </a:gs>
              <a:gs pos="100000">
                <a:schemeClr val="accent1">
                  <a:alpha val="54000"/>
                </a:schemeClr>
              </a:gs>
            </a:gsLst>
            <a:lin ang="5400000" scaled="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a:ln>
                <a:noFill/>
              </a:ln>
              <a:solidFill>
                <a:srgbClr val="FFFFFF"/>
              </a:solidFill>
              <a:effectLst/>
              <a:uFillTx/>
              <a:latin typeface="+mn-ea"/>
              <a:cs typeface="Helvetica Neue Medium"/>
              <a:sym typeface="Helvetica Neue Medium"/>
            </a:endParaRPr>
          </a:p>
        </p:txBody>
      </p:sp>
      <p:sp>
        <p:nvSpPr>
          <p:cNvPr id="135" name="矩形: 圆角 134">
            <a:extLst>
              <a:ext uri="{FF2B5EF4-FFF2-40B4-BE49-F238E27FC236}">
                <a16:creationId xmlns:a16="http://schemas.microsoft.com/office/drawing/2014/main" id="{FB496E0E-8ABF-3E68-E80C-CE41D9A62828}"/>
              </a:ext>
            </a:extLst>
          </p:cNvPr>
          <p:cNvSpPr/>
          <p:nvPr/>
        </p:nvSpPr>
        <p:spPr>
          <a:xfrm>
            <a:off x="672626" y="2784910"/>
            <a:ext cx="8236077" cy="658863"/>
          </a:xfrm>
          <a:prstGeom prst="roundRect">
            <a:avLst>
              <a:gd name="adj" fmla="val 0"/>
            </a:avLst>
          </a:prstGeom>
          <a:gradFill>
            <a:gsLst>
              <a:gs pos="0">
                <a:schemeClr val="accent1">
                  <a:alpha val="20000"/>
                </a:schemeClr>
              </a:gs>
              <a:gs pos="35000">
                <a:schemeClr val="accent1">
                  <a:alpha val="0"/>
                </a:schemeClr>
              </a:gs>
              <a:gs pos="65000">
                <a:schemeClr val="accent1">
                  <a:alpha val="0"/>
                </a:schemeClr>
              </a:gs>
              <a:gs pos="100000">
                <a:schemeClr val="accent1">
                  <a:alpha val="20000"/>
                </a:schemeClr>
              </a:gs>
            </a:gsLst>
            <a:lin ang="4200000" scaled="0"/>
          </a:gradFill>
          <a:ln w="12700" cap="flat">
            <a:gradFill>
              <a:gsLst>
                <a:gs pos="35000">
                  <a:schemeClr val="accent1">
                    <a:alpha val="0"/>
                  </a:schemeClr>
                </a:gs>
                <a:gs pos="0">
                  <a:schemeClr val="accent1"/>
                </a:gs>
                <a:gs pos="65000">
                  <a:schemeClr val="accent1">
                    <a:alpha val="0"/>
                  </a:schemeClr>
                </a:gs>
                <a:gs pos="100000">
                  <a:schemeClr val="accent1"/>
                </a:gs>
              </a:gsLst>
              <a:lin ang="42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dirty="0">
              <a:ln>
                <a:noFill/>
              </a:ln>
              <a:solidFill>
                <a:srgbClr val="FFFFFF"/>
              </a:solidFill>
              <a:effectLst/>
              <a:uFillTx/>
              <a:latin typeface="+mn-ea"/>
              <a:cs typeface="Helvetica Neue Medium"/>
              <a:sym typeface="Helvetica Neue Medium"/>
            </a:endParaRPr>
          </a:p>
        </p:txBody>
      </p:sp>
      <p:sp>
        <p:nvSpPr>
          <p:cNvPr id="136" name="梯形 135">
            <a:extLst>
              <a:ext uri="{FF2B5EF4-FFF2-40B4-BE49-F238E27FC236}">
                <a16:creationId xmlns:a16="http://schemas.microsoft.com/office/drawing/2014/main" id="{531FD734-747C-5356-63E5-1F3BC90B6330}"/>
              </a:ext>
            </a:extLst>
          </p:cNvPr>
          <p:cNvSpPr/>
          <p:nvPr/>
        </p:nvSpPr>
        <p:spPr>
          <a:xfrm>
            <a:off x="664475" y="2377915"/>
            <a:ext cx="8252379" cy="407867"/>
          </a:xfrm>
          <a:prstGeom prst="trapezoid">
            <a:avLst>
              <a:gd name="adj" fmla="val 178306"/>
            </a:avLst>
          </a:prstGeom>
          <a:gradFill>
            <a:gsLst>
              <a:gs pos="11000">
                <a:schemeClr val="accent1">
                  <a:alpha val="0"/>
                </a:schemeClr>
              </a:gs>
              <a:gs pos="100000">
                <a:schemeClr val="accent1">
                  <a:alpha val="54000"/>
                </a:schemeClr>
              </a:gs>
            </a:gsLst>
            <a:lin ang="5400000" scaled="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a:ln>
                <a:noFill/>
              </a:ln>
              <a:solidFill>
                <a:srgbClr val="FFFFFF"/>
              </a:solidFill>
              <a:effectLst/>
              <a:uFillTx/>
              <a:latin typeface="+mn-ea"/>
              <a:cs typeface="Helvetica Neue Medium"/>
              <a:sym typeface="Helvetica Neue Medium"/>
            </a:endParaRPr>
          </a:p>
        </p:txBody>
      </p:sp>
      <p:sp>
        <p:nvSpPr>
          <p:cNvPr id="137" name="文本框 136">
            <a:extLst>
              <a:ext uri="{FF2B5EF4-FFF2-40B4-BE49-F238E27FC236}">
                <a16:creationId xmlns:a16="http://schemas.microsoft.com/office/drawing/2014/main" id="{D4698AFC-9AB6-73FE-D1D0-6E53313E8B6E}"/>
              </a:ext>
            </a:extLst>
          </p:cNvPr>
          <p:cNvSpPr txBox="1"/>
          <p:nvPr/>
        </p:nvSpPr>
        <p:spPr>
          <a:xfrm>
            <a:off x="4021224" y="2417762"/>
            <a:ext cx="1538883"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400" b="1" dirty="0">
                <a:solidFill>
                  <a:schemeClr val="accent1"/>
                </a:solidFill>
                <a:latin typeface="+mn-ea"/>
              </a:rPr>
              <a:t>腾讯内外合作生态</a:t>
            </a:r>
            <a:endParaRPr kumimoji="0" lang="zh-CN" altLang="en-US" sz="1400" b="1" i="0" u="none" strike="noStrike" cap="none" spc="0" normalizeH="0" baseline="0" dirty="0">
              <a:ln>
                <a:noFill/>
              </a:ln>
              <a:solidFill>
                <a:schemeClr val="accent1"/>
              </a:solidFill>
              <a:effectLst/>
              <a:uFillTx/>
              <a:latin typeface="+mn-ea"/>
              <a:sym typeface="Helvetica Neue"/>
            </a:endParaRPr>
          </a:p>
        </p:txBody>
      </p:sp>
      <p:sp>
        <p:nvSpPr>
          <p:cNvPr id="140" name="文本框 139">
            <a:extLst>
              <a:ext uri="{FF2B5EF4-FFF2-40B4-BE49-F238E27FC236}">
                <a16:creationId xmlns:a16="http://schemas.microsoft.com/office/drawing/2014/main" id="{B0AC6B75-FAA7-0B3C-8240-5A3B10DA6C61}"/>
              </a:ext>
            </a:extLst>
          </p:cNvPr>
          <p:cNvSpPr txBox="1"/>
          <p:nvPr/>
        </p:nvSpPr>
        <p:spPr>
          <a:xfrm>
            <a:off x="3104306" y="3430082"/>
            <a:ext cx="3372719"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ctr"/>
            <a:r>
              <a:rPr lang="en-US" altLang="zh-CN" sz="1400" b="1" dirty="0">
                <a:solidFill>
                  <a:schemeClr val="accent1"/>
                </a:solidFill>
                <a:latin typeface="+mn-ea"/>
              </a:rPr>
              <a:t>400+</a:t>
            </a:r>
            <a:r>
              <a:rPr lang="zh-CN" altLang="en-US" sz="1400" b="1" dirty="0">
                <a:solidFill>
                  <a:schemeClr val="accent1"/>
                </a:solidFill>
                <a:latin typeface="+mn-ea"/>
              </a:rPr>
              <a:t>基础产品，</a:t>
            </a:r>
            <a:r>
              <a:rPr lang="en-US" altLang="zh-CN" sz="1400" b="1" dirty="0">
                <a:solidFill>
                  <a:schemeClr val="accent1"/>
                </a:solidFill>
                <a:latin typeface="+mn-ea"/>
              </a:rPr>
              <a:t>190+</a:t>
            </a:r>
            <a:r>
              <a:rPr lang="zh-CN" altLang="en-US" sz="1400" b="1" dirty="0">
                <a:solidFill>
                  <a:schemeClr val="accent1"/>
                </a:solidFill>
                <a:latin typeface="+mn-ea"/>
              </a:rPr>
              <a:t>行业全栈解决方案</a:t>
            </a:r>
          </a:p>
        </p:txBody>
      </p:sp>
      <p:sp>
        <p:nvSpPr>
          <p:cNvPr id="142" name="文本框 141">
            <a:extLst>
              <a:ext uri="{FF2B5EF4-FFF2-40B4-BE49-F238E27FC236}">
                <a16:creationId xmlns:a16="http://schemas.microsoft.com/office/drawing/2014/main" id="{BDFB0656-D548-4FB1-DBFA-686DF6ACB57A}"/>
              </a:ext>
            </a:extLst>
          </p:cNvPr>
          <p:cNvSpPr txBox="1"/>
          <p:nvPr/>
        </p:nvSpPr>
        <p:spPr>
          <a:xfrm>
            <a:off x="1850815" y="3972655"/>
            <a:ext cx="564258"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企业应用</a:t>
            </a:r>
          </a:p>
        </p:txBody>
      </p:sp>
      <p:sp>
        <p:nvSpPr>
          <p:cNvPr id="143" name="文本框 142">
            <a:extLst>
              <a:ext uri="{FF2B5EF4-FFF2-40B4-BE49-F238E27FC236}">
                <a16:creationId xmlns:a16="http://schemas.microsoft.com/office/drawing/2014/main" id="{11A97467-67F5-5CAB-AE5D-20570D137D2D}"/>
              </a:ext>
            </a:extLst>
          </p:cNvPr>
          <p:cNvSpPr txBox="1"/>
          <p:nvPr/>
        </p:nvSpPr>
        <p:spPr>
          <a:xfrm>
            <a:off x="4534517" y="3972655"/>
            <a:ext cx="564258"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行业应用</a:t>
            </a:r>
          </a:p>
        </p:txBody>
      </p:sp>
      <p:sp>
        <p:nvSpPr>
          <p:cNvPr id="144" name="文本框 143">
            <a:extLst>
              <a:ext uri="{FF2B5EF4-FFF2-40B4-BE49-F238E27FC236}">
                <a16:creationId xmlns:a16="http://schemas.microsoft.com/office/drawing/2014/main" id="{93BCDB4C-85E7-0F91-F69B-2185161B0C90}"/>
              </a:ext>
            </a:extLst>
          </p:cNvPr>
          <p:cNvSpPr txBox="1"/>
          <p:nvPr/>
        </p:nvSpPr>
        <p:spPr>
          <a:xfrm>
            <a:off x="7345029" y="3972655"/>
            <a:ext cx="679674"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开发者工具</a:t>
            </a:r>
          </a:p>
        </p:txBody>
      </p:sp>
      <p:sp>
        <p:nvSpPr>
          <p:cNvPr id="148" name="文本框 147">
            <a:extLst>
              <a:ext uri="{FF2B5EF4-FFF2-40B4-BE49-F238E27FC236}">
                <a16:creationId xmlns:a16="http://schemas.microsoft.com/office/drawing/2014/main" id="{D72B3B8B-2CA7-7C36-0BF0-E17A7101F414}"/>
              </a:ext>
            </a:extLst>
          </p:cNvPr>
          <p:cNvSpPr txBox="1"/>
          <p:nvPr/>
        </p:nvSpPr>
        <p:spPr>
          <a:xfrm>
            <a:off x="1220497" y="4351589"/>
            <a:ext cx="679674"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音视频通信</a:t>
            </a:r>
          </a:p>
        </p:txBody>
      </p:sp>
      <p:sp>
        <p:nvSpPr>
          <p:cNvPr id="155" name="文本框 154">
            <a:extLst>
              <a:ext uri="{FF2B5EF4-FFF2-40B4-BE49-F238E27FC236}">
                <a16:creationId xmlns:a16="http://schemas.microsoft.com/office/drawing/2014/main" id="{C4FB3E7B-87EE-09F4-9D25-AB5A7BE64905}"/>
              </a:ext>
            </a:extLst>
          </p:cNvPr>
          <p:cNvSpPr txBox="1"/>
          <p:nvPr/>
        </p:nvSpPr>
        <p:spPr>
          <a:xfrm>
            <a:off x="2683306" y="4351589"/>
            <a:ext cx="448842"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数据库</a:t>
            </a:r>
          </a:p>
        </p:txBody>
      </p:sp>
      <p:sp>
        <p:nvSpPr>
          <p:cNvPr id="156" name="文本框 155">
            <a:extLst>
              <a:ext uri="{FF2B5EF4-FFF2-40B4-BE49-F238E27FC236}">
                <a16:creationId xmlns:a16="http://schemas.microsoft.com/office/drawing/2014/main" id="{0BBB1B79-CB60-EBC5-AACA-8FB3768911E5}"/>
              </a:ext>
            </a:extLst>
          </p:cNvPr>
          <p:cNvSpPr txBox="1"/>
          <p:nvPr/>
        </p:nvSpPr>
        <p:spPr>
          <a:xfrm>
            <a:off x="4058260" y="4351589"/>
            <a:ext cx="448842"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大数据</a:t>
            </a:r>
          </a:p>
        </p:txBody>
      </p:sp>
      <p:sp>
        <p:nvSpPr>
          <p:cNvPr id="157" name="文本框 156">
            <a:extLst>
              <a:ext uri="{FF2B5EF4-FFF2-40B4-BE49-F238E27FC236}">
                <a16:creationId xmlns:a16="http://schemas.microsoft.com/office/drawing/2014/main" id="{CC786200-5D41-54A2-7CFD-F77C75B3BFDD}"/>
              </a:ext>
            </a:extLst>
          </p:cNvPr>
          <p:cNvSpPr txBox="1"/>
          <p:nvPr/>
        </p:nvSpPr>
        <p:spPr>
          <a:xfrm>
            <a:off x="5328271" y="4351589"/>
            <a:ext cx="564258"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人工智能</a:t>
            </a:r>
          </a:p>
        </p:txBody>
      </p:sp>
      <p:sp>
        <p:nvSpPr>
          <p:cNvPr id="158" name="文本框 157">
            <a:extLst>
              <a:ext uri="{FF2B5EF4-FFF2-40B4-BE49-F238E27FC236}">
                <a16:creationId xmlns:a16="http://schemas.microsoft.com/office/drawing/2014/main" id="{A7E18772-73B9-8C09-5C0D-9149188FD7D8}"/>
              </a:ext>
            </a:extLst>
          </p:cNvPr>
          <p:cNvSpPr txBox="1"/>
          <p:nvPr/>
        </p:nvSpPr>
        <p:spPr>
          <a:xfrm>
            <a:off x="6740993" y="4351589"/>
            <a:ext cx="448842"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900" dirty="0">
                <a:solidFill>
                  <a:schemeClr val="bg1"/>
                </a:solidFill>
                <a:latin typeface="+mn-ea"/>
              </a:rPr>
              <a:t>物联网</a:t>
            </a:r>
            <a:endParaRPr kumimoji="0" lang="zh-CN" altLang="en-US" sz="900" b="0" i="0" u="none" strike="noStrike" cap="none" spc="0" normalizeH="0" baseline="0" dirty="0">
              <a:ln>
                <a:noFill/>
              </a:ln>
              <a:solidFill>
                <a:schemeClr val="bg1"/>
              </a:solidFill>
              <a:effectLst/>
              <a:uFillTx/>
              <a:latin typeface="+mn-ea"/>
              <a:sym typeface="Helvetica Neue"/>
            </a:endParaRPr>
          </a:p>
        </p:txBody>
      </p:sp>
      <p:sp>
        <p:nvSpPr>
          <p:cNvPr id="159" name="文本框 158">
            <a:extLst>
              <a:ext uri="{FF2B5EF4-FFF2-40B4-BE49-F238E27FC236}">
                <a16:creationId xmlns:a16="http://schemas.microsoft.com/office/drawing/2014/main" id="{53E523D5-2F6C-1CC7-E694-3E8A82845086}"/>
              </a:ext>
            </a:extLst>
          </p:cNvPr>
          <p:cNvSpPr txBox="1"/>
          <p:nvPr/>
        </p:nvSpPr>
        <p:spPr>
          <a:xfrm>
            <a:off x="8078055" y="4351589"/>
            <a:ext cx="333426"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安全</a:t>
            </a:r>
          </a:p>
        </p:txBody>
      </p:sp>
      <p:sp>
        <p:nvSpPr>
          <p:cNvPr id="161" name="文本框 160">
            <a:extLst>
              <a:ext uri="{FF2B5EF4-FFF2-40B4-BE49-F238E27FC236}">
                <a16:creationId xmlns:a16="http://schemas.microsoft.com/office/drawing/2014/main" id="{41A013DA-53DE-9896-F829-CE8E1534C610}"/>
              </a:ext>
            </a:extLst>
          </p:cNvPr>
          <p:cNvSpPr txBox="1"/>
          <p:nvPr/>
        </p:nvSpPr>
        <p:spPr>
          <a:xfrm>
            <a:off x="3751919" y="4757686"/>
            <a:ext cx="2077493" cy="3180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ctr"/>
            <a:r>
              <a:rPr lang="zh-CN" altLang="en-US" sz="1400" b="1" dirty="0">
                <a:solidFill>
                  <a:schemeClr val="accent1"/>
                </a:solidFill>
                <a:latin typeface="+mn-ea"/>
              </a:rPr>
              <a:t>亚洲规模最大的基础设施</a:t>
            </a:r>
          </a:p>
        </p:txBody>
      </p:sp>
      <p:sp>
        <p:nvSpPr>
          <p:cNvPr id="163" name="文本框 162">
            <a:extLst>
              <a:ext uri="{FF2B5EF4-FFF2-40B4-BE49-F238E27FC236}">
                <a16:creationId xmlns:a16="http://schemas.microsoft.com/office/drawing/2014/main" id="{33D3F811-EA5E-AC31-C2E6-0EBC4A44ED88}"/>
              </a:ext>
            </a:extLst>
          </p:cNvPr>
          <p:cNvSpPr txBox="1"/>
          <p:nvPr/>
        </p:nvSpPr>
        <p:spPr>
          <a:xfrm>
            <a:off x="1170742" y="5545303"/>
            <a:ext cx="564258"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地理区域</a:t>
            </a:r>
          </a:p>
        </p:txBody>
      </p:sp>
      <p:sp>
        <p:nvSpPr>
          <p:cNvPr id="164" name="文本框 163">
            <a:extLst>
              <a:ext uri="{FF2B5EF4-FFF2-40B4-BE49-F238E27FC236}">
                <a16:creationId xmlns:a16="http://schemas.microsoft.com/office/drawing/2014/main" id="{ED2CF512-0963-4948-6AE9-E182C1DC096C}"/>
              </a:ext>
            </a:extLst>
          </p:cNvPr>
          <p:cNvSpPr txBox="1"/>
          <p:nvPr/>
        </p:nvSpPr>
        <p:spPr>
          <a:xfrm>
            <a:off x="1280906" y="5301890"/>
            <a:ext cx="410370" cy="2718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altLang="zh-CN" sz="1100" b="0" i="0" u="none" strike="noStrike" cap="none" spc="0" normalizeH="0" baseline="0" dirty="0">
                <a:ln>
                  <a:noFill/>
                </a:ln>
                <a:solidFill>
                  <a:schemeClr val="bg1"/>
                </a:solidFill>
                <a:effectLst/>
                <a:uFillTx/>
                <a:latin typeface="+mn-ea"/>
                <a:sym typeface="Helvetica Neue"/>
              </a:rPr>
              <a:t>26</a:t>
            </a:r>
            <a:r>
              <a:rPr lang="zh-CN" altLang="en-US" sz="1100" dirty="0">
                <a:solidFill>
                  <a:schemeClr val="bg1"/>
                </a:solidFill>
                <a:latin typeface="+mn-ea"/>
              </a:rPr>
              <a:t>个</a:t>
            </a:r>
            <a:endParaRPr kumimoji="0" lang="zh-CN" altLang="en-US" sz="1100" b="0" i="0" u="none" strike="noStrike" cap="none" spc="0" normalizeH="0" baseline="0" dirty="0">
              <a:ln>
                <a:noFill/>
              </a:ln>
              <a:solidFill>
                <a:schemeClr val="bg1"/>
              </a:solidFill>
              <a:effectLst/>
              <a:uFillTx/>
              <a:latin typeface="+mn-ea"/>
              <a:sym typeface="Helvetica Neue"/>
            </a:endParaRPr>
          </a:p>
        </p:txBody>
      </p:sp>
      <p:sp>
        <p:nvSpPr>
          <p:cNvPr id="167" name="文本框 166">
            <a:extLst>
              <a:ext uri="{FF2B5EF4-FFF2-40B4-BE49-F238E27FC236}">
                <a16:creationId xmlns:a16="http://schemas.microsoft.com/office/drawing/2014/main" id="{906E30DE-173B-0C19-3F36-6A3B7B185008}"/>
              </a:ext>
            </a:extLst>
          </p:cNvPr>
          <p:cNvSpPr txBox="1"/>
          <p:nvPr/>
        </p:nvSpPr>
        <p:spPr>
          <a:xfrm>
            <a:off x="2561088" y="5545303"/>
            <a:ext cx="448842"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可用区</a:t>
            </a:r>
          </a:p>
        </p:txBody>
      </p:sp>
      <p:sp>
        <p:nvSpPr>
          <p:cNvPr id="168" name="文本框 167">
            <a:extLst>
              <a:ext uri="{FF2B5EF4-FFF2-40B4-BE49-F238E27FC236}">
                <a16:creationId xmlns:a16="http://schemas.microsoft.com/office/drawing/2014/main" id="{4F18277D-B024-84C9-3DAF-54BAB6635D9D}"/>
              </a:ext>
            </a:extLst>
          </p:cNvPr>
          <p:cNvSpPr txBox="1"/>
          <p:nvPr/>
        </p:nvSpPr>
        <p:spPr>
          <a:xfrm>
            <a:off x="2580322" y="5301890"/>
            <a:ext cx="410370" cy="2718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altLang="zh-CN" sz="1100" b="0" i="0" u="none" strike="noStrike" cap="none" spc="0" normalizeH="0" baseline="0" dirty="0">
                <a:ln>
                  <a:noFill/>
                </a:ln>
                <a:solidFill>
                  <a:schemeClr val="bg1"/>
                </a:solidFill>
                <a:effectLst/>
                <a:uFillTx/>
                <a:latin typeface="+mn-ea"/>
                <a:sym typeface="Helvetica Neue"/>
              </a:rPr>
              <a:t>70</a:t>
            </a:r>
            <a:r>
              <a:rPr lang="zh-CN" altLang="en-US" sz="1100" dirty="0">
                <a:solidFill>
                  <a:schemeClr val="bg1"/>
                </a:solidFill>
                <a:latin typeface="+mn-ea"/>
              </a:rPr>
              <a:t>个</a:t>
            </a:r>
            <a:endParaRPr kumimoji="0" lang="zh-CN" altLang="en-US" sz="1100" b="0" i="0" u="none" strike="noStrike" cap="none" spc="0" normalizeH="0" baseline="0" dirty="0">
              <a:ln>
                <a:noFill/>
              </a:ln>
              <a:solidFill>
                <a:schemeClr val="bg1"/>
              </a:solidFill>
              <a:effectLst/>
              <a:uFillTx/>
              <a:latin typeface="+mn-ea"/>
              <a:sym typeface="Helvetica Neue"/>
            </a:endParaRPr>
          </a:p>
        </p:txBody>
      </p:sp>
      <p:sp>
        <p:nvSpPr>
          <p:cNvPr id="171" name="文本框 170">
            <a:extLst>
              <a:ext uri="{FF2B5EF4-FFF2-40B4-BE49-F238E27FC236}">
                <a16:creationId xmlns:a16="http://schemas.microsoft.com/office/drawing/2014/main" id="{1F56681A-0514-8DCC-C121-ED0ABDDE3369}"/>
              </a:ext>
            </a:extLst>
          </p:cNvPr>
          <p:cNvSpPr txBox="1"/>
          <p:nvPr/>
        </p:nvSpPr>
        <p:spPr>
          <a:xfrm>
            <a:off x="3716584" y="5545303"/>
            <a:ext cx="795090"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全球加速节点</a:t>
            </a:r>
          </a:p>
        </p:txBody>
      </p:sp>
      <p:sp>
        <p:nvSpPr>
          <p:cNvPr id="173" name="文本框 172">
            <a:extLst>
              <a:ext uri="{FF2B5EF4-FFF2-40B4-BE49-F238E27FC236}">
                <a16:creationId xmlns:a16="http://schemas.microsoft.com/office/drawing/2014/main" id="{0D2996AC-C02E-14B3-702F-D5290E095C73}"/>
              </a:ext>
            </a:extLst>
          </p:cNvPr>
          <p:cNvSpPr txBox="1"/>
          <p:nvPr/>
        </p:nvSpPr>
        <p:spPr>
          <a:xfrm>
            <a:off x="3844021" y="5301890"/>
            <a:ext cx="540212" cy="2718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altLang="zh-CN" sz="1100" b="0" i="0" u="none" strike="noStrike" cap="none" spc="0" normalizeH="0" baseline="0" dirty="0">
                <a:ln>
                  <a:noFill/>
                </a:ln>
                <a:solidFill>
                  <a:schemeClr val="bg1"/>
                </a:solidFill>
                <a:effectLst/>
                <a:uFillTx/>
                <a:latin typeface="+mn-ea"/>
                <a:sym typeface="Helvetica Neue"/>
              </a:rPr>
              <a:t>2800+</a:t>
            </a:r>
            <a:endParaRPr kumimoji="0" lang="zh-CN" altLang="en-US" sz="1100" b="0" i="0" u="none" strike="noStrike" cap="none" spc="0" normalizeH="0" baseline="0" dirty="0">
              <a:ln>
                <a:noFill/>
              </a:ln>
              <a:solidFill>
                <a:schemeClr val="bg1"/>
              </a:solidFill>
              <a:effectLst/>
              <a:uFillTx/>
              <a:latin typeface="+mn-ea"/>
              <a:sym typeface="Helvetica Neue"/>
            </a:endParaRPr>
          </a:p>
        </p:txBody>
      </p:sp>
      <p:sp>
        <p:nvSpPr>
          <p:cNvPr id="180" name="文本框 179">
            <a:extLst>
              <a:ext uri="{FF2B5EF4-FFF2-40B4-BE49-F238E27FC236}">
                <a16:creationId xmlns:a16="http://schemas.microsoft.com/office/drawing/2014/main" id="{31AA3B7B-77CD-56BF-B450-B7956B7FA8B0}"/>
              </a:ext>
            </a:extLst>
          </p:cNvPr>
          <p:cNvSpPr txBox="1"/>
          <p:nvPr/>
        </p:nvSpPr>
        <p:spPr>
          <a:xfrm>
            <a:off x="5045205" y="5545303"/>
            <a:ext cx="795090"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全球带宽储备</a:t>
            </a:r>
          </a:p>
        </p:txBody>
      </p:sp>
      <p:sp>
        <p:nvSpPr>
          <p:cNvPr id="182" name="文本框 181">
            <a:extLst>
              <a:ext uri="{FF2B5EF4-FFF2-40B4-BE49-F238E27FC236}">
                <a16:creationId xmlns:a16="http://schemas.microsoft.com/office/drawing/2014/main" id="{0936315E-C7FD-214A-7CF9-8C005171FA97}"/>
              </a:ext>
            </a:extLst>
          </p:cNvPr>
          <p:cNvSpPr txBox="1"/>
          <p:nvPr/>
        </p:nvSpPr>
        <p:spPr>
          <a:xfrm>
            <a:off x="5033003" y="5301890"/>
            <a:ext cx="819492" cy="2718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altLang="zh-CN" sz="1100" b="0" i="0" u="none" strike="noStrike" cap="none" spc="0" normalizeH="0" baseline="0" dirty="0">
                <a:ln>
                  <a:noFill/>
                </a:ln>
                <a:solidFill>
                  <a:schemeClr val="bg1"/>
                </a:solidFill>
                <a:effectLst/>
                <a:uFillTx/>
                <a:latin typeface="+mn-ea"/>
                <a:sym typeface="Helvetica Neue"/>
              </a:rPr>
              <a:t>160T</a:t>
            </a:r>
            <a:endParaRPr kumimoji="0" lang="zh-CN" altLang="en-US" sz="1100" b="0" i="0" u="none" strike="noStrike" cap="none" spc="0" normalizeH="0" baseline="0" dirty="0">
              <a:ln>
                <a:noFill/>
              </a:ln>
              <a:solidFill>
                <a:schemeClr val="bg1"/>
              </a:solidFill>
              <a:effectLst/>
              <a:uFillTx/>
              <a:latin typeface="+mn-ea"/>
              <a:sym typeface="Helvetica Neue"/>
            </a:endParaRPr>
          </a:p>
        </p:txBody>
      </p:sp>
      <p:sp>
        <p:nvSpPr>
          <p:cNvPr id="183" name="文本框 182">
            <a:extLst>
              <a:ext uri="{FF2B5EF4-FFF2-40B4-BE49-F238E27FC236}">
                <a16:creationId xmlns:a16="http://schemas.microsoft.com/office/drawing/2014/main" id="{4D7F4BC5-E7F4-313B-0DBF-71FC49633DE7}"/>
              </a:ext>
            </a:extLst>
          </p:cNvPr>
          <p:cNvSpPr txBox="1"/>
          <p:nvPr/>
        </p:nvSpPr>
        <p:spPr>
          <a:xfrm>
            <a:off x="6546949" y="5545303"/>
            <a:ext cx="448842"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服务器</a:t>
            </a:r>
          </a:p>
        </p:txBody>
      </p:sp>
      <p:sp>
        <p:nvSpPr>
          <p:cNvPr id="184" name="文本框 183">
            <a:extLst>
              <a:ext uri="{FF2B5EF4-FFF2-40B4-BE49-F238E27FC236}">
                <a16:creationId xmlns:a16="http://schemas.microsoft.com/office/drawing/2014/main" id="{72DE2A7E-C49B-1A8B-9A4D-5699B0FEC3F1}"/>
              </a:ext>
            </a:extLst>
          </p:cNvPr>
          <p:cNvSpPr txBox="1"/>
          <p:nvPr/>
        </p:nvSpPr>
        <p:spPr>
          <a:xfrm>
            <a:off x="6472408" y="5301890"/>
            <a:ext cx="597921" cy="2718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altLang="zh-CN" sz="1100" b="0" i="0" u="none" strike="noStrike" cap="none" spc="0" normalizeH="0" baseline="0" dirty="0">
                <a:ln>
                  <a:noFill/>
                </a:ln>
                <a:solidFill>
                  <a:schemeClr val="bg1"/>
                </a:solidFill>
                <a:effectLst/>
                <a:uFillTx/>
                <a:latin typeface="+mn-ea"/>
                <a:sym typeface="Helvetica Neue"/>
              </a:rPr>
              <a:t>100</a:t>
            </a:r>
            <a:r>
              <a:rPr kumimoji="0" lang="zh-CN" altLang="en-US" sz="1100" b="0" i="0" u="none" strike="noStrike" cap="none" spc="0" normalizeH="0" baseline="0" dirty="0">
                <a:ln>
                  <a:noFill/>
                </a:ln>
                <a:solidFill>
                  <a:schemeClr val="bg1"/>
                </a:solidFill>
                <a:effectLst/>
                <a:uFillTx/>
                <a:latin typeface="+mn-ea"/>
                <a:sym typeface="Helvetica Neue"/>
              </a:rPr>
              <a:t>万</a:t>
            </a:r>
            <a:r>
              <a:rPr kumimoji="0" lang="en-US" altLang="zh-CN" sz="1100" b="0" i="0" u="none" strike="noStrike" cap="none" spc="0" normalizeH="0" baseline="0" dirty="0">
                <a:ln>
                  <a:noFill/>
                </a:ln>
                <a:solidFill>
                  <a:schemeClr val="bg1"/>
                </a:solidFill>
                <a:effectLst/>
                <a:uFillTx/>
                <a:latin typeface="+mn-ea"/>
                <a:sym typeface="Helvetica Neue"/>
              </a:rPr>
              <a:t>+</a:t>
            </a:r>
            <a:endParaRPr kumimoji="0" lang="zh-CN" altLang="en-US" sz="1100" b="0" i="0" u="none" strike="noStrike" cap="none" spc="0" normalizeH="0" baseline="0" dirty="0">
              <a:ln>
                <a:noFill/>
              </a:ln>
              <a:solidFill>
                <a:schemeClr val="bg1"/>
              </a:solidFill>
              <a:effectLst/>
              <a:uFillTx/>
              <a:latin typeface="+mn-ea"/>
              <a:sym typeface="Helvetica Neue"/>
            </a:endParaRPr>
          </a:p>
        </p:txBody>
      </p:sp>
      <p:sp>
        <p:nvSpPr>
          <p:cNvPr id="185" name="文本框 184">
            <a:extLst>
              <a:ext uri="{FF2B5EF4-FFF2-40B4-BE49-F238E27FC236}">
                <a16:creationId xmlns:a16="http://schemas.microsoft.com/office/drawing/2014/main" id="{E8E81F45-53FC-76AA-C4DB-42DD5F26BBCC}"/>
              </a:ext>
            </a:extLst>
          </p:cNvPr>
          <p:cNvSpPr txBox="1"/>
          <p:nvPr/>
        </p:nvSpPr>
        <p:spPr>
          <a:xfrm>
            <a:off x="7817862" y="5545303"/>
            <a:ext cx="564258"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900" b="0" i="0" u="none" strike="noStrike" cap="none" spc="0" normalizeH="0" baseline="0" dirty="0">
                <a:ln>
                  <a:noFill/>
                </a:ln>
                <a:solidFill>
                  <a:schemeClr val="bg1"/>
                </a:solidFill>
                <a:effectLst/>
                <a:uFillTx/>
                <a:latin typeface="+mn-ea"/>
                <a:sym typeface="Helvetica Neue"/>
              </a:rPr>
              <a:t>储存空间</a:t>
            </a:r>
          </a:p>
        </p:txBody>
      </p:sp>
      <p:sp>
        <p:nvSpPr>
          <p:cNvPr id="186" name="文本框 185">
            <a:extLst>
              <a:ext uri="{FF2B5EF4-FFF2-40B4-BE49-F238E27FC236}">
                <a16:creationId xmlns:a16="http://schemas.microsoft.com/office/drawing/2014/main" id="{D011C584-00C4-8FB1-BC74-9ED7919298A7}"/>
              </a:ext>
            </a:extLst>
          </p:cNvPr>
          <p:cNvSpPr txBox="1"/>
          <p:nvPr/>
        </p:nvSpPr>
        <p:spPr>
          <a:xfrm>
            <a:off x="7895608" y="5301890"/>
            <a:ext cx="408766" cy="2718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altLang="zh-CN" sz="1100" b="0" i="0" u="none" strike="noStrike" cap="none" spc="0" normalizeH="0" baseline="0" dirty="0">
                <a:ln>
                  <a:noFill/>
                </a:ln>
                <a:solidFill>
                  <a:schemeClr val="bg1"/>
                </a:solidFill>
                <a:effectLst/>
                <a:uFillTx/>
                <a:latin typeface="+mn-ea"/>
                <a:sym typeface="Helvetica Neue"/>
              </a:rPr>
              <a:t>EB</a:t>
            </a:r>
            <a:r>
              <a:rPr kumimoji="0" lang="zh-CN" altLang="en-US" sz="1100" b="0" i="0" u="none" strike="noStrike" cap="none" spc="0" normalizeH="0" baseline="0" dirty="0">
                <a:ln>
                  <a:noFill/>
                </a:ln>
                <a:solidFill>
                  <a:schemeClr val="bg1"/>
                </a:solidFill>
                <a:effectLst/>
                <a:uFillTx/>
                <a:latin typeface="+mn-ea"/>
                <a:sym typeface="Helvetica Neue"/>
              </a:rPr>
              <a:t>级</a:t>
            </a:r>
          </a:p>
        </p:txBody>
      </p:sp>
      <p:sp>
        <p:nvSpPr>
          <p:cNvPr id="187" name="图形 59">
            <a:extLst>
              <a:ext uri="{FF2B5EF4-FFF2-40B4-BE49-F238E27FC236}">
                <a16:creationId xmlns:a16="http://schemas.microsoft.com/office/drawing/2014/main" id="{163EF338-3199-84F2-57BD-4A0FB515D779}"/>
              </a:ext>
            </a:extLst>
          </p:cNvPr>
          <p:cNvSpPr/>
          <p:nvPr/>
        </p:nvSpPr>
        <p:spPr>
          <a:xfrm>
            <a:off x="1592892" y="4011769"/>
            <a:ext cx="142503" cy="162864"/>
          </a:xfrm>
          <a:custGeom>
            <a:avLst/>
            <a:gdLst>
              <a:gd name="connsiteX0" fmla="*/ 0 w 1666001"/>
              <a:gd name="connsiteY0" fmla="*/ 1904048 h 1904047"/>
              <a:gd name="connsiteX1" fmla="*/ 0 w 1666001"/>
              <a:gd name="connsiteY1" fmla="*/ 1071047 h 1904047"/>
              <a:gd name="connsiteX2" fmla="*/ 118983 w 1666001"/>
              <a:gd name="connsiteY2" fmla="*/ 1071047 h 1904047"/>
              <a:gd name="connsiteX3" fmla="*/ 118983 w 1666001"/>
              <a:gd name="connsiteY3" fmla="*/ 238006 h 1904047"/>
              <a:gd name="connsiteX4" fmla="*/ 356989 w 1666001"/>
              <a:gd name="connsiteY4" fmla="*/ 238006 h 1904047"/>
              <a:gd name="connsiteX5" fmla="*/ 356989 w 1666001"/>
              <a:gd name="connsiteY5" fmla="*/ 0 h 1904047"/>
              <a:gd name="connsiteX6" fmla="*/ 1547019 w 1666001"/>
              <a:gd name="connsiteY6" fmla="*/ 0 h 1904047"/>
              <a:gd name="connsiteX7" fmla="*/ 1547019 w 1666001"/>
              <a:gd name="connsiteY7" fmla="*/ 1071047 h 1904047"/>
              <a:gd name="connsiteX8" fmla="*/ 1666002 w 1666001"/>
              <a:gd name="connsiteY8" fmla="*/ 1071047 h 1904047"/>
              <a:gd name="connsiteX9" fmla="*/ 1666002 w 1666001"/>
              <a:gd name="connsiteY9" fmla="*/ 1904048 h 1904047"/>
              <a:gd name="connsiteX10" fmla="*/ 0 w 1666001"/>
              <a:gd name="connsiteY10" fmla="*/ 1904048 h 1904047"/>
              <a:gd name="connsiteX11" fmla="*/ 356989 w 1666001"/>
              <a:gd name="connsiteY11" fmla="*/ 357029 h 1904047"/>
              <a:gd name="connsiteX12" fmla="*/ 238006 w 1666001"/>
              <a:gd name="connsiteY12" fmla="*/ 357029 h 1904047"/>
              <a:gd name="connsiteX13" fmla="*/ 238006 w 1666001"/>
              <a:gd name="connsiteY13" fmla="*/ 1071047 h 1904047"/>
              <a:gd name="connsiteX14" fmla="*/ 356989 w 1666001"/>
              <a:gd name="connsiteY14" fmla="*/ 1071047 h 1904047"/>
              <a:gd name="connsiteX15" fmla="*/ 356989 w 1666001"/>
              <a:gd name="connsiteY15" fmla="*/ 357029 h 1904047"/>
              <a:gd name="connsiteX16" fmla="*/ 1427996 w 1666001"/>
              <a:gd name="connsiteY16" fmla="*/ 119023 h 1904047"/>
              <a:gd name="connsiteX17" fmla="*/ 476012 w 1666001"/>
              <a:gd name="connsiteY17" fmla="*/ 119023 h 1904047"/>
              <a:gd name="connsiteX18" fmla="*/ 476012 w 1666001"/>
              <a:gd name="connsiteY18" fmla="*/ 1071047 h 1904047"/>
              <a:gd name="connsiteX19" fmla="*/ 713978 w 1666001"/>
              <a:gd name="connsiteY19" fmla="*/ 1071047 h 1904047"/>
              <a:gd name="connsiteX20" fmla="*/ 713978 w 1666001"/>
              <a:gd name="connsiteY20" fmla="*/ 1309013 h 1904047"/>
              <a:gd name="connsiteX21" fmla="*/ 951984 w 1666001"/>
              <a:gd name="connsiteY21" fmla="*/ 1309013 h 1904047"/>
              <a:gd name="connsiteX22" fmla="*/ 951984 w 1666001"/>
              <a:gd name="connsiteY22" fmla="*/ 1071007 h 1904047"/>
              <a:gd name="connsiteX23" fmla="*/ 1427996 w 1666001"/>
              <a:gd name="connsiteY23" fmla="*/ 1071007 h 1904047"/>
              <a:gd name="connsiteX24" fmla="*/ 1427996 w 1666001"/>
              <a:gd name="connsiteY24" fmla="*/ 119023 h 1904047"/>
              <a:gd name="connsiteX25" fmla="*/ 1547019 w 1666001"/>
              <a:gd name="connsiteY25" fmla="*/ 1190030 h 1904047"/>
              <a:gd name="connsiteX26" fmla="*/ 1071007 w 1666001"/>
              <a:gd name="connsiteY26" fmla="*/ 1190030 h 1904047"/>
              <a:gd name="connsiteX27" fmla="*/ 1071007 w 1666001"/>
              <a:gd name="connsiteY27" fmla="*/ 1428036 h 1904047"/>
              <a:gd name="connsiteX28" fmla="*/ 594995 w 1666001"/>
              <a:gd name="connsiteY28" fmla="*/ 1428036 h 1904047"/>
              <a:gd name="connsiteX29" fmla="*/ 594995 w 1666001"/>
              <a:gd name="connsiteY29" fmla="*/ 1190030 h 1904047"/>
              <a:gd name="connsiteX30" fmla="*/ 118983 w 1666001"/>
              <a:gd name="connsiteY30" fmla="*/ 1190030 h 1904047"/>
              <a:gd name="connsiteX31" fmla="*/ 118983 w 1666001"/>
              <a:gd name="connsiteY31" fmla="*/ 1785025 h 1904047"/>
              <a:gd name="connsiteX32" fmla="*/ 1547019 w 1666001"/>
              <a:gd name="connsiteY32" fmla="*/ 1785025 h 1904047"/>
              <a:gd name="connsiteX33" fmla="*/ 1547019 w 1666001"/>
              <a:gd name="connsiteY33" fmla="*/ 1190030 h 1904047"/>
              <a:gd name="connsiteX34" fmla="*/ 594995 w 1666001"/>
              <a:gd name="connsiteY34" fmla="*/ 714018 h 1904047"/>
              <a:gd name="connsiteX35" fmla="*/ 1309013 w 1666001"/>
              <a:gd name="connsiteY35" fmla="*/ 714018 h 1904047"/>
              <a:gd name="connsiteX36" fmla="*/ 1309013 w 1666001"/>
              <a:gd name="connsiteY36" fmla="*/ 833041 h 1904047"/>
              <a:gd name="connsiteX37" fmla="*/ 594995 w 1666001"/>
              <a:gd name="connsiteY37" fmla="*/ 833041 h 1904047"/>
              <a:gd name="connsiteX38" fmla="*/ 594995 w 1666001"/>
              <a:gd name="connsiteY38" fmla="*/ 714018 h 1904047"/>
              <a:gd name="connsiteX39" fmla="*/ 594995 w 1666001"/>
              <a:gd name="connsiteY39" fmla="*/ 357029 h 1904047"/>
              <a:gd name="connsiteX40" fmla="*/ 1309013 w 1666001"/>
              <a:gd name="connsiteY40" fmla="*/ 357029 h 1904047"/>
              <a:gd name="connsiteX41" fmla="*/ 1309013 w 1666001"/>
              <a:gd name="connsiteY41" fmla="*/ 476012 h 1904047"/>
              <a:gd name="connsiteX42" fmla="*/ 594995 w 1666001"/>
              <a:gd name="connsiteY42" fmla="*/ 476012 h 1904047"/>
              <a:gd name="connsiteX43" fmla="*/ 594995 w 1666001"/>
              <a:gd name="connsiteY43" fmla="*/ 357029 h 1904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666001" h="1904047">
                <a:moveTo>
                  <a:pt x="0" y="1904048"/>
                </a:moveTo>
                <a:lnTo>
                  <a:pt x="0" y="1071047"/>
                </a:lnTo>
                <a:lnTo>
                  <a:pt x="118983" y="1071047"/>
                </a:lnTo>
                <a:lnTo>
                  <a:pt x="118983" y="238006"/>
                </a:lnTo>
                <a:lnTo>
                  <a:pt x="356989" y="238006"/>
                </a:lnTo>
                <a:lnTo>
                  <a:pt x="356989" y="0"/>
                </a:lnTo>
                <a:lnTo>
                  <a:pt x="1547019" y="0"/>
                </a:lnTo>
                <a:lnTo>
                  <a:pt x="1547019" y="1071047"/>
                </a:lnTo>
                <a:lnTo>
                  <a:pt x="1666002" y="1071047"/>
                </a:lnTo>
                <a:lnTo>
                  <a:pt x="1666002" y="1904048"/>
                </a:lnTo>
                <a:lnTo>
                  <a:pt x="0" y="1904048"/>
                </a:lnTo>
                <a:close/>
                <a:moveTo>
                  <a:pt x="356989" y="357029"/>
                </a:moveTo>
                <a:lnTo>
                  <a:pt x="238006" y="357029"/>
                </a:lnTo>
                <a:lnTo>
                  <a:pt x="238006" y="1071047"/>
                </a:lnTo>
                <a:lnTo>
                  <a:pt x="356989" y="1071047"/>
                </a:lnTo>
                <a:lnTo>
                  <a:pt x="356989" y="357029"/>
                </a:lnTo>
                <a:close/>
                <a:moveTo>
                  <a:pt x="1427996" y="119023"/>
                </a:moveTo>
                <a:lnTo>
                  <a:pt x="476012" y="119023"/>
                </a:lnTo>
                <a:lnTo>
                  <a:pt x="476012" y="1071047"/>
                </a:lnTo>
                <a:lnTo>
                  <a:pt x="713978" y="1071047"/>
                </a:lnTo>
                <a:lnTo>
                  <a:pt x="713978" y="1309013"/>
                </a:lnTo>
                <a:lnTo>
                  <a:pt x="951984" y="1309013"/>
                </a:lnTo>
                <a:lnTo>
                  <a:pt x="951984" y="1071007"/>
                </a:lnTo>
                <a:lnTo>
                  <a:pt x="1427996" y="1071007"/>
                </a:lnTo>
                <a:lnTo>
                  <a:pt x="1427996" y="119023"/>
                </a:lnTo>
                <a:close/>
                <a:moveTo>
                  <a:pt x="1547019" y="1190030"/>
                </a:moveTo>
                <a:lnTo>
                  <a:pt x="1071007" y="1190030"/>
                </a:lnTo>
                <a:lnTo>
                  <a:pt x="1071007" y="1428036"/>
                </a:lnTo>
                <a:lnTo>
                  <a:pt x="594995" y="1428036"/>
                </a:lnTo>
                <a:lnTo>
                  <a:pt x="594995" y="1190030"/>
                </a:lnTo>
                <a:lnTo>
                  <a:pt x="118983" y="1190030"/>
                </a:lnTo>
                <a:lnTo>
                  <a:pt x="118983" y="1785025"/>
                </a:lnTo>
                <a:lnTo>
                  <a:pt x="1547019" y="1785025"/>
                </a:lnTo>
                <a:lnTo>
                  <a:pt x="1547019" y="1190030"/>
                </a:lnTo>
                <a:close/>
                <a:moveTo>
                  <a:pt x="594995" y="714018"/>
                </a:moveTo>
                <a:lnTo>
                  <a:pt x="1309013" y="714018"/>
                </a:lnTo>
                <a:lnTo>
                  <a:pt x="1309013" y="833041"/>
                </a:lnTo>
                <a:lnTo>
                  <a:pt x="594995" y="833041"/>
                </a:lnTo>
                <a:lnTo>
                  <a:pt x="594995" y="714018"/>
                </a:lnTo>
                <a:close/>
                <a:moveTo>
                  <a:pt x="594995" y="357029"/>
                </a:moveTo>
                <a:lnTo>
                  <a:pt x="1309013" y="357029"/>
                </a:lnTo>
                <a:lnTo>
                  <a:pt x="1309013" y="476012"/>
                </a:lnTo>
                <a:lnTo>
                  <a:pt x="594995" y="476012"/>
                </a:lnTo>
                <a:lnTo>
                  <a:pt x="594995" y="357029"/>
                </a:lnTo>
                <a:close/>
              </a:path>
            </a:pathLst>
          </a:custGeom>
          <a:solidFill>
            <a:schemeClr val="bg1"/>
          </a:solidFill>
          <a:ln w="1860" cap="flat">
            <a:noFill/>
            <a:prstDash val="solid"/>
            <a:miter/>
          </a:ln>
        </p:spPr>
        <p:txBody>
          <a:bodyPr rtlCol="0" anchor="ctr"/>
          <a:lstStyle/>
          <a:p>
            <a:endParaRPr lang="zh-CN" altLang="en-US" sz="800">
              <a:latin typeface="+mn-ea"/>
            </a:endParaRPr>
          </a:p>
        </p:txBody>
      </p:sp>
      <p:grpSp>
        <p:nvGrpSpPr>
          <p:cNvPr id="188" name="组合 187">
            <a:extLst>
              <a:ext uri="{FF2B5EF4-FFF2-40B4-BE49-F238E27FC236}">
                <a16:creationId xmlns:a16="http://schemas.microsoft.com/office/drawing/2014/main" id="{D58404D4-03D4-AEF6-BE6C-5A54151837A1}"/>
              </a:ext>
            </a:extLst>
          </p:cNvPr>
          <p:cNvGrpSpPr/>
          <p:nvPr/>
        </p:nvGrpSpPr>
        <p:grpSpPr>
          <a:xfrm>
            <a:off x="4202992" y="4011327"/>
            <a:ext cx="163883" cy="163749"/>
            <a:chOff x="13500259" y="6075139"/>
            <a:chExt cx="290329" cy="290092"/>
          </a:xfrm>
        </p:grpSpPr>
        <p:sp>
          <p:nvSpPr>
            <p:cNvPr id="223" name="任意多边形: 形状 222">
              <a:extLst>
                <a:ext uri="{FF2B5EF4-FFF2-40B4-BE49-F238E27FC236}">
                  <a16:creationId xmlns:a16="http://schemas.microsoft.com/office/drawing/2014/main" id="{737BE24B-70B6-13ED-11D0-124253F69F63}"/>
                </a:ext>
              </a:extLst>
            </p:cNvPr>
            <p:cNvSpPr/>
            <p:nvPr/>
          </p:nvSpPr>
          <p:spPr>
            <a:xfrm>
              <a:off x="13540006" y="6075139"/>
              <a:ext cx="211472" cy="242614"/>
            </a:xfrm>
            <a:custGeom>
              <a:avLst/>
              <a:gdLst>
                <a:gd name="connsiteX0" fmla="*/ 211472 w 211472"/>
                <a:gd name="connsiteY0" fmla="*/ 228925 h 242614"/>
                <a:gd name="connsiteX1" fmla="*/ 196866 w 211472"/>
                <a:gd name="connsiteY1" fmla="*/ 242614 h 242614"/>
                <a:gd name="connsiteX2" fmla="*/ 14606 w 211472"/>
                <a:gd name="connsiteY2" fmla="*/ 242614 h 242614"/>
                <a:gd name="connsiteX3" fmla="*/ 0 w 211472"/>
                <a:gd name="connsiteY3" fmla="*/ 228925 h 242614"/>
                <a:gd name="connsiteX4" fmla="*/ 0 w 211472"/>
                <a:gd name="connsiteY4" fmla="*/ 13689 h 242614"/>
                <a:gd name="connsiteX5" fmla="*/ 14606 w 211472"/>
                <a:gd name="connsiteY5" fmla="*/ 0 h 242614"/>
                <a:gd name="connsiteX6" fmla="*/ 196866 w 211472"/>
                <a:gd name="connsiteY6" fmla="*/ 0 h 242614"/>
                <a:gd name="connsiteX7" fmla="*/ 211472 w 211472"/>
                <a:gd name="connsiteY7" fmla="*/ 13689 h 242614"/>
                <a:gd name="connsiteX8" fmla="*/ 211472 w 211472"/>
                <a:gd name="connsiteY8" fmla="*/ 228925 h 242614"/>
                <a:gd name="connsiteX9" fmla="*/ 196381 w 211472"/>
                <a:gd name="connsiteY9" fmla="*/ 29175 h 242614"/>
                <a:gd name="connsiteX10" fmla="*/ 182138 w 211472"/>
                <a:gd name="connsiteY10" fmla="*/ 15827 h 242614"/>
                <a:gd name="connsiteX11" fmla="*/ 29335 w 211472"/>
                <a:gd name="connsiteY11" fmla="*/ 15827 h 242614"/>
                <a:gd name="connsiteX12" fmla="*/ 15092 w 211472"/>
                <a:gd name="connsiteY12" fmla="*/ 29175 h 242614"/>
                <a:gd name="connsiteX13" fmla="*/ 15092 w 211472"/>
                <a:gd name="connsiteY13" fmla="*/ 213439 h 242614"/>
                <a:gd name="connsiteX14" fmla="*/ 29335 w 211472"/>
                <a:gd name="connsiteY14" fmla="*/ 226788 h 242614"/>
                <a:gd name="connsiteX15" fmla="*/ 182138 w 211472"/>
                <a:gd name="connsiteY15" fmla="*/ 226788 h 242614"/>
                <a:gd name="connsiteX16" fmla="*/ 196381 w 211472"/>
                <a:gd name="connsiteY16" fmla="*/ 213439 h 242614"/>
                <a:gd name="connsiteX17" fmla="*/ 196381 w 211472"/>
                <a:gd name="connsiteY17" fmla="*/ 29175 h 24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1472" h="242614">
                  <a:moveTo>
                    <a:pt x="211472" y="228925"/>
                  </a:moveTo>
                  <a:cubicBezTo>
                    <a:pt x="211472" y="236486"/>
                    <a:pt x="204933" y="242614"/>
                    <a:pt x="196866" y="242614"/>
                  </a:cubicBezTo>
                  <a:lnTo>
                    <a:pt x="14606" y="242614"/>
                  </a:lnTo>
                  <a:cubicBezTo>
                    <a:pt x="6540" y="242614"/>
                    <a:pt x="0" y="236486"/>
                    <a:pt x="0" y="228925"/>
                  </a:cubicBezTo>
                  <a:lnTo>
                    <a:pt x="0" y="13689"/>
                  </a:lnTo>
                  <a:cubicBezTo>
                    <a:pt x="0" y="6129"/>
                    <a:pt x="6540" y="0"/>
                    <a:pt x="14606" y="0"/>
                  </a:cubicBezTo>
                  <a:lnTo>
                    <a:pt x="196866" y="0"/>
                  </a:lnTo>
                  <a:cubicBezTo>
                    <a:pt x="204933" y="0"/>
                    <a:pt x="211472" y="6129"/>
                    <a:pt x="211472" y="13689"/>
                  </a:cubicBezTo>
                  <a:lnTo>
                    <a:pt x="211472" y="228925"/>
                  </a:lnTo>
                  <a:close/>
                  <a:moveTo>
                    <a:pt x="196381" y="29175"/>
                  </a:moveTo>
                  <a:cubicBezTo>
                    <a:pt x="196381" y="21803"/>
                    <a:pt x="190004" y="15827"/>
                    <a:pt x="182138" y="15827"/>
                  </a:cubicBezTo>
                  <a:lnTo>
                    <a:pt x="29335" y="15827"/>
                  </a:lnTo>
                  <a:cubicBezTo>
                    <a:pt x="21469" y="15827"/>
                    <a:pt x="15092" y="21803"/>
                    <a:pt x="15092" y="29175"/>
                  </a:cubicBezTo>
                  <a:lnTo>
                    <a:pt x="15092" y="213439"/>
                  </a:lnTo>
                  <a:cubicBezTo>
                    <a:pt x="15092" y="220812"/>
                    <a:pt x="21469" y="226788"/>
                    <a:pt x="29335" y="226788"/>
                  </a:cubicBezTo>
                  <a:lnTo>
                    <a:pt x="182138" y="226788"/>
                  </a:lnTo>
                  <a:cubicBezTo>
                    <a:pt x="190004" y="226788"/>
                    <a:pt x="196381" y="220812"/>
                    <a:pt x="196381" y="213439"/>
                  </a:cubicBezTo>
                  <a:lnTo>
                    <a:pt x="196381" y="29175"/>
                  </a:lnTo>
                  <a:close/>
                </a:path>
              </a:pathLst>
            </a:custGeom>
            <a:solidFill>
              <a:schemeClr val="bg1"/>
            </a:solidFill>
            <a:ln w="335" cap="flat">
              <a:noFill/>
              <a:prstDash val="solid"/>
              <a:miter/>
            </a:ln>
          </p:spPr>
          <p:txBody>
            <a:bodyPr rtlCol="0" anchor="ctr"/>
            <a:lstStyle/>
            <a:p>
              <a:endParaRPr lang="zh-CN" altLang="en-US" sz="800">
                <a:latin typeface="+mn-ea"/>
              </a:endParaRPr>
            </a:p>
          </p:txBody>
        </p:sp>
        <p:sp>
          <p:nvSpPr>
            <p:cNvPr id="224" name="任意多边形: 形状 223">
              <a:extLst>
                <a:ext uri="{FF2B5EF4-FFF2-40B4-BE49-F238E27FC236}">
                  <a16:creationId xmlns:a16="http://schemas.microsoft.com/office/drawing/2014/main" id="{A1886B78-6F61-687E-4FBD-303F15EF16EF}"/>
                </a:ext>
              </a:extLst>
            </p:cNvPr>
            <p:cNvSpPr/>
            <p:nvPr/>
          </p:nvSpPr>
          <p:spPr>
            <a:xfrm>
              <a:off x="13501026" y="6208520"/>
              <a:ext cx="288794" cy="155939"/>
            </a:xfrm>
            <a:custGeom>
              <a:avLst/>
              <a:gdLst>
                <a:gd name="connsiteX0" fmla="*/ 271343 w 288794"/>
                <a:gd name="connsiteY0" fmla="*/ 0 h 155939"/>
                <a:gd name="connsiteX1" fmla="*/ 271343 w 288794"/>
                <a:gd name="connsiteY1" fmla="*/ 119308 h 155939"/>
                <a:gd name="connsiteX2" fmla="*/ 251396 w 288794"/>
                <a:gd name="connsiteY2" fmla="*/ 138002 h 155939"/>
                <a:gd name="connsiteX3" fmla="*/ 37399 w 288794"/>
                <a:gd name="connsiteY3" fmla="*/ 138002 h 155939"/>
                <a:gd name="connsiteX4" fmla="*/ 17452 w 288794"/>
                <a:gd name="connsiteY4" fmla="*/ 119308 h 155939"/>
                <a:gd name="connsiteX5" fmla="*/ 17452 w 288794"/>
                <a:gd name="connsiteY5" fmla="*/ 0 h 155939"/>
                <a:gd name="connsiteX6" fmla="*/ 0 w 288794"/>
                <a:gd name="connsiteY6" fmla="*/ 0 h 155939"/>
                <a:gd name="connsiteX7" fmla="*/ 0 w 288794"/>
                <a:gd name="connsiteY7" fmla="*/ 137246 h 155939"/>
                <a:gd name="connsiteX8" fmla="*/ 19947 w 288794"/>
                <a:gd name="connsiteY8" fmla="*/ 155940 h 155939"/>
                <a:gd name="connsiteX9" fmla="*/ 268847 w 288794"/>
                <a:gd name="connsiteY9" fmla="*/ 155940 h 155939"/>
                <a:gd name="connsiteX10" fmla="*/ 288794 w 288794"/>
                <a:gd name="connsiteY10" fmla="*/ 137246 h 155939"/>
                <a:gd name="connsiteX11" fmla="*/ 288794 w 288794"/>
                <a:gd name="connsiteY11" fmla="*/ 0 h 155939"/>
                <a:gd name="connsiteX12" fmla="*/ 271343 w 288794"/>
                <a:gd name="connsiteY12" fmla="*/ 0 h 155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8794" h="155939">
                  <a:moveTo>
                    <a:pt x="271343" y="0"/>
                  </a:moveTo>
                  <a:lnTo>
                    <a:pt x="271343" y="119308"/>
                  </a:lnTo>
                  <a:cubicBezTo>
                    <a:pt x="271343" y="129633"/>
                    <a:pt x="262413" y="138002"/>
                    <a:pt x="251396" y="138002"/>
                  </a:cubicBezTo>
                  <a:lnTo>
                    <a:pt x="37399" y="138002"/>
                  </a:lnTo>
                  <a:cubicBezTo>
                    <a:pt x="26382" y="138002"/>
                    <a:pt x="17452" y="129633"/>
                    <a:pt x="17452" y="119308"/>
                  </a:cubicBezTo>
                  <a:lnTo>
                    <a:pt x="17452" y="0"/>
                  </a:lnTo>
                  <a:lnTo>
                    <a:pt x="0" y="0"/>
                  </a:lnTo>
                  <a:lnTo>
                    <a:pt x="0" y="137246"/>
                  </a:lnTo>
                  <a:cubicBezTo>
                    <a:pt x="0" y="147570"/>
                    <a:pt x="8931" y="155940"/>
                    <a:pt x="19947" y="155940"/>
                  </a:cubicBezTo>
                  <a:lnTo>
                    <a:pt x="268847" y="155940"/>
                  </a:lnTo>
                  <a:cubicBezTo>
                    <a:pt x="279864" y="155940"/>
                    <a:pt x="288794" y="147570"/>
                    <a:pt x="288794" y="137246"/>
                  </a:cubicBezTo>
                  <a:lnTo>
                    <a:pt x="288794" y="0"/>
                  </a:lnTo>
                  <a:lnTo>
                    <a:pt x="271343" y="0"/>
                  </a:lnTo>
                  <a:close/>
                </a:path>
              </a:pathLst>
            </a:custGeom>
            <a:solidFill>
              <a:schemeClr val="bg1"/>
            </a:solidFill>
            <a:ln w="335" cap="flat">
              <a:noFill/>
              <a:prstDash val="solid"/>
              <a:miter/>
            </a:ln>
          </p:spPr>
          <p:txBody>
            <a:bodyPr rtlCol="0" anchor="ctr"/>
            <a:lstStyle/>
            <a:p>
              <a:endParaRPr lang="zh-CN" altLang="en-US" sz="800">
                <a:latin typeface="+mn-ea"/>
              </a:endParaRPr>
            </a:p>
          </p:txBody>
        </p:sp>
        <p:sp>
          <p:nvSpPr>
            <p:cNvPr id="225" name="任意多边形: 形状 224">
              <a:extLst>
                <a:ext uri="{FF2B5EF4-FFF2-40B4-BE49-F238E27FC236}">
                  <a16:creationId xmlns:a16="http://schemas.microsoft.com/office/drawing/2014/main" id="{7BFA28EC-C0A8-B9A0-2AE8-17C938F2D048}"/>
                </a:ext>
              </a:extLst>
            </p:cNvPr>
            <p:cNvSpPr/>
            <p:nvPr/>
          </p:nvSpPr>
          <p:spPr>
            <a:xfrm>
              <a:off x="13500259" y="6207753"/>
              <a:ext cx="290329" cy="157478"/>
            </a:xfrm>
            <a:custGeom>
              <a:avLst/>
              <a:gdLst>
                <a:gd name="connsiteX0" fmla="*/ 271343 w 290329"/>
                <a:gd name="connsiteY0" fmla="*/ 767 h 157478"/>
                <a:gd name="connsiteX1" fmla="*/ 271343 w 290329"/>
                <a:gd name="connsiteY1" fmla="*/ 119711 h 157478"/>
                <a:gd name="connsiteX2" fmla="*/ 252138 w 290329"/>
                <a:gd name="connsiteY2" fmla="*/ 138002 h 157478"/>
                <a:gd name="connsiteX3" fmla="*/ 38179 w 290329"/>
                <a:gd name="connsiteY3" fmla="*/ 138002 h 157478"/>
                <a:gd name="connsiteX4" fmla="*/ 18986 w 290329"/>
                <a:gd name="connsiteY4" fmla="*/ 119636 h 157478"/>
                <a:gd name="connsiteX5" fmla="*/ 18986 w 290329"/>
                <a:gd name="connsiteY5" fmla="*/ 108035 h 157478"/>
                <a:gd name="connsiteX6" fmla="*/ 18986 w 290329"/>
                <a:gd name="connsiteY6" fmla="*/ 56959 h 157478"/>
                <a:gd name="connsiteX7" fmla="*/ 18986 w 290329"/>
                <a:gd name="connsiteY7" fmla="*/ 8768 h 157478"/>
                <a:gd name="connsiteX8" fmla="*/ 18986 w 290329"/>
                <a:gd name="connsiteY8" fmla="*/ 767 h 157478"/>
                <a:gd name="connsiteX9" fmla="*/ 18219 w 290329"/>
                <a:gd name="connsiteY9" fmla="*/ 0 h 157478"/>
                <a:gd name="connsiteX10" fmla="*/ 767 w 290329"/>
                <a:gd name="connsiteY10" fmla="*/ 0 h 157478"/>
                <a:gd name="connsiteX11" fmla="*/ 0 w 290329"/>
                <a:gd name="connsiteY11" fmla="*/ 767 h 157478"/>
                <a:gd name="connsiteX12" fmla="*/ 0 w 290329"/>
                <a:gd name="connsiteY12" fmla="*/ 137878 h 157478"/>
                <a:gd name="connsiteX13" fmla="*/ 20716 w 290329"/>
                <a:gd name="connsiteY13" fmla="*/ 157475 h 157478"/>
                <a:gd name="connsiteX14" fmla="*/ 266090 w 290329"/>
                <a:gd name="connsiteY14" fmla="*/ 157475 h 157478"/>
                <a:gd name="connsiteX15" fmla="*/ 273094 w 290329"/>
                <a:gd name="connsiteY15" fmla="*/ 157196 h 157478"/>
                <a:gd name="connsiteX16" fmla="*/ 290329 w 290329"/>
                <a:gd name="connsiteY16" fmla="*/ 137557 h 157478"/>
                <a:gd name="connsiteX17" fmla="*/ 290329 w 290329"/>
                <a:gd name="connsiteY17" fmla="*/ 105886 h 157478"/>
                <a:gd name="connsiteX18" fmla="*/ 290329 w 290329"/>
                <a:gd name="connsiteY18" fmla="*/ 50134 h 157478"/>
                <a:gd name="connsiteX19" fmla="*/ 290329 w 290329"/>
                <a:gd name="connsiteY19" fmla="*/ 6649 h 157478"/>
                <a:gd name="connsiteX20" fmla="*/ 290329 w 290329"/>
                <a:gd name="connsiteY20" fmla="*/ 767 h 157478"/>
                <a:gd name="connsiteX21" fmla="*/ 289562 w 290329"/>
                <a:gd name="connsiteY21" fmla="*/ 0 h 157478"/>
                <a:gd name="connsiteX22" fmla="*/ 272110 w 290329"/>
                <a:gd name="connsiteY22" fmla="*/ 0 h 157478"/>
                <a:gd name="connsiteX23" fmla="*/ 272110 w 290329"/>
                <a:gd name="connsiteY23" fmla="*/ 1535 h 157478"/>
                <a:gd name="connsiteX24" fmla="*/ 289562 w 290329"/>
                <a:gd name="connsiteY24" fmla="*/ 1535 h 157478"/>
                <a:gd name="connsiteX25" fmla="*/ 288794 w 290329"/>
                <a:gd name="connsiteY25" fmla="*/ 767 h 157478"/>
                <a:gd name="connsiteX26" fmla="*/ 288794 w 290329"/>
                <a:gd name="connsiteY26" fmla="*/ 137878 h 157478"/>
                <a:gd name="connsiteX27" fmla="*/ 269528 w 290329"/>
                <a:gd name="connsiteY27" fmla="*/ 155940 h 157478"/>
                <a:gd name="connsiteX28" fmla="*/ 23388 w 290329"/>
                <a:gd name="connsiteY28" fmla="*/ 155940 h 157478"/>
                <a:gd name="connsiteX29" fmla="*/ 12179 w 290329"/>
                <a:gd name="connsiteY29" fmla="*/ 154075 h 157478"/>
                <a:gd name="connsiteX30" fmla="*/ 1552 w 290329"/>
                <a:gd name="connsiteY30" fmla="*/ 138793 h 157478"/>
                <a:gd name="connsiteX31" fmla="*/ 1535 w 290329"/>
                <a:gd name="connsiteY31" fmla="*/ 136231 h 157478"/>
                <a:gd name="connsiteX32" fmla="*/ 1535 w 290329"/>
                <a:gd name="connsiteY32" fmla="*/ 99751 h 157478"/>
                <a:gd name="connsiteX33" fmla="*/ 1535 w 290329"/>
                <a:gd name="connsiteY33" fmla="*/ 43551 h 157478"/>
                <a:gd name="connsiteX34" fmla="*/ 1535 w 290329"/>
                <a:gd name="connsiteY34" fmla="*/ 3981 h 157478"/>
                <a:gd name="connsiteX35" fmla="*/ 1535 w 290329"/>
                <a:gd name="connsiteY35" fmla="*/ 767 h 157478"/>
                <a:gd name="connsiteX36" fmla="*/ 767 w 290329"/>
                <a:gd name="connsiteY36" fmla="*/ 1535 h 157478"/>
                <a:gd name="connsiteX37" fmla="*/ 18219 w 290329"/>
                <a:gd name="connsiteY37" fmla="*/ 1535 h 157478"/>
                <a:gd name="connsiteX38" fmla="*/ 17452 w 290329"/>
                <a:gd name="connsiteY38" fmla="*/ 767 h 157478"/>
                <a:gd name="connsiteX39" fmla="*/ 17452 w 290329"/>
                <a:gd name="connsiteY39" fmla="*/ 119711 h 157478"/>
                <a:gd name="connsiteX40" fmla="*/ 36101 w 290329"/>
                <a:gd name="connsiteY40" fmla="*/ 139438 h 157478"/>
                <a:gd name="connsiteX41" fmla="*/ 42585 w 290329"/>
                <a:gd name="connsiteY41" fmla="*/ 139537 h 157478"/>
                <a:gd name="connsiteX42" fmla="*/ 252015 w 290329"/>
                <a:gd name="connsiteY42" fmla="*/ 139537 h 157478"/>
                <a:gd name="connsiteX43" fmla="*/ 272861 w 290329"/>
                <a:gd name="connsiteY43" fmla="*/ 120856 h 157478"/>
                <a:gd name="connsiteX44" fmla="*/ 272878 w 290329"/>
                <a:gd name="connsiteY44" fmla="*/ 112075 h 157478"/>
                <a:gd name="connsiteX45" fmla="*/ 272878 w 290329"/>
                <a:gd name="connsiteY45" fmla="*/ 63884 h 157478"/>
                <a:gd name="connsiteX46" fmla="*/ 272878 w 290329"/>
                <a:gd name="connsiteY46" fmla="*/ 12808 h 157478"/>
                <a:gd name="connsiteX47" fmla="*/ 272878 w 290329"/>
                <a:gd name="connsiteY47" fmla="*/ 767 h 157478"/>
                <a:gd name="connsiteX48" fmla="*/ 271343 w 290329"/>
                <a:gd name="connsiteY48" fmla="*/ 767 h 157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90329" h="157478">
                  <a:moveTo>
                    <a:pt x="271343" y="767"/>
                  </a:moveTo>
                  <a:lnTo>
                    <a:pt x="271343" y="119711"/>
                  </a:lnTo>
                  <a:cubicBezTo>
                    <a:pt x="271343" y="130163"/>
                    <a:pt x="262358" y="138002"/>
                    <a:pt x="252138" y="138002"/>
                  </a:cubicBezTo>
                  <a:lnTo>
                    <a:pt x="38179" y="138002"/>
                  </a:lnTo>
                  <a:cubicBezTo>
                    <a:pt x="27901" y="138002"/>
                    <a:pt x="18986" y="130108"/>
                    <a:pt x="18986" y="119636"/>
                  </a:cubicBezTo>
                  <a:lnTo>
                    <a:pt x="18986" y="108035"/>
                  </a:lnTo>
                  <a:lnTo>
                    <a:pt x="18986" y="56959"/>
                  </a:lnTo>
                  <a:lnTo>
                    <a:pt x="18986" y="8768"/>
                  </a:lnTo>
                  <a:lnTo>
                    <a:pt x="18986" y="767"/>
                  </a:lnTo>
                  <a:cubicBezTo>
                    <a:pt x="18986" y="349"/>
                    <a:pt x="18637" y="0"/>
                    <a:pt x="18219" y="0"/>
                  </a:cubicBezTo>
                  <a:lnTo>
                    <a:pt x="767" y="0"/>
                  </a:lnTo>
                  <a:cubicBezTo>
                    <a:pt x="349" y="0"/>
                    <a:pt x="0" y="349"/>
                    <a:pt x="0" y="767"/>
                  </a:cubicBezTo>
                  <a:lnTo>
                    <a:pt x="0" y="137878"/>
                  </a:lnTo>
                  <a:cubicBezTo>
                    <a:pt x="0" y="149051"/>
                    <a:pt x="9862" y="157475"/>
                    <a:pt x="20716" y="157475"/>
                  </a:cubicBezTo>
                  <a:lnTo>
                    <a:pt x="266090" y="157475"/>
                  </a:lnTo>
                  <a:cubicBezTo>
                    <a:pt x="268436" y="157475"/>
                    <a:pt x="270762" y="157535"/>
                    <a:pt x="273094" y="157196"/>
                  </a:cubicBezTo>
                  <a:cubicBezTo>
                    <a:pt x="282851" y="155781"/>
                    <a:pt x="290329" y="147414"/>
                    <a:pt x="290329" y="137557"/>
                  </a:cubicBezTo>
                  <a:lnTo>
                    <a:pt x="290329" y="105886"/>
                  </a:lnTo>
                  <a:lnTo>
                    <a:pt x="290329" y="50134"/>
                  </a:lnTo>
                  <a:lnTo>
                    <a:pt x="290329" y="6649"/>
                  </a:lnTo>
                  <a:lnTo>
                    <a:pt x="290329" y="767"/>
                  </a:lnTo>
                  <a:cubicBezTo>
                    <a:pt x="290329" y="349"/>
                    <a:pt x="289980" y="0"/>
                    <a:pt x="289562" y="0"/>
                  </a:cubicBezTo>
                  <a:lnTo>
                    <a:pt x="272110" y="0"/>
                  </a:lnTo>
                  <a:cubicBezTo>
                    <a:pt x="271121" y="0"/>
                    <a:pt x="271121" y="1535"/>
                    <a:pt x="272110" y="1535"/>
                  </a:cubicBezTo>
                  <a:lnTo>
                    <a:pt x="289562" y="1535"/>
                  </a:lnTo>
                  <a:lnTo>
                    <a:pt x="288794" y="767"/>
                  </a:lnTo>
                  <a:lnTo>
                    <a:pt x="288794" y="137878"/>
                  </a:lnTo>
                  <a:cubicBezTo>
                    <a:pt x="288794" y="148285"/>
                    <a:pt x="279580" y="155940"/>
                    <a:pt x="269528" y="155940"/>
                  </a:cubicBezTo>
                  <a:lnTo>
                    <a:pt x="23388" y="155940"/>
                  </a:lnTo>
                  <a:cubicBezTo>
                    <a:pt x="19521" y="155940"/>
                    <a:pt x="15810" y="155738"/>
                    <a:pt x="12179" y="154075"/>
                  </a:cubicBezTo>
                  <a:cubicBezTo>
                    <a:pt x="6154" y="151315"/>
                    <a:pt x="1916" y="145442"/>
                    <a:pt x="1552" y="138793"/>
                  </a:cubicBezTo>
                  <a:cubicBezTo>
                    <a:pt x="1505" y="137943"/>
                    <a:pt x="1535" y="137082"/>
                    <a:pt x="1535" y="136231"/>
                  </a:cubicBezTo>
                  <a:lnTo>
                    <a:pt x="1535" y="99751"/>
                  </a:lnTo>
                  <a:lnTo>
                    <a:pt x="1535" y="43551"/>
                  </a:lnTo>
                  <a:lnTo>
                    <a:pt x="1535" y="3981"/>
                  </a:lnTo>
                  <a:lnTo>
                    <a:pt x="1535" y="767"/>
                  </a:lnTo>
                  <a:lnTo>
                    <a:pt x="767" y="1535"/>
                  </a:lnTo>
                  <a:lnTo>
                    <a:pt x="18219" y="1535"/>
                  </a:lnTo>
                  <a:lnTo>
                    <a:pt x="17452" y="767"/>
                  </a:lnTo>
                  <a:lnTo>
                    <a:pt x="17452" y="119711"/>
                  </a:lnTo>
                  <a:cubicBezTo>
                    <a:pt x="17452" y="130271"/>
                    <a:pt x="25847" y="138350"/>
                    <a:pt x="36101" y="139438"/>
                  </a:cubicBezTo>
                  <a:cubicBezTo>
                    <a:pt x="38232" y="139664"/>
                    <a:pt x="40447" y="139537"/>
                    <a:pt x="42585" y="139537"/>
                  </a:cubicBezTo>
                  <a:lnTo>
                    <a:pt x="252015" y="139537"/>
                  </a:lnTo>
                  <a:cubicBezTo>
                    <a:pt x="262627" y="139537"/>
                    <a:pt x="272264" y="131747"/>
                    <a:pt x="272861" y="120856"/>
                  </a:cubicBezTo>
                  <a:cubicBezTo>
                    <a:pt x="273020" y="117943"/>
                    <a:pt x="272878" y="114990"/>
                    <a:pt x="272878" y="112075"/>
                  </a:cubicBezTo>
                  <a:lnTo>
                    <a:pt x="272878" y="63884"/>
                  </a:lnTo>
                  <a:lnTo>
                    <a:pt x="272878" y="12808"/>
                  </a:lnTo>
                  <a:lnTo>
                    <a:pt x="272878" y="767"/>
                  </a:lnTo>
                  <a:cubicBezTo>
                    <a:pt x="272878" y="-222"/>
                    <a:pt x="271343" y="-222"/>
                    <a:pt x="271343" y="767"/>
                  </a:cubicBezTo>
                  <a:close/>
                </a:path>
              </a:pathLst>
            </a:custGeom>
            <a:solidFill>
              <a:schemeClr val="bg1"/>
            </a:solidFill>
            <a:ln w="335" cap="flat">
              <a:noFill/>
              <a:prstDash val="solid"/>
              <a:miter/>
            </a:ln>
          </p:spPr>
          <p:txBody>
            <a:bodyPr rtlCol="0" anchor="ctr"/>
            <a:lstStyle/>
            <a:p>
              <a:endParaRPr lang="zh-CN" altLang="en-US" sz="800">
                <a:latin typeface="+mn-ea"/>
              </a:endParaRPr>
            </a:p>
          </p:txBody>
        </p:sp>
        <p:sp>
          <p:nvSpPr>
            <p:cNvPr id="226" name="任意多边形: 形状 225">
              <a:extLst>
                <a:ext uri="{FF2B5EF4-FFF2-40B4-BE49-F238E27FC236}">
                  <a16:creationId xmlns:a16="http://schemas.microsoft.com/office/drawing/2014/main" id="{52957587-9D02-BF58-5AAA-C14AFE38B2AF}"/>
                </a:ext>
              </a:extLst>
            </p:cNvPr>
            <p:cNvSpPr/>
            <p:nvPr/>
          </p:nvSpPr>
          <p:spPr>
            <a:xfrm>
              <a:off x="13574822" y="6129998"/>
              <a:ext cx="141203" cy="132317"/>
            </a:xfrm>
            <a:custGeom>
              <a:avLst/>
              <a:gdLst>
                <a:gd name="connsiteX0" fmla="*/ 0 w 141203"/>
                <a:gd name="connsiteY0" fmla="*/ 0 h 132317"/>
                <a:gd name="connsiteX1" fmla="*/ 140371 w 141203"/>
                <a:gd name="connsiteY1" fmla="*/ 0 h 132317"/>
                <a:gd name="connsiteX2" fmla="*/ 140371 w 141203"/>
                <a:gd name="connsiteY2" fmla="*/ 18544 h 132317"/>
                <a:gd name="connsiteX3" fmla="*/ 0 w 141203"/>
                <a:gd name="connsiteY3" fmla="*/ 18544 h 132317"/>
                <a:gd name="connsiteX4" fmla="*/ 832 w 141203"/>
                <a:gd name="connsiteY4" fmla="*/ 56597 h 132317"/>
                <a:gd name="connsiteX5" fmla="*/ 141203 w 141203"/>
                <a:gd name="connsiteY5" fmla="*/ 56597 h 132317"/>
                <a:gd name="connsiteX6" fmla="*/ 141203 w 141203"/>
                <a:gd name="connsiteY6" fmla="*/ 75141 h 132317"/>
                <a:gd name="connsiteX7" fmla="*/ 832 w 141203"/>
                <a:gd name="connsiteY7" fmla="*/ 75141 h 132317"/>
                <a:gd name="connsiteX8" fmla="*/ 832 w 141203"/>
                <a:gd name="connsiteY8" fmla="*/ 113774 h 132317"/>
                <a:gd name="connsiteX9" fmla="*/ 141203 w 141203"/>
                <a:gd name="connsiteY9" fmla="*/ 113774 h 132317"/>
                <a:gd name="connsiteX10" fmla="*/ 141203 w 141203"/>
                <a:gd name="connsiteY10" fmla="*/ 132317 h 132317"/>
                <a:gd name="connsiteX11" fmla="*/ 832 w 141203"/>
                <a:gd name="connsiteY11" fmla="*/ 132317 h 132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203" h="132317">
                  <a:moveTo>
                    <a:pt x="0" y="0"/>
                  </a:moveTo>
                  <a:lnTo>
                    <a:pt x="140371" y="0"/>
                  </a:lnTo>
                  <a:lnTo>
                    <a:pt x="140371" y="18544"/>
                  </a:lnTo>
                  <a:lnTo>
                    <a:pt x="0" y="18544"/>
                  </a:lnTo>
                  <a:close/>
                  <a:moveTo>
                    <a:pt x="832" y="56597"/>
                  </a:moveTo>
                  <a:lnTo>
                    <a:pt x="141203" y="56597"/>
                  </a:lnTo>
                  <a:lnTo>
                    <a:pt x="141203" y="75141"/>
                  </a:lnTo>
                  <a:lnTo>
                    <a:pt x="832" y="75141"/>
                  </a:lnTo>
                  <a:close/>
                  <a:moveTo>
                    <a:pt x="832" y="113774"/>
                  </a:moveTo>
                  <a:lnTo>
                    <a:pt x="141203" y="113774"/>
                  </a:lnTo>
                  <a:lnTo>
                    <a:pt x="141203" y="132317"/>
                  </a:lnTo>
                  <a:lnTo>
                    <a:pt x="832" y="132317"/>
                  </a:lnTo>
                  <a:close/>
                </a:path>
              </a:pathLst>
            </a:custGeom>
            <a:solidFill>
              <a:schemeClr val="bg1"/>
            </a:solidFill>
            <a:ln w="335" cap="flat">
              <a:noFill/>
              <a:prstDash val="solid"/>
              <a:miter/>
            </a:ln>
          </p:spPr>
          <p:txBody>
            <a:bodyPr rtlCol="0" anchor="ctr"/>
            <a:lstStyle/>
            <a:p>
              <a:endParaRPr lang="zh-CN" altLang="en-US" sz="800">
                <a:latin typeface="+mn-ea"/>
              </a:endParaRPr>
            </a:p>
          </p:txBody>
        </p:sp>
      </p:grpSp>
      <p:grpSp>
        <p:nvGrpSpPr>
          <p:cNvPr id="189" name="组合 188">
            <a:extLst>
              <a:ext uri="{FF2B5EF4-FFF2-40B4-BE49-F238E27FC236}">
                <a16:creationId xmlns:a16="http://schemas.microsoft.com/office/drawing/2014/main" id="{38E41843-71FA-B04B-B777-8895DCED980A}"/>
              </a:ext>
            </a:extLst>
          </p:cNvPr>
          <p:cNvGrpSpPr/>
          <p:nvPr/>
        </p:nvGrpSpPr>
        <p:grpSpPr>
          <a:xfrm>
            <a:off x="6934924" y="3999040"/>
            <a:ext cx="218572" cy="188323"/>
            <a:chOff x="18314499" y="6207924"/>
            <a:chExt cx="254035" cy="218878"/>
          </a:xfrm>
        </p:grpSpPr>
        <p:sp>
          <p:nvSpPr>
            <p:cNvPr id="221" name="任意多边形: 形状 220">
              <a:extLst>
                <a:ext uri="{FF2B5EF4-FFF2-40B4-BE49-F238E27FC236}">
                  <a16:creationId xmlns:a16="http://schemas.microsoft.com/office/drawing/2014/main" id="{1047914C-FF67-1D10-AFAD-22BB18C888C3}"/>
                </a:ext>
              </a:extLst>
            </p:cNvPr>
            <p:cNvSpPr/>
            <p:nvPr/>
          </p:nvSpPr>
          <p:spPr>
            <a:xfrm>
              <a:off x="18314499" y="6207924"/>
              <a:ext cx="254035" cy="218878"/>
            </a:xfrm>
            <a:custGeom>
              <a:avLst/>
              <a:gdLst>
                <a:gd name="connsiteX0" fmla="*/ 253845 w 254035"/>
                <a:gd name="connsiteY0" fmla="*/ 26183 h 218878"/>
                <a:gd name="connsiteX1" fmla="*/ 253845 w 254035"/>
                <a:gd name="connsiteY1" fmla="*/ 17970 h 218878"/>
                <a:gd name="connsiteX2" fmla="*/ 235878 w 254035"/>
                <a:gd name="connsiteY2" fmla="*/ 0 h 218878"/>
                <a:gd name="connsiteX3" fmla="*/ 18114 w 254035"/>
                <a:gd name="connsiteY3" fmla="*/ 0 h 218878"/>
                <a:gd name="connsiteX4" fmla="*/ 45 w 254035"/>
                <a:gd name="connsiteY4" fmla="*/ 18075 h 218878"/>
                <a:gd name="connsiteX5" fmla="*/ 45 w 254035"/>
                <a:gd name="connsiteY5" fmla="*/ 30694 h 218878"/>
                <a:gd name="connsiteX6" fmla="*/ 0 w 254035"/>
                <a:gd name="connsiteY6" fmla="*/ 32384 h 218878"/>
                <a:gd name="connsiteX7" fmla="*/ 0 w 254035"/>
                <a:gd name="connsiteY7" fmla="*/ 187648 h 218878"/>
                <a:gd name="connsiteX8" fmla="*/ 31227 w 254035"/>
                <a:gd name="connsiteY8" fmla="*/ 218878 h 218878"/>
                <a:gd name="connsiteX9" fmla="*/ 221764 w 254035"/>
                <a:gd name="connsiteY9" fmla="*/ 218878 h 218878"/>
                <a:gd name="connsiteX10" fmla="*/ 254035 w 254035"/>
                <a:gd name="connsiteY10" fmla="*/ 186602 h 218878"/>
                <a:gd name="connsiteX11" fmla="*/ 254035 w 254035"/>
                <a:gd name="connsiteY11" fmla="*/ 29447 h 218878"/>
                <a:gd name="connsiteX12" fmla="*/ 253845 w 254035"/>
                <a:gd name="connsiteY12" fmla="*/ 26183 h 218878"/>
                <a:gd name="connsiteX13" fmla="*/ 108896 w 254035"/>
                <a:gd name="connsiteY13" fmla="*/ 14176 h 218878"/>
                <a:gd name="connsiteX14" fmla="*/ 117402 w 254035"/>
                <a:gd name="connsiteY14" fmla="*/ 22685 h 218878"/>
                <a:gd name="connsiteX15" fmla="*/ 108896 w 254035"/>
                <a:gd name="connsiteY15" fmla="*/ 31193 h 218878"/>
                <a:gd name="connsiteX16" fmla="*/ 100390 w 254035"/>
                <a:gd name="connsiteY16" fmla="*/ 22685 h 218878"/>
                <a:gd name="connsiteX17" fmla="*/ 108896 w 254035"/>
                <a:gd name="connsiteY17" fmla="*/ 14176 h 218878"/>
                <a:gd name="connsiteX18" fmla="*/ 72596 w 254035"/>
                <a:gd name="connsiteY18" fmla="*/ 14176 h 218878"/>
                <a:gd name="connsiteX19" fmla="*/ 81102 w 254035"/>
                <a:gd name="connsiteY19" fmla="*/ 22685 h 218878"/>
                <a:gd name="connsiteX20" fmla="*/ 72596 w 254035"/>
                <a:gd name="connsiteY20" fmla="*/ 31193 h 218878"/>
                <a:gd name="connsiteX21" fmla="*/ 64091 w 254035"/>
                <a:gd name="connsiteY21" fmla="*/ 22685 h 218878"/>
                <a:gd name="connsiteX22" fmla="*/ 72596 w 254035"/>
                <a:gd name="connsiteY22" fmla="*/ 14176 h 218878"/>
                <a:gd name="connsiteX23" fmla="*/ 36300 w 254035"/>
                <a:gd name="connsiteY23" fmla="*/ 14176 h 218878"/>
                <a:gd name="connsiteX24" fmla="*/ 44805 w 254035"/>
                <a:gd name="connsiteY24" fmla="*/ 22685 h 218878"/>
                <a:gd name="connsiteX25" fmla="*/ 36300 w 254035"/>
                <a:gd name="connsiteY25" fmla="*/ 31193 h 218878"/>
                <a:gd name="connsiteX26" fmla="*/ 27794 w 254035"/>
                <a:gd name="connsiteY26" fmla="*/ 22685 h 218878"/>
                <a:gd name="connsiteX27" fmla="*/ 36300 w 254035"/>
                <a:gd name="connsiteY27" fmla="*/ 14176 h 218878"/>
                <a:gd name="connsiteX28" fmla="*/ 235889 w 254035"/>
                <a:gd name="connsiteY28" fmla="*/ 186602 h 218878"/>
                <a:gd name="connsiteX29" fmla="*/ 221764 w 254035"/>
                <a:gd name="connsiteY29" fmla="*/ 200730 h 218878"/>
                <a:gd name="connsiteX30" fmla="*/ 31227 w 254035"/>
                <a:gd name="connsiteY30" fmla="*/ 200730 h 218878"/>
                <a:gd name="connsiteX31" fmla="*/ 18143 w 254035"/>
                <a:gd name="connsiteY31" fmla="*/ 187642 h 218878"/>
                <a:gd name="connsiteX32" fmla="*/ 18143 w 254035"/>
                <a:gd name="connsiteY32" fmla="*/ 43291 h 218878"/>
                <a:gd name="connsiteX33" fmla="*/ 235889 w 254035"/>
                <a:gd name="connsiteY33" fmla="*/ 43291 h 218878"/>
                <a:gd name="connsiteX34" fmla="*/ 235889 w 254035"/>
                <a:gd name="connsiteY34" fmla="*/ 186602 h 218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54035" h="218878">
                  <a:moveTo>
                    <a:pt x="253845" y="26183"/>
                  </a:moveTo>
                  <a:lnTo>
                    <a:pt x="253845" y="17970"/>
                  </a:lnTo>
                  <a:cubicBezTo>
                    <a:pt x="253845" y="8044"/>
                    <a:pt x="245802" y="0"/>
                    <a:pt x="235878" y="0"/>
                  </a:cubicBezTo>
                  <a:lnTo>
                    <a:pt x="18114" y="0"/>
                  </a:lnTo>
                  <a:cubicBezTo>
                    <a:pt x="8134" y="0"/>
                    <a:pt x="45" y="8092"/>
                    <a:pt x="45" y="18075"/>
                  </a:cubicBezTo>
                  <a:lnTo>
                    <a:pt x="45" y="30694"/>
                  </a:lnTo>
                  <a:cubicBezTo>
                    <a:pt x="14" y="31253"/>
                    <a:pt x="0" y="31817"/>
                    <a:pt x="0" y="32384"/>
                  </a:cubicBezTo>
                  <a:lnTo>
                    <a:pt x="0" y="187648"/>
                  </a:lnTo>
                  <a:cubicBezTo>
                    <a:pt x="-3" y="204866"/>
                    <a:pt x="14006" y="218878"/>
                    <a:pt x="31227" y="218878"/>
                  </a:cubicBezTo>
                  <a:lnTo>
                    <a:pt x="221764" y="218878"/>
                  </a:lnTo>
                  <a:cubicBezTo>
                    <a:pt x="239558" y="218878"/>
                    <a:pt x="254035" y="204398"/>
                    <a:pt x="254035" y="186602"/>
                  </a:cubicBezTo>
                  <a:lnTo>
                    <a:pt x="254035" y="29447"/>
                  </a:lnTo>
                  <a:cubicBezTo>
                    <a:pt x="254035" y="28344"/>
                    <a:pt x="253970" y="27255"/>
                    <a:pt x="253845" y="26183"/>
                  </a:cubicBezTo>
                  <a:close/>
                  <a:moveTo>
                    <a:pt x="108896" y="14176"/>
                  </a:moveTo>
                  <a:cubicBezTo>
                    <a:pt x="113594" y="14176"/>
                    <a:pt x="117402" y="17984"/>
                    <a:pt x="117402" y="22685"/>
                  </a:cubicBezTo>
                  <a:cubicBezTo>
                    <a:pt x="117402" y="27386"/>
                    <a:pt x="113594" y="31193"/>
                    <a:pt x="108896" y="31193"/>
                  </a:cubicBezTo>
                  <a:cubicBezTo>
                    <a:pt x="104198" y="31193"/>
                    <a:pt x="100390" y="27386"/>
                    <a:pt x="100390" y="22685"/>
                  </a:cubicBezTo>
                  <a:cubicBezTo>
                    <a:pt x="100390" y="17984"/>
                    <a:pt x="104198" y="14176"/>
                    <a:pt x="108896" y="14176"/>
                  </a:cubicBezTo>
                  <a:close/>
                  <a:moveTo>
                    <a:pt x="72596" y="14176"/>
                  </a:moveTo>
                  <a:cubicBezTo>
                    <a:pt x="77294" y="14176"/>
                    <a:pt x="81102" y="17984"/>
                    <a:pt x="81102" y="22685"/>
                  </a:cubicBezTo>
                  <a:cubicBezTo>
                    <a:pt x="81102" y="27386"/>
                    <a:pt x="77294" y="31193"/>
                    <a:pt x="72596" y="31193"/>
                  </a:cubicBezTo>
                  <a:cubicBezTo>
                    <a:pt x="67898" y="31193"/>
                    <a:pt x="64091" y="27386"/>
                    <a:pt x="64091" y="22685"/>
                  </a:cubicBezTo>
                  <a:cubicBezTo>
                    <a:pt x="64091" y="17984"/>
                    <a:pt x="67898" y="14176"/>
                    <a:pt x="72596" y="14176"/>
                  </a:cubicBezTo>
                  <a:close/>
                  <a:moveTo>
                    <a:pt x="36300" y="14176"/>
                  </a:moveTo>
                  <a:cubicBezTo>
                    <a:pt x="40998" y="14176"/>
                    <a:pt x="44805" y="17984"/>
                    <a:pt x="44805" y="22685"/>
                  </a:cubicBezTo>
                  <a:cubicBezTo>
                    <a:pt x="44805" y="27386"/>
                    <a:pt x="40998" y="31193"/>
                    <a:pt x="36300" y="31193"/>
                  </a:cubicBezTo>
                  <a:cubicBezTo>
                    <a:pt x="31602" y="31193"/>
                    <a:pt x="27794" y="27386"/>
                    <a:pt x="27794" y="22685"/>
                  </a:cubicBezTo>
                  <a:cubicBezTo>
                    <a:pt x="27794" y="17984"/>
                    <a:pt x="31602" y="14176"/>
                    <a:pt x="36300" y="14176"/>
                  </a:cubicBezTo>
                  <a:close/>
                  <a:moveTo>
                    <a:pt x="235889" y="186602"/>
                  </a:moveTo>
                  <a:cubicBezTo>
                    <a:pt x="235889" y="194390"/>
                    <a:pt x="229553" y="200730"/>
                    <a:pt x="221764" y="200730"/>
                  </a:cubicBezTo>
                  <a:lnTo>
                    <a:pt x="31227" y="200730"/>
                  </a:lnTo>
                  <a:cubicBezTo>
                    <a:pt x="24012" y="200730"/>
                    <a:pt x="18143" y="194858"/>
                    <a:pt x="18143" y="187642"/>
                  </a:cubicBezTo>
                  <a:lnTo>
                    <a:pt x="18143" y="43291"/>
                  </a:lnTo>
                  <a:lnTo>
                    <a:pt x="235889" y="43291"/>
                  </a:lnTo>
                  <a:lnTo>
                    <a:pt x="235889" y="186602"/>
                  </a:lnTo>
                  <a:close/>
                </a:path>
              </a:pathLst>
            </a:custGeom>
            <a:solidFill>
              <a:schemeClr val="bg1"/>
            </a:solidFill>
            <a:ln w="279" cap="flat">
              <a:noFill/>
              <a:prstDash val="solid"/>
              <a:miter/>
            </a:ln>
          </p:spPr>
          <p:txBody>
            <a:bodyPr rtlCol="0" anchor="ctr"/>
            <a:lstStyle/>
            <a:p>
              <a:endParaRPr lang="zh-CN" altLang="en-US" sz="800">
                <a:latin typeface="+mn-ea"/>
              </a:endParaRPr>
            </a:p>
          </p:txBody>
        </p:sp>
        <p:sp>
          <p:nvSpPr>
            <p:cNvPr id="222" name="任意多边形: 形状 221">
              <a:extLst>
                <a:ext uri="{FF2B5EF4-FFF2-40B4-BE49-F238E27FC236}">
                  <a16:creationId xmlns:a16="http://schemas.microsoft.com/office/drawing/2014/main" id="{34F70B6C-F45E-B9AD-9172-1B7637B8A5D4}"/>
                </a:ext>
              </a:extLst>
            </p:cNvPr>
            <p:cNvSpPr/>
            <p:nvPr/>
          </p:nvSpPr>
          <p:spPr>
            <a:xfrm>
              <a:off x="18349936" y="6277669"/>
              <a:ext cx="184289" cy="103772"/>
            </a:xfrm>
            <a:custGeom>
              <a:avLst/>
              <a:gdLst>
                <a:gd name="connsiteX0" fmla="*/ 51602 w 184289"/>
                <a:gd name="connsiteY0" fmla="*/ 103203 h 103772"/>
                <a:gd name="connsiteX1" fmla="*/ 45180 w 184289"/>
                <a:gd name="connsiteY1" fmla="*/ 100541 h 103772"/>
                <a:gd name="connsiteX2" fmla="*/ 2652 w 184289"/>
                <a:gd name="connsiteY2" fmla="*/ 57947 h 103772"/>
                <a:gd name="connsiteX3" fmla="*/ 2652 w 184289"/>
                <a:gd name="connsiteY3" fmla="*/ 45126 h 103772"/>
                <a:gd name="connsiteX4" fmla="*/ 45053 w 184289"/>
                <a:gd name="connsiteY4" fmla="*/ 2662 h 103772"/>
                <a:gd name="connsiteX5" fmla="*/ 57882 w 184289"/>
                <a:gd name="connsiteY5" fmla="*/ 2654 h 103772"/>
                <a:gd name="connsiteX6" fmla="*/ 57894 w 184289"/>
                <a:gd name="connsiteY6" fmla="*/ 15483 h 103772"/>
                <a:gd name="connsiteX7" fmla="*/ 21894 w 184289"/>
                <a:gd name="connsiteY7" fmla="*/ 51536 h 103772"/>
                <a:gd name="connsiteX8" fmla="*/ 58021 w 184289"/>
                <a:gd name="connsiteY8" fmla="*/ 87720 h 103772"/>
                <a:gd name="connsiteX9" fmla="*/ 58010 w 184289"/>
                <a:gd name="connsiteY9" fmla="*/ 100549 h 103772"/>
                <a:gd name="connsiteX10" fmla="*/ 51602 w 184289"/>
                <a:gd name="connsiteY10" fmla="*/ 103203 h 103772"/>
                <a:gd name="connsiteX11" fmla="*/ 132690 w 184289"/>
                <a:gd name="connsiteY11" fmla="*/ 103203 h 103772"/>
                <a:gd name="connsiteX12" fmla="*/ 126280 w 184289"/>
                <a:gd name="connsiteY12" fmla="*/ 100549 h 103772"/>
                <a:gd name="connsiteX13" fmla="*/ 126271 w 184289"/>
                <a:gd name="connsiteY13" fmla="*/ 87720 h 103772"/>
                <a:gd name="connsiteX14" fmla="*/ 162398 w 184289"/>
                <a:gd name="connsiteY14" fmla="*/ 51536 h 103772"/>
                <a:gd name="connsiteX15" fmla="*/ 126402 w 184289"/>
                <a:gd name="connsiteY15" fmla="*/ 15483 h 103772"/>
                <a:gd name="connsiteX16" fmla="*/ 126410 w 184289"/>
                <a:gd name="connsiteY16" fmla="*/ 2654 h 103772"/>
                <a:gd name="connsiteX17" fmla="*/ 139240 w 184289"/>
                <a:gd name="connsiteY17" fmla="*/ 2662 h 103772"/>
                <a:gd name="connsiteX18" fmla="*/ 181638 w 184289"/>
                <a:gd name="connsiteY18" fmla="*/ 45126 h 103772"/>
                <a:gd name="connsiteX19" fmla="*/ 181638 w 184289"/>
                <a:gd name="connsiteY19" fmla="*/ 57947 h 103772"/>
                <a:gd name="connsiteX20" fmla="*/ 139109 w 184289"/>
                <a:gd name="connsiteY20" fmla="*/ 100541 h 103772"/>
                <a:gd name="connsiteX21" fmla="*/ 132690 w 184289"/>
                <a:gd name="connsiteY21" fmla="*/ 103203 h 103772"/>
                <a:gd name="connsiteX22" fmla="*/ 77686 w 184289"/>
                <a:gd name="connsiteY22" fmla="*/ 103773 h 103772"/>
                <a:gd name="connsiteX23" fmla="*/ 74664 w 184289"/>
                <a:gd name="connsiteY23" fmla="*/ 103251 h 103772"/>
                <a:gd name="connsiteX24" fmla="*/ 69132 w 184289"/>
                <a:gd name="connsiteY24" fmla="*/ 91675 h 103772"/>
                <a:gd name="connsiteX25" fmla="*/ 99186 w 184289"/>
                <a:gd name="connsiteY25" fmla="*/ 6617 h 103772"/>
                <a:gd name="connsiteX26" fmla="*/ 110762 w 184289"/>
                <a:gd name="connsiteY26" fmla="*/ 1086 h 103772"/>
                <a:gd name="connsiteX27" fmla="*/ 116294 w 184289"/>
                <a:gd name="connsiteY27" fmla="*/ 12662 h 103772"/>
                <a:gd name="connsiteX28" fmla="*/ 86240 w 184289"/>
                <a:gd name="connsiteY28" fmla="*/ 97720 h 103772"/>
                <a:gd name="connsiteX29" fmla="*/ 77686 w 184289"/>
                <a:gd name="connsiteY29" fmla="*/ 103773 h 10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84289" h="103772">
                  <a:moveTo>
                    <a:pt x="51602" y="103203"/>
                  </a:moveTo>
                  <a:cubicBezTo>
                    <a:pt x="49277" y="103203"/>
                    <a:pt x="46955" y="102315"/>
                    <a:pt x="45180" y="100541"/>
                  </a:cubicBezTo>
                  <a:lnTo>
                    <a:pt x="2652" y="57947"/>
                  </a:lnTo>
                  <a:cubicBezTo>
                    <a:pt x="-884" y="54406"/>
                    <a:pt x="-884" y="48667"/>
                    <a:pt x="2652" y="45126"/>
                  </a:cubicBezTo>
                  <a:lnTo>
                    <a:pt x="45053" y="2662"/>
                  </a:lnTo>
                  <a:cubicBezTo>
                    <a:pt x="48594" y="-885"/>
                    <a:pt x="54338" y="-887"/>
                    <a:pt x="57882" y="2654"/>
                  </a:cubicBezTo>
                  <a:cubicBezTo>
                    <a:pt x="61429" y="6195"/>
                    <a:pt x="61432" y="11939"/>
                    <a:pt x="57894" y="15483"/>
                  </a:cubicBezTo>
                  <a:lnTo>
                    <a:pt x="21894" y="51536"/>
                  </a:lnTo>
                  <a:lnTo>
                    <a:pt x="58021" y="87720"/>
                  </a:lnTo>
                  <a:cubicBezTo>
                    <a:pt x="61562" y="91267"/>
                    <a:pt x="61557" y="97011"/>
                    <a:pt x="58010" y="100549"/>
                  </a:cubicBezTo>
                  <a:cubicBezTo>
                    <a:pt x="56241" y="102318"/>
                    <a:pt x="53921" y="103203"/>
                    <a:pt x="51602" y="103203"/>
                  </a:cubicBezTo>
                  <a:close/>
                  <a:moveTo>
                    <a:pt x="132690" y="103203"/>
                  </a:moveTo>
                  <a:cubicBezTo>
                    <a:pt x="130371" y="103203"/>
                    <a:pt x="128052" y="102318"/>
                    <a:pt x="126280" y="100549"/>
                  </a:cubicBezTo>
                  <a:cubicBezTo>
                    <a:pt x="122733" y="97008"/>
                    <a:pt x="122730" y="91264"/>
                    <a:pt x="126271" y="87720"/>
                  </a:cubicBezTo>
                  <a:lnTo>
                    <a:pt x="162398" y="51536"/>
                  </a:lnTo>
                  <a:lnTo>
                    <a:pt x="126402" y="15483"/>
                  </a:lnTo>
                  <a:cubicBezTo>
                    <a:pt x="122860" y="11936"/>
                    <a:pt x="122866" y="6192"/>
                    <a:pt x="126410" y="2654"/>
                  </a:cubicBezTo>
                  <a:cubicBezTo>
                    <a:pt x="129954" y="-887"/>
                    <a:pt x="135701" y="-882"/>
                    <a:pt x="139240" y="2662"/>
                  </a:cubicBezTo>
                  <a:lnTo>
                    <a:pt x="181638" y="45126"/>
                  </a:lnTo>
                  <a:cubicBezTo>
                    <a:pt x="185173" y="48667"/>
                    <a:pt x="185173" y="54406"/>
                    <a:pt x="181638" y="57947"/>
                  </a:cubicBezTo>
                  <a:lnTo>
                    <a:pt x="139109" y="100541"/>
                  </a:lnTo>
                  <a:cubicBezTo>
                    <a:pt x="137340" y="102315"/>
                    <a:pt x="135015" y="103203"/>
                    <a:pt x="132690" y="103203"/>
                  </a:cubicBezTo>
                  <a:close/>
                  <a:moveTo>
                    <a:pt x="77686" y="103773"/>
                  </a:moveTo>
                  <a:cubicBezTo>
                    <a:pt x="76683" y="103773"/>
                    <a:pt x="75665" y="103605"/>
                    <a:pt x="74664" y="103251"/>
                  </a:cubicBezTo>
                  <a:cubicBezTo>
                    <a:pt x="69941" y="101581"/>
                    <a:pt x="67463" y="96398"/>
                    <a:pt x="69132" y="91675"/>
                  </a:cubicBezTo>
                  <a:lnTo>
                    <a:pt x="99186" y="6617"/>
                  </a:lnTo>
                  <a:cubicBezTo>
                    <a:pt x="100856" y="1894"/>
                    <a:pt x="106039" y="-584"/>
                    <a:pt x="110762" y="1086"/>
                  </a:cubicBezTo>
                  <a:cubicBezTo>
                    <a:pt x="115486" y="2756"/>
                    <a:pt x="117964" y="7939"/>
                    <a:pt x="116294" y="12662"/>
                  </a:cubicBezTo>
                  <a:lnTo>
                    <a:pt x="86240" y="97720"/>
                  </a:lnTo>
                  <a:cubicBezTo>
                    <a:pt x="84925" y="101445"/>
                    <a:pt x="81423" y="103773"/>
                    <a:pt x="77686" y="103773"/>
                  </a:cubicBezTo>
                  <a:close/>
                </a:path>
              </a:pathLst>
            </a:custGeom>
            <a:solidFill>
              <a:schemeClr val="bg1"/>
            </a:solidFill>
            <a:ln w="279" cap="flat">
              <a:noFill/>
              <a:prstDash val="solid"/>
              <a:miter/>
            </a:ln>
          </p:spPr>
          <p:txBody>
            <a:bodyPr rtlCol="0" anchor="ctr"/>
            <a:lstStyle/>
            <a:p>
              <a:endParaRPr lang="zh-CN" altLang="en-US" sz="800">
                <a:latin typeface="+mn-ea"/>
              </a:endParaRPr>
            </a:p>
          </p:txBody>
        </p:sp>
      </p:grpSp>
      <p:sp>
        <p:nvSpPr>
          <p:cNvPr id="190" name="图形 148">
            <a:extLst>
              <a:ext uri="{FF2B5EF4-FFF2-40B4-BE49-F238E27FC236}">
                <a16:creationId xmlns:a16="http://schemas.microsoft.com/office/drawing/2014/main" id="{6948E23A-EE44-EA5C-591A-0A7C6BFC68FC}"/>
              </a:ext>
            </a:extLst>
          </p:cNvPr>
          <p:cNvSpPr/>
          <p:nvPr/>
        </p:nvSpPr>
        <p:spPr>
          <a:xfrm>
            <a:off x="938970" y="4400381"/>
            <a:ext cx="196462" cy="143509"/>
          </a:xfrm>
          <a:custGeom>
            <a:avLst/>
            <a:gdLst>
              <a:gd name="connsiteX0" fmla="*/ 70697 w 348045"/>
              <a:gd name="connsiteY0" fmla="*/ 91090 h 254235"/>
              <a:gd name="connsiteX1" fmla="*/ 84292 w 348045"/>
              <a:gd name="connsiteY1" fmla="*/ 77494 h 254235"/>
              <a:gd name="connsiteX2" fmla="*/ 84292 w 348045"/>
              <a:gd name="connsiteY2" fmla="*/ 104685 h 254235"/>
              <a:gd name="connsiteX3" fmla="*/ 70697 w 348045"/>
              <a:gd name="connsiteY3" fmla="*/ 91090 h 254235"/>
              <a:gd name="connsiteX4" fmla="*/ 168584 w 348045"/>
              <a:gd name="connsiteY4" fmla="*/ 104685 h 254235"/>
              <a:gd name="connsiteX5" fmla="*/ 182180 w 348045"/>
              <a:gd name="connsiteY5" fmla="*/ 91090 h 254235"/>
              <a:gd name="connsiteX6" fmla="*/ 154989 w 348045"/>
              <a:gd name="connsiteY6" fmla="*/ 91090 h 254235"/>
              <a:gd name="connsiteX7" fmla="*/ 168584 w 348045"/>
              <a:gd name="connsiteY7" fmla="*/ 104685 h 254235"/>
              <a:gd name="connsiteX8" fmla="*/ 180140 w 348045"/>
              <a:gd name="connsiteY8" fmla="*/ 142108 h 254235"/>
              <a:gd name="connsiteX9" fmla="*/ 169914 w 348045"/>
              <a:gd name="connsiteY9" fmla="*/ 146744 h 254235"/>
              <a:gd name="connsiteX10" fmla="*/ 82484 w 348045"/>
              <a:gd name="connsiteY10" fmla="*/ 147612 h 254235"/>
              <a:gd name="connsiteX11" fmla="*/ 71490 w 348045"/>
              <a:gd name="connsiteY11" fmla="*/ 142016 h 254235"/>
              <a:gd name="connsiteX12" fmla="*/ 61226 w 348045"/>
              <a:gd name="connsiteY12" fmla="*/ 164527 h 254235"/>
              <a:gd name="connsiteX13" fmla="*/ 189519 w 348045"/>
              <a:gd name="connsiteY13" fmla="*/ 165546 h 254235"/>
              <a:gd name="connsiteX14" fmla="*/ 180140 w 348045"/>
              <a:gd name="connsiteY14" fmla="*/ 142108 h 254235"/>
              <a:gd name="connsiteX15" fmla="*/ 320854 w 348045"/>
              <a:gd name="connsiteY15" fmla="*/ 108764 h 254235"/>
              <a:gd name="connsiteX16" fmla="*/ 320854 w 348045"/>
              <a:gd name="connsiteY16" fmla="*/ 75455 h 254235"/>
              <a:gd name="connsiteX17" fmla="*/ 315231 w 348045"/>
              <a:gd name="connsiteY17" fmla="*/ 66368 h 254235"/>
              <a:gd name="connsiteX18" fmla="*/ 304883 w 348045"/>
              <a:gd name="connsiteY18" fmla="*/ 67131 h 254235"/>
              <a:gd name="connsiteX19" fmla="*/ 254236 w 348045"/>
              <a:gd name="connsiteY19" fmla="*/ 110740 h 254235"/>
              <a:gd name="connsiteX20" fmla="*/ 254236 w 348045"/>
              <a:gd name="connsiteY20" fmla="*/ 142713 h 254235"/>
              <a:gd name="connsiteX21" fmla="*/ 304884 w 348045"/>
              <a:gd name="connsiteY21" fmla="*/ 186321 h 254235"/>
              <a:gd name="connsiteX22" fmla="*/ 315232 w 348045"/>
              <a:gd name="connsiteY22" fmla="*/ 187084 h 254235"/>
              <a:gd name="connsiteX23" fmla="*/ 320854 w 348045"/>
              <a:gd name="connsiteY23" fmla="*/ 177998 h 254235"/>
              <a:gd name="connsiteX24" fmla="*/ 348045 w 348045"/>
              <a:gd name="connsiteY24" fmla="*/ 177998 h 254235"/>
              <a:gd name="connsiteX25" fmla="*/ 327368 w 348045"/>
              <a:gd name="connsiteY25" fmla="*/ 211417 h 254235"/>
              <a:gd name="connsiteX26" fmla="*/ 288234 w 348045"/>
              <a:gd name="connsiteY26" fmla="*/ 207828 h 254235"/>
              <a:gd name="connsiteX27" fmla="*/ 287542 w 348045"/>
              <a:gd name="connsiteY27" fmla="*/ 207271 h 254235"/>
              <a:gd name="connsiteX28" fmla="*/ 254236 w 348045"/>
              <a:gd name="connsiteY28" fmla="*/ 178594 h 254235"/>
              <a:gd name="connsiteX29" fmla="*/ 254236 w 348045"/>
              <a:gd name="connsiteY29" fmla="*/ 199854 h 254235"/>
              <a:gd name="connsiteX30" fmla="*/ 199854 w 348045"/>
              <a:gd name="connsiteY30" fmla="*/ 254236 h 254235"/>
              <a:gd name="connsiteX31" fmla="*/ 54382 w 348045"/>
              <a:gd name="connsiteY31" fmla="*/ 254236 h 254235"/>
              <a:gd name="connsiteX32" fmla="*/ 0 w 348045"/>
              <a:gd name="connsiteY32" fmla="*/ 199854 h 254235"/>
              <a:gd name="connsiteX33" fmla="*/ 0 w 348045"/>
              <a:gd name="connsiteY33" fmla="*/ 54382 h 254235"/>
              <a:gd name="connsiteX34" fmla="*/ 54382 w 348045"/>
              <a:gd name="connsiteY34" fmla="*/ 0 h 254235"/>
              <a:gd name="connsiteX35" fmla="*/ 199854 w 348045"/>
              <a:gd name="connsiteY35" fmla="*/ 0 h 254235"/>
              <a:gd name="connsiteX36" fmla="*/ 254236 w 348045"/>
              <a:gd name="connsiteY36" fmla="*/ 54382 h 254235"/>
              <a:gd name="connsiteX37" fmla="*/ 254236 w 348045"/>
              <a:gd name="connsiteY37" fmla="*/ 74858 h 254235"/>
              <a:gd name="connsiteX38" fmla="*/ 287878 w 348045"/>
              <a:gd name="connsiteY38" fmla="*/ 45892 h 254235"/>
              <a:gd name="connsiteX39" fmla="*/ 288233 w 348045"/>
              <a:gd name="connsiteY39" fmla="*/ 45625 h 254235"/>
              <a:gd name="connsiteX40" fmla="*/ 348044 w 348045"/>
              <a:gd name="connsiteY40" fmla="*/ 75456 h 254235"/>
              <a:gd name="connsiteX41" fmla="*/ 348044 w 348045"/>
              <a:gd name="connsiteY41" fmla="*/ 108765 h 254235"/>
              <a:gd name="connsiteX42" fmla="*/ 320854 w 348045"/>
              <a:gd name="connsiteY42" fmla="*/ 108764 h 254235"/>
              <a:gd name="connsiteX43" fmla="*/ 227045 w 348045"/>
              <a:gd name="connsiteY43" fmla="*/ 54382 h 254235"/>
              <a:gd name="connsiteX44" fmla="*/ 199854 w 348045"/>
              <a:gd name="connsiteY44" fmla="*/ 27191 h 254235"/>
              <a:gd name="connsiteX45" fmla="*/ 54382 w 348045"/>
              <a:gd name="connsiteY45" fmla="*/ 27191 h 254235"/>
              <a:gd name="connsiteX46" fmla="*/ 27191 w 348045"/>
              <a:gd name="connsiteY46" fmla="*/ 54382 h 254235"/>
              <a:gd name="connsiteX47" fmla="*/ 27191 w 348045"/>
              <a:gd name="connsiteY47" fmla="*/ 199854 h 254235"/>
              <a:gd name="connsiteX48" fmla="*/ 54382 w 348045"/>
              <a:gd name="connsiteY48" fmla="*/ 227045 h 254235"/>
              <a:gd name="connsiteX49" fmla="*/ 199854 w 348045"/>
              <a:gd name="connsiteY49" fmla="*/ 227045 h 254235"/>
              <a:gd name="connsiteX50" fmla="*/ 227045 w 348045"/>
              <a:gd name="connsiteY50" fmla="*/ 199854 h 254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48045" h="254235">
                <a:moveTo>
                  <a:pt x="70697" y="91090"/>
                </a:moveTo>
                <a:cubicBezTo>
                  <a:pt x="70697" y="83581"/>
                  <a:pt x="76783" y="77494"/>
                  <a:pt x="84292" y="77494"/>
                </a:cubicBezTo>
                <a:cubicBezTo>
                  <a:pt x="102326" y="78211"/>
                  <a:pt x="102321" y="103972"/>
                  <a:pt x="84292" y="104685"/>
                </a:cubicBezTo>
                <a:cubicBezTo>
                  <a:pt x="76783" y="104685"/>
                  <a:pt x="70697" y="98599"/>
                  <a:pt x="70697" y="91090"/>
                </a:cubicBezTo>
                <a:close/>
                <a:moveTo>
                  <a:pt x="168584" y="104685"/>
                </a:moveTo>
                <a:cubicBezTo>
                  <a:pt x="176093" y="104685"/>
                  <a:pt x="182180" y="98599"/>
                  <a:pt x="182180" y="91090"/>
                </a:cubicBezTo>
                <a:cubicBezTo>
                  <a:pt x="181464" y="73055"/>
                  <a:pt x="155702" y="73061"/>
                  <a:pt x="154989" y="91090"/>
                </a:cubicBezTo>
                <a:cubicBezTo>
                  <a:pt x="154989" y="98599"/>
                  <a:pt x="161075" y="104685"/>
                  <a:pt x="168584" y="104685"/>
                </a:cubicBezTo>
                <a:close/>
                <a:moveTo>
                  <a:pt x="180140" y="142108"/>
                </a:moveTo>
                <a:cubicBezTo>
                  <a:pt x="176064" y="142108"/>
                  <a:pt x="172407" y="143902"/>
                  <a:pt x="169914" y="146744"/>
                </a:cubicBezTo>
                <a:cubicBezTo>
                  <a:pt x="149619" y="168355"/>
                  <a:pt x="107109" y="171736"/>
                  <a:pt x="82484" y="147612"/>
                </a:cubicBezTo>
                <a:cubicBezTo>
                  <a:pt x="80012" y="144220"/>
                  <a:pt x="76008" y="142016"/>
                  <a:pt x="71490" y="142016"/>
                </a:cubicBezTo>
                <a:cubicBezTo>
                  <a:pt x="59868" y="141963"/>
                  <a:pt x="53630" y="155910"/>
                  <a:pt x="61226" y="164527"/>
                </a:cubicBezTo>
                <a:cubicBezTo>
                  <a:pt x="91749" y="198266"/>
                  <a:pt x="154025" y="202230"/>
                  <a:pt x="189519" y="165546"/>
                </a:cubicBezTo>
                <a:cubicBezTo>
                  <a:pt x="198321" y="157253"/>
                  <a:pt x="192390" y="142078"/>
                  <a:pt x="180140" y="142108"/>
                </a:cubicBezTo>
                <a:close/>
                <a:moveTo>
                  <a:pt x="320854" y="108764"/>
                </a:moveTo>
                <a:lnTo>
                  <a:pt x="320854" y="75455"/>
                </a:lnTo>
                <a:cubicBezTo>
                  <a:pt x="320854" y="69784"/>
                  <a:pt x="316922" y="67211"/>
                  <a:pt x="315231" y="66368"/>
                </a:cubicBezTo>
                <a:cubicBezTo>
                  <a:pt x="313577" y="65543"/>
                  <a:pt x="309310" y="63999"/>
                  <a:pt x="304883" y="67131"/>
                </a:cubicBezTo>
                <a:lnTo>
                  <a:pt x="254236" y="110740"/>
                </a:lnTo>
                <a:lnTo>
                  <a:pt x="254236" y="142713"/>
                </a:lnTo>
                <a:lnTo>
                  <a:pt x="304884" y="186321"/>
                </a:lnTo>
                <a:cubicBezTo>
                  <a:pt x="309311" y="189452"/>
                  <a:pt x="313577" y="187909"/>
                  <a:pt x="315232" y="187084"/>
                </a:cubicBezTo>
                <a:cubicBezTo>
                  <a:pt x="316922" y="186241"/>
                  <a:pt x="320854" y="183668"/>
                  <a:pt x="320854" y="177998"/>
                </a:cubicBezTo>
                <a:cubicBezTo>
                  <a:pt x="321569" y="159965"/>
                  <a:pt x="347332" y="159967"/>
                  <a:pt x="348045" y="177998"/>
                </a:cubicBezTo>
                <a:cubicBezTo>
                  <a:pt x="348045" y="192250"/>
                  <a:pt x="340123" y="205056"/>
                  <a:pt x="327368" y="211417"/>
                </a:cubicBezTo>
                <a:cubicBezTo>
                  <a:pt x="314679" y="217754"/>
                  <a:pt x="299652" y="216433"/>
                  <a:pt x="288234" y="207828"/>
                </a:cubicBezTo>
                <a:lnTo>
                  <a:pt x="287542" y="207271"/>
                </a:lnTo>
                <a:lnTo>
                  <a:pt x="254236" y="178594"/>
                </a:lnTo>
                <a:lnTo>
                  <a:pt x="254236" y="199854"/>
                </a:lnTo>
                <a:cubicBezTo>
                  <a:pt x="254236" y="229840"/>
                  <a:pt x="229840" y="254236"/>
                  <a:pt x="199854" y="254236"/>
                </a:cubicBezTo>
                <a:lnTo>
                  <a:pt x="54382" y="254236"/>
                </a:lnTo>
                <a:cubicBezTo>
                  <a:pt x="24396" y="254236"/>
                  <a:pt x="0" y="229840"/>
                  <a:pt x="0" y="199854"/>
                </a:cubicBezTo>
                <a:lnTo>
                  <a:pt x="0" y="54382"/>
                </a:lnTo>
                <a:cubicBezTo>
                  <a:pt x="0" y="24396"/>
                  <a:pt x="24396" y="0"/>
                  <a:pt x="54382" y="0"/>
                </a:cubicBezTo>
                <a:lnTo>
                  <a:pt x="199854" y="0"/>
                </a:lnTo>
                <a:cubicBezTo>
                  <a:pt x="229840" y="0"/>
                  <a:pt x="254236" y="24396"/>
                  <a:pt x="254236" y="54382"/>
                </a:cubicBezTo>
                <a:lnTo>
                  <a:pt x="254236" y="74858"/>
                </a:lnTo>
                <a:lnTo>
                  <a:pt x="287878" y="45892"/>
                </a:lnTo>
                <a:lnTo>
                  <a:pt x="288233" y="45625"/>
                </a:lnTo>
                <a:cubicBezTo>
                  <a:pt x="312439" y="27045"/>
                  <a:pt x="348325" y="44953"/>
                  <a:pt x="348044" y="75456"/>
                </a:cubicBezTo>
                <a:lnTo>
                  <a:pt x="348044" y="108765"/>
                </a:lnTo>
                <a:cubicBezTo>
                  <a:pt x="347327" y="126802"/>
                  <a:pt x="321565" y="126789"/>
                  <a:pt x="320854" y="108764"/>
                </a:cubicBezTo>
                <a:close/>
                <a:moveTo>
                  <a:pt x="227045" y="54382"/>
                </a:moveTo>
                <a:cubicBezTo>
                  <a:pt x="227045" y="39389"/>
                  <a:pt x="214847" y="27191"/>
                  <a:pt x="199854" y="27191"/>
                </a:cubicBezTo>
                <a:lnTo>
                  <a:pt x="54382" y="27191"/>
                </a:lnTo>
                <a:cubicBezTo>
                  <a:pt x="39389" y="27191"/>
                  <a:pt x="27191" y="39389"/>
                  <a:pt x="27191" y="54382"/>
                </a:cubicBezTo>
                <a:lnTo>
                  <a:pt x="27191" y="199854"/>
                </a:lnTo>
                <a:cubicBezTo>
                  <a:pt x="27191" y="214847"/>
                  <a:pt x="39389" y="227045"/>
                  <a:pt x="54382" y="227045"/>
                </a:cubicBezTo>
                <a:lnTo>
                  <a:pt x="199854" y="227045"/>
                </a:lnTo>
                <a:cubicBezTo>
                  <a:pt x="214847" y="227045"/>
                  <a:pt x="227045" y="214847"/>
                  <a:pt x="227045" y="199854"/>
                </a:cubicBezTo>
                <a:close/>
              </a:path>
            </a:pathLst>
          </a:custGeom>
          <a:solidFill>
            <a:schemeClr val="bg1"/>
          </a:solidFill>
          <a:ln w="335" cap="flat">
            <a:noFill/>
            <a:prstDash val="solid"/>
            <a:miter/>
          </a:ln>
        </p:spPr>
        <p:txBody>
          <a:bodyPr rtlCol="0" anchor="ctr"/>
          <a:lstStyle/>
          <a:p>
            <a:endParaRPr lang="zh-CN" altLang="en-US" sz="800">
              <a:latin typeface="+mn-ea"/>
            </a:endParaRPr>
          </a:p>
        </p:txBody>
      </p:sp>
      <p:sp>
        <p:nvSpPr>
          <p:cNvPr id="192" name="任意多边形: 形状 191">
            <a:extLst>
              <a:ext uri="{FF2B5EF4-FFF2-40B4-BE49-F238E27FC236}">
                <a16:creationId xmlns:a16="http://schemas.microsoft.com/office/drawing/2014/main" id="{64E10C0B-9771-E1AC-10BA-370FFF3C4C79}"/>
              </a:ext>
            </a:extLst>
          </p:cNvPr>
          <p:cNvSpPr/>
          <p:nvPr/>
        </p:nvSpPr>
        <p:spPr>
          <a:xfrm>
            <a:off x="2402122" y="4373904"/>
            <a:ext cx="196462" cy="196462"/>
          </a:xfrm>
          <a:custGeom>
            <a:avLst/>
            <a:gdLst>
              <a:gd name="connsiteX0" fmla="*/ 217528 w 348045"/>
              <a:gd name="connsiteY0" fmla="*/ 0 h 348045"/>
              <a:gd name="connsiteX1" fmla="*/ 93048 w 348045"/>
              <a:gd name="connsiteY1" fmla="*/ 34728 h 348045"/>
              <a:gd name="connsiteX2" fmla="*/ 0 w 348045"/>
              <a:gd name="connsiteY2" fmla="*/ 83966 h 348045"/>
              <a:gd name="connsiteX3" fmla="*/ 0 w 348045"/>
              <a:gd name="connsiteY3" fmla="*/ 296708 h 348045"/>
              <a:gd name="connsiteX4" fmla="*/ 130517 w 348045"/>
              <a:gd name="connsiteY4" fmla="*/ 348045 h 348045"/>
              <a:gd name="connsiteX5" fmla="*/ 254986 w 348045"/>
              <a:gd name="connsiteY5" fmla="*/ 313415 h 348045"/>
              <a:gd name="connsiteX6" fmla="*/ 348045 w 348045"/>
              <a:gd name="connsiteY6" fmla="*/ 264079 h 348045"/>
              <a:gd name="connsiteX7" fmla="*/ 348045 w 348045"/>
              <a:gd name="connsiteY7" fmla="*/ 51337 h 348045"/>
              <a:gd name="connsiteX8" fmla="*/ 217528 w 348045"/>
              <a:gd name="connsiteY8" fmla="*/ 0 h 348045"/>
              <a:gd name="connsiteX9" fmla="*/ 239281 w 348045"/>
              <a:gd name="connsiteY9" fmla="*/ 296708 h 348045"/>
              <a:gd name="connsiteX10" fmla="*/ 238813 w 348045"/>
              <a:gd name="connsiteY10" fmla="*/ 298362 h 348045"/>
              <a:gd name="connsiteX11" fmla="*/ 130517 w 348045"/>
              <a:gd name="connsiteY11" fmla="*/ 326292 h 348045"/>
              <a:gd name="connsiteX12" fmla="*/ 21753 w 348045"/>
              <a:gd name="connsiteY12" fmla="*/ 296708 h 348045"/>
              <a:gd name="connsiteX13" fmla="*/ 21753 w 348045"/>
              <a:gd name="connsiteY13" fmla="*/ 255378 h 348045"/>
              <a:gd name="connsiteX14" fmla="*/ 130517 w 348045"/>
              <a:gd name="connsiteY14" fmla="*/ 277131 h 348045"/>
              <a:gd name="connsiteX15" fmla="*/ 239281 w 348045"/>
              <a:gd name="connsiteY15" fmla="*/ 255378 h 348045"/>
              <a:gd name="connsiteX16" fmla="*/ 239281 w 348045"/>
              <a:gd name="connsiteY16" fmla="*/ 296708 h 348045"/>
              <a:gd name="connsiteX17" fmla="*/ 239281 w 348045"/>
              <a:gd name="connsiteY17" fmla="*/ 225794 h 348045"/>
              <a:gd name="connsiteX18" fmla="*/ 130517 w 348045"/>
              <a:gd name="connsiteY18" fmla="*/ 255378 h 348045"/>
              <a:gd name="connsiteX19" fmla="*/ 21753 w 348045"/>
              <a:gd name="connsiteY19" fmla="*/ 225794 h 348045"/>
              <a:gd name="connsiteX20" fmla="*/ 21753 w 348045"/>
              <a:gd name="connsiteY20" fmla="*/ 184518 h 348045"/>
              <a:gd name="connsiteX21" fmla="*/ 130517 w 348045"/>
              <a:gd name="connsiteY21" fmla="*/ 206325 h 348045"/>
              <a:gd name="connsiteX22" fmla="*/ 239281 w 348045"/>
              <a:gd name="connsiteY22" fmla="*/ 184518 h 348045"/>
              <a:gd name="connsiteX23" fmla="*/ 239281 w 348045"/>
              <a:gd name="connsiteY23" fmla="*/ 225794 h 348045"/>
              <a:gd name="connsiteX24" fmla="*/ 239281 w 348045"/>
              <a:gd name="connsiteY24" fmla="*/ 154880 h 348045"/>
              <a:gd name="connsiteX25" fmla="*/ 130517 w 348045"/>
              <a:gd name="connsiteY25" fmla="*/ 184573 h 348045"/>
              <a:gd name="connsiteX26" fmla="*/ 21753 w 348045"/>
              <a:gd name="connsiteY26" fmla="*/ 154880 h 348045"/>
              <a:gd name="connsiteX27" fmla="*/ 21753 w 348045"/>
              <a:gd name="connsiteY27" fmla="*/ 113604 h 348045"/>
              <a:gd name="connsiteX28" fmla="*/ 130517 w 348045"/>
              <a:gd name="connsiteY28" fmla="*/ 135411 h 348045"/>
              <a:gd name="connsiteX29" fmla="*/ 239281 w 348045"/>
              <a:gd name="connsiteY29" fmla="*/ 113604 h 348045"/>
              <a:gd name="connsiteX30" fmla="*/ 239281 w 348045"/>
              <a:gd name="connsiteY30" fmla="*/ 154880 h 348045"/>
              <a:gd name="connsiteX31" fmla="*/ 130517 w 348045"/>
              <a:gd name="connsiteY31" fmla="*/ 113658 h 348045"/>
              <a:gd name="connsiteX32" fmla="*/ 21753 w 348045"/>
              <a:gd name="connsiteY32" fmla="*/ 83966 h 348045"/>
              <a:gd name="connsiteX33" fmla="*/ 101499 w 348045"/>
              <a:gd name="connsiteY33" fmla="*/ 55742 h 348045"/>
              <a:gd name="connsiteX34" fmla="*/ 130517 w 348045"/>
              <a:gd name="connsiteY34" fmla="*/ 54382 h 348045"/>
              <a:gd name="connsiteX35" fmla="*/ 239281 w 348045"/>
              <a:gd name="connsiteY35" fmla="*/ 83966 h 348045"/>
              <a:gd name="connsiteX36" fmla="*/ 130517 w 348045"/>
              <a:gd name="connsiteY36" fmla="*/ 113658 h 348045"/>
              <a:gd name="connsiteX37" fmla="*/ 326292 w 348045"/>
              <a:gd name="connsiteY37" fmla="*/ 264079 h 348045"/>
              <a:gd name="connsiteX38" fmla="*/ 261034 w 348045"/>
              <a:gd name="connsiteY38" fmla="*/ 290781 h 348045"/>
              <a:gd name="connsiteX39" fmla="*/ 261034 w 348045"/>
              <a:gd name="connsiteY39" fmla="*/ 241859 h 348045"/>
              <a:gd name="connsiteX40" fmla="*/ 326292 w 348045"/>
              <a:gd name="connsiteY40" fmla="*/ 222836 h 348045"/>
              <a:gd name="connsiteX41" fmla="*/ 326292 w 348045"/>
              <a:gd name="connsiteY41" fmla="*/ 264079 h 348045"/>
              <a:gd name="connsiteX42" fmla="*/ 326292 w 348045"/>
              <a:gd name="connsiteY42" fmla="*/ 193165 h 348045"/>
              <a:gd name="connsiteX43" fmla="*/ 261034 w 348045"/>
              <a:gd name="connsiteY43" fmla="*/ 219954 h 348045"/>
              <a:gd name="connsiteX44" fmla="*/ 261034 w 348045"/>
              <a:gd name="connsiteY44" fmla="*/ 170977 h 348045"/>
              <a:gd name="connsiteX45" fmla="*/ 326292 w 348045"/>
              <a:gd name="connsiteY45" fmla="*/ 151987 h 348045"/>
              <a:gd name="connsiteX46" fmla="*/ 326292 w 348045"/>
              <a:gd name="connsiteY46" fmla="*/ 193165 h 348045"/>
              <a:gd name="connsiteX47" fmla="*/ 326292 w 348045"/>
              <a:gd name="connsiteY47" fmla="*/ 122251 h 348045"/>
              <a:gd name="connsiteX48" fmla="*/ 261034 w 348045"/>
              <a:gd name="connsiteY48" fmla="*/ 149029 h 348045"/>
              <a:gd name="connsiteX49" fmla="*/ 261034 w 348045"/>
              <a:gd name="connsiteY49" fmla="*/ 100117 h 348045"/>
              <a:gd name="connsiteX50" fmla="*/ 326292 w 348045"/>
              <a:gd name="connsiteY50" fmla="*/ 81062 h 348045"/>
              <a:gd name="connsiteX51" fmla="*/ 326292 w 348045"/>
              <a:gd name="connsiteY51" fmla="*/ 122251 h 348045"/>
              <a:gd name="connsiteX52" fmla="*/ 260338 w 348045"/>
              <a:gd name="connsiteY52" fmla="*/ 78267 h 348045"/>
              <a:gd name="connsiteX53" fmla="*/ 137239 w 348045"/>
              <a:gd name="connsiteY53" fmla="*/ 32738 h 348045"/>
              <a:gd name="connsiteX54" fmla="*/ 217528 w 348045"/>
              <a:gd name="connsiteY54" fmla="*/ 21753 h 348045"/>
              <a:gd name="connsiteX55" fmla="*/ 326292 w 348045"/>
              <a:gd name="connsiteY55" fmla="*/ 51337 h 348045"/>
              <a:gd name="connsiteX56" fmla="*/ 260338 w 348045"/>
              <a:gd name="connsiteY56" fmla="*/ 78267 h 348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48045" h="348045">
                <a:moveTo>
                  <a:pt x="217528" y="0"/>
                </a:moveTo>
                <a:cubicBezTo>
                  <a:pt x="167845" y="0"/>
                  <a:pt x="111287" y="10789"/>
                  <a:pt x="93048" y="34728"/>
                </a:cubicBezTo>
                <a:cubicBezTo>
                  <a:pt x="46932" y="39655"/>
                  <a:pt x="0" y="54882"/>
                  <a:pt x="0" y="83966"/>
                </a:cubicBezTo>
                <a:lnTo>
                  <a:pt x="0" y="296708"/>
                </a:lnTo>
                <a:cubicBezTo>
                  <a:pt x="0" y="330425"/>
                  <a:pt x="65661" y="348045"/>
                  <a:pt x="130517" y="348045"/>
                </a:cubicBezTo>
                <a:cubicBezTo>
                  <a:pt x="181277" y="348045"/>
                  <a:pt x="237247" y="337169"/>
                  <a:pt x="254986" y="313415"/>
                </a:cubicBezTo>
                <a:cubicBezTo>
                  <a:pt x="300700" y="308488"/>
                  <a:pt x="348045" y="293130"/>
                  <a:pt x="348045" y="264079"/>
                </a:cubicBezTo>
                <a:lnTo>
                  <a:pt x="348045" y="51337"/>
                </a:lnTo>
                <a:cubicBezTo>
                  <a:pt x="348045" y="17620"/>
                  <a:pt x="282384" y="0"/>
                  <a:pt x="217528" y="0"/>
                </a:cubicBezTo>
                <a:close/>
                <a:moveTo>
                  <a:pt x="239281" y="296708"/>
                </a:moveTo>
                <a:cubicBezTo>
                  <a:pt x="239281" y="297176"/>
                  <a:pt x="239194" y="297578"/>
                  <a:pt x="238813" y="298362"/>
                </a:cubicBezTo>
                <a:cubicBezTo>
                  <a:pt x="233582" y="310075"/>
                  <a:pt x="193024" y="326292"/>
                  <a:pt x="130517" y="326292"/>
                </a:cubicBezTo>
                <a:cubicBezTo>
                  <a:pt x="63040" y="326292"/>
                  <a:pt x="21753" y="307150"/>
                  <a:pt x="21753" y="296708"/>
                </a:cubicBezTo>
                <a:lnTo>
                  <a:pt x="21753" y="255378"/>
                </a:lnTo>
                <a:cubicBezTo>
                  <a:pt x="46388" y="269713"/>
                  <a:pt x="88567" y="277131"/>
                  <a:pt x="130517" y="277131"/>
                </a:cubicBezTo>
                <a:cubicBezTo>
                  <a:pt x="172467" y="277131"/>
                  <a:pt x="214646" y="269713"/>
                  <a:pt x="239281" y="255378"/>
                </a:cubicBezTo>
                <a:lnTo>
                  <a:pt x="239281" y="296708"/>
                </a:lnTo>
                <a:close/>
                <a:moveTo>
                  <a:pt x="239281" y="225794"/>
                </a:moveTo>
                <a:cubicBezTo>
                  <a:pt x="239281" y="235844"/>
                  <a:pt x="200887" y="255378"/>
                  <a:pt x="130517" y="255378"/>
                </a:cubicBezTo>
                <a:cubicBezTo>
                  <a:pt x="60147" y="255378"/>
                  <a:pt x="21753" y="235844"/>
                  <a:pt x="21753" y="225794"/>
                </a:cubicBezTo>
                <a:lnTo>
                  <a:pt x="21753" y="184518"/>
                </a:lnTo>
                <a:cubicBezTo>
                  <a:pt x="46388" y="198875"/>
                  <a:pt x="88567" y="206325"/>
                  <a:pt x="130517" y="206325"/>
                </a:cubicBezTo>
                <a:cubicBezTo>
                  <a:pt x="172467" y="206325"/>
                  <a:pt x="214646" y="198886"/>
                  <a:pt x="239281" y="184518"/>
                </a:cubicBezTo>
                <a:lnTo>
                  <a:pt x="239281" y="225794"/>
                </a:lnTo>
                <a:close/>
                <a:moveTo>
                  <a:pt x="239281" y="154880"/>
                </a:moveTo>
                <a:cubicBezTo>
                  <a:pt x="239281" y="165343"/>
                  <a:pt x="197994" y="184573"/>
                  <a:pt x="130517" y="184573"/>
                </a:cubicBezTo>
                <a:cubicBezTo>
                  <a:pt x="63040" y="184573"/>
                  <a:pt x="21753" y="165343"/>
                  <a:pt x="21753" y="154880"/>
                </a:cubicBezTo>
                <a:lnTo>
                  <a:pt x="21753" y="113604"/>
                </a:lnTo>
                <a:cubicBezTo>
                  <a:pt x="46388" y="127972"/>
                  <a:pt x="88567" y="135411"/>
                  <a:pt x="130517" y="135411"/>
                </a:cubicBezTo>
                <a:cubicBezTo>
                  <a:pt x="172467" y="135411"/>
                  <a:pt x="214646" y="127972"/>
                  <a:pt x="239281" y="113604"/>
                </a:cubicBezTo>
                <a:lnTo>
                  <a:pt x="239281" y="154880"/>
                </a:lnTo>
                <a:close/>
                <a:moveTo>
                  <a:pt x="130517" y="113658"/>
                </a:moveTo>
                <a:cubicBezTo>
                  <a:pt x="63040" y="113658"/>
                  <a:pt x="21753" y="94440"/>
                  <a:pt x="21753" y="83966"/>
                </a:cubicBezTo>
                <a:cubicBezTo>
                  <a:pt x="21753" y="76766"/>
                  <a:pt x="45790" y="60560"/>
                  <a:pt x="101499" y="55742"/>
                </a:cubicBezTo>
                <a:cubicBezTo>
                  <a:pt x="110309" y="54839"/>
                  <a:pt x="120076" y="54382"/>
                  <a:pt x="130517" y="54382"/>
                </a:cubicBezTo>
                <a:cubicBezTo>
                  <a:pt x="197994" y="54382"/>
                  <a:pt x="239281" y="73525"/>
                  <a:pt x="239281" y="83966"/>
                </a:cubicBezTo>
                <a:cubicBezTo>
                  <a:pt x="239281" y="94440"/>
                  <a:pt x="197994" y="113658"/>
                  <a:pt x="130517" y="113658"/>
                </a:cubicBezTo>
                <a:close/>
                <a:moveTo>
                  <a:pt x="326292" y="264079"/>
                </a:moveTo>
                <a:cubicBezTo>
                  <a:pt x="326292" y="270540"/>
                  <a:pt x="306388" y="284592"/>
                  <a:pt x="261034" y="290781"/>
                </a:cubicBezTo>
                <a:lnTo>
                  <a:pt x="261034" y="241859"/>
                </a:lnTo>
                <a:cubicBezTo>
                  <a:pt x="285256" y="238748"/>
                  <a:pt x="309543" y="232548"/>
                  <a:pt x="326292" y="222836"/>
                </a:cubicBezTo>
                <a:lnTo>
                  <a:pt x="326292" y="264079"/>
                </a:lnTo>
                <a:close/>
                <a:moveTo>
                  <a:pt x="326292" y="193165"/>
                </a:moveTo>
                <a:cubicBezTo>
                  <a:pt x="326292" y="199528"/>
                  <a:pt x="306465" y="213721"/>
                  <a:pt x="261034" y="219954"/>
                </a:cubicBezTo>
                <a:lnTo>
                  <a:pt x="261034" y="170977"/>
                </a:lnTo>
                <a:cubicBezTo>
                  <a:pt x="285397" y="167845"/>
                  <a:pt x="309597" y="161656"/>
                  <a:pt x="326292" y="151987"/>
                </a:cubicBezTo>
                <a:lnTo>
                  <a:pt x="326292" y="193165"/>
                </a:lnTo>
                <a:close/>
                <a:moveTo>
                  <a:pt x="326292" y="122251"/>
                </a:moveTo>
                <a:cubicBezTo>
                  <a:pt x="326292" y="128701"/>
                  <a:pt x="306410" y="142807"/>
                  <a:pt x="261034" y="149029"/>
                </a:cubicBezTo>
                <a:lnTo>
                  <a:pt x="261034" y="100117"/>
                </a:lnTo>
                <a:cubicBezTo>
                  <a:pt x="285353" y="96963"/>
                  <a:pt x="309575" y="90753"/>
                  <a:pt x="326292" y="81062"/>
                </a:cubicBezTo>
                <a:lnTo>
                  <a:pt x="326292" y="122251"/>
                </a:lnTo>
                <a:close/>
                <a:moveTo>
                  <a:pt x="260338" y="78267"/>
                </a:moveTo>
                <a:cubicBezTo>
                  <a:pt x="253627" y="49390"/>
                  <a:pt x="196058" y="33847"/>
                  <a:pt x="137239" y="32738"/>
                </a:cubicBezTo>
                <a:cubicBezTo>
                  <a:pt x="155750" y="26560"/>
                  <a:pt x="182822" y="21753"/>
                  <a:pt x="217528" y="21753"/>
                </a:cubicBezTo>
                <a:cubicBezTo>
                  <a:pt x="285005" y="21753"/>
                  <a:pt x="326292" y="40895"/>
                  <a:pt x="326292" y="51337"/>
                </a:cubicBezTo>
                <a:cubicBezTo>
                  <a:pt x="326292" y="57797"/>
                  <a:pt x="306236" y="72078"/>
                  <a:pt x="260338" y="78267"/>
                </a:cubicBezTo>
                <a:close/>
              </a:path>
            </a:pathLst>
          </a:custGeom>
          <a:solidFill>
            <a:schemeClr val="bg1"/>
          </a:solidFill>
          <a:ln w="335" cap="flat">
            <a:noFill/>
            <a:prstDash val="solid"/>
            <a:miter/>
          </a:ln>
        </p:spPr>
        <p:txBody>
          <a:bodyPr rtlCol="0" anchor="ctr"/>
          <a:lstStyle/>
          <a:p>
            <a:endParaRPr lang="zh-CN" altLang="en-US" sz="800">
              <a:latin typeface="+mn-ea"/>
            </a:endParaRPr>
          </a:p>
        </p:txBody>
      </p:sp>
      <p:sp>
        <p:nvSpPr>
          <p:cNvPr id="193" name="图形 173">
            <a:extLst>
              <a:ext uri="{FF2B5EF4-FFF2-40B4-BE49-F238E27FC236}">
                <a16:creationId xmlns:a16="http://schemas.microsoft.com/office/drawing/2014/main" id="{5AFC102F-D37E-FF6A-0FDC-8DBA9BD676F0}"/>
              </a:ext>
            </a:extLst>
          </p:cNvPr>
          <p:cNvSpPr/>
          <p:nvPr/>
        </p:nvSpPr>
        <p:spPr>
          <a:xfrm>
            <a:off x="3744592" y="4388639"/>
            <a:ext cx="196462" cy="166993"/>
          </a:xfrm>
          <a:custGeom>
            <a:avLst/>
            <a:gdLst>
              <a:gd name="connsiteX0" fmla="*/ 304539 w 348045"/>
              <a:gd name="connsiteY0" fmla="*/ 206652 h 295838"/>
              <a:gd name="connsiteX1" fmla="*/ 243632 w 348045"/>
              <a:gd name="connsiteY1" fmla="*/ 147919 h 295838"/>
              <a:gd name="connsiteX2" fmla="*/ 304539 w 348045"/>
              <a:gd name="connsiteY2" fmla="*/ 89187 h 295838"/>
              <a:gd name="connsiteX3" fmla="*/ 348045 w 348045"/>
              <a:gd name="connsiteY3" fmla="*/ 45681 h 295838"/>
              <a:gd name="connsiteX4" fmla="*/ 304539 w 348045"/>
              <a:gd name="connsiteY4" fmla="*/ 2175 h 295838"/>
              <a:gd name="connsiteX5" fmla="*/ 261034 w 348045"/>
              <a:gd name="connsiteY5" fmla="*/ 45681 h 295838"/>
              <a:gd name="connsiteX6" fmla="*/ 280611 w 348045"/>
              <a:gd name="connsiteY6" fmla="*/ 82661 h 295838"/>
              <a:gd name="connsiteX7" fmla="*/ 228405 w 348045"/>
              <a:gd name="connsiteY7" fmla="*/ 134867 h 295838"/>
              <a:gd name="connsiteX8" fmla="*/ 178373 w 348045"/>
              <a:gd name="connsiteY8" fmla="*/ 84836 h 295838"/>
              <a:gd name="connsiteX9" fmla="*/ 163146 w 348045"/>
              <a:gd name="connsiteY9" fmla="*/ 84836 h 295838"/>
              <a:gd name="connsiteX10" fmla="*/ 115290 w 348045"/>
              <a:gd name="connsiteY10" fmla="*/ 132692 h 295838"/>
              <a:gd name="connsiteX11" fmla="*/ 63083 w 348045"/>
              <a:gd name="connsiteY11" fmla="*/ 82661 h 295838"/>
              <a:gd name="connsiteX12" fmla="*/ 87011 w 348045"/>
              <a:gd name="connsiteY12" fmla="*/ 43506 h 295838"/>
              <a:gd name="connsiteX13" fmla="*/ 43506 w 348045"/>
              <a:gd name="connsiteY13" fmla="*/ 0 h 295838"/>
              <a:gd name="connsiteX14" fmla="*/ 0 w 348045"/>
              <a:gd name="connsiteY14" fmla="*/ 43506 h 295838"/>
              <a:gd name="connsiteX15" fmla="*/ 36980 w 348045"/>
              <a:gd name="connsiteY15" fmla="*/ 87011 h 295838"/>
              <a:gd name="connsiteX16" fmla="*/ 97888 w 348045"/>
              <a:gd name="connsiteY16" fmla="*/ 147919 h 295838"/>
              <a:gd name="connsiteX17" fmla="*/ 36980 w 348045"/>
              <a:gd name="connsiteY17" fmla="*/ 208827 h 295838"/>
              <a:gd name="connsiteX18" fmla="*/ 0 w 348045"/>
              <a:gd name="connsiteY18" fmla="*/ 252333 h 295838"/>
              <a:gd name="connsiteX19" fmla="*/ 43506 w 348045"/>
              <a:gd name="connsiteY19" fmla="*/ 295838 h 295838"/>
              <a:gd name="connsiteX20" fmla="*/ 87011 w 348045"/>
              <a:gd name="connsiteY20" fmla="*/ 252333 h 295838"/>
              <a:gd name="connsiteX21" fmla="*/ 63083 w 348045"/>
              <a:gd name="connsiteY21" fmla="*/ 213178 h 295838"/>
              <a:gd name="connsiteX22" fmla="*/ 113115 w 348045"/>
              <a:gd name="connsiteY22" fmla="*/ 163146 h 295838"/>
              <a:gd name="connsiteX23" fmla="*/ 150094 w 348045"/>
              <a:gd name="connsiteY23" fmla="*/ 197951 h 295838"/>
              <a:gd name="connsiteX24" fmla="*/ 130517 w 348045"/>
              <a:gd name="connsiteY24" fmla="*/ 230580 h 295838"/>
              <a:gd name="connsiteX25" fmla="*/ 169672 w 348045"/>
              <a:gd name="connsiteY25" fmla="*/ 269735 h 295838"/>
              <a:gd name="connsiteX26" fmla="*/ 208827 w 348045"/>
              <a:gd name="connsiteY26" fmla="*/ 230580 h 295838"/>
              <a:gd name="connsiteX27" fmla="*/ 189249 w 348045"/>
              <a:gd name="connsiteY27" fmla="*/ 197951 h 295838"/>
              <a:gd name="connsiteX28" fmla="*/ 226229 w 348045"/>
              <a:gd name="connsiteY28" fmla="*/ 163146 h 295838"/>
              <a:gd name="connsiteX29" fmla="*/ 278436 w 348045"/>
              <a:gd name="connsiteY29" fmla="*/ 215353 h 295838"/>
              <a:gd name="connsiteX30" fmla="*/ 258858 w 348045"/>
              <a:gd name="connsiteY30" fmla="*/ 252333 h 295838"/>
              <a:gd name="connsiteX31" fmla="*/ 302364 w 348045"/>
              <a:gd name="connsiteY31" fmla="*/ 295838 h 295838"/>
              <a:gd name="connsiteX32" fmla="*/ 345870 w 348045"/>
              <a:gd name="connsiteY32" fmla="*/ 252333 h 295838"/>
              <a:gd name="connsiteX33" fmla="*/ 304539 w 348045"/>
              <a:gd name="connsiteY33" fmla="*/ 206652 h 295838"/>
              <a:gd name="connsiteX34" fmla="*/ 304539 w 348045"/>
              <a:gd name="connsiteY34" fmla="*/ 21753 h 295838"/>
              <a:gd name="connsiteX35" fmla="*/ 326292 w 348045"/>
              <a:gd name="connsiteY35" fmla="*/ 43506 h 295838"/>
              <a:gd name="connsiteX36" fmla="*/ 304539 w 348045"/>
              <a:gd name="connsiteY36" fmla="*/ 65258 h 295838"/>
              <a:gd name="connsiteX37" fmla="*/ 282787 w 348045"/>
              <a:gd name="connsiteY37" fmla="*/ 43506 h 295838"/>
              <a:gd name="connsiteX38" fmla="*/ 304539 w 348045"/>
              <a:gd name="connsiteY38" fmla="*/ 21753 h 295838"/>
              <a:gd name="connsiteX39" fmla="*/ 21753 w 348045"/>
              <a:gd name="connsiteY39" fmla="*/ 43506 h 295838"/>
              <a:gd name="connsiteX40" fmla="*/ 43506 w 348045"/>
              <a:gd name="connsiteY40" fmla="*/ 21753 h 295838"/>
              <a:gd name="connsiteX41" fmla="*/ 65258 w 348045"/>
              <a:gd name="connsiteY41" fmla="*/ 43506 h 295838"/>
              <a:gd name="connsiteX42" fmla="*/ 43506 w 348045"/>
              <a:gd name="connsiteY42" fmla="*/ 65258 h 295838"/>
              <a:gd name="connsiteX43" fmla="*/ 21753 w 348045"/>
              <a:gd name="connsiteY43" fmla="*/ 43506 h 295838"/>
              <a:gd name="connsiteX44" fmla="*/ 43506 w 348045"/>
              <a:gd name="connsiteY44" fmla="*/ 274085 h 295838"/>
              <a:gd name="connsiteX45" fmla="*/ 21753 w 348045"/>
              <a:gd name="connsiteY45" fmla="*/ 252333 h 295838"/>
              <a:gd name="connsiteX46" fmla="*/ 43506 w 348045"/>
              <a:gd name="connsiteY46" fmla="*/ 230580 h 295838"/>
              <a:gd name="connsiteX47" fmla="*/ 65258 w 348045"/>
              <a:gd name="connsiteY47" fmla="*/ 252333 h 295838"/>
              <a:gd name="connsiteX48" fmla="*/ 43506 w 348045"/>
              <a:gd name="connsiteY48" fmla="*/ 274085 h 295838"/>
              <a:gd name="connsiteX49" fmla="*/ 171847 w 348045"/>
              <a:gd name="connsiteY49" fmla="*/ 250157 h 295838"/>
              <a:gd name="connsiteX50" fmla="*/ 154445 w 348045"/>
              <a:gd name="connsiteY50" fmla="*/ 232755 h 295838"/>
              <a:gd name="connsiteX51" fmla="*/ 171847 w 348045"/>
              <a:gd name="connsiteY51" fmla="*/ 215353 h 295838"/>
              <a:gd name="connsiteX52" fmla="*/ 189249 w 348045"/>
              <a:gd name="connsiteY52" fmla="*/ 232755 h 295838"/>
              <a:gd name="connsiteX53" fmla="*/ 171847 w 348045"/>
              <a:gd name="connsiteY53" fmla="*/ 250157 h 295838"/>
              <a:gd name="connsiteX54" fmla="*/ 171847 w 348045"/>
              <a:gd name="connsiteY54" fmla="*/ 189249 h 295838"/>
              <a:gd name="connsiteX55" fmla="*/ 130517 w 348045"/>
              <a:gd name="connsiteY55" fmla="*/ 147919 h 295838"/>
              <a:gd name="connsiteX56" fmla="*/ 171847 w 348045"/>
              <a:gd name="connsiteY56" fmla="*/ 106589 h 295838"/>
              <a:gd name="connsiteX57" fmla="*/ 211002 w 348045"/>
              <a:gd name="connsiteY57" fmla="*/ 147919 h 295838"/>
              <a:gd name="connsiteX58" fmla="*/ 171847 w 348045"/>
              <a:gd name="connsiteY58" fmla="*/ 189249 h 295838"/>
              <a:gd name="connsiteX59" fmla="*/ 304539 w 348045"/>
              <a:gd name="connsiteY59" fmla="*/ 274085 h 295838"/>
              <a:gd name="connsiteX60" fmla="*/ 282787 w 348045"/>
              <a:gd name="connsiteY60" fmla="*/ 252333 h 295838"/>
              <a:gd name="connsiteX61" fmla="*/ 304539 w 348045"/>
              <a:gd name="connsiteY61" fmla="*/ 230580 h 295838"/>
              <a:gd name="connsiteX62" fmla="*/ 326292 w 348045"/>
              <a:gd name="connsiteY62" fmla="*/ 252333 h 295838"/>
              <a:gd name="connsiteX63" fmla="*/ 304539 w 348045"/>
              <a:gd name="connsiteY63" fmla="*/ 274085 h 295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48045" h="295838">
                <a:moveTo>
                  <a:pt x="304539" y="206652"/>
                </a:moveTo>
                <a:lnTo>
                  <a:pt x="243632" y="147919"/>
                </a:lnTo>
                <a:lnTo>
                  <a:pt x="304539" y="89187"/>
                </a:lnTo>
                <a:cubicBezTo>
                  <a:pt x="328467" y="89187"/>
                  <a:pt x="348045" y="69609"/>
                  <a:pt x="348045" y="45681"/>
                </a:cubicBezTo>
                <a:cubicBezTo>
                  <a:pt x="348045" y="21753"/>
                  <a:pt x="328467" y="2175"/>
                  <a:pt x="304539" y="2175"/>
                </a:cubicBezTo>
                <a:cubicBezTo>
                  <a:pt x="280611" y="2175"/>
                  <a:pt x="261034" y="21753"/>
                  <a:pt x="261034" y="45681"/>
                </a:cubicBezTo>
                <a:cubicBezTo>
                  <a:pt x="261034" y="60908"/>
                  <a:pt x="269735" y="73960"/>
                  <a:pt x="280611" y="82661"/>
                </a:cubicBezTo>
                <a:lnTo>
                  <a:pt x="228405" y="134867"/>
                </a:lnTo>
                <a:lnTo>
                  <a:pt x="178373" y="84836"/>
                </a:lnTo>
                <a:cubicBezTo>
                  <a:pt x="174023" y="80485"/>
                  <a:pt x="167497" y="80485"/>
                  <a:pt x="163146" y="84836"/>
                </a:cubicBezTo>
                <a:lnTo>
                  <a:pt x="115290" y="132692"/>
                </a:lnTo>
                <a:lnTo>
                  <a:pt x="63083" y="82661"/>
                </a:lnTo>
                <a:cubicBezTo>
                  <a:pt x="78310" y="76135"/>
                  <a:pt x="87011" y="60908"/>
                  <a:pt x="87011" y="43506"/>
                </a:cubicBezTo>
                <a:cubicBezTo>
                  <a:pt x="87011" y="19578"/>
                  <a:pt x="67434" y="0"/>
                  <a:pt x="43506" y="0"/>
                </a:cubicBezTo>
                <a:cubicBezTo>
                  <a:pt x="19578" y="0"/>
                  <a:pt x="0" y="19578"/>
                  <a:pt x="0" y="43506"/>
                </a:cubicBezTo>
                <a:cubicBezTo>
                  <a:pt x="0" y="65258"/>
                  <a:pt x="17402" y="82661"/>
                  <a:pt x="36980" y="87011"/>
                </a:cubicBezTo>
                <a:lnTo>
                  <a:pt x="97888" y="147919"/>
                </a:lnTo>
                <a:lnTo>
                  <a:pt x="36980" y="208827"/>
                </a:lnTo>
                <a:cubicBezTo>
                  <a:pt x="15227" y="211002"/>
                  <a:pt x="0" y="230580"/>
                  <a:pt x="0" y="252333"/>
                </a:cubicBezTo>
                <a:cubicBezTo>
                  <a:pt x="0" y="276261"/>
                  <a:pt x="19578" y="295838"/>
                  <a:pt x="43506" y="295838"/>
                </a:cubicBezTo>
                <a:cubicBezTo>
                  <a:pt x="67434" y="295838"/>
                  <a:pt x="87011" y="276261"/>
                  <a:pt x="87011" y="252333"/>
                </a:cubicBezTo>
                <a:cubicBezTo>
                  <a:pt x="87011" y="234930"/>
                  <a:pt x="78310" y="219703"/>
                  <a:pt x="63083" y="213178"/>
                </a:cubicBezTo>
                <a:lnTo>
                  <a:pt x="113115" y="163146"/>
                </a:lnTo>
                <a:lnTo>
                  <a:pt x="150094" y="197951"/>
                </a:lnTo>
                <a:cubicBezTo>
                  <a:pt x="139218" y="204476"/>
                  <a:pt x="130517" y="217528"/>
                  <a:pt x="130517" y="230580"/>
                </a:cubicBezTo>
                <a:cubicBezTo>
                  <a:pt x="130517" y="252333"/>
                  <a:pt x="147919" y="269735"/>
                  <a:pt x="169672" y="269735"/>
                </a:cubicBezTo>
                <a:cubicBezTo>
                  <a:pt x="191425" y="269735"/>
                  <a:pt x="208827" y="252333"/>
                  <a:pt x="208827" y="230580"/>
                </a:cubicBezTo>
                <a:cubicBezTo>
                  <a:pt x="208827" y="217528"/>
                  <a:pt x="202301" y="204476"/>
                  <a:pt x="189249" y="197951"/>
                </a:cubicBezTo>
                <a:lnTo>
                  <a:pt x="226229" y="163146"/>
                </a:lnTo>
                <a:lnTo>
                  <a:pt x="278436" y="215353"/>
                </a:lnTo>
                <a:cubicBezTo>
                  <a:pt x="267560" y="224054"/>
                  <a:pt x="258858" y="237106"/>
                  <a:pt x="258858" y="252333"/>
                </a:cubicBezTo>
                <a:cubicBezTo>
                  <a:pt x="258858" y="276261"/>
                  <a:pt x="278436" y="295838"/>
                  <a:pt x="302364" y="295838"/>
                </a:cubicBezTo>
                <a:cubicBezTo>
                  <a:pt x="326292" y="295838"/>
                  <a:pt x="345870" y="276261"/>
                  <a:pt x="345870" y="252333"/>
                </a:cubicBezTo>
                <a:cubicBezTo>
                  <a:pt x="348045" y="226229"/>
                  <a:pt x="328467" y="206652"/>
                  <a:pt x="304539" y="206652"/>
                </a:cubicBezTo>
                <a:close/>
                <a:moveTo>
                  <a:pt x="304539" y="21753"/>
                </a:moveTo>
                <a:cubicBezTo>
                  <a:pt x="317591" y="21753"/>
                  <a:pt x="326292" y="32629"/>
                  <a:pt x="326292" y="43506"/>
                </a:cubicBezTo>
                <a:cubicBezTo>
                  <a:pt x="326292" y="54382"/>
                  <a:pt x="315416" y="65258"/>
                  <a:pt x="304539" y="65258"/>
                </a:cubicBezTo>
                <a:cubicBezTo>
                  <a:pt x="293663" y="65258"/>
                  <a:pt x="282787" y="54382"/>
                  <a:pt x="282787" y="43506"/>
                </a:cubicBezTo>
                <a:cubicBezTo>
                  <a:pt x="282787" y="32629"/>
                  <a:pt x="291488" y="21753"/>
                  <a:pt x="304539" y="21753"/>
                </a:cubicBezTo>
                <a:close/>
                <a:moveTo>
                  <a:pt x="21753" y="43506"/>
                </a:moveTo>
                <a:cubicBezTo>
                  <a:pt x="21753" y="30454"/>
                  <a:pt x="32629" y="21753"/>
                  <a:pt x="43506" y="21753"/>
                </a:cubicBezTo>
                <a:cubicBezTo>
                  <a:pt x="56557" y="21753"/>
                  <a:pt x="65258" y="32629"/>
                  <a:pt x="65258" y="43506"/>
                </a:cubicBezTo>
                <a:cubicBezTo>
                  <a:pt x="65258" y="54382"/>
                  <a:pt x="54382" y="65258"/>
                  <a:pt x="43506" y="65258"/>
                </a:cubicBezTo>
                <a:cubicBezTo>
                  <a:pt x="32629" y="67434"/>
                  <a:pt x="21753" y="56557"/>
                  <a:pt x="21753" y="43506"/>
                </a:cubicBezTo>
                <a:close/>
                <a:moveTo>
                  <a:pt x="43506" y="274085"/>
                </a:moveTo>
                <a:cubicBezTo>
                  <a:pt x="30454" y="274085"/>
                  <a:pt x="21753" y="263209"/>
                  <a:pt x="21753" y="252333"/>
                </a:cubicBezTo>
                <a:cubicBezTo>
                  <a:pt x="21753" y="239281"/>
                  <a:pt x="32629" y="230580"/>
                  <a:pt x="43506" y="230580"/>
                </a:cubicBezTo>
                <a:cubicBezTo>
                  <a:pt x="56557" y="230580"/>
                  <a:pt x="65258" y="241456"/>
                  <a:pt x="65258" y="252333"/>
                </a:cubicBezTo>
                <a:cubicBezTo>
                  <a:pt x="65258" y="263209"/>
                  <a:pt x="56557" y="274085"/>
                  <a:pt x="43506" y="274085"/>
                </a:cubicBezTo>
                <a:close/>
                <a:moveTo>
                  <a:pt x="171847" y="250157"/>
                </a:moveTo>
                <a:cubicBezTo>
                  <a:pt x="163146" y="250157"/>
                  <a:pt x="154445" y="241456"/>
                  <a:pt x="154445" y="232755"/>
                </a:cubicBezTo>
                <a:cubicBezTo>
                  <a:pt x="154445" y="224054"/>
                  <a:pt x="163146" y="215353"/>
                  <a:pt x="171847" y="215353"/>
                </a:cubicBezTo>
                <a:cubicBezTo>
                  <a:pt x="180548" y="215353"/>
                  <a:pt x="189249" y="224054"/>
                  <a:pt x="189249" y="232755"/>
                </a:cubicBezTo>
                <a:cubicBezTo>
                  <a:pt x="189249" y="241456"/>
                  <a:pt x="180548" y="250157"/>
                  <a:pt x="171847" y="250157"/>
                </a:cubicBezTo>
                <a:close/>
                <a:moveTo>
                  <a:pt x="171847" y="189249"/>
                </a:moveTo>
                <a:lnTo>
                  <a:pt x="130517" y="147919"/>
                </a:lnTo>
                <a:lnTo>
                  <a:pt x="171847" y="106589"/>
                </a:lnTo>
                <a:lnTo>
                  <a:pt x="211002" y="147919"/>
                </a:lnTo>
                <a:lnTo>
                  <a:pt x="171847" y="189249"/>
                </a:lnTo>
                <a:close/>
                <a:moveTo>
                  <a:pt x="304539" y="274085"/>
                </a:moveTo>
                <a:cubicBezTo>
                  <a:pt x="291488" y="274085"/>
                  <a:pt x="282787" y="263209"/>
                  <a:pt x="282787" y="252333"/>
                </a:cubicBezTo>
                <a:cubicBezTo>
                  <a:pt x="282787" y="239281"/>
                  <a:pt x="293663" y="230580"/>
                  <a:pt x="304539" y="230580"/>
                </a:cubicBezTo>
                <a:cubicBezTo>
                  <a:pt x="315416" y="230580"/>
                  <a:pt x="326292" y="241456"/>
                  <a:pt x="326292" y="252333"/>
                </a:cubicBezTo>
                <a:cubicBezTo>
                  <a:pt x="326292" y="263209"/>
                  <a:pt x="315416" y="274085"/>
                  <a:pt x="304539" y="274085"/>
                </a:cubicBezTo>
                <a:close/>
              </a:path>
            </a:pathLst>
          </a:custGeom>
          <a:solidFill>
            <a:schemeClr val="bg1"/>
          </a:solidFill>
          <a:ln w="335" cap="flat">
            <a:noFill/>
            <a:prstDash val="solid"/>
            <a:miter/>
          </a:ln>
        </p:spPr>
        <p:txBody>
          <a:bodyPr rtlCol="0" anchor="ctr"/>
          <a:lstStyle/>
          <a:p>
            <a:endParaRPr lang="zh-CN" altLang="en-US" sz="800">
              <a:latin typeface="+mn-ea"/>
            </a:endParaRPr>
          </a:p>
        </p:txBody>
      </p:sp>
      <p:grpSp>
        <p:nvGrpSpPr>
          <p:cNvPr id="194" name="组合 193">
            <a:extLst>
              <a:ext uri="{FF2B5EF4-FFF2-40B4-BE49-F238E27FC236}">
                <a16:creationId xmlns:a16="http://schemas.microsoft.com/office/drawing/2014/main" id="{0DD994D7-230D-FAD8-5243-B65A70CBDE7E}"/>
              </a:ext>
            </a:extLst>
          </p:cNvPr>
          <p:cNvGrpSpPr/>
          <p:nvPr/>
        </p:nvGrpSpPr>
        <p:grpSpPr>
          <a:xfrm>
            <a:off x="5057876" y="4384814"/>
            <a:ext cx="174286" cy="174642"/>
            <a:chOff x="14798437" y="6765410"/>
            <a:chExt cx="308759" cy="309389"/>
          </a:xfrm>
        </p:grpSpPr>
        <p:sp>
          <p:nvSpPr>
            <p:cNvPr id="218" name="任意多边形: 形状 217">
              <a:extLst>
                <a:ext uri="{FF2B5EF4-FFF2-40B4-BE49-F238E27FC236}">
                  <a16:creationId xmlns:a16="http://schemas.microsoft.com/office/drawing/2014/main" id="{7EE6395C-F661-643C-170F-35F254745503}"/>
                </a:ext>
              </a:extLst>
            </p:cNvPr>
            <p:cNvSpPr/>
            <p:nvPr/>
          </p:nvSpPr>
          <p:spPr>
            <a:xfrm>
              <a:off x="14905628" y="6859970"/>
              <a:ext cx="117612" cy="111010"/>
            </a:xfrm>
            <a:custGeom>
              <a:avLst/>
              <a:gdLst>
                <a:gd name="connsiteX0" fmla="*/ 85233 w 117612"/>
                <a:gd name="connsiteY0" fmla="*/ 99540 h 111010"/>
                <a:gd name="connsiteX1" fmla="*/ 53006 w 117612"/>
                <a:gd name="connsiteY1" fmla="*/ 6341 h 111010"/>
                <a:gd name="connsiteX2" fmla="*/ 49784 w 117612"/>
                <a:gd name="connsiteY2" fmla="*/ 1926 h 111010"/>
                <a:gd name="connsiteX3" fmla="*/ 35991 w 117612"/>
                <a:gd name="connsiteY3" fmla="*/ 1926 h 111010"/>
                <a:gd name="connsiteX4" fmla="*/ 32768 w 117612"/>
                <a:gd name="connsiteY4" fmla="*/ 6341 h 111010"/>
                <a:gd name="connsiteX5" fmla="*/ 928 w 117612"/>
                <a:gd name="connsiteY5" fmla="*/ 99153 h 111010"/>
                <a:gd name="connsiteX6" fmla="*/ 1637 w 117612"/>
                <a:gd name="connsiteY6" fmla="*/ 108144 h 111010"/>
                <a:gd name="connsiteX7" fmla="*/ 9243 w 117612"/>
                <a:gd name="connsiteY7" fmla="*/ 110787 h 111010"/>
                <a:gd name="connsiteX8" fmla="*/ 16558 w 117612"/>
                <a:gd name="connsiteY8" fmla="*/ 108531 h 111010"/>
                <a:gd name="connsiteX9" fmla="*/ 20393 w 117612"/>
                <a:gd name="connsiteY9" fmla="*/ 102601 h 111010"/>
                <a:gd name="connsiteX10" fmla="*/ 27225 w 117612"/>
                <a:gd name="connsiteY10" fmla="*/ 84877 h 111010"/>
                <a:gd name="connsiteX11" fmla="*/ 58517 w 117612"/>
                <a:gd name="connsiteY11" fmla="*/ 84877 h 111010"/>
                <a:gd name="connsiteX12" fmla="*/ 65897 w 117612"/>
                <a:gd name="connsiteY12" fmla="*/ 103407 h 111010"/>
                <a:gd name="connsiteX13" fmla="*/ 69442 w 117612"/>
                <a:gd name="connsiteY13" fmla="*/ 108692 h 111010"/>
                <a:gd name="connsiteX14" fmla="*/ 76596 w 117612"/>
                <a:gd name="connsiteY14" fmla="*/ 110787 h 111010"/>
                <a:gd name="connsiteX15" fmla="*/ 84201 w 117612"/>
                <a:gd name="connsiteY15" fmla="*/ 108048 h 111010"/>
                <a:gd name="connsiteX16" fmla="*/ 85233 w 117612"/>
                <a:gd name="connsiteY16" fmla="*/ 99540 h 111010"/>
                <a:gd name="connsiteX17" fmla="*/ 31125 w 117612"/>
                <a:gd name="connsiteY17" fmla="*/ 67475 h 111010"/>
                <a:gd name="connsiteX18" fmla="*/ 43081 w 117612"/>
                <a:gd name="connsiteY18" fmla="*/ 29125 h 111010"/>
                <a:gd name="connsiteX19" fmla="*/ 54940 w 117612"/>
                <a:gd name="connsiteY19" fmla="*/ 67475 h 111010"/>
                <a:gd name="connsiteX20" fmla="*/ 117491 w 117612"/>
                <a:gd name="connsiteY20" fmla="*/ 100990 h 111010"/>
                <a:gd name="connsiteX21" fmla="*/ 115074 w 117612"/>
                <a:gd name="connsiteY21" fmla="*/ 108467 h 111010"/>
                <a:gd name="connsiteX22" fmla="*/ 107308 w 117612"/>
                <a:gd name="connsiteY22" fmla="*/ 110948 h 111010"/>
                <a:gd name="connsiteX23" fmla="*/ 99670 w 117612"/>
                <a:gd name="connsiteY23" fmla="*/ 108467 h 111010"/>
                <a:gd name="connsiteX24" fmla="*/ 97414 w 117612"/>
                <a:gd name="connsiteY24" fmla="*/ 101183 h 111010"/>
                <a:gd name="connsiteX25" fmla="*/ 97414 w 117612"/>
                <a:gd name="connsiteY25" fmla="*/ 9950 h 111010"/>
                <a:gd name="connsiteX26" fmla="*/ 107276 w 117612"/>
                <a:gd name="connsiteY26" fmla="*/ 89 h 111010"/>
                <a:gd name="connsiteX27" fmla="*/ 114913 w 117612"/>
                <a:gd name="connsiteY27" fmla="*/ 2119 h 111010"/>
                <a:gd name="connsiteX28" fmla="*/ 117556 w 117612"/>
                <a:gd name="connsiteY28" fmla="*/ 9660 h 111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7612" h="111010">
                  <a:moveTo>
                    <a:pt x="85233" y="99540"/>
                  </a:moveTo>
                  <a:lnTo>
                    <a:pt x="53006" y="6341"/>
                  </a:lnTo>
                  <a:cubicBezTo>
                    <a:pt x="52443" y="4557"/>
                    <a:pt x="51311" y="3007"/>
                    <a:pt x="49784" y="1926"/>
                  </a:cubicBezTo>
                  <a:cubicBezTo>
                    <a:pt x="45545" y="-642"/>
                    <a:pt x="40230" y="-642"/>
                    <a:pt x="35991" y="1926"/>
                  </a:cubicBezTo>
                  <a:cubicBezTo>
                    <a:pt x="34464" y="3007"/>
                    <a:pt x="33332" y="4557"/>
                    <a:pt x="32768" y="6341"/>
                  </a:cubicBezTo>
                  <a:lnTo>
                    <a:pt x="928" y="99153"/>
                  </a:lnTo>
                  <a:cubicBezTo>
                    <a:pt x="-522" y="103407"/>
                    <a:pt x="-264" y="106372"/>
                    <a:pt x="1637" y="108144"/>
                  </a:cubicBezTo>
                  <a:cubicBezTo>
                    <a:pt x="3726" y="109991"/>
                    <a:pt x="6459" y="110940"/>
                    <a:pt x="9243" y="110787"/>
                  </a:cubicBezTo>
                  <a:cubicBezTo>
                    <a:pt x="11879" y="110985"/>
                    <a:pt x="14492" y="110179"/>
                    <a:pt x="16558" y="108531"/>
                  </a:cubicBezTo>
                  <a:cubicBezTo>
                    <a:pt x="18283" y="106882"/>
                    <a:pt x="19597" y="104851"/>
                    <a:pt x="20393" y="102601"/>
                  </a:cubicBezTo>
                  <a:lnTo>
                    <a:pt x="27225" y="84877"/>
                  </a:lnTo>
                  <a:lnTo>
                    <a:pt x="58517" y="84877"/>
                  </a:lnTo>
                  <a:lnTo>
                    <a:pt x="65897" y="103407"/>
                  </a:lnTo>
                  <a:cubicBezTo>
                    <a:pt x="66676" y="105407"/>
                    <a:pt x="67887" y="107212"/>
                    <a:pt x="69442" y="108692"/>
                  </a:cubicBezTo>
                  <a:cubicBezTo>
                    <a:pt x="71451" y="110319"/>
                    <a:pt x="74027" y="111073"/>
                    <a:pt x="76596" y="110787"/>
                  </a:cubicBezTo>
                  <a:cubicBezTo>
                    <a:pt x="79388" y="110880"/>
                    <a:pt x="82110" y="109900"/>
                    <a:pt x="84201" y="108048"/>
                  </a:cubicBezTo>
                  <a:cubicBezTo>
                    <a:pt x="86135" y="106275"/>
                    <a:pt x="86457" y="103471"/>
                    <a:pt x="85233" y="99540"/>
                  </a:cubicBezTo>
                  <a:close/>
                  <a:moveTo>
                    <a:pt x="31125" y="67475"/>
                  </a:moveTo>
                  <a:lnTo>
                    <a:pt x="43081" y="29125"/>
                  </a:lnTo>
                  <a:lnTo>
                    <a:pt x="54940" y="67475"/>
                  </a:lnTo>
                  <a:close/>
                  <a:moveTo>
                    <a:pt x="117491" y="100990"/>
                  </a:moveTo>
                  <a:cubicBezTo>
                    <a:pt x="117729" y="103706"/>
                    <a:pt x="116857" y="106404"/>
                    <a:pt x="115074" y="108467"/>
                  </a:cubicBezTo>
                  <a:cubicBezTo>
                    <a:pt x="112936" y="110325"/>
                    <a:pt x="110128" y="111223"/>
                    <a:pt x="107308" y="110948"/>
                  </a:cubicBezTo>
                  <a:cubicBezTo>
                    <a:pt x="104523" y="111267"/>
                    <a:pt x="101736" y="110362"/>
                    <a:pt x="99670" y="108467"/>
                  </a:cubicBezTo>
                  <a:cubicBezTo>
                    <a:pt x="98030" y="106408"/>
                    <a:pt x="97224" y="103808"/>
                    <a:pt x="97414" y="101183"/>
                  </a:cubicBezTo>
                  <a:lnTo>
                    <a:pt x="97414" y="9950"/>
                  </a:lnTo>
                  <a:cubicBezTo>
                    <a:pt x="97414" y="3376"/>
                    <a:pt x="100701" y="89"/>
                    <a:pt x="107276" y="89"/>
                  </a:cubicBezTo>
                  <a:cubicBezTo>
                    <a:pt x="109982" y="-166"/>
                    <a:pt x="112691" y="554"/>
                    <a:pt x="114913" y="2119"/>
                  </a:cubicBezTo>
                  <a:cubicBezTo>
                    <a:pt x="116895" y="4101"/>
                    <a:pt x="117867" y="6876"/>
                    <a:pt x="117556" y="9660"/>
                  </a:cubicBezTo>
                  <a:close/>
                </a:path>
              </a:pathLst>
            </a:custGeom>
            <a:solidFill>
              <a:schemeClr val="bg1"/>
            </a:solidFill>
            <a:ln w="335" cap="flat">
              <a:noFill/>
              <a:prstDash val="solid"/>
              <a:miter/>
            </a:ln>
          </p:spPr>
          <p:txBody>
            <a:bodyPr rtlCol="0" anchor="ctr"/>
            <a:lstStyle/>
            <a:p>
              <a:endParaRPr lang="zh-CN" altLang="en-US" sz="800">
                <a:latin typeface="+mn-ea"/>
              </a:endParaRPr>
            </a:p>
          </p:txBody>
        </p:sp>
        <p:sp>
          <p:nvSpPr>
            <p:cNvPr id="219" name="任意多边形: 形状 218">
              <a:extLst>
                <a:ext uri="{FF2B5EF4-FFF2-40B4-BE49-F238E27FC236}">
                  <a16:creationId xmlns:a16="http://schemas.microsoft.com/office/drawing/2014/main" id="{0B91A9BF-9F42-59AF-6A7A-AF892B0854FA}"/>
                </a:ext>
              </a:extLst>
            </p:cNvPr>
            <p:cNvSpPr/>
            <p:nvPr/>
          </p:nvSpPr>
          <p:spPr>
            <a:xfrm>
              <a:off x="14798437" y="6765410"/>
              <a:ext cx="308503" cy="309389"/>
            </a:xfrm>
            <a:custGeom>
              <a:avLst/>
              <a:gdLst>
                <a:gd name="connsiteX0" fmla="*/ 169317 w 308503"/>
                <a:gd name="connsiteY0" fmla="*/ 0 h 309389"/>
                <a:gd name="connsiteX1" fmla="*/ 30164 w 308503"/>
                <a:gd name="connsiteY1" fmla="*/ 139154 h 309389"/>
                <a:gd name="connsiteX2" fmla="*/ 30164 w 308503"/>
                <a:gd name="connsiteY2" fmla="*/ 140829 h 309389"/>
                <a:gd name="connsiteX3" fmla="*/ 0 w 308503"/>
                <a:gd name="connsiteY3" fmla="*/ 189588 h 309389"/>
                <a:gd name="connsiteX4" fmla="*/ 28714 w 308503"/>
                <a:gd name="connsiteY4" fmla="*/ 214531 h 309389"/>
                <a:gd name="connsiteX5" fmla="*/ 42345 w 308503"/>
                <a:gd name="connsiteY5" fmla="*/ 217593 h 309389"/>
                <a:gd name="connsiteX6" fmla="*/ 44924 w 308503"/>
                <a:gd name="connsiteY6" fmla="*/ 284559 h 309389"/>
                <a:gd name="connsiteX7" fmla="*/ 70125 w 308503"/>
                <a:gd name="connsiteY7" fmla="*/ 309373 h 309389"/>
                <a:gd name="connsiteX8" fmla="*/ 121203 w 308503"/>
                <a:gd name="connsiteY8" fmla="*/ 309373 h 309389"/>
                <a:gd name="connsiteX9" fmla="*/ 131712 w 308503"/>
                <a:gd name="connsiteY9" fmla="*/ 299998 h 309389"/>
                <a:gd name="connsiteX10" fmla="*/ 122336 w 308503"/>
                <a:gd name="connsiteY10" fmla="*/ 289490 h 309389"/>
                <a:gd name="connsiteX11" fmla="*/ 121203 w 308503"/>
                <a:gd name="connsiteY11" fmla="*/ 289490 h 309389"/>
                <a:gd name="connsiteX12" fmla="*/ 70125 w 308503"/>
                <a:gd name="connsiteY12" fmla="*/ 289490 h 309389"/>
                <a:gd name="connsiteX13" fmla="*/ 65065 w 308503"/>
                <a:gd name="connsiteY13" fmla="*/ 284430 h 309389"/>
                <a:gd name="connsiteX14" fmla="*/ 61842 w 308503"/>
                <a:gd name="connsiteY14" fmla="*/ 201576 h 309389"/>
                <a:gd name="connsiteX15" fmla="*/ 32259 w 308503"/>
                <a:gd name="connsiteY15" fmla="*/ 195131 h 309389"/>
                <a:gd name="connsiteX16" fmla="*/ 31227 w 308503"/>
                <a:gd name="connsiteY16" fmla="*/ 194905 h 309389"/>
                <a:gd name="connsiteX17" fmla="*/ 30099 w 308503"/>
                <a:gd name="connsiteY17" fmla="*/ 194905 h 309389"/>
                <a:gd name="connsiteX18" fmla="*/ 23332 w 308503"/>
                <a:gd name="connsiteY18" fmla="*/ 193358 h 309389"/>
                <a:gd name="connsiteX19" fmla="*/ 20109 w 308503"/>
                <a:gd name="connsiteY19" fmla="*/ 189749 h 309389"/>
                <a:gd name="connsiteX20" fmla="*/ 47147 w 308503"/>
                <a:gd name="connsiteY20" fmla="*/ 152463 h 309389"/>
                <a:gd name="connsiteX21" fmla="*/ 49629 w 308503"/>
                <a:gd name="connsiteY21" fmla="*/ 142344 h 309389"/>
                <a:gd name="connsiteX22" fmla="*/ 50112 w 308503"/>
                <a:gd name="connsiteY22" fmla="*/ 139282 h 309389"/>
                <a:gd name="connsiteX23" fmla="*/ 169350 w 308503"/>
                <a:gd name="connsiteY23" fmla="*/ 20045 h 309389"/>
                <a:gd name="connsiteX24" fmla="*/ 288587 w 308503"/>
                <a:gd name="connsiteY24" fmla="*/ 139282 h 309389"/>
                <a:gd name="connsiteX25" fmla="*/ 298545 w 308503"/>
                <a:gd name="connsiteY25" fmla="*/ 149240 h 309389"/>
                <a:gd name="connsiteX26" fmla="*/ 308503 w 308503"/>
                <a:gd name="connsiteY26" fmla="*/ 139282 h 309389"/>
                <a:gd name="connsiteX27" fmla="*/ 169317 w 308503"/>
                <a:gd name="connsiteY27" fmla="*/ 0 h 30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08503" h="309389">
                  <a:moveTo>
                    <a:pt x="169317" y="0"/>
                  </a:moveTo>
                  <a:cubicBezTo>
                    <a:pt x="92517" y="124"/>
                    <a:pt x="30288" y="62353"/>
                    <a:pt x="30164" y="139154"/>
                  </a:cubicBezTo>
                  <a:cubicBezTo>
                    <a:pt x="30125" y="139711"/>
                    <a:pt x="30125" y="140271"/>
                    <a:pt x="30164" y="140829"/>
                  </a:cubicBezTo>
                  <a:cubicBezTo>
                    <a:pt x="20496" y="150787"/>
                    <a:pt x="0" y="173571"/>
                    <a:pt x="0" y="189588"/>
                  </a:cubicBezTo>
                  <a:cubicBezTo>
                    <a:pt x="0" y="207312"/>
                    <a:pt x="16758" y="214144"/>
                    <a:pt x="28714" y="214531"/>
                  </a:cubicBezTo>
                  <a:lnTo>
                    <a:pt x="42345" y="217593"/>
                  </a:lnTo>
                  <a:lnTo>
                    <a:pt x="44924" y="284559"/>
                  </a:lnTo>
                  <a:cubicBezTo>
                    <a:pt x="45065" y="298356"/>
                    <a:pt x="56328" y="309445"/>
                    <a:pt x="70125" y="309373"/>
                  </a:cubicBezTo>
                  <a:lnTo>
                    <a:pt x="121203" y="309373"/>
                  </a:lnTo>
                  <a:cubicBezTo>
                    <a:pt x="126694" y="309686"/>
                    <a:pt x="131399" y="305488"/>
                    <a:pt x="131712" y="299998"/>
                  </a:cubicBezTo>
                  <a:cubicBezTo>
                    <a:pt x="132024" y="294507"/>
                    <a:pt x="127827" y="289802"/>
                    <a:pt x="122336" y="289490"/>
                  </a:cubicBezTo>
                  <a:cubicBezTo>
                    <a:pt x="121959" y="289468"/>
                    <a:pt x="121581" y="289468"/>
                    <a:pt x="121203" y="289490"/>
                  </a:cubicBezTo>
                  <a:lnTo>
                    <a:pt x="70125" y="289490"/>
                  </a:lnTo>
                  <a:cubicBezTo>
                    <a:pt x="67338" y="289472"/>
                    <a:pt x="65083" y="287217"/>
                    <a:pt x="65065" y="284430"/>
                  </a:cubicBezTo>
                  <a:lnTo>
                    <a:pt x="61842" y="201576"/>
                  </a:lnTo>
                  <a:lnTo>
                    <a:pt x="32259" y="195131"/>
                  </a:lnTo>
                  <a:lnTo>
                    <a:pt x="31227" y="194905"/>
                  </a:lnTo>
                  <a:lnTo>
                    <a:pt x="30099" y="194905"/>
                  </a:lnTo>
                  <a:cubicBezTo>
                    <a:pt x="27776" y="194750"/>
                    <a:pt x="25492" y="194228"/>
                    <a:pt x="23332" y="193358"/>
                  </a:cubicBezTo>
                  <a:cubicBezTo>
                    <a:pt x="20109" y="192069"/>
                    <a:pt x="20109" y="190877"/>
                    <a:pt x="20109" y="189749"/>
                  </a:cubicBezTo>
                  <a:cubicBezTo>
                    <a:pt x="20109" y="183980"/>
                    <a:pt x="32774" y="166578"/>
                    <a:pt x="47147" y="152463"/>
                  </a:cubicBezTo>
                  <a:cubicBezTo>
                    <a:pt x="49814" y="149826"/>
                    <a:pt x="50773" y="145915"/>
                    <a:pt x="49629" y="142344"/>
                  </a:cubicBezTo>
                  <a:cubicBezTo>
                    <a:pt x="49953" y="141356"/>
                    <a:pt x="50117" y="140322"/>
                    <a:pt x="50112" y="139282"/>
                  </a:cubicBezTo>
                  <a:cubicBezTo>
                    <a:pt x="50112" y="73429"/>
                    <a:pt x="103497" y="20045"/>
                    <a:pt x="169350" y="20045"/>
                  </a:cubicBezTo>
                  <a:cubicBezTo>
                    <a:pt x="235203" y="20045"/>
                    <a:pt x="288587" y="73429"/>
                    <a:pt x="288587" y="139282"/>
                  </a:cubicBezTo>
                  <a:cubicBezTo>
                    <a:pt x="288587" y="144825"/>
                    <a:pt x="298545" y="149240"/>
                    <a:pt x="298545" y="149240"/>
                  </a:cubicBezTo>
                  <a:cubicBezTo>
                    <a:pt x="298545" y="149240"/>
                    <a:pt x="308503" y="144825"/>
                    <a:pt x="308503" y="139282"/>
                  </a:cubicBezTo>
                  <a:cubicBezTo>
                    <a:pt x="308468" y="62411"/>
                    <a:pt x="246189" y="89"/>
                    <a:pt x="169317" y="0"/>
                  </a:cubicBezTo>
                  <a:close/>
                </a:path>
              </a:pathLst>
            </a:custGeom>
            <a:solidFill>
              <a:schemeClr val="bg1"/>
            </a:solidFill>
            <a:ln w="335" cap="flat">
              <a:noFill/>
              <a:prstDash val="solid"/>
              <a:miter/>
            </a:ln>
          </p:spPr>
          <p:txBody>
            <a:bodyPr rtlCol="0" anchor="ctr"/>
            <a:lstStyle/>
            <a:p>
              <a:endParaRPr lang="zh-CN" altLang="en-US" sz="800">
                <a:latin typeface="+mn-ea"/>
              </a:endParaRPr>
            </a:p>
          </p:txBody>
        </p:sp>
        <p:sp>
          <p:nvSpPr>
            <p:cNvPr id="220" name="任意多边形: 形状 219">
              <a:extLst>
                <a:ext uri="{FF2B5EF4-FFF2-40B4-BE49-F238E27FC236}">
                  <a16:creationId xmlns:a16="http://schemas.microsoft.com/office/drawing/2014/main" id="{3CC25B61-4AD3-627D-F566-EA387A772FDD}"/>
                </a:ext>
              </a:extLst>
            </p:cNvPr>
            <p:cNvSpPr/>
            <p:nvPr/>
          </p:nvSpPr>
          <p:spPr>
            <a:xfrm>
              <a:off x="15043255" y="6845074"/>
              <a:ext cx="63941" cy="178174"/>
            </a:xfrm>
            <a:custGeom>
              <a:avLst/>
              <a:gdLst>
                <a:gd name="connsiteX0" fmla="*/ 28139 w 63941"/>
                <a:gd name="connsiteY0" fmla="*/ 0 h 178174"/>
                <a:gd name="connsiteX1" fmla="*/ 296 w 63941"/>
                <a:gd name="connsiteY1" fmla="*/ 164999 h 178174"/>
                <a:gd name="connsiteX2" fmla="*/ 16409 w 63941"/>
                <a:gd name="connsiteY2" fmla="*/ 177277 h 178174"/>
                <a:gd name="connsiteX3" fmla="*/ 62944 w 63941"/>
                <a:gd name="connsiteY3" fmla="*/ 43892 h 178174"/>
              </a:gdLst>
              <a:ahLst/>
              <a:cxnLst>
                <a:cxn ang="0">
                  <a:pos x="connsiteX0" y="connsiteY0"/>
                </a:cxn>
                <a:cxn ang="0">
                  <a:pos x="connsiteX1" y="connsiteY1"/>
                </a:cxn>
                <a:cxn ang="0">
                  <a:pos x="connsiteX2" y="connsiteY2"/>
                </a:cxn>
                <a:cxn ang="0">
                  <a:pos x="connsiteX3" y="connsiteY3"/>
                </a:cxn>
              </a:cxnLst>
              <a:rect l="l" t="t" r="r" b="b"/>
              <a:pathLst>
                <a:path w="63941" h="178174">
                  <a:moveTo>
                    <a:pt x="28139" y="0"/>
                  </a:moveTo>
                  <a:cubicBezTo>
                    <a:pt x="28139" y="0"/>
                    <a:pt x="77865" y="84208"/>
                    <a:pt x="296" y="164999"/>
                  </a:cubicBezTo>
                  <a:cubicBezTo>
                    <a:pt x="296" y="164999"/>
                    <a:pt x="-3539" y="182240"/>
                    <a:pt x="16409" y="177277"/>
                  </a:cubicBezTo>
                  <a:cubicBezTo>
                    <a:pt x="16409" y="177277"/>
                    <a:pt x="71999" y="131548"/>
                    <a:pt x="62944" y="43892"/>
                  </a:cubicBezTo>
                  <a:close/>
                </a:path>
              </a:pathLst>
            </a:custGeom>
            <a:solidFill>
              <a:schemeClr val="bg1"/>
            </a:solidFill>
            <a:ln w="335" cap="flat">
              <a:noFill/>
              <a:prstDash val="solid"/>
              <a:miter/>
            </a:ln>
          </p:spPr>
          <p:txBody>
            <a:bodyPr rtlCol="0" anchor="ctr"/>
            <a:lstStyle/>
            <a:p>
              <a:endParaRPr lang="zh-CN" altLang="en-US" sz="800">
                <a:latin typeface="+mn-ea"/>
              </a:endParaRPr>
            </a:p>
          </p:txBody>
        </p:sp>
      </p:grpSp>
      <p:grpSp>
        <p:nvGrpSpPr>
          <p:cNvPr id="195" name="组合 194">
            <a:extLst>
              <a:ext uri="{FF2B5EF4-FFF2-40B4-BE49-F238E27FC236}">
                <a16:creationId xmlns:a16="http://schemas.microsoft.com/office/drawing/2014/main" id="{27D14CE4-F461-1030-9B64-E6ECC911E09A}"/>
              </a:ext>
            </a:extLst>
          </p:cNvPr>
          <p:cNvGrpSpPr/>
          <p:nvPr/>
        </p:nvGrpSpPr>
        <p:grpSpPr>
          <a:xfrm>
            <a:off x="6465533" y="4388127"/>
            <a:ext cx="168015" cy="168016"/>
            <a:chOff x="17780800" y="6810375"/>
            <a:chExt cx="231629" cy="231629"/>
          </a:xfrm>
        </p:grpSpPr>
        <p:sp>
          <p:nvSpPr>
            <p:cNvPr id="216" name="任意多边形: 形状 215">
              <a:extLst>
                <a:ext uri="{FF2B5EF4-FFF2-40B4-BE49-F238E27FC236}">
                  <a16:creationId xmlns:a16="http://schemas.microsoft.com/office/drawing/2014/main" id="{46DFFD85-C79C-43C8-4284-CA46D3E62683}"/>
                </a:ext>
              </a:extLst>
            </p:cNvPr>
            <p:cNvSpPr/>
            <p:nvPr/>
          </p:nvSpPr>
          <p:spPr>
            <a:xfrm>
              <a:off x="17823948" y="6875218"/>
              <a:ext cx="145394" cy="101929"/>
            </a:xfrm>
            <a:custGeom>
              <a:avLst/>
              <a:gdLst>
                <a:gd name="connsiteX0" fmla="*/ 99744 w 145394"/>
                <a:gd name="connsiteY0" fmla="*/ 2246 h 101929"/>
                <a:gd name="connsiteX1" fmla="*/ 94407 w 145394"/>
                <a:gd name="connsiteY1" fmla="*/ 45 h 101929"/>
                <a:gd name="connsiteX2" fmla="*/ 89070 w 145394"/>
                <a:gd name="connsiteY2" fmla="*/ 2246 h 101929"/>
                <a:gd name="connsiteX3" fmla="*/ 72697 w 145394"/>
                <a:gd name="connsiteY3" fmla="*/ 18619 h 101929"/>
                <a:gd name="connsiteX4" fmla="*/ 56294 w 145394"/>
                <a:gd name="connsiteY4" fmla="*/ 2216 h 101929"/>
                <a:gd name="connsiteX5" fmla="*/ 45620 w 145394"/>
                <a:gd name="connsiteY5" fmla="*/ 2216 h 101929"/>
                <a:gd name="connsiteX6" fmla="*/ 2201 w 145394"/>
                <a:gd name="connsiteY6" fmla="*/ 45635 h 101929"/>
                <a:gd name="connsiteX7" fmla="*/ 0 w 145394"/>
                <a:gd name="connsiteY7" fmla="*/ 50972 h 101929"/>
                <a:gd name="connsiteX8" fmla="*/ 2201 w 145394"/>
                <a:gd name="connsiteY8" fmla="*/ 56309 h 101929"/>
                <a:gd name="connsiteX9" fmla="*/ 45620 w 145394"/>
                <a:gd name="connsiteY9" fmla="*/ 99729 h 101929"/>
                <a:gd name="connsiteX10" fmla="*/ 50957 w 145394"/>
                <a:gd name="connsiteY10" fmla="*/ 101930 h 101929"/>
                <a:gd name="connsiteX11" fmla="*/ 56294 w 145394"/>
                <a:gd name="connsiteY11" fmla="*/ 99729 h 101929"/>
                <a:gd name="connsiteX12" fmla="*/ 72697 w 145394"/>
                <a:gd name="connsiteY12" fmla="*/ 83326 h 101929"/>
                <a:gd name="connsiteX13" fmla="*/ 89100 w 145394"/>
                <a:gd name="connsiteY13" fmla="*/ 99729 h 101929"/>
                <a:gd name="connsiteX14" fmla="*/ 94437 w 145394"/>
                <a:gd name="connsiteY14" fmla="*/ 101930 h 101929"/>
                <a:gd name="connsiteX15" fmla="*/ 99774 w 145394"/>
                <a:gd name="connsiteY15" fmla="*/ 99729 h 101929"/>
                <a:gd name="connsiteX16" fmla="*/ 143193 w 145394"/>
                <a:gd name="connsiteY16" fmla="*/ 56309 h 101929"/>
                <a:gd name="connsiteX17" fmla="*/ 145394 w 145394"/>
                <a:gd name="connsiteY17" fmla="*/ 50972 h 101929"/>
                <a:gd name="connsiteX18" fmla="*/ 143193 w 145394"/>
                <a:gd name="connsiteY18" fmla="*/ 45635 h 101929"/>
                <a:gd name="connsiteX19" fmla="*/ 99744 w 145394"/>
                <a:gd name="connsiteY19" fmla="*/ 2246 h 101929"/>
                <a:gd name="connsiteX20" fmla="*/ 94407 w 145394"/>
                <a:gd name="connsiteY20" fmla="*/ 83718 h 101929"/>
                <a:gd name="connsiteX21" fmla="*/ 78577 w 145394"/>
                <a:gd name="connsiteY21" fmla="*/ 67858 h 101929"/>
                <a:gd name="connsiteX22" fmla="*/ 78064 w 145394"/>
                <a:gd name="connsiteY22" fmla="*/ 67285 h 101929"/>
                <a:gd name="connsiteX23" fmla="*/ 77491 w 145394"/>
                <a:gd name="connsiteY23" fmla="*/ 66772 h 101929"/>
                <a:gd name="connsiteX24" fmla="*/ 56355 w 145394"/>
                <a:gd name="connsiteY24" fmla="*/ 45635 h 101929"/>
                <a:gd name="connsiteX25" fmla="*/ 45681 w 145394"/>
                <a:gd name="connsiteY25" fmla="*/ 45635 h 101929"/>
                <a:gd name="connsiteX26" fmla="*/ 45681 w 145394"/>
                <a:gd name="connsiteY26" fmla="*/ 56309 h 101929"/>
                <a:gd name="connsiteX27" fmla="*/ 62023 w 145394"/>
                <a:gd name="connsiteY27" fmla="*/ 72652 h 101929"/>
                <a:gd name="connsiteX28" fmla="*/ 50987 w 145394"/>
                <a:gd name="connsiteY28" fmla="*/ 83718 h 101929"/>
                <a:gd name="connsiteX29" fmla="*/ 18242 w 145394"/>
                <a:gd name="connsiteY29" fmla="*/ 50972 h 101929"/>
                <a:gd name="connsiteX30" fmla="*/ 50987 w 145394"/>
                <a:gd name="connsiteY30" fmla="*/ 18227 h 101929"/>
                <a:gd name="connsiteX31" fmla="*/ 67390 w 145394"/>
                <a:gd name="connsiteY31" fmla="*/ 34630 h 101929"/>
                <a:gd name="connsiteX32" fmla="*/ 89070 w 145394"/>
                <a:gd name="connsiteY32" fmla="*/ 56309 h 101929"/>
                <a:gd name="connsiteX33" fmla="*/ 99744 w 145394"/>
                <a:gd name="connsiteY33" fmla="*/ 56309 h 101929"/>
                <a:gd name="connsiteX34" fmla="*/ 99744 w 145394"/>
                <a:gd name="connsiteY34" fmla="*/ 45635 h 101929"/>
                <a:gd name="connsiteX35" fmla="*/ 83401 w 145394"/>
                <a:gd name="connsiteY35" fmla="*/ 29293 h 101929"/>
                <a:gd name="connsiteX36" fmla="*/ 94467 w 145394"/>
                <a:gd name="connsiteY36" fmla="*/ 18227 h 101929"/>
                <a:gd name="connsiteX37" fmla="*/ 127152 w 145394"/>
                <a:gd name="connsiteY37" fmla="*/ 50972 h 101929"/>
                <a:gd name="connsiteX38" fmla="*/ 94407 w 145394"/>
                <a:gd name="connsiteY38" fmla="*/ 83718 h 10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45394" h="101929">
                  <a:moveTo>
                    <a:pt x="99744" y="2246"/>
                  </a:moveTo>
                  <a:cubicBezTo>
                    <a:pt x="98326" y="829"/>
                    <a:pt x="96427" y="45"/>
                    <a:pt x="94407" y="45"/>
                  </a:cubicBezTo>
                  <a:cubicBezTo>
                    <a:pt x="92386" y="45"/>
                    <a:pt x="90487" y="829"/>
                    <a:pt x="89070" y="2246"/>
                  </a:cubicBezTo>
                  <a:lnTo>
                    <a:pt x="72697" y="18619"/>
                  </a:lnTo>
                  <a:lnTo>
                    <a:pt x="56294" y="2216"/>
                  </a:lnTo>
                  <a:cubicBezTo>
                    <a:pt x="53339" y="-739"/>
                    <a:pt x="48575" y="-739"/>
                    <a:pt x="45620" y="2216"/>
                  </a:cubicBezTo>
                  <a:lnTo>
                    <a:pt x="2201" y="45635"/>
                  </a:lnTo>
                  <a:cubicBezTo>
                    <a:pt x="784" y="47053"/>
                    <a:pt x="0" y="48952"/>
                    <a:pt x="0" y="50972"/>
                  </a:cubicBezTo>
                  <a:cubicBezTo>
                    <a:pt x="0" y="52993"/>
                    <a:pt x="784" y="54892"/>
                    <a:pt x="2201" y="56309"/>
                  </a:cubicBezTo>
                  <a:lnTo>
                    <a:pt x="45620" y="99729"/>
                  </a:lnTo>
                  <a:cubicBezTo>
                    <a:pt x="47038" y="101146"/>
                    <a:pt x="48937" y="101930"/>
                    <a:pt x="50957" y="101930"/>
                  </a:cubicBezTo>
                  <a:cubicBezTo>
                    <a:pt x="52978" y="101930"/>
                    <a:pt x="54877" y="101146"/>
                    <a:pt x="56294" y="99729"/>
                  </a:cubicBezTo>
                  <a:lnTo>
                    <a:pt x="72697" y="83326"/>
                  </a:lnTo>
                  <a:lnTo>
                    <a:pt x="89100" y="99729"/>
                  </a:lnTo>
                  <a:cubicBezTo>
                    <a:pt x="90517" y="101146"/>
                    <a:pt x="92417" y="101930"/>
                    <a:pt x="94437" y="101930"/>
                  </a:cubicBezTo>
                  <a:cubicBezTo>
                    <a:pt x="96457" y="101930"/>
                    <a:pt x="98357" y="101146"/>
                    <a:pt x="99774" y="99729"/>
                  </a:cubicBezTo>
                  <a:lnTo>
                    <a:pt x="143193" y="56309"/>
                  </a:lnTo>
                  <a:cubicBezTo>
                    <a:pt x="144610" y="54892"/>
                    <a:pt x="145394" y="52993"/>
                    <a:pt x="145394" y="50972"/>
                  </a:cubicBezTo>
                  <a:cubicBezTo>
                    <a:pt x="145394" y="48952"/>
                    <a:pt x="144610" y="47053"/>
                    <a:pt x="143193" y="45635"/>
                  </a:cubicBezTo>
                  <a:lnTo>
                    <a:pt x="99744" y="2246"/>
                  </a:lnTo>
                  <a:close/>
                  <a:moveTo>
                    <a:pt x="94407" y="83718"/>
                  </a:moveTo>
                  <a:lnTo>
                    <a:pt x="78577" y="67858"/>
                  </a:lnTo>
                  <a:cubicBezTo>
                    <a:pt x="78426" y="67647"/>
                    <a:pt x="78245" y="67466"/>
                    <a:pt x="78064" y="67285"/>
                  </a:cubicBezTo>
                  <a:cubicBezTo>
                    <a:pt x="77883" y="67104"/>
                    <a:pt x="77702" y="66923"/>
                    <a:pt x="77491" y="66772"/>
                  </a:cubicBezTo>
                  <a:lnTo>
                    <a:pt x="56355" y="45635"/>
                  </a:lnTo>
                  <a:cubicBezTo>
                    <a:pt x="53400" y="42681"/>
                    <a:pt x="48636" y="42681"/>
                    <a:pt x="45681" y="45635"/>
                  </a:cubicBezTo>
                  <a:cubicBezTo>
                    <a:pt x="42726" y="48590"/>
                    <a:pt x="42726" y="53354"/>
                    <a:pt x="45681" y="56309"/>
                  </a:cubicBezTo>
                  <a:lnTo>
                    <a:pt x="62023" y="72652"/>
                  </a:lnTo>
                  <a:lnTo>
                    <a:pt x="50987" y="83718"/>
                  </a:lnTo>
                  <a:lnTo>
                    <a:pt x="18242" y="50972"/>
                  </a:lnTo>
                  <a:lnTo>
                    <a:pt x="50987" y="18227"/>
                  </a:lnTo>
                  <a:lnTo>
                    <a:pt x="67390" y="34630"/>
                  </a:lnTo>
                  <a:lnTo>
                    <a:pt x="89070" y="56309"/>
                  </a:lnTo>
                  <a:cubicBezTo>
                    <a:pt x="92025" y="59264"/>
                    <a:pt x="96789" y="59264"/>
                    <a:pt x="99744" y="56309"/>
                  </a:cubicBezTo>
                  <a:cubicBezTo>
                    <a:pt x="102699" y="53354"/>
                    <a:pt x="102699" y="48590"/>
                    <a:pt x="99744" y="45635"/>
                  </a:cubicBezTo>
                  <a:lnTo>
                    <a:pt x="83401" y="29293"/>
                  </a:lnTo>
                  <a:lnTo>
                    <a:pt x="94467" y="18227"/>
                  </a:lnTo>
                  <a:lnTo>
                    <a:pt x="127152" y="50972"/>
                  </a:lnTo>
                  <a:lnTo>
                    <a:pt x="94407" y="83718"/>
                  </a:lnTo>
                  <a:close/>
                </a:path>
              </a:pathLst>
            </a:custGeom>
            <a:solidFill>
              <a:schemeClr val="bg1"/>
            </a:solidFill>
            <a:ln w="298" cap="flat">
              <a:noFill/>
              <a:prstDash val="solid"/>
              <a:miter/>
            </a:ln>
          </p:spPr>
          <p:txBody>
            <a:bodyPr rtlCol="0" anchor="ctr"/>
            <a:lstStyle/>
            <a:p>
              <a:endParaRPr lang="zh-CN" altLang="en-US" sz="800">
                <a:latin typeface="+mn-ea"/>
              </a:endParaRPr>
            </a:p>
          </p:txBody>
        </p:sp>
        <p:sp>
          <p:nvSpPr>
            <p:cNvPr id="217" name="任意多边形: 形状 216">
              <a:extLst>
                <a:ext uri="{FF2B5EF4-FFF2-40B4-BE49-F238E27FC236}">
                  <a16:creationId xmlns:a16="http://schemas.microsoft.com/office/drawing/2014/main" id="{28EF6075-E236-3BD4-2464-4D51F8B5C7CB}"/>
                </a:ext>
              </a:extLst>
            </p:cNvPr>
            <p:cNvSpPr/>
            <p:nvPr/>
          </p:nvSpPr>
          <p:spPr>
            <a:xfrm>
              <a:off x="17780800" y="6810375"/>
              <a:ext cx="231629" cy="231629"/>
            </a:xfrm>
            <a:custGeom>
              <a:avLst/>
              <a:gdLst>
                <a:gd name="connsiteX0" fmla="*/ 222524 w 231629"/>
                <a:gd name="connsiteY0" fmla="*/ 70737 h 231629"/>
                <a:gd name="connsiteX1" fmla="*/ 197708 w 231629"/>
                <a:gd name="connsiteY1" fmla="*/ 33921 h 231629"/>
                <a:gd name="connsiteX2" fmla="*/ 160892 w 231629"/>
                <a:gd name="connsiteY2" fmla="*/ 9106 h 231629"/>
                <a:gd name="connsiteX3" fmla="*/ 115815 w 231629"/>
                <a:gd name="connsiteY3" fmla="*/ 0 h 231629"/>
                <a:gd name="connsiteX4" fmla="*/ 70737 w 231629"/>
                <a:gd name="connsiteY4" fmla="*/ 9106 h 231629"/>
                <a:gd name="connsiteX5" fmla="*/ 33921 w 231629"/>
                <a:gd name="connsiteY5" fmla="*/ 33921 h 231629"/>
                <a:gd name="connsiteX6" fmla="*/ 9106 w 231629"/>
                <a:gd name="connsiteY6" fmla="*/ 70737 h 231629"/>
                <a:gd name="connsiteX7" fmla="*/ 0 w 231629"/>
                <a:gd name="connsiteY7" fmla="*/ 115815 h 231629"/>
                <a:gd name="connsiteX8" fmla="*/ 9106 w 231629"/>
                <a:gd name="connsiteY8" fmla="*/ 160892 h 231629"/>
                <a:gd name="connsiteX9" fmla="*/ 33921 w 231629"/>
                <a:gd name="connsiteY9" fmla="*/ 197708 h 231629"/>
                <a:gd name="connsiteX10" fmla="*/ 70737 w 231629"/>
                <a:gd name="connsiteY10" fmla="*/ 222524 h 231629"/>
                <a:gd name="connsiteX11" fmla="*/ 115815 w 231629"/>
                <a:gd name="connsiteY11" fmla="*/ 231630 h 231629"/>
                <a:gd name="connsiteX12" fmla="*/ 160892 w 231629"/>
                <a:gd name="connsiteY12" fmla="*/ 222524 h 231629"/>
                <a:gd name="connsiteX13" fmla="*/ 197708 w 231629"/>
                <a:gd name="connsiteY13" fmla="*/ 197708 h 231629"/>
                <a:gd name="connsiteX14" fmla="*/ 222524 w 231629"/>
                <a:gd name="connsiteY14" fmla="*/ 160892 h 231629"/>
                <a:gd name="connsiteX15" fmla="*/ 231630 w 231629"/>
                <a:gd name="connsiteY15" fmla="*/ 115815 h 231629"/>
                <a:gd name="connsiteX16" fmla="*/ 222524 w 231629"/>
                <a:gd name="connsiteY16" fmla="*/ 70737 h 231629"/>
                <a:gd name="connsiteX17" fmla="*/ 187065 w 231629"/>
                <a:gd name="connsiteY17" fmla="*/ 187034 h 231629"/>
                <a:gd name="connsiteX18" fmla="*/ 115845 w 231629"/>
                <a:gd name="connsiteY18" fmla="*/ 216523 h 231629"/>
                <a:gd name="connsiteX19" fmla="*/ 44625 w 231629"/>
                <a:gd name="connsiteY19" fmla="*/ 187034 h 231629"/>
                <a:gd name="connsiteX20" fmla="*/ 15136 w 231629"/>
                <a:gd name="connsiteY20" fmla="*/ 115815 h 231629"/>
                <a:gd name="connsiteX21" fmla="*/ 44625 w 231629"/>
                <a:gd name="connsiteY21" fmla="*/ 44595 h 231629"/>
                <a:gd name="connsiteX22" fmla="*/ 115845 w 231629"/>
                <a:gd name="connsiteY22" fmla="*/ 15106 h 231629"/>
                <a:gd name="connsiteX23" fmla="*/ 187065 w 231629"/>
                <a:gd name="connsiteY23" fmla="*/ 44595 h 231629"/>
                <a:gd name="connsiteX24" fmla="*/ 216553 w 231629"/>
                <a:gd name="connsiteY24" fmla="*/ 115815 h 231629"/>
                <a:gd name="connsiteX25" fmla="*/ 187065 w 231629"/>
                <a:gd name="connsiteY25" fmla="*/ 187034 h 23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1629" h="231629">
                  <a:moveTo>
                    <a:pt x="222524" y="70737"/>
                  </a:moveTo>
                  <a:cubicBezTo>
                    <a:pt x="216704" y="56958"/>
                    <a:pt x="208352" y="44565"/>
                    <a:pt x="197708" y="33921"/>
                  </a:cubicBezTo>
                  <a:cubicBezTo>
                    <a:pt x="187065" y="23278"/>
                    <a:pt x="174702" y="14956"/>
                    <a:pt x="160892" y="9106"/>
                  </a:cubicBezTo>
                  <a:cubicBezTo>
                    <a:pt x="146600" y="3076"/>
                    <a:pt x="131464" y="0"/>
                    <a:pt x="115815" y="0"/>
                  </a:cubicBezTo>
                  <a:cubicBezTo>
                    <a:pt x="100166" y="0"/>
                    <a:pt x="85029" y="3076"/>
                    <a:pt x="70737" y="9106"/>
                  </a:cubicBezTo>
                  <a:cubicBezTo>
                    <a:pt x="56958" y="14925"/>
                    <a:pt x="44565" y="23278"/>
                    <a:pt x="33921" y="33921"/>
                  </a:cubicBezTo>
                  <a:cubicBezTo>
                    <a:pt x="23278" y="44565"/>
                    <a:pt x="14956" y="56927"/>
                    <a:pt x="9106" y="70737"/>
                  </a:cubicBezTo>
                  <a:cubicBezTo>
                    <a:pt x="3076" y="85029"/>
                    <a:pt x="0" y="100166"/>
                    <a:pt x="0" y="115815"/>
                  </a:cubicBezTo>
                  <a:cubicBezTo>
                    <a:pt x="0" y="131464"/>
                    <a:pt x="3076" y="146600"/>
                    <a:pt x="9106" y="160892"/>
                  </a:cubicBezTo>
                  <a:cubicBezTo>
                    <a:pt x="14925" y="174672"/>
                    <a:pt x="23278" y="187065"/>
                    <a:pt x="33921" y="197708"/>
                  </a:cubicBezTo>
                  <a:cubicBezTo>
                    <a:pt x="44565" y="208352"/>
                    <a:pt x="56927" y="216674"/>
                    <a:pt x="70737" y="222524"/>
                  </a:cubicBezTo>
                  <a:cubicBezTo>
                    <a:pt x="85029" y="228554"/>
                    <a:pt x="100166" y="231630"/>
                    <a:pt x="115815" y="231630"/>
                  </a:cubicBezTo>
                  <a:cubicBezTo>
                    <a:pt x="131464" y="231630"/>
                    <a:pt x="146600" y="228554"/>
                    <a:pt x="160892" y="222524"/>
                  </a:cubicBezTo>
                  <a:cubicBezTo>
                    <a:pt x="174672" y="216704"/>
                    <a:pt x="187065" y="208352"/>
                    <a:pt x="197708" y="197708"/>
                  </a:cubicBezTo>
                  <a:cubicBezTo>
                    <a:pt x="208352" y="187065"/>
                    <a:pt x="216674" y="174702"/>
                    <a:pt x="222524" y="160892"/>
                  </a:cubicBezTo>
                  <a:cubicBezTo>
                    <a:pt x="228554" y="146600"/>
                    <a:pt x="231630" y="131464"/>
                    <a:pt x="231630" y="115815"/>
                  </a:cubicBezTo>
                  <a:cubicBezTo>
                    <a:pt x="231630" y="100166"/>
                    <a:pt x="228554" y="85029"/>
                    <a:pt x="222524" y="70737"/>
                  </a:cubicBezTo>
                  <a:close/>
                  <a:moveTo>
                    <a:pt x="187065" y="187034"/>
                  </a:moveTo>
                  <a:cubicBezTo>
                    <a:pt x="168038" y="206060"/>
                    <a:pt x="142741" y="216523"/>
                    <a:pt x="115845" y="216523"/>
                  </a:cubicBezTo>
                  <a:cubicBezTo>
                    <a:pt x="88949" y="216523"/>
                    <a:pt x="63651" y="206060"/>
                    <a:pt x="44625" y="187034"/>
                  </a:cubicBezTo>
                  <a:cubicBezTo>
                    <a:pt x="25599" y="168008"/>
                    <a:pt x="15136" y="142711"/>
                    <a:pt x="15136" y="115815"/>
                  </a:cubicBezTo>
                  <a:cubicBezTo>
                    <a:pt x="15136" y="88919"/>
                    <a:pt x="25599" y="63621"/>
                    <a:pt x="44625" y="44595"/>
                  </a:cubicBezTo>
                  <a:cubicBezTo>
                    <a:pt x="63651" y="25569"/>
                    <a:pt x="88949" y="15106"/>
                    <a:pt x="115845" y="15106"/>
                  </a:cubicBezTo>
                  <a:cubicBezTo>
                    <a:pt x="142741" y="15106"/>
                    <a:pt x="168038" y="25569"/>
                    <a:pt x="187065" y="44595"/>
                  </a:cubicBezTo>
                  <a:cubicBezTo>
                    <a:pt x="206091" y="63621"/>
                    <a:pt x="216553" y="88919"/>
                    <a:pt x="216553" y="115815"/>
                  </a:cubicBezTo>
                  <a:cubicBezTo>
                    <a:pt x="216553" y="142711"/>
                    <a:pt x="206091" y="168008"/>
                    <a:pt x="187065" y="187034"/>
                  </a:cubicBezTo>
                  <a:close/>
                </a:path>
              </a:pathLst>
            </a:custGeom>
            <a:solidFill>
              <a:schemeClr val="bg1"/>
            </a:solidFill>
            <a:ln w="298" cap="flat">
              <a:noFill/>
              <a:prstDash val="solid"/>
              <a:miter/>
            </a:ln>
          </p:spPr>
          <p:txBody>
            <a:bodyPr rtlCol="0" anchor="ctr"/>
            <a:lstStyle/>
            <a:p>
              <a:endParaRPr lang="zh-CN" altLang="en-US" sz="800">
                <a:latin typeface="+mn-ea"/>
              </a:endParaRPr>
            </a:p>
          </p:txBody>
        </p:sp>
      </p:grpSp>
      <p:grpSp>
        <p:nvGrpSpPr>
          <p:cNvPr id="196" name="组合 195">
            <a:extLst>
              <a:ext uri="{FF2B5EF4-FFF2-40B4-BE49-F238E27FC236}">
                <a16:creationId xmlns:a16="http://schemas.microsoft.com/office/drawing/2014/main" id="{69AB46C1-A4AA-D6B7-776C-98D991BD3EE3}"/>
              </a:ext>
            </a:extLst>
          </p:cNvPr>
          <p:cNvGrpSpPr/>
          <p:nvPr/>
        </p:nvGrpSpPr>
        <p:grpSpPr>
          <a:xfrm>
            <a:off x="7851202" y="4388365"/>
            <a:ext cx="140795" cy="167540"/>
            <a:chOff x="19616037" y="6862524"/>
            <a:chExt cx="249427" cy="296807"/>
          </a:xfrm>
        </p:grpSpPr>
        <p:sp>
          <p:nvSpPr>
            <p:cNvPr id="214" name="任意多边形: 形状 213">
              <a:extLst>
                <a:ext uri="{FF2B5EF4-FFF2-40B4-BE49-F238E27FC236}">
                  <a16:creationId xmlns:a16="http://schemas.microsoft.com/office/drawing/2014/main" id="{63734ACD-7407-61CD-4316-CD045FEC50F7}"/>
                </a:ext>
              </a:extLst>
            </p:cNvPr>
            <p:cNvSpPr/>
            <p:nvPr/>
          </p:nvSpPr>
          <p:spPr>
            <a:xfrm>
              <a:off x="19616037" y="6862524"/>
              <a:ext cx="249427" cy="296807"/>
            </a:xfrm>
            <a:custGeom>
              <a:avLst/>
              <a:gdLst>
                <a:gd name="connsiteX0" fmla="*/ 124699 w 249427"/>
                <a:gd name="connsiteY0" fmla="*/ 23254 h 296807"/>
                <a:gd name="connsiteX1" fmla="*/ 126385 w 249427"/>
                <a:gd name="connsiteY1" fmla="*/ 23516 h 296807"/>
                <a:gd name="connsiteX2" fmla="*/ 222017 w 249427"/>
                <a:gd name="connsiteY2" fmla="*/ 52496 h 296807"/>
                <a:gd name="connsiteX3" fmla="*/ 226144 w 249427"/>
                <a:gd name="connsiteY3" fmla="*/ 58048 h 296807"/>
                <a:gd name="connsiteX4" fmla="*/ 226144 w 249427"/>
                <a:gd name="connsiteY4" fmla="*/ 181729 h 296807"/>
                <a:gd name="connsiteX5" fmla="*/ 216755 w 249427"/>
                <a:gd name="connsiteY5" fmla="*/ 215070 h 296807"/>
                <a:gd name="connsiteX6" fmla="*/ 191380 w 249427"/>
                <a:gd name="connsiteY6" fmla="*/ 238643 h 296807"/>
                <a:gd name="connsiteX7" fmla="*/ 124699 w 249427"/>
                <a:gd name="connsiteY7" fmla="*/ 272826 h 296807"/>
                <a:gd name="connsiteX8" fmla="*/ 58048 w 249427"/>
                <a:gd name="connsiteY8" fmla="*/ 238643 h 296807"/>
                <a:gd name="connsiteX9" fmla="*/ 32672 w 249427"/>
                <a:gd name="connsiteY9" fmla="*/ 215070 h 296807"/>
                <a:gd name="connsiteX10" fmla="*/ 23283 w 249427"/>
                <a:gd name="connsiteY10" fmla="*/ 181729 h 296807"/>
                <a:gd name="connsiteX11" fmla="*/ 23283 w 249427"/>
                <a:gd name="connsiteY11" fmla="*/ 58048 h 296807"/>
                <a:gd name="connsiteX12" fmla="*/ 27411 w 249427"/>
                <a:gd name="connsiteY12" fmla="*/ 52496 h 296807"/>
                <a:gd name="connsiteX13" fmla="*/ 123042 w 249427"/>
                <a:gd name="connsiteY13" fmla="*/ 23516 h 296807"/>
                <a:gd name="connsiteX14" fmla="*/ 124699 w 249427"/>
                <a:gd name="connsiteY14" fmla="*/ 23254 h 296807"/>
                <a:gd name="connsiteX15" fmla="*/ 124699 w 249427"/>
                <a:gd name="connsiteY15" fmla="*/ 0 h 296807"/>
                <a:gd name="connsiteX16" fmla="*/ 116270 w 249427"/>
                <a:gd name="connsiteY16" fmla="*/ 1250 h 296807"/>
                <a:gd name="connsiteX17" fmla="*/ 20638 w 249427"/>
                <a:gd name="connsiteY17" fmla="*/ 30230 h 296807"/>
                <a:gd name="connsiteX18" fmla="*/ 0 w 249427"/>
                <a:gd name="connsiteY18" fmla="*/ 58048 h 296807"/>
                <a:gd name="connsiteX19" fmla="*/ 0 w 249427"/>
                <a:gd name="connsiteY19" fmla="*/ 181729 h 296807"/>
                <a:gd name="connsiteX20" fmla="*/ 47409 w 249427"/>
                <a:gd name="connsiteY20" fmla="*/ 259310 h 296807"/>
                <a:gd name="connsiteX21" fmla="*/ 116764 w 249427"/>
                <a:gd name="connsiteY21" fmla="*/ 294889 h 296807"/>
                <a:gd name="connsiteX22" fmla="*/ 124728 w 249427"/>
                <a:gd name="connsiteY22" fmla="*/ 296807 h 296807"/>
                <a:gd name="connsiteX23" fmla="*/ 132693 w 249427"/>
                <a:gd name="connsiteY23" fmla="*/ 294889 h 296807"/>
                <a:gd name="connsiteX24" fmla="*/ 202018 w 249427"/>
                <a:gd name="connsiteY24" fmla="*/ 259339 h 296807"/>
                <a:gd name="connsiteX25" fmla="*/ 249427 w 249427"/>
                <a:gd name="connsiteY25" fmla="*/ 181758 h 296807"/>
                <a:gd name="connsiteX26" fmla="*/ 249427 w 249427"/>
                <a:gd name="connsiteY26" fmla="*/ 58048 h 296807"/>
                <a:gd name="connsiteX27" fmla="*/ 228789 w 249427"/>
                <a:gd name="connsiteY27" fmla="*/ 30230 h 296807"/>
                <a:gd name="connsiteX28" fmla="*/ 133158 w 249427"/>
                <a:gd name="connsiteY28" fmla="*/ 1250 h 296807"/>
                <a:gd name="connsiteX29" fmla="*/ 124699 w 249427"/>
                <a:gd name="connsiteY29" fmla="*/ 0 h 296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9427" h="296807">
                  <a:moveTo>
                    <a:pt x="124699" y="23254"/>
                  </a:moveTo>
                  <a:cubicBezTo>
                    <a:pt x="125280" y="23254"/>
                    <a:pt x="125833" y="23341"/>
                    <a:pt x="126385" y="23516"/>
                  </a:cubicBezTo>
                  <a:lnTo>
                    <a:pt x="222017" y="52496"/>
                  </a:lnTo>
                  <a:cubicBezTo>
                    <a:pt x="224487" y="53251"/>
                    <a:pt x="226144" y="55490"/>
                    <a:pt x="226144" y="58048"/>
                  </a:cubicBezTo>
                  <a:lnTo>
                    <a:pt x="226144" y="181729"/>
                  </a:lnTo>
                  <a:cubicBezTo>
                    <a:pt x="226144" y="193502"/>
                    <a:pt x="222889" y="205041"/>
                    <a:pt x="216755" y="215070"/>
                  </a:cubicBezTo>
                  <a:cubicBezTo>
                    <a:pt x="210622" y="225127"/>
                    <a:pt x="201844" y="233266"/>
                    <a:pt x="191380" y="238643"/>
                  </a:cubicBezTo>
                  <a:lnTo>
                    <a:pt x="124699" y="272826"/>
                  </a:lnTo>
                  <a:lnTo>
                    <a:pt x="58048" y="238643"/>
                  </a:lnTo>
                  <a:cubicBezTo>
                    <a:pt x="47583" y="233266"/>
                    <a:pt x="38805" y="225127"/>
                    <a:pt x="32672" y="215070"/>
                  </a:cubicBezTo>
                  <a:cubicBezTo>
                    <a:pt x="26539" y="205012"/>
                    <a:pt x="23283" y="193502"/>
                    <a:pt x="23283" y="181729"/>
                  </a:cubicBezTo>
                  <a:lnTo>
                    <a:pt x="23283" y="58048"/>
                  </a:lnTo>
                  <a:cubicBezTo>
                    <a:pt x="23283" y="55461"/>
                    <a:pt x="24940" y="53222"/>
                    <a:pt x="27411" y="52496"/>
                  </a:cubicBezTo>
                  <a:lnTo>
                    <a:pt x="123042" y="23516"/>
                  </a:lnTo>
                  <a:cubicBezTo>
                    <a:pt x="123565" y="23341"/>
                    <a:pt x="124147" y="23254"/>
                    <a:pt x="124699" y="23254"/>
                  </a:cubicBezTo>
                  <a:moveTo>
                    <a:pt x="124699" y="0"/>
                  </a:moveTo>
                  <a:cubicBezTo>
                    <a:pt x="121850" y="0"/>
                    <a:pt x="119031" y="407"/>
                    <a:pt x="116270" y="1250"/>
                  </a:cubicBezTo>
                  <a:lnTo>
                    <a:pt x="20638" y="30230"/>
                  </a:lnTo>
                  <a:cubicBezTo>
                    <a:pt x="8371" y="33951"/>
                    <a:pt x="0" y="45229"/>
                    <a:pt x="0" y="58048"/>
                  </a:cubicBezTo>
                  <a:lnTo>
                    <a:pt x="0" y="181729"/>
                  </a:lnTo>
                  <a:cubicBezTo>
                    <a:pt x="0" y="214430"/>
                    <a:pt x="18312" y="244399"/>
                    <a:pt x="47409" y="259310"/>
                  </a:cubicBezTo>
                  <a:lnTo>
                    <a:pt x="116764" y="294889"/>
                  </a:lnTo>
                  <a:cubicBezTo>
                    <a:pt x="119263" y="296168"/>
                    <a:pt x="121996" y="296807"/>
                    <a:pt x="124728" y="296807"/>
                  </a:cubicBezTo>
                  <a:cubicBezTo>
                    <a:pt x="127460" y="296807"/>
                    <a:pt x="130193" y="296168"/>
                    <a:pt x="132693" y="294889"/>
                  </a:cubicBezTo>
                  <a:lnTo>
                    <a:pt x="202018" y="259339"/>
                  </a:lnTo>
                  <a:cubicBezTo>
                    <a:pt x="231115" y="244428"/>
                    <a:pt x="249427" y="214459"/>
                    <a:pt x="249427" y="181758"/>
                  </a:cubicBezTo>
                  <a:lnTo>
                    <a:pt x="249427" y="58048"/>
                  </a:lnTo>
                  <a:cubicBezTo>
                    <a:pt x="249427" y="45229"/>
                    <a:pt x="241056" y="33951"/>
                    <a:pt x="228789" y="30230"/>
                  </a:cubicBezTo>
                  <a:lnTo>
                    <a:pt x="133158" y="1250"/>
                  </a:lnTo>
                  <a:cubicBezTo>
                    <a:pt x="130396" y="407"/>
                    <a:pt x="127548" y="0"/>
                    <a:pt x="124699" y="0"/>
                  </a:cubicBezTo>
                  <a:close/>
                </a:path>
              </a:pathLst>
            </a:custGeom>
            <a:solidFill>
              <a:schemeClr val="bg1"/>
            </a:solidFill>
            <a:ln w="288" cap="flat">
              <a:noFill/>
              <a:prstDash val="solid"/>
              <a:miter/>
            </a:ln>
          </p:spPr>
          <p:txBody>
            <a:bodyPr rtlCol="0" anchor="ctr"/>
            <a:lstStyle/>
            <a:p>
              <a:endParaRPr lang="zh-CN" altLang="en-US" sz="800">
                <a:latin typeface="+mn-ea"/>
              </a:endParaRPr>
            </a:p>
          </p:txBody>
        </p:sp>
        <p:sp>
          <p:nvSpPr>
            <p:cNvPr id="215" name="任意多边形: 形状 214">
              <a:extLst>
                <a:ext uri="{FF2B5EF4-FFF2-40B4-BE49-F238E27FC236}">
                  <a16:creationId xmlns:a16="http://schemas.microsoft.com/office/drawing/2014/main" id="{61316E65-34A6-4770-F38E-A3C8953159AC}"/>
                </a:ext>
              </a:extLst>
            </p:cNvPr>
            <p:cNvSpPr/>
            <p:nvPr/>
          </p:nvSpPr>
          <p:spPr>
            <a:xfrm>
              <a:off x="19622191" y="6906401"/>
              <a:ext cx="237524" cy="158577"/>
            </a:xfrm>
            <a:custGeom>
              <a:avLst/>
              <a:gdLst>
                <a:gd name="connsiteX0" fmla="*/ 107674 w 237524"/>
                <a:gd name="connsiteY0" fmla="*/ 158577 h 158577"/>
                <a:gd name="connsiteX1" fmla="*/ 99448 w 237524"/>
                <a:gd name="connsiteY1" fmla="*/ 155176 h 158577"/>
                <a:gd name="connsiteX2" fmla="*/ 63695 w 237524"/>
                <a:gd name="connsiteY2" fmla="*/ 119423 h 158577"/>
                <a:gd name="connsiteX3" fmla="*/ 63695 w 237524"/>
                <a:gd name="connsiteY3" fmla="*/ 102971 h 158577"/>
                <a:gd name="connsiteX4" fmla="*/ 80148 w 237524"/>
                <a:gd name="connsiteY4" fmla="*/ 102971 h 158577"/>
                <a:gd name="connsiteX5" fmla="*/ 107674 w 237524"/>
                <a:gd name="connsiteY5" fmla="*/ 130498 h 158577"/>
                <a:gd name="connsiteX6" fmla="*/ 174442 w 237524"/>
                <a:gd name="connsiteY6" fmla="*/ 63730 h 158577"/>
                <a:gd name="connsiteX7" fmla="*/ 190894 w 237524"/>
                <a:gd name="connsiteY7" fmla="*/ 63730 h 158577"/>
                <a:gd name="connsiteX8" fmla="*/ 190894 w 237524"/>
                <a:gd name="connsiteY8" fmla="*/ 80182 h 158577"/>
                <a:gd name="connsiteX9" fmla="*/ 115900 w 237524"/>
                <a:gd name="connsiteY9" fmla="*/ 155176 h 158577"/>
                <a:gd name="connsiteX10" fmla="*/ 107674 w 237524"/>
                <a:gd name="connsiteY10" fmla="*/ 158577 h 158577"/>
                <a:gd name="connsiteX11" fmla="*/ 225891 w 237524"/>
                <a:gd name="connsiteY11" fmla="*/ 54400 h 158577"/>
                <a:gd name="connsiteX12" fmla="*/ 222520 w 237524"/>
                <a:gd name="connsiteY12" fmla="*/ 53905 h 158577"/>
                <a:gd name="connsiteX13" fmla="*/ 124068 w 237524"/>
                <a:gd name="connsiteY13" fmla="*/ 24053 h 158577"/>
                <a:gd name="connsiteX14" fmla="*/ 113459 w 237524"/>
                <a:gd name="connsiteY14" fmla="*/ 24053 h 158577"/>
                <a:gd name="connsiteX15" fmla="*/ 15008 w 237524"/>
                <a:gd name="connsiteY15" fmla="*/ 53876 h 158577"/>
                <a:gd name="connsiteX16" fmla="*/ 503 w 237524"/>
                <a:gd name="connsiteY16" fmla="*/ 46115 h 158577"/>
                <a:gd name="connsiteX17" fmla="*/ 8264 w 237524"/>
                <a:gd name="connsiteY17" fmla="*/ 31611 h 158577"/>
                <a:gd name="connsiteX18" fmla="*/ 106715 w 237524"/>
                <a:gd name="connsiteY18" fmla="*/ 1788 h 158577"/>
                <a:gd name="connsiteX19" fmla="*/ 130812 w 237524"/>
                <a:gd name="connsiteY19" fmla="*/ 1788 h 158577"/>
                <a:gd name="connsiteX20" fmla="*/ 229263 w 237524"/>
                <a:gd name="connsiteY20" fmla="*/ 31611 h 158577"/>
                <a:gd name="connsiteX21" fmla="*/ 237024 w 237524"/>
                <a:gd name="connsiteY21" fmla="*/ 46115 h 158577"/>
                <a:gd name="connsiteX22" fmla="*/ 225891 w 237524"/>
                <a:gd name="connsiteY22" fmla="*/ 54400 h 15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37524" h="158577">
                  <a:moveTo>
                    <a:pt x="107674" y="158577"/>
                  </a:moveTo>
                  <a:cubicBezTo>
                    <a:pt x="104710" y="158577"/>
                    <a:pt x="101716" y="157443"/>
                    <a:pt x="99448" y="155176"/>
                  </a:cubicBezTo>
                  <a:lnTo>
                    <a:pt x="63695" y="119423"/>
                  </a:lnTo>
                  <a:cubicBezTo>
                    <a:pt x="59161" y="114889"/>
                    <a:pt x="59161" y="107535"/>
                    <a:pt x="63695" y="102971"/>
                  </a:cubicBezTo>
                  <a:cubicBezTo>
                    <a:pt x="68230" y="98408"/>
                    <a:pt x="75584" y="98437"/>
                    <a:pt x="80148" y="102971"/>
                  </a:cubicBezTo>
                  <a:lnTo>
                    <a:pt x="107674" y="130498"/>
                  </a:lnTo>
                  <a:lnTo>
                    <a:pt x="174442" y="63730"/>
                  </a:lnTo>
                  <a:cubicBezTo>
                    <a:pt x="178977" y="59196"/>
                    <a:pt x="186331" y="59196"/>
                    <a:pt x="190894" y="63730"/>
                  </a:cubicBezTo>
                  <a:cubicBezTo>
                    <a:pt x="195458" y="68265"/>
                    <a:pt x="195429" y="75619"/>
                    <a:pt x="190894" y="80182"/>
                  </a:cubicBezTo>
                  <a:lnTo>
                    <a:pt x="115900" y="155176"/>
                  </a:lnTo>
                  <a:cubicBezTo>
                    <a:pt x="113604" y="157443"/>
                    <a:pt x="110639" y="158577"/>
                    <a:pt x="107674" y="158577"/>
                  </a:cubicBezTo>
                  <a:close/>
                  <a:moveTo>
                    <a:pt x="225891" y="54400"/>
                  </a:moveTo>
                  <a:cubicBezTo>
                    <a:pt x="224787" y="54400"/>
                    <a:pt x="223653" y="54225"/>
                    <a:pt x="222520" y="53905"/>
                  </a:cubicBezTo>
                  <a:lnTo>
                    <a:pt x="124068" y="24053"/>
                  </a:lnTo>
                  <a:cubicBezTo>
                    <a:pt x="120609" y="23007"/>
                    <a:pt x="116918" y="23007"/>
                    <a:pt x="113459" y="24053"/>
                  </a:cubicBezTo>
                  <a:lnTo>
                    <a:pt x="15008" y="53876"/>
                  </a:lnTo>
                  <a:cubicBezTo>
                    <a:pt x="8874" y="55737"/>
                    <a:pt x="2363" y="52278"/>
                    <a:pt x="503" y="46115"/>
                  </a:cubicBezTo>
                  <a:cubicBezTo>
                    <a:pt x="-1357" y="39953"/>
                    <a:pt x="2102" y="33471"/>
                    <a:pt x="8264" y="31611"/>
                  </a:cubicBezTo>
                  <a:lnTo>
                    <a:pt x="106715" y="1788"/>
                  </a:lnTo>
                  <a:cubicBezTo>
                    <a:pt x="114592" y="-596"/>
                    <a:pt x="122935" y="-596"/>
                    <a:pt x="130812" y="1788"/>
                  </a:cubicBezTo>
                  <a:lnTo>
                    <a:pt x="229263" y="31611"/>
                  </a:lnTo>
                  <a:cubicBezTo>
                    <a:pt x="235396" y="33471"/>
                    <a:pt x="238885" y="39953"/>
                    <a:pt x="237024" y="46115"/>
                  </a:cubicBezTo>
                  <a:cubicBezTo>
                    <a:pt x="235484" y="51144"/>
                    <a:pt x="230891" y="54400"/>
                    <a:pt x="225891" y="54400"/>
                  </a:cubicBezTo>
                  <a:close/>
                </a:path>
              </a:pathLst>
            </a:custGeom>
            <a:solidFill>
              <a:schemeClr val="bg1"/>
            </a:solidFill>
            <a:ln w="288" cap="flat">
              <a:noFill/>
              <a:prstDash val="solid"/>
              <a:miter/>
            </a:ln>
          </p:spPr>
          <p:txBody>
            <a:bodyPr rtlCol="0" anchor="ctr"/>
            <a:lstStyle/>
            <a:p>
              <a:endParaRPr lang="zh-CN" altLang="en-US" sz="800">
                <a:latin typeface="+mn-ea"/>
              </a:endParaRPr>
            </a:p>
          </p:txBody>
        </p:sp>
      </p:grpSp>
      <p:grpSp>
        <p:nvGrpSpPr>
          <p:cNvPr id="197" name="组合 196">
            <a:extLst>
              <a:ext uri="{FF2B5EF4-FFF2-40B4-BE49-F238E27FC236}">
                <a16:creationId xmlns:a16="http://schemas.microsoft.com/office/drawing/2014/main" id="{E107F442-22D3-8510-89CD-EE097D79C1DE}"/>
              </a:ext>
            </a:extLst>
          </p:cNvPr>
          <p:cNvGrpSpPr/>
          <p:nvPr/>
        </p:nvGrpSpPr>
        <p:grpSpPr>
          <a:xfrm>
            <a:off x="1054217" y="2971150"/>
            <a:ext cx="7498818" cy="360905"/>
            <a:chOff x="8038492" y="4603999"/>
            <a:chExt cx="13284613" cy="639365"/>
          </a:xfrm>
        </p:grpSpPr>
        <p:sp>
          <p:nvSpPr>
            <p:cNvPr id="204" name="矩形: 圆角 203">
              <a:extLst>
                <a:ext uri="{FF2B5EF4-FFF2-40B4-BE49-F238E27FC236}">
                  <a16:creationId xmlns:a16="http://schemas.microsoft.com/office/drawing/2014/main" id="{9B237AB7-798A-D2ED-B4BB-5EBF123EAC5A}"/>
                </a:ext>
              </a:extLst>
            </p:cNvPr>
            <p:cNvSpPr/>
            <p:nvPr/>
          </p:nvSpPr>
          <p:spPr>
            <a:xfrm>
              <a:off x="14913456" y="4603999"/>
              <a:ext cx="6409649" cy="639365"/>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1" i="0" u="none" strike="noStrike" cap="none" spc="0" normalizeH="0" baseline="0">
                <a:ln>
                  <a:noFill/>
                </a:ln>
                <a:effectLst/>
                <a:uFillTx/>
                <a:latin typeface="+mn-ea"/>
                <a:cs typeface="Helvetica Neue Medium"/>
                <a:sym typeface="Helvetica Neue Medium"/>
              </a:endParaRPr>
            </a:p>
          </p:txBody>
        </p:sp>
        <p:sp>
          <p:nvSpPr>
            <p:cNvPr id="205" name="矩形: 圆角 204">
              <a:extLst>
                <a:ext uri="{FF2B5EF4-FFF2-40B4-BE49-F238E27FC236}">
                  <a16:creationId xmlns:a16="http://schemas.microsoft.com/office/drawing/2014/main" id="{061CF1B4-A0B1-6C80-596A-9A17AA59BB8C}"/>
                </a:ext>
              </a:extLst>
            </p:cNvPr>
            <p:cNvSpPr/>
            <p:nvPr/>
          </p:nvSpPr>
          <p:spPr>
            <a:xfrm>
              <a:off x="8038492" y="4603999"/>
              <a:ext cx="6409649" cy="639365"/>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1" i="0" u="none" strike="noStrike" cap="none" spc="0" normalizeH="0" baseline="0">
                <a:ln>
                  <a:noFill/>
                </a:ln>
                <a:solidFill>
                  <a:srgbClr val="FFFFFF"/>
                </a:solidFill>
                <a:effectLst/>
                <a:uFillTx/>
                <a:latin typeface="+mn-ea"/>
                <a:cs typeface="Helvetica Neue Medium"/>
                <a:sym typeface="Helvetica Neue Medium"/>
              </a:endParaRPr>
            </a:p>
          </p:txBody>
        </p:sp>
        <p:sp>
          <p:nvSpPr>
            <p:cNvPr id="206" name="文本框 205">
              <a:extLst>
                <a:ext uri="{FF2B5EF4-FFF2-40B4-BE49-F238E27FC236}">
                  <a16:creationId xmlns:a16="http://schemas.microsoft.com/office/drawing/2014/main" id="{6B0BDABD-B522-6C80-56E4-608730A6243A}"/>
                </a:ext>
              </a:extLst>
            </p:cNvPr>
            <p:cNvSpPr txBox="1"/>
            <p:nvPr/>
          </p:nvSpPr>
          <p:spPr>
            <a:xfrm>
              <a:off x="9252401" y="4682865"/>
              <a:ext cx="931460" cy="4816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1100" b="1" i="0" u="none" strike="noStrike" cap="none" spc="0" normalizeH="0" baseline="0" dirty="0">
                  <a:ln>
                    <a:noFill/>
                  </a:ln>
                  <a:effectLst/>
                  <a:uFillTx/>
                  <a:latin typeface="+mn-ea"/>
                  <a:sym typeface="Helvetica Neue"/>
                </a:rPr>
                <a:t>视频号</a:t>
              </a:r>
            </a:p>
          </p:txBody>
        </p:sp>
        <p:sp>
          <p:nvSpPr>
            <p:cNvPr id="207" name="文本框 206">
              <a:extLst>
                <a:ext uri="{FF2B5EF4-FFF2-40B4-BE49-F238E27FC236}">
                  <a16:creationId xmlns:a16="http://schemas.microsoft.com/office/drawing/2014/main" id="{DD8F9BB6-35DB-146C-E861-28D1A88BF296}"/>
                </a:ext>
              </a:extLst>
            </p:cNvPr>
            <p:cNvSpPr txBox="1"/>
            <p:nvPr/>
          </p:nvSpPr>
          <p:spPr>
            <a:xfrm>
              <a:off x="10470799" y="4682865"/>
              <a:ext cx="931460" cy="4816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1100" b="1" i="0" u="none" strike="noStrike" cap="none" spc="0" normalizeH="0" baseline="0" dirty="0">
                  <a:ln>
                    <a:noFill/>
                  </a:ln>
                  <a:effectLst/>
                  <a:uFillTx/>
                  <a:latin typeface="+mn-ea"/>
                  <a:sym typeface="Helvetica Neue"/>
                </a:rPr>
                <a:t>小程序</a:t>
              </a:r>
            </a:p>
          </p:txBody>
        </p:sp>
        <p:sp>
          <p:nvSpPr>
            <p:cNvPr id="208" name="文本框 207">
              <a:extLst>
                <a:ext uri="{FF2B5EF4-FFF2-40B4-BE49-F238E27FC236}">
                  <a16:creationId xmlns:a16="http://schemas.microsoft.com/office/drawing/2014/main" id="{F3464ED7-319D-BAA3-439F-B0C19827B36F}"/>
                </a:ext>
              </a:extLst>
            </p:cNvPr>
            <p:cNvSpPr txBox="1"/>
            <p:nvPr/>
          </p:nvSpPr>
          <p:spPr>
            <a:xfrm>
              <a:off x="11665389" y="4682865"/>
              <a:ext cx="661678" cy="4816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altLang="zh-CN" sz="1100" b="1" i="0" u="none" strike="noStrike" cap="none" spc="0" normalizeH="0" baseline="0" dirty="0">
                  <a:ln>
                    <a:noFill/>
                  </a:ln>
                  <a:effectLst/>
                  <a:uFillTx/>
                  <a:latin typeface="+mn-ea"/>
                  <a:sym typeface="Helvetica Neue"/>
                </a:rPr>
                <a:t>SSV</a:t>
              </a:r>
              <a:endParaRPr kumimoji="0" lang="zh-CN" altLang="en-US" sz="1100" b="1" i="0" u="none" strike="noStrike" cap="none" spc="0" normalizeH="0" baseline="0" dirty="0">
                <a:ln>
                  <a:noFill/>
                </a:ln>
                <a:effectLst/>
                <a:uFillTx/>
                <a:latin typeface="+mn-ea"/>
                <a:sym typeface="Helvetica Neue"/>
              </a:endParaRPr>
            </a:p>
          </p:txBody>
        </p:sp>
        <p:sp>
          <p:nvSpPr>
            <p:cNvPr id="209" name="文本框 208">
              <a:extLst>
                <a:ext uri="{FF2B5EF4-FFF2-40B4-BE49-F238E27FC236}">
                  <a16:creationId xmlns:a16="http://schemas.microsoft.com/office/drawing/2014/main" id="{DB4704D7-5360-9840-E4AD-5BBB3BBEBABE}"/>
                </a:ext>
              </a:extLst>
            </p:cNvPr>
            <p:cNvSpPr txBox="1"/>
            <p:nvPr/>
          </p:nvSpPr>
          <p:spPr>
            <a:xfrm>
              <a:off x="12522499" y="4634424"/>
              <a:ext cx="664520" cy="4816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altLang="zh-CN" sz="1100" b="1" i="0" u="none" strike="noStrike" cap="none" spc="0" normalizeH="0" baseline="0" dirty="0">
                  <a:ln>
                    <a:noFill/>
                  </a:ln>
                  <a:effectLst/>
                  <a:uFillTx/>
                  <a:latin typeface="+mn-ea"/>
                  <a:sym typeface="Helvetica Neue"/>
                </a:rPr>
                <a:t>……</a:t>
              </a:r>
              <a:endParaRPr kumimoji="0" lang="zh-CN" altLang="en-US" sz="1100" b="1" i="0" u="none" strike="noStrike" cap="none" spc="0" normalizeH="0" baseline="0" dirty="0">
                <a:ln>
                  <a:noFill/>
                </a:ln>
                <a:effectLst/>
                <a:uFillTx/>
                <a:latin typeface="+mn-ea"/>
                <a:sym typeface="Helvetica Neue"/>
              </a:endParaRPr>
            </a:p>
          </p:txBody>
        </p:sp>
        <p:grpSp>
          <p:nvGrpSpPr>
            <p:cNvPr id="210" name="组合 209">
              <a:extLst>
                <a:ext uri="{FF2B5EF4-FFF2-40B4-BE49-F238E27FC236}">
                  <a16:creationId xmlns:a16="http://schemas.microsoft.com/office/drawing/2014/main" id="{1F908E85-090E-B064-3EF8-2F51BF5F18A5}"/>
                </a:ext>
              </a:extLst>
            </p:cNvPr>
            <p:cNvGrpSpPr/>
            <p:nvPr/>
          </p:nvGrpSpPr>
          <p:grpSpPr>
            <a:xfrm>
              <a:off x="16352224" y="4634423"/>
              <a:ext cx="3586067" cy="530074"/>
              <a:chOff x="16634306" y="4326202"/>
              <a:chExt cx="3586067" cy="530074"/>
            </a:xfrm>
          </p:grpSpPr>
          <p:sp>
            <p:nvSpPr>
              <p:cNvPr id="211" name="文本框 210">
                <a:extLst>
                  <a:ext uri="{FF2B5EF4-FFF2-40B4-BE49-F238E27FC236}">
                    <a16:creationId xmlns:a16="http://schemas.microsoft.com/office/drawing/2014/main" id="{B10AAC68-FE42-49F2-2749-E796145B5CCA}"/>
                  </a:ext>
                </a:extLst>
              </p:cNvPr>
              <p:cNvSpPr txBox="1"/>
              <p:nvPr/>
            </p:nvSpPr>
            <p:spPr>
              <a:xfrm>
                <a:off x="16634306" y="4374643"/>
                <a:ext cx="1181364" cy="4816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zh-CN" altLang="en-US" sz="1100" b="1" dirty="0">
                    <a:latin typeface="+mn-ea"/>
                  </a:rPr>
                  <a:t>生态平台</a:t>
                </a:r>
                <a:endParaRPr kumimoji="0" lang="zh-CN" altLang="en-US" sz="1100" b="1" i="0" u="none" strike="noStrike" cap="none" spc="0" normalizeH="0" baseline="0" dirty="0">
                  <a:ln>
                    <a:noFill/>
                  </a:ln>
                  <a:effectLst/>
                  <a:uFillTx/>
                  <a:latin typeface="+mn-ea"/>
                  <a:sym typeface="Helvetica Neue"/>
                </a:endParaRPr>
              </a:p>
            </p:txBody>
          </p:sp>
          <p:sp>
            <p:nvSpPr>
              <p:cNvPr id="212" name="文本框 211">
                <a:extLst>
                  <a:ext uri="{FF2B5EF4-FFF2-40B4-BE49-F238E27FC236}">
                    <a16:creationId xmlns:a16="http://schemas.microsoft.com/office/drawing/2014/main" id="{4BB29E06-1E6F-CD42-138E-A42A1F414662}"/>
                  </a:ext>
                </a:extLst>
              </p:cNvPr>
              <p:cNvSpPr txBox="1"/>
              <p:nvPr/>
            </p:nvSpPr>
            <p:spPr>
              <a:xfrm>
                <a:off x="18130577" y="4374643"/>
                <a:ext cx="1181363" cy="4816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zh-CN" altLang="en-US" sz="1100" b="1" i="0" u="none" strike="noStrike" cap="none" spc="0" normalizeH="0" baseline="0" dirty="0">
                    <a:ln>
                      <a:noFill/>
                    </a:ln>
                    <a:effectLst/>
                    <a:uFillTx/>
                    <a:latin typeface="+mn-ea"/>
                    <a:sym typeface="Helvetica Neue"/>
                  </a:rPr>
                  <a:t>渠道伙伴</a:t>
                </a:r>
              </a:p>
            </p:txBody>
          </p:sp>
          <p:sp>
            <p:nvSpPr>
              <p:cNvPr id="213" name="文本框 212">
                <a:extLst>
                  <a:ext uri="{FF2B5EF4-FFF2-40B4-BE49-F238E27FC236}">
                    <a16:creationId xmlns:a16="http://schemas.microsoft.com/office/drawing/2014/main" id="{BE28C89F-CE62-F395-4CFD-8537EB2D144C}"/>
                  </a:ext>
                </a:extLst>
              </p:cNvPr>
              <p:cNvSpPr txBox="1"/>
              <p:nvPr/>
            </p:nvSpPr>
            <p:spPr>
              <a:xfrm>
                <a:off x="19555854" y="4326202"/>
                <a:ext cx="664519" cy="4816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altLang="zh-CN" sz="1100" b="1" dirty="0">
                    <a:latin typeface="+mn-ea"/>
                  </a:rPr>
                  <a:t>……</a:t>
                </a:r>
                <a:endParaRPr kumimoji="0" lang="zh-CN" altLang="en-US" sz="1100" b="1" i="0" u="none" strike="noStrike" cap="none" spc="0" normalizeH="0" baseline="0" dirty="0">
                  <a:ln>
                    <a:noFill/>
                  </a:ln>
                  <a:effectLst/>
                  <a:uFillTx/>
                  <a:latin typeface="+mn-ea"/>
                  <a:sym typeface="Helvetica Neue"/>
                </a:endParaRPr>
              </a:p>
            </p:txBody>
          </p:sp>
        </p:grpSp>
      </p:grpSp>
      <p:sp>
        <p:nvSpPr>
          <p:cNvPr id="198" name="矩形: 圆角 197">
            <a:extLst>
              <a:ext uri="{FF2B5EF4-FFF2-40B4-BE49-F238E27FC236}">
                <a16:creationId xmlns:a16="http://schemas.microsoft.com/office/drawing/2014/main" id="{85F61E4C-A7A4-954B-269D-F48219DF62AB}"/>
              </a:ext>
            </a:extLst>
          </p:cNvPr>
          <p:cNvSpPr/>
          <p:nvPr/>
        </p:nvSpPr>
        <p:spPr>
          <a:xfrm>
            <a:off x="819514" y="4324771"/>
            <a:ext cx="1229736" cy="294728"/>
          </a:xfrm>
          <a:prstGeom prst="roundRect">
            <a:avLst/>
          </a:prstGeom>
          <a:noFill/>
          <a:ln w="12700" cap="flat">
            <a:gradFill>
              <a:gsLst>
                <a:gs pos="0">
                  <a:schemeClr val="accent1"/>
                </a:gs>
                <a:gs pos="35000">
                  <a:schemeClr val="accent1">
                    <a:alpha val="0"/>
                  </a:schemeClr>
                </a:gs>
                <a:gs pos="65000">
                  <a:schemeClr val="accent1">
                    <a:alpha val="0"/>
                  </a:schemeClr>
                </a:gs>
                <a:gs pos="100000">
                  <a:schemeClr val="accent1"/>
                </a:gs>
              </a:gsLst>
              <a:lin ang="42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p>
            <a:endParaRPr lang="zh-CN" altLang="en-US" sz="800">
              <a:solidFill>
                <a:schemeClr val="bg1"/>
              </a:solidFill>
              <a:latin typeface="+mn-ea"/>
              <a:sym typeface="Helvetica Neue Medium"/>
            </a:endParaRPr>
          </a:p>
        </p:txBody>
      </p:sp>
      <p:sp>
        <p:nvSpPr>
          <p:cNvPr id="199" name="矩形: 圆角 198">
            <a:extLst>
              <a:ext uri="{FF2B5EF4-FFF2-40B4-BE49-F238E27FC236}">
                <a16:creationId xmlns:a16="http://schemas.microsoft.com/office/drawing/2014/main" id="{D3D52686-FD1A-7D21-9139-EA8852E3BAF1}"/>
              </a:ext>
            </a:extLst>
          </p:cNvPr>
          <p:cNvSpPr/>
          <p:nvPr/>
        </p:nvSpPr>
        <p:spPr>
          <a:xfrm>
            <a:off x="2131293" y="4327253"/>
            <a:ext cx="1229736" cy="289764"/>
          </a:xfrm>
          <a:prstGeom prst="roundRect">
            <a:avLst/>
          </a:prstGeom>
          <a:noFill/>
          <a:ln w="12700" cap="flat">
            <a:gradFill>
              <a:gsLst>
                <a:gs pos="0">
                  <a:schemeClr val="accent1"/>
                </a:gs>
                <a:gs pos="35000">
                  <a:schemeClr val="accent1">
                    <a:alpha val="0"/>
                  </a:schemeClr>
                </a:gs>
                <a:gs pos="65000">
                  <a:schemeClr val="accent1">
                    <a:alpha val="0"/>
                  </a:schemeClr>
                </a:gs>
                <a:gs pos="100000">
                  <a:schemeClr val="accent1"/>
                </a:gs>
              </a:gsLst>
              <a:lin ang="42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p>
            <a:endParaRPr lang="zh-CN" altLang="en-US" sz="800">
              <a:solidFill>
                <a:schemeClr val="bg1"/>
              </a:solidFill>
              <a:latin typeface="+mn-ea"/>
              <a:sym typeface="Helvetica Neue Medium"/>
            </a:endParaRPr>
          </a:p>
        </p:txBody>
      </p:sp>
      <p:sp>
        <p:nvSpPr>
          <p:cNvPr id="200" name="矩形: 圆角 199">
            <a:extLst>
              <a:ext uri="{FF2B5EF4-FFF2-40B4-BE49-F238E27FC236}">
                <a16:creationId xmlns:a16="http://schemas.microsoft.com/office/drawing/2014/main" id="{2E6568AD-6FEB-1508-1B7C-C9FA56F7B0FF}"/>
              </a:ext>
            </a:extLst>
          </p:cNvPr>
          <p:cNvSpPr/>
          <p:nvPr/>
        </p:nvSpPr>
        <p:spPr>
          <a:xfrm>
            <a:off x="3497907" y="4324771"/>
            <a:ext cx="1229736" cy="294728"/>
          </a:xfrm>
          <a:prstGeom prst="roundRect">
            <a:avLst/>
          </a:prstGeom>
          <a:noFill/>
          <a:ln w="12700" cap="flat">
            <a:gradFill>
              <a:gsLst>
                <a:gs pos="0">
                  <a:schemeClr val="accent1"/>
                </a:gs>
                <a:gs pos="35000">
                  <a:schemeClr val="accent1">
                    <a:alpha val="0"/>
                  </a:schemeClr>
                </a:gs>
                <a:gs pos="65000">
                  <a:schemeClr val="accent1">
                    <a:alpha val="0"/>
                  </a:schemeClr>
                </a:gs>
                <a:gs pos="100000">
                  <a:schemeClr val="accent1"/>
                </a:gs>
              </a:gsLst>
              <a:lin ang="42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p>
            <a:endParaRPr lang="zh-CN" altLang="en-US" sz="800">
              <a:solidFill>
                <a:schemeClr val="bg1"/>
              </a:solidFill>
              <a:latin typeface="+mn-ea"/>
              <a:sym typeface="Helvetica Neue Medium"/>
            </a:endParaRPr>
          </a:p>
        </p:txBody>
      </p:sp>
      <p:sp>
        <p:nvSpPr>
          <p:cNvPr id="201" name="矩形: 圆角 200">
            <a:extLst>
              <a:ext uri="{FF2B5EF4-FFF2-40B4-BE49-F238E27FC236}">
                <a16:creationId xmlns:a16="http://schemas.microsoft.com/office/drawing/2014/main" id="{C3BA07F5-2D8E-3556-05B6-86F3A7613410}"/>
              </a:ext>
            </a:extLst>
          </p:cNvPr>
          <p:cNvSpPr/>
          <p:nvPr/>
        </p:nvSpPr>
        <p:spPr>
          <a:xfrm>
            <a:off x="4853687" y="4327253"/>
            <a:ext cx="1229736" cy="289764"/>
          </a:xfrm>
          <a:prstGeom prst="roundRect">
            <a:avLst/>
          </a:prstGeom>
          <a:noFill/>
          <a:ln w="12700" cap="flat">
            <a:gradFill>
              <a:gsLst>
                <a:gs pos="0">
                  <a:schemeClr val="accent1"/>
                </a:gs>
                <a:gs pos="35000">
                  <a:schemeClr val="accent1">
                    <a:alpha val="0"/>
                  </a:schemeClr>
                </a:gs>
                <a:gs pos="65000">
                  <a:schemeClr val="accent1">
                    <a:alpha val="0"/>
                  </a:schemeClr>
                </a:gs>
                <a:gs pos="100000">
                  <a:schemeClr val="accent1"/>
                </a:gs>
              </a:gsLst>
              <a:lin ang="42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p>
            <a:endParaRPr lang="zh-CN" altLang="en-US" sz="800">
              <a:solidFill>
                <a:schemeClr val="bg1"/>
              </a:solidFill>
              <a:latin typeface="+mn-ea"/>
              <a:sym typeface="Helvetica Neue Medium"/>
            </a:endParaRPr>
          </a:p>
        </p:txBody>
      </p:sp>
      <p:sp>
        <p:nvSpPr>
          <p:cNvPr id="202" name="矩形: 圆角 201">
            <a:extLst>
              <a:ext uri="{FF2B5EF4-FFF2-40B4-BE49-F238E27FC236}">
                <a16:creationId xmlns:a16="http://schemas.microsoft.com/office/drawing/2014/main" id="{1108E375-B7B6-2D39-4CBB-2785C429E97F}"/>
              </a:ext>
            </a:extLst>
          </p:cNvPr>
          <p:cNvSpPr/>
          <p:nvPr/>
        </p:nvSpPr>
        <p:spPr>
          <a:xfrm>
            <a:off x="6204427" y="4324771"/>
            <a:ext cx="1229736" cy="294728"/>
          </a:xfrm>
          <a:prstGeom prst="roundRect">
            <a:avLst/>
          </a:prstGeom>
          <a:noFill/>
          <a:ln w="12700" cap="flat">
            <a:gradFill>
              <a:gsLst>
                <a:gs pos="0">
                  <a:schemeClr val="accent1"/>
                </a:gs>
                <a:gs pos="35000">
                  <a:schemeClr val="accent1">
                    <a:alpha val="0"/>
                  </a:schemeClr>
                </a:gs>
                <a:gs pos="65000">
                  <a:schemeClr val="accent1">
                    <a:alpha val="0"/>
                  </a:schemeClr>
                </a:gs>
                <a:gs pos="100000">
                  <a:schemeClr val="accent1"/>
                </a:gs>
              </a:gsLst>
              <a:lin ang="42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p>
            <a:endParaRPr lang="zh-CN" altLang="en-US" sz="800">
              <a:solidFill>
                <a:schemeClr val="bg1"/>
              </a:solidFill>
              <a:latin typeface="+mn-ea"/>
              <a:sym typeface="Helvetica Neue Medium"/>
            </a:endParaRPr>
          </a:p>
        </p:txBody>
      </p:sp>
      <p:sp>
        <p:nvSpPr>
          <p:cNvPr id="203" name="矩形: 圆角 202">
            <a:extLst>
              <a:ext uri="{FF2B5EF4-FFF2-40B4-BE49-F238E27FC236}">
                <a16:creationId xmlns:a16="http://schemas.microsoft.com/office/drawing/2014/main" id="{00112FB0-3BB5-7E14-F0F7-7F407C90F966}"/>
              </a:ext>
            </a:extLst>
          </p:cNvPr>
          <p:cNvSpPr/>
          <p:nvPr/>
        </p:nvSpPr>
        <p:spPr>
          <a:xfrm>
            <a:off x="7560207" y="4327253"/>
            <a:ext cx="1229736" cy="289764"/>
          </a:xfrm>
          <a:prstGeom prst="roundRect">
            <a:avLst/>
          </a:prstGeom>
          <a:noFill/>
          <a:ln w="12700" cap="flat">
            <a:gradFill>
              <a:gsLst>
                <a:gs pos="0">
                  <a:schemeClr val="accent1"/>
                </a:gs>
                <a:gs pos="35000">
                  <a:schemeClr val="accent1">
                    <a:alpha val="0"/>
                  </a:schemeClr>
                </a:gs>
                <a:gs pos="65000">
                  <a:schemeClr val="accent1">
                    <a:alpha val="0"/>
                  </a:schemeClr>
                </a:gs>
                <a:gs pos="100000">
                  <a:schemeClr val="accent1"/>
                </a:gs>
              </a:gsLst>
              <a:lin ang="42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oAutofit/>
          </a:bodyPr>
          <a:lstStyle/>
          <a:p>
            <a:endParaRPr lang="zh-CN" altLang="en-US" sz="800">
              <a:solidFill>
                <a:schemeClr val="bg1"/>
              </a:solidFill>
              <a:latin typeface="+mn-ea"/>
              <a:sym typeface="Helvetica Neue Medium"/>
            </a:endParaRPr>
          </a:p>
        </p:txBody>
      </p:sp>
      <p:sp>
        <p:nvSpPr>
          <p:cNvPr id="50" name="文本框 1">
            <a:extLst>
              <a:ext uri="{FF2B5EF4-FFF2-40B4-BE49-F238E27FC236}">
                <a16:creationId xmlns:a16="http://schemas.microsoft.com/office/drawing/2014/main" id="{94B85EF4-3907-290B-D799-AC19F8A9B653}"/>
              </a:ext>
            </a:extLst>
          </p:cNvPr>
          <p:cNvSpPr txBox="1">
            <a:spLocks/>
          </p:cNvSpPr>
          <p:nvPr/>
        </p:nvSpPr>
        <p:spPr>
          <a:xfrm>
            <a:off x="9940903" y="1640583"/>
            <a:ext cx="1467780" cy="399565"/>
          </a:xfrm>
          <a:prstGeom prst="parallelogram">
            <a:avLst/>
          </a:prstGeom>
          <a:gradFill flip="none" rotWithShape="1">
            <a:gsLst>
              <a:gs pos="0">
                <a:schemeClr val="accent2">
                  <a:alpha val="60000"/>
                </a:schemeClr>
              </a:gs>
              <a:gs pos="32000">
                <a:schemeClr val="accent2">
                  <a:alpha val="0"/>
                </a:schemeClr>
              </a:gs>
            </a:gsLst>
            <a:lin ang="2700000" scaled="1"/>
            <a:tileRect/>
          </a:gradFill>
          <a:ln w="19050" cap="flat">
            <a:gradFill>
              <a:gsLst>
                <a:gs pos="0">
                  <a:schemeClr val="accent2"/>
                </a:gs>
                <a:gs pos="15000">
                  <a:schemeClr val="accent2">
                    <a:alpha val="0"/>
                  </a:schemeClr>
                </a:gs>
              </a:gsLst>
              <a:lin ang="2700000" scaled="0"/>
            </a:gradFill>
            <a:miter lim="400000"/>
          </a:ln>
          <a:effectLst/>
          <a:sp3d/>
        </p:spPr>
        <p:txBody>
          <a:bodyPr rot="0" spcFirstLastPara="1" vertOverflow="overflow" horzOverflow="overflow" vert="horz" wrap="square" lIns="79998" tIns="79998" rIns="79998" bIns="79998" numCol="1" spcCol="38100" rtlCol="0" anchor="ctr">
            <a:noAutofit/>
          </a:bodyPr>
          <a:lstStyle/>
          <a:p>
            <a:pPr defTabSz="1299997" hangingPunct="1">
              <a:defRPr/>
            </a:pPr>
            <a:endParaRPr lang="en-US" altLang="zh-CN" sz="1050" kern="1200" dirty="0">
              <a:solidFill>
                <a:schemeClr val="bg1"/>
              </a:solidFill>
              <a:latin typeface="+mn-ea"/>
            </a:endParaRPr>
          </a:p>
        </p:txBody>
      </p:sp>
      <p:sp>
        <p:nvSpPr>
          <p:cNvPr id="51" name="文本框 1">
            <a:extLst>
              <a:ext uri="{FF2B5EF4-FFF2-40B4-BE49-F238E27FC236}">
                <a16:creationId xmlns:a16="http://schemas.microsoft.com/office/drawing/2014/main" id="{9C382D61-D450-BFF4-494C-F378C4F23443}"/>
              </a:ext>
            </a:extLst>
          </p:cNvPr>
          <p:cNvSpPr txBox="1">
            <a:spLocks/>
          </p:cNvSpPr>
          <p:nvPr/>
        </p:nvSpPr>
        <p:spPr>
          <a:xfrm>
            <a:off x="10008594" y="1716149"/>
            <a:ext cx="1467780" cy="399565"/>
          </a:xfrm>
          <a:prstGeom prst="parallelogram">
            <a:avLst/>
          </a:prstGeom>
          <a:gradFill flip="none" rotWithShape="1">
            <a:gsLst>
              <a:gs pos="100000">
                <a:schemeClr val="accent2">
                  <a:alpha val="40000"/>
                </a:schemeClr>
              </a:gs>
              <a:gs pos="61000">
                <a:schemeClr val="accent2">
                  <a:alpha val="0"/>
                </a:schemeClr>
              </a:gs>
            </a:gsLst>
            <a:path path="circle">
              <a:fillToRect l="50000" t="50000" r="50000" b="50000"/>
            </a:path>
            <a:tileRect/>
          </a:gradFill>
          <a:ln w="9525" cap="flat">
            <a:solidFill>
              <a:schemeClr val="accent2"/>
            </a:solidFill>
            <a:miter lim="400000"/>
          </a:ln>
          <a:effectLst/>
          <a:sp3d/>
        </p:spPr>
        <p:txBody>
          <a:bodyPr rot="0" spcFirstLastPara="1" vertOverflow="overflow" horzOverflow="overflow" vert="horz" wrap="square" lIns="79998" tIns="79998" rIns="79998" bIns="79998" numCol="1" spcCol="38100" rtlCol="0" anchor="ctr">
            <a:noAutofit/>
          </a:bodyPr>
          <a:lstStyle/>
          <a:p>
            <a:pPr algn="ctr" defTabSz="1299997" hangingPunct="1">
              <a:defRPr/>
            </a:pPr>
            <a:r>
              <a:rPr lang="zh-CN" altLang="en-US" sz="1200" b="1" kern="1200" dirty="0">
                <a:solidFill>
                  <a:schemeClr val="bg1"/>
                </a:solidFill>
                <a:latin typeface="+mn-ea"/>
              </a:rPr>
              <a:t>产业升级</a:t>
            </a:r>
          </a:p>
        </p:txBody>
      </p:sp>
      <p:sp>
        <p:nvSpPr>
          <p:cNvPr id="53" name="文本框 1">
            <a:extLst>
              <a:ext uri="{FF2B5EF4-FFF2-40B4-BE49-F238E27FC236}">
                <a16:creationId xmlns:a16="http://schemas.microsoft.com/office/drawing/2014/main" id="{75B9AA5F-33AF-CC37-F9D5-9A926B3EE023}"/>
              </a:ext>
            </a:extLst>
          </p:cNvPr>
          <p:cNvSpPr txBox="1">
            <a:spLocks/>
          </p:cNvSpPr>
          <p:nvPr/>
        </p:nvSpPr>
        <p:spPr>
          <a:xfrm>
            <a:off x="9940903" y="2760433"/>
            <a:ext cx="1467780" cy="399565"/>
          </a:xfrm>
          <a:prstGeom prst="parallelogram">
            <a:avLst/>
          </a:prstGeom>
          <a:gradFill flip="none" rotWithShape="1">
            <a:gsLst>
              <a:gs pos="0">
                <a:schemeClr val="accent2">
                  <a:alpha val="60000"/>
                </a:schemeClr>
              </a:gs>
              <a:gs pos="32000">
                <a:schemeClr val="accent2">
                  <a:alpha val="0"/>
                </a:schemeClr>
              </a:gs>
            </a:gsLst>
            <a:lin ang="2700000" scaled="1"/>
            <a:tileRect/>
          </a:gradFill>
          <a:ln w="19050" cap="flat">
            <a:gradFill>
              <a:gsLst>
                <a:gs pos="0">
                  <a:schemeClr val="accent2"/>
                </a:gs>
                <a:gs pos="15000">
                  <a:schemeClr val="accent2">
                    <a:alpha val="0"/>
                  </a:schemeClr>
                </a:gs>
              </a:gsLst>
              <a:lin ang="2700000" scaled="0"/>
            </a:gradFill>
            <a:miter lim="400000"/>
          </a:ln>
          <a:effectLst/>
          <a:sp3d/>
        </p:spPr>
        <p:txBody>
          <a:bodyPr rot="0" spcFirstLastPara="1" vertOverflow="overflow" horzOverflow="overflow" vert="horz" wrap="square" lIns="79998" tIns="79998" rIns="79998" bIns="79998" numCol="1" spcCol="38100" rtlCol="0" anchor="ctr">
            <a:noAutofit/>
          </a:bodyPr>
          <a:lstStyle>
            <a:defPPr>
              <a:defRPr lang="en-US"/>
            </a:defPPr>
            <a:lvl1pPr defTabSz="1299997">
              <a:defRPr sz="1050">
                <a:solidFill>
                  <a:schemeClr val="bg1"/>
                </a:solidFill>
                <a:latin typeface="+mn-ea"/>
              </a:defRPr>
            </a:lvl1pPr>
          </a:lstStyle>
          <a:p>
            <a:endParaRPr lang="en-US" altLang="zh-CN" dirty="0"/>
          </a:p>
        </p:txBody>
      </p:sp>
      <p:sp>
        <p:nvSpPr>
          <p:cNvPr id="54" name="文本框 1">
            <a:extLst>
              <a:ext uri="{FF2B5EF4-FFF2-40B4-BE49-F238E27FC236}">
                <a16:creationId xmlns:a16="http://schemas.microsoft.com/office/drawing/2014/main" id="{001E6584-D890-586D-1968-2E3A1183311D}"/>
              </a:ext>
            </a:extLst>
          </p:cNvPr>
          <p:cNvSpPr txBox="1">
            <a:spLocks/>
          </p:cNvSpPr>
          <p:nvPr/>
        </p:nvSpPr>
        <p:spPr>
          <a:xfrm>
            <a:off x="10008594" y="2835998"/>
            <a:ext cx="1467780" cy="399565"/>
          </a:xfrm>
          <a:prstGeom prst="parallelogram">
            <a:avLst/>
          </a:prstGeom>
          <a:gradFill flip="none" rotWithShape="1">
            <a:gsLst>
              <a:gs pos="100000">
                <a:schemeClr val="accent2">
                  <a:alpha val="40000"/>
                </a:schemeClr>
              </a:gs>
              <a:gs pos="61000">
                <a:schemeClr val="accent2">
                  <a:alpha val="0"/>
                </a:schemeClr>
              </a:gs>
            </a:gsLst>
            <a:path path="circle">
              <a:fillToRect l="50000" t="50000" r="50000" b="50000"/>
            </a:path>
            <a:tileRect/>
          </a:gradFill>
          <a:ln w="9525" cap="flat">
            <a:solidFill>
              <a:schemeClr val="accent2"/>
            </a:solidFill>
            <a:miter lim="400000"/>
          </a:ln>
          <a:effectLst/>
          <a:sp3d/>
        </p:spPr>
        <p:txBody>
          <a:bodyPr rot="0" spcFirstLastPara="1" vertOverflow="overflow" horzOverflow="overflow" vert="horz" wrap="square" lIns="79998" tIns="79998" rIns="79998" bIns="79998" numCol="1" spcCol="38100" rtlCol="0" anchor="ctr">
            <a:noAutofit/>
          </a:bodyPr>
          <a:lstStyle>
            <a:defPPr>
              <a:defRPr lang="en-US"/>
            </a:defPPr>
            <a:lvl1pPr algn="ctr" defTabSz="1299997">
              <a:defRPr sz="1200" b="1">
                <a:solidFill>
                  <a:schemeClr val="bg1"/>
                </a:solidFill>
                <a:latin typeface="+mn-ea"/>
              </a:defRPr>
            </a:lvl1pPr>
          </a:lstStyle>
          <a:p>
            <a:r>
              <a:rPr lang="zh-CN" altLang="en-US" dirty="0"/>
              <a:t>数字生态</a:t>
            </a:r>
          </a:p>
        </p:txBody>
      </p:sp>
      <p:sp>
        <p:nvSpPr>
          <p:cNvPr id="71" name="文本框 1">
            <a:extLst>
              <a:ext uri="{FF2B5EF4-FFF2-40B4-BE49-F238E27FC236}">
                <a16:creationId xmlns:a16="http://schemas.microsoft.com/office/drawing/2014/main" id="{9E6C8214-107C-8552-4BC1-30F9D31F4F83}"/>
              </a:ext>
            </a:extLst>
          </p:cNvPr>
          <p:cNvSpPr txBox="1">
            <a:spLocks/>
          </p:cNvSpPr>
          <p:nvPr/>
        </p:nvSpPr>
        <p:spPr>
          <a:xfrm>
            <a:off x="9940903" y="3894546"/>
            <a:ext cx="1467780" cy="399565"/>
          </a:xfrm>
          <a:prstGeom prst="parallelogram">
            <a:avLst/>
          </a:prstGeom>
          <a:gradFill flip="none" rotWithShape="1">
            <a:gsLst>
              <a:gs pos="0">
                <a:schemeClr val="accent2">
                  <a:alpha val="60000"/>
                </a:schemeClr>
              </a:gs>
              <a:gs pos="32000">
                <a:schemeClr val="accent2">
                  <a:alpha val="0"/>
                </a:schemeClr>
              </a:gs>
            </a:gsLst>
            <a:lin ang="2700000" scaled="1"/>
            <a:tileRect/>
          </a:gradFill>
          <a:ln w="19050" cap="flat">
            <a:gradFill>
              <a:gsLst>
                <a:gs pos="0">
                  <a:schemeClr val="accent2"/>
                </a:gs>
                <a:gs pos="15000">
                  <a:schemeClr val="accent2">
                    <a:alpha val="0"/>
                  </a:schemeClr>
                </a:gs>
              </a:gsLst>
              <a:lin ang="2700000" scaled="0"/>
            </a:gradFill>
            <a:miter lim="400000"/>
          </a:ln>
          <a:effectLst/>
          <a:sp3d/>
        </p:spPr>
        <p:txBody>
          <a:bodyPr rot="0" spcFirstLastPara="1" vertOverflow="overflow" horzOverflow="overflow" vert="horz" wrap="square" lIns="79998" tIns="79998" rIns="79998" bIns="79998" numCol="1" spcCol="38100" rtlCol="0" anchor="ctr">
            <a:noAutofit/>
          </a:bodyPr>
          <a:lstStyle>
            <a:defPPr>
              <a:defRPr lang="en-US"/>
            </a:defPPr>
            <a:lvl1pPr defTabSz="1299997">
              <a:defRPr sz="1050">
                <a:solidFill>
                  <a:schemeClr val="bg1"/>
                </a:solidFill>
                <a:latin typeface="+mn-ea"/>
              </a:defRPr>
            </a:lvl1pPr>
          </a:lstStyle>
          <a:p>
            <a:endParaRPr lang="en-US" altLang="zh-CN" dirty="0"/>
          </a:p>
        </p:txBody>
      </p:sp>
      <p:sp>
        <p:nvSpPr>
          <p:cNvPr id="72" name="文本框 1">
            <a:extLst>
              <a:ext uri="{FF2B5EF4-FFF2-40B4-BE49-F238E27FC236}">
                <a16:creationId xmlns:a16="http://schemas.microsoft.com/office/drawing/2014/main" id="{C205EAEB-CB2E-2EE6-9DF6-50BBCDB23596}"/>
              </a:ext>
            </a:extLst>
          </p:cNvPr>
          <p:cNvSpPr txBox="1">
            <a:spLocks/>
          </p:cNvSpPr>
          <p:nvPr/>
        </p:nvSpPr>
        <p:spPr>
          <a:xfrm>
            <a:off x="10008594" y="3970112"/>
            <a:ext cx="1467780" cy="399565"/>
          </a:xfrm>
          <a:prstGeom prst="parallelogram">
            <a:avLst/>
          </a:prstGeom>
          <a:gradFill flip="none" rotWithShape="1">
            <a:gsLst>
              <a:gs pos="100000">
                <a:schemeClr val="accent2">
                  <a:alpha val="40000"/>
                </a:schemeClr>
              </a:gs>
              <a:gs pos="61000">
                <a:schemeClr val="accent2">
                  <a:alpha val="0"/>
                </a:schemeClr>
              </a:gs>
            </a:gsLst>
            <a:path path="circle">
              <a:fillToRect l="50000" t="50000" r="50000" b="50000"/>
            </a:path>
            <a:tileRect/>
          </a:gradFill>
          <a:ln w="9525" cap="flat">
            <a:solidFill>
              <a:schemeClr val="accent2"/>
            </a:solidFill>
            <a:miter lim="400000"/>
          </a:ln>
          <a:effectLst/>
          <a:sp3d/>
        </p:spPr>
        <p:txBody>
          <a:bodyPr rot="0" spcFirstLastPara="1" vertOverflow="overflow" horzOverflow="overflow" vert="horz" wrap="square" lIns="79998" tIns="79998" rIns="79998" bIns="79998" numCol="1" spcCol="38100" rtlCol="0" anchor="ctr">
            <a:noAutofit/>
          </a:bodyPr>
          <a:lstStyle>
            <a:defPPr>
              <a:defRPr lang="en-US"/>
            </a:defPPr>
            <a:lvl1pPr algn="ctr" defTabSz="1299997">
              <a:defRPr sz="1200" b="1">
                <a:solidFill>
                  <a:schemeClr val="bg1"/>
                </a:solidFill>
                <a:latin typeface="+mn-ea"/>
              </a:defRPr>
            </a:lvl1pPr>
          </a:lstStyle>
          <a:p>
            <a:r>
              <a:rPr lang="zh-CN" altLang="en-US" dirty="0"/>
              <a:t>产品服务</a:t>
            </a:r>
          </a:p>
        </p:txBody>
      </p:sp>
      <p:sp>
        <p:nvSpPr>
          <p:cNvPr id="74" name="文本框 1">
            <a:extLst>
              <a:ext uri="{FF2B5EF4-FFF2-40B4-BE49-F238E27FC236}">
                <a16:creationId xmlns:a16="http://schemas.microsoft.com/office/drawing/2014/main" id="{D40C4A7A-3314-252E-76BF-5DB63DB1B524}"/>
              </a:ext>
            </a:extLst>
          </p:cNvPr>
          <p:cNvSpPr txBox="1">
            <a:spLocks/>
          </p:cNvSpPr>
          <p:nvPr/>
        </p:nvSpPr>
        <p:spPr>
          <a:xfrm>
            <a:off x="9940903" y="5306165"/>
            <a:ext cx="1467780" cy="399565"/>
          </a:xfrm>
          <a:prstGeom prst="parallelogram">
            <a:avLst/>
          </a:prstGeom>
          <a:gradFill flip="none" rotWithShape="1">
            <a:gsLst>
              <a:gs pos="0">
                <a:schemeClr val="accent2">
                  <a:alpha val="60000"/>
                </a:schemeClr>
              </a:gs>
              <a:gs pos="32000">
                <a:schemeClr val="accent2">
                  <a:alpha val="0"/>
                </a:schemeClr>
              </a:gs>
            </a:gsLst>
            <a:lin ang="2700000" scaled="1"/>
            <a:tileRect/>
          </a:gradFill>
          <a:ln w="19050" cap="flat">
            <a:gradFill>
              <a:gsLst>
                <a:gs pos="0">
                  <a:schemeClr val="accent2"/>
                </a:gs>
                <a:gs pos="15000">
                  <a:schemeClr val="accent2">
                    <a:alpha val="0"/>
                  </a:schemeClr>
                </a:gs>
              </a:gsLst>
              <a:lin ang="2700000" scaled="0"/>
            </a:gradFill>
            <a:miter lim="400000"/>
          </a:ln>
          <a:effectLst/>
          <a:sp3d/>
        </p:spPr>
        <p:txBody>
          <a:bodyPr rot="0" spcFirstLastPara="1" vertOverflow="overflow" horzOverflow="overflow" vert="horz" wrap="square" lIns="79998" tIns="79998" rIns="79998" bIns="79998" numCol="1" spcCol="38100" rtlCol="0" anchor="ctr">
            <a:noAutofit/>
          </a:bodyPr>
          <a:lstStyle>
            <a:defPPr>
              <a:defRPr lang="en-US"/>
            </a:defPPr>
            <a:lvl1pPr defTabSz="1299997">
              <a:defRPr sz="1050">
                <a:solidFill>
                  <a:schemeClr val="bg1"/>
                </a:solidFill>
                <a:latin typeface="+mn-ea"/>
              </a:defRPr>
            </a:lvl1pPr>
          </a:lstStyle>
          <a:p>
            <a:endParaRPr lang="en-US" altLang="zh-CN" dirty="0"/>
          </a:p>
        </p:txBody>
      </p:sp>
      <p:sp>
        <p:nvSpPr>
          <p:cNvPr id="75" name="文本框 1">
            <a:extLst>
              <a:ext uri="{FF2B5EF4-FFF2-40B4-BE49-F238E27FC236}">
                <a16:creationId xmlns:a16="http://schemas.microsoft.com/office/drawing/2014/main" id="{DAFD271B-B9B8-944F-60ED-BD8D8C67D8CF}"/>
              </a:ext>
            </a:extLst>
          </p:cNvPr>
          <p:cNvSpPr txBox="1">
            <a:spLocks/>
          </p:cNvSpPr>
          <p:nvPr/>
        </p:nvSpPr>
        <p:spPr>
          <a:xfrm>
            <a:off x="10008594" y="5381731"/>
            <a:ext cx="1467780" cy="399565"/>
          </a:xfrm>
          <a:prstGeom prst="parallelogram">
            <a:avLst/>
          </a:prstGeom>
          <a:gradFill flip="none" rotWithShape="1">
            <a:gsLst>
              <a:gs pos="100000">
                <a:schemeClr val="accent2">
                  <a:alpha val="40000"/>
                </a:schemeClr>
              </a:gs>
              <a:gs pos="61000">
                <a:schemeClr val="accent2">
                  <a:alpha val="0"/>
                </a:schemeClr>
              </a:gs>
            </a:gsLst>
            <a:path path="circle">
              <a:fillToRect l="50000" t="50000" r="50000" b="50000"/>
            </a:path>
            <a:tileRect/>
          </a:gradFill>
          <a:ln w="9525" cap="flat">
            <a:solidFill>
              <a:schemeClr val="accent2"/>
            </a:solidFill>
            <a:miter lim="400000"/>
          </a:ln>
          <a:effectLst/>
          <a:sp3d/>
        </p:spPr>
        <p:txBody>
          <a:bodyPr rot="0" spcFirstLastPara="1" vertOverflow="overflow" horzOverflow="overflow" vert="horz" wrap="square" lIns="79998" tIns="79998" rIns="79998" bIns="79998" numCol="1" spcCol="38100" rtlCol="0" anchor="ctr">
            <a:noAutofit/>
          </a:bodyPr>
          <a:lstStyle>
            <a:defPPr>
              <a:defRPr lang="en-US"/>
            </a:defPPr>
            <a:lvl1pPr algn="ctr" defTabSz="1299997">
              <a:defRPr sz="1200" b="1">
                <a:solidFill>
                  <a:schemeClr val="bg1"/>
                </a:solidFill>
                <a:latin typeface="+mn-ea"/>
              </a:defRPr>
            </a:lvl1pPr>
          </a:lstStyle>
          <a:p>
            <a:r>
              <a:rPr lang="zh-CN" altLang="en-US" dirty="0"/>
              <a:t>基础设施</a:t>
            </a:r>
          </a:p>
        </p:txBody>
      </p:sp>
      <p:grpSp>
        <p:nvGrpSpPr>
          <p:cNvPr id="345" name="组合 344">
            <a:extLst>
              <a:ext uri="{FF2B5EF4-FFF2-40B4-BE49-F238E27FC236}">
                <a16:creationId xmlns:a16="http://schemas.microsoft.com/office/drawing/2014/main" id="{CD368C84-1D48-0D40-0D1F-F810ED0CF95C}"/>
              </a:ext>
            </a:extLst>
          </p:cNvPr>
          <p:cNvGrpSpPr/>
          <p:nvPr/>
        </p:nvGrpSpPr>
        <p:grpSpPr>
          <a:xfrm>
            <a:off x="8737162" y="1860849"/>
            <a:ext cx="1297315" cy="144000"/>
            <a:chOff x="8823521" y="1860849"/>
            <a:chExt cx="1297315" cy="144000"/>
          </a:xfrm>
        </p:grpSpPr>
        <p:grpSp>
          <p:nvGrpSpPr>
            <p:cNvPr id="344" name="组合 343">
              <a:extLst>
                <a:ext uri="{FF2B5EF4-FFF2-40B4-BE49-F238E27FC236}">
                  <a16:creationId xmlns:a16="http://schemas.microsoft.com/office/drawing/2014/main" id="{4884CC83-18F5-CBD9-A96D-F0C5A0E7B64B}"/>
                </a:ext>
              </a:extLst>
            </p:cNvPr>
            <p:cNvGrpSpPr/>
            <p:nvPr/>
          </p:nvGrpSpPr>
          <p:grpSpPr>
            <a:xfrm>
              <a:off x="9976836" y="1860849"/>
              <a:ext cx="144000" cy="144000"/>
              <a:chOff x="9976836" y="1860849"/>
              <a:chExt cx="144000" cy="144000"/>
            </a:xfrm>
          </p:grpSpPr>
          <p:sp>
            <p:nvSpPr>
              <p:cNvPr id="101" name="椭圆 100">
                <a:extLst>
                  <a:ext uri="{FF2B5EF4-FFF2-40B4-BE49-F238E27FC236}">
                    <a16:creationId xmlns:a16="http://schemas.microsoft.com/office/drawing/2014/main" id="{47FCDC09-1A27-89D9-3C1B-5F15E0E9E724}"/>
                  </a:ext>
                </a:extLst>
              </p:cNvPr>
              <p:cNvSpPr/>
              <p:nvPr/>
            </p:nvSpPr>
            <p:spPr>
              <a:xfrm>
                <a:off x="9976836" y="1860849"/>
                <a:ext cx="144000" cy="144000"/>
              </a:xfrm>
              <a:prstGeom prst="ellipse">
                <a:avLst/>
              </a:prstGeom>
              <a:gradFill>
                <a:gsLst>
                  <a:gs pos="2000">
                    <a:schemeClr val="accent2">
                      <a:alpha val="71000"/>
                    </a:schemeClr>
                  </a:gs>
                  <a:gs pos="100000">
                    <a:schemeClr val="accent2">
                      <a:alpha val="0"/>
                    </a:schemeClr>
                  </a:gs>
                </a:gsLst>
                <a:lin ang="5400000" scaled="1"/>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a:ln>
                    <a:noFill/>
                  </a:ln>
                  <a:solidFill>
                    <a:srgbClr val="FFFFFF"/>
                  </a:solidFill>
                  <a:effectLst/>
                  <a:uFillTx/>
                  <a:latin typeface="+mn-ea"/>
                  <a:cs typeface="Helvetica Neue Medium"/>
                  <a:sym typeface="Helvetica Neue Medium"/>
                </a:endParaRPr>
              </a:p>
            </p:txBody>
          </p:sp>
          <p:sp>
            <p:nvSpPr>
              <p:cNvPr id="102" name="椭圆 101">
                <a:extLst>
                  <a:ext uri="{FF2B5EF4-FFF2-40B4-BE49-F238E27FC236}">
                    <a16:creationId xmlns:a16="http://schemas.microsoft.com/office/drawing/2014/main" id="{E97810AD-FBAB-7CB9-03DC-D41341523F53}"/>
                  </a:ext>
                </a:extLst>
              </p:cNvPr>
              <p:cNvSpPr/>
              <p:nvPr/>
            </p:nvSpPr>
            <p:spPr>
              <a:xfrm>
                <a:off x="10012836" y="1896849"/>
                <a:ext cx="72000" cy="72000"/>
              </a:xfrm>
              <a:prstGeom prst="ellipse">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a:ln>
                    <a:noFill/>
                  </a:ln>
                  <a:solidFill>
                    <a:srgbClr val="FFFFFF"/>
                  </a:solidFill>
                  <a:effectLst/>
                  <a:uFillTx/>
                  <a:latin typeface="+mn-ea"/>
                  <a:cs typeface="Helvetica Neue Medium"/>
                  <a:sym typeface="Helvetica Neue Medium"/>
                </a:endParaRPr>
              </a:p>
            </p:txBody>
          </p:sp>
        </p:grpSp>
        <p:cxnSp>
          <p:nvCxnSpPr>
            <p:cNvPr id="80" name="直接连接符 79">
              <a:extLst>
                <a:ext uri="{FF2B5EF4-FFF2-40B4-BE49-F238E27FC236}">
                  <a16:creationId xmlns:a16="http://schemas.microsoft.com/office/drawing/2014/main" id="{12E4FB8F-858F-00B5-F4B6-8F1C77E17FC5}"/>
                </a:ext>
              </a:extLst>
            </p:cNvPr>
            <p:cNvCxnSpPr>
              <a:cxnSpLocks/>
            </p:cNvCxnSpPr>
            <p:nvPr/>
          </p:nvCxnSpPr>
          <p:spPr>
            <a:xfrm flipH="1">
              <a:off x="8823521" y="1932849"/>
              <a:ext cx="1209322" cy="0"/>
            </a:xfrm>
            <a:prstGeom prst="line">
              <a:avLst/>
            </a:prstGeom>
            <a:noFill/>
            <a:ln w="25400" cap="flat">
              <a:gradFill>
                <a:gsLst>
                  <a:gs pos="0">
                    <a:schemeClr val="accent2"/>
                  </a:gs>
                  <a:gs pos="80000">
                    <a:schemeClr val="accent2">
                      <a:alpha val="0"/>
                    </a:schemeClr>
                  </a:gs>
                </a:gsLst>
                <a:lin ang="0" scaled="0"/>
              </a:gradFill>
              <a:prstDash val="solid"/>
              <a:miter lim="400000"/>
            </a:ln>
            <a:effectLst/>
            <a:sp3d/>
          </p:spPr>
          <p:style>
            <a:lnRef idx="0">
              <a:scrgbClr r="0" g="0" b="0"/>
            </a:lnRef>
            <a:fillRef idx="0">
              <a:scrgbClr r="0" g="0" b="0"/>
            </a:fillRef>
            <a:effectRef idx="0">
              <a:scrgbClr r="0" g="0" b="0"/>
            </a:effectRef>
            <a:fontRef idx="none"/>
          </p:style>
        </p:cxnSp>
      </p:grpSp>
      <p:grpSp>
        <p:nvGrpSpPr>
          <p:cNvPr id="361" name="组合 360">
            <a:extLst>
              <a:ext uri="{FF2B5EF4-FFF2-40B4-BE49-F238E27FC236}">
                <a16:creationId xmlns:a16="http://schemas.microsoft.com/office/drawing/2014/main" id="{983B5A75-6C51-B8D3-6C78-E20159EB1F2F}"/>
              </a:ext>
            </a:extLst>
          </p:cNvPr>
          <p:cNvGrpSpPr/>
          <p:nvPr/>
        </p:nvGrpSpPr>
        <p:grpSpPr>
          <a:xfrm>
            <a:off x="8737162" y="2948939"/>
            <a:ext cx="1297315" cy="144000"/>
            <a:chOff x="8823521" y="1860849"/>
            <a:chExt cx="1297315" cy="144000"/>
          </a:xfrm>
        </p:grpSpPr>
        <p:grpSp>
          <p:nvGrpSpPr>
            <p:cNvPr id="362" name="组合 361">
              <a:extLst>
                <a:ext uri="{FF2B5EF4-FFF2-40B4-BE49-F238E27FC236}">
                  <a16:creationId xmlns:a16="http://schemas.microsoft.com/office/drawing/2014/main" id="{4657670B-58D5-5F7F-4BA7-F40EC76EDCB2}"/>
                </a:ext>
              </a:extLst>
            </p:cNvPr>
            <p:cNvGrpSpPr/>
            <p:nvPr/>
          </p:nvGrpSpPr>
          <p:grpSpPr>
            <a:xfrm>
              <a:off x="9976836" y="1860849"/>
              <a:ext cx="144000" cy="144000"/>
              <a:chOff x="9976836" y="1860849"/>
              <a:chExt cx="144000" cy="144000"/>
            </a:xfrm>
          </p:grpSpPr>
          <p:sp>
            <p:nvSpPr>
              <p:cNvPr id="364" name="椭圆 363">
                <a:extLst>
                  <a:ext uri="{FF2B5EF4-FFF2-40B4-BE49-F238E27FC236}">
                    <a16:creationId xmlns:a16="http://schemas.microsoft.com/office/drawing/2014/main" id="{46E1A345-4A3C-1087-C4E6-20097C83E71E}"/>
                  </a:ext>
                </a:extLst>
              </p:cNvPr>
              <p:cNvSpPr/>
              <p:nvPr/>
            </p:nvSpPr>
            <p:spPr>
              <a:xfrm>
                <a:off x="9976836" y="1860849"/>
                <a:ext cx="144000" cy="144000"/>
              </a:xfrm>
              <a:prstGeom prst="ellipse">
                <a:avLst/>
              </a:prstGeom>
              <a:gradFill>
                <a:gsLst>
                  <a:gs pos="2000">
                    <a:schemeClr val="accent2">
                      <a:alpha val="71000"/>
                    </a:schemeClr>
                  </a:gs>
                  <a:gs pos="100000">
                    <a:schemeClr val="accent2">
                      <a:alpha val="0"/>
                    </a:schemeClr>
                  </a:gs>
                </a:gsLst>
                <a:lin ang="5400000" scaled="1"/>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a:ln>
                    <a:noFill/>
                  </a:ln>
                  <a:solidFill>
                    <a:srgbClr val="FFFFFF"/>
                  </a:solidFill>
                  <a:effectLst/>
                  <a:uFillTx/>
                  <a:latin typeface="+mn-ea"/>
                  <a:cs typeface="Helvetica Neue Medium"/>
                  <a:sym typeface="Helvetica Neue Medium"/>
                </a:endParaRPr>
              </a:p>
            </p:txBody>
          </p:sp>
          <p:sp>
            <p:nvSpPr>
              <p:cNvPr id="365" name="椭圆 364">
                <a:extLst>
                  <a:ext uri="{FF2B5EF4-FFF2-40B4-BE49-F238E27FC236}">
                    <a16:creationId xmlns:a16="http://schemas.microsoft.com/office/drawing/2014/main" id="{04C36D2D-8A9B-8D5F-68EF-930331F36A1C}"/>
                  </a:ext>
                </a:extLst>
              </p:cNvPr>
              <p:cNvSpPr/>
              <p:nvPr/>
            </p:nvSpPr>
            <p:spPr>
              <a:xfrm>
                <a:off x="10012836" y="1896849"/>
                <a:ext cx="72000" cy="72000"/>
              </a:xfrm>
              <a:prstGeom prst="ellipse">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a:ln>
                    <a:noFill/>
                  </a:ln>
                  <a:solidFill>
                    <a:srgbClr val="FFFFFF"/>
                  </a:solidFill>
                  <a:effectLst/>
                  <a:uFillTx/>
                  <a:latin typeface="+mn-ea"/>
                  <a:cs typeface="Helvetica Neue Medium"/>
                  <a:sym typeface="Helvetica Neue Medium"/>
                </a:endParaRPr>
              </a:p>
            </p:txBody>
          </p:sp>
        </p:grpSp>
        <p:cxnSp>
          <p:nvCxnSpPr>
            <p:cNvPr id="363" name="直接连接符 362">
              <a:extLst>
                <a:ext uri="{FF2B5EF4-FFF2-40B4-BE49-F238E27FC236}">
                  <a16:creationId xmlns:a16="http://schemas.microsoft.com/office/drawing/2014/main" id="{282C2EEE-6E80-A7CC-A780-8CDBD8455EFE}"/>
                </a:ext>
              </a:extLst>
            </p:cNvPr>
            <p:cNvCxnSpPr>
              <a:cxnSpLocks/>
            </p:cNvCxnSpPr>
            <p:nvPr/>
          </p:nvCxnSpPr>
          <p:spPr>
            <a:xfrm flipH="1">
              <a:off x="8823521" y="1932849"/>
              <a:ext cx="1209322" cy="0"/>
            </a:xfrm>
            <a:prstGeom prst="line">
              <a:avLst/>
            </a:prstGeom>
            <a:noFill/>
            <a:ln w="25400" cap="flat">
              <a:gradFill>
                <a:gsLst>
                  <a:gs pos="0">
                    <a:schemeClr val="accent2"/>
                  </a:gs>
                  <a:gs pos="80000">
                    <a:schemeClr val="accent2">
                      <a:alpha val="0"/>
                    </a:schemeClr>
                  </a:gs>
                </a:gsLst>
                <a:lin ang="0" scaled="0"/>
              </a:gradFill>
              <a:prstDash val="solid"/>
              <a:miter lim="400000"/>
            </a:ln>
            <a:effectLst/>
            <a:sp3d/>
          </p:spPr>
          <p:style>
            <a:lnRef idx="0">
              <a:scrgbClr r="0" g="0" b="0"/>
            </a:lnRef>
            <a:fillRef idx="0">
              <a:scrgbClr r="0" g="0" b="0"/>
            </a:fillRef>
            <a:effectRef idx="0">
              <a:scrgbClr r="0" g="0" b="0"/>
            </a:effectRef>
            <a:fontRef idx="none"/>
          </p:style>
        </p:cxnSp>
      </p:grpSp>
      <p:grpSp>
        <p:nvGrpSpPr>
          <p:cNvPr id="366" name="组合 365">
            <a:extLst>
              <a:ext uri="{FF2B5EF4-FFF2-40B4-BE49-F238E27FC236}">
                <a16:creationId xmlns:a16="http://schemas.microsoft.com/office/drawing/2014/main" id="{6DACE328-AAB8-F837-BA0D-0EAB1DDEEF7F}"/>
              </a:ext>
            </a:extLst>
          </p:cNvPr>
          <p:cNvGrpSpPr/>
          <p:nvPr/>
        </p:nvGrpSpPr>
        <p:grpSpPr>
          <a:xfrm>
            <a:off x="8737162" y="4103550"/>
            <a:ext cx="1297315" cy="144000"/>
            <a:chOff x="8823521" y="1860849"/>
            <a:chExt cx="1297315" cy="144000"/>
          </a:xfrm>
        </p:grpSpPr>
        <p:grpSp>
          <p:nvGrpSpPr>
            <p:cNvPr id="367" name="组合 366">
              <a:extLst>
                <a:ext uri="{FF2B5EF4-FFF2-40B4-BE49-F238E27FC236}">
                  <a16:creationId xmlns:a16="http://schemas.microsoft.com/office/drawing/2014/main" id="{1011C500-5577-E4E6-1503-F09250793A47}"/>
                </a:ext>
              </a:extLst>
            </p:cNvPr>
            <p:cNvGrpSpPr/>
            <p:nvPr/>
          </p:nvGrpSpPr>
          <p:grpSpPr>
            <a:xfrm>
              <a:off x="9976836" y="1860849"/>
              <a:ext cx="144000" cy="144000"/>
              <a:chOff x="9976836" y="1860849"/>
              <a:chExt cx="144000" cy="144000"/>
            </a:xfrm>
          </p:grpSpPr>
          <p:sp>
            <p:nvSpPr>
              <p:cNvPr id="369" name="椭圆 368">
                <a:extLst>
                  <a:ext uri="{FF2B5EF4-FFF2-40B4-BE49-F238E27FC236}">
                    <a16:creationId xmlns:a16="http://schemas.microsoft.com/office/drawing/2014/main" id="{B6363CB4-D095-452B-E8CC-316B4CEFCF5C}"/>
                  </a:ext>
                </a:extLst>
              </p:cNvPr>
              <p:cNvSpPr/>
              <p:nvPr/>
            </p:nvSpPr>
            <p:spPr>
              <a:xfrm>
                <a:off x="9976836" y="1860849"/>
                <a:ext cx="144000" cy="144000"/>
              </a:xfrm>
              <a:prstGeom prst="ellipse">
                <a:avLst/>
              </a:prstGeom>
              <a:gradFill>
                <a:gsLst>
                  <a:gs pos="2000">
                    <a:schemeClr val="accent2">
                      <a:alpha val="71000"/>
                    </a:schemeClr>
                  </a:gs>
                  <a:gs pos="100000">
                    <a:schemeClr val="accent2">
                      <a:alpha val="0"/>
                    </a:schemeClr>
                  </a:gs>
                </a:gsLst>
                <a:lin ang="5400000" scaled="1"/>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a:ln>
                    <a:noFill/>
                  </a:ln>
                  <a:solidFill>
                    <a:srgbClr val="FFFFFF"/>
                  </a:solidFill>
                  <a:effectLst/>
                  <a:uFillTx/>
                  <a:latin typeface="+mn-ea"/>
                  <a:cs typeface="Helvetica Neue Medium"/>
                  <a:sym typeface="Helvetica Neue Medium"/>
                </a:endParaRPr>
              </a:p>
            </p:txBody>
          </p:sp>
          <p:sp>
            <p:nvSpPr>
              <p:cNvPr id="370" name="椭圆 369">
                <a:extLst>
                  <a:ext uri="{FF2B5EF4-FFF2-40B4-BE49-F238E27FC236}">
                    <a16:creationId xmlns:a16="http://schemas.microsoft.com/office/drawing/2014/main" id="{8F9E270C-166E-DACD-83C8-30CC313F5E1C}"/>
                  </a:ext>
                </a:extLst>
              </p:cNvPr>
              <p:cNvSpPr/>
              <p:nvPr/>
            </p:nvSpPr>
            <p:spPr>
              <a:xfrm>
                <a:off x="10012836" y="1896849"/>
                <a:ext cx="72000" cy="72000"/>
              </a:xfrm>
              <a:prstGeom prst="ellipse">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a:ln>
                    <a:noFill/>
                  </a:ln>
                  <a:solidFill>
                    <a:srgbClr val="FFFFFF"/>
                  </a:solidFill>
                  <a:effectLst/>
                  <a:uFillTx/>
                  <a:latin typeface="+mn-ea"/>
                  <a:cs typeface="Helvetica Neue Medium"/>
                  <a:sym typeface="Helvetica Neue Medium"/>
                </a:endParaRPr>
              </a:p>
            </p:txBody>
          </p:sp>
        </p:grpSp>
        <p:cxnSp>
          <p:nvCxnSpPr>
            <p:cNvPr id="368" name="直接连接符 367">
              <a:extLst>
                <a:ext uri="{FF2B5EF4-FFF2-40B4-BE49-F238E27FC236}">
                  <a16:creationId xmlns:a16="http://schemas.microsoft.com/office/drawing/2014/main" id="{9B39FFA2-A43F-B14C-8A97-B086338B0EA0}"/>
                </a:ext>
              </a:extLst>
            </p:cNvPr>
            <p:cNvCxnSpPr>
              <a:cxnSpLocks/>
            </p:cNvCxnSpPr>
            <p:nvPr/>
          </p:nvCxnSpPr>
          <p:spPr>
            <a:xfrm flipH="1">
              <a:off x="8823521" y="1932849"/>
              <a:ext cx="1209322" cy="0"/>
            </a:xfrm>
            <a:prstGeom prst="line">
              <a:avLst/>
            </a:prstGeom>
            <a:noFill/>
            <a:ln w="25400" cap="flat">
              <a:gradFill>
                <a:gsLst>
                  <a:gs pos="0">
                    <a:schemeClr val="accent2"/>
                  </a:gs>
                  <a:gs pos="80000">
                    <a:schemeClr val="accent2">
                      <a:alpha val="0"/>
                    </a:schemeClr>
                  </a:gs>
                </a:gsLst>
                <a:lin ang="0" scaled="0"/>
              </a:gradFill>
              <a:prstDash val="solid"/>
              <a:miter lim="400000"/>
            </a:ln>
            <a:effectLst/>
            <a:sp3d/>
          </p:spPr>
          <p:style>
            <a:lnRef idx="0">
              <a:scrgbClr r="0" g="0" b="0"/>
            </a:lnRef>
            <a:fillRef idx="0">
              <a:scrgbClr r="0" g="0" b="0"/>
            </a:fillRef>
            <a:effectRef idx="0">
              <a:scrgbClr r="0" g="0" b="0"/>
            </a:effectRef>
            <a:fontRef idx="none"/>
          </p:style>
        </p:cxnSp>
      </p:grpSp>
      <p:grpSp>
        <p:nvGrpSpPr>
          <p:cNvPr id="371" name="组合 370">
            <a:extLst>
              <a:ext uri="{FF2B5EF4-FFF2-40B4-BE49-F238E27FC236}">
                <a16:creationId xmlns:a16="http://schemas.microsoft.com/office/drawing/2014/main" id="{8AD74ADF-17FF-F476-97EF-51E1775B21F2}"/>
              </a:ext>
            </a:extLst>
          </p:cNvPr>
          <p:cNvGrpSpPr/>
          <p:nvPr/>
        </p:nvGrpSpPr>
        <p:grpSpPr>
          <a:xfrm>
            <a:off x="8737162" y="5505947"/>
            <a:ext cx="1297315" cy="144000"/>
            <a:chOff x="8823521" y="1860849"/>
            <a:chExt cx="1297315" cy="144000"/>
          </a:xfrm>
        </p:grpSpPr>
        <p:grpSp>
          <p:nvGrpSpPr>
            <p:cNvPr id="372" name="组合 371">
              <a:extLst>
                <a:ext uri="{FF2B5EF4-FFF2-40B4-BE49-F238E27FC236}">
                  <a16:creationId xmlns:a16="http://schemas.microsoft.com/office/drawing/2014/main" id="{C763BEBA-7997-E5AC-9889-A0BB174A3D28}"/>
                </a:ext>
              </a:extLst>
            </p:cNvPr>
            <p:cNvGrpSpPr/>
            <p:nvPr/>
          </p:nvGrpSpPr>
          <p:grpSpPr>
            <a:xfrm>
              <a:off x="9976836" y="1860849"/>
              <a:ext cx="144000" cy="144000"/>
              <a:chOff x="9976836" y="1860849"/>
              <a:chExt cx="144000" cy="144000"/>
            </a:xfrm>
          </p:grpSpPr>
          <p:sp>
            <p:nvSpPr>
              <p:cNvPr id="374" name="椭圆 373">
                <a:extLst>
                  <a:ext uri="{FF2B5EF4-FFF2-40B4-BE49-F238E27FC236}">
                    <a16:creationId xmlns:a16="http://schemas.microsoft.com/office/drawing/2014/main" id="{4B60FDC7-95DE-6C54-3EFD-82A6025676AB}"/>
                  </a:ext>
                </a:extLst>
              </p:cNvPr>
              <p:cNvSpPr/>
              <p:nvPr/>
            </p:nvSpPr>
            <p:spPr>
              <a:xfrm>
                <a:off x="9976836" y="1860849"/>
                <a:ext cx="144000" cy="144000"/>
              </a:xfrm>
              <a:prstGeom prst="ellipse">
                <a:avLst/>
              </a:prstGeom>
              <a:gradFill>
                <a:gsLst>
                  <a:gs pos="2000">
                    <a:schemeClr val="accent2">
                      <a:alpha val="71000"/>
                    </a:schemeClr>
                  </a:gs>
                  <a:gs pos="100000">
                    <a:schemeClr val="accent2">
                      <a:alpha val="0"/>
                    </a:schemeClr>
                  </a:gs>
                </a:gsLst>
                <a:lin ang="5400000" scaled="1"/>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a:ln>
                    <a:noFill/>
                  </a:ln>
                  <a:solidFill>
                    <a:srgbClr val="FFFFFF"/>
                  </a:solidFill>
                  <a:effectLst/>
                  <a:uFillTx/>
                  <a:latin typeface="+mn-ea"/>
                  <a:cs typeface="Helvetica Neue Medium"/>
                  <a:sym typeface="Helvetica Neue Medium"/>
                </a:endParaRPr>
              </a:p>
            </p:txBody>
          </p:sp>
          <p:sp>
            <p:nvSpPr>
              <p:cNvPr id="375" name="椭圆 374">
                <a:extLst>
                  <a:ext uri="{FF2B5EF4-FFF2-40B4-BE49-F238E27FC236}">
                    <a16:creationId xmlns:a16="http://schemas.microsoft.com/office/drawing/2014/main" id="{EF71E494-B4E7-F7B1-18BF-A83C90A08FC3}"/>
                  </a:ext>
                </a:extLst>
              </p:cNvPr>
              <p:cNvSpPr/>
              <p:nvPr/>
            </p:nvSpPr>
            <p:spPr>
              <a:xfrm>
                <a:off x="10012836" y="1896849"/>
                <a:ext cx="72000" cy="72000"/>
              </a:xfrm>
              <a:prstGeom prst="ellipse">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zh-CN" altLang="en-US" sz="1100" b="0" i="0" u="none" strike="noStrike" cap="none" spc="0" normalizeH="0" baseline="0">
                  <a:ln>
                    <a:noFill/>
                  </a:ln>
                  <a:solidFill>
                    <a:srgbClr val="FFFFFF"/>
                  </a:solidFill>
                  <a:effectLst/>
                  <a:uFillTx/>
                  <a:latin typeface="+mn-ea"/>
                  <a:cs typeface="Helvetica Neue Medium"/>
                  <a:sym typeface="Helvetica Neue Medium"/>
                </a:endParaRPr>
              </a:p>
            </p:txBody>
          </p:sp>
        </p:grpSp>
        <p:cxnSp>
          <p:nvCxnSpPr>
            <p:cNvPr id="373" name="直接连接符 372">
              <a:extLst>
                <a:ext uri="{FF2B5EF4-FFF2-40B4-BE49-F238E27FC236}">
                  <a16:creationId xmlns:a16="http://schemas.microsoft.com/office/drawing/2014/main" id="{ED91DB69-31DF-C9EB-FC5A-1AA7575DE147}"/>
                </a:ext>
              </a:extLst>
            </p:cNvPr>
            <p:cNvCxnSpPr>
              <a:cxnSpLocks/>
            </p:cNvCxnSpPr>
            <p:nvPr/>
          </p:nvCxnSpPr>
          <p:spPr>
            <a:xfrm flipH="1">
              <a:off x="8823521" y="1932849"/>
              <a:ext cx="1209322" cy="0"/>
            </a:xfrm>
            <a:prstGeom prst="line">
              <a:avLst/>
            </a:prstGeom>
            <a:noFill/>
            <a:ln w="25400" cap="flat">
              <a:gradFill>
                <a:gsLst>
                  <a:gs pos="0">
                    <a:schemeClr val="accent2"/>
                  </a:gs>
                  <a:gs pos="80000">
                    <a:schemeClr val="accent2">
                      <a:alpha val="0"/>
                    </a:schemeClr>
                  </a:gs>
                </a:gsLst>
                <a:lin ang="0" scaled="0"/>
              </a:gradFill>
              <a:prstDash val="solid"/>
              <a:miter lim="400000"/>
            </a:ln>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28264677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1059" name="矩形 1058">
            <a:extLst>
              <a:ext uri="{FF2B5EF4-FFF2-40B4-BE49-F238E27FC236}">
                <a16:creationId xmlns:a16="http://schemas.microsoft.com/office/drawing/2014/main" id="{8A9984EA-088A-B83C-8E82-FDC3CB988DB0}"/>
              </a:ext>
            </a:extLst>
          </p:cNvPr>
          <p:cNvSpPr/>
          <p:nvPr/>
        </p:nvSpPr>
        <p:spPr>
          <a:xfrm>
            <a:off x="2658436" y="4089625"/>
            <a:ext cx="8880046" cy="712048"/>
          </a:xfrm>
          <a:prstGeom prst="rect">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5" name="矩形 1054">
            <a:extLst>
              <a:ext uri="{FF2B5EF4-FFF2-40B4-BE49-F238E27FC236}">
                <a16:creationId xmlns:a16="http://schemas.microsoft.com/office/drawing/2014/main" id="{A20BCA0B-8C32-1569-1963-8C59A1A12C28}"/>
              </a:ext>
            </a:extLst>
          </p:cNvPr>
          <p:cNvSpPr/>
          <p:nvPr/>
        </p:nvSpPr>
        <p:spPr>
          <a:xfrm>
            <a:off x="2658436" y="4865544"/>
            <a:ext cx="8880046" cy="712048"/>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4" name="矩形 1023">
            <a:extLst>
              <a:ext uri="{FF2B5EF4-FFF2-40B4-BE49-F238E27FC236}">
                <a16:creationId xmlns:a16="http://schemas.microsoft.com/office/drawing/2014/main" id="{10D84799-0866-2312-7E6F-874406375D71}"/>
              </a:ext>
            </a:extLst>
          </p:cNvPr>
          <p:cNvSpPr/>
          <p:nvPr/>
        </p:nvSpPr>
        <p:spPr>
          <a:xfrm>
            <a:off x="2658436" y="3313708"/>
            <a:ext cx="8880046" cy="712048"/>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13" name="Group 120">
            <a:extLst>
              <a:ext uri="{FF2B5EF4-FFF2-40B4-BE49-F238E27FC236}">
                <a16:creationId xmlns:a16="http://schemas.microsoft.com/office/drawing/2014/main" id="{B5D8E509-5F10-F6B9-BD5D-2FF0689A3428}"/>
              </a:ext>
            </a:extLst>
          </p:cNvPr>
          <p:cNvGrpSpPr/>
          <p:nvPr/>
        </p:nvGrpSpPr>
        <p:grpSpPr>
          <a:xfrm>
            <a:off x="4685739" y="4209993"/>
            <a:ext cx="1625352" cy="471312"/>
            <a:chOff x="9539925" y="4431011"/>
            <a:chExt cx="484067" cy="495190"/>
          </a:xfrm>
        </p:grpSpPr>
        <p:sp>
          <p:nvSpPr>
            <p:cNvPr id="1114" name="Rectangle: Rounded Corners 122">
              <a:extLst>
                <a:ext uri="{FF2B5EF4-FFF2-40B4-BE49-F238E27FC236}">
                  <a16:creationId xmlns:a16="http://schemas.microsoft.com/office/drawing/2014/main" id="{FC72E9EE-C1AE-BBFF-0966-8D7E0AA888B3}"/>
                </a:ext>
              </a:extLst>
            </p:cNvPr>
            <p:cNvSpPr/>
            <p:nvPr/>
          </p:nvSpPr>
          <p:spPr>
            <a:xfrm>
              <a:off x="9539925" y="4431011"/>
              <a:ext cx="484067" cy="495190"/>
            </a:xfrm>
            <a:prstGeom prst="roundRect">
              <a:avLst>
                <a:gd name="adj" fmla="val 15851"/>
              </a:avLst>
            </a:prstGeom>
            <a:gradFill flip="none" rotWithShape="1">
              <a:gsLst>
                <a:gs pos="80000">
                  <a:schemeClr val="accent2"/>
                </a:gs>
                <a:gs pos="100000">
                  <a:schemeClr val="accent2"/>
                </a:gs>
                <a:gs pos="15000">
                  <a:schemeClr val="accent2">
                    <a:lumMod val="40000"/>
                    <a:lumOff val="60000"/>
                  </a:schemeClr>
                </a:gs>
                <a:gs pos="45000">
                  <a:schemeClr val="accent2">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1115" name="Rectangle: Rounded Corners 123">
              <a:extLst>
                <a:ext uri="{FF2B5EF4-FFF2-40B4-BE49-F238E27FC236}">
                  <a16:creationId xmlns:a16="http://schemas.microsoft.com/office/drawing/2014/main" id="{4AFFCFEF-B660-137C-91BE-E2FED3185ADD}"/>
                </a:ext>
              </a:extLst>
            </p:cNvPr>
            <p:cNvSpPr/>
            <p:nvPr/>
          </p:nvSpPr>
          <p:spPr>
            <a:xfrm>
              <a:off x="9541481" y="4431011"/>
              <a:ext cx="480957" cy="492006"/>
            </a:xfrm>
            <a:prstGeom prst="roundRect">
              <a:avLst>
                <a:gd name="adj" fmla="val 16757"/>
              </a:avLst>
            </a:prstGeom>
            <a:gradFill>
              <a:gsLst>
                <a:gs pos="100000">
                  <a:schemeClr val="accent2"/>
                </a:gs>
                <a:gs pos="0">
                  <a:schemeClr val="accent2">
                    <a:lumMod val="60000"/>
                    <a:lumOff val="40000"/>
                  </a:schemeClr>
                </a:gs>
              </a:gsLst>
              <a:lin ang="2700000" scaled="0"/>
            </a:gradFill>
            <a:ln>
              <a:noFill/>
            </a:ln>
            <a:effectLst>
              <a:outerShdw blurRad="342900" dist="2286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a:ln>
                  <a:noFill/>
                </a:ln>
                <a:solidFill>
                  <a:prstClr val="white"/>
                </a:solidFill>
                <a:effectLst/>
                <a:uLnTx/>
                <a:uFillTx/>
                <a:latin typeface="+mn-ea"/>
                <a:cs typeface="+mn-cs"/>
              </a:endParaRPr>
            </a:p>
          </p:txBody>
        </p:sp>
      </p:grpSp>
      <p:grpSp>
        <p:nvGrpSpPr>
          <p:cNvPr id="1116" name="Group 120">
            <a:extLst>
              <a:ext uri="{FF2B5EF4-FFF2-40B4-BE49-F238E27FC236}">
                <a16:creationId xmlns:a16="http://schemas.microsoft.com/office/drawing/2014/main" id="{5FEA9BBF-AF8C-7E17-C6D1-C7BA2C0F2570}"/>
              </a:ext>
            </a:extLst>
          </p:cNvPr>
          <p:cNvGrpSpPr/>
          <p:nvPr/>
        </p:nvGrpSpPr>
        <p:grpSpPr>
          <a:xfrm>
            <a:off x="4216849" y="3434076"/>
            <a:ext cx="1625352" cy="471312"/>
            <a:chOff x="9539925" y="4431011"/>
            <a:chExt cx="484067" cy="495190"/>
          </a:xfrm>
        </p:grpSpPr>
        <p:sp>
          <p:nvSpPr>
            <p:cNvPr id="1117" name="Rectangle: Rounded Corners 122">
              <a:extLst>
                <a:ext uri="{FF2B5EF4-FFF2-40B4-BE49-F238E27FC236}">
                  <a16:creationId xmlns:a16="http://schemas.microsoft.com/office/drawing/2014/main" id="{9022944B-4195-4BD4-01DA-7FCBFC60AE64}"/>
                </a:ext>
              </a:extLst>
            </p:cNvPr>
            <p:cNvSpPr/>
            <p:nvPr/>
          </p:nvSpPr>
          <p:spPr>
            <a:xfrm>
              <a:off x="9539925" y="4431011"/>
              <a:ext cx="484067" cy="495190"/>
            </a:xfrm>
            <a:prstGeom prst="roundRect">
              <a:avLst>
                <a:gd name="adj" fmla="val 15851"/>
              </a:avLst>
            </a:prstGeom>
            <a:gradFill flip="none" rotWithShape="1">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1118" name="Rectangle: Rounded Corners 123">
              <a:extLst>
                <a:ext uri="{FF2B5EF4-FFF2-40B4-BE49-F238E27FC236}">
                  <a16:creationId xmlns:a16="http://schemas.microsoft.com/office/drawing/2014/main" id="{9941542A-7FCD-BAD2-761A-79470BC94E63}"/>
                </a:ext>
              </a:extLst>
            </p:cNvPr>
            <p:cNvSpPr/>
            <p:nvPr/>
          </p:nvSpPr>
          <p:spPr>
            <a:xfrm>
              <a:off x="9541481" y="4432604"/>
              <a:ext cx="480957" cy="492006"/>
            </a:xfrm>
            <a:prstGeom prst="roundRect">
              <a:avLst>
                <a:gd name="adj" fmla="val 16757"/>
              </a:avLst>
            </a:prstGeom>
            <a:gradFill>
              <a:gsLst>
                <a:gs pos="100000">
                  <a:schemeClr val="accent1"/>
                </a:gs>
                <a:gs pos="0">
                  <a:schemeClr val="accent1">
                    <a:lumMod val="60000"/>
                    <a:lumOff val="40000"/>
                  </a:schemeClr>
                </a:gs>
              </a:gsLst>
              <a:lin ang="2700000" scaled="0"/>
            </a:gradFill>
            <a:ln>
              <a:noFill/>
            </a:ln>
            <a:effectLst>
              <a:outerShdw blurRad="342900" dist="2286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a:ln>
                  <a:noFill/>
                </a:ln>
                <a:solidFill>
                  <a:prstClr val="white"/>
                </a:solidFill>
                <a:effectLst/>
                <a:uLnTx/>
                <a:uFillTx/>
                <a:latin typeface="+mn-ea"/>
                <a:cs typeface="+mn-cs"/>
              </a:endParaRPr>
            </a:p>
          </p:txBody>
        </p:sp>
      </p:grpSp>
      <p:grpSp>
        <p:nvGrpSpPr>
          <p:cNvPr id="1119" name="Group 120">
            <a:extLst>
              <a:ext uri="{FF2B5EF4-FFF2-40B4-BE49-F238E27FC236}">
                <a16:creationId xmlns:a16="http://schemas.microsoft.com/office/drawing/2014/main" id="{2BE0F3EC-56B0-1410-9769-8BB536E64F07}"/>
              </a:ext>
            </a:extLst>
          </p:cNvPr>
          <p:cNvGrpSpPr/>
          <p:nvPr/>
        </p:nvGrpSpPr>
        <p:grpSpPr>
          <a:xfrm>
            <a:off x="5123208" y="4985912"/>
            <a:ext cx="1625352" cy="471312"/>
            <a:chOff x="9539925" y="4431011"/>
            <a:chExt cx="484067" cy="495190"/>
          </a:xfrm>
        </p:grpSpPr>
        <p:sp>
          <p:nvSpPr>
            <p:cNvPr id="1120" name="Rectangle: Rounded Corners 122">
              <a:extLst>
                <a:ext uri="{FF2B5EF4-FFF2-40B4-BE49-F238E27FC236}">
                  <a16:creationId xmlns:a16="http://schemas.microsoft.com/office/drawing/2014/main" id="{B7BB0BAC-44E6-DE4D-6682-DCD7AAC3756A}"/>
                </a:ext>
              </a:extLst>
            </p:cNvPr>
            <p:cNvSpPr/>
            <p:nvPr/>
          </p:nvSpPr>
          <p:spPr>
            <a:xfrm>
              <a:off x="9539925" y="4431011"/>
              <a:ext cx="484067" cy="495190"/>
            </a:xfrm>
            <a:prstGeom prst="roundRect">
              <a:avLst>
                <a:gd name="adj" fmla="val 15851"/>
              </a:avLst>
            </a:prstGeom>
            <a:gradFill flip="none" rotWithShape="1">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1121" name="Rectangle: Rounded Corners 123">
              <a:extLst>
                <a:ext uri="{FF2B5EF4-FFF2-40B4-BE49-F238E27FC236}">
                  <a16:creationId xmlns:a16="http://schemas.microsoft.com/office/drawing/2014/main" id="{6FD2B1BE-B936-FD6D-62CA-9AC16291EBEF}"/>
                </a:ext>
              </a:extLst>
            </p:cNvPr>
            <p:cNvSpPr/>
            <p:nvPr/>
          </p:nvSpPr>
          <p:spPr>
            <a:xfrm>
              <a:off x="9541481" y="4432604"/>
              <a:ext cx="480957" cy="492006"/>
            </a:xfrm>
            <a:prstGeom prst="roundRect">
              <a:avLst>
                <a:gd name="adj" fmla="val 16757"/>
              </a:avLst>
            </a:prstGeom>
            <a:gradFill>
              <a:gsLst>
                <a:gs pos="100000">
                  <a:schemeClr val="accent1"/>
                </a:gs>
                <a:gs pos="0">
                  <a:schemeClr val="accent1">
                    <a:lumMod val="60000"/>
                    <a:lumOff val="40000"/>
                  </a:schemeClr>
                </a:gs>
              </a:gsLst>
              <a:lin ang="2700000" scaled="0"/>
            </a:gradFill>
            <a:ln>
              <a:noFill/>
            </a:ln>
            <a:effectLst>
              <a:outerShdw blurRad="342900" dist="2286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a:ln>
                  <a:noFill/>
                </a:ln>
                <a:solidFill>
                  <a:prstClr val="white"/>
                </a:solidFill>
                <a:effectLst/>
                <a:uLnTx/>
                <a:uFillTx/>
                <a:latin typeface="+mn-ea"/>
                <a:cs typeface="+mn-cs"/>
              </a:endParaRPr>
            </a:p>
          </p:txBody>
        </p:sp>
      </p:grpSp>
      <p:sp>
        <p:nvSpPr>
          <p:cNvPr id="30" name="矩形 29">
            <a:extLst>
              <a:ext uri="{FF2B5EF4-FFF2-40B4-BE49-F238E27FC236}">
                <a16:creationId xmlns:a16="http://schemas.microsoft.com/office/drawing/2014/main" id="{E215330F-565E-7555-3148-21B3DAB360C1}"/>
              </a:ext>
            </a:extLst>
          </p:cNvPr>
          <p:cNvSpPr/>
          <p:nvPr/>
        </p:nvSpPr>
        <p:spPr>
          <a:xfrm>
            <a:off x="2658436" y="2537791"/>
            <a:ext cx="8880046" cy="712048"/>
          </a:xfrm>
          <a:prstGeom prst="rect">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10" name="Group 120">
            <a:extLst>
              <a:ext uri="{FF2B5EF4-FFF2-40B4-BE49-F238E27FC236}">
                <a16:creationId xmlns:a16="http://schemas.microsoft.com/office/drawing/2014/main" id="{5EA5191E-6BC0-A4EC-B641-0459E2CD4762}"/>
              </a:ext>
            </a:extLst>
          </p:cNvPr>
          <p:cNvGrpSpPr/>
          <p:nvPr/>
        </p:nvGrpSpPr>
        <p:grpSpPr>
          <a:xfrm>
            <a:off x="3730520" y="2658159"/>
            <a:ext cx="1625352" cy="471312"/>
            <a:chOff x="9539925" y="4431011"/>
            <a:chExt cx="484067" cy="495190"/>
          </a:xfrm>
        </p:grpSpPr>
        <p:sp>
          <p:nvSpPr>
            <p:cNvPr id="1111" name="Rectangle: Rounded Corners 122">
              <a:extLst>
                <a:ext uri="{FF2B5EF4-FFF2-40B4-BE49-F238E27FC236}">
                  <a16:creationId xmlns:a16="http://schemas.microsoft.com/office/drawing/2014/main" id="{6C65CE1F-27A2-4DDF-50F1-C1A6E48BD234}"/>
                </a:ext>
              </a:extLst>
            </p:cNvPr>
            <p:cNvSpPr/>
            <p:nvPr/>
          </p:nvSpPr>
          <p:spPr>
            <a:xfrm>
              <a:off x="9539925" y="4431011"/>
              <a:ext cx="484067" cy="495190"/>
            </a:xfrm>
            <a:prstGeom prst="roundRect">
              <a:avLst>
                <a:gd name="adj" fmla="val 15851"/>
              </a:avLst>
            </a:prstGeom>
            <a:gradFill flip="none" rotWithShape="1">
              <a:gsLst>
                <a:gs pos="80000">
                  <a:schemeClr val="accent2"/>
                </a:gs>
                <a:gs pos="100000">
                  <a:schemeClr val="accent2"/>
                </a:gs>
                <a:gs pos="15000">
                  <a:schemeClr val="accent2">
                    <a:lumMod val="40000"/>
                    <a:lumOff val="60000"/>
                  </a:schemeClr>
                </a:gs>
                <a:gs pos="45000">
                  <a:schemeClr val="accent2">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1112" name="Rectangle: Rounded Corners 123">
              <a:extLst>
                <a:ext uri="{FF2B5EF4-FFF2-40B4-BE49-F238E27FC236}">
                  <a16:creationId xmlns:a16="http://schemas.microsoft.com/office/drawing/2014/main" id="{644013F8-5AC7-3C70-1B73-57DD2BC7FB76}"/>
                </a:ext>
              </a:extLst>
            </p:cNvPr>
            <p:cNvSpPr/>
            <p:nvPr/>
          </p:nvSpPr>
          <p:spPr>
            <a:xfrm>
              <a:off x="9541481" y="4431011"/>
              <a:ext cx="480957" cy="492006"/>
            </a:xfrm>
            <a:prstGeom prst="roundRect">
              <a:avLst>
                <a:gd name="adj" fmla="val 16757"/>
              </a:avLst>
            </a:prstGeom>
            <a:gradFill>
              <a:gsLst>
                <a:gs pos="100000">
                  <a:schemeClr val="accent2"/>
                </a:gs>
                <a:gs pos="0">
                  <a:schemeClr val="accent2">
                    <a:lumMod val="60000"/>
                    <a:lumOff val="40000"/>
                  </a:schemeClr>
                </a:gs>
              </a:gsLst>
              <a:lin ang="2700000" scaled="0"/>
            </a:gradFill>
            <a:ln>
              <a:noFill/>
            </a:ln>
            <a:effectLst>
              <a:outerShdw blurRad="342900" dist="2286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a:ln>
                  <a:noFill/>
                </a:ln>
                <a:solidFill>
                  <a:prstClr val="white"/>
                </a:solidFill>
                <a:effectLst/>
                <a:uLnTx/>
                <a:uFillTx/>
                <a:latin typeface="+mn-ea"/>
                <a:cs typeface="+mn-cs"/>
              </a:endParaRPr>
            </a:p>
          </p:txBody>
        </p:sp>
      </p:grpSp>
      <p:sp>
        <p:nvSpPr>
          <p:cNvPr id="22" name="矩形 21">
            <a:extLst>
              <a:ext uri="{FF2B5EF4-FFF2-40B4-BE49-F238E27FC236}">
                <a16:creationId xmlns:a16="http://schemas.microsoft.com/office/drawing/2014/main" id="{93841B13-8745-21C3-AF07-A80D1A6B947E}"/>
              </a:ext>
            </a:extLst>
          </p:cNvPr>
          <p:cNvSpPr/>
          <p:nvPr/>
        </p:nvSpPr>
        <p:spPr>
          <a:xfrm>
            <a:off x="2658436" y="1761874"/>
            <a:ext cx="8880046" cy="712048"/>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Group 120">
            <a:extLst>
              <a:ext uri="{FF2B5EF4-FFF2-40B4-BE49-F238E27FC236}">
                <a16:creationId xmlns:a16="http://schemas.microsoft.com/office/drawing/2014/main" id="{71998319-D1ED-7917-7E33-136CE0ED815D}"/>
              </a:ext>
            </a:extLst>
          </p:cNvPr>
          <p:cNvGrpSpPr/>
          <p:nvPr/>
        </p:nvGrpSpPr>
        <p:grpSpPr>
          <a:xfrm>
            <a:off x="3353187" y="1882242"/>
            <a:ext cx="1625352" cy="471312"/>
            <a:chOff x="9539925" y="4431011"/>
            <a:chExt cx="484067" cy="495190"/>
          </a:xfrm>
        </p:grpSpPr>
        <p:sp>
          <p:nvSpPr>
            <p:cNvPr id="10" name="Rectangle: Rounded Corners 122">
              <a:extLst>
                <a:ext uri="{FF2B5EF4-FFF2-40B4-BE49-F238E27FC236}">
                  <a16:creationId xmlns:a16="http://schemas.microsoft.com/office/drawing/2014/main" id="{5F5BAE8D-1F76-93D5-772B-543C3352F321}"/>
                </a:ext>
              </a:extLst>
            </p:cNvPr>
            <p:cNvSpPr/>
            <p:nvPr/>
          </p:nvSpPr>
          <p:spPr>
            <a:xfrm>
              <a:off x="9539925" y="4431011"/>
              <a:ext cx="484067" cy="495190"/>
            </a:xfrm>
            <a:prstGeom prst="roundRect">
              <a:avLst>
                <a:gd name="adj" fmla="val 15851"/>
              </a:avLst>
            </a:prstGeom>
            <a:gradFill flip="none" rotWithShape="1">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11" name="Rectangle: Rounded Corners 123">
              <a:extLst>
                <a:ext uri="{FF2B5EF4-FFF2-40B4-BE49-F238E27FC236}">
                  <a16:creationId xmlns:a16="http://schemas.microsoft.com/office/drawing/2014/main" id="{49F718E1-7304-468E-4A32-E94CB1C2FFD2}"/>
                </a:ext>
              </a:extLst>
            </p:cNvPr>
            <p:cNvSpPr/>
            <p:nvPr/>
          </p:nvSpPr>
          <p:spPr>
            <a:xfrm>
              <a:off x="9541481" y="4432604"/>
              <a:ext cx="480957" cy="492006"/>
            </a:xfrm>
            <a:prstGeom prst="roundRect">
              <a:avLst>
                <a:gd name="adj" fmla="val 16757"/>
              </a:avLst>
            </a:prstGeom>
            <a:gradFill>
              <a:gsLst>
                <a:gs pos="100000">
                  <a:schemeClr val="accent1"/>
                </a:gs>
                <a:gs pos="0">
                  <a:schemeClr val="accent1">
                    <a:lumMod val="60000"/>
                    <a:lumOff val="40000"/>
                  </a:schemeClr>
                </a:gs>
              </a:gsLst>
              <a:lin ang="2700000" scaled="0"/>
            </a:gradFill>
            <a:ln>
              <a:noFill/>
            </a:ln>
            <a:effectLst>
              <a:outerShdw blurRad="342900" dist="2286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a:ln>
                  <a:noFill/>
                </a:ln>
                <a:solidFill>
                  <a:prstClr val="white"/>
                </a:solidFill>
                <a:effectLst/>
                <a:uLnTx/>
                <a:uFillTx/>
                <a:latin typeface="+mn-ea"/>
                <a:cs typeface="+mn-cs"/>
              </a:endParaRPr>
            </a:p>
          </p:txBody>
        </p:sp>
      </p:grpSp>
      <p:sp>
        <p:nvSpPr>
          <p:cNvPr id="1057" name="矩形 1056">
            <a:extLst>
              <a:ext uri="{FF2B5EF4-FFF2-40B4-BE49-F238E27FC236}">
                <a16:creationId xmlns:a16="http://schemas.microsoft.com/office/drawing/2014/main" id="{906D7F19-779D-5299-1677-18F17921BDEE}"/>
              </a:ext>
            </a:extLst>
          </p:cNvPr>
          <p:cNvSpPr/>
          <p:nvPr/>
        </p:nvSpPr>
        <p:spPr>
          <a:xfrm>
            <a:off x="7070180" y="4947038"/>
            <a:ext cx="4302824" cy="549061"/>
          </a:xfrm>
          <a:prstGeom prst="rect">
            <a:avLst/>
          </a:prstGeom>
        </p:spPr>
        <p:txBody>
          <a:bodyPr wrap="square">
            <a:spAutoFit/>
          </a:bodyPr>
          <a:lstStyle/>
          <a:p>
            <a:pPr defTabSz="1460754">
              <a:lnSpc>
                <a:spcPct val="130000"/>
              </a:lnSpc>
              <a:defRPr/>
            </a:pPr>
            <a:r>
              <a:rPr lang="zh-CN" altLang="en-US" sz="1200" dirty="0">
                <a:solidFill>
                  <a:schemeClr val="bg1"/>
                </a:solidFill>
                <a:latin typeface="+mj-ea"/>
                <a:ea typeface="+mj-ea"/>
                <a:cs typeface="OPPOSans M"/>
                <a:sym typeface="+mn-lt"/>
              </a:rPr>
              <a:t>与相关企业机构合作。同时，结合线上线下活动，如发布会、抽奖活动等，吸引用户的参与和关注。</a:t>
            </a:r>
          </a:p>
        </p:txBody>
      </p:sp>
      <p:cxnSp>
        <p:nvCxnSpPr>
          <p:cNvPr id="1058" name="直接连接符 1057">
            <a:extLst>
              <a:ext uri="{FF2B5EF4-FFF2-40B4-BE49-F238E27FC236}">
                <a16:creationId xmlns:a16="http://schemas.microsoft.com/office/drawing/2014/main" id="{53FF15DD-0BAB-3524-8B6A-EDCAFBF4142C}"/>
              </a:ext>
            </a:extLst>
          </p:cNvPr>
          <p:cNvCxnSpPr>
            <a:cxnSpLocks/>
          </p:cNvCxnSpPr>
          <p:nvPr/>
        </p:nvCxnSpPr>
        <p:spPr>
          <a:xfrm>
            <a:off x="11513690" y="4865544"/>
            <a:ext cx="0" cy="71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27" name="矩形 1026">
            <a:extLst>
              <a:ext uri="{FF2B5EF4-FFF2-40B4-BE49-F238E27FC236}">
                <a16:creationId xmlns:a16="http://schemas.microsoft.com/office/drawing/2014/main" id="{C356DA08-6D18-0446-D86F-638CC4655376}"/>
              </a:ext>
            </a:extLst>
          </p:cNvPr>
          <p:cNvSpPr/>
          <p:nvPr/>
        </p:nvSpPr>
        <p:spPr>
          <a:xfrm>
            <a:off x="6171393" y="3395202"/>
            <a:ext cx="5201611" cy="549061"/>
          </a:xfrm>
          <a:prstGeom prst="rect">
            <a:avLst/>
          </a:prstGeom>
        </p:spPr>
        <p:txBody>
          <a:bodyPr wrap="square">
            <a:spAutoFit/>
          </a:bodyPr>
          <a:lstStyle/>
          <a:p>
            <a:pPr defTabSz="1460754">
              <a:lnSpc>
                <a:spcPct val="130000"/>
              </a:lnSpc>
              <a:defRPr/>
            </a:pPr>
            <a:r>
              <a:rPr lang="zh-CN" altLang="en-US" sz="1200" dirty="0">
                <a:solidFill>
                  <a:schemeClr val="bg1"/>
                </a:solidFill>
                <a:latin typeface="+mj-ea"/>
                <a:ea typeface="+mj-ea"/>
                <a:cs typeface="OPPOSans M"/>
                <a:sym typeface="+mn-lt"/>
              </a:rPr>
              <a:t>定期发布相关有价值内容，如防晒知识、护肤技巧、夏季健康生活方式等。同时，确保内容的质量，避免过于商业化或夸大其词的宣传。</a:t>
            </a:r>
          </a:p>
        </p:txBody>
      </p:sp>
      <p:cxnSp>
        <p:nvCxnSpPr>
          <p:cNvPr id="1030" name="直接连接符 1029">
            <a:extLst>
              <a:ext uri="{FF2B5EF4-FFF2-40B4-BE49-F238E27FC236}">
                <a16:creationId xmlns:a16="http://schemas.microsoft.com/office/drawing/2014/main" id="{D361B480-73B6-2AED-3199-303A29000A66}"/>
              </a:ext>
            </a:extLst>
          </p:cNvPr>
          <p:cNvCxnSpPr>
            <a:cxnSpLocks/>
          </p:cNvCxnSpPr>
          <p:nvPr/>
        </p:nvCxnSpPr>
        <p:spPr>
          <a:xfrm>
            <a:off x="11513690" y="3313710"/>
            <a:ext cx="0" cy="712048"/>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4" name="Group 4">
            <a:extLst>
              <a:ext uri="{FF2B5EF4-FFF2-40B4-BE49-F238E27FC236}">
                <a16:creationId xmlns:a16="http://schemas.microsoft.com/office/drawing/2014/main" id="{EB16A27E-8EBC-8851-6007-0A404C37C758}"/>
              </a:ext>
            </a:extLst>
          </p:cNvPr>
          <p:cNvGrpSpPr/>
          <p:nvPr/>
        </p:nvGrpSpPr>
        <p:grpSpPr>
          <a:xfrm>
            <a:off x="649705" y="1715596"/>
            <a:ext cx="4367457" cy="4771247"/>
            <a:chOff x="6650498" y="1411242"/>
            <a:chExt cx="4384673" cy="4790055"/>
          </a:xfrm>
        </p:grpSpPr>
        <p:grpSp>
          <p:nvGrpSpPr>
            <p:cNvPr id="1026" name="Group 10">
              <a:extLst>
                <a:ext uri="{FF2B5EF4-FFF2-40B4-BE49-F238E27FC236}">
                  <a16:creationId xmlns:a16="http://schemas.microsoft.com/office/drawing/2014/main" id="{57C90421-8355-F4B6-616B-A181E3191246}"/>
                </a:ext>
              </a:extLst>
            </p:cNvPr>
            <p:cNvGrpSpPr/>
            <p:nvPr/>
          </p:nvGrpSpPr>
          <p:grpSpPr>
            <a:xfrm>
              <a:off x="8298534" y="1411242"/>
              <a:ext cx="810968" cy="839931"/>
              <a:chOff x="1998028" y="1265209"/>
              <a:chExt cx="608226" cy="629948"/>
            </a:xfrm>
          </p:grpSpPr>
          <p:sp>
            <p:nvSpPr>
              <p:cNvPr id="1051" name="Freeform 2496">
                <a:extLst>
                  <a:ext uri="{FF2B5EF4-FFF2-40B4-BE49-F238E27FC236}">
                    <a16:creationId xmlns:a16="http://schemas.microsoft.com/office/drawing/2014/main" id="{843B79E1-AA94-1388-8AFD-E3465D6FA3F3}"/>
                  </a:ext>
                </a:extLst>
              </p:cNvPr>
              <p:cNvSpPr>
                <a:spLocks/>
              </p:cNvSpPr>
              <p:nvPr/>
            </p:nvSpPr>
            <p:spPr bwMode="auto">
              <a:xfrm rot="10800000">
                <a:off x="1998028" y="1265210"/>
                <a:ext cx="275707" cy="511310"/>
              </a:xfrm>
              <a:custGeom>
                <a:avLst/>
                <a:gdLst>
                  <a:gd name="T0" fmla="*/ 0 w 165"/>
                  <a:gd name="T1" fmla="*/ 306 h 306"/>
                  <a:gd name="T2" fmla="*/ 0 w 165"/>
                  <a:gd name="T3" fmla="*/ 306 h 306"/>
                  <a:gd name="T4" fmla="*/ 165 w 165"/>
                  <a:gd name="T5" fmla="*/ 0 h 306"/>
                  <a:gd name="T6" fmla="*/ 83 w 165"/>
                  <a:gd name="T7" fmla="*/ 21 h 306"/>
                  <a:gd name="T8" fmla="*/ 0 w 165"/>
                  <a:gd name="T9" fmla="*/ 306 h 306"/>
                </a:gdLst>
                <a:ahLst/>
                <a:cxnLst>
                  <a:cxn ang="0">
                    <a:pos x="T0" y="T1"/>
                  </a:cxn>
                  <a:cxn ang="0">
                    <a:pos x="T2" y="T3"/>
                  </a:cxn>
                  <a:cxn ang="0">
                    <a:pos x="T4" y="T5"/>
                  </a:cxn>
                  <a:cxn ang="0">
                    <a:pos x="T6" y="T7"/>
                  </a:cxn>
                  <a:cxn ang="0">
                    <a:pos x="T8" y="T9"/>
                  </a:cxn>
                </a:cxnLst>
                <a:rect l="0" t="0" r="r" b="b"/>
                <a:pathLst>
                  <a:path w="165" h="306">
                    <a:moveTo>
                      <a:pt x="0" y="306"/>
                    </a:moveTo>
                    <a:lnTo>
                      <a:pt x="0" y="306"/>
                    </a:lnTo>
                    <a:lnTo>
                      <a:pt x="165" y="0"/>
                    </a:lnTo>
                    <a:lnTo>
                      <a:pt x="83" y="21"/>
                    </a:lnTo>
                    <a:lnTo>
                      <a:pt x="0" y="306"/>
                    </a:lnTo>
                    <a:close/>
                  </a:path>
                </a:pathLst>
              </a:custGeom>
              <a:solidFill>
                <a:schemeClr val="accent1">
                  <a:lumMod val="75000"/>
                </a:schemeClr>
              </a:solidFill>
              <a:ln w="9525">
                <a:noFill/>
                <a:round/>
                <a:headEnd/>
                <a:tailEnd/>
              </a:ln>
            </p:spPr>
            <p:txBody>
              <a:bodyPr vert="horz" wrap="square" lIns="121731" tIns="60866" rIns="121731" bIns="60866" numCol="1" anchor="t" anchorCtr="0" compatLnSpc="1">
                <a:prstTxWarp prst="textNoShape">
                  <a:avLst/>
                </a:prstTxWarp>
              </a:bodyPr>
              <a:lstStyle/>
              <a:p>
                <a:pPr defTabSz="912971"/>
                <a:endParaRPr lang="en-US" sz="3195">
                  <a:solidFill>
                    <a:prstClr val="black"/>
                  </a:solidFill>
                  <a:latin typeface="+mn-ea"/>
                  <a:cs typeface="+mn-ea"/>
                  <a:sym typeface="+mn-lt"/>
                </a:endParaRPr>
              </a:p>
            </p:txBody>
          </p:sp>
          <p:sp>
            <p:nvSpPr>
              <p:cNvPr id="1052" name="Freeform 14">
                <a:extLst>
                  <a:ext uri="{FF2B5EF4-FFF2-40B4-BE49-F238E27FC236}">
                    <a16:creationId xmlns:a16="http://schemas.microsoft.com/office/drawing/2014/main" id="{4F4F0AEC-C25C-010C-B35B-63D25378662C}"/>
                  </a:ext>
                </a:extLst>
              </p:cNvPr>
              <p:cNvSpPr>
                <a:spLocks/>
              </p:cNvSpPr>
              <p:nvPr/>
            </p:nvSpPr>
            <p:spPr bwMode="auto">
              <a:xfrm rot="10800000">
                <a:off x="2135046" y="1265209"/>
                <a:ext cx="471208" cy="616581"/>
              </a:xfrm>
              <a:custGeom>
                <a:avLst/>
                <a:gdLst>
                  <a:gd name="T0" fmla="*/ 339 w 340"/>
                  <a:gd name="T1" fmla="*/ 102 h 446"/>
                  <a:gd name="T2" fmla="*/ 0 w 340"/>
                  <a:gd name="T3" fmla="*/ 21 h 446"/>
                  <a:gd name="T4" fmla="*/ 240 w 340"/>
                  <a:gd name="T5" fmla="*/ 446 h 446"/>
                  <a:gd name="T6" fmla="*/ 340 w 340"/>
                  <a:gd name="T7" fmla="*/ 102 h 446"/>
                  <a:gd name="T8" fmla="*/ 339 w 340"/>
                  <a:gd name="T9" fmla="*/ 102 h 446"/>
                </a:gdLst>
                <a:ahLst/>
                <a:cxnLst>
                  <a:cxn ang="0">
                    <a:pos x="T0" y="T1"/>
                  </a:cxn>
                  <a:cxn ang="0">
                    <a:pos x="T2" y="T3"/>
                  </a:cxn>
                  <a:cxn ang="0">
                    <a:pos x="T4" y="T5"/>
                  </a:cxn>
                  <a:cxn ang="0">
                    <a:pos x="T6" y="T7"/>
                  </a:cxn>
                  <a:cxn ang="0">
                    <a:pos x="T8" y="T9"/>
                  </a:cxn>
                </a:cxnLst>
                <a:rect l="0" t="0" r="r" b="b"/>
                <a:pathLst>
                  <a:path w="340" h="446">
                    <a:moveTo>
                      <a:pt x="339" y="102"/>
                    </a:moveTo>
                    <a:cubicBezTo>
                      <a:pt x="222" y="22"/>
                      <a:pt x="108" y="0"/>
                      <a:pt x="0" y="21"/>
                    </a:cubicBezTo>
                    <a:cubicBezTo>
                      <a:pt x="240" y="446"/>
                      <a:pt x="240" y="446"/>
                      <a:pt x="240" y="446"/>
                    </a:cubicBezTo>
                    <a:cubicBezTo>
                      <a:pt x="340" y="102"/>
                      <a:pt x="340" y="102"/>
                      <a:pt x="340" y="102"/>
                    </a:cubicBezTo>
                    <a:lnTo>
                      <a:pt x="339" y="102"/>
                    </a:lnTo>
                    <a:close/>
                  </a:path>
                </a:pathLst>
              </a:custGeom>
              <a:solidFill>
                <a:schemeClr val="accent1"/>
              </a:solidFill>
              <a:ln w="9525">
                <a:noFill/>
                <a:round/>
                <a:headEnd/>
                <a:tailEnd/>
              </a:ln>
            </p:spPr>
            <p:txBody>
              <a:bodyPr vert="horz" wrap="square" lIns="121731" tIns="60866" rIns="121731" bIns="60866" numCol="1" anchor="t" anchorCtr="0" compatLnSpc="1">
                <a:prstTxWarp prst="textNoShape">
                  <a:avLst/>
                </a:prstTxWarp>
              </a:bodyPr>
              <a:lstStyle/>
              <a:p>
                <a:pPr defTabSz="912971"/>
                <a:endParaRPr lang="en-US" sz="3195">
                  <a:solidFill>
                    <a:prstClr val="black"/>
                  </a:solidFill>
                  <a:latin typeface="+mn-ea"/>
                  <a:cs typeface="+mn-ea"/>
                  <a:sym typeface="+mn-lt"/>
                </a:endParaRPr>
              </a:p>
            </p:txBody>
          </p:sp>
          <p:sp>
            <p:nvSpPr>
              <p:cNvPr id="1053" name="Freeform 25">
                <a:extLst>
                  <a:ext uri="{FF2B5EF4-FFF2-40B4-BE49-F238E27FC236}">
                    <a16:creationId xmlns:a16="http://schemas.microsoft.com/office/drawing/2014/main" id="{65F16794-54F7-FF59-7683-387C48241E01}"/>
                  </a:ext>
                </a:extLst>
              </p:cNvPr>
              <p:cNvSpPr>
                <a:spLocks/>
              </p:cNvSpPr>
              <p:nvPr/>
            </p:nvSpPr>
            <p:spPr bwMode="auto">
              <a:xfrm rot="10800000">
                <a:off x="2123351" y="1741430"/>
                <a:ext cx="467866" cy="153727"/>
              </a:xfrm>
              <a:custGeom>
                <a:avLst/>
                <a:gdLst>
                  <a:gd name="T0" fmla="*/ 339 w 339"/>
                  <a:gd name="T1" fmla="*/ 78 h 111"/>
                  <a:gd name="T2" fmla="*/ 175 w 339"/>
                  <a:gd name="T3" fmla="*/ 1 h 111"/>
                  <a:gd name="T4" fmla="*/ 0 w 339"/>
                  <a:gd name="T5" fmla="*/ 28 h 111"/>
                  <a:gd name="T6" fmla="*/ 329 w 339"/>
                  <a:gd name="T7" fmla="*/ 111 h 111"/>
                  <a:gd name="T8" fmla="*/ 330 w 339"/>
                  <a:gd name="T9" fmla="*/ 111 h 111"/>
                  <a:gd name="T10" fmla="*/ 339 w 339"/>
                  <a:gd name="T11" fmla="*/ 78 h 111"/>
                </a:gdLst>
                <a:ahLst/>
                <a:cxnLst>
                  <a:cxn ang="0">
                    <a:pos x="T0" y="T1"/>
                  </a:cxn>
                  <a:cxn ang="0">
                    <a:pos x="T2" y="T3"/>
                  </a:cxn>
                  <a:cxn ang="0">
                    <a:pos x="T4" y="T5"/>
                  </a:cxn>
                  <a:cxn ang="0">
                    <a:pos x="T6" y="T7"/>
                  </a:cxn>
                  <a:cxn ang="0">
                    <a:pos x="T8" y="T9"/>
                  </a:cxn>
                  <a:cxn ang="0">
                    <a:pos x="T10" y="T11"/>
                  </a:cxn>
                </a:cxnLst>
                <a:rect l="0" t="0" r="r" b="b"/>
                <a:pathLst>
                  <a:path w="339" h="111">
                    <a:moveTo>
                      <a:pt x="339" y="78"/>
                    </a:moveTo>
                    <a:cubicBezTo>
                      <a:pt x="283" y="41"/>
                      <a:pt x="228" y="15"/>
                      <a:pt x="175" y="1"/>
                    </a:cubicBezTo>
                    <a:cubicBezTo>
                      <a:pt x="95" y="0"/>
                      <a:pt x="38" y="14"/>
                      <a:pt x="0" y="28"/>
                    </a:cubicBezTo>
                    <a:cubicBezTo>
                      <a:pt x="105" y="10"/>
                      <a:pt x="216" y="34"/>
                      <a:pt x="329" y="111"/>
                    </a:cubicBezTo>
                    <a:cubicBezTo>
                      <a:pt x="330" y="111"/>
                      <a:pt x="330" y="111"/>
                      <a:pt x="330" y="111"/>
                    </a:cubicBezTo>
                    <a:cubicBezTo>
                      <a:pt x="339" y="78"/>
                      <a:pt x="339" y="78"/>
                      <a:pt x="339" y="78"/>
                    </a:cubicBezTo>
                    <a:close/>
                  </a:path>
                </a:pathLst>
              </a:custGeom>
              <a:solidFill>
                <a:schemeClr val="accent1">
                  <a:lumMod val="50000"/>
                </a:schemeClr>
              </a:solidFill>
              <a:ln>
                <a:noFill/>
              </a:ln>
            </p:spPr>
            <p:txBody>
              <a:bodyPr vert="horz" wrap="square" lIns="121731" tIns="60866" rIns="121731" bIns="60866" numCol="1" anchor="t" anchorCtr="0" compatLnSpc="1">
                <a:prstTxWarp prst="textNoShape">
                  <a:avLst/>
                </a:prstTxWarp>
              </a:bodyPr>
              <a:lstStyle/>
              <a:p>
                <a:pPr defTabSz="912971"/>
                <a:endParaRPr lang="en-US" sz="3195">
                  <a:solidFill>
                    <a:prstClr val="black"/>
                  </a:solidFill>
                  <a:latin typeface="+mn-ea"/>
                  <a:cs typeface="+mn-ea"/>
                  <a:sym typeface="+mn-lt"/>
                </a:endParaRPr>
              </a:p>
            </p:txBody>
          </p:sp>
          <p:sp>
            <p:nvSpPr>
              <p:cNvPr id="1054" name="Freeform 29">
                <a:extLst>
                  <a:ext uri="{FF2B5EF4-FFF2-40B4-BE49-F238E27FC236}">
                    <a16:creationId xmlns:a16="http://schemas.microsoft.com/office/drawing/2014/main" id="{96659FB0-E7BB-3EAC-574E-E0EE1A1C80C3}"/>
                  </a:ext>
                </a:extLst>
              </p:cNvPr>
              <p:cNvSpPr>
                <a:spLocks/>
              </p:cNvSpPr>
              <p:nvPr/>
            </p:nvSpPr>
            <p:spPr bwMode="auto">
              <a:xfrm rot="10800000">
                <a:off x="1999698" y="1741430"/>
                <a:ext cx="135347" cy="63496"/>
              </a:xfrm>
              <a:custGeom>
                <a:avLst/>
                <a:gdLst>
                  <a:gd name="T0" fmla="*/ 9 w 98"/>
                  <a:gd name="T1" fmla="*/ 13 h 46"/>
                  <a:gd name="T2" fmla="*/ 0 w 98"/>
                  <a:gd name="T3" fmla="*/ 46 h 46"/>
                  <a:gd name="T4" fmla="*/ 98 w 98"/>
                  <a:gd name="T5" fmla="*/ 20 h 46"/>
                  <a:gd name="T6" fmla="*/ 53 w 98"/>
                  <a:gd name="T7" fmla="*/ 0 h 46"/>
                  <a:gd name="T8" fmla="*/ 9 w 98"/>
                  <a:gd name="T9" fmla="*/ 13 h 46"/>
                </a:gdLst>
                <a:ahLst/>
                <a:cxnLst>
                  <a:cxn ang="0">
                    <a:pos x="T0" y="T1"/>
                  </a:cxn>
                  <a:cxn ang="0">
                    <a:pos x="T2" y="T3"/>
                  </a:cxn>
                  <a:cxn ang="0">
                    <a:pos x="T4" y="T5"/>
                  </a:cxn>
                  <a:cxn ang="0">
                    <a:pos x="T6" y="T7"/>
                  </a:cxn>
                  <a:cxn ang="0">
                    <a:pos x="T8" y="T9"/>
                  </a:cxn>
                </a:cxnLst>
                <a:rect l="0" t="0" r="r" b="b"/>
                <a:pathLst>
                  <a:path w="98" h="46">
                    <a:moveTo>
                      <a:pt x="9" y="13"/>
                    </a:moveTo>
                    <a:cubicBezTo>
                      <a:pt x="0" y="46"/>
                      <a:pt x="0" y="46"/>
                      <a:pt x="0" y="46"/>
                    </a:cubicBezTo>
                    <a:cubicBezTo>
                      <a:pt x="98" y="20"/>
                      <a:pt x="98" y="20"/>
                      <a:pt x="98" y="20"/>
                    </a:cubicBezTo>
                    <a:cubicBezTo>
                      <a:pt x="86" y="14"/>
                      <a:pt x="62" y="4"/>
                      <a:pt x="53" y="0"/>
                    </a:cubicBezTo>
                    <a:lnTo>
                      <a:pt x="9" y="13"/>
                    </a:lnTo>
                    <a:close/>
                  </a:path>
                </a:pathLst>
              </a:custGeom>
              <a:solidFill>
                <a:schemeClr val="accent1">
                  <a:lumMod val="50000"/>
                </a:schemeClr>
              </a:solidFill>
              <a:ln>
                <a:noFill/>
              </a:ln>
            </p:spPr>
            <p:txBody>
              <a:bodyPr vert="horz" wrap="square" lIns="121731" tIns="60866" rIns="121731" bIns="60866" numCol="1" anchor="t" anchorCtr="0" compatLnSpc="1">
                <a:prstTxWarp prst="textNoShape">
                  <a:avLst/>
                </a:prstTxWarp>
              </a:bodyPr>
              <a:lstStyle/>
              <a:p>
                <a:pPr defTabSz="912971"/>
                <a:endParaRPr lang="en-US" sz="3195">
                  <a:solidFill>
                    <a:prstClr val="black"/>
                  </a:solidFill>
                  <a:latin typeface="+mn-ea"/>
                  <a:cs typeface="+mn-ea"/>
                  <a:sym typeface="+mn-lt"/>
                </a:endParaRPr>
              </a:p>
            </p:txBody>
          </p:sp>
        </p:grpSp>
        <p:grpSp>
          <p:nvGrpSpPr>
            <p:cNvPr id="1031" name="Group 11">
              <a:extLst>
                <a:ext uri="{FF2B5EF4-FFF2-40B4-BE49-F238E27FC236}">
                  <a16:creationId xmlns:a16="http://schemas.microsoft.com/office/drawing/2014/main" id="{3282207F-6866-1000-73F3-1C4EE384C380}"/>
                </a:ext>
              </a:extLst>
            </p:cNvPr>
            <p:cNvGrpSpPr/>
            <p:nvPr/>
          </p:nvGrpSpPr>
          <p:grpSpPr>
            <a:xfrm>
              <a:off x="6650498" y="4207297"/>
              <a:ext cx="4384673" cy="1994000"/>
              <a:chOff x="762000" y="3362250"/>
              <a:chExt cx="3288505" cy="1495500"/>
            </a:xfrm>
          </p:grpSpPr>
          <p:pic>
            <p:nvPicPr>
              <p:cNvPr id="1047" name="Picture 27">
                <a:extLst>
                  <a:ext uri="{FF2B5EF4-FFF2-40B4-BE49-F238E27FC236}">
                    <a16:creationId xmlns:a16="http://schemas.microsoft.com/office/drawing/2014/main" id="{A7496CF8-BA8E-F9E6-6DA9-D82BC9C82F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 y="4095750"/>
                <a:ext cx="3288505" cy="719208"/>
              </a:xfrm>
              <a:prstGeom prst="rect">
                <a:avLst/>
              </a:prstGeom>
            </p:spPr>
          </p:pic>
          <p:sp>
            <p:nvSpPr>
              <p:cNvPr id="1048" name="Freeform 20">
                <a:extLst>
                  <a:ext uri="{FF2B5EF4-FFF2-40B4-BE49-F238E27FC236}">
                    <a16:creationId xmlns:a16="http://schemas.microsoft.com/office/drawing/2014/main" id="{BA8B4735-F55A-5372-5BB8-4174FD8E385C}"/>
                  </a:ext>
                </a:extLst>
              </p:cNvPr>
              <p:cNvSpPr>
                <a:spLocks/>
              </p:cNvSpPr>
              <p:nvPr/>
            </p:nvSpPr>
            <p:spPr bwMode="auto">
              <a:xfrm rot="10800000">
                <a:off x="764868" y="3858523"/>
                <a:ext cx="3121332" cy="999227"/>
              </a:xfrm>
              <a:custGeom>
                <a:avLst/>
                <a:gdLst>
                  <a:gd name="T0" fmla="*/ 1710 w 2255"/>
                  <a:gd name="T1" fmla="*/ 722 h 722"/>
                  <a:gd name="T2" fmla="*/ 1711 w 2255"/>
                  <a:gd name="T3" fmla="*/ 722 h 722"/>
                  <a:gd name="T4" fmla="*/ 2255 w 2255"/>
                  <a:gd name="T5" fmla="*/ 571 h 722"/>
                  <a:gd name="T6" fmla="*/ 2255 w 2255"/>
                  <a:gd name="T7" fmla="*/ 571 h 722"/>
                  <a:gd name="T8" fmla="*/ 0 w 2255"/>
                  <a:gd name="T9" fmla="*/ 526 h 722"/>
                  <a:gd name="T10" fmla="*/ 2 w 2255"/>
                  <a:gd name="T11" fmla="*/ 530 h 722"/>
                  <a:gd name="T12" fmla="*/ 1710 w 2255"/>
                  <a:gd name="T13" fmla="*/ 722 h 722"/>
                </a:gdLst>
                <a:ahLst/>
                <a:cxnLst>
                  <a:cxn ang="0">
                    <a:pos x="T0" y="T1"/>
                  </a:cxn>
                  <a:cxn ang="0">
                    <a:pos x="T2" y="T3"/>
                  </a:cxn>
                  <a:cxn ang="0">
                    <a:pos x="T4" y="T5"/>
                  </a:cxn>
                  <a:cxn ang="0">
                    <a:pos x="T6" y="T7"/>
                  </a:cxn>
                  <a:cxn ang="0">
                    <a:pos x="T8" y="T9"/>
                  </a:cxn>
                  <a:cxn ang="0">
                    <a:pos x="T10" y="T11"/>
                  </a:cxn>
                  <a:cxn ang="0">
                    <a:pos x="T12" y="T13"/>
                  </a:cxn>
                </a:cxnLst>
                <a:rect l="0" t="0" r="r" b="b"/>
                <a:pathLst>
                  <a:path w="2255" h="722">
                    <a:moveTo>
                      <a:pt x="1710" y="722"/>
                    </a:moveTo>
                    <a:cubicBezTo>
                      <a:pt x="1711" y="722"/>
                      <a:pt x="1711" y="722"/>
                      <a:pt x="1711" y="722"/>
                    </a:cubicBezTo>
                    <a:cubicBezTo>
                      <a:pt x="2255" y="571"/>
                      <a:pt x="2255" y="571"/>
                      <a:pt x="2255" y="571"/>
                    </a:cubicBezTo>
                    <a:cubicBezTo>
                      <a:pt x="2255" y="571"/>
                      <a:pt x="2255" y="571"/>
                      <a:pt x="2255" y="571"/>
                    </a:cubicBezTo>
                    <a:cubicBezTo>
                      <a:pt x="1140" y="0"/>
                      <a:pt x="0" y="526"/>
                      <a:pt x="0" y="526"/>
                    </a:cubicBezTo>
                    <a:cubicBezTo>
                      <a:pt x="2" y="530"/>
                      <a:pt x="2" y="530"/>
                      <a:pt x="2" y="530"/>
                    </a:cubicBezTo>
                    <a:cubicBezTo>
                      <a:pt x="799" y="190"/>
                      <a:pt x="1646" y="683"/>
                      <a:pt x="1710" y="722"/>
                    </a:cubicBezTo>
                    <a:close/>
                  </a:path>
                </a:pathLst>
              </a:custGeom>
              <a:solidFill>
                <a:schemeClr val="accent1">
                  <a:lumMod val="50000"/>
                </a:schemeClr>
              </a:solidFill>
              <a:ln>
                <a:noFill/>
              </a:ln>
            </p:spPr>
            <p:txBody>
              <a:bodyPr vert="horz" wrap="square" lIns="121731" tIns="60866" rIns="121731" bIns="60866" numCol="1" anchor="t" anchorCtr="0" compatLnSpc="1">
                <a:prstTxWarp prst="textNoShape">
                  <a:avLst/>
                </a:prstTxWarp>
              </a:bodyPr>
              <a:lstStyle/>
              <a:p>
                <a:pPr marL="0" marR="0" lvl="0" indent="0" algn="l" defTabSz="912971" rtl="0" eaLnBrk="1" fontAlgn="auto" latinLnBrk="0" hangingPunct="1">
                  <a:lnSpc>
                    <a:spcPct val="100000"/>
                  </a:lnSpc>
                  <a:spcBef>
                    <a:spcPts val="0"/>
                  </a:spcBef>
                  <a:spcAft>
                    <a:spcPts val="0"/>
                  </a:spcAft>
                  <a:buClrTx/>
                  <a:buSzTx/>
                  <a:buFontTx/>
                  <a:buNone/>
                  <a:tabLst/>
                  <a:defRPr/>
                </a:pPr>
                <a:endParaRPr kumimoji="0" lang="en-US" sz="3195" b="0" i="0" u="none" strike="noStrike" kern="1200" cap="none" spc="0" normalizeH="0" baseline="0" noProof="0">
                  <a:ln>
                    <a:noFill/>
                  </a:ln>
                  <a:solidFill>
                    <a:prstClr val="black"/>
                  </a:solidFill>
                  <a:effectLst/>
                  <a:uLnTx/>
                  <a:uFillTx/>
                  <a:latin typeface="+mn-ea"/>
                  <a:cs typeface="+mn-ea"/>
                  <a:sym typeface="+mn-lt"/>
                </a:endParaRPr>
              </a:p>
            </p:txBody>
          </p:sp>
          <p:sp>
            <p:nvSpPr>
              <p:cNvPr id="1049" name="Freeform 6">
                <a:extLst>
                  <a:ext uri="{FF2B5EF4-FFF2-40B4-BE49-F238E27FC236}">
                    <a16:creationId xmlns:a16="http://schemas.microsoft.com/office/drawing/2014/main" id="{3A3F5A84-3F97-81D1-6F23-D8CFE4F8BF66}"/>
                  </a:ext>
                </a:extLst>
              </p:cNvPr>
              <p:cNvSpPr>
                <a:spLocks/>
              </p:cNvSpPr>
              <p:nvPr/>
            </p:nvSpPr>
            <p:spPr bwMode="auto">
              <a:xfrm rot="10800000">
                <a:off x="764868" y="3362250"/>
                <a:ext cx="898970" cy="705140"/>
              </a:xfrm>
              <a:custGeom>
                <a:avLst/>
                <a:gdLst>
                  <a:gd name="T0" fmla="*/ 105 w 649"/>
                  <a:gd name="T1" fmla="*/ 151 h 509"/>
                  <a:gd name="T2" fmla="*/ 104 w 649"/>
                  <a:gd name="T3" fmla="*/ 151 h 509"/>
                  <a:gd name="T4" fmla="*/ 0 w 649"/>
                  <a:gd name="T5" fmla="*/ 509 h 509"/>
                  <a:gd name="T6" fmla="*/ 1 w 649"/>
                  <a:gd name="T7" fmla="*/ 509 h 509"/>
                  <a:gd name="T8" fmla="*/ 447 w 649"/>
                  <a:gd name="T9" fmla="*/ 375 h 509"/>
                  <a:gd name="T10" fmla="*/ 649 w 649"/>
                  <a:gd name="T11" fmla="*/ 0 h 509"/>
                  <a:gd name="T12" fmla="*/ 105 w 649"/>
                  <a:gd name="T13" fmla="*/ 151 h 509"/>
                </a:gdLst>
                <a:ahLst/>
                <a:cxnLst>
                  <a:cxn ang="0">
                    <a:pos x="T0" y="T1"/>
                  </a:cxn>
                  <a:cxn ang="0">
                    <a:pos x="T2" y="T3"/>
                  </a:cxn>
                  <a:cxn ang="0">
                    <a:pos x="T4" y="T5"/>
                  </a:cxn>
                  <a:cxn ang="0">
                    <a:pos x="T6" y="T7"/>
                  </a:cxn>
                  <a:cxn ang="0">
                    <a:pos x="T8" y="T9"/>
                  </a:cxn>
                  <a:cxn ang="0">
                    <a:pos x="T10" y="T11"/>
                  </a:cxn>
                  <a:cxn ang="0">
                    <a:pos x="T12" y="T13"/>
                  </a:cxn>
                </a:cxnLst>
                <a:rect l="0" t="0" r="r" b="b"/>
                <a:pathLst>
                  <a:path w="649" h="509">
                    <a:moveTo>
                      <a:pt x="105" y="151"/>
                    </a:moveTo>
                    <a:cubicBezTo>
                      <a:pt x="104" y="151"/>
                      <a:pt x="104" y="151"/>
                      <a:pt x="104" y="151"/>
                    </a:cubicBezTo>
                    <a:cubicBezTo>
                      <a:pt x="0" y="509"/>
                      <a:pt x="0" y="509"/>
                      <a:pt x="0" y="509"/>
                    </a:cubicBezTo>
                    <a:cubicBezTo>
                      <a:pt x="0" y="509"/>
                      <a:pt x="0" y="509"/>
                      <a:pt x="1" y="509"/>
                    </a:cubicBezTo>
                    <a:cubicBezTo>
                      <a:pt x="447" y="375"/>
                      <a:pt x="447" y="375"/>
                      <a:pt x="447" y="375"/>
                    </a:cubicBezTo>
                    <a:cubicBezTo>
                      <a:pt x="649" y="0"/>
                      <a:pt x="649" y="0"/>
                      <a:pt x="649" y="0"/>
                    </a:cubicBezTo>
                    <a:lnTo>
                      <a:pt x="105" y="151"/>
                    </a:lnTo>
                    <a:close/>
                  </a:path>
                </a:pathLst>
              </a:custGeom>
              <a:solidFill>
                <a:schemeClr val="accent1">
                  <a:lumMod val="75000"/>
                </a:schemeClr>
              </a:solidFill>
              <a:ln w="9525">
                <a:noFill/>
                <a:round/>
                <a:headEnd/>
                <a:tailEnd/>
              </a:ln>
            </p:spPr>
            <p:txBody>
              <a:bodyPr vert="horz" wrap="square" lIns="121731" tIns="60866" rIns="121731" bIns="60866" numCol="1" anchor="t" anchorCtr="0" compatLnSpc="1">
                <a:prstTxWarp prst="textNoShape">
                  <a:avLst/>
                </a:prstTxWarp>
              </a:bodyPr>
              <a:lstStyle/>
              <a:p>
                <a:pPr marL="0" marR="0" lvl="0" indent="0" algn="l" defTabSz="912971" rtl="0" eaLnBrk="1" fontAlgn="auto" latinLnBrk="0" hangingPunct="1">
                  <a:lnSpc>
                    <a:spcPct val="100000"/>
                  </a:lnSpc>
                  <a:spcBef>
                    <a:spcPts val="0"/>
                  </a:spcBef>
                  <a:spcAft>
                    <a:spcPts val="0"/>
                  </a:spcAft>
                  <a:buClrTx/>
                  <a:buSzTx/>
                  <a:buFontTx/>
                  <a:buNone/>
                  <a:tabLst/>
                  <a:defRPr/>
                </a:pPr>
                <a:endParaRPr kumimoji="0" lang="en-US" sz="3195" b="0" i="0" u="none" strike="noStrike" kern="1200" cap="none" spc="0" normalizeH="0" baseline="0" noProof="0">
                  <a:ln>
                    <a:noFill/>
                  </a:ln>
                  <a:solidFill>
                    <a:prstClr val="black"/>
                  </a:solidFill>
                  <a:effectLst/>
                  <a:uLnTx/>
                  <a:uFillTx/>
                  <a:latin typeface="+mn-ea"/>
                  <a:cs typeface="+mn-ea"/>
                  <a:sym typeface="+mn-lt"/>
                </a:endParaRPr>
              </a:p>
            </p:txBody>
          </p:sp>
          <p:sp>
            <p:nvSpPr>
              <p:cNvPr id="1050" name="Freeform 12">
                <a:extLst>
                  <a:ext uri="{FF2B5EF4-FFF2-40B4-BE49-F238E27FC236}">
                    <a16:creationId xmlns:a16="http://schemas.microsoft.com/office/drawing/2014/main" id="{EDAD98EB-6954-E795-7095-DE3B5879BC0D}"/>
                  </a:ext>
                </a:extLst>
              </p:cNvPr>
              <p:cNvSpPr>
                <a:spLocks/>
              </p:cNvSpPr>
              <p:nvPr/>
            </p:nvSpPr>
            <p:spPr bwMode="auto">
              <a:xfrm rot="10800000">
                <a:off x="1520137" y="3362251"/>
                <a:ext cx="2362721" cy="1231490"/>
              </a:xfrm>
              <a:custGeom>
                <a:avLst/>
                <a:gdLst>
                  <a:gd name="T0" fmla="*/ 1604 w 1708"/>
                  <a:gd name="T1" fmla="*/ 890 h 890"/>
                  <a:gd name="T2" fmla="*/ 1708 w 1708"/>
                  <a:gd name="T3" fmla="*/ 532 h 890"/>
                  <a:gd name="T4" fmla="*/ 0 w 1708"/>
                  <a:gd name="T5" fmla="*/ 340 h 890"/>
                  <a:gd name="T6" fmla="*/ 198 w 1708"/>
                  <a:gd name="T7" fmla="*/ 691 h 890"/>
                  <a:gd name="T8" fmla="*/ 1604 w 1708"/>
                  <a:gd name="T9" fmla="*/ 890 h 890"/>
                </a:gdLst>
                <a:ahLst/>
                <a:cxnLst>
                  <a:cxn ang="0">
                    <a:pos x="T0" y="T1"/>
                  </a:cxn>
                  <a:cxn ang="0">
                    <a:pos x="T2" y="T3"/>
                  </a:cxn>
                  <a:cxn ang="0">
                    <a:pos x="T4" y="T5"/>
                  </a:cxn>
                  <a:cxn ang="0">
                    <a:pos x="T6" y="T7"/>
                  </a:cxn>
                  <a:cxn ang="0">
                    <a:pos x="T8" y="T9"/>
                  </a:cxn>
                </a:cxnLst>
                <a:rect l="0" t="0" r="r" b="b"/>
                <a:pathLst>
                  <a:path w="1708" h="890">
                    <a:moveTo>
                      <a:pt x="1604" y="890"/>
                    </a:moveTo>
                    <a:cubicBezTo>
                      <a:pt x="1708" y="532"/>
                      <a:pt x="1708" y="532"/>
                      <a:pt x="1708" y="532"/>
                    </a:cubicBezTo>
                    <a:cubicBezTo>
                      <a:pt x="1644" y="493"/>
                      <a:pt x="797" y="0"/>
                      <a:pt x="0" y="340"/>
                    </a:cubicBezTo>
                    <a:cubicBezTo>
                      <a:pt x="198" y="691"/>
                      <a:pt x="198" y="691"/>
                      <a:pt x="198" y="691"/>
                    </a:cubicBezTo>
                    <a:cubicBezTo>
                      <a:pt x="278" y="659"/>
                      <a:pt x="854" y="453"/>
                      <a:pt x="1604" y="890"/>
                    </a:cubicBezTo>
                    <a:close/>
                  </a:path>
                </a:pathLst>
              </a:custGeom>
              <a:solidFill>
                <a:schemeClr val="accent1"/>
              </a:solidFill>
              <a:ln w="9525">
                <a:noFill/>
                <a:round/>
                <a:headEnd/>
                <a:tailEnd/>
              </a:ln>
            </p:spPr>
            <p:txBody>
              <a:bodyPr vert="horz" wrap="square" lIns="121731" tIns="60866" rIns="121731" bIns="60866" numCol="1" anchor="t" anchorCtr="0" compatLnSpc="1">
                <a:prstTxWarp prst="textNoShape">
                  <a:avLst/>
                </a:prstTxWarp>
              </a:bodyPr>
              <a:lstStyle/>
              <a:p>
                <a:pPr marL="0" marR="0" lvl="0" indent="0" algn="l" defTabSz="912971" rtl="0" eaLnBrk="1" fontAlgn="auto" latinLnBrk="0" hangingPunct="1">
                  <a:lnSpc>
                    <a:spcPct val="100000"/>
                  </a:lnSpc>
                  <a:spcBef>
                    <a:spcPts val="0"/>
                  </a:spcBef>
                  <a:spcAft>
                    <a:spcPts val="0"/>
                  </a:spcAft>
                  <a:buClrTx/>
                  <a:buSzTx/>
                  <a:buFontTx/>
                  <a:buNone/>
                  <a:tabLst/>
                  <a:defRPr/>
                </a:pPr>
                <a:endParaRPr kumimoji="0" lang="en-US" sz="3195" b="0" i="0" u="none" strike="noStrike" kern="1200" cap="none" spc="0" normalizeH="0" baseline="0" noProof="0">
                  <a:ln>
                    <a:noFill/>
                  </a:ln>
                  <a:solidFill>
                    <a:prstClr val="black"/>
                  </a:solidFill>
                  <a:effectLst/>
                  <a:uLnTx/>
                  <a:uFillTx/>
                  <a:latin typeface="+mn-ea"/>
                  <a:cs typeface="+mn-ea"/>
                  <a:sym typeface="+mn-lt"/>
                </a:endParaRPr>
              </a:p>
            </p:txBody>
          </p:sp>
        </p:grpSp>
        <p:grpSp>
          <p:nvGrpSpPr>
            <p:cNvPr id="1032" name="Group 12">
              <a:extLst>
                <a:ext uri="{FF2B5EF4-FFF2-40B4-BE49-F238E27FC236}">
                  <a16:creationId xmlns:a16="http://schemas.microsoft.com/office/drawing/2014/main" id="{A57D1B6E-D438-10F8-4E91-1E86C434DE0C}"/>
                </a:ext>
              </a:extLst>
            </p:cNvPr>
            <p:cNvGrpSpPr/>
            <p:nvPr/>
          </p:nvGrpSpPr>
          <p:grpSpPr>
            <a:xfrm>
              <a:off x="7897507" y="2106358"/>
              <a:ext cx="1653125" cy="1004796"/>
              <a:chOff x="1697257" y="1786545"/>
              <a:chExt cx="1239844" cy="753597"/>
            </a:xfrm>
            <a:solidFill>
              <a:schemeClr val="accent6">
                <a:lumMod val="40000"/>
                <a:lumOff val="60000"/>
              </a:schemeClr>
            </a:solidFill>
          </p:grpSpPr>
          <p:sp>
            <p:nvSpPr>
              <p:cNvPr id="1043" name="Freeform 8">
                <a:extLst>
                  <a:ext uri="{FF2B5EF4-FFF2-40B4-BE49-F238E27FC236}">
                    <a16:creationId xmlns:a16="http://schemas.microsoft.com/office/drawing/2014/main" id="{B783D346-B3C2-968F-0D9A-295AC5B99DF7}"/>
                  </a:ext>
                </a:extLst>
              </p:cNvPr>
              <p:cNvSpPr>
                <a:spLocks/>
              </p:cNvSpPr>
              <p:nvPr/>
            </p:nvSpPr>
            <p:spPr bwMode="auto">
              <a:xfrm rot="10800000">
                <a:off x="1697257" y="1786546"/>
                <a:ext cx="426092" cy="551413"/>
              </a:xfrm>
              <a:custGeom>
                <a:avLst/>
                <a:gdLst>
                  <a:gd name="T0" fmla="*/ 0 w 255"/>
                  <a:gd name="T1" fmla="*/ 330 h 330"/>
                  <a:gd name="T2" fmla="*/ 92 w 255"/>
                  <a:gd name="T3" fmla="*/ 302 h 330"/>
                  <a:gd name="T4" fmla="*/ 255 w 255"/>
                  <a:gd name="T5" fmla="*/ 0 h 330"/>
                  <a:gd name="T6" fmla="*/ 83 w 255"/>
                  <a:gd name="T7" fmla="*/ 46 h 330"/>
                  <a:gd name="T8" fmla="*/ 0 w 255"/>
                  <a:gd name="T9" fmla="*/ 330 h 330"/>
                </a:gdLst>
                <a:ahLst/>
                <a:cxnLst>
                  <a:cxn ang="0">
                    <a:pos x="T0" y="T1"/>
                  </a:cxn>
                  <a:cxn ang="0">
                    <a:pos x="T2" y="T3"/>
                  </a:cxn>
                  <a:cxn ang="0">
                    <a:pos x="T4" y="T5"/>
                  </a:cxn>
                  <a:cxn ang="0">
                    <a:pos x="T6" y="T7"/>
                  </a:cxn>
                  <a:cxn ang="0">
                    <a:pos x="T8" y="T9"/>
                  </a:cxn>
                </a:cxnLst>
                <a:rect l="0" t="0" r="r" b="b"/>
                <a:pathLst>
                  <a:path w="255" h="330">
                    <a:moveTo>
                      <a:pt x="0" y="330"/>
                    </a:moveTo>
                    <a:lnTo>
                      <a:pt x="92" y="302"/>
                    </a:lnTo>
                    <a:lnTo>
                      <a:pt x="255" y="0"/>
                    </a:lnTo>
                    <a:lnTo>
                      <a:pt x="83" y="46"/>
                    </a:lnTo>
                    <a:lnTo>
                      <a:pt x="0" y="330"/>
                    </a:lnTo>
                    <a:close/>
                  </a:path>
                </a:pathLst>
              </a:custGeom>
              <a:solidFill>
                <a:schemeClr val="accent2">
                  <a:lumMod val="75000"/>
                </a:schemeClr>
              </a:solidFill>
              <a:ln w="9525">
                <a:noFill/>
                <a:round/>
                <a:headEnd/>
                <a:tailEnd/>
              </a:ln>
            </p:spPr>
            <p:txBody>
              <a:bodyPr vert="horz" wrap="square" lIns="121731" tIns="60866" rIns="121731" bIns="60866" numCol="1" anchor="t" anchorCtr="0" compatLnSpc="1">
                <a:prstTxWarp prst="textNoShape">
                  <a:avLst/>
                </a:prstTxWarp>
              </a:bodyPr>
              <a:lstStyle/>
              <a:p>
                <a:pPr defTabSz="912971"/>
                <a:endParaRPr lang="en-US" sz="3195">
                  <a:solidFill>
                    <a:prstClr val="black"/>
                  </a:solidFill>
                  <a:latin typeface="+mn-ea"/>
                  <a:cs typeface="+mn-ea"/>
                  <a:sym typeface="+mn-lt"/>
                </a:endParaRPr>
              </a:p>
            </p:txBody>
          </p:sp>
          <p:sp>
            <p:nvSpPr>
              <p:cNvPr id="1044" name="Freeform 15">
                <a:extLst>
                  <a:ext uri="{FF2B5EF4-FFF2-40B4-BE49-F238E27FC236}">
                    <a16:creationId xmlns:a16="http://schemas.microsoft.com/office/drawing/2014/main" id="{D0FC7512-C05E-18A5-0B06-5F77CCD69FFC}"/>
                  </a:ext>
                </a:extLst>
              </p:cNvPr>
              <p:cNvSpPr>
                <a:spLocks/>
              </p:cNvSpPr>
              <p:nvPr/>
            </p:nvSpPr>
            <p:spPr bwMode="auto">
              <a:xfrm rot="10800000">
                <a:off x="1984660" y="1786545"/>
                <a:ext cx="952441" cy="736889"/>
              </a:xfrm>
              <a:custGeom>
                <a:avLst/>
                <a:gdLst>
                  <a:gd name="T0" fmla="*/ 588 w 688"/>
                  <a:gd name="T1" fmla="*/ 532 h 532"/>
                  <a:gd name="T2" fmla="*/ 588 w 688"/>
                  <a:gd name="T3" fmla="*/ 532 h 532"/>
                  <a:gd name="T4" fmla="*/ 688 w 688"/>
                  <a:gd name="T5" fmla="*/ 189 h 532"/>
                  <a:gd name="T6" fmla="*/ 688 w 688"/>
                  <a:gd name="T7" fmla="*/ 189 h 532"/>
                  <a:gd name="T8" fmla="*/ 0 w 688"/>
                  <a:gd name="T9" fmla="*/ 58 h 532"/>
                  <a:gd name="T10" fmla="*/ 220 w 688"/>
                  <a:gd name="T11" fmla="*/ 450 h 532"/>
                  <a:gd name="T12" fmla="*/ 588 w 688"/>
                  <a:gd name="T13" fmla="*/ 532 h 532"/>
                </a:gdLst>
                <a:ahLst/>
                <a:cxnLst>
                  <a:cxn ang="0">
                    <a:pos x="T0" y="T1"/>
                  </a:cxn>
                  <a:cxn ang="0">
                    <a:pos x="T2" y="T3"/>
                  </a:cxn>
                  <a:cxn ang="0">
                    <a:pos x="T4" y="T5"/>
                  </a:cxn>
                  <a:cxn ang="0">
                    <a:pos x="T6" y="T7"/>
                  </a:cxn>
                  <a:cxn ang="0">
                    <a:pos x="T8" y="T9"/>
                  </a:cxn>
                  <a:cxn ang="0">
                    <a:pos x="T10" y="T11"/>
                  </a:cxn>
                  <a:cxn ang="0">
                    <a:pos x="T12" y="T13"/>
                  </a:cxn>
                </a:cxnLst>
                <a:rect l="0" t="0" r="r" b="b"/>
                <a:pathLst>
                  <a:path w="688" h="532">
                    <a:moveTo>
                      <a:pt x="588" y="532"/>
                    </a:moveTo>
                    <a:cubicBezTo>
                      <a:pt x="588" y="532"/>
                      <a:pt x="588" y="532"/>
                      <a:pt x="588" y="532"/>
                    </a:cubicBezTo>
                    <a:cubicBezTo>
                      <a:pt x="688" y="189"/>
                      <a:pt x="688" y="189"/>
                      <a:pt x="688" y="189"/>
                    </a:cubicBezTo>
                    <a:cubicBezTo>
                      <a:pt x="688" y="189"/>
                      <a:pt x="688" y="189"/>
                      <a:pt x="688" y="189"/>
                    </a:cubicBezTo>
                    <a:cubicBezTo>
                      <a:pt x="435" y="16"/>
                      <a:pt x="201" y="0"/>
                      <a:pt x="0" y="58"/>
                    </a:cubicBezTo>
                    <a:cubicBezTo>
                      <a:pt x="220" y="450"/>
                      <a:pt x="220" y="450"/>
                      <a:pt x="220" y="450"/>
                    </a:cubicBezTo>
                    <a:cubicBezTo>
                      <a:pt x="336" y="424"/>
                      <a:pt x="459" y="445"/>
                      <a:pt x="588" y="532"/>
                    </a:cubicBezTo>
                    <a:close/>
                  </a:path>
                </a:pathLst>
              </a:custGeom>
              <a:solidFill>
                <a:schemeClr val="accent2"/>
              </a:solidFill>
              <a:ln w="9525">
                <a:noFill/>
                <a:round/>
                <a:headEnd/>
                <a:tailEnd/>
              </a:ln>
            </p:spPr>
            <p:txBody>
              <a:bodyPr vert="horz" wrap="square" lIns="121731" tIns="60866" rIns="121731" bIns="60866" numCol="1" anchor="t" anchorCtr="0" compatLnSpc="1">
                <a:prstTxWarp prst="textNoShape">
                  <a:avLst/>
                </a:prstTxWarp>
              </a:bodyPr>
              <a:lstStyle/>
              <a:p>
                <a:pPr defTabSz="912971"/>
                <a:endParaRPr lang="en-US" sz="3195">
                  <a:solidFill>
                    <a:prstClr val="black"/>
                  </a:solidFill>
                  <a:latin typeface="+mn-ea"/>
                  <a:cs typeface="+mn-ea"/>
                  <a:sym typeface="+mn-lt"/>
                </a:endParaRPr>
              </a:p>
            </p:txBody>
          </p:sp>
          <p:sp>
            <p:nvSpPr>
              <p:cNvPr id="1045" name="Freeform 24">
                <a:extLst>
                  <a:ext uri="{FF2B5EF4-FFF2-40B4-BE49-F238E27FC236}">
                    <a16:creationId xmlns:a16="http://schemas.microsoft.com/office/drawing/2014/main" id="{7F49408B-C9DE-B943-BD9A-A81B99738BE6}"/>
                  </a:ext>
                </a:extLst>
              </p:cNvPr>
              <p:cNvSpPr>
                <a:spLocks/>
              </p:cNvSpPr>
              <p:nvPr/>
            </p:nvSpPr>
            <p:spPr bwMode="auto">
              <a:xfrm rot="10800000">
                <a:off x="1971293" y="2261093"/>
                <a:ext cx="932389" cy="279049"/>
              </a:xfrm>
              <a:custGeom>
                <a:avLst/>
                <a:gdLst>
                  <a:gd name="T0" fmla="*/ 191 w 674"/>
                  <a:gd name="T1" fmla="*/ 0 h 201"/>
                  <a:gd name="T2" fmla="*/ 0 w 674"/>
                  <a:gd name="T3" fmla="*/ 63 h 201"/>
                  <a:gd name="T4" fmla="*/ 664 w 674"/>
                  <a:gd name="T5" fmla="*/ 201 h 201"/>
                  <a:gd name="T6" fmla="*/ 664 w 674"/>
                  <a:gd name="T7" fmla="*/ 201 h 201"/>
                  <a:gd name="T8" fmla="*/ 674 w 674"/>
                  <a:gd name="T9" fmla="*/ 168 h 201"/>
                  <a:gd name="T10" fmla="*/ 191 w 674"/>
                  <a:gd name="T11" fmla="*/ 0 h 201"/>
                </a:gdLst>
                <a:ahLst/>
                <a:cxnLst>
                  <a:cxn ang="0">
                    <a:pos x="T0" y="T1"/>
                  </a:cxn>
                  <a:cxn ang="0">
                    <a:pos x="T2" y="T3"/>
                  </a:cxn>
                  <a:cxn ang="0">
                    <a:pos x="T4" y="T5"/>
                  </a:cxn>
                  <a:cxn ang="0">
                    <a:pos x="T6" y="T7"/>
                  </a:cxn>
                  <a:cxn ang="0">
                    <a:pos x="T8" y="T9"/>
                  </a:cxn>
                  <a:cxn ang="0">
                    <a:pos x="T10" y="T11"/>
                  </a:cxn>
                </a:cxnLst>
                <a:rect l="0" t="0" r="r" b="b"/>
                <a:pathLst>
                  <a:path w="674" h="201">
                    <a:moveTo>
                      <a:pt x="191" y="0"/>
                    </a:moveTo>
                    <a:cubicBezTo>
                      <a:pt x="86" y="21"/>
                      <a:pt x="26" y="49"/>
                      <a:pt x="0" y="63"/>
                    </a:cubicBezTo>
                    <a:cubicBezTo>
                      <a:pt x="196" y="13"/>
                      <a:pt x="421" y="35"/>
                      <a:pt x="664" y="201"/>
                    </a:cubicBezTo>
                    <a:cubicBezTo>
                      <a:pt x="664" y="201"/>
                      <a:pt x="664" y="201"/>
                      <a:pt x="664" y="201"/>
                    </a:cubicBezTo>
                    <a:cubicBezTo>
                      <a:pt x="674" y="168"/>
                      <a:pt x="674" y="168"/>
                      <a:pt x="674" y="168"/>
                    </a:cubicBezTo>
                    <a:cubicBezTo>
                      <a:pt x="501" y="52"/>
                      <a:pt x="339" y="3"/>
                      <a:pt x="191" y="0"/>
                    </a:cubicBezTo>
                    <a:close/>
                  </a:path>
                </a:pathLst>
              </a:custGeom>
              <a:solidFill>
                <a:schemeClr val="accent2">
                  <a:lumMod val="50000"/>
                </a:schemeClr>
              </a:solidFill>
              <a:ln w="9525">
                <a:noFill/>
                <a:round/>
                <a:headEnd/>
                <a:tailEnd/>
              </a:ln>
            </p:spPr>
            <p:txBody>
              <a:bodyPr vert="horz" wrap="square" lIns="121731" tIns="60866" rIns="121731" bIns="60866" numCol="1" anchor="t" anchorCtr="0" compatLnSpc="1">
                <a:prstTxWarp prst="textNoShape">
                  <a:avLst/>
                </a:prstTxWarp>
              </a:bodyPr>
              <a:lstStyle/>
              <a:p>
                <a:pPr defTabSz="912971"/>
                <a:endParaRPr lang="en-US" sz="3195">
                  <a:solidFill>
                    <a:prstClr val="black"/>
                  </a:solidFill>
                  <a:latin typeface="+mn-ea"/>
                  <a:cs typeface="+mn-ea"/>
                  <a:sym typeface="+mn-lt"/>
                </a:endParaRPr>
              </a:p>
            </p:txBody>
          </p:sp>
          <p:sp>
            <p:nvSpPr>
              <p:cNvPr id="1046" name="Freeform 28">
                <a:extLst>
                  <a:ext uri="{FF2B5EF4-FFF2-40B4-BE49-F238E27FC236}">
                    <a16:creationId xmlns:a16="http://schemas.microsoft.com/office/drawing/2014/main" id="{B5D3BF12-5C4C-452F-9A86-AD81FDD33558}"/>
                  </a:ext>
                </a:extLst>
              </p:cNvPr>
              <p:cNvSpPr>
                <a:spLocks/>
              </p:cNvSpPr>
              <p:nvPr/>
            </p:nvSpPr>
            <p:spPr bwMode="auto">
              <a:xfrm rot="10800000">
                <a:off x="1697257" y="2261096"/>
                <a:ext cx="287403" cy="106941"/>
              </a:xfrm>
              <a:custGeom>
                <a:avLst/>
                <a:gdLst>
                  <a:gd name="T0" fmla="*/ 10 w 207"/>
                  <a:gd name="T1" fmla="*/ 44 h 77"/>
                  <a:gd name="T2" fmla="*/ 10 w 207"/>
                  <a:gd name="T3" fmla="*/ 44 h 77"/>
                  <a:gd name="T4" fmla="*/ 0 w 207"/>
                  <a:gd name="T5" fmla="*/ 77 h 77"/>
                  <a:gd name="T6" fmla="*/ 207 w 207"/>
                  <a:gd name="T7" fmla="*/ 22 h 77"/>
                  <a:gd name="T8" fmla="*/ 159 w 207"/>
                  <a:gd name="T9" fmla="*/ 0 h 77"/>
                  <a:gd name="T10" fmla="*/ 10 w 207"/>
                  <a:gd name="T11" fmla="*/ 44 h 77"/>
                </a:gdLst>
                <a:ahLst/>
                <a:cxnLst>
                  <a:cxn ang="0">
                    <a:pos x="T0" y="T1"/>
                  </a:cxn>
                  <a:cxn ang="0">
                    <a:pos x="T2" y="T3"/>
                  </a:cxn>
                  <a:cxn ang="0">
                    <a:pos x="T4" y="T5"/>
                  </a:cxn>
                  <a:cxn ang="0">
                    <a:pos x="T6" y="T7"/>
                  </a:cxn>
                  <a:cxn ang="0">
                    <a:pos x="T8" y="T9"/>
                  </a:cxn>
                  <a:cxn ang="0">
                    <a:pos x="T10" y="T11"/>
                  </a:cxn>
                </a:cxnLst>
                <a:rect l="0" t="0" r="r" b="b"/>
                <a:pathLst>
                  <a:path w="207" h="77">
                    <a:moveTo>
                      <a:pt x="10" y="44"/>
                    </a:moveTo>
                    <a:cubicBezTo>
                      <a:pt x="10" y="44"/>
                      <a:pt x="10" y="44"/>
                      <a:pt x="10" y="44"/>
                    </a:cubicBezTo>
                    <a:cubicBezTo>
                      <a:pt x="0" y="77"/>
                      <a:pt x="0" y="77"/>
                      <a:pt x="0" y="77"/>
                    </a:cubicBezTo>
                    <a:cubicBezTo>
                      <a:pt x="207" y="22"/>
                      <a:pt x="207" y="22"/>
                      <a:pt x="207" y="22"/>
                    </a:cubicBezTo>
                    <a:cubicBezTo>
                      <a:pt x="159" y="0"/>
                      <a:pt x="159" y="0"/>
                      <a:pt x="159" y="0"/>
                    </a:cubicBezTo>
                    <a:lnTo>
                      <a:pt x="10" y="44"/>
                    </a:lnTo>
                    <a:close/>
                  </a:path>
                </a:pathLst>
              </a:custGeom>
              <a:solidFill>
                <a:schemeClr val="accent2">
                  <a:lumMod val="50000"/>
                </a:schemeClr>
              </a:solidFill>
              <a:ln w="9525">
                <a:noFill/>
                <a:round/>
                <a:headEnd/>
                <a:tailEnd/>
              </a:ln>
            </p:spPr>
            <p:txBody>
              <a:bodyPr vert="horz" wrap="square" lIns="121731" tIns="60866" rIns="121731" bIns="60866" numCol="1" anchor="t" anchorCtr="0" compatLnSpc="1">
                <a:prstTxWarp prst="textNoShape">
                  <a:avLst/>
                </a:prstTxWarp>
              </a:bodyPr>
              <a:lstStyle/>
              <a:p>
                <a:pPr defTabSz="912971"/>
                <a:endParaRPr lang="en-US" sz="3195" dirty="0">
                  <a:solidFill>
                    <a:prstClr val="black"/>
                  </a:solidFill>
                  <a:latin typeface="+mn-ea"/>
                  <a:cs typeface="+mn-ea"/>
                  <a:sym typeface="+mn-lt"/>
                </a:endParaRPr>
              </a:p>
            </p:txBody>
          </p:sp>
        </p:grpSp>
        <p:grpSp>
          <p:nvGrpSpPr>
            <p:cNvPr id="1033" name="Group 13">
              <a:extLst>
                <a:ext uri="{FF2B5EF4-FFF2-40B4-BE49-F238E27FC236}">
                  <a16:creationId xmlns:a16="http://schemas.microsoft.com/office/drawing/2014/main" id="{EF7635FD-A9B7-C1F5-A79B-2D787B0A1B13}"/>
                </a:ext>
              </a:extLst>
            </p:cNvPr>
            <p:cNvGrpSpPr/>
            <p:nvPr/>
          </p:nvGrpSpPr>
          <p:grpSpPr>
            <a:xfrm>
              <a:off x="7487568" y="2801472"/>
              <a:ext cx="2499739" cy="1142929"/>
              <a:chOff x="1389803" y="2307882"/>
              <a:chExt cx="1874804" cy="857197"/>
            </a:xfrm>
            <a:solidFill>
              <a:schemeClr val="accent3"/>
            </a:solidFill>
          </p:grpSpPr>
          <p:sp>
            <p:nvSpPr>
              <p:cNvPr id="1039" name="Freeform 9">
                <a:extLst>
                  <a:ext uri="{FF2B5EF4-FFF2-40B4-BE49-F238E27FC236}">
                    <a16:creationId xmlns:a16="http://schemas.microsoft.com/office/drawing/2014/main" id="{18544AA5-0724-FF0A-5EAD-0FEA12436E28}"/>
                  </a:ext>
                </a:extLst>
              </p:cNvPr>
              <p:cNvSpPr>
                <a:spLocks/>
              </p:cNvSpPr>
              <p:nvPr/>
            </p:nvSpPr>
            <p:spPr bwMode="auto">
              <a:xfrm rot="10800000">
                <a:off x="1389803" y="2307882"/>
                <a:ext cx="581490" cy="601542"/>
              </a:xfrm>
              <a:custGeom>
                <a:avLst/>
                <a:gdLst>
                  <a:gd name="T0" fmla="*/ 102 w 420"/>
                  <a:gd name="T1" fmla="*/ 84 h 435"/>
                  <a:gd name="T2" fmla="*/ 0 w 420"/>
                  <a:gd name="T3" fmla="*/ 435 h 435"/>
                  <a:gd name="T4" fmla="*/ 0 w 420"/>
                  <a:gd name="T5" fmla="*/ 435 h 435"/>
                  <a:gd name="T6" fmla="*/ 222 w 420"/>
                  <a:gd name="T7" fmla="*/ 369 h 435"/>
                  <a:gd name="T8" fmla="*/ 420 w 420"/>
                  <a:gd name="T9" fmla="*/ 0 h 435"/>
                  <a:gd name="T10" fmla="*/ 102 w 420"/>
                  <a:gd name="T11" fmla="*/ 84 h 435"/>
                  <a:gd name="T12" fmla="*/ 102 w 420"/>
                  <a:gd name="T13" fmla="*/ 84 h 435"/>
                </a:gdLst>
                <a:ahLst/>
                <a:cxnLst>
                  <a:cxn ang="0">
                    <a:pos x="T0" y="T1"/>
                  </a:cxn>
                  <a:cxn ang="0">
                    <a:pos x="T2" y="T3"/>
                  </a:cxn>
                  <a:cxn ang="0">
                    <a:pos x="T4" y="T5"/>
                  </a:cxn>
                  <a:cxn ang="0">
                    <a:pos x="T6" y="T7"/>
                  </a:cxn>
                  <a:cxn ang="0">
                    <a:pos x="T8" y="T9"/>
                  </a:cxn>
                  <a:cxn ang="0">
                    <a:pos x="T10" y="T11"/>
                  </a:cxn>
                  <a:cxn ang="0">
                    <a:pos x="T12" y="T13"/>
                  </a:cxn>
                </a:cxnLst>
                <a:rect l="0" t="0" r="r" b="b"/>
                <a:pathLst>
                  <a:path w="420" h="435">
                    <a:moveTo>
                      <a:pt x="102" y="84"/>
                    </a:moveTo>
                    <a:cubicBezTo>
                      <a:pt x="0" y="435"/>
                      <a:pt x="0" y="435"/>
                      <a:pt x="0" y="435"/>
                    </a:cubicBezTo>
                    <a:cubicBezTo>
                      <a:pt x="0" y="435"/>
                      <a:pt x="0" y="435"/>
                      <a:pt x="0" y="435"/>
                    </a:cubicBezTo>
                    <a:cubicBezTo>
                      <a:pt x="222" y="369"/>
                      <a:pt x="222" y="369"/>
                      <a:pt x="222" y="369"/>
                    </a:cubicBezTo>
                    <a:cubicBezTo>
                      <a:pt x="420" y="0"/>
                      <a:pt x="420" y="0"/>
                      <a:pt x="420" y="0"/>
                    </a:cubicBezTo>
                    <a:cubicBezTo>
                      <a:pt x="102" y="84"/>
                      <a:pt x="102" y="84"/>
                      <a:pt x="102" y="84"/>
                    </a:cubicBezTo>
                    <a:cubicBezTo>
                      <a:pt x="102" y="84"/>
                      <a:pt x="102" y="84"/>
                      <a:pt x="102" y="84"/>
                    </a:cubicBezTo>
                    <a:close/>
                  </a:path>
                </a:pathLst>
              </a:custGeom>
              <a:solidFill>
                <a:schemeClr val="accent1">
                  <a:lumMod val="75000"/>
                </a:schemeClr>
              </a:solidFill>
              <a:ln w="9525">
                <a:noFill/>
                <a:round/>
                <a:headEnd/>
                <a:tailEnd/>
              </a:ln>
            </p:spPr>
            <p:txBody>
              <a:bodyPr vert="horz" wrap="square" lIns="121731" tIns="60866" rIns="121731" bIns="60866" numCol="1" anchor="t" anchorCtr="0" compatLnSpc="1">
                <a:prstTxWarp prst="textNoShape">
                  <a:avLst/>
                </a:prstTxWarp>
              </a:bodyPr>
              <a:lstStyle/>
              <a:p>
                <a:pPr defTabSz="912971"/>
                <a:endParaRPr lang="en-US" sz="3195">
                  <a:solidFill>
                    <a:prstClr val="black"/>
                  </a:solidFill>
                  <a:latin typeface="+mn-ea"/>
                  <a:cs typeface="+mn-ea"/>
                  <a:sym typeface="+mn-lt"/>
                </a:endParaRPr>
              </a:p>
            </p:txBody>
          </p:sp>
          <p:sp>
            <p:nvSpPr>
              <p:cNvPr id="1040" name="Freeform 11">
                <a:extLst>
                  <a:ext uri="{FF2B5EF4-FFF2-40B4-BE49-F238E27FC236}">
                    <a16:creationId xmlns:a16="http://schemas.microsoft.com/office/drawing/2014/main" id="{BB66D01F-0B07-AF74-D15F-CBBD9C05EE61}"/>
                  </a:ext>
                </a:extLst>
              </p:cNvPr>
              <p:cNvSpPr>
                <a:spLocks/>
              </p:cNvSpPr>
              <p:nvPr/>
            </p:nvSpPr>
            <p:spPr bwMode="auto">
              <a:xfrm rot="10800000">
                <a:off x="1829262" y="2307882"/>
                <a:ext cx="1435345" cy="845500"/>
              </a:xfrm>
              <a:custGeom>
                <a:avLst/>
                <a:gdLst>
                  <a:gd name="T0" fmla="*/ 935 w 1037"/>
                  <a:gd name="T1" fmla="*/ 612 h 612"/>
                  <a:gd name="T2" fmla="*/ 1037 w 1037"/>
                  <a:gd name="T3" fmla="*/ 261 h 612"/>
                  <a:gd name="T4" fmla="*/ 0 w 1037"/>
                  <a:gd name="T5" fmla="*/ 94 h 612"/>
                  <a:gd name="T6" fmla="*/ 215 w 1037"/>
                  <a:gd name="T7" fmla="*/ 476 h 612"/>
                  <a:gd name="T8" fmla="*/ 935 w 1037"/>
                  <a:gd name="T9" fmla="*/ 612 h 612"/>
                </a:gdLst>
                <a:ahLst/>
                <a:cxnLst>
                  <a:cxn ang="0">
                    <a:pos x="T0" y="T1"/>
                  </a:cxn>
                  <a:cxn ang="0">
                    <a:pos x="T2" y="T3"/>
                  </a:cxn>
                  <a:cxn ang="0">
                    <a:pos x="T4" y="T5"/>
                  </a:cxn>
                  <a:cxn ang="0">
                    <a:pos x="T6" y="T7"/>
                  </a:cxn>
                  <a:cxn ang="0">
                    <a:pos x="T8" y="T9"/>
                  </a:cxn>
                </a:cxnLst>
                <a:rect l="0" t="0" r="r" b="b"/>
                <a:pathLst>
                  <a:path w="1037" h="612">
                    <a:moveTo>
                      <a:pt x="935" y="612"/>
                    </a:moveTo>
                    <a:cubicBezTo>
                      <a:pt x="1037" y="261"/>
                      <a:pt x="1037" y="261"/>
                      <a:pt x="1037" y="261"/>
                    </a:cubicBezTo>
                    <a:cubicBezTo>
                      <a:pt x="594" y="0"/>
                      <a:pt x="242" y="13"/>
                      <a:pt x="0" y="94"/>
                    </a:cubicBezTo>
                    <a:cubicBezTo>
                      <a:pt x="215" y="476"/>
                      <a:pt x="215" y="476"/>
                      <a:pt x="215" y="476"/>
                    </a:cubicBezTo>
                    <a:cubicBezTo>
                      <a:pt x="421" y="414"/>
                      <a:pt x="665" y="430"/>
                      <a:pt x="935" y="612"/>
                    </a:cubicBezTo>
                    <a:close/>
                  </a:path>
                </a:pathLst>
              </a:custGeom>
              <a:solidFill>
                <a:schemeClr val="accent1"/>
              </a:solidFill>
              <a:ln w="9525">
                <a:noFill/>
                <a:round/>
                <a:headEnd/>
                <a:tailEnd/>
              </a:ln>
            </p:spPr>
            <p:txBody>
              <a:bodyPr vert="horz" wrap="square" lIns="121731" tIns="60866" rIns="121731" bIns="60866" numCol="1" anchor="t" anchorCtr="0" compatLnSpc="1">
                <a:prstTxWarp prst="textNoShape">
                  <a:avLst/>
                </a:prstTxWarp>
              </a:bodyPr>
              <a:lstStyle/>
              <a:p>
                <a:pPr defTabSz="912971"/>
                <a:endParaRPr lang="en-US" sz="3195">
                  <a:solidFill>
                    <a:prstClr val="black"/>
                  </a:solidFill>
                  <a:latin typeface="+mn-ea"/>
                  <a:cs typeface="+mn-ea"/>
                  <a:sym typeface="+mn-lt"/>
                </a:endParaRPr>
              </a:p>
            </p:txBody>
          </p:sp>
          <p:sp>
            <p:nvSpPr>
              <p:cNvPr id="1041" name="Freeform 2513">
                <a:extLst>
                  <a:ext uri="{FF2B5EF4-FFF2-40B4-BE49-F238E27FC236}">
                    <a16:creationId xmlns:a16="http://schemas.microsoft.com/office/drawing/2014/main" id="{2D4F23B2-651C-7684-55CD-3A572D50DEAD}"/>
                  </a:ext>
                </a:extLst>
              </p:cNvPr>
              <p:cNvSpPr>
                <a:spLocks/>
              </p:cNvSpPr>
              <p:nvPr/>
            </p:nvSpPr>
            <p:spPr bwMode="auto">
              <a:xfrm rot="10800000">
                <a:off x="1815895" y="2792457"/>
                <a:ext cx="1413623" cy="372622"/>
              </a:xfrm>
              <a:custGeom>
                <a:avLst/>
                <a:gdLst>
                  <a:gd name="T0" fmla="*/ 222 w 1022"/>
                  <a:gd name="T1" fmla="*/ 15 h 269"/>
                  <a:gd name="T2" fmla="*/ 0 w 1022"/>
                  <a:gd name="T3" fmla="*/ 94 h 269"/>
                  <a:gd name="T4" fmla="*/ 1012 w 1022"/>
                  <a:gd name="T5" fmla="*/ 269 h 269"/>
                  <a:gd name="T6" fmla="*/ 1022 w 1022"/>
                  <a:gd name="T7" fmla="*/ 236 h 269"/>
                  <a:gd name="T8" fmla="*/ 222 w 1022"/>
                  <a:gd name="T9" fmla="*/ 15 h 269"/>
                </a:gdLst>
                <a:ahLst/>
                <a:cxnLst>
                  <a:cxn ang="0">
                    <a:pos x="T0" y="T1"/>
                  </a:cxn>
                  <a:cxn ang="0">
                    <a:pos x="T2" y="T3"/>
                  </a:cxn>
                  <a:cxn ang="0">
                    <a:pos x="T4" y="T5"/>
                  </a:cxn>
                  <a:cxn ang="0">
                    <a:pos x="T6" y="T7"/>
                  </a:cxn>
                  <a:cxn ang="0">
                    <a:pos x="T8" y="T9"/>
                  </a:cxn>
                </a:cxnLst>
                <a:rect l="0" t="0" r="r" b="b"/>
                <a:pathLst>
                  <a:path w="1022" h="269">
                    <a:moveTo>
                      <a:pt x="222" y="15"/>
                    </a:moveTo>
                    <a:cubicBezTo>
                      <a:pt x="119" y="42"/>
                      <a:pt x="41" y="75"/>
                      <a:pt x="0" y="94"/>
                    </a:cubicBezTo>
                    <a:cubicBezTo>
                      <a:pt x="241" y="21"/>
                      <a:pt x="584" y="17"/>
                      <a:pt x="1012" y="269"/>
                    </a:cubicBezTo>
                    <a:cubicBezTo>
                      <a:pt x="1022" y="236"/>
                      <a:pt x="1022" y="236"/>
                      <a:pt x="1022" y="236"/>
                    </a:cubicBezTo>
                    <a:cubicBezTo>
                      <a:pt x="708" y="49"/>
                      <a:pt x="438" y="0"/>
                      <a:pt x="222" y="15"/>
                    </a:cubicBezTo>
                    <a:close/>
                  </a:path>
                </a:pathLst>
              </a:custGeom>
              <a:solidFill>
                <a:schemeClr val="accent1">
                  <a:lumMod val="50000"/>
                </a:schemeClr>
              </a:solidFill>
              <a:ln>
                <a:noFill/>
              </a:ln>
            </p:spPr>
            <p:txBody>
              <a:bodyPr vert="horz" wrap="square" lIns="121731" tIns="60866" rIns="121731" bIns="60866" numCol="1" anchor="t" anchorCtr="0" compatLnSpc="1">
                <a:prstTxWarp prst="textNoShape">
                  <a:avLst/>
                </a:prstTxWarp>
              </a:bodyPr>
              <a:lstStyle/>
              <a:p>
                <a:pPr defTabSz="912971"/>
                <a:endParaRPr lang="en-US" sz="3195">
                  <a:solidFill>
                    <a:prstClr val="black"/>
                  </a:solidFill>
                  <a:latin typeface="+mn-ea"/>
                  <a:cs typeface="+mn-ea"/>
                  <a:sym typeface="+mn-lt"/>
                </a:endParaRPr>
              </a:p>
            </p:txBody>
          </p:sp>
          <p:sp>
            <p:nvSpPr>
              <p:cNvPr id="1042" name="Freeform 27">
                <a:extLst>
                  <a:ext uri="{FF2B5EF4-FFF2-40B4-BE49-F238E27FC236}">
                    <a16:creationId xmlns:a16="http://schemas.microsoft.com/office/drawing/2014/main" id="{E68F40D4-3100-18A0-3A9C-2CDF80B79ABD}"/>
                  </a:ext>
                </a:extLst>
              </p:cNvPr>
              <p:cNvSpPr>
                <a:spLocks/>
              </p:cNvSpPr>
              <p:nvPr/>
            </p:nvSpPr>
            <p:spPr bwMode="auto">
              <a:xfrm rot="10800000">
                <a:off x="1389803" y="2792456"/>
                <a:ext cx="439460" cy="152057"/>
              </a:xfrm>
              <a:custGeom>
                <a:avLst/>
                <a:gdLst>
                  <a:gd name="T0" fmla="*/ 10 w 318"/>
                  <a:gd name="T1" fmla="*/ 77 h 110"/>
                  <a:gd name="T2" fmla="*/ 10 w 318"/>
                  <a:gd name="T3" fmla="*/ 77 h 110"/>
                  <a:gd name="T4" fmla="*/ 0 w 318"/>
                  <a:gd name="T5" fmla="*/ 110 h 110"/>
                  <a:gd name="T6" fmla="*/ 0 w 318"/>
                  <a:gd name="T7" fmla="*/ 110 h 110"/>
                  <a:gd name="T8" fmla="*/ 318 w 318"/>
                  <a:gd name="T9" fmla="*/ 26 h 110"/>
                  <a:gd name="T10" fmla="*/ 268 w 318"/>
                  <a:gd name="T11" fmla="*/ 0 h 110"/>
                  <a:gd name="T12" fmla="*/ 10 w 318"/>
                  <a:gd name="T13" fmla="*/ 77 h 110"/>
                </a:gdLst>
                <a:ahLst/>
                <a:cxnLst>
                  <a:cxn ang="0">
                    <a:pos x="T0" y="T1"/>
                  </a:cxn>
                  <a:cxn ang="0">
                    <a:pos x="T2" y="T3"/>
                  </a:cxn>
                  <a:cxn ang="0">
                    <a:pos x="T4" y="T5"/>
                  </a:cxn>
                  <a:cxn ang="0">
                    <a:pos x="T6" y="T7"/>
                  </a:cxn>
                  <a:cxn ang="0">
                    <a:pos x="T8" y="T9"/>
                  </a:cxn>
                  <a:cxn ang="0">
                    <a:pos x="T10" y="T11"/>
                  </a:cxn>
                  <a:cxn ang="0">
                    <a:pos x="T12" y="T13"/>
                  </a:cxn>
                </a:cxnLst>
                <a:rect l="0" t="0" r="r" b="b"/>
                <a:pathLst>
                  <a:path w="318" h="110">
                    <a:moveTo>
                      <a:pt x="10" y="77"/>
                    </a:moveTo>
                    <a:cubicBezTo>
                      <a:pt x="10" y="77"/>
                      <a:pt x="10" y="77"/>
                      <a:pt x="10" y="77"/>
                    </a:cubicBezTo>
                    <a:cubicBezTo>
                      <a:pt x="0" y="110"/>
                      <a:pt x="0" y="110"/>
                      <a:pt x="0" y="110"/>
                    </a:cubicBezTo>
                    <a:cubicBezTo>
                      <a:pt x="0" y="110"/>
                      <a:pt x="0" y="110"/>
                      <a:pt x="0" y="110"/>
                    </a:cubicBezTo>
                    <a:cubicBezTo>
                      <a:pt x="318" y="26"/>
                      <a:pt x="318" y="26"/>
                      <a:pt x="318" y="26"/>
                    </a:cubicBezTo>
                    <a:cubicBezTo>
                      <a:pt x="268" y="0"/>
                      <a:pt x="268" y="0"/>
                      <a:pt x="268" y="0"/>
                    </a:cubicBezTo>
                    <a:lnTo>
                      <a:pt x="10" y="77"/>
                    </a:lnTo>
                    <a:close/>
                  </a:path>
                </a:pathLst>
              </a:custGeom>
              <a:solidFill>
                <a:schemeClr val="accent1">
                  <a:lumMod val="50000"/>
                </a:schemeClr>
              </a:solidFill>
              <a:ln>
                <a:noFill/>
              </a:ln>
            </p:spPr>
            <p:txBody>
              <a:bodyPr vert="horz" wrap="square" lIns="121731" tIns="60866" rIns="121731" bIns="60866" numCol="1" anchor="t" anchorCtr="0" compatLnSpc="1">
                <a:prstTxWarp prst="textNoShape">
                  <a:avLst/>
                </a:prstTxWarp>
              </a:bodyPr>
              <a:lstStyle/>
              <a:p>
                <a:pPr defTabSz="912971"/>
                <a:endParaRPr lang="en-US" sz="3195">
                  <a:solidFill>
                    <a:prstClr val="black"/>
                  </a:solidFill>
                  <a:latin typeface="+mn-ea"/>
                  <a:cs typeface="+mn-ea"/>
                  <a:sym typeface="+mn-lt"/>
                </a:endParaRPr>
              </a:p>
            </p:txBody>
          </p:sp>
        </p:grpSp>
        <p:grpSp>
          <p:nvGrpSpPr>
            <p:cNvPr id="1034" name="Group 14">
              <a:extLst>
                <a:ext uri="{FF2B5EF4-FFF2-40B4-BE49-F238E27FC236}">
                  <a16:creationId xmlns:a16="http://schemas.microsoft.com/office/drawing/2014/main" id="{B7590846-AFFC-08BC-94A2-4531A4505606}"/>
                </a:ext>
              </a:extLst>
            </p:cNvPr>
            <p:cNvGrpSpPr/>
            <p:nvPr/>
          </p:nvGrpSpPr>
          <p:grpSpPr>
            <a:xfrm>
              <a:off x="7079858" y="3509956"/>
              <a:ext cx="3328529" cy="1376861"/>
              <a:chOff x="1084020" y="2839244"/>
              <a:chExt cx="2496397" cy="1032646"/>
            </a:xfrm>
          </p:grpSpPr>
          <p:sp>
            <p:nvSpPr>
              <p:cNvPr id="1035" name="Freeform 10">
                <a:extLst>
                  <a:ext uri="{FF2B5EF4-FFF2-40B4-BE49-F238E27FC236}">
                    <a16:creationId xmlns:a16="http://schemas.microsoft.com/office/drawing/2014/main" id="{A181C3CB-147D-0DCC-E9D4-690BE2FF5561}"/>
                  </a:ext>
                </a:extLst>
              </p:cNvPr>
              <p:cNvSpPr>
                <a:spLocks/>
              </p:cNvSpPr>
              <p:nvPr/>
            </p:nvSpPr>
            <p:spPr bwMode="auto">
              <a:xfrm rot="10800000">
                <a:off x="1084020" y="2839244"/>
                <a:ext cx="731875" cy="634961"/>
              </a:xfrm>
              <a:custGeom>
                <a:avLst/>
                <a:gdLst>
                  <a:gd name="T0" fmla="*/ 101 w 528"/>
                  <a:gd name="T1" fmla="*/ 113 h 459"/>
                  <a:gd name="T2" fmla="*/ 0 w 528"/>
                  <a:gd name="T3" fmla="*/ 459 h 459"/>
                  <a:gd name="T4" fmla="*/ 0 w 528"/>
                  <a:gd name="T5" fmla="*/ 459 h 459"/>
                  <a:gd name="T6" fmla="*/ 335 w 528"/>
                  <a:gd name="T7" fmla="*/ 359 h 459"/>
                  <a:gd name="T8" fmla="*/ 528 w 528"/>
                  <a:gd name="T9" fmla="*/ 0 h 459"/>
                  <a:gd name="T10" fmla="*/ 101 w 528"/>
                  <a:gd name="T11" fmla="*/ 113 h 459"/>
                  <a:gd name="T12" fmla="*/ 101 w 528"/>
                  <a:gd name="T13" fmla="*/ 113 h 459"/>
                </a:gdLst>
                <a:ahLst/>
                <a:cxnLst>
                  <a:cxn ang="0">
                    <a:pos x="T0" y="T1"/>
                  </a:cxn>
                  <a:cxn ang="0">
                    <a:pos x="T2" y="T3"/>
                  </a:cxn>
                  <a:cxn ang="0">
                    <a:pos x="T4" y="T5"/>
                  </a:cxn>
                  <a:cxn ang="0">
                    <a:pos x="T6" y="T7"/>
                  </a:cxn>
                  <a:cxn ang="0">
                    <a:pos x="T8" y="T9"/>
                  </a:cxn>
                  <a:cxn ang="0">
                    <a:pos x="T10" y="T11"/>
                  </a:cxn>
                  <a:cxn ang="0">
                    <a:pos x="T12" y="T13"/>
                  </a:cxn>
                </a:cxnLst>
                <a:rect l="0" t="0" r="r" b="b"/>
                <a:pathLst>
                  <a:path w="528" h="459">
                    <a:moveTo>
                      <a:pt x="101" y="113"/>
                    </a:moveTo>
                    <a:cubicBezTo>
                      <a:pt x="0" y="459"/>
                      <a:pt x="0" y="459"/>
                      <a:pt x="0" y="459"/>
                    </a:cubicBezTo>
                    <a:cubicBezTo>
                      <a:pt x="0" y="459"/>
                      <a:pt x="0" y="459"/>
                      <a:pt x="0" y="459"/>
                    </a:cubicBezTo>
                    <a:cubicBezTo>
                      <a:pt x="335" y="359"/>
                      <a:pt x="335" y="359"/>
                      <a:pt x="335" y="359"/>
                    </a:cubicBezTo>
                    <a:cubicBezTo>
                      <a:pt x="528" y="0"/>
                      <a:pt x="528" y="0"/>
                      <a:pt x="528" y="0"/>
                    </a:cubicBezTo>
                    <a:cubicBezTo>
                      <a:pt x="101" y="113"/>
                      <a:pt x="101" y="113"/>
                      <a:pt x="101" y="113"/>
                    </a:cubicBezTo>
                    <a:cubicBezTo>
                      <a:pt x="101" y="113"/>
                      <a:pt x="101" y="113"/>
                      <a:pt x="101" y="113"/>
                    </a:cubicBezTo>
                    <a:close/>
                  </a:path>
                </a:pathLst>
              </a:custGeom>
              <a:solidFill>
                <a:schemeClr val="accent2">
                  <a:lumMod val="75000"/>
                </a:schemeClr>
              </a:solidFill>
              <a:ln w="9525">
                <a:noFill/>
                <a:round/>
                <a:headEnd/>
                <a:tailEnd/>
              </a:ln>
            </p:spPr>
            <p:txBody>
              <a:bodyPr vert="horz" wrap="square" lIns="121731" tIns="60866" rIns="121731" bIns="60866" numCol="1" anchor="t" anchorCtr="0" compatLnSpc="1">
                <a:prstTxWarp prst="textNoShape">
                  <a:avLst/>
                </a:prstTxWarp>
              </a:bodyPr>
              <a:lstStyle/>
              <a:p>
                <a:pPr marL="0" marR="0" lvl="0" indent="0" algn="l" defTabSz="912971" rtl="0" eaLnBrk="1" fontAlgn="auto" latinLnBrk="0" hangingPunct="1">
                  <a:lnSpc>
                    <a:spcPct val="100000"/>
                  </a:lnSpc>
                  <a:spcBef>
                    <a:spcPts val="0"/>
                  </a:spcBef>
                  <a:spcAft>
                    <a:spcPts val="0"/>
                  </a:spcAft>
                  <a:buClrTx/>
                  <a:buSzTx/>
                  <a:buFontTx/>
                  <a:buNone/>
                  <a:tabLst/>
                  <a:defRPr/>
                </a:pPr>
                <a:endParaRPr kumimoji="0" lang="en-US" sz="3195" b="0" i="0" u="none" strike="noStrike" kern="1200" cap="none" spc="0" normalizeH="0" baseline="0" noProof="0">
                  <a:ln>
                    <a:noFill/>
                  </a:ln>
                  <a:solidFill>
                    <a:prstClr val="black"/>
                  </a:solidFill>
                  <a:effectLst/>
                  <a:uLnTx/>
                  <a:uFillTx/>
                  <a:latin typeface="+mn-ea"/>
                  <a:cs typeface="+mn-ea"/>
                  <a:sym typeface="+mn-lt"/>
                </a:endParaRPr>
              </a:p>
            </p:txBody>
          </p:sp>
          <p:sp>
            <p:nvSpPr>
              <p:cNvPr id="1036" name="Freeform 13">
                <a:extLst>
                  <a:ext uri="{FF2B5EF4-FFF2-40B4-BE49-F238E27FC236}">
                    <a16:creationId xmlns:a16="http://schemas.microsoft.com/office/drawing/2014/main" id="{0E336B76-75FA-3CAC-55F8-1719701EDF5F}"/>
                  </a:ext>
                </a:extLst>
              </p:cNvPr>
              <p:cNvSpPr>
                <a:spLocks/>
              </p:cNvSpPr>
              <p:nvPr/>
            </p:nvSpPr>
            <p:spPr bwMode="auto">
              <a:xfrm rot="10800000">
                <a:off x="1675536" y="2839244"/>
                <a:ext cx="1904881" cy="1032646"/>
              </a:xfrm>
              <a:custGeom>
                <a:avLst/>
                <a:gdLst>
                  <a:gd name="T0" fmla="*/ 1275 w 1376"/>
                  <a:gd name="T1" fmla="*/ 747 h 747"/>
                  <a:gd name="T2" fmla="*/ 1376 w 1376"/>
                  <a:gd name="T3" fmla="*/ 401 h 747"/>
                  <a:gd name="T4" fmla="*/ 0 w 1376"/>
                  <a:gd name="T5" fmla="*/ 208 h 747"/>
                  <a:gd name="T6" fmla="*/ 210 w 1376"/>
                  <a:gd name="T7" fmla="*/ 580 h 747"/>
                  <a:gd name="T8" fmla="*/ 1275 w 1376"/>
                  <a:gd name="T9" fmla="*/ 747 h 747"/>
                </a:gdLst>
                <a:ahLst/>
                <a:cxnLst>
                  <a:cxn ang="0">
                    <a:pos x="T0" y="T1"/>
                  </a:cxn>
                  <a:cxn ang="0">
                    <a:pos x="T2" y="T3"/>
                  </a:cxn>
                  <a:cxn ang="0">
                    <a:pos x="T4" y="T5"/>
                  </a:cxn>
                  <a:cxn ang="0">
                    <a:pos x="T6" y="T7"/>
                  </a:cxn>
                  <a:cxn ang="0">
                    <a:pos x="T8" y="T9"/>
                  </a:cxn>
                </a:cxnLst>
                <a:rect l="0" t="0" r="r" b="b"/>
                <a:pathLst>
                  <a:path w="1376" h="747">
                    <a:moveTo>
                      <a:pt x="1275" y="747"/>
                    </a:moveTo>
                    <a:cubicBezTo>
                      <a:pt x="1376" y="401"/>
                      <a:pt x="1376" y="401"/>
                      <a:pt x="1376" y="401"/>
                    </a:cubicBezTo>
                    <a:cubicBezTo>
                      <a:pt x="646" y="0"/>
                      <a:pt x="142" y="150"/>
                      <a:pt x="0" y="208"/>
                    </a:cubicBezTo>
                    <a:cubicBezTo>
                      <a:pt x="210" y="580"/>
                      <a:pt x="210" y="580"/>
                      <a:pt x="210" y="580"/>
                    </a:cubicBezTo>
                    <a:cubicBezTo>
                      <a:pt x="453" y="495"/>
                      <a:pt x="816" y="474"/>
                      <a:pt x="1275" y="747"/>
                    </a:cubicBezTo>
                    <a:close/>
                  </a:path>
                </a:pathLst>
              </a:custGeom>
              <a:solidFill>
                <a:schemeClr val="accent2"/>
              </a:solidFill>
              <a:ln w="9525">
                <a:noFill/>
                <a:round/>
                <a:headEnd/>
                <a:tailEnd/>
              </a:ln>
            </p:spPr>
            <p:txBody>
              <a:bodyPr vert="horz" wrap="square" lIns="121731" tIns="60866" rIns="121731" bIns="60866" numCol="1" anchor="t" anchorCtr="0" compatLnSpc="1">
                <a:prstTxWarp prst="textNoShape">
                  <a:avLst/>
                </a:prstTxWarp>
              </a:bodyPr>
              <a:lstStyle/>
              <a:p>
                <a:pPr marL="0" marR="0" lvl="0" indent="0" algn="l" defTabSz="912971" rtl="0" eaLnBrk="1" fontAlgn="auto" latinLnBrk="0" hangingPunct="1">
                  <a:lnSpc>
                    <a:spcPct val="100000"/>
                  </a:lnSpc>
                  <a:spcBef>
                    <a:spcPts val="0"/>
                  </a:spcBef>
                  <a:spcAft>
                    <a:spcPts val="0"/>
                  </a:spcAft>
                  <a:buClrTx/>
                  <a:buSzTx/>
                  <a:buFontTx/>
                  <a:buNone/>
                  <a:tabLst/>
                  <a:defRPr/>
                </a:pPr>
                <a:endParaRPr kumimoji="0" lang="en-US" sz="3195" b="0" i="0" u="none" strike="noStrike" kern="1200" cap="none" spc="0" normalizeH="0" baseline="0" noProof="0">
                  <a:ln>
                    <a:noFill/>
                  </a:ln>
                  <a:solidFill>
                    <a:prstClr val="black"/>
                  </a:solidFill>
                  <a:effectLst/>
                  <a:uLnTx/>
                  <a:uFillTx/>
                  <a:latin typeface="+mn-ea"/>
                  <a:cs typeface="+mn-ea"/>
                  <a:sym typeface="+mn-lt"/>
                </a:endParaRPr>
              </a:p>
            </p:txBody>
          </p:sp>
          <p:sp>
            <p:nvSpPr>
              <p:cNvPr id="1037" name="Freeform 22">
                <a:extLst>
                  <a:ext uri="{FF2B5EF4-FFF2-40B4-BE49-F238E27FC236}">
                    <a16:creationId xmlns:a16="http://schemas.microsoft.com/office/drawing/2014/main" id="{24F4AC20-F807-CF88-8196-22EF92F2451E}"/>
                  </a:ext>
                </a:extLst>
              </p:cNvPr>
              <p:cNvSpPr>
                <a:spLocks/>
              </p:cNvSpPr>
              <p:nvPr/>
            </p:nvSpPr>
            <p:spPr bwMode="auto">
              <a:xfrm rot="10800000">
                <a:off x="1663838" y="3317135"/>
                <a:ext cx="1904881" cy="544729"/>
              </a:xfrm>
              <a:custGeom>
                <a:avLst/>
                <a:gdLst>
                  <a:gd name="T0" fmla="*/ 208 w 1377"/>
                  <a:gd name="T1" fmla="*/ 102 h 394"/>
                  <a:gd name="T2" fmla="*/ 0 w 1377"/>
                  <a:gd name="T3" fmla="*/ 198 h 394"/>
                  <a:gd name="T4" fmla="*/ 1368 w 1377"/>
                  <a:gd name="T5" fmla="*/ 394 h 394"/>
                  <a:gd name="T6" fmla="*/ 1377 w 1377"/>
                  <a:gd name="T7" fmla="*/ 361 h 394"/>
                  <a:gd name="T8" fmla="*/ 208 w 1377"/>
                  <a:gd name="T9" fmla="*/ 102 h 394"/>
                </a:gdLst>
                <a:ahLst/>
                <a:cxnLst>
                  <a:cxn ang="0">
                    <a:pos x="T0" y="T1"/>
                  </a:cxn>
                  <a:cxn ang="0">
                    <a:pos x="T2" y="T3"/>
                  </a:cxn>
                  <a:cxn ang="0">
                    <a:pos x="T4" y="T5"/>
                  </a:cxn>
                  <a:cxn ang="0">
                    <a:pos x="T6" y="T7"/>
                  </a:cxn>
                  <a:cxn ang="0">
                    <a:pos x="T8" y="T9"/>
                  </a:cxn>
                </a:cxnLst>
                <a:rect l="0" t="0" r="r" b="b"/>
                <a:pathLst>
                  <a:path w="1377" h="394">
                    <a:moveTo>
                      <a:pt x="208" y="102"/>
                    </a:moveTo>
                    <a:cubicBezTo>
                      <a:pt x="109" y="137"/>
                      <a:pt x="27" y="182"/>
                      <a:pt x="0" y="198"/>
                    </a:cubicBezTo>
                    <a:cubicBezTo>
                      <a:pt x="151" y="138"/>
                      <a:pt x="650" y="0"/>
                      <a:pt x="1368" y="394"/>
                    </a:cubicBezTo>
                    <a:cubicBezTo>
                      <a:pt x="1377" y="361"/>
                      <a:pt x="1377" y="361"/>
                      <a:pt x="1377" y="361"/>
                    </a:cubicBezTo>
                    <a:cubicBezTo>
                      <a:pt x="880" y="71"/>
                      <a:pt x="459" y="64"/>
                      <a:pt x="208" y="102"/>
                    </a:cubicBezTo>
                    <a:close/>
                  </a:path>
                </a:pathLst>
              </a:custGeom>
              <a:solidFill>
                <a:schemeClr val="accent2">
                  <a:lumMod val="50000"/>
                </a:schemeClr>
              </a:solidFill>
              <a:ln w="9525">
                <a:noFill/>
                <a:round/>
                <a:headEnd/>
                <a:tailEnd/>
              </a:ln>
            </p:spPr>
            <p:txBody>
              <a:bodyPr vert="horz" wrap="square" lIns="121731" tIns="60866" rIns="121731" bIns="60866" numCol="1" anchor="t" anchorCtr="0" compatLnSpc="1">
                <a:prstTxWarp prst="textNoShape">
                  <a:avLst/>
                </a:prstTxWarp>
              </a:bodyPr>
              <a:lstStyle/>
              <a:p>
                <a:pPr marL="0" marR="0" lvl="0" indent="0" algn="l" defTabSz="912971" rtl="0" eaLnBrk="1" fontAlgn="auto" latinLnBrk="0" hangingPunct="1">
                  <a:lnSpc>
                    <a:spcPct val="100000"/>
                  </a:lnSpc>
                  <a:spcBef>
                    <a:spcPts val="0"/>
                  </a:spcBef>
                  <a:spcAft>
                    <a:spcPts val="0"/>
                  </a:spcAft>
                  <a:buClrTx/>
                  <a:buSzTx/>
                  <a:buFontTx/>
                  <a:buNone/>
                  <a:tabLst/>
                  <a:defRPr/>
                </a:pPr>
                <a:endParaRPr kumimoji="0" lang="en-US" sz="3195" b="0" i="0" u="none" strike="noStrike" kern="1200" cap="none" spc="0" normalizeH="0" baseline="0" noProof="0">
                  <a:ln>
                    <a:noFill/>
                  </a:ln>
                  <a:solidFill>
                    <a:prstClr val="black"/>
                  </a:solidFill>
                  <a:effectLst/>
                  <a:uLnTx/>
                  <a:uFillTx/>
                  <a:latin typeface="+mn-ea"/>
                  <a:cs typeface="+mn-ea"/>
                  <a:sym typeface="+mn-lt"/>
                </a:endParaRPr>
              </a:p>
            </p:txBody>
          </p:sp>
          <p:sp>
            <p:nvSpPr>
              <p:cNvPr id="1038" name="Freeform 26">
                <a:extLst>
                  <a:ext uri="{FF2B5EF4-FFF2-40B4-BE49-F238E27FC236}">
                    <a16:creationId xmlns:a16="http://schemas.microsoft.com/office/drawing/2014/main" id="{DE20A6DF-FC89-6F32-9CCC-2F2F3C63A385}"/>
                  </a:ext>
                </a:extLst>
              </p:cNvPr>
              <p:cNvSpPr>
                <a:spLocks/>
              </p:cNvSpPr>
              <p:nvPr/>
            </p:nvSpPr>
            <p:spPr bwMode="auto">
              <a:xfrm rot="10800000">
                <a:off x="1085690" y="3317134"/>
                <a:ext cx="589845" cy="198843"/>
              </a:xfrm>
              <a:custGeom>
                <a:avLst/>
                <a:gdLst>
                  <a:gd name="T0" fmla="*/ 10 w 426"/>
                  <a:gd name="T1" fmla="*/ 111 h 144"/>
                  <a:gd name="T2" fmla="*/ 9 w 426"/>
                  <a:gd name="T3" fmla="*/ 111 h 144"/>
                  <a:gd name="T4" fmla="*/ 0 w 426"/>
                  <a:gd name="T5" fmla="*/ 144 h 144"/>
                  <a:gd name="T6" fmla="*/ 0 w 426"/>
                  <a:gd name="T7" fmla="*/ 144 h 144"/>
                  <a:gd name="T8" fmla="*/ 426 w 426"/>
                  <a:gd name="T9" fmla="*/ 31 h 144"/>
                  <a:gd name="T10" fmla="*/ 379 w 426"/>
                  <a:gd name="T11" fmla="*/ 0 h 144"/>
                  <a:gd name="T12" fmla="*/ 10 w 426"/>
                  <a:gd name="T13" fmla="*/ 111 h 144"/>
                </a:gdLst>
                <a:ahLst/>
                <a:cxnLst>
                  <a:cxn ang="0">
                    <a:pos x="T0" y="T1"/>
                  </a:cxn>
                  <a:cxn ang="0">
                    <a:pos x="T2" y="T3"/>
                  </a:cxn>
                  <a:cxn ang="0">
                    <a:pos x="T4" y="T5"/>
                  </a:cxn>
                  <a:cxn ang="0">
                    <a:pos x="T6" y="T7"/>
                  </a:cxn>
                  <a:cxn ang="0">
                    <a:pos x="T8" y="T9"/>
                  </a:cxn>
                  <a:cxn ang="0">
                    <a:pos x="T10" y="T11"/>
                  </a:cxn>
                  <a:cxn ang="0">
                    <a:pos x="T12" y="T13"/>
                  </a:cxn>
                </a:cxnLst>
                <a:rect l="0" t="0" r="r" b="b"/>
                <a:pathLst>
                  <a:path w="426" h="144">
                    <a:moveTo>
                      <a:pt x="10" y="111"/>
                    </a:moveTo>
                    <a:cubicBezTo>
                      <a:pt x="9" y="111"/>
                      <a:pt x="9" y="111"/>
                      <a:pt x="9" y="111"/>
                    </a:cubicBezTo>
                    <a:cubicBezTo>
                      <a:pt x="0" y="144"/>
                      <a:pt x="0" y="144"/>
                      <a:pt x="0" y="144"/>
                    </a:cubicBezTo>
                    <a:cubicBezTo>
                      <a:pt x="0" y="144"/>
                      <a:pt x="0" y="144"/>
                      <a:pt x="0" y="144"/>
                    </a:cubicBezTo>
                    <a:cubicBezTo>
                      <a:pt x="426" y="31"/>
                      <a:pt x="426" y="31"/>
                      <a:pt x="426" y="31"/>
                    </a:cubicBezTo>
                    <a:cubicBezTo>
                      <a:pt x="379" y="0"/>
                      <a:pt x="379" y="0"/>
                      <a:pt x="379" y="0"/>
                    </a:cubicBezTo>
                    <a:lnTo>
                      <a:pt x="10" y="111"/>
                    </a:lnTo>
                    <a:close/>
                  </a:path>
                </a:pathLst>
              </a:custGeom>
              <a:solidFill>
                <a:schemeClr val="accent2">
                  <a:lumMod val="50000"/>
                </a:schemeClr>
              </a:solidFill>
              <a:ln w="9525">
                <a:noFill/>
                <a:round/>
                <a:headEnd/>
                <a:tailEnd/>
              </a:ln>
            </p:spPr>
            <p:txBody>
              <a:bodyPr vert="horz" wrap="square" lIns="121731" tIns="60866" rIns="121731" bIns="60866" numCol="1" anchor="t" anchorCtr="0" compatLnSpc="1">
                <a:prstTxWarp prst="textNoShape">
                  <a:avLst/>
                </a:prstTxWarp>
              </a:bodyPr>
              <a:lstStyle/>
              <a:p>
                <a:pPr marL="0" marR="0" lvl="0" indent="0" algn="l" defTabSz="912971" rtl="0" eaLnBrk="1" fontAlgn="auto" latinLnBrk="0" hangingPunct="1">
                  <a:lnSpc>
                    <a:spcPct val="100000"/>
                  </a:lnSpc>
                  <a:spcBef>
                    <a:spcPts val="0"/>
                  </a:spcBef>
                  <a:spcAft>
                    <a:spcPts val="0"/>
                  </a:spcAft>
                  <a:buClrTx/>
                  <a:buSzTx/>
                  <a:buFontTx/>
                  <a:buNone/>
                  <a:tabLst/>
                  <a:defRPr/>
                </a:pPr>
                <a:endParaRPr kumimoji="0" lang="en-US" sz="3195" b="0" i="0" u="none" strike="noStrike" kern="1200" cap="none" spc="0" normalizeH="0" baseline="0" noProof="0">
                  <a:ln>
                    <a:noFill/>
                  </a:ln>
                  <a:solidFill>
                    <a:prstClr val="black"/>
                  </a:solidFill>
                  <a:effectLst/>
                  <a:uLnTx/>
                  <a:uFillTx/>
                  <a:latin typeface="+mn-ea"/>
                  <a:cs typeface="+mn-ea"/>
                  <a:sym typeface="+mn-lt"/>
                </a:endParaRPr>
              </a:p>
            </p:txBody>
          </p:sp>
        </p:grpSp>
      </p:gr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防晒霜营销矩阵</a:t>
            </a:r>
            <a:endParaRPr lang="en-US" altLang="zh-CN" dirty="0"/>
          </a:p>
        </p:txBody>
      </p:sp>
      <p:sp>
        <p:nvSpPr>
          <p:cNvPr id="63" name="矩形 62">
            <a:extLst>
              <a:ext uri="{FF2B5EF4-FFF2-40B4-BE49-F238E27FC236}">
                <a16:creationId xmlns:a16="http://schemas.microsoft.com/office/drawing/2014/main" id="{3922366B-1BBD-4DEB-D29C-6B5965DB8070}"/>
              </a:ext>
            </a:extLst>
          </p:cNvPr>
          <p:cNvSpPr/>
          <p:nvPr/>
        </p:nvSpPr>
        <p:spPr>
          <a:xfrm>
            <a:off x="524742" y="1110549"/>
            <a:ext cx="10384557" cy="328936"/>
          </a:xfrm>
          <a:prstGeom prst="rect">
            <a:avLst/>
          </a:prstGeom>
        </p:spPr>
        <p:txBody>
          <a:bodyPr wrap="square">
            <a:spAutoFit/>
          </a:bodyPr>
          <a:lstStyle/>
          <a:p>
            <a:pPr defTabSz="1460754">
              <a:lnSpc>
                <a:spcPct val="120000"/>
              </a:lnSpc>
              <a:defRPr/>
            </a:pPr>
            <a:r>
              <a:rPr lang="zh-CN" altLang="en-US" sz="1400" dirty="0">
                <a:solidFill>
                  <a:srgbClr val="333333">
                    <a:lumMod val="75000"/>
                    <a:lumOff val="25000"/>
                  </a:srgbClr>
                </a:solidFill>
                <a:latin typeface="+mj-ea"/>
                <a:ea typeface="+mj-ea"/>
                <a:cs typeface="OPPOSans M"/>
                <a:sym typeface="+mn-lt"/>
              </a:rPr>
              <a:t>基于金字塔原理进行构建，以确保内容具有层次性、逻辑性和针对性</a:t>
            </a:r>
            <a:r>
              <a:rPr lang="en-US" altLang="zh-CN" sz="1400" dirty="0">
                <a:solidFill>
                  <a:srgbClr val="333333">
                    <a:lumMod val="75000"/>
                    <a:lumOff val="25000"/>
                  </a:srgbClr>
                </a:solidFill>
                <a:latin typeface="+mj-ea"/>
                <a:ea typeface="+mj-ea"/>
                <a:cs typeface="OPPOSans M"/>
                <a:sym typeface="+mn-lt"/>
              </a:rPr>
              <a:t>,</a:t>
            </a:r>
            <a:r>
              <a:rPr lang="zh-CN" altLang="en-US" sz="1400" dirty="0">
                <a:solidFill>
                  <a:srgbClr val="333333">
                    <a:lumMod val="75000"/>
                    <a:lumOff val="25000"/>
                  </a:srgbClr>
                </a:solidFill>
                <a:latin typeface="+mj-ea"/>
                <a:ea typeface="+mj-ea"/>
                <a:cs typeface="OPPOSans M"/>
                <a:sym typeface="+mn-lt"/>
              </a:rPr>
              <a:t>能够更好地吸引和满足目标受众的需求和兴趣点。</a:t>
            </a:r>
          </a:p>
        </p:txBody>
      </p:sp>
      <p:sp>
        <p:nvSpPr>
          <p:cNvPr id="24" name="矩形 23">
            <a:extLst>
              <a:ext uri="{FF2B5EF4-FFF2-40B4-BE49-F238E27FC236}">
                <a16:creationId xmlns:a16="http://schemas.microsoft.com/office/drawing/2014/main" id="{50A204B7-7DC1-DCEA-6A7D-550ACC9A4A01}"/>
              </a:ext>
            </a:extLst>
          </p:cNvPr>
          <p:cNvSpPr/>
          <p:nvPr/>
        </p:nvSpPr>
        <p:spPr>
          <a:xfrm>
            <a:off x="5456719" y="1843368"/>
            <a:ext cx="5916285" cy="549061"/>
          </a:xfrm>
          <a:prstGeom prst="rect">
            <a:avLst/>
          </a:prstGeom>
        </p:spPr>
        <p:txBody>
          <a:bodyPr wrap="square">
            <a:spAutoFit/>
          </a:bodyPr>
          <a:lstStyle/>
          <a:p>
            <a:pPr defTabSz="1460754">
              <a:lnSpc>
                <a:spcPct val="130000"/>
              </a:lnSpc>
              <a:defRPr/>
            </a:pPr>
            <a:r>
              <a:rPr lang="zh-CN" altLang="en-US" sz="1200" dirty="0">
                <a:solidFill>
                  <a:schemeClr val="bg1"/>
                </a:solidFill>
                <a:latin typeface="+mj-ea"/>
                <a:ea typeface="+mj-ea"/>
                <a:cs typeface="OPPOSans M"/>
                <a:sym typeface="+mn-lt"/>
              </a:rPr>
              <a:t>明确目标受众，有助于制定更具针对性的营销策略，提高营销效果。例如，如果目标受众是年轻女性，那么营销内容可以更加关注防晒与美容护肤的结合。</a:t>
            </a:r>
          </a:p>
        </p:txBody>
      </p:sp>
      <p:cxnSp>
        <p:nvCxnSpPr>
          <p:cNvPr id="29" name="直接连接符 28">
            <a:extLst>
              <a:ext uri="{FF2B5EF4-FFF2-40B4-BE49-F238E27FC236}">
                <a16:creationId xmlns:a16="http://schemas.microsoft.com/office/drawing/2014/main" id="{8668080E-9D1A-9946-80C4-FF9AD1EAD5CA}"/>
              </a:ext>
            </a:extLst>
          </p:cNvPr>
          <p:cNvCxnSpPr>
            <a:cxnSpLocks/>
          </p:cNvCxnSpPr>
          <p:nvPr/>
        </p:nvCxnSpPr>
        <p:spPr>
          <a:xfrm>
            <a:off x="11513690" y="1761874"/>
            <a:ext cx="0" cy="71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55AAA5D9-DDCB-7C1D-FB97-A78350EED025}"/>
              </a:ext>
            </a:extLst>
          </p:cNvPr>
          <p:cNvSpPr/>
          <p:nvPr/>
        </p:nvSpPr>
        <p:spPr>
          <a:xfrm>
            <a:off x="5749443" y="2635078"/>
            <a:ext cx="5623561" cy="549061"/>
          </a:xfrm>
          <a:prstGeom prst="rect">
            <a:avLst/>
          </a:prstGeom>
        </p:spPr>
        <p:txBody>
          <a:bodyPr wrap="square">
            <a:spAutoFit/>
          </a:bodyPr>
          <a:lstStyle/>
          <a:p>
            <a:pPr defTabSz="1460754">
              <a:lnSpc>
                <a:spcPct val="130000"/>
              </a:lnSpc>
              <a:defRPr/>
            </a:pPr>
            <a:r>
              <a:rPr lang="zh-CN" altLang="en-US" sz="1200" dirty="0">
                <a:solidFill>
                  <a:schemeClr val="bg1"/>
                </a:solidFill>
                <a:latin typeface="+mj-ea"/>
                <a:ea typeface="+mj-ea"/>
                <a:cs typeface="OPPOSans M"/>
                <a:sym typeface="+mn-lt"/>
              </a:rPr>
              <a:t>注重设计优雅、专业的品牌标志和品牌形象，并传达出品牌的价值观和核心信息。这有助于提升消费者对品牌的信任度和购买意愿。</a:t>
            </a:r>
          </a:p>
        </p:txBody>
      </p:sp>
      <p:cxnSp>
        <p:nvCxnSpPr>
          <p:cNvPr id="62" name="直接连接符 61">
            <a:extLst>
              <a:ext uri="{FF2B5EF4-FFF2-40B4-BE49-F238E27FC236}">
                <a16:creationId xmlns:a16="http://schemas.microsoft.com/office/drawing/2014/main" id="{21BC98F6-72E7-83E4-6897-569FAEFDFB02}"/>
              </a:ext>
            </a:extLst>
          </p:cNvPr>
          <p:cNvCxnSpPr>
            <a:cxnSpLocks/>
          </p:cNvCxnSpPr>
          <p:nvPr/>
        </p:nvCxnSpPr>
        <p:spPr>
          <a:xfrm>
            <a:off x="11513690" y="2537792"/>
            <a:ext cx="0" cy="712048"/>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56" name="矩形 1055">
            <a:extLst>
              <a:ext uri="{FF2B5EF4-FFF2-40B4-BE49-F238E27FC236}">
                <a16:creationId xmlns:a16="http://schemas.microsoft.com/office/drawing/2014/main" id="{CCA772FF-A729-E93D-ACA4-0D03A919B624}"/>
              </a:ext>
            </a:extLst>
          </p:cNvPr>
          <p:cNvSpPr/>
          <p:nvPr/>
        </p:nvSpPr>
        <p:spPr>
          <a:xfrm>
            <a:off x="4880540" y="5063793"/>
            <a:ext cx="2110688" cy="307777"/>
          </a:xfrm>
          <a:prstGeom prst="rect">
            <a:avLst/>
          </a:prstGeom>
        </p:spPr>
        <p:txBody>
          <a:bodyPr wrap="square">
            <a:spAutoFit/>
          </a:bodyPr>
          <a:lstStyle/>
          <a:p>
            <a:pPr algn="ctr" defTabSz="1460754">
              <a:defRPr/>
            </a:pPr>
            <a:r>
              <a:rPr lang="zh-CN" altLang="en-US" sz="1400" b="1" dirty="0">
                <a:latin typeface="+mj-ea"/>
                <a:ea typeface="+mj-ea"/>
                <a:cs typeface="OPPOSans M"/>
                <a:sym typeface="+mn-lt"/>
              </a:rPr>
              <a:t>合作与活动营销</a:t>
            </a:r>
          </a:p>
        </p:txBody>
      </p:sp>
      <p:sp>
        <p:nvSpPr>
          <p:cNvPr id="1025" name="矩形 1024">
            <a:extLst>
              <a:ext uri="{FF2B5EF4-FFF2-40B4-BE49-F238E27FC236}">
                <a16:creationId xmlns:a16="http://schemas.microsoft.com/office/drawing/2014/main" id="{1A3ABF38-8BFA-ACFB-9B62-4FC20F8AFC39}"/>
              </a:ext>
            </a:extLst>
          </p:cNvPr>
          <p:cNvSpPr/>
          <p:nvPr/>
        </p:nvSpPr>
        <p:spPr>
          <a:xfrm>
            <a:off x="3974181" y="3511957"/>
            <a:ext cx="2110688" cy="307777"/>
          </a:xfrm>
          <a:prstGeom prst="rect">
            <a:avLst/>
          </a:prstGeom>
        </p:spPr>
        <p:txBody>
          <a:bodyPr wrap="square">
            <a:spAutoFit/>
          </a:bodyPr>
          <a:lstStyle/>
          <a:p>
            <a:pPr algn="ctr" defTabSz="1460754">
              <a:defRPr/>
            </a:pPr>
            <a:r>
              <a:rPr lang="zh-CN" altLang="en-US" sz="1400" b="1" dirty="0">
                <a:latin typeface="+mj-ea"/>
                <a:ea typeface="+mj-ea"/>
                <a:cs typeface="OPPOSans M"/>
                <a:sym typeface="+mn-lt"/>
              </a:rPr>
              <a:t>优质内容营销</a:t>
            </a:r>
          </a:p>
        </p:txBody>
      </p:sp>
      <p:sp>
        <p:nvSpPr>
          <p:cNvPr id="5" name="矩形 4">
            <a:extLst>
              <a:ext uri="{FF2B5EF4-FFF2-40B4-BE49-F238E27FC236}">
                <a16:creationId xmlns:a16="http://schemas.microsoft.com/office/drawing/2014/main" id="{8C36335D-B3F0-673B-B738-86D8B4B1ED58}"/>
              </a:ext>
            </a:extLst>
          </p:cNvPr>
          <p:cNvSpPr/>
          <p:nvPr/>
        </p:nvSpPr>
        <p:spPr>
          <a:xfrm>
            <a:off x="3110519" y="1960123"/>
            <a:ext cx="2110688" cy="307777"/>
          </a:xfrm>
          <a:prstGeom prst="rect">
            <a:avLst/>
          </a:prstGeom>
        </p:spPr>
        <p:txBody>
          <a:bodyPr wrap="square">
            <a:spAutoFit/>
          </a:bodyPr>
          <a:lstStyle/>
          <a:p>
            <a:pPr algn="ctr" defTabSz="1460754">
              <a:defRPr/>
            </a:pPr>
            <a:r>
              <a:rPr lang="zh-CN" altLang="en-US" sz="1400" b="1" dirty="0">
                <a:latin typeface="+mj-ea"/>
                <a:ea typeface="+mj-ea"/>
                <a:cs typeface="OPPOSans M"/>
                <a:sym typeface="+mn-lt"/>
              </a:rPr>
              <a:t>明确目标受众</a:t>
            </a:r>
          </a:p>
        </p:txBody>
      </p:sp>
      <p:sp>
        <p:nvSpPr>
          <p:cNvPr id="31" name="矩形 30">
            <a:extLst>
              <a:ext uri="{FF2B5EF4-FFF2-40B4-BE49-F238E27FC236}">
                <a16:creationId xmlns:a16="http://schemas.microsoft.com/office/drawing/2014/main" id="{2DE88642-2380-AA9F-91F9-303946A9723D}"/>
              </a:ext>
            </a:extLst>
          </p:cNvPr>
          <p:cNvSpPr/>
          <p:nvPr/>
        </p:nvSpPr>
        <p:spPr>
          <a:xfrm>
            <a:off x="3487852" y="2736040"/>
            <a:ext cx="2110688" cy="307777"/>
          </a:xfrm>
          <a:prstGeom prst="rect">
            <a:avLst/>
          </a:prstGeom>
        </p:spPr>
        <p:txBody>
          <a:bodyPr wrap="square">
            <a:spAutoFit/>
          </a:bodyPr>
          <a:lstStyle/>
          <a:p>
            <a:pPr algn="ctr" defTabSz="1460754">
              <a:defRPr/>
            </a:pPr>
            <a:r>
              <a:rPr lang="zh-CN" altLang="en-US" sz="1400" b="1" dirty="0">
                <a:latin typeface="+mj-ea"/>
                <a:ea typeface="+mj-ea"/>
                <a:cs typeface="OPPOSans M"/>
                <a:sym typeface="+mn-lt"/>
              </a:rPr>
              <a:t>专业的品牌形象</a:t>
            </a:r>
          </a:p>
        </p:txBody>
      </p:sp>
      <p:sp>
        <p:nvSpPr>
          <p:cNvPr id="1060" name="矩形 1059">
            <a:extLst>
              <a:ext uri="{FF2B5EF4-FFF2-40B4-BE49-F238E27FC236}">
                <a16:creationId xmlns:a16="http://schemas.microsoft.com/office/drawing/2014/main" id="{01401161-BDEA-2CD0-8D18-1745EC6B1F2A}"/>
              </a:ext>
            </a:extLst>
          </p:cNvPr>
          <p:cNvSpPr/>
          <p:nvPr/>
        </p:nvSpPr>
        <p:spPr>
          <a:xfrm>
            <a:off x="4443071" y="4287874"/>
            <a:ext cx="2110688" cy="307777"/>
          </a:xfrm>
          <a:prstGeom prst="rect">
            <a:avLst/>
          </a:prstGeom>
        </p:spPr>
        <p:txBody>
          <a:bodyPr wrap="square">
            <a:spAutoFit/>
          </a:bodyPr>
          <a:lstStyle/>
          <a:p>
            <a:pPr algn="ctr" defTabSz="1460754">
              <a:defRPr/>
            </a:pPr>
            <a:r>
              <a:rPr lang="zh-CN" altLang="en-US" sz="1400" b="1" dirty="0">
                <a:latin typeface="+mj-ea"/>
                <a:ea typeface="+mj-ea"/>
                <a:cs typeface="OPPOSans M"/>
                <a:sym typeface="+mn-lt"/>
              </a:rPr>
              <a:t>利用社交媒体平台</a:t>
            </a:r>
          </a:p>
        </p:txBody>
      </p:sp>
      <p:sp>
        <p:nvSpPr>
          <p:cNvPr id="1061" name="矩形 1060">
            <a:extLst>
              <a:ext uri="{FF2B5EF4-FFF2-40B4-BE49-F238E27FC236}">
                <a16:creationId xmlns:a16="http://schemas.microsoft.com/office/drawing/2014/main" id="{228668C0-4948-2470-570A-A4B7FCA479D4}"/>
              </a:ext>
            </a:extLst>
          </p:cNvPr>
          <p:cNvSpPr/>
          <p:nvPr/>
        </p:nvSpPr>
        <p:spPr>
          <a:xfrm>
            <a:off x="6629755" y="4184478"/>
            <a:ext cx="4743249" cy="549061"/>
          </a:xfrm>
          <a:prstGeom prst="rect">
            <a:avLst/>
          </a:prstGeom>
        </p:spPr>
        <p:txBody>
          <a:bodyPr wrap="square">
            <a:spAutoFit/>
          </a:bodyPr>
          <a:lstStyle/>
          <a:p>
            <a:pPr defTabSz="1460754">
              <a:lnSpc>
                <a:spcPct val="130000"/>
              </a:lnSpc>
              <a:defRPr/>
            </a:pPr>
            <a:r>
              <a:rPr lang="zh-CN" altLang="en-US" sz="1200" dirty="0">
                <a:solidFill>
                  <a:schemeClr val="bg1"/>
                </a:solidFill>
                <a:latin typeface="+mj-ea"/>
                <a:ea typeface="+mj-ea"/>
                <a:cs typeface="OPPOSans M"/>
                <a:sym typeface="+mn-lt"/>
              </a:rPr>
              <a:t>选择适合品牌的社交媒体平台，通过发布有趣、的内容，与用户互动交流。此外，与网红、</a:t>
            </a:r>
            <a:r>
              <a:rPr lang="en-US" altLang="zh-CN" sz="1200" dirty="0">
                <a:solidFill>
                  <a:schemeClr val="bg1"/>
                </a:solidFill>
                <a:latin typeface="+mj-ea"/>
                <a:ea typeface="+mj-ea"/>
                <a:cs typeface="OPPOSans M"/>
                <a:sym typeface="+mn-lt"/>
              </a:rPr>
              <a:t>KOL</a:t>
            </a:r>
            <a:r>
              <a:rPr lang="zh-CN" altLang="en-US" sz="1200" dirty="0">
                <a:solidFill>
                  <a:schemeClr val="bg1"/>
                </a:solidFill>
                <a:latin typeface="+mj-ea"/>
                <a:ea typeface="+mj-ea"/>
                <a:cs typeface="OPPOSans M"/>
                <a:sym typeface="+mn-lt"/>
              </a:rPr>
              <a:t>等合作，以其的影响力来推广产品。</a:t>
            </a:r>
          </a:p>
        </p:txBody>
      </p:sp>
      <p:cxnSp>
        <p:nvCxnSpPr>
          <p:cNvPr id="1062" name="直接连接符 1061">
            <a:extLst>
              <a:ext uri="{FF2B5EF4-FFF2-40B4-BE49-F238E27FC236}">
                <a16:creationId xmlns:a16="http://schemas.microsoft.com/office/drawing/2014/main" id="{F56E43EC-9E57-1E4F-8F2E-C8AEEFAEA2E5}"/>
              </a:ext>
            </a:extLst>
          </p:cNvPr>
          <p:cNvCxnSpPr>
            <a:cxnSpLocks/>
          </p:cNvCxnSpPr>
          <p:nvPr/>
        </p:nvCxnSpPr>
        <p:spPr>
          <a:xfrm>
            <a:off x="11513690" y="4089628"/>
            <a:ext cx="0" cy="712048"/>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63" name="矩形 1062">
            <a:extLst>
              <a:ext uri="{FF2B5EF4-FFF2-40B4-BE49-F238E27FC236}">
                <a16:creationId xmlns:a16="http://schemas.microsoft.com/office/drawing/2014/main" id="{964743F1-7AF2-9AC6-6398-D4B670D49857}"/>
              </a:ext>
            </a:extLst>
          </p:cNvPr>
          <p:cNvSpPr/>
          <p:nvPr/>
        </p:nvSpPr>
        <p:spPr>
          <a:xfrm>
            <a:off x="5136956" y="5694348"/>
            <a:ext cx="6555810" cy="345094"/>
          </a:xfrm>
          <a:prstGeom prst="rect">
            <a:avLst/>
          </a:prstGeom>
        </p:spPr>
        <p:txBody>
          <a:bodyPr wrap="square">
            <a:spAutoFit/>
          </a:bodyPr>
          <a:lstStyle/>
          <a:p>
            <a:pPr defTabSz="1460754">
              <a:lnSpc>
                <a:spcPct val="130000"/>
              </a:lnSpc>
              <a:defRPr/>
            </a:pPr>
            <a:r>
              <a:rPr lang="zh-CN" altLang="en-US" sz="1400" dirty="0">
                <a:solidFill>
                  <a:schemeClr val="bg1"/>
                </a:solidFill>
                <a:latin typeface="+mj-ea"/>
                <a:ea typeface="+mj-ea"/>
                <a:cs typeface="OPPOSans M"/>
                <a:sym typeface="+mn-lt"/>
              </a:rPr>
              <a:t>综合运用这些要点，提升线上营销的效果，吸引更多潜在客户并实现销售增长。</a:t>
            </a:r>
          </a:p>
        </p:txBody>
      </p:sp>
      <p:grpSp>
        <p:nvGrpSpPr>
          <p:cNvPr id="1069" name="组合 1068">
            <a:extLst>
              <a:ext uri="{FF2B5EF4-FFF2-40B4-BE49-F238E27FC236}">
                <a16:creationId xmlns:a16="http://schemas.microsoft.com/office/drawing/2014/main" id="{D695EFE4-2AD0-DF73-02DF-208111EB44DD}"/>
              </a:ext>
            </a:extLst>
          </p:cNvPr>
          <p:cNvGrpSpPr/>
          <p:nvPr/>
        </p:nvGrpSpPr>
        <p:grpSpPr>
          <a:xfrm>
            <a:off x="2911877" y="5099902"/>
            <a:ext cx="358959" cy="358985"/>
            <a:chOff x="952" y="816"/>
            <a:chExt cx="1903231" cy="1903367"/>
          </a:xfrm>
          <a:solidFill>
            <a:schemeClr val="tx1"/>
          </a:solidFill>
        </p:grpSpPr>
        <p:sp>
          <p:nvSpPr>
            <p:cNvPr id="1067" name="任意多边形: 形状 1066">
              <a:extLst>
                <a:ext uri="{FF2B5EF4-FFF2-40B4-BE49-F238E27FC236}">
                  <a16:creationId xmlns:a16="http://schemas.microsoft.com/office/drawing/2014/main" id="{62F68BD1-72C1-EE55-B482-E7B099A096B6}"/>
                </a:ext>
              </a:extLst>
            </p:cNvPr>
            <p:cNvSpPr/>
            <p:nvPr/>
          </p:nvSpPr>
          <p:spPr>
            <a:xfrm>
              <a:off x="952" y="816"/>
              <a:ext cx="1903231" cy="1903367"/>
            </a:xfrm>
            <a:custGeom>
              <a:avLst/>
              <a:gdLst>
                <a:gd name="connsiteX0" fmla="*/ 1784305 w 1903231"/>
                <a:gd name="connsiteY0" fmla="*/ 371747 h 1903367"/>
                <a:gd name="connsiteX1" fmla="*/ 1449569 w 1903231"/>
                <a:gd name="connsiteY1" fmla="*/ 371747 h 1903367"/>
                <a:gd name="connsiteX2" fmla="*/ 1487125 w 1903231"/>
                <a:gd name="connsiteY2" fmla="*/ 238397 h 1903367"/>
                <a:gd name="connsiteX3" fmla="*/ 1249816 w 1903231"/>
                <a:gd name="connsiteY3" fmla="*/ 0 h 1903367"/>
                <a:gd name="connsiteX4" fmla="*/ 952228 w 1903231"/>
                <a:gd name="connsiteY4" fmla="*/ 149951 h 1903367"/>
                <a:gd name="connsiteX5" fmla="*/ 654912 w 1903231"/>
                <a:gd name="connsiteY5" fmla="*/ 0 h 1903367"/>
                <a:gd name="connsiteX6" fmla="*/ 416379 w 1903231"/>
                <a:gd name="connsiteY6" fmla="*/ 238533 h 1903367"/>
                <a:gd name="connsiteX7" fmla="*/ 454206 w 1903231"/>
                <a:gd name="connsiteY7" fmla="*/ 371747 h 1903367"/>
                <a:gd name="connsiteX8" fmla="*/ 118790 w 1903231"/>
                <a:gd name="connsiteY8" fmla="*/ 371747 h 1903367"/>
                <a:gd name="connsiteX9" fmla="*/ 0 w 1903231"/>
                <a:gd name="connsiteY9" fmla="*/ 490674 h 1903367"/>
                <a:gd name="connsiteX10" fmla="*/ 0 w 1903231"/>
                <a:gd name="connsiteY10" fmla="*/ 788126 h 1903367"/>
                <a:gd name="connsiteX11" fmla="*/ 118790 w 1903231"/>
                <a:gd name="connsiteY11" fmla="*/ 907052 h 1903367"/>
                <a:gd name="connsiteX12" fmla="*/ 118790 w 1903231"/>
                <a:gd name="connsiteY12" fmla="*/ 907052 h 1903367"/>
                <a:gd name="connsiteX13" fmla="*/ 118790 w 1903231"/>
                <a:gd name="connsiteY13" fmla="*/ 1784577 h 1903367"/>
                <a:gd name="connsiteX14" fmla="*/ 242207 w 1903231"/>
                <a:gd name="connsiteY14" fmla="*/ 1903367 h 1903367"/>
                <a:gd name="connsiteX15" fmla="*/ 1660888 w 1903231"/>
                <a:gd name="connsiteY15" fmla="*/ 1903367 h 1903367"/>
                <a:gd name="connsiteX16" fmla="*/ 1784305 w 1903231"/>
                <a:gd name="connsiteY16" fmla="*/ 1784577 h 1903367"/>
                <a:gd name="connsiteX17" fmla="*/ 1784305 w 1903231"/>
                <a:gd name="connsiteY17" fmla="*/ 907052 h 1903367"/>
                <a:gd name="connsiteX18" fmla="*/ 1903231 w 1903231"/>
                <a:gd name="connsiteY18" fmla="*/ 788126 h 1903367"/>
                <a:gd name="connsiteX19" fmla="*/ 1903231 w 1903231"/>
                <a:gd name="connsiteY19" fmla="*/ 490674 h 1903367"/>
                <a:gd name="connsiteX20" fmla="*/ 1784441 w 1903231"/>
                <a:gd name="connsiteY20" fmla="*/ 371747 h 1903367"/>
                <a:gd name="connsiteX21" fmla="*/ 1252265 w 1903231"/>
                <a:gd name="connsiteY21" fmla="*/ 115933 h 1903367"/>
                <a:gd name="connsiteX22" fmla="*/ 1372553 w 1903231"/>
                <a:gd name="connsiteY22" fmla="*/ 238397 h 1903367"/>
                <a:gd name="connsiteX23" fmla="*/ 1252265 w 1903231"/>
                <a:gd name="connsiteY23" fmla="*/ 361134 h 1903367"/>
                <a:gd name="connsiteX24" fmla="*/ 1028428 w 1903231"/>
                <a:gd name="connsiteY24" fmla="*/ 238533 h 1903367"/>
                <a:gd name="connsiteX25" fmla="*/ 1252265 w 1903231"/>
                <a:gd name="connsiteY25" fmla="*/ 115797 h 1903367"/>
                <a:gd name="connsiteX26" fmla="*/ 652599 w 1903231"/>
                <a:gd name="connsiteY26" fmla="*/ 115933 h 1903367"/>
                <a:gd name="connsiteX27" fmla="*/ 877389 w 1903231"/>
                <a:gd name="connsiteY27" fmla="*/ 238397 h 1903367"/>
                <a:gd name="connsiteX28" fmla="*/ 652599 w 1903231"/>
                <a:gd name="connsiteY28" fmla="*/ 361134 h 1903367"/>
                <a:gd name="connsiteX29" fmla="*/ 532175 w 1903231"/>
                <a:gd name="connsiteY29" fmla="*/ 238533 h 1903367"/>
                <a:gd name="connsiteX30" fmla="*/ 652599 w 1903231"/>
                <a:gd name="connsiteY30" fmla="*/ 115797 h 1903367"/>
                <a:gd name="connsiteX31" fmla="*/ 952228 w 1903231"/>
                <a:gd name="connsiteY31" fmla="*/ 327116 h 1903367"/>
                <a:gd name="connsiteX32" fmla="*/ 996587 w 1903231"/>
                <a:gd name="connsiteY32" fmla="*/ 371747 h 1903367"/>
                <a:gd name="connsiteX33" fmla="*/ 908413 w 1903231"/>
                <a:gd name="connsiteY33" fmla="*/ 371747 h 1903367"/>
                <a:gd name="connsiteX34" fmla="*/ 952228 w 1903231"/>
                <a:gd name="connsiteY34" fmla="*/ 327116 h 1903367"/>
                <a:gd name="connsiteX35" fmla="*/ 242207 w 1903231"/>
                <a:gd name="connsiteY35" fmla="*/ 1784441 h 1903367"/>
                <a:gd name="connsiteX36" fmla="*/ 242207 w 1903231"/>
                <a:gd name="connsiteY36" fmla="*/ 907052 h 1903367"/>
                <a:gd name="connsiteX37" fmla="*/ 1660888 w 1903231"/>
                <a:gd name="connsiteY37" fmla="*/ 907052 h 1903367"/>
                <a:gd name="connsiteX38" fmla="*/ 1660888 w 1903231"/>
                <a:gd name="connsiteY38" fmla="*/ 1784577 h 1903367"/>
                <a:gd name="connsiteX39" fmla="*/ 242207 w 1903231"/>
                <a:gd name="connsiteY39" fmla="*/ 1784441 h 1903367"/>
                <a:gd name="connsiteX40" fmla="*/ 1784305 w 1903231"/>
                <a:gd name="connsiteY40" fmla="*/ 788126 h 1903367"/>
                <a:gd name="connsiteX41" fmla="*/ 118790 w 1903231"/>
                <a:gd name="connsiteY41" fmla="*/ 788126 h 1903367"/>
                <a:gd name="connsiteX42" fmla="*/ 118790 w 1903231"/>
                <a:gd name="connsiteY42" fmla="*/ 490674 h 1903367"/>
                <a:gd name="connsiteX43" fmla="*/ 1784305 w 1903231"/>
                <a:gd name="connsiteY43" fmla="*/ 490674 h 1903367"/>
                <a:gd name="connsiteX44" fmla="*/ 1784305 w 1903231"/>
                <a:gd name="connsiteY44" fmla="*/ 788126 h 190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903231" h="1903367">
                  <a:moveTo>
                    <a:pt x="1784305" y="371747"/>
                  </a:moveTo>
                  <a:lnTo>
                    <a:pt x="1449569" y="371747"/>
                  </a:lnTo>
                  <a:cubicBezTo>
                    <a:pt x="1472837" y="336369"/>
                    <a:pt x="1487125" y="291873"/>
                    <a:pt x="1487125" y="238397"/>
                  </a:cubicBezTo>
                  <a:cubicBezTo>
                    <a:pt x="1487125" y="80554"/>
                    <a:pt x="1362211" y="0"/>
                    <a:pt x="1249816" y="0"/>
                  </a:cubicBezTo>
                  <a:cubicBezTo>
                    <a:pt x="1119188" y="0"/>
                    <a:pt x="1027203" y="66947"/>
                    <a:pt x="952228" y="149951"/>
                  </a:cubicBezTo>
                  <a:cubicBezTo>
                    <a:pt x="878477" y="66947"/>
                    <a:pt x="785268" y="0"/>
                    <a:pt x="654912" y="0"/>
                  </a:cubicBezTo>
                  <a:cubicBezTo>
                    <a:pt x="542381" y="0"/>
                    <a:pt x="416379" y="80690"/>
                    <a:pt x="416379" y="238533"/>
                  </a:cubicBezTo>
                  <a:cubicBezTo>
                    <a:pt x="416379" y="291873"/>
                    <a:pt x="430802" y="336369"/>
                    <a:pt x="454206" y="371747"/>
                  </a:cubicBezTo>
                  <a:lnTo>
                    <a:pt x="118790" y="371747"/>
                  </a:lnTo>
                  <a:cubicBezTo>
                    <a:pt x="53162" y="371822"/>
                    <a:pt x="0" y="425045"/>
                    <a:pt x="0" y="490674"/>
                  </a:cubicBezTo>
                  <a:lnTo>
                    <a:pt x="0" y="788126"/>
                  </a:lnTo>
                  <a:cubicBezTo>
                    <a:pt x="0" y="853712"/>
                    <a:pt x="53204" y="907052"/>
                    <a:pt x="118790" y="907052"/>
                  </a:cubicBezTo>
                  <a:lnTo>
                    <a:pt x="118790" y="907052"/>
                  </a:lnTo>
                  <a:lnTo>
                    <a:pt x="118790" y="1784577"/>
                  </a:lnTo>
                  <a:cubicBezTo>
                    <a:pt x="118790" y="1850163"/>
                    <a:pt x="174035" y="1903367"/>
                    <a:pt x="242207" y="1903367"/>
                  </a:cubicBezTo>
                  <a:lnTo>
                    <a:pt x="1660888" y="1903367"/>
                  </a:lnTo>
                  <a:cubicBezTo>
                    <a:pt x="1728924" y="1903367"/>
                    <a:pt x="1784305" y="1850163"/>
                    <a:pt x="1784305" y="1784577"/>
                  </a:cubicBezTo>
                  <a:lnTo>
                    <a:pt x="1784305" y="907052"/>
                  </a:lnTo>
                  <a:cubicBezTo>
                    <a:pt x="1849986" y="907052"/>
                    <a:pt x="1903231" y="853807"/>
                    <a:pt x="1903231" y="788126"/>
                  </a:cubicBezTo>
                  <a:lnTo>
                    <a:pt x="1903231" y="490674"/>
                  </a:lnTo>
                  <a:cubicBezTo>
                    <a:pt x="1903231" y="425045"/>
                    <a:pt x="1850069" y="371822"/>
                    <a:pt x="1784441" y="371747"/>
                  </a:cubicBezTo>
                  <a:close/>
                  <a:moveTo>
                    <a:pt x="1252265" y="115933"/>
                  </a:moveTo>
                  <a:cubicBezTo>
                    <a:pt x="1319213" y="115933"/>
                    <a:pt x="1372553" y="163558"/>
                    <a:pt x="1372553" y="238397"/>
                  </a:cubicBezTo>
                  <a:cubicBezTo>
                    <a:pt x="1372553" y="313509"/>
                    <a:pt x="1319213" y="361134"/>
                    <a:pt x="1252265" y="361134"/>
                  </a:cubicBezTo>
                  <a:cubicBezTo>
                    <a:pt x="1154566" y="361134"/>
                    <a:pt x="1086394" y="307794"/>
                    <a:pt x="1028428" y="238533"/>
                  </a:cubicBezTo>
                  <a:cubicBezTo>
                    <a:pt x="1086394" y="169137"/>
                    <a:pt x="1154566" y="115797"/>
                    <a:pt x="1252265" y="115797"/>
                  </a:cubicBezTo>
                  <a:close/>
                  <a:moveTo>
                    <a:pt x="652599" y="115933"/>
                  </a:moveTo>
                  <a:cubicBezTo>
                    <a:pt x="750298" y="115933"/>
                    <a:pt x="818334" y="169273"/>
                    <a:pt x="877389" y="238397"/>
                  </a:cubicBezTo>
                  <a:cubicBezTo>
                    <a:pt x="818334" y="307794"/>
                    <a:pt x="750298" y="361134"/>
                    <a:pt x="652599" y="361134"/>
                  </a:cubicBezTo>
                  <a:cubicBezTo>
                    <a:pt x="585515" y="361134"/>
                    <a:pt x="532175" y="313509"/>
                    <a:pt x="532175" y="238533"/>
                  </a:cubicBezTo>
                  <a:cubicBezTo>
                    <a:pt x="532175" y="163558"/>
                    <a:pt x="585515" y="115797"/>
                    <a:pt x="652599" y="115797"/>
                  </a:cubicBezTo>
                  <a:close/>
                  <a:moveTo>
                    <a:pt x="952228" y="327116"/>
                  </a:moveTo>
                  <a:cubicBezTo>
                    <a:pt x="966379" y="342628"/>
                    <a:pt x="981075" y="357732"/>
                    <a:pt x="996587" y="371747"/>
                  </a:cubicBezTo>
                  <a:lnTo>
                    <a:pt x="908413" y="371747"/>
                  </a:lnTo>
                  <a:cubicBezTo>
                    <a:pt x="923789" y="357732"/>
                    <a:pt x="938349" y="342628"/>
                    <a:pt x="952228" y="327116"/>
                  </a:cubicBezTo>
                  <a:close/>
                  <a:moveTo>
                    <a:pt x="242207" y="1784441"/>
                  </a:moveTo>
                  <a:lnTo>
                    <a:pt x="242207" y="907052"/>
                  </a:lnTo>
                  <a:lnTo>
                    <a:pt x="1660888" y="907052"/>
                  </a:lnTo>
                  <a:lnTo>
                    <a:pt x="1660888" y="1784577"/>
                  </a:lnTo>
                  <a:lnTo>
                    <a:pt x="242207" y="1784441"/>
                  </a:lnTo>
                  <a:close/>
                  <a:moveTo>
                    <a:pt x="1784305" y="788126"/>
                  </a:moveTo>
                  <a:lnTo>
                    <a:pt x="118790" y="788126"/>
                  </a:lnTo>
                  <a:lnTo>
                    <a:pt x="118790" y="490674"/>
                  </a:lnTo>
                  <a:lnTo>
                    <a:pt x="1784305" y="490674"/>
                  </a:lnTo>
                  <a:lnTo>
                    <a:pt x="1784305" y="788126"/>
                  </a:lnTo>
                  <a:close/>
                </a:path>
              </a:pathLst>
            </a:custGeom>
            <a:grpFill/>
            <a:ln w="1860" cap="flat">
              <a:noFill/>
              <a:prstDash val="solid"/>
              <a:miter/>
            </a:ln>
          </p:spPr>
          <p:txBody>
            <a:bodyPr rtlCol="0" anchor="ctr"/>
            <a:lstStyle/>
            <a:p>
              <a:endParaRPr lang="zh-CN" altLang="en-US"/>
            </a:p>
          </p:txBody>
        </p:sp>
        <p:sp>
          <p:nvSpPr>
            <p:cNvPr id="1068" name="任意多边形: 形状 1067">
              <a:extLst>
                <a:ext uri="{FF2B5EF4-FFF2-40B4-BE49-F238E27FC236}">
                  <a16:creationId xmlns:a16="http://schemas.microsoft.com/office/drawing/2014/main" id="{C80D2AED-05F4-D4FE-A01A-028C05EECAE3}"/>
                </a:ext>
              </a:extLst>
            </p:cNvPr>
            <p:cNvSpPr/>
            <p:nvPr/>
          </p:nvSpPr>
          <p:spPr>
            <a:xfrm>
              <a:off x="1383710" y="1026794"/>
              <a:ext cx="118926" cy="639410"/>
            </a:xfrm>
            <a:custGeom>
              <a:avLst/>
              <a:gdLst>
                <a:gd name="connsiteX0" fmla="*/ 59463 w 118926"/>
                <a:gd name="connsiteY0" fmla="*/ 0 h 639410"/>
                <a:gd name="connsiteX1" fmla="*/ 0 w 118926"/>
                <a:gd name="connsiteY1" fmla="*/ 59463 h 639410"/>
                <a:gd name="connsiteX2" fmla="*/ 0 w 118926"/>
                <a:gd name="connsiteY2" fmla="*/ 59599 h 639410"/>
                <a:gd name="connsiteX3" fmla="*/ 0 w 118926"/>
                <a:gd name="connsiteY3" fmla="*/ 579936 h 639410"/>
                <a:gd name="connsiteX4" fmla="*/ 59453 w 118926"/>
                <a:gd name="connsiteY4" fmla="*/ 639410 h 639410"/>
                <a:gd name="connsiteX5" fmla="*/ 118927 w 118926"/>
                <a:gd name="connsiteY5" fmla="*/ 579957 h 639410"/>
                <a:gd name="connsiteX6" fmla="*/ 118927 w 118926"/>
                <a:gd name="connsiteY6" fmla="*/ 579936 h 639410"/>
                <a:gd name="connsiteX7" fmla="*/ 118927 w 118926"/>
                <a:gd name="connsiteY7" fmla="*/ 59599 h 639410"/>
                <a:gd name="connsiteX8" fmla="*/ 59600 w 118926"/>
                <a:gd name="connsiteY8" fmla="*/ 0 h 639410"/>
                <a:gd name="connsiteX9" fmla="*/ 59463 w 118926"/>
                <a:gd name="connsiteY9" fmla="*/ 0 h 639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8926" h="639410">
                  <a:moveTo>
                    <a:pt x="59463" y="0"/>
                  </a:moveTo>
                  <a:cubicBezTo>
                    <a:pt x="26623" y="0"/>
                    <a:pt x="0" y="26622"/>
                    <a:pt x="0" y="59463"/>
                  </a:cubicBezTo>
                  <a:cubicBezTo>
                    <a:pt x="0" y="59508"/>
                    <a:pt x="0" y="59554"/>
                    <a:pt x="0" y="59599"/>
                  </a:cubicBezTo>
                  <a:lnTo>
                    <a:pt x="0" y="579936"/>
                  </a:lnTo>
                  <a:cubicBezTo>
                    <a:pt x="-6" y="612777"/>
                    <a:pt x="26612" y="639404"/>
                    <a:pt x="59453" y="639410"/>
                  </a:cubicBezTo>
                  <a:cubicBezTo>
                    <a:pt x="92293" y="639416"/>
                    <a:pt x="118921" y="612798"/>
                    <a:pt x="118927" y="579957"/>
                  </a:cubicBezTo>
                  <a:cubicBezTo>
                    <a:pt x="118927" y="579950"/>
                    <a:pt x="118927" y="579943"/>
                    <a:pt x="118927" y="579936"/>
                  </a:cubicBezTo>
                  <a:lnTo>
                    <a:pt x="118927" y="59599"/>
                  </a:lnTo>
                  <a:cubicBezTo>
                    <a:pt x="119002" y="26759"/>
                    <a:pt x="92440" y="75"/>
                    <a:pt x="59600" y="0"/>
                  </a:cubicBezTo>
                  <a:cubicBezTo>
                    <a:pt x="59554" y="0"/>
                    <a:pt x="59509" y="0"/>
                    <a:pt x="59463" y="0"/>
                  </a:cubicBezTo>
                  <a:close/>
                </a:path>
              </a:pathLst>
            </a:custGeom>
            <a:grpFill/>
            <a:ln w="1860" cap="flat">
              <a:noFill/>
              <a:prstDash val="solid"/>
              <a:miter/>
            </a:ln>
          </p:spPr>
          <p:txBody>
            <a:bodyPr rtlCol="0" anchor="ctr"/>
            <a:lstStyle/>
            <a:p>
              <a:endParaRPr lang="zh-CN" altLang="en-US"/>
            </a:p>
          </p:txBody>
        </p:sp>
      </p:grpSp>
      <p:grpSp>
        <p:nvGrpSpPr>
          <p:cNvPr id="1076" name="组合 1075">
            <a:extLst>
              <a:ext uri="{FF2B5EF4-FFF2-40B4-BE49-F238E27FC236}">
                <a16:creationId xmlns:a16="http://schemas.microsoft.com/office/drawing/2014/main" id="{D717F328-A1DF-18F0-DB5B-50715D3CD756}"/>
              </a:ext>
            </a:extLst>
          </p:cNvPr>
          <p:cNvGrpSpPr/>
          <p:nvPr/>
        </p:nvGrpSpPr>
        <p:grpSpPr>
          <a:xfrm>
            <a:off x="2813150" y="4312002"/>
            <a:ext cx="371573" cy="371573"/>
            <a:chOff x="1220693" y="4340063"/>
            <a:chExt cx="218296" cy="218296"/>
          </a:xfrm>
          <a:solidFill>
            <a:schemeClr val="tx1"/>
          </a:solidFill>
        </p:grpSpPr>
        <p:sp>
          <p:nvSpPr>
            <p:cNvPr id="1073" name="任意多边形: 形状 1072">
              <a:extLst>
                <a:ext uri="{FF2B5EF4-FFF2-40B4-BE49-F238E27FC236}">
                  <a16:creationId xmlns:a16="http://schemas.microsoft.com/office/drawing/2014/main" id="{16D8A554-0D92-5A15-70EB-17EB5D366DA3}"/>
                </a:ext>
              </a:extLst>
            </p:cNvPr>
            <p:cNvSpPr/>
            <p:nvPr/>
          </p:nvSpPr>
          <p:spPr>
            <a:xfrm>
              <a:off x="1220693" y="4340063"/>
              <a:ext cx="218296" cy="218296"/>
            </a:xfrm>
            <a:custGeom>
              <a:avLst/>
              <a:gdLst>
                <a:gd name="connsiteX0" fmla="*/ 196467 w 218296"/>
                <a:gd name="connsiteY0" fmla="*/ 10915 h 218296"/>
                <a:gd name="connsiteX1" fmla="*/ 207382 w 218296"/>
                <a:gd name="connsiteY1" fmla="*/ 21830 h 218296"/>
                <a:gd name="connsiteX2" fmla="*/ 207382 w 218296"/>
                <a:gd name="connsiteY2" fmla="*/ 196467 h 218296"/>
                <a:gd name="connsiteX3" fmla="*/ 196467 w 218296"/>
                <a:gd name="connsiteY3" fmla="*/ 207382 h 218296"/>
                <a:gd name="connsiteX4" fmla="*/ 21830 w 218296"/>
                <a:gd name="connsiteY4" fmla="*/ 207382 h 218296"/>
                <a:gd name="connsiteX5" fmla="*/ 10915 w 218296"/>
                <a:gd name="connsiteY5" fmla="*/ 196467 h 218296"/>
                <a:gd name="connsiteX6" fmla="*/ 10915 w 218296"/>
                <a:gd name="connsiteY6" fmla="*/ 21830 h 218296"/>
                <a:gd name="connsiteX7" fmla="*/ 21830 w 218296"/>
                <a:gd name="connsiteY7" fmla="*/ 10915 h 218296"/>
                <a:gd name="connsiteX8" fmla="*/ 196467 w 218296"/>
                <a:gd name="connsiteY8" fmla="*/ 10915 h 218296"/>
                <a:gd name="connsiteX9" fmla="*/ 196467 w 218296"/>
                <a:gd name="connsiteY9" fmla="*/ 0 h 218296"/>
                <a:gd name="connsiteX10" fmla="*/ 21830 w 218296"/>
                <a:gd name="connsiteY10" fmla="*/ 0 h 218296"/>
                <a:gd name="connsiteX11" fmla="*/ 0 w 218296"/>
                <a:gd name="connsiteY11" fmla="*/ 21830 h 218296"/>
                <a:gd name="connsiteX12" fmla="*/ 0 w 218296"/>
                <a:gd name="connsiteY12" fmla="*/ 196467 h 218296"/>
                <a:gd name="connsiteX13" fmla="*/ 21830 w 218296"/>
                <a:gd name="connsiteY13" fmla="*/ 218297 h 218296"/>
                <a:gd name="connsiteX14" fmla="*/ 196467 w 218296"/>
                <a:gd name="connsiteY14" fmla="*/ 218297 h 218296"/>
                <a:gd name="connsiteX15" fmla="*/ 218297 w 218296"/>
                <a:gd name="connsiteY15" fmla="*/ 196467 h 218296"/>
                <a:gd name="connsiteX16" fmla="*/ 218297 w 218296"/>
                <a:gd name="connsiteY16" fmla="*/ 21830 h 218296"/>
                <a:gd name="connsiteX17" fmla="*/ 196467 w 218296"/>
                <a:gd name="connsiteY17" fmla="*/ 0 h 218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8296" h="218296">
                  <a:moveTo>
                    <a:pt x="196467" y="10915"/>
                  </a:moveTo>
                  <a:cubicBezTo>
                    <a:pt x="202495" y="10915"/>
                    <a:pt x="207382" y="15802"/>
                    <a:pt x="207382" y="21830"/>
                  </a:cubicBezTo>
                  <a:lnTo>
                    <a:pt x="207382" y="196467"/>
                  </a:lnTo>
                  <a:cubicBezTo>
                    <a:pt x="207382" y="202495"/>
                    <a:pt x="202495" y="207382"/>
                    <a:pt x="196467" y="207382"/>
                  </a:cubicBezTo>
                  <a:lnTo>
                    <a:pt x="21830" y="207382"/>
                  </a:lnTo>
                  <a:cubicBezTo>
                    <a:pt x="15802" y="207382"/>
                    <a:pt x="10915" y="202495"/>
                    <a:pt x="10915" y="196467"/>
                  </a:cubicBezTo>
                  <a:lnTo>
                    <a:pt x="10915" y="21830"/>
                  </a:lnTo>
                  <a:cubicBezTo>
                    <a:pt x="10915" y="15802"/>
                    <a:pt x="15802" y="10915"/>
                    <a:pt x="21830" y="10915"/>
                  </a:cubicBezTo>
                  <a:lnTo>
                    <a:pt x="196467" y="10915"/>
                  </a:lnTo>
                  <a:moveTo>
                    <a:pt x="196467" y="0"/>
                  </a:moveTo>
                  <a:lnTo>
                    <a:pt x="21830" y="0"/>
                  </a:lnTo>
                  <a:cubicBezTo>
                    <a:pt x="9773" y="0"/>
                    <a:pt x="0" y="9773"/>
                    <a:pt x="0" y="21830"/>
                  </a:cubicBezTo>
                  <a:lnTo>
                    <a:pt x="0" y="196467"/>
                  </a:lnTo>
                  <a:cubicBezTo>
                    <a:pt x="0" y="208523"/>
                    <a:pt x="9773" y="218297"/>
                    <a:pt x="21830" y="218297"/>
                  </a:cubicBezTo>
                  <a:lnTo>
                    <a:pt x="196467" y="218297"/>
                  </a:lnTo>
                  <a:cubicBezTo>
                    <a:pt x="208523" y="218297"/>
                    <a:pt x="218297" y="208523"/>
                    <a:pt x="218297" y="196467"/>
                  </a:cubicBezTo>
                  <a:lnTo>
                    <a:pt x="218297" y="21830"/>
                  </a:lnTo>
                  <a:cubicBezTo>
                    <a:pt x="218297" y="9773"/>
                    <a:pt x="208523" y="0"/>
                    <a:pt x="196467" y="0"/>
                  </a:cubicBezTo>
                  <a:close/>
                </a:path>
              </a:pathLst>
            </a:custGeom>
            <a:grpFill/>
            <a:ln w="3175" cap="flat">
              <a:solidFill>
                <a:schemeClr val="tx1"/>
              </a:solidFill>
              <a:prstDash val="solid"/>
              <a:miter/>
            </a:ln>
          </p:spPr>
          <p:txBody>
            <a:bodyPr rtlCol="0" anchor="ctr"/>
            <a:lstStyle/>
            <a:p>
              <a:endParaRPr lang="zh-CN" altLang="en-US"/>
            </a:p>
          </p:txBody>
        </p:sp>
        <p:sp>
          <p:nvSpPr>
            <p:cNvPr id="1074" name="任意多边形: 形状 1073">
              <a:extLst>
                <a:ext uri="{FF2B5EF4-FFF2-40B4-BE49-F238E27FC236}">
                  <a16:creationId xmlns:a16="http://schemas.microsoft.com/office/drawing/2014/main" id="{524E7F8D-59F5-92BC-17A6-FCBD1F8AEB4E}"/>
                </a:ext>
              </a:extLst>
            </p:cNvPr>
            <p:cNvSpPr/>
            <p:nvPr/>
          </p:nvSpPr>
          <p:spPr>
            <a:xfrm>
              <a:off x="1220693" y="4394637"/>
              <a:ext cx="218296" cy="109148"/>
            </a:xfrm>
            <a:custGeom>
              <a:avLst/>
              <a:gdLst>
                <a:gd name="connsiteX0" fmla="*/ 207382 w 218296"/>
                <a:gd name="connsiteY0" fmla="*/ 10915 h 109148"/>
                <a:gd name="connsiteX1" fmla="*/ 207382 w 218296"/>
                <a:gd name="connsiteY1" fmla="*/ 98234 h 109148"/>
                <a:gd name="connsiteX2" fmla="*/ 10915 w 218296"/>
                <a:gd name="connsiteY2" fmla="*/ 98234 h 109148"/>
                <a:gd name="connsiteX3" fmla="*/ 10915 w 218296"/>
                <a:gd name="connsiteY3" fmla="*/ 10915 h 109148"/>
                <a:gd name="connsiteX4" fmla="*/ 207382 w 218296"/>
                <a:gd name="connsiteY4" fmla="*/ 10915 h 109148"/>
                <a:gd name="connsiteX5" fmla="*/ 218297 w 218296"/>
                <a:gd name="connsiteY5" fmla="*/ 0 h 109148"/>
                <a:gd name="connsiteX6" fmla="*/ 0 w 218296"/>
                <a:gd name="connsiteY6" fmla="*/ 0 h 109148"/>
                <a:gd name="connsiteX7" fmla="*/ 0 w 218296"/>
                <a:gd name="connsiteY7" fmla="*/ 109148 h 109148"/>
                <a:gd name="connsiteX8" fmla="*/ 218297 w 218296"/>
                <a:gd name="connsiteY8" fmla="*/ 109148 h 109148"/>
                <a:gd name="connsiteX9" fmla="*/ 218297 w 218296"/>
                <a:gd name="connsiteY9" fmla="*/ 0 h 109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8296" h="109148">
                  <a:moveTo>
                    <a:pt x="207382" y="10915"/>
                  </a:moveTo>
                  <a:lnTo>
                    <a:pt x="207382" y="98234"/>
                  </a:lnTo>
                  <a:lnTo>
                    <a:pt x="10915" y="98234"/>
                  </a:lnTo>
                  <a:lnTo>
                    <a:pt x="10915" y="10915"/>
                  </a:lnTo>
                  <a:lnTo>
                    <a:pt x="207382" y="10915"/>
                  </a:lnTo>
                  <a:moveTo>
                    <a:pt x="218297" y="0"/>
                  </a:moveTo>
                  <a:lnTo>
                    <a:pt x="0" y="0"/>
                  </a:lnTo>
                  <a:lnTo>
                    <a:pt x="0" y="109148"/>
                  </a:lnTo>
                  <a:lnTo>
                    <a:pt x="218297" y="109148"/>
                  </a:lnTo>
                  <a:lnTo>
                    <a:pt x="218297" y="0"/>
                  </a:lnTo>
                  <a:close/>
                </a:path>
              </a:pathLst>
            </a:custGeom>
            <a:grpFill/>
            <a:ln w="3175" cap="flat">
              <a:solidFill>
                <a:schemeClr val="tx1"/>
              </a:solidFill>
              <a:prstDash val="solid"/>
              <a:miter/>
            </a:ln>
          </p:spPr>
          <p:txBody>
            <a:bodyPr rtlCol="0" anchor="ctr"/>
            <a:lstStyle/>
            <a:p>
              <a:endParaRPr lang="zh-CN" altLang="en-US"/>
            </a:p>
          </p:txBody>
        </p:sp>
        <p:sp>
          <p:nvSpPr>
            <p:cNvPr id="1075" name="任意多边形: 形状 1074">
              <a:extLst>
                <a:ext uri="{FF2B5EF4-FFF2-40B4-BE49-F238E27FC236}">
                  <a16:creationId xmlns:a16="http://schemas.microsoft.com/office/drawing/2014/main" id="{0FD6E823-07FF-D2FC-AC74-AEB6D02D6206}"/>
                </a:ext>
              </a:extLst>
            </p:cNvPr>
            <p:cNvSpPr/>
            <p:nvPr/>
          </p:nvSpPr>
          <p:spPr>
            <a:xfrm>
              <a:off x="1301681" y="4417449"/>
              <a:ext cx="56730" cy="66471"/>
            </a:xfrm>
            <a:custGeom>
              <a:avLst/>
              <a:gdLst>
                <a:gd name="connsiteX0" fmla="*/ 11024 w 56730"/>
                <a:gd name="connsiteY0" fmla="*/ 11024 h 66471"/>
                <a:gd name="connsiteX1" fmla="*/ 45406 w 56730"/>
                <a:gd name="connsiteY1" fmla="*/ 32854 h 66471"/>
                <a:gd name="connsiteX2" fmla="*/ 10915 w 56730"/>
                <a:gd name="connsiteY2" fmla="*/ 54683 h 66471"/>
                <a:gd name="connsiteX3" fmla="*/ 10915 w 56730"/>
                <a:gd name="connsiteY3" fmla="*/ 11024 h 66471"/>
                <a:gd name="connsiteX4" fmla="*/ 10915 w 56730"/>
                <a:gd name="connsiteY4" fmla="*/ 109 h 66471"/>
                <a:gd name="connsiteX5" fmla="*/ 0 w 56730"/>
                <a:gd name="connsiteY5" fmla="*/ 11024 h 66471"/>
                <a:gd name="connsiteX6" fmla="*/ 0 w 56730"/>
                <a:gd name="connsiteY6" fmla="*/ 55556 h 66471"/>
                <a:gd name="connsiteX7" fmla="*/ 10915 w 56730"/>
                <a:gd name="connsiteY7" fmla="*/ 66471 h 66471"/>
                <a:gd name="connsiteX8" fmla="*/ 17245 w 56730"/>
                <a:gd name="connsiteY8" fmla="*/ 64507 h 66471"/>
                <a:gd name="connsiteX9" fmla="*/ 51736 w 56730"/>
                <a:gd name="connsiteY9" fmla="*/ 42677 h 66471"/>
                <a:gd name="connsiteX10" fmla="*/ 54983 w 56730"/>
                <a:gd name="connsiteY10" fmla="*/ 27586 h 66471"/>
                <a:gd name="connsiteX11" fmla="*/ 51736 w 56730"/>
                <a:gd name="connsiteY11" fmla="*/ 24340 h 66471"/>
                <a:gd name="connsiteX12" fmla="*/ 17245 w 56730"/>
                <a:gd name="connsiteY12" fmla="*/ 1746 h 66471"/>
                <a:gd name="connsiteX13" fmla="*/ 11351 w 56730"/>
                <a:gd name="connsiteY13" fmla="*/ 0 h 66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6730" h="66471">
                  <a:moveTo>
                    <a:pt x="11024" y="11024"/>
                  </a:moveTo>
                  <a:lnTo>
                    <a:pt x="45406" y="32854"/>
                  </a:lnTo>
                  <a:lnTo>
                    <a:pt x="10915" y="54683"/>
                  </a:lnTo>
                  <a:lnTo>
                    <a:pt x="10915" y="11024"/>
                  </a:lnTo>
                  <a:moveTo>
                    <a:pt x="10915" y="109"/>
                  </a:moveTo>
                  <a:cubicBezTo>
                    <a:pt x="4887" y="109"/>
                    <a:pt x="0" y="4996"/>
                    <a:pt x="0" y="11024"/>
                  </a:cubicBezTo>
                  <a:lnTo>
                    <a:pt x="0" y="55556"/>
                  </a:lnTo>
                  <a:cubicBezTo>
                    <a:pt x="0" y="61585"/>
                    <a:pt x="4887" y="66471"/>
                    <a:pt x="10915" y="66471"/>
                  </a:cubicBezTo>
                  <a:cubicBezTo>
                    <a:pt x="13178" y="66489"/>
                    <a:pt x="15390" y="65802"/>
                    <a:pt x="17245" y="64507"/>
                  </a:cubicBezTo>
                  <a:lnTo>
                    <a:pt x="51736" y="42677"/>
                  </a:lnTo>
                  <a:cubicBezTo>
                    <a:pt x="56800" y="39406"/>
                    <a:pt x="58253" y="32650"/>
                    <a:pt x="54983" y="27586"/>
                  </a:cubicBezTo>
                  <a:cubicBezTo>
                    <a:pt x="54143" y="26286"/>
                    <a:pt x="53036" y="25180"/>
                    <a:pt x="51736" y="24340"/>
                  </a:cubicBezTo>
                  <a:lnTo>
                    <a:pt x="17245" y="1746"/>
                  </a:lnTo>
                  <a:cubicBezTo>
                    <a:pt x="15489" y="612"/>
                    <a:pt x="13443" y="5"/>
                    <a:pt x="11351" y="0"/>
                  </a:cubicBezTo>
                  <a:close/>
                </a:path>
              </a:pathLst>
            </a:custGeom>
            <a:grpFill/>
            <a:ln w="3175" cap="flat">
              <a:solidFill>
                <a:schemeClr val="tx1"/>
              </a:solidFill>
              <a:prstDash val="solid"/>
              <a:miter/>
            </a:ln>
          </p:spPr>
          <p:txBody>
            <a:bodyPr rtlCol="0" anchor="ctr"/>
            <a:lstStyle/>
            <a:p>
              <a:endParaRPr lang="zh-CN" altLang="en-US"/>
            </a:p>
          </p:txBody>
        </p:sp>
      </p:grpSp>
      <p:grpSp>
        <p:nvGrpSpPr>
          <p:cNvPr id="1082" name="组合 1081">
            <a:extLst>
              <a:ext uri="{FF2B5EF4-FFF2-40B4-BE49-F238E27FC236}">
                <a16:creationId xmlns:a16="http://schemas.microsoft.com/office/drawing/2014/main" id="{F7F9D9F5-ACE9-1220-3871-C5A8D397B31A}"/>
              </a:ext>
            </a:extLst>
          </p:cNvPr>
          <p:cNvGrpSpPr/>
          <p:nvPr/>
        </p:nvGrpSpPr>
        <p:grpSpPr>
          <a:xfrm>
            <a:off x="2729226" y="3543994"/>
            <a:ext cx="354587" cy="354587"/>
            <a:chOff x="1528471" y="3692782"/>
            <a:chExt cx="216113" cy="216113"/>
          </a:xfrm>
          <a:solidFill>
            <a:schemeClr val="tx1"/>
          </a:solidFill>
        </p:grpSpPr>
        <p:sp>
          <p:nvSpPr>
            <p:cNvPr id="1080" name="任意多边形: 形状 1079">
              <a:extLst>
                <a:ext uri="{FF2B5EF4-FFF2-40B4-BE49-F238E27FC236}">
                  <a16:creationId xmlns:a16="http://schemas.microsoft.com/office/drawing/2014/main" id="{66D0F893-910F-2725-BED8-9211793ED437}"/>
                </a:ext>
              </a:extLst>
            </p:cNvPr>
            <p:cNvSpPr/>
            <p:nvPr/>
          </p:nvSpPr>
          <p:spPr>
            <a:xfrm>
              <a:off x="1598326" y="3751940"/>
              <a:ext cx="119517" cy="97796"/>
            </a:xfrm>
            <a:custGeom>
              <a:avLst/>
              <a:gdLst>
                <a:gd name="connsiteX0" fmla="*/ 5894 w 119517"/>
                <a:gd name="connsiteY0" fmla="*/ 11788 h 97796"/>
                <a:gd name="connsiteX1" fmla="*/ 27505 w 119517"/>
                <a:gd name="connsiteY1" fmla="*/ 11788 h 97796"/>
                <a:gd name="connsiteX2" fmla="*/ 33399 w 119517"/>
                <a:gd name="connsiteY2" fmla="*/ 5894 h 97796"/>
                <a:gd name="connsiteX3" fmla="*/ 27505 w 119517"/>
                <a:gd name="connsiteY3" fmla="*/ 0 h 97796"/>
                <a:gd name="connsiteX4" fmla="*/ 5894 w 119517"/>
                <a:gd name="connsiteY4" fmla="*/ 0 h 97796"/>
                <a:gd name="connsiteX5" fmla="*/ 0 w 119517"/>
                <a:gd name="connsiteY5" fmla="*/ 5894 h 97796"/>
                <a:gd name="connsiteX6" fmla="*/ 5894 w 119517"/>
                <a:gd name="connsiteY6" fmla="*/ 11788 h 97796"/>
                <a:gd name="connsiteX7" fmla="*/ 6003 w 119517"/>
                <a:gd name="connsiteY7" fmla="*/ 54792 h 97796"/>
                <a:gd name="connsiteX8" fmla="*/ 113514 w 119517"/>
                <a:gd name="connsiteY8" fmla="*/ 54792 h 97796"/>
                <a:gd name="connsiteX9" fmla="*/ 119517 w 119517"/>
                <a:gd name="connsiteY9" fmla="*/ 48898 h 97796"/>
                <a:gd name="connsiteX10" fmla="*/ 113514 w 119517"/>
                <a:gd name="connsiteY10" fmla="*/ 43004 h 97796"/>
                <a:gd name="connsiteX11" fmla="*/ 6003 w 119517"/>
                <a:gd name="connsiteY11" fmla="*/ 43004 h 97796"/>
                <a:gd name="connsiteX12" fmla="*/ 0 w 119517"/>
                <a:gd name="connsiteY12" fmla="*/ 48898 h 97796"/>
                <a:gd name="connsiteX13" fmla="*/ 6003 w 119517"/>
                <a:gd name="connsiteY13" fmla="*/ 54792 h 97796"/>
                <a:gd name="connsiteX14" fmla="*/ 59595 w 119517"/>
                <a:gd name="connsiteY14" fmla="*/ 11788 h 97796"/>
                <a:gd name="connsiteX15" fmla="*/ 113514 w 119517"/>
                <a:gd name="connsiteY15" fmla="*/ 11788 h 97796"/>
                <a:gd name="connsiteX16" fmla="*/ 119408 w 119517"/>
                <a:gd name="connsiteY16" fmla="*/ 5894 h 97796"/>
                <a:gd name="connsiteX17" fmla="*/ 113514 w 119517"/>
                <a:gd name="connsiteY17" fmla="*/ 0 h 97796"/>
                <a:gd name="connsiteX18" fmla="*/ 59595 w 119517"/>
                <a:gd name="connsiteY18" fmla="*/ 0 h 97796"/>
                <a:gd name="connsiteX19" fmla="*/ 53810 w 119517"/>
                <a:gd name="connsiteY19" fmla="*/ 5894 h 97796"/>
                <a:gd name="connsiteX20" fmla="*/ 59595 w 119517"/>
                <a:gd name="connsiteY20" fmla="*/ 11788 h 97796"/>
                <a:gd name="connsiteX21" fmla="*/ 6003 w 119517"/>
                <a:gd name="connsiteY21" fmla="*/ 97797 h 97796"/>
                <a:gd name="connsiteX22" fmla="*/ 113514 w 119517"/>
                <a:gd name="connsiteY22" fmla="*/ 97797 h 97796"/>
                <a:gd name="connsiteX23" fmla="*/ 119517 w 119517"/>
                <a:gd name="connsiteY23" fmla="*/ 91903 h 97796"/>
                <a:gd name="connsiteX24" fmla="*/ 113514 w 119517"/>
                <a:gd name="connsiteY24" fmla="*/ 86009 h 97796"/>
                <a:gd name="connsiteX25" fmla="*/ 6003 w 119517"/>
                <a:gd name="connsiteY25" fmla="*/ 86009 h 97796"/>
                <a:gd name="connsiteX26" fmla="*/ 0 w 119517"/>
                <a:gd name="connsiteY26" fmla="*/ 91903 h 97796"/>
                <a:gd name="connsiteX27" fmla="*/ 6003 w 119517"/>
                <a:gd name="connsiteY27" fmla="*/ 97797 h 97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9517" h="97796">
                  <a:moveTo>
                    <a:pt x="5894" y="11788"/>
                  </a:moveTo>
                  <a:lnTo>
                    <a:pt x="27505" y="11788"/>
                  </a:lnTo>
                  <a:cubicBezTo>
                    <a:pt x="30780" y="11788"/>
                    <a:pt x="33399" y="9168"/>
                    <a:pt x="33399" y="5894"/>
                  </a:cubicBezTo>
                  <a:cubicBezTo>
                    <a:pt x="33399" y="2729"/>
                    <a:pt x="30671" y="0"/>
                    <a:pt x="27505" y="0"/>
                  </a:cubicBezTo>
                  <a:lnTo>
                    <a:pt x="5894" y="0"/>
                  </a:lnTo>
                  <a:cubicBezTo>
                    <a:pt x="2620" y="0"/>
                    <a:pt x="0" y="2620"/>
                    <a:pt x="0" y="5894"/>
                  </a:cubicBezTo>
                  <a:cubicBezTo>
                    <a:pt x="0" y="9168"/>
                    <a:pt x="2620" y="11788"/>
                    <a:pt x="5894" y="11788"/>
                  </a:cubicBezTo>
                  <a:close/>
                  <a:moveTo>
                    <a:pt x="6003" y="54792"/>
                  </a:moveTo>
                  <a:lnTo>
                    <a:pt x="113514" y="54792"/>
                  </a:lnTo>
                  <a:cubicBezTo>
                    <a:pt x="116788" y="54792"/>
                    <a:pt x="119517" y="52173"/>
                    <a:pt x="119517" y="48898"/>
                  </a:cubicBezTo>
                  <a:cubicBezTo>
                    <a:pt x="119517" y="45733"/>
                    <a:pt x="116788" y="43004"/>
                    <a:pt x="113514" y="43004"/>
                  </a:cubicBezTo>
                  <a:lnTo>
                    <a:pt x="6003" y="43004"/>
                  </a:lnTo>
                  <a:cubicBezTo>
                    <a:pt x="2729" y="43004"/>
                    <a:pt x="0" y="45624"/>
                    <a:pt x="0" y="48898"/>
                  </a:cubicBezTo>
                  <a:cubicBezTo>
                    <a:pt x="0" y="52173"/>
                    <a:pt x="2729" y="54792"/>
                    <a:pt x="6003" y="54792"/>
                  </a:cubicBezTo>
                  <a:close/>
                  <a:moveTo>
                    <a:pt x="59595" y="11788"/>
                  </a:moveTo>
                  <a:lnTo>
                    <a:pt x="113514" y="11788"/>
                  </a:lnTo>
                  <a:cubicBezTo>
                    <a:pt x="116788" y="11788"/>
                    <a:pt x="119408" y="9168"/>
                    <a:pt x="119408" y="5894"/>
                  </a:cubicBezTo>
                  <a:cubicBezTo>
                    <a:pt x="119408" y="2620"/>
                    <a:pt x="116788" y="0"/>
                    <a:pt x="113514" y="0"/>
                  </a:cubicBezTo>
                  <a:lnTo>
                    <a:pt x="59595" y="0"/>
                  </a:lnTo>
                  <a:cubicBezTo>
                    <a:pt x="56430" y="109"/>
                    <a:pt x="53810" y="2729"/>
                    <a:pt x="53810" y="5894"/>
                  </a:cubicBezTo>
                  <a:cubicBezTo>
                    <a:pt x="53810" y="9168"/>
                    <a:pt x="56430" y="11788"/>
                    <a:pt x="59595" y="11788"/>
                  </a:cubicBezTo>
                  <a:close/>
                  <a:moveTo>
                    <a:pt x="6003" y="97797"/>
                  </a:moveTo>
                  <a:lnTo>
                    <a:pt x="113514" y="97797"/>
                  </a:lnTo>
                  <a:cubicBezTo>
                    <a:pt x="116788" y="97797"/>
                    <a:pt x="119517" y="95177"/>
                    <a:pt x="119517" y="91903"/>
                  </a:cubicBezTo>
                  <a:cubicBezTo>
                    <a:pt x="119517" y="88737"/>
                    <a:pt x="116788" y="86009"/>
                    <a:pt x="113514" y="86009"/>
                  </a:cubicBezTo>
                  <a:lnTo>
                    <a:pt x="6003" y="86009"/>
                  </a:lnTo>
                  <a:cubicBezTo>
                    <a:pt x="2729" y="86009"/>
                    <a:pt x="0" y="88628"/>
                    <a:pt x="0" y="91903"/>
                  </a:cubicBezTo>
                  <a:cubicBezTo>
                    <a:pt x="0" y="95177"/>
                    <a:pt x="2729" y="97797"/>
                    <a:pt x="6003" y="97797"/>
                  </a:cubicBezTo>
                  <a:close/>
                </a:path>
              </a:pathLst>
            </a:custGeom>
            <a:grpFill/>
            <a:ln w="205" cap="flat">
              <a:solidFill>
                <a:schemeClr val="tx1"/>
              </a:solidFill>
              <a:prstDash val="solid"/>
              <a:miter/>
            </a:ln>
          </p:spPr>
          <p:txBody>
            <a:bodyPr rtlCol="0" anchor="ctr"/>
            <a:lstStyle/>
            <a:p>
              <a:endParaRPr lang="zh-CN" altLang="en-US"/>
            </a:p>
          </p:txBody>
        </p:sp>
        <p:sp>
          <p:nvSpPr>
            <p:cNvPr id="1081" name="任意多边形: 形状 1080">
              <a:extLst>
                <a:ext uri="{FF2B5EF4-FFF2-40B4-BE49-F238E27FC236}">
                  <a16:creationId xmlns:a16="http://schemas.microsoft.com/office/drawing/2014/main" id="{E56DB5C7-5C2E-9705-71E4-65D850968268}"/>
                </a:ext>
              </a:extLst>
            </p:cNvPr>
            <p:cNvSpPr/>
            <p:nvPr/>
          </p:nvSpPr>
          <p:spPr>
            <a:xfrm>
              <a:off x="1528471" y="3692782"/>
              <a:ext cx="216113" cy="216113"/>
            </a:xfrm>
            <a:custGeom>
              <a:avLst/>
              <a:gdLst>
                <a:gd name="connsiteX0" fmla="*/ 199304 w 216113"/>
                <a:gd name="connsiteY0" fmla="*/ 0 h 216113"/>
                <a:gd name="connsiteX1" fmla="*/ 59704 w 216113"/>
                <a:gd name="connsiteY1" fmla="*/ 0 h 216113"/>
                <a:gd name="connsiteX2" fmla="*/ 59595 w 216113"/>
                <a:gd name="connsiteY2" fmla="*/ 0 h 216113"/>
                <a:gd name="connsiteX3" fmla="*/ 42895 w 216113"/>
                <a:gd name="connsiteY3" fmla="*/ 16590 h 216113"/>
                <a:gd name="connsiteX4" fmla="*/ 42895 w 216113"/>
                <a:gd name="connsiteY4" fmla="*/ 91357 h 216113"/>
                <a:gd name="connsiteX5" fmla="*/ 11897 w 216113"/>
                <a:gd name="connsiteY5" fmla="*/ 91357 h 216113"/>
                <a:gd name="connsiteX6" fmla="*/ 11897 w 216113"/>
                <a:gd name="connsiteY6" fmla="*/ 91248 h 216113"/>
                <a:gd name="connsiteX7" fmla="*/ 0 w 216113"/>
                <a:gd name="connsiteY7" fmla="*/ 91248 h 216113"/>
                <a:gd name="connsiteX8" fmla="*/ 0 w 216113"/>
                <a:gd name="connsiteY8" fmla="*/ 188717 h 216113"/>
                <a:gd name="connsiteX9" fmla="*/ 27396 w 216113"/>
                <a:gd name="connsiteY9" fmla="*/ 216113 h 216113"/>
                <a:gd name="connsiteX10" fmla="*/ 199413 w 216113"/>
                <a:gd name="connsiteY10" fmla="*/ 216113 h 216113"/>
                <a:gd name="connsiteX11" fmla="*/ 211201 w 216113"/>
                <a:gd name="connsiteY11" fmla="*/ 211311 h 216113"/>
                <a:gd name="connsiteX12" fmla="*/ 216113 w 216113"/>
                <a:gd name="connsiteY12" fmla="*/ 199523 h 216113"/>
                <a:gd name="connsiteX13" fmla="*/ 216113 w 216113"/>
                <a:gd name="connsiteY13" fmla="*/ 16590 h 216113"/>
                <a:gd name="connsiteX14" fmla="*/ 199304 w 216113"/>
                <a:gd name="connsiteY14" fmla="*/ 0 h 216113"/>
                <a:gd name="connsiteX15" fmla="*/ 54901 w 216113"/>
                <a:gd name="connsiteY15" fmla="*/ 188717 h 216113"/>
                <a:gd name="connsiteX16" fmla="*/ 54901 w 216113"/>
                <a:gd name="connsiteY16" fmla="*/ 16590 h 216113"/>
                <a:gd name="connsiteX17" fmla="*/ 56320 w 216113"/>
                <a:gd name="connsiteY17" fmla="*/ 13207 h 216113"/>
                <a:gd name="connsiteX18" fmla="*/ 59704 w 216113"/>
                <a:gd name="connsiteY18" fmla="*/ 11897 h 216113"/>
                <a:gd name="connsiteX19" fmla="*/ 199304 w 216113"/>
                <a:gd name="connsiteY19" fmla="*/ 11897 h 216113"/>
                <a:gd name="connsiteX20" fmla="*/ 204216 w 216113"/>
                <a:gd name="connsiteY20" fmla="*/ 16700 h 216113"/>
                <a:gd name="connsiteX21" fmla="*/ 204216 w 216113"/>
                <a:gd name="connsiteY21" fmla="*/ 199523 h 216113"/>
                <a:gd name="connsiteX22" fmla="*/ 202797 w 216113"/>
                <a:gd name="connsiteY22" fmla="*/ 202906 h 216113"/>
                <a:gd name="connsiteX23" fmla="*/ 199413 w 216113"/>
                <a:gd name="connsiteY23" fmla="*/ 204216 h 216113"/>
                <a:gd name="connsiteX24" fmla="*/ 50099 w 216113"/>
                <a:gd name="connsiteY24" fmla="*/ 204216 h 216113"/>
                <a:gd name="connsiteX25" fmla="*/ 54901 w 216113"/>
                <a:gd name="connsiteY25" fmla="*/ 188717 h 216113"/>
                <a:gd name="connsiteX26" fmla="*/ 43004 w 216113"/>
                <a:gd name="connsiteY26" fmla="*/ 103254 h 216113"/>
                <a:gd name="connsiteX27" fmla="*/ 43004 w 216113"/>
                <a:gd name="connsiteY27" fmla="*/ 188717 h 216113"/>
                <a:gd name="connsiteX28" fmla="*/ 27396 w 216113"/>
                <a:gd name="connsiteY28" fmla="*/ 204216 h 216113"/>
                <a:gd name="connsiteX29" fmla="*/ 11788 w 216113"/>
                <a:gd name="connsiteY29" fmla="*/ 188717 h 216113"/>
                <a:gd name="connsiteX30" fmla="*/ 11788 w 216113"/>
                <a:gd name="connsiteY30" fmla="*/ 103254 h 216113"/>
                <a:gd name="connsiteX31" fmla="*/ 43004 w 216113"/>
                <a:gd name="connsiteY31" fmla="*/ 103254 h 21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16113" h="216113">
                  <a:moveTo>
                    <a:pt x="199304" y="0"/>
                  </a:moveTo>
                  <a:lnTo>
                    <a:pt x="59704" y="0"/>
                  </a:lnTo>
                  <a:lnTo>
                    <a:pt x="59595" y="0"/>
                  </a:lnTo>
                  <a:cubicBezTo>
                    <a:pt x="50426" y="0"/>
                    <a:pt x="42895" y="7422"/>
                    <a:pt x="42895" y="16590"/>
                  </a:cubicBezTo>
                  <a:lnTo>
                    <a:pt x="42895" y="91357"/>
                  </a:lnTo>
                  <a:lnTo>
                    <a:pt x="11897" y="91357"/>
                  </a:lnTo>
                  <a:lnTo>
                    <a:pt x="11897" y="91248"/>
                  </a:lnTo>
                  <a:lnTo>
                    <a:pt x="0" y="91248"/>
                  </a:lnTo>
                  <a:lnTo>
                    <a:pt x="0" y="188717"/>
                  </a:lnTo>
                  <a:cubicBezTo>
                    <a:pt x="0" y="203779"/>
                    <a:pt x="12334" y="216113"/>
                    <a:pt x="27396" y="216113"/>
                  </a:cubicBezTo>
                  <a:lnTo>
                    <a:pt x="199413" y="216113"/>
                  </a:lnTo>
                  <a:cubicBezTo>
                    <a:pt x="203888" y="216113"/>
                    <a:pt x="208036" y="214367"/>
                    <a:pt x="211201" y="211311"/>
                  </a:cubicBezTo>
                  <a:cubicBezTo>
                    <a:pt x="214367" y="208145"/>
                    <a:pt x="216113" y="203998"/>
                    <a:pt x="216113" y="199523"/>
                  </a:cubicBezTo>
                  <a:lnTo>
                    <a:pt x="216113" y="16590"/>
                  </a:lnTo>
                  <a:cubicBezTo>
                    <a:pt x="216113" y="7422"/>
                    <a:pt x="208582" y="0"/>
                    <a:pt x="199304" y="0"/>
                  </a:cubicBezTo>
                  <a:close/>
                  <a:moveTo>
                    <a:pt x="54901" y="188717"/>
                  </a:moveTo>
                  <a:lnTo>
                    <a:pt x="54901" y="16590"/>
                  </a:lnTo>
                  <a:cubicBezTo>
                    <a:pt x="54901" y="15281"/>
                    <a:pt x="55447" y="14080"/>
                    <a:pt x="56320" y="13207"/>
                  </a:cubicBezTo>
                  <a:cubicBezTo>
                    <a:pt x="57194" y="12334"/>
                    <a:pt x="58503" y="11788"/>
                    <a:pt x="59704" y="11897"/>
                  </a:cubicBezTo>
                  <a:lnTo>
                    <a:pt x="199304" y="11897"/>
                  </a:lnTo>
                  <a:cubicBezTo>
                    <a:pt x="201924" y="11897"/>
                    <a:pt x="204107" y="14080"/>
                    <a:pt x="204216" y="16700"/>
                  </a:cubicBezTo>
                  <a:lnTo>
                    <a:pt x="204216" y="199523"/>
                  </a:lnTo>
                  <a:cubicBezTo>
                    <a:pt x="204216" y="200832"/>
                    <a:pt x="203670" y="202033"/>
                    <a:pt x="202797" y="202906"/>
                  </a:cubicBezTo>
                  <a:cubicBezTo>
                    <a:pt x="201924" y="203779"/>
                    <a:pt x="200614" y="204325"/>
                    <a:pt x="199413" y="204216"/>
                  </a:cubicBezTo>
                  <a:lnTo>
                    <a:pt x="50099" y="204216"/>
                  </a:lnTo>
                  <a:cubicBezTo>
                    <a:pt x="53264" y="199632"/>
                    <a:pt x="54901" y="194393"/>
                    <a:pt x="54901" y="188717"/>
                  </a:cubicBezTo>
                  <a:close/>
                  <a:moveTo>
                    <a:pt x="43004" y="103254"/>
                  </a:moveTo>
                  <a:lnTo>
                    <a:pt x="43004" y="188717"/>
                  </a:lnTo>
                  <a:cubicBezTo>
                    <a:pt x="43004" y="197230"/>
                    <a:pt x="36019" y="204216"/>
                    <a:pt x="27396" y="204216"/>
                  </a:cubicBezTo>
                  <a:cubicBezTo>
                    <a:pt x="18773" y="204216"/>
                    <a:pt x="11788" y="197230"/>
                    <a:pt x="11788" y="188717"/>
                  </a:cubicBezTo>
                  <a:lnTo>
                    <a:pt x="11788" y="103254"/>
                  </a:lnTo>
                  <a:lnTo>
                    <a:pt x="43004" y="103254"/>
                  </a:lnTo>
                  <a:close/>
                </a:path>
              </a:pathLst>
            </a:custGeom>
            <a:grpFill/>
            <a:ln w="205" cap="flat">
              <a:solidFill>
                <a:schemeClr val="tx1"/>
              </a:solidFill>
              <a:prstDash val="solid"/>
              <a:miter/>
            </a:ln>
          </p:spPr>
          <p:txBody>
            <a:bodyPr rtlCol="0" anchor="ctr"/>
            <a:lstStyle/>
            <a:p>
              <a:endParaRPr lang="zh-CN" altLang="en-US"/>
            </a:p>
          </p:txBody>
        </p:sp>
      </p:grpSp>
      <p:grpSp>
        <p:nvGrpSpPr>
          <p:cNvPr id="1088" name="组合 1087">
            <a:extLst>
              <a:ext uri="{FF2B5EF4-FFF2-40B4-BE49-F238E27FC236}">
                <a16:creationId xmlns:a16="http://schemas.microsoft.com/office/drawing/2014/main" id="{02535D4B-74B2-2935-98CD-6E5793B24290}"/>
              </a:ext>
            </a:extLst>
          </p:cNvPr>
          <p:cNvGrpSpPr/>
          <p:nvPr/>
        </p:nvGrpSpPr>
        <p:grpSpPr>
          <a:xfrm>
            <a:off x="2699779" y="2769031"/>
            <a:ext cx="293754" cy="271256"/>
            <a:chOff x="1819965" y="2969313"/>
            <a:chExt cx="190284" cy="216112"/>
          </a:xfrm>
          <a:solidFill>
            <a:schemeClr val="tx2"/>
          </a:solidFill>
        </p:grpSpPr>
        <p:sp>
          <p:nvSpPr>
            <p:cNvPr id="1086" name="任意多边形: 形状 1085">
              <a:extLst>
                <a:ext uri="{FF2B5EF4-FFF2-40B4-BE49-F238E27FC236}">
                  <a16:creationId xmlns:a16="http://schemas.microsoft.com/office/drawing/2014/main" id="{EB87C31A-E323-5731-C8FC-66F981B5B22C}"/>
                </a:ext>
              </a:extLst>
            </p:cNvPr>
            <p:cNvSpPr/>
            <p:nvPr/>
          </p:nvSpPr>
          <p:spPr>
            <a:xfrm>
              <a:off x="1851617" y="3172502"/>
              <a:ext cx="126508" cy="12923"/>
            </a:xfrm>
            <a:custGeom>
              <a:avLst/>
              <a:gdLst>
                <a:gd name="connsiteX0" fmla="*/ 122164 w 126508"/>
                <a:gd name="connsiteY0" fmla="*/ 0 h 12923"/>
                <a:gd name="connsiteX1" fmla="*/ 4344 w 126508"/>
                <a:gd name="connsiteY1" fmla="*/ 0 h 12923"/>
                <a:gd name="connsiteX2" fmla="*/ 0 w 126508"/>
                <a:gd name="connsiteY2" fmla="*/ 6462 h 12923"/>
                <a:gd name="connsiteX3" fmla="*/ 4344 w 126508"/>
                <a:gd name="connsiteY3" fmla="*/ 12923 h 12923"/>
                <a:gd name="connsiteX4" fmla="*/ 122164 w 126508"/>
                <a:gd name="connsiteY4" fmla="*/ 12923 h 12923"/>
                <a:gd name="connsiteX5" fmla="*/ 126509 w 126508"/>
                <a:gd name="connsiteY5" fmla="*/ 6462 h 12923"/>
                <a:gd name="connsiteX6" fmla="*/ 122164 w 126508"/>
                <a:gd name="connsiteY6" fmla="*/ 0 h 12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508" h="12923">
                  <a:moveTo>
                    <a:pt x="122164" y="0"/>
                  </a:moveTo>
                  <a:lnTo>
                    <a:pt x="4344" y="0"/>
                  </a:lnTo>
                  <a:cubicBezTo>
                    <a:pt x="1961" y="0"/>
                    <a:pt x="0" y="2913"/>
                    <a:pt x="0" y="6462"/>
                  </a:cubicBezTo>
                  <a:cubicBezTo>
                    <a:pt x="0" y="10044"/>
                    <a:pt x="1936" y="12923"/>
                    <a:pt x="4344" y="12923"/>
                  </a:cubicBezTo>
                  <a:lnTo>
                    <a:pt x="122164" y="12923"/>
                  </a:lnTo>
                  <a:cubicBezTo>
                    <a:pt x="124548" y="12923"/>
                    <a:pt x="126509" y="10011"/>
                    <a:pt x="126509" y="6462"/>
                  </a:cubicBezTo>
                  <a:cubicBezTo>
                    <a:pt x="126509" y="2879"/>
                    <a:pt x="124548" y="0"/>
                    <a:pt x="122164" y="0"/>
                  </a:cubicBezTo>
                  <a:close/>
                </a:path>
              </a:pathLst>
            </a:custGeom>
            <a:grpFill/>
            <a:ln w="152" cap="flat">
              <a:solidFill>
                <a:schemeClr val="tx1"/>
              </a:solidFill>
              <a:prstDash val="solid"/>
              <a:miter/>
            </a:ln>
          </p:spPr>
          <p:txBody>
            <a:bodyPr rtlCol="0" anchor="ctr"/>
            <a:lstStyle/>
            <a:p>
              <a:endParaRPr lang="zh-CN" altLang="en-US"/>
            </a:p>
          </p:txBody>
        </p:sp>
        <p:sp>
          <p:nvSpPr>
            <p:cNvPr id="1087" name="任意多边形: 形状 1086">
              <a:extLst>
                <a:ext uri="{FF2B5EF4-FFF2-40B4-BE49-F238E27FC236}">
                  <a16:creationId xmlns:a16="http://schemas.microsoft.com/office/drawing/2014/main" id="{58C3C221-1403-3103-8795-C1F10961F01D}"/>
                </a:ext>
              </a:extLst>
            </p:cNvPr>
            <p:cNvSpPr/>
            <p:nvPr/>
          </p:nvSpPr>
          <p:spPr>
            <a:xfrm>
              <a:off x="1819965" y="2969313"/>
              <a:ext cx="190284" cy="186014"/>
            </a:xfrm>
            <a:custGeom>
              <a:avLst/>
              <a:gdLst>
                <a:gd name="connsiteX0" fmla="*/ 174645 w 190284"/>
                <a:gd name="connsiteY0" fmla="*/ 48814 h 186014"/>
                <a:gd name="connsiteX1" fmla="*/ 158980 w 190284"/>
                <a:gd name="connsiteY1" fmla="*/ 69940 h 186014"/>
                <a:gd name="connsiteX2" fmla="*/ 159005 w 190284"/>
                <a:gd name="connsiteY2" fmla="*/ 70308 h 186014"/>
                <a:gd name="connsiteX3" fmla="*/ 158955 w 190284"/>
                <a:gd name="connsiteY3" fmla="*/ 71078 h 186014"/>
                <a:gd name="connsiteX4" fmla="*/ 160966 w 190284"/>
                <a:gd name="connsiteY4" fmla="*/ 81222 h 186014"/>
                <a:gd name="connsiteX5" fmla="*/ 131176 w 190284"/>
                <a:gd name="connsiteY5" fmla="*/ 105797 h 186014"/>
                <a:gd name="connsiteX6" fmla="*/ 131499 w 190284"/>
                <a:gd name="connsiteY6" fmla="*/ 106500 h 186014"/>
                <a:gd name="connsiteX7" fmla="*/ 131399 w 190284"/>
                <a:gd name="connsiteY7" fmla="*/ 106466 h 186014"/>
                <a:gd name="connsiteX8" fmla="*/ 103744 w 190284"/>
                <a:gd name="connsiteY8" fmla="*/ 38502 h 186014"/>
                <a:gd name="connsiteX9" fmla="*/ 110521 w 190284"/>
                <a:gd name="connsiteY9" fmla="*/ 21126 h 186014"/>
                <a:gd name="connsiteX10" fmla="*/ 94857 w 190284"/>
                <a:gd name="connsiteY10" fmla="*/ 0 h 186014"/>
                <a:gd name="connsiteX11" fmla="*/ 79192 w 190284"/>
                <a:gd name="connsiteY11" fmla="*/ 21126 h 186014"/>
                <a:gd name="connsiteX12" fmla="*/ 86466 w 190284"/>
                <a:gd name="connsiteY12" fmla="*/ 38904 h 186014"/>
                <a:gd name="connsiteX13" fmla="*/ 59307 w 190284"/>
                <a:gd name="connsiteY13" fmla="*/ 105763 h 186014"/>
                <a:gd name="connsiteX14" fmla="*/ 28797 w 190284"/>
                <a:gd name="connsiteY14" fmla="*/ 80586 h 186014"/>
                <a:gd name="connsiteX15" fmla="*/ 31329 w 190284"/>
                <a:gd name="connsiteY15" fmla="*/ 69103 h 186014"/>
                <a:gd name="connsiteX16" fmla="*/ 15665 w 190284"/>
                <a:gd name="connsiteY16" fmla="*/ 47977 h 186014"/>
                <a:gd name="connsiteX17" fmla="*/ 0 w 190284"/>
                <a:gd name="connsiteY17" fmla="*/ 69103 h 186014"/>
                <a:gd name="connsiteX18" fmla="*/ 13480 w 190284"/>
                <a:gd name="connsiteY18" fmla="*/ 89927 h 186014"/>
                <a:gd name="connsiteX19" fmla="*/ 32422 w 190284"/>
                <a:gd name="connsiteY19" fmla="*/ 177477 h 186014"/>
                <a:gd name="connsiteX20" fmla="*/ 40937 w 190284"/>
                <a:gd name="connsiteY20" fmla="*/ 186015 h 186014"/>
                <a:gd name="connsiteX21" fmla="*/ 149646 w 190284"/>
                <a:gd name="connsiteY21" fmla="*/ 186015 h 186014"/>
                <a:gd name="connsiteX22" fmla="*/ 157962 w 190284"/>
                <a:gd name="connsiteY22" fmla="*/ 177477 h 186014"/>
                <a:gd name="connsiteX23" fmla="*/ 176631 w 190284"/>
                <a:gd name="connsiteY23" fmla="*/ 90998 h 186014"/>
                <a:gd name="connsiteX24" fmla="*/ 177723 w 190284"/>
                <a:gd name="connsiteY24" fmla="*/ 90597 h 186014"/>
                <a:gd name="connsiteX25" fmla="*/ 178046 w 190284"/>
                <a:gd name="connsiteY25" fmla="*/ 90463 h 186014"/>
                <a:gd name="connsiteX26" fmla="*/ 179461 w 190284"/>
                <a:gd name="connsiteY26" fmla="*/ 89860 h 186014"/>
                <a:gd name="connsiteX27" fmla="*/ 190284 w 190284"/>
                <a:gd name="connsiteY27" fmla="*/ 69873 h 186014"/>
                <a:gd name="connsiteX28" fmla="*/ 174645 w 190284"/>
                <a:gd name="connsiteY28" fmla="*/ 48814 h 186014"/>
                <a:gd name="connsiteX29" fmla="*/ 95155 w 190284"/>
                <a:gd name="connsiteY29" fmla="*/ 11919 h 186014"/>
                <a:gd name="connsiteX30" fmla="*/ 101733 w 190284"/>
                <a:gd name="connsiteY30" fmla="*/ 20791 h 186014"/>
                <a:gd name="connsiteX31" fmla="*/ 95155 w 190284"/>
                <a:gd name="connsiteY31" fmla="*/ 29663 h 186014"/>
                <a:gd name="connsiteX32" fmla="*/ 88576 w 190284"/>
                <a:gd name="connsiteY32" fmla="*/ 20791 h 186014"/>
                <a:gd name="connsiteX33" fmla="*/ 95155 w 190284"/>
                <a:gd name="connsiteY33" fmla="*/ 11919 h 186014"/>
                <a:gd name="connsiteX34" fmla="*/ 15938 w 190284"/>
                <a:gd name="connsiteY34" fmla="*/ 77406 h 186014"/>
                <a:gd name="connsiteX35" fmla="*/ 9359 w 190284"/>
                <a:gd name="connsiteY35" fmla="*/ 68533 h 186014"/>
                <a:gd name="connsiteX36" fmla="*/ 15938 w 190284"/>
                <a:gd name="connsiteY36" fmla="*/ 59661 h 186014"/>
                <a:gd name="connsiteX37" fmla="*/ 22516 w 190284"/>
                <a:gd name="connsiteY37" fmla="*/ 68533 h 186014"/>
                <a:gd name="connsiteX38" fmla="*/ 15938 w 190284"/>
                <a:gd name="connsiteY38" fmla="*/ 77406 h 186014"/>
                <a:gd name="connsiteX39" fmla="*/ 148231 w 190284"/>
                <a:gd name="connsiteY39" fmla="*/ 174531 h 186014"/>
                <a:gd name="connsiteX40" fmla="*/ 147536 w 190284"/>
                <a:gd name="connsiteY40" fmla="*/ 174564 h 186014"/>
                <a:gd name="connsiteX41" fmla="*/ 42302 w 190284"/>
                <a:gd name="connsiteY41" fmla="*/ 174598 h 186014"/>
                <a:gd name="connsiteX42" fmla="*/ 42029 w 190284"/>
                <a:gd name="connsiteY42" fmla="*/ 173560 h 186014"/>
                <a:gd name="connsiteX43" fmla="*/ 24204 w 190284"/>
                <a:gd name="connsiteY43" fmla="*/ 91869 h 186014"/>
                <a:gd name="connsiteX44" fmla="*/ 25644 w 190284"/>
                <a:gd name="connsiteY44" fmla="*/ 90998 h 186014"/>
                <a:gd name="connsiteX45" fmla="*/ 49650 w 190284"/>
                <a:gd name="connsiteY45" fmla="*/ 110584 h 186014"/>
                <a:gd name="connsiteX46" fmla="*/ 57644 w 190284"/>
                <a:gd name="connsiteY46" fmla="*/ 117079 h 186014"/>
                <a:gd name="connsiteX47" fmla="*/ 61318 w 190284"/>
                <a:gd name="connsiteY47" fmla="*/ 118586 h 186014"/>
                <a:gd name="connsiteX48" fmla="*/ 62832 w 190284"/>
                <a:gd name="connsiteY48" fmla="*/ 118318 h 186014"/>
                <a:gd name="connsiteX49" fmla="*/ 66755 w 190284"/>
                <a:gd name="connsiteY49" fmla="*/ 113899 h 186014"/>
                <a:gd name="connsiteX50" fmla="*/ 94087 w 190284"/>
                <a:gd name="connsiteY50" fmla="*/ 47408 h 186014"/>
                <a:gd name="connsiteX51" fmla="*/ 94981 w 190284"/>
                <a:gd name="connsiteY51" fmla="*/ 47441 h 186014"/>
                <a:gd name="connsiteX52" fmla="*/ 96346 w 190284"/>
                <a:gd name="connsiteY52" fmla="*/ 47341 h 186014"/>
                <a:gd name="connsiteX53" fmla="*/ 123232 w 190284"/>
                <a:gd name="connsiteY53" fmla="*/ 112727 h 186014"/>
                <a:gd name="connsiteX54" fmla="*/ 127725 w 190284"/>
                <a:gd name="connsiteY54" fmla="*/ 118318 h 186014"/>
                <a:gd name="connsiteX55" fmla="*/ 129115 w 190284"/>
                <a:gd name="connsiteY55" fmla="*/ 118552 h 186014"/>
                <a:gd name="connsiteX56" fmla="*/ 133658 w 190284"/>
                <a:gd name="connsiteY56" fmla="*/ 116443 h 186014"/>
                <a:gd name="connsiteX57" fmla="*/ 163796 w 190284"/>
                <a:gd name="connsiteY57" fmla="*/ 91802 h 186014"/>
                <a:gd name="connsiteX58" fmla="*/ 165956 w 190284"/>
                <a:gd name="connsiteY58" fmla="*/ 93141 h 186014"/>
                <a:gd name="connsiteX59" fmla="*/ 148231 w 190284"/>
                <a:gd name="connsiteY59" fmla="*/ 174531 h 186014"/>
                <a:gd name="connsiteX60" fmla="*/ 174818 w 190284"/>
                <a:gd name="connsiteY60" fmla="*/ 78711 h 186014"/>
                <a:gd name="connsiteX61" fmla="*/ 168240 w 190284"/>
                <a:gd name="connsiteY61" fmla="*/ 69839 h 186014"/>
                <a:gd name="connsiteX62" fmla="*/ 174818 w 190284"/>
                <a:gd name="connsiteY62" fmla="*/ 60967 h 186014"/>
                <a:gd name="connsiteX63" fmla="*/ 181397 w 190284"/>
                <a:gd name="connsiteY63" fmla="*/ 69839 h 186014"/>
                <a:gd name="connsiteX64" fmla="*/ 174818 w 190284"/>
                <a:gd name="connsiteY64" fmla="*/ 78711 h 18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90284" h="186014">
                  <a:moveTo>
                    <a:pt x="174645" y="48814"/>
                  </a:moveTo>
                  <a:cubicBezTo>
                    <a:pt x="166005" y="48814"/>
                    <a:pt x="158980" y="58255"/>
                    <a:pt x="158980" y="69940"/>
                  </a:cubicBezTo>
                  <a:cubicBezTo>
                    <a:pt x="158980" y="70074"/>
                    <a:pt x="159005" y="70174"/>
                    <a:pt x="159005" y="70308"/>
                  </a:cubicBezTo>
                  <a:cubicBezTo>
                    <a:pt x="159005" y="70576"/>
                    <a:pt x="158955" y="70810"/>
                    <a:pt x="158955" y="71078"/>
                  </a:cubicBezTo>
                  <a:cubicBezTo>
                    <a:pt x="158955" y="74627"/>
                    <a:pt x="159650" y="78109"/>
                    <a:pt x="160966" y="81222"/>
                  </a:cubicBezTo>
                  <a:cubicBezTo>
                    <a:pt x="151036" y="89425"/>
                    <a:pt x="141106" y="97628"/>
                    <a:pt x="131176" y="105797"/>
                  </a:cubicBezTo>
                  <a:lnTo>
                    <a:pt x="131499" y="106500"/>
                  </a:lnTo>
                  <a:lnTo>
                    <a:pt x="131399" y="106466"/>
                  </a:lnTo>
                  <a:lnTo>
                    <a:pt x="103744" y="38502"/>
                  </a:lnTo>
                  <a:cubicBezTo>
                    <a:pt x="107840" y="34685"/>
                    <a:pt x="110521" y="28358"/>
                    <a:pt x="110521" y="21126"/>
                  </a:cubicBezTo>
                  <a:cubicBezTo>
                    <a:pt x="110521" y="9475"/>
                    <a:pt x="103521" y="0"/>
                    <a:pt x="94857" y="0"/>
                  </a:cubicBezTo>
                  <a:cubicBezTo>
                    <a:pt x="86218" y="0"/>
                    <a:pt x="79192" y="9441"/>
                    <a:pt x="79192" y="21126"/>
                  </a:cubicBezTo>
                  <a:cubicBezTo>
                    <a:pt x="79192" y="28625"/>
                    <a:pt x="82097" y="35154"/>
                    <a:pt x="86466" y="38904"/>
                  </a:cubicBezTo>
                  <a:lnTo>
                    <a:pt x="59307" y="105763"/>
                  </a:lnTo>
                  <a:cubicBezTo>
                    <a:pt x="58041" y="104759"/>
                    <a:pt x="30957" y="82394"/>
                    <a:pt x="28797" y="80586"/>
                  </a:cubicBezTo>
                  <a:cubicBezTo>
                    <a:pt x="30386" y="77272"/>
                    <a:pt x="31329" y="73355"/>
                    <a:pt x="31329" y="69103"/>
                  </a:cubicBezTo>
                  <a:cubicBezTo>
                    <a:pt x="31329" y="57452"/>
                    <a:pt x="24329" y="47977"/>
                    <a:pt x="15665" y="47977"/>
                  </a:cubicBezTo>
                  <a:cubicBezTo>
                    <a:pt x="7026" y="47977"/>
                    <a:pt x="0" y="57418"/>
                    <a:pt x="0" y="69103"/>
                  </a:cubicBezTo>
                  <a:cubicBezTo>
                    <a:pt x="0" y="79749"/>
                    <a:pt x="5884" y="88487"/>
                    <a:pt x="13480" y="89927"/>
                  </a:cubicBezTo>
                  <a:lnTo>
                    <a:pt x="32422" y="177477"/>
                  </a:lnTo>
                  <a:cubicBezTo>
                    <a:pt x="33737" y="183537"/>
                    <a:pt x="36195" y="186015"/>
                    <a:pt x="40937" y="186015"/>
                  </a:cubicBezTo>
                  <a:lnTo>
                    <a:pt x="149646" y="186015"/>
                  </a:lnTo>
                  <a:cubicBezTo>
                    <a:pt x="154189" y="186015"/>
                    <a:pt x="156671" y="183470"/>
                    <a:pt x="157962" y="177477"/>
                  </a:cubicBezTo>
                  <a:lnTo>
                    <a:pt x="176631" y="90998"/>
                  </a:lnTo>
                  <a:cubicBezTo>
                    <a:pt x="177003" y="90898"/>
                    <a:pt x="177350" y="90731"/>
                    <a:pt x="177723" y="90597"/>
                  </a:cubicBezTo>
                  <a:cubicBezTo>
                    <a:pt x="177822" y="90563"/>
                    <a:pt x="177921" y="90496"/>
                    <a:pt x="178046" y="90463"/>
                  </a:cubicBezTo>
                  <a:cubicBezTo>
                    <a:pt x="178517" y="90295"/>
                    <a:pt x="179014" y="90128"/>
                    <a:pt x="179461" y="89860"/>
                  </a:cubicBezTo>
                  <a:cubicBezTo>
                    <a:pt x="185717" y="87115"/>
                    <a:pt x="190284" y="79247"/>
                    <a:pt x="190284" y="69873"/>
                  </a:cubicBezTo>
                  <a:cubicBezTo>
                    <a:pt x="190309" y="58255"/>
                    <a:pt x="183309" y="48814"/>
                    <a:pt x="174645" y="48814"/>
                  </a:cubicBezTo>
                  <a:close/>
                  <a:moveTo>
                    <a:pt x="95155" y="11919"/>
                  </a:moveTo>
                  <a:cubicBezTo>
                    <a:pt x="98779" y="11919"/>
                    <a:pt x="101733" y="15903"/>
                    <a:pt x="101733" y="20791"/>
                  </a:cubicBezTo>
                  <a:cubicBezTo>
                    <a:pt x="101733" y="25679"/>
                    <a:pt x="98779" y="29663"/>
                    <a:pt x="95155" y="29663"/>
                  </a:cubicBezTo>
                  <a:cubicBezTo>
                    <a:pt x="91530" y="29663"/>
                    <a:pt x="88576" y="25679"/>
                    <a:pt x="88576" y="20791"/>
                  </a:cubicBezTo>
                  <a:cubicBezTo>
                    <a:pt x="88576" y="15903"/>
                    <a:pt x="91530" y="11919"/>
                    <a:pt x="95155" y="11919"/>
                  </a:cubicBezTo>
                  <a:close/>
                  <a:moveTo>
                    <a:pt x="15938" y="77406"/>
                  </a:moveTo>
                  <a:cubicBezTo>
                    <a:pt x="12313" y="77406"/>
                    <a:pt x="9359" y="73422"/>
                    <a:pt x="9359" y="68533"/>
                  </a:cubicBezTo>
                  <a:cubicBezTo>
                    <a:pt x="9359" y="63645"/>
                    <a:pt x="12313" y="59661"/>
                    <a:pt x="15938" y="59661"/>
                  </a:cubicBezTo>
                  <a:cubicBezTo>
                    <a:pt x="19562" y="59661"/>
                    <a:pt x="22516" y="63645"/>
                    <a:pt x="22516" y="68533"/>
                  </a:cubicBezTo>
                  <a:cubicBezTo>
                    <a:pt x="22516" y="73422"/>
                    <a:pt x="19562" y="77406"/>
                    <a:pt x="15938" y="77406"/>
                  </a:cubicBezTo>
                  <a:close/>
                  <a:moveTo>
                    <a:pt x="148231" y="174531"/>
                  </a:moveTo>
                  <a:cubicBezTo>
                    <a:pt x="148082" y="174564"/>
                    <a:pt x="147883" y="174564"/>
                    <a:pt x="147536" y="174564"/>
                  </a:cubicBezTo>
                  <a:cubicBezTo>
                    <a:pt x="147536" y="174564"/>
                    <a:pt x="42352" y="174564"/>
                    <a:pt x="42302" y="174598"/>
                  </a:cubicBezTo>
                  <a:cubicBezTo>
                    <a:pt x="42227" y="174364"/>
                    <a:pt x="42128" y="174062"/>
                    <a:pt x="42029" y="173560"/>
                  </a:cubicBezTo>
                  <a:lnTo>
                    <a:pt x="24204" y="91869"/>
                  </a:lnTo>
                  <a:cubicBezTo>
                    <a:pt x="24701" y="91601"/>
                    <a:pt x="25173" y="91333"/>
                    <a:pt x="25644" y="90998"/>
                  </a:cubicBezTo>
                  <a:lnTo>
                    <a:pt x="49650" y="110584"/>
                  </a:lnTo>
                  <a:cubicBezTo>
                    <a:pt x="49650" y="110584"/>
                    <a:pt x="55708" y="115539"/>
                    <a:pt x="57644" y="117079"/>
                  </a:cubicBezTo>
                  <a:cubicBezTo>
                    <a:pt x="58910" y="118084"/>
                    <a:pt x="60151" y="118586"/>
                    <a:pt x="61318" y="118586"/>
                  </a:cubicBezTo>
                  <a:cubicBezTo>
                    <a:pt x="61839" y="118586"/>
                    <a:pt x="62361" y="118486"/>
                    <a:pt x="62832" y="118318"/>
                  </a:cubicBezTo>
                  <a:cubicBezTo>
                    <a:pt x="63974" y="117916"/>
                    <a:pt x="65588" y="116812"/>
                    <a:pt x="66755" y="113899"/>
                  </a:cubicBezTo>
                  <a:cubicBezTo>
                    <a:pt x="73656" y="97159"/>
                    <a:pt x="94087" y="47408"/>
                    <a:pt x="94087" y="47408"/>
                  </a:cubicBezTo>
                  <a:cubicBezTo>
                    <a:pt x="94385" y="47441"/>
                    <a:pt x="94683" y="47441"/>
                    <a:pt x="94981" y="47441"/>
                  </a:cubicBezTo>
                  <a:cubicBezTo>
                    <a:pt x="95452" y="47441"/>
                    <a:pt x="95899" y="47408"/>
                    <a:pt x="96346" y="47341"/>
                  </a:cubicBezTo>
                  <a:lnTo>
                    <a:pt x="123232" y="112727"/>
                  </a:lnTo>
                  <a:cubicBezTo>
                    <a:pt x="124101" y="114903"/>
                    <a:pt x="125416" y="117481"/>
                    <a:pt x="127725" y="118318"/>
                  </a:cubicBezTo>
                  <a:cubicBezTo>
                    <a:pt x="128222" y="118486"/>
                    <a:pt x="128668" y="118552"/>
                    <a:pt x="129115" y="118552"/>
                  </a:cubicBezTo>
                  <a:cubicBezTo>
                    <a:pt x="130903" y="118552"/>
                    <a:pt x="132467" y="117414"/>
                    <a:pt x="133658" y="116443"/>
                  </a:cubicBezTo>
                  <a:lnTo>
                    <a:pt x="163796" y="91802"/>
                  </a:lnTo>
                  <a:cubicBezTo>
                    <a:pt x="164541" y="92371"/>
                    <a:pt x="165236" y="92806"/>
                    <a:pt x="165956" y="93141"/>
                  </a:cubicBezTo>
                  <a:cubicBezTo>
                    <a:pt x="161810" y="112258"/>
                    <a:pt x="148231" y="174364"/>
                    <a:pt x="148231" y="174531"/>
                  </a:cubicBezTo>
                  <a:close/>
                  <a:moveTo>
                    <a:pt x="174818" y="78711"/>
                  </a:moveTo>
                  <a:cubicBezTo>
                    <a:pt x="171194" y="78711"/>
                    <a:pt x="168240" y="74727"/>
                    <a:pt x="168240" y="69839"/>
                  </a:cubicBezTo>
                  <a:cubicBezTo>
                    <a:pt x="168240" y="64951"/>
                    <a:pt x="171194" y="60967"/>
                    <a:pt x="174818" y="60967"/>
                  </a:cubicBezTo>
                  <a:cubicBezTo>
                    <a:pt x="178443" y="60967"/>
                    <a:pt x="181397" y="64951"/>
                    <a:pt x="181397" y="69839"/>
                  </a:cubicBezTo>
                  <a:cubicBezTo>
                    <a:pt x="181397" y="74761"/>
                    <a:pt x="178468" y="78711"/>
                    <a:pt x="174818" y="78711"/>
                  </a:cubicBezTo>
                  <a:close/>
                </a:path>
              </a:pathLst>
            </a:custGeom>
            <a:grpFill/>
            <a:ln w="152" cap="flat">
              <a:solidFill>
                <a:schemeClr val="tx1"/>
              </a:solidFill>
              <a:prstDash val="solid"/>
              <a:miter/>
            </a:ln>
          </p:spPr>
          <p:txBody>
            <a:bodyPr rtlCol="0" anchor="ctr"/>
            <a:lstStyle/>
            <a:p>
              <a:endParaRPr lang="zh-CN" altLang="en-US"/>
            </a:p>
          </p:txBody>
        </p:sp>
      </p:grpSp>
      <p:grpSp>
        <p:nvGrpSpPr>
          <p:cNvPr id="1100" name="组合 1099">
            <a:extLst>
              <a:ext uri="{FF2B5EF4-FFF2-40B4-BE49-F238E27FC236}">
                <a16:creationId xmlns:a16="http://schemas.microsoft.com/office/drawing/2014/main" id="{A615FB43-3C99-1D9C-8390-7C99A53AC4C2}"/>
              </a:ext>
            </a:extLst>
          </p:cNvPr>
          <p:cNvGrpSpPr/>
          <p:nvPr/>
        </p:nvGrpSpPr>
        <p:grpSpPr>
          <a:xfrm>
            <a:off x="2586079" y="2046560"/>
            <a:ext cx="306458" cy="306458"/>
            <a:chOff x="3557582" y="1591948"/>
            <a:chExt cx="204934" cy="204934"/>
          </a:xfrm>
        </p:grpSpPr>
        <p:sp>
          <p:nvSpPr>
            <p:cNvPr id="1097" name="任意多边形: 形状 1096">
              <a:extLst>
                <a:ext uri="{FF2B5EF4-FFF2-40B4-BE49-F238E27FC236}">
                  <a16:creationId xmlns:a16="http://schemas.microsoft.com/office/drawing/2014/main" id="{5BC19984-B262-FABA-77BC-6D8272C680B2}"/>
                </a:ext>
              </a:extLst>
            </p:cNvPr>
            <p:cNvSpPr/>
            <p:nvPr/>
          </p:nvSpPr>
          <p:spPr>
            <a:xfrm>
              <a:off x="3612656" y="1641901"/>
              <a:ext cx="94244" cy="100329"/>
            </a:xfrm>
            <a:custGeom>
              <a:avLst/>
              <a:gdLst>
                <a:gd name="connsiteX0" fmla="*/ 94244 w 94244"/>
                <a:gd name="connsiteY0" fmla="*/ 100330 h 100329"/>
                <a:gd name="connsiteX1" fmla="*/ 84326 w 94244"/>
                <a:gd name="connsiteY1" fmla="*/ 100330 h 100329"/>
                <a:gd name="connsiteX2" fmla="*/ 47121 w 94244"/>
                <a:gd name="connsiteY2" fmla="*/ 64737 h 100329"/>
                <a:gd name="connsiteX3" fmla="*/ 9924 w 94244"/>
                <a:gd name="connsiteY3" fmla="*/ 100330 h 100329"/>
                <a:gd name="connsiteX4" fmla="*/ 0 w 94244"/>
                <a:gd name="connsiteY4" fmla="*/ 100330 h 100329"/>
                <a:gd name="connsiteX5" fmla="*/ 28233 w 94244"/>
                <a:gd name="connsiteY5" fmla="*/ 58628 h 100329"/>
                <a:gd name="connsiteX6" fmla="*/ 14731 w 94244"/>
                <a:gd name="connsiteY6" fmla="*/ 32365 h 100329"/>
                <a:gd name="connsiteX7" fmla="*/ 47084 w 94244"/>
                <a:gd name="connsiteY7" fmla="*/ 0 h 100329"/>
                <a:gd name="connsiteX8" fmla="*/ 79437 w 94244"/>
                <a:gd name="connsiteY8" fmla="*/ 32365 h 100329"/>
                <a:gd name="connsiteX9" fmla="*/ 65974 w 94244"/>
                <a:gd name="connsiteY9" fmla="*/ 58603 h 100329"/>
                <a:gd name="connsiteX10" fmla="*/ 94244 w 94244"/>
                <a:gd name="connsiteY10" fmla="*/ 100330 h 100329"/>
                <a:gd name="connsiteX11" fmla="*/ 69474 w 94244"/>
                <a:gd name="connsiteY11" fmla="*/ 32276 h 100329"/>
                <a:gd name="connsiteX12" fmla="*/ 47078 w 94244"/>
                <a:gd name="connsiteY12" fmla="*/ 9887 h 100329"/>
                <a:gd name="connsiteX13" fmla="*/ 24681 w 94244"/>
                <a:gd name="connsiteY13" fmla="*/ 32276 h 100329"/>
                <a:gd name="connsiteX14" fmla="*/ 47078 w 94244"/>
                <a:gd name="connsiteY14" fmla="*/ 54665 h 100329"/>
                <a:gd name="connsiteX15" fmla="*/ 69474 w 94244"/>
                <a:gd name="connsiteY15" fmla="*/ 32276 h 10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4244" h="100329">
                  <a:moveTo>
                    <a:pt x="94244" y="100330"/>
                  </a:moveTo>
                  <a:lnTo>
                    <a:pt x="84326" y="100330"/>
                  </a:lnTo>
                  <a:cubicBezTo>
                    <a:pt x="83429" y="80519"/>
                    <a:pt x="67138" y="64737"/>
                    <a:pt x="47121" y="64737"/>
                  </a:cubicBezTo>
                  <a:cubicBezTo>
                    <a:pt x="27106" y="64737"/>
                    <a:pt x="10814" y="80524"/>
                    <a:pt x="9924" y="100330"/>
                  </a:cubicBezTo>
                  <a:lnTo>
                    <a:pt x="0" y="100330"/>
                  </a:lnTo>
                  <a:cubicBezTo>
                    <a:pt x="591" y="82151"/>
                    <a:pt x="11574" y="65928"/>
                    <a:pt x="28233" y="58628"/>
                  </a:cubicBezTo>
                  <a:cubicBezTo>
                    <a:pt x="20067" y="52755"/>
                    <a:pt x="14731" y="43193"/>
                    <a:pt x="14731" y="32365"/>
                  </a:cubicBezTo>
                  <a:cubicBezTo>
                    <a:pt x="14731" y="14488"/>
                    <a:pt x="29219" y="0"/>
                    <a:pt x="47084" y="0"/>
                  </a:cubicBezTo>
                  <a:cubicBezTo>
                    <a:pt x="64950" y="0"/>
                    <a:pt x="79437" y="14488"/>
                    <a:pt x="79437" y="32365"/>
                  </a:cubicBezTo>
                  <a:cubicBezTo>
                    <a:pt x="79437" y="43173"/>
                    <a:pt x="74120" y="52726"/>
                    <a:pt x="65974" y="58603"/>
                  </a:cubicBezTo>
                  <a:cubicBezTo>
                    <a:pt x="82652" y="65901"/>
                    <a:pt x="93651" y="82135"/>
                    <a:pt x="94244" y="100330"/>
                  </a:cubicBezTo>
                  <a:close/>
                  <a:moveTo>
                    <a:pt x="69474" y="32276"/>
                  </a:moveTo>
                  <a:cubicBezTo>
                    <a:pt x="69474" y="19915"/>
                    <a:pt x="59454" y="9887"/>
                    <a:pt x="47078" y="9887"/>
                  </a:cubicBezTo>
                  <a:cubicBezTo>
                    <a:pt x="34707" y="9887"/>
                    <a:pt x="24681" y="19907"/>
                    <a:pt x="24681" y="32276"/>
                  </a:cubicBezTo>
                  <a:cubicBezTo>
                    <a:pt x="24681" y="44645"/>
                    <a:pt x="34707" y="54665"/>
                    <a:pt x="47078" y="54665"/>
                  </a:cubicBezTo>
                  <a:cubicBezTo>
                    <a:pt x="59454" y="54665"/>
                    <a:pt x="69474" y="44645"/>
                    <a:pt x="69474" y="32276"/>
                  </a:cubicBezTo>
                  <a:close/>
                </a:path>
              </a:pathLst>
            </a:custGeom>
            <a:solidFill>
              <a:schemeClr val="tx1"/>
            </a:solidFill>
            <a:ln w="3175" cap="flat">
              <a:solidFill>
                <a:schemeClr val="tx1"/>
              </a:solidFill>
              <a:prstDash val="solid"/>
              <a:miter/>
            </a:ln>
          </p:spPr>
          <p:txBody>
            <a:bodyPr rtlCol="0" anchor="ctr"/>
            <a:lstStyle/>
            <a:p>
              <a:endParaRPr lang="zh-CN" altLang="en-US"/>
            </a:p>
          </p:txBody>
        </p:sp>
        <p:sp>
          <p:nvSpPr>
            <p:cNvPr id="1098" name="任意多边形: 形状 1097">
              <a:extLst>
                <a:ext uri="{FF2B5EF4-FFF2-40B4-BE49-F238E27FC236}">
                  <a16:creationId xmlns:a16="http://schemas.microsoft.com/office/drawing/2014/main" id="{02783FC4-DA31-DE23-F291-BBA22F7633CA}"/>
                </a:ext>
              </a:extLst>
            </p:cNvPr>
            <p:cNvSpPr/>
            <p:nvPr/>
          </p:nvSpPr>
          <p:spPr>
            <a:xfrm>
              <a:off x="3573501" y="1607584"/>
              <a:ext cx="174048" cy="174048"/>
            </a:xfrm>
            <a:custGeom>
              <a:avLst/>
              <a:gdLst>
                <a:gd name="connsiteX0" fmla="*/ 87024 w 174048"/>
                <a:gd name="connsiteY0" fmla="*/ 0 h 174048"/>
                <a:gd name="connsiteX1" fmla="*/ 0 w 174048"/>
                <a:gd name="connsiteY1" fmla="*/ 87024 h 174048"/>
                <a:gd name="connsiteX2" fmla="*/ 87024 w 174048"/>
                <a:gd name="connsiteY2" fmla="*/ 174048 h 174048"/>
                <a:gd name="connsiteX3" fmla="*/ 174048 w 174048"/>
                <a:gd name="connsiteY3" fmla="*/ 87024 h 174048"/>
                <a:gd name="connsiteX4" fmla="*/ 87024 w 174048"/>
                <a:gd name="connsiteY4" fmla="*/ 0 h 174048"/>
                <a:gd name="connsiteX5" fmla="*/ 87024 w 174048"/>
                <a:gd name="connsiteY5" fmla="*/ 163779 h 174048"/>
                <a:gd name="connsiteX6" fmla="*/ 10269 w 174048"/>
                <a:gd name="connsiteY6" fmla="*/ 87024 h 174048"/>
                <a:gd name="connsiteX7" fmla="*/ 87024 w 174048"/>
                <a:gd name="connsiteY7" fmla="*/ 10269 h 174048"/>
                <a:gd name="connsiteX8" fmla="*/ 163779 w 174048"/>
                <a:gd name="connsiteY8" fmla="*/ 87024 h 174048"/>
                <a:gd name="connsiteX9" fmla="*/ 87024 w 174048"/>
                <a:gd name="connsiteY9" fmla="*/ 163779 h 174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048" h="174048">
                  <a:moveTo>
                    <a:pt x="87024" y="0"/>
                  </a:moveTo>
                  <a:cubicBezTo>
                    <a:pt x="38963" y="0"/>
                    <a:pt x="0" y="38963"/>
                    <a:pt x="0" y="87024"/>
                  </a:cubicBezTo>
                  <a:cubicBezTo>
                    <a:pt x="0" y="135086"/>
                    <a:pt x="38963" y="174048"/>
                    <a:pt x="87024" y="174048"/>
                  </a:cubicBezTo>
                  <a:cubicBezTo>
                    <a:pt x="135086" y="174048"/>
                    <a:pt x="174048" y="135086"/>
                    <a:pt x="174048" y="87024"/>
                  </a:cubicBezTo>
                  <a:cubicBezTo>
                    <a:pt x="174048" y="38963"/>
                    <a:pt x="135086" y="0"/>
                    <a:pt x="87024" y="0"/>
                  </a:cubicBezTo>
                  <a:close/>
                  <a:moveTo>
                    <a:pt x="87024" y="163779"/>
                  </a:moveTo>
                  <a:cubicBezTo>
                    <a:pt x="44634" y="163779"/>
                    <a:pt x="10269" y="129415"/>
                    <a:pt x="10269" y="87024"/>
                  </a:cubicBezTo>
                  <a:cubicBezTo>
                    <a:pt x="10269" y="44634"/>
                    <a:pt x="44634" y="10269"/>
                    <a:pt x="87024" y="10269"/>
                  </a:cubicBezTo>
                  <a:cubicBezTo>
                    <a:pt x="129415" y="10269"/>
                    <a:pt x="163779" y="44634"/>
                    <a:pt x="163779" y="87024"/>
                  </a:cubicBezTo>
                  <a:cubicBezTo>
                    <a:pt x="163779" y="129415"/>
                    <a:pt x="129415" y="163779"/>
                    <a:pt x="87024" y="163779"/>
                  </a:cubicBezTo>
                  <a:close/>
                </a:path>
              </a:pathLst>
            </a:custGeom>
            <a:solidFill>
              <a:schemeClr val="tx1"/>
            </a:solidFill>
            <a:ln w="3175" cap="flat">
              <a:solidFill>
                <a:schemeClr val="tx1"/>
              </a:solidFill>
              <a:prstDash val="solid"/>
              <a:miter/>
            </a:ln>
          </p:spPr>
          <p:txBody>
            <a:bodyPr rtlCol="0" anchor="ctr"/>
            <a:lstStyle/>
            <a:p>
              <a:endParaRPr lang="zh-CN" altLang="en-US"/>
            </a:p>
          </p:txBody>
        </p:sp>
        <p:sp>
          <p:nvSpPr>
            <p:cNvPr id="1099" name="任意多边形: 形状 1098">
              <a:extLst>
                <a:ext uri="{FF2B5EF4-FFF2-40B4-BE49-F238E27FC236}">
                  <a16:creationId xmlns:a16="http://schemas.microsoft.com/office/drawing/2014/main" id="{5D7A3257-F1D2-58C0-8C83-97DCEA62A1C9}"/>
                </a:ext>
              </a:extLst>
            </p:cNvPr>
            <p:cNvSpPr/>
            <p:nvPr/>
          </p:nvSpPr>
          <p:spPr>
            <a:xfrm>
              <a:off x="3557582" y="1591948"/>
              <a:ext cx="204934" cy="204934"/>
            </a:xfrm>
            <a:custGeom>
              <a:avLst/>
              <a:gdLst>
                <a:gd name="connsiteX0" fmla="*/ 106233 w 204934"/>
                <a:gd name="connsiteY0" fmla="*/ 35268 h 204934"/>
                <a:gd name="connsiteX1" fmla="*/ 102944 w 204934"/>
                <a:gd name="connsiteY1" fmla="*/ 39647 h 204934"/>
                <a:gd name="connsiteX2" fmla="*/ 99656 w 204934"/>
                <a:gd name="connsiteY2" fmla="*/ 35268 h 204934"/>
                <a:gd name="connsiteX3" fmla="*/ 99656 w 204934"/>
                <a:gd name="connsiteY3" fmla="*/ 4379 h 204934"/>
                <a:gd name="connsiteX4" fmla="*/ 102944 w 204934"/>
                <a:gd name="connsiteY4" fmla="*/ 0 h 204934"/>
                <a:gd name="connsiteX5" fmla="*/ 106233 w 204934"/>
                <a:gd name="connsiteY5" fmla="*/ 4379 h 204934"/>
                <a:gd name="connsiteX6" fmla="*/ 106233 w 204934"/>
                <a:gd name="connsiteY6" fmla="*/ 35268 h 204934"/>
                <a:gd name="connsiteX7" fmla="*/ 105279 w 204934"/>
                <a:gd name="connsiteY7" fmla="*/ 200555 h 204934"/>
                <a:gd name="connsiteX8" fmla="*/ 101990 w 204934"/>
                <a:gd name="connsiteY8" fmla="*/ 204935 h 204934"/>
                <a:gd name="connsiteX9" fmla="*/ 98702 w 204934"/>
                <a:gd name="connsiteY9" fmla="*/ 200555 h 204934"/>
                <a:gd name="connsiteX10" fmla="*/ 98702 w 204934"/>
                <a:gd name="connsiteY10" fmla="*/ 169666 h 204934"/>
                <a:gd name="connsiteX11" fmla="*/ 101990 w 204934"/>
                <a:gd name="connsiteY11" fmla="*/ 165287 h 204934"/>
                <a:gd name="connsiteX12" fmla="*/ 105279 w 204934"/>
                <a:gd name="connsiteY12" fmla="*/ 169666 h 204934"/>
                <a:gd name="connsiteX13" fmla="*/ 105279 w 204934"/>
                <a:gd name="connsiteY13" fmla="*/ 200555 h 204934"/>
                <a:gd name="connsiteX14" fmla="*/ 169666 w 204934"/>
                <a:gd name="connsiteY14" fmla="*/ 106233 h 204934"/>
                <a:gd name="connsiteX15" fmla="*/ 165287 w 204934"/>
                <a:gd name="connsiteY15" fmla="*/ 102944 h 204934"/>
                <a:gd name="connsiteX16" fmla="*/ 169666 w 204934"/>
                <a:gd name="connsiteY16" fmla="*/ 99656 h 204934"/>
                <a:gd name="connsiteX17" fmla="*/ 200555 w 204934"/>
                <a:gd name="connsiteY17" fmla="*/ 99656 h 204934"/>
                <a:gd name="connsiteX18" fmla="*/ 204935 w 204934"/>
                <a:gd name="connsiteY18" fmla="*/ 102944 h 204934"/>
                <a:gd name="connsiteX19" fmla="*/ 200555 w 204934"/>
                <a:gd name="connsiteY19" fmla="*/ 106233 h 204934"/>
                <a:gd name="connsiteX20" fmla="*/ 169666 w 204934"/>
                <a:gd name="connsiteY20" fmla="*/ 106233 h 204934"/>
                <a:gd name="connsiteX21" fmla="*/ 4379 w 204934"/>
                <a:gd name="connsiteY21" fmla="*/ 105279 h 204934"/>
                <a:gd name="connsiteX22" fmla="*/ 0 w 204934"/>
                <a:gd name="connsiteY22" fmla="*/ 101990 h 204934"/>
                <a:gd name="connsiteX23" fmla="*/ 4379 w 204934"/>
                <a:gd name="connsiteY23" fmla="*/ 98702 h 204934"/>
                <a:gd name="connsiteX24" fmla="*/ 35269 w 204934"/>
                <a:gd name="connsiteY24" fmla="*/ 98702 h 204934"/>
                <a:gd name="connsiteX25" fmla="*/ 39648 w 204934"/>
                <a:gd name="connsiteY25" fmla="*/ 101990 h 204934"/>
                <a:gd name="connsiteX26" fmla="*/ 35269 w 204934"/>
                <a:gd name="connsiteY26" fmla="*/ 105279 h 204934"/>
                <a:gd name="connsiteX27" fmla="*/ 4379 w 204934"/>
                <a:gd name="connsiteY27" fmla="*/ 105279 h 204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4934" h="204934">
                  <a:moveTo>
                    <a:pt x="106233" y="35268"/>
                  </a:moveTo>
                  <a:cubicBezTo>
                    <a:pt x="106233" y="37686"/>
                    <a:pt x="104760" y="39647"/>
                    <a:pt x="102944" y="39647"/>
                  </a:cubicBezTo>
                  <a:cubicBezTo>
                    <a:pt x="101128" y="39647"/>
                    <a:pt x="99656" y="37686"/>
                    <a:pt x="99656" y="35268"/>
                  </a:cubicBezTo>
                  <a:lnTo>
                    <a:pt x="99656" y="4379"/>
                  </a:lnTo>
                  <a:cubicBezTo>
                    <a:pt x="99656" y="1960"/>
                    <a:pt x="101129" y="0"/>
                    <a:pt x="102944" y="0"/>
                  </a:cubicBezTo>
                  <a:cubicBezTo>
                    <a:pt x="104761" y="0"/>
                    <a:pt x="106233" y="1960"/>
                    <a:pt x="106233" y="4379"/>
                  </a:cubicBezTo>
                  <a:lnTo>
                    <a:pt x="106233" y="35268"/>
                  </a:lnTo>
                  <a:close/>
                  <a:moveTo>
                    <a:pt x="105279" y="200555"/>
                  </a:moveTo>
                  <a:cubicBezTo>
                    <a:pt x="105279" y="202974"/>
                    <a:pt x="103806" y="204935"/>
                    <a:pt x="101990" y="204935"/>
                  </a:cubicBezTo>
                  <a:cubicBezTo>
                    <a:pt x="100174" y="204935"/>
                    <a:pt x="98702" y="202974"/>
                    <a:pt x="98702" y="200555"/>
                  </a:cubicBezTo>
                  <a:lnTo>
                    <a:pt x="98702" y="169666"/>
                  </a:lnTo>
                  <a:cubicBezTo>
                    <a:pt x="98702" y="167247"/>
                    <a:pt x="100175" y="165287"/>
                    <a:pt x="101990" y="165287"/>
                  </a:cubicBezTo>
                  <a:cubicBezTo>
                    <a:pt x="103807" y="165287"/>
                    <a:pt x="105279" y="167247"/>
                    <a:pt x="105279" y="169666"/>
                  </a:cubicBezTo>
                  <a:lnTo>
                    <a:pt x="105279" y="200555"/>
                  </a:lnTo>
                  <a:close/>
                  <a:moveTo>
                    <a:pt x="169666" y="106233"/>
                  </a:moveTo>
                  <a:cubicBezTo>
                    <a:pt x="167247" y="106233"/>
                    <a:pt x="165287" y="104760"/>
                    <a:pt x="165287" y="102944"/>
                  </a:cubicBezTo>
                  <a:cubicBezTo>
                    <a:pt x="165287" y="101128"/>
                    <a:pt x="167247" y="99656"/>
                    <a:pt x="169666" y="99656"/>
                  </a:cubicBezTo>
                  <a:lnTo>
                    <a:pt x="200555" y="99656"/>
                  </a:lnTo>
                  <a:cubicBezTo>
                    <a:pt x="202974" y="99656"/>
                    <a:pt x="204935" y="101129"/>
                    <a:pt x="204935" y="102944"/>
                  </a:cubicBezTo>
                  <a:cubicBezTo>
                    <a:pt x="204935" y="104761"/>
                    <a:pt x="202974" y="106233"/>
                    <a:pt x="200555" y="106233"/>
                  </a:cubicBezTo>
                  <a:lnTo>
                    <a:pt x="169666" y="106233"/>
                  </a:lnTo>
                  <a:close/>
                  <a:moveTo>
                    <a:pt x="4379" y="105279"/>
                  </a:moveTo>
                  <a:cubicBezTo>
                    <a:pt x="1960" y="105279"/>
                    <a:pt x="0" y="103806"/>
                    <a:pt x="0" y="101990"/>
                  </a:cubicBezTo>
                  <a:cubicBezTo>
                    <a:pt x="0" y="100174"/>
                    <a:pt x="1960" y="98702"/>
                    <a:pt x="4379" y="98702"/>
                  </a:cubicBezTo>
                  <a:lnTo>
                    <a:pt x="35269" y="98702"/>
                  </a:lnTo>
                  <a:cubicBezTo>
                    <a:pt x="37687" y="98702"/>
                    <a:pt x="39648" y="100175"/>
                    <a:pt x="39648" y="101990"/>
                  </a:cubicBezTo>
                  <a:cubicBezTo>
                    <a:pt x="39648" y="103807"/>
                    <a:pt x="37687" y="105279"/>
                    <a:pt x="35269" y="105279"/>
                  </a:cubicBezTo>
                  <a:lnTo>
                    <a:pt x="4379" y="105279"/>
                  </a:lnTo>
                  <a:close/>
                </a:path>
              </a:pathLst>
            </a:custGeom>
            <a:solidFill>
              <a:schemeClr val="tx1"/>
            </a:solidFill>
            <a:ln w="3175" cap="flat">
              <a:solidFill>
                <a:schemeClr val="tx1"/>
              </a:solidFill>
              <a:prstDash val="solid"/>
              <a:miter/>
            </a:ln>
          </p:spPr>
          <p:txBody>
            <a:bodyPr rtlCol="0" anchor="ctr"/>
            <a:lstStyle/>
            <a:p>
              <a:endParaRPr lang="zh-CN" altLang="en-US"/>
            </a:p>
          </p:txBody>
        </p:sp>
      </p:grpSp>
    </p:spTree>
    <p:extLst>
      <p:ext uri="{BB962C8B-B14F-4D97-AF65-F5344CB8AC3E}">
        <p14:creationId xmlns:p14="http://schemas.microsoft.com/office/powerpoint/2010/main" val="16214458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67" name="菱形 66">
            <a:extLst>
              <a:ext uri="{FF2B5EF4-FFF2-40B4-BE49-F238E27FC236}">
                <a16:creationId xmlns:a16="http://schemas.microsoft.com/office/drawing/2014/main" id="{6D811121-43AA-9954-6DB1-EB1BF70061D6}"/>
              </a:ext>
            </a:extLst>
          </p:cNvPr>
          <p:cNvSpPr/>
          <p:nvPr/>
        </p:nvSpPr>
        <p:spPr>
          <a:xfrm>
            <a:off x="1224911" y="4829588"/>
            <a:ext cx="9740322" cy="1789080"/>
          </a:xfrm>
          <a:prstGeom prst="diamond">
            <a:avLst/>
          </a:prstGeom>
          <a:gradFill flip="none" rotWithShape="1">
            <a:gsLst>
              <a:gs pos="100000">
                <a:schemeClr val="accent1">
                  <a:alpha val="18000"/>
                </a:schemeClr>
              </a:gs>
              <a:gs pos="70000">
                <a:schemeClr val="accent1">
                  <a:alpha val="0"/>
                </a:schemeClr>
              </a:gs>
              <a:gs pos="30000">
                <a:schemeClr val="accent1">
                  <a:alpha val="0"/>
                </a:schemeClr>
              </a:gs>
              <a:gs pos="0">
                <a:schemeClr val="accent1">
                  <a:alpha val="18000"/>
                </a:schemeClr>
              </a:gs>
            </a:gsLst>
            <a:lin ang="0" scaled="0"/>
            <a:tileRect/>
          </a:gradFill>
          <a:ln w="9525">
            <a:gradFill>
              <a:gsLst>
                <a:gs pos="34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菱形 5">
            <a:extLst>
              <a:ext uri="{FF2B5EF4-FFF2-40B4-BE49-F238E27FC236}">
                <a16:creationId xmlns:a16="http://schemas.microsoft.com/office/drawing/2014/main" id="{47C976D9-BFBE-D3B1-3CD6-300199FEF0A4}"/>
              </a:ext>
            </a:extLst>
          </p:cNvPr>
          <p:cNvSpPr/>
          <p:nvPr/>
        </p:nvSpPr>
        <p:spPr>
          <a:xfrm>
            <a:off x="1959059" y="4873842"/>
            <a:ext cx="8272026" cy="1519386"/>
          </a:xfrm>
          <a:prstGeom prst="diamond">
            <a:avLst/>
          </a:prstGeom>
          <a:gradFill flip="none" rotWithShape="1">
            <a:gsLst>
              <a:gs pos="100000">
                <a:schemeClr val="accent1">
                  <a:alpha val="18000"/>
                </a:schemeClr>
              </a:gs>
              <a:gs pos="70000">
                <a:schemeClr val="accent1">
                  <a:alpha val="0"/>
                </a:schemeClr>
              </a:gs>
              <a:gs pos="30000">
                <a:schemeClr val="accent1">
                  <a:alpha val="0"/>
                </a:schemeClr>
              </a:gs>
              <a:gs pos="0">
                <a:schemeClr val="accent1">
                  <a:alpha val="18000"/>
                </a:schemeClr>
              </a:gs>
            </a:gsLst>
            <a:lin ang="0" scaled="0"/>
            <a:tileRect/>
          </a:gradFill>
          <a:ln w="9525">
            <a:gradFill>
              <a:gsLst>
                <a:gs pos="34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 name="矩形: 圆角 110">
            <a:extLst>
              <a:ext uri="{FF2B5EF4-FFF2-40B4-BE49-F238E27FC236}">
                <a16:creationId xmlns:a16="http://schemas.microsoft.com/office/drawing/2014/main" id="{9B55D71C-5B74-0E0A-AE43-4066DF52130B}"/>
              </a:ext>
            </a:extLst>
          </p:cNvPr>
          <p:cNvSpPr/>
          <p:nvPr/>
        </p:nvSpPr>
        <p:spPr>
          <a:xfrm flipH="1">
            <a:off x="649705" y="3149270"/>
            <a:ext cx="3981972" cy="1904592"/>
          </a:xfrm>
          <a:prstGeom prst="roundRect">
            <a:avLst>
              <a:gd name="adj" fmla="val 3758"/>
            </a:avLst>
          </a:prstGeom>
          <a:gradFill>
            <a:gsLst>
              <a:gs pos="0">
                <a:schemeClr val="tx1">
                  <a:alpha val="0"/>
                </a:schemeClr>
              </a:gs>
              <a:gs pos="100000">
                <a:schemeClr val="accent2">
                  <a:alpha val="37000"/>
                </a:schemeClr>
              </a:gs>
            </a:gsLst>
            <a:lin ang="1800000" scaled="0"/>
          </a:gradFill>
          <a:ln>
            <a:gradFill>
              <a:gsLst>
                <a:gs pos="0">
                  <a:schemeClr val="accent1">
                    <a:lumMod val="5000"/>
                    <a:lumOff val="95000"/>
                    <a:alpha val="0"/>
                  </a:schemeClr>
                </a:gs>
                <a:gs pos="100000">
                  <a:schemeClr val="accent2"/>
                </a:gs>
              </a:gsLst>
              <a:lin ang="0" scaled="0"/>
            </a:gradFill>
          </a:ln>
          <a:scene3d>
            <a:camera prst="perspectiveLeft">
              <a:rot lat="600000" lon="20399999"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矩形: 圆角 111">
            <a:extLst>
              <a:ext uri="{FF2B5EF4-FFF2-40B4-BE49-F238E27FC236}">
                <a16:creationId xmlns:a16="http://schemas.microsoft.com/office/drawing/2014/main" id="{945FFE4C-F26E-4244-12CD-A451AD3A3FE9}"/>
              </a:ext>
            </a:extLst>
          </p:cNvPr>
          <p:cNvSpPr/>
          <p:nvPr/>
        </p:nvSpPr>
        <p:spPr>
          <a:xfrm flipH="1">
            <a:off x="649705" y="1325317"/>
            <a:ext cx="3981972" cy="1562330"/>
          </a:xfrm>
          <a:prstGeom prst="roundRect">
            <a:avLst>
              <a:gd name="adj" fmla="val 3758"/>
            </a:avLst>
          </a:prstGeom>
          <a:gradFill>
            <a:gsLst>
              <a:gs pos="0">
                <a:schemeClr val="tx1">
                  <a:alpha val="0"/>
                </a:schemeClr>
              </a:gs>
              <a:gs pos="100000">
                <a:schemeClr val="accent2">
                  <a:alpha val="37000"/>
                </a:schemeClr>
              </a:gs>
            </a:gsLst>
            <a:lin ang="1800000" scaled="0"/>
          </a:gradFill>
          <a:ln>
            <a:gradFill>
              <a:gsLst>
                <a:gs pos="0">
                  <a:schemeClr val="accent1">
                    <a:lumMod val="5000"/>
                    <a:lumOff val="95000"/>
                    <a:alpha val="0"/>
                  </a:schemeClr>
                </a:gs>
                <a:gs pos="100000">
                  <a:schemeClr val="accent2"/>
                </a:gs>
              </a:gsLst>
              <a:lin ang="0" scaled="0"/>
            </a:gradFill>
          </a:ln>
          <a:scene3d>
            <a:camera prst="perspectiveLeft">
              <a:rot lat="0" lon="2040000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 name="矩形: 圆角 109">
            <a:extLst>
              <a:ext uri="{FF2B5EF4-FFF2-40B4-BE49-F238E27FC236}">
                <a16:creationId xmlns:a16="http://schemas.microsoft.com/office/drawing/2014/main" id="{293962B2-6A25-C163-5673-F0FF96CB327D}"/>
              </a:ext>
            </a:extLst>
          </p:cNvPr>
          <p:cNvSpPr/>
          <p:nvPr/>
        </p:nvSpPr>
        <p:spPr>
          <a:xfrm>
            <a:off x="7276837" y="3149271"/>
            <a:ext cx="3981972" cy="1904592"/>
          </a:xfrm>
          <a:prstGeom prst="roundRect">
            <a:avLst>
              <a:gd name="adj" fmla="val 3758"/>
            </a:avLst>
          </a:prstGeom>
          <a:gradFill>
            <a:gsLst>
              <a:gs pos="0">
                <a:schemeClr val="tx1">
                  <a:alpha val="0"/>
                </a:schemeClr>
              </a:gs>
              <a:gs pos="100000">
                <a:schemeClr val="accent2">
                  <a:alpha val="37000"/>
                </a:schemeClr>
              </a:gs>
            </a:gsLst>
            <a:lin ang="1800000" scaled="0"/>
          </a:gradFill>
          <a:ln>
            <a:gradFill>
              <a:gsLst>
                <a:gs pos="0">
                  <a:schemeClr val="accent1">
                    <a:lumMod val="5000"/>
                    <a:lumOff val="95000"/>
                    <a:alpha val="0"/>
                  </a:schemeClr>
                </a:gs>
                <a:gs pos="100000">
                  <a:schemeClr val="accent2"/>
                </a:gs>
              </a:gsLst>
              <a:lin ang="0" scaled="0"/>
            </a:gradFill>
          </a:ln>
          <a:scene3d>
            <a:camera prst="perspectiveLeft">
              <a:rot lat="600000" lon="120000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数字孪生城市模型</a:t>
            </a:r>
            <a:endParaRPr lang="en-US" altLang="zh-CN" dirty="0"/>
          </a:p>
        </p:txBody>
      </p:sp>
      <p:sp>
        <p:nvSpPr>
          <p:cNvPr id="106" name="矩形: 圆角 105">
            <a:extLst>
              <a:ext uri="{FF2B5EF4-FFF2-40B4-BE49-F238E27FC236}">
                <a16:creationId xmlns:a16="http://schemas.microsoft.com/office/drawing/2014/main" id="{A721D3EE-719F-9355-EF6F-B8F9B95ECDB0}"/>
              </a:ext>
            </a:extLst>
          </p:cNvPr>
          <p:cNvSpPr/>
          <p:nvPr/>
        </p:nvSpPr>
        <p:spPr>
          <a:xfrm>
            <a:off x="7276837" y="1325317"/>
            <a:ext cx="3981972" cy="1562330"/>
          </a:xfrm>
          <a:prstGeom prst="roundRect">
            <a:avLst>
              <a:gd name="adj" fmla="val 3758"/>
            </a:avLst>
          </a:prstGeom>
          <a:gradFill>
            <a:gsLst>
              <a:gs pos="0">
                <a:schemeClr val="tx1">
                  <a:alpha val="0"/>
                </a:schemeClr>
              </a:gs>
              <a:gs pos="100000">
                <a:schemeClr val="accent2">
                  <a:alpha val="37000"/>
                </a:schemeClr>
              </a:gs>
            </a:gsLst>
            <a:lin ang="1800000" scaled="0"/>
          </a:gradFill>
          <a:ln>
            <a:gradFill>
              <a:gsLst>
                <a:gs pos="0">
                  <a:schemeClr val="accent1">
                    <a:lumMod val="5000"/>
                    <a:lumOff val="95000"/>
                    <a:alpha val="0"/>
                  </a:schemeClr>
                </a:gs>
                <a:gs pos="100000">
                  <a:schemeClr val="accent2"/>
                </a:gs>
              </a:gsLst>
              <a:lin ang="0" scaled="0"/>
            </a:gra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3" name="组合 62">
            <a:extLst>
              <a:ext uri="{FF2B5EF4-FFF2-40B4-BE49-F238E27FC236}">
                <a16:creationId xmlns:a16="http://schemas.microsoft.com/office/drawing/2014/main" id="{BB15E3C5-D62C-A375-CAEC-C53D652BC817}"/>
              </a:ext>
            </a:extLst>
          </p:cNvPr>
          <p:cNvGrpSpPr/>
          <p:nvPr/>
        </p:nvGrpSpPr>
        <p:grpSpPr>
          <a:xfrm>
            <a:off x="3475539" y="1184245"/>
            <a:ext cx="5243086" cy="4745246"/>
            <a:chOff x="3475539" y="1621153"/>
            <a:chExt cx="5243086" cy="4745246"/>
          </a:xfrm>
          <a:effectLst>
            <a:outerShdw blurRad="114300" dist="127000" dir="5400000" algn="t" rotWithShape="0">
              <a:schemeClr val="accent1">
                <a:alpha val="40000"/>
              </a:schemeClr>
            </a:outerShdw>
          </a:effectLst>
        </p:grpSpPr>
        <p:sp>
          <p:nvSpPr>
            <p:cNvPr id="51" name="任意多边形: 形状 50">
              <a:extLst>
                <a:ext uri="{FF2B5EF4-FFF2-40B4-BE49-F238E27FC236}">
                  <a16:creationId xmlns:a16="http://schemas.microsoft.com/office/drawing/2014/main" id="{DDB7CD0F-A29E-B9C1-ABA8-ABD6BE3D4992}"/>
                </a:ext>
              </a:extLst>
            </p:cNvPr>
            <p:cNvSpPr>
              <a:spLocks/>
            </p:cNvSpPr>
            <p:nvPr/>
          </p:nvSpPr>
          <p:spPr>
            <a:xfrm>
              <a:off x="3475539" y="1621153"/>
              <a:ext cx="2620462" cy="4745246"/>
            </a:xfrm>
            <a:custGeom>
              <a:avLst/>
              <a:gdLst>
                <a:gd name="connsiteX0" fmla="*/ 2620462 w 2620462"/>
                <a:gd name="connsiteY0" fmla="*/ 0 h 4745246"/>
                <a:gd name="connsiteX1" fmla="*/ 2620462 w 2620462"/>
                <a:gd name="connsiteY1" fmla="*/ 4745246 h 4745246"/>
                <a:gd name="connsiteX2" fmla="*/ 0 w 2620462"/>
                <a:gd name="connsiteY2" fmla="*/ 4261465 h 4745246"/>
              </a:gdLst>
              <a:ahLst/>
              <a:cxnLst>
                <a:cxn ang="0">
                  <a:pos x="connsiteX0" y="connsiteY0"/>
                </a:cxn>
                <a:cxn ang="0">
                  <a:pos x="connsiteX1" y="connsiteY1"/>
                </a:cxn>
                <a:cxn ang="0">
                  <a:pos x="connsiteX2" y="connsiteY2"/>
                </a:cxn>
              </a:cxnLst>
              <a:rect l="l" t="t" r="r" b="b"/>
              <a:pathLst>
                <a:path w="2620462" h="4745246">
                  <a:moveTo>
                    <a:pt x="2620462" y="0"/>
                  </a:moveTo>
                  <a:lnTo>
                    <a:pt x="2620462" y="4745246"/>
                  </a:lnTo>
                  <a:lnTo>
                    <a:pt x="0" y="4261465"/>
                  </a:lnTo>
                  <a:close/>
                </a:path>
              </a:pathLst>
            </a:custGeom>
            <a:gradFill>
              <a:gsLst>
                <a:gs pos="45000">
                  <a:schemeClr val="tx1"/>
                </a:gs>
                <a:gs pos="100000">
                  <a:schemeClr val="accent1">
                    <a:alpha val="54000"/>
                  </a:schemeClr>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0" name="任意多边形: 形状 39">
              <a:extLst>
                <a:ext uri="{FF2B5EF4-FFF2-40B4-BE49-F238E27FC236}">
                  <a16:creationId xmlns:a16="http://schemas.microsoft.com/office/drawing/2014/main" id="{5FDAEEC8-73DF-31AB-F143-578CFAD9D700}"/>
                </a:ext>
              </a:extLst>
            </p:cNvPr>
            <p:cNvSpPr/>
            <p:nvPr/>
          </p:nvSpPr>
          <p:spPr>
            <a:xfrm>
              <a:off x="3967075" y="1621154"/>
              <a:ext cx="2128927" cy="3855154"/>
            </a:xfrm>
            <a:custGeom>
              <a:avLst/>
              <a:gdLst>
                <a:gd name="connsiteX0" fmla="*/ 2028984 w 2028984"/>
                <a:gd name="connsiteY0" fmla="*/ 0 h 3674174"/>
                <a:gd name="connsiteX1" fmla="*/ 2028984 w 2028984"/>
                <a:gd name="connsiteY1" fmla="*/ 3674174 h 3674174"/>
                <a:gd name="connsiteX2" fmla="*/ 0 w 2028984"/>
                <a:gd name="connsiteY2" fmla="*/ 3299589 h 3674174"/>
              </a:gdLst>
              <a:ahLst/>
              <a:cxnLst>
                <a:cxn ang="0">
                  <a:pos x="connsiteX0" y="connsiteY0"/>
                </a:cxn>
                <a:cxn ang="0">
                  <a:pos x="connsiteX1" y="connsiteY1"/>
                </a:cxn>
                <a:cxn ang="0">
                  <a:pos x="connsiteX2" y="connsiteY2"/>
                </a:cxn>
              </a:cxnLst>
              <a:rect l="l" t="t" r="r" b="b"/>
              <a:pathLst>
                <a:path w="2028984" h="3674174">
                  <a:moveTo>
                    <a:pt x="2028984" y="0"/>
                  </a:moveTo>
                  <a:lnTo>
                    <a:pt x="2028984" y="3674174"/>
                  </a:lnTo>
                  <a:lnTo>
                    <a:pt x="0" y="3299589"/>
                  </a:lnTo>
                  <a:close/>
                </a:path>
              </a:pathLst>
            </a:custGeom>
            <a:gradFill>
              <a:gsLst>
                <a:gs pos="45000">
                  <a:schemeClr val="tx1"/>
                </a:gs>
                <a:gs pos="100000">
                  <a:schemeClr val="accent1">
                    <a:alpha val="54000"/>
                  </a:schemeClr>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39" name="任意多边形: 形状 38">
              <a:extLst>
                <a:ext uri="{FF2B5EF4-FFF2-40B4-BE49-F238E27FC236}">
                  <a16:creationId xmlns:a16="http://schemas.microsoft.com/office/drawing/2014/main" id="{D88E11F5-0529-9EB6-009F-3401ACA6E8BA}"/>
                </a:ext>
              </a:extLst>
            </p:cNvPr>
            <p:cNvSpPr/>
            <p:nvPr/>
          </p:nvSpPr>
          <p:spPr>
            <a:xfrm>
              <a:off x="4510089" y="1621155"/>
              <a:ext cx="1585912" cy="2871839"/>
            </a:xfrm>
            <a:custGeom>
              <a:avLst/>
              <a:gdLst>
                <a:gd name="connsiteX0" fmla="*/ 1585912 w 1585912"/>
                <a:gd name="connsiteY0" fmla="*/ 0 h 2871839"/>
                <a:gd name="connsiteX1" fmla="*/ 1585912 w 1585912"/>
                <a:gd name="connsiteY1" fmla="*/ 2871839 h 2871839"/>
                <a:gd name="connsiteX2" fmla="*/ 0 w 1585912"/>
                <a:gd name="connsiteY2" fmla="*/ 2579053 h 2871839"/>
              </a:gdLst>
              <a:ahLst/>
              <a:cxnLst>
                <a:cxn ang="0">
                  <a:pos x="connsiteX0" y="connsiteY0"/>
                </a:cxn>
                <a:cxn ang="0">
                  <a:pos x="connsiteX1" y="connsiteY1"/>
                </a:cxn>
                <a:cxn ang="0">
                  <a:pos x="connsiteX2" y="connsiteY2"/>
                </a:cxn>
              </a:cxnLst>
              <a:rect l="l" t="t" r="r" b="b"/>
              <a:pathLst>
                <a:path w="1585912" h="2871839">
                  <a:moveTo>
                    <a:pt x="1585912" y="0"/>
                  </a:moveTo>
                  <a:lnTo>
                    <a:pt x="1585912" y="2871839"/>
                  </a:lnTo>
                  <a:lnTo>
                    <a:pt x="0" y="2579053"/>
                  </a:lnTo>
                  <a:close/>
                </a:path>
              </a:pathLst>
            </a:custGeom>
            <a:gradFill>
              <a:gsLst>
                <a:gs pos="45000">
                  <a:schemeClr val="tx1"/>
                </a:gs>
                <a:gs pos="100000">
                  <a:schemeClr val="accent1">
                    <a:alpha val="54000"/>
                  </a:schemeClr>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8" name="任意多边形: 形状 37">
              <a:extLst>
                <a:ext uri="{FF2B5EF4-FFF2-40B4-BE49-F238E27FC236}">
                  <a16:creationId xmlns:a16="http://schemas.microsoft.com/office/drawing/2014/main" id="{DFB49CE2-4020-17D7-8A10-52A99B0C0491}"/>
                </a:ext>
              </a:extLst>
            </p:cNvPr>
            <p:cNvSpPr/>
            <p:nvPr/>
          </p:nvSpPr>
          <p:spPr>
            <a:xfrm>
              <a:off x="4988821" y="1621155"/>
              <a:ext cx="1107180" cy="2004930"/>
            </a:xfrm>
            <a:custGeom>
              <a:avLst/>
              <a:gdLst>
                <a:gd name="connsiteX0" fmla="*/ 1107180 w 1107180"/>
                <a:gd name="connsiteY0" fmla="*/ 0 h 2004930"/>
                <a:gd name="connsiteX1" fmla="*/ 1107180 w 1107180"/>
                <a:gd name="connsiteY1" fmla="*/ 2004930 h 2004930"/>
                <a:gd name="connsiteX2" fmla="*/ 0 w 1107180"/>
                <a:gd name="connsiteY2" fmla="*/ 1800526 h 2004930"/>
              </a:gdLst>
              <a:ahLst/>
              <a:cxnLst>
                <a:cxn ang="0">
                  <a:pos x="connsiteX0" y="connsiteY0"/>
                </a:cxn>
                <a:cxn ang="0">
                  <a:pos x="connsiteX1" y="connsiteY1"/>
                </a:cxn>
                <a:cxn ang="0">
                  <a:pos x="connsiteX2" y="connsiteY2"/>
                </a:cxn>
              </a:cxnLst>
              <a:rect l="l" t="t" r="r" b="b"/>
              <a:pathLst>
                <a:path w="1107180" h="2004930">
                  <a:moveTo>
                    <a:pt x="1107180" y="0"/>
                  </a:moveTo>
                  <a:lnTo>
                    <a:pt x="1107180" y="2004930"/>
                  </a:lnTo>
                  <a:lnTo>
                    <a:pt x="0" y="1800526"/>
                  </a:lnTo>
                  <a:close/>
                </a:path>
              </a:pathLst>
            </a:custGeom>
            <a:gradFill>
              <a:gsLst>
                <a:gs pos="45000">
                  <a:schemeClr val="tx1"/>
                </a:gs>
                <a:gs pos="100000">
                  <a:schemeClr val="accent1">
                    <a:alpha val="54000"/>
                  </a:schemeClr>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3" name="任意多边形: 形状 32">
              <a:extLst>
                <a:ext uri="{FF2B5EF4-FFF2-40B4-BE49-F238E27FC236}">
                  <a16:creationId xmlns:a16="http://schemas.microsoft.com/office/drawing/2014/main" id="{EF585D45-4439-63CE-61BE-ED423604BBC2}"/>
                </a:ext>
              </a:extLst>
            </p:cNvPr>
            <p:cNvSpPr/>
            <p:nvPr/>
          </p:nvSpPr>
          <p:spPr>
            <a:xfrm>
              <a:off x="5502674" y="1621154"/>
              <a:ext cx="593327" cy="1074421"/>
            </a:xfrm>
            <a:custGeom>
              <a:avLst/>
              <a:gdLst>
                <a:gd name="connsiteX0" fmla="*/ 593327 w 593327"/>
                <a:gd name="connsiteY0" fmla="*/ 0 h 1074421"/>
                <a:gd name="connsiteX1" fmla="*/ 593327 w 593327"/>
                <a:gd name="connsiteY1" fmla="*/ 1074421 h 1074421"/>
                <a:gd name="connsiteX2" fmla="*/ 0 w 593327"/>
                <a:gd name="connsiteY2" fmla="*/ 964883 h 1074421"/>
              </a:gdLst>
              <a:ahLst/>
              <a:cxnLst>
                <a:cxn ang="0">
                  <a:pos x="connsiteX0" y="connsiteY0"/>
                </a:cxn>
                <a:cxn ang="0">
                  <a:pos x="connsiteX1" y="connsiteY1"/>
                </a:cxn>
                <a:cxn ang="0">
                  <a:pos x="connsiteX2" y="connsiteY2"/>
                </a:cxn>
              </a:cxnLst>
              <a:rect l="l" t="t" r="r" b="b"/>
              <a:pathLst>
                <a:path w="593327" h="1074421">
                  <a:moveTo>
                    <a:pt x="593327" y="0"/>
                  </a:moveTo>
                  <a:lnTo>
                    <a:pt x="593327" y="1074421"/>
                  </a:lnTo>
                  <a:lnTo>
                    <a:pt x="0" y="964883"/>
                  </a:lnTo>
                  <a:close/>
                </a:path>
              </a:pathLst>
            </a:custGeom>
            <a:gradFill>
              <a:gsLst>
                <a:gs pos="30000">
                  <a:schemeClr val="accent1">
                    <a:alpha val="0"/>
                  </a:schemeClr>
                </a:gs>
                <a:gs pos="100000">
                  <a:schemeClr val="accent1">
                    <a:alpha val="54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6" name="任意多边形: 形状 85">
              <a:extLst>
                <a:ext uri="{FF2B5EF4-FFF2-40B4-BE49-F238E27FC236}">
                  <a16:creationId xmlns:a16="http://schemas.microsoft.com/office/drawing/2014/main" id="{38CD21B5-F982-2B90-9B67-5A620CEFB206}"/>
                </a:ext>
              </a:extLst>
            </p:cNvPr>
            <p:cNvSpPr>
              <a:spLocks/>
            </p:cNvSpPr>
            <p:nvPr/>
          </p:nvSpPr>
          <p:spPr>
            <a:xfrm flipH="1">
              <a:off x="6098163" y="1621153"/>
              <a:ext cx="2620462" cy="4745246"/>
            </a:xfrm>
            <a:custGeom>
              <a:avLst/>
              <a:gdLst>
                <a:gd name="connsiteX0" fmla="*/ 2620462 w 2620462"/>
                <a:gd name="connsiteY0" fmla="*/ 0 h 4745246"/>
                <a:gd name="connsiteX1" fmla="*/ 2620462 w 2620462"/>
                <a:gd name="connsiteY1" fmla="*/ 4745246 h 4745246"/>
                <a:gd name="connsiteX2" fmla="*/ 0 w 2620462"/>
                <a:gd name="connsiteY2" fmla="*/ 4261465 h 4745246"/>
              </a:gdLst>
              <a:ahLst/>
              <a:cxnLst>
                <a:cxn ang="0">
                  <a:pos x="connsiteX0" y="connsiteY0"/>
                </a:cxn>
                <a:cxn ang="0">
                  <a:pos x="connsiteX1" y="connsiteY1"/>
                </a:cxn>
                <a:cxn ang="0">
                  <a:pos x="connsiteX2" y="connsiteY2"/>
                </a:cxn>
              </a:cxnLst>
              <a:rect l="l" t="t" r="r" b="b"/>
              <a:pathLst>
                <a:path w="2620462" h="4745246">
                  <a:moveTo>
                    <a:pt x="2620462" y="0"/>
                  </a:moveTo>
                  <a:lnTo>
                    <a:pt x="2620462" y="4745246"/>
                  </a:lnTo>
                  <a:lnTo>
                    <a:pt x="0" y="4261465"/>
                  </a:lnTo>
                  <a:close/>
                </a:path>
              </a:pathLst>
            </a:custGeom>
            <a:gradFill>
              <a:gsLst>
                <a:gs pos="45000">
                  <a:schemeClr val="tx1"/>
                </a:gs>
                <a:gs pos="100000">
                  <a:schemeClr val="accent1">
                    <a:alpha val="54000"/>
                  </a:schemeClr>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7" name="任意多边形: 形状 86">
              <a:extLst>
                <a:ext uri="{FF2B5EF4-FFF2-40B4-BE49-F238E27FC236}">
                  <a16:creationId xmlns:a16="http://schemas.microsoft.com/office/drawing/2014/main" id="{D64F2707-3F23-4714-4956-B68B6F9B9774}"/>
                </a:ext>
              </a:extLst>
            </p:cNvPr>
            <p:cNvSpPr/>
            <p:nvPr/>
          </p:nvSpPr>
          <p:spPr>
            <a:xfrm flipH="1">
              <a:off x="6096000" y="1621154"/>
              <a:ext cx="2128927" cy="3855154"/>
            </a:xfrm>
            <a:custGeom>
              <a:avLst/>
              <a:gdLst>
                <a:gd name="connsiteX0" fmla="*/ 2028984 w 2028984"/>
                <a:gd name="connsiteY0" fmla="*/ 0 h 3674174"/>
                <a:gd name="connsiteX1" fmla="*/ 2028984 w 2028984"/>
                <a:gd name="connsiteY1" fmla="*/ 3674174 h 3674174"/>
                <a:gd name="connsiteX2" fmla="*/ 0 w 2028984"/>
                <a:gd name="connsiteY2" fmla="*/ 3299589 h 3674174"/>
              </a:gdLst>
              <a:ahLst/>
              <a:cxnLst>
                <a:cxn ang="0">
                  <a:pos x="connsiteX0" y="connsiteY0"/>
                </a:cxn>
                <a:cxn ang="0">
                  <a:pos x="connsiteX1" y="connsiteY1"/>
                </a:cxn>
                <a:cxn ang="0">
                  <a:pos x="connsiteX2" y="connsiteY2"/>
                </a:cxn>
              </a:cxnLst>
              <a:rect l="l" t="t" r="r" b="b"/>
              <a:pathLst>
                <a:path w="2028984" h="3674174">
                  <a:moveTo>
                    <a:pt x="2028984" y="0"/>
                  </a:moveTo>
                  <a:lnTo>
                    <a:pt x="2028984" y="3674174"/>
                  </a:lnTo>
                  <a:lnTo>
                    <a:pt x="0" y="3299589"/>
                  </a:lnTo>
                  <a:close/>
                </a:path>
              </a:pathLst>
            </a:custGeom>
            <a:gradFill>
              <a:gsLst>
                <a:gs pos="45000">
                  <a:schemeClr val="tx1"/>
                </a:gs>
                <a:gs pos="100000">
                  <a:schemeClr val="accent1">
                    <a:alpha val="54000"/>
                  </a:schemeClr>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8" name="任意多边形: 形状 87">
              <a:extLst>
                <a:ext uri="{FF2B5EF4-FFF2-40B4-BE49-F238E27FC236}">
                  <a16:creationId xmlns:a16="http://schemas.microsoft.com/office/drawing/2014/main" id="{5A09255D-730D-A29A-1A5C-B5AE5A14C320}"/>
                </a:ext>
              </a:extLst>
            </p:cNvPr>
            <p:cNvSpPr/>
            <p:nvPr/>
          </p:nvSpPr>
          <p:spPr>
            <a:xfrm flipH="1">
              <a:off x="6096000" y="1621155"/>
              <a:ext cx="1585912" cy="2871839"/>
            </a:xfrm>
            <a:custGeom>
              <a:avLst/>
              <a:gdLst>
                <a:gd name="connsiteX0" fmla="*/ 1585912 w 1585912"/>
                <a:gd name="connsiteY0" fmla="*/ 0 h 2871839"/>
                <a:gd name="connsiteX1" fmla="*/ 1585912 w 1585912"/>
                <a:gd name="connsiteY1" fmla="*/ 2871839 h 2871839"/>
                <a:gd name="connsiteX2" fmla="*/ 0 w 1585912"/>
                <a:gd name="connsiteY2" fmla="*/ 2579053 h 2871839"/>
              </a:gdLst>
              <a:ahLst/>
              <a:cxnLst>
                <a:cxn ang="0">
                  <a:pos x="connsiteX0" y="connsiteY0"/>
                </a:cxn>
                <a:cxn ang="0">
                  <a:pos x="connsiteX1" y="connsiteY1"/>
                </a:cxn>
                <a:cxn ang="0">
                  <a:pos x="connsiteX2" y="connsiteY2"/>
                </a:cxn>
              </a:cxnLst>
              <a:rect l="l" t="t" r="r" b="b"/>
              <a:pathLst>
                <a:path w="1585912" h="2871839">
                  <a:moveTo>
                    <a:pt x="1585912" y="0"/>
                  </a:moveTo>
                  <a:lnTo>
                    <a:pt x="1585912" y="2871839"/>
                  </a:lnTo>
                  <a:lnTo>
                    <a:pt x="0" y="2579053"/>
                  </a:lnTo>
                  <a:close/>
                </a:path>
              </a:pathLst>
            </a:custGeom>
            <a:gradFill>
              <a:gsLst>
                <a:gs pos="45000">
                  <a:schemeClr val="tx1"/>
                </a:gs>
                <a:gs pos="100000">
                  <a:schemeClr val="accent1">
                    <a:alpha val="54000"/>
                  </a:schemeClr>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9" name="任意多边形: 形状 88">
              <a:extLst>
                <a:ext uri="{FF2B5EF4-FFF2-40B4-BE49-F238E27FC236}">
                  <a16:creationId xmlns:a16="http://schemas.microsoft.com/office/drawing/2014/main" id="{4CCA4BD9-E690-3DE2-3EAD-9910E515A531}"/>
                </a:ext>
              </a:extLst>
            </p:cNvPr>
            <p:cNvSpPr/>
            <p:nvPr/>
          </p:nvSpPr>
          <p:spPr>
            <a:xfrm flipH="1">
              <a:off x="6096000" y="1621155"/>
              <a:ext cx="1107180" cy="2004930"/>
            </a:xfrm>
            <a:custGeom>
              <a:avLst/>
              <a:gdLst>
                <a:gd name="connsiteX0" fmla="*/ 1107180 w 1107180"/>
                <a:gd name="connsiteY0" fmla="*/ 0 h 2004930"/>
                <a:gd name="connsiteX1" fmla="*/ 1107180 w 1107180"/>
                <a:gd name="connsiteY1" fmla="*/ 2004930 h 2004930"/>
                <a:gd name="connsiteX2" fmla="*/ 0 w 1107180"/>
                <a:gd name="connsiteY2" fmla="*/ 1800526 h 2004930"/>
              </a:gdLst>
              <a:ahLst/>
              <a:cxnLst>
                <a:cxn ang="0">
                  <a:pos x="connsiteX0" y="connsiteY0"/>
                </a:cxn>
                <a:cxn ang="0">
                  <a:pos x="connsiteX1" y="connsiteY1"/>
                </a:cxn>
                <a:cxn ang="0">
                  <a:pos x="connsiteX2" y="connsiteY2"/>
                </a:cxn>
              </a:cxnLst>
              <a:rect l="l" t="t" r="r" b="b"/>
              <a:pathLst>
                <a:path w="1107180" h="2004930">
                  <a:moveTo>
                    <a:pt x="1107180" y="0"/>
                  </a:moveTo>
                  <a:lnTo>
                    <a:pt x="1107180" y="2004930"/>
                  </a:lnTo>
                  <a:lnTo>
                    <a:pt x="0" y="1800526"/>
                  </a:lnTo>
                  <a:close/>
                </a:path>
              </a:pathLst>
            </a:custGeom>
            <a:gradFill>
              <a:gsLst>
                <a:gs pos="0">
                  <a:schemeClr val="tx1"/>
                </a:gs>
                <a:gs pos="100000">
                  <a:schemeClr val="accent1">
                    <a:alpha val="54000"/>
                  </a:schemeClr>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0" name="任意多边形: 形状 89">
              <a:extLst>
                <a:ext uri="{FF2B5EF4-FFF2-40B4-BE49-F238E27FC236}">
                  <a16:creationId xmlns:a16="http://schemas.microsoft.com/office/drawing/2014/main" id="{D35128A5-52DA-35D0-B812-4AB72430526D}"/>
                </a:ext>
              </a:extLst>
            </p:cNvPr>
            <p:cNvSpPr/>
            <p:nvPr/>
          </p:nvSpPr>
          <p:spPr>
            <a:xfrm flipH="1">
              <a:off x="6095999" y="1621154"/>
              <a:ext cx="593327" cy="1074421"/>
            </a:xfrm>
            <a:custGeom>
              <a:avLst/>
              <a:gdLst>
                <a:gd name="connsiteX0" fmla="*/ 593327 w 593327"/>
                <a:gd name="connsiteY0" fmla="*/ 0 h 1074421"/>
                <a:gd name="connsiteX1" fmla="*/ 593327 w 593327"/>
                <a:gd name="connsiteY1" fmla="*/ 1074421 h 1074421"/>
                <a:gd name="connsiteX2" fmla="*/ 0 w 593327"/>
                <a:gd name="connsiteY2" fmla="*/ 964883 h 1074421"/>
              </a:gdLst>
              <a:ahLst/>
              <a:cxnLst>
                <a:cxn ang="0">
                  <a:pos x="connsiteX0" y="connsiteY0"/>
                </a:cxn>
                <a:cxn ang="0">
                  <a:pos x="connsiteX1" y="connsiteY1"/>
                </a:cxn>
                <a:cxn ang="0">
                  <a:pos x="connsiteX2" y="connsiteY2"/>
                </a:cxn>
              </a:cxnLst>
              <a:rect l="l" t="t" r="r" b="b"/>
              <a:pathLst>
                <a:path w="593327" h="1074421">
                  <a:moveTo>
                    <a:pt x="593327" y="0"/>
                  </a:moveTo>
                  <a:lnTo>
                    <a:pt x="593327" y="1074421"/>
                  </a:lnTo>
                  <a:lnTo>
                    <a:pt x="0" y="964883"/>
                  </a:lnTo>
                  <a:close/>
                </a:path>
              </a:pathLst>
            </a:custGeom>
            <a:gradFill>
              <a:gsLst>
                <a:gs pos="0">
                  <a:schemeClr val="tx1"/>
                </a:gs>
                <a:gs pos="100000">
                  <a:schemeClr val="accent1">
                    <a:alpha val="54000"/>
                  </a:schemeClr>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6" name="菱形 25">
              <a:extLst>
                <a:ext uri="{FF2B5EF4-FFF2-40B4-BE49-F238E27FC236}">
                  <a16:creationId xmlns:a16="http://schemas.microsoft.com/office/drawing/2014/main" id="{95D9A028-01D4-D1A2-5130-8E13EEB5F681}"/>
                </a:ext>
              </a:extLst>
            </p:cNvPr>
            <p:cNvSpPr/>
            <p:nvPr/>
          </p:nvSpPr>
          <p:spPr>
            <a:xfrm>
              <a:off x="3891233" y="4793935"/>
              <a:ext cx="4393399" cy="749169"/>
            </a:xfrm>
            <a:prstGeom prst="diamond">
              <a:avLst/>
            </a:prstGeom>
            <a:solidFill>
              <a:schemeClr val="accent1">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菱形 22">
              <a:extLst>
                <a:ext uri="{FF2B5EF4-FFF2-40B4-BE49-F238E27FC236}">
                  <a16:creationId xmlns:a16="http://schemas.microsoft.com/office/drawing/2014/main" id="{0CC26050-8632-D074-3394-D9388DE09828}"/>
                </a:ext>
              </a:extLst>
            </p:cNvPr>
            <p:cNvSpPr/>
            <p:nvPr/>
          </p:nvSpPr>
          <p:spPr>
            <a:xfrm>
              <a:off x="4471416" y="3966865"/>
              <a:ext cx="3278124" cy="585572"/>
            </a:xfrm>
            <a:prstGeom prst="diamond">
              <a:avLst/>
            </a:pr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菱形 19">
              <a:extLst>
                <a:ext uri="{FF2B5EF4-FFF2-40B4-BE49-F238E27FC236}">
                  <a16:creationId xmlns:a16="http://schemas.microsoft.com/office/drawing/2014/main" id="{30CEED4F-65CF-2BA4-70A4-26CFBCFDA8CD}"/>
                </a:ext>
              </a:extLst>
            </p:cNvPr>
            <p:cNvSpPr/>
            <p:nvPr/>
          </p:nvSpPr>
          <p:spPr>
            <a:xfrm>
              <a:off x="4969850" y="3264032"/>
              <a:ext cx="2248838" cy="408808"/>
            </a:xfrm>
            <a:prstGeom prst="diamond">
              <a:avLst/>
            </a:prstGeom>
            <a:solidFill>
              <a:schemeClr val="accent1">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菱形 8">
              <a:extLst>
                <a:ext uri="{FF2B5EF4-FFF2-40B4-BE49-F238E27FC236}">
                  <a16:creationId xmlns:a16="http://schemas.microsoft.com/office/drawing/2014/main" id="{B5ADECA3-8904-93DA-61B0-43ADFD6F33A5}"/>
                </a:ext>
              </a:extLst>
            </p:cNvPr>
            <p:cNvSpPr/>
            <p:nvPr/>
          </p:nvSpPr>
          <p:spPr>
            <a:xfrm>
              <a:off x="5492507" y="2513805"/>
              <a:ext cx="1205130" cy="219076"/>
            </a:xfrm>
            <a:prstGeom prst="diamond">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a:extLst>
                <a:ext uri="{FF2B5EF4-FFF2-40B4-BE49-F238E27FC236}">
                  <a16:creationId xmlns:a16="http://schemas.microsoft.com/office/drawing/2014/main" id="{13D80F5A-7B11-1FAB-888F-1A43BD0EBA9E}"/>
                </a:ext>
              </a:extLst>
            </p:cNvPr>
            <p:cNvSpPr/>
            <p:nvPr/>
          </p:nvSpPr>
          <p:spPr>
            <a:xfrm>
              <a:off x="5990748" y="2257694"/>
              <a:ext cx="1026159" cy="345094"/>
            </a:xfrm>
            <a:prstGeom prst="rect">
              <a:avLst/>
            </a:prstGeom>
          </p:spPr>
          <p:txBody>
            <a:bodyPr wrap="square">
              <a:spAutoFit/>
              <a:scene3d>
                <a:camera prst="isometricRightUp">
                  <a:rot lat="600000" lon="19800000" rev="0"/>
                </a:camera>
                <a:lightRig rig="threePt" dir="t"/>
              </a:scene3d>
            </a:bodyPr>
            <a:lstStyle/>
            <a:p>
              <a:pPr>
                <a:lnSpc>
                  <a:spcPct val="130000"/>
                </a:lnSpc>
              </a:pPr>
              <a:r>
                <a:rPr lang="zh-CN" altLang="en-US" sz="1400" b="1" dirty="0">
                  <a:solidFill>
                    <a:schemeClr val="accent1"/>
                  </a:solidFill>
                  <a:sym typeface="+mn-lt"/>
                </a:rPr>
                <a:t>决策层</a:t>
              </a:r>
            </a:p>
          </p:txBody>
        </p:sp>
        <p:sp>
          <p:nvSpPr>
            <p:cNvPr id="115" name="矩形 114">
              <a:extLst>
                <a:ext uri="{FF2B5EF4-FFF2-40B4-BE49-F238E27FC236}">
                  <a16:creationId xmlns:a16="http://schemas.microsoft.com/office/drawing/2014/main" id="{DCBE2264-0732-13EE-36D8-FD4AFAB92089}"/>
                </a:ext>
              </a:extLst>
            </p:cNvPr>
            <p:cNvSpPr/>
            <p:nvPr/>
          </p:nvSpPr>
          <p:spPr>
            <a:xfrm>
              <a:off x="6110784" y="2903358"/>
              <a:ext cx="1026159" cy="417358"/>
            </a:xfrm>
            <a:prstGeom prst="rect">
              <a:avLst/>
            </a:prstGeom>
          </p:spPr>
          <p:txBody>
            <a:bodyPr wrap="square">
              <a:spAutoFit/>
              <a:scene3d>
                <a:camera prst="isometricRightUp">
                  <a:rot lat="600000" lon="19800000" rev="0"/>
                </a:camera>
                <a:lightRig rig="threePt" dir="t"/>
              </a:scene3d>
            </a:bodyPr>
            <a:lstStyle/>
            <a:p>
              <a:pPr>
                <a:lnSpc>
                  <a:spcPct val="130000"/>
                </a:lnSpc>
              </a:pPr>
              <a:r>
                <a:rPr lang="zh-CN" altLang="en-US" b="1" dirty="0">
                  <a:solidFill>
                    <a:schemeClr val="accent1"/>
                  </a:solidFill>
                  <a:sym typeface="+mn-lt"/>
                </a:rPr>
                <a:t>仿真层</a:t>
              </a:r>
            </a:p>
          </p:txBody>
        </p:sp>
        <p:sp>
          <p:nvSpPr>
            <p:cNvPr id="116" name="矩形 115">
              <a:extLst>
                <a:ext uri="{FF2B5EF4-FFF2-40B4-BE49-F238E27FC236}">
                  <a16:creationId xmlns:a16="http://schemas.microsoft.com/office/drawing/2014/main" id="{9CD19170-5A47-9D3A-B79B-B5A2B007EB20}"/>
                </a:ext>
              </a:extLst>
            </p:cNvPr>
            <p:cNvSpPr/>
            <p:nvPr/>
          </p:nvSpPr>
          <p:spPr>
            <a:xfrm>
              <a:off x="6285769" y="3760030"/>
              <a:ext cx="1026159" cy="453457"/>
            </a:xfrm>
            <a:prstGeom prst="rect">
              <a:avLst/>
            </a:prstGeom>
          </p:spPr>
          <p:txBody>
            <a:bodyPr wrap="square">
              <a:spAutoFit/>
              <a:scene3d>
                <a:camera prst="isometricRightUp">
                  <a:rot lat="600000" lon="19800000" rev="0"/>
                </a:camera>
                <a:lightRig rig="threePt" dir="t"/>
              </a:scene3d>
            </a:bodyPr>
            <a:lstStyle/>
            <a:p>
              <a:pPr>
                <a:lnSpc>
                  <a:spcPct val="130000"/>
                </a:lnSpc>
              </a:pPr>
              <a:r>
                <a:rPr lang="zh-CN" altLang="en-US" sz="2000" b="1" dirty="0">
                  <a:solidFill>
                    <a:schemeClr val="accent1"/>
                  </a:solidFill>
                  <a:sym typeface="+mn-lt"/>
                </a:rPr>
                <a:t>执行层</a:t>
              </a:r>
            </a:p>
          </p:txBody>
        </p:sp>
        <p:sp>
          <p:nvSpPr>
            <p:cNvPr id="117" name="矩形 116">
              <a:extLst>
                <a:ext uri="{FF2B5EF4-FFF2-40B4-BE49-F238E27FC236}">
                  <a16:creationId xmlns:a16="http://schemas.microsoft.com/office/drawing/2014/main" id="{E19783F4-5A30-0981-E26E-F2ED3FAC3CAE}"/>
                </a:ext>
              </a:extLst>
            </p:cNvPr>
            <p:cNvSpPr/>
            <p:nvPr/>
          </p:nvSpPr>
          <p:spPr>
            <a:xfrm>
              <a:off x="6518946" y="4608889"/>
              <a:ext cx="1511458" cy="453457"/>
            </a:xfrm>
            <a:prstGeom prst="rect">
              <a:avLst/>
            </a:prstGeom>
          </p:spPr>
          <p:txBody>
            <a:bodyPr wrap="square">
              <a:spAutoFit/>
              <a:scene3d>
                <a:camera prst="isometricRightUp">
                  <a:rot lat="600000" lon="19800000" rev="0"/>
                </a:camera>
                <a:lightRig rig="threePt" dir="t"/>
              </a:scene3d>
            </a:bodyPr>
            <a:lstStyle/>
            <a:p>
              <a:pPr>
                <a:lnSpc>
                  <a:spcPct val="130000"/>
                </a:lnSpc>
              </a:pPr>
              <a:r>
                <a:rPr lang="zh-CN" altLang="en-US" sz="2000" b="1" dirty="0">
                  <a:solidFill>
                    <a:schemeClr val="accent1"/>
                  </a:solidFill>
                  <a:sym typeface="+mn-lt"/>
                </a:rPr>
                <a:t>模型层</a:t>
              </a:r>
            </a:p>
          </p:txBody>
        </p:sp>
        <p:sp>
          <p:nvSpPr>
            <p:cNvPr id="118" name="矩形 117">
              <a:extLst>
                <a:ext uri="{FF2B5EF4-FFF2-40B4-BE49-F238E27FC236}">
                  <a16:creationId xmlns:a16="http://schemas.microsoft.com/office/drawing/2014/main" id="{B6B990F6-F73A-50DB-0678-B608A757F4F1}"/>
                </a:ext>
              </a:extLst>
            </p:cNvPr>
            <p:cNvSpPr/>
            <p:nvPr/>
          </p:nvSpPr>
          <p:spPr>
            <a:xfrm>
              <a:off x="6788366" y="5471369"/>
              <a:ext cx="1026159" cy="489558"/>
            </a:xfrm>
            <a:prstGeom prst="rect">
              <a:avLst/>
            </a:prstGeom>
          </p:spPr>
          <p:txBody>
            <a:bodyPr wrap="square">
              <a:spAutoFit/>
              <a:scene3d>
                <a:camera prst="isometricRightUp">
                  <a:rot lat="1200000" lon="19800000" rev="0"/>
                </a:camera>
                <a:lightRig rig="threePt" dir="t"/>
              </a:scene3d>
            </a:bodyPr>
            <a:lstStyle/>
            <a:p>
              <a:pPr>
                <a:lnSpc>
                  <a:spcPct val="130000"/>
                </a:lnSpc>
                <a:defRPr/>
              </a:pPr>
              <a:r>
                <a:rPr lang="zh-CN" altLang="en-US" sz="2200" b="1" dirty="0">
                  <a:solidFill>
                    <a:schemeClr val="accent1"/>
                  </a:solidFill>
                  <a:sym typeface="+mn-lt"/>
                </a:rPr>
                <a:t>数据层</a:t>
              </a:r>
            </a:p>
          </p:txBody>
        </p:sp>
        <p:sp>
          <p:nvSpPr>
            <p:cNvPr id="119" name="文本框 118">
              <a:extLst>
                <a:ext uri="{FF2B5EF4-FFF2-40B4-BE49-F238E27FC236}">
                  <a16:creationId xmlns:a16="http://schemas.microsoft.com/office/drawing/2014/main" id="{21A5B3F5-79DA-C4BE-D2A4-AE13888FD446}"/>
                </a:ext>
              </a:extLst>
            </p:cNvPr>
            <p:cNvSpPr txBox="1"/>
            <p:nvPr/>
          </p:nvSpPr>
          <p:spPr>
            <a:xfrm>
              <a:off x="4551428" y="5545919"/>
              <a:ext cx="576018" cy="369332"/>
            </a:xfrm>
            <a:prstGeom prst="rect">
              <a:avLst/>
            </a:prstGeom>
            <a:noFill/>
          </p:spPr>
          <p:txBody>
            <a:bodyPr wrap="square" rtlCol="0">
              <a:spAutoFit/>
              <a:scene3d>
                <a:camera prst="isometricLeftDown">
                  <a:rot lat="273969" lon="2179391" rev="21255923"/>
                </a:camera>
                <a:lightRig rig="threePt" dir="t"/>
              </a:scene3d>
            </a:bodyPr>
            <a:lstStyle/>
            <a:p>
              <a:pPr algn="ctr"/>
              <a:r>
                <a:rPr lang="en-US" altLang="zh-CN" b="1" dirty="0">
                  <a:effectLst>
                    <a:outerShdw blurRad="38100" dist="38100" dir="2700000" algn="tl">
                      <a:srgbClr val="000000">
                        <a:alpha val="43137"/>
                      </a:srgbClr>
                    </a:outerShdw>
                  </a:effectLst>
                </a:rPr>
                <a:t>L1</a:t>
              </a:r>
              <a:endParaRPr lang="zh-CN" altLang="en-US" b="1" dirty="0">
                <a:effectLst>
                  <a:outerShdw blurRad="38100" dist="38100" dir="2700000" algn="tl">
                    <a:srgbClr val="000000">
                      <a:alpha val="43137"/>
                    </a:srgbClr>
                  </a:outerShdw>
                </a:effectLst>
              </a:endParaRPr>
            </a:p>
          </p:txBody>
        </p:sp>
        <p:sp>
          <p:nvSpPr>
            <p:cNvPr id="120" name="文本框 119">
              <a:extLst>
                <a:ext uri="{FF2B5EF4-FFF2-40B4-BE49-F238E27FC236}">
                  <a16:creationId xmlns:a16="http://schemas.microsoft.com/office/drawing/2014/main" id="{4D9655A3-ABC8-6B2E-4CEA-1A47D6365182}"/>
                </a:ext>
              </a:extLst>
            </p:cNvPr>
            <p:cNvSpPr txBox="1"/>
            <p:nvPr/>
          </p:nvSpPr>
          <p:spPr>
            <a:xfrm>
              <a:off x="4822345" y="4700465"/>
              <a:ext cx="576018" cy="369332"/>
            </a:xfrm>
            <a:prstGeom prst="rect">
              <a:avLst/>
            </a:prstGeom>
            <a:noFill/>
          </p:spPr>
          <p:txBody>
            <a:bodyPr wrap="square" rtlCol="0">
              <a:spAutoFit/>
              <a:scene3d>
                <a:camera prst="isometricLeftDown">
                  <a:rot lat="273969" lon="2179391" rev="21255923"/>
                </a:camera>
                <a:lightRig rig="threePt" dir="t"/>
              </a:scene3d>
            </a:bodyPr>
            <a:lstStyle/>
            <a:p>
              <a:pPr algn="ctr"/>
              <a:r>
                <a:rPr lang="en-US" altLang="zh-CN" b="1" dirty="0">
                  <a:effectLst>
                    <a:outerShdw blurRad="38100" dist="38100" dir="2700000" algn="tl">
                      <a:srgbClr val="000000">
                        <a:alpha val="43137"/>
                      </a:srgbClr>
                    </a:outerShdw>
                  </a:effectLst>
                </a:rPr>
                <a:t>L2</a:t>
              </a:r>
              <a:endParaRPr lang="zh-CN" altLang="en-US" b="1" dirty="0">
                <a:effectLst>
                  <a:outerShdw blurRad="38100" dist="38100" dir="2700000" algn="tl">
                    <a:srgbClr val="000000">
                      <a:alpha val="43137"/>
                    </a:srgbClr>
                  </a:outerShdw>
                </a:effectLst>
              </a:endParaRPr>
            </a:p>
          </p:txBody>
        </p:sp>
        <p:sp>
          <p:nvSpPr>
            <p:cNvPr id="121" name="文本框 120">
              <a:extLst>
                <a:ext uri="{FF2B5EF4-FFF2-40B4-BE49-F238E27FC236}">
                  <a16:creationId xmlns:a16="http://schemas.microsoft.com/office/drawing/2014/main" id="{89A87A0B-B707-1C35-EFDE-DD1551032AD9}"/>
                </a:ext>
              </a:extLst>
            </p:cNvPr>
            <p:cNvSpPr txBox="1"/>
            <p:nvPr/>
          </p:nvSpPr>
          <p:spPr>
            <a:xfrm>
              <a:off x="5093262" y="3855010"/>
              <a:ext cx="576018" cy="369332"/>
            </a:xfrm>
            <a:prstGeom prst="rect">
              <a:avLst/>
            </a:prstGeom>
            <a:noFill/>
          </p:spPr>
          <p:txBody>
            <a:bodyPr wrap="square" rtlCol="0">
              <a:spAutoFit/>
              <a:scene3d>
                <a:camera prst="isometricLeftDown">
                  <a:rot lat="273969" lon="2179391" rev="21255923"/>
                </a:camera>
                <a:lightRig rig="threePt" dir="t"/>
              </a:scene3d>
            </a:bodyPr>
            <a:lstStyle/>
            <a:p>
              <a:pPr algn="ctr"/>
              <a:r>
                <a:rPr lang="en-US" altLang="zh-CN" b="1" dirty="0">
                  <a:effectLst>
                    <a:outerShdw blurRad="38100" dist="38100" dir="2700000" algn="tl">
                      <a:srgbClr val="000000">
                        <a:alpha val="43137"/>
                      </a:srgbClr>
                    </a:outerShdw>
                  </a:effectLst>
                </a:rPr>
                <a:t>L3</a:t>
              </a:r>
              <a:endParaRPr lang="zh-CN" altLang="en-US" b="1" dirty="0">
                <a:effectLst>
                  <a:outerShdw blurRad="38100" dist="38100" dir="2700000" algn="tl">
                    <a:srgbClr val="000000">
                      <a:alpha val="43137"/>
                    </a:srgbClr>
                  </a:outerShdw>
                </a:effectLst>
              </a:endParaRPr>
            </a:p>
          </p:txBody>
        </p:sp>
        <p:sp>
          <p:nvSpPr>
            <p:cNvPr id="122" name="文本框 121">
              <a:extLst>
                <a:ext uri="{FF2B5EF4-FFF2-40B4-BE49-F238E27FC236}">
                  <a16:creationId xmlns:a16="http://schemas.microsoft.com/office/drawing/2014/main" id="{3E9524AD-DE53-AF0E-0968-B4A23C9F4A42}"/>
                </a:ext>
              </a:extLst>
            </p:cNvPr>
            <p:cNvSpPr txBox="1"/>
            <p:nvPr/>
          </p:nvSpPr>
          <p:spPr>
            <a:xfrm>
              <a:off x="5364179" y="3009555"/>
              <a:ext cx="576018" cy="369332"/>
            </a:xfrm>
            <a:prstGeom prst="rect">
              <a:avLst/>
            </a:prstGeom>
            <a:noFill/>
          </p:spPr>
          <p:txBody>
            <a:bodyPr wrap="square" rtlCol="0">
              <a:spAutoFit/>
              <a:scene3d>
                <a:camera prst="isometricLeftDown">
                  <a:rot lat="273969" lon="2179391" rev="21255923"/>
                </a:camera>
                <a:lightRig rig="threePt" dir="t"/>
              </a:scene3d>
            </a:bodyPr>
            <a:lstStyle/>
            <a:p>
              <a:pPr algn="ctr"/>
              <a:r>
                <a:rPr lang="en-US" altLang="zh-CN" b="1" dirty="0">
                  <a:effectLst>
                    <a:outerShdw blurRad="38100" dist="38100" dir="2700000" algn="tl">
                      <a:srgbClr val="000000">
                        <a:alpha val="43137"/>
                      </a:srgbClr>
                    </a:outerShdw>
                  </a:effectLst>
                </a:rPr>
                <a:t>L4</a:t>
              </a:r>
              <a:endParaRPr lang="zh-CN" altLang="en-US" b="1" dirty="0">
                <a:effectLst>
                  <a:outerShdw blurRad="38100" dist="38100" dir="2700000" algn="tl">
                    <a:srgbClr val="000000">
                      <a:alpha val="43137"/>
                    </a:srgbClr>
                  </a:outerShdw>
                </a:effectLst>
              </a:endParaRPr>
            </a:p>
          </p:txBody>
        </p:sp>
        <p:sp>
          <p:nvSpPr>
            <p:cNvPr id="123" name="文本框 122">
              <a:extLst>
                <a:ext uri="{FF2B5EF4-FFF2-40B4-BE49-F238E27FC236}">
                  <a16:creationId xmlns:a16="http://schemas.microsoft.com/office/drawing/2014/main" id="{59E3677A-1AC8-CD7E-B841-D35881DD8878}"/>
                </a:ext>
              </a:extLst>
            </p:cNvPr>
            <p:cNvSpPr txBox="1"/>
            <p:nvPr/>
          </p:nvSpPr>
          <p:spPr>
            <a:xfrm>
              <a:off x="5593640" y="2213118"/>
              <a:ext cx="576018" cy="369332"/>
            </a:xfrm>
            <a:prstGeom prst="rect">
              <a:avLst/>
            </a:prstGeom>
            <a:noFill/>
          </p:spPr>
          <p:txBody>
            <a:bodyPr wrap="square" rtlCol="0">
              <a:spAutoFit/>
              <a:scene3d>
                <a:camera prst="isometricLeftDown">
                  <a:rot lat="273969" lon="2179391" rev="21255923"/>
                </a:camera>
                <a:lightRig rig="threePt" dir="t"/>
              </a:scene3d>
            </a:bodyPr>
            <a:lstStyle/>
            <a:p>
              <a:pPr algn="ctr"/>
              <a:r>
                <a:rPr lang="en-US" altLang="zh-CN" b="1" dirty="0">
                  <a:effectLst>
                    <a:outerShdw blurRad="38100" dist="38100" dir="2700000" algn="tl">
                      <a:srgbClr val="000000">
                        <a:alpha val="43137"/>
                      </a:srgbClr>
                    </a:outerShdw>
                  </a:effectLst>
                </a:rPr>
                <a:t>L5</a:t>
              </a:r>
              <a:endParaRPr lang="zh-CN" altLang="en-US" b="1" dirty="0">
                <a:effectLst>
                  <a:outerShdw blurRad="38100" dist="38100" dir="2700000" algn="tl">
                    <a:srgbClr val="000000">
                      <a:alpha val="43137"/>
                    </a:srgbClr>
                  </a:outerShdw>
                </a:effectLst>
              </a:endParaRPr>
            </a:p>
          </p:txBody>
        </p:sp>
      </p:grpSp>
      <p:sp>
        <p:nvSpPr>
          <p:cNvPr id="4" name="菱形 3">
            <a:extLst>
              <a:ext uri="{FF2B5EF4-FFF2-40B4-BE49-F238E27FC236}">
                <a16:creationId xmlns:a16="http://schemas.microsoft.com/office/drawing/2014/main" id="{EF4FB614-794F-DE38-C804-648A25448F04}"/>
              </a:ext>
            </a:extLst>
          </p:cNvPr>
          <p:cNvSpPr/>
          <p:nvPr/>
        </p:nvSpPr>
        <p:spPr>
          <a:xfrm>
            <a:off x="2740109" y="4934215"/>
            <a:ext cx="6709926" cy="1232464"/>
          </a:xfrm>
          <a:prstGeom prst="diamond">
            <a:avLst/>
          </a:prstGeom>
          <a:gradFill flip="none" rotWithShape="1">
            <a:gsLst>
              <a:gs pos="100000">
                <a:schemeClr val="accent1">
                  <a:alpha val="18000"/>
                </a:schemeClr>
              </a:gs>
              <a:gs pos="70000">
                <a:schemeClr val="accent1">
                  <a:alpha val="0"/>
                </a:schemeClr>
              </a:gs>
              <a:gs pos="30000">
                <a:schemeClr val="accent1">
                  <a:alpha val="0"/>
                </a:schemeClr>
              </a:gs>
              <a:gs pos="0">
                <a:schemeClr val="accent1">
                  <a:alpha val="18000"/>
                </a:schemeClr>
              </a:gs>
            </a:gsLst>
            <a:lin ang="0" scaled="0"/>
            <a:tileRect/>
          </a:gradFill>
          <a:ln w="9525">
            <a:gradFill>
              <a:gsLst>
                <a:gs pos="34000">
                  <a:schemeClr val="accent1">
                    <a:alpha val="0"/>
                  </a:schemeClr>
                </a:gs>
                <a:gs pos="10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a:extLst>
              <a:ext uri="{FF2B5EF4-FFF2-40B4-BE49-F238E27FC236}">
                <a16:creationId xmlns:a16="http://schemas.microsoft.com/office/drawing/2014/main" id="{0B0C5F40-AAE5-9A01-52DB-FF5F87419F3B}"/>
              </a:ext>
            </a:extLst>
          </p:cNvPr>
          <p:cNvGrpSpPr/>
          <p:nvPr/>
        </p:nvGrpSpPr>
        <p:grpSpPr>
          <a:xfrm>
            <a:off x="828516" y="1447014"/>
            <a:ext cx="1521702" cy="441256"/>
            <a:chOff x="1645086" y="1672167"/>
            <a:chExt cx="1521702" cy="441256"/>
          </a:xfrm>
          <a:scene3d>
            <a:camera prst="perspectiveRight">
              <a:rot lat="21299999" lon="20399999" rev="0"/>
            </a:camera>
            <a:lightRig rig="threePt" dir="t"/>
          </a:scene3d>
        </p:grpSpPr>
        <p:grpSp>
          <p:nvGrpSpPr>
            <p:cNvPr id="35" name="Group 120">
              <a:extLst>
                <a:ext uri="{FF2B5EF4-FFF2-40B4-BE49-F238E27FC236}">
                  <a16:creationId xmlns:a16="http://schemas.microsoft.com/office/drawing/2014/main" id="{090F8414-BE2F-4181-7211-DC18F4A3CBE4}"/>
                </a:ext>
              </a:extLst>
            </p:cNvPr>
            <p:cNvGrpSpPr/>
            <p:nvPr/>
          </p:nvGrpSpPr>
          <p:grpSpPr>
            <a:xfrm>
              <a:off x="1645086" y="1672167"/>
              <a:ext cx="1521702" cy="441256"/>
              <a:chOff x="9539925" y="4431011"/>
              <a:chExt cx="484067" cy="495190"/>
            </a:xfrm>
          </p:grpSpPr>
          <p:sp>
            <p:nvSpPr>
              <p:cNvPr id="36" name="Rectangle: Rounded Corners 122">
                <a:extLst>
                  <a:ext uri="{FF2B5EF4-FFF2-40B4-BE49-F238E27FC236}">
                    <a16:creationId xmlns:a16="http://schemas.microsoft.com/office/drawing/2014/main" id="{4E180816-7EE3-43A1-581B-E020A2D627B0}"/>
                  </a:ext>
                </a:extLst>
              </p:cNvPr>
              <p:cNvSpPr/>
              <p:nvPr/>
            </p:nvSpPr>
            <p:spPr>
              <a:xfrm>
                <a:off x="9539925" y="4431011"/>
                <a:ext cx="484067" cy="495190"/>
              </a:xfrm>
              <a:prstGeom prst="roundRect">
                <a:avLst>
                  <a:gd name="adj" fmla="val 50000"/>
                </a:avLst>
              </a:prstGeom>
              <a:gradFill flip="none" rotWithShape="1">
                <a:gsLst>
                  <a:gs pos="80000">
                    <a:schemeClr val="accent2"/>
                  </a:gs>
                  <a:gs pos="100000">
                    <a:schemeClr val="accent2"/>
                  </a:gs>
                  <a:gs pos="15000">
                    <a:schemeClr val="accent2">
                      <a:lumMod val="40000"/>
                      <a:lumOff val="60000"/>
                    </a:schemeClr>
                  </a:gs>
                  <a:gs pos="45000">
                    <a:schemeClr val="accent2">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37" name="Rectangle: Rounded Corners 123">
                <a:extLst>
                  <a:ext uri="{FF2B5EF4-FFF2-40B4-BE49-F238E27FC236}">
                    <a16:creationId xmlns:a16="http://schemas.microsoft.com/office/drawing/2014/main" id="{3B43D203-F19B-BCDF-7D29-066D6AFD5542}"/>
                  </a:ext>
                </a:extLst>
              </p:cNvPr>
              <p:cNvSpPr/>
              <p:nvPr/>
            </p:nvSpPr>
            <p:spPr>
              <a:xfrm>
                <a:off x="9541481" y="4431011"/>
                <a:ext cx="480957" cy="492006"/>
              </a:xfrm>
              <a:prstGeom prst="roundRect">
                <a:avLst>
                  <a:gd name="adj" fmla="val 50000"/>
                </a:avLst>
              </a:prstGeom>
              <a:gradFill>
                <a:gsLst>
                  <a:gs pos="100000">
                    <a:schemeClr val="accent2"/>
                  </a:gs>
                  <a:gs pos="0">
                    <a:schemeClr val="accent2">
                      <a:lumMod val="60000"/>
                      <a:lumOff val="40000"/>
                    </a:schemeClr>
                  </a:gs>
                </a:gsLst>
                <a:lin ang="2700000" scaled="0"/>
              </a:gradFill>
              <a:ln>
                <a:noFill/>
              </a:ln>
              <a:effectLst>
                <a:outerShdw blurRad="342900" dist="2286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a:ln>
                    <a:noFill/>
                  </a:ln>
                  <a:solidFill>
                    <a:prstClr val="white"/>
                  </a:solidFill>
                  <a:effectLst/>
                  <a:uLnTx/>
                  <a:uFillTx/>
                  <a:latin typeface="+mn-ea"/>
                  <a:cs typeface="+mn-cs"/>
                </a:endParaRPr>
              </a:p>
            </p:txBody>
          </p:sp>
        </p:grpSp>
        <p:sp>
          <p:nvSpPr>
            <p:cNvPr id="41" name="矩形 40">
              <a:extLst>
                <a:ext uri="{FF2B5EF4-FFF2-40B4-BE49-F238E27FC236}">
                  <a16:creationId xmlns:a16="http://schemas.microsoft.com/office/drawing/2014/main" id="{52864762-C9ED-C36E-7C9F-7F4315B20B8F}"/>
                </a:ext>
              </a:extLst>
            </p:cNvPr>
            <p:cNvSpPr/>
            <p:nvPr/>
          </p:nvSpPr>
          <p:spPr>
            <a:xfrm>
              <a:off x="1800795" y="1738907"/>
              <a:ext cx="1210284" cy="307777"/>
            </a:xfrm>
            <a:prstGeom prst="rect">
              <a:avLst/>
            </a:prstGeom>
          </p:spPr>
          <p:txBody>
            <a:bodyPr wrap="square">
              <a:spAutoFit/>
            </a:bodyPr>
            <a:lstStyle/>
            <a:p>
              <a:pPr algn="ctr" defTabSz="1460754">
                <a:defRPr/>
              </a:pPr>
              <a:r>
                <a:rPr lang="zh-CN" altLang="en-US" sz="1400" b="1" dirty="0">
                  <a:latin typeface="+mj-ea"/>
                  <a:ea typeface="+mj-ea"/>
                  <a:cs typeface="OPPOSans M"/>
                  <a:sym typeface="+mn-lt"/>
                </a:rPr>
                <a:t>数字化建模</a:t>
              </a:r>
            </a:p>
          </p:txBody>
        </p:sp>
      </p:grpSp>
      <p:sp>
        <p:nvSpPr>
          <p:cNvPr id="43" name="矩形 42">
            <a:extLst>
              <a:ext uri="{FF2B5EF4-FFF2-40B4-BE49-F238E27FC236}">
                <a16:creationId xmlns:a16="http://schemas.microsoft.com/office/drawing/2014/main" id="{71F330A8-B6BE-B020-0906-0F5D235AAB33}"/>
              </a:ext>
            </a:extLst>
          </p:cNvPr>
          <p:cNvSpPr/>
          <p:nvPr/>
        </p:nvSpPr>
        <p:spPr>
          <a:xfrm>
            <a:off x="696304" y="1980028"/>
            <a:ext cx="3761202" cy="789127"/>
          </a:xfrm>
          <a:prstGeom prst="rect">
            <a:avLst/>
          </a:prstGeom>
        </p:spPr>
        <p:txBody>
          <a:bodyPr wrap="square">
            <a:spAutoFit/>
            <a:scene3d>
              <a:camera prst="perspectiveRight">
                <a:rot lat="0" lon="19800000" rev="0"/>
              </a:camera>
              <a:lightRig rig="threePt" dir="t"/>
            </a:scene3d>
          </a:bodyPr>
          <a:lstStyle/>
          <a:p>
            <a:pPr defTabSz="1460754">
              <a:lnSpc>
                <a:spcPct val="130000"/>
              </a:lnSpc>
              <a:defRPr/>
            </a:pPr>
            <a:r>
              <a:rPr lang="zh-CN" altLang="en-US" sz="1200" dirty="0">
                <a:solidFill>
                  <a:schemeClr val="bg1"/>
                </a:solidFill>
                <a:latin typeface="+mj-ea"/>
                <a:ea typeface="+mj-ea"/>
                <a:cs typeface="OPPOSans M"/>
                <a:sym typeface="+mn-lt"/>
              </a:rPr>
              <a:t>通过数字化技术对城市进行建模和仿真，实现对城市的实时监测、预测和管理。这种建模不仅涉及城市的物理结构，还包括城市的功能布局、动态变化等</a:t>
            </a:r>
          </a:p>
        </p:txBody>
      </p:sp>
      <p:grpSp>
        <p:nvGrpSpPr>
          <p:cNvPr id="44" name="组合 43">
            <a:extLst>
              <a:ext uri="{FF2B5EF4-FFF2-40B4-BE49-F238E27FC236}">
                <a16:creationId xmlns:a16="http://schemas.microsoft.com/office/drawing/2014/main" id="{89F099DD-CB4D-E4C3-8AEF-6D9978419193}"/>
              </a:ext>
            </a:extLst>
          </p:cNvPr>
          <p:cNvGrpSpPr/>
          <p:nvPr/>
        </p:nvGrpSpPr>
        <p:grpSpPr>
          <a:xfrm>
            <a:off x="828516" y="3348684"/>
            <a:ext cx="1521702" cy="441256"/>
            <a:chOff x="1645086" y="1672167"/>
            <a:chExt cx="1521702" cy="441256"/>
          </a:xfrm>
          <a:scene3d>
            <a:camera prst="perspectiveRight">
              <a:rot lat="294000" lon="20399999" rev="0"/>
            </a:camera>
            <a:lightRig rig="threePt" dir="t"/>
          </a:scene3d>
        </p:grpSpPr>
        <p:grpSp>
          <p:nvGrpSpPr>
            <p:cNvPr id="45" name="Group 120">
              <a:extLst>
                <a:ext uri="{FF2B5EF4-FFF2-40B4-BE49-F238E27FC236}">
                  <a16:creationId xmlns:a16="http://schemas.microsoft.com/office/drawing/2014/main" id="{93C2FF10-C535-3147-261C-8FC2C07C5185}"/>
                </a:ext>
              </a:extLst>
            </p:cNvPr>
            <p:cNvGrpSpPr/>
            <p:nvPr/>
          </p:nvGrpSpPr>
          <p:grpSpPr>
            <a:xfrm>
              <a:off x="1645086" y="1672167"/>
              <a:ext cx="1521702" cy="441256"/>
              <a:chOff x="9539925" y="4431011"/>
              <a:chExt cx="484067" cy="495190"/>
            </a:xfrm>
          </p:grpSpPr>
          <p:sp>
            <p:nvSpPr>
              <p:cNvPr id="47" name="Rectangle: Rounded Corners 122">
                <a:extLst>
                  <a:ext uri="{FF2B5EF4-FFF2-40B4-BE49-F238E27FC236}">
                    <a16:creationId xmlns:a16="http://schemas.microsoft.com/office/drawing/2014/main" id="{CAF73F77-A2F4-ACA6-764F-67AF922A86D7}"/>
                  </a:ext>
                </a:extLst>
              </p:cNvPr>
              <p:cNvSpPr/>
              <p:nvPr/>
            </p:nvSpPr>
            <p:spPr>
              <a:xfrm>
                <a:off x="9539925" y="4431011"/>
                <a:ext cx="484067" cy="495190"/>
              </a:xfrm>
              <a:prstGeom prst="roundRect">
                <a:avLst>
                  <a:gd name="adj" fmla="val 50000"/>
                </a:avLst>
              </a:prstGeom>
              <a:gradFill flip="none" rotWithShape="1">
                <a:gsLst>
                  <a:gs pos="80000">
                    <a:schemeClr val="accent2"/>
                  </a:gs>
                  <a:gs pos="100000">
                    <a:schemeClr val="accent2"/>
                  </a:gs>
                  <a:gs pos="15000">
                    <a:schemeClr val="accent2">
                      <a:lumMod val="40000"/>
                      <a:lumOff val="60000"/>
                    </a:schemeClr>
                  </a:gs>
                  <a:gs pos="45000">
                    <a:schemeClr val="accent2">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48" name="Rectangle: Rounded Corners 123">
                <a:extLst>
                  <a:ext uri="{FF2B5EF4-FFF2-40B4-BE49-F238E27FC236}">
                    <a16:creationId xmlns:a16="http://schemas.microsoft.com/office/drawing/2014/main" id="{6E910FD6-D783-98A7-84B1-4EAD3FE0B1D6}"/>
                  </a:ext>
                </a:extLst>
              </p:cNvPr>
              <p:cNvSpPr/>
              <p:nvPr/>
            </p:nvSpPr>
            <p:spPr>
              <a:xfrm>
                <a:off x="9541481" y="4431011"/>
                <a:ext cx="480957" cy="492006"/>
              </a:xfrm>
              <a:prstGeom prst="roundRect">
                <a:avLst>
                  <a:gd name="adj" fmla="val 50000"/>
                </a:avLst>
              </a:prstGeom>
              <a:gradFill>
                <a:gsLst>
                  <a:gs pos="100000">
                    <a:schemeClr val="accent2"/>
                  </a:gs>
                  <a:gs pos="0">
                    <a:schemeClr val="accent2">
                      <a:lumMod val="60000"/>
                      <a:lumOff val="40000"/>
                    </a:schemeClr>
                  </a:gs>
                </a:gsLst>
                <a:lin ang="2700000" scaled="0"/>
              </a:gradFill>
              <a:ln>
                <a:noFill/>
              </a:ln>
              <a:effectLst>
                <a:outerShdw blurRad="342900" dist="2286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a:ln>
                    <a:noFill/>
                  </a:ln>
                  <a:solidFill>
                    <a:prstClr val="white"/>
                  </a:solidFill>
                  <a:effectLst/>
                  <a:uLnTx/>
                  <a:uFillTx/>
                  <a:latin typeface="+mn-ea"/>
                  <a:cs typeface="+mn-cs"/>
                </a:endParaRPr>
              </a:p>
            </p:txBody>
          </p:sp>
        </p:grpSp>
        <p:sp>
          <p:nvSpPr>
            <p:cNvPr id="46" name="矩形 45">
              <a:extLst>
                <a:ext uri="{FF2B5EF4-FFF2-40B4-BE49-F238E27FC236}">
                  <a16:creationId xmlns:a16="http://schemas.microsoft.com/office/drawing/2014/main" id="{32BAC30F-98CD-BC94-D140-58F5A2DF8BF7}"/>
                </a:ext>
              </a:extLst>
            </p:cNvPr>
            <p:cNvSpPr/>
            <p:nvPr/>
          </p:nvSpPr>
          <p:spPr>
            <a:xfrm>
              <a:off x="1800795" y="1738907"/>
              <a:ext cx="1210284" cy="307777"/>
            </a:xfrm>
            <a:prstGeom prst="rect">
              <a:avLst/>
            </a:prstGeom>
          </p:spPr>
          <p:txBody>
            <a:bodyPr wrap="square">
              <a:spAutoFit/>
            </a:bodyPr>
            <a:lstStyle/>
            <a:p>
              <a:pPr algn="ctr" defTabSz="1460754">
                <a:defRPr/>
              </a:pPr>
              <a:r>
                <a:rPr lang="zh-CN" altLang="en-US" sz="1400" b="1" dirty="0">
                  <a:latin typeface="+mj-ea"/>
                  <a:ea typeface="+mj-ea"/>
                  <a:cs typeface="OPPOSans M"/>
                  <a:sym typeface="+mn-lt"/>
                </a:rPr>
                <a:t>可视化表达</a:t>
              </a:r>
            </a:p>
          </p:txBody>
        </p:sp>
      </p:grpSp>
      <p:sp>
        <p:nvSpPr>
          <p:cNvPr id="49" name="矩形 48">
            <a:extLst>
              <a:ext uri="{FF2B5EF4-FFF2-40B4-BE49-F238E27FC236}">
                <a16:creationId xmlns:a16="http://schemas.microsoft.com/office/drawing/2014/main" id="{155BF138-B833-96A8-B0C2-127CC352719A}"/>
              </a:ext>
            </a:extLst>
          </p:cNvPr>
          <p:cNvSpPr/>
          <p:nvPr/>
        </p:nvSpPr>
        <p:spPr>
          <a:xfrm>
            <a:off x="709456" y="3837419"/>
            <a:ext cx="3798472" cy="1029193"/>
          </a:xfrm>
          <a:prstGeom prst="rect">
            <a:avLst/>
          </a:prstGeom>
        </p:spPr>
        <p:txBody>
          <a:bodyPr wrap="square">
            <a:spAutoFit/>
            <a:scene3d>
              <a:camera prst="perspectiveRight">
                <a:rot lat="300000" lon="19799999" rev="0"/>
              </a:camera>
              <a:lightRig rig="threePt" dir="t"/>
            </a:scene3d>
          </a:bodyPr>
          <a:lstStyle/>
          <a:p>
            <a:pPr defTabSz="1460754">
              <a:lnSpc>
                <a:spcPct val="130000"/>
              </a:lnSpc>
              <a:defRPr/>
            </a:pPr>
            <a:r>
              <a:rPr lang="zh-CN" altLang="en-US" sz="1200" dirty="0">
                <a:solidFill>
                  <a:schemeClr val="bg1"/>
                </a:solidFill>
                <a:latin typeface="+mj-ea"/>
                <a:ea typeface="+mj-ea"/>
                <a:cs typeface="OPPOSans M"/>
                <a:sym typeface="+mn-lt"/>
              </a:rPr>
              <a:t>将实体城市进行时空精准映射和可视化表达的能力。通过三维技术，高真实度还原物理城市信息，使空间信息更加清晰、立体感更强。有助于将不可见的城市空间、城市发展演变等显性化，便于理解和分析</a:t>
            </a:r>
          </a:p>
        </p:txBody>
      </p:sp>
      <p:grpSp>
        <p:nvGrpSpPr>
          <p:cNvPr id="50" name="组合 49">
            <a:extLst>
              <a:ext uri="{FF2B5EF4-FFF2-40B4-BE49-F238E27FC236}">
                <a16:creationId xmlns:a16="http://schemas.microsoft.com/office/drawing/2014/main" id="{55F0E5FF-A858-B9FD-DF2C-523C87C6401E}"/>
              </a:ext>
            </a:extLst>
          </p:cNvPr>
          <p:cNvGrpSpPr/>
          <p:nvPr/>
        </p:nvGrpSpPr>
        <p:grpSpPr>
          <a:xfrm>
            <a:off x="9199563" y="1447014"/>
            <a:ext cx="1833421" cy="589960"/>
            <a:chOff x="1645086" y="1672167"/>
            <a:chExt cx="1521702" cy="589960"/>
          </a:xfrm>
          <a:scene3d>
            <a:camera prst="perspectiveRight">
              <a:rot lat="40269" lon="1200000" rev="0"/>
            </a:camera>
            <a:lightRig rig="threePt" dir="t"/>
          </a:scene3d>
        </p:grpSpPr>
        <p:grpSp>
          <p:nvGrpSpPr>
            <p:cNvPr id="52" name="Group 120">
              <a:extLst>
                <a:ext uri="{FF2B5EF4-FFF2-40B4-BE49-F238E27FC236}">
                  <a16:creationId xmlns:a16="http://schemas.microsoft.com/office/drawing/2014/main" id="{98CCF81E-559C-A12E-441E-072B1CDC3A95}"/>
                </a:ext>
              </a:extLst>
            </p:cNvPr>
            <p:cNvGrpSpPr/>
            <p:nvPr/>
          </p:nvGrpSpPr>
          <p:grpSpPr>
            <a:xfrm>
              <a:off x="1645086" y="1672167"/>
              <a:ext cx="1521702" cy="441256"/>
              <a:chOff x="9539925" y="4431011"/>
              <a:chExt cx="484067" cy="495190"/>
            </a:xfrm>
          </p:grpSpPr>
          <p:sp>
            <p:nvSpPr>
              <p:cNvPr id="54" name="Rectangle: Rounded Corners 122">
                <a:extLst>
                  <a:ext uri="{FF2B5EF4-FFF2-40B4-BE49-F238E27FC236}">
                    <a16:creationId xmlns:a16="http://schemas.microsoft.com/office/drawing/2014/main" id="{44BAD09A-73B2-EF49-4FF5-D238371B4351}"/>
                  </a:ext>
                </a:extLst>
              </p:cNvPr>
              <p:cNvSpPr/>
              <p:nvPr/>
            </p:nvSpPr>
            <p:spPr>
              <a:xfrm>
                <a:off x="9539925" y="4431011"/>
                <a:ext cx="484067" cy="495190"/>
              </a:xfrm>
              <a:prstGeom prst="roundRect">
                <a:avLst>
                  <a:gd name="adj" fmla="val 50000"/>
                </a:avLst>
              </a:prstGeom>
              <a:gradFill flip="none" rotWithShape="1">
                <a:gsLst>
                  <a:gs pos="80000">
                    <a:schemeClr val="accent2"/>
                  </a:gs>
                  <a:gs pos="100000">
                    <a:schemeClr val="accent2"/>
                  </a:gs>
                  <a:gs pos="15000">
                    <a:schemeClr val="accent2">
                      <a:lumMod val="40000"/>
                      <a:lumOff val="60000"/>
                    </a:schemeClr>
                  </a:gs>
                  <a:gs pos="45000">
                    <a:schemeClr val="accent2">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55" name="Rectangle: Rounded Corners 123">
                <a:extLst>
                  <a:ext uri="{FF2B5EF4-FFF2-40B4-BE49-F238E27FC236}">
                    <a16:creationId xmlns:a16="http://schemas.microsoft.com/office/drawing/2014/main" id="{1CC3EAF8-34A8-BEF3-BB73-4942F5D4DE76}"/>
                  </a:ext>
                </a:extLst>
              </p:cNvPr>
              <p:cNvSpPr/>
              <p:nvPr/>
            </p:nvSpPr>
            <p:spPr>
              <a:xfrm>
                <a:off x="9541481" y="4431011"/>
                <a:ext cx="480957" cy="492006"/>
              </a:xfrm>
              <a:prstGeom prst="roundRect">
                <a:avLst>
                  <a:gd name="adj" fmla="val 50000"/>
                </a:avLst>
              </a:prstGeom>
              <a:gradFill>
                <a:gsLst>
                  <a:gs pos="100000">
                    <a:schemeClr val="accent2"/>
                  </a:gs>
                  <a:gs pos="0">
                    <a:schemeClr val="accent2">
                      <a:lumMod val="60000"/>
                      <a:lumOff val="40000"/>
                    </a:schemeClr>
                  </a:gs>
                </a:gsLst>
                <a:lin ang="2700000" scaled="0"/>
              </a:gradFill>
              <a:ln>
                <a:noFill/>
              </a:ln>
              <a:effectLst>
                <a:outerShdw blurRad="342900" dist="2286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grpSp>
        <p:sp>
          <p:nvSpPr>
            <p:cNvPr id="53" name="矩形 52">
              <a:extLst>
                <a:ext uri="{FF2B5EF4-FFF2-40B4-BE49-F238E27FC236}">
                  <a16:creationId xmlns:a16="http://schemas.microsoft.com/office/drawing/2014/main" id="{BD6B9BCE-DB1C-E7AD-795A-48725A2C6877}"/>
                </a:ext>
              </a:extLst>
            </p:cNvPr>
            <p:cNvSpPr/>
            <p:nvPr/>
          </p:nvSpPr>
          <p:spPr>
            <a:xfrm>
              <a:off x="1800795" y="1738907"/>
              <a:ext cx="1210284" cy="523220"/>
            </a:xfrm>
            <a:prstGeom prst="rect">
              <a:avLst/>
            </a:prstGeom>
          </p:spPr>
          <p:txBody>
            <a:bodyPr wrap="square">
              <a:spAutoFit/>
            </a:bodyPr>
            <a:lstStyle/>
            <a:p>
              <a:pPr algn="ctr" defTabSz="1460754">
                <a:defRPr/>
              </a:pPr>
              <a:r>
                <a:rPr lang="zh-CN" altLang="en-US" sz="1400" b="1" dirty="0">
                  <a:latin typeface="+mj-ea"/>
                  <a:ea typeface="+mj-ea"/>
                  <a:cs typeface="OPPOSans M"/>
                  <a:sym typeface="+mn-lt"/>
                </a:rPr>
                <a:t>实时性与互动性</a:t>
              </a:r>
            </a:p>
          </p:txBody>
        </p:sp>
      </p:grpSp>
      <p:sp>
        <p:nvSpPr>
          <p:cNvPr id="56" name="矩形 55">
            <a:extLst>
              <a:ext uri="{FF2B5EF4-FFF2-40B4-BE49-F238E27FC236}">
                <a16:creationId xmlns:a16="http://schemas.microsoft.com/office/drawing/2014/main" id="{25819393-A285-7453-102A-268F9A23FA22}"/>
              </a:ext>
            </a:extLst>
          </p:cNvPr>
          <p:cNvSpPr/>
          <p:nvPr/>
        </p:nvSpPr>
        <p:spPr>
          <a:xfrm>
            <a:off x="6798933" y="1980028"/>
            <a:ext cx="4407292" cy="789127"/>
          </a:xfrm>
          <a:prstGeom prst="rect">
            <a:avLst/>
          </a:prstGeom>
        </p:spPr>
        <p:txBody>
          <a:bodyPr wrap="square">
            <a:spAutoFit/>
            <a:scene3d>
              <a:camera prst="perspectiveRight">
                <a:rot lat="0" lon="1800000" rev="0"/>
              </a:camera>
              <a:lightRig rig="threePt" dir="t"/>
            </a:scene3d>
          </a:bodyPr>
          <a:lstStyle/>
          <a:p>
            <a:pPr algn="r" defTabSz="1460754">
              <a:lnSpc>
                <a:spcPct val="130000"/>
              </a:lnSpc>
              <a:defRPr/>
            </a:pPr>
            <a:r>
              <a:rPr lang="zh-CN" altLang="en-US" sz="1200" dirty="0">
                <a:solidFill>
                  <a:schemeClr val="bg1"/>
                </a:solidFill>
                <a:latin typeface="+mj-ea"/>
                <a:ea typeface="+mj-ea"/>
                <a:cs typeface="OPPOSans M"/>
                <a:sym typeface="+mn-lt"/>
              </a:rPr>
              <a:t>对城市的运行状态进行实时监测，并通过仿真推演等方式预测未来的发展趋势。同时，它还能够与城市管理者、居民等进行互动，实现信息的共享和反馈</a:t>
            </a:r>
          </a:p>
        </p:txBody>
      </p:sp>
      <p:grpSp>
        <p:nvGrpSpPr>
          <p:cNvPr id="57" name="组合 56">
            <a:extLst>
              <a:ext uri="{FF2B5EF4-FFF2-40B4-BE49-F238E27FC236}">
                <a16:creationId xmlns:a16="http://schemas.microsoft.com/office/drawing/2014/main" id="{1C7B0C0E-8593-1E26-4884-F0DD789A641F}"/>
              </a:ext>
            </a:extLst>
          </p:cNvPr>
          <p:cNvGrpSpPr/>
          <p:nvPr/>
        </p:nvGrpSpPr>
        <p:grpSpPr>
          <a:xfrm>
            <a:off x="9511282" y="3348684"/>
            <a:ext cx="1521702" cy="441256"/>
            <a:chOff x="1645086" y="1672167"/>
            <a:chExt cx="1521702" cy="441256"/>
          </a:xfrm>
          <a:scene3d>
            <a:camera prst="perspectiveRight">
              <a:rot lat="292879" lon="1200000" rev="25686"/>
            </a:camera>
            <a:lightRig rig="threePt" dir="t"/>
          </a:scene3d>
        </p:grpSpPr>
        <p:grpSp>
          <p:nvGrpSpPr>
            <p:cNvPr id="58" name="Group 120">
              <a:extLst>
                <a:ext uri="{FF2B5EF4-FFF2-40B4-BE49-F238E27FC236}">
                  <a16:creationId xmlns:a16="http://schemas.microsoft.com/office/drawing/2014/main" id="{7C94E71B-40D5-F5A0-E22B-4CEA0E7219C0}"/>
                </a:ext>
              </a:extLst>
            </p:cNvPr>
            <p:cNvGrpSpPr/>
            <p:nvPr/>
          </p:nvGrpSpPr>
          <p:grpSpPr>
            <a:xfrm>
              <a:off x="1645086" y="1672167"/>
              <a:ext cx="1521702" cy="441256"/>
              <a:chOff x="9539925" y="4431011"/>
              <a:chExt cx="484067" cy="495190"/>
            </a:xfrm>
          </p:grpSpPr>
          <p:sp>
            <p:nvSpPr>
              <p:cNvPr id="60" name="Rectangle: Rounded Corners 122">
                <a:extLst>
                  <a:ext uri="{FF2B5EF4-FFF2-40B4-BE49-F238E27FC236}">
                    <a16:creationId xmlns:a16="http://schemas.microsoft.com/office/drawing/2014/main" id="{B3DBF67C-F22B-A14E-DA3F-93C7F2D2BF2B}"/>
                  </a:ext>
                </a:extLst>
              </p:cNvPr>
              <p:cNvSpPr/>
              <p:nvPr/>
            </p:nvSpPr>
            <p:spPr>
              <a:xfrm>
                <a:off x="9539925" y="4431011"/>
                <a:ext cx="484067" cy="495190"/>
              </a:xfrm>
              <a:prstGeom prst="roundRect">
                <a:avLst>
                  <a:gd name="adj" fmla="val 50000"/>
                </a:avLst>
              </a:prstGeom>
              <a:gradFill flip="none" rotWithShape="1">
                <a:gsLst>
                  <a:gs pos="80000">
                    <a:schemeClr val="accent2"/>
                  </a:gs>
                  <a:gs pos="100000">
                    <a:schemeClr val="accent2"/>
                  </a:gs>
                  <a:gs pos="15000">
                    <a:schemeClr val="accent2">
                      <a:lumMod val="40000"/>
                      <a:lumOff val="60000"/>
                    </a:schemeClr>
                  </a:gs>
                  <a:gs pos="45000">
                    <a:schemeClr val="accent2">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61" name="Rectangle: Rounded Corners 123">
                <a:extLst>
                  <a:ext uri="{FF2B5EF4-FFF2-40B4-BE49-F238E27FC236}">
                    <a16:creationId xmlns:a16="http://schemas.microsoft.com/office/drawing/2014/main" id="{70D909A2-8CD2-0E4D-EF68-06A44B1860FA}"/>
                  </a:ext>
                </a:extLst>
              </p:cNvPr>
              <p:cNvSpPr/>
              <p:nvPr/>
            </p:nvSpPr>
            <p:spPr>
              <a:xfrm>
                <a:off x="9541481" y="4431011"/>
                <a:ext cx="480957" cy="492006"/>
              </a:xfrm>
              <a:prstGeom prst="roundRect">
                <a:avLst>
                  <a:gd name="adj" fmla="val 50000"/>
                </a:avLst>
              </a:prstGeom>
              <a:gradFill>
                <a:gsLst>
                  <a:gs pos="100000">
                    <a:schemeClr val="accent2"/>
                  </a:gs>
                  <a:gs pos="0">
                    <a:schemeClr val="accent2">
                      <a:lumMod val="60000"/>
                      <a:lumOff val="40000"/>
                    </a:schemeClr>
                  </a:gs>
                </a:gsLst>
                <a:lin ang="2700000" scaled="0"/>
              </a:gradFill>
              <a:ln>
                <a:noFill/>
              </a:ln>
              <a:effectLst>
                <a:outerShdw blurRad="342900" dist="2286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a:ln>
                    <a:noFill/>
                  </a:ln>
                  <a:solidFill>
                    <a:prstClr val="white"/>
                  </a:solidFill>
                  <a:effectLst/>
                  <a:uLnTx/>
                  <a:uFillTx/>
                  <a:latin typeface="+mn-ea"/>
                  <a:cs typeface="+mn-cs"/>
                </a:endParaRPr>
              </a:p>
            </p:txBody>
          </p:sp>
        </p:grpSp>
        <p:sp>
          <p:nvSpPr>
            <p:cNvPr id="59" name="矩形 58">
              <a:extLst>
                <a:ext uri="{FF2B5EF4-FFF2-40B4-BE49-F238E27FC236}">
                  <a16:creationId xmlns:a16="http://schemas.microsoft.com/office/drawing/2014/main" id="{358948D6-AC89-5319-C64C-4A83FBF55855}"/>
                </a:ext>
              </a:extLst>
            </p:cNvPr>
            <p:cNvSpPr/>
            <p:nvPr/>
          </p:nvSpPr>
          <p:spPr>
            <a:xfrm>
              <a:off x="1800795" y="1738907"/>
              <a:ext cx="1210284" cy="307777"/>
            </a:xfrm>
            <a:prstGeom prst="rect">
              <a:avLst/>
            </a:prstGeom>
          </p:spPr>
          <p:txBody>
            <a:bodyPr wrap="square">
              <a:spAutoFit/>
            </a:bodyPr>
            <a:lstStyle/>
            <a:p>
              <a:pPr algn="ctr" defTabSz="1460754">
                <a:defRPr/>
              </a:pPr>
              <a:r>
                <a:rPr lang="zh-CN" altLang="en-US" sz="1400" b="1" dirty="0">
                  <a:latin typeface="+mj-ea"/>
                  <a:ea typeface="+mj-ea"/>
                  <a:cs typeface="OPPOSans M"/>
                  <a:sym typeface="+mn-lt"/>
                </a:rPr>
                <a:t>主动性管理</a:t>
              </a:r>
            </a:p>
          </p:txBody>
        </p:sp>
      </p:grpSp>
      <p:sp>
        <p:nvSpPr>
          <p:cNvPr id="62" name="矩形 61">
            <a:extLst>
              <a:ext uri="{FF2B5EF4-FFF2-40B4-BE49-F238E27FC236}">
                <a16:creationId xmlns:a16="http://schemas.microsoft.com/office/drawing/2014/main" id="{01793DBB-E52B-8E26-5A24-27B3E392B9E7}"/>
              </a:ext>
            </a:extLst>
          </p:cNvPr>
          <p:cNvSpPr/>
          <p:nvPr/>
        </p:nvSpPr>
        <p:spPr>
          <a:xfrm>
            <a:off x="7795823" y="3837419"/>
            <a:ext cx="3425474" cy="1029193"/>
          </a:xfrm>
          <a:prstGeom prst="rect">
            <a:avLst/>
          </a:prstGeom>
        </p:spPr>
        <p:txBody>
          <a:bodyPr wrap="square">
            <a:spAutoFit/>
            <a:scene3d>
              <a:camera prst="perspectiveRight">
                <a:rot lat="480000" lon="1800000" rev="102835"/>
              </a:camera>
              <a:lightRig rig="threePt" dir="t"/>
            </a:scene3d>
          </a:bodyPr>
          <a:lstStyle/>
          <a:p>
            <a:pPr algn="r" defTabSz="1460754">
              <a:lnSpc>
                <a:spcPct val="130000"/>
              </a:lnSpc>
              <a:defRPr/>
            </a:pPr>
            <a:r>
              <a:rPr lang="zh-CN" altLang="en-US" sz="1200" dirty="0">
                <a:solidFill>
                  <a:schemeClr val="bg1"/>
                </a:solidFill>
                <a:latin typeface="+mj-ea"/>
                <a:ea typeface="+mj-ea"/>
                <a:cs typeface="OPPOSans M"/>
                <a:sym typeface="+mn-lt"/>
              </a:rPr>
              <a:t>利用精准映射、实时感知、仿真推演等特点，实现风险难题的可控化管理。通过对城市运行状态的实时监测和预测，它能够及时发现潜在的风险和问题，并制定相应的管理策略和决策</a:t>
            </a:r>
          </a:p>
        </p:txBody>
      </p:sp>
    </p:spTree>
    <p:extLst>
      <p:ext uri="{BB962C8B-B14F-4D97-AF65-F5344CB8AC3E}">
        <p14:creationId xmlns:p14="http://schemas.microsoft.com/office/powerpoint/2010/main" val="21443135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数据价值体系</a:t>
            </a:r>
            <a:endParaRPr lang="en-US" altLang="zh-CN" dirty="0"/>
          </a:p>
        </p:txBody>
      </p:sp>
      <p:grpSp>
        <p:nvGrpSpPr>
          <p:cNvPr id="38" name="Group 1">
            <a:extLst>
              <a:ext uri="{FF2B5EF4-FFF2-40B4-BE49-F238E27FC236}">
                <a16:creationId xmlns:a16="http://schemas.microsoft.com/office/drawing/2014/main" id="{C733B61F-9DB2-A594-8AA0-0A20BB801868}"/>
              </a:ext>
            </a:extLst>
          </p:cNvPr>
          <p:cNvGrpSpPr/>
          <p:nvPr/>
        </p:nvGrpSpPr>
        <p:grpSpPr>
          <a:xfrm>
            <a:off x="568958" y="1692447"/>
            <a:ext cx="3819362" cy="4847141"/>
            <a:chOff x="3024634" y="808175"/>
            <a:chExt cx="3825276" cy="4854647"/>
          </a:xfrm>
          <a:solidFill>
            <a:schemeClr val="bg1"/>
          </a:solidFill>
          <a:effectLst>
            <a:outerShdw blurRad="990600" dist="457200" dir="2700000" sx="92000" sy="92000" algn="tl" rotWithShape="0">
              <a:prstClr val="black">
                <a:alpha val="25000"/>
              </a:prstClr>
            </a:outerShdw>
          </a:effectLst>
        </p:grpSpPr>
        <p:sp>
          <p:nvSpPr>
            <p:cNvPr id="39" name="Isosceles Triangle 2">
              <a:extLst>
                <a:ext uri="{FF2B5EF4-FFF2-40B4-BE49-F238E27FC236}">
                  <a16:creationId xmlns:a16="http://schemas.microsoft.com/office/drawing/2014/main" id="{7477F05E-133C-A187-DDF1-8E623F016C95}"/>
                </a:ext>
              </a:extLst>
            </p:cNvPr>
            <p:cNvSpPr/>
            <p:nvPr/>
          </p:nvSpPr>
          <p:spPr>
            <a:xfrm rot="10800000" flipH="1">
              <a:off x="3024634" y="968236"/>
              <a:ext cx="3806252" cy="4694586"/>
            </a:xfrm>
            <a:prstGeom prst="triangle">
              <a:avLst/>
            </a:prstGeom>
            <a:gradFill>
              <a:gsLst>
                <a:gs pos="80000">
                  <a:schemeClr val="tx1">
                    <a:lumMod val="95000"/>
                  </a:schemeClr>
                </a:gs>
                <a:gs pos="100000">
                  <a:schemeClr val="tx1">
                    <a:lumMod val="65000"/>
                  </a:schemeClr>
                </a:gs>
                <a:gs pos="15000">
                  <a:schemeClr val="tx1"/>
                </a:gs>
                <a:gs pos="45000">
                  <a:schemeClr val="tx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srgbClr val="FFFFFF"/>
                </a:solidFill>
                <a:effectLst/>
                <a:uLnTx/>
                <a:uFillTx/>
                <a:latin typeface="+mn-ea"/>
                <a:cs typeface="+mn-cs"/>
              </a:endParaRPr>
            </a:p>
          </p:txBody>
        </p:sp>
        <p:sp>
          <p:nvSpPr>
            <p:cNvPr id="40" name="Oval 3">
              <a:extLst>
                <a:ext uri="{FF2B5EF4-FFF2-40B4-BE49-F238E27FC236}">
                  <a16:creationId xmlns:a16="http://schemas.microsoft.com/office/drawing/2014/main" id="{33EED6BA-FADE-72F7-758C-2FDC4A2B23BD}"/>
                </a:ext>
              </a:extLst>
            </p:cNvPr>
            <p:cNvSpPr/>
            <p:nvPr/>
          </p:nvSpPr>
          <p:spPr>
            <a:xfrm flipH="1">
              <a:off x="3043657" y="808175"/>
              <a:ext cx="3806253" cy="320124"/>
            </a:xfrm>
            <a:prstGeom prst="ellipse">
              <a:avLst/>
            </a:prstGeom>
            <a:solidFill>
              <a:schemeClr val="tx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srgbClr val="FFFFFF"/>
                </a:solidFill>
                <a:effectLst/>
                <a:uLnTx/>
                <a:uFillTx/>
                <a:latin typeface="+mn-ea"/>
                <a:cs typeface="+mn-cs"/>
              </a:endParaRPr>
            </a:p>
          </p:txBody>
        </p:sp>
      </p:grpSp>
      <p:sp>
        <p:nvSpPr>
          <p:cNvPr id="43" name="Freeform: Shape 6">
            <a:extLst>
              <a:ext uri="{FF2B5EF4-FFF2-40B4-BE49-F238E27FC236}">
                <a16:creationId xmlns:a16="http://schemas.microsoft.com/office/drawing/2014/main" id="{19E56939-78D5-23FB-6EAF-B5609BA405D5}"/>
              </a:ext>
            </a:extLst>
          </p:cNvPr>
          <p:cNvSpPr/>
          <p:nvPr/>
        </p:nvSpPr>
        <p:spPr>
          <a:xfrm>
            <a:off x="2075726" y="5072561"/>
            <a:ext cx="2106311" cy="719599"/>
          </a:xfrm>
          <a:custGeom>
            <a:avLst/>
            <a:gdLst>
              <a:gd name="connsiteX0" fmla="*/ 0 w 2040323"/>
              <a:gd name="connsiteY0" fmla="*/ 0 h 720714"/>
              <a:gd name="connsiteX1" fmla="*/ 1679966 w 2040323"/>
              <a:gd name="connsiteY1" fmla="*/ 0 h 720714"/>
              <a:gd name="connsiteX2" fmla="*/ 2040323 w 2040323"/>
              <a:gd name="connsiteY2" fmla="*/ 360357 h 720714"/>
              <a:gd name="connsiteX3" fmla="*/ 1679966 w 2040323"/>
              <a:gd name="connsiteY3" fmla="*/ 720714 h 720714"/>
              <a:gd name="connsiteX4" fmla="*/ 292168 w 2040323"/>
              <a:gd name="connsiteY4" fmla="*/ 720714 h 720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0323" h="720714">
                <a:moveTo>
                  <a:pt x="0" y="0"/>
                </a:moveTo>
                <a:lnTo>
                  <a:pt x="1679966" y="0"/>
                </a:lnTo>
                <a:lnTo>
                  <a:pt x="2040323" y="360357"/>
                </a:lnTo>
                <a:lnTo>
                  <a:pt x="1679966" y="720714"/>
                </a:lnTo>
                <a:lnTo>
                  <a:pt x="292168" y="720714"/>
                </a:lnTo>
                <a:close/>
              </a:path>
            </a:pathLst>
          </a:custGeom>
          <a:gradFill flip="none" rotWithShape="1">
            <a:gsLst>
              <a:gs pos="0">
                <a:schemeClr val="accent2">
                  <a:lumMod val="40000"/>
                  <a:lumOff val="60000"/>
                </a:schemeClr>
              </a:gs>
              <a:gs pos="61000">
                <a:schemeClr val="accent2"/>
              </a:gs>
            </a:gsLst>
            <a:path path="circle">
              <a:fillToRect l="100000" t="100000"/>
            </a:path>
            <a:tileRect r="-100000" b="-100000"/>
          </a:gradFill>
          <a:ln>
            <a:noFill/>
          </a:ln>
          <a:effectLst>
            <a:outerShdw blurRad="406400" dist="50800" sx="104000" sy="104000" algn="tl" rotWithShape="0">
              <a:schemeClr val="accent2">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2971"/>
            <a:endParaRPr lang="en-US" sz="1798">
              <a:solidFill>
                <a:srgbClr val="FFFFFF"/>
              </a:solidFill>
              <a:latin typeface="+mn-ea"/>
            </a:endParaRPr>
          </a:p>
        </p:txBody>
      </p:sp>
      <p:grpSp>
        <p:nvGrpSpPr>
          <p:cNvPr id="1146" name="Group 120">
            <a:extLst>
              <a:ext uri="{FF2B5EF4-FFF2-40B4-BE49-F238E27FC236}">
                <a16:creationId xmlns:a16="http://schemas.microsoft.com/office/drawing/2014/main" id="{B1938F62-1409-A9FA-B2AC-3F05C4FC812C}"/>
              </a:ext>
            </a:extLst>
          </p:cNvPr>
          <p:cNvGrpSpPr/>
          <p:nvPr/>
        </p:nvGrpSpPr>
        <p:grpSpPr>
          <a:xfrm>
            <a:off x="5538244" y="3232678"/>
            <a:ext cx="2350932" cy="471312"/>
            <a:chOff x="9641020" y="4431011"/>
            <a:chExt cx="484067" cy="495190"/>
          </a:xfrm>
        </p:grpSpPr>
        <p:sp>
          <p:nvSpPr>
            <p:cNvPr id="1147" name="Rectangle: Rounded Corners 122">
              <a:extLst>
                <a:ext uri="{FF2B5EF4-FFF2-40B4-BE49-F238E27FC236}">
                  <a16:creationId xmlns:a16="http://schemas.microsoft.com/office/drawing/2014/main" id="{469EA723-D4EA-B34D-0C8C-056152D66C1C}"/>
                </a:ext>
              </a:extLst>
            </p:cNvPr>
            <p:cNvSpPr/>
            <p:nvPr/>
          </p:nvSpPr>
          <p:spPr>
            <a:xfrm>
              <a:off x="9641020" y="4431011"/>
              <a:ext cx="484067" cy="495190"/>
            </a:xfrm>
            <a:prstGeom prst="roundRect">
              <a:avLst>
                <a:gd name="adj" fmla="val 50000"/>
              </a:avLst>
            </a:prstGeom>
            <a:gradFill flip="none" rotWithShape="1">
              <a:gsLst>
                <a:gs pos="80000">
                  <a:schemeClr val="accent2"/>
                </a:gs>
                <a:gs pos="100000">
                  <a:schemeClr val="accent2"/>
                </a:gs>
                <a:gs pos="15000">
                  <a:schemeClr val="accent2">
                    <a:lumMod val="40000"/>
                    <a:lumOff val="60000"/>
                  </a:schemeClr>
                </a:gs>
                <a:gs pos="45000">
                  <a:schemeClr val="accent2">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1148" name="Rectangle: Rounded Corners 123">
              <a:extLst>
                <a:ext uri="{FF2B5EF4-FFF2-40B4-BE49-F238E27FC236}">
                  <a16:creationId xmlns:a16="http://schemas.microsoft.com/office/drawing/2014/main" id="{FAA7FADC-DEC8-336F-138B-A38C5E5ED068}"/>
                </a:ext>
              </a:extLst>
            </p:cNvPr>
            <p:cNvSpPr/>
            <p:nvPr/>
          </p:nvSpPr>
          <p:spPr>
            <a:xfrm>
              <a:off x="9642576" y="4432603"/>
              <a:ext cx="480957" cy="492006"/>
            </a:xfrm>
            <a:prstGeom prst="roundRect">
              <a:avLst>
                <a:gd name="adj" fmla="val 50000"/>
              </a:avLst>
            </a:prstGeom>
            <a:gradFill>
              <a:gsLst>
                <a:gs pos="100000">
                  <a:schemeClr val="accent2"/>
                </a:gs>
                <a:gs pos="0">
                  <a:schemeClr val="accent2">
                    <a:lumMod val="60000"/>
                    <a:lumOff val="40000"/>
                  </a:schemeClr>
                </a:gs>
              </a:gsLst>
              <a:lin ang="2700000" scaled="0"/>
            </a:gradFill>
            <a:ln>
              <a:noFill/>
            </a:ln>
            <a:effectLst>
              <a:outerShdw blurRad="342900" dist="2286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a:ln>
                  <a:noFill/>
                </a:ln>
                <a:solidFill>
                  <a:prstClr val="white"/>
                </a:solidFill>
                <a:effectLst/>
                <a:uLnTx/>
                <a:uFillTx/>
                <a:latin typeface="+mn-ea"/>
                <a:cs typeface="+mn-cs"/>
              </a:endParaRPr>
            </a:p>
          </p:txBody>
        </p:sp>
      </p:grpSp>
      <p:grpSp>
        <p:nvGrpSpPr>
          <p:cNvPr id="1149" name="Group 120">
            <a:extLst>
              <a:ext uri="{FF2B5EF4-FFF2-40B4-BE49-F238E27FC236}">
                <a16:creationId xmlns:a16="http://schemas.microsoft.com/office/drawing/2014/main" id="{94BE6115-EBEF-6183-2B76-51EB8872AF1E}"/>
              </a:ext>
            </a:extLst>
          </p:cNvPr>
          <p:cNvGrpSpPr/>
          <p:nvPr/>
        </p:nvGrpSpPr>
        <p:grpSpPr>
          <a:xfrm>
            <a:off x="5538244" y="2250665"/>
            <a:ext cx="2350932" cy="471312"/>
            <a:chOff x="9654668" y="4431011"/>
            <a:chExt cx="484067" cy="495190"/>
          </a:xfrm>
        </p:grpSpPr>
        <p:sp>
          <p:nvSpPr>
            <p:cNvPr id="1150" name="Rectangle: Rounded Corners 122">
              <a:extLst>
                <a:ext uri="{FF2B5EF4-FFF2-40B4-BE49-F238E27FC236}">
                  <a16:creationId xmlns:a16="http://schemas.microsoft.com/office/drawing/2014/main" id="{AE54C5F1-50AB-FBFB-C40D-7555D8302CA0}"/>
                </a:ext>
              </a:extLst>
            </p:cNvPr>
            <p:cNvSpPr/>
            <p:nvPr/>
          </p:nvSpPr>
          <p:spPr>
            <a:xfrm>
              <a:off x="9654668" y="4431011"/>
              <a:ext cx="484067" cy="495190"/>
            </a:xfrm>
            <a:prstGeom prst="roundRect">
              <a:avLst>
                <a:gd name="adj" fmla="val 50000"/>
              </a:avLst>
            </a:prstGeom>
            <a:gradFill flip="none" rotWithShape="1">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1151" name="Rectangle: Rounded Corners 123">
              <a:extLst>
                <a:ext uri="{FF2B5EF4-FFF2-40B4-BE49-F238E27FC236}">
                  <a16:creationId xmlns:a16="http://schemas.microsoft.com/office/drawing/2014/main" id="{DE5EAF15-B8C4-AFB7-3B27-C1A8B1FCF5E5}"/>
                </a:ext>
              </a:extLst>
            </p:cNvPr>
            <p:cNvSpPr/>
            <p:nvPr/>
          </p:nvSpPr>
          <p:spPr>
            <a:xfrm>
              <a:off x="9656224" y="4432603"/>
              <a:ext cx="480957" cy="492006"/>
            </a:xfrm>
            <a:prstGeom prst="roundRect">
              <a:avLst>
                <a:gd name="adj" fmla="val 50000"/>
              </a:avLst>
            </a:prstGeom>
            <a:gradFill>
              <a:gsLst>
                <a:gs pos="100000">
                  <a:schemeClr val="accent1"/>
                </a:gs>
                <a:gs pos="0">
                  <a:schemeClr val="accent1">
                    <a:lumMod val="60000"/>
                    <a:lumOff val="40000"/>
                  </a:schemeClr>
                </a:gs>
              </a:gsLst>
              <a:lin ang="2700000" scaled="0"/>
            </a:gradFill>
            <a:ln>
              <a:noFill/>
            </a:ln>
            <a:effectLst>
              <a:outerShdw blurRad="342900" dist="2286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a:ln>
                  <a:noFill/>
                </a:ln>
                <a:solidFill>
                  <a:prstClr val="white"/>
                </a:solidFill>
                <a:effectLst/>
                <a:uLnTx/>
                <a:uFillTx/>
                <a:latin typeface="+mn-ea"/>
                <a:cs typeface="+mn-cs"/>
              </a:endParaRPr>
            </a:p>
          </p:txBody>
        </p:sp>
      </p:grpSp>
      <p:grpSp>
        <p:nvGrpSpPr>
          <p:cNvPr id="1152" name="Group 120">
            <a:extLst>
              <a:ext uri="{FF2B5EF4-FFF2-40B4-BE49-F238E27FC236}">
                <a16:creationId xmlns:a16="http://schemas.microsoft.com/office/drawing/2014/main" id="{62767D64-62F5-8862-C6BD-3FAE136C8E36}"/>
              </a:ext>
            </a:extLst>
          </p:cNvPr>
          <p:cNvGrpSpPr/>
          <p:nvPr/>
        </p:nvGrpSpPr>
        <p:grpSpPr>
          <a:xfrm>
            <a:off x="5538244" y="5196704"/>
            <a:ext cx="2350932" cy="471312"/>
            <a:chOff x="9641020" y="4431011"/>
            <a:chExt cx="484067" cy="495190"/>
          </a:xfrm>
        </p:grpSpPr>
        <p:sp>
          <p:nvSpPr>
            <p:cNvPr id="1153" name="Rectangle: Rounded Corners 122">
              <a:extLst>
                <a:ext uri="{FF2B5EF4-FFF2-40B4-BE49-F238E27FC236}">
                  <a16:creationId xmlns:a16="http://schemas.microsoft.com/office/drawing/2014/main" id="{C2C12182-5E77-77DF-6E0B-7FD2AFA4E7C1}"/>
                </a:ext>
              </a:extLst>
            </p:cNvPr>
            <p:cNvSpPr/>
            <p:nvPr/>
          </p:nvSpPr>
          <p:spPr>
            <a:xfrm>
              <a:off x="9641020" y="4431011"/>
              <a:ext cx="484067" cy="495190"/>
            </a:xfrm>
            <a:prstGeom prst="roundRect">
              <a:avLst>
                <a:gd name="adj" fmla="val 50000"/>
              </a:avLst>
            </a:prstGeom>
            <a:gradFill flip="none" rotWithShape="1">
              <a:gsLst>
                <a:gs pos="80000">
                  <a:schemeClr val="accent2"/>
                </a:gs>
                <a:gs pos="100000">
                  <a:schemeClr val="accent2"/>
                </a:gs>
                <a:gs pos="15000">
                  <a:schemeClr val="accent2">
                    <a:lumMod val="40000"/>
                    <a:lumOff val="60000"/>
                  </a:schemeClr>
                </a:gs>
                <a:gs pos="45000">
                  <a:schemeClr val="accent2">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1154" name="Rectangle: Rounded Corners 123">
              <a:extLst>
                <a:ext uri="{FF2B5EF4-FFF2-40B4-BE49-F238E27FC236}">
                  <a16:creationId xmlns:a16="http://schemas.microsoft.com/office/drawing/2014/main" id="{4557E870-5FA8-A84B-3E31-A8C37FE400B9}"/>
                </a:ext>
              </a:extLst>
            </p:cNvPr>
            <p:cNvSpPr/>
            <p:nvPr/>
          </p:nvSpPr>
          <p:spPr>
            <a:xfrm>
              <a:off x="9642576" y="4432603"/>
              <a:ext cx="480957" cy="492006"/>
            </a:xfrm>
            <a:prstGeom prst="roundRect">
              <a:avLst>
                <a:gd name="adj" fmla="val 50000"/>
              </a:avLst>
            </a:prstGeom>
            <a:gradFill>
              <a:gsLst>
                <a:gs pos="100000">
                  <a:schemeClr val="accent2"/>
                </a:gs>
                <a:gs pos="0">
                  <a:schemeClr val="accent2">
                    <a:lumMod val="60000"/>
                    <a:lumOff val="40000"/>
                  </a:schemeClr>
                </a:gs>
              </a:gsLst>
              <a:lin ang="2700000" scaled="0"/>
            </a:gradFill>
            <a:ln>
              <a:noFill/>
            </a:ln>
            <a:effectLst>
              <a:outerShdw blurRad="342900" dist="2286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a:ln>
                  <a:noFill/>
                </a:ln>
                <a:solidFill>
                  <a:prstClr val="white"/>
                </a:solidFill>
                <a:effectLst/>
                <a:uLnTx/>
                <a:uFillTx/>
                <a:latin typeface="+mn-ea"/>
                <a:cs typeface="+mn-cs"/>
              </a:endParaRPr>
            </a:p>
          </p:txBody>
        </p:sp>
      </p:grpSp>
      <p:grpSp>
        <p:nvGrpSpPr>
          <p:cNvPr id="1155" name="Group 120">
            <a:extLst>
              <a:ext uri="{FF2B5EF4-FFF2-40B4-BE49-F238E27FC236}">
                <a16:creationId xmlns:a16="http://schemas.microsoft.com/office/drawing/2014/main" id="{435E9613-8B5A-22D6-B545-C2941F67F2B2}"/>
              </a:ext>
            </a:extLst>
          </p:cNvPr>
          <p:cNvGrpSpPr/>
          <p:nvPr/>
        </p:nvGrpSpPr>
        <p:grpSpPr>
          <a:xfrm>
            <a:off x="5538244" y="4214692"/>
            <a:ext cx="2350932" cy="471312"/>
            <a:chOff x="9654668" y="4431011"/>
            <a:chExt cx="484067" cy="495190"/>
          </a:xfrm>
        </p:grpSpPr>
        <p:sp>
          <p:nvSpPr>
            <p:cNvPr id="1156" name="Rectangle: Rounded Corners 122">
              <a:extLst>
                <a:ext uri="{FF2B5EF4-FFF2-40B4-BE49-F238E27FC236}">
                  <a16:creationId xmlns:a16="http://schemas.microsoft.com/office/drawing/2014/main" id="{4C14EC50-C83B-E005-02EA-C7781858FCC5}"/>
                </a:ext>
              </a:extLst>
            </p:cNvPr>
            <p:cNvSpPr/>
            <p:nvPr/>
          </p:nvSpPr>
          <p:spPr>
            <a:xfrm>
              <a:off x="9654668" y="4431011"/>
              <a:ext cx="484067" cy="495190"/>
            </a:xfrm>
            <a:prstGeom prst="roundRect">
              <a:avLst>
                <a:gd name="adj" fmla="val 50000"/>
              </a:avLst>
            </a:prstGeom>
            <a:gradFill flip="none" rotWithShape="1">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1157" name="Rectangle: Rounded Corners 123">
              <a:extLst>
                <a:ext uri="{FF2B5EF4-FFF2-40B4-BE49-F238E27FC236}">
                  <a16:creationId xmlns:a16="http://schemas.microsoft.com/office/drawing/2014/main" id="{66328570-F37F-592C-C8F1-B6479EACFEB4}"/>
                </a:ext>
              </a:extLst>
            </p:cNvPr>
            <p:cNvSpPr/>
            <p:nvPr/>
          </p:nvSpPr>
          <p:spPr>
            <a:xfrm>
              <a:off x="9656224" y="4432603"/>
              <a:ext cx="480957" cy="492006"/>
            </a:xfrm>
            <a:prstGeom prst="roundRect">
              <a:avLst>
                <a:gd name="adj" fmla="val 50000"/>
              </a:avLst>
            </a:prstGeom>
            <a:gradFill>
              <a:gsLst>
                <a:gs pos="100000">
                  <a:schemeClr val="accent1"/>
                </a:gs>
                <a:gs pos="0">
                  <a:schemeClr val="accent1">
                    <a:lumMod val="60000"/>
                    <a:lumOff val="40000"/>
                  </a:schemeClr>
                </a:gs>
              </a:gsLst>
              <a:lin ang="2700000" scaled="0"/>
            </a:gradFill>
            <a:ln>
              <a:noFill/>
            </a:ln>
            <a:effectLst>
              <a:outerShdw blurRad="342900" dist="2286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a:ln>
                  <a:noFill/>
                </a:ln>
                <a:solidFill>
                  <a:prstClr val="white"/>
                </a:solidFill>
                <a:effectLst/>
                <a:uLnTx/>
                <a:uFillTx/>
                <a:latin typeface="+mn-ea"/>
                <a:cs typeface="+mn-cs"/>
              </a:endParaRPr>
            </a:p>
          </p:txBody>
        </p:sp>
      </p:grpSp>
      <p:sp>
        <p:nvSpPr>
          <p:cNvPr id="1169" name="任意多边形: 形状 1168">
            <a:extLst>
              <a:ext uri="{FF2B5EF4-FFF2-40B4-BE49-F238E27FC236}">
                <a16:creationId xmlns:a16="http://schemas.microsoft.com/office/drawing/2014/main" id="{A50C89C8-45FC-ADE5-1A61-CB02540E7F8F}"/>
              </a:ext>
            </a:extLst>
          </p:cNvPr>
          <p:cNvSpPr/>
          <p:nvPr/>
        </p:nvSpPr>
        <p:spPr>
          <a:xfrm>
            <a:off x="1722564" y="4090549"/>
            <a:ext cx="2683939" cy="719599"/>
          </a:xfrm>
          <a:custGeom>
            <a:avLst/>
            <a:gdLst>
              <a:gd name="connsiteX0" fmla="*/ 0 w 2683939"/>
              <a:gd name="connsiteY0" fmla="*/ 0 h 719599"/>
              <a:gd name="connsiteX1" fmla="*/ 2370391 w 2683939"/>
              <a:gd name="connsiteY1" fmla="*/ 0 h 719599"/>
              <a:gd name="connsiteX2" fmla="*/ 2683939 w 2683939"/>
              <a:gd name="connsiteY2" fmla="*/ 359800 h 719599"/>
              <a:gd name="connsiteX3" fmla="*/ 2370391 w 2683939"/>
              <a:gd name="connsiteY3" fmla="*/ 719599 h 719599"/>
              <a:gd name="connsiteX4" fmla="*/ 254217 w 2683939"/>
              <a:gd name="connsiteY4" fmla="*/ 719599 h 719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3939" h="719599">
                <a:moveTo>
                  <a:pt x="0" y="0"/>
                </a:moveTo>
                <a:lnTo>
                  <a:pt x="2370391" y="0"/>
                </a:lnTo>
                <a:lnTo>
                  <a:pt x="2683939" y="359800"/>
                </a:lnTo>
                <a:lnTo>
                  <a:pt x="2370391" y="719599"/>
                </a:lnTo>
                <a:lnTo>
                  <a:pt x="254217" y="719599"/>
                </a:lnTo>
                <a:close/>
              </a:path>
            </a:pathLst>
          </a:custGeom>
          <a:gradFill flip="none" rotWithShape="1">
            <a:gsLst>
              <a:gs pos="0">
                <a:schemeClr val="accent1">
                  <a:lumMod val="40000"/>
                  <a:lumOff val="60000"/>
                </a:schemeClr>
              </a:gs>
              <a:gs pos="61000">
                <a:schemeClr val="accent1"/>
              </a:gs>
            </a:gsLst>
            <a:path path="circle">
              <a:fillToRect l="100000" t="100000"/>
            </a:path>
            <a:tileRect r="-100000" b="-100000"/>
          </a:gradFill>
          <a:ln>
            <a:noFill/>
          </a:ln>
          <a:effectLst>
            <a:outerShdw blurRad="406400" dist="50800" sx="104000" sy="104000" algn="tl"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2971"/>
            <a:endParaRPr lang="en-US" sz="1798">
              <a:solidFill>
                <a:srgbClr val="FFFFFF"/>
              </a:solidFill>
              <a:latin typeface="+mn-ea"/>
            </a:endParaRPr>
          </a:p>
        </p:txBody>
      </p:sp>
      <p:sp>
        <p:nvSpPr>
          <p:cNvPr id="1170" name="矩形 1169">
            <a:extLst>
              <a:ext uri="{FF2B5EF4-FFF2-40B4-BE49-F238E27FC236}">
                <a16:creationId xmlns:a16="http://schemas.microsoft.com/office/drawing/2014/main" id="{AB1FC870-136A-B1EB-7E55-2F5D84A6D34B}"/>
              </a:ext>
            </a:extLst>
          </p:cNvPr>
          <p:cNvSpPr/>
          <p:nvPr/>
        </p:nvSpPr>
        <p:spPr>
          <a:xfrm>
            <a:off x="587952" y="1071270"/>
            <a:ext cx="10930948" cy="345094"/>
          </a:xfrm>
          <a:prstGeom prst="rect">
            <a:avLst/>
          </a:prstGeom>
        </p:spPr>
        <p:txBody>
          <a:bodyPr wrap="square">
            <a:spAutoFit/>
          </a:bodyPr>
          <a:lstStyle/>
          <a:p>
            <a:pPr defTabSz="1460754">
              <a:lnSpc>
                <a:spcPct val="130000"/>
              </a:lnSpc>
              <a:defRPr/>
            </a:pPr>
            <a:r>
              <a:rPr lang="zh-CN" altLang="en-US" sz="1400" dirty="0">
                <a:solidFill>
                  <a:schemeClr val="bg1"/>
                </a:solidFill>
                <a:latin typeface="+mj-ea"/>
                <a:ea typeface="+mj-ea"/>
                <a:cs typeface="OPPOSans M"/>
                <a:sym typeface="+mn-lt"/>
              </a:rPr>
              <a:t>数据价值体系的金字塔模型是一个从基础数据到业务决策的完整体系，通过不断积累、分析和应用数据，为企业创造更大的价值。</a:t>
            </a:r>
          </a:p>
        </p:txBody>
      </p:sp>
      <p:sp>
        <p:nvSpPr>
          <p:cNvPr id="1171" name="矩形 1170">
            <a:extLst>
              <a:ext uri="{FF2B5EF4-FFF2-40B4-BE49-F238E27FC236}">
                <a16:creationId xmlns:a16="http://schemas.microsoft.com/office/drawing/2014/main" id="{76141EA8-728F-3F78-247A-1E16AF7BF649}"/>
              </a:ext>
            </a:extLst>
          </p:cNvPr>
          <p:cNvSpPr/>
          <p:nvPr/>
        </p:nvSpPr>
        <p:spPr>
          <a:xfrm>
            <a:off x="5946994" y="2301655"/>
            <a:ext cx="1533433" cy="369332"/>
          </a:xfrm>
          <a:prstGeom prst="rect">
            <a:avLst/>
          </a:prstGeom>
        </p:spPr>
        <p:txBody>
          <a:bodyPr wrap="square">
            <a:spAutoFit/>
          </a:bodyPr>
          <a:lstStyle/>
          <a:p>
            <a:pPr algn="ctr" defTabSz="1460754">
              <a:defRPr/>
            </a:pPr>
            <a:r>
              <a:rPr lang="zh-CN" altLang="en-US" b="1" dirty="0">
                <a:latin typeface="+mj-ea"/>
                <a:ea typeface="+mj-ea"/>
                <a:cs typeface="OPPOSans M"/>
                <a:sym typeface="+mn-lt"/>
              </a:rPr>
              <a:t>数据驱动层</a:t>
            </a:r>
          </a:p>
        </p:txBody>
      </p:sp>
      <p:sp>
        <p:nvSpPr>
          <p:cNvPr id="1172" name="矩形 1171">
            <a:extLst>
              <a:ext uri="{FF2B5EF4-FFF2-40B4-BE49-F238E27FC236}">
                <a16:creationId xmlns:a16="http://schemas.microsoft.com/office/drawing/2014/main" id="{913DDA51-157E-EE5B-CCDE-FEDB83FC63CF}"/>
              </a:ext>
            </a:extLst>
          </p:cNvPr>
          <p:cNvSpPr/>
          <p:nvPr/>
        </p:nvSpPr>
        <p:spPr>
          <a:xfrm>
            <a:off x="5946994" y="3283668"/>
            <a:ext cx="1533433" cy="369332"/>
          </a:xfrm>
          <a:prstGeom prst="rect">
            <a:avLst/>
          </a:prstGeom>
        </p:spPr>
        <p:txBody>
          <a:bodyPr wrap="square">
            <a:spAutoFit/>
          </a:bodyPr>
          <a:lstStyle/>
          <a:p>
            <a:pPr algn="ctr" defTabSz="1460754">
              <a:defRPr/>
            </a:pPr>
            <a:r>
              <a:rPr lang="zh-CN" altLang="en-US" b="1" dirty="0">
                <a:latin typeface="+mj-ea"/>
                <a:ea typeface="+mj-ea"/>
                <a:cs typeface="OPPOSans M"/>
                <a:sym typeface="+mn-lt"/>
              </a:rPr>
              <a:t>数据应用层</a:t>
            </a:r>
          </a:p>
        </p:txBody>
      </p:sp>
      <p:sp>
        <p:nvSpPr>
          <p:cNvPr id="1173" name="矩形 1172">
            <a:extLst>
              <a:ext uri="{FF2B5EF4-FFF2-40B4-BE49-F238E27FC236}">
                <a16:creationId xmlns:a16="http://schemas.microsoft.com/office/drawing/2014/main" id="{D1216EAD-2887-62CD-8D38-C7573575C358}"/>
              </a:ext>
            </a:extLst>
          </p:cNvPr>
          <p:cNvSpPr/>
          <p:nvPr/>
        </p:nvSpPr>
        <p:spPr>
          <a:xfrm>
            <a:off x="5946994" y="4265682"/>
            <a:ext cx="1533433" cy="369332"/>
          </a:xfrm>
          <a:prstGeom prst="rect">
            <a:avLst/>
          </a:prstGeom>
        </p:spPr>
        <p:txBody>
          <a:bodyPr wrap="square">
            <a:spAutoFit/>
          </a:bodyPr>
          <a:lstStyle/>
          <a:p>
            <a:pPr algn="ctr" defTabSz="1460754">
              <a:defRPr/>
            </a:pPr>
            <a:r>
              <a:rPr lang="zh-CN" altLang="en-US" b="1" dirty="0">
                <a:latin typeface="+mj-ea"/>
                <a:ea typeface="+mj-ea"/>
                <a:cs typeface="OPPOSans M"/>
                <a:sym typeface="+mn-lt"/>
              </a:rPr>
              <a:t>数据分析层</a:t>
            </a:r>
          </a:p>
        </p:txBody>
      </p:sp>
      <p:sp>
        <p:nvSpPr>
          <p:cNvPr id="1174" name="矩形 1173">
            <a:extLst>
              <a:ext uri="{FF2B5EF4-FFF2-40B4-BE49-F238E27FC236}">
                <a16:creationId xmlns:a16="http://schemas.microsoft.com/office/drawing/2014/main" id="{7B32A495-3DB2-51E8-CFDC-4BE13B67B5FF}"/>
              </a:ext>
            </a:extLst>
          </p:cNvPr>
          <p:cNvSpPr/>
          <p:nvPr/>
        </p:nvSpPr>
        <p:spPr>
          <a:xfrm>
            <a:off x="5946994" y="5247694"/>
            <a:ext cx="1533433" cy="369332"/>
          </a:xfrm>
          <a:prstGeom prst="rect">
            <a:avLst/>
          </a:prstGeom>
        </p:spPr>
        <p:txBody>
          <a:bodyPr wrap="square">
            <a:spAutoFit/>
          </a:bodyPr>
          <a:lstStyle/>
          <a:p>
            <a:pPr algn="ctr" defTabSz="1460754">
              <a:defRPr/>
            </a:pPr>
            <a:r>
              <a:rPr lang="zh-CN" altLang="en-US" b="1" dirty="0">
                <a:latin typeface="+mj-ea"/>
                <a:ea typeface="+mj-ea"/>
                <a:cs typeface="OPPOSans M"/>
                <a:sym typeface="+mn-lt"/>
              </a:rPr>
              <a:t>基础数据层</a:t>
            </a:r>
          </a:p>
        </p:txBody>
      </p:sp>
      <p:sp>
        <p:nvSpPr>
          <p:cNvPr id="1176" name="矩形 1175">
            <a:extLst>
              <a:ext uri="{FF2B5EF4-FFF2-40B4-BE49-F238E27FC236}">
                <a16:creationId xmlns:a16="http://schemas.microsoft.com/office/drawing/2014/main" id="{4D727D57-8F06-72AD-B6C2-BE5FFCC5B64D}"/>
              </a:ext>
            </a:extLst>
          </p:cNvPr>
          <p:cNvSpPr/>
          <p:nvPr/>
        </p:nvSpPr>
        <p:spPr>
          <a:xfrm>
            <a:off x="2153092" y="5247694"/>
            <a:ext cx="1951578" cy="369332"/>
          </a:xfrm>
          <a:prstGeom prst="rect">
            <a:avLst/>
          </a:prstGeom>
        </p:spPr>
        <p:txBody>
          <a:bodyPr wrap="square">
            <a:spAutoFit/>
          </a:bodyPr>
          <a:lstStyle/>
          <a:p>
            <a:pPr algn="ctr" defTabSz="1460754">
              <a:defRPr/>
            </a:pPr>
            <a:r>
              <a:rPr lang="zh-CN" altLang="en-US" b="1" dirty="0">
                <a:latin typeface="+mj-ea"/>
                <a:ea typeface="+mj-ea"/>
                <a:cs typeface="OPPOSans M"/>
                <a:sym typeface="+mn-lt"/>
              </a:rPr>
              <a:t>收藏保存数据</a:t>
            </a:r>
          </a:p>
        </p:txBody>
      </p:sp>
      <p:sp>
        <p:nvSpPr>
          <p:cNvPr id="1178" name="矩形 1177">
            <a:extLst>
              <a:ext uri="{FF2B5EF4-FFF2-40B4-BE49-F238E27FC236}">
                <a16:creationId xmlns:a16="http://schemas.microsoft.com/office/drawing/2014/main" id="{89B4E0A0-905B-C763-405A-75040AB2E09C}"/>
              </a:ext>
            </a:extLst>
          </p:cNvPr>
          <p:cNvSpPr/>
          <p:nvPr/>
        </p:nvSpPr>
        <p:spPr>
          <a:xfrm>
            <a:off x="2153092" y="4265682"/>
            <a:ext cx="1951578" cy="369332"/>
          </a:xfrm>
          <a:prstGeom prst="rect">
            <a:avLst/>
          </a:prstGeom>
        </p:spPr>
        <p:txBody>
          <a:bodyPr wrap="square">
            <a:spAutoFit/>
          </a:bodyPr>
          <a:lstStyle/>
          <a:p>
            <a:pPr algn="ctr" defTabSz="1460754">
              <a:defRPr/>
            </a:pPr>
            <a:r>
              <a:rPr lang="zh-CN" altLang="en-US" b="1" dirty="0">
                <a:latin typeface="+mj-ea"/>
                <a:ea typeface="+mj-ea"/>
                <a:cs typeface="OPPOSans M"/>
                <a:sym typeface="+mn-lt"/>
              </a:rPr>
              <a:t>加工整理信息</a:t>
            </a:r>
          </a:p>
        </p:txBody>
      </p:sp>
      <p:sp>
        <p:nvSpPr>
          <p:cNvPr id="1183" name="矩形 1182">
            <a:extLst>
              <a:ext uri="{FF2B5EF4-FFF2-40B4-BE49-F238E27FC236}">
                <a16:creationId xmlns:a16="http://schemas.microsoft.com/office/drawing/2014/main" id="{E931E3B0-1EEC-0D17-EEE1-0DD3F5C7917F}"/>
              </a:ext>
            </a:extLst>
          </p:cNvPr>
          <p:cNvSpPr/>
          <p:nvPr/>
        </p:nvSpPr>
        <p:spPr>
          <a:xfrm>
            <a:off x="8549641" y="5014803"/>
            <a:ext cx="3073402" cy="789127"/>
          </a:xfrm>
          <a:prstGeom prst="rect">
            <a:avLst/>
          </a:prstGeom>
        </p:spPr>
        <p:txBody>
          <a:bodyPr wrap="square">
            <a:spAutoFit/>
          </a:bodyPr>
          <a:lstStyle/>
          <a:p>
            <a:pPr defTabSz="1460754">
              <a:lnSpc>
                <a:spcPct val="130000"/>
              </a:lnSpc>
              <a:defRPr/>
            </a:pPr>
            <a:r>
              <a:rPr lang="zh-CN" altLang="en-US" sz="1200" dirty="0">
                <a:solidFill>
                  <a:schemeClr val="bg1"/>
                </a:solidFill>
                <a:latin typeface="+mj-ea"/>
                <a:ea typeface="+mj-ea"/>
                <a:cs typeface="OPPOSans M"/>
                <a:sym typeface="+mn-lt"/>
              </a:rPr>
              <a:t>包括数据的收集、整合和清洗。是数据价值体系的基础，确保后续分析和应用的数据质量和准确性。</a:t>
            </a:r>
          </a:p>
        </p:txBody>
      </p:sp>
      <p:sp>
        <p:nvSpPr>
          <p:cNvPr id="1184" name="矩形 1183">
            <a:extLst>
              <a:ext uri="{FF2B5EF4-FFF2-40B4-BE49-F238E27FC236}">
                <a16:creationId xmlns:a16="http://schemas.microsoft.com/office/drawing/2014/main" id="{2C60FDD8-96A1-08AB-839E-D0AFF4C6EE44}"/>
              </a:ext>
            </a:extLst>
          </p:cNvPr>
          <p:cNvSpPr/>
          <p:nvPr/>
        </p:nvSpPr>
        <p:spPr>
          <a:xfrm>
            <a:off x="8549641" y="4042054"/>
            <a:ext cx="3073402" cy="789127"/>
          </a:xfrm>
          <a:prstGeom prst="rect">
            <a:avLst/>
          </a:prstGeom>
        </p:spPr>
        <p:txBody>
          <a:bodyPr wrap="square">
            <a:spAutoFit/>
          </a:bodyPr>
          <a:lstStyle/>
          <a:p>
            <a:pPr defTabSz="1460754">
              <a:lnSpc>
                <a:spcPct val="130000"/>
              </a:lnSpc>
              <a:defRPr/>
            </a:pPr>
            <a:r>
              <a:rPr lang="zh-CN" altLang="en-US" sz="1200" dirty="0">
                <a:solidFill>
                  <a:schemeClr val="bg1"/>
                </a:solidFill>
                <a:latin typeface="+mj-ea"/>
                <a:ea typeface="+mj-ea"/>
                <a:cs typeface="OPPOSans M"/>
                <a:sym typeface="+mn-lt"/>
              </a:rPr>
              <a:t>统计分析和数据挖掘，提取有价值的信息和模式。通过各种分析方法和工具，将数据转化为有价值的知识。</a:t>
            </a:r>
          </a:p>
        </p:txBody>
      </p:sp>
      <p:sp>
        <p:nvSpPr>
          <p:cNvPr id="1185" name="矩形 1184">
            <a:extLst>
              <a:ext uri="{FF2B5EF4-FFF2-40B4-BE49-F238E27FC236}">
                <a16:creationId xmlns:a16="http://schemas.microsoft.com/office/drawing/2014/main" id="{C3831C3A-CC77-9EBE-FFFB-848E4DF21444}"/>
              </a:ext>
            </a:extLst>
          </p:cNvPr>
          <p:cNvSpPr/>
          <p:nvPr/>
        </p:nvSpPr>
        <p:spPr>
          <a:xfrm>
            <a:off x="8549641" y="3035185"/>
            <a:ext cx="3073402" cy="789127"/>
          </a:xfrm>
          <a:prstGeom prst="rect">
            <a:avLst/>
          </a:prstGeom>
        </p:spPr>
        <p:txBody>
          <a:bodyPr wrap="square">
            <a:spAutoFit/>
          </a:bodyPr>
          <a:lstStyle/>
          <a:p>
            <a:pPr defTabSz="1460754">
              <a:lnSpc>
                <a:spcPct val="130000"/>
              </a:lnSpc>
              <a:defRPr/>
            </a:pPr>
            <a:r>
              <a:rPr lang="zh-CN" altLang="en-US" sz="1200" dirty="0">
                <a:solidFill>
                  <a:schemeClr val="bg1"/>
                </a:solidFill>
                <a:latin typeface="+mj-ea"/>
                <a:ea typeface="+mj-ea"/>
                <a:cs typeface="OPPOSans M"/>
                <a:sym typeface="+mn-lt"/>
              </a:rPr>
              <a:t>基于数据分析结果，制定应用策略和业务决策。例如，利用数据分析结果优化产品设计、改善用户体验、提升营销效果等。</a:t>
            </a:r>
          </a:p>
        </p:txBody>
      </p:sp>
      <p:sp>
        <p:nvSpPr>
          <p:cNvPr id="1186" name="矩形 1185">
            <a:extLst>
              <a:ext uri="{FF2B5EF4-FFF2-40B4-BE49-F238E27FC236}">
                <a16:creationId xmlns:a16="http://schemas.microsoft.com/office/drawing/2014/main" id="{8DF3F8BB-1414-6E83-6962-A73DDD80FF0E}"/>
              </a:ext>
            </a:extLst>
          </p:cNvPr>
          <p:cNvSpPr/>
          <p:nvPr/>
        </p:nvSpPr>
        <p:spPr>
          <a:xfrm>
            <a:off x="8549641" y="2061277"/>
            <a:ext cx="3073402" cy="789127"/>
          </a:xfrm>
          <a:prstGeom prst="rect">
            <a:avLst/>
          </a:prstGeom>
        </p:spPr>
        <p:txBody>
          <a:bodyPr wrap="square">
            <a:spAutoFit/>
          </a:bodyPr>
          <a:lstStyle/>
          <a:p>
            <a:pPr defTabSz="1460754">
              <a:lnSpc>
                <a:spcPct val="130000"/>
              </a:lnSpc>
              <a:defRPr/>
            </a:pPr>
            <a:r>
              <a:rPr lang="zh-CN" altLang="en-US" sz="1200" dirty="0">
                <a:solidFill>
                  <a:schemeClr val="bg1"/>
                </a:solidFill>
                <a:latin typeface="+mj-ea"/>
                <a:ea typeface="+mj-ea"/>
                <a:cs typeface="OPPOSans M"/>
                <a:sym typeface="+mn-lt"/>
              </a:rPr>
              <a:t>全面应用数据，实现整个组织的数字化转型和智能化升级。数据不仅是决策的依据，更是推动业务创新和增长的核心动力。</a:t>
            </a:r>
          </a:p>
        </p:txBody>
      </p:sp>
      <p:sp>
        <p:nvSpPr>
          <p:cNvPr id="1192" name="任意多边形: 形状 1191">
            <a:extLst>
              <a:ext uri="{FF2B5EF4-FFF2-40B4-BE49-F238E27FC236}">
                <a16:creationId xmlns:a16="http://schemas.microsoft.com/office/drawing/2014/main" id="{5B7BBB06-7E70-7CAC-8538-34CF36D78A7A}"/>
              </a:ext>
            </a:extLst>
          </p:cNvPr>
          <p:cNvSpPr/>
          <p:nvPr/>
        </p:nvSpPr>
        <p:spPr>
          <a:xfrm>
            <a:off x="1284704" y="3108535"/>
            <a:ext cx="3391713" cy="719599"/>
          </a:xfrm>
          <a:custGeom>
            <a:avLst/>
            <a:gdLst>
              <a:gd name="connsiteX0" fmla="*/ 0 w 3391713"/>
              <a:gd name="connsiteY0" fmla="*/ 0 h 719599"/>
              <a:gd name="connsiteX1" fmla="*/ 2987980 w 3391713"/>
              <a:gd name="connsiteY1" fmla="*/ 0 h 719599"/>
              <a:gd name="connsiteX2" fmla="*/ 3391713 w 3391713"/>
              <a:gd name="connsiteY2" fmla="*/ 359800 h 719599"/>
              <a:gd name="connsiteX3" fmla="*/ 2987980 w 3391713"/>
              <a:gd name="connsiteY3" fmla="*/ 719599 h 719599"/>
              <a:gd name="connsiteX4" fmla="*/ 327336 w 3391713"/>
              <a:gd name="connsiteY4" fmla="*/ 719599 h 719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1713" h="719599">
                <a:moveTo>
                  <a:pt x="0" y="0"/>
                </a:moveTo>
                <a:lnTo>
                  <a:pt x="2987980" y="0"/>
                </a:lnTo>
                <a:lnTo>
                  <a:pt x="3391713" y="359800"/>
                </a:lnTo>
                <a:lnTo>
                  <a:pt x="2987980" y="719599"/>
                </a:lnTo>
                <a:lnTo>
                  <a:pt x="327336" y="719599"/>
                </a:lnTo>
                <a:close/>
              </a:path>
            </a:pathLst>
          </a:custGeom>
          <a:gradFill flip="none" rotWithShape="1">
            <a:gsLst>
              <a:gs pos="0">
                <a:schemeClr val="accent2">
                  <a:lumMod val="40000"/>
                  <a:lumOff val="60000"/>
                </a:schemeClr>
              </a:gs>
              <a:gs pos="61000">
                <a:schemeClr val="accent2"/>
              </a:gs>
            </a:gsLst>
            <a:path path="circle">
              <a:fillToRect l="100000" t="100000"/>
            </a:path>
            <a:tileRect r="-100000" b="-100000"/>
          </a:gradFill>
          <a:ln>
            <a:noFill/>
          </a:ln>
          <a:effectLst>
            <a:outerShdw blurRad="406400" dist="50800" sx="104000" sy="104000" algn="tl" rotWithShape="0">
              <a:schemeClr val="accent2">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srgbClr val="FFFFFF"/>
              </a:solidFill>
              <a:effectLst/>
              <a:uLnTx/>
              <a:uFillTx/>
              <a:latin typeface="+mn-ea"/>
              <a:cs typeface="+mn-cs"/>
            </a:endParaRPr>
          </a:p>
        </p:txBody>
      </p:sp>
      <p:sp>
        <p:nvSpPr>
          <p:cNvPr id="1181" name="矩形 1180">
            <a:extLst>
              <a:ext uri="{FF2B5EF4-FFF2-40B4-BE49-F238E27FC236}">
                <a16:creationId xmlns:a16="http://schemas.microsoft.com/office/drawing/2014/main" id="{2E07815E-1117-6A89-1F5E-E47A022D2297}"/>
              </a:ext>
            </a:extLst>
          </p:cNvPr>
          <p:cNvSpPr/>
          <p:nvPr/>
        </p:nvSpPr>
        <p:spPr>
          <a:xfrm>
            <a:off x="2153092" y="3283668"/>
            <a:ext cx="1951578" cy="369332"/>
          </a:xfrm>
          <a:prstGeom prst="rect">
            <a:avLst/>
          </a:prstGeom>
        </p:spPr>
        <p:txBody>
          <a:bodyPr wrap="square">
            <a:spAutoFit/>
          </a:bodyPr>
          <a:lstStyle/>
          <a:p>
            <a:pPr algn="ctr" defTabSz="1460754">
              <a:defRPr/>
            </a:pPr>
            <a:r>
              <a:rPr lang="zh-CN" altLang="en-US" b="1" dirty="0">
                <a:latin typeface="+mj-ea"/>
                <a:ea typeface="+mj-ea"/>
                <a:cs typeface="OPPOSans M"/>
                <a:sym typeface="+mn-lt"/>
              </a:rPr>
              <a:t>提炼归纳知识</a:t>
            </a:r>
          </a:p>
        </p:txBody>
      </p:sp>
      <p:sp>
        <p:nvSpPr>
          <p:cNvPr id="1194" name="任意多边形: 形状 1193">
            <a:extLst>
              <a:ext uri="{FF2B5EF4-FFF2-40B4-BE49-F238E27FC236}">
                <a16:creationId xmlns:a16="http://schemas.microsoft.com/office/drawing/2014/main" id="{46BDEFF6-926A-0309-D923-A65DD9AD5999}"/>
              </a:ext>
            </a:extLst>
          </p:cNvPr>
          <p:cNvSpPr/>
          <p:nvPr/>
        </p:nvSpPr>
        <p:spPr>
          <a:xfrm>
            <a:off x="881440" y="2126522"/>
            <a:ext cx="4046749" cy="719599"/>
          </a:xfrm>
          <a:custGeom>
            <a:avLst/>
            <a:gdLst>
              <a:gd name="connsiteX0" fmla="*/ 0 w 4046749"/>
              <a:gd name="connsiteY0" fmla="*/ 0 h 719599"/>
              <a:gd name="connsiteX1" fmla="*/ 3686949 w 4046749"/>
              <a:gd name="connsiteY1" fmla="*/ 0 h 719599"/>
              <a:gd name="connsiteX2" fmla="*/ 4046749 w 4046749"/>
              <a:gd name="connsiteY2" fmla="*/ 359800 h 719599"/>
              <a:gd name="connsiteX3" fmla="*/ 3686949 w 4046749"/>
              <a:gd name="connsiteY3" fmla="*/ 719599 h 719599"/>
              <a:gd name="connsiteX4" fmla="*/ 291716 w 4046749"/>
              <a:gd name="connsiteY4" fmla="*/ 719599 h 719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749" h="719599">
                <a:moveTo>
                  <a:pt x="0" y="0"/>
                </a:moveTo>
                <a:lnTo>
                  <a:pt x="3686949" y="0"/>
                </a:lnTo>
                <a:lnTo>
                  <a:pt x="4046749" y="359800"/>
                </a:lnTo>
                <a:lnTo>
                  <a:pt x="3686949" y="719599"/>
                </a:lnTo>
                <a:lnTo>
                  <a:pt x="291716" y="719599"/>
                </a:lnTo>
                <a:close/>
              </a:path>
            </a:pathLst>
          </a:custGeom>
          <a:gradFill flip="none" rotWithShape="1">
            <a:gsLst>
              <a:gs pos="0">
                <a:schemeClr val="accent1">
                  <a:lumMod val="40000"/>
                  <a:lumOff val="60000"/>
                </a:schemeClr>
              </a:gs>
              <a:gs pos="61000">
                <a:schemeClr val="accent1"/>
              </a:gs>
            </a:gsLst>
            <a:path path="circle">
              <a:fillToRect l="100000" t="100000"/>
            </a:path>
            <a:tileRect r="-100000" b="-100000"/>
          </a:gradFill>
          <a:ln>
            <a:noFill/>
          </a:ln>
          <a:effectLst>
            <a:outerShdw blurRad="406400" dist="50800" sx="104000" sy="104000" algn="tl" rotWithShape="0">
              <a:schemeClr val="accent1">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srgbClr val="FFFFFF"/>
              </a:solidFill>
              <a:effectLst/>
              <a:uLnTx/>
              <a:uFillTx/>
              <a:latin typeface="+mn-ea"/>
              <a:cs typeface="+mn-cs"/>
            </a:endParaRPr>
          </a:p>
        </p:txBody>
      </p:sp>
      <p:sp>
        <p:nvSpPr>
          <p:cNvPr id="1182" name="矩形 1181">
            <a:extLst>
              <a:ext uri="{FF2B5EF4-FFF2-40B4-BE49-F238E27FC236}">
                <a16:creationId xmlns:a16="http://schemas.microsoft.com/office/drawing/2014/main" id="{30DDA554-3B17-4D6B-D0D0-6B4C17BB4E73}"/>
              </a:ext>
            </a:extLst>
          </p:cNvPr>
          <p:cNvSpPr/>
          <p:nvPr/>
        </p:nvSpPr>
        <p:spPr>
          <a:xfrm>
            <a:off x="2153092" y="2301655"/>
            <a:ext cx="1951578" cy="369332"/>
          </a:xfrm>
          <a:prstGeom prst="rect">
            <a:avLst/>
          </a:prstGeom>
        </p:spPr>
        <p:txBody>
          <a:bodyPr wrap="square">
            <a:spAutoFit/>
          </a:bodyPr>
          <a:lstStyle/>
          <a:p>
            <a:pPr algn="ctr" defTabSz="1460754">
              <a:defRPr/>
            </a:pPr>
            <a:r>
              <a:rPr lang="zh-CN" altLang="en-US" b="1" dirty="0">
                <a:latin typeface="+mj-ea"/>
                <a:ea typeface="+mj-ea"/>
                <a:cs typeface="OPPOSans M"/>
                <a:sym typeface="+mn-lt"/>
              </a:rPr>
              <a:t>指导实践运用</a:t>
            </a:r>
          </a:p>
        </p:txBody>
      </p:sp>
      <p:cxnSp>
        <p:nvCxnSpPr>
          <p:cNvPr id="1201" name="直接连接符 1200">
            <a:extLst>
              <a:ext uri="{FF2B5EF4-FFF2-40B4-BE49-F238E27FC236}">
                <a16:creationId xmlns:a16="http://schemas.microsoft.com/office/drawing/2014/main" id="{F9E910D6-9D8F-1603-D9C0-2FD74472BC62}"/>
              </a:ext>
            </a:extLst>
          </p:cNvPr>
          <p:cNvCxnSpPr>
            <a:cxnSpLocks/>
          </p:cNvCxnSpPr>
          <p:nvPr/>
        </p:nvCxnSpPr>
        <p:spPr>
          <a:xfrm>
            <a:off x="8404959" y="4094324"/>
            <a:ext cx="0" cy="712048"/>
          </a:xfrm>
          <a:prstGeom prst="line">
            <a:avLst/>
          </a:prstGeom>
          <a:ln w="25400" cap="rnd"/>
        </p:spPr>
        <p:style>
          <a:lnRef idx="1">
            <a:schemeClr val="accent1"/>
          </a:lnRef>
          <a:fillRef idx="0">
            <a:schemeClr val="accent1"/>
          </a:fillRef>
          <a:effectRef idx="0">
            <a:schemeClr val="accent1"/>
          </a:effectRef>
          <a:fontRef idx="minor">
            <a:schemeClr val="tx1"/>
          </a:fontRef>
        </p:style>
      </p:cxnSp>
      <p:cxnSp>
        <p:nvCxnSpPr>
          <p:cNvPr id="1202" name="直接连接符 1201">
            <a:extLst>
              <a:ext uri="{FF2B5EF4-FFF2-40B4-BE49-F238E27FC236}">
                <a16:creationId xmlns:a16="http://schemas.microsoft.com/office/drawing/2014/main" id="{A96B914C-1AF4-9ECC-36BC-8D936C263A55}"/>
              </a:ext>
            </a:extLst>
          </p:cNvPr>
          <p:cNvCxnSpPr>
            <a:cxnSpLocks/>
          </p:cNvCxnSpPr>
          <p:nvPr/>
        </p:nvCxnSpPr>
        <p:spPr>
          <a:xfrm>
            <a:off x="8404959" y="2130297"/>
            <a:ext cx="0" cy="712048"/>
          </a:xfrm>
          <a:prstGeom prst="line">
            <a:avLst/>
          </a:prstGeom>
          <a:ln w="25400" cap="rnd"/>
        </p:spPr>
        <p:style>
          <a:lnRef idx="1">
            <a:schemeClr val="accent1"/>
          </a:lnRef>
          <a:fillRef idx="0">
            <a:schemeClr val="accent1"/>
          </a:fillRef>
          <a:effectRef idx="0">
            <a:schemeClr val="accent1"/>
          </a:effectRef>
          <a:fontRef idx="minor">
            <a:schemeClr val="tx1"/>
          </a:fontRef>
        </p:style>
      </p:cxnSp>
      <p:cxnSp>
        <p:nvCxnSpPr>
          <p:cNvPr id="1203" name="直接连接符 1202">
            <a:extLst>
              <a:ext uri="{FF2B5EF4-FFF2-40B4-BE49-F238E27FC236}">
                <a16:creationId xmlns:a16="http://schemas.microsoft.com/office/drawing/2014/main" id="{272D1B35-B203-8CE0-8DBC-C202BAA11153}"/>
              </a:ext>
            </a:extLst>
          </p:cNvPr>
          <p:cNvCxnSpPr>
            <a:cxnSpLocks/>
          </p:cNvCxnSpPr>
          <p:nvPr/>
        </p:nvCxnSpPr>
        <p:spPr>
          <a:xfrm>
            <a:off x="8404959" y="3112310"/>
            <a:ext cx="0" cy="712048"/>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04" name="直接连接符 1203">
            <a:extLst>
              <a:ext uri="{FF2B5EF4-FFF2-40B4-BE49-F238E27FC236}">
                <a16:creationId xmlns:a16="http://schemas.microsoft.com/office/drawing/2014/main" id="{87B02576-FF3F-E38C-D9BE-F2FA879870D3}"/>
              </a:ext>
            </a:extLst>
          </p:cNvPr>
          <p:cNvCxnSpPr>
            <a:cxnSpLocks/>
          </p:cNvCxnSpPr>
          <p:nvPr/>
        </p:nvCxnSpPr>
        <p:spPr>
          <a:xfrm>
            <a:off x="8404959" y="5076336"/>
            <a:ext cx="0" cy="712048"/>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06" name="直接连接符 1205">
            <a:extLst>
              <a:ext uri="{FF2B5EF4-FFF2-40B4-BE49-F238E27FC236}">
                <a16:creationId xmlns:a16="http://schemas.microsoft.com/office/drawing/2014/main" id="{58A1F2A1-7F67-42DC-D2CA-C87D570E076A}"/>
              </a:ext>
            </a:extLst>
          </p:cNvPr>
          <p:cNvCxnSpPr>
            <a:cxnSpLocks/>
          </p:cNvCxnSpPr>
          <p:nvPr/>
        </p:nvCxnSpPr>
        <p:spPr>
          <a:xfrm flipV="1">
            <a:off x="4928189" y="2486321"/>
            <a:ext cx="617612" cy="1"/>
          </a:xfrm>
          <a:prstGeom prst="line">
            <a:avLst/>
          </a:prstGeom>
          <a:ln w="15875">
            <a:prstDash val="dash"/>
          </a:ln>
        </p:spPr>
        <p:style>
          <a:lnRef idx="1">
            <a:schemeClr val="accent1"/>
          </a:lnRef>
          <a:fillRef idx="0">
            <a:schemeClr val="accent1"/>
          </a:fillRef>
          <a:effectRef idx="0">
            <a:schemeClr val="accent1"/>
          </a:effectRef>
          <a:fontRef idx="minor">
            <a:schemeClr val="tx1"/>
          </a:fontRef>
        </p:style>
      </p:cxnSp>
      <p:cxnSp>
        <p:nvCxnSpPr>
          <p:cNvPr id="1208" name="直接连接符 1207">
            <a:extLst>
              <a:ext uri="{FF2B5EF4-FFF2-40B4-BE49-F238E27FC236}">
                <a16:creationId xmlns:a16="http://schemas.microsoft.com/office/drawing/2014/main" id="{D7F946ED-312E-096E-71EB-E2AF683A537B}"/>
              </a:ext>
            </a:extLst>
          </p:cNvPr>
          <p:cNvCxnSpPr>
            <a:cxnSpLocks/>
            <a:stCxn id="1151" idx="3"/>
          </p:cNvCxnSpPr>
          <p:nvPr/>
        </p:nvCxnSpPr>
        <p:spPr>
          <a:xfrm>
            <a:off x="7881629" y="2486321"/>
            <a:ext cx="523330" cy="0"/>
          </a:xfrm>
          <a:prstGeom prst="line">
            <a:avLst/>
          </a:prstGeom>
          <a:ln w="15875">
            <a:prstDash val="dash"/>
          </a:ln>
        </p:spPr>
        <p:style>
          <a:lnRef idx="1">
            <a:schemeClr val="accent1"/>
          </a:lnRef>
          <a:fillRef idx="0">
            <a:schemeClr val="accent1"/>
          </a:fillRef>
          <a:effectRef idx="0">
            <a:schemeClr val="accent1"/>
          </a:effectRef>
          <a:fontRef idx="minor">
            <a:schemeClr val="tx1"/>
          </a:fontRef>
        </p:style>
      </p:cxnSp>
      <p:cxnSp>
        <p:nvCxnSpPr>
          <p:cNvPr id="1210" name="直接连接符 1209">
            <a:extLst>
              <a:ext uri="{FF2B5EF4-FFF2-40B4-BE49-F238E27FC236}">
                <a16:creationId xmlns:a16="http://schemas.microsoft.com/office/drawing/2014/main" id="{30168DC0-5849-6970-36ED-36AA09DEE90A}"/>
              </a:ext>
            </a:extLst>
          </p:cNvPr>
          <p:cNvCxnSpPr>
            <a:cxnSpLocks/>
          </p:cNvCxnSpPr>
          <p:nvPr/>
        </p:nvCxnSpPr>
        <p:spPr>
          <a:xfrm flipV="1">
            <a:off x="4676417" y="3468334"/>
            <a:ext cx="869384" cy="1"/>
          </a:xfrm>
          <a:prstGeom prst="line">
            <a:avLst/>
          </a:prstGeom>
          <a:ln w="158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211" name="直接连接符 1210">
            <a:extLst>
              <a:ext uri="{FF2B5EF4-FFF2-40B4-BE49-F238E27FC236}">
                <a16:creationId xmlns:a16="http://schemas.microsoft.com/office/drawing/2014/main" id="{78A05E07-5651-2D48-A53E-9B6C15EF036D}"/>
              </a:ext>
            </a:extLst>
          </p:cNvPr>
          <p:cNvCxnSpPr>
            <a:cxnSpLocks/>
          </p:cNvCxnSpPr>
          <p:nvPr/>
        </p:nvCxnSpPr>
        <p:spPr>
          <a:xfrm>
            <a:off x="7881629" y="3493266"/>
            <a:ext cx="523330" cy="0"/>
          </a:xfrm>
          <a:prstGeom prst="line">
            <a:avLst/>
          </a:prstGeom>
          <a:ln w="158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212" name="直接连接符 1211">
            <a:extLst>
              <a:ext uri="{FF2B5EF4-FFF2-40B4-BE49-F238E27FC236}">
                <a16:creationId xmlns:a16="http://schemas.microsoft.com/office/drawing/2014/main" id="{5D99E168-4723-0001-90DB-56B433DAFEB6}"/>
              </a:ext>
            </a:extLst>
          </p:cNvPr>
          <p:cNvCxnSpPr>
            <a:cxnSpLocks/>
          </p:cNvCxnSpPr>
          <p:nvPr/>
        </p:nvCxnSpPr>
        <p:spPr>
          <a:xfrm flipV="1">
            <a:off x="4406503" y="4450348"/>
            <a:ext cx="1139298" cy="1"/>
          </a:xfrm>
          <a:prstGeom prst="line">
            <a:avLst/>
          </a:prstGeom>
          <a:ln w="15875">
            <a:prstDash val="dash"/>
          </a:ln>
        </p:spPr>
        <p:style>
          <a:lnRef idx="1">
            <a:schemeClr val="accent1"/>
          </a:lnRef>
          <a:fillRef idx="0">
            <a:schemeClr val="accent1"/>
          </a:fillRef>
          <a:effectRef idx="0">
            <a:schemeClr val="accent1"/>
          </a:effectRef>
          <a:fontRef idx="minor">
            <a:schemeClr val="tx1"/>
          </a:fontRef>
        </p:style>
      </p:cxnSp>
      <p:cxnSp>
        <p:nvCxnSpPr>
          <p:cNvPr id="1213" name="直接连接符 1212">
            <a:extLst>
              <a:ext uri="{FF2B5EF4-FFF2-40B4-BE49-F238E27FC236}">
                <a16:creationId xmlns:a16="http://schemas.microsoft.com/office/drawing/2014/main" id="{E2996E7C-33B8-EEEC-4190-F2B531C8B903}"/>
              </a:ext>
            </a:extLst>
          </p:cNvPr>
          <p:cNvCxnSpPr>
            <a:cxnSpLocks/>
          </p:cNvCxnSpPr>
          <p:nvPr/>
        </p:nvCxnSpPr>
        <p:spPr>
          <a:xfrm>
            <a:off x="7881629" y="4450348"/>
            <a:ext cx="523330" cy="0"/>
          </a:xfrm>
          <a:prstGeom prst="line">
            <a:avLst/>
          </a:prstGeom>
          <a:ln w="15875">
            <a:prstDash val="dash"/>
          </a:ln>
        </p:spPr>
        <p:style>
          <a:lnRef idx="1">
            <a:schemeClr val="accent1"/>
          </a:lnRef>
          <a:fillRef idx="0">
            <a:schemeClr val="accent1"/>
          </a:fillRef>
          <a:effectRef idx="0">
            <a:schemeClr val="accent1"/>
          </a:effectRef>
          <a:fontRef idx="minor">
            <a:schemeClr val="tx1"/>
          </a:fontRef>
        </p:style>
      </p:cxnSp>
      <p:cxnSp>
        <p:nvCxnSpPr>
          <p:cNvPr id="1214" name="直接连接符 1213">
            <a:extLst>
              <a:ext uri="{FF2B5EF4-FFF2-40B4-BE49-F238E27FC236}">
                <a16:creationId xmlns:a16="http://schemas.microsoft.com/office/drawing/2014/main" id="{A90F24CD-7F33-26D1-F9CB-1FCD4CB1D1A1}"/>
              </a:ext>
            </a:extLst>
          </p:cNvPr>
          <p:cNvCxnSpPr>
            <a:cxnSpLocks/>
          </p:cNvCxnSpPr>
          <p:nvPr/>
        </p:nvCxnSpPr>
        <p:spPr>
          <a:xfrm flipV="1">
            <a:off x="4182037" y="5432360"/>
            <a:ext cx="1363764" cy="1"/>
          </a:xfrm>
          <a:prstGeom prst="line">
            <a:avLst/>
          </a:prstGeom>
          <a:ln w="158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215" name="直接连接符 1214">
            <a:extLst>
              <a:ext uri="{FF2B5EF4-FFF2-40B4-BE49-F238E27FC236}">
                <a16:creationId xmlns:a16="http://schemas.microsoft.com/office/drawing/2014/main" id="{622A5DF6-859E-45B5-0B4A-51C3281BC891}"/>
              </a:ext>
            </a:extLst>
          </p:cNvPr>
          <p:cNvCxnSpPr>
            <a:cxnSpLocks/>
          </p:cNvCxnSpPr>
          <p:nvPr/>
        </p:nvCxnSpPr>
        <p:spPr>
          <a:xfrm>
            <a:off x="7881629" y="5432360"/>
            <a:ext cx="523330" cy="0"/>
          </a:xfrm>
          <a:prstGeom prst="line">
            <a:avLst/>
          </a:prstGeom>
          <a:ln w="15875">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1223" name="图形 618">
            <a:extLst>
              <a:ext uri="{FF2B5EF4-FFF2-40B4-BE49-F238E27FC236}">
                <a16:creationId xmlns:a16="http://schemas.microsoft.com/office/drawing/2014/main" id="{7A2593E1-E90A-10A6-E37D-3E4571EA0C54}"/>
              </a:ext>
            </a:extLst>
          </p:cNvPr>
          <p:cNvSpPr/>
          <p:nvPr/>
        </p:nvSpPr>
        <p:spPr>
          <a:xfrm>
            <a:off x="4705223" y="4988322"/>
            <a:ext cx="317393" cy="326210"/>
          </a:xfrm>
          <a:custGeom>
            <a:avLst/>
            <a:gdLst>
              <a:gd name="connsiteX0" fmla="*/ 1733846 w 3467691"/>
              <a:gd name="connsiteY0" fmla="*/ 0 h 3564016"/>
              <a:gd name="connsiteX1" fmla="*/ 1772376 w 3467691"/>
              <a:gd name="connsiteY1" fmla="*/ 193 h 3564016"/>
              <a:gd name="connsiteX2" fmla="*/ 2185802 w 3467691"/>
              <a:gd name="connsiteY2" fmla="*/ 24274 h 3564016"/>
              <a:gd name="connsiteX3" fmla="*/ 2251495 w 3467691"/>
              <a:gd name="connsiteY3" fmla="*/ 31980 h 3564016"/>
              <a:gd name="connsiteX4" fmla="*/ 2321042 w 3467691"/>
              <a:gd name="connsiteY4" fmla="*/ 41612 h 3564016"/>
              <a:gd name="connsiteX5" fmla="*/ 2389336 w 3467691"/>
              <a:gd name="connsiteY5" fmla="*/ 52497 h 3564016"/>
              <a:gd name="connsiteX6" fmla="*/ 2423531 w 3467691"/>
              <a:gd name="connsiteY6" fmla="*/ 58469 h 3564016"/>
              <a:gd name="connsiteX7" fmla="*/ 2490766 w 3467691"/>
              <a:gd name="connsiteY7" fmla="*/ 71280 h 3564016"/>
              <a:gd name="connsiteX8" fmla="*/ 3467210 w 3467691"/>
              <a:gd name="connsiteY8" fmla="*/ 751622 h 3564016"/>
              <a:gd name="connsiteX9" fmla="*/ 3467692 w 3467691"/>
              <a:gd name="connsiteY9" fmla="*/ 770598 h 3564016"/>
              <a:gd name="connsiteX10" fmla="*/ 3467692 w 3467691"/>
              <a:gd name="connsiteY10" fmla="*/ 2793419 h 3564016"/>
              <a:gd name="connsiteX11" fmla="*/ 2490766 w 3467691"/>
              <a:gd name="connsiteY11" fmla="*/ 3492736 h 3564016"/>
              <a:gd name="connsiteX12" fmla="*/ 2423531 w 3467691"/>
              <a:gd name="connsiteY12" fmla="*/ 3505547 h 3564016"/>
              <a:gd name="connsiteX13" fmla="*/ 2389336 w 3467691"/>
              <a:gd name="connsiteY13" fmla="*/ 3511520 h 3564016"/>
              <a:gd name="connsiteX14" fmla="*/ 2321042 w 3467691"/>
              <a:gd name="connsiteY14" fmla="*/ 3522308 h 3564016"/>
              <a:gd name="connsiteX15" fmla="*/ 2251495 w 3467691"/>
              <a:gd name="connsiteY15" fmla="*/ 3531940 h 3564016"/>
              <a:gd name="connsiteX16" fmla="*/ 1733846 w 3467691"/>
              <a:gd name="connsiteY16" fmla="*/ 3564017 h 3564016"/>
              <a:gd name="connsiteX17" fmla="*/ 1216197 w 3467691"/>
              <a:gd name="connsiteY17" fmla="*/ 3531940 h 3564016"/>
              <a:gd name="connsiteX18" fmla="*/ 1146650 w 3467691"/>
              <a:gd name="connsiteY18" fmla="*/ 3522308 h 3564016"/>
              <a:gd name="connsiteX19" fmla="*/ 1078356 w 3467691"/>
              <a:gd name="connsiteY19" fmla="*/ 3511520 h 3564016"/>
              <a:gd name="connsiteX20" fmla="*/ 482 w 3467691"/>
              <a:gd name="connsiteY20" fmla="*/ 2812106 h 3564016"/>
              <a:gd name="connsiteX21" fmla="*/ 0 w 3467691"/>
              <a:gd name="connsiteY21" fmla="*/ 2793419 h 3564016"/>
              <a:gd name="connsiteX22" fmla="*/ 0 w 3467691"/>
              <a:gd name="connsiteY22" fmla="*/ 770598 h 3564016"/>
              <a:gd name="connsiteX23" fmla="*/ 482 w 3467691"/>
              <a:gd name="connsiteY23" fmla="*/ 751622 h 3564016"/>
              <a:gd name="connsiteX24" fmla="*/ 976926 w 3467691"/>
              <a:gd name="connsiteY24" fmla="*/ 71280 h 3564016"/>
              <a:gd name="connsiteX25" fmla="*/ 1044161 w 3467691"/>
              <a:gd name="connsiteY25" fmla="*/ 58469 h 3564016"/>
              <a:gd name="connsiteX26" fmla="*/ 1078356 w 3467691"/>
              <a:gd name="connsiteY26" fmla="*/ 52497 h 3564016"/>
              <a:gd name="connsiteX27" fmla="*/ 1146650 w 3467691"/>
              <a:gd name="connsiteY27" fmla="*/ 41709 h 3564016"/>
              <a:gd name="connsiteX28" fmla="*/ 1216197 w 3467691"/>
              <a:gd name="connsiteY28" fmla="*/ 32076 h 3564016"/>
              <a:gd name="connsiteX29" fmla="*/ 1657075 w 3467691"/>
              <a:gd name="connsiteY29" fmla="*/ 674 h 3564016"/>
              <a:gd name="connsiteX30" fmla="*/ 1733846 w 3467691"/>
              <a:gd name="connsiteY30" fmla="*/ 0 h 3564016"/>
              <a:gd name="connsiteX31" fmla="*/ 2389336 w 3467691"/>
              <a:gd name="connsiteY31" fmla="*/ 2451947 h 3564016"/>
              <a:gd name="connsiteX32" fmla="*/ 2321042 w 3467691"/>
              <a:gd name="connsiteY32" fmla="*/ 2462735 h 3564016"/>
              <a:gd name="connsiteX33" fmla="*/ 2251495 w 3467691"/>
              <a:gd name="connsiteY33" fmla="*/ 2472368 h 3564016"/>
              <a:gd name="connsiteX34" fmla="*/ 1733846 w 3467691"/>
              <a:gd name="connsiteY34" fmla="*/ 2504444 h 3564016"/>
              <a:gd name="connsiteX35" fmla="*/ 1216197 w 3467691"/>
              <a:gd name="connsiteY35" fmla="*/ 2472368 h 3564016"/>
              <a:gd name="connsiteX36" fmla="*/ 1146650 w 3467691"/>
              <a:gd name="connsiteY36" fmla="*/ 2462735 h 3564016"/>
              <a:gd name="connsiteX37" fmla="*/ 1078356 w 3467691"/>
              <a:gd name="connsiteY37" fmla="*/ 2451947 h 3564016"/>
              <a:gd name="connsiteX38" fmla="*/ 288974 w 3467691"/>
              <a:gd name="connsiteY38" fmla="*/ 2175110 h 3564016"/>
              <a:gd name="connsiteX39" fmla="*/ 288974 w 3467691"/>
              <a:gd name="connsiteY39" fmla="*/ 2793419 h 3564016"/>
              <a:gd name="connsiteX40" fmla="*/ 582765 w 3467691"/>
              <a:gd name="connsiteY40" fmla="*/ 3069678 h 3564016"/>
              <a:gd name="connsiteX41" fmla="*/ 626785 w 3467691"/>
              <a:gd name="connsiteY41" fmla="*/ 3088557 h 3564016"/>
              <a:gd name="connsiteX42" fmla="*/ 855268 w 3467691"/>
              <a:gd name="connsiteY42" fmla="*/ 3165425 h 3564016"/>
              <a:gd name="connsiteX43" fmla="*/ 912388 w 3467691"/>
              <a:gd name="connsiteY43" fmla="*/ 3180355 h 3564016"/>
              <a:gd name="connsiteX44" fmla="*/ 1095694 w 3467691"/>
              <a:gd name="connsiteY44" fmla="*/ 3219656 h 3564016"/>
              <a:gd name="connsiteX45" fmla="*/ 1160617 w 3467691"/>
              <a:gd name="connsiteY45" fmla="*/ 3230733 h 3564016"/>
              <a:gd name="connsiteX46" fmla="*/ 1227178 w 3467691"/>
              <a:gd name="connsiteY46" fmla="*/ 3240654 h 3564016"/>
              <a:gd name="connsiteX47" fmla="*/ 1365211 w 3467691"/>
              <a:gd name="connsiteY47" fmla="*/ 3257030 h 3564016"/>
              <a:gd name="connsiteX48" fmla="*/ 1436395 w 3467691"/>
              <a:gd name="connsiteY48" fmla="*/ 3263387 h 3564016"/>
              <a:gd name="connsiteX49" fmla="*/ 1508928 w 3467691"/>
              <a:gd name="connsiteY49" fmla="*/ 3268396 h 3564016"/>
              <a:gd name="connsiteX50" fmla="*/ 1582809 w 3467691"/>
              <a:gd name="connsiteY50" fmla="*/ 3272056 h 3564016"/>
              <a:gd name="connsiteX51" fmla="*/ 1884883 w 3467691"/>
              <a:gd name="connsiteY51" fmla="*/ 3272056 h 3564016"/>
              <a:gd name="connsiteX52" fmla="*/ 1958764 w 3467691"/>
              <a:gd name="connsiteY52" fmla="*/ 3268396 h 3564016"/>
              <a:gd name="connsiteX53" fmla="*/ 2031297 w 3467691"/>
              <a:gd name="connsiteY53" fmla="*/ 3263387 h 3564016"/>
              <a:gd name="connsiteX54" fmla="*/ 2102577 w 3467691"/>
              <a:gd name="connsiteY54" fmla="*/ 3257030 h 3564016"/>
              <a:gd name="connsiteX55" fmla="*/ 2240514 w 3467691"/>
              <a:gd name="connsiteY55" fmla="*/ 3240654 h 3564016"/>
              <a:gd name="connsiteX56" fmla="*/ 2307075 w 3467691"/>
              <a:gd name="connsiteY56" fmla="*/ 3230733 h 3564016"/>
              <a:gd name="connsiteX57" fmla="*/ 2371998 w 3467691"/>
              <a:gd name="connsiteY57" fmla="*/ 3219656 h 3564016"/>
              <a:gd name="connsiteX58" fmla="*/ 2555304 w 3467691"/>
              <a:gd name="connsiteY58" fmla="*/ 3180355 h 3564016"/>
              <a:gd name="connsiteX59" fmla="*/ 2612424 w 3467691"/>
              <a:gd name="connsiteY59" fmla="*/ 3165425 h 3564016"/>
              <a:gd name="connsiteX60" fmla="*/ 2840906 w 3467691"/>
              <a:gd name="connsiteY60" fmla="*/ 3088557 h 3564016"/>
              <a:gd name="connsiteX61" fmla="*/ 2884927 w 3467691"/>
              <a:gd name="connsiteY61" fmla="*/ 3069678 h 3564016"/>
              <a:gd name="connsiteX62" fmla="*/ 3178236 w 3467691"/>
              <a:gd name="connsiteY62" fmla="*/ 2804303 h 3564016"/>
              <a:gd name="connsiteX63" fmla="*/ 3178718 w 3467691"/>
              <a:gd name="connsiteY63" fmla="*/ 2793419 h 3564016"/>
              <a:gd name="connsiteX64" fmla="*/ 3178718 w 3467691"/>
              <a:gd name="connsiteY64" fmla="*/ 2175013 h 3564016"/>
              <a:gd name="connsiteX65" fmla="*/ 2389336 w 3467691"/>
              <a:gd name="connsiteY65" fmla="*/ 2451947 h 3564016"/>
              <a:gd name="connsiteX66" fmla="*/ 3178718 w 3467691"/>
              <a:gd name="connsiteY66" fmla="*/ 1211766 h 3564016"/>
              <a:gd name="connsiteX67" fmla="*/ 2437306 w 3467691"/>
              <a:gd name="connsiteY67" fmla="*/ 1480223 h 3564016"/>
              <a:gd name="connsiteX68" fmla="*/ 2389144 w 3467691"/>
              <a:gd name="connsiteY68" fmla="*/ 1488699 h 3564016"/>
              <a:gd name="connsiteX69" fmla="*/ 2320946 w 3467691"/>
              <a:gd name="connsiteY69" fmla="*/ 1499488 h 3564016"/>
              <a:gd name="connsiteX70" fmla="*/ 2251399 w 3467691"/>
              <a:gd name="connsiteY70" fmla="*/ 1509120 h 3564016"/>
              <a:gd name="connsiteX71" fmla="*/ 1733750 w 3467691"/>
              <a:gd name="connsiteY71" fmla="*/ 1541196 h 3564016"/>
              <a:gd name="connsiteX72" fmla="*/ 1286803 w 3467691"/>
              <a:gd name="connsiteY72" fmla="*/ 1517500 h 3564016"/>
              <a:gd name="connsiteX73" fmla="*/ 1216100 w 3467691"/>
              <a:gd name="connsiteY73" fmla="*/ 1509120 h 3564016"/>
              <a:gd name="connsiteX74" fmla="*/ 1146554 w 3467691"/>
              <a:gd name="connsiteY74" fmla="*/ 1499488 h 3564016"/>
              <a:gd name="connsiteX75" fmla="*/ 1078259 w 3467691"/>
              <a:gd name="connsiteY75" fmla="*/ 1488699 h 3564016"/>
              <a:gd name="connsiteX76" fmla="*/ 288878 w 3467691"/>
              <a:gd name="connsiteY76" fmla="*/ 1211862 h 3564016"/>
              <a:gd name="connsiteX77" fmla="*/ 288878 w 3467691"/>
              <a:gd name="connsiteY77" fmla="*/ 1733846 h 3564016"/>
              <a:gd name="connsiteX78" fmla="*/ 582669 w 3467691"/>
              <a:gd name="connsiteY78" fmla="*/ 2010105 h 3564016"/>
              <a:gd name="connsiteX79" fmla="*/ 626689 w 3467691"/>
              <a:gd name="connsiteY79" fmla="*/ 2028985 h 3564016"/>
              <a:gd name="connsiteX80" fmla="*/ 855171 w 3467691"/>
              <a:gd name="connsiteY80" fmla="*/ 2105852 h 3564016"/>
              <a:gd name="connsiteX81" fmla="*/ 912292 w 3467691"/>
              <a:gd name="connsiteY81" fmla="*/ 2120783 h 3564016"/>
              <a:gd name="connsiteX82" fmla="*/ 1095598 w 3467691"/>
              <a:gd name="connsiteY82" fmla="*/ 2160083 h 3564016"/>
              <a:gd name="connsiteX83" fmla="*/ 1160521 w 3467691"/>
              <a:gd name="connsiteY83" fmla="*/ 2171160 h 3564016"/>
              <a:gd name="connsiteX84" fmla="*/ 1227081 w 3467691"/>
              <a:gd name="connsiteY84" fmla="*/ 2181082 h 3564016"/>
              <a:gd name="connsiteX85" fmla="*/ 1365115 w 3467691"/>
              <a:gd name="connsiteY85" fmla="*/ 2197457 h 3564016"/>
              <a:gd name="connsiteX86" fmla="*/ 1436299 w 3467691"/>
              <a:gd name="connsiteY86" fmla="*/ 2203815 h 3564016"/>
              <a:gd name="connsiteX87" fmla="*/ 1508831 w 3467691"/>
              <a:gd name="connsiteY87" fmla="*/ 2208823 h 3564016"/>
              <a:gd name="connsiteX88" fmla="*/ 1582712 w 3467691"/>
              <a:gd name="connsiteY88" fmla="*/ 2212484 h 3564016"/>
              <a:gd name="connsiteX89" fmla="*/ 1884787 w 3467691"/>
              <a:gd name="connsiteY89" fmla="*/ 2212484 h 3564016"/>
              <a:gd name="connsiteX90" fmla="*/ 1958668 w 3467691"/>
              <a:gd name="connsiteY90" fmla="*/ 2208823 h 3564016"/>
              <a:gd name="connsiteX91" fmla="*/ 2031200 w 3467691"/>
              <a:gd name="connsiteY91" fmla="*/ 2203815 h 3564016"/>
              <a:gd name="connsiteX92" fmla="*/ 2102481 w 3467691"/>
              <a:gd name="connsiteY92" fmla="*/ 2197457 h 3564016"/>
              <a:gd name="connsiteX93" fmla="*/ 2240418 w 3467691"/>
              <a:gd name="connsiteY93" fmla="*/ 2181082 h 3564016"/>
              <a:gd name="connsiteX94" fmla="*/ 2306978 w 3467691"/>
              <a:gd name="connsiteY94" fmla="*/ 2171160 h 3564016"/>
              <a:gd name="connsiteX95" fmla="*/ 2371901 w 3467691"/>
              <a:gd name="connsiteY95" fmla="*/ 2160083 h 3564016"/>
              <a:gd name="connsiteX96" fmla="*/ 2555207 w 3467691"/>
              <a:gd name="connsiteY96" fmla="*/ 2120783 h 3564016"/>
              <a:gd name="connsiteX97" fmla="*/ 2612328 w 3467691"/>
              <a:gd name="connsiteY97" fmla="*/ 2105852 h 3564016"/>
              <a:gd name="connsiteX98" fmla="*/ 2840810 w 3467691"/>
              <a:gd name="connsiteY98" fmla="*/ 2028985 h 3564016"/>
              <a:gd name="connsiteX99" fmla="*/ 2884831 w 3467691"/>
              <a:gd name="connsiteY99" fmla="*/ 2010105 h 3564016"/>
              <a:gd name="connsiteX100" fmla="*/ 3178140 w 3467691"/>
              <a:gd name="connsiteY100" fmla="*/ 1744731 h 3564016"/>
              <a:gd name="connsiteX101" fmla="*/ 3178621 w 3467691"/>
              <a:gd name="connsiteY101" fmla="*/ 1733846 h 3564016"/>
              <a:gd name="connsiteX102" fmla="*/ 3178621 w 3467691"/>
              <a:gd name="connsiteY102" fmla="*/ 1211766 h 3564016"/>
              <a:gd name="connsiteX103" fmla="*/ 1733846 w 3467691"/>
              <a:gd name="connsiteY103" fmla="*/ 288974 h 3564016"/>
              <a:gd name="connsiteX104" fmla="*/ 1695701 w 3467691"/>
              <a:gd name="connsiteY104" fmla="*/ 289167 h 3564016"/>
              <a:gd name="connsiteX105" fmla="*/ 1638870 w 3467691"/>
              <a:gd name="connsiteY105" fmla="*/ 290130 h 3564016"/>
              <a:gd name="connsiteX106" fmla="*/ 1582809 w 3467691"/>
              <a:gd name="connsiteY106" fmla="*/ 291960 h 3564016"/>
              <a:gd name="connsiteX107" fmla="*/ 1508928 w 3467691"/>
              <a:gd name="connsiteY107" fmla="*/ 295621 h 3564016"/>
              <a:gd name="connsiteX108" fmla="*/ 1436395 w 3467691"/>
              <a:gd name="connsiteY108" fmla="*/ 300630 h 3564016"/>
              <a:gd name="connsiteX109" fmla="*/ 1365115 w 3467691"/>
              <a:gd name="connsiteY109" fmla="*/ 306987 h 3564016"/>
              <a:gd name="connsiteX110" fmla="*/ 1272547 w 3467691"/>
              <a:gd name="connsiteY110" fmla="*/ 317390 h 3564016"/>
              <a:gd name="connsiteX111" fmla="*/ 1227274 w 3467691"/>
              <a:gd name="connsiteY111" fmla="*/ 323362 h 3564016"/>
              <a:gd name="connsiteX112" fmla="*/ 1160617 w 3467691"/>
              <a:gd name="connsiteY112" fmla="*/ 333284 h 3564016"/>
              <a:gd name="connsiteX113" fmla="*/ 1095694 w 3467691"/>
              <a:gd name="connsiteY113" fmla="*/ 344361 h 3564016"/>
              <a:gd name="connsiteX114" fmla="*/ 956505 w 3467691"/>
              <a:gd name="connsiteY114" fmla="*/ 372970 h 3564016"/>
              <a:gd name="connsiteX115" fmla="*/ 912388 w 3467691"/>
              <a:gd name="connsiteY115" fmla="*/ 383565 h 3564016"/>
              <a:gd name="connsiteX116" fmla="*/ 855268 w 3467691"/>
              <a:gd name="connsiteY116" fmla="*/ 398592 h 3564016"/>
              <a:gd name="connsiteX117" fmla="*/ 661462 w 3467691"/>
              <a:gd name="connsiteY117" fmla="*/ 461685 h 3564016"/>
              <a:gd name="connsiteX118" fmla="*/ 626785 w 3467691"/>
              <a:gd name="connsiteY118" fmla="*/ 475459 h 3564016"/>
              <a:gd name="connsiteX119" fmla="*/ 582765 w 3467691"/>
              <a:gd name="connsiteY119" fmla="*/ 494339 h 3564016"/>
              <a:gd name="connsiteX120" fmla="*/ 288974 w 3467691"/>
              <a:gd name="connsiteY120" fmla="*/ 770598 h 3564016"/>
              <a:gd name="connsiteX121" fmla="*/ 559165 w 3467691"/>
              <a:gd name="connsiteY121" fmla="*/ 1035973 h 3564016"/>
              <a:gd name="connsiteX122" fmla="*/ 582765 w 3467691"/>
              <a:gd name="connsiteY122" fmla="*/ 1046858 h 3564016"/>
              <a:gd name="connsiteX123" fmla="*/ 626785 w 3467691"/>
              <a:gd name="connsiteY123" fmla="*/ 1065737 h 3564016"/>
              <a:gd name="connsiteX124" fmla="*/ 813944 w 3467691"/>
              <a:gd name="connsiteY124" fmla="*/ 1130853 h 3564016"/>
              <a:gd name="connsiteX125" fmla="*/ 855364 w 3467691"/>
              <a:gd name="connsiteY125" fmla="*/ 1142604 h 3564016"/>
              <a:gd name="connsiteX126" fmla="*/ 912388 w 3467691"/>
              <a:gd name="connsiteY126" fmla="*/ 1157535 h 3564016"/>
              <a:gd name="connsiteX127" fmla="*/ 1048206 w 3467691"/>
              <a:gd name="connsiteY127" fmla="*/ 1187877 h 3564016"/>
              <a:gd name="connsiteX128" fmla="*/ 1095694 w 3467691"/>
              <a:gd name="connsiteY128" fmla="*/ 1196835 h 3564016"/>
              <a:gd name="connsiteX129" fmla="*/ 1160617 w 3467691"/>
              <a:gd name="connsiteY129" fmla="*/ 1207913 h 3564016"/>
              <a:gd name="connsiteX130" fmla="*/ 1227178 w 3467691"/>
              <a:gd name="connsiteY130" fmla="*/ 1217834 h 3564016"/>
              <a:gd name="connsiteX131" fmla="*/ 1318494 w 3467691"/>
              <a:gd name="connsiteY131" fmla="*/ 1229393 h 3564016"/>
              <a:gd name="connsiteX132" fmla="*/ 1365211 w 3467691"/>
              <a:gd name="connsiteY132" fmla="*/ 1234209 h 3564016"/>
              <a:gd name="connsiteX133" fmla="*/ 1436395 w 3467691"/>
              <a:gd name="connsiteY133" fmla="*/ 1240567 h 3564016"/>
              <a:gd name="connsiteX134" fmla="*/ 1508928 w 3467691"/>
              <a:gd name="connsiteY134" fmla="*/ 1245576 h 3564016"/>
              <a:gd name="connsiteX135" fmla="*/ 1582809 w 3467691"/>
              <a:gd name="connsiteY135" fmla="*/ 1249236 h 3564016"/>
              <a:gd name="connsiteX136" fmla="*/ 1835083 w 3467691"/>
              <a:gd name="connsiteY136" fmla="*/ 1250874 h 3564016"/>
              <a:gd name="connsiteX137" fmla="*/ 1884883 w 3467691"/>
              <a:gd name="connsiteY137" fmla="*/ 1249236 h 3564016"/>
              <a:gd name="connsiteX138" fmla="*/ 1958764 w 3467691"/>
              <a:gd name="connsiteY138" fmla="*/ 1245576 h 3564016"/>
              <a:gd name="connsiteX139" fmla="*/ 2031297 w 3467691"/>
              <a:gd name="connsiteY139" fmla="*/ 1240567 h 3564016"/>
              <a:gd name="connsiteX140" fmla="*/ 2102577 w 3467691"/>
              <a:gd name="connsiteY140" fmla="*/ 1234209 h 3564016"/>
              <a:gd name="connsiteX141" fmla="*/ 2195145 w 3467691"/>
              <a:gd name="connsiteY141" fmla="*/ 1223806 h 3564016"/>
              <a:gd name="connsiteX142" fmla="*/ 2240418 w 3467691"/>
              <a:gd name="connsiteY142" fmla="*/ 1217834 h 3564016"/>
              <a:gd name="connsiteX143" fmla="*/ 2307075 w 3467691"/>
              <a:gd name="connsiteY143" fmla="*/ 1207913 h 3564016"/>
              <a:gd name="connsiteX144" fmla="*/ 2371998 w 3467691"/>
              <a:gd name="connsiteY144" fmla="*/ 1196835 h 3564016"/>
              <a:gd name="connsiteX145" fmla="*/ 2511187 w 3467691"/>
              <a:gd name="connsiteY145" fmla="*/ 1168227 h 3564016"/>
              <a:gd name="connsiteX146" fmla="*/ 2555304 w 3467691"/>
              <a:gd name="connsiteY146" fmla="*/ 1157631 h 3564016"/>
              <a:gd name="connsiteX147" fmla="*/ 2612424 w 3467691"/>
              <a:gd name="connsiteY147" fmla="*/ 1142604 h 3564016"/>
              <a:gd name="connsiteX148" fmla="*/ 2806230 w 3467691"/>
              <a:gd name="connsiteY148" fmla="*/ 1079512 h 3564016"/>
              <a:gd name="connsiteX149" fmla="*/ 2840906 w 3467691"/>
              <a:gd name="connsiteY149" fmla="*/ 1065737 h 3564016"/>
              <a:gd name="connsiteX150" fmla="*/ 2884927 w 3467691"/>
              <a:gd name="connsiteY150" fmla="*/ 1046858 h 3564016"/>
              <a:gd name="connsiteX151" fmla="*/ 3178718 w 3467691"/>
              <a:gd name="connsiteY151" fmla="*/ 770598 h 3564016"/>
              <a:gd name="connsiteX152" fmla="*/ 2908527 w 3467691"/>
              <a:gd name="connsiteY152" fmla="*/ 505223 h 3564016"/>
              <a:gd name="connsiteX153" fmla="*/ 2884927 w 3467691"/>
              <a:gd name="connsiteY153" fmla="*/ 494339 h 3564016"/>
              <a:gd name="connsiteX154" fmla="*/ 2840906 w 3467691"/>
              <a:gd name="connsiteY154" fmla="*/ 475459 h 3564016"/>
              <a:gd name="connsiteX155" fmla="*/ 2653747 w 3467691"/>
              <a:gd name="connsiteY155" fmla="*/ 410344 h 3564016"/>
              <a:gd name="connsiteX156" fmla="*/ 2612328 w 3467691"/>
              <a:gd name="connsiteY156" fmla="*/ 398592 h 3564016"/>
              <a:gd name="connsiteX157" fmla="*/ 2555304 w 3467691"/>
              <a:gd name="connsiteY157" fmla="*/ 383662 h 3564016"/>
              <a:gd name="connsiteX158" fmla="*/ 2419486 w 3467691"/>
              <a:gd name="connsiteY158" fmla="*/ 353319 h 3564016"/>
              <a:gd name="connsiteX159" fmla="*/ 2371998 w 3467691"/>
              <a:gd name="connsiteY159" fmla="*/ 344361 h 3564016"/>
              <a:gd name="connsiteX160" fmla="*/ 2307075 w 3467691"/>
              <a:gd name="connsiteY160" fmla="*/ 333284 h 3564016"/>
              <a:gd name="connsiteX161" fmla="*/ 2240514 w 3467691"/>
              <a:gd name="connsiteY161" fmla="*/ 323362 h 3564016"/>
              <a:gd name="connsiteX162" fmla="*/ 2149198 w 3467691"/>
              <a:gd name="connsiteY162" fmla="*/ 311803 h 3564016"/>
              <a:gd name="connsiteX163" fmla="*/ 2102481 w 3467691"/>
              <a:gd name="connsiteY163" fmla="*/ 306987 h 3564016"/>
              <a:gd name="connsiteX164" fmla="*/ 2031297 w 3467691"/>
              <a:gd name="connsiteY164" fmla="*/ 300630 h 3564016"/>
              <a:gd name="connsiteX165" fmla="*/ 1958764 w 3467691"/>
              <a:gd name="connsiteY165" fmla="*/ 295621 h 3564016"/>
              <a:gd name="connsiteX166" fmla="*/ 1884883 w 3467691"/>
              <a:gd name="connsiteY166" fmla="*/ 291960 h 3564016"/>
              <a:gd name="connsiteX167" fmla="*/ 1784705 w 3467691"/>
              <a:gd name="connsiteY167" fmla="*/ 289263 h 3564016"/>
              <a:gd name="connsiteX168" fmla="*/ 1733846 w 3467691"/>
              <a:gd name="connsiteY168" fmla="*/ 288974 h 3564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3467691" h="3564016">
                <a:moveTo>
                  <a:pt x="1733846" y="0"/>
                </a:moveTo>
                <a:lnTo>
                  <a:pt x="1772376" y="193"/>
                </a:lnTo>
                <a:cubicBezTo>
                  <a:pt x="1910502" y="1266"/>
                  <a:pt x="2048485" y="9303"/>
                  <a:pt x="2185802" y="24274"/>
                </a:cubicBezTo>
                <a:lnTo>
                  <a:pt x="2251495" y="31980"/>
                </a:lnTo>
                <a:lnTo>
                  <a:pt x="2321042" y="41612"/>
                </a:lnTo>
                <a:lnTo>
                  <a:pt x="2389336" y="52497"/>
                </a:lnTo>
                <a:lnTo>
                  <a:pt x="2423531" y="58469"/>
                </a:lnTo>
                <a:lnTo>
                  <a:pt x="2490766" y="71280"/>
                </a:lnTo>
                <a:cubicBezTo>
                  <a:pt x="3056096" y="185618"/>
                  <a:pt x="3452184" y="430186"/>
                  <a:pt x="3467210" y="751622"/>
                </a:cubicBezTo>
                <a:lnTo>
                  <a:pt x="3467692" y="770598"/>
                </a:lnTo>
                <a:lnTo>
                  <a:pt x="3467692" y="2793419"/>
                </a:lnTo>
                <a:cubicBezTo>
                  <a:pt x="3467692" y="3124198"/>
                  <a:pt x="3067173" y="3376183"/>
                  <a:pt x="2490766" y="3492736"/>
                </a:cubicBezTo>
                <a:lnTo>
                  <a:pt x="2423531" y="3505547"/>
                </a:lnTo>
                <a:lnTo>
                  <a:pt x="2389336" y="3511520"/>
                </a:lnTo>
                <a:lnTo>
                  <a:pt x="2321042" y="3522308"/>
                </a:lnTo>
                <a:lnTo>
                  <a:pt x="2251495" y="3531940"/>
                </a:lnTo>
                <a:cubicBezTo>
                  <a:pt x="2087743" y="3552939"/>
                  <a:pt x="1913877" y="3564017"/>
                  <a:pt x="1733846" y="3564017"/>
                </a:cubicBezTo>
                <a:cubicBezTo>
                  <a:pt x="1553815" y="3564017"/>
                  <a:pt x="1379949" y="3552939"/>
                  <a:pt x="1216197" y="3531940"/>
                </a:cubicBezTo>
                <a:lnTo>
                  <a:pt x="1146650" y="3522308"/>
                </a:lnTo>
                <a:lnTo>
                  <a:pt x="1078356" y="3511520"/>
                </a:lnTo>
                <a:cubicBezTo>
                  <a:pt x="459373" y="3406815"/>
                  <a:pt x="16086" y="3152614"/>
                  <a:pt x="482" y="2812106"/>
                </a:cubicBezTo>
                <a:lnTo>
                  <a:pt x="0" y="2793419"/>
                </a:lnTo>
                <a:lnTo>
                  <a:pt x="0" y="770598"/>
                </a:lnTo>
                <a:lnTo>
                  <a:pt x="482" y="751622"/>
                </a:lnTo>
                <a:cubicBezTo>
                  <a:pt x="15508" y="430186"/>
                  <a:pt x="411596" y="185618"/>
                  <a:pt x="976926" y="71280"/>
                </a:cubicBezTo>
                <a:lnTo>
                  <a:pt x="1044161" y="58469"/>
                </a:lnTo>
                <a:lnTo>
                  <a:pt x="1078356" y="52497"/>
                </a:lnTo>
                <a:lnTo>
                  <a:pt x="1146650" y="41709"/>
                </a:lnTo>
                <a:lnTo>
                  <a:pt x="1216197" y="32076"/>
                </a:lnTo>
                <a:cubicBezTo>
                  <a:pt x="1362471" y="13549"/>
                  <a:pt x="1509652" y="3066"/>
                  <a:pt x="1657075" y="674"/>
                </a:cubicBezTo>
                <a:lnTo>
                  <a:pt x="1733846" y="0"/>
                </a:lnTo>
                <a:close/>
                <a:moveTo>
                  <a:pt x="2389336" y="2451947"/>
                </a:moveTo>
                <a:lnTo>
                  <a:pt x="2321042" y="2462735"/>
                </a:lnTo>
                <a:lnTo>
                  <a:pt x="2251495" y="2472368"/>
                </a:lnTo>
                <a:cubicBezTo>
                  <a:pt x="2087743" y="2493367"/>
                  <a:pt x="1913877" y="2504444"/>
                  <a:pt x="1733846" y="2504444"/>
                </a:cubicBezTo>
                <a:cubicBezTo>
                  <a:pt x="1553815" y="2504444"/>
                  <a:pt x="1379949" y="2493367"/>
                  <a:pt x="1216197" y="2472368"/>
                </a:cubicBezTo>
                <a:lnTo>
                  <a:pt x="1146650" y="2462735"/>
                </a:lnTo>
                <a:lnTo>
                  <a:pt x="1078356" y="2451947"/>
                </a:lnTo>
                <a:cubicBezTo>
                  <a:pt x="755572" y="2397331"/>
                  <a:pt x="480468" y="2302066"/>
                  <a:pt x="288974" y="2175110"/>
                </a:cubicBezTo>
                <a:lnTo>
                  <a:pt x="288974" y="2793419"/>
                </a:lnTo>
                <a:cubicBezTo>
                  <a:pt x="288974" y="2888010"/>
                  <a:pt x="398110" y="2986550"/>
                  <a:pt x="582765" y="3069678"/>
                </a:cubicBezTo>
                <a:lnTo>
                  <a:pt x="626785" y="3088557"/>
                </a:lnTo>
                <a:cubicBezTo>
                  <a:pt x="694694" y="3116492"/>
                  <a:pt x="771272" y="3142403"/>
                  <a:pt x="855268" y="3165425"/>
                </a:cubicBezTo>
                <a:lnTo>
                  <a:pt x="912388" y="3180355"/>
                </a:lnTo>
                <a:cubicBezTo>
                  <a:pt x="970472" y="3194804"/>
                  <a:pt x="1031831" y="3208097"/>
                  <a:pt x="1095694" y="3219656"/>
                </a:cubicBezTo>
                <a:lnTo>
                  <a:pt x="1160617" y="3230733"/>
                </a:lnTo>
                <a:lnTo>
                  <a:pt x="1227178" y="3240654"/>
                </a:lnTo>
                <a:cubicBezTo>
                  <a:pt x="1272161" y="3246916"/>
                  <a:pt x="1318205" y="3252406"/>
                  <a:pt x="1365211" y="3257030"/>
                </a:cubicBezTo>
                <a:lnTo>
                  <a:pt x="1436395" y="3263387"/>
                </a:lnTo>
                <a:lnTo>
                  <a:pt x="1508928" y="3268396"/>
                </a:lnTo>
                <a:lnTo>
                  <a:pt x="1582809" y="3272056"/>
                </a:lnTo>
                <a:cubicBezTo>
                  <a:pt x="1683461" y="3276039"/>
                  <a:pt x="1784231" y="3276039"/>
                  <a:pt x="1884883" y="3272056"/>
                </a:cubicBezTo>
                <a:lnTo>
                  <a:pt x="1958764" y="3268396"/>
                </a:lnTo>
                <a:lnTo>
                  <a:pt x="2031297" y="3263387"/>
                </a:lnTo>
                <a:lnTo>
                  <a:pt x="2102577" y="3257030"/>
                </a:lnTo>
                <a:cubicBezTo>
                  <a:pt x="2149487" y="3252406"/>
                  <a:pt x="2195531" y="3246916"/>
                  <a:pt x="2240514" y="3240654"/>
                </a:cubicBezTo>
                <a:lnTo>
                  <a:pt x="2307075" y="3230733"/>
                </a:lnTo>
                <a:lnTo>
                  <a:pt x="2371998" y="3219656"/>
                </a:lnTo>
                <a:cubicBezTo>
                  <a:pt x="2435957" y="3208097"/>
                  <a:pt x="2497220" y="3194900"/>
                  <a:pt x="2555304" y="3180355"/>
                </a:cubicBezTo>
                <a:lnTo>
                  <a:pt x="2612424" y="3165425"/>
                </a:lnTo>
                <a:cubicBezTo>
                  <a:pt x="2696419" y="3142307"/>
                  <a:pt x="2772998" y="3116492"/>
                  <a:pt x="2840906" y="3088557"/>
                </a:cubicBezTo>
                <a:lnTo>
                  <a:pt x="2884927" y="3069678"/>
                </a:lnTo>
                <a:cubicBezTo>
                  <a:pt x="3062454" y="2989728"/>
                  <a:pt x="3170241" y="2895619"/>
                  <a:pt x="3178236" y="2804303"/>
                </a:cubicBezTo>
                <a:lnTo>
                  <a:pt x="3178718" y="2793419"/>
                </a:lnTo>
                <a:lnTo>
                  <a:pt x="3178718" y="2175013"/>
                </a:lnTo>
                <a:cubicBezTo>
                  <a:pt x="2987320" y="2302066"/>
                  <a:pt x="2712217" y="2397331"/>
                  <a:pt x="2389336" y="2451947"/>
                </a:cubicBezTo>
                <a:close/>
                <a:moveTo>
                  <a:pt x="3178718" y="1211766"/>
                </a:moveTo>
                <a:cubicBezTo>
                  <a:pt x="2996760" y="1332461"/>
                  <a:pt x="2739477" y="1424451"/>
                  <a:pt x="2437306" y="1480223"/>
                </a:cubicBezTo>
                <a:lnTo>
                  <a:pt x="2389144" y="1488699"/>
                </a:lnTo>
                <a:lnTo>
                  <a:pt x="2320946" y="1499488"/>
                </a:lnTo>
                <a:lnTo>
                  <a:pt x="2251399" y="1509120"/>
                </a:lnTo>
                <a:cubicBezTo>
                  <a:pt x="2087647" y="1530119"/>
                  <a:pt x="1913781" y="1541196"/>
                  <a:pt x="1733750" y="1541196"/>
                </a:cubicBezTo>
                <a:cubicBezTo>
                  <a:pt x="1579437" y="1541196"/>
                  <a:pt x="1429652" y="1533105"/>
                  <a:pt x="1286803" y="1517500"/>
                </a:cubicBezTo>
                <a:lnTo>
                  <a:pt x="1216100" y="1509120"/>
                </a:lnTo>
                <a:lnTo>
                  <a:pt x="1146554" y="1499488"/>
                </a:lnTo>
                <a:lnTo>
                  <a:pt x="1078259" y="1488699"/>
                </a:lnTo>
                <a:cubicBezTo>
                  <a:pt x="755475" y="1434083"/>
                  <a:pt x="480372" y="1338818"/>
                  <a:pt x="288878" y="1211862"/>
                </a:cubicBezTo>
                <a:lnTo>
                  <a:pt x="288878" y="1733846"/>
                </a:lnTo>
                <a:cubicBezTo>
                  <a:pt x="288878" y="1828437"/>
                  <a:pt x="398014" y="1926977"/>
                  <a:pt x="582669" y="2010105"/>
                </a:cubicBezTo>
                <a:lnTo>
                  <a:pt x="626689" y="2028985"/>
                </a:lnTo>
                <a:cubicBezTo>
                  <a:pt x="694598" y="2056919"/>
                  <a:pt x="771176" y="2082831"/>
                  <a:pt x="855171" y="2105852"/>
                </a:cubicBezTo>
                <a:lnTo>
                  <a:pt x="912292" y="2120783"/>
                </a:lnTo>
                <a:cubicBezTo>
                  <a:pt x="970376" y="2135231"/>
                  <a:pt x="1031735" y="2148524"/>
                  <a:pt x="1095598" y="2160083"/>
                </a:cubicBezTo>
                <a:lnTo>
                  <a:pt x="1160521" y="2171160"/>
                </a:lnTo>
                <a:lnTo>
                  <a:pt x="1227081" y="2181082"/>
                </a:lnTo>
                <a:cubicBezTo>
                  <a:pt x="1272065" y="2187343"/>
                  <a:pt x="1318108" y="2192833"/>
                  <a:pt x="1365115" y="2197457"/>
                </a:cubicBezTo>
                <a:lnTo>
                  <a:pt x="1436299" y="2203815"/>
                </a:lnTo>
                <a:lnTo>
                  <a:pt x="1508831" y="2208823"/>
                </a:lnTo>
                <a:lnTo>
                  <a:pt x="1582712" y="2212484"/>
                </a:lnTo>
                <a:cubicBezTo>
                  <a:pt x="1683364" y="2216466"/>
                  <a:pt x="1784135" y="2216466"/>
                  <a:pt x="1884787" y="2212484"/>
                </a:cubicBezTo>
                <a:lnTo>
                  <a:pt x="1958668" y="2208823"/>
                </a:lnTo>
                <a:lnTo>
                  <a:pt x="2031200" y="2203815"/>
                </a:lnTo>
                <a:lnTo>
                  <a:pt x="2102481" y="2197457"/>
                </a:lnTo>
                <a:cubicBezTo>
                  <a:pt x="2149391" y="2192833"/>
                  <a:pt x="2195434" y="2187343"/>
                  <a:pt x="2240418" y="2181082"/>
                </a:cubicBezTo>
                <a:lnTo>
                  <a:pt x="2306978" y="2171160"/>
                </a:lnTo>
                <a:lnTo>
                  <a:pt x="2371901" y="2160083"/>
                </a:lnTo>
                <a:cubicBezTo>
                  <a:pt x="2435861" y="2148524"/>
                  <a:pt x="2497123" y="2135328"/>
                  <a:pt x="2555207" y="2120783"/>
                </a:cubicBezTo>
                <a:lnTo>
                  <a:pt x="2612328" y="2105852"/>
                </a:lnTo>
                <a:cubicBezTo>
                  <a:pt x="2696323" y="2082734"/>
                  <a:pt x="2772901" y="2056919"/>
                  <a:pt x="2840810" y="2028985"/>
                </a:cubicBezTo>
                <a:lnTo>
                  <a:pt x="2884831" y="2010105"/>
                </a:lnTo>
                <a:cubicBezTo>
                  <a:pt x="3062357" y="1930156"/>
                  <a:pt x="3170145" y="1836047"/>
                  <a:pt x="3178140" y="1744731"/>
                </a:cubicBezTo>
                <a:lnTo>
                  <a:pt x="3178621" y="1733846"/>
                </a:lnTo>
                <a:lnTo>
                  <a:pt x="3178621" y="1211766"/>
                </a:lnTo>
                <a:close/>
                <a:moveTo>
                  <a:pt x="1733846" y="288974"/>
                </a:moveTo>
                <a:lnTo>
                  <a:pt x="1695701" y="289167"/>
                </a:lnTo>
                <a:lnTo>
                  <a:pt x="1638870" y="290130"/>
                </a:lnTo>
                <a:lnTo>
                  <a:pt x="1582809" y="291960"/>
                </a:lnTo>
                <a:lnTo>
                  <a:pt x="1508928" y="295621"/>
                </a:lnTo>
                <a:lnTo>
                  <a:pt x="1436395" y="300630"/>
                </a:lnTo>
                <a:lnTo>
                  <a:pt x="1365115" y="306987"/>
                </a:lnTo>
                <a:cubicBezTo>
                  <a:pt x="1333809" y="310069"/>
                  <a:pt x="1302985" y="313537"/>
                  <a:pt x="1272547" y="317390"/>
                </a:cubicBezTo>
                <a:lnTo>
                  <a:pt x="1227274" y="323362"/>
                </a:lnTo>
                <a:lnTo>
                  <a:pt x="1160617" y="333284"/>
                </a:lnTo>
                <a:lnTo>
                  <a:pt x="1095694" y="344361"/>
                </a:lnTo>
                <a:cubicBezTo>
                  <a:pt x="1047724" y="353030"/>
                  <a:pt x="1001296" y="362663"/>
                  <a:pt x="956505" y="372970"/>
                </a:cubicBezTo>
                <a:lnTo>
                  <a:pt x="912388" y="383565"/>
                </a:lnTo>
                <a:lnTo>
                  <a:pt x="855268" y="398592"/>
                </a:lnTo>
                <a:cubicBezTo>
                  <a:pt x="785336" y="417857"/>
                  <a:pt x="720413" y="439048"/>
                  <a:pt x="661462" y="461685"/>
                </a:cubicBezTo>
                <a:lnTo>
                  <a:pt x="626785" y="475459"/>
                </a:lnTo>
                <a:lnTo>
                  <a:pt x="582765" y="494339"/>
                </a:lnTo>
                <a:cubicBezTo>
                  <a:pt x="398110" y="577467"/>
                  <a:pt x="288974" y="676007"/>
                  <a:pt x="288974" y="770598"/>
                </a:cubicBezTo>
                <a:cubicBezTo>
                  <a:pt x="288974" y="861143"/>
                  <a:pt x="388863" y="955156"/>
                  <a:pt x="559165" y="1035973"/>
                </a:cubicBezTo>
                <a:lnTo>
                  <a:pt x="582765" y="1046858"/>
                </a:lnTo>
                <a:lnTo>
                  <a:pt x="626785" y="1065737"/>
                </a:lnTo>
                <a:cubicBezTo>
                  <a:pt x="683328" y="1089048"/>
                  <a:pt x="745939" y="1110914"/>
                  <a:pt x="813944" y="1130853"/>
                </a:cubicBezTo>
                <a:lnTo>
                  <a:pt x="855364" y="1142604"/>
                </a:lnTo>
                <a:lnTo>
                  <a:pt x="912388" y="1157535"/>
                </a:lnTo>
                <a:cubicBezTo>
                  <a:pt x="955927" y="1168420"/>
                  <a:pt x="1001296" y="1178534"/>
                  <a:pt x="1048206" y="1187877"/>
                </a:cubicBezTo>
                <a:lnTo>
                  <a:pt x="1095694" y="1196835"/>
                </a:lnTo>
                <a:lnTo>
                  <a:pt x="1160617" y="1207913"/>
                </a:lnTo>
                <a:lnTo>
                  <a:pt x="1227178" y="1217834"/>
                </a:lnTo>
                <a:cubicBezTo>
                  <a:pt x="1257135" y="1222072"/>
                  <a:pt x="1287573" y="1225829"/>
                  <a:pt x="1318494" y="1229393"/>
                </a:cubicBezTo>
                <a:lnTo>
                  <a:pt x="1365211" y="1234209"/>
                </a:lnTo>
                <a:lnTo>
                  <a:pt x="1436395" y="1240567"/>
                </a:lnTo>
                <a:lnTo>
                  <a:pt x="1508928" y="1245576"/>
                </a:lnTo>
                <a:lnTo>
                  <a:pt x="1582809" y="1249236"/>
                </a:lnTo>
                <a:cubicBezTo>
                  <a:pt x="1666859" y="1252559"/>
                  <a:pt x="1750997" y="1253106"/>
                  <a:pt x="1835083" y="1250874"/>
                </a:cubicBezTo>
                <a:lnTo>
                  <a:pt x="1884883" y="1249236"/>
                </a:lnTo>
                <a:lnTo>
                  <a:pt x="1958764" y="1245576"/>
                </a:lnTo>
                <a:lnTo>
                  <a:pt x="2031297" y="1240567"/>
                </a:lnTo>
                <a:lnTo>
                  <a:pt x="2102577" y="1234209"/>
                </a:lnTo>
                <a:cubicBezTo>
                  <a:pt x="2133883" y="1231127"/>
                  <a:pt x="2164707" y="1227659"/>
                  <a:pt x="2195145" y="1223806"/>
                </a:cubicBezTo>
                <a:lnTo>
                  <a:pt x="2240418" y="1217834"/>
                </a:lnTo>
                <a:lnTo>
                  <a:pt x="2307075" y="1207913"/>
                </a:lnTo>
                <a:lnTo>
                  <a:pt x="2371998" y="1196835"/>
                </a:lnTo>
                <a:cubicBezTo>
                  <a:pt x="2419967" y="1188166"/>
                  <a:pt x="2466396" y="1178534"/>
                  <a:pt x="2511187" y="1168227"/>
                </a:cubicBezTo>
                <a:lnTo>
                  <a:pt x="2555304" y="1157631"/>
                </a:lnTo>
                <a:lnTo>
                  <a:pt x="2612424" y="1142604"/>
                </a:lnTo>
                <a:cubicBezTo>
                  <a:pt x="2682356" y="1123340"/>
                  <a:pt x="2747279" y="1102148"/>
                  <a:pt x="2806230" y="1079512"/>
                </a:cubicBezTo>
                <a:lnTo>
                  <a:pt x="2840906" y="1065737"/>
                </a:lnTo>
                <a:lnTo>
                  <a:pt x="2884927" y="1046858"/>
                </a:lnTo>
                <a:cubicBezTo>
                  <a:pt x="3069581" y="963729"/>
                  <a:pt x="3178718" y="865189"/>
                  <a:pt x="3178718" y="770598"/>
                </a:cubicBezTo>
                <a:cubicBezTo>
                  <a:pt x="3178718" y="680053"/>
                  <a:pt x="3078829" y="586040"/>
                  <a:pt x="2908527" y="505223"/>
                </a:cubicBezTo>
                <a:lnTo>
                  <a:pt x="2884927" y="494339"/>
                </a:lnTo>
                <a:lnTo>
                  <a:pt x="2840906" y="475459"/>
                </a:lnTo>
                <a:cubicBezTo>
                  <a:pt x="2779685" y="450541"/>
                  <a:pt x="2717215" y="428807"/>
                  <a:pt x="2653747" y="410344"/>
                </a:cubicBezTo>
                <a:lnTo>
                  <a:pt x="2612328" y="398592"/>
                </a:lnTo>
                <a:lnTo>
                  <a:pt x="2555304" y="383662"/>
                </a:lnTo>
                <a:cubicBezTo>
                  <a:pt x="2510288" y="372430"/>
                  <a:pt x="2465001" y="362313"/>
                  <a:pt x="2419486" y="353319"/>
                </a:cubicBezTo>
                <a:lnTo>
                  <a:pt x="2371998" y="344361"/>
                </a:lnTo>
                <a:lnTo>
                  <a:pt x="2307075" y="333284"/>
                </a:lnTo>
                <a:lnTo>
                  <a:pt x="2240514" y="323362"/>
                </a:lnTo>
                <a:cubicBezTo>
                  <a:pt x="2210128" y="319104"/>
                  <a:pt x="2179687" y="315251"/>
                  <a:pt x="2149198" y="311803"/>
                </a:cubicBezTo>
                <a:lnTo>
                  <a:pt x="2102481" y="306987"/>
                </a:lnTo>
                <a:lnTo>
                  <a:pt x="2031297" y="300630"/>
                </a:lnTo>
                <a:lnTo>
                  <a:pt x="1958764" y="295621"/>
                </a:lnTo>
                <a:lnTo>
                  <a:pt x="1884883" y="291960"/>
                </a:lnTo>
                <a:cubicBezTo>
                  <a:pt x="1851844" y="290612"/>
                  <a:pt x="1818419" y="289745"/>
                  <a:pt x="1784705" y="289263"/>
                </a:cubicBezTo>
                <a:lnTo>
                  <a:pt x="1733846" y="288974"/>
                </a:lnTo>
                <a:close/>
              </a:path>
            </a:pathLst>
          </a:custGeom>
          <a:solidFill>
            <a:schemeClr val="accent2"/>
          </a:solidFill>
          <a:ln w="4511" cap="flat">
            <a:noFill/>
            <a:prstDash val="solid"/>
            <a:miter/>
          </a:ln>
        </p:spPr>
        <p:txBody>
          <a:bodyPr rtlCol="0" anchor="ctr"/>
          <a:lstStyle/>
          <a:p>
            <a:endParaRPr lang="zh-CN" altLang="en-US"/>
          </a:p>
        </p:txBody>
      </p:sp>
      <p:grpSp>
        <p:nvGrpSpPr>
          <p:cNvPr id="1233" name="组合 1232">
            <a:extLst>
              <a:ext uri="{FF2B5EF4-FFF2-40B4-BE49-F238E27FC236}">
                <a16:creationId xmlns:a16="http://schemas.microsoft.com/office/drawing/2014/main" id="{BF2DF3FC-F765-2FCE-C501-200CA4315CBC}"/>
              </a:ext>
            </a:extLst>
          </p:cNvPr>
          <p:cNvGrpSpPr/>
          <p:nvPr/>
        </p:nvGrpSpPr>
        <p:grpSpPr>
          <a:xfrm>
            <a:off x="4842728" y="4093315"/>
            <a:ext cx="252146" cy="252042"/>
            <a:chOff x="4758035" y="4581398"/>
            <a:chExt cx="211682" cy="211595"/>
          </a:xfrm>
        </p:grpSpPr>
        <p:sp>
          <p:nvSpPr>
            <p:cNvPr id="1228" name="任意多边形: 形状 1227">
              <a:extLst>
                <a:ext uri="{FF2B5EF4-FFF2-40B4-BE49-F238E27FC236}">
                  <a16:creationId xmlns:a16="http://schemas.microsoft.com/office/drawing/2014/main" id="{889D02C9-A564-F21E-116F-26507785C0BF}"/>
                </a:ext>
              </a:extLst>
            </p:cNvPr>
            <p:cNvSpPr/>
            <p:nvPr/>
          </p:nvSpPr>
          <p:spPr>
            <a:xfrm>
              <a:off x="4758035" y="4594536"/>
              <a:ext cx="211682" cy="198457"/>
            </a:xfrm>
            <a:custGeom>
              <a:avLst/>
              <a:gdLst>
                <a:gd name="connsiteX0" fmla="*/ 13311 w 211682"/>
                <a:gd name="connsiteY0" fmla="*/ 198457 h 198457"/>
                <a:gd name="connsiteX1" fmla="*/ 87 w 211682"/>
                <a:gd name="connsiteY1" fmla="*/ 185233 h 198457"/>
                <a:gd name="connsiteX2" fmla="*/ 87 w 211682"/>
                <a:gd name="connsiteY2" fmla="*/ 132334 h 198457"/>
                <a:gd name="connsiteX3" fmla="*/ 13311 w 211682"/>
                <a:gd name="connsiteY3" fmla="*/ 119109 h 198457"/>
                <a:gd name="connsiteX4" fmla="*/ 26536 w 211682"/>
                <a:gd name="connsiteY4" fmla="*/ 132334 h 198457"/>
                <a:gd name="connsiteX5" fmla="*/ 26536 w 211682"/>
                <a:gd name="connsiteY5" fmla="*/ 185233 h 198457"/>
                <a:gd name="connsiteX6" fmla="*/ 13311 w 211682"/>
                <a:gd name="connsiteY6" fmla="*/ 198457 h 198457"/>
                <a:gd name="connsiteX7" fmla="*/ 74806 w 211682"/>
                <a:gd name="connsiteY7" fmla="*/ 198457 h 198457"/>
                <a:gd name="connsiteX8" fmla="*/ 61582 w 211682"/>
                <a:gd name="connsiteY8" fmla="*/ 185233 h 198457"/>
                <a:gd name="connsiteX9" fmla="*/ 61582 w 211682"/>
                <a:gd name="connsiteY9" fmla="*/ 86047 h 198457"/>
                <a:gd name="connsiteX10" fmla="*/ 74806 w 211682"/>
                <a:gd name="connsiteY10" fmla="*/ 72823 h 198457"/>
                <a:gd name="connsiteX11" fmla="*/ 88031 w 211682"/>
                <a:gd name="connsiteY11" fmla="*/ 86047 h 198457"/>
                <a:gd name="connsiteX12" fmla="*/ 88031 w 211682"/>
                <a:gd name="connsiteY12" fmla="*/ 185233 h 198457"/>
                <a:gd name="connsiteX13" fmla="*/ 74806 w 211682"/>
                <a:gd name="connsiteY13" fmla="*/ 198457 h 198457"/>
                <a:gd name="connsiteX14" fmla="*/ 136963 w 211682"/>
                <a:gd name="connsiteY14" fmla="*/ 198457 h 198457"/>
                <a:gd name="connsiteX15" fmla="*/ 123738 w 211682"/>
                <a:gd name="connsiteY15" fmla="*/ 185233 h 198457"/>
                <a:gd name="connsiteX16" fmla="*/ 123738 w 211682"/>
                <a:gd name="connsiteY16" fmla="*/ 112497 h 198457"/>
                <a:gd name="connsiteX17" fmla="*/ 136963 w 211682"/>
                <a:gd name="connsiteY17" fmla="*/ 99272 h 198457"/>
                <a:gd name="connsiteX18" fmla="*/ 150187 w 211682"/>
                <a:gd name="connsiteY18" fmla="*/ 112497 h 198457"/>
                <a:gd name="connsiteX19" fmla="*/ 150187 w 211682"/>
                <a:gd name="connsiteY19" fmla="*/ 185233 h 198457"/>
                <a:gd name="connsiteX20" fmla="*/ 136963 w 211682"/>
                <a:gd name="connsiteY20" fmla="*/ 198457 h 198457"/>
                <a:gd name="connsiteX21" fmla="*/ 198457 w 211682"/>
                <a:gd name="connsiteY21" fmla="*/ 198457 h 198457"/>
                <a:gd name="connsiteX22" fmla="*/ 185233 w 211682"/>
                <a:gd name="connsiteY22" fmla="*/ 185233 h 198457"/>
                <a:gd name="connsiteX23" fmla="*/ 185233 w 211682"/>
                <a:gd name="connsiteY23" fmla="*/ 92660 h 198457"/>
                <a:gd name="connsiteX24" fmla="*/ 198457 w 211682"/>
                <a:gd name="connsiteY24" fmla="*/ 79435 h 198457"/>
                <a:gd name="connsiteX25" fmla="*/ 211682 w 211682"/>
                <a:gd name="connsiteY25" fmla="*/ 92660 h 198457"/>
                <a:gd name="connsiteX26" fmla="*/ 211682 w 211682"/>
                <a:gd name="connsiteY26" fmla="*/ 185233 h 198457"/>
                <a:gd name="connsiteX27" fmla="*/ 198457 w 211682"/>
                <a:gd name="connsiteY27" fmla="*/ 198457 h 198457"/>
                <a:gd name="connsiteX28" fmla="*/ 13311 w 211682"/>
                <a:gd name="connsiteY28" fmla="*/ 92660 h 198457"/>
                <a:gd name="connsiteX29" fmla="*/ 3393 w 211682"/>
                <a:gd name="connsiteY29" fmla="*/ 88031 h 198457"/>
                <a:gd name="connsiteX30" fmla="*/ 4054 w 211682"/>
                <a:gd name="connsiteY30" fmla="*/ 69517 h 198457"/>
                <a:gd name="connsiteX31" fmla="*/ 76790 w 211682"/>
                <a:gd name="connsiteY31" fmla="*/ 3393 h 198457"/>
                <a:gd name="connsiteX32" fmla="*/ 95305 w 211682"/>
                <a:gd name="connsiteY32" fmla="*/ 4054 h 198457"/>
                <a:gd name="connsiteX33" fmla="*/ 94643 w 211682"/>
                <a:gd name="connsiteY33" fmla="*/ 22569 h 198457"/>
                <a:gd name="connsiteX34" fmla="*/ 21908 w 211682"/>
                <a:gd name="connsiteY34" fmla="*/ 88692 h 198457"/>
                <a:gd name="connsiteX35" fmla="*/ 13311 w 211682"/>
                <a:gd name="connsiteY35" fmla="*/ 92660 h 198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1682" h="198457">
                  <a:moveTo>
                    <a:pt x="13311" y="198457"/>
                  </a:moveTo>
                  <a:cubicBezTo>
                    <a:pt x="6038" y="198457"/>
                    <a:pt x="87" y="192506"/>
                    <a:pt x="87" y="185233"/>
                  </a:cubicBezTo>
                  <a:lnTo>
                    <a:pt x="87" y="132334"/>
                  </a:lnTo>
                  <a:cubicBezTo>
                    <a:pt x="87" y="125060"/>
                    <a:pt x="6038" y="119109"/>
                    <a:pt x="13311" y="119109"/>
                  </a:cubicBezTo>
                  <a:cubicBezTo>
                    <a:pt x="20585" y="119109"/>
                    <a:pt x="26536" y="125060"/>
                    <a:pt x="26536" y="132334"/>
                  </a:cubicBezTo>
                  <a:lnTo>
                    <a:pt x="26536" y="185233"/>
                  </a:lnTo>
                  <a:cubicBezTo>
                    <a:pt x="26536" y="192506"/>
                    <a:pt x="20585" y="198457"/>
                    <a:pt x="13311" y="198457"/>
                  </a:cubicBezTo>
                  <a:close/>
                  <a:moveTo>
                    <a:pt x="74806" y="198457"/>
                  </a:moveTo>
                  <a:cubicBezTo>
                    <a:pt x="67533" y="198457"/>
                    <a:pt x="61582" y="192506"/>
                    <a:pt x="61582" y="185233"/>
                  </a:cubicBezTo>
                  <a:lnTo>
                    <a:pt x="61582" y="86047"/>
                  </a:lnTo>
                  <a:cubicBezTo>
                    <a:pt x="61582" y="78774"/>
                    <a:pt x="67533" y="72823"/>
                    <a:pt x="74806" y="72823"/>
                  </a:cubicBezTo>
                  <a:cubicBezTo>
                    <a:pt x="82080" y="72823"/>
                    <a:pt x="88031" y="78774"/>
                    <a:pt x="88031" y="86047"/>
                  </a:cubicBezTo>
                  <a:lnTo>
                    <a:pt x="88031" y="185233"/>
                  </a:lnTo>
                  <a:cubicBezTo>
                    <a:pt x="88031" y="192506"/>
                    <a:pt x="82080" y="198457"/>
                    <a:pt x="74806" y="198457"/>
                  </a:cubicBezTo>
                  <a:close/>
                  <a:moveTo>
                    <a:pt x="136963" y="198457"/>
                  </a:moveTo>
                  <a:cubicBezTo>
                    <a:pt x="129689" y="198457"/>
                    <a:pt x="123738" y="192506"/>
                    <a:pt x="123738" y="185233"/>
                  </a:cubicBezTo>
                  <a:lnTo>
                    <a:pt x="123738" y="112497"/>
                  </a:lnTo>
                  <a:cubicBezTo>
                    <a:pt x="123738" y="105223"/>
                    <a:pt x="129689" y="99272"/>
                    <a:pt x="136963" y="99272"/>
                  </a:cubicBezTo>
                  <a:cubicBezTo>
                    <a:pt x="144236" y="99272"/>
                    <a:pt x="150187" y="105223"/>
                    <a:pt x="150187" y="112497"/>
                  </a:cubicBezTo>
                  <a:lnTo>
                    <a:pt x="150187" y="185233"/>
                  </a:lnTo>
                  <a:cubicBezTo>
                    <a:pt x="150187" y="192506"/>
                    <a:pt x="144236" y="198457"/>
                    <a:pt x="136963" y="198457"/>
                  </a:cubicBezTo>
                  <a:close/>
                  <a:moveTo>
                    <a:pt x="198457" y="198457"/>
                  </a:moveTo>
                  <a:cubicBezTo>
                    <a:pt x="191184" y="198457"/>
                    <a:pt x="185233" y="192506"/>
                    <a:pt x="185233" y="185233"/>
                  </a:cubicBezTo>
                  <a:lnTo>
                    <a:pt x="185233" y="92660"/>
                  </a:lnTo>
                  <a:cubicBezTo>
                    <a:pt x="185233" y="85386"/>
                    <a:pt x="191184" y="79435"/>
                    <a:pt x="198457" y="79435"/>
                  </a:cubicBezTo>
                  <a:cubicBezTo>
                    <a:pt x="205731" y="79435"/>
                    <a:pt x="211682" y="85386"/>
                    <a:pt x="211682" y="92660"/>
                  </a:cubicBezTo>
                  <a:lnTo>
                    <a:pt x="211682" y="185233"/>
                  </a:lnTo>
                  <a:cubicBezTo>
                    <a:pt x="211682" y="192506"/>
                    <a:pt x="205731" y="198457"/>
                    <a:pt x="198457" y="198457"/>
                  </a:cubicBezTo>
                  <a:close/>
                  <a:moveTo>
                    <a:pt x="13311" y="92660"/>
                  </a:moveTo>
                  <a:cubicBezTo>
                    <a:pt x="10005" y="92660"/>
                    <a:pt x="6038" y="91337"/>
                    <a:pt x="3393" y="88031"/>
                  </a:cubicBezTo>
                  <a:cubicBezTo>
                    <a:pt x="-1236" y="82741"/>
                    <a:pt x="-1236" y="74145"/>
                    <a:pt x="4054" y="69517"/>
                  </a:cubicBezTo>
                  <a:lnTo>
                    <a:pt x="76790" y="3393"/>
                  </a:lnTo>
                  <a:cubicBezTo>
                    <a:pt x="82080" y="-1236"/>
                    <a:pt x="90676" y="-1236"/>
                    <a:pt x="95305" y="4054"/>
                  </a:cubicBezTo>
                  <a:cubicBezTo>
                    <a:pt x="99933" y="9344"/>
                    <a:pt x="99933" y="17940"/>
                    <a:pt x="94643" y="22569"/>
                  </a:cubicBezTo>
                  <a:lnTo>
                    <a:pt x="21908" y="88692"/>
                  </a:lnTo>
                  <a:cubicBezTo>
                    <a:pt x="19924" y="91337"/>
                    <a:pt x="16618" y="92660"/>
                    <a:pt x="13311" y="92660"/>
                  </a:cubicBezTo>
                  <a:close/>
                </a:path>
              </a:pathLst>
            </a:custGeom>
            <a:solidFill>
              <a:schemeClr val="accent1"/>
            </a:solidFill>
            <a:ln w="307" cap="flat">
              <a:noFill/>
              <a:prstDash val="solid"/>
              <a:miter/>
            </a:ln>
          </p:spPr>
          <p:txBody>
            <a:bodyPr rtlCol="0" anchor="ctr"/>
            <a:lstStyle/>
            <a:p>
              <a:endParaRPr lang="zh-CN" altLang="en-US"/>
            </a:p>
          </p:txBody>
        </p:sp>
        <p:sp>
          <p:nvSpPr>
            <p:cNvPr id="1229" name="任意多边形: 形状 1228">
              <a:extLst>
                <a:ext uri="{FF2B5EF4-FFF2-40B4-BE49-F238E27FC236}">
                  <a16:creationId xmlns:a16="http://schemas.microsoft.com/office/drawing/2014/main" id="{9609FB7C-4C6E-7E5E-1093-A09482FB1188}"/>
                </a:ext>
              </a:extLst>
            </p:cNvPr>
            <p:cNvSpPr/>
            <p:nvPr/>
          </p:nvSpPr>
          <p:spPr>
            <a:xfrm>
              <a:off x="4831068" y="4594834"/>
              <a:ext cx="78926" cy="72525"/>
            </a:xfrm>
            <a:custGeom>
              <a:avLst/>
              <a:gdLst>
                <a:gd name="connsiteX0" fmla="*/ 65913 w 78926"/>
                <a:gd name="connsiteY0" fmla="*/ 72525 h 72525"/>
                <a:gd name="connsiteX1" fmla="*/ 57317 w 78926"/>
                <a:gd name="connsiteY1" fmla="*/ 69219 h 72525"/>
                <a:gd name="connsiteX2" fmla="*/ 4418 w 78926"/>
                <a:gd name="connsiteY2" fmla="*/ 22932 h 72525"/>
                <a:gd name="connsiteX3" fmla="*/ 3095 w 78926"/>
                <a:gd name="connsiteY3" fmla="*/ 4418 h 72525"/>
                <a:gd name="connsiteX4" fmla="*/ 21610 w 78926"/>
                <a:gd name="connsiteY4" fmla="*/ 3095 h 72525"/>
                <a:gd name="connsiteX5" fmla="*/ 74509 w 78926"/>
                <a:gd name="connsiteY5" fmla="*/ 49382 h 72525"/>
                <a:gd name="connsiteX6" fmla="*/ 75831 w 78926"/>
                <a:gd name="connsiteY6" fmla="*/ 67896 h 72525"/>
                <a:gd name="connsiteX7" fmla="*/ 65913 w 78926"/>
                <a:gd name="connsiteY7" fmla="*/ 72525 h 7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926" h="72525">
                  <a:moveTo>
                    <a:pt x="65913" y="72525"/>
                  </a:moveTo>
                  <a:cubicBezTo>
                    <a:pt x="62607" y="72525"/>
                    <a:pt x="59962" y="71203"/>
                    <a:pt x="57317" y="69219"/>
                  </a:cubicBezTo>
                  <a:lnTo>
                    <a:pt x="4418" y="22932"/>
                  </a:lnTo>
                  <a:cubicBezTo>
                    <a:pt x="-872" y="18304"/>
                    <a:pt x="-1533" y="9708"/>
                    <a:pt x="3095" y="4418"/>
                  </a:cubicBezTo>
                  <a:cubicBezTo>
                    <a:pt x="7724" y="-872"/>
                    <a:pt x="16320" y="-1533"/>
                    <a:pt x="21610" y="3095"/>
                  </a:cubicBezTo>
                  <a:lnTo>
                    <a:pt x="74509" y="49382"/>
                  </a:lnTo>
                  <a:cubicBezTo>
                    <a:pt x="79799" y="54010"/>
                    <a:pt x="80460" y="62607"/>
                    <a:pt x="75831" y="67896"/>
                  </a:cubicBezTo>
                  <a:cubicBezTo>
                    <a:pt x="73186" y="71203"/>
                    <a:pt x="69880" y="72525"/>
                    <a:pt x="65913" y="72525"/>
                  </a:cubicBezTo>
                  <a:close/>
                </a:path>
              </a:pathLst>
            </a:custGeom>
            <a:solidFill>
              <a:schemeClr val="accent1"/>
            </a:solidFill>
            <a:ln w="307" cap="flat">
              <a:noFill/>
              <a:prstDash val="solid"/>
              <a:miter/>
            </a:ln>
          </p:spPr>
          <p:txBody>
            <a:bodyPr rtlCol="0" anchor="ctr"/>
            <a:lstStyle/>
            <a:p>
              <a:endParaRPr lang="zh-CN" altLang="en-US"/>
            </a:p>
          </p:txBody>
        </p:sp>
        <p:sp>
          <p:nvSpPr>
            <p:cNvPr id="1230" name="任意多边形: 形状 1229">
              <a:extLst>
                <a:ext uri="{FF2B5EF4-FFF2-40B4-BE49-F238E27FC236}">
                  <a16:creationId xmlns:a16="http://schemas.microsoft.com/office/drawing/2014/main" id="{7DF4D5B2-1230-AD15-547C-FA98FE6AE5D8}"/>
                </a:ext>
              </a:extLst>
            </p:cNvPr>
            <p:cNvSpPr/>
            <p:nvPr/>
          </p:nvSpPr>
          <p:spPr>
            <a:xfrm>
              <a:off x="4883756" y="4581398"/>
              <a:ext cx="85960" cy="85960"/>
            </a:xfrm>
            <a:custGeom>
              <a:avLst/>
              <a:gdLst>
                <a:gd name="connsiteX0" fmla="*/ 13225 w 85960"/>
                <a:gd name="connsiteY0" fmla="*/ 85961 h 85960"/>
                <a:gd name="connsiteX1" fmla="*/ 3967 w 85960"/>
                <a:gd name="connsiteY1" fmla="*/ 81993 h 85960"/>
                <a:gd name="connsiteX2" fmla="*/ 3967 w 85960"/>
                <a:gd name="connsiteY2" fmla="*/ 63479 h 85960"/>
                <a:gd name="connsiteX3" fmla="*/ 63479 w 85960"/>
                <a:gd name="connsiteY3" fmla="*/ 3967 h 85960"/>
                <a:gd name="connsiteX4" fmla="*/ 81993 w 85960"/>
                <a:gd name="connsiteY4" fmla="*/ 3967 h 85960"/>
                <a:gd name="connsiteX5" fmla="*/ 81993 w 85960"/>
                <a:gd name="connsiteY5" fmla="*/ 22482 h 85960"/>
                <a:gd name="connsiteX6" fmla="*/ 22482 w 85960"/>
                <a:gd name="connsiteY6" fmla="*/ 81993 h 85960"/>
                <a:gd name="connsiteX7" fmla="*/ 13225 w 85960"/>
                <a:gd name="connsiteY7" fmla="*/ 85961 h 8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960" h="85960">
                  <a:moveTo>
                    <a:pt x="13225" y="85961"/>
                  </a:moveTo>
                  <a:cubicBezTo>
                    <a:pt x="9919" y="85961"/>
                    <a:pt x="6612" y="84638"/>
                    <a:pt x="3967" y="81993"/>
                  </a:cubicBezTo>
                  <a:cubicBezTo>
                    <a:pt x="-1322" y="76703"/>
                    <a:pt x="-1322" y="68768"/>
                    <a:pt x="3967" y="63479"/>
                  </a:cubicBezTo>
                  <a:lnTo>
                    <a:pt x="63479" y="3967"/>
                  </a:lnTo>
                  <a:cubicBezTo>
                    <a:pt x="68768" y="-1322"/>
                    <a:pt x="76703" y="-1322"/>
                    <a:pt x="81993" y="3967"/>
                  </a:cubicBezTo>
                  <a:cubicBezTo>
                    <a:pt x="87283" y="9257"/>
                    <a:pt x="87283" y="17192"/>
                    <a:pt x="81993" y="22482"/>
                  </a:cubicBezTo>
                  <a:lnTo>
                    <a:pt x="22482" y="81993"/>
                  </a:lnTo>
                  <a:cubicBezTo>
                    <a:pt x="19837" y="84638"/>
                    <a:pt x="16531" y="85961"/>
                    <a:pt x="13225" y="85961"/>
                  </a:cubicBezTo>
                  <a:close/>
                </a:path>
              </a:pathLst>
            </a:custGeom>
            <a:solidFill>
              <a:schemeClr val="accent1"/>
            </a:solidFill>
            <a:ln w="307" cap="flat">
              <a:noFill/>
              <a:prstDash val="solid"/>
              <a:miter/>
            </a:ln>
          </p:spPr>
          <p:txBody>
            <a:bodyPr rtlCol="0" anchor="ctr"/>
            <a:lstStyle/>
            <a:p>
              <a:endParaRPr lang="zh-CN" altLang="en-US"/>
            </a:p>
          </p:txBody>
        </p:sp>
        <p:sp>
          <p:nvSpPr>
            <p:cNvPr id="1231" name="任意多边形: 形状 1230">
              <a:extLst>
                <a:ext uri="{FF2B5EF4-FFF2-40B4-BE49-F238E27FC236}">
                  <a16:creationId xmlns:a16="http://schemas.microsoft.com/office/drawing/2014/main" id="{DD53347C-711B-0437-6159-8E268D46E393}"/>
                </a:ext>
              </a:extLst>
            </p:cNvPr>
            <p:cNvSpPr/>
            <p:nvPr/>
          </p:nvSpPr>
          <p:spPr>
            <a:xfrm>
              <a:off x="4903593" y="4581398"/>
              <a:ext cx="66123" cy="26449"/>
            </a:xfrm>
            <a:custGeom>
              <a:avLst/>
              <a:gdLst>
                <a:gd name="connsiteX0" fmla="*/ 52899 w 66123"/>
                <a:gd name="connsiteY0" fmla="*/ 26449 h 26449"/>
                <a:gd name="connsiteX1" fmla="*/ 13225 w 66123"/>
                <a:gd name="connsiteY1" fmla="*/ 26449 h 26449"/>
                <a:gd name="connsiteX2" fmla="*/ 0 w 66123"/>
                <a:gd name="connsiteY2" fmla="*/ 13225 h 26449"/>
                <a:gd name="connsiteX3" fmla="*/ 13225 w 66123"/>
                <a:gd name="connsiteY3" fmla="*/ 0 h 26449"/>
                <a:gd name="connsiteX4" fmla="*/ 52899 w 66123"/>
                <a:gd name="connsiteY4" fmla="*/ 0 h 26449"/>
                <a:gd name="connsiteX5" fmla="*/ 66124 w 66123"/>
                <a:gd name="connsiteY5" fmla="*/ 13225 h 26449"/>
                <a:gd name="connsiteX6" fmla="*/ 52899 w 66123"/>
                <a:gd name="connsiteY6" fmla="*/ 26449 h 2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23" h="26449">
                  <a:moveTo>
                    <a:pt x="52899" y="26449"/>
                  </a:moveTo>
                  <a:lnTo>
                    <a:pt x="13225" y="26449"/>
                  </a:lnTo>
                  <a:cubicBezTo>
                    <a:pt x="5951" y="26449"/>
                    <a:pt x="0" y="20498"/>
                    <a:pt x="0" y="13225"/>
                  </a:cubicBezTo>
                  <a:cubicBezTo>
                    <a:pt x="0" y="5951"/>
                    <a:pt x="5951" y="0"/>
                    <a:pt x="13225" y="0"/>
                  </a:cubicBezTo>
                  <a:lnTo>
                    <a:pt x="52899" y="0"/>
                  </a:lnTo>
                  <a:cubicBezTo>
                    <a:pt x="60172" y="0"/>
                    <a:pt x="66124" y="5951"/>
                    <a:pt x="66124" y="13225"/>
                  </a:cubicBezTo>
                  <a:cubicBezTo>
                    <a:pt x="66124" y="20498"/>
                    <a:pt x="60172" y="26449"/>
                    <a:pt x="52899" y="26449"/>
                  </a:cubicBezTo>
                  <a:close/>
                </a:path>
              </a:pathLst>
            </a:custGeom>
            <a:solidFill>
              <a:schemeClr val="accent1"/>
            </a:solidFill>
            <a:ln w="307" cap="flat">
              <a:noFill/>
              <a:prstDash val="solid"/>
              <a:miter/>
            </a:ln>
          </p:spPr>
          <p:txBody>
            <a:bodyPr rtlCol="0" anchor="ctr"/>
            <a:lstStyle/>
            <a:p>
              <a:endParaRPr lang="zh-CN" altLang="en-US"/>
            </a:p>
          </p:txBody>
        </p:sp>
        <p:sp>
          <p:nvSpPr>
            <p:cNvPr id="1232" name="任意多边形: 形状 1231">
              <a:extLst>
                <a:ext uri="{FF2B5EF4-FFF2-40B4-BE49-F238E27FC236}">
                  <a16:creationId xmlns:a16="http://schemas.microsoft.com/office/drawing/2014/main" id="{0D94603C-902F-4433-2910-07E037A8FADF}"/>
                </a:ext>
              </a:extLst>
            </p:cNvPr>
            <p:cNvSpPr/>
            <p:nvPr/>
          </p:nvSpPr>
          <p:spPr>
            <a:xfrm>
              <a:off x="4943267" y="4581398"/>
              <a:ext cx="26449" cy="66123"/>
            </a:xfrm>
            <a:custGeom>
              <a:avLst/>
              <a:gdLst>
                <a:gd name="connsiteX0" fmla="*/ 13225 w 26449"/>
                <a:gd name="connsiteY0" fmla="*/ 66124 h 66123"/>
                <a:gd name="connsiteX1" fmla="*/ 0 w 26449"/>
                <a:gd name="connsiteY1" fmla="*/ 52899 h 66123"/>
                <a:gd name="connsiteX2" fmla="*/ 0 w 26449"/>
                <a:gd name="connsiteY2" fmla="*/ 13225 h 66123"/>
                <a:gd name="connsiteX3" fmla="*/ 13225 w 26449"/>
                <a:gd name="connsiteY3" fmla="*/ 0 h 66123"/>
                <a:gd name="connsiteX4" fmla="*/ 26449 w 26449"/>
                <a:gd name="connsiteY4" fmla="*/ 13225 h 66123"/>
                <a:gd name="connsiteX5" fmla="*/ 26449 w 26449"/>
                <a:gd name="connsiteY5" fmla="*/ 52899 h 66123"/>
                <a:gd name="connsiteX6" fmla="*/ 13225 w 26449"/>
                <a:gd name="connsiteY6" fmla="*/ 66124 h 66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49" h="66123">
                  <a:moveTo>
                    <a:pt x="13225" y="66124"/>
                  </a:moveTo>
                  <a:cubicBezTo>
                    <a:pt x="5951" y="66124"/>
                    <a:pt x="0" y="60172"/>
                    <a:pt x="0" y="52899"/>
                  </a:cubicBezTo>
                  <a:lnTo>
                    <a:pt x="0" y="13225"/>
                  </a:lnTo>
                  <a:cubicBezTo>
                    <a:pt x="0" y="5951"/>
                    <a:pt x="5951" y="0"/>
                    <a:pt x="13225" y="0"/>
                  </a:cubicBezTo>
                  <a:cubicBezTo>
                    <a:pt x="20498" y="0"/>
                    <a:pt x="26449" y="5951"/>
                    <a:pt x="26449" y="13225"/>
                  </a:cubicBezTo>
                  <a:lnTo>
                    <a:pt x="26449" y="52899"/>
                  </a:lnTo>
                  <a:cubicBezTo>
                    <a:pt x="26449" y="60172"/>
                    <a:pt x="20498" y="66124"/>
                    <a:pt x="13225" y="66124"/>
                  </a:cubicBezTo>
                  <a:close/>
                </a:path>
              </a:pathLst>
            </a:custGeom>
            <a:solidFill>
              <a:schemeClr val="accent1"/>
            </a:solidFill>
            <a:ln w="307" cap="flat">
              <a:noFill/>
              <a:prstDash val="solid"/>
              <a:miter/>
            </a:ln>
          </p:spPr>
          <p:txBody>
            <a:bodyPr rtlCol="0" anchor="ctr"/>
            <a:lstStyle/>
            <a:p>
              <a:endParaRPr lang="zh-CN" altLang="en-US"/>
            </a:p>
          </p:txBody>
        </p:sp>
      </p:grpSp>
      <p:grpSp>
        <p:nvGrpSpPr>
          <p:cNvPr id="1239" name="组合 1238">
            <a:extLst>
              <a:ext uri="{FF2B5EF4-FFF2-40B4-BE49-F238E27FC236}">
                <a16:creationId xmlns:a16="http://schemas.microsoft.com/office/drawing/2014/main" id="{59111B72-31B4-BA43-AA8A-F2EB941E5F74}"/>
              </a:ext>
            </a:extLst>
          </p:cNvPr>
          <p:cNvGrpSpPr/>
          <p:nvPr/>
        </p:nvGrpSpPr>
        <p:grpSpPr>
          <a:xfrm>
            <a:off x="4980861" y="3065665"/>
            <a:ext cx="260497" cy="297678"/>
            <a:chOff x="4861025" y="3724539"/>
            <a:chExt cx="220272" cy="251712"/>
          </a:xfrm>
        </p:grpSpPr>
        <p:sp>
          <p:nvSpPr>
            <p:cNvPr id="1237" name="任意多边形: 形状 1236">
              <a:extLst>
                <a:ext uri="{FF2B5EF4-FFF2-40B4-BE49-F238E27FC236}">
                  <a16:creationId xmlns:a16="http://schemas.microsoft.com/office/drawing/2014/main" id="{3DEFE0F5-E2C1-97B1-382A-7A3ECD16E111}"/>
                </a:ext>
              </a:extLst>
            </p:cNvPr>
            <p:cNvSpPr/>
            <p:nvPr/>
          </p:nvSpPr>
          <p:spPr>
            <a:xfrm>
              <a:off x="4861025" y="3724539"/>
              <a:ext cx="220272" cy="251712"/>
            </a:xfrm>
            <a:custGeom>
              <a:avLst/>
              <a:gdLst>
                <a:gd name="connsiteX0" fmla="*/ 216095 w 220272"/>
                <a:gd name="connsiteY0" fmla="*/ 59875 h 251712"/>
                <a:gd name="connsiteX1" fmla="*/ 114325 w 220272"/>
                <a:gd name="connsiteY1" fmla="*/ 1130 h 251712"/>
                <a:gd name="connsiteX2" fmla="*/ 105976 w 220272"/>
                <a:gd name="connsiteY2" fmla="*/ 1130 h 251712"/>
                <a:gd name="connsiteX3" fmla="*/ 4184 w 220272"/>
                <a:gd name="connsiteY3" fmla="*/ 59875 h 251712"/>
                <a:gd name="connsiteX4" fmla="*/ 0 w 220272"/>
                <a:gd name="connsiteY4" fmla="*/ 67101 h 251712"/>
                <a:gd name="connsiteX5" fmla="*/ 0 w 220272"/>
                <a:gd name="connsiteY5" fmla="*/ 184601 h 251712"/>
                <a:gd name="connsiteX6" fmla="*/ 4184 w 220272"/>
                <a:gd name="connsiteY6" fmla="*/ 191833 h 251712"/>
                <a:gd name="connsiteX7" fmla="*/ 105953 w 220272"/>
                <a:gd name="connsiteY7" fmla="*/ 250600 h 251712"/>
                <a:gd name="connsiteX8" fmla="*/ 110137 w 220272"/>
                <a:gd name="connsiteY8" fmla="*/ 251712 h 251712"/>
                <a:gd name="connsiteX9" fmla="*/ 114320 w 220272"/>
                <a:gd name="connsiteY9" fmla="*/ 250600 h 251712"/>
                <a:gd name="connsiteX10" fmla="*/ 216089 w 220272"/>
                <a:gd name="connsiteY10" fmla="*/ 191833 h 251712"/>
                <a:gd name="connsiteX11" fmla="*/ 220273 w 220272"/>
                <a:gd name="connsiteY11" fmla="*/ 184601 h 251712"/>
                <a:gd name="connsiteX12" fmla="*/ 220273 w 220272"/>
                <a:gd name="connsiteY12" fmla="*/ 67101 h 251712"/>
                <a:gd name="connsiteX13" fmla="*/ 216095 w 220272"/>
                <a:gd name="connsiteY13" fmla="*/ 59875 h 251712"/>
                <a:gd name="connsiteX14" fmla="*/ 201402 w 220272"/>
                <a:gd name="connsiteY14" fmla="*/ 178561 h 251712"/>
                <a:gd name="connsiteX15" fmla="*/ 110142 w 220272"/>
                <a:gd name="connsiteY15" fmla="*/ 231248 h 251712"/>
                <a:gd name="connsiteX16" fmla="*/ 18876 w 220272"/>
                <a:gd name="connsiteY16" fmla="*/ 178561 h 251712"/>
                <a:gd name="connsiteX17" fmla="*/ 18876 w 220272"/>
                <a:gd name="connsiteY17" fmla="*/ 73204 h 251712"/>
                <a:gd name="connsiteX18" fmla="*/ 110136 w 220272"/>
                <a:gd name="connsiteY18" fmla="*/ 20517 h 251712"/>
                <a:gd name="connsiteX19" fmla="*/ 201402 w 220272"/>
                <a:gd name="connsiteY19" fmla="*/ 73204 h 251712"/>
                <a:gd name="connsiteX20" fmla="*/ 201402 w 220272"/>
                <a:gd name="connsiteY20" fmla="*/ 178561 h 251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0272" h="251712">
                  <a:moveTo>
                    <a:pt x="216095" y="59875"/>
                  </a:moveTo>
                  <a:lnTo>
                    <a:pt x="114325" y="1130"/>
                  </a:lnTo>
                  <a:cubicBezTo>
                    <a:pt x="111746" y="-377"/>
                    <a:pt x="108555" y="-377"/>
                    <a:pt x="105976" y="1130"/>
                  </a:cubicBezTo>
                  <a:lnTo>
                    <a:pt x="4184" y="59875"/>
                  </a:lnTo>
                  <a:cubicBezTo>
                    <a:pt x="1616" y="61382"/>
                    <a:pt x="0" y="64116"/>
                    <a:pt x="0" y="67101"/>
                  </a:cubicBezTo>
                  <a:lnTo>
                    <a:pt x="0" y="184601"/>
                  </a:lnTo>
                  <a:cubicBezTo>
                    <a:pt x="0" y="187593"/>
                    <a:pt x="1587" y="190349"/>
                    <a:pt x="4184" y="191833"/>
                  </a:cubicBezTo>
                  <a:lnTo>
                    <a:pt x="105953" y="250600"/>
                  </a:lnTo>
                  <a:cubicBezTo>
                    <a:pt x="107237" y="251323"/>
                    <a:pt x="108687" y="251712"/>
                    <a:pt x="110137" y="251712"/>
                  </a:cubicBezTo>
                  <a:cubicBezTo>
                    <a:pt x="111563" y="251712"/>
                    <a:pt x="113036" y="251323"/>
                    <a:pt x="114320" y="250600"/>
                  </a:cubicBezTo>
                  <a:lnTo>
                    <a:pt x="216089" y="191833"/>
                  </a:lnTo>
                  <a:cubicBezTo>
                    <a:pt x="218657" y="190326"/>
                    <a:pt x="220273" y="187593"/>
                    <a:pt x="220273" y="184601"/>
                  </a:cubicBezTo>
                  <a:lnTo>
                    <a:pt x="220273" y="67101"/>
                  </a:lnTo>
                  <a:cubicBezTo>
                    <a:pt x="220270" y="64119"/>
                    <a:pt x="218678" y="61365"/>
                    <a:pt x="216095" y="59875"/>
                  </a:cubicBezTo>
                  <a:close/>
                  <a:moveTo>
                    <a:pt x="201402" y="178561"/>
                  </a:moveTo>
                  <a:lnTo>
                    <a:pt x="110142" y="231248"/>
                  </a:lnTo>
                  <a:lnTo>
                    <a:pt x="18876" y="178561"/>
                  </a:lnTo>
                  <a:lnTo>
                    <a:pt x="18876" y="73204"/>
                  </a:lnTo>
                  <a:lnTo>
                    <a:pt x="110136" y="20517"/>
                  </a:lnTo>
                  <a:lnTo>
                    <a:pt x="201402" y="73204"/>
                  </a:lnTo>
                  <a:lnTo>
                    <a:pt x="201402" y="178561"/>
                  </a:lnTo>
                  <a:close/>
                </a:path>
              </a:pathLst>
            </a:custGeom>
            <a:solidFill>
              <a:schemeClr val="accent2"/>
            </a:solidFill>
            <a:ln w="242" cap="flat">
              <a:noFill/>
              <a:prstDash val="solid"/>
              <a:miter/>
            </a:ln>
          </p:spPr>
          <p:txBody>
            <a:bodyPr rtlCol="0" anchor="ctr"/>
            <a:lstStyle/>
            <a:p>
              <a:endParaRPr lang="zh-CN" altLang="en-US"/>
            </a:p>
          </p:txBody>
        </p:sp>
        <p:sp>
          <p:nvSpPr>
            <p:cNvPr id="1238" name="任意多边形: 形状 1237">
              <a:extLst>
                <a:ext uri="{FF2B5EF4-FFF2-40B4-BE49-F238E27FC236}">
                  <a16:creationId xmlns:a16="http://schemas.microsoft.com/office/drawing/2014/main" id="{837BE021-2681-9DB3-A791-DB1DBDC74A88}"/>
                </a:ext>
              </a:extLst>
            </p:cNvPr>
            <p:cNvSpPr/>
            <p:nvPr/>
          </p:nvSpPr>
          <p:spPr>
            <a:xfrm>
              <a:off x="4900426" y="3809008"/>
              <a:ext cx="141473" cy="123862"/>
            </a:xfrm>
            <a:custGeom>
              <a:avLst/>
              <a:gdLst>
                <a:gd name="connsiteX0" fmla="*/ 12530 w 141473"/>
                <a:gd name="connsiteY0" fmla="*/ 1107 h 123862"/>
                <a:gd name="connsiteX1" fmla="*/ 1120 w 141473"/>
                <a:gd name="connsiteY1" fmla="*/ 4202 h 123862"/>
                <a:gd name="connsiteX2" fmla="*/ 4175 w 141473"/>
                <a:gd name="connsiteY2" fmla="*/ 15608 h 123862"/>
                <a:gd name="connsiteX3" fmla="*/ 4192 w 141473"/>
                <a:gd name="connsiteY3" fmla="*/ 15617 h 123862"/>
                <a:gd name="connsiteX4" fmla="*/ 62289 w 141473"/>
                <a:gd name="connsiteY4" fmla="*/ 49158 h 123862"/>
                <a:gd name="connsiteX5" fmla="*/ 62289 w 141473"/>
                <a:gd name="connsiteY5" fmla="*/ 115519 h 123862"/>
                <a:gd name="connsiteX6" fmla="*/ 70564 w 141473"/>
                <a:gd name="connsiteY6" fmla="*/ 123862 h 123862"/>
                <a:gd name="connsiteX7" fmla="*/ 70633 w 141473"/>
                <a:gd name="connsiteY7" fmla="*/ 123862 h 123862"/>
                <a:gd name="connsiteX8" fmla="*/ 78976 w 141473"/>
                <a:gd name="connsiteY8" fmla="*/ 115588 h 123862"/>
                <a:gd name="connsiteX9" fmla="*/ 78976 w 141473"/>
                <a:gd name="connsiteY9" fmla="*/ 115519 h 123862"/>
                <a:gd name="connsiteX10" fmla="*/ 78976 w 141473"/>
                <a:gd name="connsiteY10" fmla="*/ 49267 h 123862"/>
                <a:gd name="connsiteX11" fmla="*/ 137296 w 141473"/>
                <a:gd name="connsiteY11" fmla="*/ 15594 h 123862"/>
                <a:gd name="connsiteX12" fmla="*/ 140362 w 141473"/>
                <a:gd name="connsiteY12" fmla="*/ 4179 h 123862"/>
                <a:gd name="connsiteX13" fmla="*/ 128953 w 141473"/>
                <a:gd name="connsiteY13" fmla="*/ 1107 h 123862"/>
                <a:gd name="connsiteX14" fmla="*/ 70741 w 141473"/>
                <a:gd name="connsiteY14" fmla="*/ 34729 h 123862"/>
                <a:gd name="connsiteX15" fmla="*/ 12530 w 141473"/>
                <a:gd name="connsiteY15" fmla="*/ 1107 h 12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1473" h="123862">
                  <a:moveTo>
                    <a:pt x="12530" y="1107"/>
                  </a:moveTo>
                  <a:cubicBezTo>
                    <a:pt x="8522" y="-1167"/>
                    <a:pt x="3430" y="214"/>
                    <a:pt x="1120" y="4202"/>
                  </a:cubicBezTo>
                  <a:cubicBezTo>
                    <a:pt x="-1186" y="8195"/>
                    <a:pt x="182" y="13302"/>
                    <a:pt x="4175" y="15608"/>
                  </a:cubicBezTo>
                  <a:cubicBezTo>
                    <a:pt x="4181" y="15611"/>
                    <a:pt x="4186" y="15614"/>
                    <a:pt x="4192" y="15617"/>
                  </a:cubicBezTo>
                  <a:lnTo>
                    <a:pt x="62289" y="49158"/>
                  </a:lnTo>
                  <a:lnTo>
                    <a:pt x="62289" y="115519"/>
                  </a:lnTo>
                  <a:cubicBezTo>
                    <a:pt x="62270" y="120108"/>
                    <a:pt x="65975" y="123843"/>
                    <a:pt x="70564" y="123862"/>
                  </a:cubicBezTo>
                  <a:cubicBezTo>
                    <a:pt x="70587" y="123862"/>
                    <a:pt x="70610" y="123862"/>
                    <a:pt x="70633" y="123862"/>
                  </a:cubicBezTo>
                  <a:cubicBezTo>
                    <a:pt x="75222" y="123882"/>
                    <a:pt x="78957" y="120177"/>
                    <a:pt x="78976" y="115588"/>
                  </a:cubicBezTo>
                  <a:cubicBezTo>
                    <a:pt x="78977" y="115565"/>
                    <a:pt x="78977" y="115542"/>
                    <a:pt x="78976" y="115519"/>
                  </a:cubicBezTo>
                  <a:lnTo>
                    <a:pt x="78976" y="49267"/>
                  </a:lnTo>
                  <a:lnTo>
                    <a:pt x="137296" y="15594"/>
                  </a:lnTo>
                  <a:cubicBezTo>
                    <a:pt x="141286" y="13282"/>
                    <a:pt x="142656" y="8179"/>
                    <a:pt x="140362" y="4179"/>
                  </a:cubicBezTo>
                  <a:cubicBezTo>
                    <a:pt x="138051" y="191"/>
                    <a:pt x="132953" y="-1181"/>
                    <a:pt x="128953" y="1107"/>
                  </a:cubicBezTo>
                  <a:lnTo>
                    <a:pt x="70741" y="34729"/>
                  </a:lnTo>
                  <a:lnTo>
                    <a:pt x="12530" y="1107"/>
                  </a:lnTo>
                  <a:close/>
                </a:path>
              </a:pathLst>
            </a:custGeom>
            <a:solidFill>
              <a:schemeClr val="accent2"/>
            </a:solidFill>
            <a:ln w="242" cap="flat">
              <a:noFill/>
              <a:prstDash val="solid"/>
              <a:miter/>
            </a:ln>
          </p:spPr>
          <p:txBody>
            <a:bodyPr rtlCol="0" anchor="ctr"/>
            <a:lstStyle/>
            <a:p>
              <a:endParaRPr lang="zh-CN" altLang="en-US"/>
            </a:p>
          </p:txBody>
        </p:sp>
      </p:grpSp>
      <p:sp>
        <p:nvSpPr>
          <p:cNvPr id="1242" name="图形 1240">
            <a:extLst>
              <a:ext uri="{FF2B5EF4-FFF2-40B4-BE49-F238E27FC236}">
                <a16:creationId xmlns:a16="http://schemas.microsoft.com/office/drawing/2014/main" id="{39D4A902-C48A-7778-78AB-651118A90127}"/>
              </a:ext>
            </a:extLst>
          </p:cNvPr>
          <p:cNvSpPr/>
          <p:nvPr/>
        </p:nvSpPr>
        <p:spPr>
          <a:xfrm>
            <a:off x="5122275" y="2126522"/>
            <a:ext cx="229440" cy="247089"/>
          </a:xfrm>
          <a:custGeom>
            <a:avLst/>
            <a:gdLst>
              <a:gd name="connsiteX0" fmla="*/ 81405 w 211653"/>
              <a:gd name="connsiteY0" fmla="*/ 40703 h 227934"/>
              <a:gd name="connsiteX1" fmla="*/ 95499 w 211653"/>
              <a:gd name="connsiteY1" fmla="*/ 48825 h 227934"/>
              <a:gd name="connsiteX2" fmla="*/ 154670 w 211653"/>
              <a:gd name="connsiteY2" fmla="*/ 48843 h 227934"/>
              <a:gd name="connsiteX3" fmla="*/ 162811 w 211653"/>
              <a:gd name="connsiteY3" fmla="*/ 56984 h 227934"/>
              <a:gd name="connsiteX4" fmla="*/ 154670 w 211653"/>
              <a:gd name="connsiteY4" fmla="*/ 65124 h 227934"/>
              <a:gd name="connsiteX5" fmla="*/ 95506 w 211653"/>
              <a:gd name="connsiteY5" fmla="*/ 65127 h 227934"/>
              <a:gd name="connsiteX6" fmla="*/ 81405 w 211653"/>
              <a:gd name="connsiteY6" fmla="*/ 73265 h 227934"/>
              <a:gd name="connsiteX7" fmla="*/ 67304 w 211653"/>
              <a:gd name="connsiteY7" fmla="*/ 65127 h 227934"/>
              <a:gd name="connsiteX8" fmla="*/ 56984 w 211653"/>
              <a:gd name="connsiteY8" fmla="*/ 65124 h 227934"/>
              <a:gd name="connsiteX9" fmla="*/ 48843 w 211653"/>
              <a:gd name="connsiteY9" fmla="*/ 56984 h 227934"/>
              <a:gd name="connsiteX10" fmla="*/ 56984 w 211653"/>
              <a:gd name="connsiteY10" fmla="*/ 48843 h 227934"/>
              <a:gd name="connsiteX11" fmla="*/ 67312 w 211653"/>
              <a:gd name="connsiteY11" fmla="*/ 48825 h 227934"/>
              <a:gd name="connsiteX12" fmla="*/ 81405 w 211653"/>
              <a:gd name="connsiteY12" fmla="*/ 40703 h 227934"/>
              <a:gd name="connsiteX13" fmla="*/ 133505 w 211653"/>
              <a:gd name="connsiteY13" fmla="*/ 89546 h 227934"/>
              <a:gd name="connsiteX14" fmla="*/ 147598 w 211653"/>
              <a:gd name="connsiteY14" fmla="*/ 97669 h 227934"/>
              <a:gd name="connsiteX15" fmla="*/ 154670 w 211653"/>
              <a:gd name="connsiteY15" fmla="*/ 97686 h 227934"/>
              <a:gd name="connsiteX16" fmla="*/ 162811 w 211653"/>
              <a:gd name="connsiteY16" fmla="*/ 105827 h 227934"/>
              <a:gd name="connsiteX17" fmla="*/ 154670 w 211653"/>
              <a:gd name="connsiteY17" fmla="*/ 113967 h 227934"/>
              <a:gd name="connsiteX18" fmla="*/ 147606 w 211653"/>
              <a:gd name="connsiteY18" fmla="*/ 113970 h 227934"/>
              <a:gd name="connsiteX19" fmla="*/ 133505 w 211653"/>
              <a:gd name="connsiteY19" fmla="*/ 122108 h 227934"/>
              <a:gd name="connsiteX20" fmla="*/ 119404 w 211653"/>
              <a:gd name="connsiteY20" fmla="*/ 113970 h 227934"/>
              <a:gd name="connsiteX21" fmla="*/ 56984 w 211653"/>
              <a:gd name="connsiteY21" fmla="*/ 113967 h 227934"/>
              <a:gd name="connsiteX22" fmla="*/ 48843 w 211653"/>
              <a:gd name="connsiteY22" fmla="*/ 105827 h 227934"/>
              <a:gd name="connsiteX23" fmla="*/ 56984 w 211653"/>
              <a:gd name="connsiteY23" fmla="*/ 97686 h 227934"/>
              <a:gd name="connsiteX24" fmla="*/ 119411 w 211653"/>
              <a:gd name="connsiteY24" fmla="*/ 97669 h 227934"/>
              <a:gd name="connsiteX25" fmla="*/ 133505 w 211653"/>
              <a:gd name="connsiteY25" fmla="*/ 89546 h 227934"/>
              <a:gd name="connsiteX26" fmla="*/ 195373 w 211653"/>
              <a:gd name="connsiteY26" fmla="*/ 16281 h 227934"/>
              <a:gd name="connsiteX27" fmla="*/ 16281 w 211653"/>
              <a:gd name="connsiteY27" fmla="*/ 16281 h 227934"/>
              <a:gd name="connsiteX28" fmla="*/ 16281 w 211653"/>
              <a:gd name="connsiteY28" fmla="*/ 146530 h 227934"/>
              <a:gd name="connsiteX29" fmla="*/ 195373 w 211653"/>
              <a:gd name="connsiteY29" fmla="*/ 146530 h 227934"/>
              <a:gd name="connsiteX30" fmla="*/ 195373 w 211653"/>
              <a:gd name="connsiteY30" fmla="*/ 16281 h 227934"/>
              <a:gd name="connsiteX31" fmla="*/ 130249 w 211653"/>
              <a:gd name="connsiteY31" fmla="*/ 179092 h 227934"/>
              <a:gd name="connsiteX32" fmla="*/ 138389 w 211653"/>
              <a:gd name="connsiteY32" fmla="*/ 187232 h 227934"/>
              <a:gd name="connsiteX33" fmla="*/ 130249 w 211653"/>
              <a:gd name="connsiteY33" fmla="*/ 195373 h 227934"/>
              <a:gd name="connsiteX34" fmla="*/ 122108 w 211653"/>
              <a:gd name="connsiteY34" fmla="*/ 187232 h 227934"/>
              <a:gd name="connsiteX35" fmla="*/ 130249 w 211653"/>
              <a:gd name="connsiteY35" fmla="*/ 179092 h 227934"/>
              <a:gd name="connsiteX36" fmla="*/ 179092 w 211653"/>
              <a:gd name="connsiteY36" fmla="*/ 179092 h 227934"/>
              <a:gd name="connsiteX37" fmla="*/ 187232 w 211653"/>
              <a:gd name="connsiteY37" fmla="*/ 187232 h 227934"/>
              <a:gd name="connsiteX38" fmla="*/ 179092 w 211653"/>
              <a:gd name="connsiteY38" fmla="*/ 195373 h 227934"/>
              <a:gd name="connsiteX39" fmla="*/ 162811 w 211653"/>
              <a:gd name="connsiteY39" fmla="*/ 195373 h 227934"/>
              <a:gd name="connsiteX40" fmla="*/ 154670 w 211653"/>
              <a:gd name="connsiteY40" fmla="*/ 187232 h 227934"/>
              <a:gd name="connsiteX41" fmla="*/ 162811 w 211653"/>
              <a:gd name="connsiteY41" fmla="*/ 179092 h 227934"/>
              <a:gd name="connsiteX42" fmla="*/ 179092 w 211653"/>
              <a:gd name="connsiteY42" fmla="*/ 179092 h 227934"/>
              <a:gd name="connsiteX43" fmla="*/ 195373 w 211653"/>
              <a:gd name="connsiteY43" fmla="*/ 162811 h 227934"/>
              <a:gd name="connsiteX44" fmla="*/ 16281 w 211653"/>
              <a:gd name="connsiteY44" fmla="*/ 162811 h 227934"/>
              <a:gd name="connsiteX45" fmla="*/ 16281 w 211653"/>
              <a:gd name="connsiteY45" fmla="*/ 211654 h 227934"/>
              <a:gd name="connsiteX46" fmla="*/ 195373 w 211653"/>
              <a:gd name="connsiteY46" fmla="*/ 211654 h 227934"/>
              <a:gd name="connsiteX47" fmla="*/ 195373 w 211653"/>
              <a:gd name="connsiteY47" fmla="*/ 162811 h 227934"/>
              <a:gd name="connsiteX48" fmla="*/ 203513 w 211653"/>
              <a:gd name="connsiteY48" fmla="*/ 0 h 227934"/>
              <a:gd name="connsiteX49" fmla="*/ 211654 w 211653"/>
              <a:gd name="connsiteY49" fmla="*/ 8141 h 227934"/>
              <a:gd name="connsiteX50" fmla="*/ 211654 w 211653"/>
              <a:gd name="connsiteY50" fmla="*/ 219794 h 227934"/>
              <a:gd name="connsiteX51" fmla="*/ 203513 w 211653"/>
              <a:gd name="connsiteY51" fmla="*/ 227935 h 227934"/>
              <a:gd name="connsiteX52" fmla="*/ 8141 w 211653"/>
              <a:gd name="connsiteY52" fmla="*/ 227935 h 227934"/>
              <a:gd name="connsiteX53" fmla="*/ 0 w 211653"/>
              <a:gd name="connsiteY53" fmla="*/ 219794 h 227934"/>
              <a:gd name="connsiteX54" fmla="*/ 0 w 211653"/>
              <a:gd name="connsiteY54" fmla="*/ 8141 h 227934"/>
              <a:gd name="connsiteX55" fmla="*/ 8141 w 211653"/>
              <a:gd name="connsiteY55" fmla="*/ 0 h 227934"/>
              <a:gd name="connsiteX56" fmla="*/ 203513 w 211653"/>
              <a:gd name="connsiteY56" fmla="*/ 0 h 227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11653" h="227934">
                <a:moveTo>
                  <a:pt x="81405" y="40703"/>
                </a:moveTo>
                <a:cubicBezTo>
                  <a:pt x="87424" y="40703"/>
                  <a:pt x="92680" y="43969"/>
                  <a:pt x="95499" y="48825"/>
                </a:cubicBezTo>
                <a:lnTo>
                  <a:pt x="154670" y="48843"/>
                </a:lnTo>
                <a:cubicBezTo>
                  <a:pt x="159165" y="48843"/>
                  <a:pt x="162811" y="52489"/>
                  <a:pt x="162811" y="56984"/>
                </a:cubicBezTo>
                <a:cubicBezTo>
                  <a:pt x="162811" y="61479"/>
                  <a:pt x="159165" y="65124"/>
                  <a:pt x="154670" y="65124"/>
                </a:cubicBezTo>
                <a:lnTo>
                  <a:pt x="95506" y="65127"/>
                </a:lnTo>
                <a:cubicBezTo>
                  <a:pt x="92693" y="69991"/>
                  <a:pt x="87432" y="73265"/>
                  <a:pt x="81405" y="73265"/>
                </a:cubicBezTo>
                <a:cubicBezTo>
                  <a:pt x="75379" y="73265"/>
                  <a:pt x="70118" y="69991"/>
                  <a:pt x="67304" y="65127"/>
                </a:cubicBezTo>
                <a:lnTo>
                  <a:pt x="56984" y="65124"/>
                </a:lnTo>
                <a:cubicBezTo>
                  <a:pt x="52489" y="65124"/>
                  <a:pt x="48843" y="61479"/>
                  <a:pt x="48843" y="56984"/>
                </a:cubicBezTo>
                <a:cubicBezTo>
                  <a:pt x="48843" y="52489"/>
                  <a:pt x="52489" y="48843"/>
                  <a:pt x="56984" y="48843"/>
                </a:cubicBezTo>
                <a:lnTo>
                  <a:pt x="67312" y="48825"/>
                </a:lnTo>
                <a:cubicBezTo>
                  <a:pt x="70131" y="43969"/>
                  <a:pt x="75386" y="40703"/>
                  <a:pt x="81405" y="40703"/>
                </a:cubicBezTo>
                <a:close/>
                <a:moveTo>
                  <a:pt x="133505" y="89546"/>
                </a:moveTo>
                <a:cubicBezTo>
                  <a:pt x="139524" y="89546"/>
                  <a:pt x="144779" y="92812"/>
                  <a:pt x="147598" y="97669"/>
                </a:cubicBezTo>
                <a:lnTo>
                  <a:pt x="154670" y="97686"/>
                </a:lnTo>
                <a:cubicBezTo>
                  <a:pt x="159165" y="97686"/>
                  <a:pt x="162811" y="101332"/>
                  <a:pt x="162811" y="105827"/>
                </a:cubicBezTo>
                <a:cubicBezTo>
                  <a:pt x="162811" y="110322"/>
                  <a:pt x="159165" y="113967"/>
                  <a:pt x="154670" y="113967"/>
                </a:cubicBezTo>
                <a:lnTo>
                  <a:pt x="147606" y="113970"/>
                </a:lnTo>
                <a:cubicBezTo>
                  <a:pt x="144792" y="118834"/>
                  <a:pt x="139531" y="122108"/>
                  <a:pt x="133505" y="122108"/>
                </a:cubicBezTo>
                <a:cubicBezTo>
                  <a:pt x="127478" y="122108"/>
                  <a:pt x="122217" y="118834"/>
                  <a:pt x="119404" y="113970"/>
                </a:cubicBezTo>
                <a:lnTo>
                  <a:pt x="56984" y="113967"/>
                </a:lnTo>
                <a:cubicBezTo>
                  <a:pt x="52489" y="113967"/>
                  <a:pt x="48843" y="110322"/>
                  <a:pt x="48843" y="105827"/>
                </a:cubicBezTo>
                <a:cubicBezTo>
                  <a:pt x="48843" y="101332"/>
                  <a:pt x="52489" y="97686"/>
                  <a:pt x="56984" y="97686"/>
                </a:cubicBezTo>
                <a:lnTo>
                  <a:pt x="119411" y="97669"/>
                </a:lnTo>
                <a:cubicBezTo>
                  <a:pt x="122230" y="92812"/>
                  <a:pt x="127486" y="89546"/>
                  <a:pt x="133505" y="89546"/>
                </a:cubicBezTo>
                <a:close/>
                <a:moveTo>
                  <a:pt x="195373" y="16281"/>
                </a:moveTo>
                <a:lnTo>
                  <a:pt x="16281" y="16281"/>
                </a:lnTo>
                <a:lnTo>
                  <a:pt x="16281" y="146530"/>
                </a:lnTo>
                <a:lnTo>
                  <a:pt x="195373" y="146530"/>
                </a:lnTo>
                <a:lnTo>
                  <a:pt x="195373" y="16281"/>
                </a:lnTo>
                <a:close/>
                <a:moveTo>
                  <a:pt x="130249" y="179092"/>
                </a:moveTo>
                <a:cubicBezTo>
                  <a:pt x="134744" y="179092"/>
                  <a:pt x="138389" y="182737"/>
                  <a:pt x="138389" y="187232"/>
                </a:cubicBezTo>
                <a:cubicBezTo>
                  <a:pt x="138389" y="191727"/>
                  <a:pt x="134744" y="195373"/>
                  <a:pt x="130249" y="195373"/>
                </a:cubicBezTo>
                <a:cubicBezTo>
                  <a:pt x="125753" y="195373"/>
                  <a:pt x="122108" y="191727"/>
                  <a:pt x="122108" y="187232"/>
                </a:cubicBezTo>
                <a:cubicBezTo>
                  <a:pt x="122108" y="182737"/>
                  <a:pt x="125753" y="179092"/>
                  <a:pt x="130249" y="179092"/>
                </a:cubicBezTo>
                <a:close/>
                <a:moveTo>
                  <a:pt x="179092" y="179092"/>
                </a:moveTo>
                <a:cubicBezTo>
                  <a:pt x="183587" y="179092"/>
                  <a:pt x="187232" y="182737"/>
                  <a:pt x="187232" y="187232"/>
                </a:cubicBezTo>
                <a:cubicBezTo>
                  <a:pt x="187232" y="191727"/>
                  <a:pt x="183587" y="195373"/>
                  <a:pt x="179092" y="195373"/>
                </a:cubicBezTo>
                <a:lnTo>
                  <a:pt x="162811" y="195373"/>
                </a:lnTo>
                <a:cubicBezTo>
                  <a:pt x="158316" y="195373"/>
                  <a:pt x="154670" y="191727"/>
                  <a:pt x="154670" y="187232"/>
                </a:cubicBezTo>
                <a:cubicBezTo>
                  <a:pt x="154670" y="182737"/>
                  <a:pt x="158316" y="179092"/>
                  <a:pt x="162811" y="179092"/>
                </a:cubicBezTo>
                <a:lnTo>
                  <a:pt x="179092" y="179092"/>
                </a:lnTo>
                <a:close/>
                <a:moveTo>
                  <a:pt x="195373" y="162811"/>
                </a:moveTo>
                <a:lnTo>
                  <a:pt x="16281" y="162811"/>
                </a:lnTo>
                <a:lnTo>
                  <a:pt x="16281" y="211654"/>
                </a:lnTo>
                <a:lnTo>
                  <a:pt x="195373" y="211654"/>
                </a:lnTo>
                <a:lnTo>
                  <a:pt x="195373" y="162811"/>
                </a:lnTo>
                <a:close/>
                <a:moveTo>
                  <a:pt x="203513" y="0"/>
                </a:moveTo>
                <a:cubicBezTo>
                  <a:pt x="208008" y="0"/>
                  <a:pt x="211654" y="3645"/>
                  <a:pt x="211654" y="8141"/>
                </a:cubicBezTo>
                <a:lnTo>
                  <a:pt x="211654" y="219794"/>
                </a:lnTo>
                <a:cubicBezTo>
                  <a:pt x="211654" y="224289"/>
                  <a:pt x="208008" y="227935"/>
                  <a:pt x="203513" y="227935"/>
                </a:cubicBezTo>
                <a:lnTo>
                  <a:pt x="8141" y="227935"/>
                </a:lnTo>
                <a:cubicBezTo>
                  <a:pt x="3645" y="227935"/>
                  <a:pt x="0" y="224289"/>
                  <a:pt x="0" y="219794"/>
                </a:cubicBezTo>
                <a:lnTo>
                  <a:pt x="0" y="8141"/>
                </a:lnTo>
                <a:cubicBezTo>
                  <a:pt x="0" y="3645"/>
                  <a:pt x="3645" y="0"/>
                  <a:pt x="8141" y="0"/>
                </a:cubicBezTo>
                <a:lnTo>
                  <a:pt x="203513" y="0"/>
                </a:lnTo>
                <a:close/>
              </a:path>
            </a:pathLst>
          </a:custGeom>
          <a:solidFill>
            <a:schemeClr val="accent1"/>
          </a:solidFill>
          <a:ln w="251" cap="flat">
            <a:noFill/>
            <a:prstDash val="solid"/>
            <a:miter/>
          </a:ln>
        </p:spPr>
        <p:txBody>
          <a:bodyPr rtlCol="0" anchor="ctr"/>
          <a:lstStyle/>
          <a:p>
            <a:endParaRPr lang="zh-CN" altLang="en-US"/>
          </a:p>
        </p:txBody>
      </p:sp>
    </p:spTree>
    <p:extLst>
      <p:ext uri="{BB962C8B-B14F-4D97-AF65-F5344CB8AC3E}">
        <p14:creationId xmlns:p14="http://schemas.microsoft.com/office/powerpoint/2010/main" val="22140362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cxnSp>
        <p:nvCxnSpPr>
          <p:cNvPr id="1135" name="直接连接符 1134">
            <a:extLst>
              <a:ext uri="{FF2B5EF4-FFF2-40B4-BE49-F238E27FC236}">
                <a16:creationId xmlns:a16="http://schemas.microsoft.com/office/drawing/2014/main" id="{CD34012A-0F34-974A-2074-2335C542A073}"/>
              </a:ext>
            </a:extLst>
          </p:cNvPr>
          <p:cNvCxnSpPr>
            <a:cxnSpLocks/>
          </p:cNvCxnSpPr>
          <p:nvPr/>
        </p:nvCxnSpPr>
        <p:spPr>
          <a:xfrm>
            <a:off x="729916" y="1355561"/>
            <a:ext cx="4790036" cy="0"/>
          </a:xfrm>
          <a:prstGeom prst="line">
            <a:avLst/>
          </a:prstGeom>
          <a:ln w="25400" cap="rnd">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137" name="直接连接符 1136">
            <a:extLst>
              <a:ext uri="{FF2B5EF4-FFF2-40B4-BE49-F238E27FC236}">
                <a16:creationId xmlns:a16="http://schemas.microsoft.com/office/drawing/2014/main" id="{86116CA4-092D-6283-11D5-1505189CC4BF}"/>
              </a:ext>
            </a:extLst>
          </p:cNvPr>
          <p:cNvCxnSpPr>
            <a:cxnSpLocks/>
          </p:cNvCxnSpPr>
          <p:nvPr/>
        </p:nvCxnSpPr>
        <p:spPr>
          <a:xfrm>
            <a:off x="729916" y="2570109"/>
            <a:ext cx="4790036" cy="0"/>
          </a:xfrm>
          <a:prstGeom prst="line">
            <a:avLst/>
          </a:prstGeom>
          <a:ln w="25400" cap="rnd">
            <a:gradFill>
              <a:gsLst>
                <a:gs pos="0">
                  <a:schemeClr val="accent2"/>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138" name="直接连接符 1137">
            <a:extLst>
              <a:ext uri="{FF2B5EF4-FFF2-40B4-BE49-F238E27FC236}">
                <a16:creationId xmlns:a16="http://schemas.microsoft.com/office/drawing/2014/main" id="{046D0F4E-16CD-DDF7-1051-C5FB3488FA79}"/>
              </a:ext>
            </a:extLst>
          </p:cNvPr>
          <p:cNvCxnSpPr>
            <a:cxnSpLocks/>
          </p:cNvCxnSpPr>
          <p:nvPr/>
        </p:nvCxnSpPr>
        <p:spPr>
          <a:xfrm>
            <a:off x="729916" y="3784657"/>
            <a:ext cx="4790036" cy="0"/>
          </a:xfrm>
          <a:prstGeom prst="line">
            <a:avLst/>
          </a:prstGeom>
          <a:ln w="25400" cap="rnd">
            <a:gradFill>
              <a:gsLst>
                <a:gs pos="0">
                  <a:schemeClr val="accent1"/>
                </a:gs>
                <a:gs pos="100000">
                  <a:schemeClr val="accent1">
                    <a:alpha val="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139" name="直接连接符 1138">
            <a:extLst>
              <a:ext uri="{FF2B5EF4-FFF2-40B4-BE49-F238E27FC236}">
                <a16:creationId xmlns:a16="http://schemas.microsoft.com/office/drawing/2014/main" id="{F1E8B437-923C-8AFB-5387-F2831F293486}"/>
              </a:ext>
            </a:extLst>
          </p:cNvPr>
          <p:cNvCxnSpPr>
            <a:cxnSpLocks/>
          </p:cNvCxnSpPr>
          <p:nvPr/>
        </p:nvCxnSpPr>
        <p:spPr>
          <a:xfrm>
            <a:off x="729916" y="4999206"/>
            <a:ext cx="4790036" cy="0"/>
          </a:xfrm>
          <a:prstGeom prst="line">
            <a:avLst/>
          </a:prstGeom>
          <a:ln w="25400" cap="rnd">
            <a:gradFill>
              <a:gsLst>
                <a:gs pos="0">
                  <a:schemeClr val="accent2"/>
                </a:gs>
                <a:gs pos="100000">
                  <a:schemeClr val="accent2">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网络监控模型</a:t>
            </a:r>
            <a:endParaRPr lang="en-US" altLang="zh-CN" dirty="0"/>
          </a:p>
        </p:txBody>
      </p:sp>
      <p:grpSp>
        <p:nvGrpSpPr>
          <p:cNvPr id="1140" name="组合 1139">
            <a:extLst>
              <a:ext uri="{FF2B5EF4-FFF2-40B4-BE49-F238E27FC236}">
                <a16:creationId xmlns:a16="http://schemas.microsoft.com/office/drawing/2014/main" id="{83D54EAE-605D-CBC1-E667-38FD09A94E62}"/>
              </a:ext>
            </a:extLst>
          </p:cNvPr>
          <p:cNvGrpSpPr/>
          <p:nvPr/>
        </p:nvGrpSpPr>
        <p:grpSpPr>
          <a:xfrm>
            <a:off x="4540721" y="1367614"/>
            <a:ext cx="4728097" cy="4512743"/>
            <a:chOff x="3721135" y="1367614"/>
            <a:chExt cx="4728097" cy="4512743"/>
          </a:xfrm>
        </p:grpSpPr>
        <p:grpSp>
          <p:nvGrpSpPr>
            <p:cNvPr id="1127" name="组合 1126">
              <a:extLst>
                <a:ext uri="{FF2B5EF4-FFF2-40B4-BE49-F238E27FC236}">
                  <a16:creationId xmlns:a16="http://schemas.microsoft.com/office/drawing/2014/main" id="{454D9713-6A82-0AC6-D50C-141CBCE0C69C}"/>
                </a:ext>
              </a:extLst>
            </p:cNvPr>
            <p:cNvGrpSpPr/>
            <p:nvPr/>
          </p:nvGrpSpPr>
          <p:grpSpPr>
            <a:xfrm>
              <a:off x="3721135" y="3786543"/>
              <a:ext cx="4728097" cy="2093814"/>
              <a:chOff x="3731951" y="3626323"/>
              <a:chExt cx="4728097" cy="2093814"/>
            </a:xfrm>
          </p:grpSpPr>
          <p:sp>
            <p:nvSpPr>
              <p:cNvPr id="52" name="菱形 51">
                <a:extLst>
                  <a:ext uri="{FF2B5EF4-FFF2-40B4-BE49-F238E27FC236}">
                    <a16:creationId xmlns:a16="http://schemas.microsoft.com/office/drawing/2014/main" id="{AED0F21A-F752-FF09-D5FD-734B88B11F1E}"/>
                  </a:ext>
                </a:extLst>
              </p:cNvPr>
              <p:cNvSpPr/>
              <p:nvPr/>
            </p:nvSpPr>
            <p:spPr>
              <a:xfrm>
                <a:off x="3731951" y="3626323"/>
                <a:ext cx="4728097" cy="1206322"/>
              </a:xfrm>
              <a:prstGeom prst="diamond">
                <a:avLst/>
              </a:prstGeom>
              <a:gradFill>
                <a:gsLst>
                  <a:gs pos="0">
                    <a:schemeClr val="accent2">
                      <a:lumMod val="40000"/>
                      <a:lumOff val="60000"/>
                    </a:schemeClr>
                  </a:gs>
                  <a:gs pos="100000">
                    <a:schemeClr val="accent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6" name="任意多边形: 形状 1115">
                <a:extLst>
                  <a:ext uri="{FF2B5EF4-FFF2-40B4-BE49-F238E27FC236}">
                    <a16:creationId xmlns:a16="http://schemas.microsoft.com/office/drawing/2014/main" id="{3E664CFB-1F77-7FCC-0286-CEE5332EE36C}"/>
                  </a:ext>
                </a:extLst>
              </p:cNvPr>
              <p:cNvSpPr/>
              <p:nvPr/>
            </p:nvSpPr>
            <p:spPr>
              <a:xfrm rot="16200000">
                <a:off x="4170144" y="3794281"/>
                <a:ext cx="1487663" cy="2364049"/>
              </a:xfrm>
              <a:custGeom>
                <a:avLst/>
                <a:gdLst>
                  <a:gd name="connsiteX0" fmla="*/ 1487663 w 1487663"/>
                  <a:gd name="connsiteY0" fmla="*/ 0 h 2341489"/>
                  <a:gd name="connsiteX1" fmla="*/ 897655 w 1487663"/>
                  <a:gd name="connsiteY1" fmla="*/ 2341489 h 2341489"/>
                  <a:gd name="connsiteX2" fmla="*/ 0 w 1487663"/>
                  <a:gd name="connsiteY2" fmla="*/ 2341489 h 2341489"/>
                  <a:gd name="connsiteX3" fmla="*/ 590008 w 1487663"/>
                  <a:gd name="connsiteY3" fmla="*/ 0 h 2341489"/>
                </a:gdLst>
                <a:ahLst/>
                <a:cxnLst>
                  <a:cxn ang="0">
                    <a:pos x="connsiteX0" y="connsiteY0"/>
                  </a:cxn>
                  <a:cxn ang="0">
                    <a:pos x="connsiteX1" y="connsiteY1"/>
                  </a:cxn>
                  <a:cxn ang="0">
                    <a:pos x="connsiteX2" y="connsiteY2"/>
                  </a:cxn>
                  <a:cxn ang="0">
                    <a:pos x="connsiteX3" y="connsiteY3"/>
                  </a:cxn>
                </a:cxnLst>
                <a:rect l="l" t="t" r="r" b="b"/>
                <a:pathLst>
                  <a:path w="1487663" h="2341489">
                    <a:moveTo>
                      <a:pt x="1487663" y="0"/>
                    </a:moveTo>
                    <a:lnTo>
                      <a:pt x="897655" y="2341489"/>
                    </a:lnTo>
                    <a:lnTo>
                      <a:pt x="0" y="2341489"/>
                    </a:lnTo>
                    <a:lnTo>
                      <a:pt x="590008" y="0"/>
                    </a:lnTo>
                    <a:close/>
                  </a:path>
                </a:pathLst>
              </a:custGeom>
              <a:gradFill>
                <a:gsLst>
                  <a:gs pos="0">
                    <a:schemeClr val="accent2">
                      <a:lumMod val="40000"/>
                      <a:lumOff val="60000"/>
                    </a:schemeClr>
                  </a:gs>
                  <a:gs pos="100000">
                    <a:schemeClr val="accent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126" name="组合 1125">
                <a:extLst>
                  <a:ext uri="{FF2B5EF4-FFF2-40B4-BE49-F238E27FC236}">
                    <a16:creationId xmlns:a16="http://schemas.microsoft.com/office/drawing/2014/main" id="{6E6F79FB-EE88-67D4-2330-FE307E817332}"/>
                  </a:ext>
                </a:extLst>
              </p:cNvPr>
              <p:cNvGrpSpPr/>
              <p:nvPr/>
            </p:nvGrpSpPr>
            <p:grpSpPr>
              <a:xfrm>
                <a:off x="6090388" y="4232478"/>
                <a:ext cx="2369659" cy="1487659"/>
                <a:chOff x="6096001" y="4232477"/>
                <a:chExt cx="2348111" cy="1487659"/>
              </a:xfrm>
            </p:grpSpPr>
            <p:sp>
              <p:nvSpPr>
                <p:cNvPr id="1119" name="任意多边形: 形状 1118">
                  <a:extLst>
                    <a:ext uri="{FF2B5EF4-FFF2-40B4-BE49-F238E27FC236}">
                      <a16:creationId xmlns:a16="http://schemas.microsoft.com/office/drawing/2014/main" id="{7077CCEA-C9FA-46D2-B606-F07B7B0F2A06}"/>
                    </a:ext>
                  </a:extLst>
                </p:cNvPr>
                <p:cNvSpPr/>
                <p:nvPr/>
              </p:nvSpPr>
              <p:spPr>
                <a:xfrm rot="5400000" flipH="1">
                  <a:off x="6757643" y="3976203"/>
                  <a:ext cx="1215056" cy="2157881"/>
                </a:xfrm>
                <a:custGeom>
                  <a:avLst/>
                  <a:gdLst>
                    <a:gd name="connsiteX0" fmla="*/ 1215056 w 1215056"/>
                    <a:gd name="connsiteY0" fmla="*/ 0 h 2157881"/>
                    <a:gd name="connsiteX1" fmla="*/ 479473 w 1215056"/>
                    <a:gd name="connsiteY1" fmla="*/ 0 h 2157881"/>
                    <a:gd name="connsiteX2" fmla="*/ 479472 w 1215056"/>
                    <a:gd name="connsiteY2" fmla="*/ 3 h 2157881"/>
                    <a:gd name="connsiteX3" fmla="*/ 532542 w 1215056"/>
                    <a:gd name="connsiteY3" fmla="*/ 3 h 2157881"/>
                    <a:gd name="connsiteX4" fmla="*/ 0 w 1215056"/>
                    <a:gd name="connsiteY4" fmla="*/ 2155116 h 2157881"/>
                    <a:gd name="connsiteX5" fmla="*/ 44878 w 1215056"/>
                    <a:gd name="connsiteY5" fmla="*/ 2157881 h 2157881"/>
                    <a:gd name="connsiteX6" fmla="*/ 1207246 w 1215056"/>
                    <a:gd name="connsiteY6" fmla="*/ 74015 h 2157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5056" h="2157881">
                      <a:moveTo>
                        <a:pt x="1215056" y="0"/>
                      </a:moveTo>
                      <a:lnTo>
                        <a:pt x="479473" y="0"/>
                      </a:lnTo>
                      <a:lnTo>
                        <a:pt x="479472" y="3"/>
                      </a:lnTo>
                      <a:lnTo>
                        <a:pt x="532542" y="3"/>
                      </a:lnTo>
                      <a:lnTo>
                        <a:pt x="0" y="2155116"/>
                      </a:lnTo>
                      <a:lnTo>
                        <a:pt x="44878" y="2157881"/>
                      </a:lnTo>
                      <a:cubicBezTo>
                        <a:pt x="591023" y="2157881"/>
                        <a:pt x="1053149" y="1281301"/>
                        <a:pt x="1207246" y="74015"/>
                      </a:cubicBezTo>
                      <a:close/>
                    </a:path>
                  </a:pathLst>
                </a:custGeom>
                <a:gradFill>
                  <a:gsLst>
                    <a:gs pos="0">
                      <a:schemeClr val="accent2">
                        <a:lumMod val="40000"/>
                        <a:lumOff val="60000"/>
                      </a:schemeClr>
                    </a:gs>
                    <a:gs pos="100000">
                      <a:schemeClr val="accent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18" name="任意多边形: 形状 1117">
                  <a:extLst>
                    <a:ext uri="{FF2B5EF4-FFF2-40B4-BE49-F238E27FC236}">
                      <a16:creationId xmlns:a16="http://schemas.microsoft.com/office/drawing/2014/main" id="{C6471F1D-44EA-36B3-C526-EF82BE522F9E}"/>
                    </a:ext>
                  </a:extLst>
                </p:cNvPr>
                <p:cNvSpPr/>
                <p:nvPr/>
              </p:nvSpPr>
              <p:spPr>
                <a:xfrm rot="5400000" flipH="1">
                  <a:off x="6526227" y="3802251"/>
                  <a:ext cx="1487659" cy="2348111"/>
                </a:xfrm>
                <a:custGeom>
                  <a:avLst/>
                  <a:gdLst>
                    <a:gd name="connsiteX0" fmla="*/ 1487659 w 1487659"/>
                    <a:gd name="connsiteY0" fmla="*/ 0 h 2387667"/>
                    <a:gd name="connsiteX1" fmla="*/ 1272519 w 1487659"/>
                    <a:gd name="connsiteY1" fmla="*/ 0 h 2387667"/>
                    <a:gd name="connsiteX2" fmla="*/ 1264709 w 1487659"/>
                    <a:gd name="connsiteY2" fmla="*/ 74014 h 2387667"/>
                    <a:gd name="connsiteX3" fmla="*/ 102341 w 1487659"/>
                    <a:gd name="connsiteY3" fmla="*/ 2157881 h 2387667"/>
                    <a:gd name="connsiteX4" fmla="*/ 57465 w 1487659"/>
                    <a:gd name="connsiteY4" fmla="*/ 2155116 h 2387667"/>
                    <a:gd name="connsiteX5" fmla="*/ 0 w 1487659"/>
                    <a:gd name="connsiteY5" fmla="*/ 2387667 h 2387667"/>
                    <a:gd name="connsiteX6" fmla="*/ 897651 w 1487659"/>
                    <a:gd name="connsiteY6" fmla="*/ 2387667 h 2387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7659" h="2387667">
                      <a:moveTo>
                        <a:pt x="1487659" y="0"/>
                      </a:moveTo>
                      <a:lnTo>
                        <a:pt x="1272519" y="0"/>
                      </a:lnTo>
                      <a:lnTo>
                        <a:pt x="1264709" y="74014"/>
                      </a:lnTo>
                      <a:cubicBezTo>
                        <a:pt x="1110612" y="1281300"/>
                        <a:pt x="648486" y="2157881"/>
                        <a:pt x="102341" y="2157881"/>
                      </a:cubicBezTo>
                      <a:lnTo>
                        <a:pt x="57465" y="2155116"/>
                      </a:lnTo>
                      <a:lnTo>
                        <a:pt x="0" y="2387667"/>
                      </a:lnTo>
                      <a:lnTo>
                        <a:pt x="897651" y="2387667"/>
                      </a:lnTo>
                      <a:close/>
                    </a:path>
                  </a:pathLst>
                </a:custGeom>
                <a:gradFill>
                  <a:gsLst>
                    <a:gs pos="0">
                      <a:schemeClr val="tx1"/>
                    </a:gs>
                    <a:gs pos="100000">
                      <a:schemeClr val="accent2"/>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grpSp>
          <p:nvGrpSpPr>
            <p:cNvPr id="1087" name="组合 1086">
              <a:extLst>
                <a:ext uri="{FF2B5EF4-FFF2-40B4-BE49-F238E27FC236}">
                  <a16:creationId xmlns:a16="http://schemas.microsoft.com/office/drawing/2014/main" id="{9CA7B317-293B-B23F-7D8B-62462DD62A65}"/>
                </a:ext>
              </a:extLst>
            </p:cNvPr>
            <p:cNvGrpSpPr/>
            <p:nvPr/>
          </p:nvGrpSpPr>
          <p:grpSpPr>
            <a:xfrm>
              <a:off x="4100879" y="2933540"/>
              <a:ext cx="3968610" cy="1751141"/>
              <a:chOff x="6759210" y="2741240"/>
              <a:chExt cx="4223480" cy="1923471"/>
            </a:xfrm>
          </p:grpSpPr>
          <p:sp>
            <p:nvSpPr>
              <p:cNvPr id="48" name="菱形 47">
                <a:extLst>
                  <a:ext uri="{FF2B5EF4-FFF2-40B4-BE49-F238E27FC236}">
                    <a16:creationId xmlns:a16="http://schemas.microsoft.com/office/drawing/2014/main" id="{CB2CC5A3-5FB7-8D52-365E-4E64544E6344}"/>
                  </a:ext>
                </a:extLst>
              </p:cNvPr>
              <p:cNvSpPr/>
              <p:nvPr/>
            </p:nvSpPr>
            <p:spPr>
              <a:xfrm>
                <a:off x="6759211" y="2741240"/>
                <a:ext cx="4223478" cy="1116598"/>
              </a:xfrm>
              <a:prstGeom prst="diamond">
                <a:avLst/>
              </a:prstGeom>
              <a:gradFill flip="none" rotWithShape="1">
                <a:gsLst>
                  <a:gs pos="0">
                    <a:schemeClr val="accent1">
                      <a:lumMod val="40000"/>
                      <a:lumOff val="60000"/>
                    </a:schemeClr>
                  </a:gs>
                  <a:gs pos="100000">
                    <a:schemeClr val="accent1"/>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平行四边形 48">
                <a:extLst>
                  <a:ext uri="{FF2B5EF4-FFF2-40B4-BE49-F238E27FC236}">
                    <a16:creationId xmlns:a16="http://schemas.microsoft.com/office/drawing/2014/main" id="{0CA19840-0C83-8390-57AF-907AF05F701F}"/>
                  </a:ext>
                </a:extLst>
              </p:cNvPr>
              <p:cNvSpPr/>
              <p:nvPr/>
            </p:nvSpPr>
            <p:spPr>
              <a:xfrm rot="16200000">
                <a:off x="7134520" y="2928276"/>
                <a:ext cx="1361122" cy="2111741"/>
              </a:xfrm>
              <a:prstGeom prst="parallelogram">
                <a:avLst>
                  <a:gd name="adj" fmla="val 39903"/>
                </a:avLst>
              </a:prstGeom>
              <a:gradFill>
                <a:gsLst>
                  <a:gs pos="0">
                    <a:schemeClr val="accent1">
                      <a:lumMod val="40000"/>
                      <a:lumOff val="60000"/>
                    </a:schemeClr>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平行四边形 49">
                <a:extLst>
                  <a:ext uri="{FF2B5EF4-FFF2-40B4-BE49-F238E27FC236}">
                    <a16:creationId xmlns:a16="http://schemas.microsoft.com/office/drawing/2014/main" id="{219A942E-A96D-34D4-35AA-88E6BEE4BA0D}"/>
                  </a:ext>
                </a:extLst>
              </p:cNvPr>
              <p:cNvSpPr/>
              <p:nvPr/>
            </p:nvSpPr>
            <p:spPr>
              <a:xfrm rot="5400000" flipH="1">
                <a:off x="9246258" y="2928278"/>
                <a:ext cx="1361122" cy="2111741"/>
              </a:xfrm>
              <a:prstGeom prst="parallelogram">
                <a:avLst>
                  <a:gd name="adj" fmla="val 3990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3" name="任意多边形: 形状 1082">
                <a:extLst>
                  <a:ext uri="{FF2B5EF4-FFF2-40B4-BE49-F238E27FC236}">
                    <a16:creationId xmlns:a16="http://schemas.microsoft.com/office/drawing/2014/main" id="{81234E65-41E1-D83D-D4D7-44FE4494E09D}"/>
                  </a:ext>
                </a:extLst>
              </p:cNvPr>
              <p:cNvSpPr/>
              <p:nvPr/>
            </p:nvSpPr>
            <p:spPr>
              <a:xfrm rot="5400000" flipH="1">
                <a:off x="9528888" y="3134491"/>
                <a:ext cx="1082036" cy="1825569"/>
              </a:xfrm>
              <a:custGeom>
                <a:avLst/>
                <a:gdLst>
                  <a:gd name="connsiteX0" fmla="*/ 1082036 w 1082036"/>
                  <a:gd name="connsiteY0" fmla="*/ 0 h 1825569"/>
                  <a:gd name="connsiteX1" fmla="*/ 466713 w 1082036"/>
                  <a:gd name="connsiteY1" fmla="*/ 0 h 1825569"/>
                  <a:gd name="connsiteX2" fmla="*/ 0 w 1082036"/>
                  <a:gd name="connsiteY2" fmla="*/ 1814630 h 1825569"/>
                  <a:gd name="connsiteX3" fmla="*/ 33868 w 1082036"/>
                  <a:gd name="connsiteY3" fmla="*/ 1821719 h 1825569"/>
                  <a:gd name="connsiteX4" fmla="*/ 89181 w 1082036"/>
                  <a:gd name="connsiteY4" fmla="*/ 1825569 h 1825569"/>
                  <a:gd name="connsiteX5" fmla="*/ 1079588 w 1082036"/>
                  <a:gd name="connsiteY5" fmla="*/ 18413 h 1825569"/>
                  <a:gd name="connsiteX6" fmla="*/ 1082036 w 1082036"/>
                  <a:gd name="connsiteY6" fmla="*/ 0 h 1825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036" h="1825569">
                    <a:moveTo>
                      <a:pt x="1082036" y="0"/>
                    </a:moveTo>
                    <a:lnTo>
                      <a:pt x="466713" y="0"/>
                    </a:lnTo>
                    <a:lnTo>
                      <a:pt x="0" y="1814630"/>
                    </a:lnTo>
                    <a:lnTo>
                      <a:pt x="33868" y="1821719"/>
                    </a:lnTo>
                    <a:cubicBezTo>
                      <a:pt x="52188" y="1824275"/>
                      <a:pt x="70630" y="1825569"/>
                      <a:pt x="89181" y="1825569"/>
                    </a:cubicBezTo>
                    <a:cubicBezTo>
                      <a:pt x="534409" y="1825569"/>
                      <a:pt x="916413" y="1080403"/>
                      <a:pt x="1079588" y="18413"/>
                    </a:cubicBezTo>
                    <a:lnTo>
                      <a:pt x="1082036" y="0"/>
                    </a:lnTo>
                    <a:close/>
                  </a:path>
                </a:pathLst>
              </a:custGeom>
              <a:gradFill>
                <a:gsLst>
                  <a:gs pos="0">
                    <a:schemeClr val="accent1">
                      <a:lumMod val="40000"/>
                      <a:lumOff val="60000"/>
                    </a:schemeClr>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82" name="任意多边形: 形状 1081">
                <a:extLst>
                  <a:ext uri="{FF2B5EF4-FFF2-40B4-BE49-F238E27FC236}">
                    <a16:creationId xmlns:a16="http://schemas.microsoft.com/office/drawing/2014/main" id="{83CF1A87-9686-BB82-D7F3-783ED998632F}"/>
                  </a:ext>
                </a:extLst>
              </p:cNvPr>
              <p:cNvSpPr/>
              <p:nvPr/>
            </p:nvSpPr>
            <p:spPr>
              <a:xfrm rot="5400000" flipH="1">
                <a:off x="9246169" y="2928278"/>
                <a:ext cx="1361123" cy="2111743"/>
              </a:xfrm>
              <a:custGeom>
                <a:avLst/>
                <a:gdLst>
                  <a:gd name="connsiteX0" fmla="*/ 1361123 w 1361123"/>
                  <a:gd name="connsiteY0" fmla="*/ 0 h 2111743"/>
                  <a:gd name="connsiteX1" fmla="*/ 1158453 w 1361123"/>
                  <a:gd name="connsiteY1" fmla="*/ 0 h 2111743"/>
                  <a:gd name="connsiteX2" fmla="*/ 1156005 w 1361123"/>
                  <a:gd name="connsiteY2" fmla="*/ 18413 h 2111743"/>
                  <a:gd name="connsiteX3" fmla="*/ 165598 w 1361123"/>
                  <a:gd name="connsiteY3" fmla="*/ 1825569 h 2111743"/>
                  <a:gd name="connsiteX4" fmla="*/ 110285 w 1361123"/>
                  <a:gd name="connsiteY4" fmla="*/ 1821719 h 2111743"/>
                  <a:gd name="connsiteX5" fmla="*/ 76417 w 1361123"/>
                  <a:gd name="connsiteY5" fmla="*/ 1814630 h 2111743"/>
                  <a:gd name="connsiteX6" fmla="*/ 0 w 1361123"/>
                  <a:gd name="connsiteY6" fmla="*/ 2111743 h 2111743"/>
                  <a:gd name="connsiteX7" fmla="*/ 817994 w 1361123"/>
                  <a:gd name="connsiteY7" fmla="*/ 2111743 h 2111743"/>
                  <a:gd name="connsiteX8" fmla="*/ 1361123 w 1361123"/>
                  <a:gd name="connsiteY8" fmla="*/ 0 h 211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1123" h="2111743">
                    <a:moveTo>
                      <a:pt x="1361123" y="0"/>
                    </a:moveTo>
                    <a:lnTo>
                      <a:pt x="1158453" y="0"/>
                    </a:lnTo>
                    <a:lnTo>
                      <a:pt x="1156005" y="18413"/>
                    </a:lnTo>
                    <a:cubicBezTo>
                      <a:pt x="992830" y="1080403"/>
                      <a:pt x="610826" y="1825569"/>
                      <a:pt x="165598" y="1825569"/>
                    </a:cubicBezTo>
                    <a:cubicBezTo>
                      <a:pt x="147047" y="1825569"/>
                      <a:pt x="128605" y="1824275"/>
                      <a:pt x="110285" y="1821719"/>
                    </a:cubicBezTo>
                    <a:lnTo>
                      <a:pt x="76417" y="1814630"/>
                    </a:lnTo>
                    <a:lnTo>
                      <a:pt x="0" y="2111743"/>
                    </a:lnTo>
                    <a:lnTo>
                      <a:pt x="817994" y="2111743"/>
                    </a:lnTo>
                    <a:lnTo>
                      <a:pt x="1361123" y="0"/>
                    </a:lnTo>
                    <a:close/>
                  </a:path>
                </a:pathLst>
              </a:custGeom>
              <a:gradFill>
                <a:gsLst>
                  <a:gs pos="0">
                    <a:schemeClr val="tx1"/>
                  </a:gs>
                  <a:gs pos="100000">
                    <a:schemeClr val="accent1"/>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45" name="平行四边形 44">
              <a:extLst>
                <a:ext uri="{FF2B5EF4-FFF2-40B4-BE49-F238E27FC236}">
                  <a16:creationId xmlns:a16="http://schemas.microsoft.com/office/drawing/2014/main" id="{EFD2B7EB-3288-410B-B90C-B780EF0873C2}"/>
                </a:ext>
              </a:extLst>
            </p:cNvPr>
            <p:cNvSpPr/>
            <p:nvPr/>
          </p:nvSpPr>
          <p:spPr>
            <a:xfrm rot="5400000" flipH="1">
              <a:off x="6311348" y="2234063"/>
              <a:ext cx="1126347" cy="1651157"/>
            </a:xfrm>
            <a:prstGeom prst="parallelogram">
              <a:avLst>
                <a:gd name="adj" fmla="val 31174"/>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22" name="组合 1121">
              <a:extLst>
                <a:ext uri="{FF2B5EF4-FFF2-40B4-BE49-F238E27FC236}">
                  <a16:creationId xmlns:a16="http://schemas.microsoft.com/office/drawing/2014/main" id="{7F49A28C-2987-F7D6-19A5-2D95767D346A}"/>
                </a:ext>
              </a:extLst>
            </p:cNvPr>
            <p:cNvGrpSpPr/>
            <p:nvPr/>
          </p:nvGrpSpPr>
          <p:grpSpPr>
            <a:xfrm>
              <a:off x="4439173" y="2147873"/>
              <a:ext cx="3292022" cy="1474942"/>
              <a:chOff x="4418897" y="2024918"/>
              <a:chExt cx="3292022" cy="1474942"/>
            </a:xfrm>
          </p:grpSpPr>
          <p:sp>
            <p:nvSpPr>
              <p:cNvPr id="44" name="菱形 43">
                <a:extLst>
                  <a:ext uri="{FF2B5EF4-FFF2-40B4-BE49-F238E27FC236}">
                    <a16:creationId xmlns:a16="http://schemas.microsoft.com/office/drawing/2014/main" id="{E1281AC6-62DB-01F1-E415-8BBF7B063793}"/>
                  </a:ext>
                </a:extLst>
              </p:cNvPr>
              <p:cNvSpPr/>
              <p:nvPr/>
            </p:nvSpPr>
            <p:spPr>
              <a:xfrm>
                <a:off x="4418897" y="2024918"/>
                <a:ext cx="3292019" cy="706171"/>
              </a:xfrm>
              <a:prstGeom prst="diamond">
                <a:avLst/>
              </a:prstGeom>
              <a:gradFill>
                <a:gsLst>
                  <a:gs pos="0">
                    <a:schemeClr val="accent2">
                      <a:lumMod val="40000"/>
                      <a:lumOff val="60000"/>
                    </a:schemeClr>
                  </a:gs>
                  <a:gs pos="100000">
                    <a:schemeClr val="accent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平行四边形 45">
                <a:extLst>
                  <a:ext uri="{FF2B5EF4-FFF2-40B4-BE49-F238E27FC236}">
                    <a16:creationId xmlns:a16="http://schemas.microsoft.com/office/drawing/2014/main" id="{7931CE42-D397-9A62-8A1E-7FF1C0DB4963}"/>
                  </a:ext>
                </a:extLst>
              </p:cNvPr>
              <p:cNvSpPr/>
              <p:nvPr/>
            </p:nvSpPr>
            <p:spPr>
              <a:xfrm rot="16200000">
                <a:off x="4681303" y="2111108"/>
                <a:ext cx="1126347" cy="1651157"/>
              </a:xfrm>
              <a:prstGeom prst="parallelogram">
                <a:avLst>
                  <a:gd name="adj" fmla="val 31174"/>
                </a:avLst>
              </a:prstGeom>
              <a:gradFill>
                <a:gsLst>
                  <a:gs pos="0">
                    <a:schemeClr val="accent2">
                      <a:lumMod val="40000"/>
                      <a:lumOff val="60000"/>
                    </a:schemeClr>
                  </a:gs>
                  <a:gs pos="100000">
                    <a:schemeClr val="accent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93" name="组合 1092">
                <a:extLst>
                  <a:ext uri="{FF2B5EF4-FFF2-40B4-BE49-F238E27FC236}">
                    <a16:creationId xmlns:a16="http://schemas.microsoft.com/office/drawing/2014/main" id="{9291142C-B9A9-6601-E80E-D045211E4D40}"/>
                  </a:ext>
                </a:extLst>
              </p:cNvPr>
              <p:cNvGrpSpPr/>
              <p:nvPr/>
            </p:nvGrpSpPr>
            <p:grpSpPr>
              <a:xfrm>
                <a:off x="6070057" y="2373512"/>
                <a:ext cx="1640862" cy="1126348"/>
                <a:chOff x="8884963" y="2381252"/>
                <a:chExt cx="1700488" cy="1167278"/>
              </a:xfrm>
            </p:grpSpPr>
            <p:sp>
              <p:nvSpPr>
                <p:cNvPr id="1080" name="任意多边形: 形状 1079">
                  <a:extLst>
                    <a:ext uri="{FF2B5EF4-FFF2-40B4-BE49-F238E27FC236}">
                      <a16:creationId xmlns:a16="http://schemas.microsoft.com/office/drawing/2014/main" id="{4AC66A6A-B258-0020-676C-11AC44D11C6D}"/>
                    </a:ext>
                  </a:extLst>
                </p:cNvPr>
                <p:cNvSpPr/>
                <p:nvPr/>
              </p:nvSpPr>
              <p:spPr>
                <a:xfrm rot="5400000" flipH="1">
                  <a:off x="9403822" y="2306729"/>
                  <a:ext cx="935058" cy="1428201"/>
                </a:xfrm>
                <a:custGeom>
                  <a:avLst/>
                  <a:gdLst>
                    <a:gd name="connsiteX0" fmla="*/ 935058 w 935058"/>
                    <a:gd name="connsiteY0" fmla="*/ 0 h 1428201"/>
                    <a:gd name="connsiteX1" fmla="*/ 303715 w 935058"/>
                    <a:gd name="connsiteY1" fmla="*/ 0 h 1428201"/>
                    <a:gd name="connsiteX2" fmla="*/ 0 w 935058"/>
                    <a:gd name="connsiteY2" fmla="*/ 1428201 h 1428201"/>
                    <a:gd name="connsiteX3" fmla="*/ 96227 w 935058"/>
                    <a:gd name="connsiteY3" fmla="*/ 1419192 h 1428201"/>
                    <a:gd name="connsiteX4" fmla="*/ 933822 w 935058"/>
                    <a:gd name="connsiteY4" fmla="*/ 15020 h 1428201"/>
                    <a:gd name="connsiteX5" fmla="*/ 935058 w 935058"/>
                    <a:gd name="connsiteY5" fmla="*/ 0 h 1428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5058" h="1428201">
                      <a:moveTo>
                        <a:pt x="935058" y="0"/>
                      </a:moveTo>
                      <a:lnTo>
                        <a:pt x="303715" y="0"/>
                      </a:lnTo>
                      <a:lnTo>
                        <a:pt x="0" y="1428201"/>
                      </a:lnTo>
                      <a:lnTo>
                        <a:pt x="96227" y="1419192"/>
                      </a:lnTo>
                      <a:cubicBezTo>
                        <a:pt x="513403" y="1340634"/>
                        <a:pt x="851168" y="763982"/>
                        <a:pt x="933822" y="15020"/>
                      </a:cubicBezTo>
                      <a:lnTo>
                        <a:pt x="935058" y="0"/>
                      </a:lnTo>
                      <a:close/>
                    </a:path>
                  </a:pathLst>
                </a:custGeom>
                <a:gradFill>
                  <a:gsLst>
                    <a:gs pos="0">
                      <a:schemeClr val="accent2">
                        <a:lumMod val="40000"/>
                        <a:lumOff val="60000"/>
                      </a:schemeClr>
                    </a:gs>
                    <a:gs pos="100000">
                      <a:schemeClr val="accent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26" name="任意多边形: 形状 1025">
                  <a:extLst>
                    <a:ext uri="{FF2B5EF4-FFF2-40B4-BE49-F238E27FC236}">
                      <a16:creationId xmlns:a16="http://schemas.microsoft.com/office/drawing/2014/main" id="{A65AA7E0-7C13-1A67-9ABC-1FD9597B29B7}"/>
                    </a:ext>
                  </a:extLst>
                </p:cNvPr>
                <p:cNvSpPr/>
                <p:nvPr/>
              </p:nvSpPr>
              <p:spPr>
                <a:xfrm rot="5400000" flipH="1">
                  <a:off x="9149852" y="2116363"/>
                  <a:ext cx="1167278" cy="1697055"/>
                </a:xfrm>
                <a:custGeom>
                  <a:avLst/>
                  <a:gdLst>
                    <a:gd name="connsiteX0" fmla="*/ 1167278 w 1167278"/>
                    <a:gd name="connsiteY0" fmla="*/ 0 h 1711159"/>
                    <a:gd name="connsiteX1" fmla="*/ 995231 w 1167278"/>
                    <a:gd name="connsiteY1" fmla="*/ 0 h 1711159"/>
                    <a:gd name="connsiteX2" fmla="*/ 993995 w 1167278"/>
                    <a:gd name="connsiteY2" fmla="*/ 15020 h 1711159"/>
                    <a:gd name="connsiteX3" fmla="*/ 156400 w 1167278"/>
                    <a:gd name="connsiteY3" fmla="*/ 1419192 h 1711159"/>
                    <a:gd name="connsiteX4" fmla="*/ 60173 w 1167278"/>
                    <a:gd name="connsiteY4" fmla="*/ 1428201 h 1711159"/>
                    <a:gd name="connsiteX5" fmla="*/ 0 w 1167278"/>
                    <a:gd name="connsiteY5" fmla="*/ 1711159 h 1711159"/>
                    <a:gd name="connsiteX6" fmla="*/ 803391 w 1167278"/>
                    <a:gd name="connsiteY6" fmla="*/ 1711159 h 1711159"/>
                    <a:gd name="connsiteX7" fmla="*/ 1167278 w 1167278"/>
                    <a:gd name="connsiteY7" fmla="*/ 0 h 1711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7278" h="1711159">
                      <a:moveTo>
                        <a:pt x="1167278" y="0"/>
                      </a:moveTo>
                      <a:lnTo>
                        <a:pt x="995231" y="0"/>
                      </a:lnTo>
                      <a:lnTo>
                        <a:pt x="993995" y="15020"/>
                      </a:lnTo>
                      <a:cubicBezTo>
                        <a:pt x="911341" y="763982"/>
                        <a:pt x="573576" y="1340634"/>
                        <a:pt x="156400" y="1419192"/>
                      </a:cubicBezTo>
                      <a:lnTo>
                        <a:pt x="60173" y="1428201"/>
                      </a:lnTo>
                      <a:lnTo>
                        <a:pt x="0" y="1711159"/>
                      </a:lnTo>
                      <a:lnTo>
                        <a:pt x="803391" y="1711159"/>
                      </a:lnTo>
                      <a:lnTo>
                        <a:pt x="1167278" y="0"/>
                      </a:lnTo>
                      <a:close/>
                    </a:path>
                  </a:pathLst>
                </a:custGeom>
                <a:gradFill>
                  <a:gsLst>
                    <a:gs pos="0">
                      <a:schemeClr val="tx1"/>
                    </a:gs>
                    <a:gs pos="100000">
                      <a:schemeClr val="accent2"/>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grpSp>
        <p:grpSp>
          <p:nvGrpSpPr>
            <p:cNvPr id="1128" name="组合 1127">
              <a:extLst>
                <a:ext uri="{FF2B5EF4-FFF2-40B4-BE49-F238E27FC236}">
                  <a16:creationId xmlns:a16="http://schemas.microsoft.com/office/drawing/2014/main" id="{91E34AA8-31C3-59D2-D397-8FD651C365EA}"/>
                </a:ext>
              </a:extLst>
            </p:cNvPr>
            <p:cNvGrpSpPr/>
            <p:nvPr/>
          </p:nvGrpSpPr>
          <p:grpSpPr>
            <a:xfrm>
              <a:off x="4780061" y="1367614"/>
              <a:ext cx="2610247" cy="1170067"/>
              <a:chOff x="4755494" y="1350498"/>
              <a:chExt cx="2610247" cy="1170067"/>
            </a:xfrm>
          </p:grpSpPr>
          <p:grpSp>
            <p:nvGrpSpPr>
              <p:cNvPr id="34" name="组合 33">
                <a:extLst>
                  <a:ext uri="{FF2B5EF4-FFF2-40B4-BE49-F238E27FC236}">
                    <a16:creationId xmlns:a16="http://schemas.microsoft.com/office/drawing/2014/main" id="{05F7F012-BD4B-50FB-27A9-3B75B6A28908}"/>
                  </a:ext>
                </a:extLst>
              </p:cNvPr>
              <p:cNvGrpSpPr/>
              <p:nvPr/>
            </p:nvGrpSpPr>
            <p:grpSpPr>
              <a:xfrm>
                <a:off x="4755494" y="1350498"/>
                <a:ext cx="2610247" cy="1170067"/>
                <a:chOff x="7522633" y="1321063"/>
                <a:chExt cx="2705100" cy="1212586"/>
              </a:xfrm>
            </p:grpSpPr>
            <p:sp>
              <p:nvSpPr>
                <p:cNvPr id="35" name="菱形 34">
                  <a:extLst>
                    <a:ext uri="{FF2B5EF4-FFF2-40B4-BE49-F238E27FC236}">
                      <a16:creationId xmlns:a16="http://schemas.microsoft.com/office/drawing/2014/main" id="{23743FD5-29BB-6692-3B1D-5AF7E15DD8F3}"/>
                    </a:ext>
                  </a:extLst>
                </p:cNvPr>
                <p:cNvSpPr/>
                <p:nvPr/>
              </p:nvSpPr>
              <p:spPr>
                <a:xfrm>
                  <a:off x="7522633" y="1321063"/>
                  <a:ext cx="2705100" cy="554038"/>
                </a:xfrm>
                <a:prstGeom prst="diamond">
                  <a:avLst/>
                </a:prstGeom>
                <a:gradFill flip="none" rotWithShape="1">
                  <a:gsLst>
                    <a:gs pos="0">
                      <a:schemeClr val="accent1">
                        <a:lumMod val="40000"/>
                        <a:lumOff val="60000"/>
                      </a:schemeClr>
                    </a:gs>
                    <a:gs pos="100000">
                      <a:schemeClr val="accent1"/>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平行四边形 35">
                  <a:extLst>
                    <a:ext uri="{FF2B5EF4-FFF2-40B4-BE49-F238E27FC236}">
                      <a16:creationId xmlns:a16="http://schemas.microsoft.com/office/drawing/2014/main" id="{73829ECA-FBAD-56E9-0BF8-A975A434D3DA}"/>
                    </a:ext>
                  </a:extLst>
                </p:cNvPr>
                <p:cNvSpPr/>
                <p:nvPr/>
              </p:nvSpPr>
              <p:spPr>
                <a:xfrm rot="16200000">
                  <a:off x="7728920" y="1391798"/>
                  <a:ext cx="935567" cy="1348136"/>
                </a:xfrm>
                <a:prstGeom prst="parallelogram">
                  <a:avLst>
                    <a:gd name="adj" fmla="val 29446"/>
                  </a:avLst>
                </a:prstGeom>
                <a:gradFill>
                  <a:gsLst>
                    <a:gs pos="0">
                      <a:schemeClr val="accent1">
                        <a:lumMod val="40000"/>
                        <a:lumOff val="60000"/>
                      </a:schemeClr>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平行四边形 36">
                  <a:extLst>
                    <a:ext uri="{FF2B5EF4-FFF2-40B4-BE49-F238E27FC236}">
                      <a16:creationId xmlns:a16="http://schemas.microsoft.com/office/drawing/2014/main" id="{B4CC4366-05D5-43F9-477A-DE19EB78487C}"/>
                    </a:ext>
                  </a:extLst>
                </p:cNvPr>
                <p:cNvSpPr/>
                <p:nvPr/>
              </p:nvSpPr>
              <p:spPr>
                <a:xfrm rot="5400000" flipH="1">
                  <a:off x="9077328" y="1391705"/>
                  <a:ext cx="935567" cy="1348320"/>
                </a:xfrm>
                <a:prstGeom prst="parallelogram">
                  <a:avLst>
                    <a:gd name="adj" fmla="val 2944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92" name="组合 1091">
                <a:extLst>
                  <a:ext uri="{FF2B5EF4-FFF2-40B4-BE49-F238E27FC236}">
                    <a16:creationId xmlns:a16="http://schemas.microsoft.com/office/drawing/2014/main" id="{20F17E9C-96DF-67B0-033C-1AF83B3D8939}"/>
                  </a:ext>
                </a:extLst>
              </p:cNvPr>
              <p:cNvGrpSpPr/>
              <p:nvPr/>
            </p:nvGrpSpPr>
            <p:grpSpPr>
              <a:xfrm>
                <a:off x="6056445" y="1617046"/>
                <a:ext cx="1301132" cy="902762"/>
                <a:chOff x="8870859" y="1597297"/>
                <a:chExt cx="1348412" cy="935567"/>
              </a:xfrm>
            </p:grpSpPr>
            <p:sp>
              <p:nvSpPr>
                <p:cNvPr id="40" name="任意多边形: 形状 39">
                  <a:extLst>
                    <a:ext uri="{FF2B5EF4-FFF2-40B4-BE49-F238E27FC236}">
                      <a16:creationId xmlns:a16="http://schemas.microsoft.com/office/drawing/2014/main" id="{34428373-9FBE-903D-2AF5-DE3A981010B2}"/>
                    </a:ext>
                  </a:extLst>
                </p:cNvPr>
                <p:cNvSpPr/>
                <p:nvPr/>
              </p:nvSpPr>
              <p:spPr>
                <a:xfrm rot="5400000" flipH="1">
                  <a:off x="9295763" y="1553129"/>
                  <a:ext cx="777734" cy="1069283"/>
                </a:xfrm>
                <a:custGeom>
                  <a:avLst/>
                  <a:gdLst>
                    <a:gd name="connsiteX0" fmla="*/ 777734 w 777734"/>
                    <a:gd name="connsiteY0" fmla="*/ 0 h 1069283"/>
                    <a:gd name="connsiteX1" fmla="*/ 218475 w 777734"/>
                    <a:gd name="connsiteY1" fmla="*/ 0 h 1069283"/>
                    <a:gd name="connsiteX2" fmla="*/ 0 w 777734"/>
                    <a:gd name="connsiteY2" fmla="*/ 1069283 h 1069283"/>
                    <a:gd name="connsiteX3" fmla="*/ 90946 w 777734"/>
                    <a:gd name="connsiteY3" fmla="*/ 1043546 h 1069283"/>
                    <a:gd name="connsiteX4" fmla="*/ 737938 w 777734"/>
                    <a:gd name="connsiteY4" fmla="*/ 153177 h 1069283"/>
                    <a:gd name="connsiteX5" fmla="*/ 777734 w 777734"/>
                    <a:gd name="connsiteY5" fmla="*/ 0 h 1069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734" h="1069283">
                      <a:moveTo>
                        <a:pt x="777734" y="0"/>
                      </a:moveTo>
                      <a:lnTo>
                        <a:pt x="218475" y="0"/>
                      </a:lnTo>
                      <a:lnTo>
                        <a:pt x="0" y="1069283"/>
                      </a:lnTo>
                      <a:lnTo>
                        <a:pt x="90946" y="1043546"/>
                      </a:lnTo>
                      <a:cubicBezTo>
                        <a:pt x="370582" y="937443"/>
                        <a:pt x="605680" y="604620"/>
                        <a:pt x="737938" y="153177"/>
                      </a:cubicBezTo>
                      <a:lnTo>
                        <a:pt x="777734" y="0"/>
                      </a:lnTo>
                      <a:close/>
                    </a:path>
                  </a:pathLst>
                </a:custGeom>
                <a:gradFill>
                  <a:gsLst>
                    <a:gs pos="0">
                      <a:schemeClr val="accent1">
                        <a:lumMod val="40000"/>
                        <a:lumOff val="60000"/>
                      </a:schemeClr>
                    </a:gs>
                    <a:gs pos="100000">
                      <a:schemeClr val="accent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形状 38">
                  <a:extLst>
                    <a:ext uri="{FF2B5EF4-FFF2-40B4-BE49-F238E27FC236}">
                      <a16:creationId xmlns:a16="http://schemas.microsoft.com/office/drawing/2014/main" id="{57A57ECA-EC1C-2C4A-4CF6-14C45E2AD64A}"/>
                    </a:ext>
                  </a:extLst>
                </p:cNvPr>
                <p:cNvSpPr/>
                <p:nvPr/>
              </p:nvSpPr>
              <p:spPr>
                <a:xfrm rot="5400000" flipH="1">
                  <a:off x="9077236" y="1390920"/>
                  <a:ext cx="935567" cy="1348321"/>
                </a:xfrm>
                <a:custGeom>
                  <a:avLst/>
                  <a:gdLst>
                    <a:gd name="connsiteX0" fmla="*/ 935567 w 935567"/>
                    <a:gd name="connsiteY0" fmla="*/ 0 h 1348321"/>
                    <a:gd name="connsiteX1" fmla="*/ 834747 w 935567"/>
                    <a:gd name="connsiteY1" fmla="*/ 0 h 1348321"/>
                    <a:gd name="connsiteX2" fmla="*/ 794951 w 935567"/>
                    <a:gd name="connsiteY2" fmla="*/ 153177 h 1348321"/>
                    <a:gd name="connsiteX3" fmla="*/ 147959 w 935567"/>
                    <a:gd name="connsiteY3" fmla="*/ 1043546 h 1348321"/>
                    <a:gd name="connsiteX4" fmla="*/ 57013 w 935567"/>
                    <a:gd name="connsiteY4" fmla="*/ 1069283 h 1348321"/>
                    <a:gd name="connsiteX5" fmla="*/ 0 w 935567"/>
                    <a:gd name="connsiteY5" fmla="*/ 1348321 h 1348321"/>
                    <a:gd name="connsiteX6" fmla="*/ 660081 w 935567"/>
                    <a:gd name="connsiteY6" fmla="*/ 1348321 h 1348321"/>
                    <a:gd name="connsiteX7" fmla="*/ 935567 w 935567"/>
                    <a:gd name="connsiteY7" fmla="*/ 0 h 1348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5567" h="1348321">
                      <a:moveTo>
                        <a:pt x="935567" y="0"/>
                      </a:moveTo>
                      <a:lnTo>
                        <a:pt x="834747" y="0"/>
                      </a:lnTo>
                      <a:lnTo>
                        <a:pt x="794951" y="153177"/>
                      </a:lnTo>
                      <a:cubicBezTo>
                        <a:pt x="662693" y="604620"/>
                        <a:pt x="427595" y="937443"/>
                        <a:pt x="147959" y="1043546"/>
                      </a:cubicBezTo>
                      <a:lnTo>
                        <a:pt x="57013" y="1069283"/>
                      </a:lnTo>
                      <a:lnTo>
                        <a:pt x="0" y="1348321"/>
                      </a:lnTo>
                      <a:lnTo>
                        <a:pt x="660081" y="1348321"/>
                      </a:lnTo>
                      <a:lnTo>
                        <a:pt x="935567" y="0"/>
                      </a:lnTo>
                      <a:close/>
                    </a:path>
                  </a:pathLst>
                </a:custGeom>
                <a:gradFill>
                  <a:gsLst>
                    <a:gs pos="0">
                      <a:schemeClr val="tx1"/>
                    </a:gs>
                    <a:gs pos="100000">
                      <a:schemeClr val="accent1"/>
                    </a:gs>
                  </a:gsLst>
                  <a:lin ang="3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
          <p:nvSpPr>
            <p:cNvPr id="1088" name="文本框 1087">
              <a:extLst>
                <a:ext uri="{FF2B5EF4-FFF2-40B4-BE49-F238E27FC236}">
                  <a16:creationId xmlns:a16="http://schemas.microsoft.com/office/drawing/2014/main" id="{0133CE61-8E83-5E8C-9F2F-E67AE333A028}"/>
                </a:ext>
              </a:extLst>
            </p:cNvPr>
            <p:cNvSpPr txBox="1"/>
            <p:nvPr/>
          </p:nvSpPr>
          <p:spPr>
            <a:xfrm>
              <a:off x="6092977" y="1978318"/>
              <a:ext cx="562975" cy="461665"/>
            </a:xfrm>
            <a:prstGeom prst="rect">
              <a:avLst/>
            </a:prstGeom>
            <a:noFill/>
          </p:spPr>
          <p:txBody>
            <a:bodyPr wrap="none" rtlCol="0">
              <a:spAutoFit/>
              <a:scene3d>
                <a:camera prst="isometricRightUp">
                  <a:rot lat="1200000" lon="19800000" rev="0"/>
                </a:camera>
                <a:lightRig rig="threePt" dir="t"/>
              </a:scene3d>
              <a:sp3d extrusionH="76200">
                <a:extrusionClr>
                  <a:schemeClr val="accent1"/>
                </a:extrusionClr>
              </a:sp3d>
            </a:bodyPr>
            <a:lstStyle/>
            <a:p>
              <a:pPr algn="ctr"/>
              <a:r>
                <a:rPr lang="en-US" altLang="zh-CN" sz="2400" b="1"/>
                <a:t>04</a:t>
              </a:r>
              <a:endParaRPr lang="zh-CN" altLang="en-US" sz="2400" b="1" dirty="0"/>
            </a:p>
          </p:txBody>
        </p:sp>
        <p:sp>
          <p:nvSpPr>
            <p:cNvPr id="1089" name="文本框 1088">
              <a:extLst>
                <a:ext uri="{FF2B5EF4-FFF2-40B4-BE49-F238E27FC236}">
                  <a16:creationId xmlns:a16="http://schemas.microsoft.com/office/drawing/2014/main" id="{E05C0595-E757-8468-A7FE-CD01DD0C5CE8}"/>
                </a:ext>
              </a:extLst>
            </p:cNvPr>
            <p:cNvSpPr txBox="1"/>
            <p:nvPr/>
          </p:nvSpPr>
          <p:spPr>
            <a:xfrm>
              <a:off x="6113297" y="2984294"/>
              <a:ext cx="562975" cy="461665"/>
            </a:xfrm>
            <a:prstGeom prst="rect">
              <a:avLst/>
            </a:prstGeom>
            <a:noFill/>
          </p:spPr>
          <p:txBody>
            <a:bodyPr wrap="none" rtlCol="0">
              <a:spAutoFit/>
              <a:scene3d>
                <a:camera prst="isometricRightUp">
                  <a:rot lat="1200000" lon="19800000" rev="0"/>
                </a:camera>
                <a:lightRig rig="threePt" dir="t"/>
              </a:scene3d>
              <a:sp3d extrusionH="76200">
                <a:extrusionClr>
                  <a:schemeClr val="accent2"/>
                </a:extrusionClr>
              </a:sp3d>
            </a:bodyPr>
            <a:lstStyle/>
            <a:p>
              <a:pPr algn="ctr"/>
              <a:r>
                <a:rPr lang="en-US" altLang="zh-CN" sz="2400" b="1" dirty="0"/>
                <a:t>03</a:t>
              </a:r>
              <a:endParaRPr lang="zh-CN" altLang="en-US" sz="2400" b="1" dirty="0"/>
            </a:p>
          </p:txBody>
        </p:sp>
        <p:sp>
          <p:nvSpPr>
            <p:cNvPr id="1090" name="文本框 1089">
              <a:extLst>
                <a:ext uri="{FF2B5EF4-FFF2-40B4-BE49-F238E27FC236}">
                  <a16:creationId xmlns:a16="http://schemas.microsoft.com/office/drawing/2014/main" id="{09FB7067-4220-0AED-EB95-66628FE6E1EE}"/>
                </a:ext>
              </a:extLst>
            </p:cNvPr>
            <p:cNvSpPr txBox="1"/>
            <p:nvPr/>
          </p:nvSpPr>
          <p:spPr>
            <a:xfrm>
              <a:off x="6138697" y="4019542"/>
              <a:ext cx="562975" cy="461665"/>
            </a:xfrm>
            <a:prstGeom prst="rect">
              <a:avLst/>
            </a:prstGeom>
            <a:noFill/>
          </p:spPr>
          <p:txBody>
            <a:bodyPr wrap="none" rtlCol="0">
              <a:spAutoFit/>
              <a:scene3d>
                <a:camera prst="isometricRightUp">
                  <a:rot lat="1200000" lon="19800000" rev="0"/>
                </a:camera>
                <a:lightRig rig="threePt" dir="t"/>
              </a:scene3d>
              <a:sp3d extrusionH="76200">
                <a:extrusionClr>
                  <a:schemeClr val="accent1"/>
                </a:extrusionClr>
              </a:sp3d>
            </a:bodyPr>
            <a:lstStyle/>
            <a:p>
              <a:pPr algn="ctr"/>
              <a:r>
                <a:rPr lang="en-US" altLang="zh-CN" sz="2400" b="1"/>
                <a:t>02</a:t>
              </a:r>
              <a:endParaRPr lang="zh-CN" altLang="en-US" sz="2400" b="1" dirty="0"/>
            </a:p>
          </p:txBody>
        </p:sp>
        <p:sp>
          <p:nvSpPr>
            <p:cNvPr id="1091" name="文本框 1090">
              <a:extLst>
                <a:ext uri="{FF2B5EF4-FFF2-40B4-BE49-F238E27FC236}">
                  <a16:creationId xmlns:a16="http://schemas.microsoft.com/office/drawing/2014/main" id="{248927CB-38E4-E286-CAC9-BAFBD43BD2EE}"/>
                </a:ext>
              </a:extLst>
            </p:cNvPr>
            <p:cNvSpPr txBox="1"/>
            <p:nvPr/>
          </p:nvSpPr>
          <p:spPr>
            <a:xfrm>
              <a:off x="6184417" y="5163365"/>
              <a:ext cx="562975" cy="461665"/>
            </a:xfrm>
            <a:prstGeom prst="rect">
              <a:avLst/>
            </a:prstGeom>
            <a:noFill/>
          </p:spPr>
          <p:txBody>
            <a:bodyPr wrap="none" rtlCol="0">
              <a:spAutoFit/>
              <a:scene3d>
                <a:camera prst="isometricRightUp">
                  <a:rot lat="1200000" lon="19800000" rev="0"/>
                </a:camera>
                <a:lightRig rig="threePt" dir="t"/>
              </a:scene3d>
              <a:sp3d extrusionH="76200">
                <a:extrusionClr>
                  <a:schemeClr val="accent2"/>
                </a:extrusionClr>
              </a:sp3d>
            </a:bodyPr>
            <a:lstStyle/>
            <a:p>
              <a:pPr algn="ctr"/>
              <a:r>
                <a:rPr lang="en-US" altLang="zh-CN" sz="2400" b="1" dirty="0"/>
                <a:t>01</a:t>
              </a:r>
              <a:endParaRPr lang="zh-CN" altLang="en-US" sz="2400" b="1" dirty="0"/>
            </a:p>
          </p:txBody>
        </p:sp>
        <p:sp>
          <p:nvSpPr>
            <p:cNvPr id="1097" name="文本框 1096">
              <a:extLst>
                <a:ext uri="{FF2B5EF4-FFF2-40B4-BE49-F238E27FC236}">
                  <a16:creationId xmlns:a16="http://schemas.microsoft.com/office/drawing/2014/main" id="{C30F724B-9200-40B0-F174-57E5D7F619E8}"/>
                </a:ext>
              </a:extLst>
            </p:cNvPr>
            <p:cNvSpPr txBox="1"/>
            <p:nvPr/>
          </p:nvSpPr>
          <p:spPr>
            <a:xfrm>
              <a:off x="6925400" y="4934283"/>
              <a:ext cx="1031051" cy="430887"/>
            </a:xfrm>
            <a:prstGeom prst="rect">
              <a:avLst/>
            </a:prstGeom>
            <a:noFill/>
          </p:spPr>
          <p:txBody>
            <a:bodyPr wrap="none" rtlCol="0">
              <a:spAutoFit/>
              <a:scene3d>
                <a:camera prst="isometricRightUp">
                  <a:rot lat="1200000" lon="19800000" rev="0"/>
                </a:camera>
                <a:lightRig rig="threePt" dir="t"/>
              </a:scene3d>
              <a:sp3d>
                <a:extrusionClr>
                  <a:schemeClr val="accent2"/>
                </a:extrusionClr>
              </a:sp3d>
            </a:bodyPr>
            <a:lstStyle/>
            <a:p>
              <a:r>
                <a:rPr lang="zh-CN" altLang="en-US" sz="2200" b="1" dirty="0">
                  <a:effectLst>
                    <a:outerShdw blurRad="38100" dist="38100" dir="2700000" algn="tl">
                      <a:srgbClr val="000000">
                        <a:alpha val="43137"/>
                      </a:srgbClr>
                    </a:outerShdw>
                  </a:effectLst>
                </a:rPr>
                <a:t>基础层</a:t>
              </a:r>
            </a:p>
          </p:txBody>
        </p:sp>
        <p:sp>
          <p:nvSpPr>
            <p:cNvPr id="1098" name="文本框 1097">
              <a:extLst>
                <a:ext uri="{FF2B5EF4-FFF2-40B4-BE49-F238E27FC236}">
                  <a16:creationId xmlns:a16="http://schemas.microsoft.com/office/drawing/2014/main" id="{41D5B284-54BC-A68A-09AD-F97BD8D1A619}"/>
                </a:ext>
              </a:extLst>
            </p:cNvPr>
            <p:cNvSpPr txBox="1"/>
            <p:nvPr/>
          </p:nvSpPr>
          <p:spPr>
            <a:xfrm>
              <a:off x="6554706" y="1964047"/>
              <a:ext cx="800219" cy="338554"/>
            </a:xfrm>
            <a:prstGeom prst="rect">
              <a:avLst/>
            </a:prstGeom>
            <a:noFill/>
          </p:spPr>
          <p:txBody>
            <a:bodyPr wrap="none" rtlCol="0">
              <a:spAutoFit/>
              <a:scene3d>
                <a:camera prst="isometricRightUp">
                  <a:rot lat="1200000" lon="19800000" rev="0"/>
                </a:camera>
                <a:lightRig rig="threePt" dir="t"/>
              </a:scene3d>
              <a:sp3d>
                <a:extrusionClr>
                  <a:schemeClr val="accent1"/>
                </a:extrusionClr>
              </a:sp3d>
            </a:bodyPr>
            <a:lstStyle/>
            <a:p>
              <a:r>
                <a:rPr lang="zh-CN" altLang="en-US" sz="1600" b="1" dirty="0">
                  <a:effectLst>
                    <a:outerShdw blurRad="38100" dist="38100" dir="2700000" algn="tl">
                      <a:srgbClr val="000000">
                        <a:alpha val="43137"/>
                      </a:srgbClr>
                    </a:outerShdw>
                  </a:effectLst>
                </a:rPr>
                <a:t>业务层</a:t>
              </a:r>
            </a:p>
          </p:txBody>
        </p:sp>
        <p:sp>
          <p:nvSpPr>
            <p:cNvPr id="1099" name="文本框 1098">
              <a:extLst>
                <a:ext uri="{FF2B5EF4-FFF2-40B4-BE49-F238E27FC236}">
                  <a16:creationId xmlns:a16="http://schemas.microsoft.com/office/drawing/2014/main" id="{058556A9-5B15-3F87-FFCD-40D03B97B552}"/>
                </a:ext>
              </a:extLst>
            </p:cNvPr>
            <p:cNvSpPr txBox="1"/>
            <p:nvPr/>
          </p:nvSpPr>
          <p:spPr>
            <a:xfrm>
              <a:off x="6660603" y="2919190"/>
              <a:ext cx="954107" cy="400110"/>
            </a:xfrm>
            <a:prstGeom prst="rect">
              <a:avLst/>
            </a:prstGeom>
            <a:noFill/>
          </p:spPr>
          <p:txBody>
            <a:bodyPr wrap="none" rtlCol="0">
              <a:spAutoFit/>
              <a:scene3d>
                <a:camera prst="isometricRightUp">
                  <a:rot lat="1200000" lon="19800000" rev="0"/>
                </a:camera>
                <a:lightRig rig="threePt" dir="t"/>
              </a:scene3d>
              <a:sp3d>
                <a:extrusionClr>
                  <a:schemeClr val="accent2"/>
                </a:extrusionClr>
              </a:sp3d>
            </a:bodyPr>
            <a:lstStyle/>
            <a:p>
              <a:r>
                <a:rPr lang="zh-CN" altLang="en-US" sz="2000" b="1" dirty="0">
                  <a:effectLst>
                    <a:outerShdw blurRad="38100" dist="38100" dir="2700000" algn="tl">
                      <a:srgbClr val="000000">
                        <a:alpha val="43137"/>
                      </a:srgbClr>
                    </a:outerShdw>
                  </a:effectLst>
                </a:rPr>
                <a:t>安全层</a:t>
              </a:r>
            </a:p>
          </p:txBody>
        </p:sp>
        <p:sp>
          <p:nvSpPr>
            <p:cNvPr id="1100" name="文本框 1099">
              <a:extLst>
                <a:ext uri="{FF2B5EF4-FFF2-40B4-BE49-F238E27FC236}">
                  <a16:creationId xmlns:a16="http://schemas.microsoft.com/office/drawing/2014/main" id="{6156ADA7-C5CF-3BC8-C91E-54DE0FDE4C5F}"/>
                </a:ext>
              </a:extLst>
            </p:cNvPr>
            <p:cNvSpPr txBox="1"/>
            <p:nvPr/>
          </p:nvSpPr>
          <p:spPr>
            <a:xfrm>
              <a:off x="6778439" y="3860181"/>
              <a:ext cx="954107" cy="400110"/>
            </a:xfrm>
            <a:prstGeom prst="rect">
              <a:avLst/>
            </a:prstGeom>
            <a:noFill/>
          </p:spPr>
          <p:txBody>
            <a:bodyPr wrap="none" rtlCol="0">
              <a:spAutoFit/>
              <a:scene3d>
                <a:camera prst="isometricRightUp">
                  <a:rot lat="1200000" lon="19800000" rev="0"/>
                </a:camera>
                <a:lightRig rig="threePt" dir="t"/>
              </a:scene3d>
              <a:sp3d>
                <a:extrusionClr>
                  <a:schemeClr val="accent1"/>
                </a:extrusionClr>
              </a:sp3d>
            </a:bodyPr>
            <a:lstStyle/>
            <a:p>
              <a:r>
                <a:rPr lang="zh-CN" altLang="en-US" sz="2000" b="1" dirty="0">
                  <a:effectLst>
                    <a:outerShdw blurRad="38100" dist="38100" dir="2700000" algn="tl">
                      <a:srgbClr val="000000">
                        <a:alpha val="43137"/>
                      </a:srgbClr>
                    </a:outerShdw>
                  </a:effectLst>
                </a:rPr>
                <a:t>应用层</a:t>
              </a:r>
            </a:p>
          </p:txBody>
        </p:sp>
        <p:sp>
          <p:nvSpPr>
            <p:cNvPr id="1101" name="文本框 1100">
              <a:extLst>
                <a:ext uri="{FF2B5EF4-FFF2-40B4-BE49-F238E27FC236}">
                  <a16:creationId xmlns:a16="http://schemas.microsoft.com/office/drawing/2014/main" id="{122EC176-14BA-5AF5-18B2-876C11F89CA8}"/>
                </a:ext>
              </a:extLst>
            </p:cNvPr>
            <p:cNvSpPr txBox="1"/>
            <p:nvPr/>
          </p:nvSpPr>
          <p:spPr>
            <a:xfrm>
              <a:off x="3976279" y="4927538"/>
              <a:ext cx="1723549" cy="400110"/>
            </a:xfrm>
            <a:prstGeom prst="rect">
              <a:avLst/>
            </a:prstGeom>
            <a:noFill/>
          </p:spPr>
          <p:txBody>
            <a:bodyPr wrap="none" rtlCol="0">
              <a:spAutoFit/>
              <a:scene3d>
                <a:camera prst="isometricRightUp">
                  <a:rot lat="20099998" lon="19799999" rev="0"/>
                </a:camera>
                <a:lightRig rig="threePt" dir="t"/>
              </a:scene3d>
              <a:sp3d>
                <a:extrusionClr>
                  <a:schemeClr val="accent2"/>
                </a:extrusionClr>
              </a:sp3d>
            </a:bodyPr>
            <a:lstStyle/>
            <a:p>
              <a:r>
                <a:rPr lang="zh-CN" altLang="en-US" sz="2000" b="1" dirty="0">
                  <a:effectLst>
                    <a:outerShdw blurRad="38100" dist="38100" dir="2700000" algn="tl">
                      <a:srgbClr val="000000">
                        <a:alpha val="43137"/>
                      </a:srgbClr>
                    </a:outerShdw>
                  </a:effectLst>
                </a:rPr>
                <a:t>基础设施监控</a:t>
              </a:r>
            </a:p>
          </p:txBody>
        </p:sp>
        <p:sp>
          <p:nvSpPr>
            <p:cNvPr id="1102" name="文本框 1101">
              <a:extLst>
                <a:ext uri="{FF2B5EF4-FFF2-40B4-BE49-F238E27FC236}">
                  <a16:creationId xmlns:a16="http://schemas.microsoft.com/office/drawing/2014/main" id="{1C72CE07-D4B6-07BC-FC07-98B277EEBF12}"/>
                </a:ext>
              </a:extLst>
            </p:cNvPr>
            <p:cNvSpPr txBox="1"/>
            <p:nvPr/>
          </p:nvSpPr>
          <p:spPr>
            <a:xfrm>
              <a:off x="4713898" y="1920706"/>
              <a:ext cx="1415772" cy="338554"/>
            </a:xfrm>
            <a:prstGeom prst="rect">
              <a:avLst/>
            </a:prstGeom>
            <a:noFill/>
          </p:spPr>
          <p:txBody>
            <a:bodyPr wrap="none" rtlCol="0">
              <a:spAutoFit/>
              <a:scene3d>
                <a:camera prst="isometricRightUp">
                  <a:rot lat="20399996" lon="19799999" rev="0"/>
                </a:camera>
                <a:lightRig rig="threePt" dir="t"/>
              </a:scene3d>
              <a:sp3d>
                <a:extrusionClr>
                  <a:schemeClr val="accent1"/>
                </a:extrusionClr>
              </a:sp3d>
            </a:bodyPr>
            <a:lstStyle/>
            <a:p>
              <a:r>
                <a:rPr lang="zh-CN" altLang="en-US" sz="1600" b="1" dirty="0">
                  <a:effectLst>
                    <a:outerShdw blurRad="38100" dist="38100" dir="2700000" algn="tl">
                      <a:srgbClr val="000000">
                        <a:alpha val="43137"/>
                      </a:srgbClr>
                    </a:outerShdw>
                  </a:effectLst>
                </a:rPr>
                <a:t>业务流程监控</a:t>
              </a:r>
            </a:p>
          </p:txBody>
        </p:sp>
        <p:sp>
          <p:nvSpPr>
            <p:cNvPr id="1103" name="文本框 1102">
              <a:extLst>
                <a:ext uri="{FF2B5EF4-FFF2-40B4-BE49-F238E27FC236}">
                  <a16:creationId xmlns:a16="http://schemas.microsoft.com/office/drawing/2014/main" id="{CBDC254E-796E-FD82-99E5-2FF9D027062E}"/>
                </a:ext>
              </a:extLst>
            </p:cNvPr>
            <p:cNvSpPr txBox="1"/>
            <p:nvPr/>
          </p:nvSpPr>
          <p:spPr>
            <a:xfrm>
              <a:off x="4425133" y="2858662"/>
              <a:ext cx="1569660" cy="369332"/>
            </a:xfrm>
            <a:prstGeom prst="rect">
              <a:avLst/>
            </a:prstGeom>
            <a:noFill/>
          </p:spPr>
          <p:txBody>
            <a:bodyPr wrap="none" rtlCol="0">
              <a:spAutoFit/>
              <a:scene3d>
                <a:camera prst="isometricRightUp">
                  <a:rot lat="20400000" lon="19799999" rev="0"/>
                </a:camera>
                <a:lightRig rig="threePt" dir="t"/>
              </a:scene3d>
              <a:sp3d>
                <a:extrusionClr>
                  <a:schemeClr val="accent2"/>
                </a:extrusionClr>
              </a:sp3d>
            </a:bodyPr>
            <a:lstStyle/>
            <a:p>
              <a:r>
                <a:rPr lang="zh-CN" altLang="en-US" b="1" dirty="0">
                  <a:effectLst>
                    <a:outerShdw blurRad="38100" dist="38100" dir="2700000" algn="tl">
                      <a:srgbClr val="000000">
                        <a:alpha val="43137"/>
                      </a:srgbClr>
                    </a:outerShdw>
                  </a:effectLst>
                </a:rPr>
                <a:t>网络安全监控</a:t>
              </a:r>
            </a:p>
          </p:txBody>
        </p:sp>
        <p:sp>
          <p:nvSpPr>
            <p:cNvPr id="1104" name="文本框 1103">
              <a:extLst>
                <a:ext uri="{FF2B5EF4-FFF2-40B4-BE49-F238E27FC236}">
                  <a16:creationId xmlns:a16="http://schemas.microsoft.com/office/drawing/2014/main" id="{5CDF522A-7D16-BBE6-78B4-8C1097DEDB2A}"/>
                </a:ext>
              </a:extLst>
            </p:cNvPr>
            <p:cNvSpPr txBox="1"/>
            <p:nvPr/>
          </p:nvSpPr>
          <p:spPr>
            <a:xfrm>
              <a:off x="4188109" y="3875849"/>
              <a:ext cx="1723549" cy="400110"/>
            </a:xfrm>
            <a:prstGeom prst="rect">
              <a:avLst/>
            </a:prstGeom>
            <a:noFill/>
          </p:spPr>
          <p:txBody>
            <a:bodyPr wrap="none" rtlCol="0">
              <a:spAutoFit/>
              <a:scene3d>
                <a:camera prst="isometricRightUp">
                  <a:rot lat="20099998" lon="19799999" rev="0"/>
                </a:camera>
                <a:lightRig rig="threePt" dir="t"/>
              </a:scene3d>
              <a:sp3d>
                <a:extrusionClr>
                  <a:schemeClr val="accent1"/>
                </a:extrusionClr>
              </a:sp3d>
            </a:bodyPr>
            <a:lstStyle/>
            <a:p>
              <a:r>
                <a:rPr lang="zh-CN" altLang="en-US" sz="2000" b="1" dirty="0">
                  <a:effectLst>
                    <a:outerShdw blurRad="38100" dist="38100" dir="2700000" algn="tl">
                      <a:srgbClr val="000000">
                        <a:alpha val="43137"/>
                      </a:srgbClr>
                    </a:outerShdw>
                  </a:effectLst>
                </a:rPr>
                <a:t>应用性能监控</a:t>
              </a:r>
            </a:p>
          </p:txBody>
        </p:sp>
      </p:grpSp>
      <p:grpSp>
        <p:nvGrpSpPr>
          <p:cNvPr id="1133" name="组合 1132">
            <a:extLst>
              <a:ext uri="{FF2B5EF4-FFF2-40B4-BE49-F238E27FC236}">
                <a16:creationId xmlns:a16="http://schemas.microsoft.com/office/drawing/2014/main" id="{2556D96D-C155-FB05-1967-2C69190BBE78}"/>
              </a:ext>
            </a:extLst>
          </p:cNvPr>
          <p:cNvGrpSpPr/>
          <p:nvPr/>
        </p:nvGrpSpPr>
        <p:grpSpPr>
          <a:xfrm>
            <a:off x="9607112" y="1524710"/>
            <a:ext cx="1915822" cy="4100320"/>
            <a:chOff x="12664824" y="1270395"/>
            <a:chExt cx="1915822" cy="4100320"/>
          </a:xfrm>
        </p:grpSpPr>
        <p:sp>
          <p:nvSpPr>
            <p:cNvPr id="1107" name="矩形: 圆角 1106">
              <a:extLst>
                <a:ext uri="{FF2B5EF4-FFF2-40B4-BE49-F238E27FC236}">
                  <a16:creationId xmlns:a16="http://schemas.microsoft.com/office/drawing/2014/main" id="{18F5C100-A77C-D50D-7617-4D91EA90F812}"/>
                </a:ext>
              </a:extLst>
            </p:cNvPr>
            <p:cNvSpPr/>
            <p:nvPr/>
          </p:nvSpPr>
          <p:spPr>
            <a:xfrm>
              <a:off x="12664824" y="1270395"/>
              <a:ext cx="1915822" cy="4100320"/>
            </a:xfrm>
            <a:prstGeom prst="roundRect">
              <a:avLst>
                <a:gd name="adj" fmla="val 3708"/>
              </a:avLst>
            </a:prstGeom>
            <a:solidFill>
              <a:schemeClr val="tx1"/>
            </a:solidFill>
            <a:ln>
              <a:gradFill>
                <a:gsLst>
                  <a:gs pos="0">
                    <a:schemeClr val="accent1"/>
                  </a:gs>
                  <a:gs pos="100000">
                    <a:schemeClr val="accent1">
                      <a:lumMod val="30000"/>
                      <a:lumOff val="70000"/>
                    </a:schemeClr>
                  </a:gs>
                </a:gsLst>
                <a:lin ang="5400000" scaled="1"/>
              </a:gradFill>
            </a:ln>
            <a:effectLst>
              <a:outerShdw blurRad="393700" dist="330200" dir="5400000" sx="98000" sy="98000" algn="t" rotWithShape="0">
                <a:prstClr val="black">
                  <a:alpha val="16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6" name="矩形 1105">
              <a:extLst>
                <a:ext uri="{FF2B5EF4-FFF2-40B4-BE49-F238E27FC236}">
                  <a16:creationId xmlns:a16="http://schemas.microsoft.com/office/drawing/2014/main" id="{0E1E8184-A3FA-9402-7997-9D1E60EF61C7}"/>
                </a:ext>
              </a:extLst>
            </p:cNvPr>
            <p:cNvSpPr/>
            <p:nvPr/>
          </p:nvSpPr>
          <p:spPr>
            <a:xfrm>
              <a:off x="12846277" y="1466586"/>
              <a:ext cx="1649664" cy="3707938"/>
            </a:xfrm>
            <a:prstGeom prst="rect">
              <a:avLst/>
            </a:prstGeom>
          </p:spPr>
          <p:txBody>
            <a:bodyPr wrap="square">
              <a:spAutoFit/>
            </a:bodyPr>
            <a:lstStyle/>
            <a:p>
              <a:pPr defTabSz="1460754">
                <a:lnSpc>
                  <a:spcPct val="130000"/>
                </a:lnSpc>
                <a:defRPr/>
              </a:pPr>
              <a:r>
                <a:rPr lang="zh-CN" altLang="en-US" sz="1300" spc="300" dirty="0">
                  <a:solidFill>
                    <a:schemeClr val="bg1"/>
                  </a:solidFill>
                  <a:latin typeface="+mj-ea"/>
                  <a:ea typeface="+mj-ea"/>
                  <a:cs typeface="OPPOSans M"/>
                  <a:sym typeface="+mn-lt"/>
                </a:rPr>
                <a:t>网络监控模型金字塔的每一层都依赖于下一层提供的信息和数据，形成一个层次化的、相互关联的监控体系。通过实施这样的金字塔模型，组织可以更有效地监控和管理其网络环境，确保网络的稳定性、安全性和业务连续性。</a:t>
              </a:r>
            </a:p>
          </p:txBody>
        </p:sp>
      </p:grpSp>
      <p:sp>
        <p:nvSpPr>
          <p:cNvPr id="1120" name="矩形 1119">
            <a:extLst>
              <a:ext uri="{FF2B5EF4-FFF2-40B4-BE49-F238E27FC236}">
                <a16:creationId xmlns:a16="http://schemas.microsoft.com/office/drawing/2014/main" id="{5F1B1560-7205-07D7-1481-CB995C8C304B}"/>
              </a:ext>
            </a:extLst>
          </p:cNvPr>
          <p:cNvSpPr/>
          <p:nvPr/>
        </p:nvSpPr>
        <p:spPr>
          <a:xfrm>
            <a:off x="800755" y="5110433"/>
            <a:ext cx="3739964" cy="1029193"/>
          </a:xfrm>
          <a:prstGeom prst="rect">
            <a:avLst/>
          </a:prstGeom>
        </p:spPr>
        <p:txBody>
          <a:bodyPr wrap="square">
            <a:spAutoFit/>
          </a:bodyPr>
          <a:lstStyle/>
          <a:p>
            <a:pPr defTabSz="1460754">
              <a:lnSpc>
                <a:spcPct val="130000"/>
              </a:lnSpc>
              <a:defRPr/>
            </a:pPr>
            <a:r>
              <a:rPr lang="en-US" altLang="zh-CN" sz="1200" dirty="0">
                <a:solidFill>
                  <a:schemeClr val="bg1"/>
                </a:solidFill>
                <a:latin typeface="+mj-ea"/>
                <a:ea typeface="+mj-ea"/>
                <a:cs typeface="OPPOSans M"/>
                <a:sym typeface="+mn-lt"/>
              </a:rPr>
              <a:t>1.</a:t>
            </a:r>
            <a:r>
              <a:rPr lang="zh-CN" altLang="en-US" sz="1200" dirty="0">
                <a:solidFill>
                  <a:schemeClr val="bg1"/>
                </a:solidFill>
                <a:latin typeface="+mj-ea"/>
                <a:ea typeface="+mj-ea"/>
                <a:cs typeface="OPPOSans M"/>
                <a:sym typeface="+mn-lt"/>
              </a:rPr>
              <a:t>关注网络基础设施的实时监控和健康状况，如网络设备、线缆连接、数据中心等。</a:t>
            </a:r>
          </a:p>
          <a:p>
            <a:pPr defTabSz="1460754">
              <a:lnSpc>
                <a:spcPct val="130000"/>
              </a:lnSpc>
              <a:defRPr/>
            </a:pPr>
            <a:r>
              <a:rPr lang="en-US" altLang="zh-CN" sz="1200" dirty="0">
                <a:solidFill>
                  <a:schemeClr val="bg1"/>
                </a:solidFill>
                <a:latin typeface="+mj-ea"/>
                <a:ea typeface="+mj-ea"/>
                <a:cs typeface="OPPOSans M"/>
                <a:sym typeface="+mn-lt"/>
              </a:rPr>
              <a:t>2.</a:t>
            </a:r>
            <a:r>
              <a:rPr lang="zh-CN" altLang="en-US" sz="1200" dirty="0">
                <a:solidFill>
                  <a:schemeClr val="bg1"/>
                </a:solidFill>
                <a:latin typeface="+mj-ea"/>
                <a:ea typeface="+mj-ea"/>
                <a:cs typeface="OPPOSans M"/>
                <a:sym typeface="+mn-lt"/>
              </a:rPr>
              <a:t>目标是确保基础设施的稳定性和可靠性，以便网络能够正常运行。</a:t>
            </a:r>
          </a:p>
        </p:txBody>
      </p:sp>
      <p:sp>
        <p:nvSpPr>
          <p:cNvPr id="1123" name="矩形 1122">
            <a:extLst>
              <a:ext uri="{FF2B5EF4-FFF2-40B4-BE49-F238E27FC236}">
                <a16:creationId xmlns:a16="http://schemas.microsoft.com/office/drawing/2014/main" id="{13AD4631-C041-1EA5-C29C-F16A9FA7BE9E}"/>
              </a:ext>
            </a:extLst>
          </p:cNvPr>
          <p:cNvSpPr/>
          <p:nvPr/>
        </p:nvSpPr>
        <p:spPr>
          <a:xfrm>
            <a:off x="800755" y="3872327"/>
            <a:ext cx="3734819" cy="1029193"/>
          </a:xfrm>
          <a:prstGeom prst="rect">
            <a:avLst/>
          </a:prstGeom>
        </p:spPr>
        <p:txBody>
          <a:bodyPr wrap="square">
            <a:spAutoFit/>
          </a:bodyPr>
          <a:lstStyle/>
          <a:p>
            <a:pPr defTabSz="1460754">
              <a:lnSpc>
                <a:spcPct val="130000"/>
              </a:lnSpc>
              <a:defRPr/>
            </a:pPr>
            <a:r>
              <a:rPr lang="en-US" altLang="zh-CN" sz="1200" dirty="0">
                <a:solidFill>
                  <a:schemeClr val="bg1"/>
                </a:solidFill>
                <a:latin typeface="+mj-ea"/>
                <a:ea typeface="+mj-ea"/>
                <a:cs typeface="OPPOSans M"/>
                <a:sym typeface="+mn-lt"/>
              </a:rPr>
              <a:t>1.</a:t>
            </a:r>
            <a:r>
              <a:rPr lang="zh-CN" altLang="en-US" sz="1200" dirty="0">
                <a:solidFill>
                  <a:schemeClr val="bg1"/>
                </a:solidFill>
                <a:latin typeface="+mj-ea"/>
                <a:ea typeface="+mj-ea"/>
                <a:cs typeface="OPPOSans M"/>
                <a:sym typeface="+mn-lt"/>
              </a:rPr>
              <a:t>重点转向应用程序和系统的性能监控，确保应用程序运行正常、响应迅速。</a:t>
            </a:r>
          </a:p>
          <a:p>
            <a:pPr defTabSz="1460754">
              <a:lnSpc>
                <a:spcPct val="130000"/>
              </a:lnSpc>
              <a:defRPr/>
            </a:pPr>
            <a:r>
              <a:rPr lang="en-US" altLang="zh-CN" sz="1200" dirty="0">
                <a:solidFill>
                  <a:schemeClr val="bg1"/>
                </a:solidFill>
                <a:latin typeface="+mj-ea"/>
                <a:ea typeface="+mj-ea"/>
                <a:cs typeface="OPPOSans M"/>
                <a:sym typeface="+mn-lt"/>
              </a:rPr>
              <a:t>2.</a:t>
            </a:r>
            <a:r>
              <a:rPr lang="zh-CN" altLang="en-US" sz="1200" dirty="0">
                <a:solidFill>
                  <a:schemeClr val="bg1"/>
                </a:solidFill>
                <a:latin typeface="+mj-ea"/>
                <a:ea typeface="+mj-ea"/>
                <a:cs typeface="OPPOSans M"/>
                <a:sym typeface="+mn-lt"/>
              </a:rPr>
              <a:t>监控内容包括响应时间、吞吐量、错误率、资源利用率等。</a:t>
            </a:r>
          </a:p>
        </p:txBody>
      </p:sp>
      <p:sp>
        <p:nvSpPr>
          <p:cNvPr id="1124" name="矩形 1123">
            <a:extLst>
              <a:ext uri="{FF2B5EF4-FFF2-40B4-BE49-F238E27FC236}">
                <a16:creationId xmlns:a16="http://schemas.microsoft.com/office/drawing/2014/main" id="{C4FAFDB0-F780-E6C7-0772-77E11A07435B}"/>
              </a:ext>
            </a:extLst>
          </p:cNvPr>
          <p:cNvSpPr/>
          <p:nvPr/>
        </p:nvSpPr>
        <p:spPr>
          <a:xfrm>
            <a:off x="800755" y="2681336"/>
            <a:ext cx="3850810" cy="789127"/>
          </a:xfrm>
          <a:prstGeom prst="rect">
            <a:avLst/>
          </a:prstGeom>
        </p:spPr>
        <p:txBody>
          <a:bodyPr wrap="square">
            <a:spAutoFit/>
          </a:bodyPr>
          <a:lstStyle/>
          <a:p>
            <a:pPr defTabSz="1460754">
              <a:lnSpc>
                <a:spcPct val="130000"/>
              </a:lnSpc>
              <a:defRPr/>
            </a:pPr>
            <a:r>
              <a:rPr lang="en-US" altLang="zh-CN" sz="1200" dirty="0">
                <a:solidFill>
                  <a:schemeClr val="bg1"/>
                </a:solidFill>
                <a:latin typeface="+mj-ea"/>
                <a:ea typeface="+mj-ea"/>
                <a:cs typeface="OPPOSans M"/>
                <a:sym typeface="+mn-lt"/>
              </a:rPr>
              <a:t>1.</a:t>
            </a:r>
            <a:r>
              <a:rPr lang="zh-CN" altLang="en-US" sz="1200" dirty="0">
                <a:solidFill>
                  <a:schemeClr val="bg1"/>
                </a:solidFill>
                <a:latin typeface="+mj-ea"/>
                <a:ea typeface="+mj-ea"/>
                <a:cs typeface="OPPOSans M"/>
                <a:sym typeface="+mn-lt"/>
              </a:rPr>
              <a:t>负责监控和识别潜在的网络威胁、攻击和恶意行为。</a:t>
            </a:r>
          </a:p>
          <a:p>
            <a:pPr defTabSz="1460754">
              <a:lnSpc>
                <a:spcPct val="130000"/>
              </a:lnSpc>
              <a:defRPr/>
            </a:pPr>
            <a:r>
              <a:rPr lang="en-US" altLang="zh-CN" sz="1200" dirty="0">
                <a:solidFill>
                  <a:schemeClr val="bg1"/>
                </a:solidFill>
                <a:latin typeface="+mj-ea"/>
                <a:ea typeface="+mj-ea"/>
                <a:cs typeface="OPPOSans M"/>
                <a:sym typeface="+mn-lt"/>
              </a:rPr>
              <a:t>2.</a:t>
            </a:r>
            <a:r>
              <a:rPr lang="zh-CN" altLang="en-US" sz="1200" dirty="0">
                <a:solidFill>
                  <a:schemeClr val="bg1"/>
                </a:solidFill>
                <a:latin typeface="+mj-ea"/>
                <a:ea typeface="+mj-ea"/>
                <a:cs typeface="OPPOSans M"/>
                <a:sym typeface="+mn-lt"/>
              </a:rPr>
              <a:t>防火墙日志、入侵检测系统（</a:t>
            </a:r>
            <a:r>
              <a:rPr lang="en-US" altLang="zh-CN" sz="1200" dirty="0">
                <a:solidFill>
                  <a:schemeClr val="bg1"/>
                </a:solidFill>
                <a:latin typeface="+mj-ea"/>
                <a:ea typeface="+mj-ea"/>
                <a:cs typeface="OPPOSans M"/>
                <a:sym typeface="+mn-lt"/>
              </a:rPr>
              <a:t>IDS/IPS</a:t>
            </a:r>
            <a:r>
              <a:rPr lang="zh-CN" altLang="en-US" sz="1200" dirty="0">
                <a:solidFill>
                  <a:schemeClr val="bg1"/>
                </a:solidFill>
                <a:latin typeface="+mj-ea"/>
                <a:ea typeface="+mj-ea"/>
                <a:cs typeface="OPPOSans M"/>
                <a:sym typeface="+mn-lt"/>
              </a:rPr>
              <a:t>）、安全信息和事件管理（</a:t>
            </a:r>
            <a:r>
              <a:rPr lang="en-US" altLang="zh-CN" sz="1200" dirty="0">
                <a:solidFill>
                  <a:schemeClr val="bg1"/>
                </a:solidFill>
                <a:latin typeface="+mj-ea"/>
                <a:ea typeface="+mj-ea"/>
                <a:cs typeface="OPPOSans M"/>
                <a:sym typeface="+mn-lt"/>
              </a:rPr>
              <a:t>SIEM</a:t>
            </a:r>
            <a:r>
              <a:rPr lang="zh-CN" altLang="en-US" sz="1200" dirty="0">
                <a:solidFill>
                  <a:schemeClr val="bg1"/>
                </a:solidFill>
                <a:latin typeface="+mj-ea"/>
                <a:ea typeface="+mj-ea"/>
                <a:cs typeface="OPPOSans M"/>
                <a:sym typeface="+mn-lt"/>
              </a:rPr>
              <a:t>）等安全设备和解决方案的监控。</a:t>
            </a:r>
          </a:p>
        </p:txBody>
      </p:sp>
      <p:sp>
        <p:nvSpPr>
          <p:cNvPr id="1125" name="矩形 1124">
            <a:extLst>
              <a:ext uri="{FF2B5EF4-FFF2-40B4-BE49-F238E27FC236}">
                <a16:creationId xmlns:a16="http://schemas.microsoft.com/office/drawing/2014/main" id="{5150E16D-2816-8AF1-7076-82CD54178C8E}"/>
              </a:ext>
            </a:extLst>
          </p:cNvPr>
          <p:cNvSpPr/>
          <p:nvPr/>
        </p:nvSpPr>
        <p:spPr>
          <a:xfrm>
            <a:off x="800755" y="1461890"/>
            <a:ext cx="3850810" cy="1029193"/>
          </a:xfrm>
          <a:prstGeom prst="rect">
            <a:avLst/>
          </a:prstGeom>
        </p:spPr>
        <p:txBody>
          <a:bodyPr wrap="square">
            <a:spAutoFit/>
          </a:bodyPr>
          <a:lstStyle/>
          <a:p>
            <a:pPr defTabSz="1460754">
              <a:lnSpc>
                <a:spcPct val="130000"/>
              </a:lnSpc>
              <a:defRPr/>
            </a:pPr>
            <a:r>
              <a:rPr lang="en-US" altLang="zh-CN" sz="1200" dirty="0">
                <a:solidFill>
                  <a:schemeClr val="bg1"/>
                </a:solidFill>
                <a:latin typeface="+mj-ea"/>
                <a:ea typeface="+mj-ea"/>
                <a:cs typeface="OPPOSans M"/>
                <a:sym typeface="+mn-lt"/>
              </a:rPr>
              <a:t>1.</a:t>
            </a:r>
            <a:r>
              <a:rPr lang="zh-CN" altLang="en-US" sz="1200" dirty="0">
                <a:solidFill>
                  <a:schemeClr val="bg1"/>
                </a:solidFill>
                <a:latin typeface="+mj-ea"/>
                <a:ea typeface="+mj-ea"/>
                <a:cs typeface="OPPOSans M"/>
                <a:sym typeface="+mn-lt"/>
              </a:rPr>
              <a:t>关注业务流程和端到端的性能指标，确保业务服务能够按照预期的方式运行。</a:t>
            </a:r>
          </a:p>
          <a:p>
            <a:pPr defTabSz="1460754">
              <a:lnSpc>
                <a:spcPct val="130000"/>
              </a:lnSpc>
              <a:defRPr/>
            </a:pPr>
            <a:r>
              <a:rPr lang="en-US" altLang="zh-CN" sz="1200" dirty="0">
                <a:solidFill>
                  <a:schemeClr val="bg1"/>
                </a:solidFill>
                <a:latin typeface="+mj-ea"/>
                <a:ea typeface="+mj-ea"/>
                <a:cs typeface="OPPOSans M"/>
                <a:sym typeface="+mn-lt"/>
              </a:rPr>
              <a:t>2.</a:t>
            </a:r>
            <a:r>
              <a:rPr lang="zh-CN" altLang="en-US" sz="1200" dirty="0">
                <a:solidFill>
                  <a:schemeClr val="bg1"/>
                </a:solidFill>
                <a:latin typeface="+mj-ea"/>
                <a:ea typeface="+mj-ea"/>
                <a:cs typeface="OPPOSans M"/>
                <a:sym typeface="+mn-lt"/>
              </a:rPr>
              <a:t>关键业务流程的监控，如在线交易、客户服务、供应链管理等。</a:t>
            </a:r>
          </a:p>
        </p:txBody>
      </p:sp>
    </p:spTree>
    <p:extLst>
      <p:ext uri="{BB962C8B-B14F-4D97-AF65-F5344CB8AC3E}">
        <p14:creationId xmlns:p14="http://schemas.microsoft.com/office/powerpoint/2010/main" val="28563780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1209" name="任意多边形: 形状 1208">
            <a:extLst>
              <a:ext uri="{FF2B5EF4-FFF2-40B4-BE49-F238E27FC236}">
                <a16:creationId xmlns:a16="http://schemas.microsoft.com/office/drawing/2014/main" id="{6D686E4F-848C-6B24-8203-1DF2FBF9E8D3}"/>
              </a:ext>
            </a:extLst>
          </p:cNvPr>
          <p:cNvSpPr>
            <a:spLocks/>
          </p:cNvSpPr>
          <p:nvPr/>
        </p:nvSpPr>
        <p:spPr bwMode="auto">
          <a:xfrm>
            <a:off x="3578208" y="1718432"/>
            <a:ext cx="6189509" cy="770332"/>
          </a:xfrm>
          <a:custGeom>
            <a:avLst/>
            <a:gdLst>
              <a:gd name="connsiteX0" fmla="*/ 6187924 w 6189509"/>
              <a:gd name="connsiteY0" fmla="*/ 770332 h 770332"/>
              <a:gd name="connsiteX1" fmla="*/ 5222728 w 6189509"/>
              <a:gd name="connsiteY1" fmla="*/ 768281 h 770332"/>
              <a:gd name="connsiteX2" fmla="*/ 5222724 w 6189509"/>
              <a:gd name="connsiteY2" fmla="*/ 770332 h 770332"/>
              <a:gd name="connsiteX3" fmla="*/ 0 w 6189509"/>
              <a:gd name="connsiteY3" fmla="*/ 759231 h 770332"/>
              <a:gd name="connsiteX4" fmla="*/ 154938 w 6189509"/>
              <a:gd name="connsiteY4" fmla="*/ 0 h 770332"/>
              <a:gd name="connsiteX5" fmla="*/ 550803 w 6189509"/>
              <a:gd name="connsiteY5" fmla="*/ 793 h 770332"/>
              <a:gd name="connsiteX6" fmla="*/ 1119976 w 6189509"/>
              <a:gd name="connsiteY6" fmla="*/ 793 h 770332"/>
              <a:gd name="connsiteX7" fmla="*/ 1120138 w 6189509"/>
              <a:gd name="connsiteY7" fmla="*/ 0 h 770332"/>
              <a:gd name="connsiteX8" fmla="*/ 1516003 w 6189509"/>
              <a:gd name="connsiteY8" fmla="*/ 793 h 770332"/>
              <a:gd name="connsiteX9" fmla="*/ 2151210 w 6189509"/>
              <a:gd name="connsiteY9" fmla="*/ 793 h 770332"/>
              <a:gd name="connsiteX10" fmla="*/ 6189509 w 6189509"/>
              <a:gd name="connsiteY10" fmla="*/ 9119 h 770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89509" h="770332">
                <a:moveTo>
                  <a:pt x="6187924" y="770332"/>
                </a:moveTo>
                <a:lnTo>
                  <a:pt x="5222728" y="768281"/>
                </a:lnTo>
                <a:lnTo>
                  <a:pt x="5222724" y="770332"/>
                </a:lnTo>
                <a:lnTo>
                  <a:pt x="0" y="759231"/>
                </a:lnTo>
                <a:lnTo>
                  <a:pt x="154938" y="0"/>
                </a:lnTo>
                <a:lnTo>
                  <a:pt x="550803" y="793"/>
                </a:lnTo>
                <a:lnTo>
                  <a:pt x="1119976" y="793"/>
                </a:lnTo>
                <a:lnTo>
                  <a:pt x="1120138" y="0"/>
                </a:lnTo>
                <a:lnTo>
                  <a:pt x="1516003" y="793"/>
                </a:lnTo>
                <a:lnTo>
                  <a:pt x="2151210" y="793"/>
                </a:lnTo>
                <a:lnTo>
                  <a:pt x="6189509" y="9119"/>
                </a:lnTo>
                <a:close/>
              </a:path>
            </a:pathLst>
          </a:custGeom>
          <a:gradFill>
            <a:gsLst>
              <a:gs pos="100000">
                <a:schemeClr val="tx2">
                  <a:alpha val="0"/>
                </a:schemeClr>
              </a:gs>
              <a:gs pos="73000">
                <a:schemeClr val="tx2"/>
              </a:gs>
            </a:gsLst>
            <a:lin ang="0" scaled="0"/>
          </a:gradFill>
          <a:ln>
            <a:noFill/>
          </a:ln>
          <a:effectLst>
            <a:outerShdw blurRad="800100" sx="102000" sy="102000" algn="ctr" rotWithShape="0">
              <a:prstClr val="black">
                <a:alpha val="21000"/>
              </a:prstClr>
            </a:outerShdw>
          </a:effectLst>
        </p:spPr>
        <p:txBody>
          <a:bodyPr vert="horz" wrap="square" lIns="91299" tIns="45649" rIns="91299" bIns="45649" numCol="1" anchor="t" anchorCtr="0" compatLnSpc="1">
            <a:prstTxWarp prst="textNoShape">
              <a:avLst/>
            </a:prstTxWarp>
            <a:noAutofit/>
          </a:bodyPr>
          <a:lstStyle/>
          <a:p>
            <a:pPr marL="0" marR="0" lvl="0" indent="0" algn="l"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srgbClr val="000000"/>
              </a:solidFill>
              <a:effectLst/>
              <a:uLnTx/>
              <a:uFillTx/>
              <a:latin typeface="+mn-ea"/>
              <a:cs typeface="+mn-cs"/>
            </a:endParaRPr>
          </a:p>
        </p:txBody>
      </p:sp>
      <p:sp>
        <p:nvSpPr>
          <p:cNvPr id="1210" name="任意多边形: 形状 1209">
            <a:extLst>
              <a:ext uri="{FF2B5EF4-FFF2-40B4-BE49-F238E27FC236}">
                <a16:creationId xmlns:a16="http://schemas.microsoft.com/office/drawing/2014/main" id="{AE5BAE07-FE0A-C2C8-BB05-C928F91BD087}"/>
              </a:ext>
            </a:extLst>
          </p:cNvPr>
          <p:cNvSpPr>
            <a:spLocks/>
          </p:cNvSpPr>
          <p:nvPr/>
        </p:nvSpPr>
        <p:spPr bwMode="auto">
          <a:xfrm>
            <a:off x="2751062" y="2930012"/>
            <a:ext cx="7016655" cy="775412"/>
          </a:xfrm>
          <a:custGeom>
            <a:avLst/>
            <a:gdLst>
              <a:gd name="connsiteX0" fmla="*/ 7015070 w 7016655"/>
              <a:gd name="connsiteY0" fmla="*/ 775412 h 775412"/>
              <a:gd name="connsiteX1" fmla="*/ 1792346 w 7016655"/>
              <a:gd name="connsiteY1" fmla="*/ 764311 h 775412"/>
              <a:gd name="connsiteX2" fmla="*/ 1792605 w 7016655"/>
              <a:gd name="connsiteY2" fmla="*/ 763041 h 775412"/>
              <a:gd name="connsiteX3" fmla="*/ 0 w 7016655"/>
              <a:gd name="connsiteY3" fmla="*/ 759231 h 775412"/>
              <a:gd name="connsiteX4" fmla="*/ 154938 w 7016655"/>
              <a:gd name="connsiteY4" fmla="*/ 0 h 775412"/>
              <a:gd name="connsiteX5" fmla="*/ 550803 w 7016655"/>
              <a:gd name="connsiteY5" fmla="*/ 793 h 775412"/>
              <a:gd name="connsiteX6" fmla="*/ 1186010 w 7016655"/>
              <a:gd name="connsiteY6" fmla="*/ 793 h 775412"/>
              <a:gd name="connsiteX7" fmla="*/ 5224309 w 7016655"/>
              <a:gd name="connsiteY7" fmla="*/ 9119 h 775412"/>
              <a:gd name="connsiteX8" fmla="*/ 5224306 w 7016655"/>
              <a:gd name="connsiteY8" fmla="*/ 10504 h 775412"/>
              <a:gd name="connsiteX9" fmla="*/ 7016655 w 7016655"/>
              <a:gd name="connsiteY9" fmla="*/ 14199 h 775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16655" h="775412">
                <a:moveTo>
                  <a:pt x="7015070" y="775412"/>
                </a:moveTo>
                <a:lnTo>
                  <a:pt x="1792346" y="764311"/>
                </a:lnTo>
                <a:lnTo>
                  <a:pt x="1792605" y="763041"/>
                </a:lnTo>
                <a:lnTo>
                  <a:pt x="0" y="759231"/>
                </a:lnTo>
                <a:lnTo>
                  <a:pt x="154938" y="0"/>
                </a:lnTo>
                <a:lnTo>
                  <a:pt x="550803" y="793"/>
                </a:lnTo>
                <a:lnTo>
                  <a:pt x="1186010" y="793"/>
                </a:lnTo>
                <a:lnTo>
                  <a:pt x="5224309" y="9119"/>
                </a:lnTo>
                <a:lnTo>
                  <a:pt x="5224306" y="10504"/>
                </a:lnTo>
                <a:lnTo>
                  <a:pt x="7016655" y="14199"/>
                </a:lnTo>
                <a:close/>
              </a:path>
            </a:pathLst>
          </a:custGeom>
          <a:gradFill>
            <a:gsLst>
              <a:gs pos="100000">
                <a:schemeClr val="tx2">
                  <a:alpha val="0"/>
                </a:schemeClr>
              </a:gs>
              <a:gs pos="73000">
                <a:schemeClr val="tx2"/>
              </a:gs>
            </a:gsLst>
            <a:lin ang="0" scaled="0"/>
          </a:gradFill>
          <a:ln>
            <a:noFill/>
          </a:ln>
          <a:effectLst>
            <a:outerShdw blurRad="800100" sx="102000" sy="102000" algn="ctr" rotWithShape="0">
              <a:prstClr val="black">
                <a:alpha val="21000"/>
              </a:prstClr>
            </a:outerShdw>
          </a:effectLst>
        </p:spPr>
        <p:txBody>
          <a:bodyPr vert="horz" wrap="square" lIns="91299" tIns="45649" rIns="91299" bIns="45649" numCol="1" anchor="t" anchorCtr="0" compatLnSpc="1">
            <a:prstTxWarp prst="textNoShape">
              <a:avLst/>
            </a:prstTxWarp>
            <a:noAutofit/>
          </a:bodyPr>
          <a:lstStyle/>
          <a:p>
            <a:pPr defTabSz="912971"/>
            <a:endParaRPr lang="en-US" sz="1798" dirty="0">
              <a:solidFill>
                <a:srgbClr val="000000"/>
              </a:solidFill>
              <a:latin typeface="+mn-ea"/>
            </a:endParaRPr>
          </a:p>
        </p:txBody>
      </p:sp>
      <p:sp>
        <p:nvSpPr>
          <p:cNvPr id="1211" name="任意多边形: 形状 1210">
            <a:extLst>
              <a:ext uri="{FF2B5EF4-FFF2-40B4-BE49-F238E27FC236}">
                <a16:creationId xmlns:a16="http://schemas.microsoft.com/office/drawing/2014/main" id="{1A1ED630-1E82-3A7F-AF12-F87A4E0C496C}"/>
              </a:ext>
            </a:extLst>
          </p:cNvPr>
          <p:cNvSpPr>
            <a:spLocks/>
          </p:cNvSpPr>
          <p:nvPr/>
        </p:nvSpPr>
        <p:spPr bwMode="auto">
          <a:xfrm>
            <a:off x="2751062" y="4141592"/>
            <a:ext cx="7016655" cy="775412"/>
          </a:xfrm>
          <a:custGeom>
            <a:avLst/>
            <a:gdLst>
              <a:gd name="connsiteX0" fmla="*/ 7015070 w 7016655"/>
              <a:gd name="connsiteY0" fmla="*/ 775412 h 775412"/>
              <a:gd name="connsiteX1" fmla="*/ 1792346 w 7016655"/>
              <a:gd name="connsiteY1" fmla="*/ 764311 h 775412"/>
              <a:gd name="connsiteX2" fmla="*/ 1792605 w 7016655"/>
              <a:gd name="connsiteY2" fmla="*/ 763041 h 775412"/>
              <a:gd name="connsiteX3" fmla="*/ 0 w 7016655"/>
              <a:gd name="connsiteY3" fmla="*/ 759231 h 775412"/>
              <a:gd name="connsiteX4" fmla="*/ 154938 w 7016655"/>
              <a:gd name="connsiteY4" fmla="*/ 0 h 775412"/>
              <a:gd name="connsiteX5" fmla="*/ 550803 w 7016655"/>
              <a:gd name="connsiteY5" fmla="*/ 793 h 775412"/>
              <a:gd name="connsiteX6" fmla="*/ 1186010 w 7016655"/>
              <a:gd name="connsiteY6" fmla="*/ 793 h 775412"/>
              <a:gd name="connsiteX7" fmla="*/ 5224309 w 7016655"/>
              <a:gd name="connsiteY7" fmla="*/ 9119 h 775412"/>
              <a:gd name="connsiteX8" fmla="*/ 5224306 w 7016655"/>
              <a:gd name="connsiteY8" fmla="*/ 10504 h 775412"/>
              <a:gd name="connsiteX9" fmla="*/ 7016655 w 7016655"/>
              <a:gd name="connsiteY9" fmla="*/ 14199 h 775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16655" h="775412">
                <a:moveTo>
                  <a:pt x="7015070" y="775412"/>
                </a:moveTo>
                <a:lnTo>
                  <a:pt x="1792346" y="764311"/>
                </a:lnTo>
                <a:lnTo>
                  <a:pt x="1792605" y="763041"/>
                </a:lnTo>
                <a:lnTo>
                  <a:pt x="0" y="759231"/>
                </a:lnTo>
                <a:lnTo>
                  <a:pt x="154938" y="0"/>
                </a:lnTo>
                <a:lnTo>
                  <a:pt x="550803" y="793"/>
                </a:lnTo>
                <a:lnTo>
                  <a:pt x="1186010" y="793"/>
                </a:lnTo>
                <a:lnTo>
                  <a:pt x="5224309" y="9119"/>
                </a:lnTo>
                <a:lnTo>
                  <a:pt x="5224306" y="10504"/>
                </a:lnTo>
                <a:lnTo>
                  <a:pt x="7016655" y="14199"/>
                </a:lnTo>
                <a:close/>
              </a:path>
            </a:pathLst>
          </a:custGeom>
          <a:gradFill>
            <a:gsLst>
              <a:gs pos="100000">
                <a:schemeClr val="tx2">
                  <a:alpha val="0"/>
                </a:schemeClr>
              </a:gs>
              <a:gs pos="80000">
                <a:schemeClr val="tx2"/>
              </a:gs>
            </a:gsLst>
            <a:lin ang="0" scaled="0"/>
          </a:gradFill>
          <a:ln>
            <a:noFill/>
          </a:ln>
          <a:effectLst>
            <a:outerShdw blurRad="800100" sx="102000" sy="102000" algn="ctr" rotWithShape="0">
              <a:prstClr val="black">
                <a:alpha val="21000"/>
              </a:prstClr>
            </a:outerShdw>
          </a:effectLst>
        </p:spPr>
        <p:txBody>
          <a:bodyPr vert="horz" wrap="square" lIns="91299" tIns="45649" rIns="91299" bIns="45649" numCol="1" anchor="t" anchorCtr="0" compatLnSpc="1">
            <a:prstTxWarp prst="textNoShape">
              <a:avLst/>
            </a:prstTxWarp>
            <a:noAutofit/>
          </a:bodyPr>
          <a:lstStyle/>
          <a:p>
            <a:pPr defTabSz="912971"/>
            <a:endParaRPr lang="en-US" sz="1798" dirty="0">
              <a:solidFill>
                <a:srgbClr val="000000"/>
              </a:solidFill>
              <a:latin typeface="+mn-ea"/>
            </a:endParaRPr>
          </a:p>
        </p:txBody>
      </p:sp>
      <p:sp>
        <p:nvSpPr>
          <p:cNvPr id="1212" name="任意多边形: 形状 1211">
            <a:extLst>
              <a:ext uri="{FF2B5EF4-FFF2-40B4-BE49-F238E27FC236}">
                <a16:creationId xmlns:a16="http://schemas.microsoft.com/office/drawing/2014/main" id="{A0A3B0C2-F1C4-DE08-D7A3-1B8C53FB3DB5}"/>
              </a:ext>
            </a:extLst>
          </p:cNvPr>
          <p:cNvSpPr>
            <a:spLocks/>
          </p:cNvSpPr>
          <p:nvPr/>
        </p:nvSpPr>
        <p:spPr bwMode="auto">
          <a:xfrm>
            <a:off x="2751062" y="5307452"/>
            <a:ext cx="7016655" cy="775412"/>
          </a:xfrm>
          <a:custGeom>
            <a:avLst/>
            <a:gdLst>
              <a:gd name="connsiteX0" fmla="*/ 7015070 w 7016655"/>
              <a:gd name="connsiteY0" fmla="*/ 775412 h 775412"/>
              <a:gd name="connsiteX1" fmla="*/ 1792346 w 7016655"/>
              <a:gd name="connsiteY1" fmla="*/ 764311 h 775412"/>
              <a:gd name="connsiteX2" fmla="*/ 1792605 w 7016655"/>
              <a:gd name="connsiteY2" fmla="*/ 763041 h 775412"/>
              <a:gd name="connsiteX3" fmla="*/ 0 w 7016655"/>
              <a:gd name="connsiteY3" fmla="*/ 759231 h 775412"/>
              <a:gd name="connsiteX4" fmla="*/ 154938 w 7016655"/>
              <a:gd name="connsiteY4" fmla="*/ 0 h 775412"/>
              <a:gd name="connsiteX5" fmla="*/ 550803 w 7016655"/>
              <a:gd name="connsiteY5" fmla="*/ 793 h 775412"/>
              <a:gd name="connsiteX6" fmla="*/ 1186010 w 7016655"/>
              <a:gd name="connsiteY6" fmla="*/ 793 h 775412"/>
              <a:gd name="connsiteX7" fmla="*/ 5224309 w 7016655"/>
              <a:gd name="connsiteY7" fmla="*/ 9119 h 775412"/>
              <a:gd name="connsiteX8" fmla="*/ 5224306 w 7016655"/>
              <a:gd name="connsiteY8" fmla="*/ 10504 h 775412"/>
              <a:gd name="connsiteX9" fmla="*/ 7016655 w 7016655"/>
              <a:gd name="connsiteY9" fmla="*/ 14199 h 775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16655" h="775412">
                <a:moveTo>
                  <a:pt x="7015070" y="775412"/>
                </a:moveTo>
                <a:lnTo>
                  <a:pt x="1792346" y="764311"/>
                </a:lnTo>
                <a:lnTo>
                  <a:pt x="1792605" y="763041"/>
                </a:lnTo>
                <a:lnTo>
                  <a:pt x="0" y="759231"/>
                </a:lnTo>
                <a:lnTo>
                  <a:pt x="154938" y="0"/>
                </a:lnTo>
                <a:lnTo>
                  <a:pt x="550803" y="793"/>
                </a:lnTo>
                <a:lnTo>
                  <a:pt x="1186010" y="793"/>
                </a:lnTo>
                <a:lnTo>
                  <a:pt x="5224309" y="9119"/>
                </a:lnTo>
                <a:lnTo>
                  <a:pt x="5224306" y="10504"/>
                </a:lnTo>
                <a:lnTo>
                  <a:pt x="7016655" y="14199"/>
                </a:lnTo>
                <a:close/>
              </a:path>
            </a:pathLst>
          </a:custGeom>
          <a:gradFill>
            <a:gsLst>
              <a:gs pos="100000">
                <a:schemeClr val="tx2">
                  <a:alpha val="0"/>
                </a:schemeClr>
              </a:gs>
              <a:gs pos="82000">
                <a:schemeClr val="tx2"/>
              </a:gs>
            </a:gsLst>
            <a:lin ang="0" scaled="0"/>
          </a:gradFill>
          <a:ln>
            <a:noFill/>
          </a:ln>
          <a:effectLst>
            <a:outerShdw blurRad="800100" sx="102000" sy="102000" algn="ctr" rotWithShape="0">
              <a:prstClr val="black">
                <a:alpha val="21000"/>
              </a:prstClr>
            </a:outerShdw>
          </a:effectLst>
        </p:spPr>
        <p:txBody>
          <a:bodyPr vert="horz" wrap="square" lIns="91299" tIns="45649" rIns="91299" bIns="45649" numCol="1" anchor="t" anchorCtr="0" compatLnSpc="1">
            <a:prstTxWarp prst="textNoShape">
              <a:avLst/>
            </a:prstTxWarp>
            <a:noAutofit/>
          </a:bodyPr>
          <a:lstStyle/>
          <a:p>
            <a:pPr defTabSz="912971"/>
            <a:endParaRPr lang="en-US" sz="1798" dirty="0">
              <a:solidFill>
                <a:srgbClr val="000000"/>
              </a:solidFill>
              <a:latin typeface="+mn-ea"/>
            </a:endParaRPr>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投放策略</a:t>
            </a:r>
            <a:endParaRPr lang="en-US" altLang="zh-CN" dirty="0"/>
          </a:p>
        </p:txBody>
      </p:sp>
      <p:sp>
        <p:nvSpPr>
          <p:cNvPr id="38" name="矩形 37">
            <a:extLst>
              <a:ext uri="{FF2B5EF4-FFF2-40B4-BE49-F238E27FC236}">
                <a16:creationId xmlns:a16="http://schemas.microsoft.com/office/drawing/2014/main" id="{F5688337-E329-60D6-62C5-11536269162B}"/>
              </a:ext>
            </a:extLst>
          </p:cNvPr>
          <p:cNvSpPr/>
          <p:nvPr/>
        </p:nvSpPr>
        <p:spPr>
          <a:xfrm>
            <a:off x="5558086" y="1828836"/>
            <a:ext cx="2326106" cy="338554"/>
          </a:xfrm>
          <a:prstGeom prst="rect">
            <a:avLst/>
          </a:prstGeom>
        </p:spPr>
        <p:txBody>
          <a:bodyPr wrap="square">
            <a:spAutoFit/>
          </a:bodyPr>
          <a:lstStyle/>
          <a:p>
            <a:pPr algn="ctr" defTabSz="1460754">
              <a:defRPr/>
            </a:pPr>
            <a:r>
              <a:rPr lang="zh-CN" altLang="en-US" sz="1600" b="1" spc="300" dirty="0">
                <a:solidFill>
                  <a:schemeClr val="accent1"/>
                </a:solidFill>
                <a:latin typeface="+mj-ea"/>
                <a:ea typeface="+mj-ea"/>
                <a:cs typeface="OPPOSans M"/>
                <a:sym typeface="+mn-lt"/>
              </a:rPr>
              <a:t>首发带动话题营销</a:t>
            </a:r>
          </a:p>
        </p:txBody>
      </p:sp>
      <p:sp>
        <p:nvSpPr>
          <p:cNvPr id="1173" name="矩形 1172">
            <a:extLst>
              <a:ext uri="{FF2B5EF4-FFF2-40B4-BE49-F238E27FC236}">
                <a16:creationId xmlns:a16="http://schemas.microsoft.com/office/drawing/2014/main" id="{13E5DD66-5076-93AE-F0D4-05C7FAC42BDF}"/>
              </a:ext>
            </a:extLst>
          </p:cNvPr>
          <p:cNvSpPr/>
          <p:nvPr/>
        </p:nvSpPr>
        <p:spPr>
          <a:xfrm>
            <a:off x="4765402" y="2138715"/>
            <a:ext cx="3911474" cy="276999"/>
          </a:xfrm>
          <a:prstGeom prst="rect">
            <a:avLst/>
          </a:prstGeom>
        </p:spPr>
        <p:txBody>
          <a:bodyPr wrap="square">
            <a:spAutoFit/>
          </a:bodyPr>
          <a:lstStyle/>
          <a:p>
            <a:pPr algn="ctr" defTabSz="1460754">
              <a:defRPr/>
            </a:pPr>
            <a:r>
              <a:rPr lang="zh-CN" altLang="en-US" sz="1200" spc="300" dirty="0">
                <a:solidFill>
                  <a:schemeClr val="bg1"/>
                </a:solidFill>
                <a:latin typeface="+mj-ea"/>
                <a:ea typeface="+mj-ea"/>
                <a:cs typeface="OPPOSans M"/>
                <a:sym typeface="+mn-lt"/>
              </a:rPr>
              <a:t>打响第一枪，掀起第一波传播，引爆话题</a:t>
            </a:r>
          </a:p>
        </p:txBody>
      </p:sp>
      <p:sp>
        <p:nvSpPr>
          <p:cNvPr id="1174" name="矩形 1173">
            <a:extLst>
              <a:ext uri="{FF2B5EF4-FFF2-40B4-BE49-F238E27FC236}">
                <a16:creationId xmlns:a16="http://schemas.microsoft.com/office/drawing/2014/main" id="{833B204D-9E63-6C65-CE59-6E776AEF8DDF}"/>
              </a:ext>
            </a:extLst>
          </p:cNvPr>
          <p:cNvSpPr/>
          <p:nvPr/>
        </p:nvSpPr>
        <p:spPr>
          <a:xfrm>
            <a:off x="5053268" y="3044988"/>
            <a:ext cx="3335742" cy="338554"/>
          </a:xfrm>
          <a:prstGeom prst="rect">
            <a:avLst/>
          </a:prstGeom>
        </p:spPr>
        <p:txBody>
          <a:bodyPr wrap="square">
            <a:spAutoFit/>
          </a:bodyPr>
          <a:lstStyle/>
          <a:p>
            <a:pPr algn="ctr" defTabSz="1460754">
              <a:defRPr/>
            </a:pPr>
            <a:r>
              <a:rPr lang="zh-CN" altLang="en-US" sz="1600" b="1" spc="300" dirty="0">
                <a:solidFill>
                  <a:schemeClr val="accent2"/>
                </a:solidFill>
                <a:latin typeface="+mj-ea"/>
                <a:ea typeface="+mj-ea"/>
                <a:cs typeface="OPPOSans M"/>
                <a:sym typeface="+mn-lt"/>
              </a:rPr>
              <a:t>腰部</a:t>
            </a:r>
            <a:r>
              <a:rPr lang="en-US" altLang="zh-CN" sz="1600" b="1" spc="300" dirty="0">
                <a:solidFill>
                  <a:schemeClr val="accent2"/>
                </a:solidFill>
                <a:latin typeface="+mj-ea"/>
                <a:ea typeface="+mj-ea"/>
                <a:cs typeface="OPPOSans M"/>
                <a:sym typeface="+mn-lt"/>
              </a:rPr>
              <a:t>KOL</a:t>
            </a:r>
            <a:r>
              <a:rPr lang="zh-CN" altLang="en-US" sz="1600" b="1" spc="300" dirty="0">
                <a:solidFill>
                  <a:schemeClr val="accent2"/>
                </a:solidFill>
                <a:latin typeface="+mj-ea"/>
                <a:ea typeface="+mj-ea"/>
                <a:cs typeface="OPPOSans M"/>
                <a:sym typeface="+mn-lt"/>
              </a:rPr>
              <a:t>提高活动影响力</a:t>
            </a:r>
          </a:p>
        </p:txBody>
      </p:sp>
      <p:sp>
        <p:nvSpPr>
          <p:cNvPr id="1175" name="矩形 1174">
            <a:extLst>
              <a:ext uri="{FF2B5EF4-FFF2-40B4-BE49-F238E27FC236}">
                <a16:creationId xmlns:a16="http://schemas.microsoft.com/office/drawing/2014/main" id="{335F14BB-F153-5FF7-17B9-087196BB614B}"/>
              </a:ext>
            </a:extLst>
          </p:cNvPr>
          <p:cNvSpPr/>
          <p:nvPr/>
        </p:nvSpPr>
        <p:spPr>
          <a:xfrm>
            <a:off x="4765402" y="3354867"/>
            <a:ext cx="3911474" cy="276999"/>
          </a:xfrm>
          <a:prstGeom prst="rect">
            <a:avLst/>
          </a:prstGeom>
        </p:spPr>
        <p:txBody>
          <a:bodyPr wrap="square">
            <a:spAutoFit/>
          </a:bodyPr>
          <a:lstStyle/>
          <a:p>
            <a:pPr algn="ctr" defTabSz="1460754">
              <a:defRPr/>
            </a:pPr>
            <a:r>
              <a:rPr lang="zh-CN" altLang="en-US" sz="1200" spc="300" dirty="0">
                <a:solidFill>
                  <a:schemeClr val="bg1"/>
                </a:solidFill>
                <a:latin typeface="+mj-ea"/>
                <a:ea typeface="+mj-ea"/>
                <a:cs typeface="OPPOSans M"/>
                <a:sym typeface="+mn-lt"/>
              </a:rPr>
              <a:t>维持话题热度，让话题持续发酵</a:t>
            </a:r>
          </a:p>
        </p:txBody>
      </p:sp>
      <p:sp>
        <p:nvSpPr>
          <p:cNvPr id="1176" name="矩形 1175">
            <a:extLst>
              <a:ext uri="{FF2B5EF4-FFF2-40B4-BE49-F238E27FC236}">
                <a16:creationId xmlns:a16="http://schemas.microsoft.com/office/drawing/2014/main" id="{B6249B77-A4B9-6C4E-7C88-B76CE546840A}"/>
              </a:ext>
            </a:extLst>
          </p:cNvPr>
          <p:cNvSpPr/>
          <p:nvPr/>
        </p:nvSpPr>
        <p:spPr>
          <a:xfrm>
            <a:off x="4896635" y="4261140"/>
            <a:ext cx="3649008" cy="338554"/>
          </a:xfrm>
          <a:prstGeom prst="rect">
            <a:avLst/>
          </a:prstGeom>
        </p:spPr>
        <p:txBody>
          <a:bodyPr wrap="square">
            <a:spAutoFit/>
          </a:bodyPr>
          <a:lstStyle/>
          <a:p>
            <a:pPr algn="ctr" defTabSz="1460754">
              <a:defRPr/>
            </a:pPr>
            <a:r>
              <a:rPr lang="zh-CN" altLang="en-US" sz="1600" b="1" spc="300" dirty="0">
                <a:solidFill>
                  <a:schemeClr val="accent1"/>
                </a:solidFill>
                <a:latin typeface="+mj-ea"/>
                <a:ea typeface="+mj-ea"/>
                <a:cs typeface="OPPOSans M"/>
                <a:sym typeface="+mn-lt"/>
              </a:rPr>
              <a:t>尾部</a:t>
            </a:r>
            <a:r>
              <a:rPr lang="en-US" altLang="zh-CN" sz="1600" b="1" spc="300" dirty="0">
                <a:solidFill>
                  <a:schemeClr val="accent1"/>
                </a:solidFill>
                <a:latin typeface="+mj-ea"/>
                <a:ea typeface="+mj-ea"/>
                <a:cs typeface="OPPOSans M"/>
                <a:sym typeface="+mn-lt"/>
              </a:rPr>
              <a:t>KOL</a:t>
            </a:r>
            <a:r>
              <a:rPr lang="zh-CN" altLang="en-US" sz="1600" b="1" spc="300" dirty="0">
                <a:solidFill>
                  <a:schemeClr val="accent1"/>
                </a:solidFill>
                <a:latin typeface="+mj-ea"/>
                <a:ea typeface="+mj-ea"/>
                <a:cs typeface="OPPOSans M"/>
                <a:sym typeface="+mn-lt"/>
              </a:rPr>
              <a:t>通过垂直领域进行宣传</a:t>
            </a:r>
          </a:p>
        </p:txBody>
      </p:sp>
      <p:sp>
        <p:nvSpPr>
          <p:cNvPr id="1177" name="矩形 1176">
            <a:extLst>
              <a:ext uri="{FF2B5EF4-FFF2-40B4-BE49-F238E27FC236}">
                <a16:creationId xmlns:a16="http://schemas.microsoft.com/office/drawing/2014/main" id="{76DC9AA5-01EC-D3EA-D0AC-1B687355BA84}"/>
              </a:ext>
            </a:extLst>
          </p:cNvPr>
          <p:cNvSpPr/>
          <p:nvPr/>
        </p:nvSpPr>
        <p:spPr>
          <a:xfrm>
            <a:off x="4765402" y="4571019"/>
            <a:ext cx="3911474" cy="276999"/>
          </a:xfrm>
          <a:prstGeom prst="rect">
            <a:avLst/>
          </a:prstGeom>
        </p:spPr>
        <p:txBody>
          <a:bodyPr wrap="square">
            <a:spAutoFit/>
          </a:bodyPr>
          <a:lstStyle/>
          <a:p>
            <a:pPr algn="ctr" defTabSz="1460754">
              <a:defRPr/>
            </a:pPr>
            <a:r>
              <a:rPr lang="zh-CN" altLang="en-US" sz="1200" spc="300" dirty="0">
                <a:solidFill>
                  <a:schemeClr val="bg1"/>
                </a:solidFill>
                <a:latin typeface="+mj-ea"/>
                <a:ea typeface="+mj-ea"/>
                <a:cs typeface="OPPOSans M"/>
                <a:sym typeface="+mn-lt"/>
              </a:rPr>
              <a:t>维持热度，扩大人群基础</a:t>
            </a:r>
          </a:p>
        </p:txBody>
      </p:sp>
      <p:sp>
        <p:nvSpPr>
          <p:cNvPr id="1178" name="矩形 1177">
            <a:extLst>
              <a:ext uri="{FF2B5EF4-FFF2-40B4-BE49-F238E27FC236}">
                <a16:creationId xmlns:a16="http://schemas.microsoft.com/office/drawing/2014/main" id="{DFCE94E0-63F4-38BD-61EA-40988FCCC8A9}"/>
              </a:ext>
            </a:extLst>
          </p:cNvPr>
          <p:cNvSpPr/>
          <p:nvPr/>
        </p:nvSpPr>
        <p:spPr>
          <a:xfrm>
            <a:off x="5558086" y="5413284"/>
            <a:ext cx="2326106" cy="338554"/>
          </a:xfrm>
          <a:prstGeom prst="rect">
            <a:avLst/>
          </a:prstGeom>
        </p:spPr>
        <p:txBody>
          <a:bodyPr wrap="square">
            <a:spAutoFit/>
          </a:bodyPr>
          <a:lstStyle/>
          <a:p>
            <a:pPr algn="ctr" defTabSz="1460754">
              <a:defRPr/>
            </a:pPr>
            <a:r>
              <a:rPr lang="zh-CN" altLang="en-US" sz="1600" b="1" spc="300" dirty="0">
                <a:solidFill>
                  <a:schemeClr val="accent2"/>
                </a:solidFill>
                <a:latin typeface="+mj-ea"/>
                <a:ea typeface="+mj-ea"/>
                <a:cs typeface="OPPOSans M"/>
                <a:sym typeface="+mn-lt"/>
              </a:rPr>
              <a:t>大量素人真实测评</a:t>
            </a:r>
          </a:p>
        </p:txBody>
      </p:sp>
      <p:sp>
        <p:nvSpPr>
          <p:cNvPr id="1179" name="矩形 1178">
            <a:extLst>
              <a:ext uri="{FF2B5EF4-FFF2-40B4-BE49-F238E27FC236}">
                <a16:creationId xmlns:a16="http://schemas.microsoft.com/office/drawing/2014/main" id="{23EDC28B-24A1-EED7-1D5E-7D2FEE6A4739}"/>
              </a:ext>
            </a:extLst>
          </p:cNvPr>
          <p:cNvSpPr/>
          <p:nvPr/>
        </p:nvSpPr>
        <p:spPr>
          <a:xfrm>
            <a:off x="4765402" y="5723163"/>
            <a:ext cx="3911474" cy="276999"/>
          </a:xfrm>
          <a:prstGeom prst="rect">
            <a:avLst/>
          </a:prstGeom>
        </p:spPr>
        <p:txBody>
          <a:bodyPr wrap="square">
            <a:spAutoFit/>
          </a:bodyPr>
          <a:lstStyle/>
          <a:p>
            <a:pPr algn="ctr" defTabSz="1460754">
              <a:defRPr/>
            </a:pPr>
            <a:r>
              <a:rPr lang="zh-CN" altLang="en-US" sz="1200" spc="300" dirty="0">
                <a:solidFill>
                  <a:schemeClr val="bg1"/>
                </a:solidFill>
                <a:latin typeface="+mj-ea"/>
                <a:ea typeface="+mj-ea"/>
                <a:cs typeface="OPPOSans M"/>
                <a:sym typeface="+mn-lt"/>
              </a:rPr>
              <a:t>维持热度，提高产品可信度，提高转化率</a:t>
            </a:r>
          </a:p>
        </p:txBody>
      </p:sp>
      <p:sp>
        <p:nvSpPr>
          <p:cNvPr id="1181" name="Rectangle: Rounded Corners 122">
            <a:extLst>
              <a:ext uri="{FF2B5EF4-FFF2-40B4-BE49-F238E27FC236}">
                <a16:creationId xmlns:a16="http://schemas.microsoft.com/office/drawing/2014/main" id="{7685B04F-A181-4575-21D2-B0B2B5FFD99D}"/>
              </a:ext>
            </a:extLst>
          </p:cNvPr>
          <p:cNvSpPr/>
          <p:nvPr/>
        </p:nvSpPr>
        <p:spPr>
          <a:xfrm>
            <a:off x="9243799" y="3081377"/>
            <a:ext cx="2098883" cy="540382"/>
          </a:xfrm>
          <a:prstGeom prst="roundRect">
            <a:avLst>
              <a:gd name="adj" fmla="val 50000"/>
            </a:avLst>
          </a:prstGeom>
          <a:gradFill flip="none" rotWithShape="1">
            <a:gsLst>
              <a:gs pos="80000">
                <a:schemeClr val="accent2"/>
              </a:gs>
              <a:gs pos="100000">
                <a:schemeClr val="accent2"/>
              </a:gs>
              <a:gs pos="15000">
                <a:schemeClr val="accent2">
                  <a:lumMod val="40000"/>
                  <a:lumOff val="60000"/>
                </a:schemeClr>
              </a:gs>
              <a:gs pos="45000">
                <a:schemeClr val="accent2">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1184" name="Rectangle: Rounded Corners 122">
            <a:extLst>
              <a:ext uri="{FF2B5EF4-FFF2-40B4-BE49-F238E27FC236}">
                <a16:creationId xmlns:a16="http://schemas.microsoft.com/office/drawing/2014/main" id="{6D972E40-DA24-A578-B229-8DB8102C7AFE}"/>
              </a:ext>
            </a:extLst>
          </p:cNvPr>
          <p:cNvSpPr/>
          <p:nvPr/>
        </p:nvSpPr>
        <p:spPr>
          <a:xfrm>
            <a:off x="9243799" y="1906385"/>
            <a:ext cx="2098883" cy="540382"/>
          </a:xfrm>
          <a:prstGeom prst="roundRect">
            <a:avLst>
              <a:gd name="adj" fmla="val 50000"/>
            </a:avLst>
          </a:prstGeom>
          <a:gradFill flip="none" rotWithShape="1">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1187" name="Rectangle: Rounded Corners 122">
            <a:extLst>
              <a:ext uri="{FF2B5EF4-FFF2-40B4-BE49-F238E27FC236}">
                <a16:creationId xmlns:a16="http://schemas.microsoft.com/office/drawing/2014/main" id="{577A0EB8-7A55-4C37-2557-3CF52BC89207}"/>
              </a:ext>
            </a:extLst>
          </p:cNvPr>
          <p:cNvSpPr/>
          <p:nvPr/>
        </p:nvSpPr>
        <p:spPr>
          <a:xfrm>
            <a:off x="9243803" y="5431367"/>
            <a:ext cx="2098883" cy="540382"/>
          </a:xfrm>
          <a:prstGeom prst="roundRect">
            <a:avLst>
              <a:gd name="adj" fmla="val 50000"/>
            </a:avLst>
          </a:prstGeom>
          <a:gradFill flip="none" rotWithShape="1">
            <a:gsLst>
              <a:gs pos="80000">
                <a:schemeClr val="accent2"/>
              </a:gs>
              <a:gs pos="100000">
                <a:schemeClr val="accent2"/>
              </a:gs>
              <a:gs pos="15000">
                <a:schemeClr val="accent2">
                  <a:lumMod val="40000"/>
                  <a:lumOff val="60000"/>
                </a:schemeClr>
              </a:gs>
              <a:gs pos="45000">
                <a:schemeClr val="accent2">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1190" name="Rectangle: Rounded Corners 122">
            <a:extLst>
              <a:ext uri="{FF2B5EF4-FFF2-40B4-BE49-F238E27FC236}">
                <a16:creationId xmlns:a16="http://schemas.microsoft.com/office/drawing/2014/main" id="{73D557FF-9097-3957-2324-654418299ED4}"/>
              </a:ext>
            </a:extLst>
          </p:cNvPr>
          <p:cNvSpPr/>
          <p:nvPr/>
        </p:nvSpPr>
        <p:spPr>
          <a:xfrm>
            <a:off x="9243801" y="4247622"/>
            <a:ext cx="2098883" cy="540382"/>
          </a:xfrm>
          <a:prstGeom prst="roundRect">
            <a:avLst>
              <a:gd name="adj" fmla="val 50000"/>
            </a:avLst>
          </a:prstGeom>
          <a:gradFill flip="none" rotWithShape="1">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1"/>
            <a:tileRect/>
          </a:gradFill>
          <a:ln>
            <a:noFill/>
          </a:ln>
          <a:effectLst>
            <a:outerShdw blurRad="342900" dist="2286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971"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dirty="0">
              <a:ln>
                <a:noFill/>
              </a:ln>
              <a:solidFill>
                <a:prstClr val="white"/>
              </a:solidFill>
              <a:effectLst/>
              <a:uLnTx/>
              <a:uFillTx/>
              <a:latin typeface="+mn-ea"/>
              <a:cs typeface="+mn-cs"/>
            </a:endParaRPr>
          </a:p>
        </p:txBody>
      </p:sp>
      <p:sp>
        <p:nvSpPr>
          <p:cNvPr id="1192" name="矩形 1191">
            <a:extLst>
              <a:ext uri="{FF2B5EF4-FFF2-40B4-BE49-F238E27FC236}">
                <a16:creationId xmlns:a16="http://schemas.microsoft.com/office/drawing/2014/main" id="{0D8EC823-2A58-4DCA-DE1A-E21294D2396C}"/>
              </a:ext>
            </a:extLst>
          </p:cNvPr>
          <p:cNvSpPr/>
          <p:nvPr/>
        </p:nvSpPr>
        <p:spPr>
          <a:xfrm>
            <a:off x="9526524" y="1976521"/>
            <a:ext cx="1533433" cy="400110"/>
          </a:xfrm>
          <a:prstGeom prst="rect">
            <a:avLst/>
          </a:prstGeom>
        </p:spPr>
        <p:txBody>
          <a:bodyPr wrap="square">
            <a:spAutoFit/>
          </a:bodyPr>
          <a:lstStyle/>
          <a:p>
            <a:pPr algn="ctr" defTabSz="1460754">
              <a:defRPr/>
            </a:pPr>
            <a:r>
              <a:rPr lang="en-US" altLang="zh-CN" sz="2000" b="1" dirty="0">
                <a:latin typeface="+mj-ea"/>
                <a:ea typeface="+mj-ea"/>
                <a:cs typeface="OPPOSans M"/>
                <a:sym typeface="+mn-lt"/>
              </a:rPr>
              <a:t>1000W</a:t>
            </a:r>
            <a:endParaRPr lang="zh-CN" altLang="en-US" sz="2000" b="1" dirty="0">
              <a:latin typeface="+mj-ea"/>
              <a:ea typeface="+mj-ea"/>
              <a:cs typeface="OPPOSans M"/>
              <a:sym typeface="+mn-lt"/>
            </a:endParaRPr>
          </a:p>
        </p:txBody>
      </p:sp>
      <p:sp>
        <p:nvSpPr>
          <p:cNvPr id="1193" name="矩形 1192">
            <a:extLst>
              <a:ext uri="{FF2B5EF4-FFF2-40B4-BE49-F238E27FC236}">
                <a16:creationId xmlns:a16="http://schemas.microsoft.com/office/drawing/2014/main" id="{D068938C-8C52-852F-6E43-FC8423B7C172}"/>
              </a:ext>
            </a:extLst>
          </p:cNvPr>
          <p:cNvSpPr/>
          <p:nvPr/>
        </p:nvSpPr>
        <p:spPr>
          <a:xfrm>
            <a:off x="9526524" y="3151513"/>
            <a:ext cx="1533433" cy="400110"/>
          </a:xfrm>
          <a:prstGeom prst="rect">
            <a:avLst/>
          </a:prstGeom>
        </p:spPr>
        <p:txBody>
          <a:bodyPr wrap="square">
            <a:spAutoFit/>
          </a:bodyPr>
          <a:lstStyle/>
          <a:p>
            <a:pPr algn="ctr" defTabSz="1460754">
              <a:defRPr/>
            </a:pPr>
            <a:r>
              <a:rPr lang="en-US" altLang="zh-CN" sz="2000" b="1" dirty="0">
                <a:latin typeface="+mj-ea"/>
                <a:ea typeface="+mj-ea"/>
                <a:cs typeface="OPPOSans M"/>
                <a:sym typeface="+mn-lt"/>
              </a:rPr>
              <a:t>5000W</a:t>
            </a:r>
            <a:endParaRPr lang="zh-CN" altLang="en-US" sz="2000" b="1" dirty="0">
              <a:latin typeface="+mj-ea"/>
              <a:ea typeface="+mj-ea"/>
              <a:cs typeface="OPPOSans M"/>
              <a:sym typeface="+mn-lt"/>
            </a:endParaRPr>
          </a:p>
        </p:txBody>
      </p:sp>
      <p:sp>
        <p:nvSpPr>
          <p:cNvPr id="1194" name="矩形 1193">
            <a:extLst>
              <a:ext uri="{FF2B5EF4-FFF2-40B4-BE49-F238E27FC236}">
                <a16:creationId xmlns:a16="http://schemas.microsoft.com/office/drawing/2014/main" id="{C8AE7FFF-6049-91CA-95CA-83E9522C42AA}"/>
              </a:ext>
            </a:extLst>
          </p:cNvPr>
          <p:cNvSpPr/>
          <p:nvPr/>
        </p:nvSpPr>
        <p:spPr>
          <a:xfrm>
            <a:off x="9526524" y="4317758"/>
            <a:ext cx="1533433" cy="400110"/>
          </a:xfrm>
          <a:prstGeom prst="rect">
            <a:avLst/>
          </a:prstGeom>
        </p:spPr>
        <p:txBody>
          <a:bodyPr wrap="square">
            <a:spAutoFit/>
          </a:bodyPr>
          <a:lstStyle/>
          <a:p>
            <a:pPr algn="ctr" defTabSz="1460754">
              <a:defRPr/>
            </a:pPr>
            <a:r>
              <a:rPr lang="en-US" altLang="zh-CN" sz="2000" b="1" dirty="0">
                <a:latin typeface="+mj-ea"/>
                <a:ea typeface="+mj-ea"/>
                <a:cs typeface="OPPOSans M"/>
                <a:sym typeface="+mn-lt"/>
              </a:rPr>
              <a:t>6000W</a:t>
            </a:r>
            <a:endParaRPr lang="zh-CN" altLang="en-US" sz="2000" b="1" dirty="0">
              <a:latin typeface="+mj-ea"/>
              <a:ea typeface="+mj-ea"/>
              <a:cs typeface="OPPOSans M"/>
              <a:sym typeface="+mn-lt"/>
            </a:endParaRPr>
          </a:p>
        </p:txBody>
      </p:sp>
      <p:sp>
        <p:nvSpPr>
          <p:cNvPr id="1195" name="矩形 1194">
            <a:extLst>
              <a:ext uri="{FF2B5EF4-FFF2-40B4-BE49-F238E27FC236}">
                <a16:creationId xmlns:a16="http://schemas.microsoft.com/office/drawing/2014/main" id="{6126FDC7-01D9-B6A4-D408-8405A0341250}"/>
              </a:ext>
            </a:extLst>
          </p:cNvPr>
          <p:cNvSpPr/>
          <p:nvPr/>
        </p:nvSpPr>
        <p:spPr>
          <a:xfrm>
            <a:off x="9526524" y="5501503"/>
            <a:ext cx="1533433" cy="400110"/>
          </a:xfrm>
          <a:prstGeom prst="rect">
            <a:avLst/>
          </a:prstGeom>
        </p:spPr>
        <p:txBody>
          <a:bodyPr wrap="square">
            <a:spAutoFit/>
          </a:bodyPr>
          <a:lstStyle/>
          <a:p>
            <a:pPr algn="ctr" defTabSz="1460754">
              <a:defRPr/>
            </a:pPr>
            <a:r>
              <a:rPr lang="en-US" altLang="zh-CN" sz="2000" b="1" dirty="0">
                <a:latin typeface="+mj-ea"/>
                <a:ea typeface="+mj-ea"/>
                <a:cs typeface="OPPOSans M"/>
                <a:sym typeface="+mn-lt"/>
              </a:rPr>
              <a:t>9000W</a:t>
            </a:r>
            <a:endParaRPr lang="zh-CN" altLang="en-US" sz="2000" b="1" dirty="0">
              <a:latin typeface="+mj-ea"/>
              <a:ea typeface="+mj-ea"/>
              <a:cs typeface="OPPOSans M"/>
              <a:sym typeface="+mn-lt"/>
            </a:endParaRPr>
          </a:p>
        </p:txBody>
      </p:sp>
      <p:sp>
        <p:nvSpPr>
          <p:cNvPr id="1196" name="矩形 1195">
            <a:extLst>
              <a:ext uri="{FF2B5EF4-FFF2-40B4-BE49-F238E27FC236}">
                <a16:creationId xmlns:a16="http://schemas.microsoft.com/office/drawing/2014/main" id="{9C71CA54-D888-E498-B9BD-D4ECBA86D9BF}"/>
              </a:ext>
            </a:extLst>
          </p:cNvPr>
          <p:cNvSpPr/>
          <p:nvPr/>
        </p:nvSpPr>
        <p:spPr>
          <a:xfrm>
            <a:off x="9148234" y="1435190"/>
            <a:ext cx="2326106" cy="307777"/>
          </a:xfrm>
          <a:prstGeom prst="rect">
            <a:avLst/>
          </a:prstGeom>
        </p:spPr>
        <p:txBody>
          <a:bodyPr wrap="square">
            <a:spAutoFit/>
          </a:bodyPr>
          <a:lstStyle/>
          <a:p>
            <a:pPr algn="ctr" defTabSz="1460754">
              <a:defRPr/>
            </a:pPr>
            <a:r>
              <a:rPr lang="zh-CN" altLang="en-US" sz="1400" b="1" dirty="0">
                <a:solidFill>
                  <a:schemeClr val="bg1"/>
                </a:solidFill>
                <a:latin typeface="+mj-ea"/>
                <a:ea typeface="+mj-ea"/>
                <a:cs typeface="OPPOSans M"/>
                <a:sym typeface="+mn-lt"/>
              </a:rPr>
              <a:t>预期浏览量</a:t>
            </a:r>
          </a:p>
        </p:txBody>
      </p:sp>
      <p:grpSp>
        <p:nvGrpSpPr>
          <p:cNvPr id="1203" name="组合 1202">
            <a:extLst>
              <a:ext uri="{FF2B5EF4-FFF2-40B4-BE49-F238E27FC236}">
                <a16:creationId xmlns:a16="http://schemas.microsoft.com/office/drawing/2014/main" id="{BE483270-3B3C-7DBC-AFF9-6737A7A08D61}"/>
              </a:ext>
            </a:extLst>
          </p:cNvPr>
          <p:cNvGrpSpPr/>
          <p:nvPr/>
        </p:nvGrpSpPr>
        <p:grpSpPr>
          <a:xfrm>
            <a:off x="810867" y="1445800"/>
            <a:ext cx="3882778" cy="4688300"/>
            <a:chOff x="4423708" y="1445800"/>
            <a:chExt cx="3882778" cy="4688300"/>
          </a:xfrm>
        </p:grpSpPr>
        <p:grpSp>
          <p:nvGrpSpPr>
            <p:cNvPr id="39" name="组合 38">
              <a:extLst>
                <a:ext uri="{FF2B5EF4-FFF2-40B4-BE49-F238E27FC236}">
                  <a16:creationId xmlns:a16="http://schemas.microsoft.com/office/drawing/2014/main" id="{3139E680-C83C-1E92-5677-B3593C241D1A}"/>
                </a:ext>
              </a:extLst>
            </p:cNvPr>
            <p:cNvGrpSpPr/>
            <p:nvPr/>
          </p:nvGrpSpPr>
          <p:grpSpPr>
            <a:xfrm>
              <a:off x="4423708" y="1445800"/>
              <a:ext cx="3882778" cy="4688300"/>
              <a:chOff x="7595131" y="1856847"/>
              <a:chExt cx="5554663" cy="5940663"/>
            </a:xfrm>
            <a:effectLst>
              <a:outerShdw blurRad="393700" dist="139700" dir="2700000" algn="tl" rotWithShape="0">
                <a:schemeClr val="accent1">
                  <a:alpha val="50000"/>
                </a:schemeClr>
              </a:outerShdw>
            </a:effectLst>
          </p:grpSpPr>
          <p:sp>
            <p:nvSpPr>
              <p:cNvPr id="44" name="Freeform 11">
                <a:extLst>
                  <a:ext uri="{FF2B5EF4-FFF2-40B4-BE49-F238E27FC236}">
                    <a16:creationId xmlns:a16="http://schemas.microsoft.com/office/drawing/2014/main" id="{A6D6CA1C-F9DA-24A8-0736-502C9C49D74F}"/>
                  </a:ext>
                </a:extLst>
              </p:cNvPr>
              <p:cNvSpPr>
                <a:spLocks/>
              </p:cNvSpPr>
              <p:nvPr/>
            </p:nvSpPr>
            <p:spPr bwMode="auto">
              <a:xfrm>
                <a:off x="9776354" y="6611752"/>
                <a:ext cx="1195388" cy="1185758"/>
              </a:xfrm>
              <a:custGeom>
                <a:avLst/>
                <a:gdLst>
                  <a:gd name="T0" fmla="*/ 187 w 375"/>
                  <a:gd name="T1" fmla="*/ 37 h 386"/>
                  <a:gd name="T2" fmla="*/ 0 w 375"/>
                  <a:gd name="T3" fmla="*/ 0 h 386"/>
                  <a:gd name="T4" fmla="*/ 187 w 375"/>
                  <a:gd name="T5" fmla="*/ 386 h 386"/>
                  <a:gd name="T6" fmla="*/ 375 w 375"/>
                  <a:gd name="T7" fmla="*/ 0 h 386"/>
                  <a:gd name="T8" fmla="*/ 187 w 375"/>
                  <a:gd name="T9" fmla="*/ 37 h 386"/>
                </a:gdLst>
                <a:ahLst/>
                <a:cxnLst>
                  <a:cxn ang="0">
                    <a:pos x="T0" y="T1"/>
                  </a:cxn>
                  <a:cxn ang="0">
                    <a:pos x="T2" y="T3"/>
                  </a:cxn>
                  <a:cxn ang="0">
                    <a:pos x="T4" y="T5"/>
                  </a:cxn>
                  <a:cxn ang="0">
                    <a:pos x="T6" y="T7"/>
                  </a:cxn>
                  <a:cxn ang="0">
                    <a:pos x="T8" y="T9"/>
                  </a:cxn>
                </a:cxnLst>
                <a:rect l="0" t="0" r="r" b="b"/>
                <a:pathLst>
                  <a:path w="375" h="386">
                    <a:moveTo>
                      <a:pt x="187" y="37"/>
                    </a:moveTo>
                    <a:cubicBezTo>
                      <a:pt x="84" y="37"/>
                      <a:pt x="0" y="0"/>
                      <a:pt x="0" y="0"/>
                    </a:cubicBezTo>
                    <a:cubicBezTo>
                      <a:pt x="187" y="386"/>
                      <a:pt x="187" y="386"/>
                      <a:pt x="187" y="386"/>
                    </a:cubicBezTo>
                    <a:cubicBezTo>
                      <a:pt x="375" y="0"/>
                      <a:pt x="375" y="0"/>
                      <a:pt x="375" y="0"/>
                    </a:cubicBezTo>
                    <a:cubicBezTo>
                      <a:pt x="375" y="0"/>
                      <a:pt x="291" y="37"/>
                      <a:pt x="187" y="37"/>
                    </a:cubicBezTo>
                  </a:path>
                </a:pathLst>
              </a:custGeom>
              <a:gradFill flip="none" rotWithShape="1">
                <a:gsLst>
                  <a:gs pos="73000">
                    <a:schemeClr val="accent2"/>
                  </a:gs>
                  <a:gs pos="31000">
                    <a:schemeClr val="accent2">
                      <a:lumMod val="60000"/>
                      <a:lumOff val="40000"/>
                    </a:schemeClr>
                  </a:gs>
                  <a:gs pos="0">
                    <a:schemeClr val="accent2">
                      <a:lumMod val="40000"/>
                      <a:lumOff val="60000"/>
                    </a:schemeClr>
                  </a:gs>
                </a:gsLst>
                <a:lin ang="0" scaled="0"/>
                <a:tileRect/>
              </a:gradFill>
              <a:ln>
                <a:noFill/>
              </a:ln>
            </p:spPr>
            <p:txBody>
              <a:bodyPr vert="horz" wrap="square" lIns="91440" tIns="45720" rIns="91440" bIns="45720" numCol="1" anchor="t" anchorCtr="0" compatLnSpc="1">
                <a:prstTxWarp prst="textNoShape">
                  <a:avLst/>
                </a:prstTxWarp>
              </a:bodyPr>
              <a:lstStyle/>
              <a:p>
                <a:pPr defTabSz="914400"/>
                <a:endParaRPr lang="en-US" dirty="0">
                  <a:solidFill>
                    <a:srgbClr val="222222"/>
                  </a:solidFill>
                  <a:latin typeface="+mn-ea"/>
                </a:endParaRPr>
              </a:p>
            </p:txBody>
          </p:sp>
          <p:sp>
            <p:nvSpPr>
              <p:cNvPr id="41" name="Freeform 6">
                <a:extLst>
                  <a:ext uri="{FF2B5EF4-FFF2-40B4-BE49-F238E27FC236}">
                    <a16:creationId xmlns:a16="http://schemas.microsoft.com/office/drawing/2014/main" id="{B76A49A7-8E42-6C3F-2302-87E2C3986D31}"/>
                  </a:ext>
                </a:extLst>
              </p:cNvPr>
              <p:cNvSpPr>
                <a:spLocks/>
              </p:cNvSpPr>
              <p:nvPr/>
            </p:nvSpPr>
            <p:spPr bwMode="auto">
              <a:xfrm>
                <a:off x="9047692" y="5144799"/>
                <a:ext cx="2649537" cy="1331674"/>
              </a:xfrm>
              <a:custGeom>
                <a:avLst/>
                <a:gdLst>
                  <a:gd name="T0" fmla="*/ 416 w 832"/>
                  <a:gd name="T1" fmla="*/ 61 h 444"/>
                  <a:gd name="T2" fmla="*/ 0 w 832"/>
                  <a:gd name="T3" fmla="*/ 0 h 444"/>
                  <a:gd name="T4" fmla="*/ 188 w 832"/>
                  <a:gd name="T5" fmla="*/ 387 h 444"/>
                  <a:gd name="T6" fmla="*/ 416 w 832"/>
                  <a:gd name="T7" fmla="*/ 444 h 444"/>
                  <a:gd name="T8" fmla="*/ 644 w 832"/>
                  <a:gd name="T9" fmla="*/ 387 h 444"/>
                  <a:gd name="T10" fmla="*/ 832 w 832"/>
                  <a:gd name="T11" fmla="*/ 0 h 444"/>
                  <a:gd name="T12" fmla="*/ 416 w 832"/>
                  <a:gd name="T13" fmla="*/ 61 h 444"/>
                </a:gdLst>
                <a:ahLst/>
                <a:cxnLst>
                  <a:cxn ang="0">
                    <a:pos x="T0" y="T1"/>
                  </a:cxn>
                  <a:cxn ang="0">
                    <a:pos x="T2" y="T3"/>
                  </a:cxn>
                  <a:cxn ang="0">
                    <a:pos x="T4" y="T5"/>
                  </a:cxn>
                  <a:cxn ang="0">
                    <a:pos x="T6" y="T7"/>
                  </a:cxn>
                  <a:cxn ang="0">
                    <a:pos x="T8" y="T9"/>
                  </a:cxn>
                  <a:cxn ang="0">
                    <a:pos x="T10" y="T11"/>
                  </a:cxn>
                  <a:cxn ang="0">
                    <a:pos x="T12" y="T13"/>
                  </a:cxn>
                </a:cxnLst>
                <a:rect l="0" t="0" r="r" b="b"/>
                <a:pathLst>
                  <a:path w="832" h="444">
                    <a:moveTo>
                      <a:pt x="416" y="61"/>
                    </a:moveTo>
                    <a:cubicBezTo>
                      <a:pt x="187" y="61"/>
                      <a:pt x="0" y="0"/>
                      <a:pt x="0" y="0"/>
                    </a:cubicBezTo>
                    <a:cubicBezTo>
                      <a:pt x="188" y="387"/>
                      <a:pt x="188" y="387"/>
                      <a:pt x="188" y="387"/>
                    </a:cubicBezTo>
                    <a:cubicBezTo>
                      <a:pt x="188" y="387"/>
                      <a:pt x="290" y="444"/>
                      <a:pt x="416" y="444"/>
                    </a:cubicBezTo>
                    <a:cubicBezTo>
                      <a:pt x="542" y="444"/>
                      <a:pt x="644" y="387"/>
                      <a:pt x="644" y="387"/>
                    </a:cubicBezTo>
                    <a:cubicBezTo>
                      <a:pt x="832" y="0"/>
                      <a:pt x="832" y="0"/>
                      <a:pt x="832" y="0"/>
                    </a:cubicBezTo>
                    <a:cubicBezTo>
                      <a:pt x="832" y="0"/>
                      <a:pt x="646" y="61"/>
                      <a:pt x="416" y="61"/>
                    </a:cubicBezTo>
                  </a:path>
                </a:pathLst>
              </a:custGeom>
              <a:gradFill flip="none" rotWithShape="1">
                <a:gsLst>
                  <a:gs pos="73000">
                    <a:schemeClr val="accent1"/>
                  </a:gs>
                  <a:gs pos="31000">
                    <a:schemeClr val="accent1">
                      <a:lumMod val="60000"/>
                      <a:lumOff val="40000"/>
                    </a:schemeClr>
                  </a:gs>
                  <a:gs pos="0">
                    <a:schemeClr val="accent1">
                      <a:lumMod val="40000"/>
                      <a:lumOff val="60000"/>
                    </a:schemeClr>
                  </a:gs>
                </a:gsLst>
                <a:lin ang="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22222"/>
                  </a:solidFill>
                  <a:effectLst/>
                  <a:uLnTx/>
                  <a:uFillTx/>
                  <a:latin typeface="+mn-ea"/>
                  <a:cs typeface="+mn-cs"/>
                </a:endParaRPr>
              </a:p>
            </p:txBody>
          </p:sp>
          <p:sp>
            <p:nvSpPr>
              <p:cNvPr id="42" name="Oval 12">
                <a:extLst>
                  <a:ext uri="{FF2B5EF4-FFF2-40B4-BE49-F238E27FC236}">
                    <a16:creationId xmlns:a16="http://schemas.microsoft.com/office/drawing/2014/main" id="{FC3D0DD1-7825-E925-1815-A7DFB7E38189}"/>
                  </a:ext>
                </a:extLst>
              </p:cNvPr>
              <p:cNvSpPr>
                <a:spLocks noChangeArrowheads="1"/>
              </p:cNvSpPr>
              <p:nvPr/>
            </p:nvSpPr>
            <p:spPr bwMode="auto">
              <a:xfrm>
                <a:off x="9047692" y="4934039"/>
                <a:ext cx="2649537" cy="385764"/>
              </a:xfrm>
              <a:prstGeom prst="ellipse">
                <a:avLst/>
              </a:prstGeom>
              <a:gradFill flip="none" rotWithShape="1">
                <a:gsLst>
                  <a:gs pos="0">
                    <a:schemeClr val="accent1">
                      <a:lumMod val="40000"/>
                      <a:lumOff val="60000"/>
                    </a:schemeClr>
                  </a:gs>
                  <a:gs pos="100000">
                    <a:schemeClr val="accent1"/>
                  </a:gs>
                </a:gsLst>
                <a:path path="circle">
                  <a:fillToRect l="100000" b="100000"/>
                </a:path>
                <a:tileRect t="-100000" r="-100000"/>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n-ea"/>
                  <a:cs typeface="+mn-cs"/>
                </a:endParaRPr>
              </a:p>
            </p:txBody>
          </p:sp>
          <p:sp>
            <p:nvSpPr>
              <p:cNvPr id="60" name="Freeform 39">
                <a:extLst>
                  <a:ext uri="{FF2B5EF4-FFF2-40B4-BE49-F238E27FC236}">
                    <a16:creationId xmlns:a16="http://schemas.microsoft.com/office/drawing/2014/main" id="{CEBCA7BA-2535-373D-FF41-B04A8AD2E824}"/>
                  </a:ext>
                </a:extLst>
              </p:cNvPr>
              <p:cNvSpPr>
                <a:spLocks/>
              </p:cNvSpPr>
              <p:nvPr/>
            </p:nvSpPr>
            <p:spPr bwMode="auto">
              <a:xfrm>
                <a:off x="10757430" y="5181891"/>
                <a:ext cx="906902" cy="1243780"/>
              </a:xfrm>
              <a:custGeom>
                <a:avLst/>
                <a:gdLst>
                  <a:gd name="T0" fmla="*/ 295 w 295"/>
                  <a:gd name="T1" fmla="*/ 0 h 427"/>
                  <a:gd name="T2" fmla="*/ 195 w 295"/>
                  <a:gd name="T3" fmla="*/ 25 h 427"/>
                  <a:gd name="T4" fmla="*/ 109 w 295"/>
                  <a:gd name="T5" fmla="*/ 41 h 427"/>
                  <a:gd name="T6" fmla="*/ 0 w 295"/>
                  <a:gd name="T7" fmla="*/ 427 h 427"/>
                  <a:gd name="T8" fmla="*/ 31 w 295"/>
                  <a:gd name="T9" fmla="*/ 418 h 427"/>
                  <a:gd name="T10" fmla="*/ 107 w 295"/>
                  <a:gd name="T11" fmla="*/ 386 h 427"/>
                  <a:gd name="T12" fmla="*/ 295 w 295"/>
                  <a:gd name="T13" fmla="*/ 0 h 427"/>
                </a:gdLst>
                <a:ahLst/>
                <a:cxnLst>
                  <a:cxn ang="0">
                    <a:pos x="T0" y="T1"/>
                  </a:cxn>
                  <a:cxn ang="0">
                    <a:pos x="T2" y="T3"/>
                  </a:cxn>
                  <a:cxn ang="0">
                    <a:pos x="T4" y="T5"/>
                  </a:cxn>
                  <a:cxn ang="0">
                    <a:pos x="T6" y="T7"/>
                  </a:cxn>
                  <a:cxn ang="0">
                    <a:pos x="T8" y="T9"/>
                  </a:cxn>
                  <a:cxn ang="0">
                    <a:pos x="T10" y="T11"/>
                  </a:cxn>
                  <a:cxn ang="0">
                    <a:pos x="T12" y="T13"/>
                  </a:cxn>
                </a:cxnLst>
                <a:rect l="0" t="0" r="r" b="b"/>
                <a:pathLst>
                  <a:path w="295" h="427">
                    <a:moveTo>
                      <a:pt x="295" y="0"/>
                    </a:moveTo>
                    <a:cubicBezTo>
                      <a:pt x="293" y="0"/>
                      <a:pt x="256" y="12"/>
                      <a:pt x="195" y="25"/>
                    </a:cubicBezTo>
                    <a:cubicBezTo>
                      <a:pt x="170" y="30"/>
                      <a:pt x="141" y="36"/>
                      <a:pt x="109" y="41"/>
                    </a:cubicBezTo>
                    <a:cubicBezTo>
                      <a:pt x="0" y="427"/>
                      <a:pt x="0" y="427"/>
                      <a:pt x="0" y="427"/>
                    </a:cubicBezTo>
                    <a:cubicBezTo>
                      <a:pt x="11" y="424"/>
                      <a:pt x="22" y="421"/>
                      <a:pt x="31" y="418"/>
                    </a:cubicBezTo>
                    <a:cubicBezTo>
                      <a:pt x="78" y="402"/>
                      <a:pt x="107" y="386"/>
                      <a:pt x="107" y="386"/>
                    </a:cubicBezTo>
                    <a:cubicBezTo>
                      <a:pt x="295" y="0"/>
                      <a:pt x="295" y="0"/>
                      <a:pt x="295" y="0"/>
                    </a:cubicBezTo>
                  </a:path>
                </a:pathLst>
              </a:custGeom>
              <a:solidFill>
                <a:schemeClr val="accent1">
                  <a:lumMod val="75000"/>
                  <a:alpha val="42000"/>
                </a:schemeClr>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ea"/>
                  <a:cs typeface="+mn-cs"/>
                </a:endParaRPr>
              </a:p>
            </p:txBody>
          </p:sp>
          <p:sp>
            <p:nvSpPr>
              <p:cNvPr id="45" name="Freeform 16">
                <a:extLst>
                  <a:ext uri="{FF2B5EF4-FFF2-40B4-BE49-F238E27FC236}">
                    <a16:creationId xmlns:a16="http://schemas.microsoft.com/office/drawing/2014/main" id="{5174DD42-1AA1-7C29-A4C2-2B7A7789B99A}"/>
                  </a:ext>
                </a:extLst>
              </p:cNvPr>
              <p:cNvSpPr>
                <a:spLocks/>
              </p:cNvSpPr>
              <p:nvPr/>
            </p:nvSpPr>
            <p:spPr bwMode="auto">
              <a:xfrm>
                <a:off x="8320617" y="3566585"/>
                <a:ext cx="4103689" cy="1419225"/>
              </a:xfrm>
              <a:custGeom>
                <a:avLst/>
                <a:gdLst>
                  <a:gd name="T0" fmla="*/ 644 w 1288"/>
                  <a:gd name="T1" fmla="*/ 54 h 446"/>
                  <a:gd name="T2" fmla="*/ 0 w 1288"/>
                  <a:gd name="T3" fmla="*/ 0 h 446"/>
                  <a:gd name="T4" fmla="*/ 188 w 1288"/>
                  <a:gd name="T5" fmla="*/ 387 h 446"/>
                  <a:gd name="T6" fmla="*/ 644 w 1288"/>
                  <a:gd name="T7" fmla="*/ 446 h 446"/>
                  <a:gd name="T8" fmla="*/ 1100 w 1288"/>
                  <a:gd name="T9" fmla="*/ 387 h 446"/>
                  <a:gd name="T10" fmla="*/ 1288 w 1288"/>
                  <a:gd name="T11" fmla="*/ 0 h 446"/>
                  <a:gd name="T12" fmla="*/ 644 w 1288"/>
                  <a:gd name="T13" fmla="*/ 54 h 446"/>
                </a:gdLst>
                <a:ahLst/>
                <a:cxnLst>
                  <a:cxn ang="0">
                    <a:pos x="T0" y="T1"/>
                  </a:cxn>
                  <a:cxn ang="0">
                    <a:pos x="T2" y="T3"/>
                  </a:cxn>
                  <a:cxn ang="0">
                    <a:pos x="T4" y="T5"/>
                  </a:cxn>
                  <a:cxn ang="0">
                    <a:pos x="T6" y="T7"/>
                  </a:cxn>
                  <a:cxn ang="0">
                    <a:pos x="T8" y="T9"/>
                  </a:cxn>
                  <a:cxn ang="0">
                    <a:pos x="T10" y="T11"/>
                  </a:cxn>
                  <a:cxn ang="0">
                    <a:pos x="T12" y="T13"/>
                  </a:cxn>
                </a:cxnLst>
                <a:rect l="0" t="0" r="r" b="b"/>
                <a:pathLst>
                  <a:path w="1288" h="446">
                    <a:moveTo>
                      <a:pt x="644" y="54"/>
                    </a:moveTo>
                    <a:cubicBezTo>
                      <a:pt x="289" y="54"/>
                      <a:pt x="0" y="0"/>
                      <a:pt x="0" y="0"/>
                    </a:cubicBezTo>
                    <a:cubicBezTo>
                      <a:pt x="188" y="387"/>
                      <a:pt x="188" y="387"/>
                      <a:pt x="188" y="387"/>
                    </a:cubicBezTo>
                    <a:cubicBezTo>
                      <a:pt x="188" y="387"/>
                      <a:pt x="392" y="446"/>
                      <a:pt x="644" y="446"/>
                    </a:cubicBezTo>
                    <a:cubicBezTo>
                      <a:pt x="896" y="446"/>
                      <a:pt x="1100" y="387"/>
                      <a:pt x="1100" y="387"/>
                    </a:cubicBezTo>
                    <a:cubicBezTo>
                      <a:pt x="1288" y="0"/>
                      <a:pt x="1288" y="0"/>
                      <a:pt x="1288" y="0"/>
                    </a:cubicBezTo>
                    <a:cubicBezTo>
                      <a:pt x="1288" y="0"/>
                      <a:pt x="1000" y="54"/>
                      <a:pt x="644" y="54"/>
                    </a:cubicBezTo>
                  </a:path>
                </a:pathLst>
              </a:custGeom>
              <a:gradFill flip="none" rotWithShape="1">
                <a:gsLst>
                  <a:gs pos="73000">
                    <a:schemeClr val="accent2"/>
                  </a:gs>
                  <a:gs pos="31000">
                    <a:schemeClr val="accent2">
                      <a:lumMod val="60000"/>
                      <a:lumOff val="40000"/>
                    </a:schemeClr>
                  </a:gs>
                  <a:gs pos="0">
                    <a:schemeClr val="accent2">
                      <a:lumMod val="40000"/>
                      <a:lumOff val="60000"/>
                    </a:schemeClr>
                  </a:gs>
                </a:gsLst>
                <a:lin ang="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mn-ea"/>
                  <a:cs typeface="+mn-cs"/>
                </a:endParaRPr>
              </a:p>
            </p:txBody>
          </p:sp>
          <p:sp>
            <p:nvSpPr>
              <p:cNvPr id="40" name="Oval 15">
                <a:extLst>
                  <a:ext uri="{FF2B5EF4-FFF2-40B4-BE49-F238E27FC236}">
                    <a16:creationId xmlns:a16="http://schemas.microsoft.com/office/drawing/2014/main" id="{F7507CB4-324C-CA09-2837-177D21732E89}"/>
                  </a:ext>
                </a:extLst>
              </p:cNvPr>
              <p:cNvSpPr>
                <a:spLocks noChangeArrowheads="1"/>
              </p:cNvSpPr>
              <p:nvPr/>
            </p:nvSpPr>
            <p:spPr bwMode="auto">
              <a:xfrm>
                <a:off x="8320617" y="3398310"/>
                <a:ext cx="4103688" cy="339725"/>
              </a:xfrm>
              <a:prstGeom prst="ellipse">
                <a:avLst/>
              </a:prstGeom>
              <a:gradFill flip="none" rotWithShape="1">
                <a:gsLst>
                  <a:gs pos="0">
                    <a:schemeClr val="accent2">
                      <a:lumMod val="40000"/>
                      <a:lumOff val="60000"/>
                    </a:schemeClr>
                  </a:gs>
                  <a:gs pos="100000">
                    <a:schemeClr val="accent2"/>
                  </a:gs>
                </a:gsLst>
                <a:path path="circle">
                  <a:fillToRect l="100000" b="100000"/>
                </a:path>
                <a:tileRect t="-100000" r="-100000"/>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n-ea"/>
                  <a:cs typeface="+mn-cs"/>
                </a:endParaRPr>
              </a:p>
            </p:txBody>
          </p:sp>
          <p:sp>
            <p:nvSpPr>
              <p:cNvPr id="43" name="Oval 10">
                <a:extLst>
                  <a:ext uri="{FF2B5EF4-FFF2-40B4-BE49-F238E27FC236}">
                    <a16:creationId xmlns:a16="http://schemas.microsoft.com/office/drawing/2014/main" id="{6C0312D3-D165-ED21-A441-009D38DCB063}"/>
                  </a:ext>
                </a:extLst>
              </p:cNvPr>
              <p:cNvSpPr>
                <a:spLocks noChangeArrowheads="1"/>
              </p:cNvSpPr>
              <p:nvPr/>
            </p:nvSpPr>
            <p:spPr bwMode="auto">
              <a:xfrm>
                <a:off x="9776355" y="6492690"/>
                <a:ext cx="1195388" cy="238125"/>
              </a:xfrm>
              <a:prstGeom prst="ellipse">
                <a:avLst/>
              </a:prstGeom>
              <a:gradFill flip="none" rotWithShape="1">
                <a:gsLst>
                  <a:gs pos="0">
                    <a:schemeClr val="accent2">
                      <a:lumMod val="40000"/>
                      <a:lumOff val="60000"/>
                    </a:schemeClr>
                  </a:gs>
                  <a:gs pos="100000">
                    <a:schemeClr val="accent2"/>
                  </a:gs>
                </a:gsLst>
                <a:path path="circle">
                  <a:fillToRect l="100000" b="100000"/>
                </a:path>
                <a:tileRect t="-100000" r="-100000"/>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00"/>
                <a:endParaRPr lang="en-US" dirty="0">
                  <a:solidFill>
                    <a:prstClr val="black"/>
                  </a:solidFill>
                  <a:latin typeface="+mn-ea"/>
                </a:endParaRPr>
              </a:p>
            </p:txBody>
          </p:sp>
          <p:sp>
            <p:nvSpPr>
              <p:cNvPr id="48" name="Freeform 21">
                <a:extLst>
                  <a:ext uri="{FF2B5EF4-FFF2-40B4-BE49-F238E27FC236}">
                    <a16:creationId xmlns:a16="http://schemas.microsoft.com/office/drawing/2014/main" id="{CF80FAB5-5E7D-86AE-DCC8-06A31AFAD72F}"/>
                  </a:ext>
                </a:extLst>
              </p:cNvPr>
              <p:cNvSpPr>
                <a:spLocks/>
              </p:cNvSpPr>
              <p:nvPr/>
            </p:nvSpPr>
            <p:spPr bwMode="auto">
              <a:xfrm>
                <a:off x="7984067" y="2129896"/>
                <a:ext cx="782638" cy="90488"/>
              </a:xfrm>
              <a:custGeom>
                <a:avLst/>
                <a:gdLst>
                  <a:gd name="T0" fmla="*/ 0 w 246"/>
                  <a:gd name="T1" fmla="*/ 0 h 28"/>
                  <a:gd name="T2" fmla="*/ 246 w 246"/>
                  <a:gd name="T3" fmla="*/ 28 h 28"/>
                  <a:gd name="T4" fmla="*/ 246 w 246"/>
                  <a:gd name="T5" fmla="*/ 28 h 28"/>
                  <a:gd name="T6" fmla="*/ 0 w 246"/>
                  <a:gd name="T7" fmla="*/ 0 h 28"/>
                </a:gdLst>
                <a:ahLst/>
                <a:cxnLst>
                  <a:cxn ang="0">
                    <a:pos x="T0" y="T1"/>
                  </a:cxn>
                  <a:cxn ang="0">
                    <a:pos x="T2" y="T3"/>
                  </a:cxn>
                  <a:cxn ang="0">
                    <a:pos x="T4" y="T5"/>
                  </a:cxn>
                  <a:cxn ang="0">
                    <a:pos x="T6" y="T7"/>
                  </a:cxn>
                </a:cxnLst>
                <a:rect l="0" t="0" r="r" b="b"/>
                <a:pathLst>
                  <a:path w="246" h="28">
                    <a:moveTo>
                      <a:pt x="0" y="0"/>
                    </a:moveTo>
                    <a:cubicBezTo>
                      <a:pt x="63" y="9"/>
                      <a:pt x="147" y="19"/>
                      <a:pt x="246" y="28"/>
                    </a:cubicBezTo>
                    <a:cubicBezTo>
                      <a:pt x="246" y="28"/>
                      <a:pt x="246" y="28"/>
                      <a:pt x="246" y="28"/>
                    </a:cubicBezTo>
                    <a:cubicBezTo>
                      <a:pt x="147" y="19"/>
                      <a:pt x="63" y="9"/>
                      <a:pt x="0" y="0"/>
                    </a:cubicBezTo>
                  </a:path>
                </a:pathLst>
              </a:custGeom>
              <a:solidFill>
                <a:srgbClr val="6D4C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ea"/>
                  <a:cs typeface="+mn-cs"/>
                </a:endParaRPr>
              </a:p>
            </p:txBody>
          </p:sp>
          <p:sp>
            <p:nvSpPr>
              <p:cNvPr id="49" name="Rectangle 27">
                <a:extLst>
                  <a:ext uri="{FF2B5EF4-FFF2-40B4-BE49-F238E27FC236}">
                    <a16:creationId xmlns:a16="http://schemas.microsoft.com/office/drawing/2014/main" id="{A3F8162C-0747-E967-2569-1DF2603DE4C2}"/>
                  </a:ext>
                </a:extLst>
              </p:cNvPr>
              <p:cNvSpPr>
                <a:spLocks noChangeArrowheads="1"/>
              </p:cNvSpPr>
              <p:nvPr/>
            </p:nvSpPr>
            <p:spPr bwMode="auto">
              <a:xfrm>
                <a:off x="10371667" y="7790921"/>
                <a:ext cx="1588" cy="1588"/>
              </a:xfrm>
              <a:prstGeom prst="rect">
                <a:avLst/>
              </a:prstGeom>
              <a:solidFill>
                <a:srgbClr val="FAFA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ea"/>
                  <a:cs typeface="+mn-cs"/>
                </a:endParaRPr>
              </a:p>
            </p:txBody>
          </p:sp>
          <p:sp>
            <p:nvSpPr>
              <p:cNvPr id="50" name="Freeform 28">
                <a:extLst>
                  <a:ext uri="{FF2B5EF4-FFF2-40B4-BE49-F238E27FC236}">
                    <a16:creationId xmlns:a16="http://schemas.microsoft.com/office/drawing/2014/main" id="{5F68A6C6-7C4D-B6C9-A8CA-56BDA66981C6}"/>
                  </a:ext>
                </a:extLst>
              </p:cNvPr>
              <p:cNvSpPr>
                <a:spLocks/>
              </p:cNvSpPr>
              <p:nvPr/>
            </p:nvSpPr>
            <p:spPr bwMode="auto">
              <a:xfrm>
                <a:off x="10371667" y="7790921"/>
                <a:ext cx="0" cy="0"/>
              </a:xfrm>
              <a:custGeom>
                <a:avLst/>
                <a:gdLst/>
                <a:ahLst/>
                <a:cxnLst>
                  <a:cxn ang="0">
                    <a:pos x="0" y="0"/>
                  </a:cxn>
                  <a:cxn ang="0">
                    <a:pos x="0" y="0"/>
                  </a:cxn>
                  <a:cxn ang="0">
                    <a:pos x="0" y="0"/>
                  </a:cxn>
                  <a:cxn ang="0">
                    <a:pos x="0" y="0"/>
                  </a:cxn>
                </a:cxnLst>
                <a:rect l="0" t="0" r="r" b="b"/>
                <a:pathLst>
                  <a:path>
                    <a:moveTo>
                      <a:pt x="0" y="0"/>
                    </a:moveTo>
                    <a:lnTo>
                      <a:pt x="0" y="0"/>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ea"/>
                  <a:cs typeface="+mn-cs"/>
                </a:endParaRPr>
              </a:p>
            </p:txBody>
          </p:sp>
          <p:sp>
            <p:nvSpPr>
              <p:cNvPr id="51" name="Rectangle 29">
                <a:extLst>
                  <a:ext uri="{FF2B5EF4-FFF2-40B4-BE49-F238E27FC236}">
                    <a16:creationId xmlns:a16="http://schemas.microsoft.com/office/drawing/2014/main" id="{DC3B4D7D-C315-A172-C464-AC283E40B71C}"/>
                  </a:ext>
                </a:extLst>
              </p:cNvPr>
              <p:cNvSpPr>
                <a:spLocks noChangeArrowheads="1"/>
              </p:cNvSpPr>
              <p:nvPr/>
            </p:nvSpPr>
            <p:spPr bwMode="auto">
              <a:xfrm>
                <a:off x="10371667" y="7790921"/>
                <a:ext cx="1588" cy="1588"/>
              </a:xfrm>
              <a:prstGeom prst="rect">
                <a:avLst/>
              </a:prstGeom>
              <a:solidFill>
                <a:srgbClr val="89E5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ea"/>
                  <a:cs typeface="+mn-cs"/>
                </a:endParaRPr>
              </a:p>
            </p:txBody>
          </p:sp>
          <p:sp>
            <p:nvSpPr>
              <p:cNvPr id="52" name="Rectangle 30">
                <a:extLst>
                  <a:ext uri="{FF2B5EF4-FFF2-40B4-BE49-F238E27FC236}">
                    <a16:creationId xmlns:a16="http://schemas.microsoft.com/office/drawing/2014/main" id="{E7D7B036-FA76-B958-9078-65E6F0A9ED62}"/>
                  </a:ext>
                </a:extLst>
              </p:cNvPr>
              <p:cNvSpPr>
                <a:spLocks noChangeArrowheads="1"/>
              </p:cNvSpPr>
              <p:nvPr/>
            </p:nvSpPr>
            <p:spPr bwMode="auto">
              <a:xfrm>
                <a:off x="10371667" y="7790921"/>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ea"/>
                  <a:cs typeface="+mn-cs"/>
                </a:endParaRPr>
              </a:p>
            </p:txBody>
          </p:sp>
          <p:sp>
            <p:nvSpPr>
              <p:cNvPr id="53" name="Freeform 31">
                <a:extLst>
                  <a:ext uri="{FF2B5EF4-FFF2-40B4-BE49-F238E27FC236}">
                    <a16:creationId xmlns:a16="http://schemas.microsoft.com/office/drawing/2014/main" id="{B4F99D5C-C817-4290-9BAC-87E12B019DDB}"/>
                  </a:ext>
                </a:extLst>
              </p:cNvPr>
              <p:cNvSpPr>
                <a:spLocks/>
              </p:cNvSpPr>
              <p:nvPr/>
            </p:nvSpPr>
            <p:spPr bwMode="auto">
              <a:xfrm>
                <a:off x="9889067" y="6603472"/>
                <a:ext cx="152400" cy="41275"/>
              </a:xfrm>
              <a:custGeom>
                <a:avLst/>
                <a:gdLst>
                  <a:gd name="T0" fmla="*/ 0 w 48"/>
                  <a:gd name="T1" fmla="*/ 0 h 13"/>
                  <a:gd name="T2" fmla="*/ 48 w 48"/>
                  <a:gd name="T3" fmla="*/ 13 h 13"/>
                  <a:gd name="T4" fmla="*/ 48 w 48"/>
                  <a:gd name="T5" fmla="*/ 13 h 13"/>
                  <a:gd name="T6" fmla="*/ 0 w 48"/>
                  <a:gd name="T7" fmla="*/ 0 h 13"/>
                </a:gdLst>
                <a:ahLst/>
                <a:cxnLst>
                  <a:cxn ang="0">
                    <a:pos x="T0" y="T1"/>
                  </a:cxn>
                  <a:cxn ang="0">
                    <a:pos x="T2" y="T3"/>
                  </a:cxn>
                  <a:cxn ang="0">
                    <a:pos x="T4" y="T5"/>
                  </a:cxn>
                  <a:cxn ang="0">
                    <a:pos x="T6" y="T7"/>
                  </a:cxn>
                </a:cxnLst>
                <a:rect l="0" t="0" r="r" b="b"/>
                <a:pathLst>
                  <a:path w="48" h="13">
                    <a:moveTo>
                      <a:pt x="0" y="0"/>
                    </a:moveTo>
                    <a:cubicBezTo>
                      <a:pt x="13" y="4"/>
                      <a:pt x="30" y="9"/>
                      <a:pt x="48" y="13"/>
                    </a:cubicBezTo>
                    <a:cubicBezTo>
                      <a:pt x="48" y="13"/>
                      <a:pt x="48" y="13"/>
                      <a:pt x="48" y="13"/>
                    </a:cubicBezTo>
                    <a:cubicBezTo>
                      <a:pt x="30" y="9"/>
                      <a:pt x="13" y="4"/>
                      <a:pt x="0" y="0"/>
                    </a:cubicBezTo>
                  </a:path>
                </a:pathLst>
              </a:custGeom>
              <a:solidFill>
                <a:srgbClr val="00C2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ea"/>
                  <a:cs typeface="+mn-cs"/>
                </a:endParaRPr>
              </a:p>
            </p:txBody>
          </p:sp>
          <p:sp>
            <p:nvSpPr>
              <p:cNvPr id="54" name="Freeform 33">
                <a:extLst>
                  <a:ext uri="{FF2B5EF4-FFF2-40B4-BE49-F238E27FC236}">
                    <a16:creationId xmlns:a16="http://schemas.microsoft.com/office/drawing/2014/main" id="{AB32C5DE-7C4C-4C92-8197-A0C694E20BAA}"/>
                  </a:ext>
                </a:extLst>
              </p:cNvPr>
              <p:cNvSpPr>
                <a:spLocks noEditPoints="1"/>
              </p:cNvSpPr>
              <p:nvPr/>
            </p:nvSpPr>
            <p:spPr bwMode="auto">
              <a:xfrm>
                <a:off x="10371667" y="6562197"/>
                <a:ext cx="600075" cy="1228725"/>
              </a:xfrm>
              <a:custGeom>
                <a:avLst/>
                <a:gdLst>
                  <a:gd name="T0" fmla="*/ 0 w 188"/>
                  <a:gd name="T1" fmla="*/ 386 h 386"/>
                  <a:gd name="T2" fmla="*/ 0 w 188"/>
                  <a:gd name="T3" fmla="*/ 386 h 386"/>
                  <a:gd name="T4" fmla="*/ 0 w 188"/>
                  <a:gd name="T5" fmla="*/ 386 h 386"/>
                  <a:gd name="T6" fmla="*/ 0 w 188"/>
                  <a:gd name="T7" fmla="*/ 386 h 386"/>
                  <a:gd name="T8" fmla="*/ 188 w 188"/>
                  <a:gd name="T9" fmla="*/ 0 h 386"/>
                  <a:gd name="T10" fmla="*/ 188 w 188"/>
                  <a:gd name="T11" fmla="*/ 0 h 386"/>
                  <a:gd name="T12" fmla="*/ 102 w 188"/>
                  <a:gd name="T13" fmla="*/ 177 h 386"/>
                  <a:gd name="T14" fmla="*/ 188 w 188"/>
                  <a:gd name="T15" fmla="*/ 0 h 3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8" h="386">
                    <a:moveTo>
                      <a:pt x="0" y="386"/>
                    </a:moveTo>
                    <a:cubicBezTo>
                      <a:pt x="0" y="386"/>
                      <a:pt x="0" y="386"/>
                      <a:pt x="0" y="386"/>
                    </a:cubicBezTo>
                    <a:cubicBezTo>
                      <a:pt x="0" y="386"/>
                      <a:pt x="0" y="386"/>
                      <a:pt x="0" y="386"/>
                    </a:cubicBezTo>
                    <a:cubicBezTo>
                      <a:pt x="0" y="386"/>
                      <a:pt x="0" y="386"/>
                      <a:pt x="0" y="386"/>
                    </a:cubicBezTo>
                    <a:moveTo>
                      <a:pt x="188" y="0"/>
                    </a:moveTo>
                    <a:cubicBezTo>
                      <a:pt x="188" y="0"/>
                      <a:pt x="188" y="0"/>
                      <a:pt x="188" y="0"/>
                    </a:cubicBezTo>
                    <a:cubicBezTo>
                      <a:pt x="102" y="177"/>
                      <a:pt x="102" y="177"/>
                      <a:pt x="102" y="177"/>
                    </a:cubicBezTo>
                    <a:cubicBezTo>
                      <a:pt x="188" y="0"/>
                      <a:pt x="188" y="0"/>
                      <a:pt x="188" y="0"/>
                    </a:cubicBezTo>
                  </a:path>
                </a:pathLst>
              </a:custGeom>
              <a:solidFill>
                <a:srgbClr val="ADAD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ea"/>
                  <a:cs typeface="+mn-cs"/>
                </a:endParaRPr>
              </a:p>
            </p:txBody>
          </p:sp>
          <p:sp>
            <p:nvSpPr>
              <p:cNvPr id="55" name="Rectangle 34">
                <a:extLst>
                  <a:ext uri="{FF2B5EF4-FFF2-40B4-BE49-F238E27FC236}">
                    <a16:creationId xmlns:a16="http://schemas.microsoft.com/office/drawing/2014/main" id="{6B407617-0214-E16F-722A-4E72612461C4}"/>
                  </a:ext>
                </a:extLst>
              </p:cNvPr>
              <p:cNvSpPr>
                <a:spLocks noChangeArrowheads="1"/>
              </p:cNvSpPr>
              <p:nvPr/>
            </p:nvSpPr>
            <p:spPr bwMode="auto">
              <a:xfrm>
                <a:off x="10371667" y="7790921"/>
                <a:ext cx="1588" cy="1588"/>
              </a:xfrm>
              <a:prstGeom prst="rect">
                <a:avLst/>
              </a:prstGeom>
              <a:solidFill>
                <a:srgbClr val="42C8D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ea"/>
                  <a:cs typeface="+mn-cs"/>
                </a:endParaRPr>
              </a:p>
            </p:txBody>
          </p:sp>
          <p:sp>
            <p:nvSpPr>
              <p:cNvPr id="56" name="Rectangle 35">
                <a:extLst>
                  <a:ext uri="{FF2B5EF4-FFF2-40B4-BE49-F238E27FC236}">
                    <a16:creationId xmlns:a16="http://schemas.microsoft.com/office/drawing/2014/main" id="{322DCEC6-5130-D785-2E96-4960A9F7967F}"/>
                  </a:ext>
                </a:extLst>
              </p:cNvPr>
              <p:cNvSpPr>
                <a:spLocks noChangeArrowheads="1"/>
              </p:cNvSpPr>
              <p:nvPr/>
            </p:nvSpPr>
            <p:spPr bwMode="auto">
              <a:xfrm>
                <a:off x="10371667" y="7790921"/>
                <a:ext cx="1588"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ea"/>
                  <a:cs typeface="+mn-cs"/>
                </a:endParaRPr>
              </a:p>
            </p:txBody>
          </p:sp>
          <p:sp>
            <p:nvSpPr>
              <p:cNvPr id="57" name="Freeform 36">
                <a:extLst>
                  <a:ext uri="{FF2B5EF4-FFF2-40B4-BE49-F238E27FC236}">
                    <a16:creationId xmlns:a16="http://schemas.microsoft.com/office/drawing/2014/main" id="{D9D306D1-852E-3DC2-A737-BC8EC93434C1}"/>
                  </a:ext>
                </a:extLst>
              </p:cNvPr>
              <p:cNvSpPr>
                <a:spLocks/>
              </p:cNvSpPr>
              <p:nvPr/>
            </p:nvSpPr>
            <p:spPr bwMode="auto">
              <a:xfrm>
                <a:off x="10697105" y="6571721"/>
                <a:ext cx="246063" cy="73025"/>
              </a:xfrm>
              <a:custGeom>
                <a:avLst/>
                <a:gdLst>
                  <a:gd name="T0" fmla="*/ 77 w 77"/>
                  <a:gd name="T1" fmla="*/ 0 h 23"/>
                  <a:gd name="T2" fmla="*/ 0 w 77"/>
                  <a:gd name="T3" fmla="*/ 23 h 23"/>
                  <a:gd name="T4" fmla="*/ 0 w 77"/>
                  <a:gd name="T5" fmla="*/ 23 h 23"/>
                  <a:gd name="T6" fmla="*/ 77 w 77"/>
                  <a:gd name="T7" fmla="*/ 0 h 23"/>
                </a:gdLst>
                <a:ahLst/>
                <a:cxnLst>
                  <a:cxn ang="0">
                    <a:pos x="T0" y="T1"/>
                  </a:cxn>
                  <a:cxn ang="0">
                    <a:pos x="T2" y="T3"/>
                  </a:cxn>
                  <a:cxn ang="0">
                    <a:pos x="T4" y="T5"/>
                  </a:cxn>
                  <a:cxn ang="0">
                    <a:pos x="T6" y="T7"/>
                  </a:cxn>
                </a:cxnLst>
                <a:rect l="0" t="0" r="r" b="b"/>
                <a:pathLst>
                  <a:path w="77" h="23">
                    <a:moveTo>
                      <a:pt x="77" y="0"/>
                    </a:moveTo>
                    <a:cubicBezTo>
                      <a:pt x="64" y="5"/>
                      <a:pt x="36" y="15"/>
                      <a:pt x="0" y="23"/>
                    </a:cubicBezTo>
                    <a:cubicBezTo>
                      <a:pt x="0" y="23"/>
                      <a:pt x="0" y="23"/>
                      <a:pt x="0" y="23"/>
                    </a:cubicBezTo>
                    <a:cubicBezTo>
                      <a:pt x="36" y="15"/>
                      <a:pt x="64" y="5"/>
                      <a:pt x="77" y="0"/>
                    </a:cubicBezTo>
                  </a:path>
                </a:pathLst>
              </a:custGeom>
              <a:solidFill>
                <a:srgbClr val="008A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ea"/>
                  <a:cs typeface="+mn-cs"/>
                </a:endParaRPr>
              </a:p>
            </p:txBody>
          </p:sp>
          <p:sp>
            <p:nvSpPr>
              <p:cNvPr id="58" name="Freeform 37">
                <a:extLst>
                  <a:ext uri="{FF2B5EF4-FFF2-40B4-BE49-F238E27FC236}">
                    <a16:creationId xmlns:a16="http://schemas.microsoft.com/office/drawing/2014/main" id="{C73DDC73-DF37-42B6-FE30-4F83C943A74B}"/>
                  </a:ext>
                </a:extLst>
              </p:cNvPr>
              <p:cNvSpPr>
                <a:spLocks/>
              </p:cNvSpPr>
              <p:nvPr/>
            </p:nvSpPr>
            <p:spPr bwMode="auto">
              <a:xfrm>
                <a:off x="10370754" y="6644744"/>
                <a:ext cx="587357" cy="1146177"/>
              </a:xfrm>
              <a:custGeom>
                <a:avLst/>
                <a:gdLst>
                  <a:gd name="T0" fmla="*/ 188 w 188"/>
                  <a:gd name="T1" fmla="*/ 0 h 386"/>
                  <a:gd name="T2" fmla="*/ 179 w 188"/>
                  <a:gd name="T3" fmla="*/ 3 h 386"/>
                  <a:gd name="T4" fmla="*/ 102 w 188"/>
                  <a:gd name="T5" fmla="*/ 26 h 386"/>
                  <a:gd name="T6" fmla="*/ 0 w 188"/>
                  <a:gd name="T7" fmla="*/ 386 h 386"/>
                  <a:gd name="T8" fmla="*/ 0 w 188"/>
                  <a:gd name="T9" fmla="*/ 386 h 386"/>
                  <a:gd name="T10" fmla="*/ 102 w 188"/>
                  <a:gd name="T11" fmla="*/ 177 h 386"/>
                  <a:gd name="T12" fmla="*/ 188 w 188"/>
                  <a:gd name="T13" fmla="*/ 0 h 386"/>
                </a:gdLst>
                <a:ahLst/>
                <a:cxnLst>
                  <a:cxn ang="0">
                    <a:pos x="T0" y="T1"/>
                  </a:cxn>
                  <a:cxn ang="0">
                    <a:pos x="T2" y="T3"/>
                  </a:cxn>
                  <a:cxn ang="0">
                    <a:pos x="T4" y="T5"/>
                  </a:cxn>
                  <a:cxn ang="0">
                    <a:pos x="T6" y="T7"/>
                  </a:cxn>
                  <a:cxn ang="0">
                    <a:pos x="T8" y="T9"/>
                  </a:cxn>
                  <a:cxn ang="0">
                    <a:pos x="T10" y="T11"/>
                  </a:cxn>
                  <a:cxn ang="0">
                    <a:pos x="T12" y="T13"/>
                  </a:cxn>
                </a:cxnLst>
                <a:rect l="0" t="0" r="r" b="b"/>
                <a:pathLst>
                  <a:path w="188" h="386">
                    <a:moveTo>
                      <a:pt x="188" y="0"/>
                    </a:moveTo>
                    <a:cubicBezTo>
                      <a:pt x="188" y="0"/>
                      <a:pt x="185" y="1"/>
                      <a:pt x="179" y="3"/>
                    </a:cubicBezTo>
                    <a:cubicBezTo>
                      <a:pt x="166" y="8"/>
                      <a:pt x="138" y="18"/>
                      <a:pt x="102" y="26"/>
                    </a:cubicBezTo>
                    <a:cubicBezTo>
                      <a:pt x="0" y="386"/>
                      <a:pt x="0" y="386"/>
                      <a:pt x="0" y="386"/>
                    </a:cubicBezTo>
                    <a:cubicBezTo>
                      <a:pt x="0" y="386"/>
                      <a:pt x="0" y="386"/>
                      <a:pt x="0" y="386"/>
                    </a:cubicBezTo>
                    <a:cubicBezTo>
                      <a:pt x="102" y="177"/>
                      <a:pt x="102" y="177"/>
                      <a:pt x="102" y="177"/>
                    </a:cubicBezTo>
                    <a:cubicBezTo>
                      <a:pt x="188" y="0"/>
                      <a:pt x="188" y="0"/>
                      <a:pt x="188" y="0"/>
                    </a:cubicBezTo>
                  </a:path>
                </a:pathLst>
              </a:custGeom>
              <a:solidFill>
                <a:schemeClr val="accent2">
                  <a:lumMod val="75000"/>
                  <a:alpha val="42000"/>
                </a:schemeClr>
              </a:solidFill>
              <a:ln>
                <a:noFill/>
              </a:ln>
            </p:spPr>
            <p:txBody>
              <a:bodyPr vert="horz" wrap="square" lIns="91440" tIns="45720" rIns="91440" bIns="45720" numCol="1" anchor="t" anchorCtr="0" compatLnSpc="1">
                <a:prstTxWarp prst="textNoShape">
                  <a:avLst/>
                </a:prstTxWarp>
              </a:bodyPr>
              <a:lstStyle/>
              <a:p>
                <a:endParaRPr lang="en-US">
                  <a:solidFill>
                    <a:prstClr val="white"/>
                  </a:solidFill>
                  <a:latin typeface="+mn-ea"/>
                </a:endParaRPr>
              </a:p>
            </p:txBody>
          </p:sp>
          <p:sp>
            <p:nvSpPr>
              <p:cNvPr id="59" name="Freeform 38">
                <a:extLst>
                  <a:ext uri="{FF2B5EF4-FFF2-40B4-BE49-F238E27FC236}">
                    <a16:creationId xmlns:a16="http://schemas.microsoft.com/office/drawing/2014/main" id="{4A902A22-EF0A-AB25-E979-0FEBD8E7A933}"/>
                  </a:ext>
                </a:extLst>
              </p:cNvPr>
              <p:cNvSpPr>
                <a:spLocks/>
              </p:cNvSpPr>
              <p:nvPr/>
            </p:nvSpPr>
            <p:spPr bwMode="auto">
              <a:xfrm>
                <a:off x="10757430" y="6397096"/>
                <a:ext cx="98425" cy="28575"/>
              </a:xfrm>
              <a:custGeom>
                <a:avLst/>
                <a:gdLst>
                  <a:gd name="T0" fmla="*/ 31 w 31"/>
                  <a:gd name="T1" fmla="*/ 0 h 9"/>
                  <a:gd name="T2" fmla="*/ 0 w 31"/>
                  <a:gd name="T3" fmla="*/ 9 h 9"/>
                  <a:gd name="T4" fmla="*/ 0 w 31"/>
                  <a:gd name="T5" fmla="*/ 9 h 9"/>
                  <a:gd name="T6" fmla="*/ 31 w 31"/>
                  <a:gd name="T7" fmla="*/ 0 h 9"/>
                </a:gdLst>
                <a:ahLst/>
                <a:cxnLst>
                  <a:cxn ang="0">
                    <a:pos x="T0" y="T1"/>
                  </a:cxn>
                  <a:cxn ang="0">
                    <a:pos x="T2" y="T3"/>
                  </a:cxn>
                  <a:cxn ang="0">
                    <a:pos x="T4" y="T5"/>
                  </a:cxn>
                  <a:cxn ang="0">
                    <a:pos x="T6" y="T7"/>
                  </a:cxn>
                </a:cxnLst>
                <a:rect l="0" t="0" r="r" b="b"/>
                <a:pathLst>
                  <a:path w="31" h="9">
                    <a:moveTo>
                      <a:pt x="31" y="0"/>
                    </a:moveTo>
                    <a:cubicBezTo>
                      <a:pt x="22" y="3"/>
                      <a:pt x="11" y="6"/>
                      <a:pt x="0" y="9"/>
                    </a:cubicBezTo>
                    <a:cubicBezTo>
                      <a:pt x="0" y="9"/>
                      <a:pt x="0" y="9"/>
                      <a:pt x="0" y="9"/>
                    </a:cubicBezTo>
                    <a:cubicBezTo>
                      <a:pt x="11" y="6"/>
                      <a:pt x="22" y="3"/>
                      <a:pt x="31" y="0"/>
                    </a:cubicBezTo>
                  </a:path>
                </a:pathLst>
              </a:custGeom>
              <a:solidFill>
                <a:srgbClr val="ADAD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ea"/>
                  <a:cs typeface="+mn-cs"/>
                </a:endParaRPr>
              </a:p>
            </p:txBody>
          </p:sp>
          <p:sp>
            <p:nvSpPr>
              <p:cNvPr id="61" name="Freeform 44">
                <a:extLst>
                  <a:ext uri="{FF2B5EF4-FFF2-40B4-BE49-F238E27FC236}">
                    <a16:creationId xmlns:a16="http://schemas.microsoft.com/office/drawing/2014/main" id="{A21279CF-FC53-D4E4-5D24-350B456925CC}"/>
                  </a:ext>
                </a:extLst>
              </p:cNvPr>
              <p:cNvSpPr>
                <a:spLocks noEditPoints="1"/>
              </p:cNvSpPr>
              <p:nvPr/>
            </p:nvSpPr>
            <p:spPr bwMode="auto">
              <a:xfrm>
                <a:off x="11210140" y="3611273"/>
                <a:ext cx="1195123" cy="1306548"/>
              </a:xfrm>
              <a:custGeom>
                <a:avLst/>
                <a:gdLst>
                  <a:gd name="T0" fmla="*/ 390 w 390"/>
                  <a:gd name="T1" fmla="*/ 0 h 427"/>
                  <a:gd name="T2" fmla="*/ 292 w 390"/>
                  <a:gd name="T3" fmla="*/ 16 h 427"/>
                  <a:gd name="T4" fmla="*/ 110 w 390"/>
                  <a:gd name="T5" fmla="*/ 36 h 427"/>
                  <a:gd name="T6" fmla="*/ 0 w 390"/>
                  <a:gd name="T7" fmla="*/ 427 h 427"/>
                  <a:gd name="T8" fmla="*/ 186 w 390"/>
                  <a:gd name="T9" fmla="*/ 391 h 427"/>
                  <a:gd name="T10" fmla="*/ 202 w 390"/>
                  <a:gd name="T11" fmla="*/ 387 h 427"/>
                  <a:gd name="T12" fmla="*/ 202 w 390"/>
                  <a:gd name="T13" fmla="*/ 387 h 427"/>
                  <a:gd name="T14" fmla="*/ 383 w 390"/>
                  <a:gd name="T15" fmla="*/ 15 h 427"/>
                  <a:gd name="T16" fmla="*/ 390 w 390"/>
                  <a:gd name="T17" fmla="*/ 0 h 427"/>
                  <a:gd name="T18" fmla="*/ 390 w 390"/>
                  <a:gd name="T19" fmla="*/ 0 h 427"/>
                  <a:gd name="T20" fmla="*/ 390 w 390"/>
                  <a:gd name="T21" fmla="*/ 0 h 427"/>
                  <a:gd name="T22" fmla="*/ 390 w 390"/>
                  <a:gd name="T23" fmla="*/ 0 h 427"/>
                  <a:gd name="T24" fmla="*/ 390 w 390"/>
                  <a:gd name="T25" fmla="*/ 0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0" h="427">
                    <a:moveTo>
                      <a:pt x="390" y="0"/>
                    </a:moveTo>
                    <a:cubicBezTo>
                      <a:pt x="390" y="0"/>
                      <a:pt x="354" y="7"/>
                      <a:pt x="292" y="16"/>
                    </a:cubicBezTo>
                    <a:cubicBezTo>
                      <a:pt x="245" y="22"/>
                      <a:pt x="183" y="30"/>
                      <a:pt x="110" y="36"/>
                    </a:cubicBezTo>
                    <a:cubicBezTo>
                      <a:pt x="0" y="427"/>
                      <a:pt x="0" y="427"/>
                      <a:pt x="0" y="427"/>
                    </a:cubicBezTo>
                    <a:cubicBezTo>
                      <a:pt x="90" y="415"/>
                      <a:pt x="157" y="399"/>
                      <a:pt x="186" y="391"/>
                    </a:cubicBezTo>
                    <a:cubicBezTo>
                      <a:pt x="197" y="389"/>
                      <a:pt x="202" y="387"/>
                      <a:pt x="202" y="387"/>
                    </a:cubicBezTo>
                    <a:cubicBezTo>
                      <a:pt x="202" y="387"/>
                      <a:pt x="202" y="387"/>
                      <a:pt x="202" y="387"/>
                    </a:cubicBezTo>
                    <a:cubicBezTo>
                      <a:pt x="383" y="15"/>
                      <a:pt x="383" y="15"/>
                      <a:pt x="383" y="15"/>
                    </a:cubicBezTo>
                    <a:cubicBezTo>
                      <a:pt x="390" y="0"/>
                      <a:pt x="390" y="0"/>
                      <a:pt x="390" y="0"/>
                    </a:cubicBezTo>
                    <a:moveTo>
                      <a:pt x="390" y="0"/>
                    </a:moveTo>
                    <a:cubicBezTo>
                      <a:pt x="390" y="0"/>
                      <a:pt x="390" y="0"/>
                      <a:pt x="390" y="0"/>
                    </a:cubicBezTo>
                    <a:cubicBezTo>
                      <a:pt x="390" y="0"/>
                      <a:pt x="390" y="0"/>
                      <a:pt x="390" y="0"/>
                    </a:cubicBezTo>
                    <a:cubicBezTo>
                      <a:pt x="390" y="0"/>
                      <a:pt x="390" y="0"/>
                      <a:pt x="390" y="0"/>
                    </a:cubicBezTo>
                  </a:path>
                </a:pathLst>
              </a:custGeom>
              <a:solidFill>
                <a:schemeClr val="accent2">
                  <a:lumMod val="75000"/>
                  <a:alpha val="42000"/>
                </a:schemeClr>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ea"/>
                  <a:cs typeface="+mn-cs"/>
                </a:endParaRPr>
              </a:p>
            </p:txBody>
          </p:sp>
          <p:sp>
            <p:nvSpPr>
              <p:cNvPr id="62" name="Freeform 45">
                <a:extLst>
                  <a:ext uri="{FF2B5EF4-FFF2-40B4-BE49-F238E27FC236}">
                    <a16:creationId xmlns:a16="http://schemas.microsoft.com/office/drawing/2014/main" id="{6D202538-0E27-61CF-3A63-1AD3C32F3114}"/>
                  </a:ext>
                </a:extLst>
              </p:cNvPr>
              <p:cNvSpPr>
                <a:spLocks/>
              </p:cNvSpPr>
              <p:nvPr/>
            </p:nvSpPr>
            <p:spPr bwMode="auto">
              <a:xfrm>
                <a:off x="11598805" y="2069571"/>
                <a:ext cx="1550988" cy="1385888"/>
              </a:xfrm>
              <a:custGeom>
                <a:avLst/>
                <a:gdLst>
                  <a:gd name="T0" fmla="*/ 487 w 487"/>
                  <a:gd name="T1" fmla="*/ 0 h 435"/>
                  <a:gd name="T2" fmla="*/ 487 w 487"/>
                  <a:gd name="T3" fmla="*/ 0 h 435"/>
                  <a:gd name="T4" fmla="*/ 487 w 487"/>
                  <a:gd name="T5" fmla="*/ 0 h 435"/>
                  <a:gd name="T6" fmla="*/ 487 w 487"/>
                  <a:gd name="T7" fmla="*/ 0 h 435"/>
                  <a:gd name="T8" fmla="*/ 487 w 487"/>
                  <a:gd name="T9" fmla="*/ 0 h 435"/>
                  <a:gd name="T10" fmla="*/ 487 w 487"/>
                  <a:gd name="T11" fmla="*/ 0 h 435"/>
                  <a:gd name="T12" fmla="*/ 487 w 487"/>
                  <a:gd name="T13" fmla="*/ 0 h 435"/>
                  <a:gd name="T14" fmla="*/ 300 w 487"/>
                  <a:gd name="T15" fmla="*/ 387 h 435"/>
                  <a:gd name="T16" fmla="*/ 0 w 487"/>
                  <a:gd name="T17" fmla="*/ 434 h 435"/>
                  <a:gd name="T18" fmla="*/ 0 w 487"/>
                  <a:gd name="T19" fmla="*/ 435 h 435"/>
                  <a:gd name="T20" fmla="*/ 300 w 487"/>
                  <a:gd name="T21" fmla="*/ 387 h 435"/>
                  <a:gd name="T22" fmla="*/ 487 w 487"/>
                  <a:gd name="T23" fmla="*/ 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87" h="435">
                    <a:moveTo>
                      <a:pt x="487" y="0"/>
                    </a:moveTo>
                    <a:cubicBezTo>
                      <a:pt x="487" y="0"/>
                      <a:pt x="487" y="0"/>
                      <a:pt x="487" y="0"/>
                    </a:cubicBezTo>
                    <a:cubicBezTo>
                      <a:pt x="487" y="0"/>
                      <a:pt x="487" y="0"/>
                      <a:pt x="487" y="0"/>
                    </a:cubicBezTo>
                    <a:cubicBezTo>
                      <a:pt x="487" y="0"/>
                      <a:pt x="487" y="0"/>
                      <a:pt x="487" y="0"/>
                    </a:cubicBezTo>
                    <a:cubicBezTo>
                      <a:pt x="487" y="0"/>
                      <a:pt x="487" y="0"/>
                      <a:pt x="487" y="0"/>
                    </a:cubicBezTo>
                    <a:cubicBezTo>
                      <a:pt x="487" y="0"/>
                      <a:pt x="487" y="0"/>
                      <a:pt x="487" y="0"/>
                    </a:cubicBezTo>
                    <a:cubicBezTo>
                      <a:pt x="487" y="0"/>
                      <a:pt x="487" y="0"/>
                      <a:pt x="487" y="0"/>
                    </a:cubicBezTo>
                    <a:cubicBezTo>
                      <a:pt x="300" y="387"/>
                      <a:pt x="300" y="387"/>
                      <a:pt x="300" y="387"/>
                    </a:cubicBezTo>
                    <a:cubicBezTo>
                      <a:pt x="300" y="387"/>
                      <a:pt x="181" y="414"/>
                      <a:pt x="0" y="434"/>
                    </a:cubicBezTo>
                    <a:cubicBezTo>
                      <a:pt x="0" y="435"/>
                      <a:pt x="0" y="435"/>
                      <a:pt x="0" y="435"/>
                    </a:cubicBezTo>
                    <a:cubicBezTo>
                      <a:pt x="181" y="414"/>
                      <a:pt x="300" y="387"/>
                      <a:pt x="300" y="387"/>
                    </a:cubicBezTo>
                    <a:cubicBezTo>
                      <a:pt x="487" y="0"/>
                      <a:pt x="487" y="0"/>
                      <a:pt x="487" y="0"/>
                    </a:cubicBezTo>
                  </a:path>
                </a:pathLst>
              </a:custGeom>
              <a:solidFill>
                <a:srgbClr val="ADAD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ea"/>
                  <a:cs typeface="+mn-cs"/>
                </a:endParaRPr>
              </a:p>
            </p:txBody>
          </p:sp>
          <p:sp>
            <p:nvSpPr>
              <p:cNvPr id="63" name="Freeform 46">
                <a:extLst>
                  <a:ext uri="{FF2B5EF4-FFF2-40B4-BE49-F238E27FC236}">
                    <a16:creationId xmlns:a16="http://schemas.microsoft.com/office/drawing/2014/main" id="{BF17EC20-25B3-DAF1-90E0-3BB5BCA6827D}"/>
                  </a:ext>
                </a:extLst>
              </p:cNvPr>
              <p:cNvSpPr>
                <a:spLocks/>
              </p:cNvSpPr>
              <p:nvPr/>
            </p:nvSpPr>
            <p:spPr bwMode="auto">
              <a:xfrm>
                <a:off x="11946467" y="2069571"/>
                <a:ext cx="1203325" cy="153988"/>
              </a:xfrm>
              <a:custGeom>
                <a:avLst/>
                <a:gdLst>
                  <a:gd name="T0" fmla="*/ 378 w 378"/>
                  <a:gd name="T1" fmla="*/ 0 h 48"/>
                  <a:gd name="T2" fmla="*/ 0 w 378"/>
                  <a:gd name="T3" fmla="*/ 48 h 48"/>
                  <a:gd name="T4" fmla="*/ 0 w 378"/>
                  <a:gd name="T5" fmla="*/ 48 h 48"/>
                  <a:gd name="T6" fmla="*/ 378 w 378"/>
                  <a:gd name="T7" fmla="*/ 0 h 48"/>
                  <a:gd name="T8" fmla="*/ 378 w 378"/>
                  <a:gd name="T9" fmla="*/ 0 h 48"/>
                  <a:gd name="T10" fmla="*/ 378 w 378"/>
                  <a:gd name="T11" fmla="*/ 0 h 48"/>
                </a:gdLst>
                <a:ahLst/>
                <a:cxnLst>
                  <a:cxn ang="0">
                    <a:pos x="T0" y="T1"/>
                  </a:cxn>
                  <a:cxn ang="0">
                    <a:pos x="T2" y="T3"/>
                  </a:cxn>
                  <a:cxn ang="0">
                    <a:pos x="T4" y="T5"/>
                  </a:cxn>
                  <a:cxn ang="0">
                    <a:pos x="T6" y="T7"/>
                  </a:cxn>
                  <a:cxn ang="0">
                    <a:pos x="T8" y="T9"/>
                  </a:cxn>
                  <a:cxn ang="0">
                    <a:pos x="T10" y="T11"/>
                  </a:cxn>
                </a:cxnLst>
                <a:rect l="0" t="0" r="r" b="b"/>
                <a:pathLst>
                  <a:path w="378" h="48">
                    <a:moveTo>
                      <a:pt x="378" y="0"/>
                    </a:moveTo>
                    <a:cubicBezTo>
                      <a:pt x="376" y="1"/>
                      <a:pt x="227" y="27"/>
                      <a:pt x="0" y="48"/>
                    </a:cubicBezTo>
                    <a:cubicBezTo>
                      <a:pt x="0" y="48"/>
                      <a:pt x="0" y="48"/>
                      <a:pt x="0" y="48"/>
                    </a:cubicBezTo>
                    <a:cubicBezTo>
                      <a:pt x="228" y="27"/>
                      <a:pt x="378" y="0"/>
                      <a:pt x="378" y="0"/>
                    </a:cubicBezTo>
                    <a:cubicBezTo>
                      <a:pt x="378" y="0"/>
                      <a:pt x="378" y="0"/>
                      <a:pt x="378" y="0"/>
                    </a:cubicBezTo>
                    <a:cubicBezTo>
                      <a:pt x="378" y="0"/>
                      <a:pt x="378" y="0"/>
                      <a:pt x="378" y="0"/>
                    </a:cubicBezTo>
                  </a:path>
                </a:pathLst>
              </a:custGeom>
              <a:solidFill>
                <a:srgbClr val="2816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n-ea"/>
                  <a:cs typeface="+mn-cs"/>
                </a:endParaRPr>
              </a:p>
            </p:txBody>
          </p:sp>
          <p:sp>
            <p:nvSpPr>
              <p:cNvPr id="47" name="Freeform 19">
                <a:extLst>
                  <a:ext uri="{FF2B5EF4-FFF2-40B4-BE49-F238E27FC236}">
                    <a16:creationId xmlns:a16="http://schemas.microsoft.com/office/drawing/2014/main" id="{260BA3F5-2900-E2F9-9250-5BB6CFA54B1C}"/>
                  </a:ext>
                </a:extLst>
              </p:cNvPr>
              <p:cNvSpPr>
                <a:spLocks/>
              </p:cNvSpPr>
              <p:nvPr/>
            </p:nvSpPr>
            <p:spPr bwMode="auto">
              <a:xfrm>
                <a:off x="7595131" y="2069571"/>
                <a:ext cx="5554663" cy="1455738"/>
              </a:xfrm>
              <a:custGeom>
                <a:avLst/>
                <a:gdLst>
                  <a:gd name="T0" fmla="*/ 872 w 1744"/>
                  <a:gd name="T1" fmla="*/ 71 h 457"/>
                  <a:gd name="T2" fmla="*/ 0 w 1744"/>
                  <a:gd name="T3" fmla="*/ 0 h 457"/>
                  <a:gd name="T4" fmla="*/ 188 w 1744"/>
                  <a:gd name="T5" fmla="*/ 387 h 457"/>
                  <a:gd name="T6" fmla="*/ 872 w 1744"/>
                  <a:gd name="T7" fmla="*/ 457 h 457"/>
                  <a:gd name="T8" fmla="*/ 1557 w 1744"/>
                  <a:gd name="T9" fmla="*/ 387 h 457"/>
                  <a:gd name="T10" fmla="*/ 1744 w 1744"/>
                  <a:gd name="T11" fmla="*/ 0 h 457"/>
                  <a:gd name="T12" fmla="*/ 872 w 1744"/>
                  <a:gd name="T13" fmla="*/ 71 h 457"/>
                </a:gdLst>
                <a:ahLst/>
                <a:cxnLst>
                  <a:cxn ang="0">
                    <a:pos x="T0" y="T1"/>
                  </a:cxn>
                  <a:cxn ang="0">
                    <a:pos x="T2" y="T3"/>
                  </a:cxn>
                  <a:cxn ang="0">
                    <a:pos x="T4" y="T5"/>
                  </a:cxn>
                  <a:cxn ang="0">
                    <a:pos x="T6" y="T7"/>
                  </a:cxn>
                  <a:cxn ang="0">
                    <a:pos x="T8" y="T9"/>
                  </a:cxn>
                  <a:cxn ang="0">
                    <a:pos x="T10" y="T11"/>
                  </a:cxn>
                  <a:cxn ang="0">
                    <a:pos x="T12" y="T13"/>
                  </a:cxn>
                </a:cxnLst>
                <a:rect l="0" t="0" r="r" b="b"/>
                <a:pathLst>
                  <a:path w="1744" h="457">
                    <a:moveTo>
                      <a:pt x="872" y="71"/>
                    </a:moveTo>
                    <a:cubicBezTo>
                      <a:pt x="391" y="71"/>
                      <a:pt x="0" y="0"/>
                      <a:pt x="0" y="0"/>
                    </a:cubicBezTo>
                    <a:cubicBezTo>
                      <a:pt x="188" y="387"/>
                      <a:pt x="188" y="387"/>
                      <a:pt x="188" y="387"/>
                    </a:cubicBezTo>
                    <a:cubicBezTo>
                      <a:pt x="188" y="387"/>
                      <a:pt x="494" y="457"/>
                      <a:pt x="872" y="457"/>
                    </a:cubicBezTo>
                    <a:cubicBezTo>
                      <a:pt x="1250" y="457"/>
                      <a:pt x="1557" y="387"/>
                      <a:pt x="1557" y="387"/>
                    </a:cubicBezTo>
                    <a:cubicBezTo>
                      <a:pt x="1744" y="0"/>
                      <a:pt x="1744" y="0"/>
                      <a:pt x="1744" y="0"/>
                    </a:cubicBezTo>
                    <a:cubicBezTo>
                      <a:pt x="1744" y="0"/>
                      <a:pt x="1354" y="71"/>
                      <a:pt x="872" y="71"/>
                    </a:cubicBezTo>
                  </a:path>
                </a:pathLst>
              </a:custGeom>
              <a:gradFill flip="none" rotWithShape="1">
                <a:gsLst>
                  <a:gs pos="73000">
                    <a:schemeClr val="accent1"/>
                  </a:gs>
                  <a:gs pos="31000">
                    <a:schemeClr val="accent1">
                      <a:lumMod val="60000"/>
                      <a:lumOff val="40000"/>
                    </a:schemeClr>
                  </a:gs>
                  <a:gs pos="0">
                    <a:schemeClr val="accent1">
                      <a:lumMod val="40000"/>
                      <a:lumOff val="60000"/>
                    </a:schemeClr>
                  </a:gs>
                </a:gsLst>
                <a:lin ang="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mn-ea"/>
                  <a:cs typeface="+mn-cs"/>
                </a:endParaRPr>
              </a:p>
            </p:txBody>
          </p:sp>
          <p:sp>
            <p:nvSpPr>
              <p:cNvPr id="46" name="Oval 18">
                <a:extLst>
                  <a:ext uri="{FF2B5EF4-FFF2-40B4-BE49-F238E27FC236}">
                    <a16:creationId xmlns:a16="http://schemas.microsoft.com/office/drawing/2014/main" id="{D3C2C62D-1B58-8976-2854-309B190C28D7}"/>
                  </a:ext>
                </a:extLst>
              </p:cNvPr>
              <p:cNvSpPr>
                <a:spLocks noChangeArrowheads="1"/>
              </p:cNvSpPr>
              <p:nvPr/>
            </p:nvSpPr>
            <p:spPr bwMode="auto">
              <a:xfrm>
                <a:off x="7595131" y="1856847"/>
                <a:ext cx="5554663" cy="449263"/>
              </a:xfrm>
              <a:prstGeom prst="ellipse">
                <a:avLst/>
              </a:prstGeom>
              <a:gradFill flip="none" rotWithShape="1">
                <a:gsLst>
                  <a:gs pos="0">
                    <a:schemeClr val="accent1">
                      <a:lumMod val="40000"/>
                      <a:lumOff val="60000"/>
                    </a:schemeClr>
                  </a:gs>
                  <a:gs pos="100000">
                    <a:schemeClr val="accent1"/>
                  </a:gs>
                </a:gsLst>
                <a:path path="circle">
                  <a:fillToRect l="100000" b="100000"/>
                </a:path>
                <a:tileRect t="-100000" r="-100000"/>
              </a:gradFill>
              <a:ln w="127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n-ea"/>
                  <a:cs typeface="+mn-cs"/>
                </a:endParaRPr>
              </a:p>
            </p:txBody>
          </p:sp>
          <p:sp>
            <p:nvSpPr>
              <p:cNvPr id="1024" name="Freeform 47">
                <a:extLst>
                  <a:ext uri="{FF2B5EF4-FFF2-40B4-BE49-F238E27FC236}">
                    <a16:creationId xmlns:a16="http://schemas.microsoft.com/office/drawing/2014/main" id="{509CFC48-AFE8-1698-4898-6369DB7D3A64}"/>
                  </a:ext>
                </a:extLst>
              </p:cNvPr>
              <p:cNvSpPr>
                <a:spLocks noEditPoints="1"/>
              </p:cNvSpPr>
              <p:nvPr/>
            </p:nvSpPr>
            <p:spPr bwMode="auto">
              <a:xfrm>
                <a:off x="11664333" y="2127989"/>
                <a:ext cx="1461928" cy="1303317"/>
              </a:xfrm>
              <a:custGeom>
                <a:avLst/>
                <a:gdLst>
                  <a:gd name="T0" fmla="*/ 487 w 487"/>
                  <a:gd name="T1" fmla="*/ 0 h 434"/>
                  <a:gd name="T2" fmla="*/ 109 w 487"/>
                  <a:gd name="T3" fmla="*/ 48 h 434"/>
                  <a:gd name="T4" fmla="*/ 0 w 487"/>
                  <a:gd name="T5" fmla="*/ 434 h 434"/>
                  <a:gd name="T6" fmla="*/ 300 w 487"/>
                  <a:gd name="T7" fmla="*/ 387 h 434"/>
                  <a:gd name="T8" fmla="*/ 487 w 487"/>
                  <a:gd name="T9" fmla="*/ 0 h 434"/>
                  <a:gd name="T10" fmla="*/ 487 w 487"/>
                  <a:gd name="T11" fmla="*/ 0 h 434"/>
                  <a:gd name="T12" fmla="*/ 487 w 487"/>
                  <a:gd name="T13" fmla="*/ 0 h 434"/>
                  <a:gd name="T14" fmla="*/ 487 w 487"/>
                  <a:gd name="T15" fmla="*/ 0 h 434"/>
                  <a:gd name="T16" fmla="*/ 487 w 487"/>
                  <a:gd name="T17" fmla="*/ 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7" h="434">
                    <a:moveTo>
                      <a:pt x="487" y="0"/>
                    </a:moveTo>
                    <a:cubicBezTo>
                      <a:pt x="487" y="0"/>
                      <a:pt x="337" y="27"/>
                      <a:pt x="109" y="48"/>
                    </a:cubicBezTo>
                    <a:cubicBezTo>
                      <a:pt x="0" y="434"/>
                      <a:pt x="0" y="434"/>
                      <a:pt x="0" y="434"/>
                    </a:cubicBezTo>
                    <a:cubicBezTo>
                      <a:pt x="181" y="414"/>
                      <a:pt x="300" y="387"/>
                      <a:pt x="300" y="387"/>
                    </a:cubicBezTo>
                    <a:cubicBezTo>
                      <a:pt x="487" y="0"/>
                      <a:pt x="487" y="0"/>
                      <a:pt x="487" y="0"/>
                    </a:cubicBezTo>
                    <a:moveTo>
                      <a:pt x="487" y="0"/>
                    </a:moveTo>
                    <a:cubicBezTo>
                      <a:pt x="487" y="0"/>
                      <a:pt x="487" y="0"/>
                      <a:pt x="487" y="0"/>
                    </a:cubicBezTo>
                    <a:cubicBezTo>
                      <a:pt x="487" y="0"/>
                      <a:pt x="487" y="0"/>
                      <a:pt x="487" y="0"/>
                    </a:cubicBezTo>
                    <a:cubicBezTo>
                      <a:pt x="487" y="0"/>
                      <a:pt x="487" y="0"/>
                      <a:pt x="487" y="0"/>
                    </a:cubicBezTo>
                  </a:path>
                </a:pathLst>
              </a:custGeom>
              <a:solidFill>
                <a:schemeClr val="accent1">
                  <a:lumMod val="75000"/>
                  <a:alpha val="42000"/>
                </a:schemeClr>
              </a:solidFill>
              <a:ln>
                <a:noFill/>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n-ea"/>
                  <a:cs typeface="+mn-cs"/>
                </a:endParaRPr>
              </a:p>
            </p:txBody>
          </p:sp>
        </p:grpSp>
        <p:sp>
          <p:nvSpPr>
            <p:cNvPr id="1166" name="矩形 1165">
              <a:extLst>
                <a:ext uri="{FF2B5EF4-FFF2-40B4-BE49-F238E27FC236}">
                  <a16:creationId xmlns:a16="http://schemas.microsoft.com/office/drawing/2014/main" id="{172817B2-22A7-D49A-8F7D-95367B8396FF}"/>
                </a:ext>
              </a:extLst>
            </p:cNvPr>
            <p:cNvSpPr/>
            <p:nvPr/>
          </p:nvSpPr>
          <p:spPr>
            <a:xfrm>
              <a:off x="5734330" y="3253498"/>
              <a:ext cx="1261534" cy="338554"/>
            </a:xfrm>
            <a:prstGeom prst="rect">
              <a:avLst/>
            </a:prstGeom>
          </p:spPr>
          <p:txBody>
            <a:bodyPr wrap="square">
              <a:spAutoFit/>
            </a:bodyPr>
            <a:lstStyle/>
            <a:p>
              <a:pPr algn="ctr" defTabSz="1460754">
                <a:defRPr/>
              </a:pPr>
              <a:r>
                <a:rPr lang="zh-CN" altLang="en-US" sz="1600" b="1" dirty="0">
                  <a:latin typeface="+mj-ea"/>
                  <a:ea typeface="+mj-ea"/>
                  <a:cs typeface="OPPOSans M"/>
                  <a:sym typeface="+mn-lt"/>
                </a:rPr>
                <a:t>腰部</a:t>
              </a:r>
            </a:p>
          </p:txBody>
        </p:sp>
        <p:sp>
          <p:nvSpPr>
            <p:cNvPr id="1167" name="矩形 1166">
              <a:extLst>
                <a:ext uri="{FF2B5EF4-FFF2-40B4-BE49-F238E27FC236}">
                  <a16:creationId xmlns:a16="http://schemas.microsoft.com/office/drawing/2014/main" id="{1555259A-3FC3-0C1E-45D7-CE3A6EFE37D6}"/>
                </a:ext>
              </a:extLst>
            </p:cNvPr>
            <p:cNvSpPr/>
            <p:nvPr/>
          </p:nvSpPr>
          <p:spPr>
            <a:xfrm>
              <a:off x="5734330" y="4445032"/>
              <a:ext cx="1261534" cy="338554"/>
            </a:xfrm>
            <a:prstGeom prst="rect">
              <a:avLst/>
            </a:prstGeom>
          </p:spPr>
          <p:txBody>
            <a:bodyPr wrap="square">
              <a:spAutoFit/>
            </a:bodyPr>
            <a:lstStyle/>
            <a:p>
              <a:pPr algn="ctr" defTabSz="1460754">
                <a:defRPr/>
              </a:pPr>
              <a:r>
                <a:rPr lang="zh-CN" altLang="en-US" sz="1600" b="1" dirty="0">
                  <a:latin typeface="+mj-ea"/>
                  <a:ea typeface="+mj-ea"/>
                  <a:cs typeface="OPPOSans M"/>
                  <a:sym typeface="+mn-lt"/>
                </a:rPr>
                <a:t>尾部</a:t>
              </a:r>
            </a:p>
          </p:txBody>
        </p:sp>
        <p:sp>
          <p:nvSpPr>
            <p:cNvPr id="1168" name="矩形 1167">
              <a:extLst>
                <a:ext uri="{FF2B5EF4-FFF2-40B4-BE49-F238E27FC236}">
                  <a16:creationId xmlns:a16="http://schemas.microsoft.com/office/drawing/2014/main" id="{A33D4A25-A0C9-A8FD-DC25-636BBA8D73A8}"/>
                </a:ext>
              </a:extLst>
            </p:cNvPr>
            <p:cNvSpPr/>
            <p:nvPr/>
          </p:nvSpPr>
          <p:spPr>
            <a:xfrm>
              <a:off x="5734330" y="5338265"/>
              <a:ext cx="1261534" cy="338554"/>
            </a:xfrm>
            <a:prstGeom prst="rect">
              <a:avLst/>
            </a:prstGeom>
          </p:spPr>
          <p:txBody>
            <a:bodyPr wrap="square">
              <a:spAutoFit/>
            </a:bodyPr>
            <a:lstStyle/>
            <a:p>
              <a:pPr algn="ctr" defTabSz="1460754">
                <a:defRPr/>
              </a:pPr>
              <a:r>
                <a:rPr lang="zh-CN" altLang="en-US" sz="1600" b="1" dirty="0">
                  <a:latin typeface="+mj-ea"/>
                  <a:ea typeface="+mj-ea"/>
                  <a:cs typeface="OPPOSans M"/>
                  <a:sym typeface="+mn-lt"/>
                </a:rPr>
                <a:t>素人</a:t>
              </a:r>
            </a:p>
          </p:txBody>
        </p:sp>
        <p:sp>
          <p:nvSpPr>
            <p:cNvPr id="1198" name="矩形 1197">
              <a:extLst>
                <a:ext uri="{FF2B5EF4-FFF2-40B4-BE49-F238E27FC236}">
                  <a16:creationId xmlns:a16="http://schemas.microsoft.com/office/drawing/2014/main" id="{DB48FDA6-F5E8-6562-5485-82826A15C6A4}"/>
                </a:ext>
              </a:extLst>
            </p:cNvPr>
            <p:cNvSpPr/>
            <p:nvPr/>
          </p:nvSpPr>
          <p:spPr>
            <a:xfrm>
              <a:off x="5734330" y="2075071"/>
              <a:ext cx="1261534" cy="338554"/>
            </a:xfrm>
            <a:prstGeom prst="rect">
              <a:avLst/>
            </a:prstGeom>
          </p:spPr>
          <p:txBody>
            <a:bodyPr wrap="square">
              <a:spAutoFit/>
            </a:bodyPr>
            <a:lstStyle/>
            <a:p>
              <a:pPr algn="ctr" defTabSz="1460754">
                <a:defRPr/>
              </a:pPr>
              <a:r>
                <a:rPr lang="zh-CN" altLang="en-US" sz="1600" b="1" dirty="0">
                  <a:latin typeface="+mj-ea"/>
                  <a:ea typeface="+mj-ea"/>
                  <a:cs typeface="OPPOSans M"/>
                  <a:sym typeface="+mn-lt"/>
                </a:rPr>
                <a:t>头部</a:t>
              </a:r>
            </a:p>
          </p:txBody>
        </p:sp>
      </p:grpSp>
    </p:spTree>
    <p:extLst>
      <p:ext uri="{BB962C8B-B14F-4D97-AF65-F5344CB8AC3E}">
        <p14:creationId xmlns:p14="http://schemas.microsoft.com/office/powerpoint/2010/main" val="22113974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E0B-3B9E-9B3E-FE06-7E01CDE43BF0}"/>
            </a:ext>
          </a:extLst>
        </p:cNvPr>
        <p:cNvGrpSpPr/>
        <p:nvPr/>
      </p:nvGrpSpPr>
      <p:grpSpPr>
        <a:xfrm>
          <a:off x="0" y="0"/>
          <a:ext cx="0" cy="0"/>
          <a:chOff x="0" y="0"/>
          <a:chExt cx="0" cy="0"/>
        </a:xfrm>
      </p:grpSpPr>
      <p:sp>
        <p:nvSpPr>
          <p:cNvPr id="76" name="矩形: 圆角 75">
            <a:extLst>
              <a:ext uri="{FF2B5EF4-FFF2-40B4-BE49-F238E27FC236}">
                <a16:creationId xmlns:a16="http://schemas.microsoft.com/office/drawing/2014/main" id="{1BE5B0BC-D295-8D78-E29A-79F7EA86661F}"/>
              </a:ext>
            </a:extLst>
          </p:cNvPr>
          <p:cNvSpPr>
            <a:spLocks/>
          </p:cNvSpPr>
          <p:nvPr/>
        </p:nvSpPr>
        <p:spPr bwMode="auto">
          <a:xfrm flipH="1">
            <a:off x="9261388" y="1523581"/>
            <a:ext cx="2389065" cy="810426"/>
          </a:xfrm>
          <a:prstGeom prst="roundRect">
            <a:avLst>
              <a:gd name="adj" fmla="val 8309"/>
            </a:avLst>
          </a:prstGeom>
          <a:gradFill flip="none" rotWithShape="1">
            <a:gsLst>
              <a:gs pos="0">
                <a:schemeClr val="accent2">
                  <a:alpha val="10000"/>
                </a:schemeClr>
              </a:gs>
              <a:gs pos="100000">
                <a:schemeClr val="accent2">
                  <a:alpha val="0"/>
                </a:schemeClr>
              </a:gs>
            </a:gsLst>
            <a:lin ang="0" scaled="1"/>
            <a:tileRect/>
          </a:gradFill>
          <a:ln>
            <a:gradFill>
              <a:gsLst>
                <a:gs pos="0">
                  <a:schemeClr val="accent2">
                    <a:alpha val="0"/>
                  </a:schemeClr>
                </a:gs>
                <a:gs pos="100000">
                  <a:schemeClr val="accent2"/>
                </a:gs>
              </a:gsLst>
              <a:lin ang="10800000" scaled="0"/>
            </a:gradFill>
          </a:ln>
        </p:spPr>
        <p:txBody>
          <a:bodyPr vert="horz" wrap="square" lIns="91440" tIns="45720" rIns="91440" bIns="45720" numCol="1" anchor="t" anchorCtr="0" compatLnSpc="1">
            <a:prstTxWarp prst="textNoShape">
              <a:avLst/>
            </a:prstTxWarp>
            <a:noAutofit/>
          </a:bodyPr>
          <a:lstStyle/>
          <a:p>
            <a:endParaRPr lang="zh-CN" altLang="en-US"/>
          </a:p>
        </p:txBody>
      </p:sp>
      <p:sp>
        <p:nvSpPr>
          <p:cNvPr id="77" name="矩形: 圆角 76">
            <a:extLst>
              <a:ext uri="{FF2B5EF4-FFF2-40B4-BE49-F238E27FC236}">
                <a16:creationId xmlns:a16="http://schemas.microsoft.com/office/drawing/2014/main" id="{896CCDD3-2140-CF03-1AE9-7371F343AC96}"/>
              </a:ext>
            </a:extLst>
          </p:cNvPr>
          <p:cNvSpPr>
            <a:spLocks/>
          </p:cNvSpPr>
          <p:nvPr/>
        </p:nvSpPr>
        <p:spPr bwMode="auto">
          <a:xfrm flipH="1">
            <a:off x="9261389" y="2518954"/>
            <a:ext cx="2389065" cy="431863"/>
          </a:xfrm>
          <a:prstGeom prst="roundRect">
            <a:avLst/>
          </a:prstGeom>
          <a:gradFill flip="none" rotWithShape="1">
            <a:gsLst>
              <a:gs pos="0">
                <a:schemeClr val="accent2">
                  <a:alpha val="10000"/>
                </a:schemeClr>
              </a:gs>
              <a:gs pos="100000">
                <a:schemeClr val="accent2">
                  <a:alpha val="0"/>
                </a:schemeClr>
              </a:gs>
            </a:gsLst>
            <a:lin ang="0" scaled="1"/>
            <a:tileRect/>
          </a:gradFill>
          <a:ln>
            <a:gradFill>
              <a:gsLst>
                <a:gs pos="0">
                  <a:schemeClr val="accent2">
                    <a:alpha val="0"/>
                  </a:schemeClr>
                </a:gs>
                <a:gs pos="100000">
                  <a:schemeClr val="accent2"/>
                </a:gs>
              </a:gsLst>
              <a:lin ang="10800000" scaled="0"/>
            </a:gradFill>
          </a:ln>
        </p:spPr>
        <p:txBody>
          <a:bodyPr vert="horz" wrap="square" lIns="91440" tIns="45720" rIns="91440" bIns="45720" numCol="1" anchor="t" anchorCtr="0" compatLnSpc="1">
            <a:prstTxWarp prst="textNoShape">
              <a:avLst/>
            </a:prstTxWarp>
            <a:noAutofit/>
          </a:bodyPr>
          <a:lstStyle/>
          <a:p>
            <a:endParaRPr lang="zh-CN" altLang="en-US"/>
          </a:p>
        </p:txBody>
      </p:sp>
      <p:sp>
        <p:nvSpPr>
          <p:cNvPr id="3" name="文本框 2">
            <a:extLst>
              <a:ext uri="{FF2B5EF4-FFF2-40B4-BE49-F238E27FC236}">
                <a16:creationId xmlns:a16="http://schemas.microsoft.com/office/drawing/2014/main" id="{3C3639CE-3135-2DEC-3B14-FC59CB18534E}"/>
              </a:ext>
            </a:extLst>
          </p:cNvPr>
          <p:cNvSpPr txBox="1"/>
          <p:nvPr/>
        </p:nvSpPr>
        <p:spPr>
          <a:xfrm>
            <a:off x="649705" y="523557"/>
            <a:ext cx="7001329" cy="492443"/>
          </a:xfrm>
          <a:prstGeom prst="rect">
            <a:avLst/>
          </a:prstGeom>
          <a:noFill/>
        </p:spPr>
        <p:txBody>
          <a:bodyPr wrap="square" lIns="0" tIns="0" rIns="0" bIns="0">
            <a:spAutoFit/>
          </a:bodyPr>
          <a:lstStyle>
            <a:defPPr>
              <a:defRPr lang="en-US"/>
            </a:defPPr>
            <a:lvl1pPr>
              <a:defRPr sz="2800" b="1">
                <a:solidFill>
                  <a:schemeClr val="bg1"/>
                </a:solidFill>
                <a:latin typeface="+mj-ea"/>
                <a:ea typeface="+mj-ea"/>
              </a:defRPr>
            </a:lvl1pPr>
          </a:lstStyle>
          <a:p>
            <a:r>
              <a:rPr lang="zh-CN" altLang="en-US" dirty="0"/>
              <a:t>全阶段培育激励，助力伙伴快速成长</a:t>
            </a:r>
          </a:p>
        </p:txBody>
      </p:sp>
      <p:sp>
        <p:nvSpPr>
          <p:cNvPr id="29" name="矩形: 圆角 28">
            <a:extLst>
              <a:ext uri="{FF2B5EF4-FFF2-40B4-BE49-F238E27FC236}">
                <a16:creationId xmlns:a16="http://schemas.microsoft.com/office/drawing/2014/main" id="{74FE0436-144E-E8B5-AB87-33A1A1866807}"/>
              </a:ext>
            </a:extLst>
          </p:cNvPr>
          <p:cNvSpPr>
            <a:spLocks/>
          </p:cNvSpPr>
          <p:nvPr/>
        </p:nvSpPr>
        <p:spPr bwMode="auto">
          <a:xfrm>
            <a:off x="660003" y="1303396"/>
            <a:ext cx="2109896" cy="431863"/>
          </a:xfrm>
          <a:prstGeom prst="roundRect">
            <a:avLst/>
          </a:prstGeom>
          <a:gradFill flip="none" rotWithShape="1">
            <a:gsLst>
              <a:gs pos="0">
                <a:schemeClr val="accent1">
                  <a:alpha val="10000"/>
                </a:schemeClr>
              </a:gs>
              <a:gs pos="100000">
                <a:schemeClr val="accent1">
                  <a:alpha val="0"/>
                </a:schemeClr>
              </a:gs>
            </a:gsLst>
            <a:lin ang="0" scaled="1"/>
            <a:tileRect/>
          </a:gradFill>
          <a:ln>
            <a:gradFill>
              <a:gsLst>
                <a:gs pos="0">
                  <a:schemeClr val="accent1">
                    <a:alpha val="0"/>
                  </a:schemeClr>
                </a:gs>
                <a:gs pos="100000">
                  <a:schemeClr val="accent1"/>
                </a:gs>
              </a:gsLst>
              <a:lin ang="10800000" scaled="0"/>
            </a:gradFill>
          </a:ln>
        </p:spPr>
        <p:txBody>
          <a:bodyPr vert="horz" wrap="square" lIns="91440" tIns="45720" rIns="91440" bIns="45720" numCol="1" anchor="t" anchorCtr="0" compatLnSpc="1">
            <a:prstTxWarp prst="textNoShape">
              <a:avLst/>
            </a:prstTxWarp>
            <a:noAutofit/>
          </a:bodyPr>
          <a:lstStyle/>
          <a:p>
            <a:endParaRPr lang="zh-CN" altLang="en-US"/>
          </a:p>
        </p:txBody>
      </p:sp>
      <p:sp>
        <p:nvSpPr>
          <p:cNvPr id="30" name="矩形: 圆角 29">
            <a:extLst>
              <a:ext uri="{FF2B5EF4-FFF2-40B4-BE49-F238E27FC236}">
                <a16:creationId xmlns:a16="http://schemas.microsoft.com/office/drawing/2014/main" id="{C29354A0-0CB4-0219-6DE4-02A191A952AF}"/>
              </a:ext>
            </a:extLst>
          </p:cNvPr>
          <p:cNvSpPr>
            <a:spLocks/>
          </p:cNvSpPr>
          <p:nvPr/>
        </p:nvSpPr>
        <p:spPr bwMode="auto">
          <a:xfrm>
            <a:off x="660003" y="1909049"/>
            <a:ext cx="2109896" cy="431863"/>
          </a:xfrm>
          <a:prstGeom prst="roundRect">
            <a:avLst/>
          </a:prstGeom>
          <a:gradFill flip="none" rotWithShape="1">
            <a:gsLst>
              <a:gs pos="0">
                <a:schemeClr val="accent1">
                  <a:alpha val="10000"/>
                </a:schemeClr>
              </a:gs>
              <a:gs pos="100000">
                <a:schemeClr val="accent1">
                  <a:alpha val="0"/>
                </a:schemeClr>
              </a:gs>
            </a:gsLst>
            <a:lin ang="0" scaled="1"/>
            <a:tileRect/>
          </a:gradFill>
          <a:ln>
            <a:gradFill>
              <a:gsLst>
                <a:gs pos="0">
                  <a:schemeClr val="accent1">
                    <a:alpha val="0"/>
                  </a:schemeClr>
                </a:gs>
                <a:gs pos="100000">
                  <a:schemeClr val="accent1"/>
                </a:gs>
              </a:gsLst>
              <a:lin ang="10800000" scaled="0"/>
            </a:gradFill>
          </a:ln>
        </p:spPr>
        <p:txBody>
          <a:bodyPr vert="horz" wrap="square" lIns="91440" tIns="45720" rIns="91440" bIns="45720" numCol="1" anchor="t" anchorCtr="0" compatLnSpc="1">
            <a:prstTxWarp prst="textNoShape">
              <a:avLst/>
            </a:prstTxWarp>
            <a:noAutofit/>
          </a:bodyPr>
          <a:lstStyle/>
          <a:p>
            <a:endParaRPr lang="zh-CN" altLang="en-US"/>
          </a:p>
        </p:txBody>
      </p:sp>
      <p:sp>
        <p:nvSpPr>
          <p:cNvPr id="31" name="矩形: 圆角 30">
            <a:extLst>
              <a:ext uri="{FF2B5EF4-FFF2-40B4-BE49-F238E27FC236}">
                <a16:creationId xmlns:a16="http://schemas.microsoft.com/office/drawing/2014/main" id="{7251A230-1CF9-E9C7-35D0-3B4D18F72869}"/>
              </a:ext>
            </a:extLst>
          </p:cNvPr>
          <p:cNvSpPr>
            <a:spLocks/>
          </p:cNvSpPr>
          <p:nvPr/>
        </p:nvSpPr>
        <p:spPr bwMode="auto">
          <a:xfrm>
            <a:off x="660003" y="2514701"/>
            <a:ext cx="2109896" cy="431863"/>
          </a:xfrm>
          <a:prstGeom prst="roundRect">
            <a:avLst/>
          </a:prstGeom>
          <a:gradFill flip="none" rotWithShape="1">
            <a:gsLst>
              <a:gs pos="0">
                <a:schemeClr val="accent1">
                  <a:alpha val="10000"/>
                </a:schemeClr>
              </a:gs>
              <a:gs pos="100000">
                <a:schemeClr val="accent1">
                  <a:alpha val="0"/>
                </a:schemeClr>
              </a:gs>
            </a:gsLst>
            <a:lin ang="0" scaled="1"/>
            <a:tileRect/>
          </a:gradFill>
          <a:ln>
            <a:gradFill>
              <a:gsLst>
                <a:gs pos="0">
                  <a:schemeClr val="accent1">
                    <a:alpha val="0"/>
                  </a:schemeClr>
                </a:gs>
                <a:gs pos="100000">
                  <a:schemeClr val="accent1"/>
                </a:gs>
              </a:gsLst>
              <a:lin ang="10800000" scaled="0"/>
            </a:gradFill>
          </a:ln>
        </p:spPr>
        <p:txBody>
          <a:bodyPr vert="horz" wrap="square" lIns="91440" tIns="45720" rIns="91440" bIns="45720" numCol="1" anchor="t" anchorCtr="0" compatLnSpc="1">
            <a:prstTxWarp prst="textNoShape">
              <a:avLst/>
            </a:prstTxWarp>
            <a:noAutofit/>
          </a:bodyPr>
          <a:lstStyle/>
          <a:p>
            <a:endParaRPr lang="zh-CN" altLang="en-US"/>
          </a:p>
        </p:txBody>
      </p:sp>
      <p:sp>
        <p:nvSpPr>
          <p:cNvPr id="32" name="矩形: 圆角 31">
            <a:extLst>
              <a:ext uri="{FF2B5EF4-FFF2-40B4-BE49-F238E27FC236}">
                <a16:creationId xmlns:a16="http://schemas.microsoft.com/office/drawing/2014/main" id="{E78E7FC5-7564-D745-967F-3F8BF608C351}"/>
              </a:ext>
            </a:extLst>
          </p:cNvPr>
          <p:cNvSpPr>
            <a:spLocks/>
          </p:cNvSpPr>
          <p:nvPr/>
        </p:nvSpPr>
        <p:spPr bwMode="auto">
          <a:xfrm>
            <a:off x="660003" y="3120354"/>
            <a:ext cx="2109896" cy="431863"/>
          </a:xfrm>
          <a:prstGeom prst="roundRect">
            <a:avLst/>
          </a:prstGeom>
          <a:gradFill flip="none" rotWithShape="1">
            <a:gsLst>
              <a:gs pos="0">
                <a:schemeClr val="accent1">
                  <a:alpha val="10000"/>
                </a:schemeClr>
              </a:gs>
              <a:gs pos="100000">
                <a:schemeClr val="accent1">
                  <a:alpha val="0"/>
                </a:schemeClr>
              </a:gs>
            </a:gsLst>
            <a:lin ang="0" scaled="1"/>
            <a:tileRect/>
          </a:gradFill>
          <a:ln>
            <a:gradFill>
              <a:gsLst>
                <a:gs pos="0">
                  <a:schemeClr val="accent1">
                    <a:alpha val="0"/>
                  </a:schemeClr>
                </a:gs>
                <a:gs pos="100000">
                  <a:schemeClr val="accent1"/>
                </a:gs>
              </a:gsLst>
              <a:lin ang="10800000" scaled="0"/>
            </a:gradFill>
          </a:ln>
        </p:spPr>
        <p:txBody>
          <a:bodyPr vert="horz" wrap="square" lIns="91440" tIns="45720" rIns="91440" bIns="45720" numCol="1" anchor="t" anchorCtr="0" compatLnSpc="1">
            <a:prstTxWarp prst="textNoShape">
              <a:avLst/>
            </a:prstTxWarp>
            <a:noAutofit/>
          </a:bodyPr>
          <a:lstStyle/>
          <a:p>
            <a:endParaRPr lang="zh-CN" altLang="en-US"/>
          </a:p>
        </p:txBody>
      </p:sp>
      <p:grpSp>
        <p:nvGrpSpPr>
          <p:cNvPr id="2" name="组合 1">
            <a:extLst>
              <a:ext uri="{FF2B5EF4-FFF2-40B4-BE49-F238E27FC236}">
                <a16:creationId xmlns:a16="http://schemas.microsoft.com/office/drawing/2014/main" id="{56E21AF9-492A-2EF1-4441-6DA1ABDAB3F2}"/>
              </a:ext>
            </a:extLst>
          </p:cNvPr>
          <p:cNvGrpSpPr/>
          <p:nvPr/>
        </p:nvGrpSpPr>
        <p:grpSpPr>
          <a:xfrm>
            <a:off x="3756660" y="2474685"/>
            <a:ext cx="4678680" cy="3919996"/>
            <a:chOff x="3330707" y="1404119"/>
            <a:chExt cx="5576311" cy="4672070"/>
          </a:xfrm>
        </p:grpSpPr>
        <p:sp>
          <p:nvSpPr>
            <p:cNvPr id="38" name="椭圆 37">
              <a:extLst>
                <a:ext uri="{FF2B5EF4-FFF2-40B4-BE49-F238E27FC236}">
                  <a16:creationId xmlns:a16="http://schemas.microsoft.com/office/drawing/2014/main" id="{7C819F29-7CE1-74B9-71CF-0AC3FA281475}"/>
                </a:ext>
              </a:extLst>
            </p:cNvPr>
            <p:cNvSpPr/>
            <p:nvPr/>
          </p:nvSpPr>
          <p:spPr>
            <a:xfrm flipV="1">
              <a:off x="3330707" y="5534262"/>
              <a:ext cx="5576311" cy="541927"/>
            </a:xfrm>
            <a:prstGeom prst="ellipse">
              <a:avLst/>
            </a:prstGeom>
            <a:gradFill flip="none" rotWithShape="1">
              <a:gsLst>
                <a:gs pos="0">
                  <a:schemeClr val="accent1">
                    <a:alpha val="10000"/>
                  </a:schemeClr>
                </a:gs>
                <a:gs pos="80000">
                  <a:schemeClr val="accent1">
                    <a:alpha val="0"/>
                  </a:schemeClr>
                </a:gs>
                <a:gs pos="20000">
                  <a:schemeClr val="accent1">
                    <a:alpha val="0"/>
                  </a:schemeClr>
                </a:gs>
                <a:gs pos="100000">
                  <a:schemeClr val="accent1">
                    <a:alpha val="10000"/>
                  </a:schemeClr>
                </a:gs>
              </a:gsLst>
              <a:lin ang="10800000" scaled="1"/>
              <a:tileRect/>
            </a:gradFill>
            <a:ln w="6350">
              <a:gradFill>
                <a:gsLst>
                  <a:gs pos="13000">
                    <a:schemeClr val="accent1">
                      <a:alpha val="0"/>
                    </a:schemeClr>
                  </a:gs>
                  <a:gs pos="100000">
                    <a:schemeClr val="accent1"/>
                  </a:gs>
                </a:gsLst>
                <a:lin ang="16200000" scaled="0"/>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 name="椭圆 41">
              <a:extLst>
                <a:ext uri="{FF2B5EF4-FFF2-40B4-BE49-F238E27FC236}">
                  <a16:creationId xmlns:a16="http://schemas.microsoft.com/office/drawing/2014/main" id="{F0CF4A30-ED5A-A089-22C7-E82F871A0D97}"/>
                </a:ext>
              </a:extLst>
            </p:cNvPr>
            <p:cNvSpPr/>
            <p:nvPr/>
          </p:nvSpPr>
          <p:spPr>
            <a:xfrm>
              <a:off x="4069415" y="4786265"/>
              <a:ext cx="4076147" cy="83633"/>
            </a:xfrm>
            <a:prstGeom prst="ellipse">
              <a:avLst/>
            </a:prstGeom>
            <a:gradFill flip="none" rotWithShape="1">
              <a:gsLst>
                <a:gs pos="100000">
                  <a:schemeClr val="accent1">
                    <a:lumMod val="60000"/>
                    <a:lumOff val="40000"/>
                    <a:alpha val="50000"/>
                  </a:schemeClr>
                </a:gs>
                <a:gs pos="0">
                  <a:schemeClr val="accent1">
                    <a:alpha val="2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Freeform 9">
              <a:extLst>
                <a:ext uri="{FF2B5EF4-FFF2-40B4-BE49-F238E27FC236}">
                  <a16:creationId xmlns:a16="http://schemas.microsoft.com/office/drawing/2014/main" id="{C6ED525B-E772-E983-8029-E3EA95584975}"/>
                </a:ext>
              </a:extLst>
            </p:cNvPr>
            <p:cNvSpPr>
              <a:spLocks/>
            </p:cNvSpPr>
            <p:nvPr/>
          </p:nvSpPr>
          <p:spPr bwMode="auto">
            <a:xfrm>
              <a:off x="3509014" y="4795164"/>
              <a:ext cx="5196951" cy="1031738"/>
            </a:xfrm>
            <a:custGeom>
              <a:avLst/>
              <a:gdLst>
                <a:gd name="T0" fmla="*/ 6539 w 6655"/>
                <a:gd name="T1" fmla="*/ 1210 h 1651"/>
                <a:gd name="T2" fmla="*/ 6418 w 6655"/>
                <a:gd name="T3" fmla="*/ 967 h 1651"/>
                <a:gd name="T4" fmla="*/ 6418 w 6655"/>
                <a:gd name="T5" fmla="*/ 967 h 1651"/>
                <a:gd name="T6" fmla="*/ 6398 w 6655"/>
                <a:gd name="T7" fmla="*/ 927 h 1651"/>
                <a:gd name="T8" fmla="*/ 6227 w 6655"/>
                <a:gd name="T9" fmla="*/ 582 h 1651"/>
                <a:gd name="T10" fmla="*/ 6073 w 6655"/>
                <a:gd name="T11" fmla="*/ 270 h 1651"/>
                <a:gd name="T12" fmla="*/ 5939 w 6655"/>
                <a:gd name="T13" fmla="*/ 0 h 1651"/>
                <a:gd name="T14" fmla="*/ 5845 w 6655"/>
                <a:gd name="T15" fmla="*/ 10 h 1651"/>
                <a:gd name="T16" fmla="*/ 3308 w 6655"/>
                <a:gd name="T17" fmla="*/ 114 h 1651"/>
                <a:gd name="T18" fmla="*/ 772 w 6655"/>
                <a:gd name="T19" fmla="*/ 10 h 1651"/>
                <a:gd name="T20" fmla="*/ 714 w 6655"/>
                <a:gd name="T21" fmla="*/ 4 h 1651"/>
                <a:gd name="T22" fmla="*/ 270 w 6655"/>
                <a:gd name="T23" fmla="*/ 901 h 1651"/>
                <a:gd name="T24" fmla="*/ 237 w 6655"/>
                <a:gd name="T25" fmla="*/ 967 h 1651"/>
                <a:gd name="T26" fmla="*/ 237 w 6655"/>
                <a:gd name="T27" fmla="*/ 967 h 1651"/>
                <a:gd name="T28" fmla="*/ 0 w 6655"/>
                <a:gd name="T29" fmla="*/ 1446 h 1651"/>
                <a:gd name="T30" fmla="*/ 21 w 6655"/>
                <a:gd name="T31" fmla="*/ 1450 h 1651"/>
                <a:gd name="T32" fmla="*/ 3328 w 6655"/>
                <a:gd name="T33" fmla="*/ 1651 h 1651"/>
                <a:gd name="T34" fmla="*/ 6634 w 6655"/>
                <a:gd name="T35" fmla="*/ 1450 h 1651"/>
                <a:gd name="T36" fmla="*/ 6655 w 6655"/>
                <a:gd name="T37" fmla="*/ 1446 h 1651"/>
                <a:gd name="T38" fmla="*/ 6539 w 6655"/>
                <a:gd name="T39" fmla="*/ 1210 h 1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55" h="1651">
                  <a:moveTo>
                    <a:pt x="6539" y="1210"/>
                  </a:moveTo>
                  <a:cubicBezTo>
                    <a:pt x="6418" y="967"/>
                    <a:pt x="6418" y="967"/>
                    <a:pt x="6418" y="967"/>
                  </a:cubicBezTo>
                  <a:cubicBezTo>
                    <a:pt x="6418" y="967"/>
                    <a:pt x="6418" y="967"/>
                    <a:pt x="6418" y="967"/>
                  </a:cubicBezTo>
                  <a:cubicBezTo>
                    <a:pt x="6398" y="927"/>
                    <a:pt x="6398" y="927"/>
                    <a:pt x="6398" y="927"/>
                  </a:cubicBezTo>
                  <a:cubicBezTo>
                    <a:pt x="6227" y="582"/>
                    <a:pt x="6227" y="582"/>
                    <a:pt x="6227" y="582"/>
                  </a:cubicBezTo>
                  <a:cubicBezTo>
                    <a:pt x="6073" y="270"/>
                    <a:pt x="6073" y="270"/>
                    <a:pt x="6073" y="270"/>
                  </a:cubicBezTo>
                  <a:cubicBezTo>
                    <a:pt x="5939" y="0"/>
                    <a:pt x="5939" y="0"/>
                    <a:pt x="5939" y="0"/>
                  </a:cubicBezTo>
                  <a:cubicBezTo>
                    <a:pt x="5845" y="10"/>
                    <a:pt x="5845" y="10"/>
                    <a:pt x="5845" y="10"/>
                  </a:cubicBezTo>
                  <a:cubicBezTo>
                    <a:pt x="5155" y="75"/>
                    <a:pt x="4272" y="114"/>
                    <a:pt x="3308" y="114"/>
                  </a:cubicBezTo>
                  <a:cubicBezTo>
                    <a:pt x="2345" y="114"/>
                    <a:pt x="1461" y="75"/>
                    <a:pt x="772" y="10"/>
                  </a:cubicBezTo>
                  <a:cubicBezTo>
                    <a:pt x="714" y="4"/>
                    <a:pt x="714" y="4"/>
                    <a:pt x="714" y="4"/>
                  </a:cubicBezTo>
                  <a:cubicBezTo>
                    <a:pt x="270" y="901"/>
                    <a:pt x="270" y="901"/>
                    <a:pt x="270" y="901"/>
                  </a:cubicBezTo>
                  <a:cubicBezTo>
                    <a:pt x="237" y="967"/>
                    <a:pt x="237" y="967"/>
                    <a:pt x="237" y="967"/>
                  </a:cubicBezTo>
                  <a:cubicBezTo>
                    <a:pt x="237" y="967"/>
                    <a:pt x="237" y="967"/>
                    <a:pt x="237" y="967"/>
                  </a:cubicBezTo>
                  <a:cubicBezTo>
                    <a:pt x="0" y="1446"/>
                    <a:pt x="0" y="1446"/>
                    <a:pt x="0" y="1446"/>
                  </a:cubicBezTo>
                  <a:cubicBezTo>
                    <a:pt x="21" y="1450"/>
                    <a:pt x="21" y="1450"/>
                    <a:pt x="21" y="1450"/>
                  </a:cubicBezTo>
                  <a:cubicBezTo>
                    <a:pt x="738" y="1571"/>
                    <a:pt x="1951" y="1651"/>
                    <a:pt x="3328" y="1651"/>
                  </a:cubicBezTo>
                  <a:cubicBezTo>
                    <a:pt x="4704" y="1651"/>
                    <a:pt x="5917" y="1571"/>
                    <a:pt x="6634" y="1450"/>
                  </a:cubicBezTo>
                  <a:cubicBezTo>
                    <a:pt x="6655" y="1446"/>
                    <a:pt x="6655" y="1446"/>
                    <a:pt x="6655" y="1446"/>
                  </a:cubicBezTo>
                  <a:lnTo>
                    <a:pt x="6539" y="1210"/>
                  </a:lnTo>
                  <a:close/>
                </a:path>
              </a:pathLst>
            </a:custGeom>
            <a:gradFill>
              <a:gsLst>
                <a:gs pos="0">
                  <a:schemeClr val="accent1"/>
                </a:gs>
                <a:gs pos="100000">
                  <a:schemeClr val="accent1">
                    <a:alpha val="19000"/>
                  </a:schemeClr>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5">
              <a:extLst>
                <a:ext uri="{FF2B5EF4-FFF2-40B4-BE49-F238E27FC236}">
                  <a16:creationId xmlns:a16="http://schemas.microsoft.com/office/drawing/2014/main" id="{08948B33-BD7B-E865-2B09-7DC49EC25BA9}"/>
                </a:ext>
              </a:extLst>
            </p:cNvPr>
            <p:cNvSpPr>
              <a:spLocks/>
            </p:cNvSpPr>
            <p:nvPr/>
          </p:nvSpPr>
          <p:spPr bwMode="auto">
            <a:xfrm>
              <a:off x="5286065" y="1404119"/>
              <a:ext cx="1652102" cy="1348912"/>
            </a:xfrm>
            <a:custGeom>
              <a:avLst/>
              <a:gdLst>
                <a:gd name="T0" fmla="*/ 1058 w 2115"/>
                <a:gd name="T1" fmla="*/ 0 h 2159"/>
                <a:gd name="T2" fmla="*/ 442 w 2115"/>
                <a:gd name="T3" fmla="*/ 1247 h 2159"/>
                <a:gd name="T4" fmla="*/ 411 w 2115"/>
                <a:gd name="T5" fmla="*/ 1309 h 2159"/>
                <a:gd name="T6" fmla="*/ 0 w 2115"/>
                <a:gd name="T7" fmla="*/ 2143 h 2159"/>
                <a:gd name="T8" fmla="*/ 235 w 2115"/>
                <a:gd name="T9" fmla="*/ 2150 h 2159"/>
                <a:gd name="T10" fmla="*/ 1038 w 2115"/>
                <a:gd name="T11" fmla="*/ 2159 h 2159"/>
                <a:gd name="T12" fmla="*/ 1842 w 2115"/>
                <a:gd name="T13" fmla="*/ 2150 h 2159"/>
                <a:gd name="T14" fmla="*/ 2115 w 2115"/>
                <a:gd name="T15" fmla="*/ 2142 h 2159"/>
                <a:gd name="T16" fmla="*/ 1704 w 2115"/>
                <a:gd name="T17" fmla="*/ 1310 h 2159"/>
                <a:gd name="T18" fmla="*/ 1674 w 2115"/>
                <a:gd name="T19" fmla="*/ 1248 h 2159"/>
                <a:gd name="T20" fmla="*/ 1058 w 2115"/>
                <a:gd name="T21" fmla="*/ 0 h 2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15" h="2159">
                  <a:moveTo>
                    <a:pt x="1058" y="0"/>
                  </a:moveTo>
                  <a:cubicBezTo>
                    <a:pt x="442" y="1247"/>
                    <a:pt x="442" y="1247"/>
                    <a:pt x="442" y="1247"/>
                  </a:cubicBezTo>
                  <a:cubicBezTo>
                    <a:pt x="411" y="1309"/>
                    <a:pt x="411" y="1309"/>
                    <a:pt x="411" y="1309"/>
                  </a:cubicBezTo>
                  <a:cubicBezTo>
                    <a:pt x="0" y="2143"/>
                    <a:pt x="0" y="2143"/>
                    <a:pt x="0" y="2143"/>
                  </a:cubicBezTo>
                  <a:cubicBezTo>
                    <a:pt x="235" y="2150"/>
                    <a:pt x="235" y="2150"/>
                    <a:pt x="235" y="2150"/>
                  </a:cubicBezTo>
                  <a:cubicBezTo>
                    <a:pt x="494" y="2156"/>
                    <a:pt x="763" y="2159"/>
                    <a:pt x="1038" y="2159"/>
                  </a:cubicBezTo>
                  <a:cubicBezTo>
                    <a:pt x="1313" y="2159"/>
                    <a:pt x="1582" y="2156"/>
                    <a:pt x="1842" y="2150"/>
                  </a:cubicBezTo>
                  <a:cubicBezTo>
                    <a:pt x="2115" y="2142"/>
                    <a:pt x="2115" y="2142"/>
                    <a:pt x="2115" y="2142"/>
                  </a:cubicBezTo>
                  <a:cubicBezTo>
                    <a:pt x="1704" y="1310"/>
                    <a:pt x="1704" y="1310"/>
                    <a:pt x="1704" y="1310"/>
                  </a:cubicBezTo>
                  <a:cubicBezTo>
                    <a:pt x="1674" y="1248"/>
                    <a:pt x="1674" y="1248"/>
                    <a:pt x="1674" y="1248"/>
                  </a:cubicBezTo>
                  <a:cubicBezTo>
                    <a:pt x="1058" y="0"/>
                    <a:pt x="1058" y="0"/>
                    <a:pt x="1058" y="0"/>
                  </a:cubicBezTo>
                </a:path>
              </a:pathLst>
            </a:custGeom>
            <a:gradFill flip="none" rotWithShape="1">
              <a:gsLst>
                <a:gs pos="0">
                  <a:schemeClr val="accent1"/>
                </a:gs>
                <a:gs pos="100000">
                  <a:schemeClr val="accent1">
                    <a:alpha val="19000"/>
                  </a:schemeClr>
                </a:gs>
              </a:gsLst>
              <a:lin ang="0" scaled="1"/>
              <a:tileRect/>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5" name="Freeform 8">
              <a:extLst>
                <a:ext uri="{FF2B5EF4-FFF2-40B4-BE49-F238E27FC236}">
                  <a16:creationId xmlns:a16="http://schemas.microsoft.com/office/drawing/2014/main" id="{A221DC12-855C-8EF0-3864-86F288D32A9D}"/>
                </a:ext>
              </a:extLst>
            </p:cNvPr>
            <p:cNvSpPr>
              <a:spLocks/>
            </p:cNvSpPr>
            <p:nvPr/>
          </p:nvSpPr>
          <p:spPr bwMode="auto">
            <a:xfrm>
              <a:off x="4682917" y="2801271"/>
              <a:ext cx="2859942" cy="967564"/>
            </a:xfrm>
            <a:custGeom>
              <a:avLst/>
              <a:gdLst>
                <a:gd name="T0" fmla="*/ 3282 w 3663"/>
                <a:gd name="T1" fmla="*/ 727 h 1547"/>
                <a:gd name="T2" fmla="*/ 3282 w 3663"/>
                <a:gd name="T3" fmla="*/ 727 h 1547"/>
                <a:gd name="T4" fmla="*/ 3250 w 3663"/>
                <a:gd name="T5" fmla="*/ 664 h 1547"/>
                <a:gd name="T6" fmla="*/ 2921 w 3663"/>
                <a:gd name="T7" fmla="*/ 0 h 1547"/>
                <a:gd name="T8" fmla="*/ 2617 w 3663"/>
                <a:gd name="T9" fmla="*/ 9 h 1547"/>
                <a:gd name="T10" fmla="*/ 1812 w 3663"/>
                <a:gd name="T11" fmla="*/ 18 h 1547"/>
                <a:gd name="T12" fmla="*/ 1008 w 3663"/>
                <a:gd name="T13" fmla="*/ 9 h 1547"/>
                <a:gd name="T14" fmla="*/ 742 w 3663"/>
                <a:gd name="T15" fmla="*/ 1 h 1547"/>
                <a:gd name="T16" fmla="*/ 642 w 3663"/>
                <a:gd name="T17" fmla="*/ 204 h 1547"/>
                <a:gd name="T18" fmla="*/ 507 w 3663"/>
                <a:gd name="T19" fmla="*/ 475 h 1547"/>
                <a:gd name="T20" fmla="*/ 414 w 3663"/>
                <a:gd name="T21" fmla="*/ 662 h 1547"/>
                <a:gd name="T22" fmla="*/ 383 w 3663"/>
                <a:gd name="T23" fmla="*/ 725 h 1547"/>
                <a:gd name="T24" fmla="*/ 231 w 3663"/>
                <a:gd name="T25" fmla="*/ 1032 h 1547"/>
                <a:gd name="T26" fmla="*/ 0 w 3663"/>
                <a:gd name="T27" fmla="*/ 1497 h 1547"/>
                <a:gd name="T28" fmla="*/ 258 w 3663"/>
                <a:gd name="T29" fmla="*/ 1512 h 1547"/>
                <a:gd name="T30" fmla="*/ 1812 w 3663"/>
                <a:gd name="T31" fmla="*/ 1547 h 1547"/>
                <a:gd name="T32" fmla="*/ 3367 w 3663"/>
                <a:gd name="T33" fmla="*/ 1512 h 1547"/>
                <a:gd name="T34" fmla="*/ 3663 w 3663"/>
                <a:gd name="T35" fmla="*/ 1495 h 1547"/>
                <a:gd name="T36" fmla="*/ 3282 w 3663"/>
                <a:gd name="T37" fmla="*/ 727 h 1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663" h="1547">
                  <a:moveTo>
                    <a:pt x="3282" y="727"/>
                  </a:moveTo>
                  <a:cubicBezTo>
                    <a:pt x="3282" y="727"/>
                    <a:pt x="3282" y="727"/>
                    <a:pt x="3282" y="727"/>
                  </a:cubicBezTo>
                  <a:cubicBezTo>
                    <a:pt x="3250" y="664"/>
                    <a:pt x="3250" y="664"/>
                    <a:pt x="3250" y="664"/>
                  </a:cubicBezTo>
                  <a:cubicBezTo>
                    <a:pt x="2921" y="0"/>
                    <a:pt x="2921" y="0"/>
                    <a:pt x="2921" y="0"/>
                  </a:cubicBezTo>
                  <a:cubicBezTo>
                    <a:pt x="2617" y="9"/>
                    <a:pt x="2617" y="9"/>
                    <a:pt x="2617" y="9"/>
                  </a:cubicBezTo>
                  <a:cubicBezTo>
                    <a:pt x="2357" y="15"/>
                    <a:pt x="2088" y="18"/>
                    <a:pt x="1812" y="18"/>
                  </a:cubicBezTo>
                  <a:cubicBezTo>
                    <a:pt x="1537" y="18"/>
                    <a:pt x="1268" y="15"/>
                    <a:pt x="1008" y="9"/>
                  </a:cubicBezTo>
                  <a:cubicBezTo>
                    <a:pt x="742" y="1"/>
                    <a:pt x="742" y="1"/>
                    <a:pt x="742" y="1"/>
                  </a:cubicBezTo>
                  <a:cubicBezTo>
                    <a:pt x="642" y="204"/>
                    <a:pt x="642" y="204"/>
                    <a:pt x="642" y="204"/>
                  </a:cubicBezTo>
                  <a:cubicBezTo>
                    <a:pt x="507" y="475"/>
                    <a:pt x="507" y="475"/>
                    <a:pt x="507" y="475"/>
                  </a:cubicBezTo>
                  <a:cubicBezTo>
                    <a:pt x="414" y="662"/>
                    <a:pt x="414" y="662"/>
                    <a:pt x="414" y="662"/>
                  </a:cubicBezTo>
                  <a:cubicBezTo>
                    <a:pt x="383" y="725"/>
                    <a:pt x="383" y="725"/>
                    <a:pt x="383" y="725"/>
                  </a:cubicBezTo>
                  <a:cubicBezTo>
                    <a:pt x="231" y="1032"/>
                    <a:pt x="231" y="1032"/>
                    <a:pt x="231" y="1032"/>
                  </a:cubicBezTo>
                  <a:cubicBezTo>
                    <a:pt x="0" y="1497"/>
                    <a:pt x="0" y="1497"/>
                    <a:pt x="0" y="1497"/>
                  </a:cubicBezTo>
                  <a:cubicBezTo>
                    <a:pt x="258" y="1512"/>
                    <a:pt x="258" y="1512"/>
                    <a:pt x="258" y="1512"/>
                  </a:cubicBezTo>
                  <a:cubicBezTo>
                    <a:pt x="736" y="1535"/>
                    <a:pt x="1261" y="1547"/>
                    <a:pt x="1812" y="1547"/>
                  </a:cubicBezTo>
                  <a:cubicBezTo>
                    <a:pt x="2364" y="1547"/>
                    <a:pt x="2889" y="1535"/>
                    <a:pt x="3367" y="1512"/>
                  </a:cubicBezTo>
                  <a:cubicBezTo>
                    <a:pt x="3663" y="1495"/>
                    <a:pt x="3663" y="1495"/>
                    <a:pt x="3663" y="1495"/>
                  </a:cubicBezTo>
                  <a:lnTo>
                    <a:pt x="3282" y="727"/>
                  </a:lnTo>
                  <a:close/>
                </a:path>
              </a:pathLst>
            </a:custGeom>
            <a:gradFill>
              <a:gsLst>
                <a:gs pos="0">
                  <a:schemeClr val="accent1"/>
                </a:gs>
                <a:gs pos="100000">
                  <a:schemeClr val="accent1">
                    <a:alpha val="19000"/>
                  </a:schemeClr>
                </a:gs>
              </a:gsLst>
              <a:lin ang="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7" name="TextBox 19">
              <a:extLst>
                <a:ext uri="{FF2B5EF4-FFF2-40B4-BE49-F238E27FC236}">
                  <a16:creationId xmlns:a16="http://schemas.microsoft.com/office/drawing/2014/main" id="{7F1B8D6B-9E44-8F17-17F6-F43FE2F528DF}"/>
                </a:ext>
              </a:extLst>
            </p:cNvPr>
            <p:cNvSpPr txBox="1"/>
            <p:nvPr/>
          </p:nvSpPr>
          <p:spPr bwMode="auto">
            <a:xfrm>
              <a:off x="5681099" y="1883523"/>
              <a:ext cx="862039" cy="700178"/>
            </a:xfrm>
            <a:prstGeom prst="rect">
              <a:avLst/>
            </a:prstGeom>
            <a:noFill/>
          </p:spPr>
          <p:txBody>
            <a:bodyPr wrap="none">
              <a:spAutoFit/>
            </a:bodyPr>
            <a:lstStyle/>
            <a:p>
              <a:pPr algn="ctr" eaLnBrk="1" fontAlgn="auto" hangingPunct="1">
                <a:lnSpc>
                  <a:spcPct val="120000"/>
                </a:lnSpc>
                <a:spcBef>
                  <a:spcPts val="0"/>
                </a:spcBef>
                <a:spcAft>
                  <a:spcPts val="0"/>
                </a:spcAft>
                <a:defRPr/>
              </a:pPr>
              <a:r>
                <a:rPr lang="zh-CN" altLang="en-US" sz="1400" b="1" kern="0" dirty="0">
                  <a:latin typeface="+mj-ea"/>
                  <a:ea typeface="+mj-ea"/>
                  <a:cs typeface="+mn-ea"/>
                  <a:sym typeface="+mn-lt"/>
                </a:rPr>
                <a:t>金牌</a:t>
              </a:r>
              <a:endParaRPr lang="en-US" altLang="zh-CN" sz="1400" b="1" kern="0" dirty="0">
                <a:latin typeface="+mj-ea"/>
                <a:ea typeface="+mj-ea"/>
                <a:cs typeface="+mn-ea"/>
                <a:sym typeface="+mn-lt"/>
              </a:endParaRPr>
            </a:p>
            <a:p>
              <a:pPr algn="ctr" eaLnBrk="1" fontAlgn="auto" hangingPunct="1">
                <a:lnSpc>
                  <a:spcPct val="120000"/>
                </a:lnSpc>
                <a:spcBef>
                  <a:spcPts val="0"/>
                </a:spcBef>
                <a:spcAft>
                  <a:spcPts val="0"/>
                </a:spcAft>
                <a:defRPr/>
              </a:pPr>
              <a:r>
                <a:rPr lang="zh-CN" altLang="en-US" sz="1400" b="1" kern="0" dirty="0">
                  <a:latin typeface="+mj-ea"/>
                  <a:ea typeface="+mj-ea"/>
                  <a:cs typeface="+mn-ea"/>
                  <a:sym typeface="+mn-lt"/>
                </a:rPr>
                <a:t>服务商</a:t>
              </a:r>
            </a:p>
          </p:txBody>
        </p:sp>
        <p:sp>
          <p:nvSpPr>
            <p:cNvPr id="48" name="TextBox 19">
              <a:extLst>
                <a:ext uri="{FF2B5EF4-FFF2-40B4-BE49-F238E27FC236}">
                  <a16:creationId xmlns:a16="http://schemas.microsoft.com/office/drawing/2014/main" id="{C8C038F8-5999-273E-9E9C-B07F7F2A71BA}"/>
                </a:ext>
              </a:extLst>
            </p:cNvPr>
            <p:cNvSpPr txBox="1"/>
            <p:nvPr/>
          </p:nvSpPr>
          <p:spPr bwMode="auto">
            <a:xfrm>
              <a:off x="5327774" y="3073764"/>
              <a:ext cx="1570229" cy="432396"/>
            </a:xfrm>
            <a:prstGeom prst="rect">
              <a:avLst/>
            </a:prstGeom>
            <a:noFill/>
          </p:spPr>
          <p:txBody>
            <a:bodyPr wrap="square">
              <a:spAutoFit/>
            </a:bodyPr>
            <a:lstStyle/>
            <a:p>
              <a:pPr algn="ctr">
                <a:lnSpc>
                  <a:spcPct val="120000"/>
                </a:lnSpc>
                <a:defRPr/>
              </a:pPr>
              <a:r>
                <a:rPr lang="zh-CN" altLang="en-US" sz="1600" b="1" kern="0" dirty="0">
                  <a:latin typeface="+mj-ea"/>
                  <a:ea typeface="+mj-ea"/>
                  <a:cs typeface="+mn-ea"/>
                  <a:sym typeface="+mn-lt"/>
                </a:rPr>
                <a:t>认证服务商</a:t>
              </a:r>
            </a:p>
          </p:txBody>
        </p:sp>
        <p:sp>
          <p:nvSpPr>
            <p:cNvPr id="51" name="TextBox 19">
              <a:extLst>
                <a:ext uri="{FF2B5EF4-FFF2-40B4-BE49-F238E27FC236}">
                  <a16:creationId xmlns:a16="http://schemas.microsoft.com/office/drawing/2014/main" id="{988AB2DF-1D87-36AB-261D-257F82BB5342}"/>
                </a:ext>
              </a:extLst>
            </p:cNvPr>
            <p:cNvSpPr txBox="1"/>
            <p:nvPr/>
          </p:nvSpPr>
          <p:spPr bwMode="auto">
            <a:xfrm>
              <a:off x="5390694" y="5148761"/>
              <a:ext cx="1442846" cy="432396"/>
            </a:xfrm>
            <a:prstGeom prst="rect">
              <a:avLst/>
            </a:prstGeom>
            <a:noFill/>
          </p:spPr>
          <p:txBody>
            <a:bodyPr wrap="none">
              <a:spAutoFit/>
            </a:bodyPr>
            <a:lstStyle/>
            <a:p>
              <a:pPr algn="ctr" eaLnBrk="1" fontAlgn="auto" hangingPunct="1">
                <a:lnSpc>
                  <a:spcPct val="120000"/>
                </a:lnSpc>
                <a:spcBef>
                  <a:spcPts val="0"/>
                </a:spcBef>
                <a:spcAft>
                  <a:spcPts val="0"/>
                </a:spcAft>
                <a:defRPr/>
              </a:pPr>
              <a:r>
                <a:rPr lang="zh-CN" altLang="en-US" sz="1600" b="1" kern="0" dirty="0">
                  <a:latin typeface="+mj-ea"/>
                  <a:ea typeface="+mj-ea"/>
                  <a:cs typeface="+mn-ea"/>
                  <a:sym typeface="+mn-lt"/>
                </a:rPr>
                <a:t>入驻服务商</a:t>
              </a:r>
            </a:p>
          </p:txBody>
        </p:sp>
        <p:sp>
          <p:nvSpPr>
            <p:cNvPr id="40" name="椭圆 39">
              <a:extLst>
                <a:ext uri="{FF2B5EF4-FFF2-40B4-BE49-F238E27FC236}">
                  <a16:creationId xmlns:a16="http://schemas.microsoft.com/office/drawing/2014/main" id="{FA6845E0-D893-7D2E-A079-9CA7272B50B9}"/>
                </a:ext>
              </a:extLst>
            </p:cNvPr>
            <p:cNvSpPr/>
            <p:nvPr/>
          </p:nvSpPr>
          <p:spPr>
            <a:xfrm>
              <a:off x="5260568" y="2751277"/>
              <a:ext cx="1704640" cy="106199"/>
            </a:xfrm>
            <a:prstGeom prst="ellipse">
              <a:avLst/>
            </a:prstGeom>
            <a:gradFill flip="none" rotWithShape="1">
              <a:gsLst>
                <a:gs pos="100000">
                  <a:schemeClr val="accent1">
                    <a:lumMod val="60000"/>
                    <a:lumOff val="40000"/>
                    <a:alpha val="50000"/>
                  </a:schemeClr>
                </a:gs>
                <a:gs pos="0">
                  <a:schemeClr val="accent1">
                    <a:alpha val="2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a:extLst>
                <a:ext uri="{FF2B5EF4-FFF2-40B4-BE49-F238E27FC236}">
                  <a16:creationId xmlns:a16="http://schemas.microsoft.com/office/drawing/2014/main" id="{8EC056BC-1903-6A72-E765-894E9B7554C3}"/>
                </a:ext>
              </a:extLst>
            </p:cNvPr>
            <p:cNvSpPr/>
            <p:nvPr/>
          </p:nvSpPr>
          <p:spPr>
            <a:xfrm>
              <a:off x="4653950" y="3765537"/>
              <a:ext cx="2907079" cy="93278"/>
            </a:xfrm>
            <a:prstGeom prst="ellipse">
              <a:avLst/>
            </a:prstGeom>
            <a:gradFill flip="none" rotWithShape="1">
              <a:gsLst>
                <a:gs pos="100000">
                  <a:schemeClr val="accent1">
                    <a:lumMod val="60000"/>
                    <a:lumOff val="40000"/>
                    <a:alpha val="50000"/>
                  </a:schemeClr>
                </a:gs>
                <a:gs pos="0">
                  <a:schemeClr val="accent1">
                    <a:alpha val="2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Freeform 6">
              <a:extLst>
                <a:ext uri="{FF2B5EF4-FFF2-40B4-BE49-F238E27FC236}">
                  <a16:creationId xmlns:a16="http://schemas.microsoft.com/office/drawing/2014/main" id="{286A29C9-9786-3AE6-CDEA-B76F790095D2}"/>
                </a:ext>
              </a:extLst>
            </p:cNvPr>
            <p:cNvSpPr>
              <a:spLocks/>
            </p:cNvSpPr>
            <p:nvPr/>
          </p:nvSpPr>
          <p:spPr bwMode="auto">
            <a:xfrm>
              <a:off x="4085938" y="3805127"/>
              <a:ext cx="4043102" cy="981139"/>
            </a:xfrm>
            <a:custGeom>
              <a:avLst/>
              <a:gdLst>
                <a:gd name="T0" fmla="*/ 4451 w 5177"/>
                <a:gd name="T1" fmla="*/ 0 h 1570"/>
                <a:gd name="T2" fmla="*/ 4125 w 5177"/>
                <a:gd name="T3" fmla="*/ 18 h 1570"/>
                <a:gd name="T4" fmla="*/ 2570 w 5177"/>
                <a:gd name="T5" fmla="*/ 54 h 1570"/>
                <a:gd name="T6" fmla="*/ 1015 w 5177"/>
                <a:gd name="T7" fmla="*/ 18 h 1570"/>
                <a:gd name="T8" fmla="*/ 727 w 5177"/>
                <a:gd name="T9" fmla="*/ 2 h 1570"/>
                <a:gd name="T10" fmla="*/ 363 w 5177"/>
                <a:gd name="T11" fmla="*/ 735 h 1570"/>
                <a:gd name="T12" fmla="*/ 331 w 5177"/>
                <a:gd name="T13" fmla="*/ 798 h 1570"/>
                <a:gd name="T14" fmla="*/ 0 w 5177"/>
                <a:gd name="T15" fmla="*/ 1463 h 1570"/>
                <a:gd name="T16" fmla="*/ 29 w 5177"/>
                <a:gd name="T17" fmla="*/ 1466 h 1570"/>
                <a:gd name="T18" fmla="*/ 2570 w 5177"/>
                <a:gd name="T19" fmla="*/ 1570 h 1570"/>
                <a:gd name="T20" fmla="*/ 5111 w 5177"/>
                <a:gd name="T21" fmla="*/ 1466 h 1570"/>
                <a:gd name="T22" fmla="*/ 5177 w 5177"/>
                <a:gd name="T23" fmla="*/ 1459 h 1570"/>
                <a:gd name="T24" fmla="*/ 4850 w 5177"/>
                <a:gd name="T25" fmla="*/ 802 h 1570"/>
                <a:gd name="T26" fmla="*/ 4818 w 5177"/>
                <a:gd name="T27" fmla="*/ 738 h 1570"/>
                <a:gd name="T28" fmla="*/ 4451 w 5177"/>
                <a:gd name="T29" fmla="*/ 0 h 1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177" h="1570">
                  <a:moveTo>
                    <a:pt x="4451" y="0"/>
                  </a:moveTo>
                  <a:cubicBezTo>
                    <a:pt x="4125" y="18"/>
                    <a:pt x="4125" y="18"/>
                    <a:pt x="4125" y="18"/>
                  </a:cubicBezTo>
                  <a:cubicBezTo>
                    <a:pt x="3647" y="41"/>
                    <a:pt x="3122" y="54"/>
                    <a:pt x="2570" y="54"/>
                  </a:cubicBezTo>
                  <a:cubicBezTo>
                    <a:pt x="2019" y="54"/>
                    <a:pt x="1493" y="41"/>
                    <a:pt x="1015" y="18"/>
                  </a:cubicBezTo>
                  <a:cubicBezTo>
                    <a:pt x="727" y="2"/>
                    <a:pt x="727" y="2"/>
                    <a:pt x="727" y="2"/>
                  </a:cubicBezTo>
                  <a:cubicBezTo>
                    <a:pt x="363" y="735"/>
                    <a:pt x="363" y="735"/>
                    <a:pt x="363" y="735"/>
                  </a:cubicBezTo>
                  <a:cubicBezTo>
                    <a:pt x="331" y="798"/>
                    <a:pt x="331" y="798"/>
                    <a:pt x="331" y="798"/>
                  </a:cubicBezTo>
                  <a:cubicBezTo>
                    <a:pt x="0" y="1463"/>
                    <a:pt x="0" y="1463"/>
                    <a:pt x="0" y="1463"/>
                  </a:cubicBezTo>
                  <a:cubicBezTo>
                    <a:pt x="29" y="1466"/>
                    <a:pt x="29" y="1466"/>
                    <a:pt x="29" y="1466"/>
                  </a:cubicBezTo>
                  <a:cubicBezTo>
                    <a:pt x="720" y="1531"/>
                    <a:pt x="1605" y="1570"/>
                    <a:pt x="2570" y="1570"/>
                  </a:cubicBezTo>
                  <a:cubicBezTo>
                    <a:pt x="3535" y="1570"/>
                    <a:pt x="4420" y="1531"/>
                    <a:pt x="5111" y="1466"/>
                  </a:cubicBezTo>
                  <a:cubicBezTo>
                    <a:pt x="5177" y="1459"/>
                    <a:pt x="5177" y="1459"/>
                    <a:pt x="5177" y="1459"/>
                  </a:cubicBezTo>
                  <a:cubicBezTo>
                    <a:pt x="4850" y="802"/>
                    <a:pt x="4850" y="802"/>
                    <a:pt x="4850" y="802"/>
                  </a:cubicBezTo>
                  <a:cubicBezTo>
                    <a:pt x="4818" y="738"/>
                    <a:pt x="4818" y="738"/>
                    <a:pt x="4818" y="738"/>
                  </a:cubicBezTo>
                  <a:cubicBezTo>
                    <a:pt x="4451" y="0"/>
                    <a:pt x="4451" y="0"/>
                    <a:pt x="4451" y="0"/>
                  </a:cubicBezTo>
                </a:path>
              </a:pathLst>
            </a:custGeom>
            <a:gradFill>
              <a:gsLst>
                <a:gs pos="0">
                  <a:schemeClr val="accent1"/>
                </a:gs>
                <a:gs pos="100000">
                  <a:schemeClr val="accent1">
                    <a:alpha val="19000"/>
                  </a:schemeClr>
                </a:gs>
              </a:gsLst>
              <a:lin ang="0" scaled="1"/>
            </a:gra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50" name="TextBox 19">
              <a:extLst>
                <a:ext uri="{FF2B5EF4-FFF2-40B4-BE49-F238E27FC236}">
                  <a16:creationId xmlns:a16="http://schemas.microsoft.com/office/drawing/2014/main" id="{0AE4E34C-DCB3-847D-0295-A37BC1AC369E}"/>
                </a:ext>
              </a:extLst>
            </p:cNvPr>
            <p:cNvSpPr txBox="1"/>
            <p:nvPr/>
          </p:nvSpPr>
          <p:spPr bwMode="auto">
            <a:xfrm>
              <a:off x="5268416" y="4077524"/>
              <a:ext cx="1687396" cy="432396"/>
            </a:xfrm>
            <a:prstGeom prst="rect">
              <a:avLst/>
            </a:prstGeom>
            <a:noFill/>
          </p:spPr>
          <p:txBody>
            <a:bodyPr wrap="none">
              <a:spAutoFit/>
            </a:bodyPr>
            <a:lstStyle/>
            <a:p>
              <a:pPr algn="ctr" eaLnBrk="1" fontAlgn="auto" hangingPunct="1">
                <a:lnSpc>
                  <a:spcPct val="120000"/>
                </a:lnSpc>
                <a:spcBef>
                  <a:spcPts val="0"/>
                </a:spcBef>
                <a:spcAft>
                  <a:spcPts val="0"/>
                </a:spcAft>
                <a:defRPr/>
              </a:pPr>
              <a:r>
                <a:rPr lang="zh-CN" altLang="en-US" sz="1600" b="1" kern="0" dirty="0">
                  <a:latin typeface="+mj-ea"/>
                  <a:ea typeface="+mj-ea"/>
                  <a:cs typeface="+mn-ea"/>
                  <a:sym typeface="+mn-lt"/>
                </a:rPr>
                <a:t>新手村服务商</a:t>
              </a:r>
            </a:p>
          </p:txBody>
        </p:sp>
      </p:grpSp>
      <p:sp>
        <p:nvSpPr>
          <p:cNvPr id="52" name="文本框 51">
            <a:extLst>
              <a:ext uri="{FF2B5EF4-FFF2-40B4-BE49-F238E27FC236}">
                <a16:creationId xmlns:a16="http://schemas.microsoft.com/office/drawing/2014/main" id="{DBF450C1-8190-CBF7-E621-3D5672AE7127}"/>
              </a:ext>
            </a:extLst>
          </p:cNvPr>
          <p:cNvSpPr txBox="1"/>
          <p:nvPr/>
        </p:nvSpPr>
        <p:spPr>
          <a:xfrm>
            <a:off x="719919" y="1314015"/>
            <a:ext cx="1791742" cy="410625"/>
          </a:xfrm>
          <a:prstGeom prst="rect">
            <a:avLst/>
          </a:prstGeom>
          <a:noFill/>
        </p:spPr>
        <p:txBody>
          <a:bodyPr wrap="square">
            <a:spAutoFit/>
          </a:bodyPr>
          <a:lstStyle/>
          <a:p>
            <a:pPr algn="r">
              <a:lnSpc>
                <a:spcPct val="120000"/>
              </a:lnSpc>
            </a:pPr>
            <a:r>
              <a:rPr lang="zh-CN" altLang="en-US" sz="900" kern="0" dirty="0">
                <a:solidFill>
                  <a:schemeClr val="bg1">
                    <a:lumMod val="85000"/>
                  </a:schemeClr>
                </a:solidFill>
                <a:latin typeface="+mn-ea"/>
                <a:cs typeface="+mn-ea"/>
              </a:rPr>
              <a:t>美妆行业联动服务商共创垂类*非垂达人选择方法论</a:t>
            </a:r>
            <a:endParaRPr lang="en-US" altLang="zh-CN" sz="900" kern="0" dirty="0">
              <a:solidFill>
                <a:schemeClr val="bg1">
                  <a:lumMod val="85000"/>
                </a:schemeClr>
              </a:solidFill>
              <a:latin typeface="+mn-ea"/>
              <a:cs typeface="+mn-ea"/>
            </a:endParaRPr>
          </a:p>
        </p:txBody>
      </p:sp>
      <p:sp>
        <p:nvSpPr>
          <p:cNvPr id="53" name="文本框 52">
            <a:extLst>
              <a:ext uri="{FF2B5EF4-FFF2-40B4-BE49-F238E27FC236}">
                <a16:creationId xmlns:a16="http://schemas.microsoft.com/office/drawing/2014/main" id="{DDC14838-A8BE-D218-3B4A-FE0C1D7FA40F}"/>
              </a:ext>
            </a:extLst>
          </p:cNvPr>
          <p:cNvSpPr txBox="1"/>
          <p:nvPr/>
        </p:nvSpPr>
        <p:spPr>
          <a:xfrm>
            <a:off x="719919" y="1919668"/>
            <a:ext cx="1791742" cy="410625"/>
          </a:xfrm>
          <a:prstGeom prst="rect">
            <a:avLst/>
          </a:prstGeom>
          <a:noFill/>
        </p:spPr>
        <p:txBody>
          <a:bodyPr wrap="square">
            <a:spAutoFit/>
          </a:bodyPr>
          <a:lstStyle/>
          <a:p>
            <a:pPr algn="r">
              <a:lnSpc>
                <a:spcPct val="120000"/>
              </a:lnSpc>
            </a:pPr>
            <a:r>
              <a:rPr lang="zh-CN" altLang="en-US" sz="900" kern="0" dirty="0">
                <a:solidFill>
                  <a:schemeClr val="bg1">
                    <a:lumMod val="85000"/>
                  </a:schemeClr>
                </a:solidFill>
                <a:latin typeface="+mn-ea"/>
                <a:cs typeface="+mn-ea"/>
              </a:rPr>
              <a:t>非电商行业联动金牌服务商实现行业客户覆盖和应用场景研究</a:t>
            </a:r>
            <a:endParaRPr lang="en-US" altLang="zh-CN" sz="900" kern="0" dirty="0">
              <a:solidFill>
                <a:schemeClr val="bg1">
                  <a:lumMod val="85000"/>
                </a:schemeClr>
              </a:solidFill>
              <a:latin typeface="+mn-ea"/>
              <a:cs typeface="+mn-ea"/>
            </a:endParaRPr>
          </a:p>
        </p:txBody>
      </p:sp>
      <p:sp>
        <p:nvSpPr>
          <p:cNvPr id="54" name="文本框 53">
            <a:extLst>
              <a:ext uri="{FF2B5EF4-FFF2-40B4-BE49-F238E27FC236}">
                <a16:creationId xmlns:a16="http://schemas.microsoft.com/office/drawing/2014/main" id="{B108410C-911A-9EA9-3DFB-99AD1509AFD9}"/>
              </a:ext>
            </a:extLst>
          </p:cNvPr>
          <p:cNvSpPr txBox="1"/>
          <p:nvPr/>
        </p:nvSpPr>
        <p:spPr>
          <a:xfrm>
            <a:off x="719919" y="2525320"/>
            <a:ext cx="1791742" cy="410625"/>
          </a:xfrm>
          <a:prstGeom prst="rect">
            <a:avLst/>
          </a:prstGeom>
          <a:noFill/>
        </p:spPr>
        <p:txBody>
          <a:bodyPr wrap="square">
            <a:spAutoFit/>
          </a:bodyPr>
          <a:lstStyle/>
          <a:p>
            <a:pPr algn="r">
              <a:lnSpc>
                <a:spcPct val="120000"/>
              </a:lnSpc>
            </a:pPr>
            <a:r>
              <a:rPr lang="zh-CN" altLang="en-US" sz="900" kern="0" dirty="0">
                <a:solidFill>
                  <a:schemeClr val="bg1">
                    <a:lumMod val="85000"/>
                  </a:schemeClr>
                </a:solidFill>
                <a:latin typeface="+mn-ea"/>
                <a:cs typeface="+mn-ea"/>
              </a:rPr>
              <a:t>大促期间联动金牌服务商透传方法论</a:t>
            </a:r>
            <a:r>
              <a:rPr lang="en-US" altLang="zh-CN" sz="900" kern="0" dirty="0">
                <a:solidFill>
                  <a:schemeClr val="bg1">
                    <a:lumMod val="85000"/>
                  </a:schemeClr>
                </a:solidFill>
                <a:latin typeface="+mn-ea"/>
                <a:cs typeface="+mn-ea"/>
              </a:rPr>
              <a:t>&amp;</a:t>
            </a:r>
            <a:r>
              <a:rPr lang="zh-CN" altLang="en-US" sz="900" kern="0" dirty="0">
                <a:solidFill>
                  <a:schemeClr val="bg1">
                    <a:lumMod val="85000"/>
                  </a:schemeClr>
                </a:solidFill>
                <a:latin typeface="+mn-ea"/>
                <a:cs typeface="+mn-ea"/>
              </a:rPr>
              <a:t>案例，广泛影响行业认知</a:t>
            </a:r>
          </a:p>
        </p:txBody>
      </p:sp>
      <p:sp>
        <p:nvSpPr>
          <p:cNvPr id="55" name="文本框 54">
            <a:extLst>
              <a:ext uri="{FF2B5EF4-FFF2-40B4-BE49-F238E27FC236}">
                <a16:creationId xmlns:a16="http://schemas.microsoft.com/office/drawing/2014/main" id="{BC801D6B-6F4D-54AA-FE81-84B953F43EA6}"/>
              </a:ext>
            </a:extLst>
          </p:cNvPr>
          <p:cNvSpPr txBox="1"/>
          <p:nvPr/>
        </p:nvSpPr>
        <p:spPr>
          <a:xfrm>
            <a:off x="719919" y="3130973"/>
            <a:ext cx="1791742" cy="410625"/>
          </a:xfrm>
          <a:prstGeom prst="rect">
            <a:avLst/>
          </a:prstGeom>
          <a:noFill/>
        </p:spPr>
        <p:txBody>
          <a:bodyPr wrap="square">
            <a:spAutoFit/>
          </a:bodyPr>
          <a:lstStyle/>
          <a:p>
            <a:pPr algn="r">
              <a:lnSpc>
                <a:spcPct val="120000"/>
              </a:lnSpc>
            </a:pPr>
            <a:r>
              <a:rPr lang="zh-CN" altLang="en-US" sz="900" kern="0" dirty="0">
                <a:solidFill>
                  <a:schemeClr val="bg1">
                    <a:lumMod val="85000"/>
                  </a:schemeClr>
                </a:solidFill>
                <a:latin typeface="+mn-ea"/>
                <a:cs typeface="+mn-ea"/>
              </a:rPr>
              <a:t>服务商贡献</a:t>
            </a:r>
            <a:r>
              <a:rPr lang="en-US" altLang="zh-CN" sz="900" kern="0" dirty="0">
                <a:solidFill>
                  <a:schemeClr val="bg1">
                    <a:lumMod val="85000"/>
                  </a:schemeClr>
                </a:solidFill>
                <a:latin typeface="+mn-ea"/>
                <a:cs typeface="+mn-ea"/>
              </a:rPr>
              <a:t>50+</a:t>
            </a:r>
            <a:r>
              <a:rPr lang="zh-CN" altLang="en-US" sz="900" kern="0" dirty="0">
                <a:solidFill>
                  <a:schemeClr val="bg1">
                    <a:lumMod val="85000"/>
                  </a:schemeClr>
                </a:solidFill>
                <a:latin typeface="+mn-ea"/>
                <a:cs typeface="+mn-ea"/>
              </a:rPr>
              <a:t>课程，收看覆盖</a:t>
            </a:r>
            <a:r>
              <a:rPr lang="en-US" altLang="zh-CN" sz="900" kern="0" dirty="0">
                <a:solidFill>
                  <a:schemeClr val="bg1">
                    <a:lumMod val="85000"/>
                  </a:schemeClr>
                </a:solidFill>
                <a:latin typeface="+mn-ea"/>
                <a:cs typeface="+mn-ea"/>
              </a:rPr>
              <a:t>60%+</a:t>
            </a:r>
            <a:r>
              <a:rPr lang="zh-CN" altLang="en-US" sz="900" kern="0" dirty="0">
                <a:solidFill>
                  <a:schemeClr val="bg1">
                    <a:lumMod val="85000"/>
                  </a:schemeClr>
                </a:solidFill>
                <a:latin typeface="+mn-ea"/>
                <a:cs typeface="+mn-ea"/>
              </a:rPr>
              <a:t>的品牌版用户</a:t>
            </a:r>
          </a:p>
        </p:txBody>
      </p:sp>
      <p:grpSp>
        <p:nvGrpSpPr>
          <p:cNvPr id="81" name="组合 80">
            <a:extLst>
              <a:ext uri="{FF2B5EF4-FFF2-40B4-BE49-F238E27FC236}">
                <a16:creationId xmlns:a16="http://schemas.microsoft.com/office/drawing/2014/main" id="{B6423265-5E51-5C02-830C-37ED2A7D2497}"/>
              </a:ext>
            </a:extLst>
          </p:cNvPr>
          <p:cNvGrpSpPr/>
          <p:nvPr/>
        </p:nvGrpSpPr>
        <p:grpSpPr>
          <a:xfrm>
            <a:off x="2661717" y="1392168"/>
            <a:ext cx="1010666" cy="265974"/>
            <a:chOff x="2605659" y="1392168"/>
            <a:chExt cx="1010666" cy="265974"/>
          </a:xfrm>
        </p:grpSpPr>
        <p:sp>
          <p:nvSpPr>
            <p:cNvPr id="56" name="任意多边形: 形状 77">
              <a:extLst>
                <a:ext uri="{FF2B5EF4-FFF2-40B4-BE49-F238E27FC236}">
                  <a16:creationId xmlns:a16="http://schemas.microsoft.com/office/drawing/2014/main" id="{1DC19224-8758-B80D-B7E9-D6EE0095E0E1}"/>
                </a:ext>
              </a:extLst>
            </p:cNvPr>
            <p:cNvSpPr/>
            <p:nvPr>
              <p:custDataLst>
                <p:tags r:id="rId24"/>
              </p:custDataLst>
            </p:nvPr>
          </p:nvSpPr>
          <p:spPr>
            <a:xfrm>
              <a:off x="2605659" y="1392168"/>
              <a:ext cx="1010666" cy="265974"/>
            </a:xfrm>
            <a:prstGeom prst="roundRect">
              <a:avLst>
                <a:gd name="adj" fmla="val 50000"/>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latin typeface="+mn-ea"/>
              </a:endParaRPr>
            </a:p>
          </p:txBody>
        </p:sp>
        <p:sp>
          <p:nvSpPr>
            <p:cNvPr id="57" name="文本框 56">
              <a:extLst>
                <a:ext uri="{FF2B5EF4-FFF2-40B4-BE49-F238E27FC236}">
                  <a16:creationId xmlns:a16="http://schemas.microsoft.com/office/drawing/2014/main" id="{68C3535F-C6A6-B38F-6874-FAEEEE711718}"/>
                </a:ext>
              </a:extLst>
            </p:cNvPr>
            <p:cNvSpPr txBox="1"/>
            <p:nvPr/>
          </p:nvSpPr>
          <p:spPr>
            <a:xfrm>
              <a:off x="2717026" y="1440026"/>
              <a:ext cx="787933" cy="170259"/>
            </a:xfrm>
            <a:prstGeom prst="roundRect">
              <a:avLst/>
            </a:prstGeom>
            <a:noFill/>
          </p:spPr>
          <p:txBody>
            <a:bodyPr wrap="square" lIns="0" tIns="0" rIns="0" bIns="0" anchor="ctr" anchorCtr="0">
              <a:spAutoFit/>
            </a:bodyPr>
            <a:lstStyle/>
            <a:p>
              <a:pPr algn="ctr"/>
              <a:r>
                <a:rPr kumimoji="1" lang="zh-CN" altLang="en-US" sz="1000" b="1" dirty="0">
                  <a:latin typeface="+mn-ea"/>
                </a:rPr>
                <a:t>方法论共研</a:t>
              </a:r>
              <a:endParaRPr lang="en-US" altLang="zh-CN" sz="1000" b="1" kern="0" dirty="0">
                <a:latin typeface="+mn-ea"/>
                <a:cs typeface="+mn-ea"/>
              </a:endParaRPr>
            </a:p>
          </p:txBody>
        </p:sp>
      </p:grpSp>
      <p:grpSp>
        <p:nvGrpSpPr>
          <p:cNvPr id="82" name="组合 81">
            <a:extLst>
              <a:ext uri="{FF2B5EF4-FFF2-40B4-BE49-F238E27FC236}">
                <a16:creationId xmlns:a16="http://schemas.microsoft.com/office/drawing/2014/main" id="{19453842-A1D5-B695-7E48-55D7F18882E9}"/>
              </a:ext>
            </a:extLst>
          </p:cNvPr>
          <p:cNvGrpSpPr/>
          <p:nvPr/>
        </p:nvGrpSpPr>
        <p:grpSpPr>
          <a:xfrm>
            <a:off x="2661717" y="1998009"/>
            <a:ext cx="1010666" cy="265974"/>
            <a:chOff x="2605659" y="1998009"/>
            <a:chExt cx="1010666" cy="265974"/>
          </a:xfrm>
        </p:grpSpPr>
        <p:sp>
          <p:nvSpPr>
            <p:cNvPr id="58" name="任意多边形: 形状 75">
              <a:extLst>
                <a:ext uri="{FF2B5EF4-FFF2-40B4-BE49-F238E27FC236}">
                  <a16:creationId xmlns:a16="http://schemas.microsoft.com/office/drawing/2014/main" id="{135CF9F9-6D29-380B-D75C-60A4B8D4F3EA}"/>
                </a:ext>
              </a:extLst>
            </p:cNvPr>
            <p:cNvSpPr/>
            <p:nvPr>
              <p:custDataLst>
                <p:tags r:id="rId23"/>
              </p:custDataLst>
            </p:nvPr>
          </p:nvSpPr>
          <p:spPr>
            <a:xfrm>
              <a:off x="2605659" y="1998009"/>
              <a:ext cx="1010666" cy="265974"/>
            </a:xfrm>
            <a:prstGeom prst="roundRect">
              <a:avLst>
                <a:gd name="adj" fmla="val 50000"/>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latin typeface="+mn-ea"/>
              </a:endParaRPr>
            </a:p>
          </p:txBody>
        </p:sp>
        <p:sp>
          <p:nvSpPr>
            <p:cNvPr id="59" name="文本框 58">
              <a:extLst>
                <a:ext uri="{FF2B5EF4-FFF2-40B4-BE49-F238E27FC236}">
                  <a16:creationId xmlns:a16="http://schemas.microsoft.com/office/drawing/2014/main" id="{DA689C91-EE7A-6DA5-471C-ABFB1C7166ED}"/>
                </a:ext>
              </a:extLst>
            </p:cNvPr>
            <p:cNvSpPr txBox="1"/>
            <p:nvPr/>
          </p:nvSpPr>
          <p:spPr>
            <a:xfrm>
              <a:off x="2679193" y="2045867"/>
              <a:ext cx="863598" cy="170259"/>
            </a:xfrm>
            <a:prstGeom prst="roundRect">
              <a:avLst/>
            </a:prstGeom>
            <a:noFill/>
          </p:spPr>
          <p:txBody>
            <a:bodyPr wrap="square" lIns="0" tIns="0" rIns="0" bIns="0" anchor="ctr" anchorCtr="0">
              <a:spAutoFit/>
            </a:bodyPr>
            <a:lstStyle/>
            <a:p>
              <a:pPr algn="ctr"/>
              <a:r>
                <a:rPr kumimoji="1" lang="zh-CN" altLang="en-US" sz="1000" b="1" dirty="0">
                  <a:latin typeface="+mn-ea"/>
                </a:rPr>
                <a:t>行业深度运营</a:t>
              </a:r>
            </a:p>
          </p:txBody>
        </p:sp>
      </p:grpSp>
      <p:grpSp>
        <p:nvGrpSpPr>
          <p:cNvPr id="83" name="组合 82">
            <a:extLst>
              <a:ext uri="{FF2B5EF4-FFF2-40B4-BE49-F238E27FC236}">
                <a16:creationId xmlns:a16="http://schemas.microsoft.com/office/drawing/2014/main" id="{AA274AF5-6676-B268-40A2-CA7485B59FBC}"/>
              </a:ext>
            </a:extLst>
          </p:cNvPr>
          <p:cNvGrpSpPr/>
          <p:nvPr/>
        </p:nvGrpSpPr>
        <p:grpSpPr>
          <a:xfrm>
            <a:off x="2661717" y="2603850"/>
            <a:ext cx="1010666" cy="265974"/>
            <a:chOff x="2605659" y="2603850"/>
            <a:chExt cx="1010666" cy="265974"/>
          </a:xfrm>
        </p:grpSpPr>
        <p:sp>
          <p:nvSpPr>
            <p:cNvPr id="60" name="任意多边形: 形状 73">
              <a:extLst>
                <a:ext uri="{FF2B5EF4-FFF2-40B4-BE49-F238E27FC236}">
                  <a16:creationId xmlns:a16="http://schemas.microsoft.com/office/drawing/2014/main" id="{4853E35F-20E5-6092-949C-E35D8520CF77}"/>
                </a:ext>
              </a:extLst>
            </p:cNvPr>
            <p:cNvSpPr/>
            <p:nvPr>
              <p:custDataLst>
                <p:tags r:id="rId22"/>
              </p:custDataLst>
            </p:nvPr>
          </p:nvSpPr>
          <p:spPr>
            <a:xfrm>
              <a:off x="2605659" y="2603850"/>
              <a:ext cx="1010666" cy="265974"/>
            </a:xfrm>
            <a:prstGeom prst="roundRect">
              <a:avLst>
                <a:gd name="adj" fmla="val 50000"/>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latin typeface="+mn-ea"/>
              </a:endParaRPr>
            </a:p>
          </p:txBody>
        </p:sp>
        <p:sp>
          <p:nvSpPr>
            <p:cNvPr id="61" name="文本框 60">
              <a:extLst>
                <a:ext uri="{FF2B5EF4-FFF2-40B4-BE49-F238E27FC236}">
                  <a16:creationId xmlns:a16="http://schemas.microsoft.com/office/drawing/2014/main" id="{114213B2-FB89-B1E1-ED12-23087D4A55C6}"/>
                </a:ext>
              </a:extLst>
            </p:cNvPr>
            <p:cNvSpPr txBox="1"/>
            <p:nvPr/>
          </p:nvSpPr>
          <p:spPr>
            <a:xfrm>
              <a:off x="2791670" y="2651708"/>
              <a:ext cx="638645" cy="170259"/>
            </a:xfrm>
            <a:prstGeom prst="roundRect">
              <a:avLst/>
            </a:prstGeom>
            <a:noFill/>
          </p:spPr>
          <p:txBody>
            <a:bodyPr wrap="square" lIns="0" tIns="0" rIns="0" bIns="0" anchor="ctr" anchorCtr="0">
              <a:spAutoFit/>
            </a:bodyPr>
            <a:lstStyle/>
            <a:p>
              <a:pPr algn="ctr"/>
              <a:r>
                <a:rPr kumimoji="1" lang="zh-CN" altLang="en-US" sz="1000" b="1" dirty="0">
                  <a:latin typeface="+mn-ea"/>
                </a:rPr>
                <a:t>市场宣传</a:t>
              </a:r>
            </a:p>
          </p:txBody>
        </p:sp>
      </p:grpSp>
      <p:sp>
        <p:nvSpPr>
          <p:cNvPr id="62" name="任意多边形: 形状 71">
            <a:extLst>
              <a:ext uri="{FF2B5EF4-FFF2-40B4-BE49-F238E27FC236}">
                <a16:creationId xmlns:a16="http://schemas.microsoft.com/office/drawing/2014/main" id="{6F545990-A6A9-C4C1-076B-5FEE728E2938}"/>
              </a:ext>
            </a:extLst>
          </p:cNvPr>
          <p:cNvSpPr>
            <a:spLocks/>
          </p:cNvSpPr>
          <p:nvPr>
            <p:custDataLst>
              <p:tags r:id="rId1"/>
            </p:custDataLst>
          </p:nvPr>
        </p:nvSpPr>
        <p:spPr>
          <a:xfrm>
            <a:off x="2661717" y="3209692"/>
            <a:ext cx="1010666" cy="265974"/>
          </a:xfrm>
          <a:prstGeom prst="roundRect">
            <a:avLst>
              <a:gd name="adj" fmla="val 50000"/>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latin typeface="+mn-ea"/>
            </a:endParaRPr>
          </a:p>
        </p:txBody>
      </p:sp>
      <p:sp>
        <p:nvSpPr>
          <p:cNvPr id="63" name="文本框 62">
            <a:extLst>
              <a:ext uri="{FF2B5EF4-FFF2-40B4-BE49-F238E27FC236}">
                <a16:creationId xmlns:a16="http://schemas.microsoft.com/office/drawing/2014/main" id="{459573EA-41F7-F75C-2A3C-ED7DA70604FA}"/>
              </a:ext>
            </a:extLst>
          </p:cNvPr>
          <p:cNvSpPr txBox="1"/>
          <p:nvPr/>
        </p:nvSpPr>
        <p:spPr>
          <a:xfrm>
            <a:off x="2847728" y="3257550"/>
            <a:ext cx="638645" cy="170259"/>
          </a:xfrm>
          <a:prstGeom prst="roundRect">
            <a:avLst/>
          </a:prstGeom>
          <a:noFill/>
        </p:spPr>
        <p:txBody>
          <a:bodyPr wrap="square" lIns="0" tIns="0" rIns="0" bIns="0" anchor="ctr" anchorCtr="0">
            <a:spAutoFit/>
          </a:bodyPr>
          <a:lstStyle/>
          <a:p>
            <a:pPr algn="ctr"/>
            <a:r>
              <a:rPr kumimoji="1" lang="zh-CN" altLang="en-US" sz="1000" b="1" dirty="0">
                <a:latin typeface="+mn-ea"/>
              </a:rPr>
              <a:t>知识共享</a:t>
            </a:r>
          </a:p>
        </p:txBody>
      </p:sp>
      <p:sp>
        <p:nvSpPr>
          <p:cNvPr id="64" name="文本框 63">
            <a:extLst>
              <a:ext uri="{FF2B5EF4-FFF2-40B4-BE49-F238E27FC236}">
                <a16:creationId xmlns:a16="http://schemas.microsoft.com/office/drawing/2014/main" id="{9D0EAF56-02AE-FE8E-B315-D17D00E5CC0C}"/>
              </a:ext>
            </a:extLst>
          </p:cNvPr>
          <p:cNvSpPr txBox="1"/>
          <p:nvPr/>
        </p:nvSpPr>
        <p:spPr>
          <a:xfrm>
            <a:off x="9386834" y="1557282"/>
            <a:ext cx="2244015" cy="743024"/>
          </a:xfrm>
          <a:prstGeom prst="rect">
            <a:avLst/>
          </a:prstGeom>
          <a:noFill/>
        </p:spPr>
        <p:txBody>
          <a:bodyPr wrap="square">
            <a:spAutoFit/>
          </a:bodyPr>
          <a:lstStyle/>
          <a:p>
            <a:pPr algn="just">
              <a:lnSpc>
                <a:spcPct val="120000"/>
              </a:lnSpc>
            </a:pPr>
            <a:r>
              <a:rPr lang="en-US" altLang="zh-CN" sz="900" kern="0" dirty="0">
                <a:solidFill>
                  <a:schemeClr val="bg1">
                    <a:lumMod val="85000"/>
                  </a:schemeClr>
                </a:solidFill>
                <a:latin typeface="+mn-ea"/>
                <a:cs typeface="+mn-ea"/>
              </a:rPr>
              <a:t>A3</a:t>
            </a:r>
            <a:r>
              <a:rPr lang="zh-CN" altLang="en-US" sz="900" kern="0" dirty="0">
                <a:solidFill>
                  <a:schemeClr val="bg1">
                    <a:lumMod val="85000"/>
                  </a:schemeClr>
                </a:solidFill>
                <a:latin typeface="+mn-ea"/>
                <a:cs typeface="+mn-ea"/>
              </a:rPr>
              <a:t>价值研究</a:t>
            </a:r>
            <a:r>
              <a:rPr lang="en-US" altLang="zh-CN" sz="900" kern="0" dirty="0">
                <a:solidFill>
                  <a:schemeClr val="bg1">
                    <a:lumMod val="85000"/>
                  </a:schemeClr>
                </a:solidFill>
                <a:latin typeface="+mn-ea"/>
                <a:cs typeface="+mn-ea"/>
              </a:rPr>
              <a:t>&amp;</a:t>
            </a:r>
            <a:r>
              <a:rPr lang="zh-CN" altLang="en-US" sz="900" kern="0" dirty="0">
                <a:solidFill>
                  <a:schemeClr val="bg1">
                    <a:lumMod val="85000"/>
                  </a:schemeClr>
                </a:solidFill>
                <a:latin typeface="+mn-ea"/>
                <a:cs typeface="+mn-ea"/>
              </a:rPr>
              <a:t>共同发声，联动平台影响客户引流预算</a:t>
            </a:r>
          </a:p>
          <a:p>
            <a:pPr algn="just">
              <a:lnSpc>
                <a:spcPct val="120000"/>
              </a:lnSpc>
            </a:pPr>
            <a:r>
              <a:rPr lang="en-US" altLang="zh-CN" sz="900" kern="0" dirty="0">
                <a:solidFill>
                  <a:schemeClr val="bg1">
                    <a:lumMod val="85000"/>
                  </a:schemeClr>
                </a:solidFill>
                <a:latin typeface="+mn-ea"/>
                <a:cs typeface="+mn-ea"/>
              </a:rPr>
              <a:t>GTA/GTATM</a:t>
            </a:r>
            <a:r>
              <a:rPr lang="zh-CN" altLang="en-US" sz="900" kern="0" dirty="0">
                <a:solidFill>
                  <a:schemeClr val="bg1">
                    <a:lumMod val="85000"/>
                  </a:schemeClr>
                </a:solidFill>
                <a:latin typeface="+mn-ea"/>
                <a:cs typeface="+mn-ea"/>
              </a:rPr>
              <a:t>，</a:t>
            </a:r>
            <a:r>
              <a:rPr lang="en-US" altLang="zh-CN" sz="900" kern="0" dirty="0">
                <a:solidFill>
                  <a:schemeClr val="bg1">
                    <a:lumMod val="85000"/>
                  </a:schemeClr>
                </a:solidFill>
                <a:latin typeface="+mn-ea"/>
                <a:cs typeface="+mn-ea"/>
              </a:rPr>
              <a:t>618</a:t>
            </a:r>
            <a:r>
              <a:rPr lang="zh-CN" altLang="en-US" sz="900" kern="0" dirty="0">
                <a:solidFill>
                  <a:schemeClr val="bg1">
                    <a:lumMod val="85000"/>
                  </a:schemeClr>
                </a:solidFill>
                <a:latin typeface="+mn-ea"/>
                <a:cs typeface="+mn-ea"/>
              </a:rPr>
              <a:t>额外撬动预算</a:t>
            </a:r>
            <a:r>
              <a:rPr lang="en-US" altLang="zh-CN" sz="900" kern="0" dirty="0">
                <a:solidFill>
                  <a:schemeClr val="bg1">
                    <a:lumMod val="85000"/>
                  </a:schemeClr>
                </a:solidFill>
                <a:latin typeface="+mn-ea"/>
                <a:cs typeface="+mn-ea"/>
              </a:rPr>
              <a:t>6kw+/</a:t>
            </a:r>
            <a:r>
              <a:rPr lang="zh-CN" altLang="en-US" sz="900" kern="0" dirty="0">
                <a:solidFill>
                  <a:schemeClr val="bg1">
                    <a:lumMod val="85000"/>
                  </a:schemeClr>
                </a:solidFill>
                <a:latin typeface="+mn-ea"/>
                <a:cs typeface="+mn-ea"/>
              </a:rPr>
              <a:t>双</a:t>
            </a:r>
            <a:r>
              <a:rPr lang="en-US" altLang="zh-CN" sz="900" kern="0" dirty="0">
                <a:solidFill>
                  <a:schemeClr val="bg1">
                    <a:lumMod val="85000"/>
                  </a:schemeClr>
                </a:solidFill>
                <a:latin typeface="+mn-ea"/>
                <a:cs typeface="+mn-ea"/>
              </a:rPr>
              <a:t>11</a:t>
            </a:r>
            <a:r>
              <a:rPr lang="zh-CN" altLang="en-US" sz="900" kern="0" dirty="0">
                <a:solidFill>
                  <a:schemeClr val="bg1">
                    <a:lumMod val="85000"/>
                  </a:schemeClr>
                </a:solidFill>
                <a:latin typeface="+mn-ea"/>
                <a:cs typeface="+mn-ea"/>
              </a:rPr>
              <a:t>大促大众行业消耗覆盖</a:t>
            </a:r>
            <a:r>
              <a:rPr lang="en-US" altLang="zh-CN" sz="900" kern="0" dirty="0">
                <a:solidFill>
                  <a:schemeClr val="bg1">
                    <a:lumMod val="85000"/>
                  </a:schemeClr>
                </a:solidFill>
                <a:latin typeface="+mn-ea"/>
                <a:cs typeface="+mn-ea"/>
              </a:rPr>
              <a:t>20%+</a:t>
            </a:r>
          </a:p>
        </p:txBody>
      </p:sp>
      <p:grpSp>
        <p:nvGrpSpPr>
          <p:cNvPr id="74" name="组合 73">
            <a:extLst>
              <a:ext uri="{FF2B5EF4-FFF2-40B4-BE49-F238E27FC236}">
                <a16:creationId xmlns:a16="http://schemas.microsoft.com/office/drawing/2014/main" id="{954BBBBC-187E-AF48-CBB9-D807DB7C0D10}"/>
              </a:ext>
            </a:extLst>
          </p:cNvPr>
          <p:cNvGrpSpPr/>
          <p:nvPr>
            <p:custDataLst>
              <p:tags r:id="rId2"/>
            </p:custDataLst>
          </p:nvPr>
        </p:nvGrpSpPr>
        <p:grpSpPr>
          <a:xfrm>
            <a:off x="8441466" y="1795807"/>
            <a:ext cx="800319" cy="265974"/>
            <a:chOff x="9648458" y="3649460"/>
            <a:chExt cx="974660" cy="265974"/>
          </a:xfrm>
        </p:grpSpPr>
        <p:sp>
          <p:nvSpPr>
            <p:cNvPr id="65" name="任意多边形: 形状 93">
              <a:extLst>
                <a:ext uri="{FF2B5EF4-FFF2-40B4-BE49-F238E27FC236}">
                  <a16:creationId xmlns:a16="http://schemas.microsoft.com/office/drawing/2014/main" id="{A20AA096-D3B3-B4FB-7AD1-FB06B7D398AB}"/>
                </a:ext>
              </a:extLst>
            </p:cNvPr>
            <p:cNvSpPr>
              <a:spLocks/>
            </p:cNvSpPr>
            <p:nvPr/>
          </p:nvSpPr>
          <p:spPr>
            <a:xfrm>
              <a:off x="9648458" y="3649460"/>
              <a:ext cx="974660" cy="265974"/>
            </a:xfrm>
            <a:prstGeom prst="roundRect">
              <a:avLst>
                <a:gd name="adj" fmla="val 50000"/>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000" b="1" dirty="0">
                <a:latin typeface="+mn-ea"/>
              </a:endParaRPr>
            </a:p>
          </p:txBody>
        </p:sp>
        <p:sp>
          <p:nvSpPr>
            <p:cNvPr id="66" name="文本框 65">
              <a:extLst>
                <a:ext uri="{FF2B5EF4-FFF2-40B4-BE49-F238E27FC236}">
                  <a16:creationId xmlns:a16="http://schemas.microsoft.com/office/drawing/2014/main" id="{0946FB99-1F93-3EBA-FC26-FD6CDD4EDC70}"/>
                </a:ext>
              </a:extLst>
            </p:cNvPr>
            <p:cNvSpPr txBox="1"/>
            <p:nvPr/>
          </p:nvSpPr>
          <p:spPr>
            <a:xfrm>
              <a:off x="9753586" y="3697318"/>
              <a:ext cx="764405" cy="170259"/>
            </a:xfrm>
            <a:prstGeom prst="roundRect">
              <a:avLst/>
            </a:prstGeom>
            <a:noFill/>
          </p:spPr>
          <p:txBody>
            <a:bodyPr wrap="square" lIns="0" tIns="0" rIns="0" bIns="0">
              <a:spAutoFit/>
            </a:bodyPr>
            <a:lstStyle/>
            <a:p>
              <a:pPr algn="ctr"/>
              <a:r>
                <a:rPr kumimoji="1" lang="zh-CN" altLang="en-US" sz="1000" b="1" dirty="0">
                  <a:latin typeface="+mn-ea"/>
                </a:rPr>
                <a:t>产品共建</a:t>
              </a:r>
            </a:p>
          </p:txBody>
        </p:sp>
      </p:grpSp>
      <p:sp>
        <p:nvSpPr>
          <p:cNvPr id="67" name="文本框 66">
            <a:extLst>
              <a:ext uri="{FF2B5EF4-FFF2-40B4-BE49-F238E27FC236}">
                <a16:creationId xmlns:a16="http://schemas.microsoft.com/office/drawing/2014/main" id="{F7E3A3AD-E2D9-1F9D-E81F-C2A187B10B40}"/>
              </a:ext>
            </a:extLst>
          </p:cNvPr>
          <p:cNvSpPr txBox="1"/>
          <p:nvPr/>
        </p:nvSpPr>
        <p:spPr>
          <a:xfrm>
            <a:off x="9386834" y="2527622"/>
            <a:ext cx="2060131" cy="410625"/>
          </a:xfrm>
          <a:prstGeom prst="rect">
            <a:avLst/>
          </a:prstGeom>
          <a:noFill/>
        </p:spPr>
        <p:txBody>
          <a:bodyPr wrap="square">
            <a:spAutoFit/>
          </a:bodyPr>
          <a:lstStyle/>
          <a:p>
            <a:pPr algn="just">
              <a:lnSpc>
                <a:spcPct val="120000"/>
              </a:lnSpc>
            </a:pPr>
            <a:r>
              <a:rPr lang="zh-CN" altLang="en-US" sz="900" kern="0" dirty="0">
                <a:solidFill>
                  <a:schemeClr val="bg1">
                    <a:lumMod val="85000"/>
                  </a:schemeClr>
                </a:solidFill>
                <a:latin typeface="+mn-ea"/>
                <a:cs typeface="+mn-ea"/>
              </a:rPr>
              <a:t>丰富实践案例支撑人群资产白皮书、品牌力白皮书</a:t>
            </a:r>
            <a:endParaRPr lang="en-US" altLang="zh-CN" sz="900" kern="0" dirty="0">
              <a:solidFill>
                <a:schemeClr val="bg1">
                  <a:lumMod val="85000"/>
                </a:schemeClr>
              </a:solidFill>
              <a:latin typeface="+mn-ea"/>
              <a:cs typeface="+mn-ea"/>
            </a:endParaRPr>
          </a:p>
        </p:txBody>
      </p:sp>
      <p:grpSp>
        <p:nvGrpSpPr>
          <p:cNvPr id="75" name="组合 74">
            <a:extLst>
              <a:ext uri="{FF2B5EF4-FFF2-40B4-BE49-F238E27FC236}">
                <a16:creationId xmlns:a16="http://schemas.microsoft.com/office/drawing/2014/main" id="{569DB3DB-CA08-B178-8671-11251B10FD3C}"/>
              </a:ext>
            </a:extLst>
          </p:cNvPr>
          <p:cNvGrpSpPr/>
          <p:nvPr>
            <p:custDataLst>
              <p:tags r:id="rId3"/>
            </p:custDataLst>
          </p:nvPr>
        </p:nvGrpSpPr>
        <p:grpSpPr>
          <a:xfrm>
            <a:off x="8441466" y="2601898"/>
            <a:ext cx="800319" cy="265974"/>
            <a:chOff x="9648458" y="3982283"/>
            <a:chExt cx="974660" cy="265974"/>
          </a:xfrm>
        </p:grpSpPr>
        <p:sp>
          <p:nvSpPr>
            <p:cNvPr id="68" name="任意多边形: 形状 97">
              <a:extLst>
                <a:ext uri="{FF2B5EF4-FFF2-40B4-BE49-F238E27FC236}">
                  <a16:creationId xmlns:a16="http://schemas.microsoft.com/office/drawing/2014/main" id="{2650B016-D9A7-3DEB-71EA-F0CD1E60EA6E}"/>
                </a:ext>
              </a:extLst>
            </p:cNvPr>
            <p:cNvSpPr>
              <a:spLocks/>
            </p:cNvSpPr>
            <p:nvPr/>
          </p:nvSpPr>
          <p:spPr>
            <a:xfrm>
              <a:off x="9648458" y="3982283"/>
              <a:ext cx="974660" cy="265974"/>
            </a:xfrm>
            <a:prstGeom prst="roundRect">
              <a:avLst>
                <a:gd name="adj" fmla="val 50000"/>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000" b="1" dirty="0">
                <a:latin typeface="+mn-ea"/>
              </a:endParaRPr>
            </a:p>
          </p:txBody>
        </p:sp>
        <p:sp>
          <p:nvSpPr>
            <p:cNvPr id="69" name="文本框 68">
              <a:extLst>
                <a:ext uri="{FF2B5EF4-FFF2-40B4-BE49-F238E27FC236}">
                  <a16:creationId xmlns:a16="http://schemas.microsoft.com/office/drawing/2014/main" id="{D76A4365-3C09-796B-E8DD-37DA8FE92281}"/>
                </a:ext>
              </a:extLst>
            </p:cNvPr>
            <p:cNvSpPr txBox="1"/>
            <p:nvPr/>
          </p:nvSpPr>
          <p:spPr>
            <a:xfrm>
              <a:off x="9725599" y="4030141"/>
              <a:ext cx="820380" cy="170259"/>
            </a:xfrm>
            <a:prstGeom prst="roundRect">
              <a:avLst/>
            </a:prstGeom>
            <a:noFill/>
          </p:spPr>
          <p:txBody>
            <a:bodyPr wrap="square" lIns="0" tIns="0" rIns="0" bIns="0">
              <a:spAutoFit/>
            </a:bodyPr>
            <a:lstStyle/>
            <a:p>
              <a:pPr algn="ctr"/>
              <a:r>
                <a:rPr kumimoji="1" lang="zh-CN" altLang="en-US" sz="1000" b="1" dirty="0">
                  <a:latin typeface="+mn-ea"/>
                </a:rPr>
                <a:t>案例共创</a:t>
              </a:r>
            </a:p>
          </p:txBody>
        </p:sp>
      </p:grpSp>
      <p:grpSp>
        <p:nvGrpSpPr>
          <p:cNvPr id="73" name="组合 72">
            <a:extLst>
              <a:ext uri="{FF2B5EF4-FFF2-40B4-BE49-F238E27FC236}">
                <a16:creationId xmlns:a16="http://schemas.microsoft.com/office/drawing/2014/main" id="{F17B374E-F8A6-3BDD-0966-64E1DA77AC1E}"/>
              </a:ext>
            </a:extLst>
          </p:cNvPr>
          <p:cNvGrpSpPr>
            <a:grpSpLocks/>
          </p:cNvGrpSpPr>
          <p:nvPr/>
        </p:nvGrpSpPr>
        <p:grpSpPr>
          <a:xfrm>
            <a:off x="1772908" y="4893549"/>
            <a:ext cx="974660" cy="265974"/>
            <a:chOff x="1270937" y="4066829"/>
            <a:chExt cx="974660" cy="265974"/>
          </a:xfrm>
        </p:grpSpPr>
        <p:sp>
          <p:nvSpPr>
            <p:cNvPr id="70" name="任意多边形: 形状 100">
              <a:extLst>
                <a:ext uri="{FF2B5EF4-FFF2-40B4-BE49-F238E27FC236}">
                  <a16:creationId xmlns:a16="http://schemas.microsoft.com/office/drawing/2014/main" id="{9D808FAC-8D1D-7B8E-EFFD-884AFF551067}"/>
                </a:ext>
              </a:extLst>
            </p:cNvPr>
            <p:cNvSpPr>
              <a:spLocks/>
            </p:cNvSpPr>
            <p:nvPr/>
          </p:nvSpPr>
          <p:spPr>
            <a:xfrm>
              <a:off x="1270937" y="4066829"/>
              <a:ext cx="974660" cy="265974"/>
            </a:xfrm>
            <a:prstGeom prst="roundRect">
              <a:avLst>
                <a:gd name="adj" fmla="val 50000"/>
              </a:avLst>
            </a:prstGeom>
            <a:gradFill>
              <a:gsLst>
                <a:gs pos="37000">
                  <a:schemeClr val="accent2">
                    <a:alpha val="49000"/>
                  </a:schemeClr>
                </a:gs>
                <a:gs pos="86000">
                  <a:schemeClr val="accent2"/>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000" b="1" dirty="0">
                <a:latin typeface="+mn-ea"/>
              </a:endParaRPr>
            </a:p>
          </p:txBody>
        </p:sp>
        <p:sp>
          <p:nvSpPr>
            <p:cNvPr id="71" name="文本框 70">
              <a:extLst>
                <a:ext uri="{FF2B5EF4-FFF2-40B4-BE49-F238E27FC236}">
                  <a16:creationId xmlns:a16="http://schemas.microsoft.com/office/drawing/2014/main" id="{ACD29A9D-FDA5-9104-BCDA-F6DD2EE8835F}"/>
                </a:ext>
              </a:extLst>
            </p:cNvPr>
            <p:cNvSpPr txBox="1"/>
            <p:nvPr/>
          </p:nvSpPr>
          <p:spPr>
            <a:xfrm>
              <a:off x="1470272" y="4114687"/>
              <a:ext cx="575990" cy="170259"/>
            </a:xfrm>
            <a:prstGeom prst="roundRect">
              <a:avLst/>
            </a:prstGeom>
            <a:noFill/>
          </p:spPr>
          <p:txBody>
            <a:bodyPr wrap="square" lIns="0" tIns="0" rIns="0" bIns="0">
              <a:spAutoFit/>
            </a:bodyPr>
            <a:lstStyle/>
            <a:p>
              <a:pPr algn="ctr"/>
              <a:r>
                <a:rPr kumimoji="1" lang="zh-CN" altLang="en-US" sz="1000" b="1" dirty="0">
                  <a:latin typeface="+mn-ea"/>
                </a:rPr>
                <a:t>成长加速</a:t>
              </a:r>
            </a:p>
          </p:txBody>
        </p:sp>
      </p:grpSp>
      <p:sp>
        <p:nvSpPr>
          <p:cNvPr id="72" name="文本框 71">
            <a:extLst>
              <a:ext uri="{FF2B5EF4-FFF2-40B4-BE49-F238E27FC236}">
                <a16:creationId xmlns:a16="http://schemas.microsoft.com/office/drawing/2014/main" id="{71CC8B76-B824-86E9-CA6F-302C86205966}"/>
              </a:ext>
            </a:extLst>
          </p:cNvPr>
          <p:cNvSpPr txBox="1"/>
          <p:nvPr/>
        </p:nvSpPr>
        <p:spPr>
          <a:xfrm>
            <a:off x="1148253" y="5215174"/>
            <a:ext cx="2223970" cy="630685"/>
          </a:xfrm>
          <a:prstGeom prst="rect">
            <a:avLst/>
          </a:prstGeom>
          <a:noFill/>
        </p:spPr>
        <p:txBody>
          <a:bodyPr wrap="square">
            <a:spAutoFit/>
          </a:bodyPr>
          <a:lstStyle/>
          <a:p>
            <a:pPr algn="ctr">
              <a:lnSpc>
                <a:spcPct val="120000"/>
              </a:lnSpc>
            </a:pPr>
            <a:r>
              <a:rPr lang="zh-CN" altLang="en-US" sz="1000" kern="0" dirty="0">
                <a:solidFill>
                  <a:schemeClr val="bg1">
                    <a:lumMod val="85000"/>
                  </a:schemeClr>
                </a:solidFill>
                <a:latin typeface="+mn-ea"/>
                <a:cs typeface="+mn-ea"/>
              </a:rPr>
              <a:t>培养</a:t>
            </a:r>
            <a:r>
              <a:rPr lang="en-US" altLang="zh-CN" sz="1000" kern="0" dirty="0">
                <a:solidFill>
                  <a:schemeClr val="bg1">
                    <a:lumMod val="85000"/>
                  </a:schemeClr>
                </a:solidFill>
                <a:latin typeface="+mn-ea"/>
                <a:cs typeface="+mn-ea"/>
              </a:rPr>
              <a:t>100+</a:t>
            </a:r>
            <a:r>
              <a:rPr lang="zh-CN" altLang="en-US" sz="1000" kern="0" dirty="0">
                <a:solidFill>
                  <a:schemeClr val="bg1">
                    <a:lumMod val="85000"/>
                  </a:schemeClr>
                </a:solidFill>
                <a:latin typeface="+mn-ea"/>
                <a:cs typeface="+mn-ea"/>
              </a:rPr>
              <a:t>服务商云图基础服务能力</a:t>
            </a:r>
          </a:p>
          <a:p>
            <a:pPr algn="ctr">
              <a:lnSpc>
                <a:spcPct val="120000"/>
              </a:lnSpc>
            </a:pPr>
            <a:r>
              <a:rPr lang="en-US" altLang="zh-CN" sz="1000" kern="0" dirty="0">
                <a:solidFill>
                  <a:schemeClr val="bg1">
                    <a:lumMod val="85000"/>
                  </a:schemeClr>
                </a:solidFill>
                <a:latin typeface="+mn-ea"/>
                <a:cs typeface="+mn-ea"/>
              </a:rPr>
              <a:t>400+ DP</a:t>
            </a:r>
            <a:r>
              <a:rPr lang="zh-CN" altLang="en-US" sz="1000" kern="0" dirty="0">
                <a:solidFill>
                  <a:schemeClr val="bg1">
                    <a:lumMod val="85000"/>
                  </a:schemeClr>
                </a:solidFill>
                <a:latin typeface="+mn-ea"/>
                <a:cs typeface="+mn-ea"/>
              </a:rPr>
              <a:t>每周</a:t>
            </a:r>
            <a:r>
              <a:rPr lang="en-US" altLang="zh-CN" sz="1000" kern="0" dirty="0">
                <a:solidFill>
                  <a:schemeClr val="bg1">
                    <a:lumMod val="85000"/>
                  </a:schemeClr>
                </a:solidFill>
                <a:latin typeface="+mn-ea"/>
                <a:cs typeface="+mn-ea"/>
              </a:rPr>
              <a:t>1</a:t>
            </a:r>
            <a:r>
              <a:rPr lang="zh-CN" altLang="en-US" sz="1000" kern="0" dirty="0">
                <a:solidFill>
                  <a:schemeClr val="bg1">
                    <a:lumMod val="85000"/>
                  </a:schemeClr>
                </a:solidFill>
                <a:latin typeface="+mn-ea"/>
                <a:cs typeface="+mn-ea"/>
              </a:rPr>
              <a:t>小时集训云图，</a:t>
            </a:r>
            <a:r>
              <a:rPr lang="en-US" altLang="zh-CN" sz="1000" kern="0" dirty="0">
                <a:solidFill>
                  <a:schemeClr val="bg1">
                    <a:lumMod val="85000"/>
                  </a:schemeClr>
                </a:solidFill>
                <a:latin typeface="+mn-ea"/>
                <a:cs typeface="+mn-ea"/>
              </a:rPr>
              <a:t>4</a:t>
            </a:r>
            <a:r>
              <a:rPr lang="zh-CN" altLang="en-US" sz="1000" kern="0" dirty="0">
                <a:solidFill>
                  <a:schemeClr val="bg1">
                    <a:lumMod val="85000"/>
                  </a:schemeClr>
                </a:solidFill>
                <a:latin typeface="+mn-ea"/>
                <a:cs typeface="+mn-ea"/>
              </a:rPr>
              <a:t>个双月实现</a:t>
            </a:r>
            <a:r>
              <a:rPr lang="en-US" altLang="zh-CN" sz="1000" kern="0" dirty="0">
                <a:solidFill>
                  <a:schemeClr val="bg1">
                    <a:lumMod val="85000"/>
                  </a:schemeClr>
                </a:solidFill>
                <a:latin typeface="+mn-ea"/>
                <a:cs typeface="+mn-ea"/>
              </a:rPr>
              <a:t>26</a:t>
            </a:r>
            <a:r>
              <a:rPr lang="zh-CN" altLang="en-US" sz="1000" kern="0" dirty="0">
                <a:solidFill>
                  <a:schemeClr val="bg1">
                    <a:lumMod val="85000"/>
                  </a:schemeClr>
                </a:solidFill>
                <a:latin typeface="+mn-ea"/>
                <a:cs typeface="+mn-ea"/>
              </a:rPr>
              <a:t>家通过新手村</a:t>
            </a:r>
          </a:p>
        </p:txBody>
      </p:sp>
      <p:sp>
        <p:nvSpPr>
          <p:cNvPr id="5" name="椭圆 4">
            <a:extLst>
              <a:ext uri="{FF2B5EF4-FFF2-40B4-BE49-F238E27FC236}">
                <a16:creationId xmlns:a16="http://schemas.microsoft.com/office/drawing/2014/main" id="{FC6249A5-1379-1A31-1D34-1D363320A86C}"/>
              </a:ext>
            </a:extLst>
          </p:cNvPr>
          <p:cNvSpPr/>
          <p:nvPr/>
        </p:nvSpPr>
        <p:spPr>
          <a:xfrm rot="824577">
            <a:off x="4045182" y="3793308"/>
            <a:ext cx="4101636" cy="750398"/>
          </a:xfrm>
          <a:prstGeom prst="ellipse">
            <a:avLst/>
          </a:prstGeom>
          <a:noFill/>
          <a:ln>
            <a:gradFill>
              <a:gsLst>
                <a:gs pos="3000">
                  <a:schemeClr val="tx1">
                    <a:alpha val="0"/>
                  </a:schemeClr>
                </a:gs>
                <a:gs pos="21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27384910-9C59-7107-4F25-1E0893A9C3F3}"/>
              </a:ext>
            </a:extLst>
          </p:cNvPr>
          <p:cNvSpPr/>
          <p:nvPr/>
        </p:nvSpPr>
        <p:spPr>
          <a:xfrm rot="20759449">
            <a:off x="3537871" y="3589261"/>
            <a:ext cx="4697770" cy="883739"/>
          </a:xfrm>
          <a:prstGeom prst="ellipse">
            <a:avLst/>
          </a:prstGeom>
          <a:noFill/>
          <a:ln>
            <a:gradFill>
              <a:gsLst>
                <a:gs pos="3000">
                  <a:schemeClr val="tx1">
                    <a:alpha val="0"/>
                  </a:schemeClr>
                </a:gs>
                <a:gs pos="1500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椭圆 6">
            <a:extLst>
              <a:ext uri="{FF2B5EF4-FFF2-40B4-BE49-F238E27FC236}">
                <a16:creationId xmlns:a16="http://schemas.microsoft.com/office/drawing/2014/main" id="{D37D5699-83DB-5690-91A3-B29E6BEB54C4}"/>
              </a:ext>
            </a:extLst>
          </p:cNvPr>
          <p:cNvSpPr/>
          <p:nvPr/>
        </p:nvSpPr>
        <p:spPr>
          <a:xfrm>
            <a:off x="4432855" y="3499485"/>
            <a:ext cx="128562" cy="128562"/>
          </a:xfrm>
          <a:prstGeom prst="ellipse">
            <a:avLst/>
          </a:prstGeom>
          <a:gradFill>
            <a:gsLst>
              <a:gs pos="0">
                <a:schemeClr val="accent1">
                  <a:lumMod val="40000"/>
                  <a:lumOff val="60000"/>
                </a:schemeClr>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4888E9E9-153E-C9CF-9327-96EB8E8F6553}"/>
              </a:ext>
            </a:extLst>
          </p:cNvPr>
          <p:cNvSpPr/>
          <p:nvPr/>
        </p:nvSpPr>
        <p:spPr>
          <a:xfrm>
            <a:off x="3557948" y="4444762"/>
            <a:ext cx="128562" cy="128562"/>
          </a:xfrm>
          <a:prstGeom prst="ellipse">
            <a:avLst/>
          </a:prstGeom>
          <a:gradFill>
            <a:gsLst>
              <a:gs pos="0">
                <a:schemeClr val="accent2">
                  <a:lumMod val="40000"/>
                  <a:lumOff val="60000"/>
                </a:schemeClr>
              </a:gs>
              <a:gs pos="100000">
                <a:schemeClr val="accent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3DE19037-5689-1749-68CA-55895514BAA1}"/>
              </a:ext>
            </a:extLst>
          </p:cNvPr>
          <p:cNvSpPr/>
          <p:nvPr/>
        </p:nvSpPr>
        <p:spPr>
          <a:xfrm>
            <a:off x="7747965" y="4710108"/>
            <a:ext cx="128562" cy="128562"/>
          </a:xfrm>
          <a:prstGeom prst="ellipse">
            <a:avLst/>
          </a:prstGeom>
          <a:gradFill>
            <a:gsLst>
              <a:gs pos="0">
                <a:schemeClr val="accent1">
                  <a:lumMod val="40000"/>
                  <a:lumOff val="60000"/>
                </a:schemeClr>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136962AC-C93A-440A-4E6A-8EF152836F5C}"/>
              </a:ext>
            </a:extLst>
          </p:cNvPr>
          <p:cNvSpPr/>
          <p:nvPr/>
        </p:nvSpPr>
        <p:spPr>
          <a:xfrm>
            <a:off x="7432924" y="3256337"/>
            <a:ext cx="128562" cy="128562"/>
          </a:xfrm>
          <a:prstGeom prst="ellipse">
            <a:avLst/>
          </a:prstGeom>
          <a:gradFill>
            <a:gsLst>
              <a:gs pos="0">
                <a:schemeClr val="accent2">
                  <a:lumMod val="40000"/>
                  <a:lumOff val="60000"/>
                </a:schemeClr>
              </a:gs>
              <a:gs pos="100000">
                <a:schemeClr val="accent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20CBB632-0626-7D11-BD43-4A223F0E9B45}"/>
              </a:ext>
            </a:extLst>
          </p:cNvPr>
          <p:cNvSpPr/>
          <p:nvPr>
            <p:custDataLst>
              <p:tags r:id="rId4"/>
            </p:custDataLst>
          </p:nvPr>
        </p:nvSpPr>
        <p:spPr>
          <a:xfrm>
            <a:off x="4034933" y="2132131"/>
            <a:ext cx="1152750" cy="632022"/>
          </a:xfrm>
          <a:prstGeom prst="roundRect">
            <a:avLst>
              <a:gd name="adj" fmla="val 8411"/>
            </a:avLst>
          </a:prstGeom>
          <a:solidFill>
            <a:schemeClr val="tx2"/>
          </a:solidFill>
          <a:ln>
            <a:solidFill>
              <a:schemeClr val="accent1"/>
            </a:solidFill>
          </a:ln>
          <a:effectLst>
            <a:outerShdw blurRad="50800" dist="381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3A145392-95C3-FE6D-9BD6-B583FE944850}"/>
              </a:ext>
            </a:extLst>
          </p:cNvPr>
          <p:cNvSpPr/>
          <p:nvPr/>
        </p:nvSpPr>
        <p:spPr>
          <a:xfrm>
            <a:off x="1683863" y="4074095"/>
            <a:ext cx="1152750" cy="632022"/>
          </a:xfrm>
          <a:prstGeom prst="roundRect">
            <a:avLst>
              <a:gd name="adj" fmla="val 8411"/>
            </a:avLst>
          </a:prstGeom>
          <a:solidFill>
            <a:schemeClr val="tx2"/>
          </a:solidFill>
          <a:ln>
            <a:solidFill>
              <a:schemeClr val="accent2"/>
            </a:solidFill>
          </a:ln>
          <a:effectLst>
            <a:outerShdw blurRad="50800" dist="38100" dir="5400000" algn="t"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CD00F542-A130-9539-E6D4-EB80B6A9AB2E}"/>
              </a:ext>
            </a:extLst>
          </p:cNvPr>
          <p:cNvSpPr/>
          <p:nvPr>
            <p:custDataLst>
              <p:tags r:id="rId5"/>
            </p:custDataLst>
          </p:nvPr>
        </p:nvSpPr>
        <p:spPr>
          <a:xfrm>
            <a:off x="8411858" y="4182091"/>
            <a:ext cx="1152750" cy="531447"/>
          </a:xfrm>
          <a:prstGeom prst="roundRect">
            <a:avLst>
              <a:gd name="adj" fmla="val 8411"/>
            </a:avLst>
          </a:prstGeom>
          <a:solidFill>
            <a:schemeClr val="tx2"/>
          </a:solidFill>
          <a:ln>
            <a:solidFill>
              <a:schemeClr val="accent1"/>
            </a:solidFill>
          </a:ln>
          <a:effectLst>
            <a:outerShdw blurRad="50800" dist="38100" dir="5400000" algn="t" rotWithShape="0">
              <a:schemeClr val="accent1">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62083658-AE1A-6BF6-54AF-C1DD7FF86569}"/>
              </a:ext>
            </a:extLst>
          </p:cNvPr>
          <p:cNvSpPr txBox="1"/>
          <p:nvPr/>
        </p:nvSpPr>
        <p:spPr>
          <a:xfrm>
            <a:off x="8457560" y="4266418"/>
            <a:ext cx="1061344" cy="362792"/>
          </a:xfrm>
          <a:prstGeom prst="rect">
            <a:avLst/>
          </a:prstGeom>
          <a:noFill/>
        </p:spPr>
        <p:txBody>
          <a:bodyPr wrap="square" rtlCol="0">
            <a:spAutoFit/>
          </a:bodyPr>
          <a:lstStyle/>
          <a:p>
            <a:pPr algn="ctr">
              <a:lnSpc>
                <a:spcPct val="120000"/>
              </a:lnSpc>
            </a:pPr>
            <a:r>
              <a:rPr lang="zh-CN" altLang="en-US" sz="1600" b="1" kern="0" dirty="0">
                <a:solidFill>
                  <a:schemeClr val="accent1"/>
                </a:solidFill>
                <a:latin typeface="+mj-ea"/>
                <a:ea typeface="+mj-ea"/>
                <a:cs typeface="+mn-ea"/>
              </a:rPr>
              <a:t>帮扶转型</a:t>
            </a:r>
            <a:endParaRPr lang="en-US" altLang="zh-CN" sz="1600" b="1" kern="0" dirty="0">
              <a:solidFill>
                <a:schemeClr val="accent1"/>
              </a:solidFill>
              <a:latin typeface="+mj-ea"/>
              <a:ea typeface="+mj-ea"/>
              <a:cs typeface="+mn-ea"/>
            </a:endParaRPr>
          </a:p>
        </p:txBody>
      </p:sp>
      <p:sp>
        <p:nvSpPr>
          <p:cNvPr id="33" name="文本框 32">
            <a:extLst>
              <a:ext uri="{FF2B5EF4-FFF2-40B4-BE49-F238E27FC236}">
                <a16:creationId xmlns:a16="http://schemas.microsoft.com/office/drawing/2014/main" id="{FD08A5C7-B1EB-39D6-9565-AC237FAAA7E7}"/>
              </a:ext>
            </a:extLst>
          </p:cNvPr>
          <p:cNvSpPr txBox="1"/>
          <p:nvPr/>
        </p:nvSpPr>
        <p:spPr>
          <a:xfrm>
            <a:off x="4047692" y="2165500"/>
            <a:ext cx="1127232" cy="565283"/>
          </a:xfrm>
          <a:prstGeom prst="rect">
            <a:avLst/>
          </a:prstGeom>
          <a:noFill/>
        </p:spPr>
        <p:txBody>
          <a:bodyPr wrap="none" rtlCol="0">
            <a:spAutoFit/>
          </a:bodyPr>
          <a:lstStyle/>
          <a:p>
            <a:pPr algn="ctr">
              <a:lnSpc>
                <a:spcPct val="120000"/>
              </a:lnSpc>
            </a:pPr>
            <a:r>
              <a:rPr lang="zh-CN" altLang="en-US" sz="1600" b="1" kern="0" dirty="0">
                <a:solidFill>
                  <a:schemeClr val="accent1"/>
                </a:solidFill>
                <a:latin typeface="+mj-ea"/>
                <a:ea typeface="+mj-ea"/>
                <a:cs typeface="+mn-ea"/>
              </a:rPr>
              <a:t>核心共创</a:t>
            </a:r>
            <a:endParaRPr lang="en-US" altLang="zh-CN" sz="1600" b="1" kern="0" dirty="0">
              <a:solidFill>
                <a:schemeClr val="accent1"/>
              </a:solidFill>
              <a:latin typeface="+mj-ea"/>
              <a:ea typeface="+mj-ea"/>
              <a:cs typeface="+mn-ea"/>
            </a:endParaRPr>
          </a:p>
          <a:p>
            <a:pPr algn="ctr">
              <a:lnSpc>
                <a:spcPct val="120000"/>
              </a:lnSpc>
            </a:pPr>
            <a:r>
              <a:rPr lang="zh-CN" altLang="en-US" sz="1050" kern="0" dirty="0">
                <a:solidFill>
                  <a:schemeClr val="bg1">
                    <a:lumMod val="85000"/>
                  </a:schemeClr>
                </a:solidFill>
                <a:latin typeface="+mn-ea"/>
                <a:cs typeface="+mn-ea"/>
              </a:rPr>
              <a:t>产品合伙人计划</a:t>
            </a:r>
          </a:p>
        </p:txBody>
      </p:sp>
      <p:sp>
        <p:nvSpPr>
          <p:cNvPr id="34" name="文本框 33">
            <a:extLst>
              <a:ext uri="{FF2B5EF4-FFF2-40B4-BE49-F238E27FC236}">
                <a16:creationId xmlns:a16="http://schemas.microsoft.com/office/drawing/2014/main" id="{31C60C20-7473-5771-AF94-D0BCD3A5F9D5}"/>
              </a:ext>
            </a:extLst>
          </p:cNvPr>
          <p:cNvSpPr txBox="1"/>
          <p:nvPr/>
        </p:nvSpPr>
        <p:spPr>
          <a:xfrm>
            <a:off x="1757537" y="4104166"/>
            <a:ext cx="1005403" cy="565283"/>
          </a:xfrm>
          <a:prstGeom prst="rect">
            <a:avLst/>
          </a:prstGeom>
          <a:noFill/>
        </p:spPr>
        <p:txBody>
          <a:bodyPr wrap="none" rtlCol="0">
            <a:spAutoFit/>
          </a:bodyPr>
          <a:lstStyle/>
          <a:p>
            <a:pPr algn="ctr">
              <a:lnSpc>
                <a:spcPct val="120000"/>
              </a:lnSpc>
            </a:pPr>
            <a:r>
              <a:rPr lang="zh-CN" altLang="en-US" sz="1600" b="1" kern="0" dirty="0">
                <a:solidFill>
                  <a:schemeClr val="accent2"/>
                </a:solidFill>
                <a:latin typeface="+mj-ea"/>
                <a:ea typeface="+mj-ea"/>
                <a:cs typeface="+mn-ea"/>
              </a:rPr>
              <a:t>助力成长</a:t>
            </a:r>
            <a:endParaRPr lang="en-US" altLang="zh-CN" sz="1600" b="1" kern="0" dirty="0">
              <a:solidFill>
                <a:schemeClr val="accent2"/>
              </a:solidFill>
              <a:latin typeface="+mj-ea"/>
              <a:ea typeface="+mj-ea"/>
              <a:cs typeface="+mn-ea"/>
            </a:endParaRPr>
          </a:p>
          <a:p>
            <a:pPr algn="ctr">
              <a:lnSpc>
                <a:spcPct val="120000"/>
              </a:lnSpc>
            </a:pPr>
            <a:r>
              <a:rPr lang="zh-CN" altLang="en-US" sz="1050" kern="0" dirty="0">
                <a:solidFill>
                  <a:schemeClr val="bg1">
                    <a:lumMod val="85000"/>
                  </a:schemeClr>
                </a:solidFill>
                <a:latin typeface="+mn-ea"/>
                <a:cs typeface="+mn-ea"/>
              </a:rPr>
              <a:t>新手村计划</a:t>
            </a:r>
          </a:p>
        </p:txBody>
      </p:sp>
      <p:grpSp>
        <p:nvGrpSpPr>
          <p:cNvPr id="78" name="组合 77">
            <a:extLst>
              <a:ext uri="{FF2B5EF4-FFF2-40B4-BE49-F238E27FC236}">
                <a16:creationId xmlns:a16="http://schemas.microsoft.com/office/drawing/2014/main" id="{3FFCFADF-2860-1D81-F746-CA3C98721021}"/>
              </a:ext>
            </a:extLst>
          </p:cNvPr>
          <p:cNvGrpSpPr/>
          <p:nvPr>
            <p:custDataLst>
              <p:tags r:id="rId6"/>
            </p:custDataLst>
          </p:nvPr>
        </p:nvGrpSpPr>
        <p:grpSpPr>
          <a:xfrm>
            <a:off x="6920830" y="2015829"/>
            <a:ext cx="1152750" cy="632022"/>
            <a:chOff x="7026757" y="1919668"/>
            <a:chExt cx="1152750" cy="632022"/>
          </a:xfrm>
        </p:grpSpPr>
        <p:sp>
          <p:nvSpPr>
            <p:cNvPr id="13" name="矩形: 圆角 12">
              <a:extLst>
                <a:ext uri="{FF2B5EF4-FFF2-40B4-BE49-F238E27FC236}">
                  <a16:creationId xmlns:a16="http://schemas.microsoft.com/office/drawing/2014/main" id="{9BEC7861-E591-5C40-5035-6DA34B260A88}"/>
                </a:ext>
              </a:extLst>
            </p:cNvPr>
            <p:cNvSpPr/>
            <p:nvPr/>
          </p:nvSpPr>
          <p:spPr>
            <a:xfrm>
              <a:off x="7026757" y="1919668"/>
              <a:ext cx="1152750" cy="632022"/>
            </a:xfrm>
            <a:prstGeom prst="roundRect">
              <a:avLst>
                <a:gd name="adj" fmla="val 8411"/>
              </a:avLst>
            </a:prstGeom>
            <a:solidFill>
              <a:schemeClr val="tx2"/>
            </a:solidFill>
            <a:ln>
              <a:solidFill>
                <a:schemeClr val="accent2"/>
              </a:solidFill>
            </a:ln>
            <a:effectLst>
              <a:outerShdw blurRad="50800" dist="38100" dir="5400000" algn="t" rotWithShape="0">
                <a:schemeClr val="accent2">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37D119AE-19A0-94C1-4821-6F5C0F59E8C4}"/>
                </a:ext>
              </a:extLst>
            </p:cNvPr>
            <p:cNvSpPr txBox="1"/>
            <p:nvPr/>
          </p:nvSpPr>
          <p:spPr>
            <a:xfrm>
              <a:off x="7100431" y="1953038"/>
              <a:ext cx="1005403" cy="565283"/>
            </a:xfrm>
            <a:prstGeom prst="rect">
              <a:avLst/>
            </a:prstGeom>
            <a:noFill/>
          </p:spPr>
          <p:txBody>
            <a:bodyPr wrap="none" rtlCol="0">
              <a:spAutoFit/>
            </a:bodyPr>
            <a:lstStyle/>
            <a:p>
              <a:pPr algn="ctr">
                <a:lnSpc>
                  <a:spcPct val="120000"/>
                </a:lnSpc>
              </a:pPr>
              <a:r>
                <a:rPr lang="zh-CN" altLang="en-US" sz="1600" b="1" kern="0" dirty="0">
                  <a:solidFill>
                    <a:schemeClr val="accent2"/>
                  </a:solidFill>
                  <a:latin typeface="+mj-ea"/>
                  <a:ea typeface="+mj-ea"/>
                  <a:cs typeface="+mn-ea"/>
                </a:rPr>
                <a:t>重点培育</a:t>
              </a:r>
              <a:endParaRPr lang="en-US" altLang="zh-CN" sz="1600" b="1" kern="0" dirty="0">
                <a:solidFill>
                  <a:schemeClr val="accent2"/>
                </a:solidFill>
                <a:latin typeface="+mj-ea"/>
                <a:ea typeface="+mj-ea"/>
                <a:cs typeface="+mn-ea"/>
              </a:endParaRPr>
            </a:p>
            <a:p>
              <a:pPr algn="ctr">
                <a:lnSpc>
                  <a:spcPct val="120000"/>
                </a:lnSpc>
              </a:pPr>
              <a:r>
                <a:rPr lang="zh-CN" altLang="en-US" sz="1050" kern="0" dirty="0">
                  <a:solidFill>
                    <a:schemeClr val="bg1">
                      <a:lumMod val="85000"/>
                    </a:schemeClr>
                  </a:solidFill>
                  <a:latin typeface="+mn-ea"/>
                  <a:cs typeface="+mn-ea"/>
                </a:rPr>
                <a:t>认证伙伴计划</a:t>
              </a:r>
            </a:p>
          </p:txBody>
        </p:sp>
      </p:grpSp>
      <p:sp>
        <p:nvSpPr>
          <p:cNvPr id="24" name="任意多边形: 形状 23">
            <a:extLst>
              <a:ext uri="{FF2B5EF4-FFF2-40B4-BE49-F238E27FC236}">
                <a16:creationId xmlns:a16="http://schemas.microsoft.com/office/drawing/2014/main" id="{C3A6F44A-115F-017C-FE5B-980894F74D70}"/>
              </a:ext>
            </a:extLst>
          </p:cNvPr>
          <p:cNvSpPr/>
          <p:nvPr>
            <p:custDataLst>
              <p:tags r:id="rId7"/>
            </p:custDataLst>
          </p:nvPr>
        </p:nvSpPr>
        <p:spPr>
          <a:xfrm rot="10800000">
            <a:off x="3672383" y="1525154"/>
            <a:ext cx="362550" cy="908909"/>
          </a:xfrm>
          <a:custGeom>
            <a:avLst/>
            <a:gdLst>
              <a:gd name="connsiteX0" fmla="*/ 0 w 304436"/>
              <a:gd name="connsiteY0" fmla="*/ 0 h 1017589"/>
              <a:gd name="connsiteX1" fmla="*/ 152218 w 304436"/>
              <a:gd name="connsiteY1" fmla="*/ 0 h 1017589"/>
              <a:gd name="connsiteX2" fmla="*/ 152218 w 304436"/>
              <a:gd name="connsiteY2" fmla="*/ 1017589 h 1017589"/>
              <a:gd name="connsiteX3" fmla="*/ 304436 w 304436"/>
              <a:gd name="connsiteY3" fmla="*/ 1017589 h 1017589"/>
              <a:gd name="connsiteX0" fmla="*/ 0 w 304436"/>
              <a:gd name="connsiteY0" fmla="*/ 0 h 1017589"/>
              <a:gd name="connsiteX1" fmla="*/ 152218 w 304436"/>
              <a:gd name="connsiteY1" fmla="*/ 1 h 1017589"/>
              <a:gd name="connsiteX2" fmla="*/ 152218 w 304436"/>
              <a:gd name="connsiteY2" fmla="*/ 1017589 h 1017589"/>
              <a:gd name="connsiteX3" fmla="*/ 304436 w 304436"/>
              <a:gd name="connsiteY3" fmla="*/ 1017589 h 1017589"/>
              <a:gd name="connsiteX0" fmla="*/ 0 w 304436"/>
              <a:gd name="connsiteY0" fmla="*/ 0 h 1017590"/>
              <a:gd name="connsiteX1" fmla="*/ 152218 w 304436"/>
              <a:gd name="connsiteY1" fmla="*/ 1 h 1017590"/>
              <a:gd name="connsiteX2" fmla="*/ 152218 w 304436"/>
              <a:gd name="connsiteY2" fmla="*/ 1017590 h 1017590"/>
              <a:gd name="connsiteX3" fmla="*/ 304436 w 304436"/>
              <a:gd name="connsiteY3" fmla="*/ 1017589 h 1017590"/>
              <a:gd name="connsiteX0" fmla="*/ 0 w 304436"/>
              <a:gd name="connsiteY0" fmla="*/ 0 h 1017590"/>
              <a:gd name="connsiteX1" fmla="*/ 152218 w 304436"/>
              <a:gd name="connsiteY1" fmla="*/ 1 h 1017590"/>
              <a:gd name="connsiteX2" fmla="*/ 152218 w 304436"/>
              <a:gd name="connsiteY2" fmla="*/ 1017590 h 1017590"/>
              <a:gd name="connsiteX3" fmla="*/ 304436 w 304436"/>
              <a:gd name="connsiteY3" fmla="*/ 1017589 h 1017590"/>
            </a:gdLst>
            <a:ahLst/>
            <a:cxnLst>
              <a:cxn ang="0">
                <a:pos x="connsiteX0" y="connsiteY0"/>
              </a:cxn>
              <a:cxn ang="0">
                <a:pos x="connsiteX1" y="connsiteY1"/>
              </a:cxn>
              <a:cxn ang="0">
                <a:pos x="connsiteX2" y="connsiteY2"/>
              </a:cxn>
              <a:cxn ang="0">
                <a:pos x="connsiteX3" y="connsiteY3"/>
              </a:cxn>
            </a:cxnLst>
            <a:rect l="l" t="t" r="r" b="b"/>
            <a:pathLst>
              <a:path w="304436" h="1017590">
                <a:moveTo>
                  <a:pt x="0" y="0"/>
                </a:moveTo>
                <a:lnTo>
                  <a:pt x="152218" y="1"/>
                </a:lnTo>
                <a:lnTo>
                  <a:pt x="152218" y="1017590"/>
                </a:lnTo>
                <a:lnTo>
                  <a:pt x="304436" y="1017589"/>
                </a:lnTo>
              </a:path>
            </a:pathLst>
          </a:custGeom>
          <a:ln w="95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任意多边形: 形状 24">
            <a:extLst>
              <a:ext uri="{FF2B5EF4-FFF2-40B4-BE49-F238E27FC236}">
                <a16:creationId xmlns:a16="http://schemas.microsoft.com/office/drawing/2014/main" id="{43AE731F-B121-45D8-3F30-0839BA72FCC0}"/>
              </a:ext>
            </a:extLst>
          </p:cNvPr>
          <p:cNvSpPr/>
          <p:nvPr>
            <p:custDataLst>
              <p:tags r:id="rId8"/>
            </p:custDataLst>
          </p:nvPr>
        </p:nvSpPr>
        <p:spPr>
          <a:xfrm rot="10800000">
            <a:off x="3672383" y="2130996"/>
            <a:ext cx="362550" cy="300554"/>
          </a:xfrm>
          <a:custGeom>
            <a:avLst/>
            <a:gdLst>
              <a:gd name="connsiteX0" fmla="*/ 0 w 304436"/>
              <a:gd name="connsiteY0" fmla="*/ 0 h 411748"/>
              <a:gd name="connsiteX1" fmla="*/ 152218 w 304436"/>
              <a:gd name="connsiteY1" fmla="*/ 0 h 411748"/>
              <a:gd name="connsiteX2" fmla="*/ 152218 w 304436"/>
              <a:gd name="connsiteY2" fmla="*/ 411748 h 411748"/>
              <a:gd name="connsiteX3" fmla="*/ 304436 w 304436"/>
              <a:gd name="connsiteY3" fmla="*/ 411748 h 411748"/>
              <a:gd name="connsiteX0" fmla="*/ 0 w 304436"/>
              <a:gd name="connsiteY0" fmla="*/ 0 h 411748"/>
              <a:gd name="connsiteX1" fmla="*/ 152218 w 304436"/>
              <a:gd name="connsiteY1" fmla="*/ 0 h 411748"/>
              <a:gd name="connsiteX2" fmla="*/ 152218 w 304436"/>
              <a:gd name="connsiteY2" fmla="*/ 411748 h 411748"/>
              <a:gd name="connsiteX3" fmla="*/ 304436 w 304436"/>
              <a:gd name="connsiteY3" fmla="*/ 411748 h 411748"/>
              <a:gd name="connsiteX0" fmla="*/ 0 w 304436"/>
              <a:gd name="connsiteY0" fmla="*/ 0 h 411748"/>
              <a:gd name="connsiteX1" fmla="*/ 152218 w 304436"/>
              <a:gd name="connsiteY1" fmla="*/ 0 h 411748"/>
              <a:gd name="connsiteX2" fmla="*/ 152218 w 304436"/>
              <a:gd name="connsiteY2" fmla="*/ 411748 h 411748"/>
              <a:gd name="connsiteX3" fmla="*/ 304436 w 304436"/>
              <a:gd name="connsiteY3" fmla="*/ 411748 h 411748"/>
              <a:gd name="connsiteX0" fmla="*/ 0 w 304436"/>
              <a:gd name="connsiteY0" fmla="*/ 0 h 411748"/>
              <a:gd name="connsiteX1" fmla="*/ 152218 w 304436"/>
              <a:gd name="connsiteY1" fmla="*/ 0 h 411748"/>
              <a:gd name="connsiteX2" fmla="*/ 152218 w 304436"/>
              <a:gd name="connsiteY2" fmla="*/ 411748 h 411748"/>
              <a:gd name="connsiteX3" fmla="*/ 304436 w 304436"/>
              <a:gd name="connsiteY3" fmla="*/ 411748 h 411748"/>
            </a:gdLst>
            <a:ahLst/>
            <a:cxnLst>
              <a:cxn ang="0">
                <a:pos x="connsiteX0" y="connsiteY0"/>
              </a:cxn>
              <a:cxn ang="0">
                <a:pos x="connsiteX1" y="connsiteY1"/>
              </a:cxn>
              <a:cxn ang="0">
                <a:pos x="connsiteX2" y="connsiteY2"/>
              </a:cxn>
              <a:cxn ang="0">
                <a:pos x="connsiteX3" y="connsiteY3"/>
              </a:cxn>
            </a:cxnLst>
            <a:rect l="l" t="t" r="r" b="b"/>
            <a:pathLst>
              <a:path w="304436" h="411748">
                <a:moveTo>
                  <a:pt x="0" y="0"/>
                </a:moveTo>
                <a:lnTo>
                  <a:pt x="152218" y="0"/>
                </a:lnTo>
                <a:lnTo>
                  <a:pt x="152218" y="411748"/>
                </a:lnTo>
                <a:lnTo>
                  <a:pt x="304436" y="411748"/>
                </a:lnTo>
              </a:path>
            </a:pathLst>
          </a:custGeom>
          <a:ln w="95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任意多边形: 形状 25">
            <a:extLst>
              <a:ext uri="{FF2B5EF4-FFF2-40B4-BE49-F238E27FC236}">
                <a16:creationId xmlns:a16="http://schemas.microsoft.com/office/drawing/2014/main" id="{00D479CC-9D4A-DB82-BAB9-968179BDFB51}"/>
              </a:ext>
            </a:extLst>
          </p:cNvPr>
          <p:cNvSpPr/>
          <p:nvPr>
            <p:custDataLst>
              <p:tags r:id="rId9"/>
            </p:custDataLst>
          </p:nvPr>
        </p:nvSpPr>
        <p:spPr>
          <a:xfrm rot="10800000">
            <a:off x="3672383" y="2431550"/>
            <a:ext cx="362550" cy="305288"/>
          </a:xfrm>
          <a:custGeom>
            <a:avLst/>
            <a:gdLst>
              <a:gd name="connsiteX0" fmla="*/ 0 w 304436"/>
              <a:gd name="connsiteY0" fmla="*/ 194093 h 194093"/>
              <a:gd name="connsiteX1" fmla="*/ 152218 w 304436"/>
              <a:gd name="connsiteY1" fmla="*/ 194093 h 194093"/>
              <a:gd name="connsiteX2" fmla="*/ 152218 w 304436"/>
              <a:gd name="connsiteY2" fmla="*/ 0 h 194093"/>
              <a:gd name="connsiteX3" fmla="*/ 304436 w 304436"/>
              <a:gd name="connsiteY3" fmla="*/ 0 h 194093"/>
              <a:gd name="connsiteX0" fmla="*/ 0 w 304436"/>
              <a:gd name="connsiteY0" fmla="*/ 194093 h 194094"/>
              <a:gd name="connsiteX1" fmla="*/ 152218 w 304436"/>
              <a:gd name="connsiteY1" fmla="*/ 194094 h 194094"/>
              <a:gd name="connsiteX2" fmla="*/ 152218 w 304436"/>
              <a:gd name="connsiteY2" fmla="*/ 0 h 194094"/>
              <a:gd name="connsiteX3" fmla="*/ 304436 w 304436"/>
              <a:gd name="connsiteY3" fmla="*/ 0 h 194094"/>
              <a:gd name="connsiteX0" fmla="*/ 0 w 304436"/>
              <a:gd name="connsiteY0" fmla="*/ 194093 h 194094"/>
              <a:gd name="connsiteX1" fmla="*/ 152218 w 304436"/>
              <a:gd name="connsiteY1" fmla="*/ 194094 h 194094"/>
              <a:gd name="connsiteX2" fmla="*/ 152218 w 304436"/>
              <a:gd name="connsiteY2" fmla="*/ 0 h 194094"/>
              <a:gd name="connsiteX3" fmla="*/ 304436 w 304436"/>
              <a:gd name="connsiteY3" fmla="*/ 0 h 194094"/>
              <a:gd name="connsiteX0" fmla="*/ 0 w 304436"/>
              <a:gd name="connsiteY0" fmla="*/ 194093 h 194094"/>
              <a:gd name="connsiteX1" fmla="*/ 152218 w 304436"/>
              <a:gd name="connsiteY1" fmla="*/ 194094 h 194094"/>
              <a:gd name="connsiteX2" fmla="*/ 152218 w 304436"/>
              <a:gd name="connsiteY2" fmla="*/ 0 h 194094"/>
              <a:gd name="connsiteX3" fmla="*/ 304436 w 304436"/>
              <a:gd name="connsiteY3" fmla="*/ 0 h 194094"/>
            </a:gdLst>
            <a:ahLst/>
            <a:cxnLst>
              <a:cxn ang="0">
                <a:pos x="connsiteX0" y="connsiteY0"/>
              </a:cxn>
              <a:cxn ang="0">
                <a:pos x="connsiteX1" y="connsiteY1"/>
              </a:cxn>
              <a:cxn ang="0">
                <a:pos x="connsiteX2" y="connsiteY2"/>
              </a:cxn>
              <a:cxn ang="0">
                <a:pos x="connsiteX3" y="connsiteY3"/>
              </a:cxn>
            </a:cxnLst>
            <a:rect l="l" t="t" r="r" b="b"/>
            <a:pathLst>
              <a:path w="304436" h="194094">
                <a:moveTo>
                  <a:pt x="0" y="194093"/>
                </a:moveTo>
                <a:lnTo>
                  <a:pt x="152218" y="194094"/>
                </a:lnTo>
                <a:lnTo>
                  <a:pt x="152218" y="0"/>
                </a:lnTo>
                <a:lnTo>
                  <a:pt x="304436" y="0"/>
                </a:lnTo>
              </a:path>
            </a:pathLst>
          </a:custGeom>
          <a:ln w="95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任意多边形: 形状 26">
            <a:extLst>
              <a:ext uri="{FF2B5EF4-FFF2-40B4-BE49-F238E27FC236}">
                <a16:creationId xmlns:a16="http://schemas.microsoft.com/office/drawing/2014/main" id="{536C0F3B-C69E-9640-1F05-AB73761F4208}"/>
              </a:ext>
            </a:extLst>
          </p:cNvPr>
          <p:cNvSpPr/>
          <p:nvPr>
            <p:custDataLst>
              <p:tags r:id="rId10"/>
            </p:custDataLst>
          </p:nvPr>
        </p:nvSpPr>
        <p:spPr>
          <a:xfrm rot="10800000">
            <a:off x="3672383" y="2436282"/>
            <a:ext cx="362550" cy="906397"/>
          </a:xfrm>
          <a:custGeom>
            <a:avLst/>
            <a:gdLst>
              <a:gd name="connsiteX0" fmla="*/ 0 w 304436"/>
              <a:gd name="connsiteY0" fmla="*/ 799935 h 799935"/>
              <a:gd name="connsiteX1" fmla="*/ 152218 w 304436"/>
              <a:gd name="connsiteY1" fmla="*/ 799935 h 799935"/>
              <a:gd name="connsiteX2" fmla="*/ 152218 w 304436"/>
              <a:gd name="connsiteY2" fmla="*/ 0 h 799935"/>
              <a:gd name="connsiteX3" fmla="*/ 304436 w 304436"/>
              <a:gd name="connsiteY3" fmla="*/ 0 h 799935"/>
              <a:gd name="connsiteX0" fmla="*/ 0 w 304436"/>
              <a:gd name="connsiteY0" fmla="*/ 799935 h 799936"/>
              <a:gd name="connsiteX1" fmla="*/ 152218 w 304436"/>
              <a:gd name="connsiteY1" fmla="*/ 799936 h 799936"/>
              <a:gd name="connsiteX2" fmla="*/ 152218 w 304436"/>
              <a:gd name="connsiteY2" fmla="*/ 0 h 799936"/>
              <a:gd name="connsiteX3" fmla="*/ 304436 w 304436"/>
              <a:gd name="connsiteY3" fmla="*/ 0 h 799936"/>
              <a:gd name="connsiteX0" fmla="*/ 0 w 304436"/>
              <a:gd name="connsiteY0" fmla="*/ 799935 h 799936"/>
              <a:gd name="connsiteX1" fmla="*/ 152218 w 304436"/>
              <a:gd name="connsiteY1" fmla="*/ 799936 h 799936"/>
              <a:gd name="connsiteX2" fmla="*/ 152218 w 304436"/>
              <a:gd name="connsiteY2" fmla="*/ 0 h 799936"/>
              <a:gd name="connsiteX3" fmla="*/ 304436 w 304436"/>
              <a:gd name="connsiteY3" fmla="*/ 0 h 799936"/>
              <a:gd name="connsiteX0" fmla="*/ 0 w 304436"/>
              <a:gd name="connsiteY0" fmla="*/ 799935 h 799936"/>
              <a:gd name="connsiteX1" fmla="*/ 152218 w 304436"/>
              <a:gd name="connsiteY1" fmla="*/ 799936 h 799936"/>
              <a:gd name="connsiteX2" fmla="*/ 152218 w 304436"/>
              <a:gd name="connsiteY2" fmla="*/ 0 h 799936"/>
              <a:gd name="connsiteX3" fmla="*/ 304436 w 304436"/>
              <a:gd name="connsiteY3" fmla="*/ 0 h 799936"/>
            </a:gdLst>
            <a:ahLst/>
            <a:cxnLst>
              <a:cxn ang="0">
                <a:pos x="connsiteX0" y="connsiteY0"/>
              </a:cxn>
              <a:cxn ang="0">
                <a:pos x="connsiteX1" y="connsiteY1"/>
              </a:cxn>
              <a:cxn ang="0">
                <a:pos x="connsiteX2" y="connsiteY2"/>
              </a:cxn>
              <a:cxn ang="0">
                <a:pos x="connsiteX3" y="connsiteY3"/>
              </a:cxn>
            </a:cxnLst>
            <a:rect l="l" t="t" r="r" b="b"/>
            <a:pathLst>
              <a:path w="304436" h="799936">
                <a:moveTo>
                  <a:pt x="0" y="799935"/>
                </a:moveTo>
                <a:lnTo>
                  <a:pt x="152218" y="799936"/>
                </a:lnTo>
                <a:lnTo>
                  <a:pt x="152218" y="0"/>
                </a:lnTo>
                <a:lnTo>
                  <a:pt x="304436" y="0"/>
                </a:lnTo>
              </a:path>
            </a:pathLst>
          </a:custGeom>
          <a:ln w="95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9" name="任意多边形: 形状 78">
            <a:extLst>
              <a:ext uri="{FF2B5EF4-FFF2-40B4-BE49-F238E27FC236}">
                <a16:creationId xmlns:a16="http://schemas.microsoft.com/office/drawing/2014/main" id="{0DE77487-1A6F-6AEF-0D2D-1426B7AFF67A}"/>
              </a:ext>
            </a:extLst>
          </p:cNvPr>
          <p:cNvSpPr/>
          <p:nvPr>
            <p:custDataLst>
              <p:tags r:id="rId11"/>
            </p:custDataLst>
          </p:nvPr>
        </p:nvSpPr>
        <p:spPr>
          <a:xfrm>
            <a:off x="8073580" y="1928794"/>
            <a:ext cx="367886" cy="403046"/>
          </a:xfrm>
          <a:custGeom>
            <a:avLst/>
            <a:gdLst>
              <a:gd name="connsiteX0" fmla="*/ 0 w 367886"/>
              <a:gd name="connsiteY0" fmla="*/ 403046 h 403046"/>
              <a:gd name="connsiteX1" fmla="*/ 183943 w 367886"/>
              <a:gd name="connsiteY1" fmla="*/ 403046 h 403046"/>
              <a:gd name="connsiteX2" fmla="*/ 183943 w 367886"/>
              <a:gd name="connsiteY2" fmla="*/ 0 h 403046"/>
              <a:gd name="connsiteX3" fmla="*/ 367886 w 367886"/>
              <a:gd name="connsiteY3" fmla="*/ 0 h 403046"/>
              <a:gd name="connsiteX0" fmla="*/ 0 w 367886"/>
              <a:gd name="connsiteY0" fmla="*/ 403046 h 403046"/>
              <a:gd name="connsiteX1" fmla="*/ 183943 w 367886"/>
              <a:gd name="connsiteY1" fmla="*/ 403046 h 403046"/>
              <a:gd name="connsiteX2" fmla="*/ 183943 w 367886"/>
              <a:gd name="connsiteY2" fmla="*/ 0 h 403046"/>
              <a:gd name="connsiteX3" fmla="*/ 367886 w 367886"/>
              <a:gd name="connsiteY3" fmla="*/ 0 h 403046"/>
              <a:gd name="connsiteX0" fmla="*/ 0 w 367886"/>
              <a:gd name="connsiteY0" fmla="*/ 403046 h 403046"/>
              <a:gd name="connsiteX1" fmla="*/ 183943 w 367886"/>
              <a:gd name="connsiteY1" fmla="*/ 403046 h 403046"/>
              <a:gd name="connsiteX2" fmla="*/ 183943 w 367886"/>
              <a:gd name="connsiteY2" fmla="*/ 0 h 403046"/>
              <a:gd name="connsiteX3" fmla="*/ 367886 w 367886"/>
              <a:gd name="connsiteY3" fmla="*/ 0 h 403046"/>
              <a:gd name="connsiteX0" fmla="*/ 0 w 367886"/>
              <a:gd name="connsiteY0" fmla="*/ 403046 h 403046"/>
              <a:gd name="connsiteX1" fmla="*/ 183943 w 367886"/>
              <a:gd name="connsiteY1" fmla="*/ 403046 h 403046"/>
              <a:gd name="connsiteX2" fmla="*/ 183943 w 367886"/>
              <a:gd name="connsiteY2" fmla="*/ 0 h 403046"/>
              <a:gd name="connsiteX3" fmla="*/ 367886 w 367886"/>
              <a:gd name="connsiteY3" fmla="*/ 0 h 403046"/>
            </a:gdLst>
            <a:ahLst/>
            <a:cxnLst>
              <a:cxn ang="0">
                <a:pos x="connsiteX0" y="connsiteY0"/>
              </a:cxn>
              <a:cxn ang="0">
                <a:pos x="connsiteX1" y="connsiteY1"/>
              </a:cxn>
              <a:cxn ang="0">
                <a:pos x="connsiteX2" y="connsiteY2"/>
              </a:cxn>
              <a:cxn ang="0">
                <a:pos x="connsiteX3" y="connsiteY3"/>
              </a:cxn>
            </a:cxnLst>
            <a:rect l="l" t="t" r="r" b="b"/>
            <a:pathLst>
              <a:path w="367886" h="403046">
                <a:moveTo>
                  <a:pt x="0" y="403046"/>
                </a:moveTo>
                <a:lnTo>
                  <a:pt x="183943" y="403046"/>
                </a:lnTo>
                <a:lnTo>
                  <a:pt x="183943" y="0"/>
                </a:lnTo>
                <a:lnTo>
                  <a:pt x="367886" y="0"/>
                </a:lnTo>
              </a:path>
            </a:pathLst>
          </a:custGeom>
          <a:ln w="95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0" name="任意多边形: 形状 79">
            <a:extLst>
              <a:ext uri="{FF2B5EF4-FFF2-40B4-BE49-F238E27FC236}">
                <a16:creationId xmlns:a16="http://schemas.microsoft.com/office/drawing/2014/main" id="{2DC34AC1-96AE-14D6-A00B-6DBFD5F3D5E3}"/>
              </a:ext>
            </a:extLst>
          </p:cNvPr>
          <p:cNvSpPr/>
          <p:nvPr>
            <p:custDataLst>
              <p:tags r:id="rId12"/>
            </p:custDataLst>
          </p:nvPr>
        </p:nvSpPr>
        <p:spPr>
          <a:xfrm>
            <a:off x="8073580" y="2331840"/>
            <a:ext cx="367886" cy="403046"/>
          </a:xfrm>
          <a:custGeom>
            <a:avLst/>
            <a:gdLst>
              <a:gd name="connsiteX0" fmla="*/ 0 w 367886"/>
              <a:gd name="connsiteY0" fmla="*/ 0 h 403045"/>
              <a:gd name="connsiteX1" fmla="*/ 183943 w 367886"/>
              <a:gd name="connsiteY1" fmla="*/ 0 h 403045"/>
              <a:gd name="connsiteX2" fmla="*/ 183943 w 367886"/>
              <a:gd name="connsiteY2" fmla="*/ 403045 h 403045"/>
              <a:gd name="connsiteX3" fmla="*/ 367886 w 367886"/>
              <a:gd name="connsiteY3" fmla="*/ 403045 h 403045"/>
              <a:gd name="connsiteX0" fmla="*/ 0 w 367886"/>
              <a:gd name="connsiteY0" fmla="*/ 0 h 403045"/>
              <a:gd name="connsiteX1" fmla="*/ 183943 w 367886"/>
              <a:gd name="connsiteY1" fmla="*/ 1 h 403045"/>
              <a:gd name="connsiteX2" fmla="*/ 183943 w 367886"/>
              <a:gd name="connsiteY2" fmla="*/ 403045 h 403045"/>
              <a:gd name="connsiteX3" fmla="*/ 367886 w 367886"/>
              <a:gd name="connsiteY3" fmla="*/ 403045 h 403045"/>
              <a:gd name="connsiteX0" fmla="*/ 0 w 367886"/>
              <a:gd name="connsiteY0" fmla="*/ 0 h 403046"/>
              <a:gd name="connsiteX1" fmla="*/ 183943 w 367886"/>
              <a:gd name="connsiteY1" fmla="*/ 1 h 403046"/>
              <a:gd name="connsiteX2" fmla="*/ 183943 w 367886"/>
              <a:gd name="connsiteY2" fmla="*/ 403046 h 403046"/>
              <a:gd name="connsiteX3" fmla="*/ 367886 w 367886"/>
              <a:gd name="connsiteY3" fmla="*/ 403045 h 403046"/>
              <a:gd name="connsiteX0" fmla="*/ 0 w 367886"/>
              <a:gd name="connsiteY0" fmla="*/ 0 h 403046"/>
              <a:gd name="connsiteX1" fmla="*/ 183943 w 367886"/>
              <a:gd name="connsiteY1" fmla="*/ 1 h 403046"/>
              <a:gd name="connsiteX2" fmla="*/ 183943 w 367886"/>
              <a:gd name="connsiteY2" fmla="*/ 403046 h 403046"/>
              <a:gd name="connsiteX3" fmla="*/ 367886 w 367886"/>
              <a:gd name="connsiteY3" fmla="*/ 403045 h 403046"/>
            </a:gdLst>
            <a:ahLst/>
            <a:cxnLst>
              <a:cxn ang="0">
                <a:pos x="connsiteX0" y="connsiteY0"/>
              </a:cxn>
              <a:cxn ang="0">
                <a:pos x="connsiteX1" y="connsiteY1"/>
              </a:cxn>
              <a:cxn ang="0">
                <a:pos x="connsiteX2" y="connsiteY2"/>
              </a:cxn>
              <a:cxn ang="0">
                <a:pos x="connsiteX3" y="connsiteY3"/>
              </a:cxn>
            </a:cxnLst>
            <a:rect l="l" t="t" r="r" b="b"/>
            <a:pathLst>
              <a:path w="367886" h="403046">
                <a:moveTo>
                  <a:pt x="0" y="0"/>
                </a:moveTo>
                <a:lnTo>
                  <a:pt x="183943" y="1"/>
                </a:lnTo>
                <a:lnTo>
                  <a:pt x="183943" y="403046"/>
                </a:lnTo>
                <a:lnTo>
                  <a:pt x="367886" y="403045"/>
                </a:lnTo>
              </a:path>
            </a:pathLst>
          </a:custGeom>
          <a:ln w="952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84" name="组合 83">
            <a:extLst>
              <a:ext uri="{FF2B5EF4-FFF2-40B4-BE49-F238E27FC236}">
                <a16:creationId xmlns:a16="http://schemas.microsoft.com/office/drawing/2014/main" id="{DBFBF3D5-FF92-9E45-FC01-99EAEF411A25}"/>
              </a:ext>
            </a:extLst>
          </p:cNvPr>
          <p:cNvGrpSpPr/>
          <p:nvPr>
            <p:custDataLst>
              <p:tags r:id="rId13"/>
            </p:custDataLst>
          </p:nvPr>
        </p:nvGrpSpPr>
        <p:grpSpPr>
          <a:xfrm>
            <a:off x="9889429" y="3707889"/>
            <a:ext cx="752100" cy="265974"/>
            <a:chOff x="2605659" y="1392168"/>
            <a:chExt cx="1010666" cy="265974"/>
          </a:xfrm>
        </p:grpSpPr>
        <p:sp>
          <p:nvSpPr>
            <p:cNvPr id="85" name="任意多边形: 形状 77">
              <a:extLst>
                <a:ext uri="{FF2B5EF4-FFF2-40B4-BE49-F238E27FC236}">
                  <a16:creationId xmlns:a16="http://schemas.microsoft.com/office/drawing/2014/main" id="{52FC443F-E45C-2573-757E-9FEBBF3EB16B}"/>
                </a:ext>
              </a:extLst>
            </p:cNvPr>
            <p:cNvSpPr/>
            <p:nvPr>
              <p:custDataLst>
                <p:tags r:id="rId21"/>
              </p:custDataLst>
            </p:nvPr>
          </p:nvSpPr>
          <p:spPr>
            <a:xfrm>
              <a:off x="2605659" y="1392168"/>
              <a:ext cx="1010666" cy="265974"/>
            </a:xfrm>
            <a:prstGeom prst="roundRect">
              <a:avLst>
                <a:gd name="adj" fmla="val 50000"/>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latin typeface="+mn-ea"/>
              </a:endParaRPr>
            </a:p>
          </p:txBody>
        </p:sp>
        <p:sp>
          <p:nvSpPr>
            <p:cNvPr id="86" name="文本框 85">
              <a:extLst>
                <a:ext uri="{FF2B5EF4-FFF2-40B4-BE49-F238E27FC236}">
                  <a16:creationId xmlns:a16="http://schemas.microsoft.com/office/drawing/2014/main" id="{C0E587D6-214D-DAC9-17BE-2AE396410690}"/>
                </a:ext>
              </a:extLst>
            </p:cNvPr>
            <p:cNvSpPr txBox="1"/>
            <p:nvPr/>
          </p:nvSpPr>
          <p:spPr>
            <a:xfrm>
              <a:off x="2717026" y="1440026"/>
              <a:ext cx="787933" cy="170259"/>
            </a:xfrm>
            <a:prstGeom prst="roundRect">
              <a:avLst/>
            </a:prstGeom>
            <a:noFill/>
          </p:spPr>
          <p:txBody>
            <a:bodyPr wrap="square" lIns="0" tIns="0" rIns="0" bIns="0" anchor="ctr" anchorCtr="0">
              <a:spAutoFit/>
            </a:bodyPr>
            <a:lstStyle/>
            <a:p>
              <a:pPr algn="ctr"/>
              <a:r>
                <a:rPr kumimoji="1" lang="zh-CN" altLang="en-US" sz="1000" b="1" dirty="0">
                  <a:latin typeface="+mn-ea"/>
                </a:rPr>
                <a:t>渠道</a:t>
              </a:r>
              <a:endParaRPr lang="en-US" altLang="zh-CN" sz="1000" b="1" kern="0" dirty="0">
                <a:latin typeface="+mn-ea"/>
                <a:cs typeface="+mn-ea"/>
              </a:endParaRPr>
            </a:p>
          </p:txBody>
        </p:sp>
      </p:grpSp>
      <p:grpSp>
        <p:nvGrpSpPr>
          <p:cNvPr id="87" name="组合 86">
            <a:extLst>
              <a:ext uri="{FF2B5EF4-FFF2-40B4-BE49-F238E27FC236}">
                <a16:creationId xmlns:a16="http://schemas.microsoft.com/office/drawing/2014/main" id="{8EEE9E93-25DD-5270-71CD-5251DC835E23}"/>
              </a:ext>
            </a:extLst>
          </p:cNvPr>
          <p:cNvGrpSpPr/>
          <p:nvPr>
            <p:custDataLst>
              <p:tags r:id="rId14"/>
            </p:custDataLst>
          </p:nvPr>
        </p:nvGrpSpPr>
        <p:grpSpPr>
          <a:xfrm>
            <a:off x="9889429" y="4313730"/>
            <a:ext cx="752100" cy="265974"/>
            <a:chOff x="2605659" y="1998009"/>
            <a:chExt cx="1010666" cy="265974"/>
          </a:xfrm>
        </p:grpSpPr>
        <p:sp>
          <p:nvSpPr>
            <p:cNvPr id="88" name="任意多边形: 形状 75">
              <a:extLst>
                <a:ext uri="{FF2B5EF4-FFF2-40B4-BE49-F238E27FC236}">
                  <a16:creationId xmlns:a16="http://schemas.microsoft.com/office/drawing/2014/main" id="{C87C3DEA-4ABF-C3D4-49B0-84C92F939991}"/>
                </a:ext>
              </a:extLst>
            </p:cNvPr>
            <p:cNvSpPr/>
            <p:nvPr>
              <p:custDataLst>
                <p:tags r:id="rId20"/>
              </p:custDataLst>
            </p:nvPr>
          </p:nvSpPr>
          <p:spPr>
            <a:xfrm>
              <a:off x="2605659" y="1998009"/>
              <a:ext cx="1010666" cy="265974"/>
            </a:xfrm>
            <a:prstGeom prst="roundRect">
              <a:avLst>
                <a:gd name="adj" fmla="val 50000"/>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latin typeface="+mn-ea"/>
              </a:endParaRPr>
            </a:p>
          </p:txBody>
        </p:sp>
        <p:sp>
          <p:nvSpPr>
            <p:cNvPr id="89" name="文本框 88">
              <a:extLst>
                <a:ext uri="{FF2B5EF4-FFF2-40B4-BE49-F238E27FC236}">
                  <a16:creationId xmlns:a16="http://schemas.microsoft.com/office/drawing/2014/main" id="{52A40668-F749-A013-4D6B-A6F1EE107F76}"/>
                </a:ext>
              </a:extLst>
            </p:cNvPr>
            <p:cNvSpPr txBox="1"/>
            <p:nvPr/>
          </p:nvSpPr>
          <p:spPr>
            <a:xfrm>
              <a:off x="2679193" y="2045867"/>
              <a:ext cx="863598" cy="170259"/>
            </a:xfrm>
            <a:prstGeom prst="roundRect">
              <a:avLst/>
            </a:prstGeom>
            <a:noFill/>
          </p:spPr>
          <p:txBody>
            <a:bodyPr wrap="square" lIns="0" tIns="0" rIns="0" bIns="0" anchor="ctr" anchorCtr="0">
              <a:spAutoFit/>
            </a:bodyPr>
            <a:lstStyle/>
            <a:p>
              <a:pPr algn="ctr"/>
              <a:r>
                <a:rPr kumimoji="1" lang="en-US" altLang="zh-CN" sz="1000" b="1" dirty="0">
                  <a:latin typeface="+mn-ea"/>
                </a:rPr>
                <a:t>DP</a:t>
              </a:r>
              <a:endParaRPr kumimoji="1" lang="zh-CN" altLang="en-US" sz="1000" b="1" dirty="0">
                <a:latin typeface="+mn-ea"/>
              </a:endParaRPr>
            </a:p>
          </p:txBody>
        </p:sp>
      </p:grpSp>
      <p:grpSp>
        <p:nvGrpSpPr>
          <p:cNvPr id="91" name="组合 90">
            <a:extLst>
              <a:ext uri="{FF2B5EF4-FFF2-40B4-BE49-F238E27FC236}">
                <a16:creationId xmlns:a16="http://schemas.microsoft.com/office/drawing/2014/main" id="{FA5BE0DB-F62E-E768-4D07-30AA94F48E18}"/>
              </a:ext>
            </a:extLst>
          </p:cNvPr>
          <p:cNvGrpSpPr/>
          <p:nvPr>
            <p:custDataLst>
              <p:tags r:id="rId15"/>
            </p:custDataLst>
          </p:nvPr>
        </p:nvGrpSpPr>
        <p:grpSpPr>
          <a:xfrm>
            <a:off x="9889429" y="4919571"/>
            <a:ext cx="752100" cy="265974"/>
            <a:chOff x="2605659" y="2603850"/>
            <a:chExt cx="1010666" cy="265974"/>
          </a:xfrm>
        </p:grpSpPr>
        <p:sp>
          <p:nvSpPr>
            <p:cNvPr id="93" name="任意多边形: 形状 73">
              <a:extLst>
                <a:ext uri="{FF2B5EF4-FFF2-40B4-BE49-F238E27FC236}">
                  <a16:creationId xmlns:a16="http://schemas.microsoft.com/office/drawing/2014/main" id="{CFB17C15-497D-B2ED-F42E-B861947F7EFC}"/>
                </a:ext>
              </a:extLst>
            </p:cNvPr>
            <p:cNvSpPr/>
            <p:nvPr>
              <p:custDataLst>
                <p:tags r:id="rId19"/>
              </p:custDataLst>
            </p:nvPr>
          </p:nvSpPr>
          <p:spPr>
            <a:xfrm>
              <a:off x="2605659" y="2603850"/>
              <a:ext cx="1010666" cy="265974"/>
            </a:xfrm>
            <a:prstGeom prst="roundRect">
              <a:avLst>
                <a:gd name="adj" fmla="val 50000"/>
              </a:avLst>
            </a:prstGeom>
            <a:gradFill>
              <a:gsLst>
                <a:gs pos="13000">
                  <a:schemeClr val="accent1">
                    <a:alpha val="39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b="1" dirty="0">
                <a:solidFill>
                  <a:schemeClr val="tx1"/>
                </a:solidFill>
                <a:latin typeface="+mn-ea"/>
              </a:endParaRPr>
            </a:p>
          </p:txBody>
        </p:sp>
        <p:sp>
          <p:nvSpPr>
            <p:cNvPr id="94" name="文本框 93">
              <a:extLst>
                <a:ext uri="{FF2B5EF4-FFF2-40B4-BE49-F238E27FC236}">
                  <a16:creationId xmlns:a16="http://schemas.microsoft.com/office/drawing/2014/main" id="{F4CFF996-DA06-2FFA-82D7-8B8625299447}"/>
                </a:ext>
              </a:extLst>
            </p:cNvPr>
            <p:cNvSpPr txBox="1"/>
            <p:nvPr/>
          </p:nvSpPr>
          <p:spPr>
            <a:xfrm>
              <a:off x="2791670" y="2651708"/>
              <a:ext cx="638645" cy="170259"/>
            </a:xfrm>
            <a:prstGeom prst="roundRect">
              <a:avLst/>
            </a:prstGeom>
            <a:noFill/>
          </p:spPr>
          <p:txBody>
            <a:bodyPr wrap="square" lIns="0" tIns="0" rIns="0" bIns="0" anchor="ctr" anchorCtr="0">
              <a:spAutoFit/>
            </a:bodyPr>
            <a:lstStyle/>
            <a:p>
              <a:pPr algn="ctr"/>
              <a:r>
                <a:rPr kumimoji="1" lang="zh-CN" altLang="en-US" sz="1000" b="1" dirty="0">
                  <a:latin typeface="+mn-ea"/>
                </a:rPr>
                <a:t>星图</a:t>
              </a:r>
            </a:p>
          </p:txBody>
        </p:sp>
      </p:grpSp>
      <p:sp>
        <p:nvSpPr>
          <p:cNvPr id="95" name="文本框 94">
            <a:extLst>
              <a:ext uri="{FF2B5EF4-FFF2-40B4-BE49-F238E27FC236}">
                <a16:creationId xmlns:a16="http://schemas.microsoft.com/office/drawing/2014/main" id="{1D4BCFA6-0DD9-1EF0-292F-F348A9684E81}"/>
              </a:ext>
            </a:extLst>
          </p:cNvPr>
          <p:cNvSpPr txBox="1"/>
          <p:nvPr/>
        </p:nvSpPr>
        <p:spPr>
          <a:xfrm>
            <a:off x="10748719" y="3656189"/>
            <a:ext cx="1122036" cy="269817"/>
          </a:xfrm>
          <a:prstGeom prst="rect">
            <a:avLst/>
          </a:prstGeom>
          <a:noFill/>
        </p:spPr>
        <p:txBody>
          <a:bodyPr wrap="square" rtlCol="0">
            <a:spAutoFit/>
          </a:bodyPr>
          <a:lstStyle/>
          <a:p>
            <a:pPr>
              <a:lnSpc>
                <a:spcPct val="120000"/>
              </a:lnSpc>
            </a:pPr>
            <a:r>
              <a:rPr lang="en-US" altLang="zh-CN" sz="1050" kern="0" dirty="0">
                <a:solidFill>
                  <a:schemeClr val="bg1">
                    <a:lumMod val="85000"/>
                  </a:schemeClr>
                </a:solidFill>
                <a:latin typeface="+mn-ea"/>
                <a:cs typeface="+mn-ea"/>
              </a:rPr>
              <a:t>SEED</a:t>
            </a:r>
            <a:r>
              <a:rPr lang="zh-CN" altLang="en-US" sz="1050" kern="0" dirty="0">
                <a:solidFill>
                  <a:schemeClr val="bg1">
                    <a:lumMod val="85000"/>
                  </a:schemeClr>
                </a:solidFill>
                <a:latin typeface="+mn-ea"/>
                <a:cs typeface="+mn-ea"/>
              </a:rPr>
              <a:t>计划</a:t>
            </a:r>
          </a:p>
        </p:txBody>
      </p:sp>
      <p:sp>
        <p:nvSpPr>
          <p:cNvPr id="96" name="文本框 95">
            <a:extLst>
              <a:ext uri="{FF2B5EF4-FFF2-40B4-BE49-F238E27FC236}">
                <a16:creationId xmlns:a16="http://schemas.microsoft.com/office/drawing/2014/main" id="{98FCA1ED-727D-6B93-E4E2-DC206B12C6F2}"/>
              </a:ext>
            </a:extLst>
          </p:cNvPr>
          <p:cNvSpPr txBox="1"/>
          <p:nvPr/>
        </p:nvSpPr>
        <p:spPr>
          <a:xfrm>
            <a:off x="10748719" y="4304646"/>
            <a:ext cx="1122036" cy="269817"/>
          </a:xfrm>
          <a:prstGeom prst="rect">
            <a:avLst/>
          </a:prstGeom>
          <a:noFill/>
        </p:spPr>
        <p:txBody>
          <a:bodyPr wrap="square" rtlCol="0">
            <a:spAutoFit/>
          </a:bodyPr>
          <a:lstStyle/>
          <a:p>
            <a:pPr>
              <a:lnSpc>
                <a:spcPct val="120000"/>
              </a:lnSpc>
            </a:pPr>
            <a:r>
              <a:rPr lang="en-US" altLang="zh-CN" sz="1050" kern="0" dirty="0">
                <a:solidFill>
                  <a:schemeClr val="bg1">
                    <a:lumMod val="85000"/>
                  </a:schemeClr>
                </a:solidFill>
                <a:latin typeface="+mn-ea"/>
                <a:cs typeface="+mn-ea"/>
              </a:rPr>
              <a:t>SPARK</a:t>
            </a:r>
            <a:r>
              <a:rPr lang="zh-CN" altLang="en-US" sz="1050" kern="0" dirty="0">
                <a:solidFill>
                  <a:schemeClr val="bg1">
                    <a:lumMod val="85000"/>
                  </a:schemeClr>
                </a:solidFill>
                <a:latin typeface="+mn-ea"/>
                <a:cs typeface="+mn-ea"/>
              </a:rPr>
              <a:t>计划</a:t>
            </a:r>
          </a:p>
        </p:txBody>
      </p:sp>
      <p:sp>
        <p:nvSpPr>
          <p:cNvPr id="97" name="文本框 96">
            <a:extLst>
              <a:ext uri="{FF2B5EF4-FFF2-40B4-BE49-F238E27FC236}">
                <a16:creationId xmlns:a16="http://schemas.microsoft.com/office/drawing/2014/main" id="{0FAFBA47-0ED0-3C37-65F1-886029E8BFB7}"/>
              </a:ext>
            </a:extLst>
          </p:cNvPr>
          <p:cNvSpPr txBox="1"/>
          <p:nvPr/>
        </p:nvSpPr>
        <p:spPr>
          <a:xfrm>
            <a:off x="10748719" y="4930990"/>
            <a:ext cx="1122036" cy="269817"/>
          </a:xfrm>
          <a:prstGeom prst="rect">
            <a:avLst/>
          </a:prstGeom>
          <a:noFill/>
        </p:spPr>
        <p:txBody>
          <a:bodyPr wrap="square" rtlCol="0">
            <a:spAutoFit/>
          </a:bodyPr>
          <a:lstStyle/>
          <a:p>
            <a:pPr>
              <a:lnSpc>
                <a:spcPct val="120000"/>
              </a:lnSpc>
            </a:pPr>
            <a:r>
              <a:rPr lang="zh-CN" altLang="en-US" sz="1050" kern="0">
                <a:solidFill>
                  <a:schemeClr val="bg1">
                    <a:lumMod val="85000"/>
                  </a:schemeClr>
                </a:solidFill>
                <a:latin typeface="+mn-ea"/>
                <a:cs typeface="+mn-ea"/>
              </a:rPr>
              <a:t>星云</a:t>
            </a:r>
            <a:r>
              <a:rPr lang="zh-CN" altLang="en-US" sz="1050" kern="0" dirty="0">
                <a:solidFill>
                  <a:schemeClr val="bg1">
                    <a:lumMod val="85000"/>
                  </a:schemeClr>
                </a:solidFill>
                <a:latin typeface="+mn-ea"/>
                <a:cs typeface="+mn-ea"/>
              </a:rPr>
              <a:t>计划</a:t>
            </a:r>
          </a:p>
        </p:txBody>
      </p:sp>
      <p:sp>
        <p:nvSpPr>
          <p:cNvPr id="98" name="任意多边形: 形状 97">
            <a:extLst>
              <a:ext uri="{FF2B5EF4-FFF2-40B4-BE49-F238E27FC236}">
                <a16:creationId xmlns:a16="http://schemas.microsoft.com/office/drawing/2014/main" id="{FBD26551-027D-FFEF-0259-93185E72894E}"/>
              </a:ext>
            </a:extLst>
          </p:cNvPr>
          <p:cNvSpPr/>
          <p:nvPr>
            <p:custDataLst>
              <p:tags r:id="rId16"/>
            </p:custDataLst>
          </p:nvPr>
        </p:nvSpPr>
        <p:spPr>
          <a:xfrm>
            <a:off x="9564608" y="3840876"/>
            <a:ext cx="324822" cy="606940"/>
          </a:xfrm>
          <a:custGeom>
            <a:avLst/>
            <a:gdLst>
              <a:gd name="connsiteX0" fmla="*/ 0 w 324821"/>
              <a:gd name="connsiteY0" fmla="*/ 606939 h 606939"/>
              <a:gd name="connsiteX1" fmla="*/ 162411 w 324821"/>
              <a:gd name="connsiteY1" fmla="*/ 606939 h 606939"/>
              <a:gd name="connsiteX2" fmla="*/ 162411 w 324821"/>
              <a:gd name="connsiteY2" fmla="*/ 0 h 606939"/>
              <a:gd name="connsiteX3" fmla="*/ 324821 w 324821"/>
              <a:gd name="connsiteY3" fmla="*/ 0 h 606939"/>
              <a:gd name="connsiteX0" fmla="*/ 0 w 324821"/>
              <a:gd name="connsiteY0" fmla="*/ 606939 h 606940"/>
              <a:gd name="connsiteX1" fmla="*/ 162412 w 324821"/>
              <a:gd name="connsiteY1" fmla="*/ 606940 h 606940"/>
              <a:gd name="connsiteX2" fmla="*/ 162411 w 324821"/>
              <a:gd name="connsiteY2" fmla="*/ 0 h 606940"/>
              <a:gd name="connsiteX3" fmla="*/ 324821 w 324821"/>
              <a:gd name="connsiteY3" fmla="*/ 0 h 606940"/>
              <a:gd name="connsiteX0" fmla="*/ 0 w 324821"/>
              <a:gd name="connsiteY0" fmla="*/ 606939 h 606940"/>
              <a:gd name="connsiteX1" fmla="*/ 162412 w 324821"/>
              <a:gd name="connsiteY1" fmla="*/ 606940 h 606940"/>
              <a:gd name="connsiteX2" fmla="*/ 162412 w 324821"/>
              <a:gd name="connsiteY2" fmla="*/ 0 h 606940"/>
              <a:gd name="connsiteX3" fmla="*/ 324821 w 324821"/>
              <a:gd name="connsiteY3" fmla="*/ 0 h 606940"/>
              <a:gd name="connsiteX0" fmla="*/ 0 w 324822"/>
              <a:gd name="connsiteY0" fmla="*/ 606939 h 606940"/>
              <a:gd name="connsiteX1" fmla="*/ 162412 w 324822"/>
              <a:gd name="connsiteY1" fmla="*/ 606940 h 606940"/>
              <a:gd name="connsiteX2" fmla="*/ 162412 w 324822"/>
              <a:gd name="connsiteY2" fmla="*/ 0 h 606940"/>
              <a:gd name="connsiteX3" fmla="*/ 324822 w 324822"/>
              <a:gd name="connsiteY3" fmla="*/ 0 h 606940"/>
            </a:gdLst>
            <a:ahLst/>
            <a:cxnLst>
              <a:cxn ang="0">
                <a:pos x="connsiteX0" y="connsiteY0"/>
              </a:cxn>
              <a:cxn ang="0">
                <a:pos x="connsiteX1" y="connsiteY1"/>
              </a:cxn>
              <a:cxn ang="0">
                <a:pos x="connsiteX2" y="connsiteY2"/>
              </a:cxn>
              <a:cxn ang="0">
                <a:pos x="connsiteX3" y="connsiteY3"/>
              </a:cxn>
            </a:cxnLst>
            <a:rect l="l" t="t" r="r" b="b"/>
            <a:pathLst>
              <a:path w="324822" h="606940">
                <a:moveTo>
                  <a:pt x="0" y="606939"/>
                </a:moveTo>
                <a:lnTo>
                  <a:pt x="162412" y="606940"/>
                </a:lnTo>
                <a:lnTo>
                  <a:pt x="162412" y="0"/>
                </a:lnTo>
                <a:lnTo>
                  <a:pt x="324822" y="0"/>
                </a:lnTo>
              </a:path>
            </a:pathLst>
          </a:custGeom>
          <a:ln w="95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9" name="任意多边形: 形状 98">
            <a:extLst>
              <a:ext uri="{FF2B5EF4-FFF2-40B4-BE49-F238E27FC236}">
                <a16:creationId xmlns:a16="http://schemas.microsoft.com/office/drawing/2014/main" id="{1DBB8A7C-E4F7-A00C-CBE8-0589C6041423}"/>
              </a:ext>
            </a:extLst>
          </p:cNvPr>
          <p:cNvSpPr/>
          <p:nvPr>
            <p:custDataLst>
              <p:tags r:id="rId17"/>
            </p:custDataLst>
          </p:nvPr>
        </p:nvSpPr>
        <p:spPr>
          <a:xfrm>
            <a:off x="9564608" y="4446717"/>
            <a:ext cx="324822" cy="1098"/>
          </a:xfrm>
          <a:custGeom>
            <a:avLst/>
            <a:gdLst>
              <a:gd name="connsiteX0" fmla="*/ 0 w 324821"/>
              <a:gd name="connsiteY0" fmla="*/ 1098 h 1098"/>
              <a:gd name="connsiteX1" fmla="*/ 162411 w 324821"/>
              <a:gd name="connsiteY1" fmla="*/ 1098 h 1098"/>
              <a:gd name="connsiteX2" fmla="*/ 162411 w 324821"/>
              <a:gd name="connsiteY2" fmla="*/ 0 h 1098"/>
              <a:gd name="connsiteX3" fmla="*/ 324821 w 324821"/>
              <a:gd name="connsiteY3" fmla="*/ 0 h 1098"/>
              <a:gd name="connsiteX0" fmla="*/ 0 w 324821"/>
              <a:gd name="connsiteY0" fmla="*/ 1098 h 1098"/>
              <a:gd name="connsiteX1" fmla="*/ 162412 w 324821"/>
              <a:gd name="connsiteY1" fmla="*/ 1098 h 1098"/>
              <a:gd name="connsiteX2" fmla="*/ 162411 w 324821"/>
              <a:gd name="connsiteY2" fmla="*/ 0 h 1098"/>
              <a:gd name="connsiteX3" fmla="*/ 324821 w 324821"/>
              <a:gd name="connsiteY3" fmla="*/ 0 h 1098"/>
              <a:gd name="connsiteX0" fmla="*/ 0 w 324821"/>
              <a:gd name="connsiteY0" fmla="*/ 1098 h 1098"/>
              <a:gd name="connsiteX1" fmla="*/ 162412 w 324821"/>
              <a:gd name="connsiteY1" fmla="*/ 1098 h 1098"/>
              <a:gd name="connsiteX2" fmla="*/ 162412 w 324821"/>
              <a:gd name="connsiteY2" fmla="*/ 0 h 1098"/>
              <a:gd name="connsiteX3" fmla="*/ 324821 w 324821"/>
              <a:gd name="connsiteY3" fmla="*/ 0 h 1098"/>
              <a:gd name="connsiteX0" fmla="*/ 0 w 324822"/>
              <a:gd name="connsiteY0" fmla="*/ 1098 h 1098"/>
              <a:gd name="connsiteX1" fmla="*/ 162412 w 324822"/>
              <a:gd name="connsiteY1" fmla="*/ 1098 h 1098"/>
              <a:gd name="connsiteX2" fmla="*/ 162412 w 324822"/>
              <a:gd name="connsiteY2" fmla="*/ 0 h 1098"/>
              <a:gd name="connsiteX3" fmla="*/ 324822 w 324822"/>
              <a:gd name="connsiteY3" fmla="*/ 0 h 1098"/>
            </a:gdLst>
            <a:ahLst/>
            <a:cxnLst>
              <a:cxn ang="0">
                <a:pos x="connsiteX0" y="connsiteY0"/>
              </a:cxn>
              <a:cxn ang="0">
                <a:pos x="connsiteX1" y="connsiteY1"/>
              </a:cxn>
              <a:cxn ang="0">
                <a:pos x="connsiteX2" y="connsiteY2"/>
              </a:cxn>
              <a:cxn ang="0">
                <a:pos x="connsiteX3" y="connsiteY3"/>
              </a:cxn>
            </a:cxnLst>
            <a:rect l="l" t="t" r="r" b="b"/>
            <a:pathLst>
              <a:path w="324822" h="1098">
                <a:moveTo>
                  <a:pt x="0" y="1098"/>
                </a:moveTo>
                <a:lnTo>
                  <a:pt x="162412" y="1098"/>
                </a:lnTo>
                <a:lnTo>
                  <a:pt x="162412" y="0"/>
                </a:lnTo>
                <a:lnTo>
                  <a:pt x="324822" y="0"/>
                </a:lnTo>
              </a:path>
            </a:pathLst>
          </a:custGeom>
          <a:ln w="95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0" name="任意多边形: 形状 99">
            <a:extLst>
              <a:ext uri="{FF2B5EF4-FFF2-40B4-BE49-F238E27FC236}">
                <a16:creationId xmlns:a16="http://schemas.microsoft.com/office/drawing/2014/main" id="{445A42FC-E327-9E7A-FB24-D2733830284E}"/>
              </a:ext>
            </a:extLst>
          </p:cNvPr>
          <p:cNvSpPr/>
          <p:nvPr>
            <p:custDataLst>
              <p:tags r:id="rId18"/>
            </p:custDataLst>
          </p:nvPr>
        </p:nvSpPr>
        <p:spPr>
          <a:xfrm>
            <a:off x="9564608" y="4447815"/>
            <a:ext cx="324822" cy="604744"/>
          </a:xfrm>
          <a:custGeom>
            <a:avLst/>
            <a:gdLst>
              <a:gd name="connsiteX0" fmla="*/ 0 w 324821"/>
              <a:gd name="connsiteY0" fmla="*/ 0 h 604743"/>
              <a:gd name="connsiteX1" fmla="*/ 162411 w 324821"/>
              <a:gd name="connsiteY1" fmla="*/ 0 h 604743"/>
              <a:gd name="connsiteX2" fmla="*/ 162411 w 324821"/>
              <a:gd name="connsiteY2" fmla="*/ 604743 h 604743"/>
              <a:gd name="connsiteX3" fmla="*/ 324821 w 324821"/>
              <a:gd name="connsiteY3" fmla="*/ 604743 h 604743"/>
              <a:gd name="connsiteX0" fmla="*/ 0 w 324821"/>
              <a:gd name="connsiteY0" fmla="*/ 0 h 604743"/>
              <a:gd name="connsiteX1" fmla="*/ 162412 w 324821"/>
              <a:gd name="connsiteY1" fmla="*/ 1 h 604743"/>
              <a:gd name="connsiteX2" fmla="*/ 162411 w 324821"/>
              <a:gd name="connsiteY2" fmla="*/ 604743 h 604743"/>
              <a:gd name="connsiteX3" fmla="*/ 324821 w 324821"/>
              <a:gd name="connsiteY3" fmla="*/ 604743 h 604743"/>
              <a:gd name="connsiteX0" fmla="*/ 0 w 324821"/>
              <a:gd name="connsiteY0" fmla="*/ 0 h 604744"/>
              <a:gd name="connsiteX1" fmla="*/ 162412 w 324821"/>
              <a:gd name="connsiteY1" fmla="*/ 1 h 604744"/>
              <a:gd name="connsiteX2" fmla="*/ 162412 w 324821"/>
              <a:gd name="connsiteY2" fmla="*/ 604744 h 604744"/>
              <a:gd name="connsiteX3" fmla="*/ 324821 w 324821"/>
              <a:gd name="connsiteY3" fmla="*/ 604743 h 604744"/>
              <a:gd name="connsiteX0" fmla="*/ 0 w 324822"/>
              <a:gd name="connsiteY0" fmla="*/ 0 h 604744"/>
              <a:gd name="connsiteX1" fmla="*/ 162412 w 324822"/>
              <a:gd name="connsiteY1" fmla="*/ 1 h 604744"/>
              <a:gd name="connsiteX2" fmla="*/ 162412 w 324822"/>
              <a:gd name="connsiteY2" fmla="*/ 604744 h 604744"/>
              <a:gd name="connsiteX3" fmla="*/ 324822 w 324822"/>
              <a:gd name="connsiteY3" fmla="*/ 604743 h 604744"/>
            </a:gdLst>
            <a:ahLst/>
            <a:cxnLst>
              <a:cxn ang="0">
                <a:pos x="connsiteX0" y="connsiteY0"/>
              </a:cxn>
              <a:cxn ang="0">
                <a:pos x="connsiteX1" y="connsiteY1"/>
              </a:cxn>
              <a:cxn ang="0">
                <a:pos x="connsiteX2" y="connsiteY2"/>
              </a:cxn>
              <a:cxn ang="0">
                <a:pos x="connsiteX3" y="connsiteY3"/>
              </a:cxn>
            </a:cxnLst>
            <a:rect l="l" t="t" r="r" b="b"/>
            <a:pathLst>
              <a:path w="324822" h="604744">
                <a:moveTo>
                  <a:pt x="0" y="0"/>
                </a:moveTo>
                <a:lnTo>
                  <a:pt x="162412" y="1"/>
                </a:lnTo>
                <a:lnTo>
                  <a:pt x="162412" y="604744"/>
                </a:lnTo>
                <a:lnTo>
                  <a:pt x="324822" y="604743"/>
                </a:lnTo>
              </a:path>
            </a:pathLst>
          </a:custGeom>
          <a:ln w="952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988854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ags/tag2.xml><?xml version="1.0" encoding="utf-8"?>
<p:tagLst xmlns:a="http://schemas.openxmlformats.org/drawingml/2006/main" xmlns:r="http://schemas.openxmlformats.org/officeDocument/2006/relationships" xmlns:p="http://schemas.openxmlformats.org/presentationml/2006/main">
  <p:tag name="THEMECOLOR" val="1"/>
</p:tagLst>
</file>

<file path=ppt/tags/tag3.xml><?xml version="1.0" encoding="utf-8"?>
<p:tagLst xmlns:a="http://schemas.openxmlformats.org/drawingml/2006/main" xmlns:r="http://schemas.openxmlformats.org/officeDocument/2006/relationships" xmlns:p="http://schemas.openxmlformats.org/presentationml/2006/main">
  <p:tag name="THEMECOLOR" val="2"/>
</p:tagLst>
</file>

<file path=ppt/tags/tag4.xml><?xml version="1.0" encoding="utf-8"?>
<p:tagLst xmlns:a="http://schemas.openxmlformats.org/drawingml/2006/main" xmlns:r="http://schemas.openxmlformats.org/officeDocument/2006/relationships" xmlns:p="http://schemas.openxmlformats.org/presentationml/2006/main">
  <p:tag name="THEMECOLOR" val="3"/>
</p:tagLst>
</file>

<file path=ppt/tags/tag5.xml><?xml version="1.0" encoding="utf-8"?>
<p:tagLst xmlns:a="http://schemas.openxmlformats.org/drawingml/2006/main" xmlns:r="http://schemas.openxmlformats.org/officeDocument/2006/relationships" xmlns:p="http://schemas.openxmlformats.org/presentationml/2006/main">
  <p:tag name="THEMECOLOR" val="4"/>
</p:tagLst>
</file>

<file path=ppt/tags/tag6.xml><?xml version="1.0" encoding="utf-8"?>
<p:tagLst xmlns:a="http://schemas.openxmlformats.org/drawingml/2006/main" xmlns:r="http://schemas.openxmlformats.org/officeDocument/2006/relationships" xmlns:p="http://schemas.openxmlformats.org/presentationml/2006/main">
  <p:tag name="THEMECOLOR" val="5"/>
</p:tagLst>
</file>

<file path=ppt/tags/tag7.xml><?xml version="1.0" encoding="utf-8"?>
<p:tagLst xmlns:a="http://schemas.openxmlformats.org/drawingml/2006/main" xmlns:r="http://schemas.openxmlformats.org/officeDocument/2006/relationships" xmlns:p="http://schemas.openxmlformats.org/presentationml/2006/main">
  <p:tag name="THEMECOLOR" val="6"/>
</p:tagLst>
</file>

<file path=ppt/tags/tag8.xml><?xml version="1.0" encoding="utf-8"?>
<p:tagLst xmlns:a="http://schemas.openxmlformats.org/drawingml/2006/main" xmlns:r="http://schemas.openxmlformats.org/officeDocument/2006/relationships" xmlns:p="http://schemas.openxmlformats.org/presentationml/2006/main">
  <p:tag name="THEMECOLOR" val="7"/>
</p:tagLst>
</file>

<file path=ppt/tags/tag9.xml><?xml version="1.0" encoding="utf-8"?>
<p:tagLst xmlns:a="http://schemas.openxmlformats.org/drawingml/2006/main" xmlns:r="http://schemas.openxmlformats.org/officeDocument/2006/relationships" xmlns:p="http://schemas.openxmlformats.org/presentationml/2006/main">
  <p:tag name="THEMECOLOR" val="8"/>
</p:tagLst>
</file>

<file path=ppt/tags/tag10.xml><?xml version="1.0" encoding="utf-8"?>
<p:tagLst xmlns:a="http://schemas.openxmlformats.org/drawingml/2006/main" xmlns:r="http://schemas.openxmlformats.org/officeDocument/2006/relationships" xmlns:p="http://schemas.openxmlformats.org/presentationml/2006/main">
  <p:tag name="THEMECOLOR" val="9"/>
</p:tagLst>
</file>

<file path=ppt/tags/tag11.xml><?xml version="1.0" encoding="utf-8"?>
<p:tagLst xmlns:a="http://schemas.openxmlformats.org/drawingml/2006/main" xmlns:r="http://schemas.openxmlformats.org/officeDocument/2006/relationships" xmlns:p="http://schemas.openxmlformats.org/presentationml/2006/main">
  <p:tag name="THEMECOLOR" val="10"/>
</p:tagLst>
</file>

<file path=ppt/tags/tag12.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13.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14.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15.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16.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17.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18.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19.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20.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21.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22.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23.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24.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25.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26.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27.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28.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29.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30.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31.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32.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33.xml><?xml version="1.0" encoding="utf-8"?>
<p:tagLst xmlns:a="http://schemas.openxmlformats.org/drawingml/2006/main" xmlns:r="http://schemas.openxmlformats.org/officeDocument/2006/relationships" xmlns:p="http://schemas.openxmlformats.org/presentationml/2006/main">
  <p:tag name="SHADOWSIZE" val="108"/>
  <p:tag name="TEXTSHADOWSIZE" val="100"/>
</p:tagLst>
</file>

<file path=ppt/tags/tag34.xml><?xml version="1.0" encoding="utf-8"?>
<p:tagLst xmlns:a="http://schemas.openxmlformats.org/drawingml/2006/main" xmlns:r="http://schemas.openxmlformats.org/officeDocument/2006/relationships" xmlns:p="http://schemas.openxmlformats.org/presentationml/2006/main">
  <p:tag name="PA" val="v5.2.4"/>
</p:tagLst>
</file>

<file path=ppt/tags/tag35.xml><?xml version="1.0" encoding="utf-8"?>
<p:tagLst xmlns:a="http://schemas.openxmlformats.org/drawingml/2006/main" xmlns:r="http://schemas.openxmlformats.org/officeDocument/2006/relationships" xmlns:p="http://schemas.openxmlformats.org/presentationml/2006/main">
  <p:tag name="PA" val="v5.2.4"/>
</p:tagLst>
</file>

<file path=ppt/tags/tag36.xml><?xml version="1.0" encoding="utf-8"?>
<p:tagLst xmlns:a="http://schemas.openxmlformats.org/drawingml/2006/main" xmlns:r="http://schemas.openxmlformats.org/officeDocument/2006/relationships" xmlns:p="http://schemas.openxmlformats.org/presentationml/2006/main">
  <p:tag name="PA" val="v5.2.4"/>
</p:tagLst>
</file>

<file path=ppt/tags/tag37.xml><?xml version="1.0" encoding="utf-8"?>
<p:tagLst xmlns:a="http://schemas.openxmlformats.org/drawingml/2006/main" xmlns:r="http://schemas.openxmlformats.org/officeDocument/2006/relationships" xmlns:p="http://schemas.openxmlformats.org/presentationml/2006/main">
  <p:tag name="PA" val="v5.2.4"/>
</p:tagLst>
</file>

<file path=ppt/tags/tag38.xml><?xml version="1.0" encoding="utf-8"?>
<p:tagLst xmlns:a="http://schemas.openxmlformats.org/drawingml/2006/main" xmlns:r="http://schemas.openxmlformats.org/officeDocument/2006/relationships" xmlns:p="http://schemas.openxmlformats.org/presentationml/2006/main">
  <p:tag name="PA" val="v5.2.4"/>
</p:tagLst>
</file>

<file path=ppt/tags/tag39.xml><?xml version="1.0" encoding="utf-8"?>
<p:tagLst xmlns:a="http://schemas.openxmlformats.org/drawingml/2006/main" xmlns:r="http://schemas.openxmlformats.org/officeDocument/2006/relationships" xmlns:p="http://schemas.openxmlformats.org/presentationml/2006/main">
  <p:tag name="PA" val="v5.2.4"/>
</p:tagLst>
</file>

<file path=ppt/tags/tag40.xml><?xml version="1.0" encoding="utf-8"?>
<p:tagLst xmlns:a="http://schemas.openxmlformats.org/drawingml/2006/main" xmlns:r="http://schemas.openxmlformats.org/officeDocument/2006/relationships" xmlns:p="http://schemas.openxmlformats.org/presentationml/2006/main">
  <p:tag name="TOP" val="199.3637"/>
  <p:tag name="LEFT" val="421.4561"/>
  <p:tag name="WIDTH" val="116.7109"/>
  <p:tag name="HEIGHT" val="146.618"/>
  <p:tag name="SHADOWVISIBLE" val="0"/>
  <p:tag name="LINEVISIBLE" val="0"/>
  <p:tag name="SHAPEREFLECTION" val="-2.147484E+09"/>
  <p:tag name="SHAPEGLOW" val="0"/>
  <p:tag name="SOFTEDGE" val="0"/>
  <p:tag name="SHAPETHREEDVISIBLE" val="1"/>
  <p:tag name="HASTEXT" val="1"/>
  <p:tag name="TEXT" val="5G"/>
  <p:tag name="FONTSIZE" val="115"/>
  <p:tag name="FONTCOLOR" val="0"/>
  <p:tag name="FONTBOLD" val="0"/>
  <p:tag name="FONTITALIC" val="0"/>
  <p:tag name="FONTNAME" val="Bahnschrift Condensed"/>
  <p:tag name="NAMEASCII" val="Bahnschrift Condensed"/>
  <p:tag name="NAMECOMPLEXSCRIPT" val="+mn-cs"/>
  <p:tag name="NAMEFAREAST" val="微软雅黑"/>
  <p:tag name="FONTNAMEASCII" val="Bahnschrift Condensed"/>
  <p:tag name="TEXTALIGNMENT" val="2"/>
  <p:tag name="FONTSPACING" val="0"/>
  <p:tag name="SPACEWITHIN" val="1"/>
  <p:tag name="SPACEBEFORE" val="0"/>
  <p:tag name="SPACEAFTER" val="0"/>
  <p:tag name="MARGINBOTTOM" val="3.6"/>
  <p:tag name="MARGINLEFT" val="7.2"/>
  <p:tag name="MARGINRIGHT" val="7.2"/>
  <p:tag name="MARGINTOP" val="3.6"/>
  <p:tag name="LINERULEAFTER" val="0"/>
  <p:tag name="ALIGNMENT" val="2"/>
  <p:tag name="WORDWRAP" val="-1"/>
  <p:tag name="AUTOSIZE" val="1"/>
  <p:tag name="TEXTREFLECTION" val="0"/>
  <p:tag name="TEXTGLOW" val="0"/>
  <p:tag name="T_HASTEXT" val="1"/>
  <p:tag name="T_LEFT" val="421.4561"/>
  <p:tag name="T_TOP" val="199.3637"/>
  <p:tag name="T_WIDTH" val="116.7109"/>
  <p:tag name="T_HEIGTH" val="146.618"/>
  <p:tag name="T_TEXT" val="5G"/>
  <p:tag name="T_FONTCOLOR" val="0"/>
  <p:tag name="T_FONTNAME" val="Bahnschrift Condensed"/>
  <p:tag name="T_FONTNAMEASCII" val="Bahnschrift Condensed"/>
  <p:tag name="T_NAMECOMPLEXSCRIPT" val="+mn-cs"/>
  <p:tag name="T_NAMEFAREAST" val="微软雅黑"/>
  <p:tag name="T_FONTBOLD" val="0"/>
  <p:tag name="T_FONTSIZE" val="115"/>
  <p:tag name="T_FONTUNDERLINE" val="0"/>
  <p:tag name="T_FONTITALIC" val="0"/>
  <p:tag name="T_FONTSPACING" val="0"/>
  <p:tag name="T_MARGINTOP" val="3.6"/>
  <p:tag name="T_MARGINRIGHT" val="7.2"/>
  <p:tag name="T_MARGINBOTTOM" val="3.6"/>
  <p:tag name="T_MARGINLEFT" val="7.2"/>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35.29166"/>
  <p:tag name="OFFSETLEFT" val="15.08606"/>
  <p:tag name="OFFSETWIDTH" val="85.94527"/>
  <p:tag name="OFFSETHEIGHT" val="83.1489"/>
</p:tagLst>
</file>

<file path=ppt/tags/tag41.xml><?xml version="1.0" encoding="utf-8"?>
<p:tagLst xmlns:a="http://schemas.openxmlformats.org/drawingml/2006/main" xmlns:r="http://schemas.openxmlformats.org/officeDocument/2006/relationships" xmlns:p="http://schemas.openxmlformats.org/presentationml/2006/main">
  <p:tag name="PA" val="v5.2.9"/>
</p:tagLst>
</file>

<file path=ppt/tags/tag42.xml><?xml version="1.0" encoding="utf-8"?>
<p:tagLst xmlns:a="http://schemas.openxmlformats.org/drawingml/2006/main" xmlns:r="http://schemas.openxmlformats.org/officeDocument/2006/relationships" xmlns:p="http://schemas.openxmlformats.org/presentationml/2006/main">
  <p:tag name="PA" val="v5.2.9"/>
</p:tagLst>
</file>

<file path=ppt/tags/tag43.xml><?xml version="1.0" encoding="utf-8"?>
<p:tagLst xmlns:a="http://schemas.openxmlformats.org/drawingml/2006/main" xmlns:r="http://schemas.openxmlformats.org/officeDocument/2006/relationships" xmlns:p="http://schemas.openxmlformats.org/presentationml/2006/main">
  <p:tag name="PA" val="v5.2.9"/>
</p:tagLst>
</file>

<file path=ppt/tags/tag44.xml><?xml version="1.0" encoding="utf-8"?>
<p:tagLst xmlns:a="http://schemas.openxmlformats.org/drawingml/2006/main" xmlns:r="http://schemas.openxmlformats.org/officeDocument/2006/relationships" xmlns:p="http://schemas.openxmlformats.org/presentationml/2006/main">
  <p:tag name="PA" val="v5.2.9"/>
</p:tagLst>
</file>

<file path=ppt/tags/tag45.xml><?xml version="1.0" encoding="utf-8"?>
<p:tagLst xmlns:a="http://schemas.openxmlformats.org/drawingml/2006/main" xmlns:r="http://schemas.openxmlformats.org/officeDocument/2006/relationships" xmlns:p="http://schemas.openxmlformats.org/presentationml/2006/main">
  <p:tag name="PA" val="v5.2.9"/>
</p:tagLst>
</file>

<file path=ppt/tags/tag46.xml><?xml version="1.0" encoding="utf-8"?>
<p:tagLst xmlns:a="http://schemas.openxmlformats.org/drawingml/2006/main" xmlns:r="http://schemas.openxmlformats.org/officeDocument/2006/relationships" xmlns:p="http://schemas.openxmlformats.org/presentationml/2006/main">
  <p:tag name="PA" val="v5.2.9"/>
</p:tagLst>
</file>

<file path=ppt/tags/tag47.xml><?xml version="1.0" encoding="utf-8"?>
<p:tagLst xmlns:a="http://schemas.openxmlformats.org/drawingml/2006/main" xmlns:r="http://schemas.openxmlformats.org/officeDocument/2006/relationships" xmlns:p="http://schemas.openxmlformats.org/presentationml/2006/main">
  <p:tag name="PA" val="v5.2.9"/>
</p:tagLst>
</file>

<file path=ppt/tags/tag48.xml><?xml version="1.0" encoding="utf-8"?>
<p:tagLst xmlns:a="http://schemas.openxmlformats.org/drawingml/2006/main" xmlns:r="http://schemas.openxmlformats.org/officeDocument/2006/relationships" xmlns:p="http://schemas.openxmlformats.org/presentationml/2006/main">
  <p:tag name="PA" val="v5.2.9"/>
</p:tagLst>
</file>

<file path=ppt/tags/tag49.xml><?xml version="1.0" encoding="utf-8"?>
<p:tagLst xmlns:a="http://schemas.openxmlformats.org/drawingml/2006/main" xmlns:r="http://schemas.openxmlformats.org/officeDocument/2006/relationships" xmlns:p="http://schemas.openxmlformats.org/presentationml/2006/main">
  <p:tag name="PA" val="v5.2.9"/>
</p:tagLst>
</file>

<file path=ppt/tags/tag50.xml><?xml version="1.0" encoding="utf-8"?>
<p:tagLst xmlns:a="http://schemas.openxmlformats.org/drawingml/2006/main" xmlns:r="http://schemas.openxmlformats.org/officeDocument/2006/relationships" xmlns:p="http://schemas.openxmlformats.org/presentationml/2006/main">
  <p:tag name="PA" val="v5.2.9"/>
</p:tagLst>
</file>

<file path=ppt/tags/tag51.xml><?xml version="1.0" encoding="utf-8"?>
<p:tagLst xmlns:a="http://schemas.openxmlformats.org/drawingml/2006/main" xmlns:r="http://schemas.openxmlformats.org/officeDocument/2006/relationships" xmlns:p="http://schemas.openxmlformats.org/presentationml/2006/main">
  <p:tag name="PA" val="v5.2.9"/>
</p:tagLst>
</file>

<file path=ppt/tags/tag52.xml><?xml version="1.0" encoding="utf-8"?>
<p:tagLst xmlns:a="http://schemas.openxmlformats.org/drawingml/2006/main" xmlns:r="http://schemas.openxmlformats.org/officeDocument/2006/relationships" xmlns:p="http://schemas.openxmlformats.org/presentationml/2006/main">
  <p:tag name="PA" val="v5.2.9"/>
</p:tagLst>
</file>

<file path=ppt/tags/tag53.xml><?xml version="1.0" encoding="utf-8"?>
<p:tagLst xmlns:a="http://schemas.openxmlformats.org/drawingml/2006/main" xmlns:r="http://schemas.openxmlformats.org/officeDocument/2006/relationships" xmlns:p="http://schemas.openxmlformats.org/presentationml/2006/main">
  <p:tag name="PA" val="v5.2.9"/>
</p:tagLst>
</file>

<file path=ppt/tags/tag54.xml><?xml version="1.0" encoding="utf-8"?>
<p:tagLst xmlns:a="http://schemas.openxmlformats.org/drawingml/2006/main" xmlns:r="http://schemas.openxmlformats.org/officeDocument/2006/relationships" xmlns:p="http://schemas.openxmlformats.org/presentationml/2006/main">
  <p:tag name="PA" val="v5.2.9"/>
</p:tagLst>
</file>

<file path=ppt/tags/tag55.xml><?xml version="1.0" encoding="utf-8"?>
<p:tagLst xmlns:a="http://schemas.openxmlformats.org/drawingml/2006/main" xmlns:r="http://schemas.openxmlformats.org/officeDocument/2006/relationships" xmlns:p="http://schemas.openxmlformats.org/presentationml/2006/main">
  <p:tag name="PA" val="v5.2.9"/>
</p:tagLst>
</file>

<file path=ppt/tags/tag56.xml><?xml version="1.0" encoding="utf-8"?>
<p:tagLst xmlns:a="http://schemas.openxmlformats.org/drawingml/2006/main" xmlns:r="http://schemas.openxmlformats.org/officeDocument/2006/relationships" xmlns:p="http://schemas.openxmlformats.org/presentationml/2006/main">
  <p:tag name="PA" val="v5.2.9"/>
</p:tagLst>
</file>

<file path=ppt/tags/tag57.xml><?xml version="1.0" encoding="utf-8"?>
<p:tagLst xmlns:a="http://schemas.openxmlformats.org/drawingml/2006/main" xmlns:r="http://schemas.openxmlformats.org/officeDocument/2006/relationships" xmlns:p="http://schemas.openxmlformats.org/presentationml/2006/main">
  <p:tag name="PA" val="v5.2.9"/>
</p:tagLst>
</file>

<file path=ppt/tags/tag58.xml><?xml version="1.0" encoding="utf-8"?>
<p:tagLst xmlns:a="http://schemas.openxmlformats.org/drawingml/2006/main" xmlns:r="http://schemas.openxmlformats.org/officeDocument/2006/relationships" xmlns:p="http://schemas.openxmlformats.org/presentationml/2006/main">
  <p:tag name="PA" val="v5.2.9"/>
</p:tagLst>
</file>

<file path=ppt/tags/tag59.xml><?xml version="1.0" encoding="utf-8"?>
<p:tagLst xmlns:a="http://schemas.openxmlformats.org/drawingml/2006/main" xmlns:r="http://schemas.openxmlformats.org/officeDocument/2006/relationships" xmlns:p="http://schemas.openxmlformats.org/presentationml/2006/main">
  <p:tag name="PA" val="v5.2.9"/>
</p:tagLst>
</file>

<file path=ppt/tags/tag60.xml><?xml version="1.0" encoding="utf-8"?>
<p:tagLst xmlns:a="http://schemas.openxmlformats.org/drawingml/2006/main" xmlns:r="http://schemas.openxmlformats.org/officeDocument/2006/relationships" xmlns:p="http://schemas.openxmlformats.org/presentationml/2006/main">
  <p:tag name="PA" val="v5.2.9"/>
</p:tagLst>
</file>

<file path=ppt/tags/tag61.xml><?xml version="1.0" encoding="utf-8"?>
<p:tagLst xmlns:a="http://schemas.openxmlformats.org/drawingml/2006/main" xmlns:r="http://schemas.openxmlformats.org/officeDocument/2006/relationships" xmlns:p="http://schemas.openxmlformats.org/presentationml/2006/main">
  <p:tag name="PA" val="v5.2.9"/>
</p:tagLst>
</file>

<file path=ppt/tags/tag62.xml><?xml version="1.0" encoding="utf-8"?>
<p:tagLst xmlns:a="http://schemas.openxmlformats.org/drawingml/2006/main" xmlns:r="http://schemas.openxmlformats.org/officeDocument/2006/relationships" xmlns:p="http://schemas.openxmlformats.org/presentationml/2006/main">
  <p:tag name="PA" val="v5.2.9"/>
</p:tagLst>
</file>

<file path=ppt/tags/tag63.xml><?xml version="1.0" encoding="utf-8"?>
<p:tagLst xmlns:a="http://schemas.openxmlformats.org/drawingml/2006/main" xmlns:r="http://schemas.openxmlformats.org/officeDocument/2006/relationships" xmlns:p="http://schemas.openxmlformats.org/presentationml/2006/main">
  <p:tag name="PA" val="v5.2.9"/>
</p:tagLst>
</file>

<file path=ppt/tags/tag64.xml><?xml version="1.0" encoding="utf-8"?>
<p:tagLst xmlns:a="http://schemas.openxmlformats.org/drawingml/2006/main" xmlns:r="http://schemas.openxmlformats.org/officeDocument/2006/relationships" xmlns:p="http://schemas.openxmlformats.org/presentationml/2006/main">
  <p:tag name="PA" val="v5.2.9"/>
</p:tagLst>
</file>

<file path=ppt/tags/tag65.xml><?xml version="1.0" encoding="utf-8"?>
<p:tagLst xmlns:a="http://schemas.openxmlformats.org/drawingml/2006/main" xmlns:r="http://schemas.openxmlformats.org/officeDocument/2006/relationships" xmlns:p="http://schemas.openxmlformats.org/presentationml/2006/main">
  <p:tag name="PA" val="v5.2.9"/>
</p:tagLst>
</file>

<file path=ppt/tags/tag66.xml><?xml version="1.0" encoding="utf-8"?>
<p:tagLst xmlns:a="http://schemas.openxmlformats.org/drawingml/2006/main" xmlns:r="http://schemas.openxmlformats.org/officeDocument/2006/relationships" xmlns:p="http://schemas.openxmlformats.org/presentationml/2006/main">
  <p:tag name="PA" val="v5.2.9"/>
</p:tagLst>
</file>

<file path=ppt/tags/tag67.xml><?xml version="1.0" encoding="utf-8"?>
<p:tagLst xmlns:a="http://schemas.openxmlformats.org/drawingml/2006/main" xmlns:r="http://schemas.openxmlformats.org/officeDocument/2006/relationships" xmlns:p="http://schemas.openxmlformats.org/presentationml/2006/main">
  <p:tag name="PA" val="v5.2.9"/>
</p:tagLst>
</file>

<file path=ppt/tags/tag68.xml><?xml version="1.0" encoding="utf-8"?>
<p:tagLst xmlns:a="http://schemas.openxmlformats.org/drawingml/2006/main" xmlns:r="http://schemas.openxmlformats.org/officeDocument/2006/relationships" xmlns:p="http://schemas.openxmlformats.org/presentationml/2006/main">
  <p:tag name="PA" val="v5.2.9"/>
</p:tagLst>
</file>

<file path=ppt/tags/tag69.xml><?xml version="1.0" encoding="utf-8"?>
<p:tagLst xmlns:a="http://schemas.openxmlformats.org/drawingml/2006/main" xmlns:r="http://schemas.openxmlformats.org/officeDocument/2006/relationships" xmlns:p="http://schemas.openxmlformats.org/presentationml/2006/main">
  <p:tag name="PA" val="v5.2.9"/>
</p:tagLst>
</file>

<file path=ppt/tags/tag70.xml><?xml version="1.0" encoding="utf-8"?>
<p:tagLst xmlns:a="http://schemas.openxmlformats.org/drawingml/2006/main" xmlns:r="http://schemas.openxmlformats.org/officeDocument/2006/relationships" xmlns:p="http://schemas.openxmlformats.org/presentationml/2006/main">
  <p:tag name="PA" val="v5.2.9"/>
</p:tagLst>
</file>

<file path=ppt/tags/tag71.xml><?xml version="1.0" encoding="utf-8"?>
<p:tagLst xmlns:a="http://schemas.openxmlformats.org/drawingml/2006/main" xmlns:r="http://schemas.openxmlformats.org/officeDocument/2006/relationships" xmlns:p="http://schemas.openxmlformats.org/presentationml/2006/main">
  <p:tag name="PA" val="v5.2.9"/>
</p:tagLst>
</file>

<file path=ppt/tags/tag72.xml><?xml version="1.0" encoding="utf-8"?>
<p:tagLst xmlns:a="http://schemas.openxmlformats.org/drawingml/2006/main" xmlns:r="http://schemas.openxmlformats.org/officeDocument/2006/relationships" xmlns:p="http://schemas.openxmlformats.org/presentationml/2006/main">
  <p:tag name="PA" val="v5.2.9"/>
</p:tagLst>
</file>

<file path=ppt/tags/tag73.xml><?xml version="1.0" encoding="utf-8"?>
<p:tagLst xmlns:a="http://schemas.openxmlformats.org/drawingml/2006/main" xmlns:r="http://schemas.openxmlformats.org/officeDocument/2006/relationships" xmlns:p="http://schemas.openxmlformats.org/presentationml/2006/main">
  <p:tag name="TOP" val="456.8965"/>
  <p:tag name="LEFT" val="463.5372"/>
  <p:tag name="WIDTH" val="72.70323"/>
  <p:tag name="HEIGHT" val="27.46559"/>
  <p:tag name="SHADOWVISIBLE" val="0"/>
  <p:tag name="LINEVISIBLE" val="0"/>
  <p:tag name="SHAPEREFLECTION" val="-2.147484E+09"/>
  <p:tag name="SHAPEGLOW" val="0"/>
  <p:tag name="SOFTEDGE" val="0"/>
  <p:tag name="SHAPETHREEDVISIBLE" val="1"/>
  <p:tag name="HASTEXT" val="1"/>
  <p:tag name="TEXT" val="云海平台"/>
  <p:tag name="FONTSIZE" val="16"/>
  <p:tag name="FONTCOLOR" val="4287147"/>
  <p:tag name="FONTBOLD" val="-1"/>
  <p:tag name="FONTITALIC" val="0"/>
  <p:tag name="FONTNAME" val="微软雅黑"/>
  <p:tag name="NAMEASCII" val="微软雅黑"/>
  <p:tag name="NAMECOMPLEXSCRIPT" val="+mn-cs"/>
  <p:tag name="NAMEFAREAST" val="微软雅黑"/>
  <p:tag name="NAMEOTHER" val="Helvetica Neue"/>
  <p:tag name="FONTNAMEASCII" val="微软雅黑"/>
  <p:tag name="TEXTALIGNMENT" val="2"/>
  <p:tag name="FONTSPACING" val="0"/>
  <p:tag name="SPACEWITHIN" val="1"/>
  <p:tag name="SPACEBEFORE" val="0"/>
  <p:tag name="SPACEAFTER" val="0"/>
  <p:tag name="MARGINBOTTOM" val="4"/>
  <p:tag name="MARGINLEFT" val="4"/>
  <p:tag name="MARGINRIGHT" val="4"/>
  <p:tag name="MARGINTOP" val="4"/>
  <p:tag name="LINERULEAFTER" val="0"/>
  <p:tag name="ALIGNMENT" val="2"/>
  <p:tag name="WORDWRAP" val="0"/>
  <p:tag name="AUTOSIZE" val="1"/>
  <p:tag name="TEXTREFLECTION" val="0"/>
  <p:tag name="TEXTGLOW" val="0"/>
  <p:tag name="T_HASTEXT" val="1"/>
  <p:tag name="T_LEFT" val="463.5372"/>
  <p:tag name="T_TOP" val="456.8965"/>
  <p:tag name="T_WIDTH" val="72.70323"/>
  <p:tag name="T_HEIGTH" val="27.46559"/>
  <p:tag name="T_TEXT" val="云海平台"/>
  <p:tag name="T_FONTCOLOR" val="4287147"/>
  <p:tag name="T_FONTNAME" val="微软雅黑"/>
  <p:tag name="T_FONTNAMEASCII" val="微软雅黑"/>
  <p:tag name="T_NAMECOMPLEXSCRIPT" val="+mn-cs"/>
  <p:tag name="T_NAMEFAREAST" val="微软雅黑"/>
  <p:tag name="T_NAMEOTHER" val="Helvetica Neue"/>
  <p:tag name="T_FONTBOLD" val="-1"/>
  <p:tag name="T_FONTSIZE" val="16"/>
  <p:tag name="T_FONTUNDERLINE" val="0"/>
  <p:tag name="T_FONTITALIC" val="0"/>
  <p:tag name="T_FONTSPACING" val="0"/>
  <p:tag name="T_MARGINTOP" val="4"/>
  <p:tag name="T_MARGINRIGHT" val="4"/>
  <p:tag name="T_MARGINBOTTOM" val="4"/>
  <p:tag name="T_MARGINLEFT" val="4"/>
  <p:tag name="T_TEXTLINEDASHSTYLE" val="-2"/>
  <p:tag name="T_TEXTLINEWEIGHT" val="-2.147484E+09"/>
  <p:tag name="T_TEXTLINEFORECOLOR" val="16777215"/>
  <p:tag name="T_TEXTLINEFILLBACKCOLOR" val="16777215"/>
  <p:tag name="T_TEXTLINEFILLTRANSPARENCY" val="0"/>
  <p:tag name="T_TEXTALIGNMENT" val="2"/>
  <p:tag name="T_SPACEBEFORE" val="0"/>
  <p:tag name="T_SPACEWITHIN" val="1"/>
  <p:tag name="T_SPACEAFTER" val="0"/>
  <p:tag name="T_LINERULEBEFORE" val="-1"/>
  <p:tag name="T_TEXTREFLECTION" val="0"/>
  <p:tag name="T_TEXTGLOW" val="0"/>
  <p:tag name="OFFSETTOP" val="6.58606"/>
  <p:tag name="OFFSETLEFT" val="5.345367"/>
  <p:tag name="OFFSETWIDTH" val="62.41551"/>
  <p:tag name="OFFSETHEIGHT" val="15.39622"/>
</p:tagLst>
</file>

<file path=ppt/tags/tag74.xml><?xml version="1.0" encoding="utf-8"?>
<p:tagLst xmlns:a="http://schemas.openxmlformats.org/drawingml/2006/main" xmlns:r="http://schemas.openxmlformats.org/officeDocument/2006/relationships" xmlns:p="http://schemas.openxmlformats.org/presentationml/2006/main">
  <p:tag name="CONNECTORHOST" val="-11"/>
</p:tagLst>
</file>

<file path=ppt/tags/tag75.xml><?xml version="1.0" encoding="utf-8"?>
<p:tagLst xmlns:a="http://schemas.openxmlformats.org/drawingml/2006/main" xmlns:r="http://schemas.openxmlformats.org/officeDocument/2006/relationships" xmlns:p="http://schemas.openxmlformats.org/presentationml/2006/main">
  <p:tag name="CONNECTORHOST" val="-78"/>
</p:tagLst>
</file>

<file path=ppt/tags/tag76.xml><?xml version="1.0" encoding="utf-8"?>
<p:tagLst xmlns:a="http://schemas.openxmlformats.org/drawingml/2006/main" xmlns:r="http://schemas.openxmlformats.org/officeDocument/2006/relationships" xmlns:p="http://schemas.openxmlformats.org/presentationml/2006/main">
  <p:tag name="CONNECTORHOST" val="-78"/>
</p:tagLst>
</file>

<file path=ppt/tags/tag77.xml><?xml version="1.0" encoding="utf-8"?>
<p:tagLst xmlns:a="http://schemas.openxmlformats.org/drawingml/2006/main" xmlns:r="http://schemas.openxmlformats.org/officeDocument/2006/relationships" xmlns:p="http://schemas.openxmlformats.org/presentationml/2006/main">
  <p:tag name="CONNECTORHOST" val="56,58,60,62"/>
</p:tagLst>
</file>

<file path=ppt/tags/tag78.xml><?xml version="1.0" encoding="utf-8"?>
<p:tagLst xmlns:a="http://schemas.openxmlformats.org/drawingml/2006/main" xmlns:r="http://schemas.openxmlformats.org/officeDocument/2006/relationships" xmlns:p="http://schemas.openxmlformats.org/presentationml/2006/main">
  <p:tag name="CONNECTORHOST" val="84,87,91"/>
</p:tagLst>
</file>

<file path=ppt/tags/tag79.xml><?xml version="1.0" encoding="utf-8"?>
<p:tagLst xmlns:a="http://schemas.openxmlformats.org/drawingml/2006/main" xmlns:r="http://schemas.openxmlformats.org/officeDocument/2006/relationships" xmlns:p="http://schemas.openxmlformats.org/presentationml/2006/main">
  <p:tag name="CONNECTORHOST" val="74,75"/>
</p:tagLst>
</file>

<file path=ppt/tags/tag80.xml><?xml version="1.0" encoding="utf-8"?>
<p:tagLst xmlns:a="http://schemas.openxmlformats.org/drawingml/2006/main" xmlns:r="http://schemas.openxmlformats.org/officeDocument/2006/relationships" xmlns:p="http://schemas.openxmlformats.org/presentationml/2006/main">
  <p:tag name="CONNECTOR" val="11,56"/>
  <p:tag name="CONNECTORTYPE" val="CONNECTORTYPE_STRAIGHT"/>
  <p:tag name="CONNECTORORIENTATION" val="CONNECTORORIENTATION_HORI"/>
</p:tagLst>
</file>

<file path=ppt/tags/tag81.xml><?xml version="1.0" encoding="utf-8"?>
<p:tagLst xmlns:a="http://schemas.openxmlformats.org/drawingml/2006/main" xmlns:r="http://schemas.openxmlformats.org/officeDocument/2006/relationships" xmlns:p="http://schemas.openxmlformats.org/presentationml/2006/main">
  <p:tag name="CONNECTOR" val="11,58"/>
  <p:tag name="CONNECTORTYPE" val="CONNECTORTYPE_STRAIGHT"/>
  <p:tag name="CONNECTORORIENTATION" val="CONNECTORORIENTATION_HORI"/>
</p:tagLst>
</file>

<file path=ppt/tags/tag82.xml><?xml version="1.0" encoding="utf-8"?>
<p:tagLst xmlns:a="http://schemas.openxmlformats.org/drawingml/2006/main" xmlns:r="http://schemas.openxmlformats.org/officeDocument/2006/relationships" xmlns:p="http://schemas.openxmlformats.org/presentationml/2006/main">
  <p:tag name="CONNECTOR" val="11,60"/>
  <p:tag name="CONNECTORTYPE" val="CONNECTORTYPE_STRAIGHT"/>
  <p:tag name="CONNECTORORIENTATION" val="CONNECTORORIENTATION_HORI"/>
</p:tagLst>
</file>

<file path=ppt/tags/tag83.xml><?xml version="1.0" encoding="utf-8"?>
<p:tagLst xmlns:a="http://schemas.openxmlformats.org/drawingml/2006/main" xmlns:r="http://schemas.openxmlformats.org/officeDocument/2006/relationships" xmlns:p="http://schemas.openxmlformats.org/presentationml/2006/main">
  <p:tag name="CONNECTOR" val="11,62"/>
  <p:tag name="CONNECTORTYPE" val="CONNECTORTYPE_STRAIGHT"/>
  <p:tag name="CONNECTORORIENTATION" val="CONNECTORORIENTATION_HORI"/>
</p:tagLst>
</file>

<file path=ppt/tags/tag84.xml><?xml version="1.0" encoding="utf-8"?>
<p:tagLst xmlns:a="http://schemas.openxmlformats.org/drawingml/2006/main" xmlns:r="http://schemas.openxmlformats.org/officeDocument/2006/relationships" xmlns:p="http://schemas.openxmlformats.org/presentationml/2006/main">
  <p:tag name="CONNECTOR" val="78,74"/>
  <p:tag name="CONNECTORTYPE" val="CONNECTORTYPE_STRAIGHT"/>
  <p:tag name="CONNECTORORIENTATION" val="CONNECTORORIENTATION_HORI"/>
</p:tagLst>
</file>

<file path=ppt/tags/tag85.xml><?xml version="1.0" encoding="utf-8"?>
<p:tagLst xmlns:a="http://schemas.openxmlformats.org/drawingml/2006/main" xmlns:r="http://schemas.openxmlformats.org/officeDocument/2006/relationships" xmlns:p="http://schemas.openxmlformats.org/presentationml/2006/main">
  <p:tag name="CONNECTOR" val="78,75"/>
  <p:tag name="CONNECTORTYPE" val="CONNECTORTYPE_STRAIGHT"/>
  <p:tag name="CONNECTORORIENTATION" val="CONNECTORORIENTATION_HORI"/>
</p:tagLst>
</file>

<file path=ppt/tags/tag86.xml><?xml version="1.0" encoding="utf-8"?>
<p:tagLst xmlns:a="http://schemas.openxmlformats.org/drawingml/2006/main" xmlns:r="http://schemas.openxmlformats.org/officeDocument/2006/relationships" xmlns:p="http://schemas.openxmlformats.org/presentationml/2006/main">
  <p:tag name="CONNECTORHOST" val="-14"/>
</p:tagLst>
</file>

<file path=ppt/tags/tag87.xml><?xml version="1.0" encoding="utf-8"?>
<p:tagLst xmlns:a="http://schemas.openxmlformats.org/drawingml/2006/main" xmlns:r="http://schemas.openxmlformats.org/officeDocument/2006/relationships" xmlns:p="http://schemas.openxmlformats.org/presentationml/2006/main">
  <p:tag name="CONNECTORHOST" val="-14"/>
</p:tagLst>
</file>

<file path=ppt/tags/tag88.xml><?xml version="1.0" encoding="utf-8"?>
<p:tagLst xmlns:a="http://schemas.openxmlformats.org/drawingml/2006/main" xmlns:r="http://schemas.openxmlformats.org/officeDocument/2006/relationships" xmlns:p="http://schemas.openxmlformats.org/presentationml/2006/main">
  <p:tag name="CONNECTORHOST" val="-14"/>
</p:tagLst>
</file>

<file path=ppt/tags/tag89.xml><?xml version="1.0" encoding="utf-8"?>
<p:tagLst xmlns:a="http://schemas.openxmlformats.org/drawingml/2006/main" xmlns:r="http://schemas.openxmlformats.org/officeDocument/2006/relationships" xmlns:p="http://schemas.openxmlformats.org/presentationml/2006/main">
  <p:tag name="CONNECTOR" val="14,84"/>
  <p:tag name="CONNECTORTYPE" val="CONNECTORTYPE_STRAIGHT"/>
  <p:tag name="CONNECTORORIENTATION" val="CONNECTORORIENTATION_HORI"/>
</p:tagLst>
</file>

<file path=ppt/tags/tag90.xml><?xml version="1.0" encoding="utf-8"?>
<p:tagLst xmlns:a="http://schemas.openxmlformats.org/drawingml/2006/main" xmlns:r="http://schemas.openxmlformats.org/officeDocument/2006/relationships" xmlns:p="http://schemas.openxmlformats.org/presentationml/2006/main">
  <p:tag name="CONNECTOR" val="14,87"/>
  <p:tag name="CONNECTORTYPE" val="CONNECTORTYPE_STRAIGHT"/>
  <p:tag name="CONNECTORORIENTATION" val="CONNECTORORIENTATION_HORI"/>
</p:tagLst>
</file>

<file path=ppt/tags/tag91.xml><?xml version="1.0" encoding="utf-8"?>
<p:tagLst xmlns:a="http://schemas.openxmlformats.org/drawingml/2006/main" xmlns:r="http://schemas.openxmlformats.org/officeDocument/2006/relationships" xmlns:p="http://schemas.openxmlformats.org/presentationml/2006/main">
  <p:tag name="CONNECTOR" val="14,91"/>
  <p:tag name="CONNECTORTYPE" val="CONNECTORTYPE_STRAIGHT"/>
  <p:tag name="CONNECTORORIENTATION" val="CONNECTORORIENTATION_HORI"/>
</p:tagLst>
</file>

<file path=ppt/tags/tag92.xml><?xml version="1.0" encoding="utf-8"?>
<p:tagLst xmlns:a="http://schemas.openxmlformats.org/drawingml/2006/main" xmlns:r="http://schemas.openxmlformats.org/officeDocument/2006/relationships" xmlns:p="http://schemas.openxmlformats.org/presentationml/2006/main">
  <p:tag name="CONNECTORHOST" val="-11"/>
</p:tagLst>
</file>

<file path=ppt/tags/tag93.xml><?xml version="1.0" encoding="utf-8"?>
<p:tagLst xmlns:a="http://schemas.openxmlformats.org/drawingml/2006/main" xmlns:r="http://schemas.openxmlformats.org/officeDocument/2006/relationships" xmlns:p="http://schemas.openxmlformats.org/presentationml/2006/main">
  <p:tag name="CONNECTORHOST" val="-11"/>
</p:tagLst>
</file>

<file path=ppt/tags/tag94.xml><?xml version="1.0" encoding="utf-8"?>
<p:tagLst xmlns:a="http://schemas.openxmlformats.org/drawingml/2006/main" xmlns:r="http://schemas.openxmlformats.org/officeDocument/2006/relationships" xmlns:p="http://schemas.openxmlformats.org/presentationml/2006/main">
  <p:tag name="CONNECTORHOST" val="-11"/>
</p:tagLst>
</file>

<file path=ppt/tags/tag95.xml><?xml version="1.0" encoding="utf-8"?>
<p:tagLst xmlns:a="http://schemas.openxmlformats.org/drawingml/2006/main" xmlns:r="http://schemas.openxmlformats.org/officeDocument/2006/relationships" xmlns:p="http://schemas.openxmlformats.org/presentationml/2006/main">
  <p:tag name="CONNECTORHOST" val="-11"/>
</p:tagLst>
</file>

<file path=ppt/tags/tag96.xml><?xml version="1.0" encoding="utf-8"?>
<p:tagLst xmlns:a="http://schemas.openxmlformats.org/drawingml/2006/main" xmlns:r="http://schemas.openxmlformats.org/officeDocument/2006/relationships" xmlns:p="http://schemas.openxmlformats.org/presentationml/2006/main">
  <p:tag name="CONNECTORHOST" val="-11"/>
</p:tagLst>
</file>

<file path=ppt/tags/tag97.xml><?xml version="1.0" encoding="utf-8"?>
<p:tagLst xmlns:a="http://schemas.openxmlformats.org/drawingml/2006/main" xmlns:r="http://schemas.openxmlformats.org/officeDocument/2006/relationships" xmlns:p="http://schemas.openxmlformats.org/presentationml/2006/main">
  <p:tag name="CONNECTORHOST" val="-11"/>
</p:tagLst>
</file>

<file path=ppt/theme/theme1.xml><?xml version="1.0" encoding="utf-8"?>
<a:theme xmlns:a="http://schemas.openxmlformats.org/drawingml/2006/main" name="红黄蓝三色">
  <a:themeElements>
    <a:clrScheme name="自定义 38">
      <a:dk1>
        <a:srgbClr val="000000"/>
      </a:dk1>
      <a:lt1>
        <a:srgbClr val="FFFFFF"/>
      </a:lt1>
      <a:dk2>
        <a:srgbClr val="354AA9"/>
      </a:dk2>
      <a:lt2>
        <a:srgbClr val="FFFFFF"/>
      </a:lt2>
      <a:accent1>
        <a:srgbClr val="3045A6"/>
      </a:accent1>
      <a:accent2>
        <a:srgbClr val="C99371"/>
      </a:accent2>
      <a:accent3>
        <a:srgbClr val="D2B4A7"/>
      </a:accent3>
      <a:accent4>
        <a:srgbClr val="465DC9"/>
      </a:accent4>
      <a:accent5>
        <a:srgbClr val="A9AABC"/>
      </a:accent5>
      <a:accent6>
        <a:srgbClr val="FFFFFF"/>
      </a:accent6>
      <a:hlink>
        <a:srgbClr val="0563C1"/>
      </a:hlink>
      <a:folHlink>
        <a:srgbClr val="954F72"/>
      </a:folHlink>
    </a:clrScheme>
    <a:fontScheme name="自定义 89">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7870</TotalTime>
  <Words>6834</Words>
  <Application>Microsoft Macintosh PowerPoint</Application>
  <PresentationFormat>宽屏</PresentationFormat>
  <Paragraphs>2249</Paragraphs>
  <Slides>70</Slides>
  <Notes>47</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70</vt:i4>
      </vt:variant>
    </vt:vector>
  </HeadingPairs>
  <TitlesOfParts>
    <vt:vector size="86" baseType="lpstr">
      <vt:lpstr>等线</vt:lpstr>
      <vt:lpstr>思源黑体 CN Bold</vt:lpstr>
      <vt:lpstr>思源黑体 CN Medium</vt:lpstr>
      <vt:lpstr>思源黑体 CN Regular</vt:lpstr>
      <vt:lpstr>微软雅黑</vt:lpstr>
      <vt:lpstr>微软雅黑</vt:lpstr>
      <vt:lpstr>Alibaba Sans Light</vt:lpstr>
      <vt:lpstr>OPPOSans M</vt:lpstr>
      <vt:lpstr>OPPOSans R</vt:lpstr>
      <vt:lpstr>PingFang-SC-Regular</vt:lpstr>
      <vt:lpstr>Roboto Regular</vt:lpstr>
      <vt:lpstr>Arial</vt:lpstr>
      <vt:lpstr>Bahnschrift Condensed</vt:lpstr>
      <vt:lpstr>Helvetica</vt:lpstr>
      <vt:lpstr>Wingdings</vt:lpstr>
      <vt:lpstr>红黄蓝三色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方 甫攀</dc:creator>
  <cp:lastModifiedBy>office user</cp:lastModifiedBy>
  <cp:revision>1035</cp:revision>
  <dcterms:created xsi:type="dcterms:W3CDTF">2023-06-20T05:56:55Z</dcterms:created>
  <dcterms:modified xsi:type="dcterms:W3CDTF">2024-06-05T07:57:57Z</dcterms:modified>
</cp:coreProperties>
</file>